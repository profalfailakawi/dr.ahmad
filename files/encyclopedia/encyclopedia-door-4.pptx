
<file path=[Content_Types].xml><?xml version="1.0" encoding="utf-8"?>
<Types xmlns="http://schemas.openxmlformats.org/package/2006/content-types">
  <Default Extension="xml" ContentType="application/xml"/>
  <Default Extension="png" ContentType="image/png"/>
  <Default Extension="jpg" ContentType="image/jpeg"/>
  <Default Extension="wdp" ContentType="image/vnd.ms-photo"/>
  <Default Extension="rels" ContentType="application/vnd.openxmlformats-package.relationships+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Masters/slideMaster12.xml" ContentType="application/vnd.openxmlformats-officedocument.presentationml.slideMaster+xml"/>
  <Override PartName="/ppt/slideMasters/slideMaster13.xml" ContentType="application/vnd.openxmlformats-officedocument.presentationml.slideMaster+xml"/>
  <Override PartName="/ppt/slideMasters/slideMaster14.xml" ContentType="application/vnd.openxmlformats-officedocument.presentationml.slideMaster+xml"/>
  <Override PartName="/ppt/slideMasters/slideMaster15.xml" ContentType="application/vnd.openxmlformats-officedocument.presentationml.slideMaster+xml"/>
  <Override PartName="/ppt/slideMasters/slideMaster16.xml" ContentType="application/vnd.openxmlformats-officedocument.presentationml.slideMaster+xml"/>
  <Override PartName="/ppt/slideMasters/slideMaster17.xml" ContentType="application/vnd.openxmlformats-officedocument.presentationml.slideMaster+xml"/>
  <Override PartName="/ppt/slideMasters/slideMaster18.xml" ContentType="application/vnd.openxmlformats-officedocument.presentationml.slideMaster+xml"/>
  <Override PartName="/ppt/slideMasters/slideMaster19.xml" ContentType="application/vnd.openxmlformats-officedocument.presentationml.slideMaster+xml"/>
  <Override PartName="/ppt/slideMasters/slideMaster20.xml" ContentType="application/vnd.openxmlformats-officedocument.presentationml.slideMaster+xml"/>
  <Override PartName="/ppt/slideMasters/slideMaster21.xml" ContentType="application/vnd.openxmlformats-officedocument.presentationml.slideMaster+xml"/>
  <Override PartName="/ppt/slideMasters/slideMaster22.xml" ContentType="application/vnd.openxmlformats-officedocument.presentationml.slideMaster+xml"/>
  <Override PartName="/ppt/slideMasters/slideMaster23.xml" ContentType="application/vnd.openxmlformats-officedocument.presentationml.slideMaster+xml"/>
  <Override PartName="/ppt/slideMasters/slideMaster24.xml" ContentType="application/vnd.openxmlformats-officedocument.presentationml.slideMaster+xml"/>
  <Override PartName="/ppt/slideMasters/slideMaster25.xml" ContentType="application/vnd.openxmlformats-officedocument.presentationml.slideMaster+xml"/>
  <Override PartName="/ppt/slideMasters/slideMaster26.xml" ContentType="application/vnd.openxmlformats-officedocument.presentationml.slideMaster+xml"/>
  <Override PartName="/ppt/slideMasters/slideMaster27.xml" ContentType="application/vnd.openxmlformats-officedocument.presentationml.slideMaster+xml"/>
  <Override PartName="/ppt/slideMasters/slideMaster28.xml" ContentType="application/vnd.openxmlformats-officedocument.presentationml.slideMaster+xml"/>
  <Override PartName="/ppt/slideMasters/slideMaster29.xml" ContentType="application/vnd.openxmlformats-officedocument.presentationml.slideMaster+xml"/>
  <Override PartName="/ppt/slideMasters/slideMaster30.xml" ContentType="application/vnd.openxmlformats-officedocument.presentationml.slideMaster+xml"/>
  <Override PartName="/ppt/slideMasters/slideMaster31.xml" ContentType="application/vnd.openxmlformats-officedocument.presentationml.slideMaster+xml"/>
  <Override PartName="/ppt/slideMasters/slideMaster32.xml" ContentType="application/vnd.openxmlformats-officedocument.presentationml.slideMaster+xml"/>
  <Override PartName="/ppt/slideMasters/slideMaster33.xml" ContentType="application/vnd.openxmlformats-officedocument.presentationml.slideMaster+xml"/>
  <Override PartName="/ppt/slideMasters/slideMaster34.xml" ContentType="application/vnd.openxmlformats-officedocument.presentationml.slideMaster+xml"/>
  <Override PartName="/ppt/slideMasters/slideMaster35.xml" ContentType="application/vnd.openxmlformats-officedocument.presentationml.slideMaster+xml"/>
  <Override PartName="/ppt/slideMasters/slideMaster36.xml" ContentType="application/vnd.openxmlformats-officedocument.presentationml.slideMaster+xml"/>
  <Override PartName="/ppt/slideMasters/slideMaster37.xml" ContentType="application/vnd.openxmlformats-officedocument.presentationml.slideMaster+xml"/>
  <Override PartName="/ppt/slideMasters/slideMaster38.xml" ContentType="application/vnd.openxmlformats-officedocument.presentationml.slideMaster+xml"/>
  <Override PartName="/ppt/slideMasters/slideMaster39.xml" ContentType="application/vnd.openxmlformats-officedocument.presentationml.slideMaster+xml"/>
  <Override PartName="/ppt/slideMasters/slideMaster40.xml" ContentType="application/vnd.openxmlformats-officedocument.presentationml.slideMaster+xml"/>
  <Override PartName="/ppt/slideMasters/slideMaster41.xml" ContentType="application/vnd.openxmlformats-officedocument.presentationml.slideMaster+xml"/>
  <Override PartName="/ppt/slideMasters/slideMaster42.xml" ContentType="application/vnd.openxmlformats-officedocument.presentationml.slideMaster+xml"/>
  <Override PartName="/ppt/slideMasters/slideMaster43.xml" ContentType="application/vnd.openxmlformats-officedocument.presentationml.slideMaster+xml"/>
  <Override PartName="/ppt/slideMasters/slideMaster44.xml" ContentType="application/vnd.openxmlformats-officedocument.presentationml.slideMaster+xml"/>
  <Override PartName="/ppt/slideMasters/slideMaster45.xml" ContentType="application/vnd.openxmlformats-officedocument.presentationml.slideMaster+xml"/>
  <Override PartName="/ppt/slideMasters/slideMaster46.xml" ContentType="application/vnd.openxmlformats-officedocument.presentationml.slideMaster+xml"/>
  <Override PartName="/ppt/slideMasters/slideMaster47.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theme/theme2.xml" ContentType="application/vnd.openxmlformats-officedocument.theme+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theme/theme3.xml" ContentType="application/vnd.openxmlformats-officedocument.theme+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theme/theme4.xml" ContentType="application/vnd.openxmlformats-officedocument.theme+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theme/theme5.xml" ContentType="application/vnd.openxmlformats-officedocument.theme+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theme/theme6.xml" ContentType="application/vnd.openxmlformats-officedocument.theme+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theme/theme7.xml" ContentType="application/vnd.openxmlformats-officedocument.theme+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theme/theme8.xml" ContentType="application/vnd.openxmlformats-officedocument.theme+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theme/theme9.xml" ContentType="application/vnd.openxmlformats-officedocument.theme+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slideLayouts/slideLayout208.xml" ContentType="application/vnd.openxmlformats-officedocument.presentationml.slideLayout+xml"/>
  <Override PartName="/ppt/slideLayouts/slideLayout209.xml" ContentType="application/vnd.openxmlformats-officedocument.presentationml.slideLayout+xml"/>
  <Override PartName="/ppt/slideLayouts/slideLayout210.xml" ContentType="application/vnd.openxmlformats-officedocument.presentationml.slideLayout+xml"/>
  <Override PartName="/ppt/slideLayouts/slideLayout211.xml" ContentType="application/vnd.openxmlformats-officedocument.presentationml.slideLayout+xml"/>
  <Override PartName="/ppt/slideLayouts/slideLayout212.xml" ContentType="application/vnd.openxmlformats-officedocument.presentationml.slideLayout+xml"/>
  <Override PartName="/ppt/slideLayouts/slideLayout213.xml" ContentType="application/vnd.openxmlformats-officedocument.presentationml.slideLayout+xml"/>
  <Override PartName="/ppt/slideLayouts/slideLayout214.xml" ContentType="application/vnd.openxmlformats-officedocument.presentationml.slideLayout+xml"/>
  <Override PartName="/ppt/slideLayouts/slideLayout215.xml" ContentType="application/vnd.openxmlformats-officedocument.presentationml.slideLayout+xml"/>
  <Override PartName="/ppt/slideLayouts/slideLayout216.xml" ContentType="application/vnd.openxmlformats-officedocument.presentationml.slideLayout+xml"/>
  <Override PartName="/ppt/slideLayouts/slideLayout217.xml" ContentType="application/vnd.openxmlformats-officedocument.presentationml.slideLayout+xml"/>
  <Override PartName="/ppt/slideLayouts/slideLayout218.xml" ContentType="application/vnd.openxmlformats-officedocument.presentationml.slideLayout+xml"/>
  <Override PartName="/ppt/slideLayouts/slideLayout219.xml" ContentType="application/vnd.openxmlformats-officedocument.presentationml.slideLayout+xml"/>
  <Override PartName="/ppt/slideLayouts/slideLayout220.xml" ContentType="application/vnd.openxmlformats-officedocument.presentationml.slideLayout+xml"/>
  <Override PartName="/ppt/slideLayouts/slideLayout221.xml" ContentType="application/vnd.openxmlformats-officedocument.presentationml.slideLayout+xml"/>
  <Override PartName="/ppt/slideLayouts/slideLayout222.xml" ContentType="application/vnd.openxmlformats-officedocument.presentationml.slideLayout+xml"/>
  <Override PartName="/ppt/theme/theme10.xml" ContentType="application/vnd.openxmlformats-officedocument.theme+xml"/>
  <Override PartName="/ppt/slideLayouts/slideLayout223.xml" ContentType="application/vnd.openxmlformats-officedocument.presentationml.slideLayout+xml"/>
  <Override PartName="/ppt/slideLayouts/slideLayout224.xml" ContentType="application/vnd.openxmlformats-officedocument.presentationml.slideLayout+xml"/>
  <Override PartName="/ppt/slideLayouts/slideLayout225.xml" ContentType="application/vnd.openxmlformats-officedocument.presentationml.slideLayout+xml"/>
  <Override PartName="/ppt/slideLayouts/slideLayout226.xml" ContentType="application/vnd.openxmlformats-officedocument.presentationml.slideLayout+xml"/>
  <Override PartName="/ppt/slideLayouts/slideLayout227.xml" ContentType="application/vnd.openxmlformats-officedocument.presentationml.slideLayout+xml"/>
  <Override PartName="/ppt/slideLayouts/slideLayout228.xml" ContentType="application/vnd.openxmlformats-officedocument.presentationml.slideLayout+xml"/>
  <Override PartName="/ppt/slideLayouts/slideLayout229.xml" ContentType="application/vnd.openxmlformats-officedocument.presentationml.slideLayout+xml"/>
  <Override PartName="/ppt/slideLayouts/slideLayout230.xml" ContentType="application/vnd.openxmlformats-officedocument.presentationml.slideLayout+xml"/>
  <Override PartName="/ppt/slideLayouts/slideLayout231.xml" ContentType="application/vnd.openxmlformats-officedocument.presentationml.slideLayout+xml"/>
  <Override PartName="/ppt/slideLayouts/slideLayout232.xml" ContentType="application/vnd.openxmlformats-officedocument.presentationml.slideLayout+xml"/>
  <Override PartName="/ppt/slideLayouts/slideLayout233.xml" ContentType="application/vnd.openxmlformats-officedocument.presentationml.slideLayout+xml"/>
  <Override PartName="/ppt/slideLayouts/slideLayout234.xml" ContentType="application/vnd.openxmlformats-officedocument.presentationml.slideLayout+xml"/>
  <Override PartName="/ppt/slideLayouts/slideLayout235.xml" ContentType="application/vnd.openxmlformats-officedocument.presentationml.slideLayout+xml"/>
  <Override PartName="/ppt/slideLayouts/slideLayout236.xml" ContentType="application/vnd.openxmlformats-officedocument.presentationml.slideLayout+xml"/>
  <Override PartName="/ppt/slideLayouts/slideLayout237.xml" ContentType="application/vnd.openxmlformats-officedocument.presentationml.slideLayout+xml"/>
  <Override PartName="/ppt/slideLayouts/slideLayout238.xml" ContentType="application/vnd.openxmlformats-officedocument.presentationml.slideLayout+xml"/>
  <Override PartName="/ppt/slideLayouts/slideLayout239.xml" ContentType="application/vnd.openxmlformats-officedocument.presentationml.slideLayout+xml"/>
  <Override PartName="/ppt/slideLayouts/slideLayout240.xml" ContentType="application/vnd.openxmlformats-officedocument.presentationml.slideLayout+xml"/>
  <Override PartName="/ppt/slideLayouts/slideLayout241.xml" ContentType="application/vnd.openxmlformats-officedocument.presentationml.slideLayout+xml"/>
  <Override PartName="/ppt/slideLayouts/slideLayout242.xml" ContentType="application/vnd.openxmlformats-officedocument.presentationml.slideLayout+xml"/>
  <Override PartName="/ppt/slideLayouts/slideLayout243.xml" ContentType="application/vnd.openxmlformats-officedocument.presentationml.slideLayout+xml"/>
  <Override PartName="/ppt/slideLayouts/slideLayout244.xml" ContentType="application/vnd.openxmlformats-officedocument.presentationml.slideLayout+xml"/>
  <Override PartName="/ppt/slideLayouts/slideLayout245.xml" ContentType="application/vnd.openxmlformats-officedocument.presentationml.slideLayout+xml"/>
  <Override PartName="/ppt/slideLayouts/slideLayout246.xml" ContentType="application/vnd.openxmlformats-officedocument.presentationml.slideLayout+xml"/>
  <Override PartName="/ppt/slideLayouts/slideLayout247.xml" ContentType="application/vnd.openxmlformats-officedocument.presentationml.slideLayout+xml"/>
  <Override PartName="/ppt/slideLayouts/slideLayout248.xml" ContentType="application/vnd.openxmlformats-officedocument.presentationml.slideLayout+xml"/>
  <Override PartName="/ppt/slideLayouts/slideLayout249.xml" ContentType="application/vnd.openxmlformats-officedocument.presentationml.slideLayout+xml"/>
  <Override PartName="/ppt/slideLayouts/slideLayout250.xml" ContentType="application/vnd.openxmlformats-officedocument.presentationml.slideLayout+xml"/>
  <Override PartName="/ppt/theme/theme11.xml" ContentType="application/vnd.openxmlformats-officedocument.theme+xml"/>
  <Override PartName="/ppt/slideLayouts/slideLayout251.xml" ContentType="application/vnd.openxmlformats-officedocument.presentationml.slideLayout+xml"/>
  <Override PartName="/ppt/slideLayouts/slideLayout252.xml" ContentType="application/vnd.openxmlformats-officedocument.presentationml.slideLayout+xml"/>
  <Override PartName="/ppt/slideLayouts/slideLayout253.xml" ContentType="application/vnd.openxmlformats-officedocument.presentationml.slideLayout+xml"/>
  <Override PartName="/ppt/slideLayouts/slideLayout254.xml" ContentType="application/vnd.openxmlformats-officedocument.presentationml.slideLayout+xml"/>
  <Override PartName="/ppt/slideLayouts/slideLayout255.xml" ContentType="application/vnd.openxmlformats-officedocument.presentationml.slideLayout+xml"/>
  <Override PartName="/ppt/slideLayouts/slideLayout256.xml" ContentType="application/vnd.openxmlformats-officedocument.presentationml.slideLayout+xml"/>
  <Override PartName="/ppt/slideLayouts/slideLayout257.xml" ContentType="application/vnd.openxmlformats-officedocument.presentationml.slideLayout+xml"/>
  <Override PartName="/ppt/slideLayouts/slideLayout258.xml" ContentType="application/vnd.openxmlformats-officedocument.presentationml.slideLayout+xml"/>
  <Override PartName="/ppt/slideLayouts/slideLayout259.xml" ContentType="application/vnd.openxmlformats-officedocument.presentationml.slideLayout+xml"/>
  <Override PartName="/ppt/slideLayouts/slideLayout260.xml" ContentType="application/vnd.openxmlformats-officedocument.presentationml.slideLayout+xml"/>
  <Override PartName="/ppt/slideLayouts/slideLayout261.xml" ContentType="application/vnd.openxmlformats-officedocument.presentationml.slideLayout+xml"/>
  <Override PartName="/ppt/slideLayouts/slideLayout262.xml" ContentType="application/vnd.openxmlformats-officedocument.presentationml.slideLayout+xml"/>
  <Override PartName="/ppt/slideLayouts/slideLayout263.xml" ContentType="application/vnd.openxmlformats-officedocument.presentationml.slideLayout+xml"/>
  <Override PartName="/ppt/slideLayouts/slideLayout264.xml" ContentType="application/vnd.openxmlformats-officedocument.presentationml.slideLayout+xml"/>
  <Override PartName="/ppt/slideLayouts/slideLayout265.xml" ContentType="application/vnd.openxmlformats-officedocument.presentationml.slideLayout+xml"/>
  <Override PartName="/ppt/slideLayouts/slideLayout266.xml" ContentType="application/vnd.openxmlformats-officedocument.presentationml.slideLayout+xml"/>
  <Override PartName="/ppt/slideLayouts/slideLayout267.xml" ContentType="application/vnd.openxmlformats-officedocument.presentationml.slideLayout+xml"/>
  <Override PartName="/ppt/slideLayouts/slideLayout268.xml" ContentType="application/vnd.openxmlformats-officedocument.presentationml.slideLayout+xml"/>
  <Override PartName="/ppt/slideLayouts/slideLayout269.xml" ContentType="application/vnd.openxmlformats-officedocument.presentationml.slideLayout+xml"/>
  <Override PartName="/ppt/slideLayouts/slideLayout270.xml" ContentType="application/vnd.openxmlformats-officedocument.presentationml.slideLayout+xml"/>
  <Override PartName="/ppt/slideLayouts/slideLayout271.xml" ContentType="application/vnd.openxmlformats-officedocument.presentationml.slideLayout+xml"/>
  <Override PartName="/ppt/slideLayouts/slideLayout272.xml" ContentType="application/vnd.openxmlformats-officedocument.presentationml.slideLayout+xml"/>
  <Override PartName="/ppt/slideLayouts/slideLayout273.xml" ContentType="application/vnd.openxmlformats-officedocument.presentationml.slideLayout+xml"/>
  <Override PartName="/ppt/slideLayouts/slideLayout274.xml" ContentType="application/vnd.openxmlformats-officedocument.presentationml.slideLayout+xml"/>
  <Override PartName="/ppt/slideLayouts/slideLayout275.xml" ContentType="application/vnd.openxmlformats-officedocument.presentationml.slideLayout+xml"/>
  <Override PartName="/ppt/slideLayouts/slideLayout276.xml" ContentType="application/vnd.openxmlformats-officedocument.presentationml.slideLayout+xml"/>
  <Override PartName="/ppt/slideLayouts/slideLayout277.xml" ContentType="application/vnd.openxmlformats-officedocument.presentationml.slideLayout+xml"/>
  <Override PartName="/ppt/slideLayouts/slideLayout278.xml" ContentType="application/vnd.openxmlformats-officedocument.presentationml.slideLayout+xml"/>
  <Override PartName="/ppt/slideLayouts/slideLayout279.xml" ContentType="application/vnd.openxmlformats-officedocument.presentationml.slideLayout+xml"/>
  <Override PartName="/ppt/slideLayouts/slideLayout280.xml" ContentType="application/vnd.openxmlformats-officedocument.presentationml.slideLayout+xml"/>
  <Override PartName="/ppt/slideLayouts/slideLayout281.xml" ContentType="application/vnd.openxmlformats-officedocument.presentationml.slideLayout+xml"/>
  <Override PartName="/ppt/slideLayouts/slideLayout282.xml" ContentType="application/vnd.openxmlformats-officedocument.presentationml.slideLayout+xml"/>
  <Override PartName="/ppt/slideLayouts/slideLayout283.xml" ContentType="application/vnd.openxmlformats-officedocument.presentationml.slideLayout+xml"/>
  <Override PartName="/ppt/slideLayouts/slideLayout284.xml" ContentType="application/vnd.openxmlformats-officedocument.presentationml.slideLayout+xml"/>
  <Override PartName="/ppt/slideLayouts/slideLayout285.xml" ContentType="application/vnd.openxmlformats-officedocument.presentationml.slideLayout+xml"/>
  <Override PartName="/ppt/slideLayouts/slideLayout286.xml" ContentType="application/vnd.openxmlformats-officedocument.presentationml.slideLayout+xml"/>
  <Override PartName="/ppt/slideLayouts/slideLayout287.xml" ContentType="application/vnd.openxmlformats-officedocument.presentationml.slideLayout+xml"/>
  <Override PartName="/ppt/slideLayouts/slideLayout288.xml" ContentType="application/vnd.openxmlformats-officedocument.presentationml.slideLayout+xml"/>
  <Override PartName="/ppt/slideLayouts/slideLayout289.xml" ContentType="application/vnd.openxmlformats-officedocument.presentationml.slideLayout+xml"/>
  <Override PartName="/ppt/theme/theme12.xml" ContentType="application/vnd.openxmlformats-officedocument.theme+xml"/>
  <Override PartName="/ppt/slideLayouts/slideLayout290.xml" ContentType="application/vnd.openxmlformats-officedocument.presentationml.slideLayout+xml"/>
  <Override PartName="/ppt/theme/theme13.xml" ContentType="application/vnd.openxmlformats-officedocument.theme+xml"/>
  <Override PartName="/ppt/slideLayouts/slideLayout291.xml" ContentType="application/vnd.openxmlformats-officedocument.presentationml.slideLayout+xml"/>
  <Override PartName="/ppt/slideLayouts/slideLayout292.xml" ContentType="application/vnd.openxmlformats-officedocument.presentationml.slideLayout+xml"/>
  <Override PartName="/ppt/slideLayouts/slideLayout293.xml" ContentType="application/vnd.openxmlformats-officedocument.presentationml.slideLayout+xml"/>
  <Override PartName="/ppt/slideLayouts/slideLayout294.xml" ContentType="application/vnd.openxmlformats-officedocument.presentationml.slideLayout+xml"/>
  <Override PartName="/ppt/slideLayouts/slideLayout295.xml" ContentType="application/vnd.openxmlformats-officedocument.presentationml.slideLayout+xml"/>
  <Override PartName="/ppt/slideLayouts/slideLayout296.xml" ContentType="application/vnd.openxmlformats-officedocument.presentationml.slideLayout+xml"/>
  <Override PartName="/ppt/slideLayouts/slideLayout297.xml" ContentType="application/vnd.openxmlformats-officedocument.presentationml.slideLayout+xml"/>
  <Override PartName="/ppt/slideLayouts/slideLayout298.xml" ContentType="application/vnd.openxmlformats-officedocument.presentationml.slideLayout+xml"/>
  <Override PartName="/ppt/slideLayouts/slideLayout299.xml" ContentType="application/vnd.openxmlformats-officedocument.presentationml.slideLayout+xml"/>
  <Override PartName="/ppt/slideLayouts/slideLayout300.xml" ContentType="application/vnd.openxmlformats-officedocument.presentationml.slideLayout+xml"/>
  <Override PartName="/ppt/slideLayouts/slideLayout301.xml" ContentType="application/vnd.openxmlformats-officedocument.presentationml.slideLayout+xml"/>
  <Override PartName="/ppt/slideLayouts/slideLayout302.xml" ContentType="application/vnd.openxmlformats-officedocument.presentationml.slideLayout+xml"/>
  <Override PartName="/ppt/slideLayouts/slideLayout303.xml" ContentType="application/vnd.openxmlformats-officedocument.presentationml.slideLayout+xml"/>
  <Override PartName="/ppt/slideLayouts/slideLayout304.xml" ContentType="application/vnd.openxmlformats-officedocument.presentationml.slideLayout+xml"/>
  <Override PartName="/ppt/slideLayouts/slideLayout305.xml" ContentType="application/vnd.openxmlformats-officedocument.presentationml.slideLayout+xml"/>
  <Override PartName="/ppt/slideLayouts/slideLayout306.xml" ContentType="application/vnd.openxmlformats-officedocument.presentationml.slideLayout+xml"/>
  <Override PartName="/ppt/theme/theme14.xml" ContentType="application/vnd.openxmlformats-officedocument.theme+xml"/>
  <Override PartName="/ppt/slideLayouts/slideLayout307.xml" ContentType="application/vnd.openxmlformats-officedocument.presentationml.slideLayout+xml"/>
  <Override PartName="/ppt/theme/theme15.xml" ContentType="application/vnd.openxmlformats-officedocument.theme+xml"/>
  <Override PartName="/ppt/slideLayouts/slideLayout308.xml" ContentType="application/vnd.openxmlformats-officedocument.presentationml.slideLayout+xml"/>
  <Override PartName="/ppt/slideLayouts/slideLayout309.xml" ContentType="application/vnd.openxmlformats-officedocument.presentationml.slideLayout+xml"/>
  <Override PartName="/ppt/slideLayouts/slideLayout310.xml" ContentType="application/vnd.openxmlformats-officedocument.presentationml.slideLayout+xml"/>
  <Override PartName="/ppt/slideLayouts/slideLayout311.xml" ContentType="application/vnd.openxmlformats-officedocument.presentationml.slideLayout+xml"/>
  <Override PartName="/ppt/slideLayouts/slideLayout312.xml" ContentType="application/vnd.openxmlformats-officedocument.presentationml.slideLayout+xml"/>
  <Override PartName="/ppt/slideLayouts/slideLayout313.xml" ContentType="application/vnd.openxmlformats-officedocument.presentationml.slideLayout+xml"/>
  <Override PartName="/ppt/slideLayouts/slideLayout314.xml" ContentType="application/vnd.openxmlformats-officedocument.presentationml.slideLayout+xml"/>
  <Override PartName="/ppt/slideLayouts/slideLayout315.xml" ContentType="application/vnd.openxmlformats-officedocument.presentationml.slideLayout+xml"/>
  <Override PartName="/ppt/slideLayouts/slideLayout316.xml" ContentType="application/vnd.openxmlformats-officedocument.presentationml.slideLayout+xml"/>
  <Override PartName="/ppt/slideLayouts/slideLayout317.xml" ContentType="application/vnd.openxmlformats-officedocument.presentationml.slideLayout+xml"/>
  <Override PartName="/ppt/slideLayouts/slideLayout318.xml" ContentType="application/vnd.openxmlformats-officedocument.presentationml.slideLayout+xml"/>
  <Override PartName="/ppt/slideLayouts/slideLayout319.xml" ContentType="application/vnd.openxmlformats-officedocument.presentationml.slideLayout+xml"/>
  <Override PartName="/ppt/slideLayouts/slideLayout320.xml" ContentType="application/vnd.openxmlformats-officedocument.presentationml.slideLayout+xml"/>
  <Override PartName="/ppt/slideLayouts/slideLayout321.xml" ContentType="application/vnd.openxmlformats-officedocument.presentationml.slideLayout+xml"/>
  <Override PartName="/ppt/slideLayouts/slideLayout322.xml" ContentType="application/vnd.openxmlformats-officedocument.presentationml.slideLayout+xml"/>
  <Override PartName="/ppt/slideLayouts/slideLayout323.xml" ContentType="application/vnd.openxmlformats-officedocument.presentationml.slideLayout+xml"/>
  <Override PartName="/ppt/slideLayouts/slideLayout324.xml" ContentType="application/vnd.openxmlformats-officedocument.presentationml.slideLayout+xml"/>
  <Override PartName="/ppt/slideLayouts/slideLayout325.xml" ContentType="application/vnd.openxmlformats-officedocument.presentationml.slideLayout+xml"/>
  <Override PartName="/ppt/theme/theme16.xml" ContentType="application/vnd.openxmlformats-officedocument.theme+xml"/>
  <Override PartName="/ppt/slideLayouts/slideLayout326.xml" ContentType="application/vnd.openxmlformats-officedocument.presentationml.slideLayout+xml"/>
  <Override PartName="/ppt/slideLayouts/slideLayout327.xml" ContentType="application/vnd.openxmlformats-officedocument.presentationml.slideLayout+xml"/>
  <Override PartName="/ppt/slideLayouts/slideLayout328.xml" ContentType="application/vnd.openxmlformats-officedocument.presentationml.slideLayout+xml"/>
  <Override PartName="/ppt/slideLayouts/slideLayout329.xml" ContentType="application/vnd.openxmlformats-officedocument.presentationml.slideLayout+xml"/>
  <Override PartName="/ppt/slideLayouts/slideLayout330.xml" ContentType="application/vnd.openxmlformats-officedocument.presentationml.slideLayout+xml"/>
  <Override PartName="/ppt/slideLayouts/slideLayout331.xml" ContentType="application/vnd.openxmlformats-officedocument.presentationml.slideLayout+xml"/>
  <Override PartName="/ppt/slideLayouts/slideLayout332.xml" ContentType="application/vnd.openxmlformats-officedocument.presentationml.slideLayout+xml"/>
  <Override PartName="/ppt/slideLayouts/slideLayout333.xml" ContentType="application/vnd.openxmlformats-officedocument.presentationml.slideLayout+xml"/>
  <Override PartName="/ppt/slideLayouts/slideLayout334.xml" ContentType="application/vnd.openxmlformats-officedocument.presentationml.slideLayout+xml"/>
  <Override PartName="/ppt/slideLayouts/slideLayout335.xml" ContentType="application/vnd.openxmlformats-officedocument.presentationml.slideLayout+xml"/>
  <Override PartName="/ppt/slideLayouts/slideLayout336.xml" ContentType="application/vnd.openxmlformats-officedocument.presentationml.slideLayout+xml"/>
  <Override PartName="/ppt/slideLayouts/slideLayout337.xml" ContentType="application/vnd.openxmlformats-officedocument.presentationml.slideLayout+xml"/>
  <Override PartName="/ppt/slideLayouts/slideLayout338.xml" ContentType="application/vnd.openxmlformats-officedocument.presentationml.slideLayout+xml"/>
  <Override PartName="/ppt/slideLayouts/slideLayout339.xml" ContentType="application/vnd.openxmlformats-officedocument.presentationml.slideLayout+xml"/>
  <Override PartName="/ppt/slideLayouts/slideLayout340.xml" ContentType="application/vnd.openxmlformats-officedocument.presentationml.slideLayout+xml"/>
  <Override PartName="/ppt/slideLayouts/slideLayout341.xml" ContentType="application/vnd.openxmlformats-officedocument.presentationml.slideLayout+xml"/>
  <Override PartName="/ppt/slideLayouts/slideLayout342.xml" ContentType="application/vnd.openxmlformats-officedocument.presentationml.slideLayout+xml"/>
  <Override PartName="/ppt/slideLayouts/slideLayout343.xml" ContentType="application/vnd.openxmlformats-officedocument.presentationml.slideLayout+xml"/>
  <Override PartName="/ppt/slideLayouts/slideLayout344.xml" ContentType="application/vnd.openxmlformats-officedocument.presentationml.slideLayout+xml"/>
  <Override PartName="/ppt/theme/theme17.xml" ContentType="application/vnd.openxmlformats-officedocument.theme+xml"/>
  <Override PartName="/ppt/slideLayouts/slideLayout345.xml" ContentType="application/vnd.openxmlformats-officedocument.presentationml.slideLayout+xml"/>
  <Override PartName="/ppt/slideLayouts/slideLayout346.xml" ContentType="application/vnd.openxmlformats-officedocument.presentationml.slideLayout+xml"/>
  <Override PartName="/ppt/slideLayouts/slideLayout347.xml" ContentType="application/vnd.openxmlformats-officedocument.presentationml.slideLayout+xml"/>
  <Override PartName="/ppt/slideLayouts/slideLayout348.xml" ContentType="application/vnd.openxmlformats-officedocument.presentationml.slideLayout+xml"/>
  <Override PartName="/ppt/slideLayouts/slideLayout349.xml" ContentType="application/vnd.openxmlformats-officedocument.presentationml.slideLayout+xml"/>
  <Override PartName="/ppt/slideLayouts/slideLayout350.xml" ContentType="application/vnd.openxmlformats-officedocument.presentationml.slideLayout+xml"/>
  <Override PartName="/ppt/slideLayouts/slideLayout351.xml" ContentType="application/vnd.openxmlformats-officedocument.presentationml.slideLayout+xml"/>
  <Override PartName="/ppt/slideLayouts/slideLayout352.xml" ContentType="application/vnd.openxmlformats-officedocument.presentationml.slideLayout+xml"/>
  <Override PartName="/ppt/slideLayouts/slideLayout353.xml" ContentType="application/vnd.openxmlformats-officedocument.presentationml.slideLayout+xml"/>
  <Override PartName="/ppt/slideLayouts/slideLayout354.xml" ContentType="application/vnd.openxmlformats-officedocument.presentationml.slideLayout+xml"/>
  <Override PartName="/ppt/slideLayouts/slideLayout355.xml" ContentType="application/vnd.openxmlformats-officedocument.presentationml.slideLayout+xml"/>
  <Override PartName="/ppt/slideLayouts/slideLayout356.xml" ContentType="application/vnd.openxmlformats-officedocument.presentationml.slideLayout+xml"/>
  <Override PartName="/ppt/slideLayouts/slideLayout357.xml" ContentType="application/vnd.openxmlformats-officedocument.presentationml.slideLayout+xml"/>
  <Override PartName="/ppt/slideLayouts/slideLayout358.xml" ContentType="application/vnd.openxmlformats-officedocument.presentationml.slideLayout+xml"/>
  <Override PartName="/ppt/slideLayouts/slideLayout359.xml" ContentType="application/vnd.openxmlformats-officedocument.presentationml.slideLayout+xml"/>
  <Override PartName="/ppt/slideLayouts/slideLayout360.xml" ContentType="application/vnd.openxmlformats-officedocument.presentationml.slideLayout+xml"/>
  <Override PartName="/ppt/slideLayouts/slideLayout361.xml" ContentType="application/vnd.openxmlformats-officedocument.presentationml.slideLayout+xml"/>
  <Override PartName="/ppt/slideLayouts/slideLayout362.xml" ContentType="application/vnd.openxmlformats-officedocument.presentationml.slideLayout+xml"/>
  <Override PartName="/ppt/slideLayouts/slideLayout363.xml" ContentType="application/vnd.openxmlformats-officedocument.presentationml.slideLayout+xml"/>
  <Override PartName="/ppt/theme/theme18.xml" ContentType="application/vnd.openxmlformats-officedocument.theme+xml"/>
  <Override PartName="/ppt/slideLayouts/slideLayout364.xml" ContentType="application/vnd.openxmlformats-officedocument.presentationml.slideLayout+xml"/>
  <Override PartName="/ppt/theme/theme19.xml" ContentType="application/vnd.openxmlformats-officedocument.theme+xml"/>
  <Override PartName="/ppt/slideLayouts/slideLayout365.xml" ContentType="application/vnd.openxmlformats-officedocument.presentationml.slideLayout+xml"/>
  <Override PartName="/ppt/theme/theme20.xml" ContentType="application/vnd.openxmlformats-officedocument.theme+xml"/>
  <Override PartName="/ppt/slideLayouts/slideLayout366.xml" ContentType="application/vnd.openxmlformats-officedocument.presentationml.slideLayout+xml"/>
  <Override PartName="/ppt/slideLayouts/slideLayout367.xml" ContentType="application/vnd.openxmlformats-officedocument.presentationml.slideLayout+xml"/>
  <Override PartName="/ppt/slideLayouts/slideLayout368.xml" ContentType="application/vnd.openxmlformats-officedocument.presentationml.slideLayout+xml"/>
  <Override PartName="/ppt/slideLayouts/slideLayout369.xml" ContentType="application/vnd.openxmlformats-officedocument.presentationml.slideLayout+xml"/>
  <Override PartName="/ppt/slideLayouts/slideLayout370.xml" ContentType="application/vnd.openxmlformats-officedocument.presentationml.slideLayout+xml"/>
  <Override PartName="/ppt/slideLayouts/slideLayout371.xml" ContentType="application/vnd.openxmlformats-officedocument.presentationml.slideLayout+xml"/>
  <Override PartName="/ppt/slideLayouts/slideLayout372.xml" ContentType="application/vnd.openxmlformats-officedocument.presentationml.slideLayout+xml"/>
  <Override PartName="/ppt/slideLayouts/slideLayout373.xml" ContentType="application/vnd.openxmlformats-officedocument.presentationml.slideLayout+xml"/>
  <Override PartName="/ppt/slideLayouts/slideLayout374.xml" ContentType="application/vnd.openxmlformats-officedocument.presentationml.slideLayout+xml"/>
  <Override PartName="/ppt/slideLayouts/slideLayout375.xml" ContentType="application/vnd.openxmlformats-officedocument.presentationml.slideLayout+xml"/>
  <Override PartName="/ppt/slideLayouts/slideLayout376.xml" ContentType="application/vnd.openxmlformats-officedocument.presentationml.slideLayout+xml"/>
  <Override PartName="/ppt/slideLayouts/slideLayout377.xml" ContentType="application/vnd.openxmlformats-officedocument.presentationml.slideLayout+xml"/>
  <Override PartName="/ppt/slideLayouts/slideLayout378.xml" ContentType="application/vnd.openxmlformats-officedocument.presentationml.slideLayout+xml"/>
  <Override PartName="/ppt/slideLayouts/slideLayout379.xml" ContentType="application/vnd.openxmlformats-officedocument.presentationml.slideLayout+xml"/>
  <Override PartName="/ppt/slideLayouts/slideLayout380.xml" ContentType="application/vnd.openxmlformats-officedocument.presentationml.slideLayout+xml"/>
  <Override PartName="/ppt/slideLayouts/slideLayout381.xml" ContentType="application/vnd.openxmlformats-officedocument.presentationml.slideLayout+xml"/>
  <Override PartName="/ppt/slideLayouts/slideLayout382.xml" ContentType="application/vnd.openxmlformats-officedocument.presentationml.slideLayout+xml"/>
  <Override PartName="/ppt/slideLayouts/slideLayout383.xml" ContentType="application/vnd.openxmlformats-officedocument.presentationml.slideLayout+xml"/>
  <Override PartName="/ppt/slideLayouts/slideLayout384.xml" ContentType="application/vnd.openxmlformats-officedocument.presentationml.slideLayout+xml"/>
  <Override PartName="/ppt/theme/theme21.xml" ContentType="application/vnd.openxmlformats-officedocument.theme+xml"/>
  <Override PartName="/ppt/slideLayouts/slideLayout385.xml" ContentType="application/vnd.openxmlformats-officedocument.presentationml.slideLayout+xml"/>
  <Override PartName="/ppt/slideLayouts/slideLayout386.xml" ContentType="application/vnd.openxmlformats-officedocument.presentationml.slideLayout+xml"/>
  <Override PartName="/ppt/slideLayouts/slideLayout387.xml" ContentType="application/vnd.openxmlformats-officedocument.presentationml.slideLayout+xml"/>
  <Override PartName="/ppt/slideLayouts/slideLayout388.xml" ContentType="application/vnd.openxmlformats-officedocument.presentationml.slideLayout+xml"/>
  <Override PartName="/ppt/slideLayouts/slideLayout389.xml" ContentType="application/vnd.openxmlformats-officedocument.presentationml.slideLayout+xml"/>
  <Override PartName="/ppt/slideLayouts/slideLayout390.xml" ContentType="application/vnd.openxmlformats-officedocument.presentationml.slideLayout+xml"/>
  <Override PartName="/ppt/slideLayouts/slideLayout391.xml" ContentType="application/vnd.openxmlformats-officedocument.presentationml.slideLayout+xml"/>
  <Override PartName="/ppt/slideLayouts/slideLayout392.xml" ContentType="application/vnd.openxmlformats-officedocument.presentationml.slideLayout+xml"/>
  <Override PartName="/ppt/slideLayouts/slideLayout393.xml" ContentType="application/vnd.openxmlformats-officedocument.presentationml.slideLayout+xml"/>
  <Override PartName="/ppt/slideLayouts/slideLayout394.xml" ContentType="application/vnd.openxmlformats-officedocument.presentationml.slideLayout+xml"/>
  <Override PartName="/ppt/slideLayouts/slideLayout395.xml" ContentType="application/vnd.openxmlformats-officedocument.presentationml.slideLayout+xml"/>
  <Override PartName="/ppt/slideLayouts/slideLayout396.xml" ContentType="application/vnd.openxmlformats-officedocument.presentationml.slideLayout+xml"/>
  <Override PartName="/ppt/slideLayouts/slideLayout397.xml" ContentType="application/vnd.openxmlformats-officedocument.presentationml.slideLayout+xml"/>
  <Override PartName="/ppt/slideLayouts/slideLayout398.xml" ContentType="application/vnd.openxmlformats-officedocument.presentationml.slideLayout+xml"/>
  <Override PartName="/ppt/slideLayouts/slideLayout399.xml" ContentType="application/vnd.openxmlformats-officedocument.presentationml.slideLayout+xml"/>
  <Override PartName="/ppt/slideLayouts/slideLayout400.xml" ContentType="application/vnd.openxmlformats-officedocument.presentationml.slideLayout+xml"/>
  <Override PartName="/ppt/slideLayouts/slideLayout401.xml" ContentType="application/vnd.openxmlformats-officedocument.presentationml.slideLayout+xml"/>
  <Override PartName="/ppt/slideLayouts/slideLayout402.xml" ContentType="application/vnd.openxmlformats-officedocument.presentationml.slideLayout+xml"/>
  <Override PartName="/ppt/theme/theme22.xml" ContentType="application/vnd.openxmlformats-officedocument.theme+xml"/>
  <Override PartName="/ppt/slideLayouts/slideLayout403.xml" ContentType="application/vnd.openxmlformats-officedocument.presentationml.slideLayout+xml"/>
  <Override PartName="/ppt/slideLayouts/slideLayout404.xml" ContentType="application/vnd.openxmlformats-officedocument.presentationml.slideLayout+xml"/>
  <Override PartName="/ppt/slideLayouts/slideLayout405.xml" ContentType="application/vnd.openxmlformats-officedocument.presentationml.slideLayout+xml"/>
  <Override PartName="/ppt/slideLayouts/slideLayout406.xml" ContentType="application/vnd.openxmlformats-officedocument.presentationml.slideLayout+xml"/>
  <Override PartName="/ppt/slideLayouts/slideLayout407.xml" ContentType="application/vnd.openxmlformats-officedocument.presentationml.slideLayout+xml"/>
  <Override PartName="/ppt/slideLayouts/slideLayout408.xml" ContentType="application/vnd.openxmlformats-officedocument.presentationml.slideLayout+xml"/>
  <Override PartName="/ppt/slideLayouts/slideLayout409.xml" ContentType="application/vnd.openxmlformats-officedocument.presentationml.slideLayout+xml"/>
  <Override PartName="/ppt/slideLayouts/slideLayout410.xml" ContentType="application/vnd.openxmlformats-officedocument.presentationml.slideLayout+xml"/>
  <Override PartName="/ppt/slideLayouts/slideLayout411.xml" ContentType="application/vnd.openxmlformats-officedocument.presentationml.slideLayout+xml"/>
  <Override PartName="/ppt/slideLayouts/slideLayout412.xml" ContentType="application/vnd.openxmlformats-officedocument.presentationml.slideLayout+xml"/>
  <Override PartName="/ppt/slideLayouts/slideLayout413.xml" ContentType="application/vnd.openxmlformats-officedocument.presentationml.slideLayout+xml"/>
  <Override PartName="/ppt/slideLayouts/slideLayout414.xml" ContentType="application/vnd.openxmlformats-officedocument.presentationml.slideLayout+xml"/>
  <Override PartName="/ppt/slideLayouts/slideLayout415.xml" ContentType="application/vnd.openxmlformats-officedocument.presentationml.slideLayout+xml"/>
  <Override PartName="/ppt/slideLayouts/slideLayout416.xml" ContentType="application/vnd.openxmlformats-officedocument.presentationml.slideLayout+xml"/>
  <Override PartName="/ppt/slideLayouts/slideLayout417.xml" ContentType="application/vnd.openxmlformats-officedocument.presentationml.slideLayout+xml"/>
  <Override PartName="/ppt/slideLayouts/slideLayout418.xml" ContentType="application/vnd.openxmlformats-officedocument.presentationml.slideLayout+xml"/>
  <Override PartName="/ppt/slideLayouts/slideLayout419.xml" ContentType="application/vnd.openxmlformats-officedocument.presentationml.slideLayout+xml"/>
  <Override PartName="/ppt/slideLayouts/slideLayout420.xml" ContentType="application/vnd.openxmlformats-officedocument.presentationml.slideLayout+xml"/>
  <Override PartName="/ppt/theme/theme23.xml" ContentType="application/vnd.openxmlformats-officedocument.theme+xml"/>
  <Override PartName="/ppt/slideLayouts/slideLayout421.xml" ContentType="application/vnd.openxmlformats-officedocument.presentationml.slideLayout+xml"/>
  <Override PartName="/ppt/slideLayouts/slideLayout422.xml" ContentType="application/vnd.openxmlformats-officedocument.presentationml.slideLayout+xml"/>
  <Override PartName="/ppt/slideLayouts/slideLayout423.xml" ContentType="application/vnd.openxmlformats-officedocument.presentationml.slideLayout+xml"/>
  <Override PartName="/ppt/slideLayouts/slideLayout424.xml" ContentType="application/vnd.openxmlformats-officedocument.presentationml.slideLayout+xml"/>
  <Override PartName="/ppt/slideLayouts/slideLayout425.xml" ContentType="application/vnd.openxmlformats-officedocument.presentationml.slideLayout+xml"/>
  <Override PartName="/ppt/slideLayouts/slideLayout426.xml" ContentType="application/vnd.openxmlformats-officedocument.presentationml.slideLayout+xml"/>
  <Override PartName="/ppt/slideLayouts/slideLayout427.xml" ContentType="application/vnd.openxmlformats-officedocument.presentationml.slideLayout+xml"/>
  <Override PartName="/ppt/slideLayouts/slideLayout428.xml" ContentType="application/vnd.openxmlformats-officedocument.presentationml.slideLayout+xml"/>
  <Override PartName="/ppt/slideLayouts/slideLayout429.xml" ContentType="application/vnd.openxmlformats-officedocument.presentationml.slideLayout+xml"/>
  <Override PartName="/ppt/slideLayouts/slideLayout430.xml" ContentType="application/vnd.openxmlformats-officedocument.presentationml.slideLayout+xml"/>
  <Override PartName="/ppt/slideLayouts/slideLayout431.xml" ContentType="application/vnd.openxmlformats-officedocument.presentationml.slideLayout+xml"/>
  <Override PartName="/ppt/slideLayouts/slideLayout432.xml" ContentType="application/vnd.openxmlformats-officedocument.presentationml.slideLayout+xml"/>
  <Override PartName="/ppt/slideLayouts/slideLayout433.xml" ContentType="application/vnd.openxmlformats-officedocument.presentationml.slideLayout+xml"/>
  <Override PartName="/ppt/slideLayouts/slideLayout434.xml" ContentType="application/vnd.openxmlformats-officedocument.presentationml.slideLayout+xml"/>
  <Override PartName="/ppt/slideLayouts/slideLayout435.xml" ContentType="application/vnd.openxmlformats-officedocument.presentationml.slideLayout+xml"/>
  <Override PartName="/ppt/slideLayouts/slideLayout436.xml" ContentType="application/vnd.openxmlformats-officedocument.presentationml.slideLayout+xml"/>
  <Override PartName="/ppt/slideLayouts/slideLayout437.xml" ContentType="application/vnd.openxmlformats-officedocument.presentationml.slideLayout+xml"/>
  <Override PartName="/ppt/slideLayouts/slideLayout438.xml" ContentType="application/vnd.openxmlformats-officedocument.presentationml.slideLayout+xml"/>
  <Override PartName="/ppt/theme/theme24.xml" ContentType="application/vnd.openxmlformats-officedocument.theme+xml"/>
  <Override PartName="/ppt/slideLayouts/slideLayout439.xml" ContentType="application/vnd.openxmlformats-officedocument.presentationml.slideLayout+xml"/>
  <Override PartName="/ppt/slideLayouts/slideLayout440.xml" ContentType="application/vnd.openxmlformats-officedocument.presentationml.slideLayout+xml"/>
  <Override PartName="/ppt/slideLayouts/slideLayout441.xml" ContentType="application/vnd.openxmlformats-officedocument.presentationml.slideLayout+xml"/>
  <Override PartName="/ppt/slideLayouts/slideLayout442.xml" ContentType="application/vnd.openxmlformats-officedocument.presentationml.slideLayout+xml"/>
  <Override PartName="/ppt/slideLayouts/slideLayout443.xml" ContentType="application/vnd.openxmlformats-officedocument.presentationml.slideLayout+xml"/>
  <Override PartName="/ppt/slideLayouts/slideLayout444.xml" ContentType="application/vnd.openxmlformats-officedocument.presentationml.slideLayout+xml"/>
  <Override PartName="/ppt/slideLayouts/slideLayout445.xml" ContentType="application/vnd.openxmlformats-officedocument.presentationml.slideLayout+xml"/>
  <Override PartName="/ppt/slideLayouts/slideLayout446.xml" ContentType="application/vnd.openxmlformats-officedocument.presentationml.slideLayout+xml"/>
  <Override PartName="/ppt/slideLayouts/slideLayout447.xml" ContentType="application/vnd.openxmlformats-officedocument.presentationml.slideLayout+xml"/>
  <Override PartName="/ppt/slideLayouts/slideLayout448.xml" ContentType="application/vnd.openxmlformats-officedocument.presentationml.slideLayout+xml"/>
  <Override PartName="/ppt/slideLayouts/slideLayout449.xml" ContentType="application/vnd.openxmlformats-officedocument.presentationml.slideLayout+xml"/>
  <Override PartName="/ppt/slideLayouts/slideLayout450.xml" ContentType="application/vnd.openxmlformats-officedocument.presentationml.slideLayout+xml"/>
  <Override PartName="/ppt/slideLayouts/slideLayout451.xml" ContentType="application/vnd.openxmlformats-officedocument.presentationml.slideLayout+xml"/>
  <Override PartName="/ppt/slideLayouts/slideLayout452.xml" ContentType="application/vnd.openxmlformats-officedocument.presentationml.slideLayout+xml"/>
  <Override PartName="/ppt/slideLayouts/slideLayout453.xml" ContentType="application/vnd.openxmlformats-officedocument.presentationml.slideLayout+xml"/>
  <Override PartName="/ppt/slideLayouts/slideLayout454.xml" ContentType="application/vnd.openxmlformats-officedocument.presentationml.slideLayout+xml"/>
  <Override PartName="/ppt/slideLayouts/slideLayout455.xml" ContentType="application/vnd.openxmlformats-officedocument.presentationml.slideLayout+xml"/>
  <Override PartName="/ppt/slideLayouts/slideLayout456.xml" ContentType="application/vnd.openxmlformats-officedocument.presentationml.slideLayout+xml"/>
  <Override PartName="/ppt/slideLayouts/slideLayout457.xml" ContentType="application/vnd.openxmlformats-officedocument.presentationml.slideLayout+xml"/>
  <Override PartName="/ppt/theme/theme25.xml" ContentType="application/vnd.openxmlformats-officedocument.theme+xml"/>
  <Override PartName="/ppt/slideLayouts/slideLayout458.xml" ContentType="application/vnd.openxmlformats-officedocument.presentationml.slideLayout+xml"/>
  <Override PartName="/ppt/theme/theme26.xml" ContentType="application/vnd.openxmlformats-officedocument.theme+xml"/>
  <Override PartName="/ppt/slideLayouts/slideLayout459.xml" ContentType="application/vnd.openxmlformats-officedocument.presentationml.slideLayout+xml"/>
  <Override PartName="/ppt/slideLayouts/slideLayout460.xml" ContentType="application/vnd.openxmlformats-officedocument.presentationml.slideLayout+xml"/>
  <Override PartName="/ppt/slideLayouts/slideLayout461.xml" ContentType="application/vnd.openxmlformats-officedocument.presentationml.slideLayout+xml"/>
  <Override PartName="/ppt/slideLayouts/slideLayout462.xml" ContentType="application/vnd.openxmlformats-officedocument.presentationml.slideLayout+xml"/>
  <Override PartName="/ppt/slideLayouts/slideLayout463.xml" ContentType="application/vnd.openxmlformats-officedocument.presentationml.slideLayout+xml"/>
  <Override PartName="/ppt/slideLayouts/slideLayout464.xml" ContentType="application/vnd.openxmlformats-officedocument.presentationml.slideLayout+xml"/>
  <Override PartName="/ppt/slideLayouts/slideLayout465.xml" ContentType="application/vnd.openxmlformats-officedocument.presentationml.slideLayout+xml"/>
  <Override PartName="/ppt/slideLayouts/slideLayout466.xml" ContentType="application/vnd.openxmlformats-officedocument.presentationml.slideLayout+xml"/>
  <Override PartName="/ppt/slideLayouts/slideLayout467.xml" ContentType="application/vnd.openxmlformats-officedocument.presentationml.slideLayout+xml"/>
  <Override PartName="/ppt/slideLayouts/slideLayout468.xml" ContentType="application/vnd.openxmlformats-officedocument.presentationml.slideLayout+xml"/>
  <Override PartName="/ppt/slideLayouts/slideLayout469.xml" ContentType="application/vnd.openxmlformats-officedocument.presentationml.slideLayout+xml"/>
  <Override PartName="/ppt/slideLayouts/slideLayout470.xml" ContentType="application/vnd.openxmlformats-officedocument.presentationml.slideLayout+xml"/>
  <Override PartName="/ppt/slideLayouts/slideLayout471.xml" ContentType="application/vnd.openxmlformats-officedocument.presentationml.slideLayout+xml"/>
  <Override PartName="/ppt/slideLayouts/slideLayout472.xml" ContentType="application/vnd.openxmlformats-officedocument.presentationml.slideLayout+xml"/>
  <Override PartName="/ppt/slideLayouts/slideLayout473.xml" ContentType="application/vnd.openxmlformats-officedocument.presentationml.slideLayout+xml"/>
  <Override PartName="/ppt/slideLayouts/slideLayout474.xml" ContentType="application/vnd.openxmlformats-officedocument.presentationml.slideLayout+xml"/>
  <Override PartName="/ppt/slideLayouts/slideLayout475.xml" ContentType="application/vnd.openxmlformats-officedocument.presentationml.slideLayout+xml"/>
  <Override PartName="/ppt/slideLayouts/slideLayout476.xml" ContentType="application/vnd.openxmlformats-officedocument.presentationml.slideLayout+xml"/>
  <Override PartName="/ppt/slideLayouts/slideLayout477.xml" ContentType="application/vnd.openxmlformats-officedocument.presentationml.slideLayout+xml"/>
  <Override PartName="/ppt/slideLayouts/slideLayout478.xml" ContentType="application/vnd.openxmlformats-officedocument.presentationml.slideLayout+xml"/>
  <Override PartName="/ppt/slideLayouts/slideLayout479.xml" ContentType="application/vnd.openxmlformats-officedocument.presentationml.slideLayout+xml"/>
  <Override PartName="/ppt/slideLayouts/slideLayout480.xml" ContentType="application/vnd.openxmlformats-officedocument.presentationml.slideLayout+xml"/>
  <Override PartName="/ppt/slideLayouts/slideLayout481.xml" ContentType="application/vnd.openxmlformats-officedocument.presentationml.slideLayout+xml"/>
  <Override PartName="/ppt/slideLayouts/slideLayout482.xml" ContentType="application/vnd.openxmlformats-officedocument.presentationml.slideLayout+xml"/>
  <Override PartName="/ppt/slideLayouts/slideLayout483.xml" ContentType="application/vnd.openxmlformats-officedocument.presentationml.slideLayout+xml"/>
  <Override PartName="/ppt/theme/theme27.xml" ContentType="application/vnd.openxmlformats-officedocument.theme+xml"/>
  <Override PartName="/ppt/slideLayouts/slideLayout484.xml" ContentType="application/vnd.openxmlformats-officedocument.presentationml.slideLayout+xml"/>
  <Override PartName="/ppt/slideLayouts/slideLayout485.xml" ContentType="application/vnd.openxmlformats-officedocument.presentationml.slideLayout+xml"/>
  <Override PartName="/ppt/slideLayouts/slideLayout486.xml" ContentType="application/vnd.openxmlformats-officedocument.presentationml.slideLayout+xml"/>
  <Override PartName="/ppt/slideLayouts/slideLayout487.xml" ContentType="application/vnd.openxmlformats-officedocument.presentationml.slideLayout+xml"/>
  <Override PartName="/ppt/slideLayouts/slideLayout488.xml" ContentType="application/vnd.openxmlformats-officedocument.presentationml.slideLayout+xml"/>
  <Override PartName="/ppt/slideLayouts/slideLayout489.xml" ContentType="application/vnd.openxmlformats-officedocument.presentationml.slideLayout+xml"/>
  <Override PartName="/ppt/slideLayouts/slideLayout490.xml" ContentType="application/vnd.openxmlformats-officedocument.presentationml.slideLayout+xml"/>
  <Override PartName="/ppt/slideLayouts/slideLayout491.xml" ContentType="application/vnd.openxmlformats-officedocument.presentationml.slideLayout+xml"/>
  <Override PartName="/ppt/slideLayouts/slideLayout492.xml" ContentType="application/vnd.openxmlformats-officedocument.presentationml.slideLayout+xml"/>
  <Override PartName="/ppt/slideLayouts/slideLayout493.xml" ContentType="application/vnd.openxmlformats-officedocument.presentationml.slideLayout+xml"/>
  <Override PartName="/ppt/slideLayouts/slideLayout494.xml" ContentType="application/vnd.openxmlformats-officedocument.presentationml.slideLayout+xml"/>
  <Override PartName="/ppt/theme/theme28.xml" ContentType="application/vnd.openxmlformats-officedocument.theme+xml"/>
  <Override PartName="/ppt/slideLayouts/slideLayout495.xml" ContentType="application/vnd.openxmlformats-officedocument.presentationml.slideLayout+xml"/>
  <Override PartName="/ppt/slideLayouts/slideLayout496.xml" ContentType="application/vnd.openxmlformats-officedocument.presentationml.slideLayout+xml"/>
  <Override PartName="/ppt/slideLayouts/slideLayout497.xml" ContentType="application/vnd.openxmlformats-officedocument.presentationml.slideLayout+xml"/>
  <Override PartName="/ppt/slideLayouts/slideLayout498.xml" ContentType="application/vnd.openxmlformats-officedocument.presentationml.slideLayout+xml"/>
  <Override PartName="/ppt/slideLayouts/slideLayout499.xml" ContentType="application/vnd.openxmlformats-officedocument.presentationml.slideLayout+xml"/>
  <Override PartName="/ppt/slideLayouts/slideLayout500.xml" ContentType="application/vnd.openxmlformats-officedocument.presentationml.slideLayout+xml"/>
  <Override PartName="/ppt/slideLayouts/slideLayout501.xml" ContentType="application/vnd.openxmlformats-officedocument.presentationml.slideLayout+xml"/>
  <Override PartName="/ppt/slideLayouts/slideLayout502.xml" ContentType="application/vnd.openxmlformats-officedocument.presentationml.slideLayout+xml"/>
  <Override PartName="/ppt/slideLayouts/slideLayout503.xml" ContentType="application/vnd.openxmlformats-officedocument.presentationml.slideLayout+xml"/>
  <Override PartName="/ppt/slideLayouts/slideLayout504.xml" ContentType="application/vnd.openxmlformats-officedocument.presentationml.slideLayout+xml"/>
  <Override PartName="/ppt/slideLayouts/slideLayout505.xml" ContentType="application/vnd.openxmlformats-officedocument.presentationml.slideLayout+xml"/>
  <Override PartName="/ppt/theme/theme29.xml" ContentType="application/vnd.openxmlformats-officedocument.theme+xml"/>
  <Override PartName="/ppt/slideLayouts/slideLayout506.xml" ContentType="application/vnd.openxmlformats-officedocument.presentationml.slideLayout+xml"/>
  <Override PartName="/ppt/slideLayouts/slideLayout507.xml" ContentType="application/vnd.openxmlformats-officedocument.presentationml.slideLayout+xml"/>
  <Override PartName="/ppt/slideLayouts/slideLayout508.xml" ContentType="application/vnd.openxmlformats-officedocument.presentationml.slideLayout+xml"/>
  <Override PartName="/ppt/slideLayouts/slideLayout509.xml" ContentType="application/vnd.openxmlformats-officedocument.presentationml.slideLayout+xml"/>
  <Override PartName="/ppt/slideLayouts/slideLayout510.xml" ContentType="application/vnd.openxmlformats-officedocument.presentationml.slideLayout+xml"/>
  <Override PartName="/ppt/slideLayouts/slideLayout511.xml" ContentType="application/vnd.openxmlformats-officedocument.presentationml.slideLayout+xml"/>
  <Override PartName="/ppt/slideLayouts/slideLayout512.xml" ContentType="application/vnd.openxmlformats-officedocument.presentationml.slideLayout+xml"/>
  <Override PartName="/ppt/slideLayouts/slideLayout513.xml" ContentType="application/vnd.openxmlformats-officedocument.presentationml.slideLayout+xml"/>
  <Override PartName="/ppt/slideLayouts/slideLayout514.xml" ContentType="application/vnd.openxmlformats-officedocument.presentationml.slideLayout+xml"/>
  <Override PartName="/ppt/slideLayouts/slideLayout515.xml" ContentType="application/vnd.openxmlformats-officedocument.presentationml.slideLayout+xml"/>
  <Override PartName="/ppt/slideLayouts/slideLayout516.xml" ContentType="application/vnd.openxmlformats-officedocument.presentationml.slideLayout+xml"/>
  <Override PartName="/ppt/theme/theme30.xml" ContentType="application/vnd.openxmlformats-officedocument.theme+xml"/>
  <Override PartName="/ppt/slideLayouts/slideLayout517.xml" ContentType="application/vnd.openxmlformats-officedocument.presentationml.slideLayout+xml"/>
  <Override PartName="/ppt/slideLayouts/slideLayout518.xml" ContentType="application/vnd.openxmlformats-officedocument.presentationml.slideLayout+xml"/>
  <Override PartName="/ppt/slideLayouts/slideLayout519.xml" ContentType="application/vnd.openxmlformats-officedocument.presentationml.slideLayout+xml"/>
  <Override PartName="/ppt/slideLayouts/slideLayout520.xml" ContentType="application/vnd.openxmlformats-officedocument.presentationml.slideLayout+xml"/>
  <Override PartName="/ppt/slideLayouts/slideLayout521.xml" ContentType="application/vnd.openxmlformats-officedocument.presentationml.slideLayout+xml"/>
  <Override PartName="/ppt/slideLayouts/slideLayout522.xml" ContentType="application/vnd.openxmlformats-officedocument.presentationml.slideLayout+xml"/>
  <Override PartName="/ppt/slideLayouts/slideLayout523.xml" ContentType="application/vnd.openxmlformats-officedocument.presentationml.slideLayout+xml"/>
  <Override PartName="/ppt/slideLayouts/slideLayout524.xml" ContentType="application/vnd.openxmlformats-officedocument.presentationml.slideLayout+xml"/>
  <Override PartName="/ppt/slideLayouts/slideLayout525.xml" ContentType="application/vnd.openxmlformats-officedocument.presentationml.slideLayout+xml"/>
  <Override PartName="/ppt/slideLayouts/slideLayout526.xml" ContentType="application/vnd.openxmlformats-officedocument.presentationml.slideLayout+xml"/>
  <Override PartName="/ppt/slideLayouts/slideLayout527.xml" ContentType="application/vnd.openxmlformats-officedocument.presentationml.slideLayout+xml"/>
  <Override PartName="/ppt/slideLayouts/slideLayout528.xml" ContentType="application/vnd.openxmlformats-officedocument.presentationml.slideLayout+xml"/>
  <Override PartName="/ppt/slideLayouts/slideLayout529.xml" ContentType="application/vnd.openxmlformats-officedocument.presentationml.slideLayout+xml"/>
  <Override PartName="/ppt/slideLayouts/slideLayout530.xml" ContentType="application/vnd.openxmlformats-officedocument.presentationml.slideLayout+xml"/>
  <Override PartName="/ppt/slideLayouts/slideLayout531.xml" ContentType="application/vnd.openxmlformats-officedocument.presentationml.slideLayout+xml"/>
  <Override PartName="/ppt/slideLayouts/slideLayout532.xml" ContentType="application/vnd.openxmlformats-officedocument.presentationml.slideLayout+xml"/>
  <Override PartName="/ppt/slideLayouts/slideLayout533.xml" ContentType="application/vnd.openxmlformats-officedocument.presentationml.slideLayout+xml"/>
  <Override PartName="/ppt/slideLayouts/slideLayout534.xml" ContentType="application/vnd.openxmlformats-officedocument.presentationml.slideLayout+xml"/>
  <Override PartName="/ppt/slideLayouts/slideLayout535.xml" ContentType="application/vnd.openxmlformats-officedocument.presentationml.slideLayout+xml"/>
  <Override PartName="/ppt/slideLayouts/slideLayout536.xml" ContentType="application/vnd.openxmlformats-officedocument.presentationml.slideLayout+xml"/>
  <Override PartName="/ppt/slideLayouts/slideLayout537.xml" ContentType="application/vnd.openxmlformats-officedocument.presentationml.slideLayout+xml"/>
  <Override PartName="/ppt/slideLayouts/slideLayout538.xml" ContentType="application/vnd.openxmlformats-officedocument.presentationml.slideLayout+xml"/>
  <Override PartName="/ppt/slideLayouts/slideLayout539.xml" ContentType="application/vnd.openxmlformats-officedocument.presentationml.slideLayout+xml"/>
  <Override PartName="/ppt/slideLayouts/slideLayout540.xml" ContentType="application/vnd.openxmlformats-officedocument.presentationml.slideLayout+xml"/>
  <Override PartName="/ppt/slideLayouts/slideLayout541.xml" ContentType="application/vnd.openxmlformats-officedocument.presentationml.slideLayout+xml"/>
  <Override PartName="/ppt/slideLayouts/slideLayout542.xml" ContentType="application/vnd.openxmlformats-officedocument.presentationml.slideLayout+xml"/>
  <Override PartName="/ppt/slideLayouts/slideLayout543.xml" ContentType="application/vnd.openxmlformats-officedocument.presentationml.slideLayout+xml"/>
  <Override PartName="/ppt/slideLayouts/slideLayout544.xml" ContentType="application/vnd.openxmlformats-officedocument.presentationml.slideLayout+xml"/>
  <Override PartName="/ppt/slideLayouts/slideLayout545.xml" ContentType="application/vnd.openxmlformats-officedocument.presentationml.slideLayout+xml"/>
  <Override PartName="/ppt/slideLayouts/slideLayout546.xml" ContentType="application/vnd.openxmlformats-officedocument.presentationml.slideLayout+xml"/>
  <Override PartName="/ppt/slideLayouts/slideLayout547.xml" ContentType="application/vnd.openxmlformats-officedocument.presentationml.slideLayout+xml"/>
  <Override PartName="/ppt/slideLayouts/slideLayout548.xml" ContentType="application/vnd.openxmlformats-officedocument.presentationml.slideLayout+xml"/>
  <Override PartName="/ppt/slideLayouts/slideLayout549.xml" ContentType="application/vnd.openxmlformats-officedocument.presentationml.slideLayout+xml"/>
  <Override PartName="/ppt/theme/theme31.xml" ContentType="application/vnd.openxmlformats-officedocument.theme+xml"/>
  <Override PartName="/ppt/slideLayouts/slideLayout550.xml" ContentType="application/vnd.openxmlformats-officedocument.presentationml.slideLayout+xml"/>
  <Override PartName="/ppt/slideLayouts/slideLayout551.xml" ContentType="application/vnd.openxmlformats-officedocument.presentationml.slideLayout+xml"/>
  <Override PartName="/ppt/slideLayouts/slideLayout552.xml" ContentType="application/vnd.openxmlformats-officedocument.presentationml.slideLayout+xml"/>
  <Override PartName="/ppt/slideLayouts/slideLayout553.xml" ContentType="application/vnd.openxmlformats-officedocument.presentationml.slideLayout+xml"/>
  <Override PartName="/ppt/slideLayouts/slideLayout554.xml" ContentType="application/vnd.openxmlformats-officedocument.presentationml.slideLayout+xml"/>
  <Override PartName="/ppt/slideLayouts/slideLayout555.xml" ContentType="application/vnd.openxmlformats-officedocument.presentationml.slideLayout+xml"/>
  <Override PartName="/ppt/slideLayouts/slideLayout556.xml" ContentType="application/vnd.openxmlformats-officedocument.presentationml.slideLayout+xml"/>
  <Override PartName="/ppt/slideLayouts/slideLayout557.xml" ContentType="application/vnd.openxmlformats-officedocument.presentationml.slideLayout+xml"/>
  <Override PartName="/ppt/slideLayouts/slideLayout558.xml" ContentType="application/vnd.openxmlformats-officedocument.presentationml.slideLayout+xml"/>
  <Override PartName="/ppt/slideLayouts/slideLayout559.xml" ContentType="application/vnd.openxmlformats-officedocument.presentationml.slideLayout+xml"/>
  <Override PartName="/ppt/slideLayouts/slideLayout560.xml" ContentType="application/vnd.openxmlformats-officedocument.presentationml.slideLayout+xml"/>
  <Override PartName="/ppt/slideLayouts/slideLayout561.xml" ContentType="application/vnd.openxmlformats-officedocument.presentationml.slideLayout+xml"/>
  <Override PartName="/ppt/slideLayouts/slideLayout562.xml" ContentType="application/vnd.openxmlformats-officedocument.presentationml.slideLayout+xml"/>
  <Override PartName="/ppt/slideLayouts/slideLayout563.xml" ContentType="application/vnd.openxmlformats-officedocument.presentationml.slideLayout+xml"/>
  <Override PartName="/ppt/slideLayouts/slideLayout564.xml" ContentType="application/vnd.openxmlformats-officedocument.presentationml.slideLayout+xml"/>
  <Override PartName="/ppt/slideLayouts/slideLayout565.xml" ContentType="application/vnd.openxmlformats-officedocument.presentationml.slideLayout+xml"/>
  <Override PartName="/ppt/slideLayouts/slideLayout566.xml" ContentType="application/vnd.openxmlformats-officedocument.presentationml.slideLayout+xml"/>
  <Override PartName="/ppt/slideLayouts/slideLayout567.xml" ContentType="application/vnd.openxmlformats-officedocument.presentationml.slideLayout+xml"/>
  <Override PartName="/ppt/slideLayouts/slideLayout568.xml" ContentType="application/vnd.openxmlformats-officedocument.presentationml.slideLayout+xml"/>
  <Override PartName="/ppt/slideLayouts/slideLayout569.xml" ContentType="application/vnd.openxmlformats-officedocument.presentationml.slideLayout+xml"/>
  <Override PartName="/ppt/slideLayouts/slideLayout570.xml" ContentType="application/vnd.openxmlformats-officedocument.presentationml.slideLayout+xml"/>
  <Override PartName="/ppt/slideLayouts/slideLayout571.xml" ContentType="application/vnd.openxmlformats-officedocument.presentationml.slideLayout+xml"/>
  <Override PartName="/ppt/slideLayouts/slideLayout572.xml" ContentType="application/vnd.openxmlformats-officedocument.presentationml.slideLayout+xml"/>
  <Override PartName="/ppt/slideLayouts/slideLayout573.xml" ContentType="application/vnd.openxmlformats-officedocument.presentationml.slideLayout+xml"/>
  <Override PartName="/ppt/slideLayouts/slideLayout574.xml" ContentType="application/vnd.openxmlformats-officedocument.presentationml.slideLayout+xml"/>
  <Override PartName="/ppt/slideLayouts/slideLayout575.xml" ContentType="application/vnd.openxmlformats-officedocument.presentationml.slideLayout+xml"/>
  <Override PartName="/ppt/slideLayouts/slideLayout576.xml" ContentType="application/vnd.openxmlformats-officedocument.presentationml.slideLayout+xml"/>
  <Override PartName="/ppt/slideLayouts/slideLayout577.xml" ContentType="application/vnd.openxmlformats-officedocument.presentationml.slideLayout+xml"/>
  <Override PartName="/ppt/slideLayouts/slideLayout578.xml" ContentType="application/vnd.openxmlformats-officedocument.presentationml.slideLayout+xml"/>
  <Override PartName="/ppt/slideLayouts/slideLayout579.xml" ContentType="application/vnd.openxmlformats-officedocument.presentationml.slideLayout+xml"/>
  <Override PartName="/ppt/slideLayouts/slideLayout580.xml" ContentType="application/vnd.openxmlformats-officedocument.presentationml.slideLayout+xml"/>
  <Override PartName="/ppt/slideLayouts/slideLayout581.xml" ContentType="application/vnd.openxmlformats-officedocument.presentationml.slideLayout+xml"/>
  <Override PartName="/ppt/slideLayouts/slideLayout582.xml" ContentType="application/vnd.openxmlformats-officedocument.presentationml.slideLayout+xml"/>
  <Override PartName="/ppt/theme/theme32.xml" ContentType="application/vnd.openxmlformats-officedocument.theme+xml"/>
  <Override PartName="/ppt/slideLayouts/slideLayout583.xml" ContentType="application/vnd.openxmlformats-officedocument.presentationml.slideLayout+xml"/>
  <Override PartName="/ppt/slideLayouts/slideLayout584.xml" ContentType="application/vnd.openxmlformats-officedocument.presentationml.slideLayout+xml"/>
  <Override PartName="/ppt/slideLayouts/slideLayout585.xml" ContentType="application/vnd.openxmlformats-officedocument.presentationml.slideLayout+xml"/>
  <Override PartName="/ppt/slideLayouts/slideLayout586.xml" ContentType="application/vnd.openxmlformats-officedocument.presentationml.slideLayout+xml"/>
  <Override PartName="/ppt/slideLayouts/slideLayout587.xml" ContentType="application/vnd.openxmlformats-officedocument.presentationml.slideLayout+xml"/>
  <Override PartName="/ppt/slideLayouts/slideLayout588.xml" ContentType="application/vnd.openxmlformats-officedocument.presentationml.slideLayout+xml"/>
  <Override PartName="/ppt/slideLayouts/slideLayout589.xml" ContentType="application/vnd.openxmlformats-officedocument.presentationml.slideLayout+xml"/>
  <Override PartName="/ppt/slideLayouts/slideLayout590.xml" ContentType="application/vnd.openxmlformats-officedocument.presentationml.slideLayout+xml"/>
  <Override PartName="/ppt/slideLayouts/slideLayout591.xml" ContentType="application/vnd.openxmlformats-officedocument.presentationml.slideLayout+xml"/>
  <Override PartName="/ppt/slideLayouts/slideLayout592.xml" ContentType="application/vnd.openxmlformats-officedocument.presentationml.slideLayout+xml"/>
  <Override PartName="/ppt/slideLayouts/slideLayout593.xml" ContentType="application/vnd.openxmlformats-officedocument.presentationml.slideLayout+xml"/>
  <Override PartName="/ppt/slideLayouts/slideLayout594.xml" ContentType="application/vnd.openxmlformats-officedocument.presentationml.slideLayout+xml"/>
  <Override PartName="/ppt/slideLayouts/slideLayout595.xml" ContentType="application/vnd.openxmlformats-officedocument.presentationml.slideLayout+xml"/>
  <Override PartName="/ppt/slideLayouts/slideLayout596.xml" ContentType="application/vnd.openxmlformats-officedocument.presentationml.slideLayout+xml"/>
  <Override PartName="/ppt/slideLayouts/slideLayout597.xml" ContentType="application/vnd.openxmlformats-officedocument.presentationml.slideLayout+xml"/>
  <Override PartName="/ppt/slideLayouts/slideLayout598.xml" ContentType="application/vnd.openxmlformats-officedocument.presentationml.slideLayout+xml"/>
  <Override PartName="/ppt/slideLayouts/slideLayout599.xml" ContentType="application/vnd.openxmlformats-officedocument.presentationml.slideLayout+xml"/>
  <Override PartName="/ppt/slideLayouts/slideLayout600.xml" ContentType="application/vnd.openxmlformats-officedocument.presentationml.slideLayout+xml"/>
  <Override PartName="/ppt/slideLayouts/slideLayout601.xml" ContentType="application/vnd.openxmlformats-officedocument.presentationml.slideLayout+xml"/>
  <Override PartName="/ppt/slideLayouts/slideLayout602.xml" ContentType="application/vnd.openxmlformats-officedocument.presentationml.slideLayout+xml"/>
  <Override PartName="/ppt/slideLayouts/slideLayout603.xml" ContentType="application/vnd.openxmlformats-officedocument.presentationml.slideLayout+xml"/>
  <Override PartName="/ppt/slideLayouts/slideLayout604.xml" ContentType="application/vnd.openxmlformats-officedocument.presentationml.slideLayout+xml"/>
  <Override PartName="/ppt/slideLayouts/slideLayout605.xml" ContentType="application/vnd.openxmlformats-officedocument.presentationml.slideLayout+xml"/>
  <Override PartName="/ppt/slideLayouts/slideLayout606.xml" ContentType="application/vnd.openxmlformats-officedocument.presentationml.slideLayout+xml"/>
  <Override PartName="/ppt/slideLayouts/slideLayout607.xml" ContentType="application/vnd.openxmlformats-officedocument.presentationml.slideLayout+xml"/>
  <Override PartName="/ppt/slideLayouts/slideLayout608.xml" ContentType="application/vnd.openxmlformats-officedocument.presentationml.slideLayout+xml"/>
  <Override PartName="/ppt/slideLayouts/slideLayout609.xml" ContentType="application/vnd.openxmlformats-officedocument.presentationml.slideLayout+xml"/>
  <Override PartName="/ppt/slideLayouts/slideLayout610.xml" ContentType="application/vnd.openxmlformats-officedocument.presentationml.slideLayout+xml"/>
  <Override PartName="/ppt/slideLayouts/slideLayout611.xml" ContentType="application/vnd.openxmlformats-officedocument.presentationml.slideLayout+xml"/>
  <Override PartName="/ppt/slideLayouts/slideLayout612.xml" ContentType="application/vnd.openxmlformats-officedocument.presentationml.slideLayout+xml"/>
  <Override PartName="/ppt/slideLayouts/slideLayout613.xml" ContentType="application/vnd.openxmlformats-officedocument.presentationml.slideLayout+xml"/>
  <Override PartName="/ppt/slideLayouts/slideLayout614.xml" ContentType="application/vnd.openxmlformats-officedocument.presentationml.slideLayout+xml"/>
  <Override PartName="/ppt/slideLayouts/slideLayout615.xml" ContentType="application/vnd.openxmlformats-officedocument.presentationml.slideLayout+xml"/>
  <Override PartName="/ppt/theme/theme33.xml" ContentType="application/vnd.openxmlformats-officedocument.theme+xml"/>
  <Override PartName="/ppt/slideLayouts/slideLayout616.xml" ContentType="application/vnd.openxmlformats-officedocument.presentationml.slideLayout+xml"/>
  <Override PartName="/ppt/slideLayouts/slideLayout617.xml" ContentType="application/vnd.openxmlformats-officedocument.presentationml.slideLayout+xml"/>
  <Override PartName="/ppt/slideLayouts/slideLayout618.xml" ContentType="application/vnd.openxmlformats-officedocument.presentationml.slideLayout+xml"/>
  <Override PartName="/ppt/slideLayouts/slideLayout619.xml" ContentType="application/vnd.openxmlformats-officedocument.presentationml.slideLayout+xml"/>
  <Override PartName="/ppt/slideLayouts/slideLayout620.xml" ContentType="application/vnd.openxmlformats-officedocument.presentationml.slideLayout+xml"/>
  <Override PartName="/ppt/slideLayouts/slideLayout621.xml" ContentType="application/vnd.openxmlformats-officedocument.presentationml.slideLayout+xml"/>
  <Override PartName="/ppt/slideLayouts/slideLayout622.xml" ContentType="application/vnd.openxmlformats-officedocument.presentationml.slideLayout+xml"/>
  <Override PartName="/ppt/slideLayouts/slideLayout623.xml" ContentType="application/vnd.openxmlformats-officedocument.presentationml.slideLayout+xml"/>
  <Override PartName="/ppt/slideLayouts/slideLayout624.xml" ContentType="application/vnd.openxmlformats-officedocument.presentationml.slideLayout+xml"/>
  <Override PartName="/ppt/slideLayouts/slideLayout625.xml" ContentType="application/vnd.openxmlformats-officedocument.presentationml.slideLayout+xml"/>
  <Override PartName="/ppt/slideLayouts/slideLayout626.xml" ContentType="application/vnd.openxmlformats-officedocument.presentationml.slideLayout+xml"/>
  <Override PartName="/ppt/slideLayouts/slideLayout627.xml" ContentType="application/vnd.openxmlformats-officedocument.presentationml.slideLayout+xml"/>
  <Override PartName="/ppt/slideLayouts/slideLayout628.xml" ContentType="application/vnd.openxmlformats-officedocument.presentationml.slideLayout+xml"/>
  <Override PartName="/ppt/slideLayouts/slideLayout629.xml" ContentType="application/vnd.openxmlformats-officedocument.presentationml.slideLayout+xml"/>
  <Override PartName="/ppt/slideLayouts/slideLayout630.xml" ContentType="application/vnd.openxmlformats-officedocument.presentationml.slideLayout+xml"/>
  <Override PartName="/ppt/slideLayouts/slideLayout631.xml" ContentType="application/vnd.openxmlformats-officedocument.presentationml.slideLayout+xml"/>
  <Override PartName="/ppt/slideLayouts/slideLayout632.xml" ContentType="application/vnd.openxmlformats-officedocument.presentationml.slideLayout+xml"/>
  <Override PartName="/ppt/slideLayouts/slideLayout633.xml" ContentType="application/vnd.openxmlformats-officedocument.presentationml.slideLayout+xml"/>
  <Override PartName="/ppt/slideLayouts/slideLayout634.xml" ContentType="application/vnd.openxmlformats-officedocument.presentationml.slideLayout+xml"/>
  <Override PartName="/ppt/slideLayouts/slideLayout635.xml" ContentType="application/vnd.openxmlformats-officedocument.presentationml.slideLayout+xml"/>
  <Override PartName="/ppt/slideLayouts/slideLayout636.xml" ContentType="application/vnd.openxmlformats-officedocument.presentationml.slideLayout+xml"/>
  <Override PartName="/ppt/slideLayouts/slideLayout637.xml" ContentType="application/vnd.openxmlformats-officedocument.presentationml.slideLayout+xml"/>
  <Override PartName="/ppt/slideLayouts/slideLayout638.xml" ContentType="application/vnd.openxmlformats-officedocument.presentationml.slideLayout+xml"/>
  <Override PartName="/ppt/slideLayouts/slideLayout639.xml" ContentType="application/vnd.openxmlformats-officedocument.presentationml.slideLayout+xml"/>
  <Override PartName="/ppt/slideLayouts/slideLayout640.xml" ContentType="application/vnd.openxmlformats-officedocument.presentationml.slideLayout+xml"/>
  <Override PartName="/ppt/slideLayouts/slideLayout641.xml" ContentType="application/vnd.openxmlformats-officedocument.presentationml.slideLayout+xml"/>
  <Override PartName="/ppt/slideLayouts/slideLayout642.xml" ContentType="application/vnd.openxmlformats-officedocument.presentationml.slideLayout+xml"/>
  <Override PartName="/ppt/slideLayouts/slideLayout643.xml" ContentType="application/vnd.openxmlformats-officedocument.presentationml.slideLayout+xml"/>
  <Override PartName="/ppt/slideLayouts/slideLayout644.xml" ContentType="application/vnd.openxmlformats-officedocument.presentationml.slideLayout+xml"/>
  <Override PartName="/ppt/slideLayouts/slideLayout645.xml" ContentType="application/vnd.openxmlformats-officedocument.presentationml.slideLayout+xml"/>
  <Override PartName="/ppt/slideLayouts/slideLayout646.xml" ContentType="application/vnd.openxmlformats-officedocument.presentationml.slideLayout+xml"/>
  <Override PartName="/ppt/slideLayouts/slideLayout647.xml" ContentType="application/vnd.openxmlformats-officedocument.presentationml.slideLayout+xml"/>
  <Override PartName="/ppt/slideLayouts/slideLayout648.xml" ContentType="application/vnd.openxmlformats-officedocument.presentationml.slideLayout+xml"/>
  <Override PartName="/ppt/theme/theme34.xml" ContentType="application/vnd.openxmlformats-officedocument.theme+xml"/>
  <Override PartName="/ppt/slideLayouts/slideLayout649.xml" ContentType="application/vnd.openxmlformats-officedocument.presentationml.slideLayout+xml"/>
  <Override PartName="/ppt/slideLayouts/slideLayout650.xml" ContentType="application/vnd.openxmlformats-officedocument.presentationml.slideLayout+xml"/>
  <Override PartName="/ppt/slideLayouts/slideLayout651.xml" ContentType="application/vnd.openxmlformats-officedocument.presentationml.slideLayout+xml"/>
  <Override PartName="/ppt/slideLayouts/slideLayout652.xml" ContentType="application/vnd.openxmlformats-officedocument.presentationml.slideLayout+xml"/>
  <Override PartName="/ppt/slideLayouts/slideLayout653.xml" ContentType="application/vnd.openxmlformats-officedocument.presentationml.slideLayout+xml"/>
  <Override PartName="/ppt/slideLayouts/slideLayout654.xml" ContentType="application/vnd.openxmlformats-officedocument.presentationml.slideLayout+xml"/>
  <Override PartName="/ppt/slideLayouts/slideLayout655.xml" ContentType="application/vnd.openxmlformats-officedocument.presentationml.slideLayout+xml"/>
  <Override PartName="/ppt/slideLayouts/slideLayout656.xml" ContentType="application/vnd.openxmlformats-officedocument.presentationml.slideLayout+xml"/>
  <Override PartName="/ppt/slideLayouts/slideLayout657.xml" ContentType="application/vnd.openxmlformats-officedocument.presentationml.slideLayout+xml"/>
  <Override PartName="/ppt/slideLayouts/slideLayout658.xml" ContentType="application/vnd.openxmlformats-officedocument.presentationml.slideLayout+xml"/>
  <Override PartName="/ppt/slideLayouts/slideLayout659.xml" ContentType="application/vnd.openxmlformats-officedocument.presentationml.slideLayout+xml"/>
  <Override PartName="/ppt/slideLayouts/slideLayout660.xml" ContentType="application/vnd.openxmlformats-officedocument.presentationml.slideLayout+xml"/>
  <Override PartName="/ppt/slideLayouts/slideLayout661.xml" ContentType="application/vnd.openxmlformats-officedocument.presentationml.slideLayout+xml"/>
  <Override PartName="/ppt/slideLayouts/slideLayout662.xml" ContentType="application/vnd.openxmlformats-officedocument.presentationml.slideLayout+xml"/>
  <Override PartName="/ppt/slideLayouts/slideLayout663.xml" ContentType="application/vnd.openxmlformats-officedocument.presentationml.slideLayout+xml"/>
  <Override PartName="/ppt/slideLayouts/slideLayout664.xml" ContentType="application/vnd.openxmlformats-officedocument.presentationml.slideLayout+xml"/>
  <Override PartName="/ppt/slideLayouts/slideLayout665.xml" ContentType="application/vnd.openxmlformats-officedocument.presentationml.slideLayout+xml"/>
  <Override PartName="/ppt/slideLayouts/slideLayout666.xml" ContentType="application/vnd.openxmlformats-officedocument.presentationml.slideLayout+xml"/>
  <Override PartName="/ppt/slideLayouts/slideLayout667.xml" ContentType="application/vnd.openxmlformats-officedocument.presentationml.slideLayout+xml"/>
  <Override PartName="/ppt/slideLayouts/slideLayout668.xml" ContentType="application/vnd.openxmlformats-officedocument.presentationml.slideLayout+xml"/>
  <Override PartName="/ppt/slideLayouts/slideLayout669.xml" ContentType="application/vnd.openxmlformats-officedocument.presentationml.slideLayout+xml"/>
  <Override PartName="/ppt/slideLayouts/slideLayout670.xml" ContentType="application/vnd.openxmlformats-officedocument.presentationml.slideLayout+xml"/>
  <Override PartName="/ppt/slideLayouts/slideLayout671.xml" ContentType="application/vnd.openxmlformats-officedocument.presentationml.slideLayout+xml"/>
  <Override PartName="/ppt/slideLayouts/slideLayout672.xml" ContentType="application/vnd.openxmlformats-officedocument.presentationml.slideLayout+xml"/>
  <Override PartName="/ppt/slideLayouts/slideLayout673.xml" ContentType="application/vnd.openxmlformats-officedocument.presentationml.slideLayout+xml"/>
  <Override PartName="/ppt/slideLayouts/slideLayout674.xml" ContentType="application/vnd.openxmlformats-officedocument.presentationml.slideLayout+xml"/>
  <Override PartName="/ppt/slideLayouts/slideLayout675.xml" ContentType="application/vnd.openxmlformats-officedocument.presentationml.slideLayout+xml"/>
  <Override PartName="/ppt/slideLayouts/slideLayout676.xml" ContentType="application/vnd.openxmlformats-officedocument.presentationml.slideLayout+xml"/>
  <Override PartName="/ppt/slideLayouts/slideLayout677.xml" ContentType="application/vnd.openxmlformats-officedocument.presentationml.slideLayout+xml"/>
  <Override PartName="/ppt/slideLayouts/slideLayout678.xml" ContentType="application/vnd.openxmlformats-officedocument.presentationml.slideLayout+xml"/>
  <Override PartName="/ppt/slideLayouts/slideLayout679.xml" ContentType="application/vnd.openxmlformats-officedocument.presentationml.slideLayout+xml"/>
  <Override PartName="/ppt/slideLayouts/slideLayout680.xml" ContentType="application/vnd.openxmlformats-officedocument.presentationml.slideLayout+xml"/>
  <Override PartName="/ppt/slideLayouts/slideLayout681.xml" ContentType="application/vnd.openxmlformats-officedocument.presentationml.slideLayout+xml"/>
  <Override PartName="/ppt/theme/theme35.xml" ContentType="application/vnd.openxmlformats-officedocument.theme+xml"/>
  <Override PartName="/ppt/slideLayouts/slideLayout682.xml" ContentType="application/vnd.openxmlformats-officedocument.presentationml.slideLayout+xml"/>
  <Override PartName="/ppt/slideLayouts/slideLayout683.xml" ContentType="application/vnd.openxmlformats-officedocument.presentationml.slideLayout+xml"/>
  <Override PartName="/ppt/slideLayouts/slideLayout684.xml" ContentType="application/vnd.openxmlformats-officedocument.presentationml.slideLayout+xml"/>
  <Override PartName="/ppt/slideLayouts/slideLayout685.xml" ContentType="application/vnd.openxmlformats-officedocument.presentationml.slideLayout+xml"/>
  <Override PartName="/ppt/slideLayouts/slideLayout686.xml" ContentType="application/vnd.openxmlformats-officedocument.presentationml.slideLayout+xml"/>
  <Override PartName="/ppt/slideLayouts/slideLayout687.xml" ContentType="application/vnd.openxmlformats-officedocument.presentationml.slideLayout+xml"/>
  <Override PartName="/ppt/slideLayouts/slideLayout688.xml" ContentType="application/vnd.openxmlformats-officedocument.presentationml.slideLayout+xml"/>
  <Override PartName="/ppt/slideLayouts/slideLayout689.xml" ContentType="application/vnd.openxmlformats-officedocument.presentationml.slideLayout+xml"/>
  <Override PartName="/ppt/slideLayouts/slideLayout690.xml" ContentType="application/vnd.openxmlformats-officedocument.presentationml.slideLayout+xml"/>
  <Override PartName="/ppt/slideLayouts/slideLayout691.xml" ContentType="application/vnd.openxmlformats-officedocument.presentationml.slideLayout+xml"/>
  <Override PartName="/ppt/slideLayouts/slideLayout692.xml" ContentType="application/vnd.openxmlformats-officedocument.presentationml.slideLayout+xml"/>
  <Override PartName="/ppt/theme/theme36.xml" ContentType="application/vnd.openxmlformats-officedocument.theme+xml"/>
  <Override PartName="/ppt/slideLayouts/slideLayout693.xml" ContentType="application/vnd.openxmlformats-officedocument.presentationml.slideLayout+xml"/>
  <Override PartName="/ppt/slideLayouts/slideLayout694.xml" ContentType="application/vnd.openxmlformats-officedocument.presentationml.slideLayout+xml"/>
  <Override PartName="/ppt/slideLayouts/slideLayout695.xml" ContentType="application/vnd.openxmlformats-officedocument.presentationml.slideLayout+xml"/>
  <Override PartName="/ppt/slideLayouts/slideLayout696.xml" ContentType="application/vnd.openxmlformats-officedocument.presentationml.slideLayout+xml"/>
  <Override PartName="/ppt/slideLayouts/slideLayout697.xml" ContentType="application/vnd.openxmlformats-officedocument.presentationml.slideLayout+xml"/>
  <Override PartName="/ppt/slideLayouts/slideLayout698.xml" ContentType="application/vnd.openxmlformats-officedocument.presentationml.slideLayout+xml"/>
  <Override PartName="/ppt/slideLayouts/slideLayout699.xml" ContentType="application/vnd.openxmlformats-officedocument.presentationml.slideLayout+xml"/>
  <Override PartName="/ppt/slideLayouts/slideLayout700.xml" ContentType="application/vnd.openxmlformats-officedocument.presentationml.slideLayout+xml"/>
  <Override PartName="/ppt/slideLayouts/slideLayout701.xml" ContentType="application/vnd.openxmlformats-officedocument.presentationml.slideLayout+xml"/>
  <Override PartName="/ppt/slideLayouts/slideLayout702.xml" ContentType="application/vnd.openxmlformats-officedocument.presentationml.slideLayout+xml"/>
  <Override PartName="/ppt/slideLayouts/slideLayout703.xml" ContentType="application/vnd.openxmlformats-officedocument.presentationml.slideLayout+xml"/>
  <Override PartName="/ppt/theme/theme37.xml" ContentType="application/vnd.openxmlformats-officedocument.theme+xml"/>
  <Override PartName="/ppt/slideLayouts/slideLayout704.xml" ContentType="application/vnd.openxmlformats-officedocument.presentationml.slideLayout+xml"/>
  <Override PartName="/ppt/slideLayouts/slideLayout705.xml" ContentType="application/vnd.openxmlformats-officedocument.presentationml.slideLayout+xml"/>
  <Override PartName="/ppt/slideLayouts/slideLayout706.xml" ContentType="application/vnd.openxmlformats-officedocument.presentationml.slideLayout+xml"/>
  <Override PartName="/ppt/slideLayouts/slideLayout707.xml" ContentType="application/vnd.openxmlformats-officedocument.presentationml.slideLayout+xml"/>
  <Override PartName="/ppt/slideLayouts/slideLayout708.xml" ContentType="application/vnd.openxmlformats-officedocument.presentationml.slideLayout+xml"/>
  <Override PartName="/ppt/slideLayouts/slideLayout709.xml" ContentType="application/vnd.openxmlformats-officedocument.presentationml.slideLayout+xml"/>
  <Override PartName="/ppt/slideLayouts/slideLayout710.xml" ContentType="application/vnd.openxmlformats-officedocument.presentationml.slideLayout+xml"/>
  <Override PartName="/ppt/slideLayouts/slideLayout711.xml" ContentType="application/vnd.openxmlformats-officedocument.presentationml.slideLayout+xml"/>
  <Override PartName="/ppt/slideLayouts/slideLayout712.xml" ContentType="application/vnd.openxmlformats-officedocument.presentationml.slideLayout+xml"/>
  <Override PartName="/ppt/slideLayouts/slideLayout713.xml" ContentType="application/vnd.openxmlformats-officedocument.presentationml.slideLayout+xml"/>
  <Override PartName="/ppt/slideLayouts/slideLayout714.xml" ContentType="application/vnd.openxmlformats-officedocument.presentationml.slideLayout+xml"/>
  <Override PartName="/ppt/theme/theme38.xml" ContentType="application/vnd.openxmlformats-officedocument.theme+xml"/>
  <Override PartName="/ppt/slideLayouts/slideLayout715.xml" ContentType="application/vnd.openxmlformats-officedocument.presentationml.slideLayout+xml"/>
  <Override PartName="/ppt/slideLayouts/slideLayout716.xml" ContentType="application/vnd.openxmlformats-officedocument.presentationml.slideLayout+xml"/>
  <Override PartName="/ppt/slideLayouts/slideLayout717.xml" ContentType="application/vnd.openxmlformats-officedocument.presentationml.slideLayout+xml"/>
  <Override PartName="/ppt/slideLayouts/slideLayout718.xml" ContentType="application/vnd.openxmlformats-officedocument.presentationml.slideLayout+xml"/>
  <Override PartName="/ppt/slideLayouts/slideLayout719.xml" ContentType="application/vnd.openxmlformats-officedocument.presentationml.slideLayout+xml"/>
  <Override PartName="/ppt/slideLayouts/slideLayout720.xml" ContentType="application/vnd.openxmlformats-officedocument.presentationml.slideLayout+xml"/>
  <Override PartName="/ppt/slideLayouts/slideLayout721.xml" ContentType="application/vnd.openxmlformats-officedocument.presentationml.slideLayout+xml"/>
  <Override PartName="/ppt/slideLayouts/slideLayout722.xml" ContentType="application/vnd.openxmlformats-officedocument.presentationml.slideLayout+xml"/>
  <Override PartName="/ppt/slideLayouts/slideLayout723.xml" ContentType="application/vnd.openxmlformats-officedocument.presentationml.slideLayout+xml"/>
  <Override PartName="/ppt/slideLayouts/slideLayout724.xml" ContentType="application/vnd.openxmlformats-officedocument.presentationml.slideLayout+xml"/>
  <Override PartName="/ppt/slideLayouts/slideLayout725.xml" ContentType="application/vnd.openxmlformats-officedocument.presentationml.slideLayout+xml"/>
  <Override PartName="/ppt/slideLayouts/slideLayout726.xml" ContentType="application/vnd.openxmlformats-officedocument.presentationml.slideLayout+xml"/>
  <Override PartName="/ppt/slideLayouts/slideLayout727.xml" ContentType="application/vnd.openxmlformats-officedocument.presentationml.slideLayout+xml"/>
  <Override PartName="/ppt/slideLayouts/slideLayout728.xml" ContentType="application/vnd.openxmlformats-officedocument.presentationml.slideLayout+xml"/>
  <Override PartName="/ppt/slideLayouts/slideLayout729.xml" ContentType="application/vnd.openxmlformats-officedocument.presentationml.slideLayout+xml"/>
  <Override PartName="/ppt/slideLayouts/slideLayout730.xml" ContentType="application/vnd.openxmlformats-officedocument.presentationml.slideLayout+xml"/>
  <Override PartName="/ppt/slideLayouts/slideLayout731.xml" ContentType="application/vnd.openxmlformats-officedocument.presentationml.slideLayout+xml"/>
  <Override PartName="/ppt/slideLayouts/slideLayout732.xml" ContentType="application/vnd.openxmlformats-officedocument.presentationml.slideLayout+xml"/>
  <Override PartName="/ppt/slideLayouts/slideLayout733.xml" ContentType="application/vnd.openxmlformats-officedocument.presentationml.slideLayout+xml"/>
  <Override PartName="/ppt/slideLayouts/slideLayout734.xml" ContentType="application/vnd.openxmlformats-officedocument.presentationml.slideLayout+xml"/>
  <Override PartName="/ppt/slideLayouts/slideLayout735.xml" ContentType="application/vnd.openxmlformats-officedocument.presentationml.slideLayout+xml"/>
  <Override PartName="/ppt/slideLayouts/slideLayout736.xml" ContentType="application/vnd.openxmlformats-officedocument.presentationml.slideLayout+xml"/>
  <Override PartName="/ppt/slideLayouts/slideLayout737.xml" ContentType="application/vnd.openxmlformats-officedocument.presentationml.slideLayout+xml"/>
  <Override PartName="/ppt/slideLayouts/slideLayout738.xml" ContentType="application/vnd.openxmlformats-officedocument.presentationml.slideLayout+xml"/>
  <Override PartName="/ppt/slideLayouts/slideLayout739.xml" ContentType="application/vnd.openxmlformats-officedocument.presentationml.slideLayout+xml"/>
  <Override PartName="/ppt/slideLayouts/slideLayout740.xml" ContentType="application/vnd.openxmlformats-officedocument.presentationml.slideLayout+xml"/>
  <Override PartName="/ppt/slideLayouts/slideLayout741.xml" ContentType="application/vnd.openxmlformats-officedocument.presentationml.slideLayout+xml"/>
  <Override PartName="/ppt/slideLayouts/slideLayout742.xml" ContentType="application/vnd.openxmlformats-officedocument.presentationml.slideLayout+xml"/>
  <Override PartName="/ppt/slideLayouts/slideLayout743.xml" ContentType="application/vnd.openxmlformats-officedocument.presentationml.slideLayout+xml"/>
  <Override PartName="/ppt/slideLayouts/slideLayout744.xml" ContentType="application/vnd.openxmlformats-officedocument.presentationml.slideLayout+xml"/>
  <Override PartName="/ppt/slideLayouts/slideLayout745.xml" ContentType="application/vnd.openxmlformats-officedocument.presentationml.slideLayout+xml"/>
  <Override PartName="/ppt/slideLayouts/slideLayout746.xml" ContentType="application/vnd.openxmlformats-officedocument.presentationml.slideLayout+xml"/>
  <Override PartName="/ppt/slideLayouts/slideLayout747.xml" ContentType="application/vnd.openxmlformats-officedocument.presentationml.slideLayout+xml"/>
  <Override PartName="/ppt/theme/theme39.xml" ContentType="application/vnd.openxmlformats-officedocument.theme+xml"/>
  <Override PartName="/ppt/slideLayouts/slideLayout748.xml" ContentType="application/vnd.openxmlformats-officedocument.presentationml.slideLayout+xml"/>
  <Override PartName="/ppt/slideLayouts/slideLayout749.xml" ContentType="application/vnd.openxmlformats-officedocument.presentationml.slideLayout+xml"/>
  <Override PartName="/ppt/slideLayouts/slideLayout750.xml" ContentType="application/vnd.openxmlformats-officedocument.presentationml.slideLayout+xml"/>
  <Override PartName="/ppt/slideLayouts/slideLayout751.xml" ContentType="application/vnd.openxmlformats-officedocument.presentationml.slideLayout+xml"/>
  <Override PartName="/ppt/slideLayouts/slideLayout752.xml" ContentType="application/vnd.openxmlformats-officedocument.presentationml.slideLayout+xml"/>
  <Override PartName="/ppt/slideLayouts/slideLayout753.xml" ContentType="application/vnd.openxmlformats-officedocument.presentationml.slideLayout+xml"/>
  <Override PartName="/ppt/slideLayouts/slideLayout754.xml" ContentType="application/vnd.openxmlformats-officedocument.presentationml.slideLayout+xml"/>
  <Override PartName="/ppt/slideLayouts/slideLayout755.xml" ContentType="application/vnd.openxmlformats-officedocument.presentationml.slideLayout+xml"/>
  <Override PartName="/ppt/slideLayouts/slideLayout756.xml" ContentType="application/vnd.openxmlformats-officedocument.presentationml.slideLayout+xml"/>
  <Override PartName="/ppt/slideLayouts/slideLayout757.xml" ContentType="application/vnd.openxmlformats-officedocument.presentationml.slideLayout+xml"/>
  <Override PartName="/ppt/slideLayouts/slideLayout758.xml" ContentType="application/vnd.openxmlformats-officedocument.presentationml.slideLayout+xml"/>
  <Override PartName="/ppt/theme/theme40.xml" ContentType="application/vnd.openxmlformats-officedocument.theme+xml"/>
  <Override PartName="/ppt/slideLayouts/slideLayout759.xml" ContentType="application/vnd.openxmlformats-officedocument.presentationml.slideLayout+xml"/>
  <Override PartName="/ppt/slideLayouts/slideLayout760.xml" ContentType="application/vnd.openxmlformats-officedocument.presentationml.slideLayout+xml"/>
  <Override PartName="/ppt/slideLayouts/slideLayout761.xml" ContentType="application/vnd.openxmlformats-officedocument.presentationml.slideLayout+xml"/>
  <Override PartName="/ppt/slideLayouts/slideLayout762.xml" ContentType="application/vnd.openxmlformats-officedocument.presentationml.slideLayout+xml"/>
  <Override PartName="/ppt/slideLayouts/slideLayout763.xml" ContentType="application/vnd.openxmlformats-officedocument.presentationml.slideLayout+xml"/>
  <Override PartName="/ppt/slideLayouts/slideLayout764.xml" ContentType="application/vnd.openxmlformats-officedocument.presentationml.slideLayout+xml"/>
  <Override PartName="/ppt/slideLayouts/slideLayout765.xml" ContentType="application/vnd.openxmlformats-officedocument.presentationml.slideLayout+xml"/>
  <Override PartName="/ppt/slideLayouts/slideLayout766.xml" ContentType="application/vnd.openxmlformats-officedocument.presentationml.slideLayout+xml"/>
  <Override PartName="/ppt/slideLayouts/slideLayout767.xml" ContentType="application/vnd.openxmlformats-officedocument.presentationml.slideLayout+xml"/>
  <Override PartName="/ppt/slideLayouts/slideLayout768.xml" ContentType="application/vnd.openxmlformats-officedocument.presentationml.slideLayout+xml"/>
  <Override PartName="/ppt/slideLayouts/slideLayout769.xml" ContentType="application/vnd.openxmlformats-officedocument.presentationml.slideLayout+xml"/>
  <Override PartName="/ppt/theme/theme41.xml" ContentType="application/vnd.openxmlformats-officedocument.theme+xml"/>
  <Override PartName="/ppt/slideLayouts/slideLayout770.xml" ContentType="application/vnd.openxmlformats-officedocument.presentationml.slideLayout+xml"/>
  <Override PartName="/ppt/slideLayouts/slideLayout771.xml" ContentType="application/vnd.openxmlformats-officedocument.presentationml.slideLayout+xml"/>
  <Override PartName="/ppt/slideLayouts/slideLayout772.xml" ContentType="application/vnd.openxmlformats-officedocument.presentationml.slideLayout+xml"/>
  <Override PartName="/ppt/slideLayouts/slideLayout773.xml" ContentType="application/vnd.openxmlformats-officedocument.presentationml.slideLayout+xml"/>
  <Override PartName="/ppt/slideLayouts/slideLayout774.xml" ContentType="application/vnd.openxmlformats-officedocument.presentationml.slideLayout+xml"/>
  <Override PartName="/ppt/slideLayouts/slideLayout775.xml" ContentType="application/vnd.openxmlformats-officedocument.presentationml.slideLayout+xml"/>
  <Override PartName="/ppt/slideLayouts/slideLayout776.xml" ContentType="application/vnd.openxmlformats-officedocument.presentationml.slideLayout+xml"/>
  <Override PartName="/ppt/slideLayouts/slideLayout777.xml" ContentType="application/vnd.openxmlformats-officedocument.presentationml.slideLayout+xml"/>
  <Override PartName="/ppt/slideLayouts/slideLayout778.xml" ContentType="application/vnd.openxmlformats-officedocument.presentationml.slideLayout+xml"/>
  <Override PartName="/ppt/slideLayouts/slideLayout779.xml" ContentType="application/vnd.openxmlformats-officedocument.presentationml.slideLayout+xml"/>
  <Override PartName="/ppt/slideLayouts/slideLayout780.xml" ContentType="application/vnd.openxmlformats-officedocument.presentationml.slideLayout+xml"/>
  <Override PartName="/ppt/slideLayouts/slideLayout781.xml" ContentType="application/vnd.openxmlformats-officedocument.presentationml.slideLayout+xml"/>
  <Override PartName="/ppt/slideLayouts/slideLayout782.xml" ContentType="application/vnd.openxmlformats-officedocument.presentationml.slideLayout+xml"/>
  <Override PartName="/ppt/slideLayouts/slideLayout783.xml" ContentType="application/vnd.openxmlformats-officedocument.presentationml.slideLayout+xml"/>
  <Override PartName="/ppt/slideLayouts/slideLayout784.xml" ContentType="application/vnd.openxmlformats-officedocument.presentationml.slideLayout+xml"/>
  <Override PartName="/ppt/slideLayouts/slideLayout785.xml" ContentType="application/vnd.openxmlformats-officedocument.presentationml.slideLayout+xml"/>
  <Override PartName="/ppt/slideLayouts/slideLayout786.xml" ContentType="application/vnd.openxmlformats-officedocument.presentationml.slideLayout+xml"/>
  <Override PartName="/ppt/slideLayouts/slideLayout787.xml" ContentType="application/vnd.openxmlformats-officedocument.presentationml.slideLayout+xml"/>
  <Override PartName="/ppt/slideLayouts/slideLayout788.xml" ContentType="application/vnd.openxmlformats-officedocument.presentationml.slideLayout+xml"/>
  <Override PartName="/ppt/slideLayouts/slideLayout789.xml" ContentType="application/vnd.openxmlformats-officedocument.presentationml.slideLayout+xml"/>
  <Override PartName="/ppt/slideLayouts/slideLayout790.xml" ContentType="application/vnd.openxmlformats-officedocument.presentationml.slideLayout+xml"/>
  <Override PartName="/ppt/slideLayouts/slideLayout791.xml" ContentType="application/vnd.openxmlformats-officedocument.presentationml.slideLayout+xml"/>
  <Override PartName="/ppt/slideLayouts/slideLayout792.xml" ContentType="application/vnd.openxmlformats-officedocument.presentationml.slideLayout+xml"/>
  <Override PartName="/ppt/slideLayouts/slideLayout793.xml" ContentType="application/vnd.openxmlformats-officedocument.presentationml.slideLayout+xml"/>
  <Override PartName="/ppt/slideLayouts/slideLayout794.xml" ContentType="application/vnd.openxmlformats-officedocument.presentationml.slideLayout+xml"/>
  <Override PartName="/ppt/slideLayouts/slideLayout795.xml" ContentType="application/vnd.openxmlformats-officedocument.presentationml.slideLayout+xml"/>
  <Override PartName="/ppt/slideLayouts/slideLayout796.xml" ContentType="application/vnd.openxmlformats-officedocument.presentationml.slideLayout+xml"/>
  <Override PartName="/ppt/slideLayouts/slideLayout797.xml" ContentType="application/vnd.openxmlformats-officedocument.presentationml.slideLayout+xml"/>
  <Override PartName="/ppt/slideLayouts/slideLayout798.xml" ContentType="application/vnd.openxmlformats-officedocument.presentationml.slideLayout+xml"/>
  <Override PartName="/ppt/slideLayouts/slideLayout799.xml" ContentType="application/vnd.openxmlformats-officedocument.presentationml.slideLayout+xml"/>
  <Override PartName="/ppt/slideLayouts/slideLayout800.xml" ContentType="application/vnd.openxmlformats-officedocument.presentationml.slideLayout+xml"/>
  <Override PartName="/ppt/slideLayouts/slideLayout801.xml" ContentType="application/vnd.openxmlformats-officedocument.presentationml.slideLayout+xml"/>
  <Override PartName="/ppt/slideLayouts/slideLayout802.xml" ContentType="application/vnd.openxmlformats-officedocument.presentationml.slideLayout+xml"/>
  <Override PartName="/ppt/theme/theme42.xml" ContentType="application/vnd.openxmlformats-officedocument.theme+xml"/>
  <Override PartName="/ppt/slideLayouts/slideLayout803.xml" ContentType="application/vnd.openxmlformats-officedocument.presentationml.slideLayout+xml"/>
  <Override PartName="/ppt/slideLayouts/slideLayout804.xml" ContentType="application/vnd.openxmlformats-officedocument.presentationml.slideLayout+xml"/>
  <Override PartName="/ppt/slideLayouts/slideLayout805.xml" ContentType="application/vnd.openxmlformats-officedocument.presentationml.slideLayout+xml"/>
  <Override PartName="/ppt/slideLayouts/slideLayout806.xml" ContentType="application/vnd.openxmlformats-officedocument.presentationml.slideLayout+xml"/>
  <Override PartName="/ppt/slideLayouts/slideLayout807.xml" ContentType="application/vnd.openxmlformats-officedocument.presentationml.slideLayout+xml"/>
  <Override PartName="/ppt/slideLayouts/slideLayout808.xml" ContentType="application/vnd.openxmlformats-officedocument.presentationml.slideLayout+xml"/>
  <Override PartName="/ppt/slideLayouts/slideLayout809.xml" ContentType="application/vnd.openxmlformats-officedocument.presentationml.slideLayout+xml"/>
  <Override PartName="/ppt/slideLayouts/slideLayout810.xml" ContentType="application/vnd.openxmlformats-officedocument.presentationml.slideLayout+xml"/>
  <Override PartName="/ppt/slideLayouts/slideLayout811.xml" ContentType="application/vnd.openxmlformats-officedocument.presentationml.slideLayout+xml"/>
  <Override PartName="/ppt/slideLayouts/slideLayout812.xml" ContentType="application/vnd.openxmlformats-officedocument.presentationml.slideLayout+xml"/>
  <Override PartName="/ppt/slideLayouts/slideLayout813.xml" ContentType="application/vnd.openxmlformats-officedocument.presentationml.slideLayout+xml"/>
  <Override PartName="/ppt/theme/theme43.xml" ContentType="application/vnd.openxmlformats-officedocument.theme+xml"/>
  <Override PartName="/ppt/slideLayouts/slideLayout814.xml" ContentType="application/vnd.openxmlformats-officedocument.presentationml.slideLayout+xml"/>
  <Override PartName="/ppt/slideLayouts/slideLayout815.xml" ContentType="application/vnd.openxmlformats-officedocument.presentationml.slideLayout+xml"/>
  <Override PartName="/ppt/slideLayouts/slideLayout816.xml" ContentType="application/vnd.openxmlformats-officedocument.presentationml.slideLayout+xml"/>
  <Override PartName="/ppt/slideLayouts/slideLayout817.xml" ContentType="application/vnd.openxmlformats-officedocument.presentationml.slideLayout+xml"/>
  <Override PartName="/ppt/slideLayouts/slideLayout818.xml" ContentType="application/vnd.openxmlformats-officedocument.presentationml.slideLayout+xml"/>
  <Override PartName="/ppt/slideLayouts/slideLayout819.xml" ContentType="application/vnd.openxmlformats-officedocument.presentationml.slideLayout+xml"/>
  <Override PartName="/ppt/slideLayouts/slideLayout820.xml" ContentType="application/vnd.openxmlformats-officedocument.presentationml.slideLayout+xml"/>
  <Override PartName="/ppt/slideLayouts/slideLayout821.xml" ContentType="application/vnd.openxmlformats-officedocument.presentationml.slideLayout+xml"/>
  <Override PartName="/ppt/slideLayouts/slideLayout822.xml" ContentType="application/vnd.openxmlformats-officedocument.presentationml.slideLayout+xml"/>
  <Override PartName="/ppt/slideLayouts/slideLayout823.xml" ContentType="application/vnd.openxmlformats-officedocument.presentationml.slideLayout+xml"/>
  <Override PartName="/ppt/slideLayouts/slideLayout824.xml" ContentType="application/vnd.openxmlformats-officedocument.presentationml.slideLayout+xml"/>
  <Override PartName="/ppt/theme/theme44.xml" ContentType="application/vnd.openxmlformats-officedocument.theme+xml"/>
  <Override PartName="/ppt/slideLayouts/slideLayout825.xml" ContentType="application/vnd.openxmlformats-officedocument.presentationml.slideLayout+xml"/>
  <Override PartName="/ppt/slideLayouts/slideLayout826.xml" ContentType="application/vnd.openxmlformats-officedocument.presentationml.slideLayout+xml"/>
  <Override PartName="/ppt/slideLayouts/slideLayout827.xml" ContentType="application/vnd.openxmlformats-officedocument.presentationml.slideLayout+xml"/>
  <Override PartName="/ppt/slideLayouts/slideLayout828.xml" ContentType="application/vnd.openxmlformats-officedocument.presentationml.slideLayout+xml"/>
  <Override PartName="/ppt/slideLayouts/slideLayout829.xml" ContentType="application/vnd.openxmlformats-officedocument.presentationml.slideLayout+xml"/>
  <Override PartName="/ppt/slideLayouts/slideLayout830.xml" ContentType="application/vnd.openxmlformats-officedocument.presentationml.slideLayout+xml"/>
  <Override PartName="/ppt/slideLayouts/slideLayout831.xml" ContentType="application/vnd.openxmlformats-officedocument.presentationml.slideLayout+xml"/>
  <Override PartName="/ppt/slideLayouts/slideLayout832.xml" ContentType="application/vnd.openxmlformats-officedocument.presentationml.slideLayout+xml"/>
  <Override PartName="/ppt/slideLayouts/slideLayout833.xml" ContentType="application/vnd.openxmlformats-officedocument.presentationml.slideLayout+xml"/>
  <Override PartName="/ppt/slideLayouts/slideLayout834.xml" ContentType="application/vnd.openxmlformats-officedocument.presentationml.slideLayout+xml"/>
  <Override PartName="/ppt/slideLayouts/slideLayout835.xml" ContentType="application/vnd.openxmlformats-officedocument.presentationml.slideLayout+xml"/>
  <Override PartName="/ppt/theme/theme45.xml" ContentType="application/vnd.openxmlformats-officedocument.theme+xml"/>
  <Override PartName="/ppt/slideLayouts/slideLayout836.xml" ContentType="application/vnd.openxmlformats-officedocument.presentationml.slideLayout+xml"/>
  <Override PartName="/ppt/slideLayouts/slideLayout837.xml" ContentType="application/vnd.openxmlformats-officedocument.presentationml.slideLayout+xml"/>
  <Override PartName="/ppt/slideLayouts/slideLayout838.xml" ContentType="application/vnd.openxmlformats-officedocument.presentationml.slideLayout+xml"/>
  <Override PartName="/ppt/slideLayouts/slideLayout839.xml" ContentType="application/vnd.openxmlformats-officedocument.presentationml.slideLayout+xml"/>
  <Override PartName="/ppt/slideLayouts/slideLayout840.xml" ContentType="application/vnd.openxmlformats-officedocument.presentationml.slideLayout+xml"/>
  <Override PartName="/ppt/slideLayouts/slideLayout841.xml" ContentType="application/vnd.openxmlformats-officedocument.presentationml.slideLayout+xml"/>
  <Override PartName="/ppt/slideLayouts/slideLayout842.xml" ContentType="application/vnd.openxmlformats-officedocument.presentationml.slideLayout+xml"/>
  <Override PartName="/ppt/slideLayouts/slideLayout843.xml" ContentType="application/vnd.openxmlformats-officedocument.presentationml.slideLayout+xml"/>
  <Override PartName="/ppt/slideLayouts/slideLayout844.xml" ContentType="application/vnd.openxmlformats-officedocument.presentationml.slideLayout+xml"/>
  <Override PartName="/ppt/slideLayouts/slideLayout845.xml" ContentType="application/vnd.openxmlformats-officedocument.presentationml.slideLayout+xml"/>
  <Override PartName="/ppt/slideLayouts/slideLayout846.xml" ContentType="application/vnd.openxmlformats-officedocument.presentationml.slideLayout+xml"/>
  <Override PartName="/ppt/theme/theme46.xml" ContentType="application/vnd.openxmlformats-officedocument.theme+xml"/>
  <Override PartName="/ppt/slideLayouts/slideLayout847.xml" ContentType="application/vnd.openxmlformats-officedocument.presentationml.slideLayout+xml"/>
  <Override PartName="/ppt/slideLayouts/slideLayout848.xml" ContentType="application/vnd.openxmlformats-officedocument.presentationml.slideLayout+xml"/>
  <Override PartName="/ppt/slideLayouts/slideLayout849.xml" ContentType="application/vnd.openxmlformats-officedocument.presentationml.slideLayout+xml"/>
  <Override PartName="/ppt/slideLayouts/slideLayout850.xml" ContentType="application/vnd.openxmlformats-officedocument.presentationml.slideLayout+xml"/>
  <Override PartName="/ppt/slideLayouts/slideLayout851.xml" ContentType="application/vnd.openxmlformats-officedocument.presentationml.slideLayout+xml"/>
  <Override PartName="/ppt/slideLayouts/slideLayout852.xml" ContentType="application/vnd.openxmlformats-officedocument.presentationml.slideLayout+xml"/>
  <Override PartName="/ppt/slideLayouts/slideLayout853.xml" ContentType="application/vnd.openxmlformats-officedocument.presentationml.slideLayout+xml"/>
  <Override PartName="/ppt/slideLayouts/slideLayout854.xml" ContentType="application/vnd.openxmlformats-officedocument.presentationml.slideLayout+xml"/>
  <Override PartName="/ppt/slideLayouts/slideLayout855.xml" ContentType="application/vnd.openxmlformats-officedocument.presentationml.slideLayout+xml"/>
  <Override PartName="/ppt/slideLayouts/slideLayout856.xml" ContentType="application/vnd.openxmlformats-officedocument.presentationml.slideLayout+xml"/>
  <Override PartName="/ppt/slideLayouts/slideLayout857.xml" ContentType="application/vnd.openxmlformats-officedocument.presentationml.slideLayout+xml"/>
  <Override PartName="/ppt/theme/theme47.xml" ContentType="application/vnd.openxmlformats-officedocument.theme+xml"/>
  <Override PartName="/ppt/theme/theme48.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diagrams/data3.xml" ContentType="application/vnd.openxmlformats-officedocument.drawingml.diagramData+xml"/>
  <Override PartName="/ppt/diagrams/layout3.xml" ContentType="application/vnd.openxmlformats-officedocument.drawingml.diagramLayout+xml"/>
  <Override PartName="/ppt/diagrams/quickStyle3.xml" ContentType="application/vnd.openxmlformats-officedocument.drawingml.diagramStyle+xml"/>
  <Override PartName="/ppt/diagrams/colors3.xml" ContentType="application/vnd.openxmlformats-officedocument.drawingml.diagramColors+xml"/>
  <Override PartName="/ppt/diagrams/drawing3.xml" ContentType="application/vnd.ms-office.drawingml.diagramDrawing+xml"/>
  <Override PartName="/ppt/diagrams/data4.xml" ContentType="application/vnd.openxmlformats-officedocument.drawingml.diagramData+xml"/>
  <Override PartName="/ppt/diagrams/layout4.xml" ContentType="application/vnd.openxmlformats-officedocument.drawingml.diagramLayout+xml"/>
  <Override PartName="/ppt/diagrams/quickStyle4.xml" ContentType="application/vnd.openxmlformats-officedocument.drawingml.diagramStyle+xml"/>
  <Override PartName="/ppt/diagrams/colors4.xml" ContentType="application/vnd.openxmlformats-officedocument.drawingml.diagramColors+xml"/>
  <Override PartName="/ppt/diagrams/drawing4.xml" ContentType="application/vnd.ms-office.drawingml.diagramDrawing+xml"/>
  <Override PartName="/ppt/diagrams/data5.xml" ContentType="application/vnd.openxmlformats-officedocument.drawingml.diagramData+xml"/>
  <Override PartName="/ppt/diagrams/layout5.xml" ContentType="application/vnd.openxmlformats-officedocument.drawingml.diagramLayout+xml"/>
  <Override PartName="/ppt/diagrams/quickStyle5.xml" ContentType="application/vnd.openxmlformats-officedocument.drawingml.diagramStyle+xml"/>
  <Override PartName="/ppt/diagrams/colors5.xml" ContentType="application/vnd.openxmlformats-officedocument.drawingml.diagramColors+xml"/>
  <Override PartName="/ppt/diagrams/drawing5.xml" ContentType="application/vnd.ms-office.drawingml.diagramDrawing+xml"/>
  <Override PartName="/ppt/diagrams/data6.xml" ContentType="application/vnd.openxmlformats-officedocument.drawingml.diagramData+xml"/>
  <Override PartName="/ppt/diagrams/layout6.xml" ContentType="application/vnd.openxmlformats-officedocument.drawingml.diagramLayout+xml"/>
  <Override PartName="/ppt/diagrams/quickStyle6.xml" ContentType="application/vnd.openxmlformats-officedocument.drawingml.diagramStyle+xml"/>
  <Override PartName="/ppt/diagrams/colors6.xml" ContentType="application/vnd.openxmlformats-officedocument.drawingml.diagramColors+xml"/>
  <Override PartName="/ppt/diagrams/drawing6.xml" ContentType="application/vnd.ms-office.drawingml.diagramDrawing+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diagrams/data7.xml" ContentType="application/vnd.openxmlformats-officedocument.drawingml.diagramData+xml"/>
  <Override PartName="/ppt/diagrams/layout7.xml" ContentType="application/vnd.openxmlformats-officedocument.drawingml.diagramLayout+xml"/>
  <Override PartName="/ppt/diagrams/quickStyle7.xml" ContentType="application/vnd.openxmlformats-officedocument.drawingml.diagramStyle+xml"/>
  <Override PartName="/ppt/diagrams/colors7.xml" ContentType="application/vnd.openxmlformats-officedocument.drawingml.diagramColors+xml"/>
  <Override PartName="/ppt/diagrams/drawing7.xml" ContentType="application/vnd.ms-office.drawingml.diagramDrawing+xml"/>
  <Override PartName="/ppt/diagrams/data8.xml" ContentType="application/vnd.openxmlformats-officedocument.drawingml.diagramData+xml"/>
  <Override PartName="/ppt/diagrams/layout8.xml" ContentType="application/vnd.openxmlformats-officedocument.drawingml.diagramLayout+xml"/>
  <Override PartName="/ppt/diagrams/quickStyle8.xml" ContentType="application/vnd.openxmlformats-officedocument.drawingml.diagramStyle+xml"/>
  <Override PartName="/ppt/diagrams/colors8.xml" ContentType="application/vnd.openxmlformats-officedocument.drawingml.diagramColors+xml"/>
  <Override PartName="/ppt/diagrams/drawing8.xml" ContentType="application/vnd.ms-office.drawingml.diagramDrawing+xml"/>
  <Override PartName="/ppt/diagrams/data9.xml" ContentType="application/vnd.openxmlformats-officedocument.drawingml.diagramData+xml"/>
  <Override PartName="/ppt/diagrams/layout9.xml" ContentType="application/vnd.openxmlformats-officedocument.drawingml.diagramLayout+xml"/>
  <Override PartName="/ppt/diagrams/quickStyle9.xml" ContentType="application/vnd.openxmlformats-officedocument.drawingml.diagramStyle+xml"/>
  <Override PartName="/ppt/diagrams/colors9.xml" ContentType="application/vnd.openxmlformats-officedocument.drawingml.diagramColors+xml"/>
  <Override PartName="/ppt/diagrams/drawing9.xml" ContentType="application/vnd.ms-office.drawingml.diagramDrawing+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 Id="rId2" Type="http://schemas.openxmlformats.org/package/2006/relationships/metadata/core-properties" Target="docProps/core.xml"/><Relationship Id="rId3"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rtl="1" saveSubsetFonts="1" autoCompressPictures="0">
  <p:sldMasterIdLst>
    <p:sldMasterId id="2147485029" r:id="rId1"/>
    <p:sldMasterId id="2147485632" r:id="rId2"/>
    <p:sldMasterId id="2147485726" r:id="rId3"/>
    <p:sldMasterId id="2147485738" r:id="rId4"/>
    <p:sldMasterId id="2147485750" r:id="rId5"/>
    <p:sldMasterId id="2147485774" r:id="rId6"/>
    <p:sldMasterId id="2147485810" r:id="rId7"/>
    <p:sldMasterId id="2147486321" r:id="rId8"/>
    <p:sldMasterId id="2147486526" r:id="rId9"/>
    <p:sldMasterId id="2147486556" r:id="rId10"/>
    <p:sldMasterId id="2147486586" r:id="rId11"/>
    <p:sldMasterId id="2147486616" r:id="rId12"/>
    <p:sldMasterId id="2147486656" r:id="rId13"/>
    <p:sldMasterId id="2147486736" r:id="rId14"/>
    <p:sldMasterId id="2147486757" r:id="rId15"/>
    <p:sldMasterId id="2147486759" r:id="rId16"/>
    <p:sldMasterId id="2147486780" r:id="rId17"/>
    <p:sldMasterId id="2147486801" r:id="rId18"/>
    <p:sldMasterId id="2147486822" r:id="rId19"/>
    <p:sldMasterId id="2147486824" r:id="rId20"/>
    <p:sldMasterId id="2147486826" r:id="rId21"/>
    <p:sldMasterId id="2147486847" r:id="rId22"/>
    <p:sldMasterId id="2147486868" r:id="rId23"/>
    <p:sldMasterId id="2147486889" r:id="rId24"/>
    <p:sldMasterId id="2147486910" r:id="rId25"/>
    <p:sldMasterId id="2147486943" r:id="rId26"/>
    <p:sldMasterId id="2147486976" r:id="rId27"/>
    <p:sldMasterId id="2147487002" r:id="rId28"/>
    <p:sldMasterId id="2147487014" r:id="rId29"/>
    <p:sldMasterId id="2147487038" r:id="rId30"/>
    <p:sldMasterId id="2147487050" r:id="rId31"/>
    <p:sldMasterId id="2147487084" r:id="rId32"/>
    <p:sldMasterId id="2147487118" r:id="rId33"/>
    <p:sldMasterId id="2147487152" r:id="rId34"/>
    <p:sldMasterId id="2147487186" r:id="rId35"/>
    <p:sldMasterId id="2147487232" r:id="rId36"/>
    <p:sldMasterId id="2147487244" r:id="rId37"/>
    <p:sldMasterId id="2147487256" r:id="rId38"/>
    <p:sldMasterId id="2147487268" r:id="rId39"/>
    <p:sldMasterId id="2147487302" r:id="rId40"/>
    <p:sldMasterId id="2147487314" r:id="rId41"/>
    <p:sldMasterId id="2147487326" r:id="rId42"/>
    <p:sldMasterId id="2147487360" r:id="rId43"/>
    <p:sldMasterId id="2147487372" r:id="rId44"/>
    <p:sldMasterId id="2147487384" r:id="rId45"/>
    <p:sldMasterId id="2147487396" r:id="rId46"/>
    <p:sldMasterId id="2147487408" r:id="rId47"/>
  </p:sldMasterIdLst>
  <p:notesMasterIdLst>
    <p:notesMasterId r:id="rId163"/>
  </p:notesMasterIdLst>
  <p:sldIdLst>
    <p:sldId id="1843" r:id="rId48"/>
    <p:sldId id="1845" r:id="rId49"/>
    <p:sldId id="1846" r:id="rId50"/>
    <p:sldId id="1847" r:id="rId51"/>
    <p:sldId id="1849" r:id="rId52"/>
    <p:sldId id="1850" r:id="rId53"/>
    <p:sldId id="1851" r:id="rId54"/>
    <p:sldId id="1853" r:id="rId55"/>
    <p:sldId id="1852" r:id="rId56"/>
    <p:sldId id="1855" r:id="rId57"/>
    <p:sldId id="1857" r:id="rId58"/>
    <p:sldId id="1858" r:id="rId59"/>
    <p:sldId id="1859" r:id="rId60"/>
    <p:sldId id="1860" r:id="rId61"/>
    <p:sldId id="1863" r:id="rId62"/>
    <p:sldId id="1862" r:id="rId63"/>
    <p:sldId id="1864" r:id="rId64"/>
    <p:sldId id="1865" r:id="rId65"/>
    <p:sldId id="1866" r:id="rId66"/>
    <p:sldId id="1868" r:id="rId67"/>
    <p:sldId id="1867" r:id="rId68"/>
    <p:sldId id="1870" r:id="rId69"/>
    <p:sldId id="1869" r:id="rId70"/>
    <p:sldId id="1871" r:id="rId71"/>
    <p:sldId id="1872" r:id="rId72"/>
    <p:sldId id="1873" r:id="rId73"/>
    <p:sldId id="1876" r:id="rId74"/>
    <p:sldId id="1881" r:id="rId75"/>
    <p:sldId id="1883" r:id="rId76"/>
    <p:sldId id="1884" r:id="rId77"/>
    <p:sldId id="1886" r:id="rId78"/>
    <p:sldId id="1885" r:id="rId79"/>
    <p:sldId id="1887" r:id="rId80"/>
    <p:sldId id="1888" r:id="rId81"/>
    <p:sldId id="1889" r:id="rId82"/>
    <p:sldId id="1890" r:id="rId83"/>
    <p:sldId id="1891" r:id="rId84"/>
    <p:sldId id="1892" r:id="rId85"/>
    <p:sldId id="1893" r:id="rId86"/>
    <p:sldId id="1894" r:id="rId87"/>
    <p:sldId id="1877" r:id="rId88"/>
    <p:sldId id="1895" r:id="rId89"/>
    <p:sldId id="1896" r:id="rId90"/>
    <p:sldId id="1897" r:id="rId91"/>
    <p:sldId id="1899" r:id="rId92"/>
    <p:sldId id="1900" r:id="rId93"/>
    <p:sldId id="1901" r:id="rId94"/>
    <p:sldId id="1902" r:id="rId95"/>
    <p:sldId id="1903" r:id="rId96"/>
    <p:sldId id="1904" r:id="rId97"/>
    <p:sldId id="1905" r:id="rId98"/>
    <p:sldId id="1882" r:id="rId99"/>
    <p:sldId id="1906" r:id="rId100"/>
    <p:sldId id="1907" r:id="rId101"/>
    <p:sldId id="1879" r:id="rId102"/>
    <p:sldId id="1908" r:id="rId103"/>
    <p:sldId id="1909" r:id="rId104"/>
    <p:sldId id="1910" r:id="rId105"/>
    <p:sldId id="1912" r:id="rId106"/>
    <p:sldId id="1911" r:id="rId107"/>
    <p:sldId id="1913" r:id="rId108"/>
    <p:sldId id="1914" r:id="rId109"/>
    <p:sldId id="1915" r:id="rId110"/>
    <p:sldId id="1916" r:id="rId111"/>
    <p:sldId id="1917" r:id="rId112"/>
    <p:sldId id="1918" r:id="rId113"/>
    <p:sldId id="1920" r:id="rId114"/>
    <p:sldId id="1921" r:id="rId115"/>
    <p:sldId id="1922" r:id="rId116"/>
    <p:sldId id="1924" r:id="rId117"/>
    <p:sldId id="1925" r:id="rId118"/>
    <p:sldId id="1926" r:id="rId119"/>
    <p:sldId id="1927" r:id="rId120"/>
    <p:sldId id="1928" r:id="rId121"/>
    <p:sldId id="1929" r:id="rId122"/>
    <p:sldId id="1930" r:id="rId123"/>
    <p:sldId id="1931" r:id="rId124"/>
    <p:sldId id="1934" r:id="rId125"/>
    <p:sldId id="1935" r:id="rId126"/>
    <p:sldId id="1933" r:id="rId127"/>
    <p:sldId id="1936" r:id="rId128"/>
    <p:sldId id="1938" r:id="rId129"/>
    <p:sldId id="1939" r:id="rId130"/>
    <p:sldId id="1940" r:id="rId131"/>
    <p:sldId id="1941" r:id="rId132"/>
    <p:sldId id="1943" r:id="rId133"/>
    <p:sldId id="1944" r:id="rId134"/>
    <p:sldId id="1945" r:id="rId135"/>
    <p:sldId id="1947" r:id="rId136"/>
    <p:sldId id="1948" r:id="rId137"/>
    <p:sldId id="1951" r:id="rId138"/>
    <p:sldId id="1952" r:id="rId139"/>
    <p:sldId id="1954" r:id="rId140"/>
    <p:sldId id="1955" r:id="rId141"/>
    <p:sldId id="1957" r:id="rId142"/>
    <p:sldId id="1958" r:id="rId143"/>
    <p:sldId id="1956" r:id="rId144"/>
    <p:sldId id="1949" r:id="rId145"/>
    <p:sldId id="1950" r:id="rId146"/>
    <p:sldId id="1960" r:id="rId147"/>
    <p:sldId id="1959" r:id="rId148"/>
    <p:sldId id="1961" r:id="rId149"/>
    <p:sldId id="1962" r:id="rId150"/>
    <p:sldId id="1963" r:id="rId151"/>
    <p:sldId id="1964" r:id="rId152"/>
    <p:sldId id="1965" r:id="rId153"/>
    <p:sldId id="1966" r:id="rId154"/>
    <p:sldId id="1969" r:id="rId155"/>
    <p:sldId id="1970" r:id="rId156"/>
    <p:sldId id="1971" r:id="rId157"/>
    <p:sldId id="1974" r:id="rId158"/>
    <p:sldId id="1975" r:id="rId159"/>
    <p:sldId id="1976" r:id="rId160"/>
    <p:sldId id="1977" r:id="rId161"/>
    <p:sldId id="1978" r:id="rId162"/>
  </p:sldIdLst>
  <p:sldSz cx="12192000" cy="6858000"/>
  <p:notesSz cx="6858000" cy="9144000"/>
  <p:defaultTextStyle>
    <a:defPPr>
      <a:defRPr lang="en-US"/>
    </a:defPPr>
    <a:lvl1pPr algn="l" rtl="0" fontAlgn="base">
      <a:spcBef>
        <a:spcPct val="0"/>
      </a:spcBef>
      <a:spcAft>
        <a:spcPct val="0"/>
      </a:spcAft>
      <a:defRPr kern="1200">
        <a:solidFill>
          <a:schemeClr val="tx1"/>
        </a:solidFill>
        <a:latin typeface="Calibri" pitchFamily="34" charset="0"/>
        <a:ea typeface="+mn-ea"/>
        <a:cs typeface="Arial" charset="0"/>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p:defaultTextStyle>
  <p:extLst>
    <p:ext uri="{EFAFB233-063F-42B5-8137-9DF3F51BA10A}">
      <p15:sldGuideLst xmlns:p15="http://schemas.microsoft.com/office/powerpoint/2012/main">
        <p15:guide id="1" orient="horz" pos="2160">
          <p15:clr>
            <a:srgbClr val="A4A3A4"/>
          </p15:clr>
        </p15:guide>
        <p15:guide id="2" pos="3840">
          <p15:clr>
            <a:srgbClr val="A4A3A4"/>
          </p15:clr>
        </p15:guide>
      </p15:sldGuideLst>
    </p:ext>
    <p:ext uri="{2D200454-40CA-4A62-9FC3-DE9A4176ACB9}">
      <p15:notes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F0992F"/>
    <a:srgbClr val="83B14C"/>
    <a:srgbClr val="E9233C"/>
    <a:srgbClr val="900000"/>
    <a:srgbClr val="237DB9"/>
    <a:srgbClr val="D43E01"/>
    <a:srgbClr val="15AA96"/>
    <a:srgbClr val="5B9BD5"/>
    <a:srgbClr val="44546A"/>
    <a:srgbClr val="548235"/>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53747" autoAdjust="0"/>
    <p:restoredTop sz="94648"/>
  </p:normalViewPr>
  <p:slideViewPr>
    <p:cSldViewPr snapToGrid="0" snapToObjects="1">
      <p:cViewPr varScale="1">
        <p:scale>
          <a:sx n="56" d="100"/>
          <a:sy n="56" d="100"/>
        </p:scale>
        <p:origin x="192" y="1320"/>
      </p:cViewPr>
      <p:guideLst>
        <p:guide orient="horz" pos="2160"/>
        <p:guide pos="3840"/>
      </p:guideLst>
    </p:cSldViewPr>
  </p:slideViewPr>
  <p:notesTextViewPr>
    <p:cViewPr>
      <p:scale>
        <a:sx n="1" d="1"/>
        <a:sy n="1" d="1"/>
      </p:scale>
      <p:origin x="0" y="0"/>
    </p:cViewPr>
  </p:notesTextViewPr>
  <p:notesViewPr>
    <p:cSldViewPr snapToGrid="0" snapToObjects="1">
      <p:cViewPr varScale="1">
        <p:scale>
          <a:sx n="70" d="100"/>
          <a:sy n="70" d="100"/>
        </p:scale>
        <p:origin x="684" y="54"/>
      </p:cViewPr>
      <p:guideLst/>
    </p:cSldViewPr>
  </p:notesViewPr>
  <p:gridSpacing cx="72008" cy="72008"/>
</p:viewPr>
</file>

<file path=ppt/_rels/presentation.xml.rels><?xml version="1.0" encoding="UTF-8" standalone="yes"?>
<Relationships xmlns="http://schemas.openxmlformats.org/package/2006/relationships"><Relationship Id="rId142" Type="http://schemas.openxmlformats.org/officeDocument/2006/relationships/slide" Target="slides/slide95.xml"/><Relationship Id="rId143" Type="http://schemas.openxmlformats.org/officeDocument/2006/relationships/slide" Target="slides/slide96.xml"/><Relationship Id="rId144" Type="http://schemas.openxmlformats.org/officeDocument/2006/relationships/slide" Target="slides/slide97.xml"/><Relationship Id="rId145" Type="http://schemas.openxmlformats.org/officeDocument/2006/relationships/slide" Target="slides/slide98.xml"/><Relationship Id="rId146" Type="http://schemas.openxmlformats.org/officeDocument/2006/relationships/slide" Target="slides/slide99.xml"/><Relationship Id="rId147" Type="http://schemas.openxmlformats.org/officeDocument/2006/relationships/slide" Target="slides/slide100.xml"/><Relationship Id="rId148" Type="http://schemas.openxmlformats.org/officeDocument/2006/relationships/slide" Target="slides/slide101.xml"/><Relationship Id="rId149" Type="http://schemas.openxmlformats.org/officeDocument/2006/relationships/slide" Target="slides/slide102.xml"/><Relationship Id="rId40" Type="http://schemas.openxmlformats.org/officeDocument/2006/relationships/slideMaster" Target="slideMasters/slideMaster40.xml"/><Relationship Id="rId41" Type="http://schemas.openxmlformats.org/officeDocument/2006/relationships/slideMaster" Target="slideMasters/slideMaster41.xml"/><Relationship Id="rId42" Type="http://schemas.openxmlformats.org/officeDocument/2006/relationships/slideMaster" Target="slideMasters/slideMaster42.xml"/><Relationship Id="rId43" Type="http://schemas.openxmlformats.org/officeDocument/2006/relationships/slideMaster" Target="slideMasters/slideMaster43.xml"/><Relationship Id="rId44" Type="http://schemas.openxmlformats.org/officeDocument/2006/relationships/slideMaster" Target="slideMasters/slideMaster44.xml"/><Relationship Id="rId45" Type="http://schemas.openxmlformats.org/officeDocument/2006/relationships/slideMaster" Target="slideMasters/slideMaster45.xml"/><Relationship Id="rId46" Type="http://schemas.openxmlformats.org/officeDocument/2006/relationships/slideMaster" Target="slideMasters/slideMaster46.xml"/><Relationship Id="rId47" Type="http://schemas.openxmlformats.org/officeDocument/2006/relationships/slideMaster" Target="slideMasters/slideMaster47.xml"/><Relationship Id="rId48" Type="http://schemas.openxmlformats.org/officeDocument/2006/relationships/slide" Target="slides/slide1.xml"/><Relationship Id="rId49" Type="http://schemas.openxmlformats.org/officeDocument/2006/relationships/slide" Target="slides/slide2.xml"/><Relationship Id="rId80" Type="http://schemas.openxmlformats.org/officeDocument/2006/relationships/slide" Target="slides/slide33.xml"/><Relationship Id="rId81" Type="http://schemas.openxmlformats.org/officeDocument/2006/relationships/slide" Target="slides/slide34.xml"/><Relationship Id="rId82" Type="http://schemas.openxmlformats.org/officeDocument/2006/relationships/slide" Target="slides/slide35.xml"/><Relationship Id="rId83" Type="http://schemas.openxmlformats.org/officeDocument/2006/relationships/slide" Target="slides/slide36.xml"/><Relationship Id="rId84" Type="http://schemas.openxmlformats.org/officeDocument/2006/relationships/slide" Target="slides/slide37.xml"/><Relationship Id="rId85" Type="http://schemas.openxmlformats.org/officeDocument/2006/relationships/slide" Target="slides/slide38.xml"/><Relationship Id="rId86" Type="http://schemas.openxmlformats.org/officeDocument/2006/relationships/slide" Target="slides/slide39.xml"/><Relationship Id="rId87" Type="http://schemas.openxmlformats.org/officeDocument/2006/relationships/slide" Target="slides/slide40.xml"/><Relationship Id="rId88" Type="http://schemas.openxmlformats.org/officeDocument/2006/relationships/slide" Target="slides/slide41.xml"/><Relationship Id="rId89" Type="http://schemas.openxmlformats.org/officeDocument/2006/relationships/slide" Target="slides/slide42.xml"/><Relationship Id="rId110" Type="http://schemas.openxmlformats.org/officeDocument/2006/relationships/slide" Target="slides/slide63.xml"/><Relationship Id="rId111" Type="http://schemas.openxmlformats.org/officeDocument/2006/relationships/slide" Target="slides/slide64.xml"/><Relationship Id="rId112" Type="http://schemas.openxmlformats.org/officeDocument/2006/relationships/slide" Target="slides/slide65.xml"/><Relationship Id="rId113" Type="http://schemas.openxmlformats.org/officeDocument/2006/relationships/slide" Target="slides/slide66.xml"/><Relationship Id="rId114" Type="http://schemas.openxmlformats.org/officeDocument/2006/relationships/slide" Target="slides/slide67.xml"/><Relationship Id="rId115" Type="http://schemas.openxmlformats.org/officeDocument/2006/relationships/slide" Target="slides/slide68.xml"/><Relationship Id="rId116" Type="http://schemas.openxmlformats.org/officeDocument/2006/relationships/slide" Target="slides/slide69.xml"/><Relationship Id="rId117" Type="http://schemas.openxmlformats.org/officeDocument/2006/relationships/slide" Target="slides/slide70.xml"/><Relationship Id="rId118" Type="http://schemas.openxmlformats.org/officeDocument/2006/relationships/slide" Target="slides/slide71.xml"/><Relationship Id="rId119" Type="http://schemas.openxmlformats.org/officeDocument/2006/relationships/slide" Target="slides/slide72.xml"/><Relationship Id="rId150" Type="http://schemas.openxmlformats.org/officeDocument/2006/relationships/slide" Target="slides/slide103.xml"/><Relationship Id="rId151" Type="http://schemas.openxmlformats.org/officeDocument/2006/relationships/slide" Target="slides/slide104.xml"/><Relationship Id="rId152" Type="http://schemas.openxmlformats.org/officeDocument/2006/relationships/slide" Target="slides/slide105.xml"/><Relationship Id="rId10" Type="http://schemas.openxmlformats.org/officeDocument/2006/relationships/slideMaster" Target="slideMasters/slideMaster10.xml"/><Relationship Id="rId11" Type="http://schemas.openxmlformats.org/officeDocument/2006/relationships/slideMaster" Target="slideMasters/slideMaster11.xml"/><Relationship Id="rId12" Type="http://schemas.openxmlformats.org/officeDocument/2006/relationships/slideMaster" Target="slideMasters/slideMaster12.xml"/><Relationship Id="rId13" Type="http://schemas.openxmlformats.org/officeDocument/2006/relationships/slideMaster" Target="slideMasters/slideMaster13.xml"/><Relationship Id="rId14" Type="http://schemas.openxmlformats.org/officeDocument/2006/relationships/slideMaster" Target="slideMasters/slideMaster14.xml"/><Relationship Id="rId15" Type="http://schemas.openxmlformats.org/officeDocument/2006/relationships/slideMaster" Target="slideMasters/slideMaster15.xml"/><Relationship Id="rId16" Type="http://schemas.openxmlformats.org/officeDocument/2006/relationships/slideMaster" Target="slideMasters/slideMaster16.xml"/><Relationship Id="rId17" Type="http://schemas.openxmlformats.org/officeDocument/2006/relationships/slideMaster" Target="slideMasters/slideMaster17.xml"/><Relationship Id="rId18" Type="http://schemas.openxmlformats.org/officeDocument/2006/relationships/slideMaster" Target="slideMasters/slideMaster18.xml"/><Relationship Id="rId19" Type="http://schemas.openxmlformats.org/officeDocument/2006/relationships/slideMaster" Target="slideMasters/slideMaster19.xml"/><Relationship Id="rId153" Type="http://schemas.openxmlformats.org/officeDocument/2006/relationships/slide" Target="slides/slide106.xml"/><Relationship Id="rId154" Type="http://schemas.openxmlformats.org/officeDocument/2006/relationships/slide" Target="slides/slide107.xml"/><Relationship Id="rId155" Type="http://schemas.openxmlformats.org/officeDocument/2006/relationships/slide" Target="slides/slide108.xml"/><Relationship Id="rId156" Type="http://schemas.openxmlformats.org/officeDocument/2006/relationships/slide" Target="slides/slide109.xml"/><Relationship Id="rId157" Type="http://schemas.openxmlformats.org/officeDocument/2006/relationships/slide" Target="slides/slide110.xml"/><Relationship Id="rId158" Type="http://schemas.openxmlformats.org/officeDocument/2006/relationships/slide" Target="slides/slide111.xml"/><Relationship Id="rId159" Type="http://schemas.openxmlformats.org/officeDocument/2006/relationships/slide" Target="slides/slide112.xml"/><Relationship Id="rId50" Type="http://schemas.openxmlformats.org/officeDocument/2006/relationships/slide" Target="slides/slide3.xml"/><Relationship Id="rId51" Type="http://schemas.openxmlformats.org/officeDocument/2006/relationships/slide" Target="slides/slide4.xml"/><Relationship Id="rId52" Type="http://schemas.openxmlformats.org/officeDocument/2006/relationships/slide" Target="slides/slide5.xml"/><Relationship Id="rId53" Type="http://schemas.openxmlformats.org/officeDocument/2006/relationships/slide" Target="slides/slide6.xml"/><Relationship Id="rId54" Type="http://schemas.openxmlformats.org/officeDocument/2006/relationships/slide" Target="slides/slide7.xml"/><Relationship Id="rId55" Type="http://schemas.openxmlformats.org/officeDocument/2006/relationships/slide" Target="slides/slide8.xml"/><Relationship Id="rId56" Type="http://schemas.openxmlformats.org/officeDocument/2006/relationships/slide" Target="slides/slide9.xml"/><Relationship Id="rId57" Type="http://schemas.openxmlformats.org/officeDocument/2006/relationships/slide" Target="slides/slide10.xml"/><Relationship Id="rId58" Type="http://schemas.openxmlformats.org/officeDocument/2006/relationships/slide" Target="slides/slide11.xml"/><Relationship Id="rId59" Type="http://schemas.openxmlformats.org/officeDocument/2006/relationships/slide" Target="slides/slide12.xml"/><Relationship Id="rId90" Type="http://schemas.openxmlformats.org/officeDocument/2006/relationships/slide" Target="slides/slide43.xml"/><Relationship Id="rId91" Type="http://schemas.openxmlformats.org/officeDocument/2006/relationships/slide" Target="slides/slide44.xml"/><Relationship Id="rId92" Type="http://schemas.openxmlformats.org/officeDocument/2006/relationships/slide" Target="slides/slide45.xml"/><Relationship Id="rId93" Type="http://schemas.openxmlformats.org/officeDocument/2006/relationships/slide" Target="slides/slide46.xml"/><Relationship Id="rId94" Type="http://schemas.openxmlformats.org/officeDocument/2006/relationships/slide" Target="slides/slide47.xml"/><Relationship Id="rId95" Type="http://schemas.openxmlformats.org/officeDocument/2006/relationships/slide" Target="slides/slide48.xml"/><Relationship Id="rId96" Type="http://schemas.openxmlformats.org/officeDocument/2006/relationships/slide" Target="slides/slide49.xml"/><Relationship Id="rId97" Type="http://schemas.openxmlformats.org/officeDocument/2006/relationships/slide" Target="slides/slide50.xml"/><Relationship Id="rId98" Type="http://schemas.openxmlformats.org/officeDocument/2006/relationships/slide" Target="slides/slide51.xml"/><Relationship Id="rId99" Type="http://schemas.openxmlformats.org/officeDocument/2006/relationships/slide" Target="slides/slide52.xml"/><Relationship Id="rId120" Type="http://schemas.openxmlformats.org/officeDocument/2006/relationships/slide" Target="slides/slide73.xml"/><Relationship Id="rId121" Type="http://schemas.openxmlformats.org/officeDocument/2006/relationships/slide" Target="slides/slide74.xml"/><Relationship Id="rId122" Type="http://schemas.openxmlformats.org/officeDocument/2006/relationships/slide" Target="slides/slide75.xml"/><Relationship Id="rId123" Type="http://schemas.openxmlformats.org/officeDocument/2006/relationships/slide" Target="slides/slide76.xml"/><Relationship Id="rId124" Type="http://schemas.openxmlformats.org/officeDocument/2006/relationships/slide" Target="slides/slide77.xml"/><Relationship Id="rId125" Type="http://schemas.openxmlformats.org/officeDocument/2006/relationships/slide" Target="slides/slide78.xml"/><Relationship Id="rId126" Type="http://schemas.openxmlformats.org/officeDocument/2006/relationships/slide" Target="slides/slide79.xml"/><Relationship Id="rId127" Type="http://schemas.openxmlformats.org/officeDocument/2006/relationships/slide" Target="slides/slide80.xml"/><Relationship Id="rId128" Type="http://schemas.openxmlformats.org/officeDocument/2006/relationships/slide" Target="slides/slide81.xml"/><Relationship Id="rId129" Type="http://schemas.openxmlformats.org/officeDocument/2006/relationships/slide" Target="slides/slide82.xml"/><Relationship Id="rId160" Type="http://schemas.openxmlformats.org/officeDocument/2006/relationships/slide" Target="slides/slide113.xml"/><Relationship Id="rId161" Type="http://schemas.openxmlformats.org/officeDocument/2006/relationships/slide" Target="slides/slide114.xml"/><Relationship Id="rId162" Type="http://schemas.openxmlformats.org/officeDocument/2006/relationships/slide" Target="slides/slide115.xml"/><Relationship Id="rId20" Type="http://schemas.openxmlformats.org/officeDocument/2006/relationships/slideMaster" Target="slideMasters/slideMaster20.xml"/><Relationship Id="rId21" Type="http://schemas.openxmlformats.org/officeDocument/2006/relationships/slideMaster" Target="slideMasters/slideMaster21.xml"/><Relationship Id="rId22" Type="http://schemas.openxmlformats.org/officeDocument/2006/relationships/slideMaster" Target="slideMasters/slideMaster22.xml"/><Relationship Id="rId23" Type="http://schemas.openxmlformats.org/officeDocument/2006/relationships/slideMaster" Target="slideMasters/slideMaster23.xml"/><Relationship Id="rId24" Type="http://schemas.openxmlformats.org/officeDocument/2006/relationships/slideMaster" Target="slideMasters/slideMaster24.xml"/><Relationship Id="rId25" Type="http://schemas.openxmlformats.org/officeDocument/2006/relationships/slideMaster" Target="slideMasters/slideMaster25.xml"/><Relationship Id="rId26" Type="http://schemas.openxmlformats.org/officeDocument/2006/relationships/slideMaster" Target="slideMasters/slideMaster26.xml"/><Relationship Id="rId27" Type="http://schemas.openxmlformats.org/officeDocument/2006/relationships/slideMaster" Target="slideMasters/slideMaster27.xml"/><Relationship Id="rId28" Type="http://schemas.openxmlformats.org/officeDocument/2006/relationships/slideMaster" Target="slideMasters/slideMaster28.xml"/><Relationship Id="rId29" Type="http://schemas.openxmlformats.org/officeDocument/2006/relationships/slideMaster" Target="slideMasters/slideMaster29.xml"/><Relationship Id="rId163" Type="http://schemas.openxmlformats.org/officeDocument/2006/relationships/notesMaster" Target="notesMasters/notesMaster1.xml"/><Relationship Id="rId164" Type="http://schemas.openxmlformats.org/officeDocument/2006/relationships/presProps" Target="presProps.xml"/><Relationship Id="rId165" Type="http://schemas.openxmlformats.org/officeDocument/2006/relationships/viewProps" Target="viewProps.xml"/><Relationship Id="rId166" Type="http://schemas.openxmlformats.org/officeDocument/2006/relationships/theme" Target="theme/theme1.xml"/><Relationship Id="rId167" Type="http://schemas.openxmlformats.org/officeDocument/2006/relationships/tableStyles" Target="tableStyles.xml"/><Relationship Id="rId60" Type="http://schemas.openxmlformats.org/officeDocument/2006/relationships/slide" Target="slides/slide13.xml"/><Relationship Id="rId61" Type="http://schemas.openxmlformats.org/officeDocument/2006/relationships/slide" Target="slides/slide14.xml"/><Relationship Id="rId62" Type="http://schemas.openxmlformats.org/officeDocument/2006/relationships/slide" Target="slides/slide15.xml"/><Relationship Id="rId63" Type="http://schemas.openxmlformats.org/officeDocument/2006/relationships/slide" Target="slides/slide16.xml"/><Relationship Id="rId64" Type="http://schemas.openxmlformats.org/officeDocument/2006/relationships/slide" Target="slides/slide17.xml"/><Relationship Id="rId65" Type="http://schemas.openxmlformats.org/officeDocument/2006/relationships/slide" Target="slides/slide18.xml"/><Relationship Id="rId66" Type="http://schemas.openxmlformats.org/officeDocument/2006/relationships/slide" Target="slides/slide19.xml"/><Relationship Id="rId67" Type="http://schemas.openxmlformats.org/officeDocument/2006/relationships/slide" Target="slides/slide20.xml"/><Relationship Id="rId68" Type="http://schemas.openxmlformats.org/officeDocument/2006/relationships/slide" Target="slides/slide21.xml"/><Relationship Id="rId69" Type="http://schemas.openxmlformats.org/officeDocument/2006/relationships/slide" Target="slides/slide22.xml"/><Relationship Id="rId130" Type="http://schemas.openxmlformats.org/officeDocument/2006/relationships/slide" Target="slides/slide83.xml"/><Relationship Id="rId131" Type="http://schemas.openxmlformats.org/officeDocument/2006/relationships/slide" Target="slides/slide84.xml"/><Relationship Id="rId132" Type="http://schemas.openxmlformats.org/officeDocument/2006/relationships/slide" Target="slides/slide85.xml"/><Relationship Id="rId133" Type="http://schemas.openxmlformats.org/officeDocument/2006/relationships/slide" Target="slides/slide86.xml"/><Relationship Id="rId134" Type="http://schemas.openxmlformats.org/officeDocument/2006/relationships/slide" Target="slides/slide87.xml"/><Relationship Id="rId135" Type="http://schemas.openxmlformats.org/officeDocument/2006/relationships/slide" Target="slides/slide88.xml"/><Relationship Id="rId136" Type="http://schemas.openxmlformats.org/officeDocument/2006/relationships/slide" Target="slides/slide89.xml"/><Relationship Id="rId137" Type="http://schemas.openxmlformats.org/officeDocument/2006/relationships/slide" Target="slides/slide90.xml"/><Relationship Id="rId138" Type="http://schemas.openxmlformats.org/officeDocument/2006/relationships/slide" Target="slides/slide91.xml"/><Relationship Id="rId139" Type="http://schemas.openxmlformats.org/officeDocument/2006/relationships/slide" Target="slides/slide92.xml"/><Relationship Id="rId30" Type="http://schemas.openxmlformats.org/officeDocument/2006/relationships/slideMaster" Target="slideMasters/slideMaster30.xml"/><Relationship Id="rId31" Type="http://schemas.openxmlformats.org/officeDocument/2006/relationships/slideMaster" Target="slideMasters/slideMaster31.xml"/><Relationship Id="rId32" Type="http://schemas.openxmlformats.org/officeDocument/2006/relationships/slideMaster" Target="slideMasters/slideMaster32.xml"/><Relationship Id="rId33" Type="http://schemas.openxmlformats.org/officeDocument/2006/relationships/slideMaster" Target="slideMasters/slideMaster33.xml"/><Relationship Id="rId34" Type="http://schemas.openxmlformats.org/officeDocument/2006/relationships/slideMaster" Target="slideMasters/slideMaster34.xml"/><Relationship Id="rId35" Type="http://schemas.openxmlformats.org/officeDocument/2006/relationships/slideMaster" Target="slideMasters/slideMaster35.xml"/><Relationship Id="rId36" Type="http://schemas.openxmlformats.org/officeDocument/2006/relationships/slideMaster" Target="slideMasters/slideMaster36.xml"/><Relationship Id="rId37" Type="http://schemas.openxmlformats.org/officeDocument/2006/relationships/slideMaster" Target="slideMasters/slideMaster37.xml"/><Relationship Id="rId38" Type="http://schemas.openxmlformats.org/officeDocument/2006/relationships/slideMaster" Target="slideMasters/slideMaster38.xml"/><Relationship Id="rId39" Type="http://schemas.openxmlformats.org/officeDocument/2006/relationships/slideMaster" Target="slideMasters/slideMaster39.xml"/><Relationship Id="rId70" Type="http://schemas.openxmlformats.org/officeDocument/2006/relationships/slide" Target="slides/slide23.xml"/><Relationship Id="rId71" Type="http://schemas.openxmlformats.org/officeDocument/2006/relationships/slide" Target="slides/slide24.xml"/><Relationship Id="rId72" Type="http://schemas.openxmlformats.org/officeDocument/2006/relationships/slide" Target="slides/slide25.xml"/><Relationship Id="rId73" Type="http://schemas.openxmlformats.org/officeDocument/2006/relationships/slide" Target="slides/slide26.xml"/><Relationship Id="rId74" Type="http://schemas.openxmlformats.org/officeDocument/2006/relationships/slide" Target="slides/slide27.xml"/><Relationship Id="rId75" Type="http://schemas.openxmlformats.org/officeDocument/2006/relationships/slide" Target="slides/slide28.xml"/><Relationship Id="rId76" Type="http://schemas.openxmlformats.org/officeDocument/2006/relationships/slide" Target="slides/slide29.xml"/><Relationship Id="rId77" Type="http://schemas.openxmlformats.org/officeDocument/2006/relationships/slide" Target="slides/slide30.xml"/><Relationship Id="rId78" Type="http://schemas.openxmlformats.org/officeDocument/2006/relationships/slide" Target="slides/slide31.xml"/><Relationship Id="rId79" Type="http://schemas.openxmlformats.org/officeDocument/2006/relationships/slide" Target="slides/slide32.xml"/><Relationship Id="rId1" Type="http://schemas.openxmlformats.org/officeDocument/2006/relationships/slideMaster" Target="slideMasters/slideMaster1.xml"/><Relationship Id="rId2" Type="http://schemas.openxmlformats.org/officeDocument/2006/relationships/slideMaster" Target="slideMasters/slideMaster2.xml"/><Relationship Id="rId3" Type="http://schemas.openxmlformats.org/officeDocument/2006/relationships/slideMaster" Target="slideMasters/slideMaster3.xml"/><Relationship Id="rId4" Type="http://schemas.openxmlformats.org/officeDocument/2006/relationships/slideMaster" Target="slideMasters/slideMaster4.xml"/><Relationship Id="rId100" Type="http://schemas.openxmlformats.org/officeDocument/2006/relationships/slide" Target="slides/slide53.xml"/><Relationship Id="rId101" Type="http://schemas.openxmlformats.org/officeDocument/2006/relationships/slide" Target="slides/slide54.xml"/><Relationship Id="rId102" Type="http://schemas.openxmlformats.org/officeDocument/2006/relationships/slide" Target="slides/slide55.xml"/><Relationship Id="rId103" Type="http://schemas.openxmlformats.org/officeDocument/2006/relationships/slide" Target="slides/slide56.xml"/><Relationship Id="rId104" Type="http://schemas.openxmlformats.org/officeDocument/2006/relationships/slide" Target="slides/slide57.xml"/><Relationship Id="rId105" Type="http://schemas.openxmlformats.org/officeDocument/2006/relationships/slide" Target="slides/slide58.xml"/><Relationship Id="rId106" Type="http://schemas.openxmlformats.org/officeDocument/2006/relationships/slide" Target="slides/slide59.xml"/><Relationship Id="rId107" Type="http://schemas.openxmlformats.org/officeDocument/2006/relationships/slide" Target="slides/slide60.xml"/><Relationship Id="rId108" Type="http://schemas.openxmlformats.org/officeDocument/2006/relationships/slide" Target="slides/slide61.xml"/><Relationship Id="rId109" Type="http://schemas.openxmlformats.org/officeDocument/2006/relationships/slide" Target="slides/slide62.xml"/><Relationship Id="rId5" Type="http://schemas.openxmlformats.org/officeDocument/2006/relationships/slideMaster" Target="slideMasters/slideMaster5.xml"/><Relationship Id="rId6" Type="http://schemas.openxmlformats.org/officeDocument/2006/relationships/slideMaster" Target="slideMasters/slideMaster6.xml"/><Relationship Id="rId7" Type="http://schemas.openxmlformats.org/officeDocument/2006/relationships/slideMaster" Target="slideMasters/slideMaster7.xml"/><Relationship Id="rId8" Type="http://schemas.openxmlformats.org/officeDocument/2006/relationships/slideMaster" Target="slideMasters/slideMaster8.xml"/><Relationship Id="rId9" Type="http://schemas.openxmlformats.org/officeDocument/2006/relationships/slideMaster" Target="slideMasters/slideMaster9.xml"/><Relationship Id="rId140" Type="http://schemas.openxmlformats.org/officeDocument/2006/relationships/slide" Target="slides/slide93.xml"/><Relationship Id="rId141" Type="http://schemas.openxmlformats.org/officeDocument/2006/relationships/slide" Target="slides/slide94.xml"/></Relationships>
</file>

<file path=ppt/diagrams/colors1.xml><?xml version="1.0" encoding="utf-8"?>
<dgm:colorsDef xmlns:dgm="http://schemas.openxmlformats.org/drawingml/2006/diagram" xmlns:a="http://schemas.openxmlformats.org/drawingml/2006/main" uniqueId="urn:microsoft.com/office/officeart/2005/8/colors/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8.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9.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4BFCCB4C-EDE3-4F84-97E9-A3FD1E50F481}" type="doc">
      <dgm:prSet loTypeId="urn:microsoft.com/office/officeart/2009/3/layout/IncreasingArrowsProcess" loCatId="process" qsTypeId="urn:microsoft.com/office/officeart/2005/8/quickstyle/simple1" qsCatId="simple" csTypeId="urn:microsoft.com/office/officeart/2005/8/colors/colorful1" csCatId="colorful" phldr="1"/>
      <dgm:spPr/>
      <dgm:t>
        <a:bodyPr/>
        <a:lstStyle/>
        <a:p>
          <a:endParaRPr lang="en-US"/>
        </a:p>
      </dgm:t>
    </dgm:pt>
    <dgm:pt modelId="{8C055561-F760-47A7-86EF-87E3048BFC60}">
      <dgm:prSet phldrT="[Text]" custT="1"/>
      <dgm:spPr>
        <a:solidFill>
          <a:srgbClr val="C00000"/>
        </a:solidFill>
      </dgm:spPr>
      <dgm:t>
        <a:bodyPr/>
        <a:lstStyle/>
        <a:p>
          <a:pPr rtl="1"/>
          <a:r>
            <a:rPr lang="ar-SA" sz="3600" b="1" dirty="0" smtClean="0"/>
            <a:t>أولاً</a:t>
          </a:r>
          <a:endParaRPr lang="en-US" sz="3200" b="1" dirty="0" smtClean="0"/>
        </a:p>
      </dgm:t>
    </dgm:pt>
    <dgm:pt modelId="{C6855283-3A7E-4B66-B41E-E26516066D1E}" type="parTrans" cxnId="{2383C7CC-B0A7-486A-A78E-7A53ECD3D746}">
      <dgm:prSet/>
      <dgm:spPr/>
      <dgm:t>
        <a:bodyPr/>
        <a:lstStyle/>
        <a:p>
          <a:endParaRPr lang="en-US"/>
        </a:p>
      </dgm:t>
    </dgm:pt>
    <dgm:pt modelId="{4970CA3C-C1B7-490E-A8A7-BE6E849BBDB2}" type="sibTrans" cxnId="{2383C7CC-B0A7-486A-A78E-7A53ECD3D746}">
      <dgm:prSet/>
      <dgm:spPr/>
      <dgm:t>
        <a:bodyPr/>
        <a:lstStyle/>
        <a:p>
          <a:endParaRPr lang="en-US"/>
        </a:p>
      </dgm:t>
    </dgm:pt>
    <dgm:pt modelId="{CAF88B9A-1A3B-40CF-82A3-7FB6D1560E66}">
      <dgm:prSet phldrT="[Text]" custT="1"/>
      <dgm:spPr>
        <a:solidFill>
          <a:srgbClr val="002060"/>
        </a:solidFill>
      </dgm:spPr>
      <dgm:t>
        <a:bodyPr/>
        <a:lstStyle/>
        <a:p>
          <a:r>
            <a:rPr lang="id-ID" sz="2400" dirty="0" smtClean="0">
              <a:latin typeface="+mj-lt"/>
            </a:rPr>
            <a:t>               </a:t>
          </a:r>
          <a:r>
            <a:rPr lang="ar-SA" sz="3600" b="1" dirty="0" smtClean="0">
              <a:latin typeface="+mj-lt"/>
            </a:rPr>
            <a:t>ثانياً</a:t>
          </a:r>
          <a:endParaRPr lang="en-US" sz="2400" b="1" dirty="0" smtClean="0">
            <a:latin typeface="+mj-lt"/>
          </a:endParaRPr>
        </a:p>
      </dgm:t>
    </dgm:pt>
    <dgm:pt modelId="{A1F36D7F-236E-4182-9D63-C5CA55051E5A}" type="parTrans" cxnId="{0603C6A2-0ED0-46AB-B234-2D683FD78E77}">
      <dgm:prSet/>
      <dgm:spPr/>
      <dgm:t>
        <a:bodyPr/>
        <a:lstStyle/>
        <a:p>
          <a:endParaRPr lang="en-US"/>
        </a:p>
      </dgm:t>
    </dgm:pt>
    <dgm:pt modelId="{04C79982-8B1E-4394-99A9-D33B1FD3BEB2}" type="sibTrans" cxnId="{0603C6A2-0ED0-46AB-B234-2D683FD78E77}">
      <dgm:prSet/>
      <dgm:spPr/>
      <dgm:t>
        <a:bodyPr/>
        <a:lstStyle/>
        <a:p>
          <a:endParaRPr lang="en-US"/>
        </a:p>
      </dgm:t>
    </dgm:pt>
    <dgm:pt modelId="{1DDDD07C-E697-49C1-B36B-60E196698460}" type="pres">
      <dgm:prSet presAssocID="{4BFCCB4C-EDE3-4F84-97E9-A3FD1E50F481}" presName="Name0" presStyleCnt="0">
        <dgm:presLayoutVars>
          <dgm:chMax val="5"/>
          <dgm:chPref val="5"/>
          <dgm:dir/>
          <dgm:animLvl val="lvl"/>
        </dgm:presLayoutVars>
      </dgm:prSet>
      <dgm:spPr/>
      <dgm:t>
        <a:bodyPr/>
        <a:lstStyle/>
        <a:p>
          <a:endParaRPr lang="en-US"/>
        </a:p>
      </dgm:t>
    </dgm:pt>
    <dgm:pt modelId="{B9C58491-6977-44BF-A47A-FE1E5D4EDCF5}" type="pres">
      <dgm:prSet presAssocID="{8C055561-F760-47A7-86EF-87E3048BFC60}" presName="parentText1" presStyleLbl="node1" presStyleIdx="0" presStyleCnt="2" custScaleX="74267" custScaleY="127666" custLinFactNeighborX="40" custLinFactNeighborY="-33450">
        <dgm:presLayoutVars>
          <dgm:chMax/>
          <dgm:chPref val="3"/>
          <dgm:bulletEnabled val="1"/>
        </dgm:presLayoutVars>
      </dgm:prSet>
      <dgm:spPr/>
      <dgm:t>
        <a:bodyPr/>
        <a:lstStyle/>
        <a:p>
          <a:endParaRPr lang="en-US"/>
        </a:p>
      </dgm:t>
    </dgm:pt>
    <dgm:pt modelId="{FD788759-3423-4F29-9A6E-7DEBD1F7DFE8}" type="pres">
      <dgm:prSet presAssocID="{CAF88B9A-1A3B-40CF-82A3-7FB6D1560E66}" presName="parentText2" presStyleLbl="node1" presStyleIdx="1" presStyleCnt="2" custScaleX="87677" custScaleY="136265" custLinFactNeighborX="12793" custLinFactNeighborY="94875">
        <dgm:presLayoutVars>
          <dgm:chMax/>
          <dgm:chPref val="3"/>
          <dgm:bulletEnabled val="1"/>
        </dgm:presLayoutVars>
      </dgm:prSet>
      <dgm:spPr/>
      <dgm:t>
        <a:bodyPr/>
        <a:lstStyle/>
        <a:p>
          <a:endParaRPr lang="en-US"/>
        </a:p>
      </dgm:t>
    </dgm:pt>
  </dgm:ptLst>
  <dgm:cxnLst>
    <dgm:cxn modelId="{0603C6A2-0ED0-46AB-B234-2D683FD78E77}" srcId="{4BFCCB4C-EDE3-4F84-97E9-A3FD1E50F481}" destId="{CAF88B9A-1A3B-40CF-82A3-7FB6D1560E66}" srcOrd="1" destOrd="0" parTransId="{A1F36D7F-236E-4182-9D63-C5CA55051E5A}" sibTransId="{04C79982-8B1E-4394-99A9-D33B1FD3BEB2}"/>
    <dgm:cxn modelId="{0ED66DDD-A5BC-454F-99D7-840826456115}" type="presOf" srcId="{CAF88B9A-1A3B-40CF-82A3-7FB6D1560E66}" destId="{FD788759-3423-4F29-9A6E-7DEBD1F7DFE8}" srcOrd="0" destOrd="0" presId="urn:microsoft.com/office/officeart/2009/3/layout/IncreasingArrowsProcess"/>
    <dgm:cxn modelId="{2383C7CC-B0A7-486A-A78E-7A53ECD3D746}" srcId="{4BFCCB4C-EDE3-4F84-97E9-A3FD1E50F481}" destId="{8C055561-F760-47A7-86EF-87E3048BFC60}" srcOrd="0" destOrd="0" parTransId="{C6855283-3A7E-4B66-B41E-E26516066D1E}" sibTransId="{4970CA3C-C1B7-490E-A8A7-BE6E849BBDB2}"/>
    <dgm:cxn modelId="{78DD6B1B-2746-4DC2-BDED-681584D6B5EE}" type="presOf" srcId="{8C055561-F760-47A7-86EF-87E3048BFC60}" destId="{B9C58491-6977-44BF-A47A-FE1E5D4EDCF5}" srcOrd="0" destOrd="0" presId="urn:microsoft.com/office/officeart/2009/3/layout/IncreasingArrowsProcess"/>
    <dgm:cxn modelId="{0A41B946-E1D2-410C-ADA6-1CED4B2059B5}" type="presOf" srcId="{4BFCCB4C-EDE3-4F84-97E9-A3FD1E50F481}" destId="{1DDDD07C-E697-49C1-B36B-60E196698460}" srcOrd="0" destOrd="0" presId="urn:microsoft.com/office/officeart/2009/3/layout/IncreasingArrowsProcess"/>
    <dgm:cxn modelId="{ECEA247C-46E1-454C-9872-7ACE4C80B819}" type="presParOf" srcId="{1DDDD07C-E697-49C1-B36B-60E196698460}" destId="{B9C58491-6977-44BF-A47A-FE1E5D4EDCF5}" srcOrd="0" destOrd="0" presId="urn:microsoft.com/office/officeart/2009/3/layout/IncreasingArrowsProcess"/>
    <dgm:cxn modelId="{5F6725BC-B017-43CB-A024-D0810B1245C4}" type="presParOf" srcId="{1DDDD07C-E697-49C1-B36B-60E196698460}" destId="{FD788759-3423-4F29-9A6E-7DEBD1F7DFE8}" srcOrd="1" destOrd="0" presId="urn:microsoft.com/office/officeart/2009/3/layout/IncreasingArrowsProcess"/>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4BFCCB4C-EDE3-4F84-97E9-A3FD1E50F481}" type="doc">
      <dgm:prSet loTypeId="urn:microsoft.com/office/officeart/2009/3/layout/IncreasingArrowsProcess" loCatId="process" qsTypeId="urn:microsoft.com/office/officeart/2005/8/quickstyle/simple1" qsCatId="simple" csTypeId="urn:microsoft.com/office/officeart/2005/8/colors/colorful1" csCatId="colorful" phldr="1"/>
      <dgm:spPr/>
      <dgm:t>
        <a:bodyPr/>
        <a:lstStyle/>
        <a:p>
          <a:endParaRPr lang="en-US"/>
        </a:p>
      </dgm:t>
    </dgm:pt>
    <dgm:pt modelId="{8C055561-F760-47A7-86EF-87E3048BFC60}">
      <dgm:prSet phldrT="[Text]" custT="1"/>
      <dgm:spPr/>
      <dgm:t>
        <a:bodyPr/>
        <a:lstStyle/>
        <a:p>
          <a:pPr rtl="1"/>
          <a:r>
            <a:rPr lang="ar-SA" sz="3600" b="1" dirty="0" smtClean="0"/>
            <a:t>ثالثاً</a:t>
          </a:r>
          <a:endParaRPr lang="en-US" sz="3200" b="1" dirty="0" smtClean="0"/>
        </a:p>
      </dgm:t>
    </dgm:pt>
    <dgm:pt modelId="{C6855283-3A7E-4B66-B41E-E26516066D1E}" type="parTrans" cxnId="{2383C7CC-B0A7-486A-A78E-7A53ECD3D746}">
      <dgm:prSet/>
      <dgm:spPr/>
      <dgm:t>
        <a:bodyPr/>
        <a:lstStyle/>
        <a:p>
          <a:endParaRPr lang="en-US"/>
        </a:p>
      </dgm:t>
    </dgm:pt>
    <dgm:pt modelId="{4970CA3C-C1B7-490E-A8A7-BE6E849BBDB2}" type="sibTrans" cxnId="{2383C7CC-B0A7-486A-A78E-7A53ECD3D746}">
      <dgm:prSet/>
      <dgm:spPr/>
      <dgm:t>
        <a:bodyPr/>
        <a:lstStyle/>
        <a:p>
          <a:endParaRPr lang="en-US"/>
        </a:p>
      </dgm:t>
    </dgm:pt>
    <dgm:pt modelId="{CAF88B9A-1A3B-40CF-82A3-7FB6D1560E66}">
      <dgm:prSet phldrT="[Text]" custT="1"/>
      <dgm:spPr/>
      <dgm:t>
        <a:bodyPr/>
        <a:lstStyle/>
        <a:p>
          <a:pPr algn="ctr"/>
          <a:r>
            <a:rPr lang="id-ID" sz="2400" dirty="0" smtClean="0">
              <a:latin typeface="+mj-lt"/>
            </a:rPr>
            <a:t>               </a:t>
          </a:r>
          <a:r>
            <a:rPr lang="ar-SA" sz="3600" b="1" dirty="0" smtClean="0">
              <a:latin typeface="+mj-lt"/>
            </a:rPr>
            <a:t>رابعاً</a:t>
          </a:r>
          <a:endParaRPr lang="en-US" sz="2400" b="1" dirty="0" smtClean="0">
            <a:latin typeface="+mj-lt"/>
          </a:endParaRPr>
        </a:p>
      </dgm:t>
    </dgm:pt>
    <dgm:pt modelId="{A1F36D7F-236E-4182-9D63-C5CA55051E5A}" type="parTrans" cxnId="{0603C6A2-0ED0-46AB-B234-2D683FD78E77}">
      <dgm:prSet/>
      <dgm:spPr/>
      <dgm:t>
        <a:bodyPr/>
        <a:lstStyle/>
        <a:p>
          <a:endParaRPr lang="en-US"/>
        </a:p>
      </dgm:t>
    </dgm:pt>
    <dgm:pt modelId="{04C79982-8B1E-4394-99A9-D33B1FD3BEB2}" type="sibTrans" cxnId="{0603C6A2-0ED0-46AB-B234-2D683FD78E77}">
      <dgm:prSet/>
      <dgm:spPr/>
      <dgm:t>
        <a:bodyPr/>
        <a:lstStyle/>
        <a:p>
          <a:endParaRPr lang="en-US"/>
        </a:p>
      </dgm:t>
    </dgm:pt>
    <dgm:pt modelId="{0DB8272D-998F-4620-B95E-C2A32B17CDA2}">
      <dgm:prSet phldrT="[Text]" custT="1"/>
      <dgm:spPr/>
      <dgm:t>
        <a:bodyPr/>
        <a:lstStyle/>
        <a:p>
          <a:pPr algn="ctr"/>
          <a:r>
            <a:rPr lang="ar-SA" sz="3600" b="1" dirty="0" smtClean="0">
              <a:latin typeface="+mj-lt"/>
            </a:rPr>
            <a:t>خامسا</a:t>
          </a:r>
          <a:endParaRPr lang="en-US" sz="2400" b="1" dirty="0" smtClean="0">
            <a:latin typeface="+mj-lt"/>
          </a:endParaRPr>
        </a:p>
      </dgm:t>
    </dgm:pt>
    <dgm:pt modelId="{BE1B4E4C-1F25-4567-9FD2-BA5A33F78645}" type="parTrans" cxnId="{EAA5FDFA-F780-413B-B7E9-AB5C0004EE73}">
      <dgm:prSet/>
      <dgm:spPr/>
      <dgm:t>
        <a:bodyPr/>
        <a:lstStyle/>
        <a:p>
          <a:endParaRPr lang="en-US"/>
        </a:p>
      </dgm:t>
    </dgm:pt>
    <dgm:pt modelId="{8951BD99-DC8F-4681-A6C7-128BE0564FE5}" type="sibTrans" cxnId="{EAA5FDFA-F780-413B-B7E9-AB5C0004EE73}">
      <dgm:prSet/>
      <dgm:spPr/>
      <dgm:t>
        <a:bodyPr/>
        <a:lstStyle/>
        <a:p>
          <a:endParaRPr lang="en-US"/>
        </a:p>
      </dgm:t>
    </dgm:pt>
    <dgm:pt modelId="{1DDDD07C-E697-49C1-B36B-60E196698460}" type="pres">
      <dgm:prSet presAssocID="{4BFCCB4C-EDE3-4F84-97E9-A3FD1E50F481}" presName="Name0" presStyleCnt="0">
        <dgm:presLayoutVars>
          <dgm:chMax val="5"/>
          <dgm:chPref val="5"/>
          <dgm:dir/>
          <dgm:animLvl val="lvl"/>
        </dgm:presLayoutVars>
      </dgm:prSet>
      <dgm:spPr/>
      <dgm:t>
        <a:bodyPr/>
        <a:lstStyle/>
        <a:p>
          <a:endParaRPr lang="en-US"/>
        </a:p>
      </dgm:t>
    </dgm:pt>
    <dgm:pt modelId="{B9C58491-6977-44BF-A47A-FE1E5D4EDCF5}" type="pres">
      <dgm:prSet presAssocID="{8C055561-F760-47A7-86EF-87E3048BFC60}" presName="parentText1" presStyleLbl="node1" presStyleIdx="0" presStyleCnt="3" custScaleX="74267" custScaleY="127666" custLinFactNeighborX="40" custLinFactNeighborY="-33450">
        <dgm:presLayoutVars>
          <dgm:chMax/>
          <dgm:chPref val="3"/>
          <dgm:bulletEnabled val="1"/>
        </dgm:presLayoutVars>
      </dgm:prSet>
      <dgm:spPr/>
      <dgm:t>
        <a:bodyPr/>
        <a:lstStyle/>
        <a:p>
          <a:endParaRPr lang="en-US"/>
        </a:p>
      </dgm:t>
    </dgm:pt>
    <dgm:pt modelId="{FD788759-3423-4F29-9A6E-7DEBD1F7DFE8}" type="pres">
      <dgm:prSet presAssocID="{CAF88B9A-1A3B-40CF-82A3-7FB6D1560E66}" presName="parentText2" presStyleLbl="node1" presStyleIdx="1" presStyleCnt="3" custScaleX="87677" custScaleY="136265" custLinFactNeighborX="11530" custLinFactNeighborY="21174">
        <dgm:presLayoutVars>
          <dgm:chMax/>
          <dgm:chPref val="3"/>
          <dgm:bulletEnabled val="1"/>
        </dgm:presLayoutVars>
      </dgm:prSet>
      <dgm:spPr/>
      <dgm:t>
        <a:bodyPr/>
        <a:lstStyle/>
        <a:p>
          <a:endParaRPr lang="en-US"/>
        </a:p>
      </dgm:t>
    </dgm:pt>
    <dgm:pt modelId="{3C5138F7-F7EB-4421-9D29-30667609D5DF}" type="pres">
      <dgm:prSet presAssocID="{0DB8272D-998F-4620-B95E-C2A32B17CDA2}" presName="parentText3" presStyleLbl="node1" presStyleIdx="2" presStyleCnt="3" custScaleX="114854" custScaleY="127224" custLinFactY="43527" custLinFactNeighborX="20868" custLinFactNeighborY="100000">
        <dgm:presLayoutVars>
          <dgm:chMax/>
          <dgm:chPref val="3"/>
          <dgm:bulletEnabled val="1"/>
        </dgm:presLayoutVars>
      </dgm:prSet>
      <dgm:spPr/>
      <dgm:t>
        <a:bodyPr/>
        <a:lstStyle/>
        <a:p>
          <a:endParaRPr lang="en-US"/>
        </a:p>
      </dgm:t>
    </dgm:pt>
  </dgm:ptLst>
  <dgm:cxnLst>
    <dgm:cxn modelId="{0603C6A2-0ED0-46AB-B234-2D683FD78E77}" srcId="{4BFCCB4C-EDE3-4F84-97E9-A3FD1E50F481}" destId="{CAF88B9A-1A3B-40CF-82A3-7FB6D1560E66}" srcOrd="1" destOrd="0" parTransId="{A1F36D7F-236E-4182-9D63-C5CA55051E5A}" sibTransId="{04C79982-8B1E-4394-99A9-D33B1FD3BEB2}"/>
    <dgm:cxn modelId="{2383C7CC-B0A7-486A-A78E-7A53ECD3D746}" srcId="{4BFCCB4C-EDE3-4F84-97E9-A3FD1E50F481}" destId="{8C055561-F760-47A7-86EF-87E3048BFC60}" srcOrd="0" destOrd="0" parTransId="{C6855283-3A7E-4B66-B41E-E26516066D1E}" sibTransId="{4970CA3C-C1B7-490E-A8A7-BE6E849BBDB2}"/>
    <dgm:cxn modelId="{1B3F1FFD-7A02-4B61-9D11-928A0A4F5195}" type="presOf" srcId="{CAF88B9A-1A3B-40CF-82A3-7FB6D1560E66}" destId="{FD788759-3423-4F29-9A6E-7DEBD1F7DFE8}" srcOrd="0" destOrd="0" presId="urn:microsoft.com/office/officeart/2009/3/layout/IncreasingArrowsProcess"/>
    <dgm:cxn modelId="{2FB9413F-EE21-49DA-BC7F-49740BAC8CD9}" type="presOf" srcId="{8C055561-F760-47A7-86EF-87E3048BFC60}" destId="{B9C58491-6977-44BF-A47A-FE1E5D4EDCF5}" srcOrd="0" destOrd="0" presId="urn:microsoft.com/office/officeart/2009/3/layout/IncreasingArrowsProcess"/>
    <dgm:cxn modelId="{EAA5FDFA-F780-413B-B7E9-AB5C0004EE73}" srcId="{4BFCCB4C-EDE3-4F84-97E9-A3FD1E50F481}" destId="{0DB8272D-998F-4620-B95E-C2A32B17CDA2}" srcOrd="2" destOrd="0" parTransId="{BE1B4E4C-1F25-4567-9FD2-BA5A33F78645}" sibTransId="{8951BD99-DC8F-4681-A6C7-128BE0564FE5}"/>
    <dgm:cxn modelId="{4B063C9B-7DEF-4D6D-AB23-2191921059E2}" type="presOf" srcId="{0DB8272D-998F-4620-B95E-C2A32B17CDA2}" destId="{3C5138F7-F7EB-4421-9D29-30667609D5DF}" srcOrd="0" destOrd="0" presId="urn:microsoft.com/office/officeart/2009/3/layout/IncreasingArrowsProcess"/>
    <dgm:cxn modelId="{56F683DC-289C-4159-AA06-EFEDB1CF263E}" type="presOf" srcId="{4BFCCB4C-EDE3-4F84-97E9-A3FD1E50F481}" destId="{1DDDD07C-E697-49C1-B36B-60E196698460}" srcOrd="0" destOrd="0" presId="urn:microsoft.com/office/officeart/2009/3/layout/IncreasingArrowsProcess"/>
    <dgm:cxn modelId="{3D4D1076-9F4F-46EA-B759-EABA371CA096}" type="presParOf" srcId="{1DDDD07C-E697-49C1-B36B-60E196698460}" destId="{B9C58491-6977-44BF-A47A-FE1E5D4EDCF5}" srcOrd="0" destOrd="0" presId="urn:microsoft.com/office/officeart/2009/3/layout/IncreasingArrowsProcess"/>
    <dgm:cxn modelId="{1750DABC-8684-4C9B-A67B-3B5B9FEA64BD}" type="presParOf" srcId="{1DDDD07C-E697-49C1-B36B-60E196698460}" destId="{FD788759-3423-4F29-9A6E-7DEBD1F7DFE8}" srcOrd="1" destOrd="0" presId="urn:microsoft.com/office/officeart/2009/3/layout/IncreasingArrowsProcess"/>
    <dgm:cxn modelId="{8AED0472-70C8-4286-96CD-16760D1F99F7}" type="presParOf" srcId="{1DDDD07C-E697-49C1-B36B-60E196698460}" destId="{3C5138F7-F7EB-4421-9D29-30667609D5DF}" srcOrd="2" destOrd="0" presId="urn:microsoft.com/office/officeart/2009/3/layout/IncreasingArrowsProcess"/>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xml><?xml version="1.0" encoding="utf-8"?>
<dgm:dataModel xmlns:dgm="http://schemas.openxmlformats.org/drawingml/2006/diagram" xmlns:a="http://schemas.openxmlformats.org/drawingml/2006/main">
  <dgm:ptLst>
    <dgm:pt modelId="{70B4E3E7-92BD-4BA3-8C93-826D98F65609}" type="doc">
      <dgm:prSet loTypeId="urn:microsoft.com/office/officeart/2011/layout/ThemePictureAlternatingAccent" loCatId="picture" qsTypeId="urn:microsoft.com/office/officeart/2005/8/quickstyle/simple1" qsCatId="simple" csTypeId="urn:microsoft.com/office/officeart/2005/8/colors/accent1_2" csCatId="accent1" phldr="1"/>
      <dgm:spPr/>
      <dgm:t>
        <a:bodyPr/>
        <a:lstStyle/>
        <a:p>
          <a:endParaRPr lang="en-US"/>
        </a:p>
      </dgm:t>
    </dgm:pt>
    <dgm:pt modelId="{EF85E227-2C46-46B0-8C25-15ED58A3377E}">
      <dgm:prSet phldrT="[Text]"/>
      <dgm:spPr>
        <a:xfrm>
          <a:off x="3948074" y="2327184"/>
          <a:ext cx="4295851" cy="309195"/>
        </a:xfrm>
        <a:prstGeom prst="rect">
          <a:avLst/>
        </a:prstGeom>
        <a:noFill/>
        <a:ln w="12700" cap="flat" cmpd="sng" algn="ctr">
          <a:noFill/>
          <a:prstDash val="solid"/>
          <a:miter lim="800000"/>
        </a:ln>
        <a:effectLst/>
        <a:sp3d/>
      </dgm:spPr>
      <dgm:t>
        <a:bodyPr/>
        <a:lstStyle/>
        <a:p>
          <a:endParaRPr lang="en-US" dirty="0">
            <a:solidFill>
              <a:sysClr val="window" lastClr="FFFFFF"/>
            </a:solidFill>
            <a:latin typeface="Calibri"/>
            <a:ea typeface="+mn-ea"/>
            <a:cs typeface="+mn-cs"/>
          </a:endParaRPr>
        </a:p>
      </dgm:t>
    </dgm:pt>
    <dgm:pt modelId="{7F9D886D-9CFA-4563-A162-D72A4054237D}" type="parTrans" cxnId="{A19CA0E6-55BD-4F0C-8CDC-0110F4AD5309}">
      <dgm:prSet/>
      <dgm:spPr/>
      <dgm:t>
        <a:bodyPr/>
        <a:lstStyle/>
        <a:p>
          <a:endParaRPr lang="en-US"/>
        </a:p>
      </dgm:t>
    </dgm:pt>
    <dgm:pt modelId="{1136A496-F399-4DBF-9A3B-5C59A41A4C20}" type="sibTrans" cxnId="{A19CA0E6-55BD-4F0C-8CDC-0110F4AD5309}">
      <dgm:prSet/>
      <dgm:spPr/>
      <dgm:t>
        <a:bodyPr/>
        <a:lstStyle/>
        <a:p>
          <a:endParaRPr lang="en-US"/>
        </a:p>
      </dgm:t>
    </dgm:pt>
    <dgm:pt modelId="{402BF6D5-BC22-4BEB-9027-2D822CD0A19A}" type="pres">
      <dgm:prSet presAssocID="{70B4E3E7-92BD-4BA3-8C93-826D98F65609}" presName="Name0" presStyleCnt="0">
        <dgm:presLayoutVars>
          <dgm:chMax val="9"/>
          <dgm:chPref val="9"/>
        </dgm:presLayoutVars>
      </dgm:prSet>
      <dgm:spPr/>
      <dgm:t>
        <a:bodyPr/>
        <a:lstStyle/>
        <a:p>
          <a:endParaRPr lang="en-US"/>
        </a:p>
      </dgm:t>
    </dgm:pt>
    <dgm:pt modelId="{7F383395-A406-466B-9E8C-672150081A67}" type="pres">
      <dgm:prSet presAssocID="{EF85E227-2C46-46B0-8C25-15ED58A3377E}" presName="picture1" presStyleCnt="0"/>
      <dgm:spPr/>
    </dgm:pt>
    <dgm:pt modelId="{63E8F094-BB29-4F1C-8DE8-869308440306}" type="pres">
      <dgm:prSet presAssocID="{EF85E227-2C46-46B0-8C25-15ED58A3377E}" presName="picture" presStyleLbl="alignImgPlace1" presStyleIdx="0" presStyleCnt="1" custScaleX="283809" custScaleY="100000" custLinFactNeighborX="0" custLinFactNeighborY="10776"/>
      <dgm:spPr>
        <a:xfrm>
          <a:off x="-6" y="0"/>
          <a:ext cx="12192012" cy="2651760"/>
        </a:xfrm>
        <a:prstGeom prst="rect">
          <a:avLst/>
        </a:prstGeom>
        <a:solidFill>
          <a:srgbClr val="5B9BD5">
            <a:tint val="50000"/>
            <a:hueOff val="0"/>
            <a:satOff val="0"/>
            <a:lumOff val="0"/>
            <a:alphaOff val="0"/>
          </a:srgbClr>
        </a:solidFill>
        <a:ln w="12700" cap="flat" cmpd="sng" algn="ctr">
          <a:noFill/>
          <a:prstDash val="solid"/>
          <a:miter lim="800000"/>
        </a:ln>
        <a:effectLst/>
      </dgm:spPr>
      <dgm:t>
        <a:bodyPr/>
        <a:lstStyle/>
        <a:p>
          <a:endParaRPr lang="en-US"/>
        </a:p>
      </dgm:t>
    </dgm:pt>
    <dgm:pt modelId="{BF7C867C-0ECC-4DC7-8F13-5617889C754B}" type="pres">
      <dgm:prSet presAssocID="{EF85E227-2C46-46B0-8C25-15ED58A3377E}" presName="parent1" presStyleLbl="node1" presStyleIdx="0" presStyleCnt="0">
        <dgm:presLayoutVars>
          <dgm:chMax val="0"/>
          <dgm:chPref val="0"/>
          <dgm:bulletEnabled val="1"/>
        </dgm:presLayoutVars>
      </dgm:prSet>
      <dgm:spPr/>
      <dgm:t>
        <a:bodyPr/>
        <a:lstStyle/>
        <a:p>
          <a:endParaRPr lang="en-US"/>
        </a:p>
      </dgm:t>
    </dgm:pt>
  </dgm:ptLst>
  <dgm:cxnLst>
    <dgm:cxn modelId="{E5FCFA77-C64E-4BE0-B96E-8D8B40D4D3C8}" type="presOf" srcId="{EF85E227-2C46-46B0-8C25-15ED58A3377E}" destId="{BF7C867C-0ECC-4DC7-8F13-5617889C754B}" srcOrd="0" destOrd="0" presId="urn:microsoft.com/office/officeart/2011/layout/ThemePictureAlternatingAccent"/>
    <dgm:cxn modelId="{E687B735-271A-4FEB-BEED-3D259320DE0B}" type="presOf" srcId="{70B4E3E7-92BD-4BA3-8C93-826D98F65609}" destId="{402BF6D5-BC22-4BEB-9027-2D822CD0A19A}" srcOrd="0" destOrd="0" presId="urn:microsoft.com/office/officeart/2011/layout/ThemePictureAlternatingAccent"/>
    <dgm:cxn modelId="{A19CA0E6-55BD-4F0C-8CDC-0110F4AD5309}" srcId="{70B4E3E7-92BD-4BA3-8C93-826D98F65609}" destId="{EF85E227-2C46-46B0-8C25-15ED58A3377E}" srcOrd="0" destOrd="0" parTransId="{7F9D886D-9CFA-4563-A162-D72A4054237D}" sibTransId="{1136A496-F399-4DBF-9A3B-5C59A41A4C20}"/>
    <dgm:cxn modelId="{C3A1276D-40E5-46BF-9691-60F4AAF98F4C}" type="presParOf" srcId="{402BF6D5-BC22-4BEB-9027-2D822CD0A19A}" destId="{7F383395-A406-466B-9E8C-672150081A67}" srcOrd="0" destOrd="0" presId="urn:microsoft.com/office/officeart/2011/layout/ThemePictureAlternatingAccent"/>
    <dgm:cxn modelId="{0CFC60A0-D797-439F-9B60-695C1E7F3885}" type="presParOf" srcId="{7F383395-A406-466B-9E8C-672150081A67}" destId="{63E8F094-BB29-4F1C-8DE8-869308440306}" srcOrd="0" destOrd="0" presId="urn:microsoft.com/office/officeart/2011/layout/ThemePictureAlternatingAccent"/>
    <dgm:cxn modelId="{D787F019-A585-493D-9701-1B4BBB8C0229}" type="presParOf" srcId="{402BF6D5-BC22-4BEB-9027-2D822CD0A19A}" destId="{BF7C867C-0ECC-4DC7-8F13-5617889C754B}" srcOrd="1" destOrd="0" presId="urn:microsoft.com/office/officeart/2011/layout/ThemePictureAlternatingAccent"/>
  </dgm:cxnLst>
  <dgm:bg/>
  <dgm:whole>
    <a:ln>
      <a:noFill/>
    </a:ln>
  </dgm:whole>
  <dgm:extLst>
    <a:ext uri="http://schemas.microsoft.com/office/drawing/2008/diagram">
      <dsp:dataModelExt xmlns:dsp="http://schemas.microsoft.com/office/drawing/2008/diagram" relId="rId6" minVer="http://schemas.openxmlformats.org/drawingml/2006/diagram"/>
    </a:ext>
  </dgm:extLst>
</dgm:dataModel>
</file>

<file path=ppt/diagrams/data4.xml><?xml version="1.0" encoding="utf-8"?>
<dgm:dataModel xmlns:dgm="http://schemas.openxmlformats.org/drawingml/2006/diagram" xmlns:a="http://schemas.openxmlformats.org/drawingml/2006/main">
  <dgm:ptLst>
    <dgm:pt modelId="{70B4E3E7-92BD-4BA3-8C93-826D98F65609}" type="doc">
      <dgm:prSet loTypeId="urn:microsoft.com/office/officeart/2011/layout/ThemePictureAlternatingAccent" loCatId="picture" qsTypeId="urn:microsoft.com/office/officeart/2005/8/quickstyle/simple1" qsCatId="simple" csTypeId="urn:microsoft.com/office/officeart/2005/8/colors/accent1_2" csCatId="accent1" phldr="1"/>
      <dgm:spPr/>
      <dgm:t>
        <a:bodyPr/>
        <a:lstStyle/>
        <a:p>
          <a:endParaRPr lang="en-US"/>
        </a:p>
      </dgm:t>
    </dgm:pt>
    <dgm:pt modelId="{EF85E227-2C46-46B0-8C25-15ED58A3377E}">
      <dgm:prSet phldrT="[Text]"/>
      <dgm:spPr/>
      <dgm:t>
        <a:bodyPr/>
        <a:lstStyle/>
        <a:p>
          <a:endParaRPr lang="en-US" dirty="0"/>
        </a:p>
      </dgm:t>
    </dgm:pt>
    <dgm:pt modelId="{7F9D886D-9CFA-4563-A162-D72A4054237D}" type="parTrans" cxnId="{A19CA0E6-55BD-4F0C-8CDC-0110F4AD5309}">
      <dgm:prSet/>
      <dgm:spPr/>
      <dgm:t>
        <a:bodyPr/>
        <a:lstStyle/>
        <a:p>
          <a:endParaRPr lang="en-US"/>
        </a:p>
      </dgm:t>
    </dgm:pt>
    <dgm:pt modelId="{1136A496-F399-4DBF-9A3B-5C59A41A4C20}" type="sibTrans" cxnId="{A19CA0E6-55BD-4F0C-8CDC-0110F4AD5309}">
      <dgm:prSet/>
      <dgm:spPr/>
      <dgm:t>
        <a:bodyPr/>
        <a:lstStyle/>
        <a:p>
          <a:endParaRPr lang="en-US"/>
        </a:p>
      </dgm:t>
    </dgm:pt>
    <dgm:pt modelId="{402BF6D5-BC22-4BEB-9027-2D822CD0A19A}" type="pres">
      <dgm:prSet presAssocID="{70B4E3E7-92BD-4BA3-8C93-826D98F65609}" presName="Name0" presStyleCnt="0">
        <dgm:presLayoutVars>
          <dgm:chMax val="9"/>
          <dgm:chPref val="9"/>
        </dgm:presLayoutVars>
      </dgm:prSet>
      <dgm:spPr/>
      <dgm:t>
        <a:bodyPr/>
        <a:lstStyle/>
        <a:p>
          <a:endParaRPr lang="en-US"/>
        </a:p>
      </dgm:t>
    </dgm:pt>
    <dgm:pt modelId="{7F383395-A406-466B-9E8C-672150081A67}" type="pres">
      <dgm:prSet presAssocID="{EF85E227-2C46-46B0-8C25-15ED58A3377E}" presName="picture1" presStyleCnt="0"/>
      <dgm:spPr/>
    </dgm:pt>
    <dgm:pt modelId="{63E8F094-BB29-4F1C-8DE8-869308440306}" type="pres">
      <dgm:prSet presAssocID="{EF85E227-2C46-46B0-8C25-15ED58A3377E}" presName="picture" presStyleLbl="alignImgPlace1" presStyleIdx="0" presStyleCnt="1" custScaleX="283809" custScaleY="100000" custLinFactNeighborX="0" custLinFactNeighborY="10776"/>
      <dgm:spPr>
        <a:ln>
          <a:noFill/>
        </a:ln>
      </dgm:spPr>
      <dgm:t>
        <a:bodyPr/>
        <a:lstStyle/>
        <a:p>
          <a:endParaRPr lang="en-US"/>
        </a:p>
      </dgm:t>
    </dgm:pt>
    <dgm:pt modelId="{BF7C867C-0ECC-4DC7-8F13-5617889C754B}" type="pres">
      <dgm:prSet presAssocID="{EF85E227-2C46-46B0-8C25-15ED58A3377E}" presName="parent1" presStyleLbl="node1" presStyleIdx="0" presStyleCnt="0">
        <dgm:presLayoutVars>
          <dgm:chMax val="0"/>
          <dgm:chPref val="0"/>
          <dgm:bulletEnabled val="1"/>
        </dgm:presLayoutVars>
      </dgm:prSet>
      <dgm:spPr/>
      <dgm:t>
        <a:bodyPr/>
        <a:lstStyle/>
        <a:p>
          <a:endParaRPr lang="en-US"/>
        </a:p>
      </dgm:t>
    </dgm:pt>
  </dgm:ptLst>
  <dgm:cxnLst>
    <dgm:cxn modelId="{59E72BE8-3B01-4C08-BA86-FDDA55525EBB}" type="presOf" srcId="{70B4E3E7-92BD-4BA3-8C93-826D98F65609}" destId="{402BF6D5-BC22-4BEB-9027-2D822CD0A19A}" srcOrd="0" destOrd="0" presId="urn:microsoft.com/office/officeart/2011/layout/ThemePictureAlternatingAccent"/>
    <dgm:cxn modelId="{FB10547F-A669-4EA0-A694-EA2972FC1594}" type="presOf" srcId="{EF85E227-2C46-46B0-8C25-15ED58A3377E}" destId="{BF7C867C-0ECC-4DC7-8F13-5617889C754B}" srcOrd="0" destOrd="0" presId="urn:microsoft.com/office/officeart/2011/layout/ThemePictureAlternatingAccent"/>
    <dgm:cxn modelId="{A19CA0E6-55BD-4F0C-8CDC-0110F4AD5309}" srcId="{70B4E3E7-92BD-4BA3-8C93-826D98F65609}" destId="{EF85E227-2C46-46B0-8C25-15ED58A3377E}" srcOrd="0" destOrd="0" parTransId="{7F9D886D-9CFA-4563-A162-D72A4054237D}" sibTransId="{1136A496-F399-4DBF-9A3B-5C59A41A4C20}"/>
    <dgm:cxn modelId="{343DEF33-C989-4624-A49F-BD4A90EA4F81}" type="presParOf" srcId="{402BF6D5-BC22-4BEB-9027-2D822CD0A19A}" destId="{7F383395-A406-466B-9E8C-672150081A67}" srcOrd="0" destOrd="0" presId="urn:microsoft.com/office/officeart/2011/layout/ThemePictureAlternatingAccent"/>
    <dgm:cxn modelId="{973731DD-1DB4-4168-808A-41A21CAD6ECA}" type="presParOf" srcId="{7F383395-A406-466B-9E8C-672150081A67}" destId="{63E8F094-BB29-4F1C-8DE8-869308440306}" srcOrd="0" destOrd="0" presId="urn:microsoft.com/office/officeart/2011/layout/ThemePictureAlternatingAccent"/>
    <dgm:cxn modelId="{E5DD2AB6-6BBF-4661-A692-9170609364F0}" type="presParOf" srcId="{402BF6D5-BC22-4BEB-9027-2D822CD0A19A}" destId="{BF7C867C-0ECC-4DC7-8F13-5617889C754B}" srcOrd="1" destOrd="0" presId="urn:microsoft.com/office/officeart/2011/layout/ThemePictureAlternatingAccent"/>
  </dgm:cxnLst>
  <dgm:bg/>
  <dgm:whole>
    <a:ln>
      <a:noFill/>
    </a:ln>
  </dgm:whole>
  <dgm:extLst>
    <a:ext uri="http://schemas.microsoft.com/office/drawing/2008/diagram">
      <dsp:dataModelExt xmlns:dsp="http://schemas.microsoft.com/office/drawing/2008/diagram" relId="rId6" minVer="http://schemas.openxmlformats.org/drawingml/2006/diagram"/>
    </a:ext>
  </dgm:extLst>
</dgm:dataModel>
</file>

<file path=ppt/diagrams/data5.xml><?xml version="1.0" encoding="utf-8"?>
<dgm:dataModel xmlns:dgm="http://schemas.openxmlformats.org/drawingml/2006/diagram" xmlns:a="http://schemas.openxmlformats.org/drawingml/2006/main">
  <dgm:ptLst>
    <dgm:pt modelId="{70B4E3E7-92BD-4BA3-8C93-826D98F65609}" type="doc">
      <dgm:prSet loTypeId="urn:microsoft.com/office/officeart/2011/layout/ThemePictureAlternatingAccent" loCatId="picture" qsTypeId="urn:microsoft.com/office/officeart/2005/8/quickstyle/simple1" qsCatId="simple" csTypeId="urn:microsoft.com/office/officeart/2005/8/colors/accent1_2" csCatId="accent1" phldr="1"/>
      <dgm:spPr/>
      <dgm:t>
        <a:bodyPr/>
        <a:lstStyle/>
        <a:p>
          <a:endParaRPr lang="en-US"/>
        </a:p>
      </dgm:t>
    </dgm:pt>
    <dgm:pt modelId="{EF85E227-2C46-46B0-8C25-15ED58A3377E}">
      <dgm:prSet phldrT="[Text]"/>
      <dgm:spPr/>
      <dgm:t>
        <a:bodyPr/>
        <a:lstStyle/>
        <a:p>
          <a:endParaRPr lang="en-US" dirty="0"/>
        </a:p>
      </dgm:t>
    </dgm:pt>
    <dgm:pt modelId="{7F9D886D-9CFA-4563-A162-D72A4054237D}" type="parTrans" cxnId="{A19CA0E6-55BD-4F0C-8CDC-0110F4AD5309}">
      <dgm:prSet/>
      <dgm:spPr/>
      <dgm:t>
        <a:bodyPr/>
        <a:lstStyle/>
        <a:p>
          <a:endParaRPr lang="en-US"/>
        </a:p>
      </dgm:t>
    </dgm:pt>
    <dgm:pt modelId="{1136A496-F399-4DBF-9A3B-5C59A41A4C20}" type="sibTrans" cxnId="{A19CA0E6-55BD-4F0C-8CDC-0110F4AD5309}">
      <dgm:prSet/>
      <dgm:spPr/>
      <dgm:t>
        <a:bodyPr/>
        <a:lstStyle/>
        <a:p>
          <a:endParaRPr lang="en-US"/>
        </a:p>
      </dgm:t>
    </dgm:pt>
    <dgm:pt modelId="{402BF6D5-BC22-4BEB-9027-2D822CD0A19A}" type="pres">
      <dgm:prSet presAssocID="{70B4E3E7-92BD-4BA3-8C93-826D98F65609}" presName="Name0" presStyleCnt="0">
        <dgm:presLayoutVars>
          <dgm:chMax val="9"/>
          <dgm:chPref val="9"/>
        </dgm:presLayoutVars>
      </dgm:prSet>
      <dgm:spPr/>
      <dgm:t>
        <a:bodyPr/>
        <a:lstStyle/>
        <a:p>
          <a:endParaRPr lang="en-US"/>
        </a:p>
      </dgm:t>
    </dgm:pt>
    <dgm:pt modelId="{7F383395-A406-466B-9E8C-672150081A67}" type="pres">
      <dgm:prSet presAssocID="{EF85E227-2C46-46B0-8C25-15ED58A3377E}" presName="picture1" presStyleCnt="0"/>
      <dgm:spPr/>
    </dgm:pt>
    <dgm:pt modelId="{63E8F094-BB29-4F1C-8DE8-869308440306}" type="pres">
      <dgm:prSet presAssocID="{EF85E227-2C46-46B0-8C25-15ED58A3377E}" presName="picture" presStyleLbl="alignImgPlace1" presStyleIdx="0" presStyleCnt="1" custScaleX="229677" custScaleY="100000" custLinFactNeighborX="0" custLinFactNeighborY="10776"/>
      <dgm:spPr>
        <a:ln>
          <a:noFill/>
        </a:ln>
      </dgm:spPr>
      <dgm:t>
        <a:bodyPr/>
        <a:lstStyle/>
        <a:p>
          <a:endParaRPr lang="en-US"/>
        </a:p>
      </dgm:t>
    </dgm:pt>
    <dgm:pt modelId="{BF7C867C-0ECC-4DC7-8F13-5617889C754B}" type="pres">
      <dgm:prSet presAssocID="{EF85E227-2C46-46B0-8C25-15ED58A3377E}" presName="parent1" presStyleLbl="node1" presStyleIdx="0" presStyleCnt="0">
        <dgm:presLayoutVars>
          <dgm:chMax val="0"/>
          <dgm:chPref val="0"/>
          <dgm:bulletEnabled val="1"/>
        </dgm:presLayoutVars>
      </dgm:prSet>
      <dgm:spPr/>
      <dgm:t>
        <a:bodyPr/>
        <a:lstStyle/>
        <a:p>
          <a:endParaRPr lang="en-US"/>
        </a:p>
      </dgm:t>
    </dgm:pt>
  </dgm:ptLst>
  <dgm:cxnLst>
    <dgm:cxn modelId="{AF14795C-4097-464D-B3C0-B103A0F0A4E0}" type="presOf" srcId="{70B4E3E7-92BD-4BA3-8C93-826D98F65609}" destId="{402BF6D5-BC22-4BEB-9027-2D822CD0A19A}" srcOrd="0" destOrd="0" presId="urn:microsoft.com/office/officeart/2011/layout/ThemePictureAlternatingAccent"/>
    <dgm:cxn modelId="{EA9DA911-CFA1-487B-A0DD-A8C943BEC889}" type="presOf" srcId="{EF85E227-2C46-46B0-8C25-15ED58A3377E}" destId="{BF7C867C-0ECC-4DC7-8F13-5617889C754B}" srcOrd="0" destOrd="0" presId="urn:microsoft.com/office/officeart/2011/layout/ThemePictureAlternatingAccent"/>
    <dgm:cxn modelId="{A19CA0E6-55BD-4F0C-8CDC-0110F4AD5309}" srcId="{70B4E3E7-92BD-4BA3-8C93-826D98F65609}" destId="{EF85E227-2C46-46B0-8C25-15ED58A3377E}" srcOrd="0" destOrd="0" parTransId="{7F9D886D-9CFA-4563-A162-D72A4054237D}" sibTransId="{1136A496-F399-4DBF-9A3B-5C59A41A4C20}"/>
    <dgm:cxn modelId="{171658BC-4486-41E1-B482-FD965CCD1CDF}" type="presParOf" srcId="{402BF6D5-BC22-4BEB-9027-2D822CD0A19A}" destId="{7F383395-A406-466B-9E8C-672150081A67}" srcOrd="0" destOrd="0" presId="urn:microsoft.com/office/officeart/2011/layout/ThemePictureAlternatingAccent"/>
    <dgm:cxn modelId="{D84F77E2-2536-4B92-9B4A-E7681540D3E1}" type="presParOf" srcId="{7F383395-A406-466B-9E8C-672150081A67}" destId="{63E8F094-BB29-4F1C-8DE8-869308440306}" srcOrd="0" destOrd="0" presId="urn:microsoft.com/office/officeart/2011/layout/ThemePictureAlternatingAccent"/>
    <dgm:cxn modelId="{C1C089C7-BB07-4A0A-9E88-41F070CC4100}" type="presParOf" srcId="{402BF6D5-BC22-4BEB-9027-2D822CD0A19A}" destId="{BF7C867C-0ECC-4DC7-8F13-5617889C754B}" srcOrd="1" destOrd="0" presId="urn:microsoft.com/office/officeart/2011/layout/ThemePictureAlternatingAccent"/>
  </dgm:cxnLst>
  <dgm:bg/>
  <dgm:whole>
    <a:ln>
      <a:noFill/>
    </a:ln>
  </dgm:whole>
  <dgm:extLst>
    <a:ext uri="http://schemas.microsoft.com/office/drawing/2008/diagram">
      <dsp:dataModelExt xmlns:dsp="http://schemas.microsoft.com/office/drawing/2008/diagram" relId="rId6" minVer="http://schemas.openxmlformats.org/drawingml/2006/diagram"/>
    </a:ext>
  </dgm:extLst>
</dgm:dataModel>
</file>

<file path=ppt/diagrams/data6.xml><?xml version="1.0" encoding="utf-8"?>
<dgm:dataModel xmlns:dgm="http://schemas.openxmlformats.org/drawingml/2006/diagram" xmlns:a="http://schemas.openxmlformats.org/drawingml/2006/main">
  <dgm:ptLst>
    <dgm:pt modelId="{70B4E3E7-92BD-4BA3-8C93-826D98F65609}" type="doc">
      <dgm:prSet loTypeId="urn:microsoft.com/office/officeart/2011/layout/ThemePictureAlternatingAccent" loCatId="picture" qsTypeId="urn:microsoft.com/office/officeart/2005/8/quickstyle/simple1" qsCatId="simple" csTypeId="urn:microsoft.com/office/officeart/2005/8/colors/accent1_2" csCatId="accent1" phldr="1"/>
      <dgm:spPr/>
      <dgm:t>
        <a:bodyPr/>
        <a:lstStyle/>
        <a:p>
          <a:endParaRPr lang="en-US"/>
        </a:p>
      </dgm:t>
    </dgm:pt>
    <dgm:pt modelId="{EF85E227-2C46-46B0-8C25-15ED58A3377E}">
      <dgm:prSet phldrT="[Text]"/>
      <dgm:spPr/>
      <dgm:t>
        <a:bodyPr/>
        <a:lstStyle/>
        <a:p>
          <a:endParaRPr lang="en-US" dirty="0"/>
        </a:p>
      </dgm:t>
    </dgm:pt>
    <dgm:pt modelId="{7F9D886D-9CFA-4563-A162-D72A4054237D}" type="parTrans" cxnId="{A19CA0E6-55BD-4F0C-8CDC-0110F4AD5309}">
      <dgm:prSet/>
      <dgm:spPr/>
      <dgm:t>
        <a:bodyPr/>
        <a:lstStyle/>
        <a:p>
          <a:endParaRPr lang="en-US"/>
        </a:p>
      </dgm:t>
    </dgm:pt>
    <dgm:pt modelId="{1136A496-F399-4DBF-9A3B-5C59A41A4C20}" type="sibTrans" cxnId="{A19CA0E6-55BD-4F0C-8CDC-0110F4AD5309}">
      <dgm:prSet/>
      <dgm:spPr/>
      <dgm:t>
        <a:bodyPr/>
        <a:lstStyle/>
        <a:p>
          <a:endParaRPr lang="en-US"/>
        </a:p>
      </dgm:t>
    </dgm:pt>
    <dgm:pt modelId="{402BF6D5-BC22-4BEB-9027-2D822CD0A19A}" type="pres">
      <dgm:prSet presAssocID="{70B4E3E7-92BD-4BA3-8C93-826D98F65609}" presName="Name0" presStyleCnt="0">
        <dgm:presLayoutVars>
          <dgm:chMax val="9"/>
          <dgm:chPref val="9"/>
        </dgm:presLayoutVars>
      </dgm:prSet>
      <dgm:spPr/>
      <dgm:t>
        <a:bodyPr/>
        <a:lstStyle/>
        <a:p>
          <a:endParaRPr lang="en-US"/>
        </a:p>
      </dgm:t>
    </dgm:pt>
    <dgm:pt modelId="{7F383395-A406-466B-9E8C-672150081A67}" type="pres">
      <dgm:prSet presAssocID="{EF85E227-2C46-46B0-8C25-15ED58A3377E}" presName="picture1" presStyleCnt="0"/>
      <dgm:spPr/>
    </dgm:pt>
    <dgm:pt modelId="{63E8F094-BB29-4F1C-8DE8-869308440306}" type="pres">
      <dgm:prSet presAssocID="{EF85E227-2C46-46B0-8C25-15ED58A3377E}" presName="picture" presStyleLbl="alignImgPlace1" presStyleIdx="0" presStyleCnt="1" custScaleX="229677" custScaleY="100000" custLinFactNeighborX="0" custLinFactNeighborY="10776"/>
      <dgm:spPr>
        <a:ln>
          <a:noFill/>
        </a:ln>
      </dgm:spPr>
      <dgm:t>
        <a:bodyPr/>
        <a:lstStyle/>
        <a:p>
          <a:endParaRPr lang="en-US"/>
        </a:p>
      </dgm:t>
    </dgm:pt>
    <dgm:pt modelId="{BF7C867C-0ECC-4DC7-8F13-5617889C754B}" type="pres">
      <dgm:prSet presAssocID="{EF85E227-2C46-46B0-8C25-15ED58A3377E}" presName="parent1" presStyleLbl="node1" presStyleIdx="0" presStyleCnt="0">
        <dgm:presLayoutVars>
          <dgm:chMax val="0"/>
          <dgm:chPref val="0"/>
          <dgm:bulletEnabled val="1"/>
        </dgm:presLayoutVars>
      </dgm:prSet>
      <dgm:spPr/>
      <dgm:t>
        <a:bodyPr/>
        <a:lstStyle/>
        <a:p>
          <a:endParaRPr lang="en-US"/>
        </a:p>
      </dgm:t>
    </dgm:pt>
  </dgm:ptLst>
  <dgm:cxnLst>
    <dgm:cxn modelId="{817F29E4-41D7-4595-B00C-5B4A96FD00C4}" type="presOf" srcId="{EF85E227-2C46-46B0-8C25-15ED58A3377E}" destId="{BF7C867C-0ECC-4DC7-8F13-5617889C754B}" srcOrd="0" destOrd="0" presId="urn:microsoft.com/office/officeart/2011/layout/ThemePictureAlternatingAccent"/>
    <dgm:cxn modelId="{A19CA0E6-55BD-4F0C-8CDC-0110F4AD5309}" srcId="{70B4E3E7-92BD-4BA3-8C93-826D98F65609}" destId="{EF85E227-2C46-46B0-8C25-15ED58A3377E}" srcOrd="0" destOrd="0" parTransId="{7F9D886D-9CFA-4563-A162-D72A4054237D}" sibTransId="{1136A496-F399-4DBF-9A3B-5C59A41A4C20}"/>
    <dgm:cxn modelId="{F57F314A-89B3-47F6-A3E0-030E14D913EC}" type="presOf" srcId="{70B4E3E7-92BD-4BA3-8C93-826D98F65609}" destId="{402BF6D5-BC22-4BEB-9027-2D822CD0A19A}" srcOrd="0" destOrd="0" presId="urn:microsoft.com/office/officeart/2011/layout/ThemePictureAlternatingAccent"/>
    <dgm:cxn modelId="{D87BD7FA-984D-48B9-B879-3300F9A310AE}" type="presParOf" srcId="{402BF6D5-BC22-4BEB-9027-2D822CD0A19A}" destId="{7F383395-A406-466B-9E8C-672150081A67}" srcOrd="0" destOrd="0" presId="urn:microsoft.com/office/officeart/2011/layout/ThemePictureAlternatingAccent"/>
    <dgm:cxn modelId="{99F6E5AD-B6C5-4914-A1D7-A3A61CF1E293}" type="presParOf" srcId="{7F383395-A406-466B-9E8C-672150081A67}" destId="{63E8F094-BB29-4F1C-8DE8-869308440306}" srcOrd="0" destOrd="0" presId="urn:microsoft.com/office/officeart/2011/layout/ThemePictureAlternatingAccent"/>
    <dgm:cxn modelId="{9B160C4E-54DC-429F-BF0A-EBBB2A337DB8}" type="presParOf" srcId="{402BF6D5-BC22-4BEB-9027-2D822CD0A19A}" destId="{BF7C867C-0ECC-4DC7-8F13-5617889C754B}" srcOrd="1" destOrd="0" presId="urn:microsoft.com/office/officeart/2011/layout/ThemePictureAlternatingAccent"/>
  </dgm:cxnLst>
  <dgm:bg/>
  <dgm:whole>
    <a:ln>
      <a:noFill/>
    </a:ln>
  </dgm:whole>
  <dgm:extLst>
    <a:ext uri="http://schemas.microsoft.com/office/drawing/2008/diagram">
      <dsp:dataModelExt xmlns:dsp="http://schemas.microsoft.com/office/drawing/2008/diagram" relId="rId6" minVer="http://schemas.openxmlformats.org/drawingml/2006/diagram"/>
    </a:ext>
  </dgm:extLst>
</dgm:dataModel>
</file>

<file path=ppt/diagrams/data7.xml><?xml version="1.0" encoding="utf-8"?>
<dgm:dataModel xmlns:dgm="http://schemas.openxmlformats.org/drawingml/2006/diagram" xmlns:a="http://schemas.openxmlformats.org/drawingml/2006/main">
  <dgm:ptLst>
    <dgm:pt modelId="{70B4E3E7-92BD-4BA3-8C93-826D98F65609}" type="doc">
      <dgm:prSet loTypeId="urn:microsoft.com/office/officeart/2011/layout/ThemePictureAlternatingAccent" loCatId="picture" qsTypeId="urn:microsoft.com/office/officeart/2005/8/quickstyle/simple1" qsCatId="simple" csTypeId="urn:microsoft.com/office/officeart/2005/8/colors/accent1_2" csCatId="accent1" phldr="1"/>
      <dgm:spPr/>
      <dgm:t>
        <a:bodyPr/>
        <a:lstStyle/>
        <a:p>
          <a:endParaRPr lang="en-US"/>
        </a:p>
      </dgm:t>
    </dgm:pt>
    <dgm:pt modelId="{EF85E227-2C46-46B0-8C25-15ED58A3377E}">
      <dgm:prSet phldrT="[Text]"/>
      <dgm:spPr>
        <a:xfrm>
          <a:off x="3948074" y="2327184"/>
          <a:ext cx="4295851" cy="309195"/>
        </a:xfrm>
        <a:noFill/>
        <a:ln w="12700" cap="flat" cmpd="sng" algn="ctr">
          <a:noFill/>
          <a:prstDash val="solid"/>
          <a:miter lim="800000"/>
        </a:ln>
        <a:effectLst/>
        <a:sp3d/>
      </dgm:spPr>
      <dgm:t>
        <a:bodyPr/>
        <a:lstStyle/>
        <a:p>
          <a:endParaRPr lang="en-US" dirty="0">
            <a:solidFill>
              <a:sysClr val="window" lastClr="FFFFFF"/>
            </a:solidFill>
            <a:latin typeface="Calibri"/>
            <a:ea typeface="+mn-ea"/>
            <a:cs typeface="+mn-cs"/>
          </a:endParaRPr>
        </a:p>
      </dgm:t>
    </dgm:pt>
    <dgm:pt modelId="{7F9D886D-9CFA-4563-A162-D72A4054237D}" type="parTrans" cxnId="{A19CA0E6-55BD-4F0C-8CDC-0110F4AD5309}">
      <dgm:prSet/>
      <dgm:spPr/>
      <dgm:t>
        <a:bodyPr/>
        <a:lstStyle/>
        <a:p>
          <a:endParaRPr lang="en-US"/>
        </a:p>
      </dgm:t>
    </dgm:pt>
    <dgm:pt modelId="{1136A496-F399-4DBF-9A3B-5C59A41A4C20}" type="sibTrans" cxnId="{A19CA0E6-55BD-4F0C-8CDC-0110F4AD5309}">
      <dgm:prSet/>
      <dgm:spPr/>
      <dgm:t>
        <a:bodyPr/>
        <a:lstStyle/>
        <a:p>
          <a:endParaRPr lang="en-US"/>
        </a:p>
      </dgm:t>
    </dgm:pt>
    <dgm:pt modelId="{402BF6D5-BC22-4BEB-9027-2D822CD0A19A}" type="pres">
      <dgm:prSet presAssocID="{70B4E3E7-92BD-4BA3-8C93-826D98F65609}" presName="Name0" presStyleCnt="0">
        <dgm:presLayoutVars>
          <dgm:chMax val="9"/>
          <dgm:chPref val="9"/>
        </dgm:presLayoutVars>
      </dgm:prSet>
      <dgm:spPr/>
      <dgm:t>
        <a:bodyPr/>
        <a:lstStyle/>
        <a:p>
          <a:endParaRPr lang="en-US"/>
        </a:p>
      </dgm:t>
    </dgm:pt>
    <dgm:pt modelId="{7F383395-A406-466B-9E8C-672150081A67}" type="pres">
      <dgm:prSet presAssocID="{EF85E227-2C46-46B0-8C25-15ED58A3377E}" presName="picture1" presStyleCnt="0"/>
      <dgm:spPr/>
    </dgm:pt>
    <dgm:pt modelId="{63E8F094-BB29-4F1C-8DE8-869308440306}" type="pres">
      <dgm:prSet presAssocID="{EF85E227-2C46-46B0-8C25-15ED58A3377E}" presName="picture" presStyleLbl="alignImgPlace1" presStyleIdx="0" presStyleCnt="1" custScaleX="283809" custScaleY="100000" custLinFactNeighborX="0" custLinFactNeighborY="10776"/>
      <dgm:spPr>
        <a:xfrm>
          <a:off x="-6" y="0"/>
          <a:ext cx="12192012" cy="2651760"/>
        </a:xfrm>
        <a:prstGeom prst="rect">
          <a:avLst/>
        </a:prstGeom>
        <a:solidFill>
          <a:srgbClr val="5B9BD5">
            <a:tint val="50000"/>
            <a:hueOff val="0"/>
            <a:satOff val="0"/>
            <a:lumOff val="0"/>
            <a:alphaOff val="0"/>
          </a:srgbClr>
        </a:solidFill>
        <a:ln w="12700" cap="flat" cmpd="sng" algn="ctr">
          <a:noFill/>
          <a:prstDash val="solid"/>
          <a:miter lim="800000"/>
        </a:ln>
        <a:effectLst/>
      </dgm:spPr>
      <dgm:t>
        <a:bodyPr/>
        <a:lstStyle/>
        <a:p>
          <a:endParaRPr lang="en-US"/>
        </a:p>
      </dgm:t>
    </dgm:pt>
    <dgm:pt modelId="{BF7C867C-0ECC-4DC7-8F13-5617889C754B}" type="pres">
      <dgm:prSet presAssocID="{EF85E227-2C46-46B0-8C25-15ED58A3377E}" presName="parent1" presStyleLbl="node1" presStyleIdx="0" presStyleCnt="0">
        <dgm:presLayoutVars>
          <dgm:chMax val="0"/>
          <dgm:chPref val="0"/>
          <dgm:bulletEnabled val="1"/>
        </dgm:presLayoutVars>
      </dgm:prSet>
      <dgm:spPr>
        <a:prstGeom prst="rect">
          <a:avLst/>
        </a:prstGeom>
      </dgm:spPr>
      <dgm:t>
        <a:bodyPr/>
        <a:lstStyle/>
        <a:p>
          <a:endParaRPr lang="en-US"/>
        </a:p>
      </dgm:t>
    </dgm:pt>
  </dgm:ptLst>
  <dgm:cxnLst>
    <dgm:cxn modelId="{8BAF66AF-D8BD-414F-AFEC-3B2497F8E89A}" type="presOf" srcId="{EF85E227-2C46-46B0-8C25-15ED58A3377E}" destId="{BF7C867C-0ECC-4DC7-8F13-5617889C754B}" srcOrd="0" destOrd="0" presId="urn:microsoft.com/office/officeart/2011/layout/ThemePictureAlternatingAccent"/>
    <dgm:cxn modelId="{056714A8-6CB4-43C8-A905-5471D882CE75}" type="presOf" srcId="{70B4E3E7-92BD-4BA3-8C93-826D98F65609}" destId="{402BF6D5-BC22-4BEB-9027-2D822CD0A19A}" srcOrd="0" destOrd="0" presId="urn:microsoft.com/office/officeart/2011/layout/ThemePictureAlternatingAccent"/>
    <dgm:cxn modelId="{A19CA0E6-55BD-4F0C-8CDC-0110F4AD5309}" srcId="{70B4E3E7-92BD-4BA3-8C93-826D98F65609}" destId="{EF85E227-2C46-46B0-8C25-15ED58A3377E}" srcOrd="0" destOrd="0" parTransId="{7F9D886D-9CFA-4563-A162-D72A4054237D}" sibTransId="{1136A496-F399-4DBF-9A3B-5C59A41A4C20}"/>
    <dgm:cxn modelId="{B9881600-2EA6-4E2C-BEF6-190D24A95AED}" type="presParOf" srcId="{402BF6D5-BC22-4BEB-9027-2D822CD0A19A}" destId="{7F383395-A406-466B-9E8C-672150081A67}" srcOrd="0" destOrd="0" presId="urn:microsoft.com/office/officeart/2011/layout/ThemePictureAlternatingAccent"/>
    <dgm:cxn modelId="{013A37EF-86D3-49EC-BA7E-CDD35875AC9B}" type="presParOf" srcId="{7F383395-A406-466B-9E8C-672150081A67}" destId="{63E8F094-BB29-4F1C-8DE8-869308440306}" srcOrd="0" destOrd="0" presId="urn:microsoft.com/office/officeart/2011/layout/ThemePictureAlternatingAccent"/>
    <dgm:cxn modelId="{F80AF53A-3CDF-47B5-9300-EF36F8DA7BBD}" type="presParOf" srcId="{402BF6D5-BC22-4BEB-9027-2D822CD0A19A}" destId="{BF7C867C-0ECC-4DC7-8F13-5617889C754B}" srcOrd="1" destOrd="0" presId="urn:microsoft.com/office/officeart/2011/layout/ThemePictureAlternatingAccent"/>
  </dgm:cxnLst>
  <dgm:bg/>
  <dgm:whole>
    <a:ln>
      <a:noFill/>
    </a:ln>
  </dgm:whole>
  <dgm:extLst>
    <a:ext uri="http://schemas.microsoft.com/office/drawing/2008/diagram">
      <dsp:dataModelExt xmlns:dsp="http://schemas.microsoft.com/office/drawing/2008/diagram" relId="rId6" minVer="http://schemas.openxmlformats.org/drawingml/2006/diagram"/>
    </a:ext>
  </dgm:extLst>
</dgm:dataModel>
</file>

<file path=ppt/diagrams/data8.xml><?xml version="1.0" encoding="utf-8"?>
<dgm:dataModel xmlns:dgm="http://schemas.openxmlformats.org/drawingml/2006/diagram" xmlns:a="http://schemas.openxmlformats.org/drawingml/2006/main">
  <dgm:ptLst>
    <dgm:pt modelId="{70B4E3E7-92BD-4BA3-8C93-826D98F65609}" type="doc">
      <dgm:prSet loTypeId="urn:microsoft.com/office/officeart/2011/layout/ThemePictureAlternatingAccent" loCatId="picture" qsTypeId="urn:microsoft.com/office/officeart/2005/8/quickstyle/simple1" qsCatId="simple" csTypeId="urn:microsoft.com/office/officeart/2005/8/colors/accent1_2" csCatId="accent1" phldr="1"/>
      <dgm:spPr/>
      <dgm:t>
        <a:bodyPr/>
        <a:lstStyle/>
        <a:p>
          <a:endParaRPr lang="en-US"/>
        </a:p>
      </dgm:t>
    </dgm:pt>
    <dgm:pt modelId="{EF85E227-2C46-46B0-8C25-15ED58A3377E}">
      <dgm:prSet phldrT="[Text]"/>
      <dgm:spPr>
        <a:xfrm>
          <a:off x="3948074" y="2327184"/>
          <a:ext cx="4295851" cy="309195"/>
        </a:xfrm>
        <a:prstGeom prst="rect">
          <a:avLst/>
        </a:prstGeom>
        <a:noFill/>
        <a:ln w="25400" cap="flat" cmpd="sng" algn="ctr">
          <a:noFill/>
          <a:prstDash val="solid"/>
        </a:ln>
        <a:effectLst/>
        <a:sp3d/>
      </dgm:spPr>
      <dgm:t>
        <a:bodyPr/>
        <a:lstStyle/>
        <a:p>
          <a:endParaRPr lang="en-US" dirty="0">
            <a:solidFill>
              <a:sysClr val="window" lastClr="FFFFFF"/>
            </a:solidFill>
            <a:latin typeface="Calibri"/>
            <a:ea typeface="+mn-ea"/>
            <a:cs typeface="+mn-cs"/>
          </a:endParaRPr>
        </a:p>
      </dgm:t>
    </dgm:pt>
    <dgm:pt modelId="{7F9D886D-9CFA-4563-A162-D72A4054237D}" type="parTrans" cxnId="{A19CA0E6-55BD-4F0C-8CDC-0110F4AD5309}">
      <dgm:prSet/>
      <dgm:spPr/>
      <dgm:t>
        <a:bodyPr/>
        <a:lstStyle/>
        <a:p>
          <a:endParaRPr lang="en-US"/>
        </a:p>
      </dgm:t>
    </dgm:pt>
    <dgm:pt modelId="{1136A496-F399-4DBF-9A3B-5C59A41A4C20}" type="sibTrans" cxnId="{A19CA0E6-55BD-4F0C-8CDC-0110F4AD5309}">
      <dgm:prSet/>
      <dgm:spPr/>
      <dgm:t>
        <a:bodyPr/>
        <a:lstStyle/>
        <a:p>
          <a:endParaRPr lang="en-US"/>
        </a:p>
      </dgm:t>
    </dgm:pt>
    <dgm:pt modelId="{402BF6D5-BC22-4BEB-9027-2D822CD0A19A}" type="pres">
      <dgm:prSet presAssocID="{70B4E3E7-92BD-4BA3-8C93-826D98F65609}" presName="Name0" presStyleCnt="0">
        <dgm:presLayoutVars>
          <dgm:chMax val="9"/>
          <dgm:chPref val="9"/>
        </dgm:presLayoutVars>
      </dgm:prSet>
      <dgm:spPr/>
      <dgm:t>
        <a:bodyPr/>
        <a:lstStyle/>
        <a:p>
          <a:endParaRPr lang="en-US"/>
        </a:p>
      </dgm:t>
    </dgm:pt>
    <dgm:pt modelId="{7F383395-A406-466B-9E8C-672150081A67}" type="pres">
      <dgm:prSet presAssocID="{EF85E227-2C46-46B0-8C25-15ED58A3377E}" presName="picture1" presStyleCnt="0"/>
      <dgm:spPr/>
    </dgm:pt>
    <dgm:pt modelId="{63E8F094-BB29-4F1C-8DE8-869308440306}" type="pres">
      <dgm:prSet presAssocID="{EF85E227-2C46-46B0-8C25-15ED58A3377E}" presName="picture" presStyleLbl="alignImgPlace1" presStyleIdx="0" presStyleCnt="1" custScaleX="283809" custScaleY="100000" custLinFactNeighborX="0" custLinFactNeighborY="10776"/>
      <dgm:spPr>
        <a:xfrm>
          <a:off x="-6" y="0"/>
          <a:ext cx="12192012" cy="2651760"/>
        </a:xfrm>
        <a:prstGeom prst="rect">
          <a:avLst/>
        </a:prstGeom>
        <a:solidFill>
          <a:srgbClr val="5B9BD5">
            <a:tint val="50000"/>
            <a:hueOff val="0"/>
            <a:satOff val="0"/>
            <a:lumOff val="0"/>
            <a:alphaOff val="0"/>
          </a:srgbClr>
        </a:solidFill>
        <a:ln w="12700" cap="flat" cmpd="sng" algn="ctr">
          <a:noFill/>
          <a:prstDash val="solid"/>
          <a:miter lim="800000"/>
        </a:ln>
        <a:effectLst/>
      </dgm:spPr>
      <dgm:t>
        <a:bodyPr/>
        <a:lstStyle/>
        <a:p>
          <a:endParaRPr lang="en-US"/>
        </a:p>
      </dgm:t>
    </dgm:pt>
    <dgm:pt modelId="{BF7C867C-0ECC-4DC7-8F13-5617889C754B}" type="pres">
      <dgm:prSet presAssocID="{EF85E227-2C46-46B0-8C25-15ED58A3377E}" presName="parent1" presStyleLbl="node1" presStyleIdx="0" presStyleCnt="0">
        <dgm:presLayoutVars>
          <dgm:chMax val="0"/>
          <dgm:chPref val="0"/>
          <dgm:bulletEnabled val="1"/>
        </dgm:presLayoutVars>
      </dgm:prSet>
      <dgm:spPr>
        <a:prstGeom prst="rect">
          <a:avLst/>
        </a:prstGeom>
      </dgm:spPr>
      <dgm:t>
        <a:bodyPr/>
        <a:lstStyle/>
        <a:p>
          <a:endParaRPr lang="en-US"/>
        </a:p>
      </dgm:t>
    </dgm:pt>
  </dgm:ptLst>
  <dgm:cxnLst>
    <dgm:cxn modelId="{5DB014C1-D6B4-4694-A8AF-5D1553F076E0}" type="presOf" srcId="{70B4E3E7-92BD-4BA3-8C93-826D98F65609}" destId="{402BF6D5-BC22-4BEB-9027-2D822CD0A19A}" srcOrd="0" destOrd="0" presId="urn:microsoft.com/office/officeart/2011/layout/ThemePictureAlternatingAccent"/>
    <dgm:cxn modelId="{568FC9C1-792A-4204-8810-D843D309B506}" type="presOf" srcId="{EF85E227-2C46-46B0-8C25-15ED58A3377E}" destId="{BF7C867C-0ECC-4DC7-8F13-5617889C754B}" srcOrd="0" destOrd="0" presId="urn:microsoft.com/office/officeart/2011/layout/ThemePictureAlternatingAccent"/>
    <dgm:cxn modelId="{A19CA0E6-55BD-4F0C-8CDC-0110F4AD5309}" srcId="{70B4E3E7-92BD-4BA3-8C93-826D98F65609}" destId="{EF85E227-2C46-46B0-8C25-15ED58A3377E}" srcOrd="0" destOrd="0" parTransId="{7F9D886D-9CFA-4563-A162-D72A4054237D}" sibTransId="{1136A496-F399-4DBF-9A3B-5C59A41A4C20}"/>
    <dgm:cxn modelId="{2F7AA168-DAFD-4992-AF19-C7C0876D667F}" type="presParOf" srcId="{402BF6D5-BC22-4BEB-9027-2D822CD0A19A}" destId="{7F383395-A406-466B-9E8C-672150081A67}" srcOrd="0" destOrd="0" presId="urn:microsoft.com/office/officeart/2011/layout/ThemePictureAlternatingAccent"/>
    <dgm:cxn modelId="{48172B55-4369-4DC9-A747-E1FCA7693CD2}" type="presParOf" srcId="{7F383395-A406-466B-9E8C-672150081A67}" destId="{63E8F094-BB29-4F1C-8DE8-869308440306}" srcOrd="0" destOrd="0" presId="urn:microsoft.com/office/officeart/2011/layout/ThemePictureAlternatingAccent"/>
    <dgm:cxn modelId="{3D5BADD0-4900-4C2A-B50F-97014354AA57}" type="presParOf" srcId="{402BF6D5-BC22-4BEB-9027-2D822CD0A19A}" destId="{BF7C867C-0ECC-4DC7-8F13-5617889C754B}" srcOrd="1" destOrd="0" presId="urn:microsoft.com/office/officeart/2011/layout/ThemePictureAlternatingAccent"/>
  </dgm:cxnLst>
  <dgm:bg/>
  <dgm:whole>
    <a:ln>
      <a:noFill/>
    </a:ln>
  </dgm:whole>
  <dgm:extLst>
    <a:ext uri="http://schemas.microsoft.com/office/drawing/2008/diagram">
      <dsp:dataModelExt xmlns:dsp="http://schemas.microsoft.com/office/drawing/2008/diagram" relId="rId6" minVer="http://schemas.openxmlformats.org/drawingml/2006/diagram"/>
    </a:ext>
  </dgm:extLst>
</dgm:dataModel>
</file>

<file path=ppt/diagrams/data9.xml><?xml version="1.0" encoding="utf-8"?>
<dgm:dataModel xmlns:dgm="http://schemas.openxmlformats.org/drawingml/2006/diagram" xmlns:a="http://schemas.openxmlformats.org/drawingml/2006/main">
  <dgm:ptLst>
    <dgm:pt modelId="{70B4E3E7-92BD-4BA3-8C93-826D98F65609}" type="doc">
      <dgm:prSet loTypeId="urn:microsoft.com/office/officeart/2011/layout/ThemePictureAlternatingAccent" loCatId="picture" qsTypeId="urn:microsoft.com/office/officeart/2005/8/quickstyle/simple1" qsCatId="simple" csTypeId="urn:microsoft.com/office/officeart/2005/8/colors/accent1_2" csCatId="accent1" phldr="1"/>
      <dgm:spPr/>
      <dgm:t>
        <a:bodyPr/>
        <a:lstStyle/>
        <a:p>
          <a:endParaRPr lang="en-US"/>
        </a:p>
      </dgm:t>
    </dgm:pt>
    <dgm:pt modelId="{EF85E227-2C46-46B0-8C25-15ED58A3377E}">
      <dgm:prSet phldrT="[Text]"/>
      <dgm:spPr>
        <a:xfrm>
          <a:off x="3948074" y="2327184"/>
          <a:ext cx="4295851" cy="309195"/>
        </a:xfrm>
        <a:noFill/>
        <a:ln w="12700" cap="flat" cmpd="sng" algn="ctr">
          <a:noFill/>
          <a:prstDash val="solid"/>
          <a:miter lim="800000"/>
        </a:ln>
        <a:effectLst/>
        <a:sp3d/>
      </dgm:spPr>
      <dgm:t>
        <a:bodyPr/>
        <a:lstStyle/>
        <a:p>
          <a:endParaRPr lang="en-US" dirty="0">
            <a:solidFill>
              <a:sysClr val="window" lastClr="FFFFFF"/>
            </a:solidFill>
            <a:latin typeface="Calibri"/>
            <a:ea typeface="+mn-ea"/>
            <a:cs typeface="+mn-cs"/>
          </a:endParaRPr>
        </a:p>
      </dgm:t>
    </dgm:pt>
    <dgm:pt modelId="{7F9D886D-9CFA-4563-A162-D72A4054237D}" type="parTrans" cxnId="{A19CA0E6-55BD-4F0C-8CDC-0110F4AD5309}">
      <dgm:prSet/>
      <dgm:spPr/>
      <dgm:t>
        <a:bodyPr/>
        <a:lstStyle/>
        <a:p>
          <a:endParaRPr lang="en-US"/>
        </a:p>
      </dgm:t>
    </dgm:pt>
    <dgm:pt modelId="{1136A496-F399-4DBF-9A3B-5C59A41A4C20}" type="sibTrans" cxnId="{A19CA0E6-55BD-4F0C-8CDC-0110F4AD5309}">
      <dgm:prSet/>
      <dgm:spPr/>
      <dgm:t>
        <a:bodyPr/>
        <a:lstStyle/>
        <a:p>
          <a:endParaRPr lang="en-US"/>
        </a:p>
      </dgm:t>
    </dgm:pt>
    <dgm:pt modelId="{402BF6D5-BC22-4BEB-9027-2D822CD0A19A}" type="pres">
      <dgm:prSet presAssocID="{70B4E3E7-92BD-4BA3-8C93-826D98F65609}" presName="Name0" presStyleCnt="0">
        <dgm:presLayoutVars>
          <dgm:chMax val="9"/>
          <dgm:chPref val="9"/>
        </dgm:presLayoutVars>
      </dgm:prSet>
      <dgm:spPr/>
      <dgm:t>
        <a:bodyPr/>
        <a:lstStyle/>
        <a:p>
          <a:endParaRPr lang="en-US"/>
        </a:p>
      </dgm:t>
    </dgm:pt>
    <dgm:pt modelId="{7F383395-A406-466B-9E8C-672150081A67}" type="pres">
      <dgm:prSet presAssocID="{EF85E227-2C46-46B0-8C25-15ED58A3377E}" presName="picture1" presStyleCnt="0"/>
      <dgm:spPr/>
    </dgm:pt>
    <dgm:pt modelId="{63E8F094-BB29-4F1C-8DE8-869308440306}" type="pres">
      <dgm:prSet presAssocID="{EF85E227-2C46-46B0-8C25-15ED58A3377E}" presName="picture" presStyleLbl="alignImgPlace1" presStyleIdx="0" presStyleCnt="1" custScaleX="283809" custScaleY="100000" custLinFactNeighborX="0" custLinFactNeighborY="10776"/>
      <dgm:spPr>
        <a:xfrm>
          <a:off x="-6" y="0"/>
          <a:ext cx="12192012" cy="2651760"/>
        </a:xfrm>
        <a:prstGeom prst="rect">
          <a:avLst/>
        </a:prstGeom>
        <a:solidFill>
          <a:srgbClr val="5B9BD5">
            <a:tint val="50000"/>
            <a:hueOff val="0"/>
            <a:satOff val="0"/>
            <a:lumOff val="0"/>
            <a:alphaOff val="0"/>
          </a:srgbClr>
        </a:solidFill>
        <a:ln w="12700" cap="flat" cmpd="sng" algn="ctr">
          <a:noFill/>
          <a:prstDash val="solid"/>
          <a:miter lim="800000"/>
        </a:ln>
        <a:effectLst/>
      </dgm:spPr>
      <dgm:t>
        <a:bodyPr/>
        <a:lstStyle/>
        <a:p>
          <a:endParaRPr lang="en-US"/>
        </a:p>
      </dgm:t>
    </dgm:pt>
    <dgm:pt modelId="{BF7C867C-0ECC-4DC7-8F13-5617889C754B}" type="pres">
      <dgm:prSet presAssocID="{EF85E227-2C46-46B0-8C25-15ED58A3377E}" presName="parent1" presStyleLbl="node1" presStyleIdx="0" presStyleCnt="0">
        <dgm:presLayoutVars>
          <dgm:chMax val="0"/>
          <dgm:chPref val="0"/>
          <dgm:bulletEnabled val="1"/>
        </dgm:presLayoutVars>
      </dgm:prSet>
      <dgm:spPr>
        <a:prstGeom prst="rect">
          <a:avLst/>
        </a:prstGeom>
      </dgm:spPr>
      <dgm:t>
        <a:bodyPr/>
        <a:lstStyle/>
        <a:p>
          <a:endParaRPr lang="en-US"/>
        </a:p>
      </dgm:t>
    </dgm:pt>
  </dgm:ptLst>
  <dgm:cxnLst>
    <dgm:cxn modelId="{D10BA1D3-E88D-4613-85AC-F57052B73601}" type="presOf" srcId="{70B4E3E7-92BD-4BA3-8C93-826D98F65609}" destId="{402BF6D5-BC22-4BEB-9027-2D822CD0A19A}" srcOrd="0" destOrd="0" presId="urn:microsoft.com/office/officeart/2011/layout/ThemePictureAlternatingAccent"/>
    <dgm:cxn modelId="{A66F405D-E672-4089-AF5E-3CD7BA370CC3}" type="presOf" srcId="{EF85E227-2C46-46B0-8C25-15ED58A3377E}" destId="{BF7C867C-0ECC-4DC7-8F13-5617889C754B}" srcOrd="0" destOrd="0" presId="urn:microsoft.com/office/officeart/2011/layout/ThemePictureAlternatingAccent"/>
    <dgm:cxn modelId="{A19CA0E6-55BD-4F0C-8CDC-0110F4AD5309}" srcId="{70B4E3E7-92BD-4BA3-8C93-826D98F65609}" destId="{EF85E227-2C46-46B0-8C25-15ED58A3377E}" srcOrd="0" destOrd="0" parTransId="{7F9D886D-9CFA-4563-A162-D72A4054237D}" sibTransId="{1136A496-F399-4DBF-9A3B-5C59A41A4C20}"/>
    <dgm:cxn modelId="{2F5B871F-7CA9-430D-A2E7-C42D444FBB77}" type="presParOf" srcId="{402BF6D5-BC22-4BEB-9027-2D822CD0A19A}" destId="{7F383395-A406-466B-9E8C-672150081A67}" srcOrd="0" destOrd="0" presId="urn:microsoft.com/office/officeart/2011/layout/ThemePictureAlternatingAccent"/>
    <dgm:cxn modelId="{47EA1EB6-5F68-4E3F-AE82-6C1EB72D01A0}" type="presParOf" srcId="{7F383395-A406-466B-9E8C-672150081A67}" destId="{63E8F094-BB29-4F1C-8DE8-869308440306}" srcOrd="0" destOrd="0" presId="urn:microsoft.com/office/officeart/2011/layout/ThemePictureAlternatingAccent"/>
    <dgm:cxn modelId="{60676709-C437-4806-BDBD-6C1D4D258960}" type="presParOf" srcId="{402BF6D5-BC22-4BEB-9027-2D822CD0A19A}" destId="{BF7C867C-0ECC-4DC7-8F13-5617889C754B}" srcOrd="1" destOrd="0" presId="urn:microsoft.com/office/officeart/2011/layout/ThemePictureAlternatingAccent"/>
  </dgm:cxnLst>
  <dgm:bg/>
  <dgm:whole>
    <a:ln>
      <a:noFill/>
    </a:ln>
  </dgm:whole>
  <dgm:extLst>
    <a:ext uri="http://schemas.microsoft.com/office/drawing/2008/diagram">
      <dsp:dataModelExt xmlns:dsp="http://schemas.microsoft.com/office/drawing/2008/diagram" relId="rId6"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B9C58491-6977-44BF-A47A-FE1E5D4EDCF5}">
      <dsp:nvSpPr>
        <dsp:cNvPr id="0" name=""/>
        <dsp:cNvSpPr/>
      </dsp:nvSpPr>
      <dsp:spPr>
        <a:xfrm>
          <a:off x="693587" y="538368"/>
          <a:ext cx="6335330" cy="1586271"/>
        </a:xfrm>
        <a:prstGeom prst="rightArrow">
          <a:avLst>
            <a:gd name="adj1" fmla="val 50000"/>
            <a:gd name="adj2" fmla="val 50000"/>
          </a:avLst>
        </a:prstGeom>
        <a:solidFill>
          <a:srgbClr val="C00000"/>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254000" bIns="197249" numCol="1" spcCol="1270" anchor="ctr" anchorCtr="0">
          <a:noAutofit/>
        </a:bodyPr>
        <a:lstStyle/>
        <a:p>
          <a:pPr lvl="0" algn="ctr" defTabSz="1600200" rtl="1">
            <a:lnSpc>
              <a:spcPct val="90000"/>
            </a:lnSpc>
            <a:spcBef>
              <a:spcPct val="0"/>
            </a:spcBef>
            <a:spcAft>
              <a:spcPct val="35000"/>
            </a:spcAft>
          </a:pPr>
          <a:r>
            <a:rPr lang="ar-SA" sz="3600" b="1" kern="1200" dirty="0" smtClean="0"/>
            <a:t>أولاً</a:t>
          </a:r>
          <a:endParaRPr lang="en-US" sz="3200" b="1" kern="1200" dirty="0" smtClean="0"/>
        </a:p>
      </dsp:txBody>
      <dsp:txXfrm>
        <a:off x="693587" y="934936"/>
        <a:ext cx="5938762" cy="793135"/>
      </dsp:txXfrm>
    </dsp:sp>
    <dsp:sp modelId="{FD788759-3423-4F29-9A6E-7DEBD1F7DFE8}">
      <dsp:nvSpPr>
        <dsp:cNvPr id="0" name=""/>
        <dsp:cNvSpPr/>
      </dsp:nvSpPr>
      <dsp:spPr>
        <a:xfrm>
          <a:off x="4403578" y="2268508"/>
          <a:ext cx="4023845" cy="1693115"/>
        </a:xfrm>
        <a:prstGeom prst="rightArrow">
          <a:avLst>
            <a:gd name="adj1" fmla="val 50000"/>
            <a:gd name="adj2" fmla="val 50000"/>
          </a:avLst>
        </a:prstGeom>
        <a:solidFill>
          <a:srgbClr val="002060"/>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91440" tIns="91440" rIns="254000" bIns="197249" numCol="1" spcCol="1270" anchor="ctr" anchorCtr="0">
          <a:noAutofit/>
        </a:bodyPr>
        <a:lstStyle/>
        <a:p>
          <a:pPr lvl="0" algn="l" defTabSz="1066800">
            <a:lnSpc>
              <a:spcPct val="90000"/>
            </a:lnSpc>
            <a:spcBef>
              <a:spcPct val="0"/>
            </a:spcBef>
            <a:spcAft>
              <a:spcPct val="35000"/>
            </a:spcAft>
          </a:pPr>
          <a:r>
            <a:rPr lang="id-ID" sz="2400" kern="1200" dirty="0" smtClean="0">
              <a:latin typeface="+mj-lt"/>
            </a:rPr>
            <a:t>               </a:t>
          </a:r>
          <a:r>
            <a:rPr lang="ar-SA" sz="3600" b="1" kern="1200" dirty="0" smtClean="0">
              <a:latin typeface="+mj-lt"/>
            </a:rPr>
            <a:t>ثانياً</a:t>
          </a:r>
          <a:endParaRPr lang="en-US" sz="2400" b="1" kern="1200" dirty="0" smtClean="0">
            <a:latin typeface="+mj-lt"/>
          </a:endParaRPr>
        </a:p>
      </dsp:txBody>
      <dsp:txXfrm>
        <a:off x="4403578" y="2691787"/>
        <a:ext cx="3600566" cy="846557"/>
      </dsp:txXfrm>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B9C58491-6977-44BF-A47A-FE1E5D4EDCF5}">
      <dsp:nvSpPr>
        <dsp:cNvPr id="0" name=""/>
        <dsp:cNvSpPr/>
      </dsp:nvSpPr>
      <dsp:spPr>
        <a:xfrm>
          <a:off x="430555" y="691148"/>
          <a:ext cx="6335330" cy="1586075"/>
        </a:xfrm>
        <a:prstGeom prst="rightArrow">
          <a:avLst>
            <a:gd name="adj1" fmla="val 50000"/>
            <a:gd name="adj2" fmla="val 50000"/>
          </a:avLst>
        </a:prstGeom>
        <a:solidFill>
          <a:schemeClr val="accent2">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254000" bIns="197225" numCol="1" spcCol="1270" anchor="ctr" anchorCtr="0">
          <a:noAutofit/>
        </a:bodyPr>
        <a:lstStyle/>
        <a:p>
          <a:pPr lvl="0" algn="ctr" defTabSz="1600200" rtl="1">
            <a:lnSpc>
              <a:spcPct val="90000"/>
            </a:lnSpc>
            <a:spcBef>
              <a:spcPct val="0"/>
            </a:spcBef>
            <a:spcAft>
              <a:spcPct val="35000"/>
            </a:spcAft>
          </a:pPr>
          <a:r>
            <a:rPr lang="ar-SA" sz="3600" b="1" kern="1200" dirty="0" smtClean="0"/>
            <a:t>ثالثاً</a:t>
          </a:r>
          <a:endParaRPr lang="en-US" sz="3200" b="1" kern="1200" dirty="0" smtClean="0"/>
        </a:p>
      </dsp:txBody>
      <dsp:txXfrm>
        <a:off x="430555" y="1087667"/>
        <a:ext cx="5938811" cy="793037"/>
      </dsp:txXfrm>
    </dsp:sp>
    <dsp:sp modelId="{FD788759-3423-4F29-9A6E-7DEBD1F7DFE8}">
      <dsp:nvSpPr>
        <dsp:cNvPr id="0" name=""/>
        <dsp:cNvSpPr/>
      </dsp:nvSpPr>
      <dsp:spPr>
        <a:xfrm>
          <a:off x="3001302" y="1730482"/>
          <a:ext cx="5175652" cy="1692905"/>
        </a:xfrm>
        <a:prstGeom prst="rightArrow">
          <a:avLst>
            <a:gd name="adj1" fmla="val 50000"/>
            <a:gd name="adj2" fmla="val 50000"/>
          </a:avLst>
        </a:prstGeom>
        <a:solidFill>
          <a:schemeClr val="accent3">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91440" tIns="91440" rIns="254000" bIns="197225" numCol="1" spcCol="1270" anchor="ctr" anchorCtr="0">
          <a:noAutofit/>
        </a:bodyPr>
        <a:lstStyle/>
        <a:p>
          <a:pPr lvl="0" algn="ctr" defTabSz="1066800">
            <a:lnSpc>
              <a:spcPct val="90000"/>
            </a:lnSpc>
            <a:spcBef>
              <a:spcPct val="0"/>
            </a:spcBef>
            <a:spcAft>
              <a:spcPct val="35000"/>
            </a:spcAft>
          </a:pPr>
          <a:r>
            <a:rPr lang="id-ID" sz="2400" kern="1200" dirty="0" smtClean="0">
              <a:latin typeface="+mj-lt"/>
            </a:rPr>
            <a:t>               </a:t>
          </a:r>
          <a:r>
            <a:rPr lang="ar-SA" sz="3600" b="1" kern="1200" dirty="0" smtClean="0">
              <a:latin typeface="+mj-lt"/>
            </a:rPr>
            <a:t>رابعاً</a:t>
          </a:r>
          <a:endParaRPr lang="en-US" sz="2400" b="1" kern="1200" dirty="0" smtClean="0">
            <a:latin typeface="+mj-lt"/>
          </a:endParaRPr>
        </a:p>
      </dsp:txBody>
      <dsp:txXfrm>
        <a:off x="3001302" y="2153708"/>
        <a:ext cx="4752426" cy="846453"/>
      </dsp:txXfrm>
    </dsp:sp>
    <dsp:sp modelId="{3C5138F7-F7EB-4421-9D29-30667609D5DF}">
      <dsp:nvSpPr>
        <dsp:cNvPr id="0" name=""/>
        <dsp:cNvSpPr/>
      </dsp:nvSpPr>
      <dsp:spPr>
        <a:xfrm>
          <a:off x="4768201" y="3044426"/>
          <a:ext cx="3762276" cy="1580583"/>
        </a:xfrm>
        <a:prstGeom prst="rightArrow">
          <a:avLst>
            <a:gd name="adj1" fmla="val 50000"/>
            <a:gd name="adj2" fmla="val 50000"/>
          </a:avLst>
        </a:prstGeom>
        <a:solidFill>
          <a:schemeClr val="accent4">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254000" bIns="197225" numCol="1" spcCol="1270" anchor="ctr" anchorCtr="0">
          <a:noAutofit/>
        </a:bodyPr>
        <a:lstStyle/>
        <a:p>
          <a:pPr lvl="0" algn="ctr" defTabSz="1600200">
            <a:lnSpc>
              <a:spcPct val="90000"/>
            </a:lnSpc>
            <a:spcBef>
              <a:spcPct val="0"/>
            </a:spcBef>
            <a:spcAft>
              <a:spcPct val="35000"/>
            </a:spcAft>
          </a:pPr>
          <a:r>
            <a:rPr lang="ar-SA" sz="3600" b="1" kern="1200" dirty="0" smtClean="0">
              <a:latin typeface="+mj-lt"/>
            </a:rPr>
            <a:t>خامسا</a:t>
          </a:r>
          <a:endParaRPr lang="en-US" sz="2400" b="1" kern="1200" dirty="0" smtClean="0">
            <a:latin typeface="+mj-lt"/>
          </a:endParaRPr>
        </a:p>
      </dsp:txBody>
      <dsp:txXfrm>
        <a:off x="4768201" y="3439572"/>
        <a:ext cx="3367130" cy="790291"/>
      </dsp:txXfrm>
    </dsp:sp>
  </dsp:spTree>
</dsp:drawing>
</file>

<file path=ppt/diagrams/drawing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63E8F094-BB29-4F1C-8DE8-869308440306}">
      <dsp:nvSpPr>
        <dsp:cNvPr id="0" name=""/>
        <dsp:cNvSpPr/>
      </dsp:nvSpPr>
      <dsp:spPr>
        <a:xfrm>
          <a:off x="-6" y="0"/>
          <a:ext cx="12192012" cy="2651760"/>
        </a:xfrm>
        <a:prstGeom prst="rect">
          <a:avLst/>
        </a:prstGeom>
        <a:solidFill>
          <a:srgbClr val="5B9BD5">
            <a:tint val="50000"/>
            <a:hueOff val="0"/>
            <a:satOff val="0"/>
            <a:lumOff val="0"/>
            <a:alphaOff val="0"/>
          </a:srgbClr>
        </a:solidFill>
        <a:ln w="12700" cap="flat" cmpd="sng" algn="ctr">
          <a:noFill/>
          <a:prstDash val="solid"/>
          <a:miter lim="800000"/>
        </a:ln>
        <a:effectLst/>
      </dsp:spPr>
      <dsp:style>
        <a:lnRef idx="2">
          <a:scrgbClr r="0" g="0" b="0"/>
        </a:lnRef>
        <a:fillRef idx="1">
          <a:scrgbClr r="0" g="0" b="0"/>
        </a:fillRef>
        <a:effectRef idx="0">
          <a:scrgbClr r="0" g="0" b="0"/>
        </a:effectRef>
        <a:fontRef idx="minor"/>
      </dsp:style>
    </dsp:sp>
    <dsp:sp modelId="{BF7C867C-0ECC-4DC7-8F13-5617889C754B}">
      <dsp:nvSpPr>
        <dsp:cNvPr id="0" name=""/>
        <dsp:cNvSpPr/>
      </dsp:nvSpPr>
      <dsp:spPr>
        <a:xfrm>
          <a:off x="3948074" y="2327184"/>
          <a:ext cx="4295851" cy="309195"/>
        </a:xfrm>
        <a:prstGeom prst="rect">
          <a:avLst/>
        </a:prstGeom>
        <a:noFill/>
        <a:ln w="25400" cap="flat" cmpd="sng" algn="ctr">
          <a:noFill/>
          <a:prstDash val="solid"/>
        </a:ln>
        <a:effectLst/>
        <a:sp3d/>
      </dsp:spPr>
      <dsp:style>
        <a:lnRef idx="2">
          <a:scrgbClr r="0" g="0" b="0"/>
        </a:lnRef>
        <a:fillRef idx="1">
          <a:scrgbClr r="0" g="0" b="0"/>
        </a:fillRef>
        <a:effectRef idx="0">
          <a:scrgbClr r="0" g="0" b="0"/>
        </a:effectRef>
        <a:fontRef idx="minor">
          <a:schemeClr val="lt1"/>
        </a:fontRef>
      </dsp:style>
      <dsp:txBody>
        <a:bodyPr spcFirstLastPara="0" vert="horz" wrap="square" lIns="68580" tIns="22860" rIns="68580" bIns="22860" numCol="1" spcCol="1270" anchor="b" anchorCtr="0">
          <a:noAutofit/>
        </a:bodyPr>
        <a:lstStyle/>
        <a:p>
          <a:pPr lvl="0" algn="l" defTabSz="800100">
            <a:lnSpc>
              <a:spcPct val="90000"/>
            </a:lnSpc>
            <a:spcBef>
              <a:spcPct val="0"/>
            </a:spcBef>
            <a:spcAft>
              <a:spcPct val="35000"/>
            </a:spcAft>
          </a:pPr>
          <a:endParaRPr lang="en-US" sz="1800" kern="1200" dirty="0">
            <a:solidFill>
              <a:sysClr val="window" lastClr="FFFFFF"/>
            </a:solidFill>
            <a:latin typeface="Calibri"/>
            <a:ea typeface="+mn-ea"/>
            <a:cs typeface="+mn-cs"/>
          </a:endParaRPr>
        </a:p>
      </dsp:txBody>
      <dsp:txXfrm>
        <a:off x="3948074" y="2327184"/>
        <a:ext cx="4295851" cy="309195"/>
      </dsp:txXfrm>
    </dsp:sp>
  </dsp:spTree>
</dsp:drawing>
</file>

<file path=ppt/diagrams/drawing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63E8F094-BB29-4F1C-8DE8-869308440306}">
      <dsp:nvSpPr>
        <dsp:cNvPr id="0" name=""/>
        <dsp:cNvSpPr/>
      </dsp:nvSpPr>
      <dsp:spPr>
        <a:xfrm>
          <a:off x="-6" y="0"/>
          <a:ext cx="12192012" cy="2651760"/>
        </a:xfrm>
        <a:prstGeom prst="rect">
          <a:avLst/>
        </a:prstGeom>
        <a:solidFill>
          <a:schemeClr val="accent1">
            <a:tint val="50000"/>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dsp:style>
    </dsp:sp>
    <dsp:sp modelId="{BF7C867C-0ECC-4DC7-8F13-5617889C754B}">
      <dsp:nvSpPr>
        <dsp:cNvPr id="0" name=""/>
        <dsp:cNvSpPr/>
      </dsp:nvSpPr>
      <dsp:spPr>
        <a:xfrm>
          <a:off x="3948074" y="2327184"/>
          <a:ext cx="4295851" cy="309195"/>
        </a:xfrm>
        <a:prstGeom prst="rect">
          <a:avLst/>
        </a:prstGeom>
        <a:noFill/>
        <a:ln w="12700" cap="flat" cmpd="sng" algn="ctr">
          <a:noFill/>
          <a:prstDash val="solid"/>
          <a:miter lim="800000"/>
        </a:ln>
        <a:effectLst/>
        <a:sp3d/>
      </dsp:spPr>
      <dsp:style>
        <a:lnRef idx="2">
          <a:scrgbClr r="0" g="0" b="0"/>
        </a:lnRef>
        <a:fillRef idx="1">
          <a:scrgbClr r="0" g="0" b="0"/>
        </a:fillRef>
        <a:effectRef idx="0">
          <a:scrgbClr r="0" g="0" b="0"/>
        </a:effectRef>
        <a:fontRef idx="minor">
          <a:schemeClr val="lt1"/>
        </a:fontRef>
      </dsp:style>
      <dsp:txBody>
        <a:bodyPr spcFirstLastPara="0" vert="horz" wrap="square" lIns="68580" tIns="22860" rIns="68580" bIns="22860" numCol="1" spcCol="1270" anchor="b" anchorCtr="0">
          <a:noAutofit/>
        </a:bodyPr>
        <a:lstStyle/>
        <a:p>
          <a:pPr lvl="0" algn="l" defTabSz="800100">
            <a:lnSpc>
              <a:spcPct val="90000"/>
            </a:lnSpc>
            <a:spcBef>
              <a:spcPct val="0"/>
            </a:spcBef>
            <a:spcAft>
              <a:spcPct val="35000"/>
            </a:spcAft>
          </a:pPr>
          <a:endParaRPr lang="en-US" sz="1800" kern="1200" dirty="0"/>
        </a:p>
      </dsp:txBody>
      <dsp:txXfrm>
        <a:off x="3948074" y="2327184"/>
        <a:ext cx="4295851" cy="309195"/>
      </dsp:txXfrm>
    </dsp:sp>
  </dsp:spTree>
</dsp:drawing>
</file>

<file path=ppt/diagrams/drawing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63E8F094-BB29-4F1C-8DE8-869308440306}">
      <dsp:nvSpPr>
        <dsp:cNvPr id="0" name=""/>
        <dsp:cNvSpPr/>
      </dsp:nvSpPr>
      <dsp:spPr>
        <a:xfrm>
          <a:off x="-136349" y="0"/>
          <a:ext cx="12191987" cy="3276740"/>
        </a:xfrm>
        <a:prstGeom prst="rect">
          <a:avLst/>
        </a:prstGeom>
        <a:solidFill>
          <a:schemeClr val="accent1">
            <a:tint val="50000"/>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dsp:style>
    </dsp:sp>
    <dsp:sp modelId="{BF7C867C-0ECC-4DC7-8F13-5617889C754B}">
      <dsp:nvSpPr>
        <dsp:cNvPr id="0" name=""/>
        <dsp:cNvSpPr/>
      </dsp:nvSpPr>
      <dsp:spPr>
        <a:xfrm>
          <a:off x="3305484" y="2875667"/>
          <a:ext cx="5308318" cy="382067"/>
        </a:xfrm>
        <a:prstGeom prst="rect">
          <a:avLst/>
        </a:prstGeom>
        <a:noFill/>
        <a:ln w="12700" cap="flat" cmpd="sng" algn="ctr">
          <a:noFill/>
          <a:prstDash val="solid"/>
          <a:miter lim="800000"/>
        </a:ln>
        <a:effectLst/>
        <a:sp3d/>
      </dsp:spPr>
      <dsp:style>
        <a:lnRef idx="2">
          <a:scrgbClr r="0" g="0" b="0"/>
        </a:lnRef>
        <a:fillRef idx="1">
          <a:scrgbClr r="0" g="0" b="0"/>
        </a:fillRef>
        <a:effectRef idx="0">
          <a:scrgbClr r="0" g="0" b="0"/>
        </a:effectRef>
        <a:fontRef idx="minor">
          <a:schemeClr val="lt1"/>
        </a:fontRef>
      </dsp:style>
      <dsp:txBody>
        <a:bodyPr spcFirstLastPara="0" vert="horz" wrap="square" lIns="87630" tIns="29210" rIns="87630" bIns="29210" numCol="1" spcCol="1270" anchor="b" anchorCtr="0">
          <a:noAutofit/>
        </a:bodyPr>
        <a:lstStyle/>
        <a:p>
          <a:pPr lvl="0" algn="l" defTabSz="1022350">
            <a:lnSpc>
              <a:spcPct val="90000"/>
            </a:lnSpc>
            <a:spcBef>
              <a:spcPct val="0"/>
            </a:spcBef>
            <a:spcAft>
              <a:spcPct val="35000"/>
            </a:spcAft>
          </a:pPr>
          <a:endParaRPr lang="en-US" sz="2300" kern="1200" dirty="0"/>
        </a:p>
      </dsp:txBody>
      <dsp:txXfrm>
        <a:off x="3305484" y="2875667"/>
        <a:ext cx="5308318" cy="382067"/>
      </dsp:txXfrm>
    </dsp:sp>
  </dsp:spTree>
</dsp:drawing>
</file>

<file path=ppt/diagrams/drawing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63E8F094-BB29-4F1C-8DE8-869308440306}">
      <dsp:nvSpPr>
        <dsp:cNvPr id="0" name=""/>
        <dsp:cNvSpPr/>
      </dsp:nvSpPr>
      <dsp:spPr>
        <a:xfrm>
          <a:off x="-136349" y="0"/>
          <a:ext cx="12191987" cy="3276740"/>
        </a:xfrm>
        <a:prstGeom prst="rect">
          <a:avLst/>
        </a:prstGeom>
        <a:solidFill>
          <a:schemeClr val="accent1">
            <a:tint val="50000"/>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dsp:style>
    </dsp:sp>
    <dsp:sp modelId="{BF7C867C-0ECC-4DC7-8F13-5617889C754B}">
      <dsp:nvSpPr>
        <dsp:cNvPr id="0" name=""/>
        <dsp:cNvSpPr/>
      </dsp:nvSpPr>
      <dsp:spPr>
        <a:xfrm>
          <a:off x="3305484" y="2875667"/>
          <a:ext cx="5308318" cy="382067"/>
        </a:xfrm>
        <a:prstGeom prst="rect">
          <a:avLst/>
        </a:prstGeom>
        <a:noFill/>
        <a:ln w="12700" cap="flat" cmpd="sng" algn="ctr">
          <a:noFill/>
          <a:prstDash val="solid"/>
          <a:miter lim="800000"/>
        </a:ln>
        <a:effectLst/>
        <a:sp3d/>
      </dsp:spPr>
      <dsp:style>
        <a:lnRef idx="2">
          <a:scrgbClr r="0" g="0" b="0"/>
        </a:lnRef>
        <a:fillRef idx="1">
          <a:scrgbClr r="0" g="0" b="0"/>
        </a:fillRef>
        <a:effectRef idx="0">
          <a:scrgbClr r="0" g="0" b="0"/>
        </a:effectRef>
        <a:fontRef idx="minor">
          <a:schemeClr val="lt1"/>
        </a:fontRef>
      </dsp:style>
      <dsp:txBody>
        <a:bodyPr spcFirstLastPara="0" vert="horz" wrap="square" lIns="87630" tIns="29210" rIns="87630" bIns="29210" numCol="1" spcCol="1270" anchor="b" anchorCtr="0">
          <a:noAutofit/>
        </a:bodyPr>
        <a:lstStyle/>
        <a:p>
          <a:pPr lvl="0" algn="l" defTabSz="1022350">
            <a:lnSpc>
              <a:spcPct val="90000"/>
            </a:lnSpc>
            <a:spcBef>
              <a:spcPct val="0"/>
            </a:spcBef>
            <a:spcAft>
              <a:spcPct val="35000"/>
            </a:spcAft>
          </a:pPr>
          <a:endParaRPr lang="en-US" sz="2300" kern="1200" dirty="0"/>
        </a:p>
      </dsp:txBody>
      <dsp:txXfrm>
        <a:off x="3305484" y="2875667"/>
        <a:ext cx="5308318" cy="382067"/>
      </dsp:txXfrm>
    </dsp:sp>
  </dsp:spTree>
</dsp:drawing>
</file>

<file path=ppt/diagrams/drawing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63E8F094-BB29-4F1C-8DE8-869308440306}">
      <dsp:nvSpPr>
        <dsp:cNvPr id="0" name=""/>
        <dsp:cNvSpPr/>
      </dsp:nvSpPr>
      <dsp:spPr>
        <a:xfrm>
          <a:off x="-6" y="0"/>
          <a:ext cx="12192012" cy="2651760"/>
        </a:xfrm>
        <a:prstGeom prst="rect">
          <a:avLst/>
        </a:prstGeom>
        <a:solidFill>
          <a:srgbClr val="5B9BD5">
            <a:tint val="50000"/>
            <a:hueOff val="0"/>
            <a:satOff val="0"/>
            <a:lumOff val="0"/>
            <a:alphaOff val="0"/>
          </a:srgbClr>
        </a:solidFill>
        <a:ln w="12700" cap="flat" cmpd="sng" algn="ctr">
          <a:noFill/>
          <a:prstDash val="solid"/>
          <a:miter lim="800000"/>
        </a:ln>
        <a:effectLst/>
      </dsp:spPr>
      <dsp:style>
        <a:lnRef idx="2">
          <a:scrgbClr r="0" g="0" b="0"/>
        </a:lnRef>
        <a:fillRef idx="1">
          <a:scrgbClr r="0" g="0" b="0"/>
        </a:fillRef>
        <a:effectRef idx="0">
          <a:scrgbClr r="0" g="0" b="0"/>
        </a:effectRef>
        <a:fontRef idx="minor"/>
      </dsp:style>
    </dsp:sp>
    <dsp:sp modelId="{BF7C867C-0ECC-4DC7-8F13-5617889C754B}">
      <dsp:nvSpPr>
        <dsp:cNvPr id="0" name=""/>
        <dsp:cNvSpPr/>
      </dsp:nvSpPr>
      <dsp:spPr>
        <a:xfrm>
          <a:off x="3948074" y="2327184"/>
          <a:ext cx="4295851" cy="309195"/>
        </a:xfrm>
        <a:prstGeom prst="rect">
          <a:avLst/>
        </a:prstGeom>
        <a:noFill/>
        <a:ln w="25400" cap="flat" cmpd="sng" algn="ctr">
          <a:noFill/>
          <a:prstDash val="solid"/>
        </a:ln>
        <a:effectLst/>
        <a:sp3d/>
      </dsp:spPr>
      <dsp:style>
        <a:lnRef idx="2">
          <a:scrgbClr r="0" g="0" b="0"/>
        </a:lnRef>
        <a:fillRef idx="1">
          <a:scrgbClr r="0" g="0" b="0"/>
        </a:fillRef>
        <a:effectRef idx="0">
          <a:scrgbClr r="0" g="0" b="0"/>
        </a:effectRef>
        <a:fontRef idx="minor">
          <a:schemeClr val="lt1"/>
        </a:fontRef>
      </dsp:style>
      <dsp:txBody>
        <a:bodyPr spcFirstLastPara="0" vert="horz" wrap="square" lIns="68580" tIns="22860" rIns="68580" bIns="22860" numCol="1" spcCol="1270" anchor="b" anchorCtr="0">
          <a:noAutofit/>
        </a:bodyPr>
        <a:lstStyle/>
        <a:p>
          <a:pPr lvl="0" algn="l" defTabSz="800100">
            <a:lnSpc>
              <a:spcPct val="90000"/>
            </a:lnSpc>
            <a:spcBef>
              <a:spcPct val="0"/>
            </a:spcBef>
            <a:spcAft>
              <a:spcPct val="35000"/>
            </a:spcAft>
          </a:pPr>
          <a:endParaRPr lang="en-US" sz="1800" kern="1200" dirty="0">
            <a:solidFill>
              <a:sysClr val="window" lastClr="FFFFFF"/>
            </a:solidFill>
            <a:latin typeface="Calibri"/>
            <a:ea typeface="+mn-ea"/>
            <a:cs typeface="+mn-cs"/>
          </a:endParaRPr>
        </a:p>
      </dsp:txBody>
      <dsp:txXfrm>
        <a:off x="3948074" y="2327184"/>
        <a:ext cx="4295851" cy="309195"/>
      </dsp:txXfrm>
    </dsp:sp>
  </dsp:spTree>
</dsp:drawing>
</file>

<file path=ppt/diagrams/drawing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63E8F094-BB29-4F1C-8DE8-869308440306}">
      <dsp:nvSpPr>
        <dsp:cNvPr id="0" name=""/>
        <dsp:cNvSpPr/>
      </dsp:nvSpPr>
      <dsp:spPr>
        <a:xfrm>
          <a:off x="-6" y="0"/>
          <a:ext cx="12192012" cy="2651760"/>
        </a:xfrm>
        <a:prstGeom prst="rect">
          <a:avLst/>
        </a:prstGeom>
        <a:solidFill>
          <a:srgbClr val="5B9BD5">
            <a:tint val="50000"/>
            <a:hueOff val="0"/>
            <a:satOff val="0"/>
            <a:lumOff val="0"/>
            <a:alphaOff val="0"/>
          </a:srgbClr>
        </a:solidFill>
        <a:ln w="12700" cap="flat" cmpd="sng" algn="ctr">
          <a:noFill/>
          <a:prstDash val="solid"/>
          <a:miter lim="800000"/>
        </a:ln>
        <a:effectLst/>
      </dsp:spPr>
      <dsp:style>
        <a:lnRef idx="2">
          <a:scrgbClr r="0" g="0" b="0"/>
        </a:lnRef>
        <a:fillRef idx="1">
          <a:scrgbClr r="0" g="0" b="0"/>
        </a:fillRef>
        <a:effectRef idx="0">
          <a:scrgbClr r="0" g="0" b="0"/>
        </a:effectRef>
        <a:fontRef idx="minor"/>
      </dsp:style>
    </dsp:sp>
    <dsp:sp modelId="{BF7C867C-0ECC-4DC7-8F13-5617889C754B}">
      <dsp:nvSpPr>
        <dsp:cNvPr id="0" name=""/>
        <dsp:cNvSpPr/>
      </dsp:nvSpPr>
      <dsp:spPr>
        <a:xfrm>
          <a:off x="3948074" y="2327184"/>
          <a:ext cx="4295851" cy="309195"/>
        </a:xfrm>
        <a:prstGeom prst="rect">
          <a:avLst/>
        </a:prstGeom>
        <a:noFill/>
        <a:ln w="12700" cap="flat" cmpd="sng" algn="ctr">
          <a:noFill/>
          <a:prstDash val="solid"/>
          <a:miter lim="800000"/>
        </a:ln>
        <a:effectLst/>
        <a:sp3d/>
      </dsp:spPr>
      <dsp:style>
        <a:lnRef idx="2">
          <a:scrgbClr r="0" g="0" b="0"/>
        </a:lnRef>
        <a:fillRef idx="1">
          <a:scrgbClr r="0" g="0" b="0"/>
        </a:fillRef>
        <a:effectRef idx="0">
          <a:scrgbClr r="0" g="0" b="0"/>
        </a:effectRef>
        <a:fontRef idx="minor">
          <a:schemeClr val="lt1"/>
        </a:fontRef>
      </dsp:style>
      <dsp:txBody>
        <a:bodyPr spcFirstLastPara="0" vert="horz" wrap="square" lIns="68580" tIns="22860" rIns="68580" bIns="22860" numCol="1" spcCol="1270" anchor="b" anchorCtr="0">
          <a:noAutofit/>
        </a:bodyPr>
        <a:lstStyle/>
        <a:p>
          <a:pPr lvl="0" algn="l" defTabSz="800100">
            <a:lnSpc>
              <a:spcPct val="90000"/>
            </a:lnSpc>
            <a:spcBef>
              <a:spcPct val="0"/>
            </a:spcBef>
            <a:spcAft>
              <a:spcPct val="35000"/>
            </a:spcAft>
          </a:pPr>
          <a:endParaRPr lang="en-US" sz="1800" kern="1200" dirty="0">
            <a:solidFill>
              <a:sysClr val="window" lastClr="FFFFFF"/>
            </a:solidFill>
            <a:latin typeface="Calibri"/>
            <a:ea typeface="+mn-ea"/>
            <a:cs typeface="+mn-cs"/>
          </a:endParaRPr>
        </a:p>
      </dsp:txBody>
      <dsp:txXfrm>
        <a:off x="3948074" y="2327184"/>
        <a:ext cx="4295851" cy="309195"/>
      </dsp:txXfrm>
    </dsp:sp>
  </dsp:spTree>
</dsp:drawing>
</file>

<file path=ppt/diagrams/drawing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63E8F094-BB29-4F1C-8DE8-869308440306}">
      <dsp:nvSpPr>
        <dsp:cNvPr id="0" name=""/>
        <dsp:cNvSpPr/>
      </dsp:nvSpPr>
      <dsp:spPr>
        <a:xfrm>
          <a:off x="-6" y="0"/>
          <a:ext cx="12192012" cy="2651760"/>
        </a:xfrm>
        <a:prstGeom prst="rect">
          <a:avLst/>
        </a:prstGeom>
        <a:solidFill>
          <a:srgbClr val="5B9BD5">
            <a:tint val="50000"/>
            <a:hueOff val="0"/>
            <a:satOff val="0"/>
            <a:lumOff val="0"/>
            <a:alphaOff val="0"/>
          </a:srgbClr>
        </a:solidFill>
        <a:ln w="12700" cap="flat" cmpd="sng" algn="ctr">
          <a:noFill/>
          <a:prstDash val="solid"/>
          <a:miter lim="800000"/>
        </a:ln>
        <a:effectLst/>
      </dsp:spPr>
      <dsp:style>
        <a:lnRef idx="2">
          <a:scrgbClr r="0" g="0" b="0"/>
        </a:lnRef>
        <a:fillRef idx="1">
          <a:scrgbClr r="0" g="0" b="0"/>
        </a:fillRef>
        <a:effectRef idx="0">
          <a:scrgbClr r="0" g="0" b="0"/>
        </a:effectRef>
        <a:fontRef idx="minor"/>
      </dsp:style>
    </dsp:sp>
    <dsp:sp modelId="{BF7C867C-0ECC-4DC7-8F13-5617889C754B}">
      <dsp:nvSpPr>
        <dsp:cNvPr id="0" name=""/>
        <dsp:cNvSpPr/>
      </dsp:nvSpPr>
      <dsp:spPr>
        <a:xfrm>
          <a:off x="3948074" y="2327184"/>
          <a:ext cx="4295851" cy="309195"/>
        </a:xfrm>
        <a:prstGeom prst="rect">
          <a:avLst/>
        </a:prstGeom>
        <a:noFill/>
        <a:ln w="25400" cap="flat" cmpd="sng" algn="ctr">
          <a:noFill/>
          <a:prstDash val="solid"/>
        </a:ln>
        <a:effectLst/>
        <a:sp3d/>
      </dsp:spPr>
      <dsp:style>
        <a:lnRef idx="2">
          <a:scrgbClr r="0" g="0" b="0"/>
        </a:lnRef>
        <a:fillRef idx="1">
          <a:scrgbClr r="0" g="0" b="0"/>
        </a:fillRef>
        <a:effectRef idx="0">
          <a:scrgbClr r="0" g="0" b="0"/>
        </a:effectRef>
        <a:fontRef idx="minor">
          <a:schemeClr val="lt1"/>
        </a:fontRef>
      </dsp:style>
      <dsp:txBody>
        <a:bodyPr spcFirstLastPara="0" vert="horz" wrap="square" lIns="68580" tIns="22860" rIns="68580" bIns="22860" numCol="1" spcCol="1270" anchor="b" anchorCtr="0">
          <a:noAutofit/>
        </a:bodyPr>
        <a:lstStyle/>
        <a:p>
          <a:pPr lvl="0" algn="l" defTabSz="800100">
            <a:lnSpc>
              <a:spcPct val="90000"/>
            </a:lnSpc>
            <a:spcBef>
              <a:spcPct val="0"/>
            </a:spcBef>
            <a:spcAft>
              <a:spcPct val="35000"/>
            </a:spcAft>
          </a:pPr>
          <a:endParaRPr lang="en-US" sz="1800" kern="1200" dirty="0">
            <a:solidFill>
              <a:sysClr val="window" lastClr="FFFFFF"/>
            </a:solidFill>
            <a:latin typeface="Calibri"/>
            <a:ea typeface="+mn-ea"/>
            <a:cs typeface="+mn-cs"/>
          </a:endParaRPr>
        </a:p>
      </dsp:txBody>
      <dsp:txXfrm>
        <a:off x="3948074" y="2327184"/>
        <a:ext cx="4295851" cy="309195"/>
      </dsp:txXfrm>
    </dsp:sp>
  </dsp:spTree>
</dsp:drawing>
</file>

<file path=ppt/diagrams/layout1.xml><?xml version="1.0" encoding="utf-8"?>
<dgm:layoutDef xmlns:dgm="http://schemas.openxmlformats.org/drawingml/2006/diagram" xmlns:a="http://schemas.openxmlformats.org/drawingml/2006/main" uniqueId="urn:microsoft.com/office/officeart/2009/3/layout/IncreasingArrowsProcess">
  <dgm:title val=""/>
  <dgm:desc val=""/>
  <dgm:catLst>
    <dgm:cat type="process" pri="5500"/>
  </dgm:catLst>
  <dgm:sampData>
    <dgm:dataModel>
      <dgm:ptLst>
        <dgm:pt modelId="0" type="doc"/>
        <dgm:pt modelId="10">
          <dgm:prSet phldr="1"/>
        </dgm:pt>
        <dgm:pt modelId="11">
          <dgm:prSet phldr="1"/>
        </dgm:pt>
        <dgm:pt modelId="20">
          <dgm:prSet phldr="1"/>
        </dgm:pt>
        <dgm:pt modelId="21">
          <dgm:prSet phldr="1"/>
        </dgm:pt>
        <dgm:pt modelId="30">
          <dgm:prSet phldr="1"/>
        </dgm:pt>
        <dgm:pt modelId="31">
          <dgm:prSet phldr="1"/>
        </dgm:pt>
      </dgm:ptLst>
      <dgm:cxnLst>
        <dgm:cxn modelId="40" srcId="0" destId="10" srcOrd="0" destOrd="0"/>
        <dgm:cxn modelId="12" srcId="10" destId="11" srcOrd="0" destOrd="0"/>
        <dgm:cxn modelId="50" srcId="0" destId="20" srcOrd="1" destOrd="0"/>
        <dgm:cxn modelId="22" srcId="20" destId="21" srcOrd="0" destOrd="0"/>
        <dgm:cxn modelId="60" srcId="0" destId="30" srcOrd="2" destOrd="0"/>
        <dgm:cxn modelId="32" srcId="30" destId="31" srcOrd="0" destOrd="0"/>
      </dgm:cxnLst>
      <dgm:bg/>
      <dgm:whole/>
    </dgm:dataModel>
  </dgm:sampData>
  <dgm:styleData>
    <dgm:dataModel>
      <dgm:ptLst>
        <dgm:pt modelId="0" type="doc"/>
        <dgm:pt modelId="10">
          <dgm:prSet phldr="1"/>
        </dgm:pt>
        <dgm:pt modelId="11">
          <dgm:prSet phldr="1"/>
        </dgm:pt>
        <dgm:pt modelId="20">
          <dgm:prSet phldr="1"/>
        </dgm:pt>
        <dgm:pt modelId="21">
          <dgm:prSet phldr="1"/>
        </dgm:pt>
      </dgm:ptLst>
      <dgm:cxnLst>
        <dgm:cxn modelId="40" srcId="0" destId="10" srcOrd="0" destOrd="0"/>
        <dgm:cxn modelId="12" srcId="10" destId="11" srcOrd="0" destOrd="0"/>
        <dgm:cxn modelId="50" srcId="0" destId="20" srcOrd="1" destOrd="0"/>
        <dgm:cxn modelId="22" srcId="20" destId="21" srcOrd="0" destOrd="0"/>
      </dgm:cxnLst>
      <dgm:bg/>
      <dgm:whole/>
    </dgm:dataModel>
  </dgm:styleData>
  <dgm:clrData>
    <dgm:dataModel>
      <dgm:ptLst>
        <dgm:pt modelId="0" type="doc"/>
        <dgm:pt modelId="10">
          <dgm:prSet phldr="1"/>
        </dgm:pt>
        <dgm:pt modelId="11">
          <dgm:prSet phldr="1"/>
        </dgm:pt>
        <dgm:pt modelId="20">
          <dgm:prSet phldr="1"/>
        </dgm:pt>
        <dgm:pt modelId="21">
          <dgm:prSet phldr="1"/>
        </dgm:pt>
        <dgm:pt modelId="30">
          <dgm:prSet phldr="1"/>
        </dgm:pt>
        <dgm:pt modelId="31">
          <dgm:prSet phldr="1"/>
        </dgm:pt>
      </dgm:ptLst>
      <dgm:cxnLst>
        <dgm:cxn modelId="40" srcId="0" destId="10" srcOrd="0" destOrd="0"/>
        <dgm:cxn modelId="12" srcId="10" destId="11" srcOrd="0" destOrd="0"/>
        <dgm:cxn modelId="50" srcId="0" destId="20" srcOrd="1" destOrd="0"/>
        <dgm:cxn modelId="22" srcId="20" destId="21" srcOrd="0" destOrd="0"/>
        <dgm:cxn modelId="60" srcId="0" destId="30" srcOrd="2" destOrd="0"/>
        <dgm:cxn modelId="32" srcId="30" destId="31" srcOrd="0" destOrd="0"/>
      </dgm:cxnLst>
      <dgm:bg/>
      <dgm:whole/>
    </dgm:dataModel>
  </dgm:clrData>
  <dgm:layoutNode name="Name0">
    <dgm:varLst>
      <dgm:chMax val="5"/>
      <dgm:chPref val="5"/>
      <dgm:dir/>
      <dgm:animLvl val="lvl"/>
    </dgm:varLst>
    <dgm:shape xmlns:r="http://schemas.openxmlformats.org/officeDocument/2006/relationships" r:blip="">
      <dgm:adjLst/>
    </dgm:shape>
    <dgm:choose name="Name1">
      <dgm:if name="Name2" axis="ch" ptType="node" func="cnt" op="equ" val="1">
        <dgm:choose name="Name3">
          <dgm:if name="Name4" axis="ch ch" ptType="node node" func="cnt" op="equ" val="0">
            <dgm:alg type="composite">
              <dgm:param type="ar" val="6.8662"/>
            </dgm:alg>
            <dgm:choose name="Name5">
              <dgm:if name="Name6" func="var" arg="dir" op="equ" val="norm">
                <dgm:constrLst>
                  <dgm:constr type="primFontSz" for="des" forName="parentText1" val="65"/>
                  <dgm:constr type="l" for="ch" forName="parentText1" refType="w" fact="0"/>
                  <dgm:constr type="t" for="ch" forName="parentText1" refType="h" fact="0"/>
                  <dgm:constr type="w" for="ch" forName="parentText1" refType="w"/>
                  <dgm:constr type="h" for="ch" forName="parentText1" refType="h"/>
                </dgm:constrLst>
              </dgm:if>
              <dgm:else name="Name7">
                <dgm:constrLst>
                  <dgm:constr type="primFontSz" for="des" forName="parentText1" val="65"/>
                  <dgm:constr type="l" for="ch" forName="parentText1" refType="w" fact="0"/>
                  <dgm:constr type="t" for="ch" forName="parentText1" refType="h" fact="0"/>
                  <dgm:constr type="w" for="ch" forName="parentText1" refType="w"/>
                  <dgm:constr type="h" for="ch" forName="parentText1" refType="h"/>
                </dgm:constrLst>
              </dgm:else>
            </dgm:choose>
          </dgm:if>
          <dgm:else name="Name8">
            <dgm:alg type="composite">
              <dgm:param type="ar" val="1.9864"/>
            </dgm:alg>
            <dgm:choose name="Name9">
              <dgm:if name="Name10" func="var" arg="dir" op="equ" val="norm">
                <dgm:constrLst>
                  <dgm:constr type="primFontSz" for="des" forName="childText1" val="65"/>
                  <dgm:constr type="primFontSz" for="des" forName="parentText1" val="65"/>
                  <dgm:constr type="primFontSz" for="des" forName="childText1" refType="primFontSz" refFor="des" refForName="parentText1" op="lte"/>
                  <dgm:constr type="l" for="ch" forName="parentText1" refType="w" fact="0"/>
                  <dgm:constr type="t" for="ch" forName="parentText1" refType="h" fact="0"/>
                  <dgm:constr type="w" for="ch" forName="parentText1" refType="w"/>
                  <dgm:constr type="h" for="ch" forName="parentText1" refType="h" fact="0.2893"/>
                  <dgm:constr type="l" for="ch" forName="childText1" refType="w" fact="0"/>
                  <dgm:constr type="t" for="ch" forName="childText1" refType="h" fact="0.224"/>
                  <dgm:constr type="w" for="ch" forName="childText1" refType="w" fact="0.9241"/>
                  <dgm:constr type="h" for="ch" forName="childText1" refType="h" fact="0.776"/>
                </dgm:constrLst>
              </dgm:if>
              <dgm:else name="Name11">
                <dgm:constrLst>
                  <dgm:constr type="primFontSz" for="des" forName="childText1" val="65"/>
                  <dgm:constr type="primFontSz" for="des" forName="parentText1" val="65"/>
                  <dgm:constr type="primFontSz" for="des" forName="childText1" refType="primFontSz" refFor="des" refForName="parentText1" op="lte"/>
                  <dgm:constr type="l" for="ch" forName="parentText1" refType="w" fact="0"/>
                  <dgm:constr type="t" for="ch" forName="parentText1" refType="h" fact="0"/>
                  <dgm:constr type="w" for="ch" forName="parentText1" refType="w"/>
                  <dgm:constr type="h" for="ch" forName="parentText1" refType="h" fact="0.2893"/>
                  <dgm:constr type="l" for="ch" forName="childText1" refType="w" fact="0.076"/>
                  <dgm:constr type="t" for="ch" forName="childText1" refType="h" fact="0.224"/>
                  <dgm:constr type="w" for="ch" forName="childText1" refType="w" fact="0.9241"/>
                  <dgm:constr type="h" for="ch" forName="childText1" refType="h" fact="0.776"/>
                </dgm:constrLst>
              </dgm:else>
            </dgm:choose>
          </dgm:else>
        </dgm:choose>
      </dgm:if>
      <dgm:if name="Name12" axis="ch" ptType="node" func="cnt" op="equ" val="2">
        <dgm:choose name="Name13">
          <dgm:if name="Name14" axis="ch ch" ptType="node node" func="cnt" op="equ" val="0">
            <dgm:alg type="composite">
              <dgm:param type="ar" val="5.1498"/>
            </dgm:alg>
            <dgm:choose name="Name15">
              <dgm:if name="Name16" func="var" arg="dir" op="equ" val="norm">
                <dgm:constrLst>
                  <dgm:constr type="primFontSz" for="des" forName="parentText1" val="65"/>
                  <dgm:constr type="primFontSz" for="des" forName="parentText2" refType="primFontSz" refFor="des" refForName="parentText1" op="equ"/>
                  <dgm:constr type="l" for="ch" forName="parentText1" refType="w" fact="0"/>
                  <dgm:constr type="t" for="ch" forName="parentText1" refType="h" fact="0"/>
                  <dgm:constr type="w" for="ch" forName="parentText1" refType="w"/>
                  <dgm:constr type="h" for="ch" forName="parentText1" refType="h" fact="0.7501"/>
                  <dgm:constr type="l" for="ch" forName="parentText2" refType="w" fact="0.462"/>
                  <dgm:constr type="t" for="ch" forName="parentText2" refType="h" fact="0.2499"/>
                  <dgm:constr type="w" for="ch" forName="parentText2" refType="w" fact="0.538"/>
                  <dgm:constr type="h" for="ch" forName="parentText2" refType="h" fact="0.7501"/>
                </dgm:constrLst>
              </dgm:if>
              <dgm:else name="Name17">
                <dgm:constrLst>
                  <dgm:constr type="primFontSz" for="des" forName="parentText1" val="65"/>
                  <dgm:constr type="primFontSz" for="des" forName="parentText2" refType="primFontSz" refFor="des" refForName="parentText1" op="equ"/>
                  <dgm:constr type="l" for="ch" forName="parentText1" refType="w" fact="0"/>
                  <dgm:constr type="t" for="ch" forName="parentText1" refType="h" fact="0"/>
                  <dgm:constr type="w" for="ch" forName="parentText1" refType="w"/>
                  <dgm:constr type="h" for="ch" forName="parentText1" refType="h" fact="0.7501"/>
                  <dgm:constr type="l" for="ch" forName="parentText2" refType="w" fact="0"/>
                  <dgm:constr type="t" for="ch" forName="parentText2" refType="h" fact="0.2499"/>
                  <dgm:constr type="w" for="ch" forName="parentText2" refType="w" fact="0.538"/>
                  <dgm:constr type="h" for="ch" forName="parentText2" refType="h" fact="0.7501"/>
                </dgm:constrLst>
              </dgm:else>
            </dgm:choose>
          </dgm:if>
          <dgm:else name="Name18">
            <dgm:alg type="composite">
              <dgm:param type="ar" val="2.0563"/>
            </dgm:alg>
            <dgm:choose name="Name19">
              <dgm:if name="Name20" func="var" arg="dir" op="equ" val="norm">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parentText2" refType="primFontSz" refFor="des" refForName="parentText1" op="equ"/>
                  <dgm:constr type="primFontSz" for="des" forName="childText2" refType="primFontSz" refFor="des" refForName="childText1" op="equ"/>
                  <dgm:constr type="l" for="ch" forName="parentText1" refType="w" fact="0"/>
                  <dgm:constr type="t" for="ch" forName="parentText1" refType="h" fact="0"/>
                  <dgm:constr type="w" for="ch" forName="parentText1" refType="w"/>
                  <dgm:constr type="h" for="ch" forName="parentText1" refType="h" fact="0.2995"/>
                  <dgm:constr type="l" for="ch" forName="parentText2" refType="w" fact="0.462"/>
                  <dgm:constr type="t" for="ch" forName="parentText2" refType="h" fact="0.0998"/>
                  <dgm:constr type="w" for="ch" forName="parentText2" refType="w" fact="0.538"/>
                  <dgm:constr type="h" for="ch" forName="parentText2" refType="h" fact="0.2995"/>
                  <dgm:constr type="l" for="ch" forName="childText1" refType="w" fact="0"/>
                  <dgm:constr type="t" for="ch" forName="childText1" refType="h" fact="0.2317"/>
                  <dgm:constr type="w" for="ch" forName="childText1" refType="w" fact="0.462"/>
                  <dgm:constr type="h" for="ch" forName="childText1" refType="h" fact="0.6685"/>
                  <dgm:constr type="l" for="ch" forName="childText2" refType="w" fact="0.462"/>
                  <dgm:constr type="t" for="ch" forName="childText2" refType="h" fact="0.3315"/>
                  <dgm:constr type="w" for="ch" forName="childText2" refType="w" fact="0.462"/>
                  <dgm:constr type="h" for="ch" forName="childText2" refType="h" fact="0.6685"/>
                </dgm:constrLst>
              </dgm:if>
              <dgm:else name="Name21">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parentText2" refType="primFontSz" refFor="des" refForName="parentText1" op="equ"/>
                  <dgm:constr type="primFontSz" for="des" forName="childText2" refType="primFontSz" refFor="des" refForName="childText1" op="equ"/>
                  <dgm:constr type="l" for="ch" forName="parentText1" refType="w" fact="0"/>
                  <dgm:constr type="t" for="ch" forName="parentText1" refType="h" fact="0"/>
                  <dgm:constr type="w" for="ch" forName="parentText1" refType="w"/>
                  <dgm:constr type="h" for="ch" forName="parentText1" refType="h" fact="0.2995"/>
                  <dgm:constr type="l" for="ch" forName="parentText2" refType="w" fact="0"/>
                  <dgm:constr type="t" for="ch" forName="parentText2" refType="h" fact="0.0998"/>
                  <dgm:constr type="w" for="ch" forName="parentText2" refType="w" fact="0.538"/>
                  <dgm:constr type="h" for="ch" forName="parentText2" refType="h" fact="0.2995"/>
                  <dgm:constr type="l" for="ch" forName="childText1" refType="w" fact="0.538"/>
                  <dgm:constr type="t" for="ch" forName="childText1" refType="h" fact="0.2317"/>
                  <dgm:constr type="w" for="ch" forName="childText1" refType="w" fact="0.462"/>
                  <dgm:constr type="h" for="ch" forName="childText1" refType="h" fact="0.6685"/>
                  <dgm:constr type="l" for="ch" forName="childText2" refType="w" fact="0.076"/>
                  <dgm:constr type="t" for="ch" forName="childText2" refType="h" fact="0.3315"/>
                  <dgm:constr type="w" for="ch" forName="childText2" refType="w" fact="0.462"/>
                  <dgm:constr type="h" for="ch" forName="childText2" refType="h" fact="0.6685"/>
                </dgm:constrLst>
              </dgm:else>
            </dgm:choose>
          </dgm:else>
        </dgm:choose>
      </dgm:if>
      <dgm:if name="Name22" axis="ch" ptType="node" func="cnt" op="equ" val="3">
        <dgm:choose name="Name23">
          <dgm:if name="Name24" axis="ch ch" ptType="node node" func="cnt" op="equ" val="0">
            <dgm:alg type="composite">
              <dgm:param type="ar" val="4.1198"/>
            </dgm:alg>
            <dgm:choose name="Name25">
              <dgm:if name="Name26" func="var" arg="dir" op="equ" val="norm">
                <dgm:constrLst>
                  <dgm:constr type="primFontSz" for="des" forName="parentText1" val="65"/>
                  <dgm:constr type="primFontSz" for="des" forName="parentText2" refType="primFontSz" refFor="des" refForName="parentText1" op="equ"/>
                  <dgm:constr type="primFontSz" for="des" forName="parentText3" refType="primFontSz" refFor="des" refForName="parentText1" op="equ"/>
                  <dgm:constr type="l" for="ch" forName="parentText1" refType="w" fact="0"/>
                  <dgm:constr type="t" for="ch" forName="parentText1" refType="h" fact="0"/>
                  <dgm:constr type="w" for="ch" forName="parentText1" refType="w"/>
                  <dgm:constr type="h" for="ch" forName="parentText1" refType="h" fact="0.6"/>
                  <dgm:constr type="l" for="ch" forName="parentText2" refType="w" fact="0.308"/>
                  <dgm:constr type="t" for="ch" forName="parentText2" refType="h" fact="0.2"/>
                  <dgm:constr type="w" for="ch" forName="parentText2" refType="w" fact="0.692"/>
                  <dgm:constr type="h" for="ch" forName="parentText2" refType="h" fact="0.6"/>
                  <dgm:constr type="l" for="ch" forName="parentText3" refType="w" fact="0.616"/>
                  <dgm:constr type="t" for="ch" forName="parentText3" refType="h" fact="0.4"/>
                  <dgm:constr type="w" for="ch" forName="parentText3" refType="w" fact="0.384"/>
                  <dgm:constr type="h" for="ch" forName="parentText3" refType="h" fact="0.6"/>
                </dgm:constrLst>
              </dgm:if>
              <dgm:else name="Name27">
                <dgm:constrLst>
                  <dgm:constr type="primFontSz" for="des" forName="parentText1" val="65"/>
                  <dgm:constr type="primFontSz" for="des" forName="parentText2" refType="primFontSz" refFor="des" refForName="parentText1" op="equ"/>
                  <dgm:constr type="primFontSz" for="des" forName="parentText3" refType="primFontSz" refFor="des" refForName="parentText1" op="equ"/>
                  <dgm:constr type="l" for="ch" forName="parentText1" refType="w" fact="0"/>
                  <dgm:constr type="t" for="ch" forName="parentText1" refType="h" fact="0"/>
                  <dgm:constr type="w" for="ch" forName="parentText1" refType="w"/>
                  <dgm:constr type="h" for="ch" forName="parentText1" refType="h" fact="0.6"/>
                  <dgm:constr type="l" for="ch" forName="parentText2" refType="w" fact="0"/>
                  <dgm:constr type="t" for="ch" forName="parentText2" refType="h" fact="0.2"/>
                  <dgm:constr type="w" for="ch" forName="parentText2" refType="w" fact="0.692"/>
                  <dgm:constr type="h" for="ch" forName="parentText2" refType="h" fact="0.6"/>
                  <dgm:constr type="l" for="ch" forName="parentText3" refType="w" fact="0"/>
                  <dgm:constr type="t" for="ch" forName="parentText3" refType="h" fact="0.4"/>
                  <dgm:constr type="w" for="ch" forName="parentText3" refType="w" fact="0.384"/>
                  <dgm:constr type="h" for="ch" forName="parentText3" refType="h" fact="0.6"/>
                </dgm:constrLst>
              </dgm:else>
            </dgm:choose>
          </dgm:if>
          <dgm:else name="Name28">
            <dgm:alg type="composite">
              <dgm:param type="ar" val="2.0702"/>
            </dgm:alg>
            <dgm:choose name="Name29">
              <dgm:if name="Name30" func="var" arg="dir" op="equ" val="norm">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3"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childText3" refType="primFontSz" refFor="des" refForName="parentText2" op="lte"/>
                  <dgm:constr type="primFontSz" for="des" forName="childText1" refType="primFontSz" refFor="des" refForName="parentText3" op="lte"/>
                  <dgm:constr type="primFontSz" for="des" forName="childText2" refType="primFontSz" refFor="des" refForName="parentText3" op="lte"/>
                  <dgm:constr type="primFontSz" for="des" forName="childText3" refType="primFontSz" refFor="des" refForName="parentText3" op="lte"/>
                  <dgm:constr type="primFontSz" for="des" forName="parentText2" refType="primFontSz" refFor="des" refForName="parentText1" op="equ"/>
                  <dgm:constr type="primFontSz" for="des" forName="parentText3" refType="primFontSz" refFor="des" refForName="parentText1" op="equ"/>
                  <dgm:constr type="primFontSz" for="des" forName="childText2" refType="primFontSz" refFor="des" refForName="childText1" op="equ"/>
                  <dgm:constr type="primFontSz" for="des" forName="childText3" refType="primFontSz" refFor="des" refForName="childText1" op="equ"/>
                  <dgm:constr type="l" for="ch" forName="childText1" refType="w" fact="0"/>
                  <dgm:constr type="t" for="ch" forName="childText1" refType="h" fact="0.2325"/>
                  <dgm:constr type="w" for="ch" forName="childText1" refType="w" fact="0.308"/>
                  <dgm:constr type="h" for="ch" forName="childText1" refType="h" fact="0.5808"/>
                  <dgm:constr type="l" for="ch" forName="childText2" refType="w" fact="0.308"/>
                  <dgm:constr type="t" for="ch" forName="childText2" refType="h" fact="0.333"/>
                  <dgm:constr type="w" for="ch" forName="childText2" refType="w" fact="0.308"/>
                  <dgm:constr type="h" for="ch" forName="childText2" refType="h" fact="0.5808"/>
                  <dgm:constr type="l" for="ch" forName="childText3" refType="w" fact="0.616"/>
                  <dgm:constr type="t" for="ch" forName="childText3" refType="h" fact="0.4335"/>
                  <dgm:constr type="w" for="ch" forName="childText3" refType="w" fact="0.308"/>
                  <dgm:constr type="h" for="ch" forName="childText3" refType="h" fact="0.5723"/>
                  <dgm:constr type="l" for="ch" forName="parentText1" refType="w" fact="0"/>
                  <dgm:constr type="t" for="ch" forName="parentText1" refType="h" fact="0"/>
                  <dgm:constr type="w" for="ch" forName="parentText1" refType="w"/>
                  <dgm:constr type="h" for="ch" forName="parentText1" refType="h" fact="0.3015"/>
                  <dgm:constr type="l" for="ch" forName="parentText2" refType="w" fact="0.308"/>
                  <dgm:constr type="t" for="ch" forName="parentText2" refType="h" fact="0.1005"/>
                  <dgm:constr type="w" for="ch" forName="parentText2" refType="w" fact="0.692"/>
                  <dgm:constr type="h" for="ch" forName="parentText2" refType="h" fact="0.3015"/>
                  <dgm:constr type="l" for="ch" forName="parentText3" refType="w" fact="0.616"/>
                  <dgm:constr type="t" for="ch" forName="parentText3" refType="h" fact="0.201"/>
                  <dgm:constr type="w" for="ch" forName="parentText3" refType="w" fact="0.384"/>
                  <dgm:constr type="h" for="ch" forName="parentText3" refType="h" fact="0.3015"/>
                </dgm:constrLst>
              </dgm:if>
              <dgm:else name="Name31">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3"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childText3" refType="primFontSz" refFor="des" refForName="parentText2" op="lte"/>
                  <dgm:constr type="primFontSz" for="des" forName="childText1" refType="primFontSz" refFor="des" refForName="parentText3" op="lte"/>
                  <dgm:constr type="primFontSz" for="des" forName="childText2" refType="primFontSz" refFor="des" refForName="parentText3" op="lte"/>
                  <dgm:constr type="primFontSz" for="des" forName="childText3" refType="primFontSz" refFor="des" refForName="parentText3" op="lte"/>
                  <dgm:constr type="primFontSz" for="des" forName="parentText2" refType="primFontSz" refFor="des" refForName="parentText1" op="equ"/>
                  <dgm:constr type="primFontSz" for="des" forName="parentText3" refType="primFontSz" refFor="des" refForName="parentText1" op="equ"/>
                  <dgm:constr type="primFontSz" for="des" forName="childText2" refType="primFontSz" refFor="des" refForName="childText1" op="equ"/>
                  <dgm:constr type="primFontSz" for="des" forName="childText3" refType="primFontSz" refFor="des" refForName="childText1" op="equ"/>
                  <dgm:constr type="l" for="ch" forName="childText1" refType="w" fact="0.692"/>
                  <dgm:constr type="t" for="ch" forName="childText1" refType="h" fact="0.2325"/>
                  <dgm:constr type="w" for="ch" forName="childText1" refType="w" fact="0.308"/>
                  <dgm:constr type="h" for="ch" forName="childText1" refType="h" fact="0.5808"/>
                  <dgm:constr type="l" for="ch" forName="childText2" refType="w" fact="0.384"/>
                  <dgm:constr type="t" for="ch" forName="childText2" refType="h" fact="0.333"/>
                  <dgm:constr type="w" for="ch" forName="childText2" refType="w" fact="0.308"/>
                  <dgm:constr type="h" for="ch" forName="childText2" refType="h" fact="0.5808"/>
                  <dgm:constr type="l" for="ch" forName="childText3" refType="w" fact="0.076"/>
                  <dgm:constr type="t" for="ch" forName="childText3" refType="h" fact="0.4335"/>
                  <dgm:constr type="w" for="ch" forName="childText3" refType="w" fact="0.308"/>
                  <dgm:constr type="h" for="ch" forName="childText3" refType="h" fact="0.5723"/>
                  <dgm:constr type="l" for="ch" forName="parentText1" refType="w" fact="0"/>
                  <dgm:constr type="t" for="ch" forName="parentText1" refType="h" fact="0"/>
                  <dgm:constr type="w" for="ch" forName="parentText1" refType="w"/>
                  <dgm:constr type="h" for="ch" forName="parentText1" refType="h" fact="0.3015"/>
                  <dgm:constr type="l" for="ch" forName="parentText2" refType="w" fact="0"/>
                  <dgm:constr type="t" for="ch" forName="parentText2" refType="h" fact="0.1005"/>
                  <dgm:constr type="w" for="ch" forName="parentText2" refType="w" fact="0.692"/>
                  <dgm:constr type="h" for="ch" forName="parentText2" refType="h" fact="0.3015"/>
                  <dgm:constr type="l" for="ch" forName="parentText3" refType="w" fact="0"/>
                  <dgm:constr type="t" for="ch" forName="parentText3" refType="h" fact="0.201"/>
                  <dgm:constr type="w" for="ch" forName="parentText3" refType="w" fact="0.384"/>
                  <dgm:constr type="h" for="ch" forName="parentText3" refType="h" fact="0.3015"/>
                </dgm:constrLst>
              </dgm:else>
            </dgm:choose>
          </dgm:else>
        </dgm:choose>
      </dgm:if>
      <dgm:if name="Name32" axis="ch" ptType="node" func="cnt" op="equ" val="4">
        <dgm:choose name="Name33">
          <dgm:if name="Name34" axis="ch ch" ptType="node node" func="cnt" op="equ" val="0">
            <dgm:alg type="composite">
              <dgm:param type="ar" val="3.435"/>
            </dgm:alg>
            <dgm:choose name="Name35">
              <dgm:if name="Name36" func="var" arg="dir" op="equ" val="norm">
                <dgm:constrLst>
                  <dgm:constr type="primFontSz" for="des" forName="parentText1" val="65"/>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l" for="ch" forName="parentText1" refType="w" fact="0"/>
                  <dgm:constr type="t" for="ch" forName="parentText1" refType="h" fact="0"/>
                  <dgm:constr type="w" for="ch" forName="parentText1" refType="w"/>
                  <dgm:constr type="h" for="ch" forName="parentText1" refType="h" fact="0.5001"/>
                  <dgm:constr type="l" for="ch" forName="parentText2" refType="w" fact="0.2305"/>
                  <dgm:constr type="t" for="ch" forName="parentText2" refType="h" fact="0.1666"/>
                  <dgm:constr type="w" for="ch" forName="parentText2" refType="w" fact="0.7695"/>
                  <dgm:constr type="h" for="ch" forName="parentText2" refType="h" fact="0.5001"/>
                  <dgm:constr type="l" for="ch" forName="parentText3" refType="w" fact="0.461"/>
                  <dgm:constr type="t" for="ch" forName="parentText3" refType="h" fact="0.3333"/>
                  <dgm:constr type="w" for="ch" forName="parentText3" refType="w" fact="0.539"/>
                  <dgm:constr type="h" for="ch" forName="parentText3" refType="h" fact="0.5001"/>
                  <dgm:constr type="l" for="ch" forName="parentText4" refType="w" fact="0.6915"/>
                  <dgm:constr type="t" for="ch" forName="parentText4" refType="h" fact="0.4999"/>
                  <dgm:constr type="w" for="ch" forName="parentText4" refType="w" fact="0.3085"/>
                  <dgm:constr type="h" for="ch" forName="parentText4" refType="h" fact="0.5001"/>
                </dgm:constrLst>
              </dgm:if>
              <dgm:else name="Name37">
                <dgm:constrLst>
                  <dgm:constr type="primFontSz" for="des" forName="parentText1" val="65"/>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l" for="ch" forName="parentText1" refType="w" fact="0"/>
                  <dgm:constr type="t" for="ch" forName="parentText1" refType="h" fact="0"/>
                  <dgm:constr type="w" for="ch" forName="parentText1" refType="w"/>
                  <dgm:constr type="h" for="ch" forName="parentText1" refType="h" fact="0.5001"/>
                  <dgm:constr type="l" for="ch" forName="parentText2" refType="w" fact="0"/>
                  <dgm:constr type="t" for="ch" forName="parentText2" refType="h" fact="0.1666"/>
                  <dgm:constr type="w" for="ch" forName="parentText2" refType="w" fact="0.7695"/>
                  <dgm:constr type="h" for="ch" forName="parentText2" refType="h" fact="0.5001"/>
                  <dgm:constr type="l" for="ch" forName="parentText3" refType="w" fact="0"/>
                  <dgm:constr type="t" for="ch" forName="parentText3" refType="h" fact="0.3333"/>
                  <dgm:constr type="w" for="ch" forName="parentText3" refType="w" fact="0.539"/>
                  <dgm:constr type="h" for="ch" forName="parentText3" refType="h" fact="0.5001"/>
                  <dgm:constr type="l" for="ch" forName="parentText4" refType="w" fact="0"/>
                  <dgm:constr type="t" for="ch" forName="parentText4" refType="h" fact="0.4999"/>
                  <dgm:constr type="w" for="ch" forName="parentText4" refType="w" fact="0.3085"/>
                  <dgm:constr type="h" for="ch" forName="parentText4" refType="h" fact="0.5001"/>
                </dgm:constrLst>
              </dgm:else>
            </dgm:choose>
          </dgm:if>
          <dgm:else name="Name38">
            <dgm:alg type="composite">
              <dgm:param type="ar" val="1.9377"/>
            </dgm:alg>
            <dgm:choose name="Name39">
              <dgm:if name="Name40" func="var" arg="dir" op="equ" val="norm">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3" refType="primFontSz" refFor="des" refForName="parentText1" op="lte"/>
                  <dgm:constr type="primFontSz" for="des" forName="childText4"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childText3" refType="primFontSz" refFor="des" refForName="parentText2" op="lte"/>
                  <dgm:constr type="primFontSz" for="des" forName="childText4" refType="primFontSz" refFor="des" refForName="parentText2" op="lte"/>
                  <dgm:constr type="primFontSz" for="des" forName="childText1" refType="primFontSz" refFor="des" refForName="parentText3" op="lte"/>
                  <dgm:constr type="primFontSz" for="des" forName="childText2" refType="primFontSz" refFor="des" refForName="parentText3" op="lte"/>
                  <dgm:constr type="primFontSz" for="des" forName="childText3" refType="primFontSz" refFor="des" refForName="parentText3" op="lte"/>
                  <dgm:constr type="primFontSz" for="des" forName="childText4" refType="primFontSz" refFor="des" refForName="parentText3" op="lte"/>
                  <dgm:constr type="primFontSz" for="des" forName="childText1" refType="primFontSz" refFor="des" refForName="parentText4" op="lte"/>
                  <dgm:constr type="primFontSz" for="des" forName="childText2" refType="primFontSz" refFor="des" refForName="parentText4" op="lte"/>
                  <dgm:constr type="primFontSz" for="des" forName="childText3" refType="primFontSz" refFor="des" refForName="parentText4" op="lte"/>
                  <dgm:constr type="primFontSz" for="des" forName="childText4" refType="primFontSz" refFor="des" refForName="parentText4" op="lte"/>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primFontSz" for="des" forName="childText2" refType="primFontSz" refFor="des" refForName="childText1" op="equ"/>
                  <dgm:constr type="primFontSz" for="des" forName="childText3" refType="primFontSz" refFor="des" refForName="childText1" op="equ"/>
                  <dgm:constr type="primFontSz" for="des" forName="childText4" refType="primFontSz" refFor="des" refForName="childText1" op="equ"/>
                  <dgm:constr type="l" for="ch" forName="childText1" refType="w" fact="0"/>
                  <dgm:constr type="t" for="ch" forName="childText1" refType="h" fact="0.218"/>
                  <dgm:constr type="w" for="ch" forName="childText1" refType="w" fact="0.2305"/>
                  <dgm:constr type="h" for="ch" forName="childText1" refType="h" fact="0.5218"/>
                  <dgm:constr type="l" for="ch" forName="childText2" refType="w" fact="0.2305"/>
                  <dgm:constr type="t" for="ch" forName="childText2" refType="h" fact="0.312"/>
                  <dgm:constr type="w" for="ch" forName="childText2" refType="w" fact="0.2305"/>
                  <dgm:constr type="h" for="ch" forName="childText2" refType="h" fact="0.5085"/>
                  <dgm:constr type="l" for="ch" forName="childText3" refType="w" fact="0.461"/>
                  <dgm:constr type="t" for="ch" forName="childText3" refType="h" fact="0.406"/>
                  <dgm:constr type="w" for="ch" forName="childText3" refType="w" fact="0.2305"/>
                  <dgm:constr type="h" for="ch" forName="childText3" refType="h" fact="0.5119"/>
                  <dgm:constr type="l" for="ch" forName="childText4" refType="w" fact="0.6915"/>
                  <dgm:constr type="t" for="ch" forName="childText4" refType="h" fact="0.5"/>
                  <dgm:constr type="w" for="ch" forName="childText4" refType="w" fact="0.2326"/>
                  <dgm:constr type="h" for="ch" forName="childText4" refType="h" fact="0.5179"/>
                  <dgm:constr type="l" for="ch" forName="parentText1" refType="w" fact="0"/>
                  <dgm:constr type="t" for="ch" forName="parentText1" refType="h" fact="0"/>
                  <dgm:constr type="w" for="ch" forName="parentText1" refType="w"/>
                  <dgm:constr type="h" for="ch" forName="parentText1" refType="h" fact="0.2821"/>
                  <dgm:constr type="l" for="ch" forName="parentText2" refType="w" fact="0.2305"/>
                  <dgm:constr type="t" for="ch" forName="parentText2" refType="h" fact="0.094"/>
                  <dgm:constr type="w" for="ch" forName="parentText2" refType="w" fact="0.7695"/>
                  <dgm:constr type="h" for="ch" forName="parentText2" refType="h" fact="0.2821"/>
                  <dgm:constr type="l" for="ch" forName="parentText3" refType="w" fact="0.461"/>
                  <dgm:constr type="t" for="ch" forName="parentText3" refType="h" fact="0.188"/>
                  <dgm:constr type="w" for="ch" forName="parentText3" refType="w" fact="0.539"/>
                  <dgm:constr type="h" for="ch" forName="parentText3" refType="h" fact="0.2821"/>
                  <dgm:constr type="l" for="ch" forName="parentText4" refType="w" fact="0.6915"/>
                  <dgm:constr type="t" for="ch" forName="parentText4" refType="h" fact="0.282"/>
                  <dgm:constr type="w" for="ch" forName="parentText4" refType="w" fact="0.3085"/>
                  <dgm:constr type="h" for="ch" forName="parentText4" refType="h" fact="0.2821"/>
                </dgm:constrLst>
              </dgm:if>
              <dgm:else name="Name41">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3" refType="primFontSz" refFor="des" refForName="parentText1" op="lte"/>
                  <dgm:constr type="primFontSz" for="des" forName="childText4"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childText3" refType="primFontSz" refFor="des" refForName="parentText2" op="lte"/>
                  <dgm:constr type="primFontSz" for="des" forName="childText4" refType="primFontSz" refFor="des" refForName="parentText2" op="lte"/>
                  <dgm:constr type="primFontSz" for="des" forName="childText1" refType="primFontSz" refFor="des" refForName="parentText3" op="lte"/>
                  <dgm:constr type="primFontSz" for="des" forName="childText2" refType="primFontSz" refFor="des" refForName="parentText3" op="lte"/>
                  <dgm:constr type="primFontSz" for="des" forName="childText3" refType="primFontSz" refFor="des" refForName="parentText3" op="lte"/>
                  <dgm:constr type="primFontSz" for="des" forName="childText4" refType="primFontSz" refFor="des" refForName="parentText3" op="lte"/>
                  <dgm:constr type="primFontSz" for="des" forName="childText1" refType="primFontSz" refFor="des" refForName="parentText4" op="lte"/>
                  <dgm:constr type="primFontSz" for="des" forName="childText2" refType="primFontSz" refFor="des" refForName="parentText4" op="lte"/>
                  <dgm:constr type="primFontSz" for="des" forName="childText3" refType="primFontSz" refFor="des" refForName="parentText4" op="lte"/>
                  <dgm:constr type="primFontSz" for="des" forName="childText4" refType="primFontSz" refFor="des" refForName="parentText4" op="lte"/>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primFontSz" for="des" forName="childText2" refType="primFontSz" refFor="des" refForName="childText1" op="equ"/>
                  <dgm:constr type="primFontSz" for="des" forName="childText3" refType="primFontSz" refFor="des" refForName="childText1" op="equ"/>
                  <dgm:constr type="primFontSz" for="des" forName="childText4" refType="primFontSz" refFor="des" refForName="childText1" op="equ"/>
                  <dgm:constr type="l" for="ch" forName="childText1" refType="w" fact="0.7695"/>
                  <dgm:constr type="t" for="ch" forName="childText1" refType="h" fact="0.218"/>
                  <dgm:constr type="w" for="ch" forName="childText1" refType="w" fact="0.2305"/>
                  <dgm:constr type="h" for="ch" forName="childText1" refType="h" fact="0.5218"/>
                  <dgm:constr type="l" for="ch" forName="childText2" refType="w" fact="0.539"/>
                  <dgm:constr type="t" for="ch" forName="childText2" refType="h" fact="0.312"/>
                  <dgm:constr type="w" for="ch" forName="childText2" refType="w" fact="0.2305"/>
                  <dgm:constr type="h" for="ch" forName="childText2" refType="h" fact="0.5085"/>
                  <dgm:constr type="l" for="ch" forName="childText3" refType="w" fact="0.3085"/>
                  <dgm:constr type="t" for="ch" forName="childText3" refType="h" fact="0.406"/>
                  <dgm:constr type="w" for="ch" forName="childText3" refType="w" fact="0.2305"/>
                  <dgm:constr type="h" for="ch" forName="childText3" refType="h" fact="0.5119"/>
                  <dgm:constr type="l" for="ch" forName="childText4" refType="w" fact="0.076"/>
                  <dgm:constr type="t" for="ch" forName="childText4" refType="h" fact="0.5"/>
                  <dgm:constr type="w" for="ch" forName="childText4" refType="w" fact="0.2346"/>
                  <dgm:constr type="h" for="ch" forName="childText4" refType="h" fact="0.5179"/>
                  <dgm:constr type="l" for="ch" forName="parentText1" refType="w" fact="0"/>
                  <dgm:constr type="t" for="ch" forName="parentText1" refType="h" fact="0"/>
                  <dgm:constr type="w" for="ch" forName="parentText1" refType="w"/>
                  <dgm:constr type="h" for="ch" forName="parentText1" refType="h" fact="0.2821"/>
                  <dgm:constr type="l" for="ch" forName="parentText2" refType="w" fact="0"/>
                  <dgm:constr type="t" for="ch" forName="parentText2" refType="h" fact="0.094"/>
                  <dgm:constr type="w" for="ch" forName="parentText2" refType="w" fact="0.7695"/>
                  <dgm:constr type="h" for="ch" forName="parentText2" refType="h" fact="0.2821"/>
                  <dgm:constr type="l" for="ch" forName="parentText3" refType="w" fact="0"/>
                  <dgm:constr type="t" for="ch" forName="parentText3" refType="h" fact="0.188"/>
                  <dgm:constr type="w" for="ch" forName="parentText3" refType="w" fact="0.539"/>
                  <dgm:constr type="h" for="ch" forName="parentText3" refType="h" fact="0.2821"/>
                  <dgm:constr type="l" for="ch" forName="parentText4" refType="w" fact="0"/>
                  <dgm:constr type="t" for="ch" forName="parentText4" refType="h" fact="0.282"/>
                  <dgm:constr type="w" for="ch" forName="parentText4" refType="w" fact="0.3085"/>
                  <dgm:constr type="h" for="ch" forName="parentText4" refType="h" fact="0.2821"/>
                </dgm:constrLst>
              </dgm:else>
            </dgm:choose>
          </dgm:else>
        </dgm:choose>
      </dgm:if>
      <dgm:else name="Name42">
        <dgm:choose name="Name43">
          <dgm:if name="Name44" axis="ch ch" ptType="node node" func="cnt" op="equ" val="0">
            <dgm:alg type="composite">
              <dgm:param type="ar" val="2.9463"/>
            </dgm:alg>
            <dgm:choose name="Name45">
              <dgm:if name="Name46" func="var" arg="dir" op="equ" val="norm">
                <dgm:constrLst>
                  <dgm:constr type="primFontSz" for="des" forName="parentText1" val="65"/>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primFontSz" for="des" forName="parentText5" refType="primFontSz" refFor="des" refForName="parentText1" op="equ"/>
                  <dgm:constr type="l" for="ch" forName="parentText1" refType="w" fact="0"/>
                  <dgm:constr type="t" for="ch" forName="parentText1" refType="h" fact="0"/>
                  <dgm:constr type="w" for="ch" forName="parentText1" refType="w"/>
                  <dgm:constr type="h" for="ch" forName="parentText1" refType="h" fact="0.4285"/>
                  <dgm:constr type="l" for="ch" forName="parentText2" refType="w" fact="0.1848"/>
                  <dgm:constr type="t" for="ch" forName="parentText2" refType="h" fact="0.1429"/>
                  <dgm:constr type="w" for="ch" forName="parentText2" refType="w" fact="0.8152"/>
                  <dgm:constr type="h" for="ch" forName="parentText2" refType="h" fact="0.4285"/>
                  <dgm:constr type="l" for="ch" forName="parentText3" refType="w" fact="0.3696"/>
                  <dgm:constr type="t" for="ch" forName="parentText3" refType="h" fact="0.2858"/>
                  <dgm:constr type="w" for="ch" forName="parentText3" refType="w" fact="0.6304"/>
                  <dgm:constr type="h" for="ch" forName="parentText3" refType="h" fact="0.4285"/>
                  <dgm:constr type="l" for="ch" forName="parentText4" refType="w" fact="0.5545"/>
                  <dgm:constr type="t" for="ch" forName="parentText4" refType="h" fact="0.4286"/>
                  <dgm:constr type="w" for="ch" forName="parentText4" refType="w" fact="0.4455"/>
                  <dgm:constr type="h" for="ch" forName="parentText4" refType="h" fact="0.4285"/>
                  <dgm:constr type="l" for="ch" forName="parentText5" refType="w" fact="0.7393"/>
                  <dgm:constr type="t" for="ch" forName="parentText5" refType="h" fact="0.5715"/>
                  <dgm:constr type="w" for="ch" forName="parentText5" refType="w" fact="0.2607"/>
                  <dgm:constr type="h" for="ch" forName="parentText5" refType="h" fact="0.4285"/>
                </dgm:constrLst>
              </dgm:if>
              <dgm:else name="Name47">
                <dgm:constrLst>
                  <dgm:constr type="primFontSz" for="des" forName="parentText1" val="65"/>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primFontSz" for="des" forName="parentText5" refType="primFontSz" refFor="des" refForName="parentText1" op="equ"/>
                  <dgm:constr type="l" for="ch" forName="parentText1" refType="w" fact="0"/>
                  <dgm:constr type="t" for="ch" forName="parentText1" refType="h" fact="0"/>
                  <dgm:constr type="w" for="ch" forName="parentText1" refType="w"/>
                  <dgm:constr type="h" for="ch" forName="parentText1" refType="h" fact="0.4285"/>
                  <dgm:constr type="l" for="ch" forName="parentText2" refType="w" fact="0"/>
                  <dgm:constr type="t" for="ch" forName="parentText2" refType="h" fact="0.1429"/>
                  <dgm:constr type="w" for="ch" forName="parentText2" refType="w" fact="0.8152"/>
                  <dgm:constr type="h" for="ch" forName="parentText2" refType="h" fact="0.4285"/>
                  <dgm:constr type="l" for="ch" forName="parentText3" refType="w" fact="0"/>
                  <dgm:constr type="t" for="ch" forName="parentText3" refType="h" fact="0.2858"/>
                  <dgm:constr type="w" for="ch" forName="parentText3" refType="w" fact="0.6304"/>
                  <dgm:constr type="h" for="ch" forName="parentText3" refType="h" fact="0.4285"/>
                  <dgm:constr type="l" for="ch" forName="parentText4" refType="w" fact="0"/>
                  <dgm:constr type="t" for="ch" forName="parentText4" refType="h" fact="0.4286"/>
                  <dgm:constr type="w" for="ch" forName="parentText4" refType="w" fact="0.4455"/>
                  <dgm:constr type="h" for="ch" forName="parentText4" refType="h" fact="0.4285"/>
                  <dgm:constr type="l" for="ch" forName="parentText5" refType="w" fact="0"/>
                  <dgm:constr type="t" for="ch" forName="parentText5" refType="h" fact="0.5715"/>
                  <dgm:constr type="w" for="ch" forName="parentText5" refType="w" fact="0.2607"/>
                  <dgm:constr type="h" for="ch" forName="parentText5" refType="h" fact="0.4285"/>
                </dgm:constrLst>
              </dgm:else>
            </dgm:choose>
          </dgm:if>
          <dgm:else name="Name48">
            <dgm:alg type="composite">
              <dgm:param type="ar" val="1.7837"/>
            </dgm:alg>
            <dgm:choose name="Name49">
              <dgm:if name="Name50" func="var" arg="dir" op="equ" val="norm">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3" refType="primFontSz" refFor="des" refForName="parentText1" op="lte"/>
                  <dgm:constr type="primFontSz" for="des" forName="childText4" refType="primFontSz" refFor="des" refForName="parentText1" op="lte"/>
                  <dgm:constr type="primFontSz" for="des" forName="childText5"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childText3" refType="primFontSz" refFor="des" refForName="parentText2" op="lte"/>
                  <dgm:constr type="primFontSz" for="des" forName="childText4" refType="primFontSz" refFor="des" refForName="parentText2" op="lte"/>
                  <dgm:constr type="primFontSz" for="des" forName="childText5" refType="primFontSz" refFor="des" refForName="parentText2" op="lte"/>
                  <dgm:constr type="primFontSz" for="des" forName="childText1" refType="primFontSz" refFor="des" refForName="parentText3" op="lte"/>
                  <dgm:constr type="primFontSz" for="des" forName="childText2" refType="primFontSz" refFor="des" refForName="parentText3" op="lte"/>
                  <dgm:constr type="primFontSz" for="des" forName="childText3" refType="primFontSz" refFor="des" refForName="parentText3" op="lte"/>
                  <dgm:constr type="primFontSz" for="des" forName="childText4" refType="primFontSz" refFor="des" refForName="parentText3" op="lte"/>
                  <dgm:constr type="primFontSz" for="des" forName="childText5" refType="primFontSz" refFor="des" refForName="parentText3" op="lte"/>
                  <dgm:constr type="primFontSz" for="des" forName="childText1" refType="primFontSz" refFor="des" refForName="parentText4" op="lte"/>
                  <dgm:constr type="primFontSz" for="des" forName="childText2" refType="primFontSz" refFor="des" refForName="parentText4" op="lte"/>
                  <dgm:constr type="primFontSz" for="des" forName="childText3" refType="primFontSz" refFor="des" refForName="parentText4" op="lte"/>
                  <dgm:constr type="primFontSz" for="des" forName="childText4" refType="primFontSz" refFor="des" refForName="parentText4" op="lte"/>
                  <dgm:constr type="primFontSz" for="des" forName="childText5" refType="primFontSz" refFor="des" refForName="parentText4" op="lte"/>
                  <dgm:constr type="primFontSz" for="des" forName="childText1" refType="primFontSz" refFor="des" refForName="parentText5" op="lte"/>
                  <dgm:constr type="primFontSz" for="des" forName="childText2" refType="primFontSz" refFor="des" refForName="parentText5" op="lte"/>
                  <dgm:constr type="primFontSz" for="des" forName="childText3" refType="primFontSz" refFor="des" refForName="parentText5" op="lte"/>
                  <dgm:constr type="primFontSz" for="des" forName="childText4" refType="primFontSz" refFor="des" refForName="parentText5" op="lte"/>
                  <dgm:constr type="primFontSz" for="des" forName="childText5" refType="primFontSz" refFor="des" refForName="parentText5" op="lte"/>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primFontSz" for="des" forName="parentText5" refType="primFontSz" refFor="des" refForName="parentText1" op="equ"/>
                  <dgm:constr type="primFontSz" for="des" forName="childText2" refType="primFontSz" refFor="des" refForName="childText1" op="equ"/>
                  <dgm:constr type="primFontSz" for="des" forName="childText3" refType="primFontSz" refFor="des" refForName="childText1" op="equ"/>
                  <dgm:constr type="primFontSz" for="des" forName="childText4" refType="primFontSz" refFor="des" refForName="childText1" op="equ"/>
                  <dgm:constr type="primFontSz" for="des" forName="childText5" refType="primFontSz" refFor="des" refForName="childText1" op="equ"/>
                  <dgm:constr type="l" for="ch" forName="childText1" refType="w" fact="0"/>
                  <dgm:constr type="t" for="ch" forName="childText1" refType="h" fact="0.1997"/>
                  <dgm:constr type="w" for="ch" forName="childText1" refType="w" fact="0.18482"/>
                  <dgm:constr type="h" for="ch" forName="childText1" refType="h" fact="0.4763"/>
                  <dgm:constr type="l" for="ch" forName="childText2" refType="w" fact="0.1848"/>
                  <dgm:constr type="t" for="ch" forName="childText2" refType="h" fact="0.2862"/>
                  <dgm:constr type="w" for="ch" forName="childText2" refType="w" fact="0.18482"/>
                  <dgm:constr type="h" for="ch" forName="childText2" refType="h" fact="0.4763"/>
                  <dgm:constr type="l" for="ch" forName="childText3" refType="w" fact="0.3696"/>
                  <dgm:constr type="t" for="ch" forName="childText3" refType="h" fact="0.3727"/>
                  <dgm:constr type="w" for="ch" forName="childText3" refType="w" fact="0.18482"/>
                  <dgm:constr type="h" for="ch" forName="childText3" refType="h" fact="0.4763"/>
                  <dgm:constr type="l" for="ch" forName="childText4" refType="w" fact="0.5545"/>
                  <dgm:constr type="t" for="ch" forName="childText4" refType="h" fact="0.4592"/>
                  <dgm:constr type="w" for="ch" forName="childText4" refType="w" fact="0.18482"/>
                  <dgm:constr type="h" for="ch" forName="childText4" refType="h" fact="0.4763"/>
                  <dgm:constr type="l" for="ch" forName="childText5" refType="w" fact="0.7393"/>
                  <dgm:constr type="t" for="ch" forName="childText5" refType="h" fact="0.5457"/>
                  <dgm:constr type="w" for="ch" forName="childText5" refType="w" fact="0.18482"/>
                  <dgm:constr type="h" for="ch" forName="childText5" refType="h" fact="0.4763"/>
                  <dgm:constr type="l" for="ch" forName="parentText1" refType="w" fact="0"/>
                  <dgm:constr type="t" for="ch" forName="parentText1" refType="h" fact="0"/>
                  <dgm:constr type="w" for="ch" forName="parentText1" refType="w"/>
                  <dgm:constr type="h" for="ch" forName="parentText1" refType="h" fact="0.2594"/>
                  <dgm:constr type="l" for="ch" forName="parentText2" refType="w" fact="0.1848"/>
                  <dgm:constr type="t" for="ch" forName="parentText2" refType="h" fact="0.0865"/>
                  <dgm:constr type="w" for="ch" forName="parentText2" refType="w" fact="0.8152"/>
                  <dgm:constr type="h" for="ch" forName="parentText2" refType="h" fact="0.2594"/>
                  <dgm:constr type="l" for="ch" forName="parentText3" refType="w" fact="0.3696"/>
                  <dgm:constr type="t" for="ch" forName="parentText3" refType="h" fact="0.173"/>
                  <dgm:constr type="w" for="ch" forName="parentText3" refType="w" fact="0.6304"/>
                  <dgm:constr type="h" for="ch" forName="parentText3" refType="h" fact="0.2594"/>
                  <dgm:constr type="l" for="ch" forName="parentText4" refType="w" fact="0.5545"/>
                  <dgm:constr type="t" for="ch" forName="parentText4" refType="h" fact="0.2595"/>
                  <dgm:constr type="w" for="ch" forName="parentText4" refType="w" fact="0.4455"/>
                  <dgm:constr type="h" for="ch" forName="parentText4" refType="h" fact="0.2594"/>
                  <dgm:constr type="l" for="ch" forName="parentText5" refType="w" fact="0.7393"/>
                  <dgm:constr type="t" for="ch" forName="parentText5" refType="h" fact="0.346"/>
                  <dgm:constr type="w" for="ch" forName="parentText5" refType="w" fact="0.2607"/>
                  <dgm:constr type="h" for="ch" forName="parentText5" refType="h" fact="0.2594"/>
                </dgm:constrLst>
              </dgm:if>
              <dgm:else name="Name51">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3" refType="primFontSz" refFor="des" refForName="parentText1" op="lte"/>
                  <dgm:constr type="primFontSz" for="des" forName="childText4" refType="primFontSz" refFor="des" refForName="parentText1" op="lte"/>
                  <dgm:constr type="primFontSz" for="des" forName="childText5"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childText3" refType="primFontSz" refFor="des" refForName="parentText2" op="lte"/>
                  <dgm:constr type="primFontSz" for="des" forName="childText4" refType="primFontSz" refFor="des" refForName="parentText2" op="lte"/>
                  <dgm:constr type="primFontSz" for="des" forName="childText5" refType="primFontSz" refFor="des" refForName="parentText2" op="lte"/>
                  <dgm:constr type="primFontSz" for="des" forName="childText1" refType="primFontSz" refFor="des" refForName="parentText3" op="lte"/>
                  <dgm:constr type="primFontSz" for="des" forName="childText2" refType="primFontSz" refFor="des" refForName="parentText3" op="lte"/>
                  <dgm:constr type="primFontSz" for="des" forName="childText3" refType="primFontSz" refFor="des" refForName="parentText3" op="lte"/>
                  <dgm:constr type="primFontSz" for="des" forName="childText4" refType="primFontSz" refFor="des" refForName="parentText3" op="lte"/>
                  <dgm:constr type="primFontSz" for="des" forName="childText5" refType="primFontSz" refFor="des" refForName="parentText3" op="lte"/>
                  <dgm:constr type="primFontSz" for="des" forName="childText1" refType="primFontSz" refFor="des" refForName="parentText4" op="lte"/>
                  <dgm:constr type="primFontSz" for="des" forName="childText2" refType="primFontSz" refFor="des" refForName="parentText4" op="lte"/>
                  <dgm:constr type="primFontSz" for="des" forName="childText3" refType="primFontSz" refFor="des" refForName="parentText4" op="lte"/>
                  <dgm:constr type="primFontSz" for="des" forName="childText4" refType="primFontSz" refFor="des" refForName="parentText4" op="lte"/>
                  <dgm:constr type="primFontSz" for="des" forName="childText5" refType="primFontSz" refFor="des" refForName="parentText4" op="lte"/>
                  <dgm:constr type="primFontSz" for="des" forName="childText1" refType="primFontSz" refFor="des" refForName="parentText5" op="lte"/>
                  <dgm:constr type="primFontSz" for="des" forName="childText2" refType="primFontSz" refFor="des" refForName="parentText5" op="lte"/>
                  <dgm:constr type="primFontSz" for="des" forName="childText3" refType="primFontSz" refFor="des" refForName="parentText5" op="lte"/>
                  <dgm:constr type="primFontSz" for="des" forName="childText4" refType="primFontSz" refFor="des" refForName="parentText5" op="lte"/>
                  <dgm:constr type="primFontSz" for="des" forName="childText5" refType="primFontSz" refFor="des" refForName="parentText5" op="lte"/>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primFontSz" for="des" forName="parentText5" refType="primFontSz" refFor="des" refForName="parentText1" op="equ"/>
                  <dgm:constr type="primFontSz" for="des" forName="childText2" refType="primFontSz" refFor="des" refForName="childText1" op="equ"/>
                  <dgm:constr type="primFontSz" for="des" forName="childText3" refType="primFontSz" refFor="des" refForName="childText1" op="equ"/>
                  <dgm:constr type="primFontSz" for="des" forName="childText4" refType="primFontSz" refFor="des" refForName="childText1" op="equ"/>
                  <dgm:constr type="primFontSz" for="des" forName="childText5" refType="primFontSz" refFor="des" refForName="childText1" op="equ"/>
                  <dgm:constr type="l" for="ch" forName="childText1" refType="w" fact="0.81518"/>
                  <dgm:constr type="t" for="ch" forName="childText1" refType="h" fact="0.1997"/>
                  <dgm:constr type="w" for="ch" forName="childText1" refType="w" fact="0.18482"/>
                  <dgm:constr type="h" for="ch" forName="childText1" refType="h" fact="0.4763"/>
                  <dgm:constr type="l" for="ch" forName="childText2" refType="w" fact="0.63036"/>
                  <dgm:constr type="t" for="ch" forName="childText2" refType="h" fact="0.2862"/>
                  <dgm:constr type="w" for="ch" forName="childText2" refType="w" fact="0.18482"/>
                  <dgm:constr type="h" for="ch" forName="childText2" refType="h" fact="0.4763"/>
                  <dgm:constr type="l" for="ch" forName="childText3" refType="w" fact="0.44554"/>
                  <dgm:constr type="t" for="ch" forName="childText3" refType="h" fact="0.3727"/>
                  <dgm:constr type="w" for="ch" forName="childText3" refType="w" fact="0.18482"/>
                  <dgm:constr type="h" for="ch" forName="childText3" refType="h" fact="0.4763"/>
                  <dgm:constr type="l" for="ch" forName="childText4" refType="w" fact="0.26072"/>
                  <dgm:constr type="t" for="ch" forName="childText4" refType="h" fact="0.4592"/>
                  <dgm:constr type="w" for="ch" forName="childText4" refType="w" fact="0.18482"/>
                  <dgm:constr type="h" for="ch" forName="childText4" refType="h" fact="0.4763"/>
                  <dgm:constr type="l" for="ch" forName="childText5" refType="w" fact="0.0759"/>
                  <dgm:constr type="t" for="ch" forName="childText5" refType="h" fact="0.5457"/>
                  <dgm:constr type="w" for="ch" forName="childText5" refType="w" fact="0.18482"/>
                  <dgm:constr type="h" for="ch" forName="childText5" refType="h" fact="0.4763"/>
                  <dgm:constr type="l" for="ch" forName="parentText1" refType="w" fact="0"/>
                  <dgm:constr type="t" for="ch" forName="parentText1" refType="h" fact="0"/>
                  <dgm:constr type="w" for="ch" forName="parentText1" refType="w"/>
                  <dgm:constr type="h" for="ch" forName="parentText1" refType="h" fact="0.2594"/>
                  <dgm:constr type="l" for="ch" forName="parentText2" refType="w" fact="0"/>
                  <dgm:constr type="t" for="ch" forName="parentText2" refType="h" fact="0.0865"/>
                  <dgm:constr type="w" for="ch" forName="parentText2" refType="w" fact="0.8152"/>
                  <dgm:constr type="h" for="ch" forName="parentText2" refType="h" fact="0.2594"/>
                  <dgm:constr type="l" for="ch" forName="parentText3" refType="w" fact="0"/>
                  <dgm:constr type="t" for="ch" forName="parentText3" refType="h" fact="0.173"/>
                  <dgm:constr type="w" for="ch" forName="parentText3" refType="w" fact="0.6304"/>
                  <dgm:constr type="h" for="ch" forName="parentText3" refType="h" fact="0.2594"/>
                  <dgm:constr type="l" for="ch" forName="parentText4" refType="w" fact="0"/>
                  <dgm:constr type="t" for="ch" forName="parentText4" refType="h" fact="0.2595"/>
                  <dgm:constr type="w" for="ch" forName="parentText4" refType="w" fact="0.4455"/>
                  <dgm:constr type="h" for="ch" forName="parentText4" refType="h" fact="0.2594"/>
                  <dgm:constr type="l" for="ch" forName="parentText5" refType="w" fact="0"/>
                  <dgm:constr type="t" for="ch" forName="parentText5" refType="h" fact="0.346"/>
                  <dgm:constr type="w" for="ch" forName="parentText5" refType="w" fact="0.2607"/>
                  <dgm:constr type="h" for="ch" forName="parentText5" refType="h" fact="0.2594"/>
                </dgm:constrLst>
              </dgm:else>
            </dgm:choose>
          </dgm:else>
        </dgm:choose>
      </dgm:else>
    </dgm:choose>
    <dgm:forEach name="Name52" axis="ch" ptType="node" cnt="1">
      <dgm:layoutNode name="parentText1" styleLbl="node1">
        <dgm:varLst>
          <dgm:chMax/>
          <dgm:chPref val="3"/>
          <dgm:bulletEnabled val="1"/>
        </dgm:varLst>
        <dgm:choose name="Name53">
          <dgm:if name="Name54" func="var" arg="dir" op="equ" val="norm">
            <dgm:alg type="tx">
              <dgm:param type="parTxLTRAlign" val="l"/>
            </dgm:alg>
            <dgm:shape xmlns:r="http://schemas.openxmlformats.org/officeDocument/2006/relationships" type="rightArrow" r:blip="">
              <dgm:adjLst>
                <dgm:adj idx="1" val="0.5"/>
                <dgm:adj idx="2" val="0.5"/>
              </dgm:adjLst>
            </dgm:shape>
            <dgm:constrLst>
              <dgm:constr type="lMarg" refType="primFontSz" fact="0.3"/>
              <dgm:constr type="rMarg" val="20"/>
              <dgm:constr type="tMarg" refType="primFontSz" fact="0.3"/>
              <dgm:constr type="bMarg" refType="h" fact="0.45"/>
            </dgm:constrLst>
          </dgm:if>
          <dgm:else name="Name55">
            <dgm:alg type="tx">
              <dgm:param type="parTxLTRAlign" val="r"/>
            </dgm:alg>
            <dgm:shape xmlns:r="http://schemas.openxmlformats.org/officeDocument/2006/relationships" type="leftArrow" r:blip="">
              <dgm:adjLst>
                <dgm:adj idx="1" val="0.5"/>
                <dgm:adj idx="2" val="0.5"/>
              </dgm:adjLst>
            </dgm:shape>
            <dgm:constrLst>
              <dgm:constr type="lMarg" val="20"/>
              <dgm:constr type="rMarg" refType="primFontSz" fact="0.3"/>
              <dgm:constr type="tMarg" refType="primFontSz" fact="0.3"/>
              <dgm:constr type="bMarg" refType="h" fact="0.45"/>
            </dgm:constrLst>
          </dgm:else>
        </dgm:choose>
        <dgm:presOf axis="self" ptType="node"/>
        <dgm:ruleLst>
          <dgm:rule type="primFontSz" val="5" fact="NaN" max="NaN"/>
        </dgm:ruleLst>
      </dgm:layoutNode>
      <dgm:choose name="Name56">
        <dgm:if name="Name57" axis="ch" ptType="node" func="cnt" op="gte" val="1">
          <dgm:layoutNode name="childText1" styleLbl="solidAlignAcc1">
            <dgm:varLst>
              <dgm:chMax val="0"/>
              <dgm:chPref val="0"/>
              <dgm:bulletEnabled val="1"/>
            </dgm:varLst>
            <dgm:alg type="tx">
              <dgm:param type="txAnchorVert" val="t"/>
              <dgm:param type="parTxLTRAlign" val="l"/>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58"/>
      </dgm:choose>
    </dgm:forEach>
    <dgm:forEach name="Name59" axis="ch" ptType="node" st="2" cnt="1">
      <dgm:layoutNode name="parentText2" styleLbl="node1">
        <dgm:varLst>
          <dgm:chMax/>
          <dgm:chPref val="3"/>
          <dgm:bulletEnabled val="1"/>
        </dgm:varLst>
        <dgm:choose name="Name60">
          <dgm:if name="Name61" func="var" arg="dir" op="equ" val="norm">
            <dgm:alg type="tx">
              <dgm:param type="parTxLTRAlign" val="l"/>
            </dgm:alg>
            <dgm:shape xmlns:r="http://schemas.openxmlformats.org/officeDocument/2006/relationships" type="rightArrow" r:blip="">
              <dgm:adjLst>
                <dgm:adj idx="1" val="0.5"/>
                <dgm:adj idx="2" val="0.5"/>
              </dgm:adjLst>
            </dgm:shape>
            <dgm:constrLst>
              <dgm:constr type="lMarg" refType="primFontSz" fact="0.3"/>
              <dgm:constr type="rMarg" val="20"/>
              <dgm:constr type="tMarg" refType="primFontSz" fact="0.3"/>
              <dgm:constr type="bMarg" refType="h" fact="0.45"/>
            </dgm:constrLst>
          </dgm:if>
          <dgm:else name="Name62">
            <dgm:alg type="tx">
              <dgm:param type="parTxLTRAlign" val="r"/>
            </dgm:alg>
            <dgm:shape xmlns:r="http://schemas.openxmlformats.org/officeDocument/2006/relationships" type="leftArrow" r:blip="">
              <dgm:adjLst>
                <dgm:adj idx="1" val="0.5"/>
                <dgm:adj idx="2" val="0.5"/>
              </dgm:adjLst>
            </dgm:shape>
            <dgm:constrLst>
              <dgm:constr type="lMarg" val="20"/>
              <dgm:constr type="rMarg" refType="primFontSz" fact="0.3"/>
              <dgm:constr type="tMarg" refType="primFontSz" fact="0.3"/>
              <dgm:constr type="bMarg" refType="h" fact="0.45"/>
            </dgm:constrLst>
          </dgm:else>
        </dgm:choose>
        <dgm:presOf axis="self" ptType="node"/>
        <dgm:ruleLst>
          <dgm:rule type="primFontSz" val="5" fact="NaN" max="NaN"/>
        </dgm:ruleLst>
      </dgm:layoutNode>
      <dgm:choose name="Name63">
        <dgm:if name="Name64" axis="ch" ptType="node" func="cnt" op="gte" val="1">
          <dgm:layoutNode name="childText2" styleLbl="solidAlignAcc1">
            <dgm:varLst>
              <dgm:chMax val="0"/>
              <dgm:chPref val="0"/>
              <dgm:bulletEnabled val="1"/>
            </dgm:varLst>
            <dgm:alg type="tx">
              <dgm:param type="txAnchorVert" val="t"/>
              <dgm:param type="parTxLTRAlign" val="l"/>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65"/>
      </dgm:choose>
    </dgm:forEach>
    <dgm:forEach name="Name66" axis="ch" ptType="node" st="3" cnt="1">
      <dgm:layoutNode name="parentText3" styleLbl="node1">
        <dgm:varLst>
          <dgm:chMax/>
          <dgm:chPref val="3"/>
          <dgm:bulletEnabled val="1"/>
        </dgm:varLst>
        <dgm:choose name="Name67">
          <dgm:if name="Name68" func="var" arg="dir" op="equ" val="norm">
            <dgm:alg type="tx">
              <dgm:param type="parTxLTRAlign" val="l"/>
            </dgm:alg>
            <dgm:shape xmlns:r="http://schemas.openxmlformats.org/officeDocument/2006/relationships" type="rightArrow" r:blip="">
              <dgm:adjLst>
                <dgm:adj idx="1" val="0.5"/>
                <dgm:adj idx="2" val="0.5"/>
              </dgm:adjLst>
            </dgm:shape>
            <dgm:constrLst>
              <dgm:constr type="lMarg" refType="primFontSz" fact="0.3"/>
              <dgm:constr type="rMarg" val="20"/>
              <dgm:constr type="tMarg" refType="primFontSz" fact="0.3"/>
              <dgm:constr type="bMarg" refType="h" fact="0.45"/>
            </dgm:constrLst>
          </dgm:if>
          <dgm:else name="Name69">
            <dgm:alg type="tx">
              <dgm:param type="parTxLTRAlign" val="r"/>
            </dgm:alg>
            <dgm:shape xmlns:r="http://schemas.openxmlformats.org/officeDocument/2006/relationships" type="leftArrow" r:blip="">
              <dgm:adjLst>
                <dgm:adj idx="1" val="0.5"/>
                <dgm:adj idx="2" val="0.5"/>
              </dgm:adjLst>
            </dgm:shape>
            <dgm:constrLst>
              <dgm:constr type="lMarg" val="20"/>
              <dgm:constr type="rMarg" refType="primFontSz" fact="0.3"/>
              <dgm:constr type="tMarg" refType="primFontSz" fact="0.3"/>
              <dgm:constr type="bMarg" refType="h" fact="0.45"/>
            </dgm:constrLst>
          </dgm:else>
        </dgm:choose>
        <dgm:presOf axis="self" ptType="node"/>
        <dgm:ruleLst>
          <dgm:rule type="primFontSz" val="5" fact="NaN" max="NaN"/>
        </dgm:ruleLst>
      </dgm:layoutNode>
      <dgm:choose name="Name70">
        <dgm:if name="Name71" axis="ch" ptType="node" func="cnt" op="gte" val="1">
          <dgm:layoutNode name="childText3" styleLbl="solidAlignAcc1">
            <dgm:varLst>
              <dgm:chMax val="0"/>
              <dgm:chPref val="0"/>
              <dgm:bulletEnabled val="1"/>
            </dgm:varLst>
            <dgm:alg type="tx">
              <dgm:param type="txAnchorVert" val="t"/>
              <dgm:param type="parTxLTRAlign" val="l"/>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72"/>
      </dgm:choose>
    </dgm:forEach>
    <dgm:forEach name="Name73" axis="ch" ptType="node" st="4" cnt="1">
      <dgm:layoutNode name="parentText4" styleLbl="node1">
        <dgm:varLst>
          <dgm:chMax/>
          <dgm:chPref val="3"/>
          <dgm:bulletEnabled val="1"/>
        </dgm:varLst>
        <dgm:choose name="Name74">
          <dgm:if name="Name75" func="var" arg="dir" op="equ" val="norm">
            <dgm:alg type="tx">
              <dgm:param type="parTxLTRAlign" val="l"/>
            </dgm:alg>
            <dgm:shape xmlns:r="http://schemas.openxmlformats.org/officeDocument/2006/relationships" type="rightArrow" r:blip="">
              <dgm:adjLst>
                <dgm:adj idx="1" val="0.5"/>
                <dgm:adj idx="2" val="0.5"/>
              </dgm:adjLst>
            </dgm:shape>
            <dgm:constrLst>
              <dgm:constr type="lMarg" refType="primFontSz" fact="0.3"/>
              <dgm:constr type="rMarg" val="20"/>
              <dgm:constr type="tMarg" refType="primFontSz" fact="0.3"/>
              <dgm:constr type="bMarg" refType="h" fact="0.45"/>
            </dgm:constrLst>
          </dgm:if>
          <dgm:else name="Name76">
            <dgm:alg type="tx">
              <dgm:param type="parTxLTRAlign" val="r"/>
            </dgm:alg>
            <dgm:shape xmlns:r="http://schemas.openxmlformats.org/officeDocument/2006/relationships" type="leftArrow" r:blip="">
              <dgm:adjLst>
                <dgm:adj idx="1" val="0.5"/>
                <dgm:adj idx="2" val="0.5"/>
              </dgm:adjLst>
            </dgm:shape>
            <dgm:constrLst>
              <dgm:constr type="lMarg" val="20"/>
              <dgm:constr type="rMarg" refType="primFontSz" fact="0.3"/>
              <dgm:constr type="tMarg" refType="primFontSz" fact="0.3"/>
              <dgm:constr type="bMarg" refType="h" fact="0.45"/>
            </dgm:constrLst>
          </dgm:else>
        </dgm:choose>
        <dgm:presOf axis="self" ptType="node"/>
        <dgm:ruleLst>
          <dgm:rule type="primFontSz" val="5" fact="NaN" max="NaN"/>
        </dgm:ruleLst>
      </dgm:layoutNode>
      <dgm:choose name="Name77">
        <dgm:if name="Name78" axis="ch" ptType="node" func="cnt" op="gte" val="1">
          <dgm:layoutNode name="childText4" styleLbl="solidAlignAcc1">
            <dgm:varLst>
              <dgm:chMax val="0"/>
              <dgm:chPref val="0"/>
              <dgm:bulletEnabled val="1"/>
            </dgm:varLst>
            <dgm:alg type="tx">
              <dgm:param type="txAnchorVert" val="t"/>
              <dgm:param type="parTxLTRAlign" val="l"/>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79"/>
      </dgm:choose>
    </dgm:forEach>
    <dgm:forEach name="Name80" axis="ch" ptType="node" st="5" cnt="1">
      <dgm:layoutNode name="parentText5" styleLbl="node1">
        <dgm:varLst>
          <dgm:chMax/>
          <dgm:chPref val="3"/>
          <dgm:bulletEnabled val="1"/>
        </dgm:varLst>
        <dgm:choose name="Name81">
          <dgm:if name="Name82" func="var" arg="dir" op="equ" val="norm">
            <dgm:alg type="tx">
              <dgm:param type="parTxLTRAlign" val="l"/>
            </dgm:alg>
            <dgm:shape xmlns:r="http://schemas.openxmlformats.org/officeDocument/2006/relationships" type="rightArrow" r:blip="">
              <dgm:adjLst>
                <dgm:adj idx="1" val="0.5"/>
                <dgm:adj idx="2" val="0.5"/>
              </dgm:adjLst>
            </dgm:shape>
            <dgm:constrLst>
              <dgm:constr type="lMarg" refType="primFontSz" fact="0.3"/>
              <dgm:constr type="rMarg" val="20"/>
              <dgm:constr type="tMarg" refType="primFontSz" fact="0.3"/>
              <dgm:constr type="bMarg" refType="h" fact="0.45"/>
            </dgm:constrLst>
          </dgm:if>
          <dgm:else name="Name83">
            <dgm:alg type="tx">
              <dgm:param type="parTxLTRAlign" val="r"/>
            </dgm:alg>
            <dgm:shape xmlns:r="http://schemas.openxmlformats.org/officeDocument/2006/relationships" type="leftArrow" r:blip="">
              <dgm:adjLst>
                <dgm:adj idx="1" val="0.5"/>
                <dgm:adj idx="2" val="0.5"/>
              </dgm:adjLst>
            </dgm:shape>
            <dgm:constrLst>
              <dgm:constr type="lMarg" val="20"/>
              <dgm:constr type="rMarg" refType="primFontSz" fact="0.3"/>
              <dgm:constr type="tMarg" refType="primFontSz" fact="0.3"/>
              <dgm:constr type="bMarg" refType="h" fact="0.45"/>
            </dgm:constrLst>
          </dgm:else>
        </dgm:choose>
        <dgm:presOf axis="self" ptType="node"/>
        <dgm:ruleLst>
          <dgm:rule type="primFontSz" val="5" fact="NaN" max="NaN"/>
        </dgm:ruleLst>
      </dgm:layoutNode>
      <dgm:choose name="Name84">
        <dgm:if name="Name85" axis="ch" ptType="node" func="cnt" op="gte" val="1">
          <dgm:layoutNode name="childText5" styleLbl="solidAlignAcc1">
            <dgm:varLst>
              <dgm:chMax val="0"/>
              <dgm:chPref val="0"/>
              <dgm:bulletEnabled val="1"/>
            </dgm:varLst>
            <dgm:alg type="tx">
              <dgm:param type="txAnchorVert" val="t"/>
              <dgm:param type="parTxLTRAlign" val="l"/>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86"/>
      </dgm:choose>
    </dgm:forEach>
  </dgm:layoutNode>
</dgm:layoutDef>
</file>

<file path=ppt/diagrams/layout2.xml><?xml version="1.0" encoding="utf-8"?>
<dgm:layoutDef xmlns:dgm="http://schemas.openxmlformats.org/drawingml/2006/diagram" xmlns:a="http://schemas.openxmlformats.org/drawingml/2006/main" uniqueId="urn:microsoft.com/office/officeart/2009/3/layout/IncreasingArrowsProcess">
  <dgm:title val=""/>
  <dgm:desc val=""/>
  <dgm:catLst>
    <dgm:cat type="process" pri="5500"/>
  </dgm:catLst>
  <dgm:sampData>
    <dgm:dataModel>
      <dgm:ptLst>
        <dgm:pt modelId="0" type="doc"/>
        <dgm:pt modelId="10">
          <dgm:prSet phldr="1"/>
        </dgm:pt>
        <dgm:pt modelId="11">
          <dgm:prSet phldr="1"/>
        </dgm:pt>
        <dgm:pt modelId="20">
          <dgm:prSet phldr="1"/>
        </dgm:pt>
        <dgm:pt modelId="21">
          <dgm:prSet phldr="1"/>
        </dgm:pt>
        <dgm:pt modelId="30">
          <dgm:prSet phldr="1"/>
        </dgm:pt>
        <dgm:pt modelId="31">
          <dgm:prSet phldr="1"/>
        </dgm:pt>
      </dgm:ptLst>
      <dgm:cxnLst>
        <dgm:cxn modelId="40" srcId="0" destId="10" srcOrd="0" destOrd="0"/>
        <dgm:cxn modelId="12" srcId="10" destId="11" srcOrd="0" destOrd="0"/>
        <dgm:cxn modelId="50" srcId="0" destId="20" srcOrd="1" destOrd="0"/>
        <dgm:cxn modelId="22" srcId="20" destId="21" srcOrd="0" destOrd="0"/>
        <dgm:cxn modelId="60" srcId="0" destId="30" srcOrd="2" destOrd="0"/>
        <dgm:cxn modelId="32" srcId="30" destId="31" srcOrd="0" destOrd="0"/>
      </dgm:cxnLst>
      <dgm:bg/>
      <dgm:whole/>
    </dgm:dataModel>
  </dgm:sampData>
  <dgm:styleData>
    <dgm:dataModel>
      <dgm:ptLst>
        <dgm:pt modelId="0" type="doc"/>
        <dgm:pt modelId="10">
          <dgm:prSet phldr="1"/>
        </dgm:pt>
        <dgm:pt modelId="11">
          <dgm:prSet phldr="1"/>
        </dgm:pt>
        <dgm:pt modelId="20">
          <dgm:prSet phldr="1"/>
        </dgm:pt>
        <dgm:pt modelId="21">
          <dgm:prSet phldr="1"/>
        </dgm:pt>
      </dgm:ptLst>
      <dgm:cxnLst>
        <dgm:cxn modelId="40" srcId="0" destId="10" srcOrd="0" destOrd="0"/>
        <dgm:cxn modelId="12" srcId="10" destId="11" srcOrd="0" destOrd="0"/>
        <dgm:cxn modelId="50" srcId="0" destId="20" srcOrd="1" destOrd="0"/>
        <dgm:cxn modelId="22" srcId="20" destId="21" srcOrd="0" destOrd="0"/>
      </dgm:cxnLst>
      <dgm:bg/>
      <dgm:whole/>
    </dgm:dataModel>
  </dgm:styleData>
  <dgm:clrData>
    <dgm:dataModel>
      <dgm:ptLst>
        <dgm:pt modelId="0" type="doc"/>
        <dgm:pt modelId="10">
          <dgm:prSet phldr="1"/>
        </dgm:pt>
        <dgm:pt modelId="11">
          <dgm:prSet phldr="1"/>
        </dgm:pt>
        <dgm:pt modelId="20">
          <dgm:prSet phldr="1"/>
        </dgm:pt>
        <dgm:pt modelId="21">
          <dgm:prSet phldr="1"/>
        </dgm:pt>
        <dgm:pt modelId="30">
          <dgm:prSet phldr="1"/>
        </dgm:pt>
        <dgm:pt modelId="31">
          <dgm:prSet phldr="1"/>
        </dgm:pt>
      </dgm:ptLst>
      <dgm:cxnLst>
        <dgm:cxn modelId="40" srcId="0" destId="10" srcOrd="0" destOrd="0"/>
        <dgm:cxn modelId="12" srcId="10" destId="11" srcOrd="0" destOrd="0"/>
        <dgm:cxn modelId="50" srcId="0" destId="20" srcOrd="1" destOrd="0"/>
        <dgm:cxn modelId="22" srcId="20" destId="21" srcOrd="0" destOrd="0"/>
        <dgm:cxn modelId="60" srcId="0" destId="30" srcOrd="2" destOrd="0"/>
        <dgm:cxn modelId="32" srcId="30" destId="31" srcOrd="0" destOrd="0"/>
      </dgm:cxnLst>
      <dgm:bg/>
      <dgm:whole/>
    </dgm:dataModel>
  </dgm:clrData>
  <dgm:layoutNode name="Name0">
    <dgm:varLst>
      <dgm:chMax val="5"/>
      <dgm:chPref val="5"/>
      <dgm:dir/>
      <dgm:animLvl val="lvl"/>
    </dgm:varLst>
    <dgm:shape xmlns:r="http://schemas.openxmlformats.org/officeDocument/2006/relationships" r:blip="">
      <dgm:adjLst/>
    </dgm:shape>
    <dgm:choose name="Name1">
      <dgm:if name="Name2" axis="ch" ptType="node" func="cnt" op="equ" val="1">
        <dgm:choose name="Name3">
          <dgm:if name="Name4" axis="ch ch" ptType="node node" func="cnt" op="equ" val="0">
            <dgm:alg type="composite">
              <dgm:param type="ar" val="6.8662"/>
            </dgm:alg>
            <dgm:choose name="Name5">
              <dgm:if name="Name6" func="var" arg="dir" op="equ" val="norm">
                <dgm:constrLst>
                  <dgm:constr type="primFontSz" for="des" forName="parentText1" val="65"/>
                  <dgm:constr type="l" for="ch" forName="parentText1" refType="w" fact="0"/>
                  <dgm:constr type="t" for="ch" forName="parentText1" refType="h" fact="0"/>
                  <dgm:constr type="w" for="ch" forName="parentText1" refType="w"/>
                  <dgm:constr type="h" for="ch" forName="parentText1" refType="h"/>
                </dgm:constrLst>
              </dgm:if>
              <dgm:else name="Name7">
                <dgm:constrLst>
                  <dgm:constr type="primFontSz" for="des" forName="parentText1" val="65"/>
                  <dgm:constr type="l" for="ch" forName="parentText1" refType="w" fact="0"/>
                  <dgm:constr type="t" for="ch" forName="parentText1" refType="h" fact="0"/>
                  <dgm:constr type="w" for="ch" forName="parentText1" refType="w"/>
                  <dgm:constr type="h" for="ch" forName="parentText1" refType="h"/>
                </dgm:constrLst>
              </dgm:else>
            </dgm:choose>
          </dgm:if>
          <dgm:else name="Name8">
            <dgm:alg type="composite">
              <dgm:param type="ar" val="1.9864"/>
            </dgm:alg>
            <dgm:choose name="Name9">
              <dgm:if name="Name10" func="var" arg="dir" op="equ" val="norm">
                <dgm:constrLst>
                  <dgm:constr type="primFontSz" for="des" forName="childText1" val="65"/>
                  <dgm:constr type="primFontSz" for="des" forName="parentText1" val="65"/>
                  <dgm:constr type="primFontSz" for="des" forName="childText1" refType="primFontSz" refFor="des" refForName="parentText1" op="lte"/>
                  <dgm:constr type="l" for="ch" forName="parentText1" refType="w" fact="0"/>
                  <dgm:constr type="t" for="ch" forName="parentText1" refType="h" fact="0"/>
                  <dgm:constr type="w" for="ch" forName="parentText1" refType="w"/>
                  <dgm:constr type="h" for="ch" forName="parentText1" refType="h" fact="0.2893"/>
                  <dgm:constr type="l" for="ch" forName="childText1" refType="w" fact="0"/>
                  <dgm:constr type="t" for="ch" forName="childText1" refType="h" fact="0.224"/>
                  <dgm:constr type="w" for="ch" forName="childText1" refType="w" fact="0.9241"/>
                  <dgm:constr type="h" for="ch" forName="childText1" refType="h" fact="0.776"/>
                </dgm:constrLst>
              </dgm:if>
              <dgm:else name="Name11">
                <dgm:constrLst>
                  <dgm:constr type="primFontSz" for="des" forName="childText1" val="65"/>
                  <dgm:constr type="primFontSz" for="des" forName="parentText1" val="65"/>
                  <dgm:constr type="primFontSz" for="des" forName="childText1" refType="primFontSz" refFor="des" refForName="parentText1" op="lte"/>
                  <dgm:constr type="l" for="ch" forName="parentText1" refType="w" fact="0"/>
                  <dgm:constr type="t" for="ch" forName="parentText1" refType="h" fact="0"/>
                  <dgm:constr type="w" for="ch" forName="parentText1" refType="w"/>
                  <dgm:constr type="h" for="ch" forName="parentText1" refType="h" fact="0.2893"/>
                  <dgm:constr type="l" for="ch" forName="childText1" refType="w" fact="0.076"/>
                  <dgm:constr type="t" for="ch" forName="childText1" refType="h" fact="0.224"/>
                  <dgm:constr type="w" for="ch" forName="childText1" refType="w" fact="0.9241"/>
                  <dgm:constr type="h" for="ch" forName="childText1" refType="h" fact="0.776"/>
                </dgm:constrLst>
              </dgm:else>
            </dgm:choose>
          </dgm:else>
        </dgm:choose>
      </dgm:if>
      <dgm:if name="Name12" axis="ch" ptType="node" func="cnt" op="equ" val="2">
        <dgm:choose name="Name13">
          <dgm:if name="Name14" axis="ch ch" ptType="node node" func="cnt" op="equ" val="0">
            <dgm:alg type="composite">
              <dgm:param type="ar" val="5.1498"/>
            </dgm:alg>
            <dgm:choose name="Name15">
              <dgm:if name="Name16" func="var" arg="dir" op="equ" val="norm">
                <dgm:constrLst>
                  <dgm:constr type="primFontSz" for="des" forName="parentText1" val="65"/>
                  <dgm:constr type="primFontSz" for="des" forName="parentText2" refType="primFontSz" refFor="des" refForName="parentText1" op="equ"/>
                  <dgm:constr type="l" for="ch" forName="parentText1" refType="w" fact="0"/>
                  <dgm:constr type="t" for="ch" forName="parentText1" refType="h" fact="0"/>
                  <dgm:constr type="w" for="ch" forName="parentText1" refType="w"/>
                  <dgm:constr type="h" for="ch" forName="parentText1" refType="h" fact="0.7501"/>
                  <dgm:constr type="l" for="ch" forName="parentText2" refType="w" fact="0.462"/>
                  <dgm:constr type="t" for="ch" forName="parentText2" refType="h" fact="0.2499"/>
                  <dgm:constr type="w" for="ch" forName="parentText2" refType="w" fact="0.538"/>
                  <dgm:constr type="h" for="ch" forName="parentText2" refType="h" fact="0.7501"/>
                </dgm:constrLst>
              </dgm:if>
              <dgm:else name="Name17">
                <dgm:constrLst>
                  <dgm:constr type="primFontSz" for="des" forName="parentText1" val="65"/>
                  <dgm:constr type="primFontSz" for="des" forName="parentText2" refType="primFontSz" refFor="des" refForName="parentText1" op="equ"/>
                  <dgm:constr type="l" for="ch" forName="parentText1" refType="w" fact="0"/>
                  <dgm:constr type="t" for="ch" forName="parentText1" refType="h" fact="0"/>
                  <dgm:constr type="w" for="ch" forName="parentText1" refType="w"/>
                  <dgm:constr type="h" for="ch" forName="parentText1" refType="h" fact="0.7501"/>
                  <dgm:constr type="l" for="ch" forName="parentText2" refType="w" fact="0"/>
                  <dgm:constr type="t" for="ch" forName="parentText2" refType="h" fact="0.2499"/>
                  <dgm:constr type="w" for="ch" forName="parentText2" refType="w" fact="0.538"/>
                  <dgm:constr type="h" for="ch" forName="parentText2" refType="h" fact="0.7501"/>
                </dgm:constrLst>
              </dgm:else>
            </dgm:choose>
          </dgm:if>
          <dgm:else name="Name18">
            <dgm:alg type="composite">
              <dgm:param type="ar" val="2.0563"/>
            </dgm:alg>
            <dgm:choose name="Name19">
              <dgm:if name="Name20" func="var" arg="dir" op="equ" val="norm">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parentText2" refType="primFontSz" refFor="des" refForName="parentText1" op="equ"/>
                  <dgm:constr type="primFontSz" for="des" forName="childText2" refType="primFontSz" refFor="des" refForName="childText1" op="equ"/>
                  <dgm:constr type="l" for="ch" forName="parentText1" refType="w" fact="0"/>
                  <dgm:constr type="t" for="ch" forName="parentText1" refType="h" fact="0"/>
                  <dgm:constr type="w" for="ch" forName="parentText1" refType="w"/>
                  <dgm:constr type="h" for="ch" forName="parentText1" refType="h" fact="0.2995"/>
                  <dgm:constr type="l" for="ch" forName="parentText2" refType="w" fact="0.462"/>
                  <dgm:constr type="t" for="ch" forName="parentText2" refType="h" fact="0.0998"/>
                  <dgm:constr type="w" for="ch" forName="parentText2" refType="w" fact="0.538"/>
                  <dgm:constr type="h" for="ch" forName="parentText2" refType="h" fact="0.2995"/>
                  <dgm:constr type="l" for="ch" forName="childText1" refType="w" fact="0"/>
                  <dgm:constr type="t" for="ch" forName="childText1" refType="h" fact="0.2317"/>
                  <dgm:constr type="w" for="ch" forName="childText1" refType="w" fact="0.462"/>
                  <dgm:constr type="h" for="ch" forName="childText1" refType="h" fact="0.6685"/>
                  <dgm:constr type="l" for="ch" forName="childText2" refType="w" fact="0.462"/>
                  <dgm:constr type="t" for="ch" forName="childText2" refType="h" fact="0.3315"/>
                  <dgm:constr type="w" for="ch" forName="childText2" refType="w" fact="0.462"/>
                  <dgm:constr type="h" for="ch" forName="childText2" refType="h" fact="0.6685"/>
                </dgm:constrLst>
              </dgm:if>
              <dgm:else name="Name21">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parentText2" refType="primFontSz" refFor="des" refForName="parentText1" op="equ"/>
                  <dgm:constr type="primFontSz" for="des" forName="childText2" refType="primFontSz" refFor="des" refForName="childText1" op="equ"/>
                  <dgm:constr type="l" for="ch" forName="parentText1" refType="w" fact="0"/>
                  <dgm:constr type="t" for="ch" forName="parentText1" refType="h" fact="0"/>
                  <dgm:constr type="w" for="ch" forName="parentText1" refType="w"/>
                  <dgm:constr type="h" for="ch" forName="parentText1" refType="h" fact="0.2995"/>
                  <dgm:constr type="l" for="ch" forName="parentText2" refType="w" fact="0"/>
                  <dgm:constr type="t" for="ch" forName="parentText2" refType="h" fact="0.0998"/>
                  <dgm:constr type="w" for="ch" forName="parentText2" refType="w" fact="0.538"/>
                  <dgm:constr type="h" for="ch" forName="parentText2" refType="h" fact="0.2995"/>
                  <dgm:constr type="l" for="ch" forName="childText1" refType="w" fact="0.538"/>
                  <dgm:constr type="t" for="ch" forName="childText1" refType="h" fact="0.2317"/>
                  <dgm:constr type="w" for="ch" forName="childText1" refType="w" fact="0.462"/>
                  <dgm:constr type="h" for="ch" forName="childText1" refType="h" fact="0.6685"/>
                  <dgm:constr type="l" for="ch" forName="childText2" refType="w" fact="0.076"/>
                  <dgm:constr type="t" for="ch" forName="childText2" refType="h" fact="0.3315"/>
                  <dgm:constr type="w" for="ch" forName="childText2" refType="w" fact="0.462"/>
                  <dgm:constr type="h" for="ch" forName="childText2" refType="h" fact="0.6685"/>
                </dgm:constrLst>
              </dgm:else>
            </dgm:choose>
          </dgm:else>
        </dgm:choose>
      </dgm:if>
      <dgm:if name="Name22" axis="ch" ptType="node" func="cnt" op="equ" val="3">
        <dgm:choose name="Name23">
          <dgm:if name="Name24" axis="ch ch" ptType="node node" func="cnt" op="equ" val="0">
            <dgm:alg type="composite">
              <dgm:param type="ar" val="4.1198"/>
            </dgm:alg>
            <dgm:choose name="Name25">
              <dgm:if name="Name26" func="var" arg="dir" op="equ" val="norm">
                <dgm:constrLst>
                  <dgm:constr type="primFontSz" for="des" forName="parentText1" val="65"/>
                  <dgm:constr type="primFontSz" for="des" forName="parentText2" refType="primFontSz" refFor="des" refForName="parentText1" op="equ"/>
                  <dgm:constr type="primFontSz" for="des" forName="parentText3" refType="primFontSz" refFor="des" refForName="parentText1" op="equ"/>
                  <dgm:constr type="l" for="ch" forName="parentText1" refType="w" fact="0"/>
                  <dgm:constr type="t" for="ch" forName="parentText1" refType="h" fact="0"/>
                  <dgm:constr type="w" for="ch" forName="parentText1" refType="w"/>
                  <dgm:constr type="h" for="ch" forName="parentText1" refType="h" fact="0.6"/>
                  <dgm:constr type="l" for="ch" forName="parentText2" refType="w" fact="0.308"/>
                  <dgm:constr type="t" for="ch" forName="parentText2" refType="h" fact="0.2"/>
                  <dgm:constr type="w" for="ch" forName="parentText2" refType="w" fact="0.692"/>
                  <dgm:constr type="h" for="ch" forName="parentText2" refType="h" fact="0.6"/>
                  <dgm:constr type="l" for="ch" forName="parentText3" refType="w" fact="0.616"/>
                  <dgm:constr type="t" for="ch" forName="parentText3" refType="h" fact="0.4"/>
                  <dgm:constr type="w" for="ch" forName="parentText3" refType="w" fact="0.384"/>
                  <dgm:constr type="h" for="ch" forName="parentText3" refType="h" fact="0.6"/>
                </dgm:constrLst>
              </dgm:if>
              <dgm:else name="Name27">
                <dgm:constrLst>
                  <dgm:constr type="primFontSz" for="des" forName="parentText1" val="65"/>
                  <dgm:constr type="primFontSz" for="des" forName="parentText2" refType="primFontSz" refFor="des" refForName="parentText1" op="equ"/>
                  <dgm:constr type="primFontSz" for="des" forName="parentText3" refType="primFontSz" refFor="des" refForName="parentText1" op="equ"/>
                  <dgm:constr type="l" for="ch" forName="parentText1" refType="w" fact="0"/>
                  <dgm:constr type="t" for="ch" forName="parentText1" refType="h" fact="0"/>
                  <dgm:constr type="w" for="ch" forName="parentText1" refType="w"/>
                  <dgm:constr type="h" for="ch" forName="parentText1" refType="h" fact="0.6"/>
                  <dgm:constr type="l" for="ch" forName="parentText2" refType="w" fact="0"/>
                  <dgm:constr type="t" for="ch" forName="parentText2" refType="h" fact="0.2"/>
                  <dgm:constr type="w" for="ch" forName="parentText2" refType="w" fact="0.692"/>
                  <dgm:constr type="h" for="ch" forName="parentText2" refType="h" fact="0.6"/>
                  <dgm:constr type="l" for="ch" forName="parentText3" refType="w" fact="0"/>
                  <dgm:constr type="t" for="ch" forName="parentText3" refType="h" fact="0.4"/>
                  <dgm:constr type="w" for="ch" forName="parentText3" refType="w" fact="0.384"/>
                  <dgm:constr type="h" for="ch" forName="parentText3" refType="h" fact="0.6"/>
                </dgm:constrLst>
              </dgm:else>
            </dgm:choose>
          </dgm:if>
          <dgm:else name="Name28">
            <dgm:alg type="composite">
              <dgm:param type="ar" val="2.0702"/>
            </dgm:alg>
            <dgm:choose name="Name29">
              <dgm:if name="Name30" func="var" arg="dir" op="equ" val="norm">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3"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childText3" refType="primFontSz" refFor="des" refForName="parentText2" op="lte"/>
                  <dgm:constr type="primFontSz" for="des" forName="childText1" refType="primFontSz" refFor="des" refForName="parentText3" op="lte"/>
                  <dgm:constr type="primFontSz" for="des" forName="childText2" refType="primFontSz" refFor="des" refForName="parentText3" op="lte"/>
                  <dgm:constr type="primFontSz" for="des" forName="childText3" refType="primFontSz" refFor="des" refForName="parentText3" op="lte"/>
                  <dgm:constr type="primFontSz" for="des" forName="parentText2" refType="primFontSz" refFor="des" refForName="parentText1" op="equ"/>
                  <dgm:constr type="primFontSz" for="des" forName="parentText3" refType="primFontSz" refFor="des" refForName="parentText1" op="equ"/>
                  <dgm:constr type="primFontSz" for="des" forName="childText2" refType="primFontSz" refFor="des" refForName="childText1" op="equ"/>
                  <dgm:constr type="primFontSz" for="des" forName="childText3" refType="primFontSz" refFor="des" refForName="childText1" op="equ"/>
                  <dgm:constr type="l" for="ch" forName="childText1" refType="w" fact="0"/>
                  <dgm:constr type="t" for="ch" forName="childText1" refType="h" fact="0.2325"/>
                  <dgm:constr type="w" for="ch" forName="childText1" refType="w" fact="0.308"/>
                  <dgm:constr type="h" for="ch" forName="childText1" refType="h" fact="0.5808"/>
                  <dgm:constr type="l" for="ch" forName="childText2" refType="w" fact="0.308"/>
                  <dgm:constr type="t" for="ch" forName="childText2" refType="h" fact="0.333"/>
                  <dgm:constr type="w" for="ch" forName="childText2" refType="w" fact="0.308"/>
                  <dgm:constr type="h" for="ch" forName="childText2" refType="h" fact="0.5808"/>
                  <dgm:constr type="l" for="ch" forName="childText3" refType="w" fact="0.616"/>
                  <dgm:constr type="t" for="ch" forName="childText3" refType="h" fact="0.4335"/>
                  <dgm:constr type="w" for="ch" forName="childText3" refType="w" fact="0.308"/>
                  <dgm:constr type="h" for="ch" forName="childText3" refType="h" fact="0.5723"/>
                  <dgm:constr type="l" for="ch" forName="parentText1" refType="w" fact="0"/>
                  <dgm:constr type="t" for="ch" forName="parentText1" refType="h" fact="0"/>
                  <dgm:constr type="w" for="ch" forName="parentText1" refType="w"/>
                  <dgm:constr type="h" for="ch" forName="parentText1" refType="h" fact="0.3015"/>
                  <dgm:constr type="l" for="ch" forName="parentText2" refType="w" fact="0.308"/>
                  <dgm:constr type="t" for="ch" forName="parentText2" refType="h" fact="0.1005"/>
                  <dgm:constr type="w" for="ch" forName="parentText2" refType="w" fact="0.692"/>
                  <dgm:constr type="h" for="ch" forName="parentText2" refType="h" fact="0.3015"/>
                  <dgm:constr type="l" for="ch" forName="parentText3" refType="w" fact="0.616"/>
                  <dgm:constr type="t" for="ch" forName="parentText3" refType="h" fact="0.201"/>
                  <dgm:constr type="w" for="ch" forName="parentText3" refType="w" fact="0.384"/>
                  <dgm:constr type="h" for="ch" forName="parentText3" refType="h" fact="0.3015"/>
                </dgm:constrLst>
              </dgm:if>
              <dgm:else name="Name31">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3"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childText3" refType="primFontSz" refFor="des" refForName="parentText2" op="lte"/>
                  <dgm:constr type="primFontSz" for="des" forName="childText1" refType="primFontSz" refFor="des" refForName="parentText3" op="lte"/>
                  <dgm:constr type="primFontSz" for="des" forName="childText2" refType="primFontSz" refFor="des" refForName="parentText3" op="lte"/>
                  <dgm:constr type="primFontSz" for="des" forName="childText3" refType="primFontSz" refFor="des" refForName="parentText3" op="lte"/>
                  <dgm:constr type="primFontSz" for="des" forName="parentText2" refType="primFontSz" refFor="des" refForName="parentText1" op="equ"/>
                  <dgm:constr type="primFontSz" for="des" forName="parentText3" refType="primFontSz" refFor="des" refForName="parentText1" op="equ"/>
                  <dgm:constr type="primFontSz" for="des" forName="childText2" refType="primFontSz" refFor="des" refForName="childText1" op="equ"/>
                  <dgm:constr type="primFontSz" for="des" forName="childText3" refType="primFontSz" refFor="des" refForName="childText1" op="equ"/>
                  <dgm:constr type="l" for="ch" forName="childText1" refType="w" fact="0.692"/>
                  <dgm:constr type="t" for="ch" forName="childText1" refType="h" fact="0.2325"/>
                  <dgm:constr type="w" for="ch" forName="childText1" refType="w" fact="0.308"/>
                  <dgm:constr type="h" for="ch" forName="childText1" refType="h" fact="0.5808"/>
                  <dgm:constr type="l" for="ch" forName="childText2" refType="w" fact="0.384"/>
                  <dgm:constr type="t" for="ch" forName="childText2" refType="h" fact="0.333"/>
                  <dgm:constr type="w" for="ch" forName="childText2" refType="w" fact="0.308"/>
                  <dgm:constr type="h" for="ch" forName="childText2" refType="h" fact="0.5808"/>
                  <dgm:constr type="l" for="ch" forName="childText3" refType="w" fact="0.076"/>
                  <dgm:constr type="t" for="ch" forName="childText3" refType="h" fact="0.4335"/>
                  <dgm:constr type="w" for="ch" forName="childText3" refType="w" fact="0.308"/>
                  <dgm:constr type="h" for="ch" forName="childText3" refType="h" fact="0.5723"/>
                  <dgm:constr type="l" for="ch" forName="parentText1" refType="w" fact="0"/>
                  <dgm:constr type="t" for="ch" forName="parentText1" refType="h" fact="0"/>
                  <dgm:constr type="w" for="ch" forName="parentText1" refType="w"/>
                  <dgm:constr type="h" for="ch" forName="parentText1" refType="h" fact="0.3015"/>
                  <dgm:constr type="l" for="ch" forName="parentText2" refType="w" fact="0"/>
                  <dgm:constr type="t" for="ch" forName="parentText2" refType="h" fact="0.1005"/>
                  <dgm:constr type="w" for="ch" forName="parentText2" refType="w" fact="0.692"/>
                  <dgm:constr type="h" for="ch" forName="parentText2" refType="h" fact="0.3015"/>
                  <dgm:constr type="l" for="ch" forName="parentText3" refType="w" fact="0"/>
                  <dgm:constr type="t" for="ch" forName="parentText3" refType="h" fact="0.201"/>
                  <dgm:constr type="w" for="ch" forName="parentText3" refType="w" fact="0.384"/>
                  <dgm:constr type="h" for="ch" forName="parentText3" refType="h" fact="0.3015"/>
                </dgm:constrLst>
              </dgm:else>
            </dgm:choose>
          </dgm:else>
        </dgm:choose>
      </dgm:if>
      <dgm:if name="Name32" axis="ch" ptType="node" func="cnt" op="equ" val="4">
        <dgm:choose name="Name33">
          <dgm:if name="Name34" axis="ch ch" ptType="node node" func="cnt" op="equ" val="0">
            <dgm:alg type="composite">
              <dgm:param type="ar" val="3.435"/>
            </dgm:alg>
            <dgm:choose name="Name35">
              <dgm:if name="Name36" func="var" arg="dir" op="equ" val="norm">
                <dgm:constrLst>
                  <dgm:constr type="primFontSz" for="des" forName="parentText1" val="65"/>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l" for="ch" forName="parentText1" refType="w" fact="0"/>
                  <dgm:constr type="t" for="ch" forName="parentText1" refType="h" fact="0"/>
                  <dgm:constr type="w" for="ch" forName="parentText1" refType="w"/>
                  <dgm:constr type="h" for="ch" forName="parentText1" refType="h" fact="0.5001"/>
                  <dgm:constr type="l" for="ch" forName="parentText2" refType="w" fact="0.2305"/>
                  <dgm:constr type="t" for="ch" forName="parentText2" refType="h" fact="0.1666"/>
                  <dgm:constr type="w" for="ch" forName="parentText2" refType="w" fact="0.7695"/>
                  <dgm:constr type="h" for="ch" forName="parentText2" refType="h" fact="0.5001"/>
                  <dgm:constr type="l" for="ch" forName="parentText3" refType="w" fact="0.461"/>
                  <dgm:constr type="t" for="ch" forName="parentText3" refType="h" fact="0.3333"/>
                  <dgm:constr type="w" for="ch" forName="parentText3" refType="w" fact="0.539"/>
                  <dgm:constr type="h" for="ch" forName="parentText3" refType="h" fact="0.5001"/>
                  <dgm:constr type="l" for="ch" forName="parentText4" refType="w" fact="0.6915"/>
                  <dgm:constr type="t" for="ch" forName="parentText4" refType="h" fact="0.4999"/>
                  <dgm:constr type="w" for="ch" forName="parentText4" refType="w" fact="0.3085"/>
                  <dgm:constr type="h" for="ch" forName="parentText4" refType="h" fact="0.5001"/>
                </dgm:constrLst>
              </dgm:if>
              <dgm:else name="Name37">
                <dgm:constrLst>
                  <dgm:constr type="primFontSz" for="des" forName="parentText1" val="65"/>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l" for="ch" forName="parentText1" refType="w" fact="0"/>
                  <dgm:constr type="t" for="ch" forName="parentText1" refType="h" fact="0"/>
                  <dgm:constr type="w" for="ch" forName="parentText1" refType="w"/>
                  <dgm:constr type="h" for="ch" forName="parentText1" refType="h" fact="0.5001"/>
                  <dgm:constr type="l" for="ch" forName="parentText2" refType="w" fact="0"/>
                  <dgm:constr type="t" for="ch" forName="parentText2" refType="h" fact="0.1666"/>
                  <dgm:constr type="w" for="ch" forName="parentText2" refType="w" fact="0.7695"/>
                  <dgm:constr type="h" for="ch" forName="parentText2" refType="h" fact="0.5001"/>
                  <dgm:constr type="l" for="ch" forName="parentText3" refType="w" fact="0"/>
                  <dgm:constr type="t" for="ch" forName="parentText3" refType="h" fact="0.3333"/>
                  <dgm:constr type="w" for="ch" forName="parentText3" refType="w" fact="0.539"/>
                  <dgm:constr type="h" for="ch" forName="parentText3" refType="h" fact="0.5001"/>
                  <dgm:constr type="l" for="ch" forName="parentText4" refType="w" fact="0"/>
                  <dgm:constr type="t" for="ch" forName="parentText4" refType="h" fact="0.4999"/>
                  <dgm:constr type="w" for="ch" forName="parentText4" refType="w" fact="0.3085"/>
                  <dgm:constr type="h" for="ch" forName="parentText4" refType="h" fact="0.5001"/>
                </dgm:constrLst>
              </dgm:else>
            </dgm:choose>
          </dgm:if>
          <dgm:else name="Name38">
            <dgm:alg type="composite">
              <dgm:param type="ar" val="1.9377"/>
            </dgm:alg>
            <dgm:choose name="Name39">
              <dgm:if name="Name40" func="var" arg="dir" op="equ" val="norm">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3" refType="primFontSz" refFor="des" refForName="parentText1" op="lte"/>
                  <dgm:constr type="primFontSz" for="des" forName="childText4"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childText3" refType="primFontSz" refFor="des" refForName="parentText2" op="lte"/>
                  <dgm:constr type="primFontSz" for="des" forName="childText4" refType="primFontSz" refFor="des" refForName="parentText2" op="lte"/>
                  <dgm:constr type="primFontSz" for="des" forName="childText1" refType="primFontSz" refFor="des" refForName="parentText3" op="lte"/>
                  <dgm:constr type="primFontSz" for="des" forName="childText2" refType="primFontSz" refFor="des" refForName="parentText3" op="lte"/>
                  <dgm:constr type="primFontSz" for="des" forName="childText3" refType="primFontSz" refFor="des" refForName="parentText3" op="lte"/>
                  <dgm:constr type="primFontSz" for="des" forName="childText4" refType="primFontSz" refFor="des" refForName="parentText3" op="lte"/>
                  <dgm:constr type="primFontSz" for="des" forName="childText1" refType="primFontSz" refFor="des" refForName="parentText4" op="lte"/>
                  <dgm:constr type="primFontSz" for="des" forName="childText2" refType="primFontSz" refFor="des" refForName="parentText4" op="lte"/>
                  <dgm:constr type="primFontSz" for="des" forName="childText3" refType="primFontSz" refFor="des" refForName="parentText4" op="lte"/>
                  <dgm:constr type="primFontSz" for="des" forName="childText4" refType="primFontSz" refFor="des" refForName="parentText4" op="lte"/>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primFontSz" for="des" forName="childText2" refType="primFontSz" refFor="des" refForName="childText1" op="equ"/>
                  <dgm:constr type="primFontSz" for="des" forName="childText3" refType="primFontSz" refFor="des" refForName="childText1" op="equ"/>
                  <dgm:constr type="primFontSz" for="des" forName="childText4" refType="primFontSz" refFor="des" refForName="childText1" op="equ"/>
                  <dgm:constr type="l" for="ch" forName="childText1" refType="w" fact="0"/>
                  <dgm:constr type="t" for="ch" forName="childText1" refType="h" fact="0.218"/>
                  <dgm:constr type="w" for="ch" forName="childText1" refType="w" fact="0.2305"/>
                  <dgm:constr type="h" for="ch" forName="childText1" refType="h" fact="0.5218"/>
                  <dgm:constr type="l" for="ch" forName="childText2" refType="w" fact="0.2305"/>
                  <dgm:constr type="t" for="ch" forName="childText2" refType="h" fact="0.312"/>
                  <dgm:constr type="w" for="ch" forName="childText2" refType="w" fact="0.2305"/>
                  <dgm:constr type="h" for="ch" forName="childText2" refType="h" fact="0.5085"/>
                  <dgm:constr type="l" for="ch" forName="childText3" refType="w" fact="0.461"/>
                  <dgm:constr type="t" for="ch" forName="childText3" refType="h" fact="0.406"/>
                  <dgm:constr type="w" for="ch" forName="childText3" refType="w" fact="0.2305"/>
                  <dgm:constr type="h" for="ch" forName="childText3" refType="h" fact="0.5119"/>
                  <dgm:constr type="l" for="ch" forName="childText4" refType="w" fact="0.6915"/>
                  <dgm:constr type="t" for="ch" forName="childText4" refType="h" fact="0.5"/>
                  <dgm:constr type="w" for="ch" forName="childText4" refType="w" fact="0.2326"/>
                  <dgm:constr type="h" for="ch" forName="childText4" refType="h" fact="0.5179"/>
                  <dgm:constr type="l" for="ch" forName="parentText1" refType="w" fact="0"/>
                  <dgm:constr type="t" for="ch" forName="parentText1" refType="h" fact="0"/>
                  <dgm:constr type="w" for="ch" forName="parentText1" refType="w"/>
                  <dgm:constr type="h" for="ch" forName="parentText1" refType="h" fact="0.2821"/>
                  <dgm:constr type="l" for="ch" forName="parentText2" refType="w" fact="0.2305"/>
                  <dgm:constr type="t" for="ch" forName="parentText2" refType="h" fact="0.094"/>
                  <dgm:constr type="w" for="ch" forName="parentText2" refType="w" fact="0.7695"/>
                  <dgm:constr type="h" for="ch" forName="parentText2" refType="h" fact="0.2821"/>
                  <dgm:constr type="l" for="ch" forName="parentText3" refType="w" fact="0.461"/>
                  <dgm:constr type="t" for="ch" forName="parentText3" refType="h" fact="0.188"/>
                  <dgm:constr type="w" for="ch" forName="parentText3" refType="w" fact="0.539"/>
                  <dgm:constr type="h" for="ch" forName="parentText3" refType="h" fact="0.2821"/>
                  <dgm:constr type="l" for="ch" forName="parentText4" refType="w" fact="0.6915"/>
                  <dgm:constr type="t" for="ch" forName="parentText4" refType="h" fact="0.282"/>
                  <dgm:constr type="w" for="ch" forName="parentText4" refType="w" fact="0.3085"/>
                  <dgm:constr type="h" for="ch" forName="parentText4" refType="h" fact="0.2821"/>
                </dgm:constrLst>
              </dgm:if>
              <dgm:else name="Name41">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3" refType="primFontSz" refFor="des" refForName="parentText1" op="lte"/>
                  <dgm:constr type="primFontSz" for="des" forName="childText4"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childText3" refType="primFontSz" refFor="des" refForName="parentText2" op="lte"/>
                  <dgm:constr type="primFontSz" for="des" forName="childText4" refType="primFontSz" refFor="des" refForName="parentText2" op="lte"/>
                  <dgm:constr type="primFontSz" for="des" forName="childText1" refType="primFontSz" refFor="des" refForName="parentText3" op="lte"/>
                  <dgm:constr type="primFontSz" for="des" forName="childText2" refType="primFontSz" refFor="des" refForName="parentText3" op="lte"/>
                  <dgm:constr type="primFontSz" for="des" forName="childText3" refType="primFontSz" refFor="des" refForName="parentText3" op="lte"/>
                  <dgm:constr type="primFontSz" for="des" forName="childText4" refType="primFontSz" refFor="des" refForName="parentText3" op="lte"/>
                  <dgm:constr type="primFontSz" for="des" forName="childText1" refType="primFontSz" refFor="des" refForName="parentText4" op="lte"/>
                  <dgm:constr type="primFontSz" for="des" forName="childText2" refType="primFontSz" refFor="des" refForName="parentText4" op="lte"/>
                  <dgm:constr type="primFontSz" for="des" forName="childText3" refType="primFontSz" refFor="des" refForName="parentText4" op="lte"/>
                  <dgm:constr type="primFontSz" for="des" forName="childText4" refType="primFontSz" refFor="des" refForName="parentText4" op="lte"/>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primFontSz" for="des" forName="childText2" refType="primFontSz" refFor="des" refForName="childText1" op="equ"/>
                  <dgm:constr type="primFontSz" for="des" forName="childText3" refType="primFontSz" refFor="des" refForName="childText1" op="equ"/>
                  <dgm:constr type="primFontSz" for="des" forName="childText4" refType="primFontSz" refFor="des" refForName="childText1" op="equ"/>
                  <dgm:constr type="l" for="ch" forName="childText1" refType="w" fact="0.7695"/>
                  <dgm:constr type="t" for="ch" forName="childText1" refType="h" fact="0.218"/>
                  <dgm:constr type="w" for="ch" forName="childText1" refType="w" fact="0.2305"/>
                  <dgm:constr type="h" for="ch" forName="childText1" refType="h" fact="0.5218"/>
                  <dgm:constr type="l" for="ch" forName="childText2" refType="w" fact="0.539"/>
                  <dgm:constr type="t" for="ch" forName="childText2" refType="h" fact="0.312"/>
                  <dgm:constr type="w" for="ch" forName="childText2" refType="w" fact="0.2305"/>
                  <dgm:constr type="h" for="ch" forName="childText2" refType="h" fact="0.5085"/>
                  <dgm:constr type="l" for="ch" forName="childText3" refType="w" fact="0.3085"/>
                  <dgm:constr type="t" for="ch" forName="childText3" refType="h" fact="0.406"/>
                  <dgm:constr type="w" for="ch" forName="childText3" refType="w" fact="0.2305"/>
                  <dgm:constr type="h" for="ch" forName="childText3" refType="h" fact="0.5119"/>
                  <dgm:constr type="l" for="ch" forName="childText4" refType="w" fact="0.076"/>
                  <dgm:constr type="t" for="ch" forName="childText4" refType="h" fact="0.5"/>
                  <dgm:constr type="w" for="ch" forName="childText4" refType="w" fact="0.2346"/>
                  <dgm:constr type="h" for="ch" forName="childText4" refType="h" fact="0.5179"/>
                  <dgm:constr type="l" for="ch" forName="parentText1" refType="w" fact="0"/>
                  <dgm:constr type="t" for="ch" forName="parentText1" refType="h" fact="0"/>
                  <dgm:constr type="w" for="ch" forName="parentText1" refType="w"/>
                  <dgm:constr type="h" for="ch" forName="parentText1" refType="h" fact="0.2821"/>
                  <dgm:constr type="l" for="ch" forName="parentText2" refType="w" fact="0"/>
                  <dgm:constr type="t" for="ch" forName="parentText2" refType="h" fact="0.094"/>
                  <dgm:constr type="w" for="ch" forName="parentText2" refType="w" fact="0.7695"/>
                  <dgm:constr type="h" for="ch" forName="parentText2" refType="h" fact="0.2821"/>
                  <dgm:constr type="l" for="ch" forName="parentText3" refType="w" fact="0"/>
                  <dgm:constr type="t" for="ch" forName="parentText3" refType="h" fact="0.188"/>
                  <dgm:constr type="w" for="ch" forName="parentText3" refType="w" fact="0.539"/>
                  <dgm:constr type="h" for="ch" forName="parentText3" refType="h" fact="0.2821"/>
                  <dgm:constr type="l" for="ch" forName="parentText4" refType="w" fact="0"/>
                  <dgm:constr type="t" for="ch" forName="parentText4" refType="h" fact="0.282"/>
                  <dgm:constr type="w" for="ch" forName="parentText4" refType="w" fact="0.3085"/>
                  <dgm:constr type="h" for="ch" forName="parentText4" refType="h" fact="0.2821"/>
                </dgm:constrLst>
              </dgm:else>
            </dgm:choose>
          </dgm:else>
        </dgm:choose>
      </dgm:if>
      <dgm:else name="Name42">
        <dgm:choose name="Name43">
          <dgm:if name="Name44" axis="ch ch" ptType="node node" func="cnt" op="equ" val="0">
            <dgm:alg type="composite">
              <dgm:param type="ar" val="2.9463"/>
            </dgm:alg>
            <dgm:choose name="Name45">
              <dgm:if name="Name46" func="var" arg="dir" op="equ" val="norm">
                <dgm:constrLst>
                  <dgm:constr type="primFontSz" for="des" forName="parentText1" val="65"/>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primFontSz" for="des" forName="parentText5" refType="primFontSz" refFor="des" refForName="parentText1" op="equ"/>
                  <dgm:constr type="l" for="ch" forName="parentText1" refType="w" fact="0"/>
                  <dgm:constr type="t" for="ch" forName="parentText1" refType="h" fact="0"/>
                  <dgm:constr type="w" for="ch" forName="parentText1" refType="w"/>
                  <dgm:constr type="h" for="ch" forName="parentText1" refType="h" fact="0.4285"/>
                  <dgm:constr type="l" for="ch" forName="parentText2" refType="w" fact="0.1848"/>
                  <dgm:constr type="t" for="ch" forName="parentText2" refType="h" fact="0.1429"/>
                  <dgm:constr type="w" for="ch" forName="parentText2" refType="w" fact="0.8152"/>
                  <dgm:constr type="h" for="ch" forName="parentText2" refType="h" fact="0.4285"/>
                  <dgm:constr type="l" for="ch" forName="parentText3" refType="w" fact="0.3696"/>
                  <dgm:constr type="t" for="ch" forName="parentText3" refType="h" fact="0.2858"/>
                  <dgm:constr type="w" for="ch" forName="parentText3" refType="w" fact="0.6304"/>
                  <dgm:constr type="h" for="ch" forName="parentText3" refType="h" fact="0.4285"/>
                  <dgm:constr type="l" for="ch" forName="parentText4" refType="w" fact="0.5545"/>
                  <dgm:constr type="t" for="ch" forName="parentText4" refType="h" fact="0.4286"/>
                  <dgm:constr type="w" for="ch" forName="parentText4" refType="w" fact="0.4455"/>
                  <dgm:constr type="h" for="ch" forName="parentText4" refType="h" fact="0.4285"/>
                  <dgm:constr type="l" for="ch" forName="parentText5" refType="w" fact="0.7393"/>
                  <dgm:constr type="t" for="ch" forName="parentText5" refType="h" fact="0.5715"/>
                  <dgm:constr type="w" for="ch" forName="parentText5" refType="w" fact="0.2607"/>
                  <dgm:constr type="h" for="ch" forName="parentText5" refType="h" fact="0.4285"/>
                </dgm:constrLst>
              </dgm:if>
              <dgm:else name="Name47">
                <dgm:constrLst>
                  <dgm:constr type="primFontSz" for="des" forName="parentText1" val="65"/>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primFontSz" for="des" forName="parentText5" refType="primFontSz" refFor="des" refForName="parentText1" op="equ"/>
                  <dgm:constr type="l" for="ch" forName="parentText1" refType="w" fact="0"/>
                  <dgm:constr type="t" for="ch" forName="parentText1" refType="h" fact="0"/>
                  <dgm:constr type="w" for="ch" forName="parentText1" refType="w"/>
                  <dgm:constr type="h" for="ch" forName="parentText1" refType="h" fact="0.4285"/>
                  <dgm:constr type="l" for="ch" forName="parentText2" refType="w" fact="0"/>
                  <dgm:constr type="t" for="ch" forName="parentText2" refType="h" fact="0.1429"/>
                  <dgm:constr type="w" for="ch" forName="parentText2" refType="w" fact="0.8152"/>
                  <dgm:constr type="h" for="ch" forName="parentText2" refType="h" fact="0.4285"/>
                  <dgm:constr type="l" for="ch" forName="parentText3" refType="w" fact="0"/>
                  <dgm:constr type="t" for="ch" forName="parentText3" refType="h" fact="0.2858"/>
                  <dgm:constr type="w" for="ch" forName="parentText3" refType="w" fact="0.6304"/>
                  <dgm:constr type="h" for="ch" forName="parentText3" refType="h" fact="0.4285"/>
                  <dgm:constr type="l" for="ch" forName="parentText4" refType="w" fact="0"/>
                  <dgm:constr type="t" for="ch" forName="parentText4" refType="h" fact="0.4286"/>
                  <dgm:constr type="w" for="ch" forName="parentText4" refType="w" fact="0.4455"/>
                  <dgm:constr type="h" for="ch" forName="parentText4" refType="h" fact="0.4285"/>
                  <dgm:constr type="l" for="ch" forName="parentText5" refType="w" fact="0"/>
                  <dgm:constr type="t" for="ch" forName="parentText5" refType="h" fact="0.5715"/>
                  <dgm:constr type="w" for="ch" forName="parentText5" refType="w" fact="0.2607"/>
                  <dgm:constr type="h" for="ch" forName="parentText5" refType="h" fact="0.4285"/>
                </dgm:constrLst>
              </dgm:else>
            </dgm:choose>
          </dgm:if>
          <dgm:else name="Name48">
            <dgm:alg type="composite">
              <dgm:param type="ar" val="1.7837"/>
            </dgm:alg>
            <dgm:choose name="Name49">
              <dgm:if name="Name50" func="var" arg="dir" op="equ" val="norm">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3" refType="primFontSz" refFor="des" refForName="parentText1" op="lte"/>
                  <dgm:constr type="primFontSz" for="des" forName="childText4" refType="primFontSz" refFor="des" refForName="parentText1" op="lte"/>
                  <dgm:constr type="primFontSz" for="des" forName="childText5"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childText3" refType="primFontSz" refFor="des" refForName="parentText2" op="lte"/>
                  <dgm:constr type="primFontSz" for="des" forName="childText4" refType="primFontSz" refFor="des" refForName="parentText2" op="lte"/>
                  <dgm:constr type="primFontSz" for="des" forName="childText5" refType="primFontSz" refFor="des" refForName="parentText2" op="lte"/>
                  <dgm:constr type="primFontSz" for="des" forName="childText1" refType="primFontSz" refFor="des" refForName="parentText3" op="lte"/>
                  <dgm:constr type="primFontSz" for="des" forName="childText2" refType="primFontSz" refFor="des" refForName="parentText3" op="lte"/>
                  <dgm:constr type="primFontSz" for="des" forName="childText3" refType="primFontSz" refFor="des" refForName="parentText3" op="lte"/>
                  <dgm:constr type="primFontSz" for="des" forName="childText4" refType="primFontSz" refFor="des" refForName="parentText3" op="lte"/>
                  <dgm:constr type="primFontSz" for="des" forName="childText5" refType="primFontSz" refFor="des" refForName="parentText3" op="lte"/>
                  <dgm:constr type="primFontSz" for="des" forName="childText1" refType="primFontSz" refFor="des" refForName="parentText4" op="lte"/>
                  <dgm:constr type="primFontSz" for="des" forName="childText2" refType="primFontSz" refFor="des" refForName="parentText4" op="lte"/>
                  <dgm:constr type="primFontSz" for="des" forName="childText3" refType="primFontSz" refFor="des" refForName="parentText4" op="lte"/>
                  <dgm:constr type="primFontSz" for="des" forName="childText4" refType="primFontSz" refFor="des" refForName="parentText4" op="lte"/>
                  <dgm:constr type="primFontSz" for="des" forName="childText5" refType="primFontSz" refFor="des" refForName="parentText4" op="lte"/>
                  <dgm:constr type="primFontSz" for="des" forName="childText1" refType="primFontSz" refFor="des" refForName="parentText5" op="lte"/>
                  <dgm:constr type="primFontSz" for="des" forName="childText2" refType="primFontSz" refFor="des" refForName="parentText5" op="lte"/>
                  <dgm:constr type="primFontSz" for="des" forName="childText3" refType="primFontSz" refFor="des" refForName="parentText5" op="lte"/>
                  <dgm:constr type="primFontSz" for="des" forName="childText4" refType="primFontSz" refFor="des" refForName="parentText5" op="lte"/>
                  <dgm:constr type="primFontSz" for="des" forName="childText5" refType="primFontSz" refFor="des" refForName="parentText5" op="lte"/>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primFontSz" for="des" forName="parentText5" refType="primFontSz" refFor="des" refForName="parentText1" op="equ"/>
                  <dgm:constr type="primFontSz" for="des" forName="childText2" refType="primFontSz" refFor="des" refForName="childText1" op="equ"/>
                  <dgm:constr type="primFontSz" for="des" forName="childText3" refType="primFontSz" refFor="des" refForName="childText1" op="equ"/>
                  <dgm:constr type="primFontSz" for="des" forName="childText4" refType="primFontSz" refFor="des" refForName="childText1" op="equ"/>
                  <dgm:constr type="primFontSz" for="des" forName="childText5" refType="primFontSz" refFor="des" refForName="childText1" op="equ"/>
                  <dgm:constr type="l" for="ch" forName="childText1" refType="w" fact="0"/>
                  <dgm:constr type="t" for="ch" forName="childText1" refType="h" fact="0.1997"/>
                  <dgm:constr type="w" for="ch" forName="childText1" refType="w" fact="0.18482"/>
                  <dgm:constr type="h" for="ch" forName="childText1" refType="h" fact="0.4763"/>
                  <dgm:constr type="l" for="ch" forName="childText2" refType="w" fact="0.1848"/>
                  <dgm:constr type="t" for="ch" forName="childText2" refType="h" fact="0.2862"/>
                  <dgm:constr type="w" for="ch" forName="childText2" refType="w" fact="0.18482"/>
                  <dgm:constr type="h" for="ch" forName="childText2" refType="h" fact="0.4763"/>
                  <dgm:constr type="l" for="ch" forName="childText3" refType="w" fact="0.3696"/>
                  <dgm:constr type="t" for="ch" forName="childText3" refType="h" fact="0.3727"/>
                  <dgm:constr type="w" for="ch" forName="childText3" refType="w" fact="0.18482"/>
                  <dgm:constr type="h" for="ch" forName="childText3" refType="h" fact="0.4763"/>
                  <dgm:constr type="l" for="ch" forName="childText4" refType="w" fact="0.5545"/>
                  <dgm:constr type="t" for="ch" forName="childText4" refType="h" fact="0.4592"/>
                  <dgm:constr type="w" for="ch" forName="childText4" refType="w" fact="0.18482"/>
                  <dgm:constr type="h" for="ch" forName="childText4" refType="h" fact="0.4763"/>
                  <dgm:constr type="l" for="ch" forName="childText5" refType="w" fact="0.7393"/>
                  <dgm:constr type="t" for="ch" forName="childText5" refType="h" fact="0.5457"/>
                  <dgm:constr type="w" for="ch" forName="childText5" refType="w" fact="0.18482"/>
                  <dgm:constr type="h" for="ch" forName="childText5" refType="h" fact="0.4763"/>
                  <dgm:constr type="l" for="ch" forName="parentText1" refType="w" fact="0"/>
                  <dgm:constr type="t" for="ch" forName="parentText1" refType="h" fact="0"/>
                  <dgm:constr type="w" for="ch" forName="parentText1" refType="w"/>
                  <dgm:constr type="h" for="ch" forName="parentText1" refType="h" fact="0.2594"/>
                  <dgm:constr type="l" for="ch" forName="parentText2" refType="w" fact="0.1848"/>
                  <dgm:constr type="t" for="ch" forName="parentText2" refType="h" fact="0.0865"/>
                  <dgm:constr type="w" for="ch" forName="parentText2" refType="w" fact="0.8152"/>
                  <dgm:constr type="h" for="ch" forName="parentText2" refType="h" fact="0.2594"/>
                  <dgm:constr type="l" for="ch" forName="parentText3" refType="w" fact="0.3696"/>
                  <dgm:constr type="t" for="ch" forName="parentText3" refType="h" fact="0.173"/>
                  <dgm:constr type="w" for="ch" forName="parentText3" refType="w" fact="0.6304"/>
                  <dgm:constr type="h" for="ch" forName="parentText3" refType="h" fact="0.2594"/>
                  <dgm:constr type="l" for="ch" forName="parentText4" refType="w" fact="0.5545"/>
                  <dgm:constr type="t" for="ch" forName="parentText4" refType="h" fact="0.2595"/>
                  <dgm:constr type="w" for="ch" forName="parentText4" refType="w" fact="0.4455"/>
                  <dgm:constr type="h" for="ch" forName="parentText4" refType="h" fact="0.2594"/>
                  <dgm:constr type="l" for="ch" forName="parentText5" refType="w" fact="0.7393"/>
                  <dgm:constr type="t" for="ch" forName="parentText5" refType="h" fact="0.346"/>
                  <dgm:constr type="w" for="ch" forName="parentText5" refType="w" fact="0.2607"/>
                  <dgm:constr type="h" for="ch" forName="parentText5" refType="h" fact="0.2594"/>
                </dgm:constrLst>
              </dgm:if>
              <dgm:else name="Name51">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3" refType="primFontSz" refFor="des" refForName="parentText1" op="lte"/>
                  <dgm:constr type="primFontSz" for="des" forName="childText4" refType="primFontSz" refFor="des" refForName="parentText1" op="lte"/>
                  <dgm:constr type="primFontSz" for="des" forName="childText5"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childText3" refType="primFontSz" refFor="des" refForName="parentText2" op="lte"/>
                  <dgm:constr type="primFontSz" for="des" forName="childText4" refType="primFontSz" refFor="des" refForName="parentText2" op="lte"/>
                  <dgm:constr type="primFontSz" for="des" forName="childText5" refType="primFontSz" refFor="des" refForName="parentText2" op="lte"/>
                  <dgm:constr type="primFontSz" for="des" forName="childText1" refType="primFontSz" refFor="des" refForName="parentText3" op="lte"/>
                  <dgm:constr type="primFontSz" for="des" forName="childText2" refType="primFontSz" refFor="des" refForName="parentText3" op="lte"/>
                  <dgm:constr type="primFontSz" for="des" forName="childText3" refType="primFontSz" refFor="des" refForName="parentText3" op="lte"/>
                  <dgm:constr type="primFontSz" for="des" forName="childText4" refType="primFontSz" refFor="des" refForName="parentText3" op="lte"/>
                  <dgm:constr type="primFontSz" for="des" forName="childText5" refType="primFontSz" refFor="des" refForName="parentText3" op="lte"/>
                  <dgm:constr type="primFontSz" for="des" forName="childText1" refType="primFontSz" refFor="des" refForName="parentText4" op="lte"/>
                  <dgm:constr type="primFontSz" for="des" forName="childText2" refType="primFontSz" refFor="des" refForName="parentText4" op="lte"/>
                  <dgm:constr type="primFontSz" for="des" forName="childText3" refType="primFontSz" refFor="des" refForName="parentText4" op="lte"/>
                  <dgm:constr type="primFontSz" for="des" forName="childText4" refType="primFontSz" refFor="des" refForName="parentText4" op="lte"/>
                  <dgm:constr type="primFontSz" for="des" forName="childText5" refType="primFontSz" refFor="des" refForName="parentText4" op="lte"/>
                  <dgm:constr type="primFontSz" for="des" forName="childText1" refType="primFontSz" refFor="des" refForName="parentText5" op="lte"/>
                  <dgm:constr type="primFontSz" for="des" forName="childText2" refType="primFontSz" refFor="des" refForName="parentText5" op="lte"/>
                  <dgm:constr type="primFontSz" for="des" forName="childText3" refType="primFontSz" refFor="des" refForName="parentText5" op="lte"/>
                  <dgm:constr type="primFontSz" for="des" forName="childText4" refType="primFontSz" refFor="des" refForName="parentText5" op="lte"/>
                  <dgm:constr type="primFontSz" for="des" forName="childText5" refType="primFontSz" refFor="des" refForName="parentText5" op="lte"/>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primFontSz" for="des" forName="parentText5" refType="primFontSz" refFor="des" refForName="parentText1" op="equ"/>
                  <dgm:constr type="primFontSz" for="des" forName="childText2" refType="primFontSz" refFor="des" refForName="childText1" op="equ"/>
                  <dgm:constr type="primFontSz" for="des" forName="childText3" refType="primFontSz" refFor="des" refForName="childText1" op="equ"/>
                  <dgm:constr type="primFontSz" for="des" forName="childText4" refType="primFontSz" refFor="des" refForName="childText1" op="equ"/>
                  <dgm:constr type="primFontSz" for="des" forName="childText5" refType="primFontSz" refFor="des" refForName="childText1" op="equ"/>
                  <dgm:constr type="l" for="ch" forName="childText1" refType="w" fact="0.81518"/>
                  <dgm:constr type="t" for="ch" forName="childText1" refType="h" fact="0.1997"/>
                  <dgm:constr type="w" for="ch" forName="childText1" refType="w" fact="0.18482"/>
                  <dgm:constr type="h" for="ch" forName="childText1" refType="h" fact="0.4763"/>
                  <dgm:constr type="l" for="ch" forName="childText2" refType="w" fact="0.63036"/>
                  <dgm:constr type="t" for="ch" forName="childText2" refType="h" fact="0.2862"/>
                  <dgm:constr type="w" for="ch" forName="childText2" refType="w" fact="0.18482"/>
                  <dgm:constr type="h" for="ch" forName="childText2" refType="h" fact="0.4763"/>
                  <dgm:constr type="l" for="ch" forName="childText3" refType="w" fact="0.44554"/>
                  <dgm:constr type="t" for="ch" forName="childText3" refType="h" fact="0.3727"/>
                  <dgm:constr type="w" for="ch" forName="childText3" refType="w" fact="0.18482"/>
                  <dgm:constr type="h" for="ch" forName="childText3" refType="h" fact="0.4763"/>
                  <dgm:constr type="l" for="ch" forName="childText4" refType="w" fact="0.26072"/>
                  <dgm:constr type="t" for="ch" forName="childText4" refType="h" fact="0.4592"/>
                  <dgm:constr type="w" for="ch" forName="childText4" refType="w" fact="0.18482"/>
                  <dgm:constr type="h" for="ch" forName="childText4" refType="h" fact="0.4763"/>
                  <dgm:constr type="l" for="ch" forName="childText5" refType="w" fact="0.0759"/>
                  <dgm:constr type="t" for="ch" forName="childText5" refType="h" fact="0.5457"/>
                  <dgm:constr type="w" for="ch" forName="childText5" refType="w" fact="0.18482"/>
                  <dgm:constr type="h" for="ch" forName="childText5" refType="h" fact="0.4763"/>
                  <dgm:constr type="l" for="ch" forName="parentText1" refType="w" fact="0"/>
                  <dgm:constr type="t" for="ch" forName="parentText1" refType="h" fact="0"/>
                  <dgm:constr type="w" for="ch" forName="parentText1" refType="w"/>
                  <dgm:constr type="h" for="ch" forName="parentText1" refType="h" fact="0.2594"/>
                  <dgm:constr type="l" for="ch" forName="parentText2" refType="w" fact="0"/>
                  <dgm:constr type="t" for="ch" forName="parentText2" refType="h" fact="0.0865"/>
                  <dgm:constr type="w" for="ch" forName="parentText2" refType="w" fact="0.8152"/>
                  <dgm:constr type="h" for="ch" forName="parentText2" refType="h" fact="0.2594"/>
                  <dgm:constr type="l" for="ch" forName="parentText3" refType="w" fact="0"/>
                  <dgm:constr type="t" for="ch" forName="parentText3" refType="h" fact="0.173"/>
                  <dgm:constr type="w" for="ch" forName="parentText3" refType="w" fact="0.6304"/>
                  <dgm:constr type="h" for="ch" forName="parentText3" refType="h" fact="0.2594"/>
                  <dgm:constr type="l" for="ch" forName="parentText4" refType="w" fact="0"/>
                  <dgm:constr type="t" for="ch" forName="parentText4" refType="h" fact="0.2595"/>
                  <dgm:constr type="w" for="ch" forName="parentText4" refType="w" fact="0.4455"/>
                  <dgm:constr type="h" for="ch" forName="parentText4" refType="h" fact="0.2594"/>
                  <dgm:constr type="l" for="ch" forName="parentText5" refType="w" fact="0"/>
                  <dgm:constr type="t" for="ch" forName="parentText5" refType="h" fact="0.346"/>
                  <dgm:constr type="w" for="ch" forName="parentText5" refType="w" fact="0.2607"/>
                  <dgm:constr type="h" for="ch" forName="parentText5" refType="h" fact="0.2594"/>
                </dgm:constrLst>
              </dgm:else>
            </dgm:choose>
          </dgm:else>
        </dgm:choose>
      </dgm:else>
    </dgm:choose>
    <dgm:forEach name="Name52" axis="ch" ptType="node" cnt="1">
      <dgm:layoutNode name="parentText1" styleLbl="node1">
        <dgm:varLst>
          <dgm:chMax/>
          <dgm:chPref val="3"/>
          <dgm:bulletEnabled val="1"/>
        </dgm:varLst>
        <dgm:choose name="Name53">
          <dgm:if name="Name54" func="var" arg="dir" op="equ" val="norm">
            <dgm:alg type="tx">
              <dgm:param type="parTxLTRAlign" val="l"/>
            </dgm:alg>
            <dgm:shape xmlns:r="http://schemas.openxmlformats.org/officeDocument/2006/relationships" type="rightArrow" r:blip="">
              <dgm:adjLst>
                <dgm:adj idx="1" val="0.5"/>
                <dgm:adj idx="2" val="0.5"/>
              </dgm:adjLst>
            </dgm:shape>
            <dgm:constrLst>
              <dgm:constr type="lMarg" refType="primFontSz" fact="0.3"/>
              <dgm:constr type="rMarg" val="20"/>
              <dgm:constr type="tMarg" refType="primFontSz" fact="0.3"/>
              <dgm:constr type="bMarg" refType="h" fact="0.45"/>
            </dgm:constrLst>
          </dgm:if>
          <dgm:else name="Name55">
            <dgm:alg type="tx">
              <dgm:param type="parTxLTRAlign" val="r"/>
            </dgm:alg>
            <dgm:shape xmlns:r="http://schemas.openxmlformats.org/officeDocument/2006/relationships" type="leftArrow" r:blip="">
              <dgm:adjLst>
                <dgm:adj idx="1" val="0.5"/>
                <dgm:adj idx="2" val="0.5"/>
              </dgm:adjLst>
            </dgm:shape>
            <dgm:constrLst>
              <dgm:constr type="lMarg" val="20"/>
              <dgm:constr type="rMarg" refType="primFontSz" fact="0.3"/>
              <dgm:constr type="tMarg" refType="primFontSz" fact="0.3"/>
              <dgm:constr type="bMarg" refType="h" fact="0.45"/>
            </dgm:constrLst>
          </dgm:else>
        </dgm:choose>
        <dgm:presOf axis="self" ptType="node"/>
        <dgm:ruleLst>
          <dgm:rule type="primFontSz" val="5" fact="NaN" max="NaN"/>
        </dgm:ruleLst>
      </dgm:layoutNode>
      <dgm:choose name="Name56">
        <dgm:if name="Name57" axis="ch" ptType="node" func="cnt" op="gte" val="1">
          <dgm:layoutNode name="childText1" styleLbl="solidAlignAcc1">
            <dgm:varLst>
              <dgm:chMax val="0"/>
              <dgm:chPref val="0"/>
              <dgm:bulletEnabled val="1"/>
            </dgm:varLst>
            <dgm:alg type="tx">
              <dgm:param type="txAnchorVert" val="t"/>
              <dgm:param type="parTxLTRAlign" val="l"/>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58"/>
      </dgm:choose>
    </dgm:forEach>
    <dgm:forEach name="Name59" axis="ch" ptType="node" st="2" cnt="1">
      <dgm:layoutNode name="parentText2" styleLbl="node1">
        <dgm:varLst>
          <dgm:chMax/>
          <dgm:chPref val="3"/>
          <dgm:bulletEnabled val="1"/>
        </dgm:varLst>
        <dgm:choose name="Name60">
          <dgm:if name="Name61" func="var" arg="dir" op="equ" val="norm">
            <dgm:alg type="tx">
              <dgm:param type="parTxLTRAlign" val="l"/>
            </dgm:alg>
            <dgm:shape xmlns:r="http://schemas.openxmlformats.org/officeDocument/2006/relationships" type="rightArrow" r:blip="">
              <dgm:adjLst>
                <dgm:adj idx="1" val="0.5"/>
                <dgm:adj idx="2" val="0.5"/>
              </dgm:adjLst>
            </dgm:shape>
            <dgm:constrLst>
              <dgm:constr type="lMarg" refType="primFontSz" fact="0.3"/>
              <dgm:constr type="rMarg" val="20"/>
              <dgm:constr type="tMarg" refType="primFontSz" fact="0.3"/>
              <dgm:constr type="bMarg" refType="h" fact="0.45"/>
            </dgm:constrLst>
          </dgm:if>
          <dgm:else name="Name62">
            <dgm:alg type="tx">
              <dgm:param type="parTxLTRAlign" val="r"/>
            </dgm:alg>
            <dgm:shape xmlns:r="http://schemas.openxmlformats.org/officeDocument/2006/relationships" type="leftArrow" r:blip="">
              <dgm:adjLst>
                <dgm:adj idx="1" val="0.5"/>
                <dgm:adj idx="2" val="0.5"/>
              </dgm:adjLst>
            </dgm:shape>
            <dgm:constrLst>
              <dgm:constr type="lMarg" val="20"/>
              <dgm:constr type="rMarg" refType="primFontSz" fact="0.3"/>
              <dgm:constr type="tMarg" refType="primFontSz" fact="0.3"/>
              <dgm:constr type="bMarg" refType="h" fact="0.45"/>
            </dgm:constrLst>
          </dgm:else>
        </dgm:choose>
        <dgm:presOf axis="self" ptType="node"/>
        <dgm:ruleLst>
          <dgm:rule type="primFontSz" val="5" fact="NaN" max="NaN"/>
        </dgm:ruleLst>
      </dgm:layoutNode>
      <dgm:choose name="Name63">
        <dgm:if name="Name64" axis="ch" ptType="node" func="cnt" op="gte" val="1">
          <dgm:layoutNode name="childText2" styleLbl="solidAlignAcc1">
            <dgm:varLst>
              <dgm:chMax val="0"/>
              <dgm:chPref val="0"/>
              <dgm:bulletEnabled val="1"/>
            </dgm:varLst>
            <dgm:alg type="tx">
              <dgm:param type="txAnchorVert" val="t"/>
              <dgm:param type="parTxLTRAlign" val="l"/>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65"/>
      </dgm:choose>
    </dgm:forEach>
    <dgm:forEach name="Name66" axis="ch" ptType="node" st="3" cnt="1">
      <dgm:layoutNode name="parentText3" styleLbl="node1">
        <dgm:varLst>
          <dgm:chMax/>
          <dgm:chPref val="3"/>
          <dgm:bulletEnabled val="1"/>
        </dgm:varLst>
        <dgm:choose name="Name67">
          <dgm:if name="Name68" func="var" arg="dir" op="equ" val="norm">
            <dgm:alg type="tx">
              <dgm:param type="parTxLTRAlign" val="l"/>
            </dgm:alg>
            <dgm:shape xmlns:r="http://schemas.openxmlformats.org/officeDocument/2006/relationships" type="rightArrow" r:blip="">
              <dgm:adjLst>
                <dgm:adj idx="1" val="0.5"/>
                <dgm:adj idx="2" val="0.5"/>
              </dgm:adjLst>
            </dgm:shape>
            <dgm:constrLst>
              <dgm:constr type="lMarg" refType="primFontSz" fact="0.3"/>
              <dgm:constr type="rMarg" val="20"/>
              <dgm:constr type="tMarg" refType="primFontSz" fact="0.3"/>
              <dgm:constr type="bMarg" refType="h" fact="0.45"/>
            </dgm:constrLst>
          </dgm:if>
          <dgm:else name="Name69">
            <dgm:alg type="tx">
              <dgm:param type="parTxLTRAlign" val="r"/>
            </dgm:alg>
            <dgm:shape xmlns:r="http://schemas.openxmlformats.org/officeDocument/2006/relationships" type="leftArrow" r:blip="">
              <dgm:adjLst>
                <dgm:adj idx="1" val="0.5"/>
                <dgm:adj idx="2" val="0.5"/>
              </dgm:adjLst>
            </dgm:shape>
            <dgm:constrLst>
              <dgm:constr type="lMarg" val="20"/>
              <dgm:constr type="rMarg" refType="primFontSz" fact="0.3"/>
              <dgm:constr type="tMarg" refType="primFontSz" fact="0.3"/>
              <dgm:constr type="bMarg" refType="h" fact="0.45"/>
            </dgm:constrLst>
          </dgm:else>
        </dgm:choose>
        <dgm:presOf axis="self" ptType="node"/>
        <dgm:ruleLst>
          <dgm:rule type="primFontSz" val="5" fact="NaN" max="NaN"/>
        </dgm:ruleLst>
      </dgm:layoutNode>
      <dgm:choose name="Name70">
        <dgm:if name="Name71" axis="ch" ptType="node" func="cnt" op="gte" val="1">
          <dgm:layoutNode name="childText3" styleLbl="solidAlignAcc1">
            <dgm:varLst>
              <dgm:chMax val="0"/>
              <dgm:chPref val="0"/>
              <dgm:bulletEnabled val="1"/>
            </dgm:varLst>
            <dgm:alg type="tx">
              <dgm:param type="txAnchorVert" val="t"/>
              <dgm:param type="parTxLTRAlign" val="l"/>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72"/>
      </dgm:choose>
    </dgm:forEach>
    <dgm:forEach name="Name73" axis="ch" ptType="node" st="4" cnt="1">
      <dgm:layoutNode name="parentText4" styleLbl="node1">
        <dgm:varLst>
          <dgm:chMax/>
          <dgm:chPref val="3"/>
          <dgm:bulletEnabled val="1"/>
        </dgm:varLst>
        <dgm:choose name="Name74">
          <dgm:if name="Name75" func="var" arg="dir" op="equ" val="norm">
            <dgm:alg type="tx">
              <dgm:param type="parTxLTRAlign" val="l"/>
            </dgm:alg>
            <dgm:shape xmlns:r="http://schemas.openxmlformats.org/officeDocument/2006/relationships" type="rightArrow" r:blip="">
              <dgm:adjLst>
                <dgm:adj idx="1" val="0.5"/>
                <dgm:adj idx="2" val="0.5"/>
              </dgm:adjLst>
            </dgm:shape>
            <dgm:constrLst>
              <dgm:constr type="lMarg" refType="primFontSz" fact="0.3"/>
              <dgm:constr type="rMarg" val="20"/>
              <dgm:constr type="tMarg" refType="primFontSz" fact="0.3"/>
              <dgm:constr type="bMarg" refType="h" fact="0.45"/>
            </dgm:constrLst>
          </dgm:if>
          <dgm:else name="Name76">
            <dgm:alg type="tx">
              <dgm:param type="parTxLTRAlign" val="r"/>
            </dgm:alg>
            <dgm:shape xmlns:r="http://schemas.openxmlformats.org/officeDocument/2006/relationships" type="leftArrow" r:blip="">
              <dgm:adjLst>
                <dgm:adj idx="1" val="0.5"/>
                <dgm:adj idx="2" val="0.5"/>
              </dgm:adjLst>
            </dgm:shape>
            <dgm:constrLst>
              <dgm:constr type="lMarg" val="20"/>
              <dgm:constr type="rMarg" refType="primFontSz" fact="0.3"/>
              <dgm:constr type="tMarg" refType="primFontSz" fact="0.3"/>
              <dgm:constr type="bMarg" refType="h" fact="0.45"/>
            </dgm:constrLst>
          </dgm:else>
        </dgm:choose>
        <dgm:presOf axis="self" ptType="node"/>
        <dgm:ruleLst>
          <dgm:rule type="primFontSz" val="5" fact="NaN" max="NaN"/>
        </dgm:ruleLst>
      </dgm:layoutNode>
      <dgm:choose name="Name77">
        <dgm:if name="Name78" axis="ch" ptType="node" func="cnt" op="gte" val="1">
          <dgm:layoutNode name="childText4" styleLbl="solidAlignAcc1">
            <dgm:varLst>
              <dgm:chMax val="0"/>
              <dgm:chPref val="0"/>
              <dgm:bulletEnabled val="1"/>
            </dgm:varLst>
            <dgm:alg type="tx">
              <dgm:param type="txAnchorVert" val="t"/>
              <dgm:param type="parTxLTRAlign" val="l"/>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79"/>
      </dgm:choose>
    </dgm:forEach>
    <dgm:forEach name="Name80" axis="ch" ptType="node" st="5" cnt="1">
      <dgm:layoutNode name="parentText5" styleLbl="node1">
        <dgm:varLst>
          <dgm:chMax/>
          <dgm:chPref val="3"/>
          <dgm:bulletEnabled val="1"/>
        </dgm:varLst>
        <dgm:choose name="Name81">
          <dgm:if name="Name82" func="var" arg="dir" op="equ" val="norm">
            <dgm:alg type="tx">
              <dgm:param type="parTxLTRAlign" val="l"/>
            </dgm:alg>
            <dgm:shape xmlns:r="http://schemas.openxmlformats.org/officeDocument/2006/relationships" type="rightArrow" r:blip="">
              <dgm:adjLst>
                <dgm:adj idx="1" val="0.5"/>
                <dgm:adj idx="2" val="0.5"/>
              </dgm:adjLst>
            </dgm:shape>
            <dgm:constrLst>
              <dgm:constr type="lMarg" refType="primFontSz" fact="0.3"/>
              <dgm:constr type="rMarg" val="20"/>
              <dgm:constr type="tMarg" refType="primFontSz" fact="0.3"/>
              <dgm:constr type="bMarg" refType="h" fact="0.45"/>
            </dgm:constrLst>
          </dgm:if>
          <dgm:else name="Name83">
            <dgm:alg type="tx">
              <dgm:param type="parTxLTRAlign" val="r"/>
            </dgm:alg>
            <dgm:shape xmlns:r="http://schemas.openxmlformats.org/officeDocument/2006/relationships" type="leftArrow" r:blip="">
              <dgm:adjLst>
                <dgm:adj idx="1" val="0.5"/>
                <dgm:adj idx="2" val="0.5"/>
              </dgm:adjLst>
            </dgm:shape>
            <dgm:constrLst>
              <dgm:constr type="lMarg" val="20"/>
              <dgm:constr type="rMarg" refType="primFontSz" fact="0.3"/>
              <dgm:constr type="tMarg" refType="primFontSz" fact="0.3"/>
              <dgm:constr type="bMarg" refType="h" fact="0.45"/>
            </dgm:constrLst>
          </dgm:else>
        </dgm:choose>
        <dgm:presOf axis="self" ptType="node"/>
        <dgm:ruleLst>
          <dgm:rule type="primFontSz" val="5" fact="NaN" max="NaN"/>
        </dgm:ruleLst>
      </dgm:layoutNode>
      <dgm:choose name="Name84">
        <dgm:if name="Name85" axis="ch" ptType="node" func="cnt" op="gte" val="1">
          <dgm:layoutNode name="childText5" styleLbl="solidAlignAcc1">
            <dgm:varLst>
              <dgm:chMax val="0"/>
              <dgm:chPref val="0"/>
              <dgm:bulletEnabled val="1"/>
            </dgm:varLst>
            <dgm:alg type="tx">
              <dgm:param type="txAnchorVert" val="t"/>
              <dgm:param type="parTxLTRAlign" val="l"/>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86"/>
      </dgm:choose>
    </dgm:forEach>
  </dgm:layoutNode>
</dgm:layoutDef>
</file>

<file path=ppt/diagrams/layout3.xml><?xml version="1.0" encoding="utf-8"?>
<dgm:layoutDef xmlns:dgm="http://schemas.openxmlformats.org/drawingml/2006/diagram" xmlns:a="http://schemas.openxmlformats.org/drawingml/2006/main" uniqueId="urn:microsoft.com/office/officeart/2011/layout/ThemePictureAlternatingAccent">
  <dgm:title val="Theme Picture Alternating Accent"/>
  <dgm:desc val="Use to show a group of pictures with the first picture being the largest and on top. Additional Level 1 pictures alternate between squares and rectangles with a limit of nine Level 1 pictures. Works best with small amounts of text. Unused text does not appear, but remains available if you switch layouts."/>
  <dgm:catLst>
    <dgm:cat type="picture" pri="13750"/>
    <dgm:cat type="officeonline" pri="7000"/>
  </dgm:catLst>
  <dgm:samp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sampData>
  <dgm:style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styleData>
  <dgm:clr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clrData>
  <dgm:layoutNode name="Name0">
    <dgm:varLst>
      <dgm:chMax val="9"/>
      <dgm:chPref val="9"/>
    </dgm:varLst>
    <dgm:shape xmlns:r="http://schemas.openxmlformats.org/officeDocument/2006/relationships" r:blip="">
      <dgm:adjLst/>
    </dgm:shape>
    <dgm:choose name="Name1">
      <dgm:if name="Name2" axis="ch" ptType="node" func="cnt" op="equ" val="1">
        <dgm:alg type="composite">
          <dgm:param type="ar" val="1.62"/>
        </dgm:alg>
        <dgm:constrLst>
          <dgm:constr type="primFontSz" for="des" forName="parent1" val="65"/>
          <dgm:constr type="l" for="ch" forName="picture1" refType="w" fact="0"/>
          <dgm:constr type="t" for="ch" forName="picture1" refType="h" fact="0"/>
          <dgm:constr type="w" for="ch" forName="picture1" refType="w"/>
          <dgm:constr type="h" for="ch" forName="picture1" refType="h"/>
          <dgm:constr type="l" for="ch" forName="parent1" refType="w" fact="0"/>
          <dgm:constr type="t" for="ch" forName="parent1" refType="h" fact="0.8776"/>
          <dgm:constr type="w" for="ch" forName="parent1" refType="w"/>
          <dgm:constr type="h" for="ch" forName="parent1" refType="h" fact="0.1166"/>
        </dgm:constrLst>
      </dgm:if>
      <dgm:if name="Name3" axis="ch" ptType="node" func="cnt" op="equ" val="2">
        <dgm:alg type="composite">
          <dgm:param type="ar" val="1.0352"/>
        </dgm:alg>
        <dgm:constrLst>
          <dgm:constr type="primFontSz" for="des" forName="parent1" val="65"/>
          <dgm:constr type="primFontSz" for="des" forName="parent2" val="65"/>
          <dgm:constr type="l" for="ch" forName="picture1" refType="w" fact="0"/>
          <dgm:constr type="t" for="ch" forName="picture1" refType="h" fact="0"/>
          <dgm:constr type="w" for="ch" forName="picture1" refType="w"/>
          <dgm:constr type="h" for="ch" forName="picture1" refType="h" fact="0.639"/>
          <dgm:constr type="l" for="ch" forName="parent1" refType="w" fact="0"/>
          <dgm:constr type="t" for="ch" forName="parent1" refType="h" fact="0.5608"/>
          <dgm:constr type="w" for="ch" forName="parent1" refType="w"/>
          <dgm:constr type="h" for="ch" forName="parent1" refType="h" fact="0.0745"/>
          <dgm:constr type="l" for="ch" forName="picture2" refType="w" fact="0"/>
          <dgm:constr type="t" for="ch" forName="picture2" refType="h" fact="0.6589"/>
          <dgm:constr type="w" for="ch" forName="picture2" refType="w" fact="0.6312"/>
          <dgm:constr type="h" for="ch" forName="picture2" refType="h" fact="0.3411"/>
          <dgm:constr type="l" for="ch" forName="parent2" refType="w" fact="0"/>
          <dgm:constr type="t" for="ch" forName="parent2" refType="h" fact="0.9532"/>
          <dgm:constr type="w" for="ch" forName="parent2" refType="w" fact="0.6312"/>
          <dgm:constr type="h" for="ch" forName="parent2" refType="h" fact="0.0426"/>
        </dgm:constrLst>
      </dgm:if>
      <dgm:if name="Name4" axis="ch" ptType="node" func="cnt" op="equ" val="3">
        <dgm:alg type="composite">
          <dgm:param type="ar" val="1.035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l" for="ch" forName="picture1" refType="w" fact="0"/>
          <dgm:constr type="t" for="ch" forName="picture1" refType="h" fact="0"/>
          <dgm:constr type="w" for="ch" forName="picture1" refType="w"/>
          <dgm:constr type="h" for="ch" forName="picture1" refType="h" fact="0.639"/>
          <dgm:constr type="l" for="ch" forName="parent1" refType="w" fact="0"/>
          <dgm:constr type="t" for="ch" forName="parent1" refType="h" fact="0.5608"/>
          <dgm:constr type="w" for="ch" forName="parent1" refType="w"/>
          <dgm:constr type="h" for="ch" forName="parent1" refType="h" fact="0.0745"/>
          <dgm:constr type="l" for="ch" forName="picture2" refType="w" fact="0"/>
          <dgm:constr type="t" for="ch" forName="picture2" refType="h" fact="0.6589"/>
          <dgm:constr type="w" for="ch" forName="picture2" refType="w" fact="0.6312"/>
          <dgm:constr type="h" for="ch" forName="picture2" refType="h" fact="0.3411"/>
          <dgm:constr type="l" for="ch" forName="parent2" refType="w" fact="0"/>
          <dgm:constr type="t" for="ch" forName="parent2" refType="h" fact="0.9532"/>
          <dgm:constr type="w" for="ch" forName="parent2" refType="w" fact="0.6312"/>
          <dgm:constr type="h" for="ch" forName="parent2" refType="h" fact="0.0426"/>
          <dgm:constr type="l" for="ch" forName="picture3" refType="w" fact="0.6501"/>
          <dgm:constr type="t" for="ch" forName="picture3" refType="h" fact="0.6589"/>
          <dgm:constr type="w" for="ch" forName="picture3" refType="w" fact="0.3499"/>
          <dgm:constr type="h" for="ch" forName="picture3" refType="h" fact="0.3411"/>
          <dgm:constr type="l" for="ch" forName="parent3" refType="w" fact="0.6501"/>
          <dgm:constr type="t" for="ch" forName="parent3" refType="h" fact="0.9525"/>
          <dgm:constr type="w" for="ch" forName="parent3" refType="w" fact="0.3499"/>
          <dgm:constr type="h" for="ch" forName="parent3" refType="h" fact="0.043"/>
        </dgm:constrLst>
      </dgm:if>
      <dgm:if name="Name5" axis="ch" ptType="node" func="cnt" op="equ" val="4">
        <dgm:alg type="composite">
          <dgm:param type="ar" val="0.7603"/>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l" for="ch" forName="picture1" refType="w" fact="0"/>
          <dgm:constr type="t" for="ch" forName="picture1" refType="h" fact="0"/>
          <dgm:constr type="w" for="ch" forName="picture1" refType="w" fact="0.9998"/>
          <dgm:constr type="h" for="ch" forName="picture1" refType="h" fact="0.4692"/>
          <dgm:constr type="l" for="ch" forName="parent1" refType="w" fact="0"/>
          <dgm:constr type="t" for="ch" forName="parent1" refType="h" fact="0.4118"/>
          <dgm:constr type="w" for="ch" forName="parent1" refType="w" fact="0.9998"/>
          <dgm:constr type="h" for="ch" forName="parent1" refType="h" fact="0.0547"/>
          <dgm:constr type="l" for="ch" forName="picture2" refType="w" fact="0"/>
          <dgm:constr type="t" for="ch" forName="picture2" refType="h" fact="0.4839"/>
          <dgm:constr type="w" for="ch" forName="picture2" refType="w" fact="0.631"/>
          <dgm:constr type="h" for="ch" forName="picture2" refType="h" fact="0.2504"/>
          <dgm:constr type="l" for="ch" forName="parent2" refType="w" fact="0"/>
          <dgm:constr type="t" for="ch" forName="parent2" refType="h" fact="0.6999"/>
          <dgm:constr type="w" for="ch" forName="parent2" refType="w" fact="0.631"/>
          <dgm:constr type="h" for="ch" forName="parent2" refType="h" fact="0.0313"/>
          <dgm:constr type="l" for="ch" forName="picture3" refType="w" fact="0.65"/>
          <dgm:constr type="t" for="ch" forName="picture3" refType="h" fact="0.4839"/>
          <dgm:constr type="w" for="ch" forName="picture3" refType="w" fact="0.3498"/>
          <dgm:constr type="h" for="ch" forName="picture3" refType="h" fact="0.2504"/>
          <dgm:constr type="l" for="ch" forName="parent3" refType="w" fact="0.65"/>
          <dgm:constr type="t" for="ch" forName="parent3" refType="h" fact="0.6994"/>
          <dgm:constr type="w" for="ch" forName="parent3" refType="w" fact="0.3498"/>
          <dgm:constr type="h" for="ch" forName="parent3" refType="h" fact="0.0316"/>
          <dgm:constr type="l" for="ch" forName="picture4" refType="w" fact="0"/>
          <dgm:constr type="t" for="ch" forName="picture4" refType="h" fact="0.7496"/>
          <dgm:constr type="w" for="ch" forName="picture4" refType="w" fact="0.3498"/>
          <dgm:constr type="h" for="ch" forName="picture4" refType="h" fact="0.2504"/>
          <dgm:constr type="l" for="ch" forName="parent4" refType="w" fact="0"/>
          <dgm:constr type="t" for="ch" forName="parent4" refType="h" fact="0.9651"/>
          <dgm:constr type="w" for="ch" forName="parent4" refType="w" fact="0.3498"/>
          <dgm:constr type="h" for="ch" forName="parent4" refType="h" fact="0.0316"/>
        </dgm:constrLst>
      </dgm:if>
      <dgm:if name="Name6" axis="ch" ptType="node" func="cnt" op="equ" val="5">
        <dgm:alg type="composite">
          <dgm:param type="ar" val="0.7603"/>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l" for="ch" forName="picture1" refType="w" fact="0"/>
          <dgm:constr type="t" for="ch" forName="picture1" refType="h" fact="0"/>
          <dgm:constr type="w" for="ch" forName="picture1" refType="w" fact="0.9998"/>
          <dgm:constr type="h" for="ch" forName="picture1" refType="h" fact="0.4692"/>
          <dgm:constr type="l" for="ch" forName="parent1" refType="w" fact="0"/>
          <dgm:constr type="t" for="ch" forName="parent1" refType="h" fact="0.4118"/>
          <dgm:constr type="w" for="ch" forName="parent1" refType="w" fact="0.9998"/>
          <dgm:constr type="h" for="ch" forName="parent1" refType="h" fact="0.0547"/>
          <dgm:constr type="l" for="ch" forName="picture2" refType="w" fact="0"/>
          <dgm:constr type="t" for="ch" forName="picture2" refType="h" fact="0.4839"/>
          <dgm:constr type="w" for="ch" forName="picture2" refType="w" fact="0.631"/>
          <dgm:constr type="h" for="ch" forName="picture2" refType="h" fact="0.2504"/>
          <dgm:constr type="l" for="ch" forName="parent2" refType="w" fact="0"/>
          <dgm:constr type="t" for="ch" forName="parent2" refType="h" fact="0.6999"/>
          <dgm:constr type="w" for="ch" forName="parent2" refType="w" fact="0.631"/>
          <dgm:constr type="h" for="ch" forName="parent2" refType="h" fact="0.0313"/>
          <dgm:constr type="l" for="ch" forName="picture3" refType="w" fact="0.65"/>
          <dgm:constr type="t" for="ch" forName="picture3" refType="h" fact="0.4839"/>
          <dgm:constr type="w" for="ch" forName="picture3" refType="w" fact="0.3498"/>
          <dgm:constr type="h" for="ch" forName="picture3" refType="h" fact="0.2504"/>
          <dgm:constr type="l" for="ch" forName="parent3" refType="w" fact="0.65"/>
          <dgm:constr type="t" for="ch" forName="parent3" refType="h" fact="0.6994"/>
          <dgm:constr type="w" for="ch" forName="parent3" refType="w" fact="0.3498"/>
          <dgm:constr type="h" for="ch" forName="parent3" refType="h" fact="0.0316"/>
          <dgm:constr type="l" for="ch" forName="picture4" refType="w" fact="0"/>
          <dgm:constr type="t" for="ch" forName="picture4" refType="h" fact="0.7496"/>
          <dgm:constr type="w" for="ch" forName="picture4" refType="w" fact="0.3498"/>
          <dgm:constr type="h" for="ch" forName="picture4" refType="h" fact="0.2504"/>
          <dgm:constr type="l" for="ch" forName="parent4" refType="w" fact="0"/>
          <dgm:constr type="t" for="ch" forName="parent4" refType="h" fact="0.9651"/>
          <dgm:constr type="w" for="ch" forName="parent4" refType="w" fact="0.3498"/>
          <dgm:constr type="h" for="ch" forName="parent4" refType="h" fact="0.0316"/>
          <dgm:constr type="l" for="ch" forName="picture5" refType="w" fact="0.369"/>
          <dgm:constr type="t" for="ch" forName="picture5" refType="h" fact="0.7496"/>
          <dgm:constr type="w" for="ch" forName="picture5" refType="w" fact="0.631"/>
          <dgm:constr type="h" for="ch" forName="picture5" refType="h" fact="0.2504"/>
          <dgm:constr type="l" for="ch" forName="parent5" refType="w" fact="0.369"/>
          <dgm:constr type="t" for="ch" forName="parent5" refType="h" fact="0.9656"/>
          <dgm:constr type="w" for="ch" forName="parent5" refType="w" fact="0.631"/>
          <dgm:constr type="h" for="ch" forName="parent5" refType="h" fact="0.0313"/>
        </dgm:constrLst>
      </dgm:if>
      <dgm:if name="Name7" axis="ch" ptType="node" func="cnt" op="equ" val="6">
        <dgm:alg type="composite">
          <dgm:param type="ar" val="0.601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l" for="ch" forName="picture1" refType="w" fact="0"/>
          <dgm:constr type="t" for="ch" forName="picture1" refType="h" fact="0"/>
          <dgm:constr type="w" for="ch" forName="picture1" refType="w" fact="0.9992"/>
          <dgm:constr type="h" for="ch" forName="picture1" refType="h" fact="0.3708"/>
          <dgm:constr type="l" for="ch" forName="parent1" refType="w" fact="0"/>
          <dgm:constr type="t" for="ch" forName="parent1" refType="h" fact="0.3254"/>
          <dgm:constr type="w" for="ch" forName="parent1" refType="w" fact="0.9992"/>
          <dgm:constr type="h" for="ch" forName="parent1" refType="h" fact="0.0432"/>
          <dgm:constr type="l" for="ch" forName="picture2" refType="w" fact="0"/>
          <dgm:constr type="t" for="ch" forName="picture2" refType="h" fact="0.3824"/>
          <dgm:constr type="w" for="ch" forName="picture2" refType="w" fact="0.6307"/>
          <dgm:constr type="h" for="ch" forName="picture2" refType="h" fact="0.1979"/>
          <dgm:constr type="l" for="ch" forName="parent2" refType="w" fact="0"/>
          <dgm:constr type="t" for="ch" forName="parent2" refType="h" fact="0.5531"/>
          <dgm:constr type="w" for="ch" forName="parent2" refType="w" fact="0.6307"/>
          <dgm:constr type="h" for="ch" forName="parent2" refType="h" fact="0.0247"/>
          <dgm:constr type="l" for="ch" forName="picture3" refType="w" fact="0.6496"/>
          <dgm:constr type="t" for="ch" forName="picture3" refType="h" fact="0.3824"/>
          <dgm:constr type="w" for="ch" forName="picture3" refType="w" fact="0.3496"/>
          <dgm:constr type="h" for="ch" forName="picture3" refType="h" fact="0.1979"/>
          <dgm:constr type="l" for="ch" forName="parent3" refType="w" fact="0.6496"/>
          <dgm:constr type="t" for="ch" forName="parent3" refType="h" fact="0.5527"/>
          <dgm:constr type="w" for="ch" forName="parent3" refType="w" fact="0.3496"/>
          <dgm:constr type="h" for="ch" forName="parent3" refType="h" fact="0.025"/>
          <dgm:constr type="l" for="ch" forName="picture4" refType="w" fact="0"/>
          <dgm:constr type="t" for="ch" forName="picture4" refType="h" fact="0.5924"/>
          <dgm:constr type="w" for="ch" forName="picture4" refType="w" fact="0.3496"/>
          <dgm:constr type="h" for="ch" forName="picture4" refType="h" fact="0.1979"/>
          <dgm:constr type="l" for="ch" forName="parent4" refType="w" fact="0"/>
          <dgm:constr type="t" for="ch" forName="parent4" refType="h" fact="0.7627"/>
          <dgm:constr type="w" for="ch" forName="parent4" refType="w" fact="0.3496"/>
          <dgm:constr type="h" for="ch" forName="parent4" refType="h" fact="0.025"/>
          <dgm:constr type="l" for="ch" forName="picture5" refType="w" fact="0.3688"/>
          <dgm:constr type="t" for="ch" forName="picture5" refType="h" fact="0.5924"/>
          <dgm:constr type="w" for="ch" forName="picture5" refType="w" fact="0.6307"/>
          <dgm:constr type="h" for="ch" forName="picture5" refType="h" fact="0.1979"/>
          <dgm:constr type="l" for="ch" forName="parent5" refType="w" fact="0.3688"/>
          <dgm:constr type="t" for="ch" forName="parent5" refType="h" fact="0.7631"/>
          <dgm:constr type="w" for="ch" forName="parent5" refType="w" fact="0.6307"/>
          <dgm:constr type="h" for="ch" forName="parent5" refType="h" fact="0.0247"/>
          <dgm:constr type="l" for="ch" forName="picture6" refType="w" fact="0"/>
          <dgm:constr type="t" for="ch" forName="picture6" refType="h" fact="0.8021"/>
          <dgm:constr type="w" for="ch" forName="picture6" refType="w" fact="0.6307"/>
          <dgm:constr type="h" for="ch" forName="picture6" refType="h" fact="0.1979"/>
          <dgm:constr type="l" for="ch" forName="parent6" refType="w" fact="0"/>
          <dgm:constr type="t" for="ch" forName="parent6" refType="h" fact="0.9728"/>
          <dgm:constr type="w" for="ch" forName="parent6" refType="w" fact="0.6307"/>
          <dgm:constr type="h" for="ch" forName="parent6" refType="h" fact="0.0247"/>
        </dgm:constrLst>
      </dgm:if>
      <dgm:if name="Name8" axis="ch" ptType="node" func="cnt" op="equ" val="7">
        <dgm:alg type="composite">
          <dgm:param type="ar" val="0.601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l" for="ch" forName="picture1" refType="w" fact="0"/>
          <dgm:constr type="t" for="ch" forName="picture1" refType="h" fact="0"/>
          <dgm:constr type="w" for="ch" forName="picture1" refType="w" fact="0.9992"/>
          <dgm:constr type="h" for="ch" forName="picture1" refType="h" fact="0.3708"/>
          <dgm:constr type="l" for="ch" forName="parent1" refType="w" fact="0"/>
          <dgm:constr type="t" for="ch" forName="parent1" refType="h" fact="0.3254"/>
          <dgm:constr type="w" for="ch" forName="parent1" refType="w" fact="0.9992"/>
          <dgm:constr type="h" for="ch" forName="parent1" refType="h" fact="0.0432"/>
          <dgm:constr type="l" for="ch" forName="picture2" refType="w" fact="0"/>
          <dgm:constr type="t" for="ch" forName="picture2" refType="h" fact="0.3824"/>
          <dgm:constr type="w" for="ch" forName="picture2" refType="w" fact="0.6307"/>
          <dgm:constr type="h" for="ch" forName="picture2" refType="h" fact="0.1979"/>
          <dgm:constr type="l" for="ch" forName="parent2" refType="w" fact="0"/>
          <dgm:constr type="t" for="ch" forName="parent2" refType="h" fact="0.5531"/>
          <dgm:constr type="w" for="ch" forName="parent2" refType="w" fact="0.6307"/>
          <dgm:constr type="h" for="ch" forName="parent2" refType="h" fact="0.0247"/>
          <dgm:constr type="l" for="ch" forName="picture3" refType="w" fact="0.6496"/>
          <dgm:constr type="t" for="ch" forName="picture3" refType="h" fact="0.3824"/>
          <dgm:constr type="w" for="ch" forName="picture3" refType="w" fact="0.3496"/>
          <dgm:constr type="h" for="ch" forName="picture3" refType="h" fact="0.1979"/>
          <dgm:constr type="l" for="ch" forName="parent3" refType="w" fact="0.6496"/>
          <dgm:constr type="t" for="ch" forName="parent3" refType="h" fact="0.5527"/>
          <dgm:constr type="w" for="ch" forName="parent3" refType="w" fact="0.3496"/>
          <dgm:constr type="h" for="ch" forName="parent3" refType="h" fact="0.025"/>
          <dgm:constr type="l" for="ch" forName="picture4" refType="w" fact="0"/>
          <dgm:constr type="t" for="ch" forName="picture4" refType="h" fact="0.5924"/>
          <dgm:constr type="w" for="ch" forName="picture4" refType="w" fact="0.3496"/>
          <dgm:constr type="h" for="ch" forName="picture4" refType="h" fact="0.1979"/>
          <dgm:constr type="l" for="ch" forName="parent4" refType="w" fact="0"/>
          <dgm:constr type="t" for="ch" forName="parent4" refType="h" fact="0.7627"/>
          <dgm:constr type="w" for="ch" forName="parent4" refType="w" fact="0.3496"/>
          <dgm:constr type="h" for="ch" forName="parent4" refType="h" fact="0.025"/>
          <dgm:constr type="l" for="ch" forName="picture5" refType="w" fact="0.3688"/>
          <dgm:constr type="t" for="ch" forName="picture5" refType="h" fact="0.5924"/>
          <dgm:constr type="w" for="ch" forName="picture5" refType="w" fact="0.6307"/>
          <dgm:constr type="h" for="ch" forName="picture5" refType="h" fact="0.1979"/>
          <dgm:constr type="l" for="ch" forName="parent5" refType="w" fact="0.3688"/>
          <dgm:constr type="t" for="ch" forName="parent5" refType="h" fact="0.7631"/>
          <dgm:constr type="w" for="ch" forName="parent5" refType="w" fact="0.6307"/>
          <dgm:constr type="h" for="ch" forName="parent5" refType="h" fact="0.0247"/>
          <dgm:constr type="l" for="ch" forName="picture6" refType="w" fact="0"/>
          <dgm:constr type="t" for="ch" forName="picture6" refType="h" fact="0.8021"/>
          <dgm:constr type="w" for="ch" forName="picture6" refType="w" fact="0.6307"/>
          <dgm:constr type="h" for="ch" forName="picture6" refType="h" fact="0.1979"/>
          <dgm:constr type="l" for="ch" forName="parent6" refType="w" fact="0"/>
          <dgm:constr type="t" for="ch" forName="parent6" refType="h" fact="0.9728"/>
          <dgm:constr type="w" for="ch" forName="parent6" refType="w" fact="0.6307"/>
          <dgm:constr type="h" for="ch" forName="parent6" refType="h" fact="0.0247"/>
          <dgm:constr type="l" for="ch" forName="picture7" refType="w" fact="0.6504"/>
          <dgm:constr type="t" for="ch" forName="picture7" refType="h" fact="0.8021"/>
          <dgm:constr type="w" for="ch" forName="picture7" refType="w" fact="0.3496"/>
          <dgm:constr type="h" for="ch" forName="picture7" refType="h" fact="0.1979"/>
          <dgm:constr type="l" for="ch" forName="parent7" refType="w" fact="0.6504"/>
          <dgm:constr type="t" for="ch" forName="parent7" refType="h" fact="0.9724"/>
          <dgm:constr type="w" for="ch" forName="parent7" refType="w" fact="0.3496"/>
          <dgm:constr type="h" for="ch" forName="parent7" refType="h" fact="0.025"/>
        </dgm:constrLst>
      </dgm:if>
      <dgm:if name="Name9" axis="ch" ptType="node" func="cnt" op="equ" val="8">
        <dgm:alg type="composite">
          <dgm:param type="ar" val="0.4976"/>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primFontSz" for="des" forName="parent8" refType="primFontSz" refFor="des" refForName="parent2" op="equ"/>
          <dgm:constr type="l" for="ch" forName="picture1" refType="w" fact="0"/>
          <dgm:constr type="t" for="ch" forName="picture1" refType="h" fact="0"/>
          <dgm:constr type="w" for="ch" forName="picture1" refType="w" fact="0.9992"/>
          <dgm:constr type="h" for="ch" forName="picture1" refType="h" fact="0.3069"/>
          <dgm:constr type="l" for="ch" forName="parent1" refType="w" fact="0"/>
          <dgm:constr type="t" for="ch" forName="parent1" refType="h" fact="0.2693"/>
          <dgm:constr type="w" for="ch" forName="parent1" refType="w" fact="0.9992"/>
          <dgm:constr type="h" for="ch" forName="parent1" refType="h" fact="0.0358"/>
          <dgm:constr type="l" for="ch" forName="picture2" refType="w" fact="0"/>
          <dgm:constr type="t" for="ch" forName="picture2" refType="h" fact="0.3165"/>
          <dgm:constr type="w" for="ch" forName="picture2" refType="w" fact="0.6307"/>
          <dgm:constr type="h" for="ch" forName="picture2" refType="h" fact="0.1638"/>
          <dgm:constr type="l" for="ch" forName="parent2" refType="w" fact="0"/>
          <dgm:constr type="t" for="ch" forName="parent2" refType="h" fact="0.4578"/>
          <dgm:constr type="w" for="ch" forName="parent2" refType="w" fact="0.6307"/>
          <dgm:constr type="h" for="ch" forName="parent2" refType="h" fact="0.0205"/>
          <dgm:constr type="l" for="ch" forName="picture3" refType="w" fact="0.6496"/>
          <dgm:constr type="t" for="ch" forName="picture3" refType="h" fact="0.3165"/>
          <dgm:constr type="w" for="ch" forName="picture3" refType="w" fact="0.3496"/>
          <dgm:constr type="h" for="ch" forName="picture3" refType="h" fact="0.1638"/>
          <dgm:constr type="l" for="ch" forName="parent3" refType="w" fact="0.6496"/>
          <dgm:constr type="t" for="ch" forName="parent3" refType="h" fact="0.4575"/>
          <dgm:constr type="w" for="ch" forName="parent3" refType="w" fact="0.3496"/>
          <dgm:constr type="h" for="ch" forName="parent3" refType="h" fact="0.0207"/>
          <dgm:constr type="l" for="ch" forName="picture5" refType="w" fact="0.3688"/>
          <dgm:constr type="t" for="ch" forName="picture5" refType="h" fact="0.4903"/>
          <dgm:constr type="w" for="ch" forName="picture5" refType="w" fact="0.6307"/>
          <dgm:constr type="h" for="ch" forName="picture5" refType="h" fact="0.1638"/>
          <dgm:constr type="l" for="ch" forName="parent5" refType="w" fact="0.3688"/>
          <dgm:constr type="t" for="ch" forName="parent5" refType="h" fact="0.6316"/>
          <dgm:constr type="w" for="ch" forName="parent5" refType="w" fact="0.6307"/>
          <dgm:constr type="h" for="ch" forName="parent5" refType="h" fact="0.0205"/>
          <dgm:constr type="l" for="ch" forName="picture4" refType="w" fact="0"/>
          <dgm:constr type="t" for="ch" forName="picture4" refType="h" fact="0.4903"/>
          <dgm:constr type="w" for="ch" forName="picture4" refType="w" fact="0.3496"/>
          <dgm:constr type="h" for="ch" forName="picture4" refType="h" fact="0.1638"/>
          <dgm:constr type="l" for="ch" forName="parent4" refType="w" fact="0"/>
          <dgm:constr type="t" for="ch" forName="parent4" refType="h" fact="0.6313"/>
          <dgm:constr type="w" for="ch" forName="parent4" refType="w" fact="0.3496"/>
          <dgm:constr type="h" for="ch" forName="parent4" refType="h" fact="0.0207"/>
          <dgm:constr type="l" for="ch" forName="picture6" refType="w" fact="0"/>
          <dgm:constr type="t" for="ch" forName="picture6" refType="h" fact="0.6638"/>
          <dgm:constr type="w" for="ch" forName="picture6" refType="w" fact="0.6307"/>
          <dgm:constr type="h" for="ch" forName="picture6" refType="h" fact="0.1638"/>
          <dgm:constr type="l" for="ch" forName="parent6" refType="w" fact="0"/>
          <dgm:constr type="t" for="ch" forName="parent6" refType="h" fact="0.8051"/>
          <dgm:constr type="w" for="ch" forName="parent6" refType="w" fact="0.6307"/>
          <dgm:constr type="h" for="ch" forName="parent6" refType="h" fact="0.0205"/>
          <dgm:constr type="l" for="ch" forName="picture7" refType="w" fact="0.6504"/>
          <dgm:constr type="t" for="ch" forName="picture7" refType="h" fact="0.6638"/>
          <dgm:constr type="w" for="ch" forName="picture7" refType="w" fact="0.3496"/>
          <dgm:constr type="h" for="ch" forName="picture7" refType="h" fact="0.1638"/>
          <dgm:constr type="l" for="ch" forName="parent7" refType="w" fact="0.6504"/>
          <dgm:constr type="t" for="ch" forName="parent7" refType="h" fact="0.8048"/>
          <dgm:constr type="w" for="ch" forName="parent7" refType="w" fact="0.3496"/>
          <dgm:constr type="h" for="ch" forName="parent7" refType="h" fact="0.0207"/>
          <dgm:constr type="l" for="ch" forName="picture8" refType="w" fact="0"/>
          <dgm:constr type="t" for="ch" forName="picture8" refType="h" fact="0.8362"/>
          <dgm:constr type="w" for="ch" forName="picture8" refType="w" fact="0.3496"/>
          <dgm:constr type="h" for="ch" forName="picture8" refType="h" fact="0.1638"/>
          <dgm:constr type="l" for="ch" forName="parent8" refType="w" fact="0"/>
          <dgm:constr type="t" for="ch" forName="parent8" refType="h" fact="0.9772"/>
          <dgm:constr type="w" for="ch" forName="parent8" refType="w" fact="0.3496"/>
          <dgm:constr type="h" for="ch" forName="parent8" refType="h" fact="0.0207"/>
        </dgm:constrLst>
      </dgm:if>
      <dgm:else name="Name10">
        <dgm:alg type="composite">
          <dgm:param type="ar" val="0.4976"/>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primFontSz" for="des" forName="parent8" refType="primFontSz" refFor="des" refForName="parent2" op="equ"/>
          <dgm:constr type="primFontSz" for="des" forName="parent9" refType="primFontSz" refFor="des" refForName="parent2" op="equ"/>
          <dgm:constr type="l" for="ch" forName="picture1" refType="w" fact="0"/>
          <dgm:constr type="t" for="ch" forName="picture1" refType="h" fact="0"/>
          <dgm:constr type="w" for="ch" forName="picture1" refType="w" fact="0.9992"/>
          <dgm:constr type="h" for="ch" forName="picture1" refType="h" fact="0.3069"/>
          <dgm:constr type="l" for="ch" forName="parent1" refType="w" fact="0"/>
          <dgm:constr type="t" for="ch" forName="parent1" refType="h" fact="0.2693"/>
          <dgm:constr type="w" for="ch" forName="parent1" refType="w" fact="0.9992"/>
          <dgm:constr type="h" for="ch" forName="parent1" refType="h" fact="0.0358"/>
          <dgm:constr type="l" for="ch" forName="picture2" refType="w" fact="0"/>
          <dgm:constr type="t" for="ch" forName="picture2" refType="h" fact="0.3165"/>
          <dgm:constr type="w" for="ch" forName="picture2" refType="w" fact="0.6307"/>
          <dgm:constr type="h" for="ch" forName="picture2" refType="h" fact="0.1638"/>
          <dgm:constr type="l" for="ch" forName="parent2" refType="w" fact="0"/>
          <dgm:constr type="t" for="ch" forName="parent2" refType="h" fact="0.4578"/>
          <dgm:constr type="w" for="ch" forName="parent2" refType="w" fact="0.6307"/>
          <dgm:constr type="h" for="ch" forName="parent2" refType="h" fact="0.0205"/>
          <dgm:constr type="l" for="ch" forName="picture3" refType="w" fact="0.6496"/>
          <dgm:constr type="t" for="ch" forName="picture3" refType="h" fact="0.3165"/>
          <dgm:constr type="w" for="ch" forName="picture3" refType="w" fact="0.3496"/>
          <dgm:constr type="h" for="ch" forName="picture3" refType="h" fact="0.1638"/>
          <dgm:constr type="l" for="ch" forName="parent3" refType="w" fact="0.6496"/>
          <dgm:constr type="t" for="ch" forName="parent3" refType="h" fact="0.4575"/>
          <dgm:constr type="w" for="ch" forName="parent3" refType="w" fact="0.3496"/>
          <dgm:constr type="h" for="ch" forName="parent3" refType="h" fact="0.0207"/>
          <dgm:constr type="l" for="ch" forName="picture5" refType="w" fact="0.3688"/>
          <dgm:constr type="t" for="ch" forName="picture5" refType="h" fact="0.4903"/>
          <dgm:constr type="w" for="ch" forName="picture5" refType="w" fact="0.6307"/>
          <dgm:constr type="h" for="ch" forName="picture5" refType="h" fact="0.1638"/>
          <dgm:constr type="l" for="ch" forName="parent5" refType="w" fact="0.3688"/>
          <dgm:constr type="t" for="ch" forName="parent5" refType="h" fact="0.6316"/>
          <dgm:constr type="w" for="ch" forName="parent5" refType="w" fact="0.6307"/>
          <dgm:constr type="h" for="ch" forName="parent5" refType="h" fact="0.0205"/>
          <dgm:constr type="l" for="ch" forName="picture4" refType="w" fact="0"/>
          <dgm:constr type="t" for="ch" forName="picture4" refType="h" fact="0.4903"/>
          <dgm:constr type="w" for="ch" forName="picture4" refType="w" fact="0.3496"/>
          <dgm:constr type="h" for="ch" forName="picture4" refType="h" fact="0.1638"/>
          <dgm:constr type="l" for="ch" forName="parent4" refType="w" fact="0"/>
          <dgm:constr type="t" for="ch" forName="parent4" refType="h" fact="0.6313"/>
          <dgm:constr type="w" for="ch" forName="parent4" refType="w" fact="0.3496"/>
          <dgm:constr type="h" for="ch" forName="parent4" refType="h" fact="0.0207"/>
          <dgm:constr type="l" for="ch" forName="picture6" refType="w" fact="0"/>
          <dgm:constr type="t" for="ch" forName="picture6" refType="h" fact="0.6638"/>
          <dgm:constr type="w" for="ch" forName="picture6" refType="w" fact="0.6307"/>
          <dgm:constr type="h" for="ch" forName="picture6" refType="h" fact="0.1638"/>
          <dgm:constr type="l" for="ch" forName="parent6" refType="w" fact="0"/>
          <dgm:constr type="t" for="ch" forName="parent6" refType="h" fact="0.8051"/>
          <dgm:constr type="w" for="ch" forName="parent6" refType="w" fact="0.6307"/>
          <dgm:constr type="h" for="ch" forName="parent6" refType="h" fact="0.0205"/>
          <dgm:constr type="l" for="ch" forName="picture7" refType="w" fact="0.6504"/>
          <dgm:constr type="t" for="ch" forName="picture7" refType="h" fact="0.6638"/>
          <dgm:constr type="w" for="ch" forName="picture7" refType="w" fact="0.3496"/>
          <dgm:constr type="h" for="ch" forName="picture7" refType="h" fact="0.1638"/>
          <dgm:constr type="l" for="ch" forName="parent7" refType="w" fact="0.6504"/>
          <dgm:constr type="t" for="ch" forName="parent7" refType="h" fact="0.8048"/>
          <dgm:constr type="w" for="ch" forName="parent7" refType="w" fact="0.3496"/>
          <dgm:constr type="h" for="ch" forName="parent7" refType="h" fact="0.0207"/>
          <dgm:constr type="l" for="ch" forName="picture8" refType="w" fact="0"/>
          <dgm:constr type="t" for="ch" forName="picture8" refType="h" fact="0.8362"/>
          <dgm:constr type="w" for="ch" forName="picture8" refType="w" fact="0.3496"/>
          <dgm:constr type="h" for="ch" forName="picture8" refType="h" fact="0.1638"/>
          <dgm:constr type="l" for="ch" forName="parent8" refType="w" fact="0"/>
          <dgm:constr type="t" for="ch" forName="parent8" refType="h" fact="0.9772"/>
          <dgm:constr type="w" for="ch" forName="parent8" refType="w" fact="0.3496"/>
          <dgm:constr type="h" for="ch" forName="parent8" refType="h" fact="0.0207"/>
          <dgm:constr type="l" for="ch" forName="picture9" refType="w" fact="0.3689"/>
          <dgm:constr type="t" for="ch" forName="picture9" refType="h" fact="0.8362"/>
          <dgm:constr type="w" for="ch" forName="picture9" refType="w" fact="0.6307"/>
          <dgm:constr type="h" for="ch" forName="picture9" refType="h" fact="0.1638"/>
          <dgm:constr type="l" for="ch" forName="parent9" refType="w" fact="0.3689"/>
          <dgm:constr type="t" for="ch" forName="parent9" refType="h" fact="0.9775"/>
          <dgm:constr type="w" for="ch" forName="parent9" refType="w" fact="0.6307"/>
          <dgm:constr type="h" for="ch" forName="parent9" refType="h" fact="0.0205"/>
        </dgm:constrLst>
      </dgm:else>
    </dgm:choose>
    <dgm:forEach name="Name11" axis="ch" ptType="node" cnt="1">
      <dgm:layoutNode name="picture1">
        <dgm:alg type="sp"/>
        <dgm:shape xmlns:r="http://schemas.openxmlformats.org/officeDocument/2006/relationships" r:blip="">
          <dgm:adjLst/>
        </dgm:shape>
        <dgm:presOf/>
        <dgm:forEach name="Name12" ref="pictureWrapper"/>
      </dgm:layoutNode>
      <dgm:layoutNode name="parent1">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3" axis="ch" ptType="node" st="2" cnt="1">
      <dgm:layoutNode name="picture2">
        <dgm:alg type="sp"/>
        <dgm:shape xmlns:r="http://schemas.openxmlformats.org/officeDocument/2006/relationships" r:blip="">
          <dgm:adjLst/>
        </dgm:shape>
        <dgm:presOf/>
        <dgm:forEach name="Name14" ref="pictureWrapper"/>
      </dgm:layoutNode>
      <dgm:layoutNode name="parent2">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5" axis="ch" ptType="node" st="3" cnt="1">
      <dgm:layoutNode name="picture3">
        <dgm:alg type="sp"/>
        <dgm:shape xmlns:r="http://schemas.openxmlformats.org/officeDocument/2006/relationships" r:blip="">
          <dgm:adjLst/>
        </dgm:shape>
        <dgm:presOf/>
        <dgm:forEach name="Name16" ref="pictureWrapper"/>
      </dgm:layoutNode>
      <dgm:layoutNode name="parent3">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7" axis="ch" ptType="node" st="4" cnt="1">
      <dgm:layoutNode name="picture4">
        <dgm:alg type="sp"/>
        <dgm:shape xmlns:r="http://schemas.openxmlformats.org/officeDocument/2006/relationships" r:blip="">
          <dgm:adjLst/>
        </dgm:shape>
        <dgm:presOf/>
        <dgm:forEach name="Name18" ref="pictureWrapper"/>
      </dgm:layoutNode>
      <dgm:layoutNode name="parent4">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9" axis="ch" ptType="node" st="5" cnt="1">
      <dgm:layoutNode name="picture5">
        <dgm:alg type="sp"/>
        <dgm:shape xmlns:r="http://schemas.openxmlformats.org/officeDocument/2006/relationships" r:blip="">
          <dgm:adjLst/>
        </dgm:shape>
        <dgm:presOf/>
        <dgm:forEach name="Name20" ref="pictureWrapper"/>
      </dgm:layoutNode>
      <dgm:layoutNode name="parent5">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1" axis="ch" ptType="node" st="6" cnt="1">
      <dgm:layoutNode name="picture6">
        <dgm:alg type="sp"/>
        <dgm:shape xmlns:r="http://schemas.openxmlformats.org/officeDocument/2006/relationships" r:blip="">
          <dgm:adjLst/>
        </dgm:shape>
        <dgm:presOf/>
        <dgm:forEach name="Name22" ref="pictureWrapper"/>
      </dgm:layoutNode>
      <dgm:layoutNode name="parent6">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3" axis="ch" ptType="node" st="7" cnt="1">
      <dgm:layoutNode name="picture7">
        <dgm:alg type="sp"/>
        <dgm:shape xmlns:r="http://schemas.openxmlformats.org/officeDocument/2006/relationships" r:blip="">
          <dgm:adjLst/>
        </dgm:shape>
        <dgm:presOf/>
        <dgm:forEach name="Name24" ref="pictureWrapper"/>
      </dgm:layoutNode>
      <dgm:layoutNode name="parent7">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5" axis="ch" ptType="node" st="8" cnt="1">
      <dgm:layoutNode name="picture8">
        <dgm:alg type="sp"/>
        <dgm:shape xmlns:r="http://schemas.openxmlformats.org/officeDocument/2006/relationships" r:blip="">
          <dgm:adjLst/>
        </dgm:shape>
        <dgm:presOf/>
        <dgm:forEach name="Name26" ref="pictureWrapper"/>
      </dgm:layoutNode>
      <dgm:layoutNode name="parent8">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7" axis="ch" ptType="node" st="9" cnt="1">
      <dgm:layoutNode name="picture9">
        <dgm:alg type="sp"/>
        <dgm:shape xmlns:r="http://schemas.openxmlformats.org/officeDocument/2006/relationships" r:blip="">
          <dgm:adjLst/>
        </dgm:shape>
        <dgm:presOf/>
        <dgm:forEach name="Name28" ref="pictureWrapper"/>
      </dgm:layoutNode>
      <dgm:layoutNode name="parent9">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wrapper" axis="self" ptType="parTrans">
      <dgm:forEach name="pictureWrapper" axis="self">
        <dgm:layoutNode name="picture" styleLbl="alignImgPlace1">
          <dgm:alg type="sp"/>
          <dgm:shape xmlns:r="http://schemas.openxmlformats.org/officeDocument/2006/relationships" type="rect" r:blip="" blipPhldr="1">
            <dgm:adjLst/>
          </dgm:shape>
          <dgm:presOf/>
        </dgm:layoutNode>
      </dgm:forEach>
    </dgm:forEach>
  </dgm:layoutNode>
</dgm:layoutDef>
</file>

<file path=ppt/diagrams/layout4.xml><?xml version="1.0" encoding="utf-8"?>
<dgm:layoutDef xmlns:dgm="http://schemas.openxmlformats.org/drawingml/2006/diagram" xmlns:a="http://schemas.openxmlformats.org/drawingml/2006/main" uniqueId="urn:microsoft.com/office/officeart/2011/layout/ThemePictureAlternatingAccent">
  <dgm:title val="Theme Picture Alternating Accent"/>
  <dgm:desc val="Use to show a group of pictures with the first picture being the largest and on top. Additional Level 1 pictures alternate between squares and rectangles with a limit of nine Level 1 pictures. Works best with small amounts of text. Unused text does not appear, but remains available if you switch layouts."/>
  <dgm:catLst>
    <dgm:cat type="picture" pri="13750"/>
    <dgm:cat type="officeonline" pri="7000"/>
  </dgm:catLst>
  <dgm:samp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sampData>
  <dgm:style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styleData>
  <dgm:clr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clrData>
  <dgm:layoutNode name="Name0">
    <dgm:varLst>
      <dgm:chMax val="9"/>
      <dgm:chPref val="9"/>
    </dgm:varLst>
    <dgm:shape xmlns:r="http://schemas.openxmlformats.org/officeDocument/2006/relationships" r:blip="">
      <dgm:adjLst/>
    </dgm:shape>
    <dgm:choose name="Name1">
      <dgm:if name="Name2" axis="ch" ptType="node" func="cnt" op="equ" val="1">
        <dgm:alg type="composite">
          <dgm:param type="ar" val="1.62"/>
        </dgm:alg>
        <dgm:constrLst>
          <dgm:constr type="primFontSz" for="des" forName="parent1" val="65"/>
          <dgm:constr type="l" for="ch" forName="picture1" refType="w" fact="0"/>
          <dgm:constr type="t" for="ch" forName="picture1" refType="h" fact="0"/>
          <dgm:constr type="w" for="ch" forName="picture1" refType="w"/>
          <dgm:constr type="h" for="ch" forName="picture1" refType="h"/>
          <dgm:constr type="l" for="ch" forName="parent1" refType="w" fact="0"/>
          <dgm:constr type="t" for="ch" forName="parent1" refType="h" fact="0.8776"/>
          <dgm:constr type="w" for="ch" forName="parent1" refType="w"/>
          <dgm:constr type="h" for="ch" forName="parent1" refType="h" fact="0.1166"/>
        </dgm:constrLst>
      </dgm:if>
      <dgm:if name="Name3" axis="ch" ptType="node" func="cnt" op="equ" val="2">
        <dgm:alg type="composite">
          <dgm:param type="ar" val="1.0352"/>
        </dgm:alg>
        <dgm:constrLst>
          <dgm:constr type="primFontSz" for="des" forName="parent1" val="65"/>
          <dgm:constr type="primFontSz" for="des" forName="parent2" val="65"/>
          <dgm:constr type="l" for="ch" forName="picture1" refType="w" fact="0"/>
          <dgm:constr type="t" for="ch" forName="picture1" refType="h" fact="0"/>
          <dgm:constr type="w" for="ch" forName="picture1" refType="w"/>
          <dgm:constr type="h" for="ch" forName="picture1" refType="h" fact="0.639"/>
          <dgm:constr type="l" for="ch" forName="parent1" refType="w" fact="0"/>
          <dgm:constr type="t" for="ch" forName="parent1" refType="h" fact="0.5608"/>
          <dgm:constr type="w" for="ch" forName="parent1" refType="w"/>
          <dgm:constr type="h" for="ch" forName="parent1" refType="h" fact="0.0745"/>
          <dgm:constr type="l" for="ch" forName="picture2" refType="w" fact="0"/>
          <dgm:constr type="t" for="ch" forName="picture2" refType="h" fact="0.6589"/>
          <dgm:constr type="w" for="ch" forName="picture2" refType="w" fact="0.6312"/>
          <dgm:constr type="h" for="ch" forName="picture2" refType="h" fact="0.3411"/>
          <dgm:constr type="l" for="ch" forName="parent2" refType="w" fact="0"/>
          <dgm:constr type="t" for="ch" forName="parent2" refType="h" fact="0.9532"/>
          <dgm:constr type="w" for="ch" forName="parent2" refType="w" fact="0.6312"/>
          <dgm:constr type="h" for="ch" forName="parent2" refType="h" fact="0.0426"/>
        </dgm:constrLst>
      </dgm:if>
      <dgm:if name="Name4" axis="ch" ptType="node" func="cnt" op="equ" val="3">
        <dgm:alg type="composite">
          <dgm:param type="ar" val="1.035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l" for="ch" forName="picture1" refType="w" fact="0"/>
          <dgm:constr type="t" for="ch" forName="picture1" refType="h" fact="0"/>
          <dgm:constr type="w" for="ch" forName="picture1" refType="w"/>
          <dgm:constr type="h" for="ch" forName="picture1" refType="h" fact="0.639"/>
          <dgm:constr type="l" for="ch" forName="parent1" refType="w" fact="0"/>
          <dgm:constr type="t" for="ch" forName="parent1" refType="h" fact="0.5608"/>
          <dgm:constr type="w" for="ch" forName="parent1" refType="w"/>
          <dgm:constr type="h" for="ch" forName="parent1" refType="h" fact="0.0745"/>
          <dgm:constr type="l" for="ch" forName="picture2" refType="w" fact="0"/>
          <dgm:constr type="t" for="ch" forName="picture2" refType="h" fact="0.6589"/>
          <dgm:constr type="w" for="ch" forName="picture2" refType="w" fact="0.6312"/>
          <dgm:constr type="h" for="ch" forName="picture2" refType="h" fact="0.3411"/>
          <dgm:constr type="l" for="ch" forName="parent2" refType="w" fact="0"/>
          <dgm:constr type="t" for="ch" forName="parent2" refType="h" fact="0.9532"/>
          <dgm:constr type="w" for="ch" forName="parent2" refType="w" fact="0.6312"/>
          <dgm:constr type="h" for="ch" forName="parent2" refType="h" fact="0.0426"/>
          <dgm:constr type="l" for="ch" forName="picture3" refType="w" fact="0.6501"/>
          <dgm:constr type="t" for="ch" forName="picture3" refType="h" fact="0.6589"/>
          <dgm:constr type="w" for="ch" forName="picture3" refType="w" fact="0.3499"/>
          <dgm:constr type="h" for="ch" forName="picture3" refType="h" fact="0.3411"/>
          <dgm:constr type="l" for="ch" forName="parent3" refType="w" fact="0.6501"/>
          <dgm:constr type="t" for="ch" forName="parent3" refType="h" fact="0.9525"/>
          <dgm:constr type="w" for="ch" forName="parent3" refType="w" fact="0.3499"/>
          <dgm:constr type="h" for="ch" forName="parent3" refType="h" fact="0.043"/>
        </dgm:constrLst>
      </dgm:if>
      <dgm:if name="Name5" axis="ch" ptType="node" func="cnt" op="equ" val="4">
        <dgm:alg type="composite">
          <dgm:param type="ar" val="0.7603"/>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l" for="ch" forName="picture1" refType="w" fact="0"/>
          <dgm:constr type="t" for="ch" forName="picture1" refType="h" fact="0"/>
          <dgm:constr type="w" for="ch" forName="picture1" refType="w" fact="0.9998"/>
          <dgm:constr type="h" for="ch" forName="picture1" refType="h" fact="0.4692"/>
          <dgm:constr type="l" for="ch" forName="parent1" refType="w" fact="0"/>
          <dgm:constr type="t" for="ch" forName="parent1" refType="h" fact="0.4118"/>
          <dgm:constr type="w" for="ch" forName="parent1" refType="w" fact="0.9998"/>
          <dgm:constr type="h" for="ch" forName="parent1" refType="h" fact="0.0547"/>
          <dgm:constr type="l" for="ch" forName="picture2" refType="w" fact="0"/>
          <dgm:constr type="t" for="ch" forName="picture2" refType="h" fact="0.4839"/>
          <dgm:constr type="w" for="ch" forName="picture2" refType="w" fact="0.631"/>
          <dgm:constr type="h" for="ch" forName="picture2" refType="h" fact="0.2504"/>
          <dgm:constr type="l" for="ch" forName="parent2" refType="w" fact="0"/>
          <dgm:constr type="t" for="ch" forName="parent2" refType="h" fact="0.6999"/>
          <dgm:constr type="w" for="ch" forName="parent2" refType="w" fact="0.631"/>
          <dgm:constr type="h" for="ch" forName="parent2" refType="h" fact="0.0313"/>
          <dgm:constr type="l" for="ch" forName="picture3" refType="w" fact="0.65"/>
          <dgm:constr type="t" for="ch" forName="picture3" refType="h" fact="0.4839"/>
          <dgm:constr type="w" for="ch" forName="picture3" refType="w" fact="0.3498"/>
          <dgm:constr type="h" for="ch" forName="picture3" refType="h" fact="0.2504"/>
          <dgm:constr type="l" for="ch" forName="parent3" refType="w" fact="0.65"/>
          <dgm:constr type="t" for="ch" forName="parent3" refType="h" fact="0.6994"/>
          <dgm:constr type="w" for="ch" forName="parent3" refType="w" fact="0.3498"/>
          <dgm:constr type="h" for="ch" forName="parent3" refType="h" fact="0.0316"/>
          <dgm:constr type="l" for="ch" forName="picture4" refType="w" fact="0"/>
          <dgm:constr type="t" for="ch" forName="picture4" refType="h" fact="0.7496"/>
          <dgm:constr type="w" for="ch" forName="picture4" refType="w" fact="0.3498"/>
          <dgm:constr type="h" for="ch" forName="picture4" refType="h" fact="0.2504"/>
          <dgm:constr type="l" for="ch" forName="parent4" refType="w" fact="0"/>
          <dgm:constr type="t" for="ch" forName="parent4" refType="h" fact="0.9651"/>
          <dgm:constr type="w" for="ch" forName="parent4" refType="w" fact="0.3498"/>
          <dgm:constr type="h" for="ch" forName="parent4" refType="h" fact="0.0316"/>
        </dgm:constrLst>
      </dgm:if>
      <dgm:if name="Name6" axis="ch" ptType="node" func="cnt" op="equ" val="5">
        <dgm:alg type="composite">
          <dgm:param type="ar" val="0.7603"/>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l" for="ch" forName="picture1" refType="w" fact="0"/>
          <dgm:constr type="t" for="ch" forName="picture1" refType="h" fact="0"/>
          <dgm:constr type="w" for="ch" forName="picture1" refType="w" fact="0.9998"/>
          <dgm:constr type="h" for="ch" forName="picture1" refType="h" fact="0.4692"/>
          <dgm:constr type="l" for="ch" forName="parent1" refType="w" fact="0"/>
          <dgm:constr type="t" for="ch" forName="parent1" refType="h" fact="0.4118"/>
          <dgm:constr type="w" for="ch" forName="parent1" refType="w" fact="0.9998"/>
          <dgm:constr type="h" for="ch" forName="parent1" refType="h" fact="0.0547"/>
          <dgm:constr type="l" for="ch" forName="picture2" refType="w" fact="0"/>
          <dgm:constr type="t" for="ch" forName="picture2" refType="h" fact="0.4839"/>
          <dgm:constr type="w" for="ch" forName="picture2" refType="w" fact="0.631"/>
          <dgm:constr type="h" for="ch" forName="picture2" refType="h" fact="0.2504"/>
          <dgm:constr type="l" for="ch" forName="parent2" refType="w" fact="0"/>
          <dgm:constr type="t" for="ch" forName="parent2" refType="h" fact="0.6999"/>
          <dgm:constr type="w" for="ch" forName="parent2" refType="w" fact="0.631"/>
          <dgm:constr type="h" for="ch" forName="parent2" refType="h" fact="0.0313"/>
          <dgm:constr type="l" for="ch" forName="picture3" refType="w" fact="0.65"/>
          <dgm:constr type="t" for="ch" forName="picture3" refType="h" fact="0.4839"/>
          <dgm:constr type="w" for="ch" forName="picture3" refType="w" fact="0.3498"/>
          <dgm:constr type="h" for="ch" forName="picture3" refType="h" fact="0.2504"/>
          <dgm:constr type="l" for="ch" forName="parent3" refType="w" fact="0.65"/>
          <dgm:constr type="t" for="ch" forName="parent3" refType="h" fact="0.6994"/>
          <dgm:constr type="w" for="ch" forName="parent3" refType="w" fact="0.3498"/>
          <dgm:constr type="h" for="ch" forName="parent3" refType="h" fact="0.0316"/>
          <dgm:constr type="l" for="ch" forName="picture4" refType="w" fact="0"/>
          <dgm:constr type="t" for="ch" forName="picture4" refType="h" fact="0.7496"/>
          <dgm:constr type="w" for="ch" forName="picture4" refType="w" fact="0.3498"/>
          <dgm:constr type="h" for="ch" forName="picture4" refType="h" fact="0.2504"/>
          <dgm:constr type="l" for="ch" forName="parent4" refType="w" fact="0"/>
          <dgm:constr type="t" for="ch" forName="parent4" refType="h" fact="0.9651"/>
          <dgm:constr type="w" for="ch" forName="parent4" refType="w" fact="0.3498"/>
          <dgm:constr type="h" for="ch" forName="parent4" refType="h" fact="0.0316"/>
          <dgm:constr type="l" for="ch" forName="picture5" refType="w" fact="0.369"/>
          <dgm:constr type="t" for="ch" forName="picture5" refType="h" fact="0.7496"/>
          <dgm:constr type="w" for="ch" forName="picture5" refType="w" fact="0.631"/>
          <dgm:constr type="h" for="ch" forName="picture5" refType="h" fact="0.2504"/>
          <dgm:constr type="l" for="ch" forName="parent5" refType="w" fact="0.369"/>
          <dgm:constr type="t" for="ch" forName="parent5" refType="h" fact="0.9656"/>
          <dgm:constr type="w" for="ch" forName="parent5" refType="w" fact="0.631"/>
          <dgm:constr type="h" for="ch" forName="parent5" refType="h" fact="0.0313"/>
        </dgm:constrLst>
      </dgm:if>
      <dgm:if name="Name7" axis="ch" ptType="node" func="cnt" op="equ" val="6">
        <dgm:alg type="composite">
          <dgm:param type="ar" val="0.601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l" for="ch" forName="picture1" refType="w" fact="0"/>
          <dgm:constr type="t" for="ch" forName="picture1" refType="h" fact="0"/>
          <dgm:constr type="w" for="ch" forName="picture1" refType="w" fact="0.9992"/>
          <dgm:constr type="h" for="ch" forName="picture1" refType="h" fact="0.3708"/>
          <dgm:constr type="l" for="ch" forName="parent1" refType="w" fact="0"/>
          <dgm:constr type="t" for="ch" forName="parent1" refType="h" fact="0.3254"/>
          <dgm:constr type="w" for="ch" forName="parent1" refType="w" fact="0.9992"/>
          <dgm:constr type="h" for="ch" forName="parent1" refType="h" fact="0.0432"/>
          <dgm:constr type="l" for="ch" forName="picture2" refType="w" fact="0"/>
          <dgm:constr type="t" for="ch" forName="picture2" refType="h" fact="0.3824"/>
          <dgm:constr type="w" for="ch" forName="picture2" refType="w" fact="0.6307"/>
          <dgm:constr type="h" for="ch" forName="picture2" refType="h" fact="0.1979"/>
          <dgm:constr type="l" for="ch" forName="parent2" refType="w" fact="0"/>
          <dgm:constr type="t" for="ch" forName="parent2" refType="h" fact="0.5531"/>
          <dgm:constr type="w" for="ch" forName="parent2" refType="w" fact="0.6307"/>
          <dgm:constr type="h" for="ch" forName="parent2" refType="h" fact="0.0247"/>
          <dgm:constr type="l" for="ch" forName="picture3" refType="w" fact="0.6496"/>
          <dgm:constr type="t" for="ch" forName="picture3" refType="h" fact="0.3824"/>
          <dgm:constr type="w" for="ch" forName="picture3" refType="w" fact="0.3496"/>
          <dgm:constr type="h" for="ch" forName="picture3" refType="h" fact="0.1979"/>
          <dgm:constr type="l" for="ch" forName="parent3" refType="w" fact="0.6496"/>
          <dgm:constr type="t" for="ch" forName="parent3" refType="h" fact="0.5527"/>
          <dgm:constr type="w" for="ch" forName="parent3" refType="w" fact="0.3496"/>
          <dgm:constr type="h" for="ch" forName="parent3" refType="h" fact="0.025"/>
          <dgm:constr type="l" for="ch" forName="picture4" refType="w" fact="0"/>
          <dgm:constr type="t" for="ch" forName="picture4" refType="h" fact="0.5924"/>
          <dgm:constr type="w" for="ch" forName="picture4" refType="w" fact="0.3496"/>
          <dgm:constr type="h" for="ch" forName="picture4" refType="h" fact="0.1979"/>
          <dgm:constr type="l" for="ch" forName="parent4" refType="w" fact="0"/>
          <dgm:constr type="t" for="ch" forName="parent4" refType="h" fact="0.7627"/>
          <dgm:constr type="w" for="ch" forName="parent4" refType="w" fact="0.3496"/>
          <dgm:constr type="h" for="ch" forName="parent4" refType="h" fact="0.025"/>
          <dgm:constr type="l" for="ch" forName="picture5" refType="w" fact="0.3688"/>
          <dgm:constr type="t" for="ch" forName="picture5" refType="h" fact="0.5924"/>
          <dgm:constr type="w" for="ch" forName="picture5" refType="w" fact="0.6307"/>
          <dgm:constr type="h" for="ch" forName="picture5" refType="h" fact="0.1979"/>
          <dgm:constr type="l" for="ch" forName="parent5" refType="w" fact="0.3688"/>
          <dgm:constr type="t" for="ch" forName="parent5" refType="h" fact="0.7631"/>
          <dgm:constr type="w" for="ch" forName="parent5" refType="w" fact="0.6307"/>
          <dgm:constr type="h" for="ch" forName="parent5" refType="h" fact="0.0247"/>
          <dgm:constr type="l" for="ch" forName="picture6" refType="w" fact="0"/>
          <dgm:constr type="t" for="ch" forName="picture6" refType="h" fact="0.8021"/>
          <dgm:constr type="w" for="ch" forName="picture6" refType="w" fact="0.6307"/>
          <dgm:constr type="h" for="ch" forName="picture6" refType="h" fact="0.1979"/>
          <dgm:constr type="l" for="ch" forName="parent6" refType="w" fact="0"/>
          <dgm:constr type="t" for="ch" forName="parent6" refType="h" fact="0.9728"/>
          <dgm:constr type="w" for="ch" forName="parent6" refType="w" fact="0.6307"/>
          <dgm:constr type="h" for="ch" forName="parent6" refType="h" fact="0.0247"/>
        </dgm:constrLst>
      </dgm:if>
      <dgm:if name="Name8" axis="ch" ptType="node" func="cnt" op="equ" val="7">
        <dgm:alg type="composite">
          <dgm:param type="ar" val="0.601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l" for="ch" forName="picture1" refType="w" fact="0"/>
          <dgm:constr type="t" for="ch" forName="picture1" refType="h" fact="0"/>
          <dgm:constr type="w" for="ch" forName="picture1" refType="w" fact="0.9992"/>
          <dgm:constr type="h" for="ch" forName="picture1" refType="h" fact="0.3708"/>
          <dgm:constr type="l" for="ch" forName="parent1" refType="w" fact="0"/>
          <dgm:constr type="t" for="ch" forName="parent1" refType="h" fact="0.3254"/>
          <dgm:constr type="w" for="ch" forName="parent1" refType="w" fact="0.9992"/>
          <dgm:constr type="h" for="ch" forName="parent1" refType="h" fact="0.0432"/>
          <dgm:constr type="l" for="ch" forName="picture2" refType="w" fact="0"/>
          <dgm:constr type="t" for="ch" forName="picture2" refType="h" fact="0.3824"/>
          <dgm:constr type="w" for="ch" forName="picture2" refType="w" fact="0.6307"/>
          <dgm:constr type="h" for="ch" forName="picture2" refType="h" fact="0.1979"/>
          <dgm:constr type="l" for="ch" forName="parent2" refType="w" fact="0"/>
          <dgm:constr type="t" for="ch" forName="parent2" refType="h" fact="0.5531"/>
          <dgm:constr type="w" for="ch" forName="parent2" refType="w" fact="0.6307"/>
          <dgm:constr type="h" for="ch" forName="parent2" refType="h" fact="0.0247"/>
          <dgm:constr type="l" for="ch" forName="picture3" refType="w" fact="0.6496"/>
          <dgm:constr type="t" for="ch" forName="picture3" refType="h" fact="0.3824"/>
          <dgm:constr type="w" for="ch" forName="picture3" refType="w" fact="0.3496"/>
          <dgm:constr type="h" for="ch" forName="picture3" refType="h" fact="0.1979"/>
          <dgm:constr type="l" for="ch" forName="parent3" refType="w" fact="0.6496"/>
          <dgm:constr type="t" for="ch" forName="parent3" refType="h" fact="0.5527"/>
          <dgm:constr type="w" for="ch" forName="parent3" refType="w" fact="0.3496"/>
          <dgm:constr type="h" for="ch" forName="parent3" refType="h" fact="0.025"/>
          <dgm:constr type="l" for="ch" forName="picture4" refType="w" fact="0"/>
          <dgm:constr type="t" for="ch" forName="picture4" refType="h" fact="0.5924"/>
          <dgm:constr type="w" for="ch" forName="picture4" refType="w" fact="0.3496"/>
          <dgm:constr type="h" for="ch" forName="picture4" refType="h" fact="0.1979"/>
          <dgm:constr type="l" for="ch" forName="parent4" refType="w" fact="0"/>
          <dgm:constr type="t" for="ch" forName="parent4" refType="h" fact="0.7627"/>
          <dgm:constr type="w" for="ch" forName="parent4" refType="w" fact="0.3496"/>
          <dgm:constr type="h" for="ch" forName="parent4" refType="h" fact="0.025"/>
          <dgm:constr type="l" for="ch" forName="picture5" refType="w" fact="0.3688"/>
          <dgm:constr type="t" for="ch" forName="picture5" refType="h" fact="0.5924"/>
          <dgm:constr type="w" for="ch" forName="picture5" refType="w" fact="0.6307"/>
          <dgm:constr type="h" for="ch" forName="picture5" refType="h" fact="0.1979"/>
          <dgm:constr type="l" for="ch" forName="parent5" refType="w" fact="0.3688"/>
          <dgm:constr type="t" for="ch" forName="parent5" refType="h" fact="0.7631"/>
          <dgm:constr type="w" for="ch" forName="parent5" refType="w" fact="0.6307"/>
          <dgm:constr type="h" for="ch" forName="parent5" refType="h" fact="0.0247"/>
          <dgm:constr type="l" for="ch" forName="picture6" refType="w" fact="0"/>
          <dgm:constr type="t" for="ch" forName="picture6" refType="h" fact="0.8021"/>
          <dgm:constr type="w" for="ch" forName="picture6" refType="w" fact="0.6307"/>
          <dgm:constr type="h" for="ch" forName="picture6" refType="h" fact="0.1979"/>
          <dgm:constr type="l" for="ch" forName="parent6" refType="w" fact="0"/>
          <dgm:constr type="t" for="ch" forName="parent6" refType="h" fact="0.9728"/>
          <dgm:constr type="w" for="ch" forName="parent6" refType="w" fact="0.6307"/>
          <dgm:constr type="h" for="ch" forName="parent6" refType="h" fact="0.0247"/>
          <dgm:constr type="l" for="ch" forName="picture7" refType="w" fact="0.6504"/>
          <dgm:constr type="t" for="ch" forName="picture7" refType="h" fact="0.8021"/>
          <dgm:constr type="w" for="ch" forName="picture7" refType="w" fact="0.3496"/>
          <dgm:constr type="h" for="ch" forName="picture7" refType="h" fact="0.1979"/>
          <dgm:constr type="l" for="ch" forName="parent7" refType="w" fact="0.6504"/>
          <dgm:constr type="t" for="ch" forName="parent7" refType="h" fact="0.9724"/>
          <dgm:constr type="w" for="ch" forName="parent7" refType="w" fact="0.3496"/>
          <dgm:constr type="h" for="ch" forName="parent7" refType="h" fact="0.025"/>
        </dgm:constrLst>
      </dgm:if>
      <dgm:if name="Name9" axis="ch" ptType="node" func="cnt" op="equ" val="8">
        <dgm:alg type="composite">
          <dgm:param type="ar" val="0.4976"/>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primFontSz" for="des" forName="parent8" refType="primFontSz" refFor="des" refForName="parent2" op="equ"/>
          <dgm:constr type="l" for="ch" forName="picture1" refType="w" fact="0"/>
          <dgm:constr type="t" for="ch" forName="picture1" refType="h" fact="0"/>
          <dgm:constr type="w" for="ch" forName="picture1" refType="w" fact="0.9992"/>
          <dgm:constr type="h" for="ch" forName="picture1" refType="h" fact="0.3069"/>
          <dgm:constr type="l" for="ch" forName="parent1" refType="w" fact="0"/>
          <dgm:constr type="t" for="ch" forName="parent1" refType="h" fact="0.2693"/>
          <dgm:constr type="w" for="ch" forName="parent1" refType="w" fact="0.9992"/>
          <dgm:constr type="h" for="ch" forName="parent1" refType="h" fact="0.0358"/>
          <dgm:constr type="l" for="ch" forName="picture2" refType="w" fact="0"/>
          <dgm:constr type="t" for="ch" forName="picture2" refType="h" fact="0.3165"/>
          <dgm:constr type="w" for="ch" forName="picture2" refType="w" fact="0.6307"/>
          <dgm:constr type="h" for="ch" forName="picture2" refType="h" fact="0.1638"/>
          <dgm:constr type="l" for="ch" forName="parent2" refType="w" fact="0"/>
          <dgm:constr type="t" for="ch" forName="parent2" refType="h" fact="0.4578"/>
          <dgm:constr type="w" for="ch" forName="parent2" refType="w" fact="0.6307"/>
          <dgm:constr type="h" for="ch" forName="parent2" refType="h" fact="0.0205"/>
          <dgm:constr type="l" for="ch" forName="picture3" refType="w" fact="0.6496"/>
          <dgm:constr type="t" for="ch" forName="picture3" refType="h" fact="0.3165"/>
          <dgm:constr type="w" for="ch" forName="picture3" refType="w" fact="0.3496"/>
          <dgm:constr type="h" for="ch" forName="picture3" refType="h" fact="0.1638"/>
          <dgm:constr type="l" for="ch" forName="parent3" refType="w" fact="0.6496"/>
          <dgm:constr type="t" for="ch" forName="parent3" refType="h" fact="0.4575"/>
          <dgm:constr type="w" for="ch" forName="parent3" refType="w" fact="0.3496"/>
          <dgm:constr type="h" for="ch" forName="parent3" refType="h" fact="0.0207"/>
          <dgm:constr type="l" for="ch" forName="picture5" refType="w" fact="0.3688"/>
          <dgm:constr type="t" for="ch" forName="picture5" refType="h" fact="0.4903"/>
          <dgm:constr type="w" for="ch" forName="picture5" refType="w" fact="0.6307"/>
          <dgm:constr type="h" for="ch" forName="picture5" refType="h" fact="0.1638"/>
          <dgm:constr type="l" for="ch" forName="parent5" refType="w" fact="0.3688"/>
          <dgm:constr type="t" for="ch" forName="parent5" refType="h" fact="0.6316"/>
          <dgm:constr type="w" for="ch" forName="parent5" refType="w" fact="0.6307"/>
          <dgm:constr type="h" for="ch" forName="parent5" refType="h" fact="0.0205"/>
          <dgm:constr type="l" for="ch" forName="picture4" refType="w" fact="0"/>
          <dgm:constr type="t" for="ch" forName="picture4" refType="h" fact="0.4903"/>
          <dgm:constr type="w" for="ch" forName="picture4" refType="w" fact="0.3496"/>
          <dgm:constr type="h" for="ch" forName="picture4" refType="h" fact="0.1638"/>
          <dgm:constr type="l" for="ch" forName="parent4" refType="w" fact="0"/>
          <dgm:constr type="t" for="ch" forName="parent4" refType="h" fact="0.6313"/>
          <dgm:constr type="w" for="ch" forName="parent4" refType="w" fact="0.3496"/>
          <dgm:constr type="h" for="ch" forName="parent4" refType="h" fact="0.0207"/>
          <dgm:constr type="l" for="ch" forName="picture6" refType="w" fact="0"/>
          <dgm:constr type="t" for="ch" forName="picture6" refType="h" fact="0.6638"/>
          <dgm:constr type="w" for="ch" forName="picture6" refType="w" fact="0.6307"/>
          <dgm:constr type="h" for="ch" forName="picture6" refType="h" fact="0.1638"/>
          <dgm:constr type="l" for="ch" forName="parent6" refType="w" fact="0"/>
          <dgm:constr type="t" for="ch" forName="parent6" refType="h" fact="0.8051"/>
          <dgm:constr type="w" for="ch" forName="parent6" refType="w" fact="0.6307"/>
          <dgm:constr type="h" for="ch" forName="parent6" refType="h" fact="0.0205"/>
          <dgm:constr type="l" for="ch" forName="picture7" refType="w" fact="0.6504"/>
          <dgm:constr type="t" for="ch" forName="picture7" refType="h" fact="0.6638"/>
          <dgm:constr type="w" for="ch" forName="picture7" refType="w" fact="0.3496"/>
          <dgm:constr type="h" for="ch" forName="picture7" refType="h" fact="0.1638"/>
          <dgm:constr type="l" for="ch" forName="parent7" refType="w" fact="0.6504"/>
          <dgm:constr type="t" for="ch" forName="parent7" refType="h" fact="0.8048"/>
          <dgm:constr type="w" for="ch" forName="parent7" refType="w" fact="0.3496"/>
          <dgm:constr type="h" for="ch" forName="parent7" refType="h" fact="0.0207"/>
          <dgm:constr type="l" for="ch" forName="picture8" refType="w" fact="0"/>
          <dgm:constr type="t" for="ch" forName="picture8" refType="h" fact="0.8362"/>
          <dgm:constr type="w" for="ch" forName="picture8" refType="w" fact="0.3496"/>
          <dgm:constr type="h" for="ch" forName="picture8" refType="h" fact="0.1638"/>
          <dgm:constr type="l" for="ch" forName="parent8" refType="w" fact="0"/>
          <dgm:constr type="t" for="ch" forName="parent8" refType="h" fact="0.9772"/>
          <dgm:constr type="w" for="ch" forName="parent8" refType="w" fact="0.3496"/>
          <dgm:constr type="h" for="ch" forName="parent8" refType="h" fact="0.0207"/>
        </dgm:constrLst>
      </dgm:if>
      <dgm:else name="Name10">
        <dgm:alg type="composite">
          <dgm:param type="ar" val="0.4976"/>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primFontSz" for="des" forName="parent8" refType="primFontSz" refFor="des" refForName="parent2" op="equ"/>
          <dgm:constr type="primFontSz" for="des" forName="parent9" refType="primFontSz" refFor="des" refForName="parent2" op="equ"/>
          <dgm:constr type="l" for="ch" forName="picture1" refType="w" fact="0"/>
          <dgm:constr type="t" for="ch" forName="picture1" refType="h" fact="0"/>
          <dgm:constr type="w" for="ch" forName="picture1" refType="w" fact="0.9992"/>
          <dgm:constr type="h" for="ch" forName="picture1" refType="h" fact="0.3069"/>
          <dgm:constr type="l" for="ch" forName="parent1" refType="w" fact="0"/>
          <dgm:constr type="t" for="ch" forName="parent1" refType="h" fact="0.2693"/>
          <dgm:constr type="w" for="ch" forName="parent1" refType="w" fact="0.9992"/>
          <dgm:constr type="h" for="ch" forName="parent1" refType="h" fact="0.0358"/>
          <dgm:constr type="l" for="ch" forName="picture2" refType="w" fact="0"/>
          <dgm:constr type="t" for="ch" forName="picture2" refType="h" fact="0.3165"/>
          <dgm:constr type="w" for="ch" forName="picture2" refType="w" fact="0.6307"/>
          <dgm:constr type="h" for="ch" forName="picture2" refType="h" fact="0.1638"/>
          <dgm:constr type="l" for="ch" forName="parent2" refType="w" fact="0"/>
          <dgm:constr type="t" for="ch" forName="parent2" refType="h" fact="0.4578"/>
          <dgm:constr type="w" for="ch" forName="parent2" refType="w" fact="0.6307"/>
          <dgm:constr type="h" for="ch" forName="parent2" refType="h" fact="0.0205"/>
          <dgm:constr type="l" for="ch" forName="picture3" refType="w" fact="0.6496"/>
          <dgm:constr type="t" for="ch" forName="picture3" refType="h" fact="0.3165"/>
          <dgm:constr type="w" for="ch" forName="picture3" refType="w" fact="0.3496"/>
          <dgm:constr type="h" for="ch" forName="picture3" refType="h" fact="0.1638"/>
          <dgm:constr type="l" for="ch" forName="parent3" refType="w" fact="0.6496"/>
          <dgm:constr type="t" for="ch" forName="parent3" refType="h" fact="0.4575"/>
          <dgm:constr type="w" for="ch" forName="parent3" refType="w" fact="0.3496"/>
          <dgm:constr type="h" for="ch" forName="parent3" refType="h" fact="0.0207"/>
          <dgm:constr type="l" for="ch" forName="picture5" refType="w" fact="0.3688"/>
          <dgm:constr type="t" for="ch" forName="picture5" refType="h" fact="0.4903"/>
          <dgm:constr type="w" for="ch" forName="picture5" refType="w" fact="0.6307"/>
          <dgm:constr type="h" for="ch" forName="picture5" refType="h" fact="0.1638"/>
          <dgm:constr type="l" for="ch" forName="parent5" refType="w" fact="0.3688"/>
          <dgm:constr type="t" for="ch" forName="parent5" refType="h" fact="0.6316"/>
          <dgm:constr type="w" for="ch" forName="parent5" refType="w" fact="0.6307"/>
          <dgm:constr type="h" for="ch" forName="parent5" refType="h" fact="0.0205"/>
          <dgm:constr type="l" for="ch" forName="picture4" refType="w" fact="0"/>
          <dgm:constr type="t" for="ch" forName="picture4" refType="h" fact="0.4903"/>
          <dgm:constr type="w" for="ch" forName="picture4" refType="w" fact="0.3496"/>
          <dgm:constr type="h" for="ch" forName="picture4" refType="h" fact="0.1638"/>
          <dgm:constr type="l" for="ch" forName="parent4" refType="w" fact="0"/>
          <dgm:constr type="t" for="ch" forName="parent4" refType="h" fact="0.6313"/>
          <dgm:constr type="w" for="ch" forName="parent4" refType="w" fact="0.3496"/>
          <dgm:constr type="h" for="ch" forName="parent4" refType="h" fact="0.0207"/>
          <dgm:constr type="l" for="ch" forName="picture6" refType="w" fact="0"/>
          <dgm:constr type="t" for="ch" forName="picture6" refType="h" fact="0.6638"/>
          <dgm:constr type="w" for="ch" forName="picture6" refType="w" fact="0.6307"/>
          <dgm:constr type="h" for="ch" forName="picture6" refType="h" fact="0.1638"/>
          <dgm:constr type="l" for="ch" forName="parent6" refType="w" fact="0"/>
          <dgm:constr type="t" for="ch" forName="parent6" refType="h" fact="0.8051"/>
          <dgm:constr type="w" for="ch" forName="parent6" refType="w" fact="0.6307"/>
          <dgm:constr type="h" for="ch" forName="parent6" refType="h" fact="0.0205"/>
          <dgm:constr type="l" for="ch" forName="picture7" refType="w" fact="0.6504"/>
          <dgm:constr type="t" for="ch" forName="picture7" refType="h" fact="0.6638"/>
          <dgm:constr type="w" for="ch" forName="picture7" refType="w" fact="0.3496"/>
          <dgm:constr type="h" for="ch" forName="picture7" refType="h" fact="0.1638"/>
          <dgm:constr type="l" for="ch" forName="parent7" refType="w" fact="0.6504"/>
          <dgm:constr type="t" for="ch" forName="parent7" refType="h" fact="0.8048"/>
          <dgm:constr type="w" for="ch" forName="parent7" refType="w" fact="0.3496"/>
          <dgm:constr type="h" for="ch" forName="parent7" refType="h" fact="0.0207"/>
          <dgm:constr type="l" for="ch" forName="picture8" refType="w" fact="0"/>
          <dgm:constr type="t" for="ch" forName="picture8" refType="h" fact="0.8362"/>
          <dgm:constr type="w" for="ch" forName="picture8" refType="w" fact="0.3496"/>
          <dgm:constr type="h" for="ch" forName="picture8" refType="h" fact="0.1638"/>
          <dgm:constr type="l" for="ch" forName="parent8" refType="w" fact="0"/>
          <dgm:constr type="t" for="ch" forName="parent8" refType="h" fact="0.9772"/>
          <dgm:constr type="w" for="ch" forName="parent8" refType="w" fact="0.3496"/>
          <dgm:constr type="h" for="ch" forName="parent8" refType="h" fact="0.0207"/>
          <dgm:constr type="l" for="ch" forName="picture9" refType="w" fact="0.3689"/>
          <dgm:constr type="t" for="ch" forName="picture9" refType="h" fact="0.8362"/>
          <dgm:constr type="w" for="ch" forName="picture9" refType="w" fact="0.6307"/>
          <dgm:constr type="h" for="ch" forName="picture9" refType="h" fact="0.1638"/>
          <dgm:constr type="l" for="ch" forName="parent9" refType="w" fact="0.3689"/>
          <dgm:constr type="t" for="ch" forName="parent9" refType="h" fact="0.9775"/>
          <dgm:constr type="w" for="ch" forName="parent9" refType="w" fact="0.6307"/>
          <dgm:constr type="h" for="ch" forName="parent9" refType="h" fact="0.0205"/>
        </dgm:constrLst>
      </dgm:else>
    </dgm:choose>
    <dgm:forEach name="Name11" axis="ch" ptType="node" cnt="1">
      <dgm:layoutNode name="picture1">
        <dgm:alg type="sp"/>
        <dgm:shape xmlns:r="http://schemas.openxmlformats.org/officeDocument/2006/relationships" r:blip="">
          <dgm:adjLst/>
        </dgm:shape>
        <dgm:presOf/>
        <dgm:forEach name="Name12" ref="pictureWrapper"/>
      </dgm:layoutNode>
      <dgm:layoutNode name="parent1">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3" axis="ch" ptType="node" st="2" cnt="1">
      <dgm:layoutNode name="picture2">
        <dgm:alg type="sp"/>
        <dgm:shape xmlns:r="http://schemas.openxmlformats.org/officeDocument/2006/relationships" r:blip="">
          <dgm:adjLst/>
        </dgm:shape>
        <dgm:presOf/>
        <dgm:forEach name="Name14" ref="pictureWrapper"/>
      </dgm:layoutNode>
      <dgm:layoutNode name="parent2">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5" axis="ch" ptType="node" st="3" cnt="1">
      <dgm:layoutNode name="picture3">
        <dgm:alg type="sp"/>
        <dgm:shape xmlns:r="http://schemas.openxmlformats.org/officeDocument/2006/relationships" r:blip="">
          <dgm:adjLst/>
        </dgm:shape>
        <dgm:presOf/>
        <dgm:forEach name="Name16" ref="pictureWrapper"/>
      </dgm:layoutNode>
      <dgm:layoutNode name="parent3">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7" axis="ch" ptType="node" st="4" cnt="1">
      <dgm:layoutNode name="picture4">
        <dgm:alg type="sp"/>
        <dgm:shape xmlns:r="http://schemas.openxmlformats.org/officeDocument/2006/relationships" r:blip="">
          <dgm:adjLst/>
        </dgm:shape>
        <dgm:presOf/>
        <dgm:forEach name="Name18" ref="pictureWrapper"/>
      </dgm:layoutNode>
      <dgm:layoutNode name="parent4">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9" axis="ch" ptType="node" st="5" cnt="1">
      <dgm:layoutNode name="picture5">
        <dgm:alg type="sp"/>
        <dgm:shape xmlns:r="http://schemas.openxmlformats.org/officeDocument/2006/relationships" r:blip="">
          <dgm:adjLst/>
        </dgm:shape>
        <dgm:presOf/>
        <dgm:forEach name="Name20" ref="pictureWrapper"/>
      </dgm:layoutNode>
      <dgm:layoutNode name="parent5">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1" axis="ch" ptType="node" st="6" cnt="1">
      <dgm:layoutNode name="picture6">
        <dgm:alg type="sp"/>
        <dgm:shape xmlns:r="http://schemas.openxmlformats.org/officeDocument/2006/relationships" r:blip="">
          <dgm:adjLst/>
        </dgm:shape>
        <dgm:presOf/>
        <dgm:forEach name="Name22" ref="pictureWrapper"/>
      </dgm:layoutNode>
      <dgm:layoutNode name="parent6">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3" axis="ch" ptType="node" st="7" cnt="1">
      <dgm:layoutNode name="picture7">
        <dgm:alg type="sp"/>
        <dgm:shape xmlns:r="http://schemas.openxmlformats.org/officeDocument/2006/relationships" r:blip="">
          <dgm:adjLst/>
        </dgm:shape>
        <dgm:presOf/>
        <dgm:forEach name="Name24" ref="pictureWrapper"/>
      </dgm:layoutNode>
      <dgm:layoutNode name="parent7">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5" axis="ch" ptType="node" st="8" cnt="1">
      <dgm:layoutNode name="picture8">
        <dgm:alg type="sp"/>
        <dgm:shape xmlns:r="http://schemas.openxmlformats.org/officeDocument/2006/relationships" r:blip="">
          <dgm:adjLst/>
        </dgm:shape>
        <dgm:presOf/>
        <dgm:forEach name="Name26" ref="pictureWrapper"/>
      </dgm:layoutNode>
      <dgm:layoutNode name="parent8">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7" axis="ch" ptType="node" st="9" cnt="1">
      <dgm:layoutNode name="picture9">
        <dgm:alg type="sp"/>
        <dgm:shape xmlns:r="http://schemas.openxmlformats.org/officeDocument/2006/relationships" r:blip="">
          <dgm:adjLst/>
        </dgm:shape>
        <dgm:presOf/>
        <dgm:forEach name="Name28" ref="pictureWrapper"/>
      </dgm:layoutNode>
      <dgm:layoutNode name="parent9">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wrapper" axis="self" ptType="parTrans">
      <dgm:forEach name="pictureWrapper" axis="self">
        <dgm:layoutNode name="picture" styleLbl="alignImgPlace1">
          <dgm:alg type="sp"/>
          <dgm:shape xmlns:r="http://schemas.openxmlformats.org/officeDocument/2006/relationships" type="rect" r:blip="" blipPhldr="1">
            <dgm:adjLst/>
          </dgm:shape>
          <dgm:presOf/>
        </dgm:layoutNode>
      </dgm:forEach>
    </dgm:forEach>
  </dgm:layoutNode>
</dgm:layoutDef>
</file>

<file path=ppt/diagrams/layout5.xml><?xml version="1.0" encoding="utf-8"?>
<dgm:layoutDef xmlns:dgm="http://schemas.openxmlformats.org/drawingml/2006/diagram" xmlns:a="http://schemas.openxmlformats.org/drawingml/2006/main" uniqueId="urn:microsoft.com/office/officeart/2011/layout/ThemePictureAlternatingAccent">
  <dgm:title val="Theme Picture Alternating Accent"/>
  <dgm:desc val="Use to show a group of pictures with the first picture being the largest and on top. Additional Level 1 pictures alternate between squares and rectangles with a limit of nine Level 1 pictures. Works best with small amounts of text. Unused text does not appear, but remains available if you switch layouts."/>
  <dgm:catLst>
    <dgm:cat type="picture" pri="13750"/>
    <dgm:cat type="officeonline" pri="7000"/>
  </dgm:catLst>
  <dgm:samp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sampData>
  <dgm:style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styleData>
  <dgm:clr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clrData>
  <dgm:layoutNode name="Name0">
    <dgm:varLst>
      <dgm:chMax val="9"/>
      <dgm:chPref val="9"/>
    </dgm:varLst>
    <dgm:shape xmlns:r="http://schemas.openxmlformats.org/officeDocument/2006/relationships" r:blip="">
      <dgm:adjLst/>
    </dgm:shape>
    <dgm:choose name="Name1">
      <dgm:if name="Name2" axis="ch" ptType="node" func="cnt" op="equ" val="1">
        <dgm:alg type="composite">
          <dgm:param type="ar" val="1.62"/>
        </dgm:alg>
        <dgm:constrLst>
          <dgm:constr type="primFontSz" for="des" forName="parent1" val="65"/>
          <dgm:constr type="l" for="ch" forName="picture1" refType="w" fact="0"/>
          <dgm:constr type="t" for="ch" forName="picture1" refType="h" fact="0"/>
          <dgm:constr type="w" for="ch" forName="picture1" refType="w"/>
          <dgm:constr type="h" for="ch" forName="picture1" refType="h"/>
          <dgm:constr type="l" for="ch" forName="parent1" refType="w" fact="0"/>
          <dgm:constr type="t" for="ch" forName="parent1" refType="h" fact="0.8776"/>
          <dgm:constr type="w" for="ch" forName="parent1" refType="w"/>
          <dgm:constr type="h" for="ch" forName="parent1" refType="h" fact="0.1166"/>
        </dgm:constrLst>
      </dgm:if>
      <dgm:if name="Name3" axis="ch" ptType="node" func="cnt" op="equ" val="2">
        <dgm:alg type="composite">
          <dgm:param type="ar" val="1.0352"/>
        </dgm:alg>
        <dgm:constrLst>
          <dgm:constr type="primFontSz" for="des" forName="parent1" val="65"/>
          <dgm:constr type="primFontSz" for="des" forName="parent2" val="65"/>
          <dgm:constr type="l" for="ch" forName="picture1" refType="w" fact="0"/>
          <dgm:constr type="t" for="ch" forName="picture1" refType="h" fact="0"/>
          <dgm:constr type="w" for="ch" forName="picture1" refType="w"/>
          <dgm:constr type="h" for="ch" forName="picture1" refType="h" fact="0.639"/>
          <dgm:constr type="l" for="ch" forName="parent1" refType="w" fact="0"/>
          <dgm:constr type="t" for="ch" forName="parent1" refType="h" fact="0.5608"/>
          <dgm:constr type="w" for="ch" forName="parent1" refType="w"/>
          <dgm:constr type="h" for="ch" forName="parent1" refType="h" fact="0.0745"/>
          <dgm:constr type="l" for="ch" forName="picture2" refType="w" fact="0"/>
          <dgm:constr type="t" for="ch" forName="picture2" refType="h" fact="0.6589"/>
          <dgm:constr type="w" for="ch" forName="picture2" refType="w" fact="0.6312"/>
          <dgm:constr type="h" for="ch" forName="picture2" refType="h" fact="0.3411"/>
          <dgm:constr type="l" for="ch" forName="parent2" refType="w" fact="0"/>
          <dgm:constr type="t" for="ch" forName="parent2" refType="h" fact="0.9532"/>
          <dgm:constr type="w" for="ch" forName="parent2" refType="w" fact="0.6312"/>
          <dgm:constr type="h" for="ch" forName="parent2" refType="h" fact="0.0426"/>
        </dgm:constrLst>
      </dgm:if>
      <dgm:if name="Name4" axis="ch" ptType="node" func="cnt" op="equ" val="3">
        <dgm:alg type="composite">
          <dgm:param type="ar" val="1.035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l" for="ch" forName="picture1" refType="w" fact="0"/>
          <dgm:constr type="t" for="ch" forName="picture1" refType="h" fact="0"/>
          <dgm:constr type="w" for="ch" forName="picture1" refType="w"/>
          <dgm:constr type="h" for="ch" forName="picture1" refType="h" fact="0.639"/>
          <dgm:constr type="l" for="ch" forName="parent1" refType="w" fact="0"/>
          <dgm:constr type="t" for="ch" forName="parent1" refType="h" fact="0.5608"/>
          <dgm:constr type="w" for="ch" forName="parent1" refType="w"/>
          <dgm:constr type="h" for="ch" forName="parent1" refType="h" fact="0.0745"/>
          <dgm:constr type="l" for="ch" forName="picture2" refType="w" fact="0"/>
          <dgm:constr type="t" for="ch" forName="picture2" refType="h" fact="0.6589"/>
          <dgm:constr type="w" for="ch" forName="picture2" refType="w" fact="0.6312"/>
          <dgm:constr type="h" for="ch" forName="picture2" refType="h" fact="0.3411"/>
          <dgm:constr type="l" for="ch" forName="parent2" refType="w" fact="0"/>
          <dgm:constr type="t" for="ch" forName="parent2" refType="h" fact="0.9532"/>
          <dgm:constr type="w" for="ch" forName="parent2" refType="w" fact="0.6312"/>
          <dgm:constr type="h" for="ch" forName="parent2" refType="h" fact="0.0426"/>
          <dgm:constr type="l" for="ch" forName="picture3" refType="w" fact="0.6501"/>
          <dgm:constr type="t" for="ch" forName="picture3" refType="h" fact="0.6589"/>
          <dgm:constr type="w" for="ch" forName="picture3" refType="w" fact="0.3499"/>
          <dgm:constr type="h" for="ch" forName="picture3" refType="h" fact="0.3411"/>
          <dgm:constr type="l" for="ch" forName="parent3" refType="w" fact="0.6501"/>
          <dgm:constr type="t" for="ch" forName="parent3" refType="h" fact="0.9525"/>
          <dgm:constr type="w" for="ch" forName="parent3" refType="w" fact="0.3499"/>
          <dgm:constr type="h" for="ch" forName="parent3" refType="h" fact="0.043"/>
        </dgm:constrLst>
      </dgm:if>
      <dgm:if name="Name5" axis="ch" ptType="node" func="cnt" op="equ" val="4">
        <dgm:alg type="composite">
          <dgm:param type="ar" val="0.7603"/>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l" for="ch" forName="picture1" refType="w" fact="0"/>
          <dgm:constr type="t" for="ch" forName="picture1" refType="h" fact="0"/>
          <dgm:constr type="w" for="ch" forName="picture1" refType="w" fact="0.9998"/>
          <dgm:constr type="h" for="ch" forName="picture1" refType="h" fact="0.4692"/>
          <dgm:constr type="l" for="ch" forName="parent1" refType="w" fact="0"/>
          <dgm:constr type="t" for="ch" forName="parent1" refType="h" fact="0.4118"/>
          <dgm:constr type="w" for="ch" forName="parent1" refType="w" fact="0.9998"/>
          <dgm:constr type="h" for="ch" forName="parent1" refType="h" fact="0.0547"/>
          <dgm:constr type="l" for="ch" forName="picture2" refType="w" fact="0"/>
          <dgm:constr type="t" for="ch" forName="picture2" refType="h" fact="0.4839"/>
          <dgm:constr type="w" for="ch" forName="picture2" refType="w" fact="0.631"/>
          <dgm:constr type="h" for="ch" forName="picture2" refType="h" fact="0.2504"/>
          <dgm:constr type="l" for="ch" forName="parent2" refType="w" fact="0"/>
          <dgm:constr type="t" for="ch" forName="parent2" refType="h" fact="0.6999"/>
          <dgm:constr type="w" for="ch" forName="parent2" refType="w" fact="0.631"/>
          <dgm:constr type="h" for="ch" forName="parent2" refType="h" fact="0.0313"/>
          <dgm:constr type="l" for="ch" forName="picture3" refType="w" fact="0.65"/>
          <dgm:constr type="t" for="ch" forName="picture3" refType="h" fact="0.4839"/>
          <dgm:constr type="w" for="ch" forName="picture3" refType="w" fact="0.3498"/>
          <dgm:constr type="h" for="ch" forName="picture3" refType="h" fact="0.2504"/>
          <dgm:constr type="l" for="ch" forName="parent3" refType="w" fact="0.65"/>
          <dgm:constr type="t" for="ch" forName="parent3" refType="h" fact="0.6994"/>
          <dgm:constr type="w" for="ch" forName="parent3" refType="w" fact="0.3498"/>
          <dgm:constr type="h" for="ch" forName="parent3" refType="h" fact="0.0316"/>
          <dgm:constr type="l" for="ch" forName="picture4" refType="w" fact="0"/>
          <dgm:constr type="t" for="ch" forName="picture4" refType="h" fact="0.7496"/>
          <dgm:constr type="w" for="ch" forName="picture4" refType="w" fact="0.3498"/>
          <dgm:constr type="h" for="ch" forName="picture4" refType="h" fact="0.2504"/>
          <dgm:constr type="l" for="ch" forName="parent4" refType="w" fact="0"/>
          <dgm:constr type="t" for="ch" forName="parent4" refType="h" fact="0.9651"/>
          <dgm:constr type="w" for="ch" forName="parent4" refType="w" fact="0.3498"/>
          <dgm:constr type="h" for="ch" forName="parent4" refType="h" fact="0.0316"/>
        </dgm:constrLst>
      </dgm:if>
      <dgm:if name="Name6" axis="ch" ptType="node" func="cnt" op="equ" val="5">
        <dgm:alg type="composite">
          <dgm:param type="ar" val="0.7603"/>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l" for="ch" forName="picture1" refType="w" fact="0"/>
          <dgm:constr type="t" for="ch" forName="picture1" refType="h" fact="0"/>
          <dgm:constr type="w" for="ch" forName="picture1" refType="w" fact="0.9998"/>
          <dgm:constr type="h" for="ch" forName="picture1" refType="h" fact="0.4692"/>
          <dgm:constr type="l" for="ch" forName="parent1" refType="w" fact="0"/>
          <dgm:constr type="t" for="ch" forName="parent1" refType="h" fact="0.4118"/>
          <dgm:constr type="w" for="ch" forName="parent1" refType="w" fact="0.9998"/>
          <dgm:constr type="h" for="ch" forName="parent1" refType="h" fact="0.0547"/>
          <dgm:constr type="l" for="ch" forName="picture2" refType="w" fact="0"/>
          <dgm:constr type="t" for="ch" forName="picture2" refType="h" fact="0.4839"/>
          <dgm:constr type="w" for="ch" forName="picture2" refType="w" fact="0.631"/>
          <dgm:constr type="h" for="ch" forName="picture2" refType="h" fact="0.2504"/>
          <dgm:constr type="l" for="ch" forName="parent2" refType="w" fact="0"/>
          <dgm:constr type="t" for="ch" forName="parent2" refType="h" fact="0.6999"/>
          <dgm:constr type="w" for="ch" forName="parent2" refType="w" fact="0.631"/>
          <dgm:constr type="h" for="ch" forName="parent2" refType="h" fact="0.0313"/>
          <dgm:constr type="l" for="ch" forName="picture3" refType="w" fact="0.65"/>
          <dgm:constr type="t" for="ch" forName="picture3" refType="h" fact="0.4839"/>
          <dgm:constr type="w" for="ch" forName="picture3" refType="w" fact="0.3498"/>
          <dgm:constr type="h" for="ch" forName="picture3" refType="h" fact="0.2504"/>
          <dgm:constr type="l" for="ch" forName="parent3" refType="w" fact="0.65"/>
          <dgm:constr type="t" for="ch" forName="parent3" refType="h" fact="0.6994"/>
          <dgm:constr type="w" for="ch" forName="parent3" refType="w" fact="0.3498"/>
          <dgm:constr type="h" for="ch" forName="parent3" refType="h" fact="0.0316"/>
          <dgm:constr type="l" for="ch" forName="picture4" refType="w" fact="0"/>
          <dgm:constr type="t" for="ch" forName="picture4" refType="h" fact="0.7496"/>
          <dgm:constr type="w" for="ch" forName="picture4" refType="w" fact="0.3498"/>
          <dgm:constr type="h" for="ch" forName="picture4" refType="h" fact="0.2504"/>
          <dgm:constr type="l" for="ch" forName="parent4" refType="w" fact="0"/>
          <dgm:constr type="t" for="ch" forName="parent4" refType="h" fact="0.9651"/>
          <dgm:constr type="w" for="ch" forName="parent4" refType="w" fact="0.3498"/>
          <dgm:constr type="h" for="ch" forName="parent4" refType="h" fact="0.0316"/>
          <dgm:constr type="l" for="ch" forName="picture5" refType="w" fact="0.369"/>
          <dgm:constr type="t" for="ch" forName="picture5" refType="h" fact="0.7496"/>
          <dgm:constr type="w" for="ch" forName="picture5" refType="w" fact="0.631"/>
          <dgm:constr type="h" for="ch" forName="picture5" refType="h" fact="0.2504"/>
          <dgm:constr type="l" for="ch" forName="parent5" refType="w" fact="0.369"/>
          <dgm:constr type="t" for="ch" forName="parent5" refType="h" fact="0.9656"/>
          <dgm:constr type="w" for="ch" forName="parent5" refType="w" fact="0.631"/>
          <dgm:constr type="h" for="ch" forName="parent5" refType="h" fact="0.0313"/>
        </dgm:constrLst>
      </dgm:if>
      <dgm:if name="Name7" axis="ch" ptType="node" func="cnt" op="equ" val="6">
        <dgm:alg type="composite">
          <dgm:param type="ar" val="0.601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l" for="ch" forName="picture1" refType="w" fact="0"/>
          <dgm:constr type="t" for="ch" forName="picture1" refType="h" fact="0"/>
          <dgm:constr type="w" for="ch" forName="picture1" refType="w" fact="0.9992"/>
          <dgm:constr type="h" for="ch" forName="picture1" refType="h" fact="0.3708"/>
          <dgm:constr type="l" for="ch" forName="parent1" refType="w" fact="0"/>
          <dgm:constr type="t" for="ch" forName="parent1" refType="h" fact="0.3254"/>
          <dgm:constr type="w" for="ch" forName="parent1" refType="w" fact="0.9992"/>
          <dgm:constr type="h" for="ch" forName="parent1" refType="h" fact="0.0432"/>
          <dgm:constr type="l" for="ch" forName="picture2" refType="w" fact="0"/>
          <dgm:constr type="t" for="ch" forName="picture2" refType="h" fact="0.3824"/>
          <dgm:constr type="w" for="ch" forName="picture2" refType="w" fact="0.6307"/>
          <dgm:constr type="h" for="ch" forName="picture2" refType="h" fact="0.1979"/>
          <dgm:constr type="l" for="ch" forName="parent2" refType="w" fact="0"/>
          <dgm:constr type="t" for="ch" forName="parent2" refType="h" fact="0.5531"/>
          <dgm:constr type="w" for="ch" forName="parent2" refType="w" fact="0.6307"/>
          <dgm:constr type="h" for="ch" forName="parent2" refType="h" fact="0.0247"/>
          <dgm:constr type="l" for="ch" forName="picture3" refType="w" fact="0.6496"/>
          <dgm:constr type="t" for="ch" forName="picture3" refType="h" fact="0.3824"/>
          <dgm:constr type="w" for="ch" forName="picture3" refType="w" fact="0.3496"/>
          <dgm:constr type="h" for="ch" forName="picture3" refType="h" fact="0.1979"/>
          <dgm:constr type="l" for="ch" forName="parent3" refType="w" fact="0.6496"/>
          <dgm:constr type="t" for="ch" forName="parent3" refType="h" fact="0.5527"/>
          <dgm:constr type="w" for="ch" forName="parent3" refType="w" fact="0.3496"/>
          <dgm:constr type="h" for="ch" forName="parent3" refType="h" fact="0.025"/>
          <dgm:constr type="l" for="ch" forName="picture4" refType="w" fact="0"/>
          <dgm:constr type="t" for="ch" forName="picture4" refType="h" fact="0.5924"/>
          <dgm:constr type="w" for="ch" forName="picture4" refType="w" fact="0.3496"/>
          <dgm:constr type="h" for="ch" forName="picture4" refType="h" fact="0.1979"/>
          <dgm:constr type="l" for="ch" forName="parent4" refType="w" fact="0"/>
          <dgm:constr type="t" for="ch" forName="parent4" refType="h" fact="0.7627"/>
          <dgm:constr type="w" for="ch" forName="parent4" refType="w" fact="0.3496"/>
          <dgm:constr type="h" for="ch" forName="parent4" refType="h" fact="0.025"/>
          <dgm:constr type="l" for="ch" forName="picture5" refType="w" fact="0.3688"/>
          <dgm:constr type="t" for="ch" forName="picture5" refType="h" fact="0.5924"/>
          <dgm:constr type="w" for="ch" forName="picture5" refType="w" fact="0.6307"/>
          <dgm:constr type="h" for="ch" forName="picture5" refType="h" fact="0.1979"/>
          <dgm:constr type="l" for="ch" forName="parent5" refType="w" fact="0.3688"/>
          <dgm:constr type="t" for="ch" forName="parent5" refType="h" fact="0.7631"/>
          <dgm:constr type="w" for="ch" forName="parent5" refType="w" fact="0.6307"/>
          <dgm:constr type="h" for="ch" forName="parent5" refType="h" fact="0.0247"/>
          <dgm:constr type="l" for="ch" forName="picture6" refType="w" fact="0"/>
          <dgm:constr type="t" for="ch" forName="picture6" refType="h" fact="0.8021"/>
          <dgm:constr type="w" for="ch" forName="picture6" refType="w" fact="0.6307"/>
          <dgm:constr type="h" for="ch" forName="picture6" refType="h" fact="0.1979"/>
          <dgm:constr type="l" for="ch" forName="parent6" refType="w" fact="0"/>
          <dgm:constr type="t" for="ch" forName="parent6" refType="h" fact="0.9728"/>
          <dgm:constr type="w" for="ch" forName="parent6" refType="w" fact="0.6307"/>
          <dgm:constr type="h" for="ch" forName="parent6" refType="h" fact="0.0247"/>
        </dgm:constrLst>
      </dgm:if>
      <dgm:if name="Name8" axis="ch" ptType="node" func="cnt" op="equ" val="7">
        <dgm:alg type="composite">
          <dgm:param type="ar" val="0.601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l" for="ch" forName="picture1" refType="w" fact="0"/>
          <dgm:constr type="t" for="ch" forName="picture1" refType="h" fact="0"/>
          <dgm:constr type="w" for="ch" forName="picture1" refType="w" fact="0.9992"/>
          <dgm:constr type="h" for="ch" forName="picture1" refType="h" fact="0.3708"/>
          <dgm:constr type="l" for="ch" forName="parent1" refType="w" fact="0"/>
          <dgm:constr type="t" for="ch" forName="parent1" refType="h" fact="0.3254"/>
          <dgm:constr type="w" for="ch" forName="parent1" refType="w" fact="0.9992"/>
          <dgm:constr type="h" for="ch" forName="parent1" refType="h" fact="0.0432"/>
          <dgm:constr type="l" for="ch" forName="picture2" refType="w" fact="0"/>
          <dgm:constr type="t" for="ch" forName="picture2" refType="h" fact="0.3824"/>
          <dgm:constr type="w" for="ch" forName="picture2" refType="w" fact="0.6307"/>
          <dgm:constr type="h" for="ch" forName="picture2" refType="h" fact="0.1979"/>
          <dgm:constr type="l" for="ch" forName="parent2" refType="w" fact="0"/>
          <dgm:constr type="t" for="ch" forName="parent2" refType="h" fact="0.5531"/>
          <dgm:constr type="w" for="ch" forName="parent2" refType="w" fact="0.6307"/>
          <dgm:constr type="h" for="ch" forName="parent2" refType="h" fact="0.0247"/>
          <dgm:constr type="l" for="ch" forName="picture3" refType="w" fact="0.6496"/>
          <dgm:constr type="t" for="ch" forName="picture3" refType="h" fact="0.3824"/>
          <dgm:constr type="w" for="ch" forName="picture3" refType="w" fact="0.3496"/>
          <dgm:constr type="h" for="ch" forName="picture3" refType="h" fact="0.1979"/>
          <dgm:constr type="l" for="ch" forName="parent3" refType="w" fact="0.6496"/>
          <dgm:constr type="t" for="ch" forName="parent3" refType="h" fact="0.5527"/>
          <dgm:constr type="w" for="ch" forName="parent3" refType="w" fact="0.3496"/>
          <dgm:constr type="h" for="ch" forName="parent3" refType="h" fact="0.025"/>
          <dgm:constr type="l" for="ch" forName="picture4" refType="w" fact="0"/>
          <dgm:constr type="t" for="ch" forName="picture4" refType="h" fact="0.5924"/>
          <dgm:constr type="w" for="ch" forName="picture4" refType="w" fact="0.3496"/>
          <dgm:constr type="h" for="ch" forName="picture4" refType="h" fact="0.1979"/>
          <dgm:constr type="l" for="ch" forName="parent4" refType="w" fact="0"/>
          <dgm:constr type="t" for="ch" forName="parent4" refType="h" fact="0.7627"/>
          <dgm:constr type="w" for="ch" forName="parent4" refType="w" fact="0.3496"/>
          <dgm:constr type="h" for="ch" forName="parent4" refType="h" fact="0.025"/>
          <dgm:constr type="l" for="ch" forName="picture5" refType="w" fact="0.3688"/>
          <dgm:constr type="t" for="ch" forName="picture5" refType="h" fact="0.5924"/>
          <dgm:constr type="w" for="ch" forName="picture5" refType="w" fact="0.6307"/>
          <dgm:constr type="h" for="ch" forName="picture5" refType="h" fact="0.1979"/>
          <dgm:constr type="l" for="ch" forName="parent5" refType="w" fact="0.3688"/>
          <dgm:constr type="t" for="ch" forName="parent5" refType="h" fact="0.7631"/>
          <dgm:constr type="w" for="ch" forName="parent5" refType="w" fact="0.6307"/>
          <dgm:constr type="h" for="ch" forName="parent5" refType="h" fact="0.0247"/>
          <dgm:constr type="l" for="ch" forName="picture6" refType="w" fact="0"/>
          <dgm:constr type="t" for="ch" forName="picture6" refType="h" fact="0.8021"/>
          <dgm:constr type="w" for="ch" forName="picture6" refType="w" fact="0.6307"/>
          <dgm:constr type="h" for="ch" forName="picture6" refType="h" fact="0.1979"/>
          <dgm:constr type="l" for="ch" forName="parent6" refType="w" fact="0"/>
          <dgm:constr type="t" for="ch" forName="parent6" refType="h" fact="0.9728"/>
          <dgm:constr type="w" for="ch" forName="parent6" refType="w" fact="0.6307"/>
          <dgm:constr type="h" for="ch" forName="parent6" refType="h" fact="0.0247"/>
          <dgm:constr type="l" for="ch" forName="picture7" refType="w" fact="0.6504"/>
          <dgm:constr type="t" for="ch" forName="picture7" refType="h" fact="0.8021"/>
          <dgm:constr type="w" for="ch" forName="picture7" refType="w" fact="0.3496"/>
          <dgm:constr type="h" for="ch" forName="picture7" refType="h" fact="0.1979"/>
          <dgm:constr type="l" for="ch" forName="parent7" refType="w" fact="0.6504"/>
          <dgm:constr type="t" for="ch" forName="parent7" refType="h" fact="0.9724"/>
          <dgm:constr type="w" for="ch" forName="parent7" refType="w" fact="0.3496"/>
          <dgm:constr type="h" for="ch" forName="parent7" refType="h" fact="0.025"/>
        </dgm:constrLst>
      </dgm:if>
      <dgm:if name="Name9" axis="ch" ptType="node" func="cnt" op="equ" val="8">
        <dgm:alg type="composite">
          <dgm:param type="ar" val="0.4976"/>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primFontSz" for="des" forName="parent8" refType="primFontSz" refFor="des" refForName="parent2" op="equ"/>
          <dgm:constr type="l" for="ch" forName="picture1" refType="w" fact="0"/>
          <dgm:constr type="t" for="ch" forName="picture1" refType="h" fact="0"/>
          <dgm:constr type="w" for="ch" forName="picture1" refType="w" fact="0.9992"/>
          <dgm:constr type="h" for="ch" forName="picture1" refType="h" fact="0.3069"/>
          <dgm:constr type="l" for="ch" forName="parent1" refType="w" fact="0"/>
          <dgm:constr type="t" for="ch" forName="parent1" refType="h" fact="0.2693"/>
          <dgm:constr type="w" for="ch" forName="parent1" refType="w" fact="0.9992"/>
          <dgm:constr type="h" for="ch" forName="parent1" refType="h" fact="0.0358"/>
          <dgm:constr type="l" for="ch" forName="picture2" refType="w" fact="0"/>
          <dgm:constr type="t" for="ch" forName="picture2" refType="h" fact="0.3165"/>
          <dgm:constr type="w" for="ch" forName="picture2" refType="w" fact="0.6307"/>
          <dgm:constr type="h" for="ch" forName="picture2" refType="h" fact="0.1638"/>
          <dgm:constr type="l" for="ch" forName="parent2" refType="w" fact="0"/>
          <dgm:constr type="t" for="ch" forName="parent2" refType="h" fact="0.4578"/>
          <dgm:constr type="w" for="ch" forName="parent2" refType="w" fact="0.6307"/>
          <dgm:constr type="h" for="ch" forName="parent2" refType="h" fact="0.0205"/>
          <dgm:constr type="l" for="ch" forName="picture3" refType="w" fact="0.6496"/>
          <dgm:constr type="t" for="ch" forName="picture3" refType="h" fact="0.3165"/>
          <dgm:constr type="w" for="ch" forName="picture3" refType="w" fact="0.3496"/>
          <dgm:constr type="h" for="ch" forName="picture3" refType="h" fact="0.1638"/>
          <dgm:constr type="l" for="ch" forName="parent3" refType="w" fact="0.6496"/>
          <dgm:constr type="t" for="ch" forName="parent3" refType="h" fact="0.4575"/>
          <dgm:constr type="w" for="ch" forName="parent3" refType="w" fact="0.3496"/>
          <dgm:constr type="h" for="ch" forName="parent3" refType="h" fact="0.0207"/>
          <dgm:constr type="l" for="ch" forName="picture5" refType="w" fact="0.3688"/>
          <dgm:constr type="t" for="ch" forName="picture5" refType="h" fact="0.4903"/>
          <dgm:constr type="w" for="ch" forName="picture5" refType="w" fact="0.6307"/>
          <dgm:constr type="h" for="ch" forName="picture5" refType="h" fact="0.1638"/>
          <dgm:constr type="l" for="ch" forName="parent5" refType="w" fact="0.3688"/>
          <dgm:constr type="t" for="ch" forName="parent5" refType="h" fact="0.6316"/>
          <dgm:constr type="w" for="ch" forName="parent5" refType="w" fact="0.6307"/>
          <dgm:constr type="h" for="ch" forName="parent5" refType="h" fact="0.0205"/>
          <dgm:constr type="l" for="ch" forName="picture4" refType="w" fact="0"/>
          <dgm:constr type="t" for="ch" forName="picture4" refType="h" fact="0.4903"/>
          <dgm:constr type="w" for="ch" forName="picture4" refType="w" fact="0.3496"/>
          <dgm:constr type="h" for="ch" forName="picture4" refType="h" fact="0.1638"/>
          <dgm:constr type="l" for="ch" forName="parent4" refType="w" fact="0"/>
          <dgm:constr type="t" for="ch" forName="parent4" refType="h" fact="0.6313"/>
          <dgm:constr type="w" for="ch" forName="parent4" refType="w" fact="0.3496"/>
          <dgm:constr type="h" for="ch" forName="parent4" refType="h" fact="0.0207"/>
          <dgm:constr type="l" for="ch" forName="picture6" refType="w" fact="0"/>
          <dgm:constr type="t" for="ch" forName="picture6" refType="h" fact="0.6638"/>
          <dgm:constr type="w" for="ch" forName="picture6" refType="w" fact="0.6307"/>
          <dgm:constr type="h" for="ch" forName="picture6" refType="h" fact="0.1638"/>
          <dgm:constr type="l" for="ch" forName="parent6" refType="w" fact="0"/>
          <dgm:constr type="t" for="ch" forName="parent6" refType="h" fact="0.8051"/>
          <dgm:constr type="w" for="ch" forName="parent6" refType="w" fact="0.6307"/>
          <dgm:constr type="h" for="ch" forName="parent6" refType="h" fact="0.0205"/>
          <dgm:constr type="l" for="ch" forName="picture7" refType="w" fact="0.6504"/>
          <dgm:constr type="t" for="ch" forName="picture7" refType="h" fact="0.6638"/>
          <dgm:constr type="w" for="ch" forName="picture7" refType="w" fact="0.3496"/>
          <dgm:constr type="h" for="ch" forName="picture7" refType="h" fact="0.1638"/>
          <dgm:constr type="l" for="ch" forName="parent7" refType="w" fact="0.6504"/>
          <dgm:constr type="t" for="ch" forName="parent7" refType="h" fact="0.8048"/>
          <dgm:constr type="w" for="ch" forName="parent7" refType="w" fact="0.3496"/>
          <dgm:constr type="h" for="ch" forName="parent7" refType="h" fact="0.0207"/>
          <dgm:constr type="l" for="ch" forName="picture8" refType="w" fact="0"/>
          <dgm:constr type="t" for="ch" forName="picture8" refType="h" fact="0.8362"/>
          <dgm:constr type="w" for="ch" forName="picture8" refType="w" fact="0.3496"/>
          <dgm:constr type="h" for="ch" forName="picture8" refType="h" fact="0.1638"/>
          <dgm:constr type="l" for="ch" forName="parent8" refType="w" fact="0"/>
          <dgm:constr type="t" for="ch" forName="parent8" refType="h" fact="0.9772"/>
          <dgm:constr type="w" for="ch" forName="parent8" refType="w" fact="0.3496"/>
          <dgm:constr type="h" for="ch" forName="parent8" refType="h" fact="0.0207"/>
        </dgm:constrLst>
      </dgm:if>
      <dgm:else name="Name10">
        <dgm:alg type="composite">
          <dgm:param type="ar" val="0.4976"/>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primFontSz" for="des" forName="parent8" refType="primFontSz" refFor="des" refForName="parent2" op="equ"/>
          <dgm:constr type="primFontSz" for="des" forName="parent9" refType="primFontSz" refFor="des" refForName="parent2" op="equ"/>
          <dgm:constr type="l" for="ch" forName="picture1" refType="w" fact="0"/>
          <dgm:constr type="t" for="ch" forName="picture1" refType="h" fact="0"/>
          <dgm:constr type="w" for="ch" forName="picture1" refType="w" fact="0.9992"/>
          <dgm:constr type="h" for="ch" forName="picture1" refType="h" fact="0.3069"/>
          <dgm:constr type="l" for="ch" forName="parent1" refType="w" fact="0"/>
          <dgm:constr type="t" for="ch" forName="parent1" refType="h" fact="0.2693"/>
          <dgm:constr type="w" for="ch" forName="parent1" refType="w" fact="0.9992"/>
          <dgm:constr type="h" for="ch" forName="parent1" refType="h" fact="0.0358"/>
          <dgm:constr type="l" for="ch" forName="picture2" refType="w" fact="0"/>
          <dgm:constr type="t" for="ch" forName="picture2" refType="h" fact="0.3165"/>
          <dgm:constr type="w" for="ch" forName="picture2" refType="w" fact="0.6307"/>
          <dgm:constr type="h" for="ch" forName="picture2" refType="h" fact="0.1638"/>
          <dgm:constr type="l" for="ch" forName="parent2" refType="w" fact="0"/>
          <dgm:constr type="t" for="ch" forName="parent2" refType="h" fact="0.4578"/>
          <dgm:constr type="w" for="ch" forName="parent2" refType="w" fact="0.6307"/>
          <dgm:constr type="h" for="ch" forName="parent2" refType="h" fact="0.0205"/>
          <dgm:constr type="l" for="ch" forName="picture3" refType="w" fact="0.6496"/>
          <dgm:constr type="t" for="ch" forName="picture3" refType="h" fact="0.3165"/>
          <dgm:constr type="w" for="ch" forName="picture3" refType="w" fact="0.3496"/>
          <dgm:constr type="h" for="ch" forName="picture3" refType="h" fact="0.1638"/>
          <dgm:constr type="l" for="ch" forName="parent3" refType="w" fact="0.6496"/>
          <dgm:constr type="t" for="ch" forName="parent3" refType="h" fact="0.4575"/>
          <dgm:constr type="w" for="ch" forName="parent3" refType="w" fact="0.3496"/>
          <dgm:constr type="h" for="ch" forName="parent3" refType="h" fact="0.0207"/>
          <dgm:constr type="l" for="ch" forName="picture5" refType="w" fact="0.3688"/>
          <dgm:constr type="t" for="ch" forName="picture5" refType="h" fact="0.4903"/>
          <dgm:constr type="w" for="ch" forName="picture5" refType="w" fact="0.6307"/>
          <dgm:constr type="h" for="ch" forName="picture5" refType="h" fact="0.1638"/>
          <dgm:constr type="l" for="ch" forName="parent5" refType="w" fact="0.3688"/>
          <dgm:constr type="t" for="ch" forName="parent5" refType="h" fact="0.6316"/>
          <dgm:constr type="w" for="ch" forName="parent5" refType="w" fact="0.6307"/>
          <dgm:constr type="h" for="ch" forName="parent5" refType="h" fact="0.0205"/>
          <dgm:constr type="l" for="ch" forName="picture4" refType="w" fact="0"/>
          <dgm:constr type="t" for="ch" forName="picture4" refType="h" fact="0.4903"/>
          <dgm:constr type="w" for="ch" forName="picture4" refType="w" fact="0.3496"/>
          <dgm:constr type="h" for="ch" forName="picture4" refType="h" fact="0.1638"/>
          <dgm:constr type="l" for="ch" forName="parent4" refType="w" fact="0"/>
          <dgm:constr type="t" for="ch" forName="parent4" refType="h" fact="0.6313"/>
          <dgm:constr type="w" for="ch" forName="parent4" refType="w" fact="0.3496"/>
          <dgm:constr type="h" for="ch" forName="parent4" refType="h" fact="0.0207"/>
          <dgm:constr type="l" for="ch" forName="picture6" refType="w" fact="0"/>
          <dgm:constr type="t" for="ch" forName="picture6" refType="h" fact="0.6638"/>
          <dgm:constr type="w" for="ch" forName="picture6" refType="w" fact="0.6307"/>
          <dgm:constr type="h" for="ch" forName="picture6" refType="h" fact="0.1638"/>
          <dgm:constr type="l" for="ch" forName="parent6" refType="w" fact="0"/>
          <dgm:constr type="t" for="ch" forName="parent6" refType="h" fact="0.8051"/>
          <dgm:constr type="w" for="ch" forName="parent6" refType="w" fact="0.6307"/>
          <dgm:constr type="h" for="ch" forName="parent6" refType="h" fact="0.0205"/>
          <dgm:constr type="l" for="ch" forName="picture7" refType="w" fact="0.6504"/>
          <dgm:constr type="t" for="ch" forName="picture7" refType="h" fact="0.6638"/>
          <dgm:constr type="w" for="ch" forName="picture7" refType="w" fact="0.3496"/>
          <dgm:constr type="h" for="ch" forName="picture7" refType="h" fact="0.1638"/>
          <dgm:constr type="l" for="ch" forName="parent7" refType="w" fact="0.6504"/>
          <dgm:constr type="t" for="ch" forName="parent7" refType="h" fact="0.8048"/>
          <dgm:constr type="w" for="ch" forName="parent7" refType="w" fact="0.3496"/>
          <dgm:constr type="h" for="ch" forName="parent7" refType="h" fact="0.0207"/>
          <dgm:constr type="l" for="ch" forName="picture8" refType="w" fact="0"/>
          <dgm:constr type="t" for="ch" forName="picture8" refType="h" fact="0.8362"/>
          <dgm:constr type="w" for="ch" forName="picture8" refType="w" fact="0.3496"/>
          <dgm:constr type="h" for="ch" forName="picture8" refType="h" fact="0.1638"/>
          <dgm:constr type="l" for="ch" forName="parent8" refType="w" fact="0"/>
          <dgm:constr type="t" for="ch" forName="parent8" refType="h" fact="0.9772"/>
          <dgm:constr type="w" for="ch" forName="parent8" refType="w" fact="0.3496"/>
          <dgm:constr type="h" for="ch" forName="parent8" refType="h" fact="0.0207"/>
          <dgm:constr type="l" for="ch" forName="picture9" refType="w" fact="0.3689"/>
          <dgm:constr type="t" for="ch" forName="picture9" refType="h" fact="0.8362"/>
          <dgm:constr type="w" for="ch" forName="picture9" refType="w" fact="0.6307"/>
          <dgm:constr type="h" for="ch" forName="picture9" refType="h" fact="0.1638"/>
          <dgm:constr type="l" for="ch" forName="parent9" refType="w" fact="0.3689"/>
          <dgm:constr type="t" for="ch" forName="parent9" refType="h" fact="0.9775"/>
          <dgm:constr type="w" for="ch" forName="parent9" refType="w" fact="0.6307"/>
          <dgm:constr type="h" for="ch" forName="parent9" refType="h" fact="0.0205"/>
        </dgm:constrLst>
      </dgm:else>
    </dgm:choose>
    <dgm:forEach name="Name11" axis="ch" ptType="node" cnt="1">
      <dgm:layoutNode name="picture1">
        <dgm:alg type="sp"/>
        <dgm:shape xmlns:r="http://schemas.openxmlformats.org/officeDocument/2006/relationships" r:blip="">
          <dgm:adjLst/>
        </dgm:shape>
        <dgm:presOf/>
        <dgm:forEach name="Name12" ref="pictureWrapper"/>
      </dgm:layoutNode>
      <dgm:layoutNode name="parent1">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3" axis="ch" ptType="node" st="2" cnt="1">
      <dgm:layoutNode name="picture2">
        <dgm:alg type="sp"/>
        <dgm:shape xmlns:r="http://schemas.openxmlformats.org/officeDocument/2006/relationships" r:blip="">
          <dgm:adjLst/>
        </dgm:shape>
        <dgm:presOf/>
        <dgm:forEach name="Name14" ref="pictureWrapper"/>
      </dgm:layoutNode>
      <dgm:layoutNode name="parent2">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5" axis="ch" ptType="node" st="3" cnt="1">
      <dgm:layoutNode name="picture3">
        <dgm:alg type="sp"/>
        <dgm:shape xmlns:r="http://schemas.openxmlformats.org/officeDocument/2006/relationships" r:blip="">
          <dgm:adjLst/>
        </dgm:shape>
        <dgm:presOf/>
        <dgm:forEach name="Name16" ref="pictureWrapper"/>
      </dgm:layoutNode>
      <dgm:layoutNode name="parent3">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7" axis="ch" ptType="node" st="4" cnt="1">
      <dgm:layoutNode name="picture4">
        <dgm:alg type="sp"/>
        <dgm:shape xmlns:r="http://schemas.openxmlformats.org/officeDocument/2006/relationships" r:blip="">
          <dgm:adjLst/>
        </dgm:shape>
        <dgm:presOf/>
        <dgm:forEach name="Name18" ref="pictureWrapper"/>
      </dgm:layoutNode>
      <dgm:layoutNode name="parent4">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9" axis="ch" ptType="node" st="5" cnt="1">
      <dgm:layoutNode name="picture5">
        <dgm:alg type="sp"/>
        <dgm:shape xmlns:r="http://schemas.openxmlformats.org/officeDocument/2006/relationships" r:blip="">
          <dgm:adjLst/>
        </dgm:shape>
        <dgm:presOf/>
        <dgm:forEach name="Name20" ref="pictureWrapper"/>
      </dgm:layoutNode>
      <dgm:layoutNode name="parent5">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1" axis="ch" ptType="node" st="6" cnt="1">
      <dgm:layoutNode name="picture6">
        <dgm:alg type="sp"/>
        <dgm:shape xmlns:r="http://schemas.openxmlformats.org/officeDocument/2006/relationships" r:blip="">
          <dgm:adjLst/>
        </dgm:shape>
        <dgm:presOf/>
        <dgm:forEach name="Name22" ref="pictureWrapper"/>
      </dgm:layoutNode>
      <dgm:layoutNode name="parent6">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3" axis="ch" ptType="node" st="7" cnt="1">
      <dgm:layoutNode name="picture7">
        <dgm:alg type="sp"/>
        <dgm:shape xmlns:r="http://schemas.openxmlformats.org/officeDocument/2006/relationships" r:blip="">
          <dgm:adjLst/>
        </dgm:shape>
        <dgm:presOf/>
        <dgm:forEach name="Name24" ref="pictureWrapper"/>
      </dgm:layoutNode>
      <dgm:layoutNode name="parent7">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5" axis="ch" ptType="node" st="8" cnt="1">
      <dgm:layoutNode name="picture8">
        <dgm:alg type="sp"/>
        <dgm:shape xmlns:r="http://schemas.openxmlformats.org/officeDocument/2006/relationships" r:blip="">
          <dgm:adjLst/>
        </dgm:shape>
        <dgm:presOf/>
        <dgm:forEach name="Name26" ref="pictureWrapper"/>
      </dgm:layoutNode>
      <dgm:layoutNode name="parent8">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7" axis="ch" ptType="node" st="9" cnt="1">
      <dgm:layoutNode name="picture9">
        <dgm:alg type="sp"/>
        <dgm:shape xmlns:r="http://schemas.openxmlformats.org/officeDocument/2006/relationships" r:blip="">
          <dgm:adjLst/>
        </dgm:shape>
        <dgm:presOf/>
        <dgm:forEach name="Name28" ref="pictureWrapper"/>
      </dgm:layoutNode>
      <dgm:layoutNode name="parent9">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wrapper" axis="self" ptType="parTrans">
      <dgm:forEach name="pictureWrapper" axis="self">
        <dgm:layoutNode name="picture" styleLbl="alignImgPlace1">
          <dgm:alg type="sp"/>
          <dgm:shape xmlns:r="http://schemas.openxmlformats.org/officeDocument/2006/relationships" type="rect" r:blip="" blipPhldr="1">
            <dgm:adjLst/>
          </dgm:shape>
          <dgm:presOf/>
        </dgm:layoutNode>
      </dgm:forEach>
    </dgm:forEach>
  </dgm:layoutNode>
</dgm:layoutDef>
</file>

<file path=ppt/diagrams/layout6.xml><?xml version="1.0" encoding="utf-8"?>
<dgm:layoutDef xmlns:dgm="http://schemas.openxmlformats.org/drawingml/2006/diagram" xmlns:a="http://schemas.openxmlformats.org/drawingml/2006/main" uniqueId="urn:microsoft.com/office/officeart/2011/layout/ThemePictureAlternatingAccent">
  <dgm:title val="Theme Picture Alternating Accent"/>
  <dgm:desc val="Use to show a group of pictures with the first picture being the largest and on top. Additional Level 1 pictures alternate between squares and rectangles with a limit of nine Level 1 pictures. Works best with small amounts of text. Unused text does not appear, but remains available if you switch layouts."/>
  <dgm:catLst>
    <dgm:cat type="picture" pri="13750"/>
    <dgm:cat type="officeonline" pri="7000"/>
  </dgm:catLst>
  <dgm:samp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sampData>
  <dgm:style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styleData>
  <dgm:clr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clrData>
  <dgm:layoutNode name="Name0">
    <dgm:varLst>
      <dgm:chMax val="9"/>
      <dgm:chPref val="9"/>
    </dgm:varLst>
    <dgm:shape xmlns:r="http://schemas.openxmlformats.org/officeDocument/2006/relationships" r:blip="">
      <dgm:adjLst/>
    </dgm:shape>
    <dgm:choose name="Name1">
      <dgm:if name="Name2" axis="ch" ptType="node" func="cnt" op="equ" val="1">
        <dgm:alg type="composite">
          <dgm:param type="ar" val="1.62"/>
        </dgm:alg>
        <dgm:constrLst>
          <dgm:constr type="primFontSz" for="des" forName="parent1" val="65"/>
          <dgm:constr type="l" for="ch" forName="picture1" refType="w" fact="0"/>
          <dgm:constr type="t" for="ch" forName="picture1" refType="h" fact="0"/>
          <dgm:constr type="w" for="ch" forName="picture1" refType="w"/>
          <dgm:constr type="h" for="ch" forName="picture1" refType="h"/>
          <dgm:constr type="l" for="ch" forName="parent1" refType="w" fact="0"/>
          <dgm:constr type="t" for="ch" forName="parent1" refType="h" fact="0.8776"/>
          <dgm:constr type="w" for="ch" forName="parent1" refType="w"/>
          <dgm:constr type="h" for="ch" forName="parent1" refType="h" fact="0.1166"/>
        </dgm:constrLst>
      </dgm:if>
      <dgm:if name="Name3" axis="ch" ptType="node" func="cnt" op="equ" val="2">
        <dgm:alg type="composite">
          <dgm:param type="ar" val="1.0352"/>
        </dgm:alg>
        <dgm:constrLst>
          <dgm:constr type="primFontSz" for="des" forName="parent1" val="65"/>
          <dgm:constr type="primFontSz" for="des" forName="parent2" val="65"/>
          <dgm:constr type="l" for="ch" forName="picture1" refType="w" fact="0"/>
          <dgm:constr type="t" for="ch" forName="picture1" refType="h" fact="0"/>
          <dgm:constr type="w" for="ch" forName="picture1" refType="w"/>
          <dgm:constr type="h" for="ch" forName="picture1" refType="h" fact="0.639"/>
          <dgm:constr type="l" for="ch" forName="parent1" refType="w" fact="0"/>
          <dgm:constr type="t" for="ch" forName="parent1" refType="h" fact="0.5608"/>
          <dgm:constr type="w" for="ch" forName="parent1" refType="w"/>
          <dgm:constr type="h" for="ch" forName="parent1" refType="h" fact="0.0745"/>
          <dgm:constr type="l" for="ch" forName="picture2" refType="w" fact="0"/>
          <dgm:constr type="t" for="ch" forName="picture2" refType="h" fact="0.6589"/>
          <dgm:constr type="w" for="ch" forName="picture2" refType="w" fact="0.6312"/>
          <dgm:constr type="h" for="ch" forName="picture2" refType="h" fact="0.3411"/>
          <dgm:constr type="l" for="ch" forName="parent2" refType="w" fact="0"/>
          <dgm:constr type="t" for="ch" forName="parent2" refType="h" fact="0.9532"/>
          <dgm:constr type="w" for="ch" forName="parent2" refType="w" fact="0.6312"/>
          <dgm:constr type="h" for="ch" forName="parent2" refType="h" fact="0.0426"/>
        </dgm:constrLst>
      </dgm:if>
      <dgm:if name="Name4" axis="ch" ptType="node" func="cnt" op="equ" val="3">
        <dgm:alg type="composite">
          <dgm:param type="ar" val="1.035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l" for="ch" forName="picture1" refType="w" fact="0"/>
          <dgm:constr type="t" for="ch" forName="picture1" refType="h" fact="0"/>
          <dgm:constr type="w" for="ch" forName="picture1" refType="w"/>
          <dgm:constr type="h" for="ch" forName="picture1" refType="h" fact="0.639"/>
          <dgm:constr type="l" for="ch" forName="parent1" refType="w" fact="0"/>
          <dgm:constr type="t" for="ch" forName="parent1" refType="h" fact="0.5608"/>
          <dgm:constr type="w" for="ch" forName="parent1" refType="w"/>
          <dgm:constr type="h" for="ch" forName="parent1" refType="h" fact="0.0745"/>
          <dgm:constr type="l" for="ch" forName="picture2" refType="w" fact="0"/>
          <dgm:constr type="t" for="ch" forName="picture2" refType="h" fact="0.6589"/>
          <dgm:constr type="w" for="ch" forName="picture2" refType="w" fact="0.6312"/>
          <dgm:constr type="h" for="ch" forName="picture2" refType="h" fact="0.3411"/>
          <dgm:constr type="l" for="ch" forName="parent2" refType="w" fact="0"/>
          <dgm:constr type="t" for="ch" forName="parent2" refType="h" fact="0.9532"/>
          <dgm:constr type="w" for="ch" forName="parent2" refType="w" fact="0.6312"/>
          <dgm:constr type="h" for="ch" forName="parent2" refType="h" fact="0.0426"/>
          <dgm:constr type="l" for="ch" forName="picture3" refType="w" fact="0.6501"/>
          <dgm:constr type="t" for="ch" forName="picture3" refType="h" fact="0.6589"/>
          <dgm:constr type="w" for="ch" forName="picture3" refType="w" fact="0.3499"/>
          <dgm:constr type="h" for="ch" forName="picture3" refType="h" fact="0.3411"/>
          <dgm:constr type="l" for="ch" forName="parent3" refType="w" fact="0.6501"/>
          <dgm:constr type="t" for="ch" forName="parent3" refType="h" fact="0.9525"/>
          <dgm:constr type="w" for="ch" forName="parent3" refType="w" fact="0.3499"/>
          <dgm:constr type="h" for="ch" forName="parent3" refType="h" fact="0.043"/>
        </dgm:constrLst>
      </dgm:if>
      <dgm:if name="Name5" axis="ch" ptType="node" func="cnt" op="equ" val="4">
        <dgm:alg type="composite">
          <dgm:param type="ar" val="0.7603"/>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l" for="ch" forName="picture1" refType="w" fact="0"/>
          <dgm:constr type="t" for="ch" forName="picture1" refType="h" fact="0"/>
          <dgm:constr type="w" for="ch" forName="picture1" refType="w" fact="0.9998"/>
          <dgm:constr type="h" for="ch" forName="picture1" refType="h" fact="0.4692"/>
          <dgm:constr type="l" for="ch" forName="parent1" refType="w" fact="0"/>
          <dgm:constr type="t" for="ch" forName="parent1" refType="h" fact="0.4118"/>
          <dgm:constr type="w" for="ch" forName="parent1" refType="w" fact="0.9998"/>
          <dgm:constr type="h" for="ch" forName="parent1" refType="h" fact="0.0547"/>
          <dgm:constr type="l" for="ch" forName="picture2" refType="w" fact="0"/>
          <dgm:constr type="t" for="ch" forName="picture2" refType="h" fact="0.4839"/>
          <dgm:constr type="w" for="ch" forName="picture2" refType="w" fact="0.631"/>
          <dgm:constr type="h" for="ch" forName="picture2" refType="h" fact="0.2504"/>
          <dgm:constr type="l" for="ch" forName="parent2" refType="w" fact="0"/>
          <dgm:constr type="t" for="ch" forName="parent2" refType="h" fact="0.6999"/>
          <dgm:constr type="w" for="ch" forName="parent2" refType="w" fact="0.631"/>
          <dgm:constr type="h" for="ch" forName="parent2" refType="h" fact="0.0313"/>
          <dgm:constr type="l" for="ch" forName="picture3" refType="w" fact="0.65"/>
          <dgm:constr type="t" for="ch" forName="picture3" refType="h" fact="0.4839"/>
          <dgm:constr type="w" for="ch" forName="picture3" refType="w" fact="0.3498"/>
          <dgm:constr type="h" for="ch" forName="picture3" refType="h" fact="0.2504"/>
          <dgm:constr type="l" for="ch" forName="parent3" refType="w" fact="0.65"/>
          <dgm:constr type="t" for="ch" forName="parent3" refType="h" fact="0.6994"/>
          <dgm:constr type="w" for="ch" forName="parent3" refType="w" fact="0.3498"/>
          <dgm:constr type="h" for="ch" forName="parent3" refType="h" fact="0.0316"/>
          <dgm:constr type="l" for="ch" forName="picture4" refType="w" fact="0"/>
          <dgm:constr type="t" for="ch" forName="picture4" refType="h" fact="0.7496"/>
          <dgm:constr type="w" for="ch" forName="picture4" refType="w" fact="0.3498"/>
          <dgm:constr type="h" for="ch" forName="picture4" refType="h" fact="0.2504"/>
          <dgm:constr type="l" for="ch" forName="parent4" refType="w" fact="0"/>
          <dgm:constr type="t" for="ch" forName="parent4" refType="h" fact="0.9651"/>
          <dgm:constr type="w" for="ch" forName="parent4" refType="w" fact="0.3498"/>
          <dgm:constr type="h" for="ch" forName="parent4" refType="h" fact="0.0316"/>
        </dgm:constrLst>
      </dgm:if>
      <dgm:if name="Name6" axis="ch" ptType="node" func="cnt" op="equ" val="5">
        <dgm:alg type="composite">
          <dgm:param type="ar" val="0.7603"/>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l" for="ch" forName="picture1" refType="w" fact="0"/>
          <dgm:constr type="t" for="ch" forName="picture1" refType="h" fact="0"/>
          <dgm:constr type="w" for="ch" forName="picture1" refType="w" fact="0.9998"/>
          <dgm:constr type="h" for="ch" forName="picture1" refType="h" fact="0.4692"/>
          <dgm:constr type="l" for="ch" forName="parent1" refType="w" fact="0"/>
          <dgm:constr type="t" for="ch" forName="parent1" refType="h" fact="0.4118"/>
          <dgm:constr type="w" for="ch" forName="parent1" refType="w" fact="0.9998"/>
          <dgm:constr type="h" for="ch" forName="parent1" refType="h" fact="0.0547"/>
          <dgm:constr type="l" for="ch" forName="picture2" refType="w" fact="0"/>
          <dgm:constr type="t" for="ch" forName="picture2" refType="h" fact="0.4839"/>
          <dgm:constr type="w" for="ch" forName="picture2" refType="w" fact="0.631"/>
          <dgm:constr type="h" for="ch" forName="picture2" refType="h" fact="0.2504"/>
          <dgm:constr type="l" for="ch" forName="parent2" refType="w" fact="0"/>
          <dgm:constr type="t" for="ch" forName="parent2" refType="h" fact="0.6999"/>
          <dgm:constr type="w" for="ch" forName="parent2" refType="w" fact="0.631"/>
          <dgm:constr type="h" for="ch" forName="parent2" refType="h" fact="0.0313"/>
          <dgm:constr type="l" for="ch" forName="picture3" refType="w" fact="0.65"/>
          <dgm:constr type="t" for="ch" forName="picture3" refType="h" fact="0.4839"/>
          <dgm:constr type="w" for="ch" forName="picture3" refType="w" fact="0.3498"/>
          <dgm:constr type="h" for="ch" forName="picture3" refType="h" fact="0.2504"/>
          <dgm:constr type="l" for="ch" forName="parent3" refType="w" fact="0.65"/>
          <dgm:constr type="t" for="ch" forName="parent3" refType="h" fact="0.6994"/>
          <dgm:constr type="w" for="ch" forName="parent3" refType="w" fact="0.3498"/>
          <dgm:constr type="h" for="ch" forName="parent3" refType="h" fact="0.0316"/>
          <dgm:constr type="l" for="ch" forName="picture4" refType="w" fact="0"/>
          <dgm:constr type="t" for="ch" forName="picture4" refType="h" fact="0.7496"/>
          <dgm:constr type="w" for="ch" forName="picture4" refType="w" fact="0.3498"/>
          <dgm:constr type="h" for="ch" forName="picture4" refType="h" fact="0.2504"/>
          <dgm:constr type="l" for="ch" forName="parent4" refType="w" fact="0"/>
          <dgm:constr type="t" for="ch" forName="parent4" refType="h" fact="0.9651"/>
          <dgm:constr type="w" for="ch" forName="parent4" refType="w" fact="0.3498"/>
          <dgm:constr type="h" for="ch" forName="parent4" refType="h" fact="0.0316"/>
          <dgm:constr type="l" for="ch" forName="picture5" refType="w" fact="0.369"/>
          <dgm:constr type="t" for="ch" forName="picture5" refType="h" fact="0.7496"/>
          <dgm:constr type="w" for="ch" forName="picture5" refType="w" fact="0.631"/>
          <dgm:constr type="h" for="ch" forName="picture5" refType="h" fact="0.2504"/>
          <dgm:constr type="l" for="ch" forName="parent5" refType="w" fact="0.369"/>
          <dgm:constr type="t" for="ch" forName="parent5" refType="h" fact="0.9656"/>
          <dgm:constr type="w" for="ch" forName="parent5" refType="w" fact="0.631"/>
          <dgm:constr type="h" for="ch" forName="parent5" refType="h" fact="0.0313"/>
        </dgm:constrLst>
      </dgm:if>
      <dgm:if name="Name7" axis="ch" ptType="node" func="cnt" op="equ" val="6">
        <dgm:alg type="composite">
          <dgm:param type="ar" val="0.601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l" for="ch" forName="picture1" refType="w" fact="0"/>
          <dgm:constr type="t" for="ch" forName="picture1" refType="h" fact="0"/>
          <dgm:constr type="w" for="ch" forName="picture1" refType="w" fact="0.9992"/>
          <dgm:constr type="h" for="ch" forName="picture1" refType="h" fact="0.3708"/>
          <dgm:constr type="l" for="ch" forName="parent1" refType="w" fact="0"/>
          <dgm:constr type="t" for="ch" forName="parent1" refType="h" fact="0.3254"/>
          <dgm:constr type="w" for="ch" forName="parent1" refType="w" fact="0.9992"/>
          <dgm:constr type="h" for="ch" forName="parent1" refType="h" fact="0.0432"/>
          <dgm:constr type="l" for="ch" forName="picture2" refType="w" fact="0"/>
          <dgm:constr type="t" for="ch" forName="picture2" refType="h" fact="0.3824"/>
          <dgm:constr type="w" for="ch" forName="picture2" refType="w" fact="0.6307"/>
          <dgm:constr type="h" for="ch" forName="picture2" refType="h" fact="0.1979"/>
          <dgm:constr type="l" for="ch" forName="parent2" refType="w" fact="0"/>
          <dgm:constr type="t" for="ch" forName="parent2" refType="h" fact="0.5531"/>
          <dgm:constr type="w" for="ch" forName="parent2" refType="w" fact="0.6307"/>
          <dgm:constr type="h" for="ch" forName="parent2" refType="h" fact="0.0247"/>
          <dgm:constr type="l" for="ch" forName="picture3" refType="w" fact="0.6496"/>
          <dgm:constr type="t" for="ch" forName="picture3" refType="h" fact="0.3824"/>
          <dgm:constr type="w" for="ch" forName="picture3" refType="w" fact="0.3496"/>
          <dgm:constr type="h" for="ch" forName="picture3" refType="h" fact="0.1979"/>
          <dgm:constr type="l" for="ch" forName="parent3" refType="w" fact="0.6496"/>
          <dgm:constr type="t" for="ch" forName="parent3" refType="h" fact="0.5527"/>
          <dgm:constr type="w" for="ch" forName="parent3" refType="w" fact="0.3496"/>
          <dgm:constr type="h" for="ch" forName="parent3" refType="h" fact="0.025"/>
          <dgm:constr type="l" for="ch" forName="picture4" refType="w" fact="0"/>
          <dgm:constr type="t" for="ch" forName="picture4" refType="h" fact="0.5924"/>
          <dgm:constr type="w" for="ch" forName="picture4" refType="w" fact="0.3496"/>
          <dgm:constr type="h" for="ch" forName="picture4" refType="h" fact="0.1979"/>
          <dgm:constr type="l" for="ch" forName="parent4" refType="w" fact="0"/>
          <dgm:constr type="t" for="ch" forName="parent4" refType="h" fact="0.7627"/>
          <dgm:constr type="w" for="ch" forName="parent4" refType="w" fact="0.3496"/>
          <dgm:constr type="h" for="ch" forName="parent4" refType="h" fact="0.025"/>
          <dgm:constr type="l" for="ch" forName="picture5" refType="w" fact="0.3688"/>
          <dgm:constr type="t" for="ch" forName="picture5" refType="h" fact="0.5924"/>
          <dgm:constr type="w" for="ch" forName="picture5" refType="w" fact="0.6307"/>
          <dgm:constr type="h" for="ch" forName="picture5" refType="h" fact="0.1979"/>
          <dgm:constr type="l" for="ch" forName="parent5" refType="w" fact="0.3688"/>
          <dgm:constr type="t" for="ch" forName="parent5" refType="h" fact="0.7631"/>
          <dgm:constr type="w" for="ch" forName="parent5" refType="w" fact="0.6307"/>
          <dgm:constr type="h" for="ch" forName="parent5" refType="h" fact="0.0247"/>
          <dgm:constr type="l" for="ch" forName="picture6" refType="w" fact="0"/>
          <dgm:constr type="t" for="ch" forName="picture6" refType="h" fact="0.8021"/>
          <dgm:constr type="w" for="ch" forName="picture6" refType="w" fact="0.6307"/>
          <dgm:constr type="h" for="ch" forName="picture6" refType="h" fact="0.1979"/>
          <dgm:constr type="l" for="ch" forName="parent6" refType="w" fact="0"/>
          <dgm:constr type="t" for="ch" forName="parent6" refType="h" fact="0.9728"/>
          <dgm:constr type="w" for="ch" forName="parent6" refType="w" fact="0.6307"/>
          <dgm:constr type="h" for="ch" forName="parent6" refType="h" fact="0.0247"/>
        </dgm:constrLst>
      </dgm:if>
      <dgm:if name="Name8" axis="ch" ptType="node" func="cnt" op="equ" val="7">
        <dgm:alg type="composite">
          <dgm:param type="ar" val="0.601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l" for="ch" forName="picture1" refType="w" fact="0"/>
          <dgm:constr type="t" for="ch" forName="picture1" refType="h" fact="0"/>
          <dgm:constr type="w" for="ch" forName="picture1" refType="w" fact="0.9992"/>
          <dgm:constr type="h" for="ch" forName="picture1" refType="h" fact="0.3708"/>
          <dgm:constr type="l" for="ch" forName="parent1" refType="w" fact="0"/>
          <dgm:constr type="t" for="ch" forName="parent1" refType="h" fact="0.3254"/>
          <dgm:constr type="w" for="ch" forName="parent1" refType="w" fact="0.9992"/>
          <dgm:constr type="h" for="ch" forName="parent1" refType="h" fact="0.0432"/>
          <dgm:constr type="l" for="ch" forName="picture2" refType="w" fact="0"/>
          <dgm:constr type="t" for="ch" forName="picture2" refType="h" fact="0.3824"/>
          <dgm:constr type="w" for="ch" forName="picture2" refType="w" fact="0.6307"/>
          <dgm:constr type="h" for="ch" forName="picture2" refType="h" fact="0.1979"/>
          <dgm:constr type="l" for="ch" forName="parent2" refType="w" fact="0"/>
          <dgm:constr type="t" for="ch" forName="parent2" refType="h" fact="0.5531"/>
          <dgm:constr type="w" for="ch" forName="parent2" refType="w" fact="0.6307"/>
          <dgm:constr type="h" for="ch" forName="parent2" refType="h" fact="0.0247"/>
          <dgm:constr type="l" for="ch" forName="picture3" refType="w" fact="0.6496"/>
          <dgm:constr type="t" for="ch" forName="picture3" refType="h" fact="0.3824"/>
          <dgm:constr type="w" for="ch" forName="picture3" refType="w" fact="0.3496"/>
          <dgm:constr type="h" for="ch" forName="picture3" refType="h" fact="0.1979"/>
          <dgm:constr type="l" for="ch" forName="parent3" refType="w" fact="0.6496"/>
          <dgm:constr type="t" for="ch" forName="parent3" refType="h" fact="0.5527"/>
          <dgm:constr type="w" for="ch" forName="parent3" refType="w" fact="0.3496"/>
          <dgm:constr type="h" for="ch" forName="parent3" refType="h" fact="0.025"/>
          <dgm:constr type="l" for="ch" forName="picture4" refType="w" fact="0"/>
          <dgm:constr type="t" for="ch" forName="picture4" refType="h" fact="0.5924"/>
          <dgm:constr type="w" for="ch" forName="picture4" refType="w" fact="0.3496"/>
          <dgm:constr type="h" for="ch" forName="picture4" refType="h" fact="0.1979"/>
          <dgm:constr type="l" for="ch" forName="parent4" refType="w" fact="0"/>
          <dgm:constr type="t" for="ch" forName="parent4" refType="h" fact="0.7627"/>
          <dgm:constr type="w" for="ch" forName="parent4" refType="w" fact="0.3496"/>
          <dgm:constr type="h" for="ch" forName="parent4" refType="h" fact="0.025"/>
          <dgm:constr type="l" for="ch" forName="picture5" refType="w" fact="0.3688"/>
          <dgm:constr type="t" for="ch" forName="picture5" refType="h" fact="0.5924"/>
          <dgm:constr type="w" for="ch" forName="picture5" refType="w" fact="0.6307"/>
          <dgm:constr type="h" for="ch" forName="picture5" refType="h" fact="0.1979"/>
          <dgm:constr type="l" for="ch" forName="parent5" refType="w" fact="0.3688"/>
          <dgm:constr type="t" for="ch" forName="parent5" refType="h" fact="0.7631"/>
          <dgm:constr type="w" for="ch" forName="parent5" refType="w" fact="0.6307"/>
          <dgm:constr type="h" for="ch" forName="parent5" refType="h" fact="0.0247"/>
          <dgm:constr type="l" for="ch" forName="picture6" refType="w" fact="0"/>
          <dgm:constr type="t" for="ch" forName="picture6" refType="h" fact="0.8021"/>
          <dgm:constr type="w" for="ch" forName="picture6" refType="w" fact="0.6307"/>
          <dgm:constr type="h" for="ch" forName="picture6" refType="h" fact="0.1979"/>
          <dgm:constr type="l" for="ch" forName="parent6" refType="w" fact="0"/>
          <dgm:constr type="t" for="ch" forName="parent6" refType="h" fact="0.9728"/>
          <dgm:constr type="w" for="ch" forName="parent6" refType="w" fact="0.6307"/>
          <dgm:constr type="h" for="ch" forName="parent6" refType="h" fact="0.0247"/>
          <dgm:constr type="l" for="ch" forName="picture7" refType="w" fact="0.6504"/>
          <dgm:constr type="t" for="ch" forName="picture7" refType="h" fact="0.8021"/>
          <dgm:constr type="w" for="ch" forName="picture7" refType="w" fact="0.3496"/>
          <dgm:constr type="h" for="ch" forName="picture7" refType="h" fact="0.1979"/>
          <dgm:constr type="l" for="ch" forName="parent7" refType="w" fact="0.6504"/>
          <dgm:constr type="t" for="ch" forName="parent7" refType="h" fact="0.9724"/>
          <dgm:constr type="w" for="ch" forName="parent7" refType="w" fact="0.3496"/>
          <dgm:constr type="h" for="ch" forName="parent7" refType="h" fact="0.025"/>
        </dgm:constrLst>
      </dgm:if>
      <dgm:if name="Name9" axis="ch" ptType="node" func="cnt" op="equ" val="8">
        <dgm:alg type="composite">
          <dgm:param type="ar" val="0.4976"/>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primFontSz" for="des" forName="parent8" refType="primFontSz" refFor="des" refForName="parent2" op="equ"/>
          <dgm:constr type="l" for="ch" forName="picture1" refType="w" fact="0"/>
          <dgm:constr type="t" for="ch" forName="picture1" refType="h" fact="0"/>
          <dgm:constr type="w" for="ch" forName="picture1" refType="w" fact="0.9992"/>
          <dgm:constr type="h" for="ch" forName="picture1" refType="h" fact="0.3069"/>
          <dgm:constr type="l" for="ch" forName="parent1" refType="w" fact="0"/>
          <dgm:constr type="t" for="ch" forName="parent1" refType="h" fact="0.2693"/>
          <dgm:constr type="w" for="ch" forName="parent1" refType="w" fact="0.9992"/>
          <dgm:constr type="h" for="ch" forName="parent1" refType="h" fact="0.0358"/>
          <dgm:constr type="l" for="ch" forName="picture2" refType="w" fact="0"/>
          <dgm:constr type="t" for="ch" forName="picture2" refType="h" fact="0.3165"/>
          <dgm:constr type="w" for="ch" forName="picture2" refType="w" fact="0.6307"/>
          <dgm:constr type="h" for="ch" forName="picture2" refType="h" fact="0.1638"/>
          <dgm:constr type="l" for="ch" forName="parent2" refType="w" fact="0"/>
          <dgm:constr type="t" for="ch" forName="parent2" refType="h" fact="0.4578"/>
          <dgm:constr type="w" for="ch" forName="parent2" refType="w" fact="0.6307"/>
          <dgm:constr type="h" for="ch" forName="parent2" refType="h" fact="0.0205"/>
          <dgm:constr type="l" for="ch" forName="picture3" refType="w" fact="0.6496"/>
          <dgm:constr type="t" for="ch" forName="picture3" refType="h" fact="0.3165"/>
          <dgm:constr type="w" for="ch" forName="picture3" refType="w" fact="0.3496"/>
          <dgm:constr type="h" for="ch" forName="picture3" refType="h" fact="0.1638"/>
          <dgm:constr type="l" for="ch" forName="parent3" refType="w" fact="0.6496"/>
          <dgm:constr type="t" for="ch" forName="parent3" refType="h" fact="0.4575"/>
          <dgm:constr type="w" for="ch" forName="parent3" refType="w" fact="0.3496"/>
          <dgm:constr type="h" for="ch" forName="parent3" refType="h" fact="0.0207"/>
          <dgm:constr type="l" for="ch" forName="picture5" refType="w" fact="0.3688"/>
          <dgm:constr type="t" for="ch" forName="picture5" refType="h" fact="0.4903"/>
          <dgm:constr type="w" for="ch" forName="picture5" refType="w" fact="0.6307"/>
          <dgm:constr type="h" for="ch" forName="picture5" refType="h" fact="0.1638"/>
          <dgm:constr type="l" for="ch" forName="parent5" refType="w" fact="0.3688"/>
          <dgm:constr type="t" for="ch" forName="parent5" refType="h" fact="0.6316"/>
          <dgm:constr type="w" for="ch" forName="parent5" refType="w" fact="0.6307"/>
          <dgm:constr type="h" for="ch" forName="parent5" refType="h" fact="0.0205"/>
          <dgm:constr type="l" for="ch" forName="picture4" refType="w" fact="0"/>
          <dgm:constr type="t" for="ch" forName="picture4" refType="h" fact="0.4903"/>
          <dgm:constr type="w" for="ch" forName="picture4" refType="w" fact="0.3496"/>
          <dgm:constr type="h" for="ch" forName="picture4" refType="h" fact="0.1638"/>
          <dgm:constr type="l" for="ch" forName="parent4" refType="w" fact="0"/>
          <dgm:constr type="t" for="ch" forName="parent4" refType="h" fact="0.6313"/>
          <dgm:constr type="w" for="ch" forName="parent4" refType="w" fact="0.3496"/>
          <dgm:constr type="h" for="ch" forName="parent4" refType="h" fact="0.0207"/>
          <dgm:constr type="l" for="ch" forName="picture6" refType="w" fact="0"/>
          <dgm:constr type="t" for="ch" forName="picture6" refType="h" fact="0.6638"/>
          <dgm:constr type="w" for="ch" forName="picture6" refType="w" fact="0.6307"/>
          <dgm:constr type="h" for="ch" forName="picture6" refType="h" fact="0.1638"/>
          <dgm:constr type="l" for="ch" forName="parent6" refType="w" fact="0"/>
          <dgm:constr type="t" for="ch" forName="parent6" refType="h" fact="0.8051"/>
          <dgm:constr type="w" for="ch" forName="parent6" refType="w" fact="0.6307"/>
          <dgm:constr type="h" for="ch" forName="parent6" refType="h" fact="0.0205"/>
          <dgm:constr type="l" for="ch" forName="picture7" refType="w" fact="0.6504"/>
          <dgm:constr type="t" for="ch" forName="picture7" refType="h" fact="0.6638"/>
          <dgm:constr type="w" for="ch" forName="picture7" refType="w" fact="0.3496"/>
          <dgm:constr type="h" for="ch" forName="picture7" refType="h" fact="0.1638"/>
          <dgm:constr type="l" for="ch" forName="parent7" refType="w" fact="0.6504"/>
          <dgm:constr type="t" for="ch" forName="parent7" refType="h" fact="0.8048"/>
          <dgm:constr type="w" for="ch" forName="parent7" refType="w" fact="0.3496"/>
          <dgm:constr type="h" for="ch" forName="parent7" refType="h" fact="0.0207"/>
          <dgm:constr type="l" for="ch" forName="picture8" refType="w" fact="0"/>
          <dgm:constr type="t" for="ch" forName="picture8" refType="h" fact="0.8362"/>
          <dgm:constr type="w" for="ch" forName="picture8" refType="w" fact="0.3496"/>
          <dgm:constr type="h" for="ch" forName="picture8" refType="h" fact="0.1638"/>
          <dgm:constr type="l" for="ch" forName="parent8" refType="w" fact="0"/>
          <dgm:constr type="t" for="ch" forName="parent8" refType="h" fact="0.9772"/>
          <dgm:constr type="w" for="ch" forName="parent8" refType="w" fact="0.3496"/>
          <dgm:constr type="h" for="ch" forName="parent8" refType="h" fact="0.0207"/>
        </dgm:constrLst>
      </dgm:if>
      <dgm:else name="Name10">
        <dgm:alg type="composite">
          <dgm:param type="ar" val="0.4976"/>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primFontSz" for="des" forName="parent8" refType="primFontSz" refFor="des" refForName="parent2" op="equ"/>
          <dgm:constr type="primFontSz" for="des" forName="parent9" refType="primFontSz" refFor="des" refForName="parent2" op="equ"/>
          <dgm:constr type="l" for="ch" forName="picture1" refType="w" fact="0"/>
          <dgm:constr type="t" for="ch" forName="picture1" refType="h" fact="0"/>
          <dgm:constr type="w" for="ch" forName="picture1" refType="w" fact="0.9992"/>
          <dgm:constr type="h" for="ch" forName="picture1" refType="h" fact="0.3069"/>
          <dgm:constr type="l" for="ch" forName="parent1" refType="w" fact="0"/>
          <dgm:constr type="t" for="ch" forName="parent1" refType="h" fact="0.2693"/>
          <dgm:constr type="w" for="ch" forName="parent1" refType="w" fact="0.9992"/>
          <dgm:constr type="h" for="ch" forName="parent1" refType="h" fact="0.0358"/>
          <dgm:constr type="l" for="ch" forName="picture2" refType="w" fact="0"/>
          <dgm:constr type="t" for="ch" forName="picture2" refType="h" fact="0.3165"/>
          <dgm:constr type="w" for="ch" forName="picture2" refType="w" fact="0.6307"/>
          <dgm:constr type="h" for="ch" forName="picture2" refType="h" fact="0.1638"/>
          <dgm:constr type="l" for="ch" forName="parent2" refType="w" fact="0"/>
          <dgm:constr type="t" for="ch" forName="parent2" refType="h" fact="0.4578"/>
          <dgm:constr type="w" for="ch" forName="parent2" refType="w" fact="0.6307"/>
          <dgm:constr type="h" for="ch" forName="parent2" refType="h" fact="0.0205"/>
          <dgm:constr type="l" for="ch" forName="picture3" refType="w" fact="0.6496"/>
          <dgm:constr type="t" for="ch" forName="picture3" refType="h" fact="0.3165"/>
          <dgm:constr type="w" for="ch" forName="picture3" refType="w" fact="0.3496"/>
          <dgm:constr type="h" for="ch" forName="picture3" refType="h" fact="0.1638"/>
          <dgm:constr type="l" for="ch" forName="parent3" refType="w" fact="0.6496"/>
          <dgm:constr type="t" for="ch" forName="parent3" refType="h" fact="0.4575"/>
          <dgm:constr type="w" for="ch" forName="parent3" refType="w" fact="0.3496"/>
          <dgm:constr type="h" for="ch" forName="parent3" refType="h" fact="0.0207"/>
          <dgm:constr type="l" for="ch" forName="picture5" refType="w" fact="0.3688"/>
          <dgm:constr type="t" for="ch" forName="picture5" refType="h" fact="0.4903"/>
          <dgm:constr type="w" for="ch" forName="picture5" refType="w" fact="0.6307"/>
          <dgm:constr type="h" for="ch" forName="picture5" refType="h" fact="0.1638"/>
          <dgm:constr type="l" for="ch" forName="parent5" refType="w" fact="0.3688"/>
          <dgm:constr type="t" for="ch" forName="parent5" refType="h" fact="0.6316"/>
          <dgm:constr type="w" for="ch" forName="parent5" refType="w" fact="0.6307"/>
          <dgm:constr type="h" for="ch" forName="parent5" refType="h" fact="0.0205"/>
          <dgm:constr type="l" for="ch" forName="picture4" refType="w" fact="0"/>
          <dgm:constr type="t" for="ch" forName="picture4" refType="h" fact="0.4903"/>
          <dgm:constr type="w" for="ch" forName="picture4" refType="w" fact="0.3496"/>
          <dgm:constr type="h" for="ch" forName="picture4" refType="h" fact="0.1638"/>
          <dgm:constr type="l" for="ch" forName="parent4" refType="w" fact="0"/>
          <dgm:constr type="t" for="ch" forName="parent4" refType="h" fact="0.6313"/>
          <dgm:constr type="w" for="ch" forName="parent4" refType="w" fact="0.3496"/>
          <dgm:constr type="h" for="ch" forName="parent4" refType="h" fact="0.0207"/>
          <dgm:constr type="l" for="ch" forName="picture6" refType="w" fact="0"/>
          <dgm:constr type="t" for="ch" forName="picture6" refType="h" fact="0.6638"/>
          <dgm:constr type="w" for="ch" forName="picture6" refType="w" fact="0.6307"/>
          <dgm:constr type="h" for="ch" forName="picture6" refType="h" fact="0.1638"/>
          <dgm:constr type="l" for="ch" forName="parent6" refType="w" fact="0"/>
          <dgm:constr type="t" for="ch" forName="parent6" refType="h" fact="0.8051"/>
          <dgm:constr type="w" for="ch" forName="parent6" refType="w" fact="0.6307"/>
          <dgm:constr type="h" for="ch" forName="parent6" refType="h" fact="0.0205"/>
          <dgm:constr type="l" for="ch" forName="picture7" refType="w" fact="0.6504"/>
          <dgm:constr type="t" for="ch" forName="picture7" refType="h" fact="0.6638"/>
          <dgm:constr type="w" for="ch" forName="picture7" refType="w" fact="0.3496"/>
          <dgm:constr type="h" for="ch" forName="picture7" refType="h" fact="0.1638"/>
          <dgm:constr type="l" for="ch" forName="parent7" refType="w" fact="0.6504"/>
          <dgm:constr type="t" for="ch" forName="parent7" refType="h" fact="0.8048"/>
          <dgm:constr type="w" for="ch" forName="parent7" refType="w" fact="0.3496"/>
          <dgm:constr type="h" for="ch" forName="parent7" refType="h" fact="0.0207"/>
          <dgm:constr type="l" for="ch" forName="picture8" refType="w" fact="0"/>
          <dgm:constr type="t" for="ch" forName="picture8" refType="h" fact="0.8362"/>
          <dgm:constr type="w" for="ch" forName="picture8" refType="w" fact="0.3496"/>
          <dgm:constr type="h" for="ch" forName="picture8" refType="h" fact="0.1638"/>
          <dgm:constr type="l" for="ch" forName="parent8" refType="w" fact="0"/>
          <dgm:constr type="t" for="ch" forName="parent8" refType="h" fact="0.9772"/>
          <dgm:constr type="w" for="ch" forName="parent8" refType="w" fact="0.3496"/>
          <dgm:constr type="h" for="ch" forName="parent8" refType="h" fact="0.0207"/>
          <dgm:constr type="l" for="ch" forName="picture9" refType="w" fact="0.3689"/>
          <dgm:constr type="t" for="ch" forName="picture9" refType="h" fact="0.8362"/>
          <dgm:constr type="w" for="ch" forName="picture9" refType="w" fact="0.6307"/>
          <dgm:constr type="h" for="ch" forName="picture9" refType="h" fact="0.1638"/>
          <dgm:constr type="l" for="ch" forName="parent9" refType="w" fact="0.3689"/>
          <dgm:constr type="t" for="ch" forName="parent9" refType="h" fact="0.9775"/>
          <dgm:constr type="w" for="ch" forName="parent9" refType="w" fact="0.6307"/>
          <dgm:constr type="h" for="ch" forName="parent9" refType="h" fact="0.0205"/>
        </dgm:constrLst>
      </dgm:else>
    </dgm:choose>
    <dgm:forEach name="Name11" axis="ch" ptType="node" cnt="1">
      <dgm:layoutNode name="picture1">
        <dgm:alg type="sp"/>
        <dgm:shape xmlns:r="http://schemas.openxmlformats.org/officeDocument/2006/relationships" r:blip="">
          <dgm:adjLst/>
        </dgm:shape>
        <dgm:presOf/>
        <dgm:forEach name="Name12" ref="pictureWrapper"/>
      </dgm:layoutNode>
      <dgm:layoutNode name="parent1">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3" axis="ch" ptType="node" st="2" cnt="1">
      <dgm:layoutNode name="picture2">
        <dgm:alg type="sp"/>
        <dgm:shape xmlns:r="http://schemas.openxmlformats.org/officeDocument/2006/relationships" r:blip="">
          <dgm:adjLst/>
        </dgm:shape>
        <dgm:presOf/>
        <dgm:forEach name="Name14" ref="pictureWrapper"/>
      </dgm:layoutNode>
      <dgm:layoutNode name="parent2">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5" axis="ch" ptType="node" st="3" cnt="1">
      <dgm:layoutNode name="picture3">
        <dgm:alg type="sp"/>
        <dgm:shape xmlns:r="http://schemas.openxmlformats.org/officeDocument/2006/relationships" r:blip="">
          <dgm:adjLst/>
        </dgm:shape>
        <dgm:presOf/>
        <dgm:forEach name="Name16" ref="pictureWrapper"/>
      </dgm:layoutNode>
      <dgm:layoutNode name="parent3">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7" axis="ch" ptType="node" st="4" cnt="1">
      <dgm:layoutNode name="picture4">
        <dgm:alg type="sp"/>
        <dgm:shape xmlns:r="http://schemas.openxmlformats.org/officeDocument/2006/relationships" r:blip="">
          <dgm:adjLst/>
        </dgm:shape>
        <dgm:presOf/>
        <dgm:forEach name="Name18" ref="pictureWrapper"/>
      </dgm:layoutNode>
      <dgm:layoutNode name="parent4">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9" axis="ch" ptType="node" st="5" cnt="1">
      <dgm:layoutNode name="picture5">
        <dgm:alg type="sp"/>
        <dgm:shape xmlns:r="http://schemas.openxmlformats.org/officeDocument/2006/relationships" r:blip="">
          <dgm:adjLst/>
        </dgm:shape>
        <dgm:presOf/>
        <dgm:forEach name="Name20" ref="pictureWrapper"/>
      </dgm:layoutNode>
      <dgm:layoutNode name="parent5">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1" axis="ch" ptType="node" st="6" cnt="1">
      <dgm:layoutNode name="picture6">
        <dgm:alg type="sp"/>
        <dgm:shape xmlns:r="http://schemas.openxmlformats.org/officeDocument/2006/relationships" r:blip="">
          <dgm:adjLst/>
        </dgm:shape>
        <dgm:presOf/>
        <dgm:forEach name="Name22" ref="pictureWrapper"/>
      </dgm:layoutNode>
      <dgm:layoutNode name="parent6">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3" axis="ch" ptType="node" st="7" cnt="1">
      <dgm:layoutNode name="picture7">
        <dgm:alg type="sp"/>
        <dgm:shape xmlns:r="http://schemas.openxmlformats.org/officeDocument/2006/relationships" r:blip="">
          <dgm:adjLst/>
        </dgm:shape>
        <dgm:presOf/>
        <dgm:forEach name="Name24" ref="pictureWrapper"/>
      </dgm:layoutNode>
      <dgm:layoutNode name="parent7">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5" axis="ch" ptType="node" st="8" cnt="1">
      <dgm:layoutNode name="picture8">
        <dgm:alg type="sp"/>
        <dgm:shape xmlns:r="http://schemas.openxmlformats.org/officeDocument/2006/relationships" r:blip="">
          <dgm:adjLst/>
        </dgm:shape>
        <dgm:presOf/>
        <dgm:forEach name="Name26" ref="pictureWrapper"/>
      </dgm:layoutNode>
      <dgm:layoutNode name="parent8">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7" axis="ch" ptType="node" st="9" cnt="1">
      <dgm:layoutNode name="picture9">
        <dgm:alg type="sp"/>
        <dgm:shape xmlns:r="http://schemas.openxmlformats.org/officeDocument/2006/relationships" r:blip="">
          <dgm:adjLst/>
        </dgm:shape>
        <dgm:presOf/>
        <dgm:forEach name="Name28" ref="pictureWrapper"/>
      </dgm:layoutNode>
      <dgm:layoutNode name="parent9">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wrapper" axis="self" ptType="parTrans">
      <dgm:forEach name="pictureWrapper" axis="self">
        <dgm:layoutNode name="picture" styleLbl="alignImgPlace1">
          <dgm:alg type="sp"/>
          <dgm:shape xmlns:r="http://schemas.openxmlformats.org/officeDocument/2006/relationships" type="rect" r:blip="" blipPhldr="1">
            <dgm:adjLst/>
          </dgm:shape>
          <dgm:presOf/>
        </dgm:layoutNode>
      </dgm:forEach>
    </dgm:forEach>
  </dgm:layoutNode>
</dgm:layoutDef>
</file>

<file path=ppt/diagrams/layout7.xml><?xml version="1.0" encoding="utf-8"?>
<dgm:layoutDef xmlns:dgm="http://schemas.openxmlformats.org/drawingml/2006/diagram" xmlns:a="http://schemas.openxmlformats.org/drawingml/2006/main" uniqueId="urn:microsoft.com/office/officeart/2011/layout/ThemePictureAlternatingAccent">
  <dgm:title val="Theme Picture Alternating Accent"/>
  <dgm:desc val="Use to show a group of pictures with the first picture being the largest and on top. Additional Level 1 pictures alternate between squares and rectangles with a limit of nine Level 1 pictures. Works best with small amounts of text. Unused text does not appear, but remains available if you switch layouts."/>
  <dgm:catLst>
    <dgm:cat type="picture" pri="13750"/>
    <dgm:cat type="officeonline" pri="7000"/>
  </dgm:catLst>
  <dgm:samp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sampData>
  <dgm:style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styleData>
  <dgm:clr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clrData>
  <dgm:layoutNode name="Name0">
    <dgm:varLst>
      <dgm:chMax val="9"/>
      <dgm:chPref val="9"/>
    </dgm:varLst>
    <dgm:shape xmlns:r="http://schemas.openxmlformats.org/officeDocument/2006/relationships" r:blip="">
      <dgm:adjLst/>
    </dgm:shape>
    <dgm:choose name="Name1">
      <dgm:if name="Name2" axis="ch" ptType="node" func="cnt" op="equ" val="1">
        <dgm:alg type="composite">
          <dgm:param type="ar" val="1.62"/>
        </dgm:alg>
        <dgm:constrLst>
          <dgm:constr type="primFontSz" for="des" forName="parent1" val="65"/>
          <dgm:constr type="l" for="ch" forName="picture1" refType="w" fact="0"/>
          <dgm:constr type="t" for="ch" forName="picture1" refType="h" fact="0"/>
          <dgm:constr type="w" for="ch" forName="picture1" refType="w"/>
          <dgm:constr type="h" for="ch" forName="picture1" refType="h"/>
          <dgm:constr type="l" for="ch" forName="parent1" refType="w" fact="0"/>
          <dgm:constr type="t" for="ch" forName="parent1" refType="h" fact="0.8776"/>
          <dgm:constr type="w" for="ch" forName="parent1" refType="w"/>
          <dgm:constr type="h" for="ch" forName="parent1" refType="h" fact="0.1166"/>
        </dgm:constrLst>
      </dgm:if>
      <dgm:if name="Name3" axis="ch" ptType="node" func="cnt" op="equ" val="2">
        <dgm:alg type="composite">
          <dgm:param type="ar" val="1.0352"/>
        </dgm:alg>
        <dgm:constrLst>
          <dgm:constr type="primFontSz" for="des" forName="parent1" val="65"/>
          <dgm:constr type="primFontSz" for="des" forName="parent2" val="65"/>
          <dgm:constr type="l" for="ch" forName="picture1" refType="w" fact="0"/>
          <dgm:constr type="t" for="ch" forName="picture1" refType="h" fact="0"/>
          <dgm:constr type="w" for="ch" forName="picture1" refType="w"/>
          <dgm:constr type="h" for="ch" forName="picture1" refType="h" fact="0.639"/>
          <dgm:constr type="l" for="ch" forName="parent1" refType="w" fact="0"/>
          <dgm:constr type="t" for="ch" forName="parent1" refType="h" fact="0.5608"/>
          <dgm:constr type="w" for="ch" forName="parent1" refType="w"/>
          <dgm:constr type="h" for="ch" forName="parent1" refType="h" fact="0.0745"/>
          <dgm:constr type="l" for="ch" forName="picture2" refType="w" fact="0"/>
          <dgm:constr type="t" for="ch" forName="picture2" refType="h" fact="0.6589"/>
          <dgm:constr type="w" for="ch" forName="picture2" refType="w" fact="0.6312"/>
          <dgm:constr type="h" for="ch" forName="picture2" refType="h" fact="0.3411"/>
          <dgm:constr type="l" for="ch" forName="parent2" refType="w" fact="0"/>
          <dgm:constr type="t" for="ch" forName="parent2" refType="h" fact="0.9532"/>
          <dgm:constr type="w" for="ch" forName="parent2" refType="w" fact="0.6312"/>
          <dgm:constr type="h" for="ch" forName="parent2" refType="h" fact="0.0426"/>
        </dgm:constrLst>
      </dgm:if>
      <dgm:if name="Name4" axis="ch" ptType="node" func="cnt" op="equ" val="3">
        <dgm:alg type="composite">
          <dgm:param type="ar" val="1.035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l" for="ch" forName="picture1" refType="w" fact="0"/>
          <dgm:constr type="t" for="ch" forName="picture1" refType="h" fact="0"/>
          <dgm:constr type="w" for="ch" forName="picture1" refType="w"/>
          <dgm:constr type="h" for="ch" forName="picture1" refType="h" fact="0.639"/>
          <dgm:constr type="l" for="ch" forName="parent1" refType="w" fact="0"/>
          <dgm:constr type="t" for="ch" forName="parent1" refType="h" fact="0.5608"/>
          <dgm:constr type="w" for="ch" forName="parent1" refType="w"/>
          <dgm:constr type="h" for="ch" forName="parent1" refType="h" fact="0.0745"/>
          <dgm:constr type="l" for="ch" forName="picture2" refType="w" fact="0"/>
          <dgm:constr type="t" for="ch" forName="picture2" refType="h" fact="0.6589"/>
          <dgm:constr type="w" for="ch" forName="picture2" refType="w" fact="0.6312"/>
          <dgm:constr type="h" for="ch" forName="picture2" refType="h" fact="0.3411"/>
          <dgm:constr type="l" for="ch" forName="parent2" refType="w" fact="0"/>
          <dgm:constr type="t" for="ch" forName="parent2" refType="h" fact="0.9532"/>
          <dgm:constr type="w" for="ch" forName="parent2" refType="w" fact="0.6312"/>
          <dgm:constr type="h" for="ch" forName="parent2" refType="h" fact="0.0426"/>
          <dgm:constr type="l" for="ch" forName="picture3" refType="w" fact="0.6501"/>
          <dgm:constr type="t" for="ch" forName="picture3" refType="h" fact="0.6589"/>
          <dgm:constr type="w" for="ch" forName="picture3" refType="w" fact="0.3499"/>
          <dgm:constr type="h" for="ch" forName="picture3" refType="h" fact="0.3411"/>
          <dgm:constr type="l" for="ch" forName="parent3" refType="w" fact="0.6501"/>
          <dgm:constr type="t" for="ch" forName="parent3" refType="h" fact="0.9525"/>
          <dgm:constr type="w" for="ch" forName="parent3" refType="w" fact="0.3499"/>
          <dgm:constr type="h" for="ch" forName="parent3" refType="h" fact="0.043"/>
        </dgm:constrLst>
      </dgm:if>
      <dgm:if name="Name5" axis="ch" ptType="node" func="cnt" op="equ" val="4">
        <dgm:alg type="composite">
          <dgm:param type="ar" val="0.7603"/>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l" for="ch" forName="picture1" refType="w" fact="0"/>
          <dgm:constr type="t" for="ch" forName="picture1" refType="h" fact="0"/>
          <dgm:constr type="w" for="ch" forName="picture1" refType="w" fact="0.9998"/>
          <dgm:constr type="h" for="ch" forName="picture1" refType="h" fact="0.4692"/>
          <dgm:constr type="l" for="ch" forName="parent1" refType="w" fact="0"/>
          <dgm:constr type="t" for="ch" forName="parent1" refType="h" fact="0.4118"/>
          <dgm:constr type="w" for="ch" forName="parent1" refType="w" fact="0.9998"/>
          <dgm:constr type="h" for="ch" forName="parent1" refType="h" fact="0.0547"/>
          <dgm:constr type="l" for="ch" forName="picture2" refType="w" fact="0"/>
          <dgm:constr type="t" for="ch" forName="picture2" refType="h" fact="0.4839"/>
          <dgm:constr type="w" for="ch" forName="picture2" refType="w" fact="0.631"/>
          <dgm:constr type="h" for="ch" forName="picture2" refType="h" fact="0.2504"/>
          <dgm:constr type="l" for="ch" forName="parent2" refType="w" fact="0"/>
          <dgm:constr type="t" for="ch" forName="parent2" refType="h" fact="0.6999"/>
          <dgm:constr type="w" for="ch" forName="parent2" refType="w" fact="0.631"/>
          <dgm:constr type="h" for="ch" forName="parent2" refType="h" fact="0.0313"/>
          <dgm:constr type="l" for="ch" forName="picture3" refType="w" fact="0.65"/>
          <dgm:constr type="t" for="ch" forName="picture3" refType="h" fact="0.4839"/>
          <dgm:constr type="w" for="ch" forName="picture3" refType="w" fact="0.3498"/>
          <dgm:constr type="h" for="ch" forName="picture3" refType="h" fact="0.2504"/>
          <dgm:constr type="l" for="ch" forName="parent3" refType="w" fact="0.65"/>
          <dgm:constr type="t" for="ch" forName="parent3" refType="h" fact="0.6994"/>
          <dgm:constr type="w" for="ch" forName="parent3" refType="w" fact="0.3498"/>
          <dgm:constr type="h" for="ch" forName="parent3" refType="h" fact="0.0316"/>
          <dgm:constr type="l" for="ch" forName="picture4" refType="w" fact="0"/>
          <dgm:constr type="t" for="ch" forName="picture4" refType="h" fact="0.7496"/>
          <dgm:constr type="w" for="ch" forName="picture4" refType="w" fact="0.3498"/>
          <dgm:constr type="h" for="ch" forName="picture4" refType="h" fact="0.2504"/>
          <dgm:constr type="l" for="ch" forName="parent4" refType="w" fact="0"/>
          <dgm:constr type="t" for="ch" forName="parent4" refType="h" fact="0.9651"/>
          <dgm:constr type="w" for="ch" forName="parent4" refType="w" fact="0.3498"/>
          <dgm:constr type="h" for="ch" forName="parent4" refType="h" fact="0.0316"/>
        </dgm:constrLst>
      </dgm:if>
      <dgm:if name="Name6" axis="ch" ptType="node" func="cnt" op="equ" val="5">
        <dgm:alg type="composite">
          <dgm:param type="ar" val="0.7603"/>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l" for="ch" forName="picture1" refType="w" fact="0"/>
          <dgm:constr type="t" for="ch" forName="picture1" refType="h" fact="0"/>
          <dgm:constr type="w" for="ch" forName="picture1" refType="w" fact="0.9998"/>
          <dgm:constr type="h" for="ch" forName="picture1" refType="h" fact="0.4692"/>
          <dgm:constr type="l" for="ch" forName="parent1" refType="w" fact="0"/>
          <dgm:constr type="t" for="ch" forName="parent1" refType="h" fact="0.4118"/>
          <dgm:constr type="w" for="ch" forName="parent1" refType="w" fact="0.9998"/>
          <dgm:constr type="h" for="ch" forName="parent1" refType="h" fact="0.0547"/>
          <dgm:constr type="l" for="ch" forName="picture2" refType="w" fact="0"/>
          <dgm:constr type="t" for="ch" forName="picture2" refType="h" fact="0.4839"/>
          <dgm:constr type="w" for="ch" forName="picture2" refType="w" fact="0.631"/>
          <dgm:constr type="h" for="ch" forName="picture2" refType="h" fact="0.2504"/>
          <dgm:constr type="l" for="ch" forName="parent2" refType="w" fact="0"/>
          <dgm:constr type="t" for="ch" forName="parent2" refType="h" fact="0.6999"/>
          <dgm:constr type="w" for="ch" forName="parent2" refType="w" fact="0.631"/>
          <dgm:constr type="h" for="ch" forName="parent2" refType="h" fact="0.0313"/>
          <dgm:constr type="l" for="ch" forName="picture3" refType="w" fact="0.65"/>
          <dgm:constr type="t" for="ch" forName="picture3" refType="h" fact="0.4839"/>
          <dgm:constr type="w" for="ch" forName="picture3" refType="w" fact="0.3498"/>
          <dgm:constr type="h" for="ch" forName="picture3" refType="h" fact="0.2504"/>
          <dgm:constr type="l" for="ch" forName="parent3" refType="w" fact="0.65"/>
          <dgm:constr type="t" for="ch" forName="parent3" refType="h" fact="0.6994"/>
          <dgm:constr type="w" for="ch" forName="parent3" refType="w" fact="0.3498"/>
          <dgm:constr type="h" for="ch" forName="parent3" refType="h" fact="0.0316"/>
          <dgm:constr type="l" for="ch" forName="picture4" refType="w" fact="0"/>
          <dgm:constr type="t" for="ch" forName="picture4" refType="h" fact="0.7496"/>
          <dgm:constr type="w" for="ch" forName="picture4" refType="w" fact="0.3498"/>
          <dgm:constr type="h" for="ch" forName="picture4" refType="h" fact="0.2504"/>
          <dgm:constr type="l" for="ch" forName="parent4" refType="w" fact="0"/>
          <dgm:constr type="t" for="ch" forName="parent4" refType="h" fact="0.9651"/>
          <dgm:constr type="w" for="ch" forName="parent4" refType="w" fact="0.3498"/>
          <dgm:constr type="h" for="ch" forName="parent4" refType="h" fact="0.0316"/>
          <dgm:constr type="l" for="ch" forName="picture5" refType="w" fact="0.369"/>
          <dgm:constr type="t" for="ch" forName="picture5" refType="h" fact="0.7496"/>
          <dgm:constr type="w" for="ch" forName="picture5" refType="w" fact="0.631"/>
          <dgm:constr type="h" for="ch" forName="picture5" refType="h" fact="0.2504"/>
          <dgm:constr type="l" for="ch" forName="parent5" refType="w" fact="0.369"/>
          <dgm:constr type="t" for="ch" forName="parent5" refType="h" fact="0.9656"/>
          <dgm:constr type="w" for="ch" forName="parent5" refType="w" fact="0.631"/>
          <dgm:constr type="h" for="ch" forName="parent5" refType="h" fact="0.0313"/>
        </dgm:constrLst>
      </dgm:if>
      <dgm:if name="Name7" axis="ch" ptType="node" func="cnt" op="equ" val="6">
        <dgm:alg type="composite">
          <dgm:param type="ar" val="0.601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l" for="ch" forName="picture1" refType="w" fact="0"/>
          <dgm:constr type="t" for="ch" forName="picture1" refType="h" fact="0"/>
          <dgm:constr type="w" for="ch" forName="picture1" refType="w" fact="0.9992"/>
          <dgm:constr type="h" for="ch" forName="picture1" refType="h" fact="0.3708"/>
          <dgm:constr type="l" for="ch" forName="parent1" refType="w" fact="0"/>
          <dgm:constr type="t" for="ch" forName="parent1" refType="h" fact="0.3254"/>
          <dgm:constr type="w" for="ch" forName="parent1" refType="w" fact="0.9992"/>
          <dgm:constr type="h" for="ch" forName="parent1" refType="h" fact="0.0432"/>
          <dgm:constr type="l" for="ch" forName="picture2" refType="w" fact="0"/>
          <dgm:constr type="t" for="ch" forName="picture2" refType="h" fact="0.3824"/>
          <dgm:constr type="w" for="ch" forName="picture2" refType="w" fact="0.6307"/>
          <dgm:constr type="h" for="ch" forName="picture2" refType="h" fact="0.1979"/>
          <dgm:constr type="l" for="ch" forName="parent2" refType="w" fact="0"/>
          <dgm:constr type="t" for="ch" forName="parent2" refType="h" fact="0.5531"/>
          <dgm:constr type="w" for="ch" forName="parent2" refType="w" fact="0.6307"/>
          <dgm:constr type="h" for="ch" forName="parent2" refType="h" fact="0.0247"/>
          <dgm:constr type="l" for="ch" forName="picture3" refType="w" fact="0.6496"/>
          <dgm:constr type="t" for="ch" forName="picture3" refType="h" fact="0.3824"/>
          <dgm:constr type="w" for="ch" forName="picture3" refType="w" fact="0.3496"/>
          <dgm:constr type="h" for="ch" forName="picture3" refType="h" fact="0.1979"/>
          <dgm:constr type="l" for="ch" forName="parent3" refType="w" fact="0.6496"/>
          <dgm:constr type="t" for="ch" forName="parent3" refType="h" fact="0.5527"/>
          <dgm:constr type="w" for="ch" forName="parent3" refType="w" fact="0.3496"/>
          <dgm:constr type="h" for="ch" forName="parent3" refType="h" fact="0.025"/>
          <dgm:constr type="l" for="ch" forName="picture4" refType="w" fact="0"/>
          <dgm:constr type="t" for="ch" forName="picture4" refType="h" fact="0.5924"/>
          <dgm:constr type="w" for="ch" forName="picture4" refType="w" fact="0.3496"/>
          <dgm:constr type="h" for="ch" forName="picture4" refType="h" fact="0.1979"/>
          <dgm:constr type="l" for="ch" forName="parent4" refType="w" fact="0"/>
          <dgm:constr type="t" for="ch" forName="parent4" refType="h" fact="0.7627"/>
          <dgm:constr type="w" for="ch" forName="parent4" refType="w" fact="0.3496"/>
          <dgm:constr type="h" for="ch" forName="parent4" refType="h" fact="0.025"/>
          <dgm:constr type="l" for="ch" forName="picture5" refType="w" fact="0.3688"/>
          <dgm:constr type="t" for="ch" forName="picture5" refType="h" fact="0.5924"/>
          <dgm:constr type="w" for="ch" forName="picture5" refType="w" fact="0.6307"/>
          <dgm:constr type="h" for="ch" forName="picture5" refType="h" fact="0.1979"/>
          <dgm:constr type="l" for="ch" forName="parent5" refType="w" fact="0.3688"/>
          <dgm:constr type="t" for="ch" forName="parent5" refType="h" fact="0.7631"/>
          <dgm:constr type="w" for="ch" forName="parent5" refType="w" fact="0.6307"/>
          <dgm:constr type="h" for="ch" forName="parent5" refType="h" fact="0.0247"/>
          <dgm:constr type="l" for="ch" forName="picture6" refType="w" fact="0"/>
          <dgm:constr type="t" for="ch" forName="picture6" refType="h" fact="0.8021"/>
          <dgm:constr type="w" for="ch" forName="picture6" refType="w" fact="0.6307"/>
          <dgm:constr type="h" for="ch" forName="picture6" refType="h" fact="0.1979"/>
          <dgm:constr type="l" for="ch" forName="parent6" refType="w" fact="0"/>
          <dgm:constr type="t" for="ch" forName="parent6" refType="h" fact="0.9728"/>
          <dgm:constr type="w" for="ch" forName="parent6" refType="w" fact="0.6307"/>
          <dgm:constr type="h" for="ch" forName="parent6" refType="h" fact="0.0247"/>
        </dgm:constrLst>
      </dgm:if>
      <dgm:if name="Name8" axis="ch" ptType="node" func="cnt" op="equ" val="7">
        <dgm:alg type="composite">
          <dgm:param type="ar" val="0.601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l" for="ch" forName="picture1" refType="w" fact="0"/>
          <dgm:constr type="t" for="ch" forName="picture1" refType="h" fact="0"/>
          <dgm:constr type="w" for="ch" forName="picture1" refType="w" fact="0.9992"/>
          <dgm:constr type="h" for="ch" forName="picture1" refType="h" fact="0.3708"/>
          <dgm:constr type="l" for="ch" forName="parent1" refType="w" fact="0"/>
          <dgm:constr type="t" for="ch" forName="parent1" refType="h" fact="0.3254"/>
          <dgm:constr type="w" for="ch" forName="parent1" refType="w" fact="0.9992"/>
          <dgm:constr type="h" for="ch" forName="parent1" refType="h" fact="0.0432"/>
          <dgm:constr type="l" for="ch" forName="picture2" refType="w" fact="0"/>
          <dgm:constr type="t" for="ch" forName="picture2" refType="h" fact="0.3824"/>
          <dgm:constr type="w" for="ch" forName="picture2" refType="w" fact="0.6307"/>
          <dgm:constr type="h" for="ch" forName="picture2" refType="h" fact="0.1979"/>
          <dgm:constr type="l" for="ch" forName="parent2" refType="w" fact="0"/>
          <dgm:constr type="t" for="ch" forName="parent2" refType="h" fact="0.5531"/>
          <dgm:constr type="w" for="ch" forName="parent2" refType="w" fact="0.6307"/>
          <dgm:constr type="h" for="ch" forName="parent2" refType="h" fact="0.0247"/>
          <dgm:constr type="l" for="ch" forName="picture3" refType="w" fact="0.6496"/>
          <dgm:constr type="t" for="ch" forName="picture3" refType="h" fact="0.3824"/>
          <dgm:constr type="w" for="ch" forName="picture3" refType="w" fact="0.3496"/>
          <dgm:constr type="h" for="ch" forName="picture3" refType="h" fact="0.1979"/>
          <dgm:constr type="l" for="ch" forName="parent3" refType="w" fact="0.6496"/>
          <dgm:constr type="t" for="ch" forName="parent3" refType="h" fact="0.5527"/>
          <dgm:constr type="w" for="ch" forName="parent3" refType="w" fact="0.3496"/>
          <dgm:constr type="h" for="ch" forName="parent3" refType="h" fact="0.025"/>
          <dgm:constr type="l" for="ch" forName="picture4" refType="w" fact="0"/>
          <dgm:constr type="t" for="ch" forName="picture4" refType="h" fact="0.5924"/>
          <dgm:constr type="w" for="ch" forName="picture4" refType="w" fact="0.3496"/>
          <dgm:constr type="h" for="ch" forName="picture4" refType="h" fact="0.1979"/>
          <dgm:constr type="l" for="ch" forName="parent4" refType="w" fact="0"/>
          <dgm:constr type="t" for="ch" forName="parent4" refType="h" fact="0.7627"/>
          <dgm:constr type="w" for="ch" forName="parent4" refType="w" fact="0.3496"/>
          <dgm:constr type="h" for="ch" forName="parent4" refType="h" fact="0.025"/>
          <dgm:constr type="l" for="ch" forName="picture5" refType="w" fact="0.3688"/>
          <dgm:constr type="t" for="ch" forName="picture5" refType="h" fact="0.5924"/>
          <dgm:constr type="w" for="ch" forName="picture5" refType="w" fact="0.6307"/>
          <dgm:constr type="h" for="ch" forName="picture5" refType="h" fact="0.1979"/>
          <dgm:constr type="l" for="ch" forName="parent5" refType="w" fact="0.3688"/>
          <dgm:constr type="t" for="ch" forName="parent5" refType="h" fact="0.7631"/>
          <dgm:constr type="w" for="ch" forName="parent5" refType="w" fact="0.6307"/>
          <dgm:constr type="h" for="ch" forName="parent5" refType="h" fact="0.0247"/>
          <dgm:constr type="l" for="ch" forName="picture6" refType="w" fact="0"/>
          <dgm:constr type="t" for="ch" forName="picture6" refType="h" fact="0.8021"/>
          <dgm:constr type="w" for="ch" forName="picture6" refType="w" fact="0.6307"/>
          <dgm:constr type="h" for="ch" forName="picture6" refType="h" fact="0.1979"/>
          <dgm:constr type="l" for="ch" forName="parent6" refType="w" fact="0"/>
          <dgm:constr type="t" for="ch" forName="parent6" refType="h" fact="0.9728"/>
          <dgm:constr type="w" for="ch" forName="parent6" refType="w" fact="0.6307"/>
          <dgm:constr type="h" for="ch" forName="parent6" refType="h" fact="0.0247"/>
          <dgm:constr type="l" for="ch" forName="picture7" refType="w" fact="0.6504"/>
          <dgm:constr type="t" for="ch" forName="picture7" refType="h" fact="0.8021"/>
          <dgm:constr type="w" for="ch" forName="picture7" refType="w" fact="0.3496"/>
          <dgm:constr type="h" for="ch" forName="picture7" refType="h" fact="0.1979"/>
          <dgm:constr type="l" for="ch" forName="parent7" refType="w" fact="0.6504"/>
          <dgm:constr type="t" for="ch" forName="parent7" refType="h" fact="0.9724"/>
          <dgm:constr type="w" for="ch" forName="parent7" refType="w" fact="0.3496"/>
          <dgm:constr type="h" for="ch" forName="parent7" refType="h" fact="0.025"/>
        </dgm:constrLst>
      </dgm:if>
      <dgm:if name="Name9" axis="ch" ptType="node" func="cnt" op="equ" val="8">
        <dgm:alg type="composite">
          <dgm:param type="ar" val="0.4976"/>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primFontSz" for="des" forName="parent8" refType="primFontSz" refFor="des" refForName="parent2" op="equ"/>
          <dgm:constr type="l" for="ch" forName="picture1" refType="w" fact="0"/>
          <dgm:constr type="t" for="ch" forName="picture1" refType="h" fact="0"/>
          <dgm:constr type="w" for="ch" forName="picture1" refType="w" fact="0.9992"/>
          <dgm:constr type="h" for="ch" forName="picture1" refType="h" fact="0.3069"/>
          <dgm:constr type="l" for="ch" forName="parent1" refType="w" fact="0"/>
          <dgm:constr type="t" for="ch" forName="parent1" refType="h" fact="0.2693"/>
          <dgm:constr type="w" for="ch" forName="parent1" refType="w" fact="0.9992"/>
          <dgm:constr type="h" for="ch" forName="parent1" refType="h" fact="0.0358"/>
          <dgm:constr type="l" for="ch" forName="picture2" refType="w" fact="0"/>
          <dgm:constr type="t" for="ch" forName="picture2" refType="h" fact="0.3165"/>
          <dgm:constr type="w" for="ch" forName="picture2" refType="w" fact="0.6307"/>
          <dgm:constr type="h" for="ch" forName="picture2" refType="h" fact="0.1638"/>
          <dgm:constr type="l" for="ch" forName="parent2" refType="w" fact="0"/>
          <dgm:constr type="t" for="ch" forName="parent2" refType="h" fact="0.4578"/>
          <dgm:constr type="w" for="ch" forName="parent2" refType="w" fact="0.6307"/>
          <dgm:constr type="h" for="ch" forName="parent2" refType="h" fact="0.0205"/>
          <dgm:constr type="l" for="ch" forName="picture3" refType="w" fact="0.6496"/>
          <dgm:constr type="t" for="ch" forName="picture3" refType="h" fact="0.3165"/>
          <dgm:constr type="w" for="ch" forName="picture3" refType="w" fact="0.3496"/>
          <dgm:constr type="h" for="ch" forName="picture3" refType="h" fact="0.1638"/>
          <dgm:constr type="l" for="ch" forName="parent3" refType="w" fact="0.6496"/>
          <dgm:constr type="t" for="ch" forName="parent3" refType="h" fact="0.4575"/>
          <dgm:constr type="w" for="ch" forName="parent3" refType="w" fact="0.3496"/>
          <dgm:constr type="h" for="ch" forName="parent3" refType="h" fact="0.0207"/>
          <dgm:constr type="l" for="ch" forName="picture5" refType="w" fact="0.3688"/>
          <dgm:constr type="t" for="ch" forName="picture5" refType="h" fact="0.4903"/>
          <dgm:constr type="w" for="ch" forName="picture5" refType="w" fact="0.6307"/>
          <dgm:constr type="h" for="ch" forName="picture5" refType="h" fact="0.1638"/>
          <dgm:constr type="l" for="ch" forName="parent5" refType="w" fact="0.3688"/>
          <dgm:constr type="t" for="ch" forName="parent5" refType="h" fact="0.6316"/>
          <dgm:constr type="w" for="ch" forName="parent5" refType="w" fact="0.6307"/>
          <dgm:constr type="h" for="ch" forName="parent5" refType="h" fact="0.0205"/>
          <dgm:constr type="l" for="ch" forName="picture4" refType="w" fact="0"/>
          <dgm:constr type="t" for="ch" forName="picture4" refType="h" fact="0.4903"/>
          <dgm:constr type="w" for="ch" forName="picture4" refType="w" fact="0.3496"/>
          <dgm:constr type="h" for="ch" forName="picture4" refType="h" fact="0.1638"/>
          <dgm:constr type="l" for="ch" forName="parent4" refType="w" fact="0"/>
          <dgm:constr type="t" for="ch" forName="parent4" refType="h" fact="0.6313"/>
          <dgm:constr type="w" for="ch" forName="parent4" refType="w" fact="0.3496"/>
          <dgm:constr type="h" for="ch" forName="parent4" refType="h" fact="0.0207"/>
          <dgm:constr type="l" for="ch" forName="picture6" refType="w" fact="0"/>
          <dgm:constr type="t" for="ch" forName="picture6" refType="h" fact="0.6638"/>
          <dgm:constr type="w" for="ch" forName="picture6" refType="w" fact="0.6307"/>
          <dgm:constr type="h" for="ch" forName="picture6" refType="h" fact="0.1638"/>
          <dgm:constr type="l" for="ch" forName="parent6" refType="w" fact="0"/>
          <dgm:constr type="t" for="ch" forName="parent6" refType="h" fact="0.8051"/>
          <dgm:constr type="w" for="ch" forName="parent6" refType="w" fact="0.6307"/>
          <dgm:constr type="h" for="ch" forName="parent6" refType="h" fact="0.0205"/>
          <dgm:constr type="l" for="ch" forName="picture7" refType="w" fact="0.6504"/>
          <dgm:constr type="t" for="ch" forName="picture7" refType="h" fact="0.6638"/>
          <dgm:constr type="w" for="ch" forName="picture7" refType="w" fact="0.3496"/>
          <dgm:constr type="h" for="ch" forName="picture7" refType="h" fact="0.1638"/>
          <dgm:constr type="l" for="ch" forName="parent7" refType="w" fact="0.6504"/>
          <dgm:constr type="t" for="ch" forName="parent7" refType="h" fact="0.8048"/>
          <dgm:constr type="w" for="ch" forName="parent7" refType="w" fact="0.3496"/>
          <dgm:constr type="h" for="ch" forName="parent7" refType="h" fact="0.0207"/>
          <dgm:constr type="l" for="ch" forName="picture8" refType="w" fact="0"/>
          <dgm:constr type="t" for="ch" forName="picture8" refType="h" fact="0.8362"/>
          <dgm:constr type="w" for="ch" forName="picture8" refType="w" fact="0.3496"/>
          <dgm:constr type="h" for="ch" forName="picture8" refType="h" fact="0.1638"/>
          <dgm:constr type="l" for="ch" forName="parent8" refType="w" fact="0"/>
          <dgm:constr type="t" for="ch" forName="parent8" refType="h" fact="0.9772"/>
          <dgm:constr type="w" for="ch" forName="parent8" refType="w" fact="0.3496"/>
          <dgm:constr type="h" for="ch" forName="parent8" refType="h" fact="0.0207"/>
        </dgm:constrLst>
      </dgm:if>
      <dgm:else name="Name10">
        <dgm:alg type="composite">
          <dgm:param type="ar" val="0.4976"/>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primFontSz" for="des" forName="parent8" refType="primFontSz" refFor="des" refForName="parent2" op="equ"/>
          <dgm:constr type="primFontSz" for="des" forName="parent9" refType="primFontSz" refFor="des" refForName="parent2" op="equ"/>
          <dgm:constr type="l" for="ch" forName="picture1" refType="w" fact="0"/>
          <dgm:constr type="t" for="ch" forName="picture1" refType="h" fact="0"/>
          <dgm:constr type="w" for="ch" forName="picture1" refType="w" fact="0.9992"/>
          <dgm:constr type="h" for="ch" forName="picture1" refType="h" fact="0.3069"/>
          <dgm:constr type="l" for="ch" forName="parent1" refType="w" fact="0"/>
          <dgm:constr type="t" for="ch" forName="parent1" refType="h" fact="0.2693"/>
          <dgm:constr type="w" for="ch" forName="parent1" refType="w" fact="0.9992"/>
          <dgm:constr type="h" for="ch" forName="parent1" refType="h" fact="0.0358"/>
          <dgm:constr type="l" for="ch" forName="picture2" refType="w" fact="0"/>
          <dgm:constr type="t" for="ch" forName="picture2" refType="h" fact="0.3165"/>
          <dgm:constr type="w" for="ch" forName="picture2" refType="w" fact="0.6307"/>
          <dgm:constr type="h" for="ch" forName="picture2" refType="h" fact="0.1638"/>
          <dgm:constr type="l" for="ch" forName="parent2" refType="w" fact="0"/>
          <dgm:constr type="t" for="ch" forName="parent2" refType="h" fact="0.4578"/>
          <dgm:constr type="w" for="ch" forName="parent2" refType="w" fact="0.6307"/>
          <dgm:constr type="h" for="ch" forName="parent2" refType="h" fact="0.0205"/>
          <dgm:constr type="l" for="ch" forName="picture3" refType="w" fact="0.6496"/>
          <dgm:constr type="t" for="ch" forName="picture3" refType="h" fact="0.3165"/>
          <dgm:constr type="w" for="ch" forName="picture3" refType="w" fact="0.3496"/>
          <dgm:constr type="h" for="ch" forName="picture3" refType="h" fact="0.1638"/>
          <dgm:constr type="l" for="ch" forName="parent3" refType="w" fact="0.6496"/>
          <dgm:constr type="t" for="ch" forName="parent3" refType="h" fact="0.4575"/>
          <dgm:constr type="w" for="ch" forName="parent3" refType="w" fact="0.3496"/>
          <dgm:constr type="h" for="ch" forName="parent3" refType="h" fact="0.0207"/>
          <dgm:constr type="l" for="ch" forName="picture5" refType="w" fact="0.3688"/>
          <dgm:constr type="t" for="ch" forName="picture5" refType="h" fact="0.4903"/>
          <dgm:constr type="w" for="ch" forName="picture5" refType="w" fact="0.6307"/>
          <dgm:constr type="h" for="ch" forName="picture5" refType="h" fact="0.1638"/>
          <dgm:constr type="l" for="ch" forName="parent5" refType="w" fact="0.3688"/>
          <dgm:constr type="t" for="ch" forName="parent5" refType="h" fact="0.6316"/>
          <dgm:constr type="w" for="ch" forName="parent5" refType="w" fact="0.6307"/>
          <dgm:constr type="h" for="ch" forName="parent5" refType="h" fact="0.0205"/>
          <dgm:constr type="l" for="ch" forName="picture4" refType="w" fact="0"/>
          <dgm:constr type="t" for="ch" forName="picture4" refType="h" fact="0.4903"/>
          <dgm:constr type="w" for="ch" forName="picture4" refType="w" fact="0.3496"/>
          <dgm:constr type="h" for="ch" forName="picture4" refType="h" fact="0.1638"/>
          <dgm:constr type="l" for="ch" forName="parent4" refType="w" fact="0"/>
          <dgm:constr type="t" for="ch" forName="parent4" refType="h" fact="0.6313"/>
          <dgm:constr type="w" for="ch" forName="parent4" refType="w" fact="0.3496"/>
          <dgm:constr type="h" for="ch" forName="parent4" refType="h" fact="0.0207"/>
          <dgm:constr type="l" for="ch" forName="picture6" refType="w" fact="0"/>
          <dgm:constr type="t" for="ch" forName="picture6" refType="h" fact="0.6638"/>
          <dgm:constr type="w" for="ch" forName="picture6" refType="w" fact="0.6307"/>
          <dgm:constr type="h" for="ch" forName="picture6" refType="h" fact="0.1638"/>
          <dgm:constr type="l" for="ch" forName="parent6" refType="w" fact="0"/>
          <dgm:constr type="t" for="ch" forName="parent6" refType="h" fact="0.8051"/>
          <dgm:constr type="w" for="ch" forName="parent6" refType="w" fact="0.6307"/>
          <dgm:constr type="h" for="ch" forName="parent6" refType="h" fact="0.0205"/>
          <dgm:constr type="l" for="ch" forName="picture7" refType="w" fact="0.6504"/>
          <dgm:constr type="t" for="ch" forName="picture7" refType="h" fact="0.6638"/>
          <dgm:constr type="w" for="ch" forName="picture7" refType="w" fact="0.3496"/>
          <dgm:constr type="h" for="ch" forName="picture7" refType="h" fact="0.1638"/>
          <dgm:constr type="l" for="ch" forName="parent7" refType="w" fact="0.6504"/>
          <dgm:constr type="t" for="ch" forName="parent7" refType="h" fact="0.8048"/>
          <dgm:constr type="w" for="ch" forName="parent7" refType="w" fact="0.3496"/>
          <dgm:constr type="h" for="ch" forName="parent7" refType="h" fact="0.0207"/>
          <dgm:constr type="l" for="ch" forName="picture8" refType="w" fact="0"/>
          <dgm:constr type="t" for="ch" forName="picture8" refType="h" fact="0.8362"/>
          <dgm:constr type="w" for="ch" forName="picture8" refType="w" fact="0.3496"/>
          <dgm:constr type="h" for="ch" forName="picture8" refType="h" fact="0.1638"/>
          <dgm:constr type="l" for="ch" forName="parent8" refType="w" fact="0"/>
          <dgm:constr type="t" for="ch" forName="parent8" refType="h" fact="0.9772"/>
          <dgm:constr type="w" for="ch" forName="parent8" refType="w" fact="0.3496"/>
          <dgm:constr type="h" for="ch" forName="parent8" refType="h" fact="0.0207"/>
          <dgm:constr type="l" for="ch" forName="picture9" refType="w" fact="0.3689"/>
          <dgm:constr type="t" for="ch" forName="picture9" refType="h" fact="0.8362"/>
          <dgm:constr type="w" for="ch" forName="picture9" refType="w" fact="0.6307"/>
          <dgm:constr type="h" for="ch" forName="picture9" refType="h" fact="0.1638"/>
          <dgm:constr type="l" for="ch" forName="parent9" refType="w" fact="0.3689"/>
          <dgm:constr type="t" for="ch" forName="parent9" refType="h" fact="0.9775"/>
          <dgm:constr type="w" for="ch" forName="parent9" refType="w" fact="0.6307"/>
          <dgm:constr type="h" for="ch" forName="parent9" refType="h" fact="0.0205"/>
        </dgm:constrLst>
      </dgm:else>
    </dgm:choose>
    <dgm:forEach name="Name11" axis="ch" ptType="node" cnt="1">
      <dgm:layoutNode name="picture1">
        <dgm:alg type="sp"/>
        <dgm:shape xmlns:r="http://schemas.openxmlformats.org/officeDocument/2006/relationships" r:blip="">
          <dgm:adjLst/>
        </dgm:shape>
        <dgm:presOf/>
        <dgm:forEach name="Name12" ref="pictureWrapper"/>
      </dgm:layoutNode>
      <dgm:layoutNode name="parent1">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3" axis="ch" ptType="node" st="2" cnt="1">
      <dgm:layoutNode name="picture2">
        <dgm:alg type="sp"/>
        <dgm:shape xmlns:r="http://schemas.openxmlformats.org/officeDocument/2006/relationships" r:blip="">
          <dgm:adjLst/>
        </dgm:shape>
        <dgm:presOf/>
        <dgm:forEach name="Name14" ref="pictureWrapper"/>
      </dgm:layoutNode>
      <dgm:layoutNode name="parent2">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5" axis="ch" ptType="node" st="3" cnt="1">
      <dgm:layoutNode name="picture3">
        <dgm:alg type="sp"/>
        <dgm:shape xmlns:r="http://schemas.openxmlformats.org/officeDocument/2006/relationships" r:blip="">
          <dgm:adjLst/>
        </dgm:shape>
        <dgm:presOf/>
        <dgm:forEach name="Name16" ref="pictureWrapper"/>
      </dgm:layoutNode>
      <dgm:layoutNode name="parent3">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7" axis="ch" ptType="node" st="4" cnt="1">
      <dgm:layoutNode name="picture4">
        <dgm:alg type="sp"/>
        <dgm:shape xmlns:r="http://schemas.openxmlformats.org/officeDocument/2006/relationships" r:blip="">
          <dgm:adjLst/>
        </dgm:shape>
        <dgm:presOf/>
        <dgm:forEach name="Name18" ref="pictureWrapper"/>
      </dgm:layoutNode>
      <dgm:layoutNode name="parent4">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9" axis="ch" ptType="node" st="5" cnt="1">
      <dgm:layoutNode name="picture5">
        <dgm:alg type="sp"/>
        <dgm:shape xmlns:r="http://schemas.openxmlformats.org/officeDocument/2006/relationships" r:blip="">
          <dgm:adjLst/>
        </dgm:shape>
        <dgm:presOf/>
        <dgm:forEach name="Name20" ref="pictureWrapper"/>
      </dgm:layoutNode>
      <dgm:layoutNode name="parent5">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1" axis="ch" ptType="node" st="6" cnt="1">
      <dgm:layoutNode name="picture6">
        <dgm:alg type="sp"/>
        <dgm:shape xmlns:r="http://schemas.openxmlformats.org/officeDocument/2006/relationships" r:blip="">
          <dgm:adjLst/>
        </dgm:shape>
        <dgm:presOf/>
        <dgm:forEach name="Name22" ref="pictureWrapper"/>
      </dgm:layoutNode>
      <dgm:layoutNode name="parent6">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3" axis="ch" ptType="node" st="7" cnt="1">
      <dgm:layoutNode name="picture7">
        <dgm:alg type="sp"/>
        <dgm:shape xmlns:r="http://schemas.openxmlformats.org/officeDocument/2006/relationships" r:blip="">
          <dgm:adjLst/>
        </dgm:shape>
        <dgm:presOf/>
        <dgm:forEach name="Name24" ref="pictureWrapper"/>
      </dgm:layoutNode>
      <dgm:layoutNode name="parent7">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5" axis="ch" ptType="node" st="8" cnt="1">
      <dgm:layoutNode name="picture8">
        <dgm:alg type="sp"/>
        <dgm:shape xmlns:r="http://schemas.openxmlformats.org/officeDocument/2006/relationships" r:blip="">
          <dgm:adjLst/>
        </dgm:shape>
        <dgm:presOf/>
        <dgm:forEach name="Name26" ref="pictureWrapper"/>
      </dgm:layoutNode>
      <dgm:layoutNode name="parent8">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7" axis="ch" ptType="node" st="9" cnt="1">
      <dgm:layoutNode name="picture9">
        <dgm:alg type="sp"/>
        <dgm:shape xmlns:r="http://schemas.openxmlformats.org/officeDocument/2006/relationships" r:blip="">
          <dgm:adjLst/>
        </dgm:shape>
        <dgm:presOf/>
        <dgm:forEach name="Name28" ref="pictureWrapper"/>
      </dgm:layoutNode>
      <dgm:layoutNode name="parent9">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wrapper" axis="self" ptType="parTrans">
      <dgm:forEach name="pictureWrapper" axis="self">
        <dgm:layoutNode name="picture" styleLbl="alignImgPlace1">
          <dgm:alg type="sp"/>
          <dgm:shape xmlns:r="http://schemas.openxmlformats.org/officeDocument/2006/relationships" type="rect" r:blip="" blipPhldr="1">
            <dgm:adjLst/>
          </dgm:shape>
          <dgm:presOf/>
        </dgm:layoutNode>
      </dgm:forEach>
    </dgm:forEach>
  </dgm:layoutNode>
</dgm:layoutDef>
</file>

<file path=ppt/diagrams/layout8.xml><?xml version="1.0" encoding="utf-8"?>
<dgm:layoutDef xmlns:dgm="http://schemas.openxmlformats.org/drawingml/2006/diagram" xmlns:a="http://schemas.openxmlformats.org/drawingml/2006/main" uniqueId="urn:microsoft.com/office/officeart/2011/layout/ThemePictureAlternatingAccent">
  <dgm:title val="Theme Picture Alternating Accent"/>
  <dgm:desc val="Use to show a group of pictures with the first picture being the largest and on top. Additional Level 1 pictures alternate between squares and rectangles with a limit of nine Level 1 pictures. Works best with small amounts of text. Unused text does not appear, but remains available if you switch layouts."/>
  <dgm:catLst>
    <dgm:cat type="picture" pri="13750"/>
    <dgm:cat type="officeonline" pri="7000"/>
  </dgm:catLst>
  <dgm:samp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sampData>
  <dgm:style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styleData>
  <dgm:clr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clrData>
  <dgm:layoutNode name="Name0">
    <dgm:varLst>
      <dgm:chMax val="9"/>
      <dgm:chPref val="9"/>
    </dgm:varLst>
    <dgm:shape xmlns:r="http://schemas.openxmlformats.org/officeDocument/2006/relationships" r:blip="">
      <dgm:adjLst/>
    </dgm:shape>
    <dgm:choose name="Name1">
      <dgm:if name="Name2" axis="ch" ptType="node" func="cnt" op="equ" val="1">
        <dgm:alg type="composite">
          <dgm:param type="ar" val="1.62"/>
        </dgm:alg>
        <dgm:constrLst>
          <dgm:constr type="primFontSz" for="des" forName="parent1" val="65"/>
          <dgm:constr type="l" for="ch" forName="picture1" refType="w" fact="0"/>
          <dgm:constr type="t" for="ch" forName="picture1" refType="h" fact="0"/>
          <dgm:constr type="w" for="ch" forName="picture1" refType="w"/>
          <dgm:constr type="h" for="ch" forName="picture1" refType="h"/>
          <dgm:constr type="l" for="ch" forName="parent1" refType="w" fact="0"/>
          <dgm:constr type="t" for="ch" forName="parent1" refType="h" fact="0.8776"/>
          <dgm:constr type="w" for="ch" forName="parent1" refType="w"/>
          <dgm:constr type="h" for="ch" forName="parent1" refType="h" fact="0.1166"/>
        </dgm:constrLst>
      </dgm:if>
      <dgm:if name="Name3" axis="ch" ptType="node" func="cnt" op="equ" val="2">
        <dgm:alg type="composite">
          <dgm:param type="ar" val="1.0352"/>
        </dgm:alg>
        <dgm:constrLst>
          <dgm:constr type="primFontSz" for="des" forName="parent1" val="65"/>
          <dgm:constr type="primFontSz" for="des" forName="parent2" val="65"/>
          <dgm:constr type="l" for="ch" forName="picture1" refType="w" fact="0"/>
          <dgm:constr type="t" for="ch" forName="picture1" refType="h" fact="0"/>
          <dgm:constr type="w" for="ch" forName="picture1" refType="w"/>
          <dgm:constr type="h" for="ch" forName="picture1" refType="h" fact="0.639"/>
          <dgm:constr type="l" for="ch" forName="parent1" refType="w" fact="0"/>
          <dgm:constr type="t" for="ch" forName="parent1" refType="h" fact="0.5608"/>
          <dgm:constr type="w" for="ch" forName="parent1" refType="w"/>
          <dgm:constr type="h" for="ch" forName="parent1" refType="h" fact="0.0745"/>
          <dgm:constr type="l" for="ch" forName="picture2" refType="w" fact="0"/>
          <dgm:constr type="t" for="ch" forName="picture2" refType="h" fact="0.6589"/>
          <dgm:constr type="w" for="ch" forName="picture2" refType="w" fact="0.6312"/>
          <dgm:constr type="h" for="ch" forName="picture2" refType="h" fact="0.3411"/>
          <dgm:constr type="l" for="ch" forName="parent2" refType="w" fact="0"/>
          <dgm:constr type="t" for="ch" forName="parent2" refType="h" fact="0.9532"/>
          <dgm:constr type="w" for="ch" forName="parent2" refType="w" fact="0.6312"/>
          <dgm:constr type="h" for="ch" forName="parent2" refType="h" fact="0.0426"/>
        </dgm:constrLst>
      </dgm:if>
      <dgm:if name="Name4" axis="ch" ptType="node" func="cnt" op="equ" val="3">
        <dgm:alg type="composite">
          <dgm:param type="ar" val="1.035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l" for="ch" forName="picture1" refType="w" fact="0"/>
          <dgm:constr type="t" for="ch" forName="picture1" refType="h" fact="0"/>
          <dgm:constr type="w" for="ch" forName="picture1" refType="w"/>
          <dgm:constr type="h" for="ch" forName="picture1" refType="h" fact="0.639"/>
          <dgm:constr type="l" for="ch" forName="parent1" refType="w" fact="0"/>
          <dgm:constr type="t" for="ch" forName="parent1" refType="h" fact="0.5608"/>
          <dgm:constr type="w" for="ch" forName="parent1" refType="w"/>
          <dgm:constr type="h" for="ch" forName="parent1" refType="h" fact="0.0745"/>
          <dgm:constr type="l" for="ch" forName="picture2" refType="w" fact="0"/>
          <dgm:constr type="t" for="ch" forName="picture2" refType="h" fact="0.6589"/>
          <dgm:constr type="w" for="ch" forName="picture2" refType="w" fact="0.6312"/>
          <dgm:constr type="h" for="ch" forName="picture2" refType="h" fact="0.3411"/>
          <dgm:constr type="l" for="ch" forName="parent2" refType="w" fact="0"/>
          <dgm:constr type="t" for="ch" forName="parent2" refType="h" fact="0.9532"/>
          <dgm:constr type="w" for="ch" forName="parent2" refType="w" fact="0.6312"/>
          <dgm:constr type="h" for="ch" forName="parent2" refType="h" fact="0.0426"/>
          <dgm:constr type="l" for="ch" forName="picture3" refType="w" fact="0.6501"/>
          <dgm:constr type="t" for="ch" forName="picture3" refType="h" fact="0.6589"/>
          <dgm:constr type="w" for="ch" forName="picture3" refType="w" fact="0.3499"/>
          <dgm:constr type="h" for="ch" forName="picture3" refType="h" fact="0.3411"/>
          <dgm:constr type="l" for="ch" forName="parent3" refType="w" fact="0.6501"/>
          <dgm:constr type="t" for="ch" forName="parent3" refType="h" fact="0.9525"/>
          <dgm:constr type="w" for="ch" forName="parent3" refType="w" fact="0.3499"/>
          <dgm:constr type="h" for="ch" forName="parent3" refType="h" fact="0.043"/>
        </dgm:constrLst>
      </dgm:if>
      <dgm:if name="Name5" axis="ch" ptType="node" func="cnt" op="equ" val="4">
        <dgm:alg type="composite">
          <dgm:param type="ar" val="0.7603"/>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l" for="ch" forName="picture1" refType="w" fact="0"/>
          <dgm:constr type="t" for="ch" forName="picture1" refType="h" fact="0"/>
          <dgm:constr type="w" for="ch" forName="picture1" refType="w" fact="0.9998"/>
          <dgm:constr type="h" for="ch" forName="picture1" refType="h" fact="0.4692"/>
          <dgm:constr type="l" for="ch" forName="parent1" refType="w" fact="0"/>
          <dgm:constr type="t" for="ch" forName="parent1" refType="h" fact="0.4118"/>
          <dgm:constr type="w" for="ch" forName="parent1" refType="w" fact="0.9998"/>
          <dgm:constr type="h" for="ch" forName="parent1" refType="h" fact="0.0547"/>
          <dgm:constr type="l" for="ch" forName="picture2" refType="w" fact="0"/>
          <dgm:constr type="t" for="ch" forName="picture2" refType="h" fact="0.4839"/>
          <dgm:constr type="w" for="ch" forName="picture2" refType="w" fact="0.631"/>
          <dgm:constr type="h" for="ch" forName="picture2" refType="h" fact="0.2504"/>
          <dgm:constr type="l" for="ch" forName="parent2" refType="w" fact="0"/>
          <dgm:constr type="t" for="ch" forName="parent2" refType="h" fact="0.6999"/>
          <dgm:constr type="w" for="ch" forName="parent2" refType="w" fact="0.631"/>
          <dgm:constr type="h" for="ch" forName="parent2" refType="h" fact="0.0313"/>
          <dgm:constr type="l" for="ch" forName="picture3" refType="w" fact="0.65"/>
          <dgm:constr type="t" for="ch" forName="picture3" refType="h" fact="0.4839"/>
          <dgm:constr type="w" for="ch" forName="picture3" refType="w" fact="0.3498"/>
          <dgm:constr type="h" for="ch" forName="picture3" refType="h" fact="0.2504"/>
          <dgm:constr type="l" for="ch" forName="parent3" refType="w" fact="0.65"/>
          <dgm:constr type="t" for="ch" forName="parent3" refType="h" fact="0.6994"/>
          <dgm:constr type="w" for="ch" forName="parent3" refType="w" fact="0.3498"/>
          <dgm:constr type="h" for="ch" forName="parent3" refType="h" fact="0.0316"/>
          <dgm:constr type="l" for="ch" forName="picture4" refType="w" fact="0"/>
          <dgm:constr type="t" for="ch" forName="picture4" refType="h" fact="0.7496"/>
          <dgm:constr type="w" for="ch" forName="picture4" refType="w" fact="0.3498"/>
          <dgm:constr type="h" for="ch" forName="picture4" refType="h" fact="0.2504"/>
          <dgm:constr type="l" for="ch" forName="parent4" refType="w" fact="0"/>
          <dgm:constr type="t" for="ch" forName="parent4" refType="h" fact="0.9651"/>
          <dgm:constr type="w" for="ch" forName="parent4" refType="w" fact="0.3498"/>
          <dgm:constr type="h" for="ch" forName="parent4" refType="h" fact="0.0316"/>
        </dgm:constrLst>
      </dgm:if>
      <dgm:if name="Name6" axis="ch" ptType="node" func="cnt" op="equ" val="5">
        <dgm:alg type="composite">
          <dgm:param type="ar" val="0.7603"/>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l" for="ch" forName="picture1" refType="w" fact="0"/>
          <dgm:constr type="t" for="ch" forName="picture1" refType="h" fact="0"/>
          <dgm:constr type="w" for="ch" forName="picture1" refType="w" fact="0.9998"/>
          <dgm:constr type="h" for="ch" forName="picture1" refType="h" fact="0.4692"/>
          <dgm:constr type="l" for="ch" forName="parent1" refType="w" fact="0"/>
          <dgm:constr type="t" for="ch" forName="parent1" refType="h" fact="0.4118"/>
          <dgm:constr type="w" for="ch" forName="parent1" refType="w" fact="0.9998"/>
          <dgm:constr type="h" for="ch" forName="parent1" refType="h" fact="0.0547"/>
          <dgm:constr type="l" for="ch" forName="picture2" refType="w" fact="0"/>
          <dgm:constr type="t" for="ch" forName="picture2" refType="h" fact="0.4839"/>
          <dgm:constr type="w" for="ch" forName="picture2" refType="w" fact="0.631"/>
          <dgm:constr type="h" for="ch" forName="picture2" refType="h" fact="0.2504"/>
          <dgm:constr type="l" for="ch" forName="parent2" refType="w" fact="0"/>
          <dgm:constr type="t" for="ch" forName="parent2" refType="h" fact="0.6999"/>
          <dgm:constr type="w" for="ch" forName="parent2" refType="w" fact="0.631"/>
          <dgm:constr type="h" for="ch" forName="parent2" refType="h" fact="0.0313"/>
          <dgm:constr type="l" for="ch" forName="picture3" refType="w" fact="0.65"/>
          <dgm:constr type="t" for="ch" forName="picture3" refType="h" fact="0.4839"/>
          <dgm:constr type="w" for="ch" forName="picture3" refType="w" fact="0.3498"/>
          <dgm:constr type="h" for="ch" forName="picture3" refType="h" fact="0.2504"/>
          <dgm:constr type="l" for="ch" forName="parent3" refType="w" fact="0.65"/>
          <dgm:constr type="t" for="ch" forName="parent3" refType="h" fact="0.6994"/>
          <dgm:constr type="w" for="ch" forName="parent3" refType="w" fact="0.3498"/>
          <dgm:constr type="h" for="ch" forName="parent3" refType="h" fact="0.0316"/>
          <dgm:constr type="l" for="ch" forName="picture4" refType="w" fact="0"/>
          <dgm:constr type="t" for="ch" forName="picture4" refType="h" fact="0.7496"/>
          <dgm:constr type="w" for="ch" forName="picture4" refType="w" fact="0.3498"/>
          <dgm:constr type="h" for="ch" forName="picture4" refType="h" fact="0.2504"/>
          <dgm:constr type="l" for="ch" forName="parent4" refType="w" fact="0"/>
          <dgm:constr type="t" for="ch" forName="parent4" refType="h" fact="0.9651"/>
          <dgm:constr type="w" for="ch" forName="parent4" refType="w" fact="0.3498"/>
          <dgm:constr type="h" for="ch" forName="parent4" refType="h" fact="0.0316"/>
          <dgm:constr type="l" for="ch" forName="picture5" refType="w" fact="0.369"/>
          <dgm:constr type="t" for="ch" forName="picture5" refType="h" fact="0.7496"/>
          <dgm:constr type="w" for="ch" forName="picture5" refType="w" fact="0.631"/>
          <dgm:constr type="h" for="ch" forName="picture5" refType="h" fact="0.2504"/>
          <dgm:constr type="l" for="ch" forName="parent5" refType="w" fact="0.369"/>
          <dgm:constr type="t" for="ch" forName="parent5" refType="h" fact="0.9656"/>
          <dgm:constr type="w" for="ch" forName="parent5" refType="w" fact="0.631"/>
          <dgm:constr type="h" for="ch" forName="parent5" refType="h" fact="0.0313"/>
        </dgm:constrLst>
      </dgm:if>
      <dgm:if name="Name7" axis="ch" ptType="node" func="cnt" op="equ" val="6">
        <dgm:alg type="composite">
          <dgm:param type="ar" val="0.601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l" for="ch" forName="picture1" refType="w" fact="0"/>
          <dgm:constr type="t" for="ch" forName="picture1" refType="h" fact="0"/>
          <dgm:constr type="w" for="ch" forName="picture1" refType="w" fact="0.9992"/>
          <dgm:constr type="h" for="ch" forName="picture1" refType="h" fact="0.3708"/>
          <dgm:constr type="l" for="ch" forName="parent1" refType="w" fact="0"/>
          <dgm:constr type="t" for="ch" forName="parent1" refType="h" fact="0.3254"/>
          <dgm:constr type="w" for="ch" forName="parent1" refType="w" fact="0.9992"/>
          <dgm:constr type="h" for="ch" forName="parent1" refType="h" fact="0.0432"/>
          <dgm:constr type="l" for="ch" forName="picture2" refType="w" fact="0"/>
          <dgm:constr type="t" for="ch" forName="picture2" refType="h" fact="0.3824"/>
          <dgm:constr type="w" for="ch" forName="picture2" refType="w" fact="0.6307"/>
          <dgm:constr type="h" for="ch" forName="picture2" refType="h" fact="0.1979"/>
          <dgm:constr type="l" for="ch" forName="parent2" refType="w" fact="0"/>
          <dgm:constr type="t" for="ch" forName="parent2" refType="h" fact="0.5531"/>
          <dgm:constr type="w" for="ch" forName="parent2" refType="w" fact="0.6307"/>
          <dgm:constr type="h" for="ch" forName="parent2" refType="h" fact="0.0247"/>
          <dgm:constr type="l" for="ch" forName="picture3" refType="w" fact="0.6496"/>
          <dgm:constr type="t" for="ch" forName="picture3" refType="h" fact="0.3824"/>
          <dgm:constr type="w" for="ch" forName="picture3" refType="w" fact="0.3496"/>
          <dgm:constr type="h" for="ch" forName="picture3" refType="h" fact="0.1979"/>
          <dgm:constr type="l" for="ch" forName="parent3" refType="w" fact="0.6496"/>
          <dgm:constr type="t" for="ch" forName="parent3" refType="h" fact="0.5527"/>
          <dgm:constr type="w" for="ch" forName="parent3" refType="w" fact="0.3496"/>
          <dgm:constr type="h" for="ch" forName="parent3" refType="h" fact="0.025"/>
          <dgm:constr type="l" for="ch" forName="picture4" refType="w" fact="0"/>
          <dgm:constr type="t" for="ch" forName="picture4" refType="h" fact="0.5924"/>
          <dgm:constr type="w" for="ch" forName="picture4" refType="w" fact="0.3496"/>
          <dgm:constr type="h" for="ch" forName="picture4" refType="h" fact="0.1979"/>
          <dgm:constr type="l" for="ch" forName="parent4" refType="w" fact="0"/>
          <dgm:constr type="t" for="ch" forName="parent4" refType="h" fact="0.7627"/>
          <dgm:constr type="w" for="ch" forName="parent4" refType="w" fact="0.3496"/>
          <dgm:constr type="h" for="ch" forName="parent4" refType="h" fact="0.025"/>
          <dgm:constr type="l" for="ch" forName="picture5" refType="w" fact="0.3688"/>
          <dgm:constr type="t" for="ch" forName="picture5" refType="h" fact="0.5924"/>
          <dgm:constr type="w" for="ch" forName="picture5" refType="w" fact="0.6307"/>
          <dgm:constr type="h" for="ch" forName="picture5" refType="h" fact="0.1979"/>
          <dgm:constr type="l" for="ch" forName="parent5" refType="w" fact="0.3688"/>
          <dgm:constr type="t" for="ch" forName="parent5" refType="h" fact="0.7631"/>
          <dgm:constr type="w" for="ch" forName="parent5" refType="w" fact="0.6307"/>
          <dgm:constr type="h" for="ch" forName="parent5" refType="h" fact="0.0247"/>
          <dgm:constr type="l" for="ch" forName="picture6" refType="w" fact="0"/>
          <dgm:constr type="t" for="ch" forName="picture6" refType="h" fact="0.8021"/>
          <dgm:constr type="w" for="ch" forName="picture6" refType="w" fact="0.6307"/>
          <dgm:constr type="h" for="ch" forName="picture6" refType="h" fact="0.1979"/>
          <dgm:constr type="l" for="ch" forName="parent6" refType="w" fact="0"/>
          <dgm:constr type="t" for="ch" forName="parent6" refType="h" fact="0.9728"/>
          <dgm:constr type="w" for="ch" forName="parent6" refType="w" fact="0.6307"/>
          <dgm:constr type="h" for="ch" forName="parent6" refType="h" fact="0.0247"/>
        </dgm:constrLst>
      </dgm:if>
      <dgm:if name="Name8" axis="ch" ptType="node" func="cnt" op="equ" val="7">
        <dgm:alg type="composite">
          <dgm:param type="ar" val="0.601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l" for="ch" forName="picture1" refType="w" fact="0"/>
          <dgm:constr type="t" for="ch" forName="picture1" refType="h" fact="0"/>
          <dgm:constr type="w" for="ch" forName="picture1" refType="w" fact="0.9992"/>
          <dgm:constr type="h" for="ch" forName="picture1" refType="h" fact="0.3708"/>
          <dgm:constr type="l" for="ch" forName="parent1" refType="w" fact="0"/>
          <dgm:constr type="t" for="ch" forName="parent1" refType="h" fact="0.3254"/>
          <dgm:constr type="w" for="ch" forName="parent1" refType="w" fact="0.9992"/>
          <dgm:constr type="h" for="ch" forName="parent1" refType="h" fact="0.0432"/>
          <dgm:constr type="l" for="ch" forName="picture2" refType="w" fact="0"/>
          <dgm:constr type="t" for="ch" forName="picture2" refType="h" fact="0.3824"/>
          <dgm:constr type="w" for="ch" forName="picture2" refType="w" fact="0.6307"/>
          <dgm:constr type="h" for="ch" forName="picture2" refType="h" fact="0.1979"/>
          <dgm:constr type="l" for="ch" forName="parent2" refType="w" fact="0"/>
          <dgm:constr type="t" for="ch" forName="parent2" refType="h" fact="0.5531"/>
          <dgm:constr type="w" for="ch" forName="parent2" refType="w" fact="0.6307"/>
          <dgm:constr type="h" for="ch" forName="parent2" refType="h" fact="0.0247"/>
          <dgm:constr type="l" for="ch" forName="picture3" refType="w" fact="0.6496"/>
          <dgm:constr type="t" for="ch" forName="picture3" refType="h" fact="0.3824"/>
          <dgm:constr type="w" for="ch" forName="picture3" refType="w" fact="0.3496"/>
          <dgm:constr type="h" for="ch" forName="picture3" refType="h" fact="0.1979"/>
          <dgm:constr type="l" for="ch" forName="parent3" refType="w" fact="0.6496"/>
          <dgm:constr type="t" for="ch" forName="parent3" refType="h" fact="0.5527"/>
          <dgm:constr type="w" for="ch" forName="parent3" refType="w" fact="0.3496"/>
          <dgm:constr type="h" for="ch" forName="parent3" refType="h" fact="0.025"/>
          <dgm:constr type="l" for="ch" forName="picture4" refType="w" fact="0"/>
          <dgm:constr type="t" for="ch" forName="picture4" refType="h" fact="0.5924"/>
          <dgm:constr type="w" for="ch" forName="picture4" refType="w" fact="0.3496"/>
          <dgm:constr type="h" for="ch" forName="picture4" refType="h" fact="0.1979"/>
          <dgm:constr type="l" for="ch" forName="parent4" refType="w" fact="0"/>
          <dgm:constr type="t" for="ch" forName="parent4" refType="h" fact="0.7627"/>
          <dgm:constr type="w" for="ch" forName="parent4" refType="w" fact="0.3496"/>
          <dgm:constr type="h" for="ch" forName="parent4" refType="h" fact="0.025"/>
          <dgm:constr type="l" for="ch" forName="picture5" refType="w" fact="0.3688"/>
          <dgm:constr type="t" for="ch" forName="picture5" refType="h" fact="0.5924"/>
          <dgm:constr type="w" for="ch" forName="picture5" refType="w" fact="0.6307"/>
          <dgm:constr type="h" for="ch" forName="picture5" refType="h" fact="0.1979"/>
          <dgm:constr type="l" for="ch" forName="parent5" refType="w" fact="0.3688"/>
          <dgm:constr type="t" for="ch" forName="parent5" refType="h" fact="0.7631"/>
          <dgm:constr type="w" for="ch" forName="parent5" refType="w" fact="0.6307"/>
          <dgm:constr type="h" for="ch" forName="parent5" refType="h" fact="0.0247"/>
          <dgm:constr type="l" for="ch" forName="picture6" refType="w" fact="0"/>
          <dgm:constr type="t" for="ch" forName="picture6" refType="h" fact="0.8021"/>
          <dgm:constr type="w" for="ch" forName="picture6" refType="w" fact="0.6307"/>
          <dgm:constr type="h" for="ch" forName="picture6" refType="h" fact="0.1979"/>
          <dgm:constr type="l" for="ch" forName="parent6" refType="w" fact="0"/>
          <dgm:constr type="t" for="ch" forName="parent6" refType="h" fact="0.9728"/>
          <dgm:constr type="w" for="ch" forName="parent6" refType="w" fact="0.6307"/>
          <dgm:constr type="h" for="ch" forName="parent6" refType="h" fact="0.0247"/>
          <dgm:constr type="l" for="ch" forName="picture7" refType="w" fact="0.6504"/>
          <dgm:constr type="t" for="ch" forName="picture7" refType="h" fact="0.8021"/>
          <dgm:constr type="w" for="ch" forName="picture7" refType="w" fact="0.3496"/>
          <dgm:constr type="h" for="ch" forName="picture7" refType="h" fact="0.1979"/>
          <dgm:constr type="l" for="ch" forName="parent7" refType="w" fact="0.6504"/>
          <dgm:constr type="t" for="ch" forName="parent7" refType="h" fact="0.9724"/>
          <dgm:constr type="w" for="ch" forName="parent7" refType="w" fact="0.3496"/>
          <dgm:constr type="h" for="ch" forName="parent7" refType="h" fact="0.025"/>
        </dgm:constrLst>
      </dgm:if>
      <dgm:if name="Name9" axis="ch" ptType="node" func="cnt" op="equ" val="8">
        <dgm:alg type="composite">
          <dgm:param type="ar" val="0.4976"/>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primFontSz" for="des" forName="parent8" refType="primFontSz" refFor="des" refForName="parent2" op="equ"/>
          <dgm:constr type="l" for="ch" forName="picture1" refType="w" fact="0"/>
          <dgm:constr type="t" for="ch" forName="picture1" refType="h" fact="0"/>
          <dgm:constr type="w" for="ch" forName="picture1" refType="w" fact="0.9992"/>
          <dgm:constr type="h" for="ch" forName="picture1" refType="h" fact="0.3069"/>
          <dgm:constr type="l" for="ch" forName="parent1" refType="w" fact="0"/>
          <dgm:constr type="t" for="ch" forName="parent1" refType="h" fact="0.2693"/>
          <dgm:constr type="w" for="ch" forName="parent1" refType="w" fact="0.9992"/>
          <dgm:constr type="h" for="ch" forName="parent1" refType="h" fact="0.0358"/>
          <dgm:constr type="l" for="ch" forName="picture2" refType="w" fact="0"/>
          <dgm:constr type="t" for="ch" forName="picture2" refType="h" fact="0.3165"/>
          <dgm:constr type="w" for="ch" forName="picture2" refType="w" fact="0.6307"/>
          <dgm:constr type="h" for="ch" forName="picture2" refType="h" fact="0.1638"/>
          <dgm:constr type="l" for="ch" forName="parent2" refType="w" fact="0"/>
          <dgm:constr type="t" for="ch" forName="parent2" refType="h" fact="0.4578"/>
          <dgm:constr type="w" for="ch" forName="parent2" refType="w" fact="0.6307"/>
          <dgm:constr type="h" for="ch" forName="parent2" refType="h" fact="0.0205"/>
          <dgm:constr type="l" for="ch" forName="picture3" refType="w" fact="0.6496"/>
          <dgm:constr type="t" for="ch" forName="picture3" refType="h" fact="0.3165"/>
          <dgm:constr type="w" for="ch" forName="picture3" refType="w" fact="0.3496"/>
          <dgm:constr type="h" for="ch" forName="picture3" refType="h" fact="0.1638"/>
          <dgm:constr type="l" for="ch" forName="parent3" refType="w" fact="0.6496"/>
          <dgm:constr type="t" for="ch" forName="parent3" refType="h" fact="0.4575"/>
          <dgm:constr type="w" for="ch" forName="parent3" refType="w" fact="0.3496"/>
          <dgm:constr type="h" for="ch" forName="parent3" refType="h" fact="0.0207"/>
          <dgm:constr type="l" for="ch" forName="picture5" refType="w" fact="0.3688"/>
          <dgm:constr type="t" for="ch" forName="picture5" refType="h" fact="0.4903"/>
          <dgm:constr type="w" for="ch" forName="picture5" refType="w" fact="0.6307"/>
          <dgm:constr type="h" for="ch" forName="picture5" refType="h" fact="0.1638"/>
          <dgm:constr type="l" for="ch" forName="parent5" refType="w" fact="0.3688"/>
          <dgm:constr type="t" for="ch" forName="parent5" refType="h" fact="0.6316"/>
          <dgm:constr type="w" for="ch" forName="parent5" refType="w" fact="0.6307"/>
          <dgm:constr type="h" for="ch" forName="parent5" refType="h" fact="0.0205"/>
          <dgm:constr type="l" for="ch" forName="picture4" refType="w" fact="0"/>
          <dgm:constr type="t" for="ch" forName="picture4" refType="h" fact="0.4903"/>
          <dgm:constr type="w" for="ch" forName="picture4" refType="w" fact="0.3496"/>
          <dgm:constr type="h" for="ch" forName="picture4" refType="h" fact="0.1638"/>
          <dgm:constr type="l" for="ch" forName="parent4" refType="w" fact="0"/>
          <dgm:constr type="t" for="ch" forName="parent4" refType="h" fact="0.6313"/>
          <dgm:constr type="w" for="ch" forName="parent4" refType="w" fact="0.3496"/>
          <dgm:constr type="h" for="ch" forName="parent4" refType="h" fact="0.0207"/>
          <dgm:constr type="l" for="ch" forName="picture6" refType="w" fact="0"/>
          <dgm:constr type="t" for="ch" forName="picture6" refType="h" fact="0.6638"/>
          <dgm:constr type="w" for="ch" forName="picture6" refType="w" fact="0.6307"/>
          <dgm:constr type="h" for="ch" forName="picture6" refType="h" fact="0.1638"/>
          <dgm:constr type="l" for="ch" forName="parent6" refType="w" fact="0"/>
          <dgm:constr type="t" for="ch" forName="parent6" refType="h" fact="0.8051"/>
          <dgm:constr type="w" for="ch" forName="parent6" refType="w" fact="0.6307"/>
          <dgm:constr type="h" for="ch" forName="parent6" refType="h" fact="0.0205"/>
          <dgm:constr type="l" for="ch" forName="picture7" refType="w" fact="0.6504"/>
          <dgm:constr type="t" for="ch" forName="picture7" refType="h" fact="0.6638"/>
          <dgm:constr type="w" for="ch" forName="picture7" refType="w" fact="0.3496"/>
          <dgm:constr type="h" for="ch" forName="picture7" refType="h" fact="0.1638"/>
          <dgm:constr type="l" for="ch" forName="parent7" refType="w" fact="0.6504"/>
          <dgm:constr type="t" for="ch" forName="parent7" refType="h" fact="0.8048"/>
          <dgm:constr type="w" for="ch" forName="parent7" refType="w" fact="0.3496"/>
          <dgm:constr type="h" for="ch" forName="parent7" refType="h" fact="0.0207"/>
          <dgm:constr type="l" for="ch" forName="picture8" refType="w" fact="0"/>
          <dgm:constr type="t" for="ch" forName="picture8" refType="h" fact="0.8362"/>
          <dgm:constr type="w" for="ch" forName="picture8" refType="w" fact="0.3496"/>
          <dgm:constr type="h" for="ch" forName="picture8" refType="h" fact="0.1638"/>
          <dgm:constr type="l" for="ch" forName="parent8" refType="w" fact="0"/>
          <dgm:constr type="t" for="ch" forName="parent8" refType="h" fact="0.9772"/>
          <dgm:constr type="w" for="ch" forName="parent8" refType="w" fact="0.3496"/>
          <dgm:constr type="h" for="ch" forName="parent8" refType="h" fact="0.0207"/>
        </dgm:constrLst>
      </dgm:if>
      <dgm:else name="Name10">
        <dgm:alg type="composite">
          <dgm:param type="ar" val="0.4976"/>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primFontSz" for="des" forName="parent8" refType="primFontSz" refFor="des" refForName="parent2" op="equ"/>
          <dgm:constr type="primFontSz" for="des" forName="parent9" refType="primFontSz" refFor="des" refForName="parent2" op="equ"/>
          <dgm:constr type="l" for="ch" forName="picture1" refType="w" fact="0"/>
          <dgm:constr type="t" for="ch" forName="picture1" refType="h" fact="0"/>
          <dgm:constr type="w" for="ch" forName="picture1" refType="w" fact="0.9992"/>
          <dgm:constr type="h" for="ch" forName="picture1" refType="h" fact="0.3069"/>
          <dgm:constr type="l" for="ch" forName="parent1" refType="w" fact="0"/>
          <dgm:constr type="t" for="ch" forName="parent1" refType="h" fact="0.2693"/>
          <dgm:constr type="w" for="ch" forName="parent1" refType="w" fact="0.9992"/>
          <dgm:constr type="h" for="ch" forName="parent1" refType="h" fact="0.0358"/>
          <dgm:constr type="l" for="ch" forName="picture2" refType="w" fact="0"/>
          <dgm:constr type="t" for="ch" forName="picture2" refType="h" fact="0.3165"/>
          <dgm:constr type="w" for="ch" forName="picture2" refType="w" fact="0.6307"/>
          <dgm:constr type="h" for="ch" forName="picture2" refType="h" fact="0.1638"/>
          <dgm:constr type="l" for="ch" forName="parent2" refType="w" fact="0"/>
          <dgm:constr type="t" for="ch" forName="parent2" refType="h" fact="0.4578"/>
          <dgm:constr type="w" for="ch" forName="parent2" refType="w" fact="0.6307"/>
          <dgm:constr type="h" for="ch" forName="parent2" refType="h" fact="0.0205"/>
          <dgm:constr type="l" for="ch" forName="picture3" refType="w" fact="0.6496"/>
          <dgm:constr type="t" for="ch" forName="picture3" refType="h" fact="0.3165"/>
          <dgm:constr type="w" for="ch" forName="picture3" refType="w" fact="0.3496"/>
          <dgm:constr type="h" for="ch" forName="picture3" refType="h" fact="0.1638"/>
          <dgm:constr type="l" for="ch" forName="parent3" refType="w" fact="0.6496"/>
          <dgm:constr type="t" for="ch" forName="parent3" refType="h" fact="0.4575"/>
          <dgm:constr type="w" for="ch" forName="parent3" refType="w" fact="0.3496"/>
          <dgm:constr type="h" for="ch" forName="parent3" refType="h" fact="0.0207"/>
          <dgm:constr type="l" for="ch" forName="picture5" refType="w" fact="0.3688"/>
          <dgm:constr type="t" for="ch" forName="picture5" refType="h" fact="0.4903"/>
          <dgm:constr type="w" for="ch" forName="picture5" refType="w" fact="0.6307"/>
          <dgm:constr type="h" for="ch" forName="picture5" refType="h" fact="0.1638"/>
          <dgm:constr type="l" for="ch" forName="parent5" refType="w" fact="0.3688"/>
          <dgm:constr type="t" for="ch" forName="parent5" refType="h" fact="0.6316"/>
          <dgm:constr type="w" for="ch" forName="parent5" refType="w" fact="0.6307"/>
          <dgm:constr type="h" for="ch" forName="parent5" refType="h" fact="0.0205"/>
          <dgm:constr type="l" for="ch" forName="picture4" refType="w" fact="0"/>
          <dgm:constr type="t" for="ch" forName="picture4" refType="h" fact="0.4903"/>
          <dgm:constr type="w" for="ch" forName="picture4" refType="w" fact="0.3496"/>
          <dgm:constr type="h" for="ch" forName="picture4" refType="h" fact="0.1638"/>
          <dgm:constr type="l" for="ch" forName="parent4" refType="w" fact="0"/>
          <dgm:constr type="t" for="ch" forName="parent4" refType="h" fact="0.6313"/>
          <dgm:constr type="w" for="ch" forName="parent4" refType="w" fact="0.3496"/>
          <dgm:constr type="h" for="ch" forName="parent4" refType="h" fact="0.0207"/>
          <dgm:constr type="l" for="ch" forName="picture6" refType="w" fact="0"/>
          <dgm:constr type="t" for="ch" forName="picture6" refType="h" fact="0.6638"/>
          <dgm:constr type="w" for="ch" forName="picture6" refType="w" fact="0.6307"/>
          <dgm:constr type="h" for="ch" forName="picture6" refType="h" fact="0.1638"/>
          <dgm:constr type="l" for="ch" forName="parent6" refType="w" fact="0"/>
          <dgm:constr type="t" for="ch" forName="parent6" refType="h" fact="0.8051"/>
          <dgm:constr type="w" for="ch" forName="parent6" refType="w" fact="0.6307"/>
          <dgm:constr type="h" for="ch" forName="parent6" refType="h" fact="0.0205"/>
          <dgm:constr type="l" for="ch" forName="picture7" refType="w" fact="0.6504"/>
          <dgm:constr type="t" for="ch" forName="picture7" refType="h" fact="0.6638"/>
          <dgm:constr type="w" for="ch" forName="picture7" refType="w" fact="0.3496"/>
          <dgm:constr type="h" for="ch" forName="picture7" refType="h" fact="0.1638"/>
          <dgm:constr type="l" for="ch" forName="parent7" refType="w" fact="0.6504"/>
          <dgm:constr type="t" for="ch" forName="parent7" refType="h" fact="0.8048"/>
          <dgm:constr type="w" for="ch" forName="parent7" refType="w" fact="0.3496"/>
          <dgm:constr type="h" for="ch" forName="parent7" refType="h" fact="0.0207"/>
          <dgm:constr type="l" for="ch" forName="picture8" refType="w" fact="0"/>
          <dgm:constr type="t" for="ch" forName="picture8" refType="h" fact="0.8362"/>
          <dgm:constr type="w" for="ch" forName="picture8" refType="w" fact="0.3496"/>
          <dgm:constr type="h" for="ch" forName="picture8" refType="h" fact="0.1638"/>
          <dgm:constr type="l" for="ch" forName="parent8" refType="w" fact="0"/>
          <dgm:constr type="t" for="ch" forName="parent8" refType="h" fact="0.9772"/>
          <dgm:constr type="w" for="ch" forName="parent8" refType="w" fact="0.3496"/>
          <dgm:constr type="h" for="ch" forName="parent8" refType="h" fact="0.0207"/>
          <dgm:constr type="l" for="ch" forName="picture9" refType="w" fact="0.3689"/>
          <dgm:constr type="t" for="ch" forName="picture9" refType="h" fact="0.8362"/>
          <dgm:constr type="w" for="ch" forName="picture9" refType="w" fact="0.6307"/>
          <dgm:constr type="h" for="ch" forName="picture9" refType="h" fact="0.1638"/>
          <dgm:constr type="l" for="ch" forName="parent9" refType="w" fact="0.3689"/>
          <dgm:constr type="t" for="ch" forName="parent9" refType="h" fact="0.9775"/>
          <dgm:constr type="w" for="ch" forName="parent9" refType="w" fact="0.6307"/>
          <dgm:constr type="h" for="ch" forName="parent9" refType="h" fact="0.0205"/>
        </dgm:constrLst>
      </dgm:else>
    </dgm:choose>
    <dgm:forEach name="Name11" axis="ch" ptType="node" cnt="1">
      <dgm:layoutNode name="picture1">
        <dgm:alg type="sp"/>
        <dgm:shape xmlns:r="http://schemas.openxmlformats.org/officeDocument/2006/relationships" r:blip="">
          <dgm:adjLst/>
        </dgm:shape>
        <dgm:presOf/>
        <dgm:forEach name="Name12" ref="pictureWrapper"/>
      </dgm:layoutNode>
      <dgm:layoutNode name="parent1">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3" axis="ch" ptType="node" st="2" cnt="1">
      <dgm:layoutNode name="picture2">
        <dgm:alg type="sp"/>
        <dgm:shape xmlns:r="http://schemas.openxmlformats.org/officeDocument/2006/relationships" r:blip="">
          <dgm:adjLst/>
        </dgm:shape>
        <dgm:presOf/>
        <dgm:forEach name="Name14" ref="pictureWrapper"/>
      </dgm:layoutNode>
      <dgm:layoutNode name="parent2">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5" axis="ch" ptType="node" st="3" cnt="1">
      <dgm:layoutNode name="picture3">
        <dgm:alg type="sp"/>
        <dgm:shape xmlns:r="http://schemas.openxmlformats.org/officeDocument/2006/relationships" r:blip="">
          <dgm:adjLst/>
        </dgm:shape>
        <dgm:presOf/>
        <dgm:forEach name="Name16" ref="pictureWrapper"/>
      </dgm:layoutNode>
      <dgm:layoutNode name="parent3">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7" axis="ch" ptType="node" st="4" cnt="1">
      <dgm:layoutNode name="picture4">
        <dgm:alg type="sp"/>
        <dgm:shape xmlns:r="http://schemas.openxmlformats.org/officeDocument/2006/relationships" r:blip="">
          <dgm:adjLst/>
        </dgm:shape>
        <dgm:presOf/>
        <dgm:forEach name="Name18" ref="pictureWrapper"/>
      </dgm:layoutNode>
      <dgm:layoutNode name="parent4">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9" axis="ch" ptType="node" st="5" cnt="1">
      <dgm:layoutNode name="picture5">
        <dgm:alg type="sp"/>
        <dgm:shape xmlns:r="http://schemas.openxmlformats.org/officeDocument/2006/relationships" r:blip="">
          <dgm:adjLst/>
        </dgm:shape>
        <dgm:presOf/>
        <dgm:forEach name="Name20" ref="pictureWrapper"/>
      </dgm:layoutNode>
      <dgm:layoutNode name="parent5">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1" axis="ch" ptType="node" st="6" cnt="1">
      <dgm:layoutNode name="picture6">
        <dgm:alg type="sp"/>
        <dgm:shape xmlns:r="http://schemas.openxmlformats.org/officeDocument/2006/relationships" r:blip="">
          <dgm:adjLst/>
        </dgm:shape>
        <dgm:presOf/>
        <dgm:forEach name="Name22" ref="pictureWrapper"/>
      </dgm:layoutNode>
      <dgm:layoutNode name="parent6">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3" axis="ch" ptType="node" st="7" cnt="1">
      <dgm:layoutNode name="picture7">
        <dgm:alg type="sp"/>
        <dgm:shape xmlns:r="http://schemas.openxmlformats.org/officeDocument/2006/relationships" r:blip="">
          <dgm:adjLst/>
        </dgm:shape>
        <dgm:presOf/>
        <dgm:forEach name="Name24" ref="pictureWrapper"/>
      </dgm:layoutNode>
      <dgm:layoutNode name="parent7">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5" axis="ch" ptType="node" st="8" cnt="1">
      <dgm:layoutNode name="picture8">
        <dgm:alg type="sp"/>
        <dgm:shape xmlns:r="http://schemas.openxmlformats.org/officeDocument/2006/relationships" r:blip="">
          <dgm:adjLst/>
        </dgm:shape>
        <dgm:presOf/>
        <dgm:forEach name="Name26" ref="pictureWrapper"/>
      </dgm:layoutNode>
      <dgm:layoutNode name="parent8">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7" axis="ch" ptType="node" st="9" cnt="1">
      <dgm:layoutNode name="picture9">
        <dgm:alg type="sp"/>
        <dgm:shape xmlns:r="http://schemas.openxmlformats.org/officeDocument/2006/relationships" r:blip="">
          <dgm:adjLst/>
        </dgm:shape>
        <dgm:presOf/>
        <dgm:forEach name="Name28" ref="pictureWrapper"/>
      </dgm:layoutNode>
      <dgm:layoutNode name="parent9">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wrapper" axis="self" ptType="parTrans">
      <dgm:forEach name="pictureWrapper" axis="self">
        <dgm:layoutNode name="picture" styleLbl="alignImgPlace1">
          <dgm:alg type="sp"/>
          <dgm:shape xmlns:r="http://schemas.openxmlformats.org/officeDocument/2006/relationships" type="rect" r:blip="" blipPhldr="1">
            <dgm:adjLst/>
          </dgm:shape>
          <dgm:presOf/>
        </dgm:layoutNode>
      </dgm:forEach>
    </dgm:forEach>
  </dgm:layoutNode>
</dgm:layoutDef>
</file>

<file path=ppt/diagrams/layout9.xml><?xml version="1.0" encoding="utf-8"?>
<dgm:layoutDef xmlns:dgm="http://schemas.openxmlformats.org/drawingml/2006/diagram" xmlns:a="http://schemas.openxmlformats.org/drawingml/2006/main" uniqueId="urn:microsoft.com/office/officeart/2011/layout/ThemePictureAlternatingAccent">
  <dgm:title val="Theme Picture Alternating Accent"/>
  <dgm:desc val="Use to show a group of pictures with the first picture being the largest and on top. Additional Level 1 pictures alternate between squares and rectangles with a limit of nine Level 1 pictures. Works best with small amounts of text. Unused text does not appear, but remains available if you switch layouts."/>
  <dgm:catLst>
    <dgm:cat type="picture" pri="13750"/>
    <dgm:cat type="officeonline" pri="7000"/>
  </dgm:catLst>
  <dgm:samp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sampData>
  <dgm:style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styleData>
  <dgm:clr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clrData>
  <dgm:layoutNode name="Name0">
    <dgm:varLst>
      <dgm:chMax val="9"/>
      <dgm:chPref val="9"/>
    </dgm:varLst>
    <dgm:shape xmlns:r="http://schemas.openxmlformats.org/officeDocument/2006/relationships" r:blip="">
      <dgm:adjLst/>
    </dgm:shape>
    <dgm:choose name="Name1">
      <dgm:if name="Name2" axis="ch" ptType="node" func="cnt" op="equ" val="1">
        <dgm:alg type="composite">
          <dgm:param type="ar" val="1.62"/>
        </dgm:alg>
        <dgm:constrLst>
          <dgm:constr type="primFontSz" for="des" forName="parent1" val="65"/>
          <dgm:constr type="l" for="ch" forName="picture1" refType="w" fact="0"/>
          <dgm:constr type="t" for="ch" forName="picture1" refType="h" fact="0"/>
          <dgm:constr type="w" for="ch" forName="picture1" refType="w"/>
          <dgm:constr type="h" for="ch" forName="picture1" refType="h"/>
          <dgm:constr type="l" for="ch" forName="parent1" refType="w" fact="0"/>
          <dgm:constr type="t" for="ch" forName="parent1" refType="h" fact="0.8776"/>
          <dgm:constr type="w" for="ch" forName="parent1" refType="w"/>
          <dgm:constr type="h" for="ch" forName="parent1" refType="h" fact="0.1166"/>
        </dgm:constrLst>
      </dgm:if>
      <dgm:if name="Name3" axis="ch" ptType="node" func="cnt" op="equ" val="2">
        <dgm:alg type="composite">
          <dgm:param type="ar" val="1.0352"/>
        </dgm:alg>
        <dgm:constrLst>
          <dgm:constr type="primFontSz" for="des" forName="parent1" val="65"/>
          <dgm:constr type="primFontSz" for="des" forName="parent2" val="65"/>
          <dgm:constr type="l" for="ch" forName="picture1" refType="w" fact="0"/>
          <dgm:constr type="t" for="ch" forName="picture1" refType="h" fact="0"/>
          <dgm:constr type="w" for="ch" forName="picture1" refType="w"/>
          <dgm:constr type="h" for="ch" forName="picture1" refType="h" fact="0.639"/>
          <dgm:constr type="l" for="ch" forName="parent1" refType="w" fact="0"/>
          <dgm:constr type="t" for="ch" forName="parent1" refType="h" fact="0.5608"/>
          <dgm:constr type="w" for="ch" forName="parent1" refType="w"/>
          <dgm:constr type="h" for="ch" forName="parent1" refType="h" fact="0.0745"/>
          <dgm:constr type="l" for="ch" forName="picture2" refType="w" fact="0"/>
          <dgm:constr type="t" for="ch" forName="picture2" refType="h" fact="0.6589"/>
          <dgm:constr type="w" for="ch" forName="picture2" refType="w" fact="0.6312"/>
          <dgm:constr type="h" for="ch" forName="picture2" refType="h" fact="0.3411"/>
          <dgm:constr type="l" for="ch" forName="parent2" refType="w" fact="0"/>
          <dgm:constr type="t" for="ch" forName="parent2" refType="h" fact="0.9532"/>
          <dgm:constr type="w" for="ch" forName="parent2" refType="w" fact="0.6312"/>
          <dgm:constr type="h" for="ch" forName="parent2" refType="h" fact="0.0426"/>
        </dgm:constrLst>
      </dgm:if>
      <dgm:if name="Name4" axis="ch" ptType="node" func="cnt" op="equ" val="3">
        <dgm:alg type="composite">
          <dgm:param type="ar" val="1.035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l" for="ch" forName="picture1" refType="w" fact="0"/>
          <dgm:constr type="t" for="ch" forName="picture1" refType="h" fact="0"/>
          <dgm:constr type="w" for="ch" forName="picture1" refType="w"/>
          <dgm:constr type="h" for="ch" forName="picture1" refType="h" fact="0.639"/>
          <dgm:constr type="l" for="ch" forName="parent1" refType="w" fact="0"/>
          <dgm:constr type="t" for="ch" forName="parent1" refType="h" fact="0.5608"/>
          <dgm:constr type="w" for="ch" forName="parent1" refType="w"/>
          <dgm:constr type="h" for="ch" forName="parent1" refType="h" fact="0.0745"/>
          <dgm:constr type="l" for="ch" forName="picture2" refType="w" fact="0"/>
          <dgm:constr type="t" for="ch" forName="picture2" refType="h" fact="0.6589"/>
          <dgm:constr type="w" for="ch" forName="picture2" refType="w" fact="0.6312"/>
          <dgm:constr type="h" for="ch" forName="picture2" refType="h" fact="0.3411"/>
          <dgm:constr type="l" for="ch" forName="parent2" refType="w" fact="0"/>
          <dgm:constr type="t" for="ch" forName="parent2" refType="h" fact="0.9532"/>
          <dgm:constr type="w" for="ch" forName="parent2" refType="w" fact="0.6312"/>
          <dgm:constr type="h" for="ch" forName="parent2" refType="h" fact="0.0426"/>
          <dgm:constr type="l" for="ch" forName="picture3" refType="w" fact="0.6501"/>
          <dgm:constr type="t" for="ch" forName="picture3" refType="h" fact="0.6589"/>
          <dgm:constr type="w" for="ch" forName="picture3" refType="w" fact="0.3499"/>
          <dgm:constr type="h" for="ch" forName="picture3" refType="h" fact="0.3411"/>
          <dgm:constr type="l" for="ch" forName="parent3" refType="w" fact="0.6501"/>
          <dgm:constr type="t" for="ch" forName="parent3" refType="h" fact="0.9525"/>
          <dgm:constr type="w" for="ch" forName="parent3" refType="w" fact="0.3499"/>
          <dgm:constr type="h" for="ch" forName="parent3" refType="h" fact="0.043"/>
        </dgm:constrLst>
      </dgm:if>
      <dgm:if name="Name5" axis="ch" ptType="node" func="cnt" op="equ" val="4">
        <dgm:alg type="composite">
          <dgm:param type="ar" val="0.7603"/>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l" for="ch" forName="picture1" refType="w" fact="0"/>
          <dgm:constr type="t" for="ch" forName="picture1" refType="h" fact="0"/>
          <dgm:constr type="w" for="ch" forName="picture1" refType="w" fact="0.9998"/>
          <dgm:constr type="h" for="ch" forName="picture1" refType="h" fact="0.4692"/>
          <dgm:constr type="l" for="ch" forName="parent1" refType="w" fact="0"/>
          <dgm:constr type="t" for="ch" forName="parent1" refType="h" fact="0.4118"/>
          <dgm:constr type="w" for="ch" forName="parent1" refType="w" fact="0.9998"/>
          <dgm:constr type="h" for="ch" forName="parent1" refType="h" fact="0.0547"/>
          <dgm:constr type="l" for="ch" forName="picture2" refType="w" fact="0"/>
          <dgm:constr type="t" for="ch" forName="picture2" refType="h" fact="0.4839"/>
          <dgm:constr type="w" for="ch" forName="picture2" refType="w" fact="0.631"/>
          <dgm:constr type="h" for="ch" forName="picture2" refType="h" fact="0.2504"/>
          <dgm:constr type="l" for="ch" forName="parent2" refType="w" fact="0"/>
          <dgm:constr type="t" for="ch" forName="parent2" refType="h" fact="0.6999"/>
          <dgm:constr type="w" for="ch" forName="parent2" refType="w" fact="0.631"/>
          <dgm:constr type="h" for="ch" forName="parent2" refType="h" fact="0.0313"/>
          <dgm:constr type="l" for="ch" forName="picture3" refType="w" fact="0.65"/>
          <dgm:constr type="t" for="ch" forName="picture3" refType="h" fact="0.4839"/>
          <dgm:constr type="w" for="ch" forName="picture3" refType="w" fact="0.3498"/>
          <dgm:constr type="h" for="ch" forName="picture3" refType="h" fact="0.2504"/>
          <dgm:constr type="l" for="ch" forName="parent3" refType="w" fact="0.65"/>
          <dgm:constr type="t" for="ch" forName="parent3" refType="h" fact="0.6994"/>
          <dgm:constr type="w" for="ch" forName="parent3" refType="w" fact="0.3498"/>
          <dgm:constr type="h" for="ch" forName="parent3" refType="h" fact="0.0316"/>
          <dgm:constr type="l" for="ch" forName="picture4" refType="w" fact="0"/>
          <dgm:constr type="t" for="ch" forName="picture4" refType="h" fact="0.7496"/>
          <dgm:constr type="w" for="ch" forName="picture4" refType="w" fact="0.3498"/>
          <dgm:constr type="h" for="ch" forName="picture4" refType="h" fact="0.2504"/>
          <dgm:constr type="l" for="ch" forName="parent4" refType="w" fact="0"/>
          <dgm:constr type="t" for="ch" forName="parent4" refType="h" fact="0.9651"/>
          <dgm:constr type="w" for="ch" forName="parent4" refType="w" fact="0.3498"/>
          <dgm:constr type="h" for="ch" forName="parent4" refType="h" fact="0.0316"/>
        </dgm:constrLst>
      </dgm:if>
      <dgm:if name="Name6" axis="ch" ptType="node" func="cnt" op="equ" val="5">
        <dgm:alg type="composite">
          <dgm:param type="ar" val="0.7603"/>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l" for="ch" forName="picture1" refType="w" fact="0"/>
          <dgm:constr type="t" for="ch" forName="picture1" refType="h" fact="0"/>
          <dgm:constr type="w" for="ch" forName="picture1" refType="w" fact="0.9998"/>
          <dgm:constr type="h" for="ch" forName="picture1" refType="h" fact="0.4692"/>
          <dgm:constr type="l" for="ch" forName="parent1" refType="w" fact="0"/>
          <dgm:constr type="t" for="ch" forName="parent1" refType="h" fact="0.4118"/>
          <dgm:constr type="w" for="ch" forName="parent1" refType="w" fact="0.9998"/>
          <dgm:constr type="h" for="ch" forName="parent1" refType="h" fact="0.0547"/>
          <dgm:constr type="l" for="ch" forName="picture2" refType="w" fact="0"/>
          <dgm:constr type="t" for="ch" forName="picture2" refType="h" fact="0.4839"/>
          <dgm:constr type="w" for="ch" forName="picture2" refType="w" fact="0.631"/>
          <dgm:constr type="h" for="ch" forName="picture2" refType="h" fact="0.2504"/>
          <dgm:constr type="l" for="ch" forName="parent2" refType="w" fact="0"/>
          <dgm:constr type="t" for="ch" forName="parent2" refType="h" fact="0.6999"/>
          <dgm:constr type="w" for="ch" forName="parent2" refType="w" fact="0.631"/>
          <dgm:constr type="h" for="ch" forName="parent2" refType="h" fact="0.0313"/>
          <dgm:constr type="l" for="ch" forName="picture3" refType="w" fact="0.65"/>
          <dgm:constr type="t" for="ch" forName="picture3" refType="h" fact="0.4839"/>
          <dgm:constr type="w" for="ch" forName="picture3" refType="w" fact="0.3498"/>
          <dgm:constr type="h" for="ch" forName="picture3" refType="h" fact="0.2504"/>
          <dgm:constr type="l" for="ch" forName="parent3" refType="w" fact="0.65"/>
          <dgm:constr type="t" for="ch" forName="parent3" refType="h" fact="0.6994"/>
          <dgm:constr type="w" for="ch" forName="parent3" refType="w" fact="0.3498"/>
          <dgm:constr type="h" for="ch" forName="parent3" refType="h" fact="0.0316"/>
          <dgm:constr type="l" for="ch" forName="picture4" refType="w" fact="0"/>
          <dgm:constr type="t" for="ch" forName="picture4" refType="h" fact="0.7496"/>
          <dgm:constr type="w" for="ch" forName="picture4" refType="w" fact="0.3498"/>
          <dgm:constr type="h" for="ch" forName="picture4" refType="h" fact="0.2504"/>
          <dgm:constr type="l" for="ch" forName="parent4" refType="w" fact="0"/>
          <dgm:constr type="t" for="ch" forName="parent4" refType="h" fact="0.9651"/>
          <dgm:constr type="w" for="ch" forName="parent4" refType="w" fact="0.3498"/>
          <dgm:constr type="h" for="ch" forName="parent4" refType="h" fact="0.0316"/>
          <dgm:constr type="l" for="ch" forName="picture5" refType="w" fact="0.369"/>
          <dgm:constr type="t" for="ch" forName="picture5" refType="h" fact="0.7496"/>
          <dgm:constr type="w" for="ch" forName="picture5" refType="w" fact="0.631"/>
          <dgm:constr type="h" for="ch" forName="picture5" refType="h" fact="0.2504"/>
          <dgm:constr type="l" for="ch" forName="parent5" refType="w" fact="0.369"/>
          <dgm:constr type="t" for="ch" forName="parent5" refType="h" fact="0.9656"/>
          <dgm:constr type="w" for="ch" forName="parent5" refType="w" fact="0.631"/>
          <dgm:constr type="h" for="ch" forName="parent5" refType="h" fact="0.0313"/>
        </dgm:constrLst>
      </dgm:if>
      <dgm:if name="Name7" axis="ch" ptType="node" func="cnt" op="equ" val="6">
        <dgm:alg type="composite">
          <dgm:param type="ar" val="0.601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l" for="ch" forName="picture1" refType="w" fact="0"/>
          <dgm:constr type="t" for="ch" forName="picture1" refType="h" fact="0"/>
          <dgm:constr type="w" for="ch" forName="picture1" refType="w" fact="0.9992"/>
          <dgm:constr type="h" for="ch" forName="picture1" refType="h" fact="0.3708"/>
          <dgm:constr type="l" for="ch" forName="parent1" refType="w" fact="0"/>
          <dgm:constr type="t" for="ch" forName="parent1" refType="h" fact="0.3254"/>
          <dgm:constr type="w" for="ch" forName="parent1" refType="w" fact="0.9992"/>
          <dgm:constr type="h" for="ch" forName="parent1" refType="h" fact="0.0432"/>
          <dgm:constr type="l" for="ch" forName="picture2" refType="w" fact="0"/>
          <dgm:constr type="t" for="ch" forName="picture2" refType="h" fact="0.3824"/>
          <dgm:constr type="w" for="ch" forName="picture2" refType="w" fact="0.6307"/>
          <dgm:constr type="h" for="ch" forName="picture2" refType="h" fact="0.1979"/>
          <dgm:constr type="l" for="ch" forName="parent2" refType="w" fact="0"/>
          <dgm:constr type="t" for="ch" forName="parent2" refType="h" fact="0.5531"/>
          <dgm:constr type="w" for="ch" forName="parent2" refType="w" fact="0.6307"/>
          <dgm:constr type="h" for="ch" forName="parent2" refType="h" fact="0.0247"/>
          <dgm:constr type="l" for="ch" forName="picture3" refType="w" fact="0.6496"/>
          <dgm:constr type="t" for="ch" forName="picture3" refType="h" fact="0.3824"/>
          <dgm:constr type="w" for="ch" forName="picture3" refType="w" fact="0.3496"/>
          <dgm:constr type="h" for="ch" forName="picture3" refType="h" fact="0.1979"/>
          <dgm:constr type="l" for="ch" forName="parent3" refType="w" fact="0.6496"/>
          <dgm:constr type="t" for="ch" forName="parent3" refType="h" fact="0.5527"/>
          <dgm:constr type="w" for="ch" forName="parent3" refType="w" fact="0.3496"/>
          <dgm:constr type="h" for="ch" forName="parent3" refType="h" fact="0.025"/>
          <dgm:constr type="l" for="ch" forName="picture4" refType="w" fact="0"/>
          <dgm:constr type="t" for="ch" forName="picture4" refType="h" fact="0.5924"/>
          <dgm:constr type="w" for="ch" forName="picture4" refType="w" fact="0.3496"/>
          <dgm:constr type="h" for="ch" forName="picture4" refType="h" fact="0.1979"/>
          <dgm:constr type="l" for="ch" forName="parent4" refType="w" fact="0"/>
          <dgm:constr type="t" for="ch" forName="parent4" refType="h" fact="0.7627"/>
          <dgm:constr type="w" for="ch" forName="parent4" refType="w" fact="0.3496"/>
          <dgm:constr type="h" for="ch" forName="parent4" refType="h" fact="0.025"/>
          <dgm:constr type="l" for="ch" forName="picture5" refType="w" fact="0.3688"/>
          <dgm:constr type="t" for="ch" forName="picture5" refType="h" fact="0.5924"/>
          <dgm:constr type="w" for="ch" forName="picture5" refType="w" fact="0.6307"/>
          <dgm:constr type="h" for="ch" forName="picture5" refType="h" fact="0.1979"/>
          <dgm:constr type="l" for="ch" forName="parent5" refType="w" fact="0.3688"/>
          <dgm:constr type="t" for="ch" forName="parent5" refType="h" fact="0.7631"/>
          <dgm:constr type="w" for="ch" forName="parent5" refType="w" fact="0.6307"/>
          <dgm:constr type="h" for="ch" forName="parent5" refType="h" fact="0.0247"/>
          <dgm:constr type="l" for="ch" forName="picture6" refType="w" fact="0"/>
          <dgm:constr type="t" for="ch" forName="picture6" refType="h" fact="0.8021"/>
          <dgm:constr type="w" for="ch" forName="picture6" refType="w" fact="0.6307"/>
          <dgm:constr type="h" for="ch" forName="picture6" refType="h" fact="0.1979"/>
          <dgm:constr type="l" for="ch" forName="parent6" refType="w" fact="0"/>
          <dgm:constr type="t" for="ch" forName="parent6" refType="h" fact="0.9728"/>
          <dgm:constr type="w" for="ch" forName="parent6" refType="w" fact="0.6307"/>
          <dgm:constr type="h" for="ch" forName="parent6" refType="h" fact="0.0247"/>
        </dgm:constrLst>
      </dgm:if>
      <dgm:if name="Name8" axis="ch" ptType="node" func="cnt" op="equ" val="7">
        <dgm:alg type="composite">
          <dgm:param type="ar" val="0.601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l" for="ch" forName="picture1" refType="w" fact="0"/>
          <dgm:constr type="t" for="ch" forName="picture1" refType="h" fact="0"/>
          <dgm:constr type="w" for="ch" forName="picture1" refType="w" fact="0.9992"/>
          <dgm:constr type="h" for="ch" forName="picture1" refType="h" fact="0.3708"/>
          <dgm:constr type="l" for="ch" forName="parent1" refType="w" fact="0"/>
          <dgm:constr type="t" for="ch" forName="parent1" refType="h" fact="0.3254"/>
          <dgm:constr type="w" for="ch" forName="parent1" refType="w" fact="0.9992"/>
          <dgm:constr type="h" for="ch" forName="parent1" refType="h" fact="0.0432"/>
          <dgm:constr type="l" for="ch" forName="picture2" refType="w" fact="0"/>
          <dgm:constr type="t" for="ch" forName="picture2" refType="h" fact="0.3824"/>
          <dgm:constr type="w" for="ch" forName="picture2" refType="w" fact="0.6307"/>
          <dgm:constr type="h" for="ch" forName="picture2" refType="h" fact="0.1979"/>
          <dgm:constr type="l" for="ch" forName="parent2" refType="w" fact="0"/>
          <dgm:constr type="t" for="ch" forName="parent2" refType="h" fact="0.5531"/>
          <dgm:constr type="w" for="ch" forName="parent2" refType="w" fact="0.6307"/>
          <dgm:constr type="h" for="ch" forName="parent2" refType="h" fact="0.0247"/>
          <dgm:constr type="l" for="ch" forName="picture3" refType="w" fact="0.6496"/>
          <dgm:constr type="t" for="ch" forName="picture3" refType="h" fact="0.3824"/>
          <dgm:constr type="w" for="ch" forName="picture3" refType="w" fact="0.3496"/>
          <dgm:constr type="h" for="ch" forName="picture3" refType="h" fact="0.1979"/>
          <dgm:constr type="l" for="ch" forName="parent3" refType="w" fact="0.6496"/>
          <dgm:constr type="t" for="ch" forName="parent3" refType="h" fact="0.5527"/>
          <dgm:constr type="w" for="ch" forName="parent3" refType="w" fact="0.3496"/>
          <dgm:constr type="h" for="ch" forName="parent3" refType="h" fact="0.025"/>
          <dgm:constr type="l" for="ch" forName="picture4" refType="w" fact="0"/>
          <dgm:constr type="t" for="ch" forName="picture4" refType="h" fact="0.5924"/>
          <dgm:constr type="w" for="ch" forName="picture4" refType="w" fact="0.3496"/>
          <dgm:constr type="h" for="ch" forName="picture4" refType="h" fact="0.1979"/>
          <dgm:constr type="l" for="ch" forName="parent4" refType="w" fact="0"/>
          <dgm:constr type="t" for="ch" forName="parent4" refType="h" fact="0.7627"/>
          <dgm:constr type="w" for="ch" forName="parent4" refType="w" fact="0.3496"/>
          <dgm:constr type="h" for="ch" forName="parent4" refType="h" fact="0.025"/>
          <dgm:constr type="l" for="ch" forName="picture5" refType="w" fact="0.3688"/>
          <dgm:constr type="t" for="ch" forName="picture5" refType="h" fact="0.5924"/>
          <dgm:constr type="w" for="ch" forName="picture5" refType="w" fact="0.6307"/>
          <dgm:constr type="h" for="ch" forName="picture5" refType="h" fact="0.1979"/>
          <dgm:constr type="l" for="ch" forName="parent5" refType="w" fact="0.3688"/>
          <dgm:constr type="t" for="ch" forName="parent5" refType="h" fact="0.7631"/>
          <dgm:constr type="w" for="ch" forName="parent5" refType="w" fact="0.6307"/>
          <dgm:constr type="h" for="ch" forName="parent5" refType="h" fact="0.0247"/>
          <dgm:constr type="l" for="ch" forName="picture6" refType="w" fact="0"/>
          <dgm:constr type="t" for="ch" forName="picture6" refType="h" fact="0.8021"/>
          <dgm:constr type="w" for="ch" forName="picture6" refType="w" fact="0.6307"/>
          <dgm:constr type="h" for="ch" forName="picture6" refType="h" fact="0.1979"/>
          <dgm:constr type="l" for="ch" forName="parent6" refType="w" fact="0"/>
          <dgm:constr type="t" for="ch" forName="parent6" refType="h" fact="0.9728"/>
          <dgm:constr type="w" for="ch" forName="parent6" refType="w" fact="0.6307"/>
          <dgm:constr type="h" for="ch" forName="parent6" refType="h" fact="0.0247"/>
          <dgm:constr type="l" for="ch" forName="picture7" refType="w" fact="0.6504"/>
          <dgm:constr type="t" for="ch" forName="picture7" refType="h" fact="0.8021"/>
          <dgm:constr type="w" for="ch" forName="picture7" refType="w" fact="0.3496"/>
          <dgm:constr type="h" for="ch" forName="picture7" refType="h" fact="0.1979"/>
          <dgm:constr type="l" for="ch" forName="parent7" refType="w" fact="0.6504"/>
          <dgm:constr type="t" for="ch" forName="parent7" refType="h" fact="0.9724"/>
          <dgm:constr type="w" for="ch" forName="parent7" refType="w" fact="0.3496"/>
          <dgm:constr type="h" for="ch" forName="parent7" refType="h" fact="0.025"/>
        </dgm:constrLst>
      </dgm:if>
      <dgm:if name="Name9" axis="ch" ptType="node" func="cnt" op="equ" val="8">
        <dgm:alg type="composite">
          <dgm:param type="ar" val="0.4976"/>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primFontSz" for="des" forName="parent8" refType="primFontSz" refFor="des" refForName="parent2" op="equ"/>
          <dgm:constr type="l" for="ch" forName="picture1" refType="w" fact="0"/>
          <dgm:constr type="t" for="ch" forName="picture1" refType="h" fact="0"/>
          <dgm:constr type="w" for="ch" forName="picture1" refType="w" fact="0.9992"/>
          <dgm:constr type="h" for="ch" forName="picture1" refType="h" fact="0.3069"/>
          <dgm:constr type="l" for="ch" forName="parent1" refType="w" fact="0"/>
          <dgm:constr type="t" for="ch" forName="parent1" refType="h" fact="0.2693"/>
          <dgm:constr type="w" for="ch" forName="parent1" refType="w" fact="0.9992"/>
          <dgm:constr type="h" for="ch" forName="parent1" refType="h" fact="0.0358"/>
          <dgm:constr type="l" for="ch" forName="picture2" refType="w" fact="0"/>
          <dgm:constr type="t" for="ch" forName="picture2" refType="h" fact="0.3165"/>
          <dgm:constr type="w" for="ch" forName="picture2" refType="w" fact="0.6307"/>
          <dgm:constr type="h" for="ch" forName="picture2" refType="h" fact="0.1638"/>
          <dgm:constr type="l" for="ch" forName="parent2" refType="w" fact="0"/>
          <dgm:constr type="t" for="ch" forName="parent2" refType="h" fact="0.4578"/>
          <dgm:constr type="w" for="ch" forName="parent2" refType="w" fact="0.6307"/>
          <dgm:constr type="h" for="ch" forName="parent2" refType="h" fact="0.0205"/>
          <dgm:constr type="l" for="ch" forName="picture3" refType="w" fact="0.6496"/>
          <dgm:constr type="t" for="ch" forName="picture3" refType="h" fact="0.3165"/>
          <dgm:constr type="w" for="ch" forName="picture3" refType="w" fact="0.3496"/>
          <dgm:constr type="h" for="ch" forName="picture3" refType="h" fact="0.1638"/>
          <dgm:constr type="l" for="ch" forName="parent3" refType="w" fact="0.6496"/>
          <dgm:constr type="t" for="ch" forName="parent3" refType="h" fact="0.4575"/>
          <dgm:constr type="w" for="ch" forName="parent3" refType="w" fact="0.3496"/>
          <dgm:constr type="h" for="ch" forName="parent3" refType="h" fact="0.0207"/>
          <dgm:constr type="l" for="ch" forName="picture5" refType="w" fact="0.3688"/>
          <dgm:constr type="t" for="ch" forName="picture5" refType="h" fact="0.4903"/>
          <dgm:constr type="w" for="ch" forName="picture5" refType="w" fact="0.6307"/>
          <dgm:constr type="h" for="ch" forName="picture5" refType="h" fact="0.1638"/>
          <dgm:constr type="l" for="ch" forName="parent5" refType="w" fact="0.3688"/>
          <dgm:constr type="t" for="ch" forName="parent5" refType="h" fact="0.6316"/>
          <dgm:constr type="w" for="ch" forName="parent5" refType="w" fact="0.6307"/>
          <dgm:constr type="h" for="ch" forName="parent5" refType="h" fact="0.0205"/>
          <dgm:constr type="l" for="ch" forName="picture4" refType="w" fact="0"/>
          <dgm:constr type="t" for="ch" forName="picture4" refType="h" fact="0.4903"/>
          <dgm:constr type="w" for="ch" forName="picture4" refType="w" fact="0.3496"/>
          <dgm:constr type="h" for="ch" forName="picture4" refType="h" fact="0.1638"/>
          <dgm:constr type="l" for="ch" forName="parent4" refType="w" fact="0"/>
          <dgm:constr type="t" for="ch" forName="parent4" refType="h" fact="0.6313"/>
          <dgm:constr type="w" for="ch" forName="parent4" refType="w" fact="0.3496"/>
          <dgm:constr type="h" for="ch" forName="parent4" refType="h" fact="0.0207"/>
          <dgm:constr type="l" for="ch" forName="picture6" refType="w" fact="0"/>
          <dgm:constr type="t" for="ch" forName="picture6" refType="h" fact="0.6638"/>
          <dgm:constr type="w" for="ch" forName="picture6" refType="w" fact="0.6307"/>
          <dgm:constr type="h" for="ch" forName="picture6" refType="h" fact="0.1638"/>
          <dgm:constr type="l" for="ch" forName="parent6" refType="w" fact="0"/>
          <dgm:constr type="t" for="ch" forName="parent6" refType="h" fact="0.8051"/>
          <dgm:constr type="w" for="ch" forName="parent6" refType="w" fact="0.6307"/>
          <dgm:constr type="h" for="ch" forName="parent6" refType="h" fact="0.0205"/>
          <dgm:constr type="l" for="ch" forName="picture7" refType="w" fact="0.6504"/>
          <dgm:constr type="t" for="ch" forName="picture7" refType="h" fact="0.6638"/>
          <dgm:constr type="w" for="ch" forName="picture7" refType="w" fact="0.3496"/>
          <dgm:constr type="h" for="ch" forName="picture7" refType="h" fact="0.1638"/>
          <dgm:constr type="l" for="ch" forName="parent7" refType="w" fact="0.6504"/>
          <dgm:constr type="t" for="ch" forName="parent7" refType="h" fact="0.8048"/>
          <dgm:constr type="w" for="ch" forName="parent7" refType="w" fact="0.3496"/>
          <dgm:constr type="h" for="ch" forName="parent7" refType="h" fact="0.0207"/>
          <dgm:constr type="l" for="ch" forName="picture8" refType="w" fact="0"/>
          <dgm:constr type="t" for="ch" forName="picture8" refType="h" fact="0.8362"/>
          <dgm:constr type="w" for="ch" forName="picture8" refType="w" fact="0.3496"/>
          <dgm:constr type="h" for="ch" forName="picture8" refType="h" fact="0.1638"/>
          <dgm:constr type="l" for="ch" forName="parent8" refType="w" fact="0"/>
          <dgm:constr type="t" for="ch" forName="parent8" refType="h" fact="0.9772"/>
          <dgm:constr type="w" for="ch" forName="parent8" refType="w" fact="0.3496"/>
          <dgm:constr type="h" for="ch" forName="parent8" refType="h" fact="0.0207"/>
        </dgm:constrLst>
      </dgm:if>
      <dgm:else name="Name10">
        <dgm:alg type="composite">
          <dgm:param type="ar" val="0.4976"/>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primFontSz" for="des" forName="parent8" refType="primFontSz" refFor="des" refForName="parent2" op="equ"/>
          <dgm:constr type="primFontSz" for="des" forName="parent9" refType="primFontSz" refFor="des" refForName="parent2" op="equ"/>
          <dgm:constr type="l" for="ch" forName="picture1" refType="w" fact="0"/>
          <dgm:constr type="t" for="ch" forName="picture1" refType="h" fact="0"/>
          <dgm:constr type="w" for="ch" forName="picture1" refType="w" fact="0.9992"/>
          <dgm:constr type="h" for="ch" forName="picture1" refType="h" fact="0.3069"/>
          <dgm:constr type="l" for="ch" forName="parent1" refType="w" fact="0"/>
          <dgm:constr type="t" for="ch" forName="parent1" refType="h" fact="0.2693"/>
          <dgm:constr type="w" for="ch" forName="parent1" refType="w" fact="0.9992"/>
          <dgm:constr type="h" for="ch" forName="parent1" refType="h" fact="0.0358"/>
          <dgm:constr type="l" for="ch" forName="picture2" refType="w" fact="0"/>
          <dgm:constr type="t" for="ch" forName="picture2" refType="h" fact="0.3165"/>
          <dgm:constr type="w" for="ch" forName="picture2" refType="w" fact="0.6307"/>
          <dgm:constr type="h" for="ch" forName="picture2" refType="h" fact="0.1638"/>
          <dgm:constr type="l" for="ch" forName="parent2" refType="w" fact="0"/>
          <dgm:constr type="t" for="ch" forName="parent2" refType="h" fact="0.4578"/>
          <dgm:constr type="w" for="ch" forName="parent2" refType="w" fact="0.6307"/>
          <dgm:constr type="h" for="ch" forName="parent2" refType="h" fact="0.0205"/>
          <dgm:constr type="l" for="ch" forName="picture3" refType="w" fact="0.6496"/>
          <dgm:constr type="t" for="ch" forName="picture3" refType="h" fact="0.3165"/>
          <dgm:constr type="w" for="ch" forName="picture3" refType="w" fact="0.3496"/>
          <dgm:constr type="h" for="ch" forName="picture3" refType="h" fact="0.1638"/>
          <dgm:constr type="l" for="ch" forName="parent3" refType="w" fact="0.6496"/>
          <dgm:constr type="t" for="ch" forName="parent3" refType="h" fact="0.4575"/>
          <dgm:constr type="w" for="ch" forName="parent3" refType="w" fact="0.3496"/>
          <dgm:constr type="h" for="ch" forName="parent3" refType="h" fact="0.0207"/>
          <dgm:constr type="l" for="ch" forName="picture5" refType="w" fact="0.3688"/>
          <dgm:constr type="t" for="ch" forName="picture5" refType="h" fact="0.4903"/>
          <dgm:constr type="w" for="ch" forName="picture5" refType="w" fact="0.6307"/>
          <dgm:constr type="h" for="ch" forName="picture5" refType="h" fact="0.1638"/>
          <dgm:constr type="l" for="ch" forName="parent5" refType="w" fact="0.3688"/>
          <dgm:constr type="t" for="ch" forName="parent5" refType="h" fact="0.6316"/>
          <dgm:constr type="w" for="ch" forName="parent5" refType="w" fact="0.6307"/>
          <dgm:constr type="h" for="ch" forName="parent5" refType="h" fact="0.0205"/>
          <dgm:constr type="l" for="ch" forName="picture4" refType="w" fact="0"/>
          <dgm:constr type="t" for="ch" forName="picture4" refType="h" fact="0.4903"/>
          <dgm:constr type="w" for="ch" forName="picture4" refType="w" fact="0.3496"/>
          <dgm:constr type="h" for="ch" forName="picture4" refType="h" fact="0.1638"/>
          <dgm:constr type="l" for="ch" forName="parent4" refType="w" fact="0"/>
          <dgm:constr type="t" for="ch" forName="parent4" refType="h" fact="0.6313"/>
          <dgm:constr type="w" for="ch" forName="parent4" refType="w" fact="0.3496"/>
          <dgm:constr type="h" for="ch" forName="parent4" refType="h" fact="0.0207"/>
          <dgm:constr type="l" for="ch" forName="picture6" refType="w" fact="0"/>
          <dgm:constr type="t" for="ch" forName="picture6" refType="h" fact="0.6638"/>
          <dgm:constr type="w" for="ch" forName="picture6" refType="w" fact="0.6307"/>
          <dgm:constr type="h" for="ch" forName="picture6" refType="h" fact="0.1638"/>
          <dgm:constr type="l" for="ch" forName="parent6" refType="w" fact="0"/>
          <dgm:constr type="t" for="ch" forName="parent6" refType="h" fact="0.8051"/>
          <dgm:constr type="w" for="ch" forName="parent6" refType="w" fact="0.6307"/>
          <dgm:constr type="h" for="ch" forName="parent6" refType="h" fact="0.0205"/>
          <dgm:constr type="l" for="ch" forName="picture7" refType="w" fact="0.6504"/>
          <dgm:constr type="t" for="ch" forName="picture7" refType="h" fact="0.6638"/>
          <dgm:constr type="w" for="ch" forName="picture7" refType="w" fact="0.3496"/>
          <dgm:constr type="h" for="ch" forName="picture7" refType="h" fact="0.1638"/>
          <dgm:constr type="l" for="ch" forName="parent7" refType="w" fact="0.6504"/>
          <dgm:constr type="t" for="ch" forName="parent7" refType="h" fact="0.8048"/>
          <dgm:constr type="w" for="ch" forName="parent7" refType="w" fact="0.3496"/>
          <dgm:constr type="h" for="ch" forName="parent7" refType="h" fact="0.0207"/>
          <dgm:constr type="l" for="ch" forName="picture8" refType="w" fact="0"/>
          <dgm:constr type="t" for="ch" forName="picture8" refType="h" fact="0.8362"/>
          <dgm:constr type="w" for="ch" forName="picture8" refType="w" fact="0.3496"/>
          <dgm:constr type="h" for="ch" forName="picture8" refType="h" fact="0.1638"/>
          <dgm:constr type="l" for="ch" forName="parent8" refType="w" fact="0"/>
          <dgm:constr type="t" for="ch" forName="parent8" refType="h" fact="0.9772"/>
          <dgm:constr type="w" for="ch" forName="parent8" refType="w" fact="0.3496"/>
          <dgm:constr type="h" for="ch" forName="parent8" refType="h" fact="0.0207"/>
          <dgm:constr type="l" for="ch" forName="picture9" refType="w" fact="0.3689"/>
          <dgm:constr type="t" for="ch" forName="picture9" refType="h" fact="0.8362"/>
          <dgm:constr type="w" for="ch" forName="picture9" refType="w" fact="0.6307"/>
          <dgm:constr type="h" for="ch" forName="picture9" refType="h" fact="0.1638"/>
          <dgm:constr type="l" for="ch" forName="parent9" refType="w" fact="0.3689"/>
          <dgm:constr type="t" for="ch" forName="parent9" refType="h" fact="0.9775"/>
          <dgm:constr type="w" for="ch" forName="parent9" refType="w" fact="0.6307"/>
          <dgm:constr type="h" for="ch" forName="parent9" refType="h" fact="0.0205"/>
        </dgm:constrLst>
      </dgm:else>
    </dgm:choose>
    <dgm:forEach name="Name11" axis="ch" ptType="node" cnt="1">
      <dgm:layoutNode name="picture1">
        <dgm:alg type="sp"/>
        <dgm:shape xmlns:r="http://schemas.openxmlformats.org/officeDocument/2006/relationships" r:blip="">
          <dgm:adjLst/>
        </dgm:shape>
        <dgm:presOf/>
        <dgm:forEach name="Name12" ref="pictureWrapper"/>
      </dgm:layoutNode>
      <dgm:layoutNode name="parent1">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3" axis="ch" ptType="node" st="2" cnt="1">
      <dgm:layoutNode name="picture2">
        <dgm:alg type="sp"/>
        <dgm:shape xmlns:r="http://schemas.openxmlformats.org/officeDocument/2006/relationships" r:blip="">
          <dgm:adjLst/>
        </dgm:shape>
        <dgm:presOf/>
        <dgm:forEach name="Name14" ref="pictureWrapper"/>
      </dgm:layoutNode>
      <dgm:layoutNode name="parent2">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5" axis="ch" ptType="node" st="3" cnt="1">
      <dgm:layoutNode name="picture3">
        <dgm:alg type="sp"/>
        <dgm:shape xmlns:r="http://schemas.openxmlformats.org/officeDocument/2006/relationships" r:blip="">
          <dgm:adjLst/>
        </dgm:shape>
        <dgm:presOf/>
        <dgm:forEach name="Name16" ref="pictureWrapper"/>
      </dgm:layoutNode>
      <dgm:layoutNode name="parent3">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7" axis="ch" ptType="node" st="4" cnt="1">
      <dgm:layoutNode name="picture4">
        <dgm:alg type="sp"/>
        <dgm:shape xmlns:r="http://schemas.openxmlformats.org/officeDocument/2006/relationships" r:blip="">
          <dgm:adjLst/>
        </dgm:shape>
        <dgm:presOf/>
        <dgm:forEach name="Name18" ref="pictureWrapper"/>
      </dgm:layoutNode>
      <dgm:layoutNode name="parent4">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9" axis="ch" ptType="node" st="5" cnt="1">
      <dgm:layoutNode name="picture5">
        <dgm:alg type="sp"/>
        <dgm:shape xmlns:r="http://schemas.openxmlformats.org/officeDocument/2006/relationships" r:blip="">
          <dgm:adjLst/>
        </dgm:shape>
        <dgm:presOf/>
        <dgm:forEach name="Name20" ref="pictureWrapper"/>
      </dgm:layoutNode>
      <dgm:layoutNode name="parent5">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1" axis="ch" ptType="node" st="6" cnt="1">
      <dgm:layoutNode name="picture6">
        <dgm:alg type="sp"/>
        <dgm:shape xmlns:r="http://schemas.openxmlformats.org/officeDocument/2006/relationships" r:blip="">
          <dgm:adjLst/>
        </dgm:shape>
        <dgm:presOf/>
        <dgm:forEach name="Name22" ref="pictureWrapper"/>
      </dgm:layoutNode>
      <dgm:layoutNode name="parent6">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3" axis="ch" ptType="node" st="7" cnt="1">
      <dgm:layoutNode name="picture7">
        <dgm:alg type="sp"/>
        <dgm:shape xmlns:r="http://schemas.openxmlformats.org/officeDocument/2006/relationships" r:blip="">
          <dgm:adjLst/>
        </dgm:shape>
        <dgm:presOf/>
        <dgm:forEach name="Name24" ref="pictureWrapper"/>
      </dgm:layoutNode>
      <dgm:layoutNode name="parent7">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5" axis="ch" ptType="node" st="8" cnt="1">
      <dgm:layoutNode name="picture8">
        <dgm:alg type="sp"/>
        <dgm:shape xmlns:r="http://schemas.openxmlformats.org/officeDocument/2006/relationships" r:blip="">
          <dgm:adjLst/>
        </dgm:shape>
        <dgm:presOf/>
        <dgm:forEach name="Name26" ref="pictureWrapper"/>
      </dgm:layoutNode>
      <dgm:layoutNode name="parent8">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7" axis="ch" ptType="node" st="9" cnt="1">
      <dgm:layoutNode name="picture9">
        <dgm:alg type="sp"/>
        <dgm:shape xmlns:r="http://schemas.openxmlformats.org/officeDocument/2006/relationships" r:blip="">
          <dgm:adjLst/>
        </dgm:shape>
        <dgm:presOf/>
        <dgm:forEach name="Name28" ref="pictureWrapper"/>
      </dgm:layoutNode>
      <dgm:layoutNode name="parent9">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wrapper" axis="self" ptType="parTrans">
      <dgm:forEach name="pictureWrapper" axis="self">
        <dgm:layoutNode name="picture" styleLbl="alignImgPlace1">
          <dgm:alg type="sp"/>
          <dgm:shape xmlns:r="http://schemas.openxmlformats.org/officeDocument/2006/relationships" type="rect" r:blip="" blipPhldr="1">
            <dgm:adjLst/>
          </dgm:shape>
          <dgm:presOf/>
        </dgm:layoutNode>
      </dgm:forEach>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notesMasters/_rels/notesMaster1.xml.rels><?xml version="1.0" encoding="UTF-8" standalone="yes"?>
<Relationships xmlns="http://schemas.openxmlformats.org/package/2006/relationships"><Relationship Id="rId1" Type="http://schemas.openxmlformats.org/officeDocument/2006/relationships/theme" Target="../theme/theme48.xml"/><Relationship Id="rId2" Type="http://schemas.openxmlformats.org/officeDocument/2006/relationships/image" Target="NUL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blipFill dpi="0" rotWithShape="1">
          <a:blip r:embed="rId2">
            <a:lum/>
          </a:blip>
          <a:srcRect/>
          <a:stretch>
            <a:fillRect r="-69000"/>
          </a:stretch>
        </a:blipFill>
        <a:effectLst/>
      </p:bgPr>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eaLnBrk="0" hangingPunct="0">
              <a:defRPr sz="1200">
                <a:cs typeface="+mn-cs"/>
              </a:defRPr>
            </a:lvl1pPr>
          </a:lstStyle>
          <a:p>
            <a:pPr>
              <a:defRPr/>
            </a:pPr>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pPr lvl="0"/>
            <a:endParaRPr lang="en-US" noProof="0" smtClean="0"/>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eaLnBrk="0" hangingPunct="0">
              <a:defRPr sz="1200">
                <a:cs typeface="+mn-cs"/>
              </a:defRPr>
            </a:lvl1pPr>
          </a:lstStyle>
          <a:p>
            <a:pPr>
              <a:defRPr/>
            </a:pPr>
            <a:fld id="{50D9FA03-ED3F-4F6F-BA7A-3431F0A09B2F}" type="datetimeFigureOut">
              <a:rPr lang="en-US"/>
              <a:pPr>
                <a:defRPr/>
              </a:pPr>
              <a:t>9/2/16</a:t>
            </a:fld>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eaLnBrk="0" hangingPunct="0">
              <a:defRPr sz="1200">
                <a:cs typeface="+mn-cs"/>
              </a:defRPr>
            </a:lvl1pPr>
          </a:lstStyle>
          <a:p>
            <a:pPr>
              <a:defRPr/>
            </a:pPr>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eaLnBrk="0" hangingPunct="0">
              <a:defRPr sz="1200">
                <a:cs typeface="+mn-cs"/>
              </a:defRPr>
            </a:lvl1pPr>
          </a:lstStyle>
          <a:p>
            <a:pPr>
              <a:defRPr/>
            </a:pPr>
            <a:fld id="{5D9A2121-0F96-449C-97BB-E55E7D4D6120}" type="slidenum">
              <a:rPr lang="en-US"/>
              <a:pPr>
                <a:defRPr/>
              </a:pPr>
              <a:t>‹#›</a:t>
            </a:fld>
            <a:endParaRPr lang="en-US"/>
          </a:p>
        </p:txBody>
      </p:sp>
    </p:spTree>
    <p:extLst>
      <p:ext uri="{BB962C8B-B14F-4D97-AF65-F5344CB8AC3E}">
        <p14:creationId xmlns:p14="http://schemas.microsoft.com/office/powerpoint/2010/main" val="2039584163"/>
      </p:ext>
    </p:extLst>
  </p:cSld>
  <p:clrMap bg1="lt1" tx1="dk1" bg2="lt2" tx2="dk2" accent1="accent1" accent2="accent2" accent3="accent3" accent4="accent4" accent5="accent5" accent6="accent6" hlink="hlink" folHlink="folHlink"/>
  <p:notesStyle>
    <a:lvl1pPr algn="l" rtl="0" eaLnBrk="0" fontAlgn="base" hangingPunct="0">
      <a:spcBef>
        <a:spcPct val="30000"/>
      </a:spcBef>
      <a:spcAft>
        <a:spcPct val="0"/>
      </a:spcAft>
      <a:defRPr sz="1200" kern="1200">
        <a:solidFill>
          <a:schemeClr val="tx1"/>
        </a:solidFill>
        <a:latin typeface="+mn-lt"/>
        <a:ea typeface="+mn-ea"/>
        <a:cs typeface="+mn-cs"/>
      </a:defRPr>
    </a:lvl1pPr>
    <a:lvl2pPr marL="457200" algn="l" rtl="0" eaLnBrk="0" fontAlgn="base" hangingPunct="0">
      <a:spcBef>
        <a:spcPct val="30000"/>
      </a:spcBef>
      <a:spcAft>
        <a:spcPct val="0"/>
      </a:spcAft>
      <a:defRPr sz="1200" kern="1200">
        <a:solidFill>
          <a:schemeClr val="tx1"/>
        </a:solidFill>
        <a:latin typeface="+mn-lt"/>
        <a:ea typeface="+mn-ea"/>
        <a:cs typeface="+mn-cs"/>
      </a:defRPr>
    </a:lvl2pPr>
    <a:lvl3pPr marL="914400" algn="l" rtl="0" eaLnBrk="0" fontAlgn="base" hangingPunct="0">
      <a:spcBef>
        <a:spcPct val="30000"/>
      </a:spcBef>
      <a:spcAft>
        <a:spcPct val="0"/>
      </a:spcAft>
      <a:defRPr sz="1200" kern="1200">
        <a:solidFill>
          <a:schemeClr val="tx1"/>
        </a:solidFill>
        <a:latin typeface="+mn-lt"/>
        <a:ea typeface="+mn-ea"/>
        <a:cs typeface="+mn-cs"/>
      </a:defRPr>
    </a:lvl3pPr>
    <a:lvl4pPr marL="1371600" algn="l" rtl="0" eaLnBrk="0" fontAlgn="base" hangingPunct="0">
      <a:spcBef>
        <a:spcPct val="30000"/>
      </a:spcBef>
      <a:spcAft>
        <a:spcPct val="0"/>
      </a:spcAft>
      <a:defRPr sz="1200" kern="1200">
        <a:solidFill>
          <a:schemeClr val="tx1"/>
        </a:solidFill>
        <a:latin typeface="+mn-lt"/>
        <a:ea typeface="+mn-ea"/>
        <a:cs typeface="+mn-cs"/>
      </a:defRPr>
    </a:lvl4pPr>
    <a:lvl5pPr marL="1828800" algn="l" rtl="0" eaLnBrk="0" fontAlgn="base" hangingPunct="0">
      <a:spcBef>
        <a:spcPct val="30000"/>
      </a:spcBef>
      <a:spcAft>
        <a:spcPct val="0"/>
      </a:spcAft>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4.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5.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6.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7.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8.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9.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3.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4.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6.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7.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8.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9.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0.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2.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3.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8.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9.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4.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9.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0.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2.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3.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4.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5.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6.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7.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0.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3.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6.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7.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8.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9.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0.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2.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3.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4.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5.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45C73934-D492-4443-9427-018DE5D6DDA5}" type="slidenum">
              <a:rPr lang="en-US" smtClean="0">
                <a:solidFill>
                  <a:prstClr val="black"/>
                </a:solidFill>
              </a:rPr>
              <a:pPr/>
              <a:t>1</a:t>
            </a:fld>
            <a:endParaRPr lang="en-US" dirty="0">
              <a:solidFill>
                <a:prstClr val="black"/>
              </a:solidFill>
            </a:endParaRPr>
          </a:p>
        </p:txBody>
      </p:sp>
    </p:spTree>
    <p:extLst>
      <p:ext uri="{BB962C8B-B14F-4D97-AF65-F5344CB8AC3E}">
        <p14:creationId xmlns:p14="http://schemas.microsoft.com/office/powerpoint/2010/main" val="108020897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solidFill>
                  <a:prstClr val="black"/>
                </a:solidFill>
              </a:rPr>
              <a:pPr/>
              <a:t>3</a:t>
            </a:fld>
            <a:endParaRPr lang="id-ID">
              <a:solidFill>
                <a:prstClr val="black"/>
              </a:solidFill>
            </a:endParaRPr>
          </a:p>
        </p:txBody>
      </p:sp>
    </p:spTree>
    <p:extLst>
      <p:ext uri="{BB962C8B-B14F-4D97-AF65-F5344CB8AC3E}">
        <p14:creationId xmlns:p14="http://schemas.microsoft.com/office/powerpoint/2010/main" val="3584939528"/>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solidFill>
                  <a:prstClr val="black"/>
                </a:solidFill>
              </a:rPr>
              <a:pPr/>
              <a:t>4</a:t>
            </a:fld>
            <a:endParaRPr lang="id-ID">
              <a:solidFill>
                <a:prstClr val="black"/>
              </a:solidFill>
            </a:endParaRPr>
          </a:p>
        </p:txBody>
      </p:sp>
    </p:spTree>
    <p:extLst>
      <p:ext uri="{BB962C8B-B14F-4D97-AF65-F5344CB8AC3E}">
        <p14:creationId xmlns:p14="http://schemas.microsoft.com/office/powerpoint/2010/main" val="3210317575"/>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solidFill>
                  <a:prstClr val="black"/>
                </a:solidFill>
              </a:rPr>
              <a:pPr/>
              <a:t>5</a:t>
            </a:fld>
            <a:endParaRPr lang="id-ID">
              <a:solidFill>
                <a:prstClr val="black"/>
              </a:solidFill>
            </a:endParaRPr>
          </a:p>
        </p:txBody>
      </p:sp>
    </p:spTree>
    <p:extLst>
      <p:ext uri="{BB962C8B-B14F-4D97-AF65-F5344CB8AC3E}">
        <p14:creationId xmlns:p14="http://schemas.microsoft.com/office/powerpoint/2010/main" val="2243795706"/>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solidFill>
                  <a:prstClr val="black"/>
                </a:solidFill>
              </a:rPr>
              <a:pPr/>
              <a:t>6</a:t>
            </a:fld>
            <a:endParaRPr lang="id-ID">
              <a:solidFill>
                <a:prstClr val="black"/>
              </a:solidFill>
            </a:endParaRPr>
          </a:p>
        </p:txBody>
      </p:sp>
    </p:spTree>
    <p:extLst>
      <p:ext uri="{BB962C8B-B14F-4D97-AF65-F5344CB8AC3E}">
        <p14:creationId xmlns:p14="http://schemas.microsoft.com/office/powerpoint/2010/main" val="1613514542"/>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45C73934-D492-4443-9427-018DE5D6DDA5}" type="slidenum">
              <a:rPr lang="en-US" smtClean="0">
                <a:solidFill>
                  <a:prstClr val="black"/>
                </a:solidFill>
              </a:rPr>
              <a:pPr/>
              <a:t>24</a:t>
            </a:fld>
            <a:endParaRPr lang="en-US" dirty="0">
              <a:solidFill>
                <a:prstClr val="black"/>
              </a:solidFill>
            </a:endParaRPr>
          </a:p>
        </p:txBody>
      </p:sp>
    </p:spTree>
    <p:extLst>
      <p:ext uri="{BB962C8B-B14F-4D97-AF65-F5344CB8AC3E}">
        <p14:creationId xmlns:p14="http://schemas.microsoft.com/office/powerpoint/2010/main" val="2517896828"/>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45C73934-D492-4443-9427-018DE5D6DDA5}" type="slidenum">
              <a:rPr lang="en-US" smtClean="0">
                <a:solidFill>
                  <a:prstClr val="black"/>
                </a:solidFill>
              </a:rPr>
              <a:pPr/>
              <a:t>31</a:t>
            </a:fld>
            <a:endParaRPr lang="en-US">
              <a:solidFill>
                <a:prstClr val="black"/>
              </a:solidFill>
            </a:endParaRPr>
          </a:p>
        </p:txBody>
      </p:sp>
    </p:spTree>
    <p:extLst>
      <p:ext uri="{BB962C8B-B14F-4D97-AF65-F5344CB8AC3E}">
        <p14:creationId xmlns:p14="http://schemas.microsoft.com/office/powerpoint/2010/main" val="3826997662"/>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45C73934-D492-4443-9427-018DE5D6DDA5}" type="slidenum">
              <a:rPr lang="en-US" smtClean="0">
                <a:solidFill>
                  <a:prstClr val="black"/>
                </a:solidFill>
              </a:rPr>
              <a:pPr/>
              <a:t>32</a:t>
            </a:fld>
            <a:endParaRPr lang="en-US">
              <a:solidFill>
                <a:prstClr val="black"/>
              </a:solidFill>
            </a:endParaRPr>
          </a:p>
        </p:txBody>
      </p:sp>
    </p:spTree>
    <p:extLst>
      <p:ext uri="{BB962C8B-B14F-4D97-AF65-F5344CB8AC3E}">
        <p14:creationId xmlns:p14="http://schemas.microsoft.com/office/powerpoint/2010/main" val="589254261"/>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45C73934-D492-4443-9427-018DE5D6DDA5}" type="slidenum">
              <a:rPr lang="en-US" smtClean="0">
                <a:solidFill>
                  <a:prstClr val="black"/>
                </a:solidFill>
              </a:rPr>
              <a:pPr/>
              <a:t>44</a:t>
            </a:fld>
            <a:endParaRPr lang="en-US" dirty="0">
              <a:solidFill>
                <a:prstClr val="black"/>
              </a:solidFill>
            </a:endParaRPr>
          </a:p>
        </p:txBody>
      </p:sp>
    </p:spTree>
    <p:extLst>
      <p:ext uri="{BB962C8B-B14F-4D97-AF65-F5344CB8AC3E}">
        <p14:creationId xmlns:p14="http://schemas.microsoft.com/office/powerpoint/2010/main" val="2928290496"/>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solidFill>
                  <a:prstClr val="black"/>
                </a:solidFill>
              </a:rPr>
              <a:pPr/>
              <a:t>45</a:t>
            </a:fld>
            <a:endParaRPr lang="id-ID">
              <a:solidFill>
                <a:prstClr val="black"/>
              </a:solidFill>
            </a:endParaRPr>
          </a:p>
        </p:txBody>
      </p:sp>
    </p:spTree>
    <p:extLst>
      <p:ext uri="{BB962C8B-B14F-4D97-AF65-F5344CB8AC3E}">
        <p14:creationId xmlns:p14="http://schemas.microsoft.com/office/powerpoint/2010/main" val="1421074541"/>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solidFill>
                  <a:prstClr val="black"/>
                </a:solidFill>
              </a:rPr>
              <a:pPr/>
              <a:t>46</a:t>
            </a:fld>
            <a:endParaRPr lang="id-ID">
              <a:solidFill>
                <a:prstClr val="black"/>
              </a:solidFill>
            </a:endParaRPr>
          </a:p>
        </p:txBody>
      </p:sp>
    </p:spTree>
    <p:extLst>
      <p:ext uri="{BB962C8B-B14F-4D97-AF65-F5344CB8AC3E}">
        <p14:creationId xmlns:p14="http://schemas.microsoft.com/office/powerpoint/2010/main" val="3651464195"/>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solidFill>
                  <a:prstClr val="black"/>
                </a:solidFill>
              </a:rPr>
              <a:pPr/>
              <a:t>47</a:t>
            </a:fld>
            <a:endParaRPr lang="id-ID">
              <a:solidFill>
                <a:prstClr val="black"/>
              </a:solidFill>
            </a:endParaRPr>
          </a:p>
        </p:txBody>
      </p:sp>
    </p:spTree>
    <p:extLst>
      <p:ext uri="{BB962C8B-B14F-4D97-AF65-F5344CB8AC3E}">
        <p14:creationId xmlns:p14="http://schemas.microsoft.com/office/powerpoint/2010/main" val="892737596"/>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solidFill>
                  <a:prstClr val="black"/>
                </a:solidFill>
              </a:rPr>
              <a:pPr/>
              <a:t>48</a:t>
            </a:fld>
            <a:endParaRPr lang="id-ID">
              <a:solidFill>
                <a:prstClr val="black"/>
              </a:solidFill>
            </a:endParaRPr>
          </a:p>
        </p:txBody>
      </p:sp>
    </p:spTree>
    <p:extLst>
      <p:ext uri="{BB962C8B-B14F-4D97-AF65-F5344CB8AC3E}">
        <p14:creationId xmlns:p14="http://schemas.microsoft.com/office/powerpoint/2010/main" val="2608944788"/>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solidFill>
                  <a:prstClr val="black"/>
                </a:solidFill>
              </a:rPr>
              <a:pPr/>
              <a:t>49</a:t>
            </a:fld>
            <a:endParaRPr lang="id-ID">
              <a:solidFill>
                <a:prstClr val="black"/>
              </a:solidFill>
            </a:endParaRPr>
          </a:p>
        </p:txBody>
      </p:sp>
    </p:spTree>
    <p:extLst>
      <p:ext uri="{BB962C8B-B14F-4D97-AF65-F5344CB8AC3E}">
        <p14:creationId xmlns:p14="http://schemas.microsoft.com/office/powerpoint/2010/main" val="3916177126"/>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solidFill>
                  <a:prstClr val="black"/>
                </a:solidFill>
              </a:rPr>
              <a:pPr/>
              <a:t>51</a:t>
            </a:fld>
            <a:endParaRPr lang="id-ID">
              <a:solidFill>
                <a:prstClr val="black"/>
              </a:solidFill>
            </a:endParaRPr>
          </a:p>
        </p:txBody>
      </p:sp>
    </p:spTree>
    <p:extLst>
      <p:ext uri="{BB962C8B-B14F-4D97-AF65-F5344CB8AC3E}">
        <p14:creationId xmlns:p14="http://schemas.microsoft.com/office/powerpoint/2010/main" val="250316204"/>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solidFill>
                  <a:prstClr val="black"/>
                </a:solidFill>
              </a:rPr>
              <a:pPr/>
              <a:t>53</a:t>
            </a:fld>
            <a:endParaRPr lang="id-ID">
              <a:solidFill>
                <a:prstClr val="black"/>
              </a:solidFill>
            </a:endParaRPr>
          </a:p>
        </p:txBody>
      </p:sp>
    </p:spTree>
    <p:extLst>
      <p:ext uri="{BB962C8B-B14F-4D97-AF65-F5344CB8AC3E}">
        <p14:creationId xmlns:p14="http://schemas.microsoft.com/office/powerpoint/2010/main" val="1990619947"/>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solidFill>
                  <a:prstClr val="black"/>
                </a:solidFill>
              </a:rPr>
              <a:pPr/>
              <a:t>54</a:t>
            </a:fld>
            <a:endParaRPr lang="id-ID">
              <a:solidFill>
                <a:prstClr val="black"/>
              </a:solidFill>
            </a:endParaRPr>
          </a:p>
        </p:txBody>
      </p:sp>
    </p:spTree>
    <p:extLst>
      <p:ext uri="{BB962C8B-B14F-4D97-AF65-F5344CB8AC3E}">
        <p14:creationId xmlns:p14="http://schemas.microsoft.com/office/powerpoint/2010/main" val="3029518089"/>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45C73934-D492-4443-9427-018DE5D6DDA5}" type="slidenum">
              <a:rPr lang="en-US" smtClean="0">
                <a:solidFill>
                  <a:prstClr val="black"/>
                </a:solidFill>
              </a:rPr>
              <a:pPr/>
              <a:t>56</a:t>
            </a:fld>
            <a:endParaRPr lang="en-US" dirty="0">
              <a:solidFill>
                <a:prstClr val="black"/>
              </a:solidFill>
            </a:endParaRPr>
          </a:p>
        </p:txBody>
      </p:sp>
    </p:spTree>
    <p:extLst>
      <p:ext uri="{BB962C8B-B14F-4D97-AF65-F5344CB8AC3E}">
        <p14:creationId xmlns:p14="http://schemas.microsoft.com/office/powerpoint/2010/main" val="3085732902"/>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solidFill>
                  <a:prstClr val="black"/>
                </a:solidFill>
              </a:rPr>
              <a:pPr/>
              <a:t>57</a:t>
            </a:fld>
            <a:endParaRPr lang="id-ID">
              <a:solidFill>
                <a:prstClr val="black"/>
              </a:solidFill>
            </a:endParaRPr>
          </a:p>
        </p:txBody>
      </p:sp>
    </p:spTree>
    <p:extLst>
      <p:ext uri="{BB962C8B-B14F-4D97-AF65-F5344CB8AC3E}">
        <p14:creationId xmlns:p14="http://schemas.microsoft.com/office/powerpoint/2010/main" val="1312594550"/>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solidFill>
                  <a:prstClr val="black"/>
                </a:solidFill>
              </a:rPr>
              <a:pPr/>
              <a:t>58</a:t>
            </a:fld>
            <a:endParaRPr lang="id-ID">
              <a:solidFill>
                <a:prstClr val="black"/>
              </a:solidFill>
            </a:endParaRPr>
          </a:p>
        </p:txBody>
      </p:sp>
    </p:spTree>
    <p:extLst>
      <p:ext uri="{BB962C8B-B14F-4D97-AF65-F5344CB8AC3E}">
        <p14:creationId xmlns:p14="http://schemas.microsoft.com/office/powerpoint/2010/main" val="3263474230"/>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solidFill>
                  <a:prstClr val="black"/>
                </a:solidFill>
              </a:rPr>
              <a:pPr/>
              <a:t>59</a:t>
            </a:fld>
            <a:endParaRPr lang="id-ID">
              <a:solidFill>
                <a:prstClr val="black"/>
              </a:solidFill>
            </a:endParaRPr>
          </a:p>
        </p:txBody>
      </p:sp>
    </p:spTree>
    <p:extLst>
      <p:ext uri="{BB962C8B-B14F-4D97-AF65-F5344CB8AC3E}">
        <p14:creationId xmlns:p14="http://schemas.microsoft.com/office/powerpoint/2010/main" val="1865553203"/>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solidFill>
                  <a:prstClr val="black"/>
                </a:solidFill>
              </a:rPr>
              <a:pPr/>
              <a:t>60</a:t>
            </a:fld>
            <a:endParaRPr lang="id-ID">
              <a:solidFill>
                <a:prstClr val="black"/>
              </a:solidFill>
            </a:endParaRPr>
          </a:p>
        </p:txBody>
      </p:sp>
    </p:spTree>
    <p:extLst>
      <p:ext uri="{BB962C8B-B14F-4D97-AF65-F5344CB8AC3E}">
        <p14:creationId xmlns:p14="http://schemas.microsoft.com/office/powerpoint/2010/main" val="3701529517"/>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solidFill>
                  <a:prstClr val="black"/>
                </a:solidFill>
              </a:rPr>
              <a:pPr/>
              <a:t>61</a:t>
            </a:fld>
            <a:endParaRPr lang="id-ID">
              <a:solidFill>
                <a:prstClr val="black"/>
              </a:solidFill>
            </a:endParaRPr>
          </a:p>
        </p:txBody>
      </p:sp>
    </p:spTree>
    <p:extLst>
      <p:ext uri="{BB962C8B-B14F-4D97-AF65-F5344CB8AC3E}">
        <p14:creationId xmlns:p14="http://schemas.microsoft.com/office/powerpoint/2010/main" val="3934244596"/>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solidFill>
                  <a:prstClr val="black"/>
                </a:solidFill>
              </a:rPr>
              <a:pPr/>
              <a:t>62</a:t>
            </a:fld>
            <a:endParaRPr lang="id-ID">
              <a:solidFill>
                <a:prstClr val="black"/>
              </a:solidFill>
            </a:endParaRPr>
          </a:p>
        </p:txBody>
      </p:sp>
    </p:spTree>
    <p:extLst>
      <p:ext uri="{BB962C8B-B14F-4D97-AF65-F5344CB8AC3E}">
        <p14:creationId xmlns:p14="http://schemas.microsoft.com/office/powerpoint/2010/main" val="155677682"/>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45C73934-D492-4443-9427-018DE5D6DDA5}" type="slidenum">
              <a:rPr lang="en-US" smtClean="0">
                <a:solidFill>
                  <a:prstClr val="black"/>
                </a:solidFill>
              </a:rPr>
              <a:pPr/>
              <a:t>73</a:t>
            </a:fld>
            <a:endParaRPr lang="en-US" dirty="0">
              <a:solidFill>
                <a:prstClr val="black"/>
              </a:solidFill>
            </a:endParaRPr>
          </a:p>
        </p:txBody>
      </p:sp>
    </p:spTree>
    <p:extLst>
      <p:ext uri="{BB962C8B-B14F-4D97-AF65-F5344CB8AC3E}">
        <p14:creationId xmlns:p14="http://schemas.microsoft.com/office/powerpoint/2010/main" val="1382536048"/>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solidFill>
                  <a:prstClr val="black"/>
                </a:solidFill>
              </a:rPr>
              <a:pPr/>
              <a:t>78</a:t>
            </a:fld>
            <a:endParaRPr lang="id-ID">
              <a:solidFill>
                <a:prstClr val="black"/>
              </a:solidFill>
            </a:endParaRPr>
          </a:p>
        </p:txBody>
      </p:sp>
    </p:spTree>
    <p:extLst>
      <p:ext uri="{BB962C8B-B14F-4D97-AF65-F5344CB8AC3E}">
        <p14:creationId xmlns:p14="http://schemas.microsoft.com/office/powerpoint/2010/main" val="3493234152"/>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solidFill>
                  <a:prstClr val="black"/>
                </a:solidFill>
              </a:rPr>
              <a:pPr/>
              <a:t>79</a:t>
            </a:fld>
            <a:endParaRPr lang="id-ID">
              <a:solidFill>
                <a:prstClr val="black"/>
              </a:solidFill>
            </a:endParaRPr>
          </a:p>
        </p:txBody>
      </p:sp>
    </p:spTree>
    <p:extLst>
      <p:ext uri="{BB962C8B-B14F-4D97-AF65-F5344CB8AC3E}">
        <p14:creationId xmlns:p14="http://schemas.microsoft.com/office/powerpoint/2010/main" val="3299447746"/>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solidFill>
                  <a:prstClr val="black"/>
                </a:solidFill>
              </a:rPr>
              <a:pPr/>
              <a:t>84</a:t>
            </a:fld>
            <a:endParaRPr lang="id-ID">
              <a:solidFill>
                <a:prstClr val="black"/>
              </a:solidFill>
            </a:endParaRPr>
          </a:p>
        </p:txBody>
      </p:sp>
    </p:spTree>
    <p:extLst>
      <p:ext uri="{BB962C8B-B14F-4D97-AF65-F5344CB8AC3E}">
        <p14:creationId xmlns:p14="http://schemas.microsoft.com/office/powerpoint/2010/main" val="2300351334"/>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solidFill>
                  <a:prstClr val="black"/>
                </a:solidFill>
              </a:rPr>
              <a:pPr/>
              <a:t>89</a:t>
            </a:fld>
            <a:endParaRPr lang="id-ID">
              <a:solidFill>
                <a:prstClr val="black"/>
              </a:solidFill>
            </a:endParaRPr>
          </a:p>
        </p:txBody>
      </p:sp>
    </p:spTree>
    <p:extLst>
      <p:ext uri="{BB962C8B-B14F-4D97-AF65-F5344CB8AC3E}">
        <p14:creationId xmlns:p14="http://schemas.microsoft.com/office/powerpoint/2010/main" val="565674728"/>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solidFill>
                  <a:prstClr val="black"/>
                </a:solidFill>
              </a:rPr>
              <a:pPr/>
              <a:t>90</a:t>
            </a:fld>
            <a:endParaRPr lang="id-ID">
              <a:solidFill>
                <a:prstClr val="black"/>
              </a:solidFill>
            </a:endParaRPr>
          </a:p>
        </p:txBody>
      </p:sp>
    </p:spTree>
    <p:extLst>
      <p:ext uri="{BB962C8B-B14F-4D97-AF65-F5344CB8AC3E}">
        <p14:creationId xmlns:p14="http://schemas.microsoft.com/office/powerpoint/2010/main" val="2144938622"/>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solidFill>
                  <a:prstClr val="black"/>
                </a:solidFill>
              </a:rPr>
              <a:pPr/>
              <a:t>91</a:t>
            </a:fld>
            <a:endParaRPr lang="id-ID">
              <a:solidFill>
                <a:prstClr val="black"/>
              </a:solidFill>
            </a:endParaRPr>
          </a:p>
        </p:txBody>
      </p:sp>
    </p:spTree>
    <p:extLst>
      <p:ext uri="{BB962C8B-B14F-4D97-AF65-F5344CB8AC3E}">
        <p14:creationId xmlns:p14="http://schemas.microsoft.com/office/powerpoint/2010/main" val="650234061"/>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solidFill>
                  <a:prstClr val="black"/>
                </a:solidFill>
              </a:rPr>
              <a:pPr/>
              <a:t>92</a:t>
            </a:fld>
            <a:endParaRPr lang="id-ID">
              <a:solidFill>
                <a:prstClr val="black"/>
              </a:solidFill>
            </a:endParaRPr>
          </a:p>
        </p:txBody>
      </p:sp>
    </p:spTree>
    <p:extLst>
      <p:ext uri="{BB962C8B-B14F-4D97-AF65-F5344CB8AC3E}">
        <p14:creationId xmlns:p14="http://schemas.microsoft.com/office/powerpoint/2010/main" val="1839160959"/>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solidFill>
                  <a:prstClr val="black"/>
                </a:solidFill>
              </a:rPr>
              <a:pPr/>
              <a:t>93</a:t>
            </a:fld>
            <a:endParaRPr lang="id-ID">
              <a:solidFill>
                <a:prstClr val="black"/>
              </a:solidFill>
            </a:endParaRPr>
          </a:p>
        </p:txBody>
      </p:sp>
    </p:spTree>
    <p:extLst>
      <p:ext uri="{BB962C8B-B14F-4D97-AF65-F5344CB8AC3E}">
        <p14:creationId xmlns:p14="http://schemas.microsoft.com/office/powerpoint/2010/main" val="2011453016"/>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687638" y="514350"/>
            <a:ext cx="4570412"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smtClean="0">
                <a:solidFill>
                  <a:prstClr val="black"/>
                </a:solidFill>
              </a:rPr>
              <a:t>My First Template</a:t>
            </a:r>
            <a:endParaRPr lang="en-US" dirty="0">
              <a:solidFill>
                <a:prstClr val="black"/>
              </a:solidFill>
            </a:endParaRPr>
          </a:p>
        </p:txBody>
      </p:sp>
    </p:spTree>
    <p:extLst>
      <p:ext uri="{BB962C8B-B14F-4D97-AF65-F5344CB8AC3E}">
        <p14:creationId xmlns:p14="http://schemas.microsoft.com/office/powerpoint/2010/main" val="2716463511"/>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687638" y="514350"/>
            <a:ext cx="4570412"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smtClean="0">
                <a:solidFill>
                  <a:prstClr val="black"/>
                </a:solidFill>
              </a:rPr>
              <a:t>My First Template</a:t>
            </a:r>
            <a:endParaRPr lang="en-US" dirty="0">
              <a:solidFill>
                <a:prstClr val="black"/>
              </a:solidFill>
            </a:endParaRPr>
          </a:p>
        </p:txBody>
      </p:sp>
    </p:spTree>
    <p:extLst>
      <p:ext uri="{BB962C8B-B14F-4D97-AF65-F5344CB8AC3E}">
        <p14:creationId xmlns:p14="http://schemas.microsoft.com/office/powerpoint/2010/main" val="2972117166"/>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687638" y="514350"/>
            <a:ext cx="4570412"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smtClean="0">
                <a:solidFill>
                  <a:prstClr val="black"/>
                </a:solidFill>
              </a:rPr>
              <a:t>My First Template</a:t>
            </a:r>
            <a:endParaRPr lang="en-US" dirty="0">
              <a:solidFill>
                <a:prstClr val="black"/>
              </a:solidFill>
            </a:endParaRPr>
          </a:p>
        </p:txBody>
      </p:sp>
    </p:spTree>
    <p:extLst>
      <p:ext uri="{BB962C8B-B14F-4D97-AF65-F5344CB8AC3E}">
        <p14:creationId xmlns:p14="http://schemas.microsoft.com/office/powerpoint/2010/main" val="2808185256"/>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687638" y="514350"/>
            <a:ext cx="4570412"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smtClean="0">
                <a:solidFill>
                  <a:prstClr val="black"/>
                </a:solidFill>
              </a:rPr>
              <a:t>My First Template</a:t>
            </a:r>
            <a:endParaRPr lang="en-US" dirty="0">
              <a:solidFill>
                <a:prstClr val="black"/>
              </a:solidFill>
            </a:endParaRPr>
          </a:p>
        </p:txBody>
      </p:sp>
    </p:spTree>
    <p:extLst>
      <p:ext uri="{BB962C8B-B14F-4D97-AF65-F5344CB8AC3E}">
        <p14:creationId xmlns:p14="http://schemas.microsoft.com/office/powerpoint/2010/main" val="2727810880"/>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solidFill>
                  <a:prstClr val="black"/>
                </a:solidFill>
              </a:rPr>
              <a:pPr/>
              <a:t>100</a:t>
            </a:fld>
            <a:endParaRPr lang="id-ID">
              <a:solidFill>
                <a:prstClr val="black"/>
              </a:solidFill>
            </a:endParaRPr>
          </a:p>
        </p:txBody>
      </p:sp>
    </p:spTree>
    <p:extLst>
      <p:ext uri="{BB962C8B-B14F-4D97-AF65-F5344CB8AC3E}">
        <p14:creationId xmlns:p14="http://schemas.microsoft.com/office/powerpoint/2010/main" val="2495432349"/>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solidFill>
                  <a:prstClr val="black"/>
                </a:solidFill>
              </a:rPr>
              <a:pPr/>
              <a:t>103</a:t>
            </a:fld>
            <a:endParaRPr lang="id-ID">
              <a:solidFill>
                <a:prstClr val="black"/>
              </a:solidFill>
            </a:endParaRPr>
          </a:p>
        </p:txBody>
      </p:sp>
    </p:spTree>
    <p:extLst>
      <p:ext uri="{BB962C8B-B14F-4D97-AF65-F5344CB8AC3E}">
        <p14:creationId xmlns:p14="http://schemas.microsoft.com/office/powerpoint/2010/main" val="1819287027"/>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solidFill>
                  <a:prstClr val="black"/>
                </a:solidFill>
              </a:rPr>
              <a:pPr/>
              <a:t>106</a:t>
            </a:fld>
            <a:endParaRPr lang="id-ID">
              <a:solidFill>
                <a:prstClr val="black"/>
              </a:solidFill>
            </a:endParaRPr>
          </a:p>
        </p:txBody>
      </p:sp>
    </p:spTree>
    <p:extLst>
      <p:ext uri="{BB962C8B-B14F-4D97-AF65-F5344CB8AC3E}">
        <p14:creationId xmlns:p14="http://schemas.microsoft.com/office/powerpoint/2010/main" val="2507079516"/>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solidFill>
                  <a:prstClr val="black"/>
                </a:solidFill>
              </a:rPr>
              <a:pPr/>
              <a:t>107</a:t>
            </a:fld>
            <a:endParaRPr lang="id-ID">
              <a:solidFill>
                <a:prstClr val="black"/>
              </a:solidFill>
            </a:endParaRPr>
          </a:p>
        </p:txBody>
      </p:sp>
    </p:spTree>
    <p:extLst>
      <p:ext uri="{BB962C8B-B14F-4D97-AF65-F5344CB8AC3E}">
        <p14:creationId xmlns:p14="http://schemas.microsoft.com/office/powerpoint/2010/main" val="3849304679"/>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solidFill>
                  <a:prstClr val="black"/>
                </a:solidFill>
              </a:rPr>
              <a:pPr/>
              <a:t>108</a:t>
            </a:fld>
            <a:endParaRPr lang="id-ID">
              <a:solidFill>
                <a:prstClr val="black"/>
              </a:solidFill>
            </a:endParaRPr>
          </a:p>
        </p:txBody>
      </p:sp>
    </p:spTree>
    <p:extLst>
      <p:ext uri="{BB962C8B-B14F-4D97-AF65-F5344CB8AC3E}">
        <p14:creationId xmlns:p14="http://schemas.microsoft.com/office/powerpoint/2010/main" val="1233122406"/>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solidFill>
                  <a:prstClr val="black"/>
                </a:solidFill>
              </a:rPr>
              <a:pPr/>
              <a:t>109</a:t>
            </a:fld>
            <a:endParaRPr lang="id-ID">
              <a:solidFill>
                <a:prstClr val="black"/>
              </a:solidFill>
            </a:endParaRPr>
          </a:p>
        </p:txBody>
      </p:sp>
    </p:spTree>
    <p:extLst>
      <p:ext uri="{BB962C8B-B14F-4D97-AF65-F5344CB8AC3E}">
        <p14:creationId xmlns:p14="http://schemas.microsoft.com/office/powerpoint/2010/main" val="313557497"/>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solidFill>
                  <a:prstClr val="black"/>
                </a:solidFill>
              </a:rPr>
              <a:pPr/>
              <a:t>110</a:t>
            </a:fld>
            <a:endParaRPr lang="id-ID">
              <a:solidFill>
                <a:prstClr val="black"/>
              </a:solidFill>
            </a:endParaRPr>
          </a:p>
        </p:txBody>
      </p:sp>
    </p:spTree>
    <p:extLst>
      <p:ext uri="{BB962C8B-B14F-4D97-AF65-F5344CB8AC3E}">
        <p14:creationId xmlns:p14="http://schemas.microsoft.com/office/powerpoint/2010/main" val="1356026046"/>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solidFill>
                  <a:prstClr val="black"/>
                </a:solidFill>
              </a:rPr>
              <a:pPr/>
              <a:t>111</a:t>
            </a:fld>
            <a:endParaRPr lang="id-ID">
              <a:solidFill>
                <a:prstClr val="black"/>
              </a:solidFill>
            </a:endParaRPr>
          </a:p>
        </p:txBody>
      </p:sp>
    </p:spTree>
    <p:extLst>
      <p:ext uri="{BB962C8B-B14F-4D97-AF65-F5344CB8AC3E}">
        <p14:creationId xmlns:p14="http://schemas.microsoft.com/office/powerpoint/2010/main" val="3127192529"/>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solidFill>
                  <a:prstClr val="black"/>
                </a:solidFill>
              </a:rPr>
              <a:pPr/>
              <a:t>112</a:t>
            </a:fld>
            <a:endParaRPr lang="id-ID">
              <a:solidFill>
                <a:prstClr val="black"/>
              </a:solidFill>
            </a:endParaRPr>
          </a:p>
        </p:txBody>
      </p:sp>
    </p:spTree>
    <p:extLst>
      <p:ext uri="{BB962C8B-B14F-4D97-AF65-F5344CB8AC3E}">
        <p14:creationId xmlns:p14="http://schemas.microsoft.com/office/powerpoint/2010/main" val="1771814059"/>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solidFill>
                  <a:prstClr val="black"/>
                </a:solidFill>
              </a:rPr>
              <a:pPr/>
              <a:t>113</a:t>
            </a:fld>
            <a:endParaRPr lang="id-ID">
              <a:solidFill>
                <a:prstClr val="black"/>
              </a:solidFill>
            </a:endParaRPr>
          </a:p>
        </p:txBody>
      </p:sp>
    </p:spTree>
    <p:extLst>
      <p:ext uri="{BB962C8B-B14F-4D97-AF65-F5344CB8AC3E}">
        <p14:creationId xmlns:p14="http://schemas.microsoft.com/office/powerpoint/2010/main" val="205449488"/>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solidFill>
                  <a:prstClr val="black"/>
                </a:solidFill>
              </a:rPr>
              <a:pPr/>
              <a:t>114</a:t>
            </a:fld>
            <a:endParaRPr lang="id-ID">
              <a:solidFill>
                <a:prstClr val="black"/>
              </a:solidFill>
            </a:endParaRPr>
          </a:p>
        </p:txBody>
      </p:sp>
    </p:spTree>
    <p:extLst>
      <p:ext uri="{BB962C8B-B14F-4D97-AF65-F5344CB8AC3E}">
        <p14:creationId xmlns:p14="http://schemas.microsoft.com/office/powerpoint/2010/main" val="2643970561"/>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solidFill>
                  <a:prstClr val="black"/>
                </a:solidFill>
              </a:rPr>
              <a:pPr/>
              <a:t>115</a:t>
            </a:fld>
            <a:endParaRPr lang="id-ID">
              <a:solidFill>
                <a:prstClr val="black"/>
              </a:solidFill>
            </a:endParaRPr>
          </a:p>
        </p:txBody>
      </p:sp>
    </p:spTree>
    <p:extLst>
      <p:ext uri="{BB962C8B-B14F-4D97-AF65-F5344CB8AC3E}">
        <p14:creationId xmlns:p14="http://schemas.microsoft.com/office/powerpoint/2010/main" val="980324544"/>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7.xml"/><Relationship Id="rId2" Type="http://schemas.openxmlformats.org/officeDocument/2006/relationships/image" Target="NUL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7.xml"/><Relationship Id="rId2" Type="http://schemas.openxmlformats.org/officeDocument/2006/relationships/image" Target="NUL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7.xml"/><Relationship Id="rId2" Type="http://schemas.openxmlformats.org/officeDocument/2006/relationships/image" Target="NUL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7.xml"/><Relationship Id="rId2" Type="http://schemas.openxmlformats.org/officeDocument/2006/relationships/image" Target="NUL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7.xml"/><Relationship Id="rId2" Type="http://schemas.openxmlformats.org/officeDocument/2006/relationships/image" Target="NUL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7.xml"/><Relationship Id="rId2" Type="http://schemas.openxmlformats.org/officeDocument/2006/relationships/image" Target="NUL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7.xml"/><Relationship Id="rId2" Type="http://schemas.openxmlformats.org/officeDocument/2006/relationships/image" Target="NUL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7.xml"/><Relationship Id="rId2" Type="http://schemas.openxmlformats.org/officeDocument/2006/relationships/image" Target="NUL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7.xml"/><Relationship Id="rId2" Type="http://schemas.openxmlformats.org/officeDocument/2006/relationships/image" Target="NUL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7.xml"/><Relationship Id="rId2" Type="http://schemas.openxmlformats.org/officeDocument/2006/relationships/image" Target="NUL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6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6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6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6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6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7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7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7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7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7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7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8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8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8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87.xml.rels><?xml version="1.0" encoding="UTF-8" standalone="yes"?>
<Relationships xmlns="http://schemas.openxmlformats.org/package/2006/relationships"><Relationship Id="rId1" Type="http://schemas.openxmlformats.org/officeDocument/2006/relationships/slideMaster" Target="../slideMasters/slideMaster9.xml"/><Relationship Id="rId2" Type="http://schemas.openxmlformats.org/officeDocument/2006/relationships/image" Target="NULL"/></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9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9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9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9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9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9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9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9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9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9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0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0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0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0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0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0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0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0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1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1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1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1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1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15.xml.rels><?xml version="1.0" encoding="UTF-8" standalone="yes"?>
<Relationships xmlns="http://schemas.openxmlformats.org/package/2006/relationships"><Relationship Id="rId1" Type="http://schemas.openxmlformats.org/officeDocument/2006/relationships/slideMaster" Target="../slideMasters/slideMaster10.xml"/><Relationship Id="rId2" Type="http://schemas.openxmlformats.org/officeDocument/2006/relationships/image" Target="NULL"/></Relationships>
</file>

<file path=ppt/slideLayouts/_rels/slideLayout21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1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1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1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2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2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2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2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2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2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2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2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2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2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3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3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3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3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3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3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3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3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3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3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4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4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4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43.xml.rels><?xml version="1.0" encoding="UTF-8" standalone="yes"?>
<Relationships xmlns="http://schemas.openxmlformats.org/package/2006/relationships"><Relationship Id="rId1" Type="http://schemas.openxmlformats.org/officeDocument/2006/relationships/slideMaster" Target="../slideMasters/slideMaster11.xml"/><Relationship Id="rId2" Type="http://schemas.openxmlformats.org/officeDocument/2006/relationships/image" Target="NULL"/></Relationships>
</file>

<file path=ppt/slideLayouts/_rels/slideLayout24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4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4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4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4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4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5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5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5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5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5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5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5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5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5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5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6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6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6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6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6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6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6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6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6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6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7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7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7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7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7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7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7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7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7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7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8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8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8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8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8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8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8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8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8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8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9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9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9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9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9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9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9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9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9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9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30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30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30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30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30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30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30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30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0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30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31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31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31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31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31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31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31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31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31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31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32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32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32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32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32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32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32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32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32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32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33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33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33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33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33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33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33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33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33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33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34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34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34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34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34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345.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46.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47.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4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4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50.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5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5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53.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54.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55.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56.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57.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5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5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60.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6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6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63.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6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65.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66.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67.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68.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69.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70.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71.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72.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73.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74.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75.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76.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77.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78.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79.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80.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81.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82.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83.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84.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85.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86.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87.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88.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89.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90.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91.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92.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93.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94.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95.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96.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97.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98.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99.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400.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401.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402.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403.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404.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405.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406.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407.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408.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409.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410.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411.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412.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413.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414.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415.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416.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417.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418.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419.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420.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421.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22.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23.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24.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25.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26.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27.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28.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29.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30.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31.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32.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33.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34.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35.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36.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37.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38.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39.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40.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41.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42.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43.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44.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45.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46.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47.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48.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49.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50.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51.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52.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53.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54.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55.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56.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57.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58.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59.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60.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61.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62.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63.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64.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65.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66.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67.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68.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69.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70.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71.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72.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73.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74.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75.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76.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77.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78.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79.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80.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81.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82.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83.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84.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85.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86.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87.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88.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89.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90.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91.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92.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93.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94.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95.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96.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97.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98.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99.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00.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01.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02.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03.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04.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05.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06.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507.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508.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509.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510.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511.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512.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513.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514.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515.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516.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517.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18.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19.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20.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21.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22.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23.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24.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25.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26.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27.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28.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29.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30.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31.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32.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33.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34.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35.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36.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37.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38.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39.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40.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41.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42.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43.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44.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45.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46.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47.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48.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49.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50.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51.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52.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53.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54.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55.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56.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57.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58.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59.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60.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61.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62.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63.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64.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65.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66.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67.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68.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69.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70.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71.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72.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73.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74.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75.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76.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77.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78.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79.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80.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81.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82.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83.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84.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85.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86.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87.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88.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89.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90.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91.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92.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93.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94.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95.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96.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97.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98.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99.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600.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601.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602.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603.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604.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605.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606.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607.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608.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609.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610.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611.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612.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613.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614.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615.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616.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617.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618.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619.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620.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621.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622.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623.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624.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625.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626.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627.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628.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629.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630.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631.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632.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633.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634.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635.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636.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637.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638.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639.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640.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641.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642.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643.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644.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645.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646.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647.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648.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649.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650.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651.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652.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653.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654.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655.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656.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657.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658.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659.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660.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661.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662.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663.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664.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665.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666.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667.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668.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669.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670.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671.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672.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673.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674.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675.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676.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677.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678.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679.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680.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681.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682.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683.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684.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685.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686.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687.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688.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689.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690.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691.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692.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693.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694.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695.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696.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697.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698.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699.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700.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701.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702.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703.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704.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705.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706.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707.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708.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709.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710.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711.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712.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713.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714.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715.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716.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717.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718.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719.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720.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721.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722.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723.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724.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725.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726.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727.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728.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729.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730.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731.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732.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733.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734.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735.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736.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737.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738.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739.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740.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741.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742.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743.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744.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745.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746.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747.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748.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749.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750.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751.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752.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753.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754.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755.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756.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757.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758.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759.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760.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761.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762.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763.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764.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765.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766.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767.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768.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769.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770.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771.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772.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773.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774.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775.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776.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777.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778.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779.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780.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781.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782.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783.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784.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785.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786.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787.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788.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789.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790.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791.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792.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793.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794.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795.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796.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797.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798.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799.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800.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801.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802.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803.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804.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805.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806.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807.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808.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809.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810.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811.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812.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813.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814.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815.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816.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817.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818.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819.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820.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821.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822.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823.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824.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825.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826.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827.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828.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829.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830.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831.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832.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833.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834.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835.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836.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837.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838.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839.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840.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841.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842.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843.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844.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845.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846.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847.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848.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849.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850.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851.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852.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853.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854.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855.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856.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857.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a:prstGeom prst="rect">
            <a:avLst/>
          </a:prstGeom>
        </p:spPr>
        <p:txBody>
          <a:bodyPr anchor="b"/>
          <a:lstStyle>
            <a:lvl1pPr algn="ctr">
              <a:defRPr sz="6000"/>
            </a:lvl1pPr>
          </a:lstStyle>
          <a:p>
            <a:r>
              <a:rPr lang="en-US" smtClean="0"/>
              <a:t>Click to edit Master title style</a:t>
            </a:r>
            <a:endParaRPr lang="en-US"/>
          </a:p>
        </p:txBody>
      </p:sp>
      <p:sp>
        <p:nvSpPr>
          <p:cNvPr id="3" name="Subtitle 2"/>
          <p:cNvSpPr>
            <a:spLocks noGrp="1"/>
          </p:cNvSpPr>
          <p:nvPr>
            <p:ph type="subTitle" idx="1"/>
          </p:nvPr>
        </p:nvSpPr>
        <p:spPr>
          <a:xfrm>
            <a:off x="1524000" y="3602038"/>
            <a:ext cx="9144000" cy="1655762"/>
          </a:xfrm>
          <a:prstGeom prst="rect">
            <a:avLst/>
          </a:prstGeo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a:p>
        </p:txBody>
      </p:sp>
      <p:sp>
        <p:nvSpPr>
          <p:cNvPr id="4" name="Date Placeholder 3"/>
          <p:cNvSpPr>
            <a:spLocks noGrp="1"/>
          </p:cNvSpPr>
          <p:nvPr>
            <p:ph type="dt" sz="half" idx="10"/>
          </p:nvPr>
        </p:nvSpPr>
        <p:spPr>
          <a:xfrm>
            <a:off x="838200" y="6356350"/>
            <a:ext cx="2743200" cy="365125"/>
          </a:xfrm>
          <a:prstGeom prst="rect">
            <a:avLst/>
          </a:prstGeom>
        </p:spPr>
        <p:txBody>
          <a:bodyPr/>
          <a:lstStyle>
            <a:lvl1pPr>
              <a:defRPr>
                <a:cs typeface="Simplified Arabic" panose="02020603050405020304" pitchFamily="18" charset="-78"/>
              </a:defRPr>
            </a:lvl1pPr>
          </a:lstStyle>
          <a:p>
            <a:pPr fontAlgn="auto">
              <a:spcBef>
                <a:spcPts val="0"/>
              </a:spcBef>
              <a:spcAft>
                <a:spcPts val="0"/>
              </a:spcAft>
            </a:pPr>
            <a:fld id="{197C7443-EAE2-4C29-B4BD-B00F07A030A9}" type="datetimeFigureOut">
              <a:rPr lang="en-US" smtClean="0">
                <a:solidFill>
                  <a:prstClr val="black"/>
                </a:solidFill>
                <a:latin typeface="Calibri" panose="020F0502020204030204"/>
              </a:rPr>
              <a:pPr fontAlgn="auto">
                <a:spcBef>
                  <a:spcPts val="0"/>
                </a:spcBef>
                <a:spcAft>
                  <a:spcPts val="0"/>
                </a:spcAft>
              </a:pPr>
              <a:t>9/2/16</a:t>
            </a:fld>
            <a:endParaRPr lang="en-US" dirty="0">
              <a:solidFill>
                <a:prstClr val="black"/>
              </a:solidFill>
              <a:latin typeface="Calibri" panose="020F0502020204030204"/>
              <a:cs typeface="+mn-cs"/>
            </a:endParaRPr>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lvl1pPr>
              <a:defRPr>
                <a:cs typeface="Simplified Arabic" panose="02020603050405020304" pitchFamily="18" charset="-78"/>
              </a:defRPr>
            </a:lvl1pPr>
          </a:lstStyle>
          <a:p>
            <a:pPr fontAlgn="auto">
              <a:spcBef>
                <a:spcPts val="0"/>
              </a:spcBef>
              <a:spcAft>
                <a:spcPts val="0"/>
              </a:spcAft>
            </a:pPr>
            <a:endParaRPr lang="en-US" dirty="0">
              <a:solidFill>
                <a:prstClr val="black"/>
              </a:solidFill>
              <a:latin typeface="Calibri" panose="020F0502020204030204"/>
            </a:endParaRPr>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lvl1pPr>
              <a:defRPr>
                <a:cs typeface="Simplified Arabic" panose="02020603050405020304" pitchFamily="18" charset="-78"/>
              </a:defRPr>
            </a:lvl1pPr>
          </a:lstStyle>
          <a:p>
            <a:pPr fontAlgn="auto">
              <a:spcBef>
                <a:spcPts val="0"/>
              </a:spcBef>
              <a:spcAft>
                <a:spcPts val="0"/>
              </a:spcAft>
            </a:pPr>
            <a:fld id="{2ED4C3CB-8FCE-4E6E-8BD4-52AFDB958BF7}" type="slidenum">
              <a:rPr lang="en-US" smtClean="0">
                <a:solidFill>
                  <a:prstClr val="black"/>
                </a:solidFill>
                <a:latin typeface="Calibri" panose="020F0502020204030204"/>
              </a:rPr>
              <a:pPr fontAlgn="auto">
                <a:spcBef>
                  <a:spcPts val="0"/>
                </a:spcBef>
                <a:spcAft>
                  <a:spcPts val="0"/>
                </a:spcAft>
              </a:pPr>
              <a:t>‹#›</a:t>
            </a:fld>
            <a:endParaRPr lang="en-US" dirty="0">
              <a:solidFill>
                <a:prstClr val="black"/>
              </a:solidFill>
              <a:latin typeface="Calibri" panose="020F0502020204030204"/>
              <a:cs typeface="+mn-cs"/>
            </a:endParaRPr>
          </a:p>
        </p:txBody>
      </p:sp>
    </p:spTree>
    <p:extLst>
      <p:ext uri="{BB962C8B-B14F-4D97-AF65-F5344CB8AC3E}">
        <p14:creationId xmlns:p14="http://schemas.microsoft.com/office/powerpoint/2010/main" val="383648699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2.xml><?xml version="1.0" encoding="utf-8"?>
<p:sldLayout xmlns:a="http://schemas.openxmlformats.org/drawingml/2006/main" xmlns:r="http://schemas.openxmlformats.org/officeDocument/2006/relationships" xmlns:p="http://schemas.openxmlformats.org/presentationml/2006/main" userDrawn="1">
  <p:cSld name="1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85524319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3.xml><?xml version="1.0" encoding="utf-8"?>
<p:sldLayout xmlns:a="http://schemas.openxmlformats.org/drawingml/2006/main" xmlns:r="http://schemas.openxmlformats.org/officeDocument/2006/relationships" xmlns:p="http://schemas.openxmlformats.org/presentationml/2006/main" userDrawn="1">
  <p:cSld name="Wide Text">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1" y="942806"/>
            <a:ext cx="10984556"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
        <p:nvSpPr>
          <p:cNvPr id="3" name="Content Placeholder 2"/>
          <p:cNvSpPr>
            <a:spLocks noGrp="1"/>
          </p:cNvSpPr>
          <p:nvPr>
            <p:ph sz="quarter" idx="12"/>
          </p:nvPr>
        </p:nvSpPr>
        <p:spPr>
          <a:xfrm>
            <a:off x="531939" y="2005873"/>
            <a:ext cx="10984557" cy="4127500"/>
          </a:xfrm>
          <a:prstGeom prst="rect">
            <a:avLst/>
          </a:prstGeom>
        </p:spPr>
        <p:txBody>
          <a:bodyPr numCol="1" spcCol="365760"/>
          <a:lstStyle>
            <a:lvl1pPr marL="0" indent="0" algn="just">
              <a:buNone/>
              <a:defRPr sz="1600">
                <a:solidFill>
                  <a:schemeClr val="tx1">
                    <a:lumMod val="75000"/>
                    <a:lumOff val="25000"/>
                  </a:schemeClr>
                </a:solidFill>
                <a:latin typeface="Lato" panose="020F0502020204030203" pitchFamily="34" charset="0"/>
              </a:defRPr>
            </a:lvl1pPr>
            <a:lvl2pPr marL="457200" indent="0" algn="just">
              <a:buNone/>
              <a:defRPr sz="1600">
                <a:solidFill>
                  <a:schemeClr val="tx1">
                    <a:lumMod val="75000"/>
                    <a:lumOff val="25000"/>
                  </a:schemeClr>
                </a:solidFill>
                <a:latin typeface="Lato" panose="020F0502020204030203" pitchFamily="34" charset="0"/>
              </a:defRPr>
            </a:lvl2pPr>
            <a:lvl3pPr marL="914400" indent="0" algn="just">
              <a:buNone/>
              <a:defRPr sz="1600">
                <a:solidFill>
                  <a:schemeClr val="tx1">
                    <a:lumMod val="75000"/>
                    <a:lumOff val="25000"/>
                  </a:schemeClr>
                </a:solidFill>
                <a:latin typeface="Lato" panose="020F0502020204030203" pitchFamily="34" charset="0"/>
              </a:defRPr>
            </a:lvl3pPr>
            <a:lvl4pPr marL="1371600" indent="0" algn="just">
              <a:buNone/>
              <a:defRPr sz="1600">
                <a:solidFill>
                  <a:schemeClr val="tx1">
                    <a:lumMod val="75000"/>
                    <a:lumOff val="25000"/>
                  </a:schemeClr>
                </a:solidFill>
                <a:latin typeface="Lato" panose="020F0502020204030203" pitchFamily="34" charset="0"/>
              </a:defRPr>
            </a:lvl4pPr>
            <a:lvl5pPr marL="1828800" indent="0" algn="just">
              <a:buNone/>
              <a:defRPr sz="1600">
                <a:solidFill>
                  <a:schemeClr val="tx1">
                    <a:lumMod val="75000"/>
                    <a:lumOff val="25000"/>
                  </a:schemeClr>
                </a:solidFill>
                <a:latin typeface="Lato" panose="020F0502020204030203" pitchFamily="34" charset="0"/>
              </a:defRPr>
            </a:lvl5pPr>
          </a:lstStyle>
          <a:p>
            <a:pPr lvl="0"/>
            <a:endParaRPr lang="en-US" dirty="0" smtClean="0"/>
          </a:p>
        </p:txBody>
      </p:sp>
      <p:sp>
        <p:nvSpPr>
          <p:cNvPr id="6" name="Content Placeholder 2"/>
          <p:cNvSpPr>
            <a:spLocks noGrp="1"/>
          </p:cNvSpPr>
          <p:nvPr>
            <p:ph sz="quarter" idx="13"/>
          </p:nvPr>
        </p:nvSpPr>
        <p:spPr>
          <a:xfrm>
            <a:off x="531939" y="1402454"/>
            <a:ext cx="10984557" cy="572570"/>
          </a:xfrm>
          <a:prstGeom prst="rect">
            <a:avLst/>
          </a:prstGeom>
        </p:spPr>
        <p:txBody>
          <a:bodyPr/>
          <a:lstStyle>
            <a:lvl1pPr marL="0" indent="0">
              <a:buNone/>
              <a:defRPr sz="1600">
                <a:solidFill>
                  <a:schemeClr val="tx1">
                    <a:lumMod val="75000"/>
                    <a:lumOff val="25000"/>
                  </a:schemeClr>
                </a:solidFill>
                <a:latin typeface="Lato" panose="020F0502020204030203" pitchFamily="34" charset="0"/>
              </a:defRPr>
            </a:lvl1pPr>
            <a:lvl2pPr marL="457200" indent="0">
              <a:buNone/>
              <a:defRPr/>
            </a:lvl2pPr>
            <a:lvl3pPr marL="914400" indent="0">
              <a:buNone/>
              <a:defRPr/>
            </a:lvl3pPr>
            <a:lvl4pPr marL="1371600" indent="0">
              <a:buNone/>
              <a:defRPr/>
            </a:lvl4pPr>
            <a:lvl5pPr marL="1828800" indent="0">
              <a:buNone/>
              <a:defRPr/>
            </a:lvl5pPr>
          </a:lstStyle>
          <a:p>
            <a:pPr lvl="0"/>
            <a:endParaRPr lang="en-US" dirty="0"/>
          </a:p>
        </p:txBody>
      </p:sp>
    </p:spTree>
    <p:extLst>
      <p:ext uri="{BB962C8B-B14F-4D97-AF65-F5344CB8AC3E}">
        <p14:creationId xmlns:p14="http://schemas.microsoft.com/office/powerpoint/2010/main" val="115754740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4.xml><?xml version="1.0" encoding="utf-8"?>
<p:sldLayout xmlns:a="http://schemas.openxmlformats.org/drawingml/2006/main" xmlns:r="http://schemas.openxmlformats.org/officeDocument/2006/relationships" xmlns:p="http://schemas.openxmlformats.org/presentationml/2006/main" userDrawn="1">
  <p:cSld name="2 Col Text">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1" y="942806"/>
            <a:ext cx="10984556"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
        <p:nvSpPr>
          <p:cNvPr id="3" name="Content Placeholder 2"/>
          <p:cNvSpPr>
            <a:spLocks noGrp="1"/>
          </p:cNvSpPr>
          <p:nvPr>
            <p:ph sz="quarter" idx="12"/>
          </p:nvPr>
        </p:nvSpPr>
        <p:spPr>
          <a:xfrm>
            <a:off x="531939" y="2005873"/>
            <a:ext cx="10984557" cy="4127500"/>
          </a:xfrm>
          <a:prstGeom prst="rect">
            <a:avLst/>
          </a:prstGeom>
        </p:spPr>
        <p:txBody>
          <a:bodyPr numCol="2" spcCol="365760"/>
          <a:lstStyle>
            <a:lvl1pPr marL="0" indent="0" algn="just">
              <a:buNone/>
              <a:defRPr sz="1600">
                <a:solidFill>
                  <a:schemeClr val="tx1">
                    <a:lumMod val="75000"/>
                    <a:lumOff val="25000"/>
                  </a:schemeClr>
                </a:solidFill>
                <a:latin typeface="Lato" panose="020F0502020204030203" pitchFamily="34" charset="0"/>
              </a:defRPr>
            </a:lvl1pPr>
            <a:lvl2pPr marL="457200" indent="0" algn="just">
              <a:buNone/>
              <a:defRPr sz="1600">
                <a:solidFill>
                  <a:schemeClr val="tx1">
                    <a:lumMod val="75000"/>
                    <a:lumOff val="25000"/>
                  </a:schemeClr>
                </a:solidFill>
                <a:latin typeface="Lato" panose="020F0502020204030203" pitchFamily="34" charset="0"/>
              </a:defRPr>
            </a:lvl2pPr>
            <a:lvl3pPr marL="914400" indent="0" algn="just">
              <a:buNone/>
              <a:defRPr sz="1600">
                <a:solidFill>
                  <a:schemeClr val="tx1">
                    <a:lumMod val="75000"/>
                    <a:lumOff val="25000"/>
                  </a:schemeClr>
                </a:solidFill>
                <a:latin typeface="Lato" panose="020F0502020204030203" pitchFamily="34" charset="0"/>
              </a:defRPr>
            </a:lvl3pPr>
            <a:lvl4pPr marL="1371600" indent="0" algn="just">
              <a:buNone/>
              <a:defRPr sz="1600">
                <a:solidFill>
                  <a:schemeClr val="tx1">
                    <a:lumMod val="75000"/>
                    <a:lumOff val="25000"/>
                  </a:schemeClr>
                </a:solidFill>
                <a:latin typeface="Lato" panose="020F0502020204030203" pitchFamily="34" charset="0"/>
              </a:defRPr>
            </a:lvl4pPr>
            <a:lvl5pPr marL="1828800" indent="0" algn="just">
              <a:buNone/>
              <a:defRPr sz="1600">
                <a:solidFill>
                  <a:schemeClr val="tx1">
                    <a:lumMod val="75000"/>
                    <a:lumOff val="25000"/>
                  </a:schemeClr>
                </a:solidFill>
                <a:latin typeface="Lato" panose="020F0502020204030203" pitchFamily="34" charset="0"/>
              </a:defRPr>
            </a:lvl5pPr>
          </a:lstStyle>
          <a:p>
            <a:pPr lvl="0"/>
            <a:endParaRPr lang="en-US" dirty="0" smtClean="0"/>
          </a:p>
        </p:txBody>
      </p:sp>
      <p:sp>
        <p:nvSpPr>
          <p:cNvPr id="6" name="Content Placeholder 2"/>
          <p:cNvSpPr>
            <a:spLocks noGrp="1"/>
          </p:cNvSpPr>
          <p:nvPr>
            <p:ph sz="quarter" idx="13"/>
          </p:nvPr>
        </p:nvSpPr>
        <p:spPr>
          <a:xfrm>
            <a:off x="531939" y="1402454"/>
            <a:ext cx="10984557" cy="572570"/>
          </a:xfrm>
          <a:prstGeom prst="rect">
            <a:avLst/>
          </a:prstGeom>
        </p:spPr>
        <p:txBody>
          <a:bodyPr/>
          <a:lstStyle>
            <a:lvl1pPr marL="0" indent="0">
              <a:buNone/>
              <a:defRPr sz="1600">
                <a:solidFill>
                  <a:schemeClr val="tx1">
                    <a:lumMod val="75000"/>
                    <a:lumOff val="25000"/>
                  </a:schemeClr>
                </a:solidFill>
                <a:latin typeface="Lato" panose="020F0502020204030203" pitchFamily="34" charset="0"/>
              </a:defRPr>
            </a:lvl1pPr>
            <a:lvl2pPr marL="457200" indent="0">
              <a:buNone/>
              <a:defRPr/>
            </a:lvl2pPr>
            <a:lvl3pPr marL="914400" indent="0">
              <a:buNone/>
              <a:defRPr/>
            </a:lvl3pPr>
            <a:lvl4pPr marL="1371600" indent="0">
              <a:buNone/>
              <a:defRPr/>
            </a:lvl4pPr>
            <a:lvl5pPr marL="1828800" indent="0">
              <a:buNone/>
              <a:defRPr/>
            </a:lvl5pPr>
          </a:lstStyle>
          <a:p>
            <a:pPr lvl="0"/>
            <a:endParaRPr lang="en-US" dirty="0"/>
          </a:p>
        </p:txBody>
      </p:sp>
    </p:spTree>
    <p:extLst>
      <p:ext uri="{BB962C8B-B14F-4D97-AF65-F5344CB8AC3E}">
        <p14:creationId xmlns:p14="http://schemas.microsoft.com/office/powerpoint/2010/main" val="72990771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5.xml><?xml version="1.0" encoding="utf-8"?>
<p:sldLayout xmlns:a="http://schemas.openxmlformats.org/drawingml/2006/main" xmlns:r="http://schemas.openxmlformats.org/officeDocument/2006/relationships" xmlns:p="http://schemas.openxmlformats.org/presentationml/2006/main" userDrawn="1">
  <p:cSld name="2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269964147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6.xml><?xml version="1.0" encoding="utf-8"?>
<p:sldLayout xmlns:a="http://schemas.openxmlformats.org/drawingml/2006/main" xmlns:r="http://schemas.openxmlformats.org/officeDocument/2006/relationships" xmlns:p="http://schemas.openxmlformats.org/presentationml/2006/main" userDrawn="1">
  <p:cSld name="3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140593049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7.xml><?xml version="1.0" encoding="utf-8"?>
<p:sldLayout xmlns:a="http://schemas.openxmlformats.org/drawingml/2006/main" xmlns:r="http://schemas.openxmlformats.org/officeDocument/2006/relationships" xmlns:p="http://schemas.openxmlformats.org/presentationml/2006/main" userDrawn="1">
  <p:cSld name="4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18032661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8.xml><?xml version="1.0" encoding="utf-8"?>
<p:sldLayout xmlns:a="http://schemas.openxmlformats.org/drawingml/2006/main" xmlns:r="http://schemas.openxmlformats.org/officeDocument/2006/relationships" xmlns:p="http://schemas.openxmlformats.org/presentationml/2006/main" userDrawn="1">
  <p:cSld name="5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252173481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9.xml><?xml version="1.0" encoding="utf-8"?>
<p:sldLayout xmlns:a="http://schemas.openxmlformats.org/drawingml/2006/main" xmlns:r="http://schemas.openxmlformats.org/officeDocument/2006/relationships" xmlns:p="http://schemas.openxmlformats.org/presentationml/2006/main" userDrawn="1">
  <p:cSld name="6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287277116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10.xml><?xml version="1.0" encoding="utf-8"?>
<p:sldLayout xmlns:a="http://schemas.openxmlformats.org/drawingml/2006/main" xmlns:r="http://schemas.openxmlformats.org/officeDocument/2006/relationships" xmlns:p="http://schemas.openxmlformats.org/presentationml/2006/main" userDrawn="1">
  <p:cSld name="7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5373266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11.xml><?xml version="1.0" encoding="utf-8"?>
<p:sldLayout xmlns:a="http://schemas.openxmlformats.org/drawingml/2006/main" xmlns:r="http://schemas.openxmlformats.org/officeDocument/2006/relationships" xmlns:p="http://schemas.openxmlformats.org/presentationml/2006/main" userDrawn="1">
  <p:cSld name="8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114142199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12.xml><?xml version="1.0" encoding="utf-8"?>
<p:sldLayout xmlns:a="http://schemas.openxmlformats.org/drawingml/2006/main" xmlns:r="http://schemas.openxmlformats.org/officeDocument/2006/relationships" xmlns:p="http://schemas.openxmlformats.org/presentationml/2006/main" userDrawn="1">
  <p:cSld name="9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256465104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13.xml><?xml version="1.0" encoding="utf-8"?>
<p:sldLayout xmlns:a="http://schemas.openxmlformats.org/drawingml/2006/main" xmlns:r="http://schemas.openxmlformats.org/officeDocument/2006/relationships" xmlns:p="http://schemas.openxmlformats.org/presentationml/2006/main" userDrawn="1">
  <p:cSld name="27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61227858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14.xml><?xml version="1.0" encoding="utf-8"?>
<p:sldLayout xmlns:a="http://schemas.openxmlformats.org/drawingml/2006/main" xmlns:r="http://schemas.openxmlformats.org/officeDocument/2006/relationships" xmlns:p="http://schemas.openxmlformats.org/presentationml/2006/main" userDrawn="1">
  <p:cSld name="28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278141211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15.xml><?xml version="1.0" encoding="utf-8"?>
<p:sldLayout xmlns:a="http://schemas.openxmlformats.org/drawingml/2006/main" xmlns:r="http://schemas.openxmlformats.org/officeDocument/2006/relationships" xmlns:p="http://schemas.openxmlformats.org/presentationml/2006/main" userDrawn="1">
  <p:cSld name="30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255029890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16.xml><?xml version="1.0" encoding="utf-8"?>
<p:sldLayout xmlns:a="http://schemas.openxmlformats.org/drawingml/2006/main" xmlns:r="http://schemas.openxmlformats.org/officeDocument/2006/relationships" xmlns:p="http://schemas.openxmlformats.org/presentationml/2006/main" userDrawn="1">
  <p:cSld name="31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65912077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1_2 Col Text">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1" y="942806"/>
            <a:ext cx="10984556"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
        <p:nvSpPr>
          <p:cNvPr id="3" name="Content Placeholder 2"/>
          <p:cNvSpPr>
            <a:spLocks noGrp="1"/>
          </p:cNvSpPr>
          <p:nvPr>
            <p:ph sz="quarter" idx="12"/>
          </p:nvPr>
        </p:nvSpPr>
        <p:spPr>
          <a:xfrm>
            <a:off x="531939" y="2005873"/>
            <a:ext cx="10984557" cy="4127500"/>
          </a:xfrm>
          <a:prstGeom prst="rect">
            <a:avLst/>
          </a:prstGeom>
        </p:spPr>
        <p:txBody>
          <a:bodyPr numCol="2" spcCol="365760"/>
          <a:lstStyle>
            <a:lvl1pPr marL="0" indent="0" algn="just">
              <a:buNone/>
              <a:defRPr sz="1600">
                <a:solidFill>
                  <a:schemeClr val="tx1">
                    <a:lumMod val="75000"/>
                    <a:lumOff val="25000"/>
                  </a:schemeClr>
                </a:solidFill>
                <a:latin typeface="Lato" panose="020F0502020204030203" pitchFamily="34" charset="0"/>
              </a:defRPr>
            </a:lvl1pPr>
            <a:lvl2pPr marL="457200" indent="0" algn="just">
              <a:buNone/>
              <a:defRPr sz="1600">
                <a:solidFill>
                  <a:schemeClr val="tx1">
                    <a:lumMod val="75000"/>
                    <a:lumOff val="25000"/>
                  </a:schemeClr>
                </a:solidFill>
                <a:latin typeface="Lato" panose="020F0502020204030203" pitchFamily="34" charset="0"/>
              </a:defRPr>
            </a:lvl2pPr>
            <a:lvl3pPr marL="914400" indent="0" algn="just">
              <a:buNone/>
              <a:defRPr sz="1600">
                <a:solidFill>
                  <a:schemeClr val="tx1">
                    <a:lumMod val="75000"/>
                    <a:lumOff val="25000"/>
                  </a:schemeClr>
                </a:solidFill>
                <a:latin typeface="Lato" panose="020F0502020204030203" pitchFamily="34" charset="0"/>
              </a:defRPr>
            </a:lvl3pPr>
            <a:lvl4pPr marL="1371600" indent="0" algn="just">
              <a:buNone/>
              <a:defRPr sz="1600">
                <a:solidFill>
                  <a:schemeClr val="tx1">
                    <a:lumMod val="75000"/>
                    <a:lumOff val="25000"/>
                  </a:schemeClr>
                </a:solidFill>
                <a:latin typeface="Lato" panose="020F0502020204030203" pitchFamily="34" charset="0"/>
              </a:defRPr>
            </a:lvl4pPr>
            <a:lvl5pPr marL="1828800" indent="0" algn="just">
              <a:buNone/>
              <a:defRPr sz="1600">
                <a:solidFill>
                  <a:schemeClr val="tx1">
                    <a:lumMod val="75000"/>
                    <a:lumOff val="25000"/>
                  </a:schemeClr>
                </a:solidFill>
                <a:latin typeface="Lato" panose="020F0502020204030203" pitchFamily="34" charset="0"/>
              </a:defRPr>
            </a:lvl5pPr>
          </a:lstStyle>
          <a:p>
            <a:pPr lvl="0"/>
            <a:endParaRPr lang="en-US" dirty="0" smtClean="0"/>
          </a:p>
        </p:txBody>
      </p:sp>
      <p:sp>
        <p:nvSpPr>
          <p:cNvPr id="6" name="Content Placeholder 2"/>
          <p:cNvSpPr>
            <a:spLocks noGrp="1"/>
          </p:cNvSpPr>
          <p:nvPr>
            <p:ph sz="quarter" idx="13"/>
          </p:nvPr>
        </p:nvSpPr>
        <p:spPr>
          <a:xfrm>
            <a:off x="531939" y="1402454"/>
            <a:ext cx="10984557" cy="572570"/>
          </a:xfrm>
          <a:prstGeom prst="rect">
            <a:avLst/>
          </a:prstGeom>
        </p:spPr>
        <p:txBody>
          <a:bodyPr/>
          <a:lstStyle>
            <a:lvl1pPr marL="0" indent="0">
              <a:buNone/>
              <a:defRPr sz="1600">
                <a:solidFill>
                  <a:schemeClr val="tx1">
                    <a:lumMod val="75000"/>
                    <a:lumOff val="25000"/>
                  </a:schemeClr>
                </a:solidFill>
                <a:latin typeface="Lato" panose="020F0502020204030203" pitchFamily="34" charset="0"/>
              </a:defRPr>
            </a:lvl1pPr>
            <a:lvl2pPr marL="457200" indent="0">
              <a:buNone/>
              <a:defRPr/>
            </a:lvl2pPr>
            <a:lvl3pPr marL="914400" indent="0">
              <a:buNone/>
              <a:defRPr/>
            </a:lvl3pPr>
            <a:lvl4pPr marL="1371600" indent="0">
              <a:buNone/>
              <a:defRPr/>
            </a:lvl4pPr>
            <a:lvl5pPr marL="1828800" indent="0">
              <a:buNone/>
              <a:defRPr/>
            </a:lvl5pPr>
          </a:lstStyle>
          <a:p>
            <a:pPr lvl="0"/>
            <a:endParaRPr lang="en-US" dirty="0"/>
          </a:p>
        </p:txBody>
      </p:sp>
    </p:spTree>
    <p:extLst>
      <p:ext uri="{BB962C8B-B14F-4D97-AF65-F5344CB8AC3E}">
        <p14:creationId xmlns:p14="http://schemas.microsoft.com/office/powerpoint/2010/main" val="39621792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3 Col Text">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1" y="942806"/>
            <a:ext cx="10984556"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
        <p:nvSpPr>
          <p:cNvPr id="3" name="Content Placeholder 2"/>
          <p:cNvSpPr>
            <a:spLocks noGrp="1"/>
          </p:cNvSpPr>
          <p:nvPr>
            <p:ph sz="quarter" idx="12"/>
          </p:nvPr>
        </p:nvSpPr>
        <p:spPr>
          <a:xfrm>
            <a:off x="531939" y="2005873"/>
            <a:ext cx="10984557" cy="4127500"/>
          </a:xfrm>
          <a:prstGeom prst="rect">
            <a:avLst/>
          </a:prstGeom>
        </p:spPr>
        <p:txBody>
          <a:bodyPr numCol="3" spcCol="365760"/>
          <a:lstStyle>
            <a:lvl1pPr marL="0" indent="0" algn="just">
              <a:buNone/>
              <a:defRPr sz="1600">
                <a:solidFill>
                  <a:schemeClr val="tx1">
                    <a:lumMod val="75000"/>
                    <a:lumOff val="25000"/>
                  </a:schemeClr>
                </a:solidFill>
                <a:latin typeface="Lato" panose="020F0502020204030203" pitchFamily="34" charset="0"/>
              </a:defRPr>
            </a:lvl1pPr>
            <a:lvl2pPr marL="457200" indent="0" algn="just">
              <a:buNone/>
              <a:defRPr sz="1600">
                <a:solidFill>
                  <a:schemeClr val="tx1">
                    <a:lumMod val="75000"/>
                    <a:lumOff val="25000"/>
                  </a:schemeClr>
                </a:solidFill>
                <a:latin typeface="Lato" panose="020F0502020204030203" pitchFamily="34" charset="0"/>
              </a:defRPr>
            </a:lvl2pPr>
            <a:lvl3pPr marL="914400" indent="0" algn="just">
              <a:buNone/>
              <a:defRPr sz="1600">
                <a:solidFill>
                  <a:schemeClr val="tx1">
                    <a:lumMod val="75000"/>
                    <a:lumOff val="25000"/>
                  </a:schemeClr>
                </a:solidFill>
                <a:latin typeface="Lato" panose="020F0502020204030203" pitchFamily="34" charset="0"/>
              </a:defRPr>
            </a:lvl3pPr>
            <a:lvl4pPr marL="1371600" indent="0" algn="just">
              <a:buNone/>
              <a:defRPr sz="1600">
                <a:solidFill>
                  <a:schemeClr val="tx1">
                    <a:lumMod val="75000"/>
                    <a:lumOff val="25000"/>
                  </a:schemeClr>
                </a:solidFill>
                <a:latin typeface="Lato" panose="020F0502020204030203" pitchFamily="34" charset="0"/>
              </a:defRPr>
            </a:lvl4pPr>
            <a:lvl5pPr marL="1828800" indent="0" algn="just">
              <a:buNone/>
              <a:defRPr sz="1600">
                <a:solidFill>
                  <a:schemeClr val="tx1">
                    <a:lumMod val="75000"/>
                    <a:lumOff val="25000"/>
                  </a:schemeClr>
                </a:solidFill>
                <a:latin typeface="Lato" panose="020F0502020204030203" pitchFamily="34" charset="0"/>
              </a:defRPr>
            </a:lvl5pPr>
          </a:lstStyle>
          <a:p>
            <a:pPr lvl="0"/>
            <a:endParaRPr lang="en-US" dirty="0" smtClean="0"/>
          </a:p>
        </p:txBody>
      </p:sp>
      <p:sp>
        <p:nvSpPr>
          <p:cNvPr id="6" name="Content Placeholder 2"/>
          <p:cNvSpPr>
            <a:spLocks noGrp="1"/>
          </p:cNvSpPr>
          <p:nvPr>
            <p:ph sz="quarter" idx="13"/>
          </p:nvPr>
        </p:nvSpPr>
        <p:spPr>
          <a:xfrm>
            <a:off x="531939" y="1402454"/>
            <a:ext cx="10984557" cy="572570"/>
          </a:xfrm>
          <a:prstGeom prst="rect">
            <a:avLst/>
          </a:prstGeom>
        </p:spPr>
        <p:txBody>
          <a:bodyPr/>
          <a:lstStyle>
            <a:lvl1pPr marL="0" indent="0">
              <a:buNone/>
              <a:defRPr sz="1600">
                <a:solidFill>
                  <a:schemeClr val="tx1">
                    <a:lumMod val="75000"/>
                    <a:lumOff val="25000"/>
                  </a:schemeClr>
                </a:solidFill>
                <a:latin typeface="Lato" panose="020F0502020204030203" pitchFamily="34" charset="0"/>
              </a:defRPr>
            </a:lvl1pPr>
            <a:lvl2pPr marL="457200" indent="0">
              <a:buNone/>
              <a:defRPr/>
            </a:lvl2pPr>
            <a:lvl3pPr marL="914400" indent="0">
              <a:buNone/>
              <a:defRPr/>
            </a:lvl3pPr>
            <a:lvl4pPr marL="1371600" indent="0">
              <a:buNone/>
              <a:defRPr/>
            </a:lvl4pPr>
            <a:lvl5pPr marL="1828800" indent="0">
              <a:buNone/>
              <a:defRPr/>
            </a:lvl5pPr>
          </a:lstStyle>
          <a:p>
            <a:pPr lvl="0"/>
            <a:endParaRPr lang="en-US" dirty="0"/>
          </a:p>
        </p:txBody>
      </p:sp>
    </p:spTree>
    <p:extLst>
      <p:ext uri="{BB962C8B-B14F-4D97-AF65-F5344CB8AC3E}">
        <p14:creationId xmlns:p14="http://schemas.microsoft.com/office/powerpoint/2010/main" val="292433497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19.xml><?xml version="1.0" encoding="utf-8"?>
<p:sldLayout xmlns:a="http://schemas.openxmlformats.org/drawingml/2006/main" xmlns:r="http://schemas.openxmlformats.org/officeDocument/2006/relationships" xmlns:p="http://schemas.openxmlformats.org/presentationml/2006/main" userDrawn="1">
  <p:cSld name="10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137482012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20.xml><?xml version="1.0" encoding="utf-8"?>
<p:sldLayout xmlns:a="http://schemas.openxmlformats.org/drawingml/2006/main" xmlns:r="http://schemas.openxmlformats.org/officeDocument/2006/relationships" xmlns:p="http://schemas.openxmlformats.org/presentationml/2006/main" userDrawn="1">
  <p:cSld name="11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239812547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21.xml><?xml version="1.0" encoding="utf-8"?>
<p:sldLayout xmlns:a="http://schemas.openxmlformats.org/drawingml/2006/main" xmlns:r="http://schemas.openxmlformats.org/officeDocument/2006/relationships" xmlns:p="http://schemas.openxmlformats.org/presentationml/2006/main" userDrawn="1">
  <p:cSld name="12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390526592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22.xml><?xml version="1.0" encoding="utf-8"?>
<p:sldLayout xmlns:a="http://schemas.openxmlformats.org/drawingml/2006/main" xmlns:r="http://schemas.openxmlformats.org/officeDocument/2006/relationships" xmlns:p="http://schemas.openxmlformats.org/presentationml/2006/main" userDrawn="1">
  <p:cSld name="13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37967550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23.xml><?xml version="1.0" encoding="utf-8"?>
<p:sldLayout xmlns:a="http://schemas.openxmlformats.org/drawingml/2006/main" xmlns:r="http://schemas.openxmlformats.org/officeDocument/2006/relationships" xmlns:p="http://schemas.openxmlformats.org/presentationml/2006/main" userDrawn="1">
  <p:cSld name="14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59722088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24.xml><?xml version="1.0" encoding="utf-8"?>
<p:sldLayout xmlns:a="http://schemas.openxmlformats.org/drawingml/2006/main" xmlns:r="http://schemas.openxmlformats.org/officeDocument/2006/relationships" xmlns:p="http://schemas.openxmlformats.org/presentationml/2006/main" userDrawn="1">
  <p:cSld name="15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82600377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25.xml><?xml version="1.0" encoding="utf-8"?>
<p:sldLayout xmlns:a="http://schemas.openxmlformats.org/drawingml/2006/main" xmlns:r="http://schemas.openxmlformats.org/officeDocument/2006/relationships" xmlns:p="http://schemas.openxmlformats.org/presentationml/2006/main" userDrawn="1">
  <p:cSld name="16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167246244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26.xml><?xml version="1.0" encoding="utf-8"?>
<p:sldLayout xmlns:a="http://schemas.openxmlformats.org/drawingml/2006/main" xmlns:r="http://schemas.openxmlformats.org/officeDocument/2006/relationships" xmlns:p="http://schemas.openxmlformats.org/presentationml/2006/main" userDrawn="1">
  <p:cSld name="17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41618522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27.xml><?xml version="1.0" encoding="utf-8"?>
<p:sldLayout xmlns:a="http://schemas.openxmlformats.org/drawingml/2006/main" xmlns:r="http://schemas.openxmlformats.org/officeDocument/2006/relationships" xmlns:p="http://schemas.openxmlformats.org/presentationml/2006/main" userDrawn="1">
  <p:cSld name="18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110032915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28.xml><?xml version="1.0" encoding="utf-8"?>
<p:sldLayout xmlns:a="http://schemas.openxmlformats.org/drawingml/2006/main" xmlns:r="http://schemas.openxmlformats.org/officeDocument/2006/relationships" xmlns:p="http://schemas.openxmlformats.org/presentationml/2006/main" userDrawn="1">
  <p:cSld name="19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38146755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29.xml><?xml version="1.0" encoding="utf-8"?>
<p:sldLayout xmlns:a="http://schemas.openxmlformats.org/drawingml/2006/main" xmlns:r="http://schemas.openxmlformats.org/officeDocument/2006/relationships" xmlns:p="http://schemas.openxmlformats.org/presentationml/2006/main" userDrawn="1">
  <p:cSld name="20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141336979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30.xml><?xml version="1.0" encoding="utf-8"?>
<p:sldLayout xmlns:a="http://schemas.openxmlformats.org/drawingml/2006/main" xmlns:r="http://schemas.openxmlformats.org/officeDocument/2006/relationships" xmlns:p="http://schemas.openxmlformats.org/presentationml/2006/main" userDrawn="1">
  <p:cSld name="21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26760910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31.xml><?xml version="1.0" encoding="utf-8"?>
<p:sldLayout xmlns:a="http://schemas.openxmlformats.org/drawingml/2006/main" xmlns:r="http://schemas.openxmlformats.org/officeDocument/2006/relationships" xmlns:p="http://schemas.openxmlformats.org/presentationml/2006/main" userDrawn="1">
  <p:cSld name="22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152220236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32.xml><?xml version="1.0" encoding="utf-8"?>
<p:sldLayout xmlns:a="http://schemas.openxmlformats.org/drawingml/2006/main" xmlns:r="http://schemas.openxmlformats.org/officeDocument/2006/relationships" xmlns:p="http://schemas.openxmlformats.org/presentationml/2006/main" userDrawn="1">
  <p:cSld name="24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286722024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33.xml><?xml version="1.0" encoding="utf-8"?>
<p:sldLayout xmlns:a="http://schemas.openxmlformats.org/drawingml/2006/main" xmlns:r="http://schemas.openxmlformats.org/officeDocument/2006/relationships" xmlns:p="http://schemas.openxmlformats.org/presentationml/2006/main" userDrawn="1">
  <p:cSld name="25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314021628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34.xml><?xml version="1.0" encoding="utf-8"?>
<p:sldLayout xmlns:a="http://schemas.openxmlformats.org/drawingml/2006/main" xmlns:r="http://schemas.openxmlformats.org/officeDocument/2006/relationships" xmlns:p="http://schemas.openxmlformats.org/presentationml/2006/main" userDrawn="1">
  <p:cSld name="26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137116516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35.xml><?xml version="1.0" encoding="utf-8"?>
<p:sldLayout xmlns:a="http://schemas.openxmlformats.org/drawingml/2006/main" xmlns:r="http://schemas.openxmlformats.org/officeDocument/2006/relationships" xmlns:p="http://schemas.openxmlformats.org/presentationml/2006/main" userDrawn="1">
  <p:cSld name="29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272050820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3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a:prstGeom prst="rect">
            <a:avLst/>
          </a:prstGeom>
        </p:spPr>
        <p:txBody>
          <a:bodyPr anchor="b"/>
          <a:lstStyle>
            <a:lvl1pPr algn="ctr">
              <a:defRPr sz="6000"/>
            </a:lvl1pPr>
          </a:lstStyle>
          <a:p>
            <a:r>
              <a:rPr lang="en-US" smtClean="0"/>
              <a:t>Click to edit Master title style</a:t>
            </a:r>
            <a:endParaRPr lang="en-US"/>
          </a:p>
        </p:txBody>
      </p:sp>
      <p:sp>
        <p:nvSpPr>
          <p:cNvPr id="3" name="Subtitle 2"/>
          <p:cNvSpPr>
            <a:spLocks noGrp="1"/>
          </p:cNvSpPr>
          <p:nvPr>
            <p:ph type="subTitle" idx="1"/>
          </p:nvPr>
        </p:nvSpPr>
        <p:spPr>
          <a:xfrm>
            <a:off x="1524000" y="3602038"/>
            <a:ext cx="9144000" cy="1655762"/>
          </a:xfrm>
          <a:prstGeom prst="rect">
            <a:avLst/>
          </a:prstGeo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a:p>
        </p:txBody>
      </p:sp>
      <p:sp>
        <p:nvSpPr>
          <p:cNvPr id="4" name="Date Placeholder 3"/>
          <p:cNvSpPr>
            <a:spLocks noGrp="1"/>
          </p:cNvSpPr>
          <p:nvPr>
            <p:ph type="dt" sz="half" idx="10"/>
          </p:nvPr>
        </p:nvSpPr>
        <p:spPr>
          <a:xfrm>
            <a:off x="838200" y="6356350"/>
            <a:ext cx="2743200" cy="365125"/>
          </a:xfrm>
          <a:prstGeom prst="rect">
            <a:avLst/>
          </a:prstGeom>
        </p:spPr>
        <p:txBody>
          <a:bodyPr/>
          <a:lstStyle>
            <a:lvl1pPr>
              <a:defRPr>
                <a:cs typeface="Simplified Arabic" panose="02020603050405020304" pitchFamily="18" charset="-78"/>
              </a:defRPr>
            </a:lvl1pPr>
          </a:lstStyle>
          <a:p>
            <a:pPr fontAlgn="auto">
              <a:spcBef>
                <a:spcPts val="0"/>
              </a:spcBef>
              <a:spcAft>
                <a:spcPts val="0"/>
              </a:spcAft>
            </a:pPr>
            <a:fld id="{C8A8F75F-6551-4069-A40E-11368AA3DC20}" type="datetimeFigureOut">
              <a:rPr lang="en-US" smtClean="0">
                <a:solidFill>
                  <a:prstClr val="black"/>
                </a:solidFill>
                <a:latin typeface="Calibri" panose="020F0502020204030204"/>
              </a:rPr>
              <a:pPr fontAlgn="auto">
                <a:spcBef>
                  <a:spcPts val="0"/>
                </a:spcBef>
                <a:spcAft>
                  <a:spcPts val="0"/>
                </a:spcAft>
              </a:pPr>
              <a:t>9/2/16</a:t>
            </a:fld>
            <a:endParaRPr lang="en-US" dirty="0">
              <a:solidFill>
                <a:prstClr val="black"/>
              </a:solidFill>
              <a:latin typeface="Calibri" panose="020F0502020204030204"/>
              <a:cs typeface="+mn-cs"/>
            </a:endParaRPr>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lvl1pPr>
              <a:defRPr>
                <a:cs typeface="Simplified Arabic" panose="02020603050405020304" pitchFamily="18" charset="-78"/>
              </a:defRPr>
            </a:lvl1pPr>
          </a:lstStyle>
          <a:p>
            <a:pPr fontAlgn="auto">
              <a:spcBef>
                <a:spcPts val="0"/>
              </a:spcBef>
              <a:spcAft>
                <a:spcPts val="0"/>
              </a:spcAft>
            </a:pPr>
            <a:endParaRPr lang="en-US" dirty="0">
              <a:solidFill>
                <a:prstClr val="black"/>
              </a:solidFill>
              <a:latin typeface="Calibri" panose="020F0502020204030204"/>
            </a:endParaRPr>
          </a:p>
        </p:txBody>
      </p:sp>
    </p:spTree>
    <p:extLst>
      <p:ext uri="{BB962C8B-B14F-4D97-AF65-F5344CB8AC3E}">
        <p14:creationId xmlns:p14="http://schemas.microsoft.com/office/powerpoint/2010/main" val="80733561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3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838200" y="-662782"/>
            <a:ext cx="10515600" cy="1325563"/>
          </a:xfrm>
          <a:prstGeom prst="rect">
            <a:avLst/>
          </a:prstGeom>
        </p:spPr>
        <p:txBody>
          <a:bodyPr/>
          <a:lstStyle/>
          <a:p>
            <a:r>
              <a:rPr lang="en-US" smtClean="0"/>
              <a:t>Click to edit Master title style</a:t>
            </a:r>
            <a:endParaRPr lang="en-US"/>
          </a:p>
        </p:txBody>
      </p:sp>
      <p:sp>
        <p:nvSpPr>
          <p:cNvPr id="3" name="Content Placeholder 2"/>
          <p:cNvSpPr>
            <a:spLocks noGrp="1"/>
          </p:cNvSpPr>
          <p:nvPr>
            <p:ph idx="1"/>
          </p:nvPr>
        </p:nvSpPr>
        <p:spPr>
          <a:xfrm>
            <a:off x="838200" y="1825625"/>
            <a:ext cx="10515600" cy="435133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a:xfrm>
            <a:off x="838200" y="6356350"/>
            <a:ext cx="2743200" cy="365125"/>
          </a:xfrm>
          <a:prstGeom prst="rect">
            <a:avLst/>
          </a:prstGeom>
        </p:spPr>
        <p:txBody>
          <a:bodyPr/>
          <a:lstStyle>
            <a:lvl1pPr>
              <a:defRPr>
                <a:cs typeface="Simplified Arabic" panose="02020603050405020304" pitchFamily="18" charset="-78"/>
              </a:defRPr>
            </a:lvl1pPr>
          </a:lstStyle>
          <a:p>
            <a:pPr fontAlgn="auto">
              <a:spcBef>
                <a:spcPts val="0"/>
              </a:spcBef>
              <a:spcAft>
                <a:spcPts val="0"/>
              </a:spcAft>
            </a:pPr>
            <a:fld id="{C8A8F75F-6551-4069-A40E-11368AA3DC20}" type="datetimeFigureOut">
              <a:rPr lang="en-US" smtClean="0">
                <a:solidFill>
                  <a:prstClr val="black"/>
                </a:solidFill>
                <a:latin typeface="Calibri" panose="020F0502020204030204"/>
              </a:rPr>
              <a:pPr fontAlgn="auto">
                <a:spcBef>
                  <a:spcPts val="0"/>
                </a:spcBef>
                <a:spcAft>
                  <a:spcPts val="0"/>
                </a:spcAft>
              </a:pPr>
              <a:t>9/2/16</a:t>
            </a:fld>
            <a:endParaRPr lang="en-US" dirty="0">
              <a:solidFill>
                <a:prstClr val="black"/>
              </a:solidFill>
              <a:latin typeface="Calibri" panose="020F0502020204030204"/>
              <a:cs typeface="+mn-cs"/>
            </a:endParaRPr>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lvl1pPr>
              <a:defRPr>
                <a:cs typeface="Simplified Arabic" panose="02020603050405020304" pitchFamily="18" charset="-78"/>
              </a:defRPr>
            </a:lvl1pPr>
          </a:lstStyle>
          <a:p>
            <a:pPr fontAlgn="auto">
              <a:spcBef>
                <a:spcPts val="0"/>
              </a:spcBef>
              <a:spcAft>
                <a:spcPts val="0"/>
              </a:spcAft>
            </a:pPr>
            <a:endParaRPr lang="en-US" dirty="0">
              <a:solidFill>
                <a:prstClr val="black"/>
              </a:solidFill>
              <a:latin typeface="Calibri" panose="020F0502020204030204"/>
            </a:endParaRPr>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lvl1pPr>
              <a:defRPr>
                <a:cs typeface="Simplified Arabic" panose="02020603050405020304" pitchFamily="18" charset="-78"/>
              </a:defRPr>
            </a:lvl1pPr>
          </a:lstStyle>
          <a:p>
            <a:pPr fontAlgn="auto">
              <a:spcBef>
                <a:spcPts val="0"/>
              </a:spcBef>
              <a:spcAft>
                <a:spcPts val="0"/>
              </a:spcAft>
            </a:pPr>
            <a:fld id="{D174A313-1641-4995-8538-0141801DED91}" type="slidenum">
              <a:rPr lang="en-US" smtClean="0">
                <a:solidFill>
                  <a:prstClr val="black"/>
                </a:solidFill>
                <a:latin typeface="Calibri" panose="020F0502020204030204"/>
              </a:rPr>
              <a:pPr fontAlgn="auto">
                <a:spcBef>
                  <a:spcPts val="0"/>
                </a:spcBef>
                <a:spcAft>
                  <a:spcPts val="0"/>
                </a:spcAft>
              </a:pPr>
              <a:t>‹#›</a:t>
            </a:fld>
            <a:endParaRPr lang="en-US" dirty="0">
              <a:solidFill>
                <a:prstClr val="black"/>
              </a:solidFill>
              <a:latin typeface="Calibri" panose="020F0502020204030204"/>
              <a:cs typeface="+mn-cs"/>
            </a:endParaRPr>
          </a:p>
        </p:txBody>
      </p:sp>
    </p:spTree>
    <p:extLst>
      <p:ext uri="{BB962C8B-B14F-4D97-AF65-F5344CB8AC3E}">
        <p14:creationId xmlns:p14="http://schemas.microsoft.com/office/powerpoint/2010/main" val="386507429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3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a:prstGeom prst="rect">
            <a:avLst/>
          </a:prstGeom>
        </p:spPr>
        <p:txBody>
          <a:bodyPr anchor="b"/>
          <a:lstStyle>
            <a:lvl1pPr>
              <a:defRPr sz="6000"/>
            </a:lvl1pPr>
          </a:lstStyle>
          <a:p>
            <a:r>
              <a:rPr lang="en-US" smtClean="0"/>
              <a:t>Click to edit Master title style</a:t>
            </a:r>
            <a:endParaRPr lang="en-US"/>
          </a:p>
        </p:txBody>
      </p:sp>
      <p:sp>
        <p:nvSpPr>
          <p:cNvPr id="3" name="Text Placeholder 2"/>
          <p:cNvSpPr>
            <a:spLocks noGrp="1"/>
          </p:cNvSpPr>
          <p:nvPr>
            <p:ph type="body" idx="1"/>
          </p:nvPr>
        </p:nvSpPr>
        <p:spPr>
          <a:xfrm>
            <a:off x="831850" y="4589463"/>
            <a:ext cx="10515600" cy="1500187"/>
          </a:xfrm>
          <a:prstGeom prst="rect">
            <a:avLst/>
          </a:prstGeo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a:xfrm>
            <a:off x="838200" y="6356350"/>
            <a:ext cx="2743200" cy="365125"/>
          </a:xfrm>
          <a:prstGeom prst="rect">
            <a:avLst/>
          </a:prstGeom>
        </p:spPr>
        <p:txBody>
          <a:bodyPr/>
          <a:lstStyle>
            <a:lvl1pPr>
              <a:defRPr>
                <a:cs typeface="Simplified Arabic" panose="02020603050405020304" pitchFamily="18" charset="-78"/>
              </a:defRPr>
            </a:lvl1pPr>
          </a:lstStyle>
          <a:p>
            <a:pPr fontAlgn="auto">
              <a:spcBef>
                <a:spcPts val="0"/>
              </a:spcBef>
              <a:spcAft>
                <a:spcPts val="0"/>
              </a:spcAft>
            </a:pPr>
            <a:fld id="{C8A8F75F-6551-4069-A40E-11368AA3DC20}" type="datetimeFigureOut">
              <a:rPr lang="en-US" smtClean="0">
                <a:solidFill>
                  <a:prstClr val="black"/>
                </a:solidFill>
                <a:latin typeface="Calibri" panose="020F0502020204030204"/>
              </a:rPr>
              <a:pPr fontAlgn="auto">
                <a:spcBef>
                  <a:spcPts val="0"/>
                </a:spcBef>
                <a:spcAft>
                  <a:spcPts val="0"/>
                </a:spcAft>
              </a:pPr>
              <a:t>9/2/16</a:t>
            </a:fld>
            <a:endParaRPr lang="en-US" dirty="0">
              <a:solidFill>
                <a:prstClr val="black"/>
              </a:solidFill>
              <a:latin typeface="Calibri" panose="020F0502020204030204"/>
              <a:cs typeface="+mn-cs"/>
            </a:endParaRPr>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lvl1pPr>
              <a:defRPr>
                <a:cs typeface="Simplified Arabic" panose="02020603050405020304" pitchFamily="18" charset="-78"/>
              </a:defRPr>
            </a:lvl1pPr>
          </a:lstStyle>
          <a:p>
            <a:pPr fontAlgn="auto">
              <a:spcBef>
                <a:spcPts val="0"/>
              </a:spcBef>
              <a:spcAft>
                <a:spcPts val="0"/>
              </a:spcAft>
            </a:pPr>
            <a:endParaRPr lang="en-US" dirty="0">
              <a:solidFill>
                <a:prstClr val="black"/>
              </a:solidFill>
              <a:latin typeface="Calibri" panose="020F0502020204030204"/>
            </a:endParaRPr>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lvl1pPr>
              <a:defRPr>
                <a:cs typeface="Simplified Arabic" panose="02020603050405020304" pitchFamily="18" charset="-78"/>
              </a:defRPr>
            </a:lvl1pPr>
          </a:lstStyle>
          <a:p>
            <a:pPr fontAlgn="auto">
              <a:spcBef>
                <a:spcPts val="0"/>
              </a:spcBef>
              <a:spcAft>
                <a:spcPts val="0"/>
              </a:spcAft>
            </a:pPr>
            <a:fld id="{D174A313-1641-4995-8538-0141801DED91}" type="slidenum">
              <a:rPr lang="en-US" smtClean="0">
                <a:solidFill>
                  <a:prstClr val="black"/>
                </a:solidFill>
                <a:latin typeface="Calibri" panose="020F0502020204030204"/>
              </a:rPr>
              <a:pPr fontAlgn="auto">
                <a:spcBef>
                  <a:spcPts val="0"/>
                </a:spcBef>
                <a:spcAft>
                  <a:spcPts val="0"/>
                </a:spcAft>
              </a:pPr>
              <a:t>‹#›</a:t>
            </a:fld>
            <a:endParaRPr lang="en-US" dirty="0">
              <a:solidFill>
                <a:prstClr val="black"/>
              </a:solidFill>
              <a:latin typeface="Calibri" panose="020F0502020204030204"/>
              <a:cs typeface="+mn-cs"/>
            </a:endParaRPr>
          </a:p>
        </p:txBody>
      </p:sp>
    </p:spTree>
    <p:extLst>
      <p:ext uri="{BB962C8B-B14F-4D97-AF65-F5344CB8AC3E}">
        <p14:creationId xmlns:p14="http://schemas.microsoft.com/office/powerpoint/2010/main" val="200799408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3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5"/>
            <a:ext cx="10515600" cy="1325563"/>
          </a:xfrm>
          <a:prstGeom prst="rect">
            <a:avLst/>
          </a:prstGeom>
        </p:spPr>
        <p:txBody>
          <a:bodyPr/>
          <a:lstStyle/>
          <a:p>
            <a:r>
              <a:rPr lang="en-US" smtClean="0"/>
              <a:t>Click to edit Master title style</a:t>
            </a:r>
            <a:endParaRPr lang="en-US"/>
          </a:p>
        </p:txBody>
      </p:sp>
      <p:sp>
        <p:nvSpPr>
          <p:cNvPr id="3" name="Content Placeholder 2"/>
          <p:cNvSpPr>
            <a:spLocks noGrp="1"/>
          </p:cNvSpPr>
          <p:nvPr>
            <p:ph sz="half" idx="1"/>
          </p:nvPr>
        </p:nvSpPr>
        <p:spPr>
          <a:xfrm>
            <a:off x="838200" y="1825625"/>
            <a:ext cx="5181600" cy="435133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6172200" y="1825625"/>
            <a:ext cx="5181600" cy="435133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a:xfrm>
            <a:off x="838200" y="6356350"/>
            <a:ext cx="2743200" cy="365125"/>
          </a:xfrm>
          <a:prstGeom prst="rect">
            <a:avLst/>
          </a:prstGeom>
        </p:spPr>
        <p:txBody>
          <a:bodyPr/>
          <a:lstStyle>
            <a:lvl1pPr>
              <a:defRPr>
                <a:cs typeface="Simplified Arabic" panose="02020603050405020304" pitchFamily="18" charset="-78"/>
              </a:defRPr>
            </a:lvl1pPr>
          </a:lstStyle>
          <a:p>
            <a:pPr fontAlgn="auto">
              <a:spcBef>
                <a:spcPts val="0"/>
              </a:spcBef>
              <a:spcAft>
                <a:spcPts val="0"/>
              </a:spcAft>
            </a:pPr>
            <a:fld id="{C8A8F75F-6551-4069-A40E-11368AA3DC20}" type="datetimeFigureOut">
              <a:rPr lang="en-US" smtClean="0">
                <a:solidFill>
                  <a:prstClr val="black"/>
                </a:solidFill>
                <a:latin typeface="Calibri" panose="020F0502020204030204"/>
              </a:rPr>
              <a:pPr fontAlgn="auto">
                <a:spcBef>
                  <a:spcPts val="0"/>
                </a:spcBef>
                <a:spcAft>
                  <a:spcPts val="0"/>
                </a:spcAft>
              </a:pPr>
              <a:t>9/2/16</a:t>
            </a:fld>
            <a:endParaRPr lang="en-US" dirty="0">
              <a:solidFill>
                <a:prstClr val="black"/>
              </a:solidFill>
              <a:latin typeface="Calibri" panose="020F0502020204030204"/>
              <a:cs typeface="+mn-cs"/>
            </a:endParaRPr>
          </a:p>
        </p:txBody>
      </p:sp>
      <p:sp>
        <p:nvSpPr>
          <p:cNvPr id="6" name="Footer Placeholder 5"/>
          <p:cNvSpPr>
            <a:spLocks noGrp="1"/>
          </p:cNvSpPr>
          <p:nvPr>
            <p:ph type="ftr" sz="quarter" idx="11"/>
          </p:nvPr>
        </p:nvSpPr>
        <p:spPr>
          <a:xfrm>
            <a:off x="4038600" y="6356350"/>
            <a:ext cx="4114800" cy="365125"/>
          </a:xfrm>
          <a:prstGeom prst="rect">
            <a:avLst/>
          </a:prstGeom>
        </p:spPr>
        <p:txBody>
          <a:bodyPr/>
          <a:lstStyle>
            <a:lvl1pPr>
              <a:defRPr>
                <a:cs typeface="Simplified Arabic" panose="02020603050405020304" pitchFamily="18" charset="-78"/>
              </a:defRPr>
            </a:lvl1pPr>
          </a:lstStyle>
          <a:p>
            <a:pPr fontAlgn="auto">
              <a:spcBef>
                <a:spcPts val="0"/>
              </a:spcBef>
              <a:spcAft>
                <a:spcPts val="0"/>
              </a:spcAft>
            </a:pPr>
            <a:endParaRPr lang="en-US" dirty="0">
              <a:solidFill>
                <a:prstClr val="black"/>
              </a:solidFill>
              <a:latin typeface="Calibri" panose="020F0502020204030204"/>
            </a:endParaRPr>
          </a:p>
        </p:txBody>
      </p:sp>
      <p:sp>
        <p:nvSpPr>
          <p:cNvPr id="7" name="Slide Number Placeholder 6"/>
          <p:cNvSpPr>
            <a:spLocks noGrp="1"/>
          </p:cNvSpPr>
          <p:nvPr>
            <p:ph type="sldNum" sz="quarter" idx="12"/>
          </p:nvPr>
        </p:nvSpPr>
        <p:spPr>
          <a:xfrm>
            <a:off x="8610600" y="6356350"/>
            <a:ext cx="2743200" cy="365125"/>
          </a:xfrm>
          <a:prstGeom prst="rect">
            <a:avLst/>
          </a:prstGeom>
        </p:spPr>
        <p:txBody>
          <a:bodyPr/>
          <a:lstStyle>
            <a:lvl1pPr>
              <a:defRPr>
                <a:cs typeface="Simplified Arabic" panose="02020603050405020304" pitchFamily="18" charset="-78"/>
              </a:defRPr>
            </a:lvl1pPr>
          </a:lstStyle>
          <a:p>
            <a:pPr fontAlgn="auto">
              <a:spcBef>
                <a:spcPts val="0"/>
              </a:spcBef>
              <a:spcAft>
                <a:spcPts val="0"/>
              </a:spcAft>
            </a:pPr>
            <a:fld id="{D174A313-1641-4995-8538-0141801DED91}" type="slidenum">
              <a:rPr lang="en-US" smtClean="0">
                <a:solidFill>
                  <a:prstClr val="black"/>
                </a:solidFill>
                <a:latin typeface="Calibri" panose="020F0502020204030204"/>
              </a:rPr>
              <a:pPr fontAlgn="auto">
                <a:spcBef>
                  <a:spcPts val="0"/>
                </a:spcBef>
                <a:spcAft>
                  <a:spcPts val="0"/>
                </a:spcAft>
              </a:pPr>
              <a:t>‹#›</a:t>
            </a:fld>
            <a:endParaRPr lang="en-US" dirty="0">
              <a:solidFill>
                <a:prstClr val="black"/>
              </a:solidFill>
              <a:latin typeface="Calibri" panose="020F0502020204030204"/>
              <a:cs typeface="+mn-cs"/>
            </a:endParaRPr>
          </a:p>
        </p:txBody>
      </p:sp>
    </p:spTree>
    <p:extLst>
      <p:ext uri="{BB962C8B-B14F-4D97-AF65-F5344CB8AC3E}">
        <p14:creationId xmlns:p14="http://schemas.microsoft.com/office/powerpoint/2010/main" val="403873789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4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a:prstGeom prst="rect">
            <a:avLst/>
          </a:prstGeom>
        </p:spPr>
        <p:txBody>
          <a:bodyPr/>
          <a:lstStyle/>
          <a:p>
            <a:r>
              <a:rPr lang="en-US" smtClean="0"/>
              <a:t>Click to edit Master title style</a:t>
            </a:r>
            <a:endParaRPr lang="en-US"/>
          </a:p>
        </p:txBody>
      </p:sp>
      <p:sp>
        <p:nvSpPr>
          <p:cNvPr id="3" name="Text Placeholder 2"/>
          <p:cNvSpPr>
            <a:spLocks noGrp="1"/>
          </p:cNvSpPr>
          <p:nvPr>
            <p:ph type="body" idx="1"/>
          </p:nvPr>
        </p:nvSpPr>
        <p:spPr>
          <a:xfrm>
            <a:off x="839788" y="1681163"/>
            <a:ext cx="5157787" cy="82391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839788" y="2505075"/>
            <a:ext cx="5157787" cy="368458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6172200" y="1681163"/>
            <a:ext cx="5183188" cy="82391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6172200" y="2505075"/>
            <a:ext cx="5183188" cy="368458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a:xfrm>
            <a:off x="838200" y="6356350"/>
            <a:ext cx="2743200" cy="365125"/>
          </a:xfrm>
          <a:prstGeom prst="rect">
            <a:avLst/>
          </a:prstGeom>
        </p:spPr>
        <p:txBody>
          <a:bodyPr/>
          <a:lstStyle>
            <a:lvl1pPr>
              <a:defRPr>
                <a:cs typeface="Simplified Arabic" panose="02020603050405020304" pitchFamily="18" charset="-78"/>
              </a:defRPr>
            </a:lvl1pPr>
          </a:lstStyle>
          <a:p>
            <a:pPr fontAlgn="auto">
              <a:spcBef>
                <a:spcPts val="0"/>
              </a:spcBef>
              <a:spcAft>
                <a:spcPts val="0"/>
              </a:spcAft>
            </a:pPr>
            <a:fld id="{C8A8F75F-6551-4069-A40E-11368AA3DC20}" type="datetimeFigureOut">
              <a:rPr lang="en-US" smtClean="0">
                <a:solidFill>
                  <a:prstClr val="black"/>
                </a:solidFill>
                <a:latin typeface="Calibri" panose="020F0502020204030204"/>
              </a:rPr>
              <a:pPr fontAlgn="auto">
                <a:spcBef>
                  <a:spcPts val="0"/>
                </a:spcBef>
                <a:spcAft>
                  <a:spcPts val="0"/>
                </a:spcAft>
              </a:pPr>
              <a:t>9/2/16</a:t>
            </a:fld>
            <a:endParaRPr lang="en-US" dirty="0">
              <a:solidFill>
                <a:prstClr val="black"/>
              </a:solidFill>
              <a:latin typeface="Calibri" panose="020F0502020204030204"/>
              <a:cs typeface="+mn-cs"/>
            </a:endParaRPr>
          </a:p>
        </p:txBody>
      </p:sp>
      <p:sp>
        <p:nvSpPr>
          <p:cNvPr id="8" name="Footer Placeholder 7"/>
          <p:cNvSpPr>
            <a:spLocks noGrp="1"/>
          </p:cNvSpPr>
          <p:nvPr>
            <p:ph type="ftr" sz="quarter" idx="11"/>
          </p:nvPr>
        </p:nvSpPr>
        <p:spPr>
          <a:xfrm>
            <a:off x="4038600" y="6356350"/>
            <a:ext cx="4114800" cy="365125"/>
          </a:xfrm>
          <a:prstGeom prst="rect">
            <a:avLst/>
          </a:prstGeom>
        </p:spPr>
        <p:txBody>
          <a:bodyPr/>
          <a:lstStyle>
            <a:lvl1pPr>
              <a:defRPr>
                <a:cs typeface="Simplified Arabic" panose="02020603050405020304" pitchFamily="18" charset="-78"/>
              </a:defRPr>
            </a:lvl1pPr>
          </a:lstStyle>
          <a:p>
            <a:pPr fontAlgn="auto">
              <a:spcBef>
                <a:spcPts val="0"/>
              </a:spcBef>
              <a:spcAft>
                <a:spcPts val="0"/>
              </a:spcAft>
            </a:pPr>
            <a:endParaRPr lang="en-US" dirty="0">
              <a:solidFill>
                <a:prstClr val="black"/>
              </a:solidFill>
              <a:latin typeface="Calibri" panose="020F0502020204030204"/>
            </a:endParaRPr>
          </a:p>
        </p:txBody>
      </p:sp>
      <p:sp>
        <p:nvSpPr>
          <p:cNvPr id="9" name="Slide Number Placeholder 8"/>
          <p:cNvSpPr>
            <a:spLocks noGrp="1"/>
          </p:cNvSpPr>
          <p:nvPr>
            <p:ph type="sldNum" sz="quarter" idx="12"/>
          </p:nvPr>
        </p:nvSpPr>
        <p:spPr>
          <a:xfrm>
            <a:off x="8610600" y="6356350"/>
            <a:ext cx="2743200" cy="365125"/>
          </a:xfrm>
          <a:prstGeom prst="rect">
            <a:avLst/>
          </a:prstGeom>
        </p:spPr>
        <p:txBody>
          <a:bodyPr/>
          <a:lstStyle>
            <a:lvl1pPr>
              <a:defRPr>
                <a:cs typeface="Simplified Arabic" panose="02020603050405020304" pitchFamily="18" charset="-78"/>
              </a:defRPr>
            </a:lvl1pPr>
          </a:lstStyle>
          <a:p>
            <a:pPr fontAlgn="auto">
              <a:spcBef>
                <a:spcPts val="0"/>
              </a:spcBef>
              <a:spcAft>
                <a:spcPts val="0"/>
              </a:spcAft>
            </a:pPr>
            <a:fld id="{D174A313-1641-4995-8538-0141801DED91}" type="slidenum">
              <a:rPr lang="en-US" smtClean="0">
                <a:solidFill>
                  <a:prstClr val="black"/>
                </a:solidFill>
                <a:latin typeface="Calibri" panose="020F0502020204030204"/>
              </a:rPr>
              <a:pPr fontAlgn="auto">
                <a:spcBef>
                  <a:spcPts val="0"/>
                </a:spcBef>
                <a:spcAft>
                  <a:spcPts val="0"/>
                </a:spcAft>
              </a:pPr>
              <a:t>‹#›</a:t>
            </a:fld>
            <a:endParaRPr lang="en-US" dirty="0">
              <a:solidFill>
                <a:prstClr val="black"/>
              </a:solidFill>
              <a:latin typeface="Calibri" panose="020F0502020204030204"/>
              <a:cs typeface="+mn-cs"/>
            </a:endParaRPr>
          </a:p>
        </p:txBody>
      </p:sp>
    </p:spTree>
    <p:extLst>
      <p:ext uri="{BB962C8B-B14F-4D97-AF65-F5344CB8AC3E}">
        <p14:creationId xmlns:p14="http://schemas.microsoft.com/office/powerpoint/2010/main" val="83235329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4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5"/>
            <a:ext cx="10515600" cy="1325563"/>
          </a:xfrm>
          <a:prstGeom prst="rect">
            <a:avLst/>
          </a:prstGeom>
        </p:spPr>
        <p:txBody>
          <a:bodyPr/>
          <a:lstStyle/>
          <a:p>
            <a:r>
              <a:rPr lang="en-US" smtClean="0"/>
              <a:t>Click to edit Master title style</a:t>
            </a:r>
            <a:endParaRPr lang="en-US"/>
          </a:p>
        </p:txBody>
      </p:sp>
      <p:sp>
        <p:nvSpPr>
          <p:cNvPr id="3" name="Date Placeholder 2"/>
          <p:cNvSpPr>
            <a:spLocks noGrp="1"/>
          </p:cNvSpPr>
          <p:nvPr>
            <p:ph type="dt" sz="half" idx="10"/>
          </p:nvPr>
        </p:nvSpPr>
        <p:spPr>
          <a:xfrm>
            <a:off x="838200" y="6356350"/>
            <a:ext cx="2743200" cy="365125"/>
          </a:xfrm>
          <a:prstGeom prst="rect">
            <a:avLst/>
          </a:prstGeom>
        </p:spPr>
        <p:txBody>
          <a:bodyPr/>
          <a:lstStyle>
            <a:lvl1pPr>
              <a:defRPr>
                <a:cs typeface="Simplified Arabic" panose="02020603050405020304" pitchFamily="18" charset="-78"/>
              </a:defRPr>
            </a:lvl1pPr>
          </a:lstStyle>
          <a:p>
            <a:pPr fontAlgn="auto">
              <a:spcBef>
                <a:spcPts val="0"/>
              </a:spcBef>
              <a:spcAft>
                <a:spcPts val="0"/>
              </a:spcAft>
            </a:pPr>
            <a:fld id="{C8A8F75F-6551-4069-A40E-11368AA3DC20}" type="datetimeFigureOut">
              <a:rPr lang="en-US" smtClean="0">
                <a:solidFill>
                  <a:prstClr val="black"/>
                </a:solidFill>
                <a:latin typeface="Calibri" panose="020F0502020204030204"/>
              </a:rPr>
              <a:pPr fontAlgn="auto">
                <a:spcBef>
                  <a:spcPts val="0"/>
                </a:spcBef>
                <a:spcAft>
                  <a:spcPts val="0"/>
                </a:spcAft>
              </a:pPr>
              <a:t>9/2/16</a:t>
            </a:fld>
            <a:endParaRPr lang="en-US" dirty="0">
              <a:solidFill>
                <a:prstClr val="black"/>
              </a:solidFill>
              <a:latin typeface="Calibri" panose="020F0502020204030204"/>
              <a:cs typeface="+mn-cs"/>
            </a:endParaRPr>
          </a:p>
        </p:txBody>
      </p:sp>
      <p:sp>
        <p:nvSpPr>
          <p:cNvPr id="4" name="Footer Placeholder 3"/>
          <p:cNvSpPr>
            <a:spLocks noGrp="1"/>
          </p:cNvSpPr>
          <p:nvPr>
            <p:ph type="ftr" sz="quarter" idx="11"/>
          </p:nvPr>
        </p:nvSpPr>
        <p:spPr>
          <a:xfrm>
            <a:off x="4038600" y="6356350"/>
            <a:ext cx="4114800" cy="365125"/>
          </a:xfrm>
          <a:prstGeom prst="rect">
            <a:avLst/>
          </a:prstGeom>
        </p:spPr>
        <p:txBody>
          <a:bodyPr/>
          <a:lstStyle>
            <a:lvl1pPr>
              <a:defRPr>
                <a:cs typeface="Simplified Arabic" panose="02020603050405020304" pitchFamily="18" charset="-78"/>
              </a:defRPr>
            </a:lvl1pPr>
          </a:lstStyle>
          <a:p>
            <a:pPr fontAlgn="auto">
              <a:spcBef>
                <a:spcPts val="0"/>
              </a:spcBef>
              <a:spcAft>
                <a:spcPts val="0"/>
              </a:spcAft>
            </a:pPr>
            <a:endParaRPr lang="en-US" dirty="0">
              <a:solidFill>
                <a:prstClr val="black"/>
              </a:solidFill>
              <a:latin typeface="Calibri" panose="020F0502020204030204"/>
            </a:endParaRPr>
          </a:p>
        </p:txBody>
      </p:sp>
      <p:sp>
        <p:nvSpPr>
          <p:cNvPr id="5" name="Slide Number Placeholder 4"/>
          <p:cNvSpPr>
            <a:spLocks noGrp="1"/>
          </p:cNvSpPr>
          <p:nvPr>
            <p:ph type="sldNum" sz="quarter" idx="12"/>
          </p:nvPr>
        </p:nvSpPr>
        <p:spPr>
          <a:xfrm>
            <a:off x="8610600" y="6356350"/>
            <a:ext cx="2743200" cy="365125"/>
          </a:xfrm>
          <a:prstGeom prst="rect">
            <a:avLst/>
          </a:prstGeom>
        </p:spPr>
        <p:txBody>
          <a:bodyPr/>
          <a:lstStyle>
            <a:lvl1pPr>
              <a:defRPr>
                <a:cs typeface="Simplified Arabic" panose="02020603050405020304" pitchFamily="18" charset="-78"/>
              </a:defRPr>
            </a:lvl1pPr>
          </a:lstStyle>
          <a:p>
            <a:pPr fontAlgn="auto">
              <a:spcBef>
                <a:spcPts val="0"/>
              </a:spcBef>
              <a:spcAft>
                <a:spcPts val="0"/>
              </a:spcAft>
            </a:pPr>
            <a:fld id="{D174A313-1641-4995-8538-0141801DED91}" type="slidenum">
              <a:rPr lang="en-US" smtClean="0">
                <a:solidFill>
                  <a:prstClr val="black"/>
                </a:solidFill>
                <a:latin typeface="Calibri" panose="020F0502020204030204"/>
              </a:rPr>
              <a:pPr fontAlgn="auto">
                <a:spcBef>
                  <a:spcPts val="0"/>
                </a:spcBef>
                <a:spcAft>
                  <a:spcPts val="0"/>
                </a:spcAft>
              </a:pPr>
              <a:t>‹#›</a:t>
            </a:fld>
            <a:endParaRPr lang="en-US" dirty="0">
              <a:solidFill>
                <a:prstClr val="black"/>
              </a:solidFill>
              <a:latin typeface="Calibri" panose="020F0502020204030204"/>
              <a:cs typeface="+mn-cs"/>
            </a:endParaRPr>
          </a:p>
        </p:txBody>
      </p:sp>
    </p:spTree>
    <p:extLst>
      <p:ext uri="{BB962C8B-B14F-4D97-AF65-F5344CB8AC3E}">
        <p14:creationId xmlns:p14="http://schemas.microsoft.com/office/powerpoint/2010/main" val="192603334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4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838200" y="6356350"/>
            <a:ext cx="2743200" cy="365125"/>
          </a:xfrm>
          <a:prstGeom prst="rect">
            <a:avLst/>
          </a:prstGeom>
        </p:spPr>
        <p:txBody>
          <a:bodyPr/>
          <a:lstStyle>
            <a:lvl1pPr>
              <a:defRPr>
                <a:cs typeface="Simplified Arabic" panose="02020603050405020304" pitchFamily="18" charset="-78"/>
              </a:defRPr>
            </a:lvl1pPr>
          </a:lstStyle>
          <a:p>
            <a:pPr fontAlgn="auto">
              <a:spcBef>
                <a:spcPts val="0"/>
              </a:spcBef>
              <a:spcAft>
                <a:spcPts val="0"/>
              </a:spcAft>
            </a:pPr>
            <a:fld id="{C8A8F75F-6551-4069-A40E-11368AA3DC20}" type="datetimeFigureOut">
              <a:rPr lang="en-US" smtClean="0">
                <a:solidFill>
                  <a:prstClr val="black"/>
                </a:solidFill>
                <a:latin typeface="Calibri" panose="020F0502020204030204"/>
              </a:rPr>
              <a:pPr fontAlgn="auto">
                <a:spcBef>
                  <a:spcPts val="0"/>
                </a:spcBef>
                <a:spcAft>
                  <a:spcPts val="0"/>
                </a:spcAft>
              </a:pPr>
              <a:t>9/2/16</a:t>
            </a:fld>
            <a:endParaRPr lang="en-US" dirty="0">
              <a:solidFill>
                <a:prstClr val="black"/>
              </a:solidFill>
              <a:latin typeface="Calibri" panose="020F0502020204030204"/>
              <a:cs typeface="+mn-cs"/>
            </a:endParaRPr>
          </a:p>
        </p:txBody>
      </p:sp>
      <p:sp>
        <p:nvSpPr>
          <p:cNvPr id="3" name="Footer Placeholder 2"/>
          <p:cNvSpPr>
            <a:spLocks noGrp="1"/>
          </p:cNvSpPr>
          <p:nvPr>
            <p:ph type="ftr" sz="quarter" idx="11"/>
          </p:nvPr>
        </p:nvSpPr>
        <p:spPr>
          <a:xfrm>
            <a:off x="4038600" y="6356350"/>
            <a:ext cx="4114800" cy="365125"/>
          </a:xfrm>
          <a:prstGeom prst="rect">
            <a:avLst/>
          </a:prstGeom>
        </p:spPr>
        <p:txBody>
          <a:bodyPr/>
          <a:lstStyle>
            <a:lvl1pPr>
              <a:defRPr>
                <a:cs typeface="Simplified Arabic" panose="02020603050405020304" pitchFamily="18" charset="-78"/>
              </a:defRPr>
            </a:lvl1pPr>
          </a:lstStyle>
          <a:p>
            <a:pPr fontAlgn="auto">
              <a:spcBef>
                <a:spcPts val="0"/>
              </a:spcBef>
              <a:spcAft>
                <a:spcPts val="0"/>
              </a:spcAft>
            </a:pPr>
            <a:endParaRPr lang="en-US" dirty="0">
              <a:solidFill>
                <a:prstClr val="black"/>
              </a:solidFill>
              <a:latin typeface="Calibri" panose="020F0502020204030204"/>
            </a:endParaRPr>
          </a:p>
        </p:txBody>
      </p:sp>
      <p:sp>
        <p:nvSpPr>
          <p:cNvPr id="4" name="Slide Number Placeholder 3"/>
          <p:cNvSpPr>
            <a:spLocks noGrp="1"/>
          </p:cNvSpPr>
          <p:nvPr>
            <p:ph type="sldNum" sz="quarter" idx="12"/>
          </p:nvPr>
        </p:nvSpPr>
        <p:spPr>
          <a:xfrm>
            <a:off x="8610600" y="6356350"/>
            <a:ext cx="2743200" cy="365125"/>
          </a:xfrm>
          <a:prstGeom prst="rect">
            <a:avLst/>
          </a:prstGeom>
        </p:spPr>
        <p:txBody>
          <a:bodyPr/>
          <a:lstStyle>
            <a:lvl1pPr>
              <a:defRPr>
                <a:cs typeface="Simplified Arabic" panose="02020603050405020304" pitchFamily="18" charset="-78"/>
              </a:defRPr>
            </a:lvl1pPr>
          </a:lstStyle>
          <a:p>
            <a:pPr fontAlgn="auto">
              <a:spcBef>
                <a:spcPts val="0"/>
              </a:spcBef>
              <a:spcAft>
                <a:spcPts val="0"/>
              </a:spcAft>
            </a:pPr>
            <a:fld id="{D174A313-1641-4995-8538-0141801DED91}" type="slidenum">
              <a:rPr lang="en-US" smtClean="0">
                <a:solidFill>
                  <a:prstClr val="black"/>
                </a:solidFill>
                <a:latin typeface="Calibri" panose="020F0502020204030204"/>
              </a:rPr>
              <a:pPr fontAlgn="auto">
                <a:spcBef>
                  <a:spcPts val="0"/>
                </a:spcBef>
                <a:spcAft>
                  <a:spcPts val="0"/>
                </a:spcAft>
              </a:pPr>
              <a:t>‹#›</a:t>
            </a:fld>
            <a:endParaRPr lang="en-US" dirty="0">
              <a:solidFill>
                <a:prstClr val="black"/>
              </a:solidFill>
              <a:latin typeface="Calibri" panose="020F0502020204030204"/>
              <a:cs typeface="+mn-cs"/>
            </a:endParaRPr>
          </a:p>
        </p:txBody>
      </p:sp>
    </p:spTree>
    <p:extLst>
      <p:ext uri="{BB962C8B-B14F-4D97-AF65-F5344CB8AC3E}">
        <p14:creationId xmlns:p14="http://schemas.microsoft.com/office/powerpoint/2010/main" val="394503544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4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a:prstGeom prst="rect">
            <a:avLst/>
          </a:prstGeom>
        </p:spPr>
        <p:txBody>
          <a:bodyPr anchor="b"/>
          <a:lstStyle>
            <a:lvl1pPr>
              <a:defRPr sz="3200"/>
            </a:lvl1pPr>
          </a:lstStyle>
          <a:p>
            <a:r>
              <a:rPr lang="en-US" smtClean="0"/>
              <a:t>Click to edit Master title style</a:t>
            </a:r>
            <a:endParaRPr lang="en-US"/>
          </a:p>
        </p:txBody>
      </p:sp>
      <p:sp>
        <p:nvSpPr>
          <p:cNvPr id="3" name="Content Placeholder 2"/>
          <p:cNvSpPr>
            <a:spLocks noGrp="1"/>
          </p:cNvSpPr>
          <p:nvPr>
            <p:ph idx="1"/>
          </p:nvPr>
        </p:nvSpPr>
        <p:spPr>
          <a:xfrm>
            <a:off x="5183188" y="987425"/>
            <a:ext cx="6172200" cy="4873625"/>
          </a:xfrm>
          <a:prstGeom prst="rect">
            <a:avLst/>
          </a:prstGeo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839788" y="2057400"/>
            <a:ext cx="3932237" cy="3811588"/>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a:xfrm>
            <a:off x="838200" y="6356350"/>
            <a:ext cx="2743200" cy="365125"/>
          </a:xfrm>
          <a:prstGeom prst="rect">
            <a:avLst/>
          </a:prstGeom>
        </p:spPr>
        <p:txBody>
          <a:bodyPr/>
          <a:lstStyle>
            <a:lvl1pPr>
              <a:defRPr>
                <a:cs typeface="Simplified Arabic" panose="02020603050405020304" pitchFamily="18" charset="-78"/>
              </a:defRPr>
            </a:lvl1pPr>
          </a:lstStyle>
          <a:p>
            <a:pPr fontAlgn="auto">
              <a:spcBef>
                <a:spcPts val="0"/>
              </a:spcBef>
              <a:spcAft>
                <a:spcPts val="0"/>
              </a:spcAft>
            </a:pPr>
            <a:fld id="{C8A8F75F-6551-4069-A40E-11368AA3DC20}" type="datetimeFigureOut">
              <a:rPr lang="en-US" smtClean="0">
                <a:solidFill>
                  <a:prstClr val="black"/>
                </a:solidFill>
                <a:latin typeface="Calibri" panose="020F0502020204030204"/>
              </a:rPr>
              <a:pPr fontAlgn="auto">
                <a:spcBef>
                  <a:spcPts val="0"/>
                </a:spcBef>
                <a:spcAft>
                  <a:spcPts val="0"/>
                </a:spcAft>
              </a:pPr>
              <a:t>9/2/16</a:t>
            </a:fld>
            <a:endParaRPr lang="en-US" dirty="0">
              <a:solidFill>
                <a:prstClr val="black"/>
              </a:solidFill>
              <a:latin typeface="Calibri" panose="020F0502020204030204"/>
              <a:cs typeface="+mn-cs"/>
            </a:endParaRPr>
          </a:p>
        </p:txBody>
      </p:sp>
      <p:sp>
        <p:nvSpPr>
          <p:cNvPr id="6" name="Footer Placeholder 5"/>
          <p:cNvSpPr>
            <a:spLocks noGrp="1"/>
          </p:cNvSpPr>
          <p:nvPr>
            <p:ph type="ftr" sz="quarter" idx="11"/>
          </p:nvPr>
        </p:nvSpPr>
        <p:spPr>
          <a:xfrm>
            <a:off x="4038600" y="6356350"/>
            <a:ext cx="4114800" cy="365125"/>
          </a:xfrm>
          <a:prstGeom prst="rect">
            <a:avLst/>
          </a:prstGeom>
        </p:spPr>
        <p:txBody>
          <a:bodyPr/>
          <a:lstStyle>
            <a:lvl1pPr>
              <a:defRPr>
                <a:cs typeface="Simplified Arabic" panose="02020603050405020304" pitchFamily="18" charset="-78"/>
              </a:defRPr>
            </a:lvl1pPr>
          </a:lstStyle>
          <a:p>
            <a:pPr fontAlgn="auto">
              <a:spcBef>
                <a:spcPts val="0"/>
              </a:spcBef>
              <a:spcAft>
                <a:spcPts val="0"/>
              </a:spcAft>
            </a:pPr>
            <a:endParaRPr lang="en-US" dirty="0">
              <a:solidFill>
                <a:prstClr val="black"/>
              </a:solidFill>
              <a:latin typeface="Calibri" panose="020F0502020204030204"/>
            </a:endParaRPr>
          </a:p>
        </p:txBody>
      </p:sp>
      <p:sp>
        <p:nvSpPr>
          <p:cNvPr id="7" name="Slide Number Placeholder 6"/>
          <p:cNvSpPr>
            <a:spLocks noGrp="1"/>
          </p:cNvSpPr>
          <p:nvPr>
            <p:ph type="sldNum" sz="quarter" idx="12"/>
          </p:nvPr>
        </p:nvSpPr>
        <p:spPr>
          <a:xfrm>
            <a:off x="8610600" y="6356350"/>
            <a:ext cx="2743200" cy="365125"/>
          </a:xfrm>
          <a:prstGeom prst="rect">
            <a:avLst/>
          </a:prstGeom>
        </p:spPr>
        <p:txBody>
          <a:bodyPr/>
          <a:lstStyle>
            <a:lvl1pPr>
              <a:defRPr>
                <a:cs typeface="Simplified Arabic" panose="02020603050405020304" pitchFamily="18" charset="-78"/>
              </a:defRPr>
            </a:lvl1pPr>
          </a:lstStyle>
          <a:p>
            <a:pPr fontAlgn="auto">
              <a:spcBef>
                <a:spcPts val="0"/>
              </a:spcBef>
              <a:spcAft>
                <a:spcPts val="0"/>
              </a:spcAft>
            </a:pPr>
            <a:fld id="{D174A313-1641-4995-8538-0141801DED91}" type="slidenum">
              <a:rPr lang="en-US" smtClean="0">
                <a:solidFill>
                  <a:prstClr val="black"/>
                </a:solidFill>
                <a:latin typeface="Calibri" panose="020F0502020204030204"/>
              </a:rPr>
              <a:pPr fontAlgn="auto">
                <a:spcBef>
                  <a:spcPts val="0"/>
                </a:spcBef>
                <a:spcAft>
                  <a:spcPts val="0"/>
                </a:spcAft>
              </a:pPr>
              <a:t>‹#›</a:t>
            </a:fld>
            <a:endParaRPr lang="en-US" dirty="0">
              <a:solidFill>
                <a:prstClr val="black"/>
              </a:solidFill>
              <a:latin typeface="Calibri" panose="020F0502020204030204"/>
              <a:cs typeface="+mn-cs"/>
            </a:endParaRPr>
          </a:p>
        </p:txBody>
      </p:sp>
    </p:spTree>
    <p:extLst>
      <p:ext uri="{BB962C8B-B14F-4D97-AF65-F5344CB8AC3E}">
        <p14:creationId xmlns:p14="http://schemas.microsoft.com/office/powerpoint/2010/main" val="348719678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4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a:prstGeom prst="rect">
            <a:avLst/>
          </a:prstGeom>
        </p:spPr>
        <p:txBody>
          <a:bodyPr anchor="b"/>
          <a:lstStyle>
            <a:lvl1pPr>
              <a:defRPr sz="3200"/>
            </a:lvl1pPr>
          </a:lstStyle>
          <a:p>
            <a:r>
              <a:rPr lang="en-US" smtClean="0"/>
              <a:t>Click to edit Master title style</a:t>
            </a:r>
            <a:endParaRPr lang="en-US"/>
          </a:p>
        </p:txBody>
      </p:sp>
      <p:sp>
        <p:nvSpPr>
          <p:cNvPr id="3" name="Picture Placeholder 2"/>
          <p:cNvSpPr>
            <a:spLocks noGrp="1"/>
          </p:cNvSpPr>
          <p:nvPr>
            <p:ph type="pic" idx="1"/>
          </p:nvPr>
        </p:nvSpPr>
        <p:spPr>
          <a:xfrm>
            <a:off x="5183188" y="987425"/>
            <a:ext cx="6172200" cy="4873625"/>
          </a:xfrm>
          <a:prstGeom prst="rect">
            <a:avLst/>
          </a:prstGeo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839788" y="2057400"/>
            <a:ext cx="3932237" cy="3811588"/>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a:xfrm>
            <a:off x="838200" y="6356350"/>
            <a:ext cx="2743200" cy="365125"/>
          </a:xfrm>
          <a:prstGeom prst="rect">
            <a:avLst/>
          </a:prstGeom>
        </p:spPr>
        <p:txBody>
          <a:bodyPr/>
          <a:lstStyle>
            <a:lvl1pPr>
              <a:defRPr>
                <a:cs typeface="Simplified Arabic" panose="02020603050405020304" pitchFamily="18" charset="-78"/>
              </a:defRPr>
            </a:lvl1pPr>
          </a:lstStyle>
          <a:p>
            <a:pPr fontAlgn="auto">
              <a:spcBef>
                <a:spcPts val="0"/>
              </a:spcBef>
              <a:spcAft>
                <a:spcPts val="0"/>
              </a:spcAft>
            </a:pPr>
            <a:fld id="{C8A8F75F-6551-4069-A40E-11368AA3DC20}" type="datetimeFigureOut">
              <a:rPr lang="en-US" smtClean="0">
                <a:solidFill>
                  <a:prstClr val="black"/>
                </a:solidFill>
                <a:latin typeface="Calibri" panose="020F0502020204030204"/>
              </a:rPr>
              <a:pPr fontAlgn="auto">
                <a:spcBef>
                  <a:spcPts val="0"/>
                </a:spcBef>
                <a:spcAft>
                  <a:spcPts val="0"/>
                </a:spcAft>
              </a:pPr>
              <a:t>9/2/16</a:t>
            </a:fld>
            <a:endParaRPr lang="en-US" dirty="0">
              <a:solidFill>
                <a:prstClr val="black"/>
              </a:solidFill>
              <a:latin typeface="Calibri" panose="020F0502020204030204"/>
              <a:cs typeface="+mn-cs"/>
            </a:endParaRPr>
          </a:p>
        </p:txBody>
      </p:sp>
      <p:sp>
        <p:nvSpPr>
          <p:cNvPr id="6" name="Footer Placeholder 5"/>
          <p:cNvSpPr>
            <a:spLocks noGrp="1"/>
          </p:cNvSpPr>
          <p:nvPr>
            <p:ph type="ftr" sz="quarter" idx="11"/>
          </p:nvPr>
        </p:nvSpPr>
        <p:spPr>
          <a:xfrm>
            <a:off x="4038600" y="6356350"/>
            <a:ext cx="4114800" cy="365125"/>
          </a:xfrm>
          <a:prstGeom prst="rect">
            <a:avLst/>
          </a:prstGeom>
        </p:spPr>
        <p:txBody>
          <a:bodyPr/>
          <a:lstStyle>
            <a:lvl1pPr>
              <a:defRPr>
                <a:cs typeface="Simplified Arabic" panose="02020603050405020304" pitchFamily="18" charset="-78"/>
              </a:defRPr>
            </a:lvl1pPr>
          </a:lstStyle>
          <a:p>
            <a:pPr fontAlgn="auto">
              <a:spcBef>
                <a:spcPts val="0"/>
              </a:spcBef>
              <a:spcAft>
                <a:spcPts val="0"/>
              </a:spcAft>
            </a:pPr>
            <a:endParaRPr lang="en-US" dirty="0">
              <a:solidFill>
                <a:prstClr val="black"/>
              </a:solidFill>
              <a:latin typeface="Calibri" panose="020F0502020204030204"/>
            </a:endParaRPr>
          </a:p>
        </p:txBody>
      </p:sp>
      <p:sp>
        <p:nvSpPr>
          <p:cNvPr id="7" name="Slide Number Placeholder 6"/>
          <p:cNvSpPr>
            <a:spLocks noGrp="1"/>
          </p:cNvSpPr>
          <p:nvPr>
            <p:ph type="sldNum" sz="quarter" idx="12"/>
          </p:nvPr>
        </p:nvSpPr>
        <p:spPr>
          <a:xfrm>
            <a:off x="8610600" y="6356350"/>
            <a:ext cx="2743200" cy="365125"/>
          </a:xfrm>
          <a:prstGeom prst="rect">
            <a:avLst/>
          </a:prstGeom>
        </p:spPr>
        <p:txBody>
          <a:bodyPr/>
          <a:lstStyle>
            <a:lvl1pPr>
              <a:defRPr>
                <a:cs typeface="Simplified Arabic" panose="02020603050405020304" pitchFamily="18" charset="-78"/>
              </a:defRPr>
            </a:lvl1pPr>
          </a:lstStyle>
          <a:p>
            <a:pPr fontAlgn="auto">
              <a:spcBef>
                <a:spcPts val="0"/>
              </a:spcBef>
              <a:spcAft>
                <a:spcPts val="0"/>
              </a:spcAft>
            </a:pPr>
            <a:fld id="{D174A313-1641-4995-8538-0141801DED91}" type="slidenum">
              <a:rPr lang="en-US" smtClean="0">
                <a:solidFill>
                  <a:prstClr val="black"/>
                </a:solidFill>
                <a:latin typeface="Calibri" panose="020F0502020204030204"/>
              </a:rPr>
              <a:pPr fontAlgn="auto">
                <a:spcBef>
                  <a:spcPts val="0"/>
                </a:spcBef>
                <a:spcAft>
                  <a:spcPts val="0"/>
                </a:spcAft>
              </a:pPr>
              <a:t>‹#›</a:t>
            </a:fld>
            <a:endParaRPr lang="en-US" dirty="0">
              <a:solidFill>
                <a:prstClr val="black"/>
              </a:solidFill>
              <a:latin typeface="Calibri" panose="020F0502020204030204"/>
              <a:cs typeface="+mn-cs"/>
            </a:endParaRPr>
          </a:p>
        </p:txBody>
      </p:sp>
    </p:spTree>
    <p:extLst>
      <p:ext uri="{BB962C8B-B14F-4D97-AF65-F5344CB8AC3E}">
        <p14:creationId xmlns:p14="http://schemas.microsoft.com/office/powerpoint/2010/main" val="280778718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4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5"/>
            <a:ext cx="10515600" cy="1325563"/>
          </a:xfrm>
          <a:prstGeom prst="rect">
            <a:avLst/>
          </a:prstGeom>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a:xfrm>
            <a:off x="838200" y="1825625"/>
            <a:ext cx="10515600" cy="4351338"/>
          </a:xfrm>
          <a:prstGeom prst="rect">
            <a:avLst/>
          </a:prstGeo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a:xfrm>
            <a:off x="838200" y="6356350"/>
            <a:ext cx="2743200" cy="365125"/>
          </a:xfrm>
          <a:prstGeom prst="rect">
            <a:avLst/>
          </a:prstGeom>
        </p:spPr>
        <p:txBody>
          <a:bodyPr/>
          <a:lstStyle>
            <a:lvl1pPr>
              <a:defRPr>
                <a:cs typeface="Simplified Arabic" panose="02020603050405020304" pitchFamily="18" charset="-78"/>
              </a:defRPr>
            </a:lvl1pPr>
          </a:lstStyle>
          <a:p>
            <a:pPr fontAlgn="auto">
              <a:spcBef>
                <a:spcPts val="0"/>
              </a:spcBef>
              <a:spcAft>
                <a:spcPts val="0"/>
              </a:spcAft>
            </a:pPr>
            <a:fld id="{C8A8F75F-6551-4069-A40E-11368AA3DC20}" type="datetimeFigureOut">
              <a:rPr lang="en-US" smtClean="0">
                <a:solidFill>
                  <a:prstClr val="black"/>
                </a:solidFill>
                <a:latin typeface="Calibri" panose="020F0502020204030204"/>
              </a:rPr>
              <a:pPr fontAlgn="auto">
                <a:spcBef>
                  <a:spcPts val="0"/>
                </a:spcBef>
                <a:spcAft>
                  <a:spcPts val="0"/>
                </a:spcAft>
              </a:pPr>
              <a:t>9/2/16</a:t>
            </a:fld>
            <a:endParaRPr lang="en-US" dirty="0">
              <a:solidFill>
                <a:prstClr val="black"/>
              </a:solidFill>
              <a:latin typeface="Calibri" panose="020F0502020204030204"/>
              <a:cs typeface="+mn-cs"/>
            </a:endParaRPr>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lvl1pPr>
              <a:defRPr>
                <a:cs typeface="Simplified Arabic" panose="02020603050405020304" pitchFamily="18" charset="-78"/>
              </a:defRPr>
            </a:lvl1pPr>
          </a:lstStyle>
          <a:p>
            <a:pPr fontAlgn="auto">
              <a:spcBef>
                <a:spcPts val="0"/>
              </a:spcBef>
              <a:spcAft>
                <a:spcPts val="0"/>
              </a:spcAft>
            </a:pPr>
            <a:endParaRPr lang="en-US" dirty="0">
              <a:solidFill>
                <a:prstClr val="black"/>
              </a:solidFill>
              <a:latin typeface="Calibri" panose="020F0502020204030204"/>
            </a:endParaRPr>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lvl1pPr>
              <a:defRPr>
                <a:cs typeface="Simplified Arabic" panose="02020603050405020304" pitchFamily="18" charset="-78"/>
              </a:defRPr>
            </a:lvl1pPr>
          </a:lstStyle>
          <a:p>
            <a:pPr fontAlgn="auto">
              <a:spcBef>
                <a:spcPts val="0"/>
              </a:spcBef>
              <a:spcAft>
                <a:spcPts val="0"/>
              </a:spcAft>
            </a:pPr>
            <a:fld id="{D174A313-1641-4995-8538-0141801DED91}" type="slidenum">
              <a:rPr lang="en-US" smtClean="0">
                <a:solidFill>
                  <a:prstClr val="black"/>
                </a:solidFill>
                <a:latin typeface="Calibri" panose="020F0502020204030204"/>
              </a:rPr>
              <a:pPr fontAlgn="auto">
                <a:spcBef>
                  <a:spcPts val="0"/>
                </a:spcBef>
                <a:spcAft>
                  <a:spcPts val="0"/>
                </a:spcAft>
              </a:pPr>
              <a:t>‹#›</a:t>
            </a:fld>
            <a:endParaRPr lang="en-US" dirty="0">
              <a:solidFill>
                <a:prstClr val="black"/>
              </a:solidFill>
              <a:latin typeface="Calibri" panose="020F0502020204030204"/>
              <a:cs typeface="+mn-cs"/>
            </a:endParaRPr>
          </a:p>
        </p:txBody>
      </p:sp>
    </p:spTree>
    <p:extLst>
      <p:ext uri="{BB962C8B-B14F-4D97-AF65-F5344CB8AC3E}">
        <p14:creationId xmlns:p14="http://schemas.microsoft.com/office/powerpoint/2010/main" val="426832576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4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a:prstGeom prst="rect">
            <a:avLst/>
          </a:prstGeo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838200" y="365125"/>
            <a:ext cx="7734300" cy="5811838"/>
          </a:xfrm>
          <a:prstGeom prst="rect">
            <a:avLst/>
          </a:prstGeo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a:xfrm>
            <a:off x="838200" y="6356350"/>
            <a:ext cx="2743200" cy="365125"/>
          </a:xfrm>
          <a:prstGeom prst="rect">
            <a:avLst/>
          </a:prstGeom>
        </p:spPr>
        <p:txBody>
          <a:bodyPr/>
          <a:lstStyle>
            <a:lvl1pPr>
              <a:defRPr>
                <a:cs typeface="Simplified Arabic" panose="02020603050405020304" pitchFamily="18" charset="-78"/>
              </a:defRPr>
            </a:lvl1pPr>
          </a:lstStyle>
          <a:p>
            <a:pPr fontAlgn="auto">
              <a:spcBef>
                <a:spcPts val="0"/>
              </a:spcBef>
              <a:spcAft>
                <a:spcPts val="0"/>
              </a:spcAft>
            </a:pPr>
            <a:fld id="{C8A8F75F-6551-4069-A40E-11368AA3DC20}" type="datetimeFigureOut">
              <a:rPr lang="en-US" smtClean="0">
                <a:solidFill>
                  <a:prstClr val="black"/>
                </a:solidFill>
                <a:latin typeface="Calibri" panose="020F0502020204030204"/>
              </a:rPr>
              <a:pPr fontAlgn="auto">
                <a:spcBef>
                  <a:spcPts val="0"/>
                </a:spcBef>
                <a:spcAft>
                  <a:spcPts val="0"/>
                </a:spcAft>
              </a:pPr>
              <a:t>9/2/16</a:t>
            </a:fld>
            <a:endParaRPr lang="en-US" dirty="0">
              <a:solidFill>
                <a:prstClr val="black"/>
              </a:solidFill>
              <a:latin typeface="Calibri" panose="020F0502020204030204"/>
              <a:cs typeface="+mn-cs"/>
            </a:endParaRPr>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lvl1pPr>
              <a:defRPr>
                <a:cs typeface="Simplified Arabic" panose="02020603050405020304" pitchFamily="18" charset="-78"/>
              </a:defRPr>
            </a:lvl1pPr>
          </a:lstStyle>
          <a:p>
            <a:pPr fontAlgn="auto">
              <a:spcBef>
                <a:spcPts val="0"/>
              </a:spcBef>
              <a:spcAft>
                <a:spcPts val="0"/>
              </a:spcAft>
            </a:pPr>
            <a:endParaRPr lang="en-US" dirty="0">
              <a:solidFill>
                <a:prstClr val="black"/>
              </a:solidFill>
              <a:latin typeface="Calibri" panose="020F0502020204030204"/>
            </a:endParaRPr>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lvl1pPr>
              <a:defRPr>
                <a:cs typeface="Simplified Arabic" panose="02020603050405020304" pitchFamily="18" charset="-78"/>
              </a:defRPr>
            </a:lvl1pPr>
          </a:lstStyle>
          <a:p>
            <a:pPr fontAlgn="auto">
              <a:spcBef>
                <a:spcPts val="0"/>
              </a:spcBef>
              <a:spcAft>
                <a:spcPts val="0"/>
              </a:spcAft>
            </a:pPr>
            <a:fld id="{D174A313-1641-4995-8538-0141801DED91}" type="slidenum">
              <a:rPr lang="en-US" smtClean="0">
                <a:solidFill>
                  <a:prstClr val="black"/>
                </a:solidFill>
                <a:latin typeface="Calibri" panose="020F0502020204030204"/>
              </a:rPr>
              <a:pPr fontAlgn="auto">
                <a:spcBef>
                  <a:spcPts val="0"/>
                </a:spcBef>
                <a:spcAft>
                  <a:spcPts val="0"/>
                </a:spcAft>
              </a:pPr>
              <a:t>‹#›</a:t>
            </a:fld>
            <a:endParaRPr lang="en-US" dirty="0">
              <a:solidFill>
                <a:prstClr val="black"/>
              </a:solidFill>
              <a:latin typeface="Calibri" panose="020F0502020204030204"/>
              <a:cs typeface="+mn-cs"/>
            </a:endParaRPr>
          </a:p>
        </p:txBody>
      </p:sp>
    </p:spTree>
    <p:extLst>
      <p:ext uri="{BB962C8B-B14F-4D97-AF65-F5344CB8AC3E}">
        <p14:creationId xmlns:p14="http://schemas.microsoft.com/office/powerpoint/2010/main" val="278600250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47.xml><?xml version="1.0" encoding="utf-8"?>
<p:sldLayout xmlns:a="http://schemas.openxmlformats.org/drawingml/2006/main" xmlns:r="http://schemas.openxmlformats.org/officeDocument/2006/relationships" xmlns:p="http://schemas.openxmlformats.org/presentationml/2006/main" userDrawn="1">
  <p:cSld name="Title and Footer">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38200" y="365125"/>
            <a:ext cx="10515600" cy="1325563"/>
          </a:xfrm>
          <a:prstGeom prst="rect">
            <a:avLst/>
          </a:prstGeom>
        </p:spPr>
        <p:txBody>
          <a:bodyPr/>
          <a:lstStyle/>
          <a:p>
            <a:r>
              <a:rPr lang="en-US" dirty="0" smtClean="0"/>
              <a:t>CLICK TO EDIT MASTER TITLE STYLE</a:t>
            </a:r>
            <a:endParaRPr lang="en-US" dirty="0"/>
          </a:p>
        </p:txBody>
      </p:sp>
      <p:sp>
        <p:nvSpPr>
          <p:cNvPr id="4" name="Date Placeholder 3"/>
          <p:cNvSpPr>
            <a:spLocks noGrp="1"/>
          </p:cNvSpPr>
          <p:nvPr>
            <p:ph type="dt" sz="half" idx="10"/>
          </p:nvPr>
        </p:nvSpPr>
        <p:spPr>
          <a:xfrm>
            <a:off x="609600" y="8333734"/>
            <a:ext cx="2844800" cy="365125"/>
          </a:xfrm>
          <a:prstGeom prst="rect">
            <a:avLst/>
          </a:prstGeom>
        </p:spPr>
        <p:txBody>
          <a:bodyPr/>
          <a:lstStyle>
            <a:lvl1pPr>
              <a:defRPr>
                <a:cs typeface="Simplified Arabic" panose="02020603050405020304" pitchFamily="18" charset="-78"/>
              </a:defRPr>
            </a:lvl1pPr>
          </a:lstStyle>
          <a:p>
            <a:pPr fontAlgn="auto">
              <a:spcBef>
                <a:spcPts val="0"/>
              </a:spcBef>
              <a:spcAft>
                <a:spcPts val="0"/>
              </a:spcAft>
            </a:pPr>
            <a:r>
              <a:rPr lang="en-US" dirty="0" smtClean="0">
                <a:solidFill>
                  <a:prstClr val="black"/>
                </a:solidFill>
                <a:latin typeface="Calibri" panose="020F0502020204030204"/>
              </a:rPr>
              <a:t>www.bestppt.com</a:t>
            </a:r>
            <a:endParaRPr lang="en-US" dirty="0">
              <a:solidFill>
                <a:prstClr val="black"/>
              </a:solidFill>
              <a:latin typeface="Calibri" panose="020F0502020204030204"/>
              <a:cs typeface="+mn-cs"/>
            </a:endParaRPr>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lvl1pPr>
              <a:defRPr>
                <a:cs typeface="Simplified Arabic" panose="02020603050405020304" pitchFamily="18" charset="-78"/>
              </a:defRPr>
            </a:lvl1pPr>
          </a:lstStyle>
          <a:p>
            <a:pPr fontAlgn="auto">
              <a:spcBef>
                <a:spcPts val="0"/>
              </a:spcBef>
              <a:spcAft>
                <a:spcPts val="0"/>
              </a:spcAft>
            </a:pPr>
            <a:fld id="{D60D1EDE-7116-2443-9BDD-368CE5B37660}" type="slidenum">
              <a:rPr lang="en-US" smtClean="0">
                <a:solidFill>
                  <a:prstClr val="black"/>
                </a:solidFill>
                <a:latin typeface="Calibri" panose="020F0502020204030204"/>
              </a:rPr>
              <a:pPr fontAlgn="auto">
                <a:spcBef>
                  <a:spcPts val="0"/>
                </a:spcBef>
                <a:spcAft>
                  <a:spcPts val="0"/>
                </a:spcAft>
              </a:pPr>
              <a:t>‹#›</a:t>
            </a:fld>
            <a:endParaRPr lang="en-US" dirty="0">
              <a:solidFill>
                <a:prstClr val="black"/>
              </a:solidFill>
              <a:latin typeface="Calibri" panose="020F0502020204030204"/>
              <a:cs typeface="+mn-cs"/>
            </a:endParaRPr>
          </a:p>
        </p:txBody>
      </p:sp>
    </p:spTree>
    <p:extLst>
      <p:ext uri="{BB962C8B-B14F-4D97-AF65-F5344CB8AC3E}">
        <p14:creationId xmlns:p14="http://schemas.microsoft.com/office/powerpoint/2010/main" val="344856991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4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257510678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172777204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smtClean="0"/>
              <a:t>Click to edit Master title style</a:t>
            </a:r>
            <a:endParaRPr lang="en-US" dirty="0"/>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252647037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838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6172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6" name="Footer Placeholder 5"/>
          <p:cNvSpPr>
            <a:spLocks noGrp="1"/>
          </p:cNvSpPr>
          <p:nvPr>
            <p:ph type="ftr" sz="quarter" idx="11"/>
          </p:nvPr>
        </p:nvSpPr>
        <p:spPr/>
        <p:txBody>
          <a:bodyPr/>
          <a:lstStyle/>
          <a:p>
            <a:endParaRPr lang="id-ID">
              <a:solidFill>
                <a:prstClr val="black">
                  <a:tint val="75000"/>
                </a:prstClr>
              </a:solidFill>
            </a:endParaRPr>
          </a:p>
        </p:txBody>
      </p:sp>
      <p:sp>
        <p:nvSpPr>
          <p:cNvPr id="7" name="Slide Number Placeholder 6"/>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252284806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8" name="Footer Placeholder 7"/>
          <p:cNvSpPr>
            <a:spLocks noGrp="1"/>
          </p:cNvSpPr>
          <p:nvPr>
            <p:ph type="ftr" sz="quarter" idx="11"/>
          </p:nvPr>
        </p:nvSpPr>
        <p:spPr/>
        <p:txBody>
          <a:bodyPr/>
          <a:lstStyle/>
          <a:p>
            <a:endParaRPr lang="id-ID">
              <a:solidFill>
                <a:prstClr val="black">
                  <a:tint val="75000"/>
                </a:prstClr>
              </a:solidFill>
            </a:endParaRPr>
          </a:p>
        </p:txBody>
      </p:sp>
      <p:sp>
        <p:nvSpPr>
          <p:cNvPr id="9" name="Slide Number Placeholder 8"/>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372199394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Date Placeholder 2"/>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4" name="Footer Placeholder 3"/>
          <p:cNvSpPr>
            <a:spLocks noGrp="1"/>
          </p:cNvSpPr>
          <p:nvPr>
            <p:ph type="ftr" sz="quarter" idx="11"/>
          </p:nvPr>
        </p:nvSpPr>
        <p:spPr/>
        <p:txBody>
          <a:bodyPr/>
          <a:lstStyle/>
          <a:p>
            <a:endParaRPr lang="id-ID">
              <a:solidFill>
                <a:prstClr val="black">
                  <a:tint val="75000"/>
                </a:prstClr>
              </a:solidFill>
            </a:endParaRPr>
          </a:p>
        </p:txBody>
      </p:sp>
      <p:sp>
        <p:nvSpPr>
          <p:cNvPr id="5" name="Slide Number Placeholder 4"/>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36772465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3" name="Footer Placeholder 2"/>
          <p:cNvSpPr>
            <a:spLocks noGrp="1"/>
          </p:cNvSpPr>
          <p:nvPr>
            <p:ph type="ftr" sz="quarter" idx="11"/>
          </p:nvPr>
        </p:nvSpPr>
        <p:spPr/>
        <p:txBody>
          <a:bodyPr/>
          <a:lstStyle/>
          <a:p>
            <a:endParaRPr lang="id-ID">
              <a:solidFill>
                <a:prstClr val="black">
                  <a:tint val="75000"/>
                </a:prstClr>
              </a:solidFill>
            </a:endParaRPr>
          </a:p>
        </p:txBody>
      </p:sp>
      <p:sp>
        <p:nvSpPr>
          <p:cNvPr id="4" name="Slide Number Placeholder 3"/>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23001129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6" name="Footer Placeholder 5"/>
          <p:cNvSpPr>
            <a:spLocks noGrp="1"/>
          </p:cNvSpPr>
          <p:nvPr>
            <p:ph type="ftr" sz="quarter" idx="11"/>
          </p:nvPr>
        </p:nvSpPr>
        <p:spPr/>
        <p:txBody>
          <a:bodyPr/>
          <a:lstStyle/>
          <a:p>
            <a:endParaRPr lang="id-ID">
              <a:solidFill>
                <a:prstClr val="black">
                  <a:tint val="75000"/>
                </a:prstClr>
              </a:solidFill>
            </a:endParaRPr>
          </a:p>
        </p:txBody>
      </p:sp>
      <p:sp>
        <p:nvSpPr>
          <p:cNvPr id="7" name="Slide Number Placeholder 6"/>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305594068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5183188" y="987425"/>
            <a:ext cx="617220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6" name="Footer Placeholder 5"/>
          <p:cNvSpPr>
            <a:spLocks noGrp="1"/>
          </p:cNvSpPr>
          <p:nvPr>
            <p:ph type="ftr" sz="quarter" idx="11"/>
          </p:nvPr>
        </p:nvSpPr>
        <p:spPr/>
        <p:txBody>
          <a:bodyPr/>
          <a:lstStyle/>
          <a:p>
            <a:endParaRPr lang="id-ID">
              <a:solidFill>
                <a:prstClr val="black">
                  <a:tint val="75000"/>
                </a:prstClr>
              </a:solidFill>
            </a:endParaRPr>
          </a:p>
        </p:txBody>
      </p:sp>
      <p:sp>
        <p:nvSpPr>
          <p:cNvPr id="7" name="Slide Number Placeholder 6"/>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427458665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382783768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230199526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9.xml><?xml version="1.0" encoding="utf-8"?>
<p:sldLayout xmlns:a="http://schemas.openxmlformats.org/drawingml/2006/main" xmlns:r="http://schemas.openxmlformats.org/officeDocument/2006/relationships" xmlns:p="http://schemas.openxmlformats.org/presentationml/2006/main" userDrawn="1">
  <p:cSld name="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Tree>
    <p:extLst>
      <p:ext uri="{BB962C8B-B14F-4D97-AF65-F5344CB8AC3E}">
        <p14:creationId xmlns:p14="http://schemas.microsoft.com/office/powerpoint/2010/main" val="332436519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60.xml><?xml version="1.0" encoding="utf-8"?>
<p:sldLayout xmlns:a="http://schemas.openxmlformats.org/drawingml/2006/main" xmlns:r="http://schemas.openxmlformats.org/officeDocument/2006/relationships" xmlns:p="http://schemas.openxmlformats.org/presentationml/2006/main" userDrawn="1">
  <p:cSld name="20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F227B78D-1F17-4F11-84C4-073AD791F5A2}"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
        <p:nvSpPr>
          <p:cNvPr id="6" name="Title 1"/>
          <p:cNvSpPr>
            <a:spLocks noGrp="1"/>
          </p:cNvSpPr>
          <p:nvPr>
            <p:ph type="title"/>
          </p:nvPr>
        </p:nvSpPr>
        <p:spPr>
          <a:xfrm>
            <a:off x="838200" y="346366"/>
            <a:ext cx="10515600" cy="828098"/>
          </a:xfrm>
        </p:spPr>
        <p:txBody>
          <a:bodyPr/>
          <a:lstStyle>
            <a:lvl1pPr algn="ctr">
              <a:defRPr b="1">
                <a:solidFill>
                  <a:schemeClr val="tx1">
                    <a:lumMod val="75000"/>
                    <a:lumOff val="25000"/>
                  </a:schemeClr>
                </a:solidFill>
              </a:defRPr>
            </a:lvl1pPr>
          </a:lstStyle>
          <a:p>
            <a:r>
              <a:rPr lang="en-US" dirty="0" smtClean="0"/>
              <a:t>Click to edit Master title style</a:t>
            </a:r>
            <a:endParaRPr lang="en-AU" dirty="0"/>
          </a:p>
        </p:txBody>
      </p:sp>
      <p:sp>
        <p:nvSpPr>
          <p:cNvPr id="7" name="Content Placeholder 2"/>
          <p:cNvSpPr>
            <a:spLocks noGrp="1"/>
          </p:cNvSpPr>
          <p:nvPr>
            <p:ph idx="1"/>
          </p:nvPr>
        </p:nvSpPr>
        <p:spPr>
          <a:xfrm>
            <a:off x="838200" y="1229884"/>
            <a:ext cx="10515600" cy="294121"/>
          </a:xfrm>
        </p:spPr>
        <p:txBody>
          <a:bodyPr/>
          <a:lstStyle>
            <a:lvl1pPr algn="ctr">
              <a:defRPr/>
            </a:lvl1pPr>
          </a:lstStyle>
          <a:p>
            <a:pPr lvl="0"/>
            <a:r>
              <a:rPr lang="en-US" dirty="0" smtClean="0"/>
              <a:t>Click to edit Master text styles</a:t>
            </a:r>
          </a:p>
        </p:txBody>
      </p:sp>
    </p:spTree>
    <p:extLst>
      <p:ext uri="{BB962C8B-B14F-4D97-AF65-F5344CB8AC3E}">
        <p14:creationId xmlns:p14="http://schemas.microsoft.com/office/powerpoint/2010/main" val="49048843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7">
                                            <p:txEl>
                                              <p:pRg st="0" end="0"/>
                                            </p:txEl>
                                          </p:spTgt>
                                        </p:tgtEl>
                                        <p:attrNameLst>
                                          <p:attrName>style.visibility</p:attrName>
                                        </p:attrNameLst>
                                      </p:cBhvr>
                                      <p:to>
                                        <p:strVal val="visible"/>
                                      </p:to>
                                    </p:set>
                                    <p:animEffect transition="in" filter="fade">
                                      <p:cBhvr>
                                        <p:cTn id="11" dur="500"/>
                                        <p:tgtEl>
                                          <p:spTgt spid="7">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build="p">
        <p:tmplLst>
          <p:tmpl lvl="1">
            <p:tnLst>
              <p:par>
                <p:cTn presetID="10" presetClass="entr" presetSubtype="0" fill="hold" nodeType="afterEffect">
                  <p:stCondLst>
                    <p:cond delay="0"/>
                  </p:st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Lst>
  </p:timing>
</p:sldLayout>
</file>

<file path=ppt/slideLayouts/slideLayout6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smtClean="0"/>
              <a:t>Click to edit Master title style</a:t>
            </a:r>
            <a:endParaRPr lang="en-US"/>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189" indent="0" algn="ctr">
              <a:buNone/>
              <a:defRPr sz="2000"/>
            </a:lvl2pPr>
            <a:lvl3pPr marL="914377" indent="0" algn="ctr">
              <a:buNone/>
              <a:defRPr sz="1800"/>
            </a:lvl3pPr>
            <a:lvl4pPr marL="1371566" indent="0" algn="ctr">
              <a:buNone/>
              <a:defRPr sz="1600"/>
            </a:lvl4pPr>
            <a:lvl5pPr marL="1828754" indent="0" algn="ctr">
              <a:buNone/>
              <a:defRPr sz="1600"/>
            </a:lvl5pPr>
            <a:lvl6pPr marL="2285943" indent="0" algn="ctr">
              <a:buNone/>
              <a:defRPr sz="1600"/>
            </a:lvl6pPr>
            <a:lvl7pPr marL="2743131" indent="0" algn="ctr">
              <a:buNone/>
              <a:defRPr sz="1600"/>
            </a:lvl7pPr>
            <a:lvl8pPr marL="3200320" indent="0" algn="ctr">
              <a:buNone/>
              <a:defRPr sz="1600"/>
            </a:lvl8pPr>
            <a:lvl9pPr marL="3657509" indent="0" algn="ctr">
              <a:buNone/>
              <a:defRPr sz="1600"/>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fld id="{54C89A50-0280-4DDA-8480-DC2C9D23C65F}" type="datetimeFigureOut">
              <a:rPr lang="en-US" smtClean="0">
                <a:solidFill>
                  <a:srgbClr val="7E7E7E">
                    <a:tint val="75000"/>
                  </a:srgbClr>
                </a:solidFill>
              </a:rPr>
              <a:pPr/>
              <a:t>9/2/16</a:t>
            </a:fld>
            <a:endParaRPr lang="en-US">
              <a:solidFill>
                <a:srgbClr val="7E7E7E">
                  <a:tint val="75000"/>
                </a:srgbClr>
              </a:solidFill>
            </a:endParaRPr>
          </a:p>
        </p:txBody>
      </p:sp>
      <p:sp>
        <p:nvSpPr>
          <p:cNvPr id="5" name="Footer Placeholder 4"/>
          <p:cNvSpPr>
            <a:spLocks noGrp="1"/>
          </p:cNvSpPr>
          <p:nvPr>
            <p:ph type="ftr" sz="quarter" idx="11"/>
          </p:nvPr>
        </p:nvSpPr>
        <p:spPr/>
        <p:txBody>
          <a:bodyPr/>
          <a:lstStyle/>
          <a:p>
            <a:endParaRPr lang="en-US">
              <a:solidFill>
                <a:srgbClr val="7E7E7E">
                  <a:tint val="75000"/>
                </a:srgbClr>
              </a:solidFill>
            </a:endParaRPr>
          </a:p>
        </p:txBody>
      </p:sp>
      <p:sp>
        <p:nvSpPr>
          <p:cNvPr id="6" name="Slide Number Placeholder 5"/>
          <p:cNvSpPr>
            <a:spLocks noGrp="1"/>
          </p:cNvSpPr>
          <p:nvPr>
            <p:ph type="sldNum" sz="quarter" idx="12"/>
          </p:nvPr>
        </p:nvSpPr>
        <p:spPr/>
        <p:txBody>
          <a:bodyPr/>
          <a:lstStyle/>
          <a:p>
            <a:fld id="{DD85D8E7-6C0F-45E4-852D-49106AB4C5D7}" type="slidenum">
              <a:rPr lang="en-US" smtClean="0">
                <a:solidFill>
                  <a:srgbClr val="7E7E7E">
                    <a:tint val="75000"/>
                  </a:srgbClr>
                </a:solidFill>
              </a:rPr>
              <a:pPr/>
              <a:t>‹#›</a:t>
            </a:fld>
            <a:endParaRPr lang="en-US">
              <a:solidFill>
                <a:srgbClr val="7E7E7E">
                  <a:tint val="75000"/>
                </a:srgbClr>
              </a:solidFill>
            </a:endParaRPr>
          </a:p>
        </p:txBody>
      </p:sp>
    </p:spTree>
    <p:extLst>
      <p:ext uri="{BB962C8B-B14F-4D97-AF65-F5344CB8AC3E}">
        <p14:creationId xmlns:p14="http://schemas.microsoft.com/office/powerpoint/2010/main" val="116794940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6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54C89A50-0280-4DDA-8480-DC2C9D23C65F}" type="datetimeFigureOut">
              <a:rPr lang="en-US" smtClean="0">
                <a:solidFill>
                  <a:srgbClr val="7E7E7E">
                    <a:tint val="75000"/>
                  </a:srgbClr>
                </a:solidFill>
              </a:rPr>
              <a:pPr/>
              <a:t>9/2/16</a:t>
            </a:fld>
            <a:endParaRPr lang="en-US">
              <a:solidFill>
                <a:srgbClr val="7E7E7E">
                  <a:tint val="75000"/>
                </a:srgbClr>
              </a:solidFill>
            </a:endParaRPr>
          </a:p>
        </p:txBody>
      </p:sp>
      <p:sp>
        <p:nvSpPr>
          <p:cNvPr id="5" name="Footer Placeholder 4"/>
          <p:cNvSpPr>
            <a:spLocks noGrp="1"/>
          </p:cNvSpPr>
          <p:nvPr>
            <p:ph type="ftr" sz="quarter" idx="11"/>
          </p:nvPr>
        </p:nvSpPr>
        <p:spPr/>
        <p:txBody>
          <a:bodyPr/>
          <a:lstStyle/>
          <a:p>
            <a:endParaRPr lang="en-US">
              <a:solidFill>
                <a:srgbClr val="7E7E7E">
                  <a:tint val="75000"/>
                </a:srgbClr>
              </a:solidFill>
            </a:endParaRPr>
          </a:p>
        </p:txBody>
      </p:sp>
      <p:sp>
        <p:nvSpPr>
          <p:cNvPr id="6" name="Slide Number Placeholder 5"/>
          <p:cNvSpPr>
            <a:spLocks noGrp="1"/>
          </p:cNvSpPr>
          <p:nvPr>
            <p:ph type="sldNum" sz="quarter" idx="12"/>
          </p:nvPr>
        </p:nvSpPr>
        <p:spPr/>
        <p:txBody>
          <a:bodyPr/>
          <a:lstStyle/>
          <a:p>
            <a:fld id="{DD85D8E7-6C0F-45E4-852D-49106AB4C5D7}" type="slidenum">
              <a:rPr lang="en-US" smtClean="0">
                <a:solidFill>
                  <a:srgbClr val="7E7E7E">
                    <a:tint val="75000"/>
                  </a:srgbClr>
                </a:solidFill>
              </a:rPr>
              <a:pPr/>
              <a:t>‹#›</a:t>
            </a:fld>
            <a:endParaRPr lang="en-US">
              <a:solidFill>
                <a:srgbClr val="7E7E7E">
                  <a:tint val="75000"/>
                </a:srgbClr>
              </a:solidFill>
            </a:endParaRPr>
          </a:p>
        </p:txBody>
      </p:sp>
    </p:spTree>
    <p:extLst>
      <p:ext uri="{BB962C8B-B14F-4D97-AF65-F5344CB8AC3E}">
        <p14:creationId xmlns:p14="http://schemas.microsoft.com/office/powerpoint/2010/main" val="182567144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6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1" y="1709740"/>
            <a:ext cx="10515600" cy="2852737"/>
          </a:xfrm>
        </p:spPr>
        <p:txBody>
          <a:bodyPr anchor="b"/>
          <a:lstStyle>
            <a:lvl1pPr>
              <a:defRPr sz="6000"/>
            </a:lvl1pPr>
          </a:lstStyle>
          <a:p>
            <a:r>
              <a:rPr lang="en-US" smtClean="0"/>
              <a:t>Click to edit Master title style</a:t>
            </a:r>
            <a:endParaRPr lang="en-US"/>
          </a:p>
        </p:txBody>
      </p:sp>
      <p:sp>
        <p:nvSpPr>
          <p:cNvPr id="3" name="Text Placeholder 2"/>
          <p:cNvSpPr>
            <a:spLocks noGrp="1"/>
          </p:cNvSpPr>
          <p:nvPr>
            <p:ph type="body" idx="1"/>
          </p:nvPr>
        </p:nvSpPr>
        <p:spPr>
          <a:xfrm>
            <a:off x="831851" y="4589465"/>
            <a:ext cx="10515600" cy="1500187"/>
          </a:xfrm>
        </p:spPr>
        <p:txBody>
          <a:bodyPr/>
          <a:lstStyle>
            <a:lvl1pPr marL="0" indent="0">
              <a:buNone/>
              <a:defRPr sz="2400">
                <a:solidFill>
                  <a:schemeClr val="tx1">
                    <a:tint val="75000"/>
                  </a:schemeClr>
                </a:solidFill>
              </a:defRPr>
            </a:lvl1pPr>
            <a:lvl2pPr marL="457189" indent="0">
              <a:buNone/>
              <a:defRPr sz="2000">
                <a:solidFill>
                  <a:schemeClr val="tx1">
                    <a:tint val="75000"/>
                  </a:schemeClr>
                </a:solidFill>
              </a:defRPr>
            </a:lvl2pPr>
            <a:lvl3pPr marL="914377" indent="0">
              <a:buNone/>
              <a:defRPr sz="1800">
                <a:solidFill>
                  <a:schemeClr val="tx1">
                    <a:tint val="75000"/>
                  </a:schemeClr>
                </a:solidFill>
              </a:defRPr>
            </a:lvl3pPr>
            <a:lvl4pPr marL="1371566" indent="0">
              <a:buNone/>
              <a:defRPr sz="1600">
                <a:solidFill>
                  <a:schemeClr val="tx1">
                    <a:tint val="75000"/>
                  </a:schemeClr>
                </a:solidFill>
              </a:defRPr>
            </a:lvl4pPr>
            <a:lvl5pPr marL="1828754" indent="0">
              <a:buNone/>
              <a:defRPr sz="1600">
                <a:solidFill>
                  <a:schemeClr val="tx1">
                    <a:tint val="75000"/>
                  </a:schemeClr>
                </a:solidFill>
              </a:defRPr>
            </a:lvl5pPr>
            <a:lvl6pPr marL="2285943" indent="0">
              <a:buNone/>
              <a:defRPr sz="1600">
                <a:solidFill>
                  <a:schemeClr val="tx1">
                    <a:tint val="75000"/>
                  </a:schemeClr>
                </a:solidFill>
              </a:defRPr>
            </a:lvl6pPr>
            <a:lvl7pPr marL="2743131" indent="0">
              <a:buNone/>
              <a:defRPr sz="1600">
                <a:solidFill>
                  <a:schemeClr val="tx1">
                    <a:tint val="75000"/>
                  </a:schemeClr>
                </a:solidFill>
              </a:defRPr>
            </a:lvl7pPr>
            <a:lvl8pPr marL="3200320" indent="0">
              <a:buNone/>
              <a:defRPr sz="1600">
                <a:solidFill>
                  <a:schemeClr val="tx1">
                    <a:tint val="75000"/>
                  </a:schemeClr>
                </a:solidFill>
              </a:defRPr>
            </a:lvl8pPr>
            <a:lvl9pPr marL="3657509"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54C89A50-0280-4DDA-8480-DC2C9D23C65F}" type="datetimeFigureOut">
              <a:rPr lang="en-US" smtClean="0">
                <a:solidFill>
                  <a:srgbClr val="7E7E7E">
                    <a:tint val="75000"/>
                  </a:srgbClr>
                </a:solidFill>
              </a:rPr>
              <a:pPr/>
              <a:t>9/2/16</a:t>
            </a:fld>
            <a:endParaRPr lang="en-US">
              <a:solidFill>
                <a:srgbClr val="7E7E7E">
                  <a:tint val="75000"/>
                </a:srgbClr>
              </a:solidFill>
            </a:endParaRPr>
          </a:p>
        </p:txBody>
      </p:sp>
      <p:sp>
        <p:nvSpPr>
          <p:cNvPr id="5" name="Footer Placeholder 4"/>
          <p:cNvSpPr>
            <a:spLocks noGrp="1"/>
          </p:cNvSpPr>
          <p:nvPr>
            <p:ph type="ftr" sz="quarter" idx="11"/>
          </p:nvPr>
        </p:nvSpPr>
        <p:spPr/>
        <p:txBody>
          <a:bodyPr/>
          <a:lstStyle/>
          <a:p>
            <a:endParaRPr lang="en-US">
              <a:solidFill>
                <a:srgbClr val="7E7E7E">
                  <a:tint val="75000"/>
                </a:srgbClr>
              </a:solidFill>
            </a:endParaRPr>
          </a:p>
        </p:txBody>
      </p:sp>
      <p:sp>
        <p:nvSpPr>
          <p:cNvPr id="6" name="Slide Number Placeholder 5"/>
          <p:cNvSpPr>
            <a:spLocks noGrp="1"/>
          </p:cNvSpPr>
          <p:nvPr>
            <p:ph type="sldNum" sz="quarter" idx="12"/>
          </p:nvPr>
        </p:nvSpPr>
        <p:spPr/>
        <p:txBody>
          <a:bodyPr/>
          <a:lstStyle/>
          <a:p>
            <a:fld id="{DD85D8E7-6C0F-45E4-852D-49106AB4C5D7}" type="slidenum">
              <a:rPr lang="en-US" smtClean="0">
                <a:solidFill>
                  <a:srgbClr val="7E7E7E">
                    <a:tint val="75000"/>
                  </a:srgbClr>
                </a:solidFill>
              </a:rPr>
              <a:pPr/>
              <a:t>‹#›</a:t>
            </a:fld>
            <a:endParaRPr lang="en-US">
              <a:solidFill>
                <a:srgbClr val="7E7E7E">
                  <a:tint val="75000"/>
                </a:srgbClr>
              </a:solidFill>
            </a:endParaRPr>
          </a:p>
        </p:txBody>
      </p:sp>
    </p:spTree>
    <p:extLst>
      <p:ext uri="{BB962C8B-B14F-4D97-AF65-F5344CB8AC3E}">
        <p14:creationId xmlns:p14="http://schemas.microsoft.com/office/powerpoint/2010/main" val="373777272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6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838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6172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fld id="{54C89A50-0280-4DDA-8480-DC2C9D23C65F}" type="datetimeFigureOut">
              <a:rPr lang="en-US" smtClean="0">
                <a:solidFill>
                  <a:srgbClr val="7E7E7E">
                    <a:tint val="75000"/>
                  </a:srgbClr>
                </a:solidFill>
              </a:rPr>
              <a:pPr/>
              <a:t>9/2/16</a:t>
            </a:fld>
            <a:endParaRPr lang="en-US">
              <a:solidFill>
                <a:srgbClr val="7E7E7E">
                  <a:tint val="75000"/>
                </a:srgbClr>
              </a:solidFill>
            </a:endParaRPr>
          </a:p>
        </p:txBody>
      </p:sp>
      <p:sp>
        <p:nvSpPr>
          <p:cNvPr id="6" name="Footer Placeholder 5"/>
          <p:cNvSpPr>
            <a:spLocks noGrp="1"/>
          </p:cNvSpPr>
          <p:nvPr>
            <p:ph type="ftr" sz="quarter" idx="11"/>
          </p:nvPr>
        </p:nvSpPr>
        <p:spPr/>
        <p:txBody>
          <a:bodyPr/>
          <a:lstStyle/>
          <a:p>
            <a:endParaRPr lang="en-US">
              <a:solidFill>
                <a:srgbClr val="7E7E7E">
                  <a:tint val="75000"/>
                </a:srgbClr>
              </a:solidFill>
            </a:endParaRPr>
          </a:p>
        </p:txBody>
      </p:sp>
      <p:sp>
        <p:nvSpPr>
          <p:cNvPr id="7" name="Slide Number Placeholder 6"/>
          <p:cNvSpPr>
            <a:spLocks noGrp="1"/>
          </p:cNvSpPr>
          <p:nvPr>
            <p:ph type="sldNum" sz="quarter" idx="12"/>
          </p:nvPr>
        </p:nvSpPr>
        <p:spPr/>
        <p:txBody>
          <a:bodyPr/>
          <a:lstStyle/>
          <a:p>
            <a:fld id="{DD85D8E7-6C0F-45E4-852D-49106AB4C5D7}" type="slidenum">
              <a:rPr lang="en-US" smtClean="0">
                <a:solidFill>
                  <a:srgbClr val="7E7E7E">
                    <a:tint val="75000"/>
                  </a:srgbClr>
                </a:solidFill>
              </a:rPr>
              <a:pPr/>
              <a:t>‹#›</a:t>
            </a:fld>
            <a:endParaRPr lang="en-US">
              <a:solidFill>
                <a:srgbClr val="7E7E7E">
                  <a:tint val="75000"/>
                </a:srgbClr>
              </a:solidFill>
            </a:endParaRPr>
          </a:p>
        </p:txBody>
      </p:sp>
    </p:spTree>
    <p:extLst>
      <p:ext uri="{BB962C8B-B14F-4D97-AF65-F5344CB8AC3E}">
        <p14:creationId xmlns:p14="http://schemas.microsoft.com/office/powerpoint/2010/main" val="311844745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6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7"/>
            <a:ext cx="10515600" cy="1325563"/>
          </a:xfrm>
        </p:spPr>
        <p:txBody>
          <a:bodyPr/>
          <a:lstStyle/>
          <a:p>
            <a:r>
              <a:rPr lang="en-US" smtClean="0"/>
              <a:t>Click to edit Master title style</a:t>
            </a:r>
            <a:endParaRPr lang="en-US"/>
          </a:p>
        </p:txBody>
      </p:sp>
      <p:sp>
        <p:nvSpPr>
          <p:cNvPr id="3" name="Text Placeholder 2"/>
          <p:cNvSpPr>
            <a:spLocks noGrp="1"/>
          </p:cNvSpPr>
          <p:nvPr>
            <p:ph type="body" idx="1"/>
          </p:nvPr>
        </p:nvSpPr>
        <p:spPr>
          <a:xfrm>
            <a:off x="839789" y="1681163"/>
            <a:ext cx="5157787" cy="823912"/>
          </a:xfrm>
        </p:spPr>
        <p:txBody>
          <a:bodyPr anchor="b"/>
          <a:lstStyle>
            <a:lvl1pPr marL="0" indent="0">
              <a:buNone/>
              <a:defRPr sz="2400" b="1"/>
            </a:lvl1pPr>
            <a:lvl2pPr marL="457189" indent="0">
              <a:buNone/>
              <a:defRPr sz="2000" b="1"/>
            </a:lvl2pPr>
            <a:lvl3pPr marL="914377" indent="0">
              <a:buNone/>
              <a:defRPr sz="1800" b="1"/>
            </a:lvl3pPr>
            <a:lvl4pPr marL="1371566" indent="0">
              <a:buNone/>
              <a:defRPr sz="1600" b="1"/>
            </a:lvl4pPr>
            <a:lvl5pPr marL="1828754" indent="0">
              <a:buNone/>
              <a:defRPr sz="1600" b="1"/>
            </a:lvl5pPr>
            <a:lvl6pPr marL="2285943" indent="0">
              <a:buNone/>
              <a:defRPr sz="1600" b="1"/>
            </a:lvl6pPr>
            <a:lvl7pPr marL="2743131" indent="0">
              <a:buNone/>
              <a:defRPr sz="1600" b="1"/>
            </a:lvl7pPr>
            <a:lvl8pPr marL="3200320" indent="0">
              <a:buNone/>
              <a:defRPr sz="1600" b="1"/>
            </a:lvl8pPr>
            <a:lvl9pPr marL="3657509"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839789" y="2505075"/>
            <a:ext cx="5157787"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6172201" y="1681163"/>
            <a:ext cx="5183188" cy="823912"/>
          </a:xfrm>
        </p:spPr>
        <p:txBody>
          <a:bodyPr anchor="b"/>
          <a:lstStyle>
            <a:lvl1pPr marL="0" indent="0">
              <a:buNone/>
              <a:defRPr sz="2400" b="1"/>
            </a:lvl1pPr>
            <a:lvl2pPr marL="457189" indent="0">
              <a:buNone/>
              <a:defRPr sz="2000" b="1"/>
            </a:lvl2pPr>
            <a:lvl3pPr marL="914377" indent="0">
              <a:buNone/>
              <a:defRPr sz="1800" b="1"/>
            </a:lvl3pPr>
            <a:lvl4pPr marL="1371566" indent="0">
              <a:buNone/>
              <a:defRPr sz="1600" b="1"/>
            </a:lvl4pPr>
            <a:lvl5pPr marL="1828754" indent="0">
              <a:buNone/>
              <a:defRPr sz="1600" b="1"/>
            </a:lvl5pPr>
            <a:lvl6pPr marL="2285943" indent="0">
              <a:buNone/>
              <a:defRPr sz="1600" b="1"/>
            </a:lvl6pPr>
            <a:lvl7pPr marL="2743131" indent="0">
              <a:buNone/>
              <a:defRPr sz="1600" b="1"/>
            </a:lvl7pPr>
            <a:lvl8pPr marL="3200320" indent="0">
              <a:buNone/>
              <a:defRPr sz="1600" b="1"/>
            </a:lvl8pPr>
            <a:lvl9pPr marL="3657509"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6172201" y="2505075"/>
            <a:ext cx="5183188"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fld id="{54C89A50-0280-4DDA-8480-DC2C9D23C65F}" type="datetimeFigureOut">
              <a:rPr lang="en-US" smtClean="0">
                <a:solidFill>
                  <a:srgbClr val="7E7E7E">
                    <a:tint val="75000"/>
                  </a:srgbClr>
                </a:solidFill>
              </a:rPr>
              <a:pPr/>
              <a:t>9/2/16</a:t>
            </a:fld>
            <a:endParaRPr lang="en-US">
              <a:solidFill>
                <a:srgbClr val="7E7E7E">
                  <a:tint val="75000"/>
                </a:srgbClr>
              </a:solidFill>
            </a:endParaRPr>
          </a:p>
        </p:txBody>
      </p:sp>
      <p:sp>
        <p:nvSpPr>
          <p:cNvPr id="8" name="Footer Placeholder 7"/>
          <p:cNvSpPr>
            <a:spLocks noGrp="1"/>
          </p:cNvSpPr>
          <p:nvPr>
            <p:ph type="ftr" sz="quarter" idx="11"/>
          </p:nvPr>
        </p:nvSpPr>
        <p:spPr/>
        <p:txBody>
          <a:bodyPr/>
          <a:lstStyle/>
          <a:p>
            <a:endParaRPr lang="en-US">
              <a:solidFill>
                <a:srgbClr val="7E7E7E">
                  <a:tint val="75000"/>
                </a:srgbClr>
              </a:solidFill>
            </a:endParaRPr>
          </a:p>
        </p:txBody>
      </p:sp>
      <p:sp>
        <p:nvSpPr>
          <p:cNvPr id="9" name="Slide Number Placeholder 8"/>
          <p:cNvSpPr>
            <a:spLocks noGrp="1"/>
          </p:cNvSpPr>
          <p:nvPr>
            <p:ph type="sldNum" sz="quarter" idx="12"/>
          </p:nvPr>
        </p:nvSpPr>
        <p:spPr/>
        <p:txBody>
          <a:bodyPr/>
          <a:lstStyle/>
          <a:p>
            <a:fld id="{DD85D8E7-6C0F-45E4-852D-49106AB4C5D7}" type="slidenum">
              <a:rPr lang="en-US" smtClean="0">
                <a:solidFill>
                  <a:srgbClr val="7E7E7E">
                    <a:tint val="75000"/>
                  </a:srgbClr>
                </a:solidFill>
              </a:rPr>
              <a:pPr/>
              <a:t>‹#›</a:t>
            </a:fld>
            <a:endParaRPr lang="en-US">
              <a:solidFill>
                <a:srgbClr val="7E7E7E">
                  <a:tint val="75000"/>
                </a:srgbClr>
              </a:solidFill>
            </a:endParaRPr>
          </a:p>
        </p:txBody>
      </p:sp>
    </p:spTree>
    <p:extLst>
      <p:ext uri="{BB962C8B-B14F-4D97-AF65-F5344CB8AC3E}">
        <p14:creationId xmlns:p14="http://schemas.microsoft.com/office/powerpoint/2010/main" val="116844326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6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54C89A50-0280-4DDA-8480-DC2C9D23C65F}" type="datetimeFigureOut">
              <a:rPr lang="en-US" smtClean="0">
                <a:solidFill>
                  <a:srgbClr val="7E7E7E">
                    <a:tint val="75000"/>
                  </a:srgbClr>
                </a:solidFill>
              </a:rPr>
              <a:pPr/>
              <a:t>9/2/16</a:t>
            </a:fld>
            <a:endParaRPr lang="en-US">
              <a:solidFill>
                <a:srgbClr val="7E7E7E">
                  <a:tint val="75000"/>
                </a:srgbClr>
              </a:solidFill>
            </a:endParaRPr>
          </a:p>
        </p:txBody>
      </p:sp>
      <p:sp>
        <p:nvSpPr>
          <p:cNvPr id="4" name="Footer Placeholder 3"/>
          <p:cNvSpPr>
            <a:spLocks noGrp="1"/>
          </p:cNvSpPr>
          <p:nvPr>
            <p:ph type="ftr" sz="quarter" idx="11"/>
          </p:nvPr>
        </p:nvSpPr>
        <p:spPr/>
        <p:txBody>
          <a:bodyPr/>
          <a:lstStyle/>
          <a:p>
            <a:endParaRPr lang="en-US">
              <a:solidFill>
                <a:srgbClr val="7E7E7E">
                  <a:tint val="75000"/>
                </a:srgbClr>
              </a:solidFill>
            </a:endParaRPr>
          </a:p>
        </p:txBody>
      </p:sp>
      <p:sp>
        <p:nvSpPr>
          <p:cNvPr id="5" name="Slide Number Placeholder 4"/>
          <p:cNvSpPr>
            <a:spLocks noGrp="1"/>
          </p:cNvSpPr>
          <p:nvPr>
            <p:ph type="sldNum" sz="quarter" idx="12"/>
          </p:nvPr>
        </p:nvSpPr>
        <p:spPr/>
        <p:txBody>
          <a:bodyPr/>
          <a:lstStyle/>
          <a:p>
            <a:fld id="{DD85D8E7-6C0F-45E4-852D-49106AB4C5D7}" type="slidenum">
              <a:rPr lang="en-US" smtClean="0">
                <a:solidFill>
                  <a:srgbClr val="7E7E7E">
                    <a:tint val="75000"/>
                  </a:srgbClr>
                </a:solidFill>
              </a:rPr>
              <a:pPr/>
              <a:t>‹#›</a:t>
            </a:fld>
            <a:endParaRPr lang="en-US">
              <a:solidFill>
                <a:srgbClr val="7E7E7E">
                  <a:tint val="75000"/>
                </a:srgbClr>
              </a:solidFill>
            </a:endParaRPr>
          </a:p>
        </p:txBody>
      </p:sp>
    </p:spTree>
    <p:extLst>
      <p:ext uri="{BB962C8B-B14F-4D97-AF65-F5344CB8AC3E}">
        <p14:creationId xmlns:p14="http://schemas.microsoft.com/office/powerpoint/2010/main" val="17980612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6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54C89A50-0280-4DDA-8480-DC2C9D23C65F}" type="datetimeFigureOut">
              <a:rPr lang="en-US" smtClean="0">
                <a:solidFill>
                  <a:srgbClr val="7E7E7E">
                    <a:tint val="75000"/>
                  </a:srgbClr>
                </a:solidFill>
              </a:rPr>
              <a:pPr/>
              <a:t>9/2/16</a:t>
            </a:fld>
            <a:endParaRPr lang="en-US">
              <a:solidFill>
                <a:srgbClr val="7E7E7E">
                  <a:tint val="75000"/>
                </a:srgbClr>
              </a:solidFill>
            </a:endParaRPr>
          </a:p>
        </p:txBody>
      </p:sp>
      <p:sp>
        <p:nvSpPr>
          <p:cNvPr id="3" name="Footer Placeholder 2"/>
          <p:cNvSpPr>
            <a:spLocks noGrp="1"/>
          </p:cNvSpPr>
          <p:nvPr>
            <p:ph type="ftr" sz="quarter" idx="11"/>
          </p:nvPr>
        </p:nvSpPr>
        <p:spPr/>
        <p:txBody>
          <a:bodyPr/>
          <a:lstStyle/>
          <a:p>
            <a:endParaRPr lang="en-US">
              <a:solidFill>
                <a:srgbClr val="7E7E7E">
                  <a:tint val="75000"/>
                </a:srgbClr>
              </a:solidFill>
            </a:endParaRPr>
          </a:p>
        </p:txBody>
      </p:sp>
      <p:sp>
        <p:nvSpPr>
          <p:cNvPr id="4" name="Slide Number Placeholder 3"/>
          <p:cNvSpPr>
            <a:spLocks noGrp="1"/>
          </p:cNvSpPr>
          <p:nvPr>
            <p:ph type="sldNum" sz="quarter" idx="12"/>
          </p:nvPr>
        </p:nvSpPr>
        <p:spPr/>
        <p:txBody>
          <a:bodyPr/>
          <a:lstStyle/>
          <a:p>
            <a:fld id="{DD85D8E7-6C0F-45E4-852D-49106AB4C5D7}" type="slidenum">
              <a:rPr lang="en-US" smtClean="0">
                <a:solidFill>
                  <a:srgbClr val="7E7E7E">
                    <a:tint val="75000"/>
                  </a:srgbClr>
                </a:solidFill>
              </a:rPr>
              <a:pPr/>
              <a:t>‹#›</a:t>
            </a:fld>
            <a:endParaRPr lang="en-US">
              <a:solidFill>
                <a:srgbClr val="7E7E7E">
                  <a:tint val="75000"/>
                </a:srgbClr>
              </a:solidFill>
            </a:endParaRPr>
          </a:p>
        </p:txBody>
      </p:sp>
    </p:spTree>
    <p:extLst>
      <p:ext uri="{BB962C8B-B14F-4D97-AF65-F5344CB8AC3E}">
        <p14:creationId xmlns:p14="http://schemas.microsoft.com/office/powerpoint/2010/main" val="231892914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6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a:p>
        </p:txBody>
      </p:sp>
      <p:sp>
        <p:nvSpPr>
          <p:cNvPr id="3" name="Content Placeholder 2"/>
          <p:cNvSpPr>
            <a:spLocks noGrp="1"/>
          </p:cNvSpPr>
          <p:nvPr>
            <p:ph idx="1"/>
          </p:nvPr>
        </p:nvSpPr>
        <p:spPr>
          <a:xfrm>
            <a:off x="5183188" y="987427"/>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189" indent="0">
              <a:buNone/>
              <a:defRPr sz="1400"/>
            </a:lvl2pPr>
            <a:lvl3pPr marL="914377" indent="0">
              <a:buNone/>
              <a:defRPr sz="1200"/>
            </a:lvl3pPr>
            <a:lvl4pPr marL="1371566" indent="0">
              <a:buNone/>
              <a:defRPr sz="1000"/>
            </a:lvl4pPr>
            <a:lvl5pPr marL="1828754" indent="0">
              <a:buNone/>
              <a:defRPr sz="1000"/>
            </a:lvl5pPr>
            <a:lvl6pPr marL="2285943" indent="0">
              <a:buNone/>
              <a:defRPr sz="1000"/>
            </a:lvl6pPr>
            <a:lvl7pPr marL="2743131" indent="0">
              <a:buNone/>
              <a:defRPr sz="1000"/>
            </a:lvl7pPr>
            <a:lvl8pPr marL="3200320" indent="0">
              <a:buNone/>
              <a:defRPr sz="1000"/>
            </a:lvl8pPr>
            <a:lvl9pPr marL="3657509"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54C89A50-0280-4DDA-8480-DC2C9D23C65F}" type="datetimeFigureOut">
              <a:rPr lang="en-US" smtClean="0">
                <a:solidFill>
                  <a:srgbClr val="7E7E7E">
                    <a:tint val="75000"/>
                  </a:srgbClr>
                </a:solidFill>
              </a:rPr>
              <a:pPr/>
              <a:t>9/2/16</a:t>
            </a:fld>
            <a:endParaRPr lang="en-US">
              <a:solidFill>
                <a:srgbClr val="7E7E7E">
                  <a:tint val="75000"/>
                </a:srgbClr>
              </a:solidFill>
            </a:endParaRPr>
          </a:p>
        </p:txBody>
      </p:sp>
      <p:sp>
        <p:nvSpPr>
          <p:cNvPr id="6" name="Footer Placeholder 5"/>
          <p:cNvSpPr>
            <a:spLocks noGrp="1"/>
          </p:cNvSpPr>
          <p:nvPr>
            <p:ph type="ftr" sz="quarter" idx="11"/>
          </p:nvPr>
        </p:nvSpPr>
        <p:spPr/>
        <p:txBody>
          <a:bodyPr/>
          <a:lstStyle/>
          <a:p>
            <a:endParaRPr lang="en-US">
              <a:solidFill>
                <a:srgbClr val="7E7E7E">
                  <a:tint val="75000"/>
                </a:srgbClr>
              </a:solidFill>
            </a:endParaRPr>
          </a:p>
        </p:txBody>
      </p:sp>
      <p:sp>
        <p:nvSpPr>
          <p:cNvPr id="7" name="Slide Number Placeholder 6"/>
          <p:cNvSpPr>
            <a:spLocks noGrp="1"/>
          </p:cNvSpPr>
          <p:nvPr>
            <p:ph type="sldNum" sz="quarter" idx="12"/>
          </p:nvPr>
        </p:nvSpPr>
        <p:spPr/>
        <p:txBody>
          <a:bodyPr/>
          <a:lstStyle/>
          <a:p>
            <a:fld id="{DD85D8E7-6C0F-45E4-852D-49106AB4C5D7}" type="slidenum">
              <a:rPr lang="en-US" smtClean="0">
                <a:solidFill>
                  <a:srgbClr val="7E7E7E">
                    <a:tint val="75000"/>
                  </a:srgbClr>
                </a:solidFill>
              </a:rPr>
              <a:pPr/>
              <a:t>‹#›</a:t>
            </a:fld>
            <a:endParaRPr lang="en-US">
              <a:solidFill>
                <a:srgbClr val="7E7E7E">
                  <a:tint val="75000"/>
                </a:srgbClr>
              </a:solidFill>
            </a:endParaRPr>
          </a:p>
        </p:txBody>
      </p:sp>
    </p:spTree>
    <p:extLst>
      <p:ext uri="{BB962C8B-B14F-4D97-AF65-F5344CB8AC3E}">
        <p14:creationId xmlns:p14="http://schemas.microsoft.com/office/powerpoint/2010/main" val="408665536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6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a:p>
        </p:txBody>
      </p:sp>
      <p:sp>
        <p:nvSpPr>
          <p:cNvPr id="3" name="Picture Placeholder 2"/>
          <p:cNvSpPr>
            <a:spLocks noGrp="1"/>
          </p:cNvSpPr>
          <p:nvPr>
            <p:ph type="pic" idx="1"/>
          </p:nvPr>
        </p:nvSpPr>
        <p:spPr>
          <a:xfrm>
            <a:off x="5183188" y="987427"/>
            <a:ext cx="6172200" cy="4873625"/>
          </a:xfrm>
        </p:spPr>
        <p:txBody>
          <a:bodyPr/>
          <a:lstStyle>
            <a:lvl1pPr marL="0" indent="0">
              <a:buNone/>
              <a:defRPr sz="3200"/>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endParaRPr lang="en-US"/>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189" indent="0">
              <a:buNone/>
              <a:defRPr sz="1400"/>
            </a:lvl2pPr>
            <a:lvl3pPr marL="914377" indent="0">
              <a:buNone/>
              <a:defRPr sz="1200"/>
            </a:lvl3pPr>
            <a:lvl4pPr marL="1371566" indent="0">
              <a:buNone/>
              <a:defRPr sz="1000"/>
            </a:lvl4pPr>
            <a:lvl5pPr marL="1828754" indent="0">
              <a:buNone/>
              <a:defRPr sz="1000"/>
            </a:lvl5pPr>
            <a:lvl6pPr marL="2285943" indent="0">
              <a:buNone/>
              <a:defRPr sz="1000"/>
            </a:lvl6pPr>
            <a:lvl7pPr marL="2743131" indent="0">
              <a:buNone/>
              <a:defRPr sz="1000"/>
            </a:lvl7pPr>
            <a:lvl8pPr marL="3200320" indent="0">
              <a:buNone/>
              <a:defRPr sz="1000"/>
            </a:lvl8pPr>
            <a:lvl9pPr marL="3657509"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54C89A50-0280-4DDA-8480-DC2C9D23C65F}" type="datetimeFigureOut">
              <a:rPr lang="en-US" smtClean="0">
                <a:solidFill>
                  <a:srgbClr val="7E7E7E">
                    <a:tint val="75000"/>
                  </a:srgbClr>
                </a:solidFill>
              </a:rPr>
              <a:pPr/>
              <a:t>9/2/16</a:t>
            </a:fld>
            <a:endParaRPr lang="en-US">
              <a:solidFill>
                <a:srgbClr val="7E7E7E">
                  <a:tint val="75000"/>
                </a:srgbClr>
              </a:solidFill>
            </a:endParaRPr>
          </a:p>
        </p:txBody>
      </p:sp>
      <p:sp>
        <p:nvSpPr>
          <p:cNvPr id="6" name="Footer Placeholder 5"/>
          <p:cNvSpPr>
            <a:spLocks noGrp="1"/>
          </p:cNvSpPr>
          <p:nvPr>
            <p:ph type="ftr" sz="quarter" idx="11"/>
          </p:nvPr>
        </p:nvSpPr>
        <p:spPr/>
        <p:txBody>
          <a:bodyPr/>
          <a:lstStyle/>
          <a:p>
            <a:endParaRPr lang="en-US">
              <a:solidFill>
                <a:srgbClr val="7E7E7E">
                  <a:tint val="75000"/>
                </a:srgbClr>
              </a:solidFill>
            </a:endParaRPr>
          </a:p>
        </p:txBody>
      </p:sp>
      <p:sp>
        <p:nvSpPr>
          <p:cNvPr id="7" name="Slide Number Placeholder 6"/>
          <p:cNvSpPr>
            <a:spLocks noGrp="1"/>
          </p:cNvSpPr>
          <p:nvPr>
            <p:ph type="sldNum" sz="quarter" idx="12"/>
          </p:nvPr>
        </p:nvSpPr>
        <p:spPr/>
        <p:txBody>
          <a:bodyPr/>
          <a:lstStyle/>
          <a:p>
            <a:fld id="{DD85D8E7-6C0F-45E4-852D-49106AB4C5D7}" type="slidenum">
              <a:rPr lang="en-US" smtClean="0">
                <a:solidFill>
                  <a:srgbClr val="7E7E7E">
                    <a:tint val="75000"/>
                  </a:srgbClr>
                </a:solidFill>
              </a:rPr>
              <a:pPr/>
              <a:t>‹#›</a:t>
            </a:fld>
            <a:endParaRPr lang="en-US">
              <a:solidFill>
                <a:srgbClr val="7E7E7E">
                  <a:tint val="75000"/>
                </a:srgbClr>
              </a:solidFill>
            </a:endParaRPr>
          </a:p>
        </p:txBody>
      </p:sp>
    </p:spTree>
    <p:extLst>
      <p:ext uri="{BB962C8B-B14F-4D97-AF65-F5344CB8AC3E}">
        <p14:creationId xmlns:p14="http://schemas.microsoft.com/office/powerpoint/2010/main" val="220526540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7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54C89A50-0280-4DDA-8480-DC2C9D23C65F}" type="datetimeFigureOut">
              <a:rPr lang="en-US" smtClean="0">
                <a:solidFill>
                  <a:srgbClr val="7E7E7E">
                    <a:tint val="75000"/>
                  </a:srgbClr>
                </a:solidFill>
              </a:rPr>
              <a:pPr/>
              <a:t>9/2/16</a:t>
            </a:fld>
            <a:endParaRPr lang="en-US">
              <a:solidFill>
                <a:srgbClr val="7E7E7E">
                  <a:tint val="75000"/>
                </a:srgbClr>
              </a:solidFill>
            </a:endParaRPr>
          </a:p>
        </p:txBody>
      </p:sp>
      <p:sp>
        <p:nvSpPr>
          <p:cNvPr id="5" name="Footer Placeholder 4"/>
          <p:cNvSpPr>
            <a:spLocks noGrp="1"/>
          </p:cNvSpPr>
          <p:nvPr>
            <p:ph type="ftr" sz="quarter" idx="11"/>
          </p:nvPr>
        </p:nvSpPr>
        <p:spPr/>
        <p:txBody>
          <a:bodyPr/>
          <a:lstStyle/>
          <a:p>
            <a:endParaRPr lang="en-US">
              <a:solidFill>
                <a:srgbClr val="7E7E7E">
                  <a:tint val="75000"/>
                </a:srgbClr>
              </a:solidFill>
            </a:endParaRPr>
          </a:p>
        </p:txBody>
      </p:sp>
      <p:sp>
        <p:nvSpPr>
          <p:cNvPr id="6" name="Slide Number Placeholder 5"/>
          <p:cNvSpPr>
            <a:spLocks noGrp="1"/>
          </p:cNvSpPr>
          <p:nvPr>
            <p:ph type="sldNum" sz="quarter" idx="12"/>
          </p:nvPr>
        </p:nvSpPr>
        <p:spPr/>
        <p:txBody>
          <a:bodyPr/>
          <a:lstStyle/>
          <a:p>
            <a:fld id="{DD85D8E7-6C0F-45E4-852D-49106AB4C5D7}" type="slidenum">
              <a:rPr lang="en-US" smtClean="0">
                <a:solidFill>
                  <a:srgbClr val="7E7E7E">
                    <a:tint val="75000"/>
                  </a:srgbClr>
                </a:solidFill>
              </a:rPr>
              <a:pPr/>
              <a:t>‹#›</a:t>
            </a:fld>
            <a:endParaRPr lang="en-US">
              <a:solidFill>
                <a:srgbClr val="7E7E7E">
                  <a:tint val="75000"/>
                </a:srgbClr>
              </a:solidFill>
            </a:endParaRPr>
          </a:p>
        </p:txBody>
      </p:sp>
    </p:spTree>
    <p:extLst>
      <p:ext uri="{BB962C8B-B14F-4D97-AF65-F5344CB8AC3E}">
        <p14:creationId xmlns:p14="http://schemas.microsoft.com/office/powerpoint/2010/main" val="21153714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7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1" y="365125"/>
            <a:ext cx="2628900" cy="5811838"/>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838201" y="365125"/>
            <a:ext cx="7734300"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54C89A50-0280-4DDA-8480-DC2C9D23C65F}" type="datetimeFigureOut">
              <a:rPr lang="en-US" smtClean="0">
                <a:solidFill>
                  <a:srgbClr val="7E7E7E">
                    <a:tint val="75000"/>
                  </a:srgbClr>
                </a:solidFill>
              </a:rPr>
              <a:pPr/>
              <a:t>9/2/16</a:t>
            </a:fld>
            <a:endParaRPr lang="en-US">
              <a:solidFill>
                <a:srgbClr val="7E7E7E">
                  <a:tint val="75000"/>
                </a:srgbClr>
              </a:solidFill>
            </a:endParaRPr>
          </a:p>
        </p:txBody>
      </p:sp>
      <p:sp>
        <p:nvSpPr>
          <p:cNvPr id="5" name="Footer Placeholder 4"/>
          <p:cNvSpPr>
            <a:spLocks noGrp="1"/>
          </p:cNvSpPr>
          <p:nvPr>
            <p:ph type="ftr" sz="quarter" idx="11"/>
          </p:nvPr>
        </p:nvSpPr>
        <p:spPr/>
        <p:txBody>
          <a:bodyPr/>
          <a:lstStyle/>
          <a:p>
            <a:endParaRPr lang="en-US">
              <a:solidFill>
                <a:srgbClr val="7E7E7E">
                  <a:tint val="75000"/>
                </a:srgbClr>
              </a:solidFill>
            </a:endParaRPr>
          </a:p>
        </p:txBody>
      </p:sp>
      <p:sp>
        <p:nvSpPr>
          <p:cNvPr id="6" name="Slide Number Placeholder 5"/>
          <p:cNvSpPr>
            <a:spLocks noGrp="1"/>
          </p:cNvSpPr>
          <p:nvPr>
            <p:ph type="sldNum" sz="quarter" idx="12"/>
          </p:nvPr>
        </p:nvSpPr>
        <p:spPr/>
        <p:txBody>
          <a:bodyPr/>
          <a:lstStyle/>
          <a:p>
            <a:fld id="{DD85D8E7-6C0F-45E4-852D-49106AB4C5D7}" type="slidenum">
              <a:rPr lang="en-US" smtClean="0">
                <a:solidFill>
                  <a:srgbClr val="7E7E7E">
                    <a:tint val="75000"/>
                  </a:srgbClr>
                </a:solidFill>
              </a:rPr>
              <a:pPr/>
              <a:t>‹#›</a:t>
            </a:fld>
            <a:endParaRPr lang="en-US">
              <a:solidFill>
                <a:srgbClr val="7E7E7E">
                  <a:tint val="75000"/>
                </a:srgbClr>
              </a:solidFill>
            </a:endParaRPr>
          </a:p>
        </p:txBody>
      </p:sp>
    </p:spTree>
    <p:extLst>
      <p:ext uri="{BB962C8B-B14F-4D97-AF65-F5344CB8AC3E}">
        <p14:creationId xmlns:p14="http://schemas.microsoft.com/office/powerpoint/2010/main" val="41017109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7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828800" y="3886200"/>
            <a:ext cx="8534400" cy="1752600"/>
          </a:xfrm>
        </p:spPr>
        <p:txBody>
          <a:bodyPr/>
          <a:lstStyle>
            <a:lvl1pPr marL="0" indent="0" algn="ctr">
              <a:buNone/>
              <a:defRPr>
                <a:solidFill>
                  <a:schemeClr val="tx1">
                    <a:tint val="75000"/>
                  </a:schemeClr>
                </a:solidFill>
              </a:defRPr>
            </a:lvl1pPr>
            <a:lvl2pPr marL="609585" indent="0" algn="ctr">
              <a:buNone/>
              <a:defRPr>
                <a:solidFill>
                  <a:schemeClr val="tx1">
                    <a:tint val="75000"/>
                  </a:schemeClr>
                </a:solidFill>
              </a:defRPr>
            </a:lvl2pPr>
            <a:lvl3pPr marL="1219170" indent="0" algn="ctr">
              <a:buNone/>
              <a:defRPr>
                <a:solidFill>
                  <a:schemeClr val="tx1">
                    <a:tint val="75000"/>
                  </a:schemeClr>
                </a:solidFill>
              </a:defRPr>
            </a:lvl3pPr>
            <a:lvl4pPr marL="1828754" indent="0" algn="ctr">
              <a:buNone/>
              <a:defRPr>
                <a:solidFill>
                  <a:schemeClr val="tx1">
                    <a:tint val="75000"/>
                  </a:schemeClr>
                </a:solidFill>
              </a:defRPr>
            </a:lvl4pPr>
            <a:lvl5pPr marL="2438339" indent="0" algn="ctr">
              <a:buNone/>
              <a:defRPr>
                <a:solidFill>
                  <a:schemeClr val="tx1">
                    <a:tint val="75000"/>
                  </a:schemeClr>
                </a:solidFill>
              </a:defRPr>
            </a:lvl5pPr>
            <a:lvl6pPr marL="3047924" indent="0" algn="ctr">
              <a:buNone/>
              <a:defRPr>
                <a:solidFill>
                  <a:schemeClr val="tx1">
                    <a:tint val="75000"/>
                  </a:schemeClr>
                </a:solidFill>
              </a:defRPr>
            </a:lvl6pPr>
            <a:lvl7pPr marL="3657509" indent="0" algn="ctr">
              <a:buNone/>
              <a:defRPr>
                <a:solidFill>
                  <a:schemeClr val="tx1">
                    <a:tint val="75000"/>
                  </a:schemeClr>
                </a:solidFill>
              </a:defRPr>
            </a:lvl7pPr>
            <a:lvl8pPr marL="4267093" indent="0" algn="ctr">
              <a:buNone/>
              <a:defRPr>
                <a:solidFill>
                  <a:schemeClr val="tx1">
                    <a:tint val="75000"/>
                  </a:schemeClr>
                </a:solidFill>
              </a:defRPr>
            </a:lvl8pPr>
            <a:lvl9pPr marL="4876678" indent="0" algn="ctr">
              <a:buNone/>
              <a:defRPr>
                <a:solidFill>
                  <a:schemeClr val="tx1">
                    <a:tint val="75000"/>
                  </a:schemeClr>
                </a:solidFill>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fld id="{09BDC11D-C56D-43F7-9324-A802D50A1050}" type="datetimeFigureOut">
              <a:rPr lang="en-US" smtClean="0">
                <a:solidFill>
                  <a:srgbClr val="000000">
                    <a:tint val="75000"/>
                  </a:srgbClr>
                </a:solidFill>
              </a:rPr>
              <a:pPr/>
              <a:t>9/2/16</a:t>
            </a:fld>
            <a:endParaRPr lang="en-US">
              <a:solidFill>
                <a:srgbClr val="000000">
                  <a:tint val="75000"/>
                </a:srgbClr>
              </a:solidFill>
            </a:endParaRPr>
          </a:p>
        </p:txBody>
      </p:sp>
      <p:sp>
        <p:nvSpPr>
          <p:cNvPr id="5" name="Footer Placeholder 4"/>
          <p:cNvSpPr>
            <a:spLocks noGrp="1"/>
          </p:cNvSpPr>
          <p:nvPr>
            <p:ph type="ftr" sz="quarter" idx="11"/>
          </p:nvPr>
        </p:nvSpPr>
        <p:spPr/>
        <p:txBody>
          <a:bodyPr/>
          <a:lstStyle/>
          <a:p>
            <a:endParaRPr lang="en-US">
              <a:solidFill>
                <a:srgbClr val="000000">
                  <a:tint val="75000"/>
                </a:srgbClr>
              </a:solidFill>
            </a:endParaRPr>
          </a:p>
        </p:txBody>
      </p:sp>
      <p:sp>
        <p:nvSpPr>
          <p:cNvPr id="6" name="Slide Number Placeholder 5"/>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148302998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7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09BDC11D-C56D-43F7-9324-A802D50A1050}" type="datetimeFigureOut">
              <a:rPr lang="en-US" smtClean="0">
                <a:solidFill>
                  <a:srgbClr val="000000">
                    <a:tint val="75000"/>
                  </a:srgbClr>
                </a:solidFill>
              </a:rPr>
              <a:pPr/>
              <a:t>9/2/16</a:t>
            </a:fld>
            <a:endParaRPr lang="en-US">
              <a:solidFill>
                <a:srgbClr val="000000">
                  <a:tint val="75000"/>
                </a:srgbClr>
              </a:solidFill>
            </a:endParaRPr>
          </a:p>
        </p:txBody>
      </p:sp>
      <p:sp>
        <p:nvSpPr>
          <p:cNvPr id="5" name="Footer Placeholder 4"/>
          <p:cNvSpPr>
            <a:spLocks noGrp="1"/>
          </p:cNvSpPr>
          <p:nvPr>
            <p:ph type="ftr" sz="quarter" idx="11"/>
          </p:nvPr>
        </p:nvSpPr>
        <p:spPr/>
        <p:txBody>
          <a:bodyPr/>
          <a:lstStyle/>
          <a:p>
            <a:endParaRPr lang="en-US">
              <a:solidFill>
                <a:srgbClr val="000000">
                  <a:tint val="75000"/>
                </a:srgbClr>
              </a:solidFill>
            </a:endParaRPr>
          </a:p>
        </p:txBody>
      </p:sp>
      <p:sp>
        <p:nvSpPr>
          <p:cNvPr id="6" name="Slide Number Placeholder 5"/>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345659828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7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5333" b="1" cap="all"/>
            </a:lvl1pPr>
          </a:lstStyle>
          <a:p>
            <a:r>
              <a:rPr lang="en-US" smtClean="0"/>
              <a:t>Click to edit Master title style</a:t>
            </a:r>
            <a:endParaRPr lang="en-US"/>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667">
                <a:solidFill>
                  <a:schemeClr val="tx1">
                    <a:tint val="75000"/>
                  </a:schemeClr>
                </a:solidFill>
              </a:defRPr>
            </a:lvl1pPr>
            <a:lvl2pPr marL="609585" indent="0">
              <a:buNone/>
              <a:defRPr sz="2400">
                <a:solidFill>
                  <a:schemeClr val="tx1">
                    <a:tint val="75000"/>
                  </a:schemeClr>
                </a:solidFill>
              </a:defRPr>
            </a:lvl2pPr>
            <a:lvl3pPr marL="1219170" indent="0">
              <a:buNone/>
              <a:defRPr sz="2133">
                <a:solidFill>
                  <a:schemeClr val="tx1">
                    <a:tint val="75000"/>
                  </a:schemeClr>
                </a:solidFill>
              </a:defRPr>
            </a:lvl3pPr>
            <a:lvl4pPr marL="1828754" indent="0">
              <a:buNone/>
              <a:defRPr sz="1867">
                <a:solidFill>
                  <a:schemeClr val="tx1">
                    <a:tint val="75000"/>
                  </a:schemeClr>
                </a:solidFill>
              </a:defRPr>
            </a:lvl4pPr>
            <a:lvl5pPr marL="2438339" indent="0">
              <a:buNone/>
              <a:defRPr sz="1867">
                <a:solidFill>
                  <a:schemeClr val="tx1">
                    <a:tint val="75000"/>
                  </a:schemeClr>
                </a:solidFill>
              </a:defRPr>
            </a:lvl5pPr>
            <a:lvl6pPr marL="3047924" indent="0">
              <a:buNone/>
              <a:defRPr sz="1867">
                <a:solidFill>
                  <a:schemeClr val="tx1">
                    <a:tint val="75000"/>
                  </a:schemeClr>
                </a:solidFill>
              </a:defRPr>
            </a:lvl6pPr>
            <a:lvl7pPr marL="3657509" indent="0">
              <a:buNone/>
              <a:defRPr sz="1867">
                <a:solidFill>
                  <a:schemeClr val="tx1">
                    <a:tint val="75000"/>
                  </a:schemeClr>
                </a:solidFill>
              </a:defRPr>
            </a:lvl7pPr>
            <a:lvl8pPr marL="4267093" indent="0">
              <a:buNone/>
              <a:defRPr sz="1867">
                <a:solidFill>
                  <a:schemeClr val="tx1">
                    <a:tint val="75000"/>
                  </a:schemeClr>
                </a:solidFill>
              </a:defRPr>
            </a:lvl8pPr>
            <a:lvl9pPr marL="4876678" indent="0">
              <a:buNone/>
              <a:defRPr sz="1867">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09BDC11D-C56D-43F7-9324-A802D50A1050}" type="datetimeFigureOut">
              <a:rPr lang="en-US" smtClean="0">
                <a:solidFill>
                  <a:srgbClr val="000000">
                    <a:tint val="75000"/>
                  </a:srgbClr>
                </a:solidFill>
              </a:rPr>
              <a:pPr/>
              <a:t>9/2/16</a:t>
            </a:fld>
            <a:endParaRPr lang="en-US">
              <a:solidFill>
                <a:srgbClr val="000000">
                  <a:tint val="75000"/>
                </a:srgbClr>
              </a:solidFill>
            </a:endParaRPr>
          </a:p>
        </p:txBody>
      </p:sp>
      <p:sp>
        <p:nvSpPr>
          <p:cNvPr id="5" name="Footer Placeholder 4"/>
          <p:cNvSpPr>
            <a:spLocks noGrp="1"/>
          </p:cNvSpPr>
          <p:nvPr>
            <p:ph type="ftr" sz="quarter" idx="11"/>
          </p:nvPr>
        </p:nvSpPr>
        <p:spPr/>
        <p:txBody>
          <a:bodyPr/>
          <a:lstStyle/>
          <a:p>
            <a:endParaRPr lang="en-US">
              <a:solidFill>
                <a:srgbClr val="000000">
                  <a:tint val="75000"/>
                </a:srgbClr>
              </a:solidFill>
            </a:endParaRPr>
          </a:p>
        </p:txBody>
      </p:sp>
      <p:sp>
        <p:nvSpPr>
          <p:cNvPr id="6" name="Slide Number Placeholder 5"/>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399647075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7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609600" y="1200151"/>
            <a:ext cx="5384800" cy="3394075"/>
          </a:xfrm>
        </p:spPr>
        <p:txBody>
          <a:bodyPr/>
          <a:lstStyle>
            <a:lvl1pPr>
              <a:defRPr sz="3733"/>
            </a:lvl1pPr>
            <a:lvl2pPr>
              <a:defRPr sz="3200"/>
            </a:lvl2pPr>
            <a:lvl3pPr>
              <a:defRPr sz="2667"/>
            </a:lvl3pPr>
            <a:lvl4pPr>
              <a:defRPr sz="2400"/>
            </a:lvl4pPr>
            <a:lvl5pPr>
              <a:defRPr sz="2400"/>
            </a:lvl5pPr>
            <a:lvl6pPr>
              <a:defRPr sz="2400"/>
            </a:lvl6pPr>
            <a:lvl7pPr>
              <a:defRPr sz="2400"/>
            </a:lvl7pPr>
            <a:lvl8pPr>
              <a:defRPr sz="2400"/>
            </a:lvl8pPr>
            <a:lvl9pPr>
              <a:defRPr sz="2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6197600" y="1200151"/>
            <a:ext cx="5384800" cy="3394075"/>
          </a:xfrm>
        </p:spPr>
        <p:txBody>
          <a:bodyPr/>
          <a:lstStyle>
            <a:lvl1pPr>
              <a:defRPr sz="3733"/>
            </a:lvl1pPr>
            <a:lvl2pPr>
              <a:defRPr sz="3200"/>
            </a:lvl2pPr>
            <a:lvl3pPr>
              <a:defRPr sz="2667"/>
            </a:lvl3pPr>
            <a:lvl4pPr>
              <a:defRPr sz="2400"/>
            </a:lvl4pPr>
            <a:lvl5pPr>
              <a:defRPr sz="2400"/>
            </a:lvl5pPr>
            <a:lvl6pPr>
              <a:defRPr sz="2400"/>
            </a:lvl6pPr>
            <a:lvl7pPr>
              <a:defRPr sz="2400"/>
            </a:lvl7pPr>
            <a:lvl8pPr>
              <a:defRPr sz="2400"/>
            </a:lvl8pPr>
            <a:lvl9pPr>
              <a:defRPr sz="2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fld id="{09BDC11D-C56D-43F7-9324-A802D50A1050}" type="datetimeFigureOut">
              <a:rPr lang="en-US" smtClean="0">
                <a:solidFill>
                  <a:srgbClr val="000000">
                    <a:tint val="75000"/>
                  </a:srgbClr>
                </a:solidFill>
              </a:rPr>
              <a:pPr/>
              <a:t>9/2/16</a:t>
            </a:fld>
            <a:endParaRPr lang="en-US">
              <a:solidFill>
                <a:srgbClr val="000000">
                  <a:tint val="75000"/>
                </a:srgbClr>
              </a:solidFill>
            </a:endParaRPr>
          </a:p>
        </p:txBody>
      </p:sp>
      <p:sp>
        <p:nvSpPr>
          <p:cNvPr id="6" name="Footer Placeholder 5"/>
          <p:cNvSpPr>
            <a:spLocks noGrp="1"/>
          </p:cNvSpPr>
          <p:nvPr>
            <p:ph type="ftr" sz="quarter" idx="11"/>
          </p:nvPr>
        </p:nvSpPr>
        <p:spPr/>
        <p:txBody>
          <a:bodyPr/>
          <a:lstStyle/>
          <a:p>
            <a:endParaRPr lang="en-US">
              <a:solidFill>
                <a:srgbClr val="000000">
                  <a:tint val="75000"/>
                </a:srgbClr>
              </a:solidFill>
            </a:endParaRPr>
          </a:p>
        </p:txBody>
      </p:sp>
      <p:sp>
        <p:nvSpPr>
          <p:cNvPr id="7" name="Slide Number Placeholder 6"/>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416956551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7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7"/>
            <a:ext cx="109728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609600" y="1535113"/>
            <a:ext cx="5386917" cy="639763"/>
          </a:xfrm>
        </p:spPr>
        <p:txBody>
          <a:bodyPr anchor="b"/>
          <a:lstStyle>
            <a:lvl1pPr marL="0" indent="0">
              <a:buNone/>
              <a:defRPr sz="3200" b="1"/>
            </a:lvl1pPr>
            <a:lvl2pPr marL="609585" indent="0">
              <a:buNone/>
              <a:defRPr sz="2667" b="1"/>
            </a:lvl2pPr>
            <a:lvl3pPr marL="1219170" indent="0">
              <a:buNone/>
              <a:defRPr sz="2400" b="1"/>
            </a:lvl3pPr>
            <a:lvl4pPr marL="1828754" indent="0">
              <a:buNone/>
              <a:defRPr sz="2133" b="1"/>
            </a:lvl4pPr>
            <a:lvl5pPr marL="2438339" indent="0">
              <a:buNone/>
              <a:defRPr sz="2133" b="1"/>
            </a:lvl5pPr>
            <a:lvl6pPr marL="3047924" indent="0">
              <a:buNone/>
              <a:defRPr sz="2133" b="1"/>
            </a:lvl6pPr>
            <a:lvl7pPr marL="3657509" indent="0">
              <a:buNone/>
              <a:defRPr sz="2133" b="1"/>
            </a:lvl7pPr>
            <a:lvl8pPr marL="4267093" indent="0">
              <a:buNone/>
              <a:defRPr sz="2133" b="1"/>
            </a:lvl8pPr>
            <a:lvl9pPr marL="4876678" indent="0">
              <a:buNone/>
              <a:defRPr sz="2133" b="1"/>
            </a:lvl9pPr>
          </a:lstStyle>
          <a:p>
            <a:pPr lvl="0"/>
            <a:r>
              <a:rPr lang="en-US" smtClean="0"/>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3200"/>
            </a:lvl1pPr>
            <a:lvl2pPr>
              <a:defRPr sz="2667"/>
            </a:lvl2pPr>
            <a:lvl3pPr>
              <a:defRPr sz="2400"/>
            </a:lvl3pPr>
            <a:lvl4pPr>
              <a:defRPr sz="2133"/>
            </a:lvl4pPr>
            <a:lvl5pPr>
              <a:defRPr sz="2133"/>
            </a:lvl5pPr>
            <a:lvl6pPr>
              <a:defRPr sz="2133"/>
            </a:lvl6pPr>
            <a:lvl7pPr>
              <a:defRPr sz="2133"/>
            </a:lvl7pPr>
            <a:lvl8pPr>
              <a:defRPr sz="2133"/>
            </a:lvl8pPr>
            <a:lvl9pPr>
              <a:defRPr sz="2133"/>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6193369" y="1535113"/>
            <a:ext cx="5389033" cy="639763"/>
          </a:xfrm>
        </p:spPr>
        <p:txBody>
          <a:bodyPr anchor="b"/>
          <a:lstStyle>
            <a:lvl1pPr marL="0" indent="0">
              <a:buNone/>
              <a:defRPr sz="3200" b="1"/>
            </a:lvl1pPr>
            <a:lvl2pPr marL="609585" indent="0">
              <a:buNone/>
              <a:defRPr sz="2667" b="1"/>
            </a:lvl2pPr>
            <a:lvl3pPr marL="1219170" indent="0">
              <a:buNone/>
              <a:defRPr sz="2400" b="1"/>
            </a:lvl3pPr>
            <a:lvl4pPr marL="1828754" indent="0">
              <a:buNone/>
              <a:defRPr sz="2133" b="1"/>
            </a:lvl4pPr>
            <a:lvl5pPr marL="2438339" indent="0">
              <a:buNone/>
              <a:defRPr sz="2133" b="1"/>
            </a:lvl5pPr>
            <a:lvl6pPr marL="3047924" indent="0">
              <a:buNone/>
              <a:defRPr sz="2133" b="1"/>
            </a:lvl6pPr>
            <a:lvl7pPr marL="3657509" indent="0">
              <a:buNone/>
              <a:defRPr sz="2133" b="1"/>
            </a:lvl7pPr>
            <a:lvl8pPr marL="4267093" indent="0">
              <a:buNone/>
              <a:defRPr sz="2133" b="1"/>
            </a:lvl8pPr>
            <a:lvl9pPr marL="4876678" indent="0">
              <a:buNone/>
              <a:defRPr sz="2133" b="1"/>
            </a:lvl9pPr>
          </a:lstStyle>
          <a:p>
            <a:pPr lvl="0"/>
            <a:r>
              <a:rPr lang="en-US" smtClean="0"/>
              <a:t>Click to edit Master text styles</a:t>
            </a:r>
          </a:p>
        </p:txBody>
      </p:sp>
      <p:sp>
        <p:nvSpPr>
          <p:cNvPr id="6" name="Content Placeholder 5"/>
          <p:cNvSpPr>
            <a:spLocks noGrp="1"/>
          </p:cNvSpPr>
          <p:nvPr>
            <p:ph sz="quarter" idx="4"/>
          </p:nvPr>
        </p:nvSpPr>
        <p:spPr>
          <a:xfrm>
            <a:off x="6193369" y="2174875"/>
            <a:ext cx="5389033" cy="3951288"/>
          </a:xfrm>
        </p:spPr>
        <p:txBody>
          <a:bodyPr/>
          <a:lstStyle>
            <a:lvl1pPr>
              <a:defRPr sz="3200"/>
            </a:lvl1pPr>
            <a:lvl2pPr>
              <a:defRPr sz="2667"/>
            </a:lvl2pPr>
            <a:lvl3pPr>
              <a:defRPr sz="2400"/>
            </a:lvl3pPr>
            <a:lvl4pPr>
              <a:defRPr sz="2133"/>
            </a:lvl4pPr>
            <a:lvl5pPr>
              <a:defRPr sz="2133"/>
            </a:lvl5pPr>
            <a:lvl6pPr>
              <a:defRPr sz="2133"/>
            </a:lvl6pPr>
            <a:lvl7pPr>
              <a:defRPr sz="2133"/>
            </a:lvl7pPr>
            <a:lvl8pPr>
              <a:defRPr sz="2133"/>
            </a:lvl8pPr>
            <a:lvl9pPr>
              <a:defRPr sz="2133"/>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fld id="{09BDC11D-C56D-43F7-9324-A802D50A1050}" type="datetimeFigureOut">
              <a:rPr lang="en-US" smtClean="0">
                <a:solidFill>
                  <a:srgbClr val="000000">
                    <a:tint val="75000"/>
                  </a:srgbClr>
                </a:solidFill>
              </a:rPr>
              <a:pPr/>
              <a:t>9/2/16</a:t>
            </a:fld>
            <a:endParaRPr lang="en-US">
              <a:solidFill>
                <a:srgbClr val="000000">
                  <a:tint val="75000"/>
                </a:srgbClr>
              </a:solidFill>
            </a:endParaRPr>
          </a:p>
        </p:txBody>
      </p:sp>
      <p:sp>
        <p:nvSpPr>
          <p:cNvPr id="8" name="Footer Placeholder 7"/>
          <p:cNvSpPr>
            <a:spLocks noGrp="1"/>
          </p:cNvSpPr>
          <p:nvPr>
            <p:ph type="ftr" sz="quarter" idx="11"/>
          </p:nvPr>
        </p:nvSpPr>
        <p:spPr/>
        <p:txBody>
          <a:bodyPr/>
          <a:lstStyle/>
          <a:p>
            <a:endParaRPr lang="en-US">
              <a:solidFill>
                <a:srgbClr val="000000">
                  <a:tint val="75000"/>
                </a:srgbClr>
              </a:solidFill>
            </a:endParaRPr>
          </a:p>
        </p:txBody>
      </p:sp>
      <p:sp>
        <p:nvSpPr>
          <p:cNvPr id="9" name="Slide Number Placeholder 8"/>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56510079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7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09BDC11D-C56D-43F7-9324-A802D50A1050}" type="datetimeFigureOut">
              <a:rPr lang="en-US" smtClean="0">
                <a:solidFill>
                  <a:srgbClr val="000000">
                    <a:tint val="75000"/>
                  </a:srgbClr>
                </a:solidFill>
              </a:rPr>
              <a:pPr/>
              <a:t>9/2/16</a:t>
            </a:fld>
            <a:endParaRPr lang="en-US">
              <a:solidFill>
                <a:srgbClr val="000000">
                  <a:tint val="75000"/>
                </a:srgbClr>
              </a:solidFill>
            </a:endParaRPr>
          </a:p>
        </p:txBody>
      </p:sp>
      <p:sp>
        <p:nvSpPr>
          <p:cNvPr id="4" name="Footer Placeholder 3"/>
          <p:cNvSpPr>
            <a:spLocks noGrp="1"/>
          </p:cNvSpPr>
          <p:nvPr>
            <p:ph type="ftr" sz="quarter" idx="11"/>
          </p:nvPr>
        </p:nvSpPr>
        <p:spPr/>
        <p:txBody>
          <a:bodyPr/>
          <a:lstStyle/>
          <a:p>
            <a:endParaRPr lang="en-US">
              <a:solidFill>
                <a:srgbClr val="000000">
                  <a:tint val="75000"/>
                </a:srgbClr>
              </a:solidFill>
            </a:endParaRPr>
          </a:p>
        </p:txBody>
      </p:sp>
      <p:sp>
        <p:nvSpPr>
          <p:cNvPr id="5" name="Slide Number Placeholder 4"/>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137305737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7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09BDC11D-C56D-43F7-9324-A802D50A1050}" type="datetimeFigureOut">
              <a:rPr lang="en-US" smtClean="0">
                <a:solidFill>
                  <a:srgbClr val="000000">
                    <a:tint val="75000"/>
                  </a:srgbClr>
                </a:solidFill>
              </a:rPr>
              <a:pPr/>
              <a:t>9/2/16</a:t>
            </a:fld>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
        <p:nvSpPr>
          <p:cNvPr id="4" name="Slide Number Placeholder 3"/>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299729527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7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2" y="273049"/>
            <a:ext cx="4011084" cy="1162051"/>
          </a:xfrm>
        </p:spPr>
        <p:txBody>
          <a:bodyPr anchor="b"/>
          <a:lstStyle>
            <a:lvl1pPr algn="l">
              <a:defRPr sz="2667" b="1"/>
            </a:lvl1pPr>
          </a:lstStyle>
          <a:p>
            <a:r>
              <a:rPr lang="en-US" smtClean="0"/>
              <a:t>Click to edit Master title style</a:t>
            </a:r>
            <a:endParaRPr lang="en-US"/>
          </a:p>
        </p:txBody>
      </p:sp>
      <p:sp>
        <p:nvSpPr>
          <p:cNvPr id="3" name="Content Placeholder 2"/>
          <p:cNvSpPr>
            <a:spLocks noGrp="1"/>
          </p:cNvSpPr>
          <p:nvPr>
            <p:ph idx="1"/>
          </p:nvPr>
        </p:nvSpPr>
        <p:spPr>
          <a:xfrm>
            <a:off x="4766733" y="273052"/>
            <a:ext cx="6815667" cy="5853113"/>
          </a:xfrm>
        </p:spPr>
        <p:txBody>
          <a:bodyPr/>
          <a:lstStyle>
            <a:lvl1pPr>
              <a:defRPr sz="4267"/>
            </a:lvl1pPr>
            <a:lvl2pPr>
              <a:defRPr sz="3733"/>
            </a:lvl2pPr>
            <a:lvl3pPr>
              <a:defRPr sz="3200"/>
            </a:lvl3pPr>
            <a:lvl4pPr>
              <a:defRPr sz="2667"/>
            </a:lvl4pPr>
            <a:lvl5pPr>
              <a:defRPr sz="2667"/>
            </a:lvl5pPr>
            <a:lvl6pPr>
              <a:defRPr sz="2667"/>
            </a:lvl6pPr>
            <a:lvl7pPr>
              <a:defRPr sz="2667"/>
            </a:lvl7pPr>
            <a:lvl8pPr>
              <a:defRPr sz="2667"/>
            </a:lvl8pPr>
            <a:lvl9pPr>
              <a:defRPr sz="2667"/>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609602" y="1435102"/>
            <a:ext cx="4011084" cy="4691063"/>
          </a:xfrm>
        </p:spPr>
        <p:txBody>
          <a:bodyPr/>
          <a:lstStyle>
            <a:lvl1pPr marL="0" indent="0">
              <a:buNone/>
              <a:defRPr sz="1867"/>
            </a:lvl1pPr>
            <a:lvl2pPr marL="609585" indent="0">
              <a:buNone/>
              <a:defRPr sz="1600"/>
            </a:lvl2pPr>
            <a:lvl3pPr marL="1219170" indent="0">
              <a:buNone/>
              <a:defRPr sz="1333"/>
            </a:lvl3pPr>
            <a:lvl4pPr marL="1828754" indent="0">
              <a:buNone/>
              <a:defRPr sz="1200"/>
            </a:lvl4pPr>
            <a:lvl5pPr marL="2438339" indent="0">
              <a:buNone/>
              <a:defRPr sz="1200"/>
            </a:lvl5pPr>
            <a:lvl6pPr marL="3047924" indent="0">
              <a:buNone/>
              <a:defRPr sz="1200"/>
            </a:lvl6pPr>
            <a:lvl7pPr marL="3657509" indent="0">
              <a:buNone/>
              <a:defRPr sz="1200"/>
            </a:lvl7pPr>
            <a:lvl8pPr marL="4267093" indent="0">
              <a:buNone/>
              <a:defRPr sz="1200"/>
            </a:lvl8pPr>
            <a:lvl9pPr marL="4876678" indent="0">
              <a:buNone/>
              <a:defRPr sz="12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09BDC11D-C56D-43F7-9324-A802D50A1050}" type="datetimeFigureOut">
              <a:rPr lang="en-US" smtClean="0">
                <a:solidFill>
                  <a:srgbClr val="000000">
                    <a:tint val="75000"/>
                  </a:srgbClr>
                </a:solidFill>
              </a:rPr>
              <a:pPr/>
              <a:t>9/2/16</a:t>
            </a:fld>
            <a:endParaRPr lang="en-US">
              <a:solidFill>
                <a:srgbClr val="000000">
                  <a:tint val="75000"/>
                </a:srgbClr>
              </a:solidFill>
            </a:endParaRPr>
          </a:p>
        </p:txBody>
      </p:sp>
      <p:sp>
        <p:nvSpPr>
          <p:cNvPr id="6" name="Footer Placeholder 5"/>
          <p:cNvSpPr>
            <a:spLocks noGrp="1"/>
          </p:cNvSpPr>
          <p:nvPr>
            <p:ph type="ftr" sz="quarter" idx="11"/>
          </p:nvPr>
        </p:nvSpPr>
        <p:spPr/>
        <p:txBody>
          <a:bodyPr/>
          <a:lstStyle/>
          <a:p>
            <a:endParaRPr lang="en-US">
              <a:solidFill>
                <a:srgbClr val="000000">
                  <a:tint val="75000"/>
                </a:srgbClr>
              </a:solidFill>
            </a:endParaRPr>
          </a:p>
        </p:txBody>
      </p:sp>
      <p:sp>
        <p:nvSpPr>
          <p:cNvPr id="7" name="Slide Number Placeholder 6"/>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257541245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8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9"/>
          </a:xfrm>
        </p:spPr>
        <p:txBody>
          <a:bodyPr anchor="b"/>
          <a:lstStyle>
            <a:lvl1pPr algn="l">
              <a:defRPr sz="2667" b="1"/>
            </a:lvl1pPr>
          </a:lstStyle>
          <a:p>
            <a:r>
              <a:rPr lang="en-US" smtClean="0"/>
              <a:t>Click to edit Master title style</a:t>
            </a:r>
            <a:endParaRPr lang="en-US"/>
          </a:p>
        </p:txBody>
      </p:sp>
      <p:sp>
        <p:nvSpPr>
          <p:cNvPr id="3" name="Picture Placeholder 2"/>
          <p:cNvSpPr>
            <a:spLocks noGrp="1"/>
          </p:cNvSpPr>
          <p:nvPr>
            <p:ph type="pic" idx="1"/>
          </p:nvPr>
        </p:nvSpPr>
        <p:spPr>
          <a:xfrm>
            <a:off x="2389717" y="612775"/>
            <a:ext cx="7315200" cy="4114800"/>
          </a:xfrm>
        </p:spPr>
        <p:txBody>
          <a:bodyPr/>
          <a:lstStyle>
            <a:lvl1pPr marL="0" indent="0">
              <a:buNone/>
              <a:defRPr sz="4267"/>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endParaRPr lang="en-US"/>
          </a:p>
        </p:txBody>
      </p:sp>
      <p:sp>
        <p:nvSpPr>
          <p:cNvPr id="4" name="Text Placeholder 3"/>
          <p:cNvSpPr>
            <a:spLocks noGrp="1"/>
          </p:cNvSpPr>
          <p:nvPr>
            <p:ph type="body" sz="half" idx="2"/>
          </p:nvPr>
        </p:nvSpPr>
        <p:spPr>
          <a:xfrm>
            <a:off x="2389717" y="5367338"/>
            <a:ext cx="7315200" cy="804863"/>
          </a:xfrm>
        </p:spPr>
        <p:txBody>
          <a:bodyPr/>
          <a:lstStyle>
            <a:lvl1pPr marL="0" indent="0">
              <a:buNone/>
              <a:defRPr sz="1867"/>
            </a:lvl1pPr>
            <a:lvl2pPr marL="609585" indent="0">
              <a:buNone/>
              <a:defRPr sz="1600"/>
            </a:lvl2pPr>
            <a:lvl3pPr marL="1219170" indent="0">
              <a:buNone/>
              <a:defRPr sz="1333"/>
            </a:lvl3pPr>
            <a:lvl4pPr marL="1828754" indent="0">
              <a:buNone/>
              <a:defRPr sz="1200"/>
            </a:lvl4pPr>
            <a:lvl5pPr marL="2438339" indent="0">
              <a:buNone/>
              <a:defRPr sz="1200"/>
            </a:lvl5pPr>
            <a:lvl6pPr marL="3047924" indent="0">
              <a:buNone/>
              <a:defRPr sz="1200"/>
            </a:lvl6pPr>
            <a:lvl7pPr marL="3657509" indent="0">
              <a:buNone/>
              <a:defRPr sz="1200"/>
            </a:lvl7pPr>
            <a:lvl8pPr marL="4267093" indent="0">
              <a:buNone/>
              <a:defRPr sz="1200"/>
            </a:lvl8pPr>
            <a:lvl9pPr marL="4876678" indent="0">
              <a:buNone/>
              <a:defRPr sz="12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09BDC11D-C56D-43F7-9324-A802D50A1050}" type="datetimeFigureOut">
              <a:rPr lang="en-US" smtClean="0">
                <a:solidFill>
                  <a:srgbClr val="000000">
                    <a:tint val="75000"/>
                  </a:srgbClr>
                </a:solidFill>
              </a:rPr>
              <a:pPr/>
              <a:t>9/2/16</a:t>
            </a:fld>
            <a:endParaRPr lang="en-US">
              <a:solidFill>
                <a:srgbClr val="000000">
                  <a:tint val="75000"/>
                </a:srgbClr>
              </a:solidFill>
            </a:endParaRPr>
          </a:p>
        </p:txBody>
      </p:sp>
      <p:sp>
        <p:nvSpPr>
          <p:cNvPr id="6" name="Footer Placeholder 5"/>
          <p:cNvSpPr>
            <a:spLocks noGrp="1"/>
          </p:cNvSpPr>
          <p:nvPr>
            <p:ph type="ftr" sz="quarter" idx="11"/>
          </p:nvPr>
        </p:nvSpPr>
        <p:spPr/>
        <p:txBody>
          <a:bodyPr/>
          <a:lstStyle/>
          <a:p>
            <a:endParaRPr lang="en-US">
              <a:solidFill>
                <a:srgbClr val="000000">
                  <a:tint val="75000"/>
                </a:srgbClr>
              </a:solidFill>
            </a:endParaRPr>
          </a:p>
        </p:txBody>
      </p:sp>
      <p:sp>
        <p:nvSpPr>
          <p:cNvPr id="7" name="Slide Number Placeholder 6"/>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151296455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8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09BDC11D-C56D-43F7-9324-A802D50A1050}" type="datetimeFigureOut">
              <a:rPr lang="en-US" smtClean="0">
                <a:solidFill>
                  <a:srgbClr val="000000">
                    <a:tint val="75000"/>
                  </a:srgbClr>
                </a:solidFill>
              </a:rPr>
              <a:pPr/>
              <a:t>9/2/16</a:t>
            </a:fld>
            <a:endParaRPr lang="en-US">
              <a:solidFill>
                <a:srgbClr val="000000">
                  <a:tint val="75000"/>
                </a:srgbClr>
              </a:solidFill>
            </a:endParaRPr>
          </a:p>
        </p:txBody>
      </p:sp>
      <p:sp>
        <p:nvSpPr>
          <p:cNvPr id="5" name="Footer Placeholder 4"/>
          <p:cNvSpPr>
            <a:spLocks noGrp="1"/>
          </p:cNvSpPr>
          <p:nvPr>
            <p:ph type="ftr" sz="quarter" idx="11"/>
          </p:nvPr>
        </p:nvSpPr>
        <p:spPr/>
        <p:txBody>
          <a:bodyPr/>
          <a:lstStyle/>
          <a:p>
            <a:endParaRPr lang="en-US">
              <a:solidFill>
                <a:srgbClr val="000000">
                  <a:tint val="75000"/>
                </a:srgbClr>
              </a:solidFill>
            </a:endParaRPr>
          </a:p>
        </p:txBody>
      </p:sp>
      <p:sp>
        <p:nvSpPr>
          <p:cNvPr id="6" name="Slide Number Placeholder 5"/>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329131627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8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206375"/>
            <a:ext cx="2743200" cy="4387851"/>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609600" y="206375"/>
            <a:ext cx="8026400" cy="4387851"/>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09BDC11D-C56D-43F7-9324-A802D50A1050}" type="datetimeFigureOut">
              <a:rPr lang="en-US" smtClean="0">
                <a:solidFill>
                  <a:srgbClr val="000000">
                    <a:tint val="75000"/>
                  </a:srgbClr>
                </a:solidFill>
              </a:rPr>
              <a:pPr/>
              <a:t>9/2/16</a:t>
            </a:fld>
            <a:endParaRPr lang="en-US">
              <a:solidFill>
                <a:srgbClr val="000000">
                  <a:tint val="75000"/>
                </a:srgbClr>
              </a:solidFill>
            </a:endParaRPr>
          </a:p>
        </p:txBody>
      </p:sp>
      <p:sp>
        <p:nvSpPr>
          <p:cNvPr id="5" name="Footer Placeholder 4"/>
          <p:cNvSpPr>
            <a:spLocks noGrp="1"/>
          </p:cNvSpPr>
          <p:nvPr>
            <p:ph type="ftr" sz="quarter" idx="11"/>
          </p:nvPr>
        </p:nvSpPr>
        <p:spPr/>
        <p:txBody>
          <a:bodyPr/>
          <a:lstStyle/>
          <a:p>
            <a:endParaRPr lang="en-US">
              <a:solidFill>
                <a:srgbClr val="000000">
                  <a:tint val="75000"/>
                </a:srgbClr>
              </a:solidFill>
            </a:endParaRPr>
          </a:p>
        </p:txBody>
      </p:sp>
      <p:sp>
        <p:nvSpPr>
          <p:cNvPr id="6" name="Slide Number Placeholder 5"/>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299842684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83.xml><?xml version="1.0" encoding="utf-8"?>
<p:sldLayout xmlns:a="http://schemas.openxmlformats.org/drawingml/2006/main" xmlns:r="http://schemas.openxmlformats.org/officeDocument/2006/relationships" xmlns:p="http://schemas.openxmlformats.org/presentationml/2006/main" userDrawn="1">
  <p:cSld name="Wide Text">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1" y="942806"/>
            <a:ext cx="10984556"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
        <p:nvSpPr>
          <p:cNvPr id="3" name="Content Placeholder 2"/>
          <p:cNvSpPr>
            <a:spLocks noGrp="1"/>
          </p:cNvSpPr>
          <p:nvPr>
            <p:ph sz="quarter" idx="12"/>
          </p:nvPr>
        </p:nvSpPr>
        <p:spPr>
          <a:xfrm>
            <a:off x="531939" y="2005873"/>
            <a:ext cx="10984557" cy="4127500"/>
          </a:xfrm>
          <a:prstGeom prst="rect">
            <a:avLst/>
          </a:prstGeom>
        </p:spPr>
        <p:txBody>
          <a:bodyPr numCol="1" spcCol="365760"/>
          <a:lstStyle>
            <a:lvl1pPr marL="0" indent="0" algn="just">
              <a:buNone/>
              <a:defRPr sz="1600">
                <a:solidFill>
                  <a:schemeClr val="tx1">
                    <a:lumMod val="75000"/>
                    <a:lumOff val="25000"/>
                  </a:schemeClr>
                </a:solidFill>
                <a:latin typeface="Lato" panose="020F0502020204030203" pitchFamily="34" charset="0"/>
              </a:defRPr>
            </a:lvl1pPr>
            <a:lvl2pPr marL="457200" indent="0" algn="just">
              <a:buNone/>
              <a:defRPr sz="1600">
                <a:solidFill>
                  <a:schemeClr val="tx1">
                    <a:lumMod val="75000"/>
                    <a:lumOff val="25000"/>
                  </a:schemeClr>
                </a:solidFill>
                <a:latin typeface="Lato" panose="020F0502020204030203" pitchFamily="34" charset="0"/>
              </a:defRPr>
            </a:lvl2pPr>
            <a:lvl3pPr marL="914400" indent="0" algn="just">
              <a:buNone/>
              <a:defRPr sz="1600">
                <a:solidFill>
                  <a:schemeClr val="tx1">
                    <a:lumMod val="75000"/>
                    <a:lumOff val="25000"/>
                  </a:schemeClr>
                </a:solidFill>
                <a:latin typeface="Lato" panose="020F0502020204030203" pitchFamily="34" charset="0"/>
              </a:defRPr>
            </a:lvl3pPr>
            <a:lvl4pPr marL="1371600" indent="0" algn="just">
              <a:buNone/>
              <a:defRPr sz="1600">
                <a:solidFill>
                  <a:schemeClr val="tx1">
                    <a:lumMod val="75000"/>
                    <a:lumOff val="25000"/>
                  </a:schemeClr>
                </a:solidFill>
                <a:latin typeface="Lato" panose="020F0502020204030203" pitchFamily="34" charset="0"/>
              </a:defRPr>
            </a:lvl4pPr>
            <a:lvl5pPr marL="1828800" indent="0" algn="just">
              <a:buNone/>
              <a:defRPr sz="1600">
                <a:solidFill>
                  <a:schemeClr val="tx1">
                    <a:lumMod val="75000"/>
                    <a:lumOff val="25000"/>
                  </a:schemeClr>
                </a:solidFill>
                <a:latin typeface="Lato" panose="020F0502020204030203" pitchFamily="34" charset="0"/>
              </a:defRPr>
            </a:lvl5pPr>
          </a:lstStyle>
          <a:p>
            <a:pPr lvl="0"/>
            <a:endParaRPr lang="en-US" dirty="0" smtClean="0"/>
          </a:p>
        </p:txBody>
      </p:sp>
      <p:sp>
        <p:nvSpPr>
          <p:cNvPr id="6" name="Content Placeholder 2"/>
          <p:cNvSpPr>
            <a:spLocks noGrp="1"/>
          </p:cNvSpPr>
          <p:nvPr>
            <p:ph sz="quarter" idx="13"/>
          </p:nvPr>
        </p:nvSpPr>
        <p:spPr>
          <a:xfrm>
            <a:off x="531939" y="1402454"/>
            <a:ext cx="10984557" cy="572570"/>
          </a:xfrm>
          <a:prstGeom prst="rect">
            <a:avLst/>
          </a:prstGeom>
        </p:spPr>
        <p:txBody>
          <a:bodyPr/>
          <a:lstStyle>
            <a:lvl1pPr marL="0" indent="0">
              <a:buNone/>
              <a:defRPr sz="1600">
                <a:solidFill>
                  <a:schemeClr val="tx1">
                    <a:lumMod val="75000"/>
                    <a:lumOff val="25000"/>
                  </a:schemeClr>
                </a:solidFill>
                <a:latin typeface="Lato" panose="020F0502020204030203" pitchFamily="34" charset="0"/>
              </a:defRPr>
            </a:lvl1pPr>
            <a:lvl2pPr marL="457200" indent="0">
              <a:buNone/>
              <a:defRPr/>
            </a:lvl2pPr>
            <a:lvl3pPr marL="914400" indent="0">
              <a:buNone/>
              <a:defRPr/>
            </a:lvl3pPr>
            <a:lvl4pPr marL="1371600" indent="0">
              <a:buNone/>
              <a:defRPr/>
            </a:lvl4pPr>
            <a:lvl5pPr marL="1828800" indent="0">
              <a:buNone/>
              <a:defRPr/>
            </a:lvl5pPr>
          </a:lstStyle>
          <a:p>
            <a:pPr lvl="0"/>
            <a:endParaRPr lang="en-US" dirty="0"/>
          </a:p>
        </p:txBody>
      </p:sp>
    </p:spTree>
    <p:extLst>
      <p:ext uri="{BB962C8B-B14F-4D97-AF65-F5344CB8AC3E}">
        <p14:creationId xmlns:p14="http://schemas.microsoft.com/office/powerpoint/2010/main" val="426910420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8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smtClean="0"/>
              <a:t>Click to edit Master title style</a:t>
            </a:r>
            <a:endParaRPr lang="en-US"/>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fld id="{AD786B27-129B-4F3D-BC93-2BECBFB1835F}" type="datetimeFigureOut">
              <a:rPr lang="en-US" smtClean="0">
                <a:solidFill>
                  <a:srgbClr val="95A5A6">
                    <a:tint val="75000"/>
                  </a:srgbClr>
                </a:solidFill>
              </a:rPr>
              <a:pPr/>
              <a:t>9/2/16</a:t>
            </a:fld>
            <a:endParaRPr lang="en-US">
              <a:solidFill>
                <a:srgbClr val="95A5A6">
                  <a:tint val="75000"/>
                </a:srgbClr>
              </a:solidFill>
            </a:endParaRPr>
          </a:p>
        </p:txBody>
      </p:sp>
      <p:sp>
        <p:nvSpPr>
          <p:cNvPr id="5" name="Footer Placeholder 4"/>
          <p:cNvSpPr>
            <a:spLocks noGrp="1"/>
          </p:cNvSpPr>
          <p:nvPr>
            <p:ph type="ftr" sz="quarter" idx="11"/>
          </p:nvPr>
        </p:nvSpPr>
        <p:spPr/>
        <p:txBody>
          <a:bodyPr/>
          <a:lstStyle/>
          <a:p>
            <a:endParaRPr lang="en-US">
              <a:solidFill>
                <a:srgbClr val="95A5A6">
                  <a:tint val="75000"/>
                </a:srgbClr>
              </a:solidFill>
            </a:endParaRPr>
          </a:p>
        </p:txBody>
      </p:sp>
      <p:sp>
        <p:nvSpPr>
          <p:cNvPr id="6" name="Slide Number Placeholder 5"/>
          <p:cNvSpPr>
            <a:spLocks noGrp="1"/>
          </p:cNvSpPr>
          <p:nvPr>
            <p:ph type="sldNum" sz="quarter" idx="12"/>
          </p:nvPr>
        </p:nvSpPr>
        <p:spPr/>
        <p:txBody>
          <a:bodyPr/>
          <a:lstStyle/>
          <a:p>
            <a:fld id="{AEE38F98-4105-40A7-8991-7A498960FD3A}" type="slidenum">
              <a:rPr lang="en-US" smtClean="0">
                <a:solidFill>
                  <a:srgbClr val="95A5A6">
                    <a:tint val="75000"/>
                  </a:srgbClr>
                </a:solidFill>
              </a:rPr>
              <a:pPr/>
              <a:t>‹#›</a:t>
            </a:fld>
            <a:endParaRPr lang="en-US">
              <a:solidFill>
                <a:srgbClr val="95A5A6">
                  <a:tint val="75000"/>
                </a:srgbClr>
              </a:solidFill>
            </a:endParaRPr>
          </a:p>
        </p:txBody>
      </p:sp>
    </p:spTree>
    <p:extLst>
      <p:ext uri="{BB962C8B-B14F-4D97-AF65-F5344CB8AC3E}">
        <p14:creationId xmlns:p14="http://schemas.microsoft.com/office/powerpoint/2010/main" val="110636506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8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AD786B27-129B-4F3D-BC93-2BECBFB1835F}" type="datetimeFigureOut">
              <a:rPr lang="en-US" smtClean="0">
                <a:solidFill>
                  <a:srgbClr val="95A5A6">
                    <a:tint val="75000"/>
                  </a:srgbClr>
                </a:solidFill>
              </a:rPr>
              <a:pPr/>
              <a:t>9/2/16</a:t>
            </a:fld>
            <a:endParaRPr lang="en-US">
              <a:solidFill>
                <a:srgbClr val="95A5A6">
                  <a:tint val="75000"/>
                </a:srgbClr>
              </a:solidFill>
            </a:endParaRPr>
          </a:p>
        </p:txBody>
      </p:sp>
      <p:sp>
        <p:nvSpPr>
          <p:cNvPr id="5" name="Footer Placeholder 4"/>
          <p:cNvSpPr>
            <a:spLocks noGrp="1"/>
          </p:cNvSpPr>
          <p:nvPr>
            <p:ph type="ftr" sz="quarter" idx="11"/>
          </p:nvPr>
        </p:nvSpPr>
        <p:spPr/>
        <p:txBody>
          <a:bodyPr/>
          <a:lstStyle/>
          <a:p>
            <a:endParaRPr lang="en-US">
              <a:solidFill>
                <a:srgbClr val="95A5A6">
                  <a:tint val="75000"/>
                </a:srgbClr>
              </a:solidFill>
            </a:endParaRPr>
          </a:p>
        </p:txBody>
      </p:sp>
      <p:sp>
        <p:nvSpPr>
          <p:cNvPr id="6" name="Slide Number Placeholder 5"/>
          <p:cNvSpPr>
            <a:spLocks noGrp="1"/>
          </p:cNvSpPr>
          <p:nvPr>
            <p:ph type="sldNum" sz="quarter" idx="12"/>
          </p:nvPr>
        </p:nvSpPr>
        <p:spPr/>
        <p:txBody>
          <a:bodyPr/>
          <a:lstStyle/>
          <a:p>
            <a:fld id="{AEE38F98-4105-40A7-8991-7A498960FD3A}" type="slidenum">
              <a:rPr lang="en-US" smtClean="0">
                <a:solidFill>
                  <a:srgbClr val="95A5A6">
                    <a:tint val="75000"/>
                  </a:srgbClr>
                </a:solidFill>
              </a:rPr>
              <a:pPr/>
              <a:t>‹#›</a:t>
            </a:fld>
            <a:endParaRPr lang="en-US">
              <a:solidFill>
                <a:srgbClr val="95A5A6">
                  <a:tint val="75000"/>
                </a:srgbClr>
              </a:solidFill>
            </a:endParaRPr>
          </a:p>
        </p:txBody>
      </p:sp>
    </p:spTree>
    <p:extLst>
      <p:ext uri="{BB962C8B-B14F-4D97-AF65-F5344CB8AC3E}">
        <p14:creationId xmlns:p14="http://schemas.microsoft.com/office/powerpoint/2010/main" val="275990807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8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smtClean="0"/>
              <a:t>Click to edit Master title style</a:t>
            </a:r>
            <a:endParaRPr lang="en-US"/>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AD786B27-129B-4F3D-BC93-2BECBFB1835F}" type="datetimeFigureOut">
              <a:rPr lang="en-US" smtClean="0">
                <a:solidFill>
                  <a:srgbClr val="95A5A6">
                    <a:tint val="75000"/>
                  </a:srgbClr>
                </a:solidFill>
              </a:rPr>
              <a:pPr/>
              <a:t>9/2/16</a:t>
            </a:fld>
            <a:endParaRPr lang="en-US">
              <a:solidFill>
                <a:srgbClr val="95A5A6">
                  <a:tint val="75000"/>
                </a:srgbClr>
              </a:solidFill>
            </a:endParaRPr>
          </a:p>
        </p:txBody>
      </p:sp>
      <p:sp>
        <p:nvSpPr>
          <p:cNvPr id="5" name="Footer Placeholder 4"/>
          <p:cNvSpPr>
            <a:spLocks noGrp="1"/>
          </p:cNvSpPr>
          <p:nvPr>
            <p:ph type="ftr" sz="quarter" idx="11"/>
          </p:nvPr>
        </p:nvSpPr>
        <p:spPr/>
        <p:txBody>
          <a:bodyPr/>
          <a:lstStyle/>
          <a:p>
            <a:endParaRPr lang="en-US">
              <a:solidFill>
                <a:srgbClr val="95A5A6">
                  <a:tint val="75000"/>
                </a:srgbClr>
              </a:solidFill>
            </a:endParaRPr>
          </a:p>
        </p:txBody>
      </p:sp>
      <p:sp>
        <p:nvSpPr>
          <p:cNvPr id="6" name="Slide Number Placeholder 5"/>
          <p:cNvSpPr>
            <a:spLocks noGrp="1"/>
          </p:cNvSpPr>
          <p:nvPr>
            <p:ph type="sldNum" sz="quarter" idx="12"/>
          </p:nvPr>
        </p:nvSpPr>
        <p:spPr/>
        <p:txBody>
          <a:bodyPr/>
          <a:lstStyle/>
          <a:p>
            <a:fld id="{AEE38F98-4105-40A7-8991-7A498960FD3A}" type="slidenum">
              <a:rPr lang="en-US" smtClean="0">
                <a:solidFill>
                  <a:srgbClr val="95A5A6">
                    <a:tint val="75000"/>
                  </a:srgbClr>
                </a:solidFill>
              </a:rPr>
              <a:pPr/>
              <a:t>‹#›</a:t>
            </a:fld>
            <a:endParaRPr lang="en-US">
              <a:solidFill>
                <a:srgbClr val="95A5A6">
                  <a:tint val="75000"/>
                </a:srgbClr>
              </a:solidFill>
            </a:endParaRPr>
          </a:p>
        </p:txBody>
      </p:sp>
    </p:spTree>
    <p:extLst>
      <p:ext uri="{BB962C8B-B14F-4D97-AF65-F5344CB8AC3E}">
        <p14:creationId xmlns:p14="http://schemas.microsoft.com/office/powerpoint/2010/main" val="255327681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8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838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6172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fld id="{AD786B27-129B-4F3D-BC93-2BECBFB1835F}" type="datetimeFigureOut">
              <a:rPr lang="en-US" smtClean="0">
                <a:solidFill>
                  <a:srgbClr val="95A5A6">
                    <a:tint val="75000"/>
                  </a:srgbClr>
                </a:solidFill>
              </a:rPr>
              <a:pPr/>
              <a:t>9/2/16</a:t>
            </a:fld>
            <a:endParaRPr lang="en-US">
              <a:solidFill>
                <a:srgbClr val="95A5A6">
                  <a:tint val="75000"/>
                </a:srgbClr>
              </a:solidFill>
            </a:endParaRPr>
          </a:p>
        </p:txBody>
      </p:sp>
      <p:sp>
        <p:nvSpPr>
          <p:cNvPr id="6" name="Footer Placeholder 5"/>
          <p:cNvSpPr>
            <a:spLocks noGrp="1"/>
          </p:cNvSpPr>
          <p:nvPr>
            <p:ph type="ftr" sz="quarter" idx="11"/>
          </p:nvPr>
        </p:nvSpPr>
        <p:spPr/>
        <p:txBody>
          <a:bodyPr/>
          <a:lstStyle/>
          <a:p>
            <a:endParaRPr lang="en-US">
              <a:solidFill>
                <a:srgbClr val="95A5A6">
                  <a:tint val="75000"/>
                </a:srgbClr>
              </a:solidFill>
            </a:endParaRPr>
          </a:p>
        </p:txBody>
      </p:sp>
      <p:sp>
        <p:nvSpPr>
          <p:cNvPr id="7" name="Slide Number Placeholder 6"/>
          <p:cNvSpPr>
            <a:spLocks noGrp="1"/>
          </p:cNvSpPr>
          <p:nvPr>
            <p:ph type="sldNum" sz="quarter" idx="12"/>
          </p:nvPr>
        </p:nvSpPr>
        <p:spPr/>
        <p:txBody>
          <a:bodyPr/>
          <a:lstStyle/>
          <a:p>
            <a:fld id="{AEE38F98-4105-40A7-8991-7A498960FD3A}" type="slidenum">
              <a:rPr lang="en-US" smtClean="0">
                <a:solidFill>
                  <a:srgbClr val="95A5A6">
                    <a:tint val="75000"/>
                  </a:srgbClr>
                </a:solidFill>
              </a:rPr>
              <a:pPr/>
              <a:t>‹#›</a:t>
            </a:fld>
            <a:endParaRPr lang="en-US">
              <a:solidFill>
                <a:srgbClr val="95A5A6">
                  <a:tint val="75000"/>
                </a:srgbClr>
              </a:solidFill>
            </a:endParaRPr>
          </a:p>
        </p:txBody>
      </p:sp>
    </p:spTree>
    <p:extLst>
      <p:ext uri="{BB962C8B-B14F-4D97-AF65-F5344CB8AC3E}">
        <p14:creationId xmlns:p14="http://schemas.microsoft.com/office/powerpoint/2010/main" val="69938529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8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smtClean="0"/>
              <a:t>Click to edit Master title style</a:t>
            </a:r>
            <a:endParaRPr lang="en-US"/>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fld id="{AD786B27-129B-4F3D-BC93-2BECBFB1835F}" type="datetimeFigureOut">
              <a:rPr lang="en-US" smtClean="0">
                <a:solidFill>
                  <a:srgbClr val="95A5A6">
                    <a:tint val="75000"/>
                  </a:srgbClr>
                </a:solidFill>
              </a:rPr>
              <a:pPr/>
              <a:t>9/2/16</a:t>
            </a:fld>
            <a:endParaRPr lang="en-US">
              <a:solidFill>
                <a:srgbClr val="95A5A6">
                  <a:tint val="75000"/>
                </a:srgbClr>
              </a:solidFill>
            </a:endParaRPr>
          </a:p>
        </p:txBody>
      </p:sp>
      <p:sp>
        <p:nvSpPr>
          <p:cNvPr id="8" name="Footer Placeholder 7"/>
          <p:cNvSpPr>
            <a:spLocks noGrp="1"/>
          </p:cNvSpPr>
          <p:nvPr>
            <p:ph type="ftr" sz="quarter" idx="11"/>
          </p:nvPr>
        </p:nvSpPr>
        <p:spPr/>
        <p:txBody>
          <a:bodyPr/>
          <a:lstStyle/>
          <a:p>
            <a:endParaRPr lang="en-US">
              <a:solidFill>
                <a:srgbClr val="95A5A6">
                  <a:tint val="75000"/>
                </a:srgbClr>
              </a:solidFill>
            </a:endParaRPr>
          </a:p>
        </p:txBody>
      </p:sp>
      <p:sp>
        <p:nvSpPr>
          <p:cNvPr id="9" name="Slide Number Placeholder 8"/>
          <p:cNvSpPr>
            <a:spLocks noGrp="1"/>
          </p:cNvSpPr>
          <p:nvPr>
            <p:ph type="sldNum" sz="quarter" idx="12"/>
          </p:nvPr>
        </p:nvSpPr>
        <p:spPr/>
        <p:txBody>
          <a:bodyPr/>
          <a:lstStyle/>
          <a:p>
            <a:fld id="{AEE38F98-4105-40A7-8991-7A498960FD3A}" type="slidenum">
              <a:rPr lang="en-US" smtClean="0">
                <a:solidFill>
                  <a:srgbClr val="95A5A6">
                    <a:tint val="75000"/>
                  </a:srgbClr>
                </a:solidFill>
              </a:rPr>
              <a:pPr/>
              <a:t>‹#›</a:t>
            </a:fld>
            <a:endParaRPr lang="en-US">
              <a:solidFill>
                <a:srgbClr val="95A5A6">
                  <a:tint val="75000"/>
                </a:srgbClr>
              </a:solidFill>
            </a:endParaRPr>
          </a:p>
        </p:txBody>
      </p:sp>
    </p:spTree>
    <p:extLst>
      <p:ext uri="{BB962C8B-B14F-4D97-AF65-F5344CB8AC3E}">
        <p14:creationId xmlns:p14="http://schemas.microsoft.com/office/powerpoint/2010/main" val="21022448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8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AD786B27-129B-4F3D-BC93-2BECBFB1835F}" type="datetimeFigureOut">
              <a:rPr lang="en-US" smtClean="0">
                <a:solidFill>
                  <a:srgbClr val="95A5A6">
                    <a:tint val="75000"/>
                  </a:srgbClr>
                </a:solidFill>
              </a:rPr>
              <a:pPr/>
              <a:t>9/2/16</a:t>
            </a:fld>
            <a:endParaRPr lang="en-US">
              <a:solidFill>
                <a:srgbClr val="95A5A6">
                  <a:tint val="75000"/>
                </a:srgbClr>
              </a:solidFill>
            </a:endParaRPr>
          </a:p>
        </p:txBody>
      </p:sp>
      <p:sp>
        <p:nvSpPr>
          <p:cNvPr id="4" name="Footer Placeholder 3"/>
          <p:cNvSpPr>
            <a:spLocks noGrp="1"/>
          </p:cNvSpPr>
          <p:nvPr>
            <p:ph type="ftr" sz="quarter" idx="11"/>
          </p:nvPr>
        </p:nvSpPr>
        <p:spPr/>
        <p:txBody>
          <a:bodyPr/>
          <a:lstStyle/>
          <a:p>
            <a:endParaRPr lang="en-US">
              <a:solidFill>
                <a:srgbClr val="95A5A6">
                  <a:tint val="75000"/>
                </a:srgbClr>
              </a:solidFill>
            </a:endParaRPr>
          </a:p>
        </p:txBody>
      </p:sp>
      <p:sp>
        <p:nvSpPr>
          <p:cNvPr id="5" name="Slide Number Placeholder 4"/>
          <p:cNvSpPr>
            <a:spLocks noGrp="1"/>
          </p:cNvSpPr>
          <p:nvPr>
            <p:ph type="sldNum" sz="quarter" idx="12"/>
          </p:nvPr>
        </p:nvSpPr>
        <p:spPr/>
        <p:txBody>
          <a:bodyPr/>
          <a:lstStyle/>
          <a:p>
            <a:fld id="{AEE38F98-4105-40A7-8991-7A498960FD3A}" type="slidenum">
              <a:rPr lang="en-US" smtClean="0">
                <a:solidFill>
                  <a:srgbClr val="95A5A6">
                    <a:tint val="75000"/>
                  </a:srgbClr>
                </a:solidFill>
              </a:rPr>
              <a:pPr/>
              <a:t>‹#›</a:t>
            </a:fld>
            <a:endParaRPr lang="en-US">
              <a:solidFill>
                <a:srgbClr val="95A5A6">
                  <a:tint val="75000"/>
                </a:srgbClr>
              </a:solidFill>
            </a:endParaRPr>
          </a:p>
        </p:txBody>
      </p:sp>
    </p:spTree>
    <p:extLst>
      <p:ext uri="{BB962C8B-B14F-4D97-AF65-F5344CB8AC3E}">
        <p14:creationId xmlns:p14="http://schemas.microsoft.com/office/powerpoint/2010/main" val="109151199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9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AD786B27-129B-4F3D-BC93-2BECBFB1835F}" type="datetimeFigureOut">
              <a:rPr lang="en-US" smtClean="0">
                <a:solidFill>
                  <a:srgbClr val="95A5A6">
                    <a:tint val="75000"/>
                  </a:srgbClr>
                </a:solidFill>
              </a:rPr>
              <a:pPr/>
              <a:t>9/2/16</a:t>
            </a:fld>
            <a:endParaRPr lang="en-US">
              <a:solidFill>
                <a:srgbClr val="95A5A6">
                  <a:tint val="75000"/>
                </a:srgbClr>
              </a:solidFill>
            </a:endParaRPr>
          </a:p>
        </p:txBody>
      </p:sp>
      <p:sp>
        <p:nvSpPr>
          <p:cNvPr id="3" name="Footer Placeholder 2"/>
          <p:cNvSpPr>
            <a:spLocks noGrp="1"/>
          </p:cNvSpPr>
          <p:nvPr>
            <p:ph type="ftr" sz="quarter" idx="11"/>
          </p:nvPr>
        </p:nvSpPr>
        <p:spPr/>
        <p:txBody>
          <a:bodyPr/>
          <a:lstStyle/>
          <a:p>
            <a:endParaRPr lang="en-US">
              <a:solidFill>
                <a:srgbClr val="95A5A6">
                  <a:tint val="75000"/>
                </a:srgbClr>
              </a:solidFill>
            </a:endParaRPr>
          </a:p>
        </p:txBody>
      </p:sp>
      <p:sp>
        <p:nvSpPr>
          <p:cNvPr id="4" name="Slide Number Placeholder 3"/>
          <p:cNvSpPr>
            <a:spLocks noGrp="1"/>
          </p:cNvSpPr>
          <p:nvPr>
            <p:ph type="sldNum" sz="quarter" idx="12"/>
          </p:nvPr>
        </p:nvSpPr>
        <p:spPr/>
        <p:txBody>
          <a:bodyPr/>
          <a:lstStyle/>
          <a:p>
            <a:fld id="{AEE38F98-4105-40A7-8991-7A498960FD3A}" type="slidenum">
              <a:rPr lang="en-US" smtClean="0">
                <a:solidFill>
                  <a:srgbClr val="95A5A6">
                    <a:tint val="75000"/>
                  </a:srgbClr>
                </a:solidFill>
              </a:rPr>
              <a:pPr/>
              <a:t>‹#›</a:t>
            </a:fld>
            <a:endParaRPr lang="en-US">
              <a:solidFill>
                <a:srgbClr val="95A5A6">
                  <a:tint val="75000"/>
                </a:srgbClr>
              </a:solidFill>
            </a:endParaRPr>
          </a:p>
        </p:txBody>
      </p:sp>
    </p:spTree>
    <p:extLst>
      <p:ext uri="{BB962C8B-B14F-4D97-AF65-F5344CB8AC3E}">
        <p14:creationId xmlns:p14="http://schemas.microsoft.com/office/powerpoint/2010/main" val="388474293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9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AD786B27-129B-4F3D-BC93-2BECBFB1835F}" type="datetimeFigureOut">
              <a:rPr lang="en-US" smtClean="0">
                <a:solidFill>
                  <a:srgbClr val="95A5A6">
                    <a:tint val="75000"/>
                  </a:srgbClr>
                </a:solidFill>
              </a:rPr>
              <a:pPr/>
              <a:t>9/2/16</a:t>
            </a:fld>
            <a:endParaRPr lang="en-US">
              <a:solidFill>
                <a:srgbClr val="95A5A6">
                  <a:tint val="75000"/>
                </a:srgbClr>
              </a:solidFill>
            </a:endParaRPr>
          </a:p>
        </p:txBody>
      </p:sp>
      <p:sp>
        <p:nvSpPr>
          <p:cNvPr id="6" name="Footer Placeholder 5"/>
          <p:cNvSpPr>
            <a:spLocks noGrp="1"/>
          </p:cNvSpPr>
          <p:nvPr>
            <p:ph type="ftr" sz="quarter" idx="11"/>
          </p:nvPr>
        </p:nvSpPr>
        <p:spPr/>
        <p:txBody>
          <a:bodyPr/>
          <a:lstStyle/>
          <a:p>
            <a:endParaRPr lang="en-US">
              <a:solidFill>
                <a:srgbClr val="95A5A6">
                  <a:tint val="75000"/>
                </a:srgbClr>
              </a:solidFill>
            </a:endParaRPr>
          </a:p>
        </p:txBody>
      </p:sp>
      <p:sp>
        <p:nvSpPr>
          <p:cNvPr id="7" name="Slide Number Placeholder 6"/>
          <p:cNvSpPr>
            <a:spLocks noGrp="1"/>
          </p:cNvSpPr>
          <p:nvPr>
            <p:ph type="sldNum" sz="quarter" idx="12"/>
          </p:nvPr>
        </p:nvSpPr>
        <p:spPr/>
        <p:txBody>
          <a:bodyPr/>
          <a:lstStyle/>
          <a:p>
            <a:fld id="{AEE38F98-4105-40A7-8991-7A498960FD3A}" type="slidenum">
              <a:rPr lang="en-US" smtClean="0">
                <a:solidFill>
                  <a:srgbClr val="95A5A6">
                    <a:tint val="75000"/>
                  </a:srgbClr>
                </a:solidFill>
              </a:rPr>
              <a:pPr/>
              <a:t>‹#›</a:t>
            </a:fld>
            <a:endParaRPr lang="en-US">
              <a:solidFill>
                <a:srgbClr val="95A5A6">
                  <a:tint val="75000"/>
                </a:srgbClr>
              </a:solidFill>
            </a:endParaRPr>
          </a:p>
        </p:txBody>
      </p:sp>
    </p:spTree>
    <p:extLst>
      <p:ext uri="{BB962C8B-B14F-4D97-AF65-F5344CB8AC3E}">
        <p14:creationId xmlns:p14="http://schemas.microsoft.com/office/powerpoint/2010/main" val="420005263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9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a:p>
        </p:txBody>
      </p:sp>
      <p:sp>
        <p:nvSpPr>
          <p:cNvPr id="3" name="Picture Placeholder 2"/>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AD786B27-129B-4F3D-BC93-2BECBFB1835F}" type="datetimeFigureOut">
              <a:rPr lang="en-US" smtClean="0">
                <a:solidFill>
                  <a:srgbClr val="95A5A6">
                    <a:tint val="75000"/>
                  </a:srgbClr>
                </a:solidFill>
              </a:rPr>
              <a:pPr/>
              <a:t>9/2/16</a:t>
            </a:fld>
            <a:endParaRPr lang="en-US">
              <a:solidFill>
                <a:srgbClr val="95A5A6">
                  <a:tint val="75000"/>
                </a:srgbClr>
              </a:solidFill>
            </a:endParaRPr>
          </a:p>
        </p:txBody>
      </p:sp>
      <p:sp>
        <p:nvSpPr>
          <p:cNvPr id="6" name="Footer Placeholder 5"/>
          <p:cNvSpPr>
            <a:spLocks noGrp="1"/>
          </p:cNvSpPr>
          <p:nvPr>
            <p:ph type="ftr" sz="quarter" idx="11"/>
          </p:nvPr>
        </p:nvSpPr>
        <p:spPr/>
        <p:txBody>
          <a:bodyPr/>
          <a:lstStyle/>
          <a:p>
            <a:endParaRPr lang="en-US">
              <a:solidFill>
                <a:srgbClr val="95A5A6">
                  <a:tint val="75000"/>
                </a:srgbClr>
              </a:solidFill>
            </a:endParaRPr>
          </a:p>
        </p:txBody>
      </p:sp>
      <p:sp>
        <p:nvSpPr>
          <p:cNvPr id="7" name="Slide Number Placeholder 6"/>
          <p:cNvSpPr>
            <a:spLocks noGrp="1"/>
          </p:cNvSpPr>
          <p:nvPr>
            <p:ph type="sldNum" sz="quarter" idx="12"/>
          </p:nvPr>
        </p:nvSpPr>
        <p:spPr/>
        <p:txBody>
          <a:bodyPr/>
          <a:lstStyle/>
          <a:p>
            <a:fld id="{AEE38F98-4105-40A7-8991-7A498960FD3A}" type="slidenum">
              <a:rPr lang="en-US" smtClean="0">
                <a:solidFill>
                  <a:srgbClr val="95A5A6">
                    <a:tint val="75000"/>
                  </a:srgbClr>
                </a:solidFill>
              </a:rPr>
              <a:pPr/>
              <a:t>‹#›</a:t>
            </a:fld>
            <a:endParaRPr lang="en-US">
              <a:solidFill>
                <a:srgbClr val="95A5A6">
                  <a:tint val="75000"/>
                </a:srgbClr>
              </a:solidFill>
            </a:endParaRPr>
          </a:p>
        </p:txBody>
      </p:sp>
    </p:spTree>
    <p:extLst>
      <p:ext uri="{BB962C8B-B14F-4D97-AF65-F5344CB8AC3E}">
        <p14:creationId xmlns:p14="http://schemas.microsoft.com/office/powerpoint/2010/main" val="16955418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9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AD786B27-129B-4F3D-BC93-2BECBFB1835F}" type="datetimeFigureOut">
              <a:rPr lang="en-US" smtClean="0">
                <a:solidFill>
                  <a:srgbClr val="95A5A6">
                    <a:tint val="75000"/>
                  </a:srgbClr>
                </a:solidFill>
              </a:rPr>
              <a:pPr/>
              <a:t>9/2/16</a:t>
            </a:fld>
            <a:endParaRPr lang="en-US">
              <a:solidFill>
                <a:srgbClr val="95A5A6">
                  <a:tint val="75000"/>
                </a:srgbClr>
              </a:solidFill>
            </a:endParaRPr>
          </a:p>
        </p:txBody>
      </p:sp>
      <p:sp>
        <p:nvSpPr>
          <p:cNvPr id="5" name="Footer Placeholder 4"/>
          <p:cNvSpPr>
            <a:spLocks noGrp="1"/>
          </p:cNvSpPr>
          <p:nvPr>
            <p:ph type="ftr" sz="quarter" idx="11"/>
          </p:nvPr>
        </p:nvSpPr>
        <p:spPr/>
        <p:txBody>
          <a:bodyPr/>
          <a:lstStyle/>
          <a:p>
            <a:endParaRPr lang="en-US">
              <a:solidFill>
                <a:srgbClr val="95A5A6">
                  <a:tint val="75000"/>
                </a:srgbClr>
              </a:solidFill>
            </a:endParaRPr>
          </a:p>
        </p:txBody>
      </p:sp>
      <p:sp>
        <p:nvSpPr>
          <p:cNvPr id="6" name="Slide Number Placeholder 5"/>
          <p:cNvSpPr>
            <a:spLocks noGrp="1"/>
          </p:cNvSpPr>
          <p:nvPr>
            <p:ph type="sldNum" sz="quarter" idx="12"/>
          </p:nvPr>
        </p:nvSpPr>
        <p:spPr/>
        <p:txBody>
          <a:bodyPr/>
          <a:lstStyle/>
          <a:p>
            <a:fld id="{AEE38F98-4105-40A7-8991-7A498960FD3A}" type="slidenum">
              <a:rPr lang="en-US" smtClean="0">
                <a:solidFill>
                  <a:srgbClr val="95A5A6">
                    <a:tint val="75000"/>
                  </a:srgbClr>
                </a:solidFill>
              </a:rPr>
              <a:pPr/>
              <a:t>‹#›</a:t>
            </a:fld>
            <a:endParaRPr lang="en-US">
              <a:solidFill>
                <a:srgbClr val="95A5A6">
                  <a:tint val="75000"/>
                </a:srgbClr>
              </a:solidFill>
            </a:endParaRPr>
          </a:p>
        </p:txBody>
      </p:sp>
    </p:spTree>
    <p:extLst>
      <p:ext uri="{BB962C8B-B14F-4D97-AF65-F5344CB8AC3E}">
        <p14:creationId xmlns:p14="http://schemas.microsoft.com/office/powerpoint/2010/main" val="120455297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9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AD786B27-129B-4F3D-BC93-2BECBFB1835F}" type="datetimeFigureOut">
              <a:rPr lang="en-US" smtClean="0">
                <a:solidFill>
                  <a:srgbClr val="95A5A6">
                    <a:tint val="75000"/>
                  </a:srgbClr>
                </a:solidFill>
              </a:rPr>
              <a:pPr/>
              <a:t>9/2/16</a:t>
            </a:fld>
            <a:endParaRPr lang="en-US">
              <a:solidFill>
                <a:srgbClr val="95A5A6">
                  <a:tint val="75000"/>
                </a:srgbClr>
              </a:solidFill>
            </a:endParaRPr>
          </a:p>
        </p:txBody>
      </p:sp>
      <p:sp>
        <p:nvSpPr>
          <p:cNvPr id="5" name="Footer Placeholder 4"/>
          <p:cNvSpPr>
            <a:spLocks noGrp="1"/>
          </p:cNvSpPr>
          <p:nvPr>
            <p:ph type="ftr" sz="quarter" idx="11"/>
          </p:nvPr>
        </p:nvSpPr>
        <p:spPr/>
        <p:txBody>
          <a:bodyPr/>
          <a:lstStyle/>
          <a:p>
            <a:endParaRPr lang="en-US">
              <a:solidFill>
                <a:srgbClr val="95A5A6">
                  <a:tint val="75000"/>
                </a:srgbClr>
              </a:solidFill>
            </a:endParaRPr>
          </a:p>
        </p:txBody>
      </p:sp>
      <p:sp>
        <p:nvSpPr>
          <p:cNvPr id="6" name="Slide Number Placeholder 5"/>
          <p:cNvSpPr>
            <a:spLocks noGrp="1"/>
          </p:cNvSpPr>
          <p:nvPr>
            <p:ph type="sldNum" sz="quarter" idx="12"/>
          </p:nvPr>
        </p:nvSpPr>
        <p:spPr/>
        <p:txBody>
          <a:bodyPr/>
          <a:lstStyle/>
          <a:p>
            <a:fld id="{AEE38F98-4105-40A7-8991-7A498960FD3A}" type="slidenum">
              <a:rPr lang="en-US" smtClean="0">
                <a:solidFill>
                  <a:srgbClr val="95A5A6">
                    <a:tint val="75000"/>
                  </a:srgbClr>
                </a:solidFill>
              </a:rPr>
              <a:pPr/>
              <a:t>‹#›</a:t>
            </a:fld>
            <a:endParaRPr lang="en-US">
              <a:solidFill>
                <a:srgbClr val="95A5A6">
                  <a:tint val="75000"/>
                </a:srgbClr>
              </a:solidFill>
            </a:endParaRPr>
          </a:p>
        </p:txBody>
      </p:sp>
    </p:spTree>
    <p:extLst>
      <p:ext uri="{BB962C8B-B14F-4D97-AF65-F5344CB8AC3E}">
        <p14:creationId xmlns:p14="http://schemas.microsoft.com/office/powerpoint/2010/main" val="426596672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9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310875579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96.xml><?xml version="1.0" encoding="utf-8"?>
<p:sldLayout xmlns:a="http://schemas.openxmlformats.org/drawingml/2006/main" xmlns:r="http://schemas.openxmlformats.org/officeDocument/2006/relationships" xmlns:p="http://schemas.openxmlformats.org/presentationml/2006/main" preserve="1" userDrawn="1">
  <p:cSld name="12_Custom Layout">
    <p:spTree>
      <p:nvGrpSpPr>
        <p:cNvPr id="1" name=""/>
        <p:cNvGrpSpPr/>
        <p:nvPr/>
      </p:nvGrpSpPr>
      <p:grpSpPr>
        <a:xfrm>
          <a:off x="0" y="0"/>
          <a:ext cx="0" cy="0"/>
          <a:chOff x="0" y="0"/>
          <a:chExt cx="0" cy="0"/>
        </a:xfrm>
      </p:grpSpPr>
      <p:sp>
        <p:nvSpPr>
          <p:cNvPr id="6" name="Rectangle 5"/>
          <p:cNvSpPr/>
          <p:nvPr userDrawn="1"/>
        </p:nvSpPr>
        <p:spPr>
          <a:xfrm>
            <a:off x="0" y="0"/>
            <a:ext cx="12192000" cy="5095569"/>
          </a:xfrm>
          <a:prstGeom prst="rect">
            <a:avLst/>
          </a:prstGeom>
          <a:solidFill>
            <a:schemeClr val="accent1"/>
          </a:solidFill>
          <a:ln>
            <a:noFill/>
          </a:ln>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pic>
        <p:nvPicPr>
          <p:cNvPr id="29" name="Picture 28"/>
          <p:cNvPicPr>
            <a:picLocks noChangeAspect="1"/>
          </p:cNvPicPr>
          <p:nvPr userDrawn="1"/>
        </p:nvPicPr>
        <p:blipFill rotWithShape="1">
          <a:blip r:embed="rId2" cstate="print">
            <a:extLst>
              <a:ext uri="{28A0092B-C50C-407E-A947-70E740481C1C}">
                <a14:useLocalDpi xmlns:a14="http://schemas.microsoft.com/office/drawing/2010/main" val="0"/>
              </a:ext>
            </a:extLst>
          </a:blip>
          <a:srcRect l="5354" t="8440" r="6203" b="10137"/>
          <a:stretch/>
        </p:blipFill>
        <p:spPr>
          <a:xfrm rot="16200000">
            <a:off x="1972459" y="1093844"/>
            <a:ext cx="3478736" cy="4423114"/>
          </a:xfrm>
          <a:prstGeom prst="rect">
            <a:avLst/>
          </a:prstGeom>
          <a:effectLst/>
        </p:spPr>
      </p:pic>
      <p:sp>
        <p:nvSpPr>
          <p:cNvPr id="30" name="Rectangle 29"/>
          <p:cNvSpPr>
            <a:spLocks noChangeAspect="1"/>
          </p:cNvSpPr>
          <p:nvPr userDrawn="1"/>
        </p:nvSpPr>
        <p:spPr>
          <a:xfrm>
            <a:off x="2002971" y="2061576"/>
            <a:ext cx="3341481" cy="244511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41" name="Picture Placeholder 40"/>
          <p:cNvSpPr>
            <a:spLocks noGrp="1"/>
          </p:cNvSpPr>
          <p:nvPr>
            <p:ph type="pic" sz="quarter" idx="10"/>
          </p:nvPr>
        </p:nvSpPr>
        <p:spPr>
          <a:xfrm>
            <a:off x="2002971" y="2061576"/>
            <a:ext cx="3341481" cy="2445110"/>
          </a:xfrm>
        </p:spPr>
        <p:txBody>
          <a:bodyPr/>
          <a:lstStyle/>
          <a:p>
            <a:endParaRPr lang="en-US"/>
          </a:p>
        </p:txBody>
      </p:sp>
    </p:spTree>
    <p:extLst>
      <p:ext uri="{BB962C8B-B14F-4D97-AF65-F5344CB8AC3E}">
        <p14:creationId xmlns:p14="http://schemas.microsoft.com/office/powerpoint/2010/main" val="314189922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4" presetClass="entr" presetSubtype="10"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randombar(horizontal)">
                                      <p:cBhvr>
                                        <p:cTn id="7" dur="500"/>
                                        <p:tgtEl>
                                          <p:spTgt spid="6"/>
                                        </p:tgtEl>
                                      </p:cBhvr>
                                    </p:animEffect>
                                  </p:childTnLst>
                                </p:cTn>
                              </p:par>
                            </p:childTnLst>
                          </p:cTn>
                        </p:par>
                        <p:par>
                          <p:cTn id="8" fill="hold">
                            <p:stCondLst>
                              <p:cond delay="500"/>
                            </p:stCondLst>
                            <p:childTnLst>
                              <p:par>
                                <p:cTn id="9" presetID="2" presetClass="entr" presetSubtype="4" fill="hold" nodeType="afterEffect">
                                  <p:stCondLst>
                                    <p:cond delay="0"/>
                                  </p:stCondLst>
                                  <p:childTnLst>
                                    <p:set>
                                      <p:cBhvr>
                                        <p:cTn id="10" dur="1" fill="hold">
                                          <p:stCondLst>
                                            <p:cond delay="0"/>
                                          </p:stCondLst>
                                        </p:cTn>
                                        <p:tgtEl>
                                          <p:spTgt spid="29"/>
                                        </p:tgtEl>
                                        <p:attrNameLst>
                                          <p:attrName>style.visibility</p:attrName>
                                        </p:attrNameLst>
                                      </p:cBhvr>
                                      <p:to>
                                        <p:strVal val="visible"/>
                                      </p:to>
                                    </p:set>
                                    <p:anim calcmode="lin" valueType="num">
                                      <p:cBhvr additive="base">
                                        <p:cTn id="11" dur="250" fill="hold"/>
                                        <p:tgtEl>
                                          <p:spTgt spid="29"/>
                                        </p:tgtEl>
                                        <p:attrNameLst>
                                          <p:attrName>ppt_x</p:attrName>
                                        </p:attrNameLst>
                                      </p:cBhvr>
                                      <p:tavLst>
                                        <p:tav tm="0">
                                          <p:val>
                                            <p:strVal val="#ppt_x"/>
                                          </p:val>
                                        </p:tav>
                                        <p:tav tm="100000">
                                          <p:val>
                                            <p:strVal val="#ppt_x"/>
                                          </p:val>
                                        </p:tav>
                                      </p:tavLst>
                                    </p:anim>
                                    <p:anim calcmode="lin" valueType="num">
                                      <p:cBhvr additive="base">
                                        <p:cTn id="12" dur="250" fill="hold"/>
                                        <p:tgtEl>
                                          <p:spTgt spid="29"/>
                                        </p:tgtEl>
                                        <p:attrNameLst>
                                          <p:attrName>ppt_y</p:attrName>
                                        </p:attrNameLst>
                                      </p:cBhvr>
                                      <p:tavLst>
                                        <p:tav tm="0">
                                          <p:val>
                                            <p:strVal val="1+#ppt_h/2"/>
                                          </p:val>
                                        </p:tav>
                                        <p:tav tm="100000">
                                          <p:val>
                                            <p:strVal val="#ppt_y"/>
                                          </p:val>
                                        </p:tav>
                                      </p:tavLst>
                                    </p:anim>
                                  </p:childTnLst>
                                </p:cTn>
                              </p:par>
                            </p:childTnLst>
                          </p:cTn>
                        </p:par>
                        <p:par>
                          <p:cTn id="13" fill="hold">
                            <p:stCondLst>
                              <p:cond delay="750"/>
                            </p:stCondLst>
                            <p:childTnLst>
                              <p:par>
                                <p:cTn id="14" presetID="2" presetClass="entr" presetSubtype="4" fill="hold" grpId="0" nodeType="afterEffect">
                                  <p:stCondLst>
                                    <p:cond delay="0"/>
                                  </p:stCondLst>
                                  <p:childTnLst>
                                    <p:set>
                                      <p:cBhvr>
                                        <p:cTn id="15" dur="1" fill="hold">
                                          <p:stCondLst>
                                            <p:cond delay="0"/>
                                          </p:stCondLst>
                                        </p:cTn>
                                        <p:tgtEl>
                                          <p:spTgt spid="30"/>
                                        </p:tgtEl>
                                        <p:attrNameLst>
                                          <p:attrName>style.visibility</p:attrName>
                                        </p:attrNameLst>
                                      </p:cBhvr>
                                      <p:to>
                                        <p:strVal val="visible"/>
                                      </p:to>
                                    </p:set>
                                    <p:anim calcmode="lin" valueType="num">
                                      <p:cBhvr additive="base">
                                        <p:cTn id="16" dur="250" fill="hold"/>
                                        <p:tgtEl>
                                          <p:spTgt spid="30"/>
                                        </p:tgtEl>
                                        <p:attrNameLst>
                                          <p:attrName>ppt_x</p:attrName>
                                        </p:attrNameLst>
                                      </p:cBhvr>
                                      <p:tavLst>
                                        <p:tav tm="0">
                                          <p:val>
                                            <p:strVal val="#ppt_x"/>
                                          </p:val>
                                        </p:tav>
                                        <p:tav tm="100000">
                                          <p:val>
                                            <p:strVal val="#ppt_x"/>
                                          </p:val>
                                        </p:tav>
                                      </p:tavLst>
                                    </p:anim>
                                    <p:anim calcmode="lin" valueType="num">
                                      <p:cBhvr additive="base">
                                        <p:cTn id="17" dur="250" fill="hold"/>
                                        <p:tgtEl>
                                          <p:spTgt spid="3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30" grpId="0" animBg="1"/>
    </p:bldLst>
  </p:timing>
</p:sldLayout>
</file>

<file path=ppt/slideLayouts/slideLayout97.xml><?xml version="1.0" encoding="utf-8"?>
<p:sldLayout xmlns:a="http://schemas.openxmlformats.org/drawingml/2006/main" xmlns:r="http://schemas.openxmlformats.org/officeDocument/2006/relationships" xmlns:p="http://schemas.openxmlformats.org/presentationml/2006/main" preserve="1" userDrawn="1">
  <p:cSld name="14_Custom Layout">
    <p:spTree>
      <p:nvGrpSpPr>
        <p:cNvPr id="1" name=""/>
        <p:cNvGrpSpPr/>
        <p:nvPr/>
      </p:nvGrpSpPr>
      <p:grpSpPr>
        <a:xfrm>
          <a:off x="0" y="0"/>
          <a:ext cx="0" cy="0"/>
          <a:chOff x="0" y="0"/>
          <a:chExt cx="0" cy="0"/>
        </a:xfrm>
      </p:grpSpPr>
      <p:sp>
        <p:nvSpPr>
          <p:cNvPr id="6" name="Rectangle 5"/>
          <p:cNvSpPr/>
          <p:nvPr userDrawn="1"/>
        </p:nvSpPr>
        <p:spPr>
          <a:xfrm flipH="1">
            <a:off x="0" y="-1"/>
            <a:ext cx="12192000" cy="504529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7" name="Rectangle 6"/>
          <p:cNvSpPr/>
          <p:nvPr userDrawn="1"/>
        </p:nvSpPr>
        <p:spPr>
          <a:xfrm>
            <a:off x="0" y="0"/>
            <a:ext cx="12191999" cy="5045294"/>
          </a:xfrm>
          <a:prstGeom prst="rect">
            <a:avLst/>
          </a:prstGeom>
          <a:solidFill>
            <a:schemeClr val="tx2">
              <a:lumMod val="50000"/>
              <a:alpha val="75000"/>
            </a:schemeClr>
          </a:solidFill>
          <a:ln>
            <a:noFill/>
          </a:ln>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pic>
        <p:nvPicPr>
          <p:cNvPr id="33" name="Picture 32"/>
          <p:cNvPicPr>
            <a:picLocks noChangeAspect="1"/>
          </p:cNvPicPr>
          <p:nvPr userDrawn="1"/>
        </p:nvPicPr>
        <p:blipFill rotWithShape="1">
          <a:blip r:embed="rId2" cstate="print">
            <a:extLst>
              <a:ext uri="{28A0092B-C50C-407E-A947-70E740481C1C}">
                <a14:useLocalDpi xmlns:a14="http://schemas.microsoft.com/office/drawing/2010/main" val="0"/>
              </a:ext>
            </a:extLst>
          </a:blip>
          <a:srcRect l="19221" t="29398" r="17922" b="13718"/>
          <a:stretch/>
        </p:blipFill>
        <p:spPr>
          <a:xfrm>
            <a:off x="509714" y="1572550"/>
            <a:ext cx="5617574" cy="3389114"/>
          </a:xfrm>
          <a:prstGeom prst="rect">
            <a:avLst/>
          </a:prstGeom>
        </p:spPr>
      </p:pic>
      <p:sp>
        <p:nvSpPr>
          <p:cNvPr id="34" name="Rectangle 33"/>
          <p:cNvSpPr/>
          <p:nvPr userDrawn="1"/>
        </p:nvSpPr>
        <p:spPr>
          <a:xfrm>
            <a:off x="1328639" y="1971593"/>
            <a:ext cx="3892642" cy="244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44" name="Picture Placeholder 43"/>
          <p:cNvSpPr>
            <a:spLocks noGrp="1"/>
          </p:cNvSpPr>
          <p:nvPr>
            <p:ph type="pic" sz="quarter" idx="10"/>
          </p:nvPr>
        </p:nvSpPr>
        <p:spPr>
          <a:xfrm>
            <a:off x="1328637" y="1959007"/>
            <a:ext cx="3892643" cy="2460586"/>
          </a:xfrm>
        </p:spPr>
        <p:txBody>
          <a:bodyPr/>
          <a:lstStyle/>
          <a:p>
            <a:endParaRPr lang="en-US"/>
          </a:p>
        </p:txBody>
      </p:sp>
    </p:spTree>
    <p:extLst>
      <p:ext uri="{BB962C8B-B14F-4D97-AF65-F5344CB8AC3E}">
        <p14:creationId xmlns:p14="http://schemas.microsoft.com/office/powerpoint/2010/main" val="22505102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98.xml><?xml version="1.0" encoding="utf-8"?>
<p:sldLayout xmlns:a="http://schemas.openxmlformats.org/drawingml/2006/main" xmlns:r="http://schemas.openxmlformats.org/officeDocument/2006/relationships" xmlns:p="http://schemas.openxmlformats.org/presentationml/2006/main" preserve="1" userDrawn="1">
  <p:cSld name="6_Title Slide">
    <p:spTree>
      <p:nvGrpSpPr>
        <p:cNvPr id="1" name=""/>
        <p:cNvGrpSpPr/>
        <p:nvPr/>
      </p:nvGrpSpPr>
      <p:grpSpPr>
        <a:xfrm>
          <a:off x="0" y="0"/>
          <a:ext cx="0" cy="0"/>
          <a:chOff x="0" y="0"/>
          <a:chExt cx="0" cy="0"/>
        </a:xfrm>
      </p:grpSpPr>
      <p:sp>
        <p:nvSpPr>
          <p:cNvPr id="31" name="Picture Placeholder 30"/>
          <p:cNvSpPr>
            <a:spLocks noGrp="1"/>
          </p:cNvSpPr>
          <p:nvPr>
            <p:ph type="pic" sz="quarter" idx="10"/>
          </p:nvPr>
        </p:nvSpPr>
        <p:spPr>
          <a:xfrm>
            <a:off x="0" y="-9591"/>
            <a:ext cx="2290067" cy="2458632"/>
          </a:xfrm>
        </p:spPr>
        <p:txBody>
          <a:bodyPr>
            <a:normAutofit/>
          </a:bodyPr>
          <a:lstStyle>
            <a:lvl1pPr marL="0" indent="0">
              <a:buNone/>
              <a:defRPr sz="1400"/>
            </a:lvl1pPr>
          </a:lstStyle>
          <a:p>
            <a:endParaRPr lang="en-US"/>
          </a:p>
        </p:txBody>
      </p:sp>
      <p:sp>
        <p:nvSpPr>
          <p:cNvPr id="32" name="Picture Placeholder 30"/>
          <p:cNvSpPr>
            <a:spLocks noGrp="1"/>
          </p:cNvSpPr>
          <p:nvPr>
            <p:ph type="pic" sz="quarter" idx="11"/>
          </p:nvPr>
        </p:nvSpPr>
        <p:spPr>
          <a:xfrm>
            <a:off x="4792386" y="-9591"/>
            <a:ext cx="2501330" cy="2458632"/>
          </a:xfrm>
        </p:spPr>
        <p:txBody>
          <a:bodyPr>
            <a:normAutofit/>
          </a:bodyPr>
          <a:lstStyle>
            <a:lvl1pPr marL="0" indent="0">
              <a:buNone/>
              <a:defRPr sz="1400"/>
            </a:lvl1pPr>
          </a:lstStyle>
          <a:p>
            <a:endParaRPr lang="en-US"/>
          </a:p>
        </p:txBody>
      </p:sp>
      <p:sp>
        <p:nvSpPr>
          <p:cNvPr id="33" name="Picture Placeholder 30"/>
          <p:cNvSpPr>
            <a:spLocks noGrp="1"/>
          </p:cNvSpPr>
          <p:nvPr>
            <p:ph type="pic" sz="quarter" idx="12"/>
          </p:nvPr>
        </p:nvSpPr>
        <p:spPr>
          <a:xfrm>
            <a:off x="2299120" y="2449041"/>
            <a:ext cx="2489332" cy="2458633"/>
          </a:xfrm>
        </p:spPr>
        <p:txBody>
          <a:bodyPr>
            <a:normAutofit/>
          </a:bodyPr>
          <a:lstStyle>
            <a:lvl1pPr marL="0" indent="0">
              <a:buNone/>
              <a:defRPr sz="1400"/>
            </a:lvl1pPr>
          </a:lstStyle>
          <a:p>
            <a:endParaRPr lang="en-US"/>
          </a:p>
        </p:txBody>
      </p:sp>
      <p:sp>
        <p:nvSpPr>
          <p:cNvPr id="34" name="Picture Placeholder 30"/>
          <p:cNvSpPr>
            <a:spLocks noGrp="1"/>
          </p:cNvSpPr>
          <p:nvPr>
            <p:ph type="pic" sz="quarter" idx="13"/>
          </p:nvPr>
        </p:nvSpPr>
        <p:spPr>
          <a:xfrm>
            <a:off x="7285651" y="2449041"/>
            <a:ext cx="2504782" cy="2458633"/>
          </a:xfrm>
        </p:spPr>
        <p:txBody>
          <a:bodyPr>
            <a:normAutofit/>
          </a:bodyPr>
          <a:lstStyle>
            <a:lvl1pPr marL="0" indent="0">
              <a:buNone/>
              <a:defRPr sz="1400"/>
            </a:lvl1pPr>
          </a:lstStyle>
          <a:p>
            <a:endParaRPr lang="en-US" dirty="0"/>
          </a:p>
        </p:txBody>
      </p:sp>
      <p:sp>
        <p:nvSpPr>
          <p:cNvPr id="35" name="Picture Placeholder 30"/>
          <p:cNvSpPr>
            <a:spLocks noGrp="1"/>
          </p:cNvSpPr>
          <p:nvPr>
            <p:ph type="pic" sz="quarter" idx="14"/>
          </p:nvPr>
        </p:nvSpPr>
        <p:spPr>
          <a:xfrm>
            <a:off x="9782368" y="-9591"/>
            <a:ext cx="2409632" cy="2458631"/>
          </a:xfrm>
        </p:spPr>
        <p:txBody>
          <a:bodyPr>
            <a:normAutofit/>
          </a:bodyPr>
          <a:lstStyle>
            <a:lvl1pPr marL="0" indent="0">
              <a:buNone/>
              <a:defRPr sz="1400"/>
            </a:lvl1pPr>
          </a:lstStyle>
          <a:p>
            <a:endParaRPr lang="en-US"/>
          </a:p>
        </p:txBody>
      </p:sp>
      <p:sp>
        <p:nvSpPr>
          <p:cNvPr id="8" name="Rectangle 7"/>
          <p:cNvSpPr/>
          <p:nvPr/>
        </p:nvSpPr>
        <p:spPr>
          <a:xfrm>
            <a:off x="7285651" y="-9590"/>
            <a:ext cx="2500839" cy="2458634"/>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13" name="Rectangle 12"/>
          <p:cNvSpPr/>
          <p:nvPr userDrawn="1"/>
        </p:nvSpPr>
        <p:spPr>
          <a:xfrm>
            <a:off x="0" y="2449044"/>
            <a:ext cx="2297644" cy="2458634"/>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17" name="Rectangle 16"/>
          <p:cNvSpPr/>
          <p:nvPr userDrawn="1"/>
        </p:nvSpPr>
        <p:spPr>
          <a:xfrm>
            <a:off x="4790722" y="2449044"/>
            <a:ext cx="2500839" cy="2458634"/>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21" name="Rectangle 20"/>
          <p:cNvSpPr/>
          <p:nvPr userDrawn="1"/>
        </p:nvSpPr>
        <p:spPr>
          <a:xfrm>
            <a:off x="9782368" y="2449041"/>
            <a:ext cx="2409632" cy="247315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25" name="Rectangle 24"/>
          <p:cNvSpPr/>
          <p:nvPr/>
        </p:nvSpPr>
        <p:spPr>
          <a:xfrm>
            <a:off x="2290069" y="-9590"/>
            <a:ext cx="2500840" cy="245863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Tree>
    <p:extLst>
      <p:ext uri="{BB962C8B-B14F-4D97-AF65-F5344CB8AC3E}">
        <p14:creationId xmlns:p14="http://schemas.microsoft.com/office/powerpoint/2010/main" val="21210791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99.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10" name="Picture Placeholder 9"/>
          <p:cNvSpPr>
            <a:spLocks noGrp="1"/>
          </p:cNvSpPr>
          <p:nvPr>
            <p:ph type="pic" sz="quarter" idx="10"/>
          </p:nvPr>
        </p:nvSpPr>
        <p:spPr>
          <a:xfrm>
            <a:off x="1055402" y="1783041"/>
            <a:ext cx="4779646" cy="3883456"/>
          </a:xfrm>
        </p:spPr>
        <p:txBody>
          <a:bodyPr/>
          <a:lstStyle/>
          <a:p>
            <a:endParaRPr lang="en-US"/>
          </a:p>
        </p:txBody>
      </p:sp>
    </p:spTree>
    <p:extLst>
      <p:ext uri="{BB962C8B-B14F-4D97-AF65-F5344CB8AC3E}">
        <p14:creationId xmlns:p14="http://schemas.microsoft.com/office/powerpoint/2010/main" val="338085537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100.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10" name="Picture Placeholder 9"/>
          <p:cNvSpPr>
            <a:spLocks noGrp="1"/>
          </p:cNvSpPr>
          <p:nvPr>
            <p:ph type="pic" sz="quarter" idx="10"/>
          </p:nvPr>
        </p:nvSpPr>
        <p:spPr>
          <a:xfrm>
            <a:off x="-1" y="1683839"/>
            <a:ext cx="8052887" cy="3883456"/>
          </a:xfrm>
        </p:spPr>
        <p:txBody>
          <a:bodyPr/>
          <a:lstStyle/>
          <a:p>
            <a:endParaRPr lang="en-US"/>
          </a:p>
        </p:txBody>
      </p:sp>
    </p:spTree>
    <p:extLst>
      <p:ext uri="{BB962C8B-B14F-4D97-AF65-F5344CB8AC3E}">
        <p14:creationId xmlns:p14="http://schemas.microsoft.com/office/powerpoint/2010/main" val="355039510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101.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19" name="Picture Placeholder 17"/>
          <p:cNvSpPr>
            <a:spLocks noGrp="1"/>
          </p:cNvSpPr>
          <p:nvPr>
            <p:ph type="pic" sz="quarter" idx="11"/>
          </p:nvPr>
        </p:nvSpPr>
        <p:spPr>
          <a:xfrm>
            <a:off x="6135624" y="1883664"/>
            <a:ext cx="1847088" cy="2542032"/>
          </a:xfrm>
        </p:spPr>
        <p:txBody>
          <a:bodyPr/>
          <a:lstStyle/>
          <a:p>
            <a:endParaRPr lang="en-US" dirty="0"/>
          </a:p>
        </p:txBody>
      </p:sp>
      <p:sp>
        <p:nvSpPr>
          <p:cNvPr id="20" name="Picture Placeholder 17"/>
          <p:cNvSpPr>
            <a:spLocks noGrp="1"/>
          </p:cNvSpPr>
          <p:nvPr>
            <p:ph type="pic" sz="quarter" idx="12"/>
          </p:nvPr>
        </p:nvSpPr>
        <p:spPr>
          <a:xfrm>
            <a:off x="4123944" y="1883664"/>
            <a:ext cx="1499616" cy="2542032"/>
          </a:xfrm>
        </p:spPr>
        <p:txBody>
          <a:bodyPr/>
          <a:lstStyle/>
          <a:p>
            <a:endParaRPr lang="en-US" dirty="0"/>
          </a:p>
        </p:txBody>
      </p:sp>
      <p:sp>
        <p:nvSpPr>
          <p:cNvPr id="18" name="Picture Placeholder 17"/>
          <p:cNvSpPr>
            <a:spLocks noGrp="1"/>
          </p:cNvSpPr>
          <p:nvPr>
            <p:ph type="pic" sz="quarter" idx="10"/>
          </p:nvPr>
        </p:nvSpPr>
        <p:spPr>
          <a:xfrm>
            <a:off x="5212080" y="1773936"/>
            <a:ext cx="1636776" cy="2843784"/>
          </a:xfrm>
        </p:spPr>
        <p:txBody>
          <a:bodyPr/>
          <a:lstStyle/>
          <a:p>
            <a:endParaRPr lang="en-US" dirty="0"/>
          </a:p>
        </p:txBody>
      </p:sp>
    </p:spTree>
    <p:extLst>
      <p:ext uri="{BB962C8B-B14F-4D97-AF65-F5344CB8AC3E}">
        <p14:creationId xmlns:p14="http://schemas.microsoft.com/office/powerpoint/2010/main" val="403691269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102.xml><?xml version="1.0" encoding="utf-8"?>
<p:sldLayout xmlns:a="http://schemas.openxmlformats.org/drawingml/2006/main" xmlns:r="http://schemas.openxmlformats.org/officeDocument/2006/relationships" xmlns:p="http://schemas.openxmlformats.org/presentationml/2006/main" preserve="1" userDrawn="1">
  <p:cSld name="7_Title Slide">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724211" y="2086084"/>
            <a:ext cx="3098385" cy="3046095"/>
          </a:xfrm>
        </p:spPr>
        <p:txBody>
          <a:bodyPr/>
          <a:lstStyle>
            <a:lvl1pPr marL="0" indent="0">
              <a:buNone/>
              <a:defRPr/>
            </a:lvl1pPr>
          </a:lstStyle>
          <a:p>
            <a:endParaRPr lang="en-US"/>
          </a:p>
        </p:txBody>
      </p:sp>
      <p:sp>
        <p:nvSpPr>
          <p:cNvPr id="18" name="Picture Placeholder 2"/>
          <p:cNvSpPr>
            <a:spLocks noGrp="1"/>
          </p:cNvSpPr>
          <p:nvPr>
            <p:ph type="pic" sz="quarter" idx="11"/>
          </p:nvPr>
        </p:nvSpPr>
        <p:spPr>
          <a:xfrm>
            <a:off x="4546808" y="2086084"/>
            <a:ext cx="3098385" cy="3046095"/>
          </a:xfrm>
        </p:spPr>
        <p:txBody>
          <a:bodyPr/>
          <a:lstStyle>
            <a:lvl1pPr marL="0" indent="0">
              <a:buNone/>
              <a:defRPr/>
            </a:lvl1pPr>
          </a:lstStyle>
          <a:p>
            <a:endParaRPr lang="en-US"/>
          </a:p>
        </p:txBody>
      </p:sp>
      <p:sp>
        <p:nvSpPr>
          <p:cNvPr id="19" name="Picture Placeholder 2"/>
          <p:cNvSpPr>
            <a:spLocks noGrp="1"/>
          </p:cNvSpPr>
          <p:nvPr>
            <p:ph type="pic" sz="quarter" idx="12"/>
          </p:nvPr>
        </p:nvSpPr>
        <p:spPr>
          <a:xfrm>
            <a:off x="8369403" y="2086084"/>
            <a:ext cx="3098385" cy="3046095"/>
          </a:xfrm>
        </p:spPr>
        <p:txBody>
          <a:bodyPr/>
          <a:lstStyle>
            <a:lvl1pPr marL="0" indent="0">
              <a:buNone/>
              <a:defRPr/>
            </a:lvl1pPr>
          </a:lstStyle>
          <a:p>
            <a:endParaRPr lang="en-US"/>
          </a:p>
        </p:txBody>
      </p:sp>
    </p:spTree>
    <p:extLst>
      <p:ext uri="{BB962C8B-B14F-4D97-AF65-F5344CB8AC3E}">
        <p14:creationId xmlns:p14="http://schemas.microsoft.com/office/powerpoint/2010/main" val="299076144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103.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
        <p:nvSpPr>
          <p:cNvPr id="8" name="Picture Placeholder 7"/>
          <p:cNvSpPr>
            <a:spLocks noGrp="1"/>
          </p:cNvSpPr>
          <p:nvPr>
            <p:ph type="pic" sz="quarter" idx="10"/>
          </p:nvPr>
        </p:nvSpPr>
        <p:spPr>
          <a:xfrm>
            <a:off x="0" y="0"/>
            <a:ext cx="12192000" cy="6858000"/>
          </a:xfrm>
        </p:spPr>
        <p:txBody>
          <a:bodyPr/>
          <a:lstStyle/>
          <a:p>
            <a:endParaRPr lang="en-US"/>
          </a:p>
        </p:txBody>
      </p:sp>
    </p:spTree>
    <p:extLst>
      <p:ext uri="{BB962C8B-B14F-4D97-AF65-F5344CB8AC3E}">
        <p14:creationId xmlns:p14="http://schemas.microsoft.com/office/powerpoint/2010/main" val="425931904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10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408099695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10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smtClean="0"/>
              <a:t>Click to edit Master title style</a:t>
            </a:r>
            <a:endParaRPr lang="en-US" dirty="0"/>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188341727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10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838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6172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6" name="Footer Placeholder 5"/>
          <p:cNvSpPr>
            <a:spLocks noGrp="1"/>
          </p:cNvSpPr>
          <p:nvPr>
            <p:ph type="ftr" sz="quarter" idx="11"/>
          </p:nvPr>
        </p:nvSpPr>
        <p:spPr/>
        <p:txBody>
          <a:bodyPr/>
          <a:lstStyle/>
          <a:p>
            <a:endParaRPr lang="id-ID">
              <a:solidFill>
                <a:prstClr val="black">
                  <a:tint val="75000"/>
                </a:prstClr>
              </a:solidFill>
            </a:endParaRPr>
          </a:p>
        </p:txBody>
      </p:sp>
      <p:sp>
        <p:nvSpPr>
          <p:cNvPr id="7" name="Slide Number Placeholder 6"/>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380707336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10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8" name="Footer Placeholder 7"/>
          <p:cNvSpPr>
            <a:spLocks noGrp="1"/>
          </p:cNvSpPr>
          <p:nvPr>
            <p:ph type="ftr" sz="quarter" idx="11"/>
          </p:nvPr>
        </p:nvSpPr>
        <p:spPr/>
        <p:txBody>
          <a:bodyPr/>
          <a:lstStyle/>
          <a:p>
            <a:endParaRPr lang="id-ID">
              <a:solidFill>
                <a:prstClr val="black">
                  <a:tint val="75000"/>
                </a:prstClr>
              </a:solidFill>
            </a:endParaRPr>
          </a:p>
        </p:txBody>
      </p:sp>
      <p:sp>
        <p:nvSpPr>
          <p:cNvPr id="9" name="Slide Number Placeholder 8"/>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10085958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10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Date Placeholder 2"/>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4" name="Footer Placeholder 3"/>
          <p:cNvSpPr>
            <a:spLocks noGrp="1"/>
          </p:cNvSpPr>
          <p:nvPr>
            <p:ph type="ftr" sz="quarter" idx="11"/>
          </p:nvPr>
        </p:nvSpPr>
        <p:spPr/>
        <p:txBody>
          <a:bodyPr/>
          <a:lstStyle/>
          <a:p>
            <a:endParaRPr lang="id-ID">
              <a:solidFill>
                <a:prstClr val="black">
                  <a:tint val="75000"/>
                </a:prstClr>
              </a:solidFill>
            </a:endParaRPr>
          </a:p>
        </p:txBody>
      </p:sp>
      <p:sp>
        <p:nvSpPr>
          <p:cNvPr id="5" name="Slide Number Placeholder 4"/>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147183196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10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3" name="Footer Placeholder 2"/>
          <p:cNvSpPr>
            <a:spLocks noGrp="1"/>
          </p:cNvSpPr>
          <p:nvPr>
            <p:ph type="ftr" sz="quarter" idx="11"/>
          </p:nvPr>
        </p:nvSpPr>
        <p:spPr/>
        <p:txBody>
          <a:bodyPr/>
          <a:lstStyle/>
          <a:p>
            <a:endParaRPr lang="id-ID">
              <a:solidFill>
                <a:prstClr val="black">
                  <a:tint val="75000"/>
                </a:prstClr>
              </a:solidFill>
            </a:endParaRPr>
          </a:p>
        </p:txBody>
      </p:sp>
      <p:sp>
        <p:nvSpPr>
          <p:cNvPr id="4" name="Slide Number Placeholder 3"/>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292678669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110.xml><?xml version="1.0" encoding="utf-8"?>
<p:sldLayout xmlns:a="http://schemas.openxmlformats.org/drawingml/2006/main" xmlns:r="http://schemas.openxmlformats.org/officeDocument/2006/relationships" xmlns:p="http://schemas.openxmlformats.org/presentationml/2006/main" preserve="1" userDrawn="1">
  <p:cSld name="13_Title Slide">
    <p:spTree>
      <p:nvGrpSpPr>
        <p:cNvPr id="1" name=""/>
        <p:cNvGrpSpPr/>
        <p:nvPr/>
      </p:nvGrpSpPr>
      <p:grpSpPr>
        <a:xfrm>
          <a:off x="0" y="0"/>
          <a:ext cx="0" cy="0"/>
          <a:chOff x="0" y="0"/>
          <a:chExt cx="0" cy="0"/>
        </a:xfrm>
      </p:grpSpPr>
      <p:sp>
        <p:nvSpPr>
          <p:cNvPr id="32" name="Oval 31"/>
          <p:cNvSpPr/>
          <p:nvPr userDrawn="1"/>
        </p:nvSpPr>
        <p:spPr>
          <a:xfrm>
            <a:off x="8749343" y="4405387"/>
            <a:ext cx="1666608" cy="1666608"/>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sz="2299">
              <a:solidFill>
                <a:prstClr val="white"/>
              </a:solidFill>
            </a:endParaRPr>
          </a:p>
        </p:txBody>
      </p:sp>
      <p:sp>
        <p:nvSpPr>
          <p:cNvPr id="34" name="Oval 33"/>
          <p:cNvSpPr/>
          <p:nvPr userDrawn="1"/>
        </p:nvSpPr>
        <p:spPr>
          <a:xfrm>
            <a:off x="8832080" y="4478599"/>
            <a:ext cx="1522962" cy="1522961"/>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sz="2299">
              <a:solidFill>
                <a:prstClr val="white"/>
              </a:solidFill>
            </a:endParaRPr>
          </a:p>
        </p:txBody>
      </p:sp>
      <p:sp>
        <p:nvSpPr>
          <p:cNvPr id="35" name="Picture Placeholder 8"/>
          <p:cNvSpPr>
            <a:spLocks noGrp="1"/>
          </p:cNvSpPr>
          <p:nvPr userDrawn="1">
            <p:ph type="pic" sz="quarter" idx="34"/>
          </p:nvPr>
        </p:nvSpPr>
        <p:spPr>
          <a:xfrm>
            <a:off x="8904825" y="4561147"/>
            <a:ext cx="1378814" cy="1378814"/>
          </a:xfrm>
          <a:prstGeom prst="ellipse">
            <a:avLst/>
          </a:prstGeom>
        </p:spPr>
        <p:txBody>
          <a:bodyPr/>
          <a:lstStyle>
            <a:lvl1pPr>
              <a:defRPr sz="1200">
                <a:solidFill>
                  <a:schemeClr val="bg1"/>
                </a:solidFill>
              </a:defRPr>
            </a:lvl1pPr>
          </a:lstStyle>
          <a:p>
            <a:endParaRPr lang="id-ID" dirty="0"/>
          </a:p>
        </p:txBody>
      </p:sp>
      <p:sp>
        <p:nvSpPr>
          <p:cNvPr id="19" name="Oval 18"/>
          <p:cNvSpPr/>
          <p:nvPr userDrawn="1"/>
        </p:nvSpPr>
        <p:spPr>
          <a:xfrm>
            <a:off x="1506715" y="4405387"/>
            <a:ext cx="1666608" cy="1666608"/>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sz="2299">
              <a:solidFill>
                <a:prstClr val="white"/>
              </a:solidFill>
            </a:endParaRPr>
          </a:p>
        </p:txBody>
      </p:sp>
      <p:sp>
        <p:nvSpPr>
          <p:cNvPr id="24" name="Oval 23"/>
          <p:cNvSpPr/>
          <p:nvPr userDrawn="1"/>
        </p:nvSpPr>
        <p:spPr>
          <a:xfrm>
            <a:off x="1589452" y="4478599"/>
            <a:ext cx="1522962" cy="1522961"/>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sz="2299">
              <a:solidFill>
                <a:prstClr val="white"/>
              </a:solidFill>
            </a:endParaRPr>
          </a:p>
        </p:txBody>
      </p:sp>
      <p:sp>
        <p:nvSpPr>
          <p:cNvPr id="25" name="Picture Placeholder 8"/>
          <p:cNvSpPr>
            <a:spLocks noGrp="1"/>
          </p:cNvSpPr>
          <p:nvPr userDrawn="1">
            <p:ph type="pic" sz="quarter" idx="10"/>
          </p:nvPr>
        </p:nvSpPr>
        <p:spPr>
          <a:xfrm>
            <a:off x="1662197" y="4561147"/>
            <a:ext cx="1378814" cy="1378814"/>
          </a:xfrm>
          <a:prstGeom prst="ellipse">
            <a:avLst/>
          </a:prstGeom>
        </p:spPr>
        <p:txBody>
          <a:bodyPr/>
          <a:lstStyle>
            <a:lvl1pPr>
              <a:defRPr sz="1200">
                <a:solidFill>
                  <a:schemeClr val="bg1"/>
                </a:solidFill>
              </a:defRPr>
            </a:lvl1pPr>
          </a:lstStyle>
          <a:p>
            <a:endParaRPr lang="id-ID" dirty="0"/>
          </a:p>
        </p:txBody>
      </p:sp>
      <p:sp>
        <p:nvSpPr>
          <p:cNvPr id="27" name="Oval 26"/>
          <p:cNvSpPr/>
          <p:nvPr userDrawn="1"/>
        </p:nvSpPr>
        <p:spPr>
          <a:xfrm>
            <a:off x="5186087" y="4405387"/>
            <a:ext cx="1666608" cy="1666608"/>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sz="2299">
              <a:solidFill>
                <a:prstClr val="white"/>
              </a:solidFill>
            </a:endParaRPr>
          </a:p>
        </p:txBody>
      </p:sp>
      <p:sp>
        <p:nvSpPr>
          <p:cNvPr id="29" name="Oval 28"/>
          <p:cNvSpPr/>
          <p:nvPr userDrawn="1"/>
        </p:nvSpPr>
        <p:spPr>
          <a:xfrm>
            <a:off x="5268823" y="4478599"/>
            <a:ext cx="1522962" cy="1522961"/>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sz="2299">
              <a:solidFill>
                <a:prstClr val="white"/>
              </a:solidFill>
            </a:endParaRPr>
          </a:p>
        </p:txBody>
      </p:sp>
      <p:sp>
        <p:nvSpPr>
          <p:cNvPr id="30" name="Picture Placeholder 8"/>
          <p:cNvSpPr>
            <a:spLocks noGrp="1"/>
          </p:cNvSpPr>
          <p:nvPr userDrawn="1">
            <p:ph type="pic" sz="quarter" idx="33"/>
          </p:nvPr>
        </p:nvSpPr>
        <p:spPr>
          <a:xfrm>
            <a:off x="5341569" y="4561147"/>
            <a:ext cx="1378814" cy="1378814"/>
          </a:xfrm>
          <a:prstGeom prst="ellipse">
            <a:avLst/>
          </a:prstGeom>
        </p:spPr>
        <p:txBody>
          <a:bodyPr/>
          <a:lstStyle>
            <a:lvl1pPr>
              <a:defRPr sz="1200">
                <a:solidFill>
                  <a:schemeClr val="bg1"/>
                </a:solidFill>
              </a:defRPr>
            </a:lvl1pPr>
          </a:lstStyle>
          <a:p>
            <a:endParaRPr lang="id-ID" dirty="0"/>
          </a:p>
        </p:txBody>
      </p:sp>
    </p:spTree>
    <p:extLst>
      <p:ext uri="{BB962C8B-B14F-4D97-AF65-F5344CB8AC3E}">
        <p14:creationId xmlns:p14="http://schemas.microsoft.com/office/powerpoint/2010/main" val="315212967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nodePh="1">
                                  <p:stCondLst>
                                    <p:cond delay="0"/>
                                  </p:stCondLst>
                                  <p:endCondLst>
                                    <p:cond evt="begin" delay="0">
                                      <p:tn val="5"/>
                                    </p:cond>
                                  </p:endCondLst>
                                  <p:childTnLst>
                                    <p:set>
                                      <p:cBhvr>
                                        <p:cTn id="6" dur="1" fill="hold">
                                          <p:stCondLst>
                                            <p:cond delay="0"/>
                                          </p:stCondLst>
                                        </p:cTn>
                                        <p:tgtEl>
                                          <p:spTgt spid="25"/>
                                        </p:tgtEl>
                                        <p:attrNameLst>
                                          <p:attrName>style.visibility</p:attrName>
                                        </p:attrNameLst>
                                      </p:cBhvr>
                                      <p:to>
                                        <p:strVal val="visible"/>
                                      </p:to>
                                    </p:set>
                                    <p:anim calcmode="lin" valueType="num">
                                      <p:cBhvr>
                                        <p:cTn id="7" dur="500" fill="hold"/>
                                        <p:tgtEl>
                                          <p:spTgt spid="25"/>
                                        </p:tgtEl>
                                        <p:attrNameLst>
                                          <p:attrName>ppt_w</p:attrName>
                                        </p:attrNameLst>
                                      </p:cBhvr>
                                      <p:tavLst>
                                        <p:tav tm="0">
                                          <p:val>
                                            <p:fltVal val="0"/>
                                          </p:val>
                                        </p:tav>
                                        <p:tav tm="100000">
                                          <p:val>
                                            <p:strVal val="#ppt_w"/>
                                          </p:val>
                                        </p:tav>
                                      </p:tavLst>
                                    </p:anim>
                                    <p:anim calcmode="lin" valueType="num">
                                      <p:cBhvr>
                                        <p:cTn id="8" dur="500" fill="hold"/>
                                        <p:tgtEl>
                                          <p:spTgt spid="25"/>
                                        </p:tgtEl>
                                        <p:attrNameLst>
                                          <p:attrName>ppt_h</p:attrName>
                                        </p:attrNameLst>
                                      </p:cBhvr>
                                      <p:tavLst>
                                        <p:tav tm="0">
                                          <p:val>
                                            <p:fltVal val="0"/>
                                          </p:val>
                                        </p:tav>
                                        <p:tav tm="100000">
                                          <p:val>
                                            <p:strVal val="#ppt_h"/>
                                          </p:val>
                                        </p:tav>
                                      </p:tavLst>
                                    </p:anim>
                                    <p:animEffect transition="in" filter="fade">
                                      <p:cBhvr>
                                        <p:cTn id="9" dur="500"/>
                                        <p:tgtEl>
                                          <p:spTgt spid="25"/>
                                        </p:tgtEl>
                                      </p:cBhvr>
                                    </p:animEffect>
                                  </p:childTnLst>
                                </p:cTn>
                              </p:par>
                              <p:par>
                                <p:cTn id="10" presetID="53" presetClass="entr" presetSubtype="16" fill="hold" grpId="0" nodeType="withEffect" nodePh="1">
                                  <p:stCondLst>
                                    <p:cond delay="0"/>
                                  </p:stCondLst>
                                  <p:endCondLst>
                                    <p:cond evt="begin" delay="0">
                                      <p:tn val="10"/>
                                    </p:cond>
                                  </p:endCondLst>
                                  <p:childTnLst>
                                    <p:set>
                                      <p:cBhvr>
                                        <p:cTn id="11" dur="1" fill="hold">
                                          <p:stCondLst>
                                            <p:cond delay="0"/>
                                          </p:stCondLst>
                                        </p:cTn>
                                        <p:tgtEl>
                                          <p:spTgt spid="30"/>
                                        </p:tgtEl>
                                        <p:attrNameLst>
                                          <p:attrName>style.visibility</p:attrName>
                                        </p:attrNameLst>
                                      </p:cBhvr>
                                      <p:to>
                                        <p:strVal val="visible"/>
                                      </p:to>
                                    </p:set>
                                    <p:anim calcmode="lin" valueType="num">
                                      <p:cBhvr>
                                        <p:cTn id="12" dur="500" fill="hold"/>
                                        <p:tgtEl>
                                          <p:spTgt spid="30"/>
                                        </p:tgtEl>
                                        <p:attrNameLst>
                                          <p:attrName>ppt_w</p:attrName>
                                        </p:attrNameLst>
                                      </p:cBhvr>
                                      <p:tavLst>
                                        <p:tav tm="0">
                                          <p:val>
                                            <p:fltVal val="0"/>
                                          </p:val>
                                        </p:tav>
                                        <p:tav tm="100000">
                                          <p:val>
                                            <p:strVal val="#ppt_w"/>
                                          </p:val>
                                        </p:tav>
                                      </p:tavLst>
                                    </p:anim>
                                    <p:anim calcmode="lin" valueType="num">
                                      <p:cBhvr>
                                        <p:cTn id="13" dur="500" fill="hold"/>
                                        <p:tgtEl>
                                          <p:spTgt spid="30"/>
                                        </p:tgtEl>
                                        <p:attrNameLst>
                                          <p:attrName>ppt_h</p:attrName>
                                        </p:attrNameLst>
                                      </p:cBhvr>
                                      <p:tavLst>
                                        <p:tav tm="0">
                                          <p:val>
                                            <p:fltVal val="0"/>
                                          </p:val>
                                        </p:tav>
                                        <p:tav tm="100000">
                                          <p:val>
                                            <p:strVal val="#ppt_h"/>
                                          </p:val>
                                        </p:tav>
                                      </p:tavLst>
                                    </p:anim>
                                    <p:animEffect transition="in" filter="fade">
                                      <p:cBhvr>
                                        <p:cTn id="14" dur="500"/>
                                        <p:tgtEl>
                                          <p:spTgt spid="30"/>
                                        </p:tgtEl>
                                      </p:cBhvr>
                                    </p:animEffect>
                                  </p:childTnLst>
                                </p:cTn>
                              </p:par>
                              <p:par>
                                <p:cTn id="15" presetID="53" presetClass="entr" presetSubtype="16" fill="hold" grpId="0" nodeType="withEffect" nodePh="1">
                                  <p:stCondLst>
                                    <p:cond delay="0"/>
                                  </p:stCondLst>
                                  <p:endCondLst>
                                    <p:cond evt="begin" delay="0">
                                      <p:tn val="15"/>
                                    </p:cond>
                                  </p:endCondLst>
                                  <p:childTnLst>
                                    <p:set>
                                      <p:cBhvr>
                                        <p:cTn id="16" dur="1" fill="hold">
                                          <p:stCondLst>
                                            <p:cond delay="0"/>
                                          </p:stCondLst>
                                        </p:cTn>
                                        <p:tgtEl>
                                          <p:spTgt spid="35"/>
                                        </p:tgtEl>
                                        <p:attrNameLst>
                                          <p:attrName>style.visibility</p:attrName>
                                        </p:attrNameLst>
                                      </p:cBhvr>
                                      <p:to>
                                        <p:strVal val="visible"/>
                                      </p:to>
                                    </p:set>
                                    <p:anim calcmode="lin" valueType="num">
                                      <p:cBhvr>
                                        <p:cTn id="17" dur="500" fill="hold"/>
                                        <p:tgtEl>
                                          <p:spTgt spid="35"/>
                                        </p:tgtEl>
                                        <p:attrNameLst>
                                          <p:attrName>ppt_w</p:attrName>
                                        </p:attrNameLst>
                                      </p:cBhvr>
                                      <p:tavLst>
                                        <p:tav tm="0">
                                          <p:val>
                                            <p:fltVal val="0"/>
                                          </p:val>
                                        </p:tav>
                                        <p:tav tm="100000">
                                          <p:val>
                                            <p:strVal val="#ppt_w"/>
                                          </p:val>
                                        </p:tav>
                                      </p:tavLst>
                                    </p:anim>
                                    <p:anim calcmode="lin" valueType="num">
                                      <p:cBhvr>
                                        <p:cTn id="18" dur="500" fill="hold"/>
                                        <p:tgtEl>
                                          <p:spTgt spid="35"/>
                                        </p:tgtEl>
                                        <p:attrNameLst>
                                          <p:attrName>ppt_h</p:attrName>
                                        </p:attrNameLst>
                                      </p:cBhvr>
                                      <p:tavLst>
                                        <p:tav tm="0">
                                          <p:val>
                                            <p:fltVal val="0"/>
                                          </p:val>
                                        </p:tav>
                                        <p:tav tm="100000">
                                          <p:val>
                                            <p:strVal val="#ppt_h"/>
                                          </p:val>
                                        </p:tav>
                                      </p:tavLst>
                                    </p:anim>
                                    <p:animEffect transition="in" filter="fade">
                                      <p:cBhvr>
                                        <p:cTn id="19" dur="5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 grpId="0"/>
      <p:bldP spid="25" grpId="0"/>
      <p:bldP spid="30" grpId="0"/>
    </p:bldLst>
  </p:timing>
</p:sldLayout>
</file>

<file path=ppt/slideLayouts/slideLayout111.xml><?xml version="1.0" encoding="utf-8"?>
<p:sldLayout xmlns:a="http://schemas.openxmlformats.org/drawingml/2006/main" xmlns:r="http://schemas.openxmlformats.org/officeDocument/2006/relationships" xmlns:p="http://schemas.openxmlformats.org/presentationml/2006/main" preserve="1" userDrawn="1">
  <p:cSld name="1_Blank">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2044700" y="2603500"/>
            <a:ext cx="4038600" cy="2895600"/>
          </a:xfrm>
        </p:spPr>
        <p:txBody>
          <a:bodyPr/>
          <a:lstStyle/>
          <a:p>
            <a:endParaRPr lang="en-US"/>
          </a:p>
        </p:txBody>
      </p:sp>
    </p:spTree>
    <p:extLst>
      <p:ext uri="{BB962C8B-B14F-4D97-AF65-F5344CB8AC3E}">
        <p14:creationId xmlns:p14="http://schemas.microsoft.com/office/powerpoint/2010/main" val="196520220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112.xml><?xml version="1.0" encoding="utf-8"?>
<p:sldLayout xmlns:a="http://schemas.openxmlformats.org/drawingml/2006/main" xmlns:r="http://schemas.openxmlformats.org/officeDocument/2006/relationships" xmlns:p="http://schemas.openxmlformats.org/presentationml/2006/main" preserve="1" userDrawn="1">
  <p:cSld name="2_Blank">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930999" y="1463724"/>
            <a:ext cx="4751343" cy="4020845"/>
          </a:xfrm>
        </p:spPr>
        <p:txBody>
          <a:bodyPr/>
          <a:lstStyle/>
          <a:p>
            <a:endParaRPr lang="en-US"/>
          </a:p>
        </p:txBody>
      </p:sp>
      <p:sp>
        <p:nvSpPr>
          <p:cNvPr id="7" name="Picture Placeholder 4"/>
          <p:cNvSpPr>
            <a:spLocks noGrp="1"/>
          </p:cNvSpPr>
          <p:nvPr>
            <p:ph type="pic" sz="quarter" idx="11"/>
          </p:nvPr>
        </p:nvSpPr>
        <p:spPr>
          <a:xfrm>
            <a:off x="6417278" y="1463724"/>
            <a:ext cx="4751343" cy="4020845"/>
          </a:xfrm>
        </p:spPr>
        <p:txBody>
          <a:bodyPr/>
          <a:lstStyle/>
          <a:p>
            <a:endParaRPr lang="en-US"/>
          </a:p>
        </p:txBody>
      </p:sp>
    </p:spTree>
    <p:extLst>
      <p:ext uri="{BB962C8B-B14F-4D97-AF65-F5344CB8AC3E}">
        <p14:creationId xmlns:p14="http://schemas.microsoft.com/office/powerpoint/2010/main" val="299941378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11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6" name="Footer Placeholder 5"/>
          <p:cNvSpPr>
            <a:spLocks noGrp="1"/>
          </p:cNvSpPr>
          <p:nvPr>
            <p:ph type="ftr" sz="quarter" idx="11"/>
          </p:nvPr>
        </p:nvSpPr>
        <p:spPr/>
        <p:txBody>
          <a:bodyPr/>
          <a:lstStyle/>
          <a:p>
            <a:endParaRPr lang="id-ID">
              <a:solidFill>
                <a:prstClr val="black">
                  <a:tint val="75000"/>
                </a:prstClr>
              </a:solidFill>
            </a:endParaRPr>
          </a:p>
        </p:txBody>
      </p:sp>
      <p:sp>
        <p:nvSpPr>
          <p:cNvPr id="7" name="Slide Number Placeholder 6"/>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413426010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11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5183188" y="987425"/>
            <a:ext cx="617220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6" name="Footer Placeholder 5"/>
          <p:cNvSpPr>
            <a:spLocks noGrp="1"/>
          </p:cNvSpPr>
          <p:nvPr>
            <p:ph type="ftr" sz="quarter" idx="11"/>
          </p:nvPr>
        </p:nvSpPr>
        <p:spPr/>
        <p:txBody>
          <a:bodyPr/>
          <a:lstStyle/>
          <a:p>
            <a:endParaRPr lang="id-ID">
              <a:solidFill>
                <a:prstClr val="black">
                  <a:tint val="75000"/>
                </a:prstClr>
              </a:solidFill>
            </a:endParaRPr>
          </a:p>
        </p:txBody>
      </p:sp>
      <p:sp>
        <p:nvSpPr>
          <p:cNvPr id="7" name="Slide Number Placeholder 6"/>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59398797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11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236965026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11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413421125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117.xml><?xml version="1.0" encoding="utf-8"?>
<p:sldLayout xmlns:a="http://schemas.openxmlformats.org/drawingml/2006/main" xmlns:r="http://schemas.openxmlformats.org/officeDocument/2006/relationships" xmlns:p="http://schemas.openxmlformats.org/presentationml/2006/main" userDrawn="1">
  <p:cSld name="2_Title Slide">
    <p:spTree>
      <p:nvGrpSpPr>
        <p:cNvPr id="1" name=""/>
        <p:cNvGrpSpPr/>
        <p:nvPr/>
      </p:nvGrpSpPr>
      <p:grpSpPr>
        <a:xfrm>
          <a:off x="0" y="0"/>
          <a:ext cx="0" cy="0"/>
          <a:chOff x="0" y="0"/>
          <a:chExt cx="0" cy="0"/>
        </a:xfrm>
      </p:grpSpPr>
      <p:sp>
        <p:nvSpPr>
          <p:cNvPr id="8" name="Picture Placeholder 7"/>
          <p:cNvSpPr>
            <a:spLocks noGrp="1"/>
          </p:cNvSpPr>
          <p:nvPr>
            <p:ph type="pic" sz="quarter" idx="10"/>
          </p:nvPr>
        </p:nvSpPr>
        <p:spPr>
          <a:xfrm>
            <a:off x="0" y="0"/>
            <a:ext cx="12192000" cy="6858000"/>
          </a:xfrm>
        </p:spPr>
        <p:txBody>
          <a:bodyPr/>
          <a:lstStyle/>
          <a:p>
            <a:endParaRPr lang="en-US"/>
          </a:p>
        </p:txBody>
      </p:sp>
    </p:spTree>
    <p:extLst>
      <p:ext uri="{BB962C8B-B14F-4D97-AF65-F5344CB8AC3E}">
        <p14:creationId xmlns:p14="http://schemas.microsoft.com/office/powerpoint/2010/main" val="293795385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118.xml><?xml version="1.0" encoding="utf-8"?>
<p:sldLayout xmlns:a="http://schemas.openxmlformats.org/drawingml/2006/main" xmlns:r="http://schemas.openxmlformats.org/officeDocument/2006/relationships" xmlns:p="http://schemas.openxmlformats.org/presentationml/2006/main" userDrawn="1">
  <p:cSld name="3_Meet_the_team">
    <p:spTree>
      <p:nvGrpSpPr>
        <p:cNvPr id="1" name=""/>
        <p:cNvGrpSpPr/>
        <p:nvPr/>
      </p:nvGrpSpPr>
      <p:grpSpPr>
        <a:xfrm>
          <a:off x="0" y="0"/>
          <a:ext cx="0" cy="0"/>
          <a:chOff x="0" y="0"/>
          <a:chExt cx="0" cy="0"/>
        </a:xfrm>
      </p:grpSpPr>
      <p:sp>
        <p:nvSpPr>
          <p:cNvPr id="5" name="Picture Placeholder 22"/>
          <p:cNvSpPr>
            <a:spLocks noGrp="1"/>
          </p:cNvSpPr>
          <p:nvPr>
            <p:ph type="pic" sz="quarter" idx="14"/>
          </p:nvPr>
        </p:nvSpPr>
        <p:spPr>
          <a:xfrm>
            <a:off x="988485" y="1821006"/>
            <a:ext cx="1822449" cy="1824566"/>
          </a:xfrm>
        </p:spPr>
        <p:txBody>
          <a:bodyPr>
            <a:normAutofit/>
          </a:bodyPr>
          <a:lstStyle>
            <a:lvl1pPr marL="0" indent="0">
              <a:buNone/>
              <a:defRPr sz="1440">
                <a:solidFill>
                  <a:schemeClr val="bg1"/>
                </a:solidFill>
                <a:latin typeface="Calibri Light"/>
                <a:cs typeface="Calibri Light"/>
              </a:defRPr>
            </a:lvl1pPr>
          </a:lstStyle>
          <a:p>
            <a:endParaRPr lang="id-ID" dirty="0"/>
          </a:p>
        </p:txBody>
      </p:sp>
    </p:spTree>
    <p:extLst>
      <p:ext uri="{BB962C8B-B14F-4D97-AF65-F5344CB8AC3E}">
        <p14:creationId xmlns:p14="http://schemas.microsoft.com/office/powerpoint/2010/main" val="69492113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119.xml><?xml version="1.0" encoding="utf-8"?>
<p:sldLayout xmlns:a="http://schemas.openxmlformats.org/drawingml/2006/main" xmlns:r="http://schemas.openxmlformats.org/officeDocument/2006/relationships" xmlns:p="http://schemas.openxmlformats.org/presentationml/2006/main" userDrawn="1">
  <p:cSld name="3_Title Slide">
    <p:spTree>
      <p:nvGrpSpPr>
        <p:cNvPr id="1" name=""/>
        <p:cNvGrpSpPr/>
        <p:nvPr/>
      </p:nvGrpSpPr>
      <p:grpSpPr>
        <a:xfrm>
          <a:off x="0" y="0"/>
          <a:ext cx="0" cy="0"/>
          <a:chOff x="0" y="0"/>
          <a:chExt cx="0" cy="0"/>
        </a:xfrm>
      </p:grpSpPr>
      <p:sp>
        <p:nvSpPr>
          <p:cNvPr id="8" name="Picture Placeholder 7"/>
          <p:cNvSpPr>
            <a:spLocks noGrp="1"/>
          </p:cNvSpPr>
          <p:nvPr>
            <p:ph type="pic" sz="quarter" idx="10"/>
          </p:nvPr>
        </p:nvSpPr>
        <p:spPr>
          <a:xfrm>
            <a:off x="0" y="0"/>
            <a:ext cx="12192000" cy="6858000"/>
          </a:xfrm>
        </p:spPr>
        <p:txBody>
          <a:bodyPr/>
          <a:lstStyle/>
          <a:p>
            <a:endParaRPr lang="en-US"/>
          </a:p>
        </p:txBody>
      </p:sp>
    </p:spTree>
    <p:extLst>
      <p:ext uri="{BB962C8B-B14F-4D97-AF65-F5344CB8AC3E}">
        <p14:creationId xmlns:p14="http://schemas.microsoft.com/office/powerpoint/2010/main" val="227668848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120.xml><?xml version="1.0" encoding="utf-8"?>
<p:sldLayout xmlns:a="http://schemas.openxmlformats.org/drawingml/2006/main" xmlns:r="http://schemas.openxmlformats.org/officeDocument/2006/relationships" xmlns:p="http://schemas.openxmlformats.org/presentationml/2006/main" userDrawn="1">
  <p:cSld name="17_Custom Layout">
    <p:spTree>
      <p:nvGrpSpPr>
        <p:cNvPr id="1" name=""/>
        <p:cNvGrpSpPr/>
        <p:nvPr/>
      </p:nvGrpSpPr>
      <p:grpSpPr>
        <a:xfrm>
          <a:off x="0" y="0"/>
          <a:ext cx="0" cy="0"/>
          <a:chOff x="0" y="0"/>
          <a:chExt cx="0" cy="0"/>
        </a:xfrm>
      </p:grpSpPr>
      <p:sp>
        <p:nvSpPr>
          <p:cNvPr id="8" name="Picture Placeholder 7"/>
          <p:cNvSpPr>
            <a:spLocks noGrp="1"/>
          </p:cNvSpPr>
          <p:nvPr>
            <p:ph type="pic" sz="quarter" idx="10"/>
          </p:nvPr>
        </p:nvSpPr>
        <p:spPr>
          <a:xfrm>
            <a:off x="1209968" y="2133600"/>
            <a:ext cx="1761019" cy="1925230"/>
          </a:xfrm>
        </p:spPr>
        <p:txBody>
          <a:bodyPr/>
          <a:lstStyle/>
          <a:p>
            <a:endParaRPr lang="en-US" dirty="0"/>
          </a:p>
        </p:txBody>
      </p:sp>
    </p:spTree>
    <p:extLst>
      <p:ext uri="{BB962C8B-B14F-4D97-AF65-F5344CB8AC3E}">
        <p14:creationId xmlns:p14="http://schemas.microsoft.com/office/powerpoint/2010/main" val="126048227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121.xml><?xml version="1.0" encoding="utf-8"?>
<p:sldLayout xmlns:a="http://schemas.openxmlformats.org/drawingml/2006/main" xmlns:r="http://schemas.openxmlformats.org/officeDocument/2006/relationships" xmlns:p="http://schemas.openxmlformats.org/presentationml/2006/main" userDrawn="1">
  <p:cSld name="28_Title Slide">
    <p:spTree>
      <p:nvGrpSpPr>
        <p:cNvPr id="1" name=""/>
        <p:cNvGrpSpPr/>
        <p:nvPr/>
      </p:nvGrpSpPr>
      <p:grpSpPr>
        <a:xfrm>
          <a:off x="0" y="0"/>
          <a:ext cx="0" cy="0"/>
          <a:chOff x="0" y="0"/>
          <a:chExt cx="0" cy="0"/>
        </a:xfrm>
      </p:grpSpPr>
      <p:sp>
        <p:nvSpPr>
          <p:cNvPr id="86" name="Picture Placeholder 2"/>
          <p:cNvSpPr>
            <a:spLocks noGrp="1"/>
          </p:cNvSpPr>
          <p:nvPr>
            <p:ph type="pic" sz="quarter" idx="36"/>
          </p:nvPr>
        </p:nvSpPr>
        <p:spPr>
          <a:xfrm>
            <a:off x="6304844" y="2133600"/>
            <a:ext cx="853440" cy="850392"/>
          </a:xfrm>
          <a:prstGeom prst="ellipse">
            <a:avLst/>
          </a:prstGeom>
          <a:ln w="19050">
            <a:noFill/>
          </a:ln>
        </p:spPr>
        <p:txBody>
          <a:bodyPr>
            <a:normAutofit/>
          </a:bodyPr>
          <a:lstStyle>
            <a:lvl1pPr marL="0" indent="0">
              <a:buNone/>
              <a:defRPr sz="1200">
                <a:solidFill>
                  <a:schemeClr val="bg1">
                    <a:lumMod val="50000"/>
                  </a:schemeClr>
                </a:solidFill>
                <a:latin typeface="Source Sans Pro Light"/>
              </a:defRPr>
            </a:lvl1pPr>
          </a:lstStyle>
          <a:p>
            <a:endParaRPr lang="en-US" dirty="0"/>
          </a:p>
        </p:txBody>
      </p:sp>
      <p:sp>
        <p:nvSpPr>
          <p:cNvPr id="87" name="Picture Placeholder 2"/>
          <p:cNvSpPr>
            <a:spLocks noGrp="1"/>
          </p:cNvSpPr>
          <p:nvPr>
            <p:ph type="pic" sz="quarter" idx="37"/>
          </p:nvPr>
        </p:nvSpPr>
        <p:spPr>
          <a:xfrm>
            <a:off x="6302356" y="4062132"/>
            <a:ext cx="853440" cy="850392"/>
          </a:xfrm>
          <a:prstGeom prst="ellipse">
            <a:avLst/>
          </a:prstGeom>
          <a:ln w="19050">
            <a:noFill/>
          </a:ln>
        </p:spPr>
        <p:txBody>
          <a:bodyPr>
            <a:normAutofit/>
          </a:bodyPr>
          <a:lstStyle>
            <a:lvl1pPr marL="0" indent="0">
              <a:buNone/>
              <a:defRPr sz="1200">
                <a:solidFill>
                  <a:schemeClr val="bg1">
                    <a:lumMod val="50000"/>
                  </a:schemeClr>
                </a:solidFill>
                <a:latin typeface="Source Sans Pro Light"/>
              </a:defRPr>
            </a:lvl1pPr>
          </a:lstStyle>
          <a:p>
            <a:endParaRPr lang="en-US" dirty="0"/>
          </a:p>
        </p:txBody>
      </p:sp>
      <p:sp>
        <p:nvSpPr>
          <p:cNvPr id="64" name="Picture Placeholder 2"/>
          <p:cNvSpPr>
            <a:spLocks noGrp="1"/>
          </p:cNvSpPr>
          <p:nvPr>
            <p:ph type="pic" sz="quarter" idx="29"/>
          </p:nvPr>
        </p:nvSpPr>
        <p:spPr>
          <a:xfrm>
            <a:off x="1248628" y="2133600"/>
            <a:ext cx="853440" cy="850392"/>
          </a:xfrm>
          <a:prstGeom prst="ellipse">
            <a:avLst/>
          </a:prstGeom>
          <a:ln w="19050">
            <a:noFill/>
          </a:ln>
        </p:spPr>
        <p:txBody>
          <a:bodyPr>
            <a:normAutofit/>
          </a:bodyPr>
          <a:lstStyle>
            <a:lvl1pPr marL="0" indent="0">
              <a:buNone/>
              <a:defRPr sz="1200">
                <a:solidFill>
                  <a:schemeClr val="bg1">
                    <a:lumMod val="50000"/>
                  </a:schemeClr>
                </a:solidFill>
                <a:latin typeface="Source Sans Pro Light"/>
              </a:defRPr>
            </a:lvl1pPr>
          </a:lstStyle>
          <a:p>
            <a:endParaRPr lang="en-US" dirty="0"/>
          </a:p>
        </p:txBody>
      </p:sp>
      <p:sp>
        <p:nvSpPr>
          <p:cNvPr id="26" name="Picture Placeholder 2"/>
          <p:cNvSpPr>
            <a:spLocks noGrp="1"/>
          </p:cNvSpPr>
          <p:nvPr>
            <p:ph type="pic" sz="quarter" idx="24"/>
          </p:nvPr>
        </p:nvSpPr>
        <p:spPr>
          <a:xfrm>
            <a:off x="1246140" y="4060545"/>
            <a:ext cx="853440" cy="850392"/>
          </a:xfrm>
          <a:prstGeom prst="ellipse">
            <a:avLst/>
          </a:prstGeom>
          <a:ln w="19050">
            <a:noFill/>
          </a:ln>
        </p:spPr>
        <p:txBody>
          <a:bodyPr>
            <a:normAutofit/>
          </a:bodyPr>
          <a:lstStyle>
            <a:lvl1pPr marL="0" indent="0">
              <a:buNone/>
              <a:defRPr sz="1200">
                <a:solidFill>
                  <a:schemeClr val="bg1">
                    <a:lumMod val="50000"/>
                  </a:schemeClr>
                </a:solidFill>
                <a:latin typeface="Source Sans Pro Light"/>
              </a:defRPr>
            </a:lvl1pPr>
          </a:lstStyle>
          <a:p>
            <a:endParaRPr lang="en-US" dirty="0"/>
          </a:p>
        </p:txBody>
      </p:sp>
    </p:spTree>
    <p:extLst>
      <p:ext uri="{BB962C8B-B14F-4D97-AF65-F5344CB8AC3E}">
        <p14:creationId xmlns:p14="http://schemas.microsoft.com/office/powerpoint/2010/main" val="395012842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64"/>
                                        </p:tgtEl>
                                        <p:attrNameLst>
                                          <p:attrName>style.visibility</p:attrName>
                                        </p:attrNameLst>
                                      </p:cBhvr>
                                      <p:to>
                                        <p:strVal val="visible"/>
                                      </p:to>
                                    </p:set>
                                    <p:animEffect transition="in" filter="fade">
                                      <p:cBhvr>
                                        <p:cTn id="7" dur="500"/>
                                        <p:tgtEl>
                                          <p:spTgt spid="64"/>
                                        </p:tgtEl>
                                      </p:cBhvr>
                                    </p:animEffect>
                                  </p:childTnLst>
                                </p:cTn>
                              </p:par>
                            </p:childTnLst>
                          </p:cTn>
                        </p:par>
                        <p:par>
                          <p:cTn id="8" fill="hold">
                            <p:stCondLst>
                              <p:cond delay="500"/>
                            </p:stCondLst>
                            <p:childTnLst>
                              <p:par>
                                <p:cTn id="9" presetID="10" presetClass="entr" presetSubtype="0" fill="hold" grpId="0" nodeType="afterEffect" nodePh="1">
                                  <p:stCondLst>
                                    <p:cond delay="0"/>
                                  </p:stCondLst>
                                  <p:endCondLst>
                                    <p:cond evt="begin" delay="0">
                                      <p:tn val="9"/>
                                    </p:cond>
                                  </p:endCondLst>
                                  <p:childTnLst>
                                    <p:set>
                                      <p:cBhvr>
                                        <p:cTn id="10" dur="1" fill="hold">
                                          <p:stCondLst>
                                            <p:cond delay="0"/>
                                          </p:stCondLst>
                                        </p:cTn>
                                        <p:tgtEl>
                                          <p:spTgt spid="86"/>
                                        </p:tgtEl>
                                        <p:attrNameLst>
                                          <p:attrName>style.visibility</p:attrName>
                                        </p:attrNameLst>
                                      </p:cBhvr>
                                      <p:to>
                                        <p:strVal val="visible"/>
                                      </p:to>
                                    </p:set>
                                    <p:animEffect transition="in" filter="fade">
                                      <p:cBhvr>
                                        <p:cTn id="11" dur="500"/>
                                        <p:tgtEl>
                                          <p:spTgt spid="86"/>
                                        </p:tgtEl>
                                      </p:cBhvr>
                                    </p:animEffect>
                                  </p:childTnLst>
                                </p:cTn>
                              </p:par>
                            </p:childTnLst>
                          </p:cTn>
                        </p:par>
                        <p:par>
                          <p:cTn id="12" fill="hold">
                            <p:stCondLst>
                              <p:cond delay="1000"/>
                            </p:stCondLst>
                            <p:childTnLst>
                              <p:par>
                                <p:cTn id="13" presetID="10" presetClass="entr" presetSubtype="0" fill="hold" grpId="0" nodeType="afterEffect" nodePh="1">
                                  <p:stCondLst>
                                    <p:cond delay="0"/>
                                  </p:stCondLst>
                                  <p:endCondLst>
                                    <p:cond evt="begin" delay="0">
                                      <p:tn val="13"/>
                                    </p:cond>
                                  </p:endCondLst>
                                  <p:childTnLst>
                                    <p:set>
                                      <p:cBhvr>
                                        <p:cTn id="14" dur="1" fill="hold">
                                          <p:stCondLst>
                                            <p:cond delay="0"/>
                                          </p:stCondLst>
                                        </p:cTn>
                                        <p:tgtEl>
                                          <p:spTgt spid="26"/>
                                        </p:tgtEl>
                                        <p:attrNameLst>
                                          <p:attrName>style.visibility</p:attrName>
                                        </p:attrNameLst>
                                      </p:cBhvr>
                                      <p:to>
                                        <p:strVal val="visible"/>
                                      </p:to>
                                    </p:set>
                                    <p:animEffect transition="in" filter="fade">
                                      <p:cBhvr>
                                        <p:cTn id="15" dur="500"/>
                                        <p:tgtEl>
                                          <p:spTgt spid="26"/>
                                        </p:tgtEl>
                                      </p:cBhvr>
                                    </p:animEffect>
                                  </p:childTnLst>
                                </p:cTn>
                              </p:par>
                            </p:childTnLst>
                          </p:cTn>
                        </p:par>
                        <p:par>
                          <p:cTn id="16" fill="hold">
                            <p:stCondLst>
                              <p:cond delay="1500"/>
                            </p:stCondLst>
                            <p:childTnLst>
                              <p:par>
                                <p:cTn id="17" presetID="10" presetClass="entr" presetSubtype="0" fill="hold" grpId="0" nodeType="afterEffect" nodePh="1">
                                  <p:stCondLst>
                                    <p:cond delay="0"/>
                                  </p:stCondLst>
                                  <p:endCondLst>
                                    <p:cond evt="begin" delay="0">
                                      <p:tn val="17"/>
                                    </p:cond>
                                  </p:endCondLst>
                                  <p:childTnLst>
                                    <p:set>
                                      <p:cBhvr>
                                        <p:cTn id="18" dur="1" fill="hold">
                                          <p:stCondLst>
                                            <p:cond delay="0"/>
                                          </p:stCondLst>
                                        </p:cTn>
                                        <p:tgtEl>
                                          <p:spTgt spid="87"/>
                                        </p:tgtEl>
                                        <p:attrNameLst>
                                          <p:attrName>style.visibility</p:attrName>
                                        </p:attrNameLst>
                                      </p:cBhvr>
                                      <p:to>
                                        <p:strVal val="visible"/>
                                      </p:to>
                                    </p:set>
                                    <p:animEffect transition="in" filter="fade">
                                      <p:cBhvr>
                                        <p:cTn id="19" dur="500"/>
                                        <p:tgtEl>
                                          <p:spTgt spid="8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6" grpId="0"/>
      <p:bldP spid="87" grpId="0"/>
      <p:bldP spid="64" grpId="0"/>
      <p:bldP spid="26" grpId="0"/>
    </p:bldLst>
  </p:timing>
</p:sldLayout>
</file>

<file path=ppt/slideLayouts/slideLayout122.xml><?xml version="1.0" encoding="utf-8"?>
<p:sldLayout xmlns:a="http://schemas.openxmlformats.org/drawingml/2006/main" xmlns:r="http://schemas.openxmlformats.org/officeDocument/2006/relationships" xmlns:p="http://schemas.openxmlformats.org/presentationml/2006/main" userDrawn="1">
  <p:cSld name="13_Custom Layout">
    <p:spTree>
      <p:nvGrpSpPr>
        <p:cNvPr id="1" name=""/>
        <p:cNvGrpSpPr/>
        <p:nvPr/>
      </p:nvGrpSpPr>
      <p:grpSpPr>
        <a:xfrm>
          <a:off x="0" y="0"/>
          <a:ext cx="0" cy="0"/>
          <a:chOff x="0" y="0"/>
          <a:chExt cx="0" cy="0"/>
        </a:xfrm>
      </p:grpSpPr>
      <p:sp>
        <p:nvSpPr>
          <p:cNvPr id="6" name="Picture Placeholder 10"/>
          <p:cNvSpPr>
            <a:spLocks noGrp="1"/>
          </p:cNvSpPr>
          <p:nvPr>
            <p:ph type="pic" sz="quarter" idx="12"/>
          </p:nvPr>
        </p:nvSpPr>
        <p:spPr>
          <a:xfrm>
            <a:off x="8272578" y="4343400"/>
            <a:ext cx="731521" cy="658368"/>
          </a:xfrm>
          <a:prstGeom prst="ellipse">
            <a:avLst/>
          </a:prstGeom>
        </p:spPr>
        <p:txBody>
          <a:bodyPr/>
          <a:lstStyle/>
          <a:p>
            <a:endParaRPr lang="en-US" dirty="0"/>
          </a:p>
        </p:txBody>
      </p:sp>
      <p:sp>
        <p:nvSpPr>
          <p:cNvPr id="7" name="Picture Placeholder 10"/>
          <p:cNvSpPr>
            <a:spLocks noGrp="1"/>
          </p:cNvSpPr>
          <p:nvPr>
            <p:ph type="pic" sz="quarter" idx="10"/>
          </p:nvPr>
        </p:nvSpPr>
        <p:spPr>
          <a:xfrm>
            <a:off x="1518535" y="4343400"/>
            <a:ext cx="731521" cy="658368"/>
          </a:xfrm>
          <a:prstGeom prst="ellipse">
            <a:avLst/>
          </a:prstGeom>
        </p:spPr>
        <p:txBody>
          <a:bodyPr/>
          <a:lstStyle/>
          <a:p>
            <a:endParaRPr lang="en-US"/>
          </a:p>
        </p:txBody>
      </p:sp>
      <p:sp>
        <p:nvSpPr>
          <p:cNvPr id="8" name="Picture Placeholder 10"/>
          <p:cNvSpPr>
            <a:spLocks noGrp="1"/>
          </p:cNvSpPr>
          <p:nvPr>
            <p:ph type="pic" sz="quarter" idx="11"/>
          </p:nvPr>
        </p:nvSpPr>
        <p:spPr>
          <a:xfrm>
            <a:off x="4896004" y="4343400"/>
            <a:ext cx="731521" cy="658368"/>
          </a:xfrm>
          <a:prstGeom prst="ellipse">
            <a:avLst/>
          </a:prstGeom>
        </p:spPr>
        <p:txBody>
          <a:bodyPr/>
          <a:lstStyle/>
          <a:p>
            <a:endParaRPr lang="en-US"/>
          </a:p>
        </p:txBody>
      </p:sp>
    </p:spTree>
    <p:extLst>
      <p:ext uri="{BB962C8B-B14F-4D97-AF65-F5344CB8AC3E}">
        <p14:creationId xmlns:p14="http://schemas.microsoft.com/office/powerpoint/2010/main" val="15078134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123.xml><?xml version="1.0" encoding="utf-8"?>
<p:sldLayout xmlns:a="http://schemas.openxmlformats.org/drawingml/2006/main" xmlns:r="http://schemas.openxmlformats.org/officeDocument/2006/relationships" xmlns:p="http://schemas.openxmlformats.org/presentationml/2006/main" userDrawn="1">
  <p:cSld name="3_Custom Layout">
    <p:spTree>
      <p:nvGrpSpPr>
        <p:cNvPr id="1" name=""/>
        <p:cNvGrpSpPr/>
        <p:nvPr/>
      </p:nvGrpSpPr>
      <p:grpSpPr>
        <a:xfrm>
          <a:off x="0" y="0"/>
          <a:ext cx="0" cy="0"/>
          <a:chOff x="0" y="0"/>
          <a:chExt cx="0" cy="0"/>
        </a:xfrm>
      </p:grpSpPr>
      <p:sp>
        <p:nvSpPr>
          <p:cNvPr id="13" name="Picture Placeholder 10"/>
          <p:cNvSpPr>
            <a:spLocks noGrp="1"/>
          </p:cNvSpPr>
          <p:nvPr>
            <p:ph type="pic" sz="quarter" idx="12"/>
          </p:nvPr>
        </p:nvSpPr>
        <p:spPr>
          <a:xfrm>
            <a:off x="7730836" y="1970810"/>
            <a:ext cx="2401455" cy="2401455"/>
          </a:xfrm>
        </p:spPr>
        <p:txBody>
          <a:bodyPr/>
          <a:lstStyle/>
          <a:p>
            <a:endParaRPr lang="en-US"/>
          </a:p>
        </p:txBody>
      </p:sp>
      <p:sp>
        <p:nvSpPr>
          <p:cNvPr id="11" name="Picture Placeholder 10"/>
          <p:cNvSpPr>
            <a:spLocks noGrp="1"/>
          </p:cNvSpPr>
          <p:nvPr>
            <p:ph type="pic" sz="quarter" idx="10"/>
          </p:nvPr>
        </p:nvSpPr>
        <p:spPr>
          <a:xfrm>
            <a:off x="2059710" y="1970810"/>
            <a:ext cx="2401455" cy="2401455"/>
          </a:xfrm>
        </p:spPr>
        <p:txBody>
          <a:bodyPr/>
          <a:lstStyle/>
          <a:p>
            <a:endParaRPr lang="en-US"/>
          </a:p>
        </p:txBody>
      </p:sp>
      <p:sp>
        <p:nvSpPr>
          <p:cNvPr id="12" name="Picture Placeholder 10"/>
          <p:cNvSpPr>
            <a:spLocks noGrp="1"/>
          </p:cNvSpPr>
          <p:nvPr>
            <p:ph type="pic" sz="quarter" idx="11"/>
          </p:nvPr>
        </p:nvSpPr>
        <p:spPr>
          <a:xfrm>
            <a:off x="4895273" y="1970810"/>
            <a:ext cx="2401455" cy="2401455"/>
          </a:xfrm>
        </p:spPr>
        <p:txBody>
          <a:bodyPr/>
          <a:lstStyle/>
          <a:p>
            <a:endParaRPr lang="en-US"/>
          </a:p>
        </p:txBody>
      </p:sp>
    </p:spTree>
    <p:extLst>
      <p:ext uri="{BB962C8B-B14F-4D97-AF65-F5344CB8AC3E}">
        <p14:creationId xmlns:p14="http://schemas.microsoft.com/office/powerpoint/2010/main" val="150060425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124.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sp>
        <p:nvSpPr>
          <p:cNvPr id="13" name="Picture Placeholder 10"/>
          <p:cNvSpPr>
            <a:spLocks noGrp="1"/>
          </p:cNvSpPr>
          <p:nvPr>
            <p:ph type="pic" sz="quarter" idx="12"/>
          </p:nvPr>
        </p:nvSpPr>
        <p:spPr>
          <a:xfrm>
            <a:off x="7946737" y="1856511"/>
            <a:ext cx="1984664" cy="1984664"/>
          </a:xfrm>
          <a:prstGeom prst="ellipse">
            <a:avLst/>
          </a:prstGeom>
        </p:spPr>
        <p:txBody>
          <a:bodyPr/>
          <a:lstStyle>
            <a:lvl1pPr marL="0" indent="0">
              <a:buNone/>
              <a:defRPr/>
            </a:lvl1pPr>
          </a:lstStyle>
          <a:p>
            <a:endParaRPr lang="en-US"/>
          </a:p>
        </p:txBody>
      </p:sp>
      <p:sp>
        <p:nvSpPr>
          <p:cNvPr id="11" name="Picture Placeholder 10"/>
          <p:cNvSpPr>
            <a:spLocks noGrp="1"/>
          </p:cNvSpPr>
          <p:nvPr>
            <p:ph type="pic" sz="quarter" idx="10"/>
          </p:nvPr>
        </p:nvSpPr>
        <p:spPr>
          <a:xfrm>
            <a:off x="2275611" y="1856511"/>
            <a:ext cx="1984664" cy="1984664"/>
          </a:xfrm>
          <a:prstGeom prst="ellipse">
            <a:avLst/>
          </a:prstGeom>
        </p:spPr>
        <p:txBody>
          <a:bodyPr/>
          <a:lstStyle>
            <a:lvl1pPr marL="0" indent="0">
              <a:buNone/>
              <a:defRPr/>
            </a:lvl1pPr>
          </a:lstStyle>
          <a:p>
            <a:endParaRPr lang="en-US" dirty="0"/>
          </a:p>
        </p:txBody>
      </p:sp>
      <p:sp>
        <p:nvSpPr>
          <p:cNvPr id="12" name="Picture Placeholder 10"/>
          <p:cNvSpPr>
            <a:spLocks noGrp="1"/>
          </p:cNvSpPr>
          <p:nvPr>
            <p:ph type="pic" sz="quarter" idx="11"/>
          </p:nvPr>
        </p:nvSpPr>
        <p:spPr>
          <a:xfrm>
            <a:off x="5111174" y="1856511"/>
            <a:ext cx="1984664" cy="1984664"/>
          </a:xfrm>
          <a:prstGeom prst="ellipse">
            <a:avLst/>
          </a:prstGeom>
        </p:spPr>
        <p:txBody>
          <a:bodyPr/>
          <a:lstStyle>
            <a:lvl1pPr marL="0" indent="0">
              <a:buNone/>
              <a:defRPr/>
            </a:lvl1pPr>
          </a:lstStyle>
          <a:p>
            <a:endParaRPr lang="en-US"/>
          </a:p>
        </p:txBody>
      </p:sp>
    </p:spTree>
    <p:extLst>
      <p:ext uri="{BB962C8B-B14F-4D97-AF65-F5344CB8AC3E}">
        <p14:creationId xmlns:p14="http://schemas.microsoft.com/office/powerpoint/2010/main" val="287848506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125.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13" name="Picture Placeholder 10"/>
          <p:cNvSpPr>
            <a:spLocks noGrp="1"/>
          </p:cNvSpPr>
          <p:nvPr>
            <p:ph type="pic" sz="quarter" idx="12"/>
          </p:nvPr>
        </p:nvSpPr>
        <p:spPr>
          <a:xfrm>
            <a:off x="5317837" y="2021611"/>
            <a:ext cx="1565564" cy="1565564"/>
          </a:xfrm>
        </p:spPr>
        <p:txBody>
          <a:bodyPr/>
          <a:lstStyle>
            <a:lvl1pPr marL="0" indent="0">
              <a:buNone/>
              <a:defRPr/>
            </a:lvl1pPr>
          </a:lstStyle>
          <a:p>
            <a:endParaRPr lang="en-US"/>
          </a:p>
        </p:txBody>
      </p:sp>
      <p:sp>
        <p:nvSpPr>
          <p:cNvPr id="11" name="Picture Placeholder 10"/>
          <p:cNvSpPr>
            <a:spLocks noGrp="1"/>
          </p:cNvSpPr>
          <p:nvPr>
            <p:ph type="pic" sz="quarter" idx="10"/>
          </p:nvPr>
        </p:nvSpPr>
        <p:spPr>
          <a:xfrm>
            <a:off x="1323111" y="2021611"/>
            <a:ext cx="1565564" cy="1565564"/>
          </a:xfrm>
        </p:spPr>
        <p:txBody>
          <a:bodyPr/>
          <a:lstStyle>
            <a:lvl1pPr marL="0" indent="0">
              <a:buNone/>
              <a:defRPr/>
            </a:lvl1pPr>
          </a:lstStyle>
          <a:p>
            <a:endParaRPr lang="en-US" dirty="0"/>
          </a:p>
        </p:txBody>
      </p:sp>
      <p:sp>
        <p:nvSpPr>
          <p:cNvPr id="12" name="Picture Placeholder 10"/>
          <p:cNvSpPr>
            <a:spLocks noGrp="1"/>
          </p:cNvSpPr>
          <p:nvPr>
            <p:ph type="pic" sz="quarter" idx="11"/>
          </p:nvPr>
        </p:nvSpPr>
        <p:spPr>
          <a:xfrm>
            <a:off x="3320474" y="2021611"/>
            <a:ext cx="1565564" cy="1565564"/>
          </a:xfrm>
        </p:spPr>
        <p:txBody>
          <a:bodyPr/>
          <a:lstStyle>
            <a:lvl1pPr marL="0" indent="0">
              <a:buNone/>
              <a:defRPr/>
            </a:lvl1pPr>
          </a:lstStyle>
          <a:p>
            <a:endParaRPr lang="en-US"/>
          </a:p>
        </p:txBody>
      </p:sp>
      <p:sp>
        <p:nvSpPr>
          <p:cNvPr id="5" name="Picture Placeholder 10"/>
          <p:cNvSpPr>
            <a:spLocks noGrp="1"/>
          </p:cNvSpPr>
          <p:nvPr>
            <p:ph type="pic" sz="quarter" idx="13"/>
          </p:nvPr>
        </p:nvSpPr>
        <p:spPr>
          <a:xfrm>
            <a:off x="7315200" y="2021611"/>
            <a:ext cx="1565564" cy="1565564"/>
          </a:xfrm>
        </p:spPr>
        <p:txBody>
          <a:bodyPr/>
          <a:lstStyle>
            <a:lvl1pPr marL="0" indent="0">
              <a:buNone/>
              <a:defRPr/>
            </a:lvl1pPr>
          </a:lstStyle>
          <a:p>
            <a:endParaRPr lang="en-US"/>
          </a:p>
        </p:txBody>
      </p:sp>
      <p:sp>
        <p:nvSpPr>
          <p:cNvPr id="6" name="Picture Placeholder 10"/>
          <p:cNvSpPr>
            <a:spLocks noGrp="1"/>
          </p:cNvSpPr>
          <p:nvPr>
            <p:ph type="pic" sz="quarter" idx="14"/>
          </p:nvPr>
        </p:nvSpPr>
        <p:spPr>
          <a:xfrm>
            <a:off x="9312563" y="2021611"/>
            <a:ext cx="1565564" cy="1565564"/>
          </a:xfrm>
        </p:spPr>
        <p:txBody>
          <a:bodyPr/>
          <a:lstStyle>
            <a:lvl1pPr marL="0" indent="0">
              <a:buNone/>
              <a:defRPr/>
            </a:lvl1pPr>
          </a:lstStyle>
          <a:p>
            <a:endParaRPr lang="en-US"/>
          </a:p>
        </p:txBody>
      </p:sp>
    </p:spTree>
    <p:extLst>
      <p:ext uri="{BB962C8B-B14F-4D97-AF65-F5344CB8AC3E}">
        <p14:creationId xmlns:p14="http://schemas.microsoft.com/office/powerpoint/2010/main" val="150632211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126.xml><?xml version="1.0" encoding="utf-8"?>
<p:sldLayout xmlns:a="http://schemas.openxmlformats.org/drawingml/2006/main" xmlns:r="http://schemas.openxmlformats.org/officeDocument/2006/relationships" xmlns:p="http://schemas.openxmlformats.org/presentationml/2006/main" userDrawn="1">
  <p:cSld name="32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305531974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127.xml><?xml version="1.0" encoding="utf-8"?>
<p:sldLayout xmlns:a="http://schemas.openxmlformats.org/drawingml/2006/main" xmlns:r="http://schemas.openxmlformats.org/officeDocument/2006/relationships" xmlns:p="http://schemas.openxmlformats.org/presentationml/2006/main" userDrawn="1">
  <p:cSld name="9_Custom Layout">
    <p:spTree>
      <p:nvGrpSpPr>
        <p:cNvPr id="1" name=""/>
        <p:cNvGrpSpPr/>
        <p:nvPr/>
      </p:nvGrpSpPr>
      <p:grpSpPr>
        <a:xfrm>
          <a:off x="0" y="0"/>
          <a:ext cx="0" cy="0"/>
          <a:chOff x="0" y="0"/>
          <a:chExt cx="0" cy="0"/>
        </a:xfrm>
      </p:grpSpPr>
      <p:sp>
        <p:nvSpPr>
          <p:cNvPr id="17" name="Picture Placeholder 16"/>
          <p:cNvSpPr>
            <a:spLocks noGrp="1"/>
          </p:cNvSpPr>
          <p:nvPr>
            <p:ph type="pic" sz="quarter" idx="11"/>
          </p:nvPr>
        </p:nvSpPr>
        <p:spPr>
          <a:xfrm>
            <a:off x="6421521" y="2251765"/>
            <a:ext cx="4493161" cy="3145736"/>
          </a:xfrm>
        </p:spPr>
        <p:txBody>
          <a:bodyPr/>
          <a:lstStyle/>
          <a:p>
            <a:endParaRPr lang="en-US"/>
          </a:p>
        </p:txBody>
      </p:sp>
      <p:sp>
        <p:nvSpPr>
          <p:cNvPr id="3" name="Picture Placeholder 2"/>
          <p:cNvSpPr>
            <a:spLocks noGrp="1"/>
          </p:cNvSpPr>
          <p:nvPr>
            <p:ph type="pic" sz="quarter" idx="10"/>
          </p:nvPr>
        </p:nvSpPr>
        <p:spPr>
          <a:xfrm>
            <a:off x="1285035" y="2235200"/>
            <a:ext cx="4484807" cy="3162300"/>
          </a:xfrm>
        </p:spPr>
        <p:txBody>
          <a:bodyPr/>
          <a:lstStyle/>
          <a:p>
            <a:endParaRPr lang="en-US"/>
          </a:p>
        </p:txBody>
      </p:sp>
    </p:spTree>
    <p:extLst>
      <p:ext uri="{BB962C8B-B14F-4D97-AF65-F5344CB8AC3E}">
        <p14:creationId xmlns:p14="http://schemas.microsoft.com/office/powerpoint/2010/main" val="53469515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128.xml><?xml version="1.0" encoding="utf-8"?>
<p:sldLayout xmlns:a="http://schemas.openxmlformats.org/drawingml/2006/main" xmlns:r="http://schemas.openxmlformats.org/officeDocument/2006/relationships" xmlns:p="http://schemas.openxmlformats.org/presentationml/2006/main" userDrawn="1">
  <p:cSld name="5_Meet_the_team1">
    <p:spTree>
      <p:nvGrpSpPr>
        <p:cNvPr id="1" name=""/>
        <p:cNvGrpSpPr/>
        <p:nvPr/>
      </p:nvGrpSpPr>
      <p:grpSpPr>
        <a:xfrm>
          <a:off x="0" y="0"/>
          <a:ext cx="0" cy="0"/>
          <a:chOff x="0" y="0"/>
          <a:chExt cx="0" cy="0"/>
        </a:xfrm>
      </p:grpSpPr>
      <p:sp>
        <p:nvSpPr>
          <p:cNvPr id="26" name="Picture Placeholder 25"/>
          <p:cNvSpPr>
            <a:spLocks noGrp="1"/>
          </p:cNvSpPr>
          <p:nvPr>
            <p:ph type="pic" sz="quarter" idx="10"/>
          </p:nvPr>
        </p:nvSpPr>
        <p:spPr>
          <a:xfrm>
            <a:off x="614836" y="2001032"/>
            <a:ext cx="2103668" cy="2880142"/>
          </a:xfrm>
        </p:spPr>
        <p:txBody>
          <a:bodyPr>
            <a:normAutofit/>
          </a:bodyPr>
          <a:lstStyle>
            <a:lvl1pPr marL="0" indent="0">
              <a:buNone/>
              <a:defRPr sz="1400"/>
            </a:lvl1pPr>
          </a:lstStyle>
          <a:p>
            <a:endParaRPr lang="en-US" dirty="0"/>
          </a:p>
        </p:txBody>
      </p:sp>
      <p:sp>
        <p:nvSpPr>
          <p:cNvPr id="30" name="Picture Placeholder 25"/>
          <p:cNvSpPr>
            <a:spLocks noGrp="1"/>
          </p:cNvSpPr>
          <p:nvPr>
            <p:ph type="pic" sz="quarter" idx="11"/>
          </p:nvPr>
        </p:nvSpPr>
        <p:spPr>
          <a:xfrm>
            <a:off x="2815428" y="2001032"/>
            <a:ext cx="2103668" cy="2880142"/>
          </a:xfrm>
        </p:spPr>
        <p:txBody>
          <a:bodyPr>
            <a:normAutofit/>
          </a:bodyPr>
          <a:lstStyle>
            <a:lvl1pPr marL="0" indent="0">
              <a:buNone/>
              <a:defRPr sz="1400"/>
            </a:lvl1pPr>
          </a:lstStyle>
          <a:p>
            <a:endParaRPr lang="en-US" dirty="0"/>
          </a:p>
        </p:txBody>
      </p:sp>
      <p:sp>
        <p:nvSpPr>
          <p:cNvPr id="31" name="Picture Placeholder 25"/>
          <p:cNvSpPr>
            <a:spLocks noGrp="1"/>
          </p:cNvSpPr>
          <p:nvPr>
            <p:ph type="pic" sz="quarter" idx="12"/>
          </p:nvPr>
        </p:nvSpPr>
        <p:spPr>
          <a:xfrm>
            <a:off x="5016019" y="2001032"/>
            <a:ext cx="2103668" cy="2880142"/>
          </a:xfrm>
        </p:spPr>
        <p:txBody>
          <a:bodyPr>
            <a:normAutofit/>
          </a:bodyPr>
          <a:lstStyle>
            <a:lvl1pPr marL="0" indent="0">
              <a:buNone/>
              <a:defRPr sz="1400"/>
            </a:lvl1pPr>
          </a:lstStyle>
          <a:p>
            <a:endParaRPr lang="en-US" dirty="0"/>
          </a:p>
        </p:txBody>
      </p:sp>
      <p:sp>
        <p:nvSpPr>
          <p:cNvPr id="32" name="Picture Placeholder 25"/>
          <p:cNvSpPr>
            <a:spLocks noGrp="1"/>
          </p:cNvSpPr>
          <p:nvPr>
            <p:ph type="pic" sz="quarter" idx="13"/>
          </p:nvPr>
        </p:nvSpPr>
        <p:spPr>
          <a:xfrm>
            <a:off x="9478422" y="2001032"/>
            <a:ext cx="2103668" cy="2880142"/>
          </a:xfrm>
        </p:spPr>
        <p:txBody>
          <a:bodyPr>
            <a:normAutofit/>
          </a:bodyPr>
          <a:lstStyle>
            <a:lvl1pPr marL="0" indent="0">
              <a:buNone/>
              <a:defRPr sz="1400"/>
            </a:lvl1pPr>
          </a:lstStyle>
          <a:p>
            <a:endParaRPr lang="en-US" dirty="0"/>
          </a:p>
        </p:txBody>
      </p:sp>
      <p:sp>
        <p:nvSpPr>
          <p:cNvPr id="6" name="Rectángulo 30"/>
          <p:cNvSpPr/>
          <p:nvPr userDrawn="1"/>
        </p:nvSpPr>
        <p:spPr>
          <a:xfrm>
            <a:off x="7207667" y="2001374"/>
            <a:ext cx="2200990" cy="288014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MX">
              <a:solidFill>
                <a:prstClr val="black"/>
              </a:solidFill>
            </a:endParaRPr>
          </a:p>
        </p:txBody>
      </p:sp>
    </p:spTree>
    <p:extLst>
      <p:ext uri="{BB962C8B-B14F-4D97-AF65-F5344CB8AC3E}">
        <p14:creationId xmlns:p14="http://schemas.microsoft.com/office/powerpoint/2010/main" val="273713414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129.xml><?xml version="1.0" encoding="utf-8"?>
<p:sldLayout xmlns:a="http://schemas.openxmlformats.org/drawingml/2006/main" xmlns:r="http://schemas.openxmlformats.org/officeDocument/2006/relationships" xmlns:p="http://schemas.openxmlformats.org/presentationml/2006/main" userDrawn="1">
  <p:cSld name="79_Title Slide">
    <p:spTree>
      <p:nvGrpSpPr>
        <p:cNvPr id="1" name=""/>
        <p:cNvGrpSpPr/>
        <p:nvPr/>
      </p:nvGrpSpPr>
      <p:grpSpPr>
        <a:xfrm>
          <a:off x="0" y="0"/>
          <a:ext cx="0" cy="0"/>
          <a:chOff x="0" y="0"/>
          <a:chExt cx="0" cy="0"/>
        </a:xfrm>
      </p:grpSpPr>
      <p:sp>
        <p:nvSpPr>
          <p:cNvPr id="28" name="Title 1"/>
          <p:cNvSpPr>
            <a:spLocks noGrp="1"/>
          </p:cNvSpPr>
          <p:nvPr>
            <p:ph type="title" hasCustomPrompt="1"/>
          </p:nvPr>
        </p:nvSpPr>
        <p:spPr>
          <a:xfrm>
            <a:off x="2080134" y="516468"/>
            <a:ext cx="7518400" cy="471365"/>
          </a:xfrm>
          <a:prstGeom prst="rect">
            <a:avLst/>
          </a:prstGeom>
        </p:spPr>
        <p:txBody>
          <a:bodyPr wrap="none" lIns="0" tIns="0" rIns="0" bIns="0" anchor="ctr">
            <a:noAutofit/>
          </a:bodyPr>
          <a:lstStyle>
            <a:lvl1pPr algn="ctr">
              <a:defRPr sz="3732" b="1" baseline="0">
                <a:solidFill>
                  <a:schemeClr val="tx1">
                    <a:lumMod val="50000"/>
                    <a:lumOff val="50000"/>
                  </a:schemeClr>
                </a:solidFill>
              </a:defRPr>
            </a:lvl1pPr>
          </a:lstStyle>
          <a:p>
            <a:r>
              <a:rPr lang="en-US" dirty="0" smtClean="0"/>
              <a:t>Click To Edit Master Title Style</a:t>
            </a:r>
            <a:endParaRPr lang="en-US" dirty="0"/>
          </a:p>
        </p:txBody>
      </p:sp>
      <p:sp>
        <p:nvSpPr>
          <p:cNvPr id="29" name="Text Placeholder 3"/>
          <p:cNvSpPr>
            <a:spLocks noGrp="1"/>
          </p:cNvSpPr>
          <p:nvPr>
            <p:ph type="body" sz="half" idx="2" hasCustomPrompt="1"/>
          </p:nvPr>
        </p:nvSpPr>
        <p:spPr>
          <a:xfrm>
            <a:off x="3096134" y="985789"/>
            <a:ext cx="5486400" cy="267661"/>
          </a:xfrm>
          <a:prstGeom prst="rect">
            <a:avLst/>
          </a:prstGeom>
        </p:spPr>
        <p:txBody>
          <a:bodyPr wrap="none" lIns="0" tIns="0" rIns="0" bIns="0" anchor="ctr">
            <a:noAutofit/>
          </a:bodyPr>
          <a:lstStyle>
            <a:lvl1pPr marL="0" indent="0" algn="ctr">
              <a:buNone/>
              <a:defRPr sz="1466" b="1" baseline="0">
                <a:solidFill>
                  <a:schemeClr val="bg1">
                    <a:lumMod val="75000"/>
                  </a:schemeClr>
                </a:solidFill>
              </a:defRPr>
            </a:lvl1pPr>
            <a:lvl2pPr marL="609448" indent="0">
              <a:buNone/>
              <a:defRPr sz="1600"/>
            </a:lvl2pPr>
            <a:lvl3pPr marL="1218895" indent="0">
              <a:buNone/>
              <a:defRPr sz="1333"/>
            </a:lvl3pPr>
            <a:lvl4pPr marL="1828343" indent="0">
              <a:buNone/>
              <a:defRPr sz="1200"/>
            </a:lvl4pPr>
            <a:lvl5pPr marL="2437790" indent="0">
              <a:buNone/>
              <a:defRPr sz="1200"/>
            </a:lvl5pPr>
            <a:lvl6pPr marL="3047238" indent="0">
              <a:buNone/>
              <a:defRPr sz="1200"/>
            </a:lvl6pPr>
            <a:lvl7pPr marL="3656686" indent="0">
              <a:buNone/>
              <a:defRPr sz="1200"/>
            </a:lvl7pPr>
            <a:lvl8pPr marL="4266133" indent="0">
              <a:buNone/>
              <a:defRPr sz="1200"/>
            </a:lvl8pPr>
            <a:lvl9pPr marL="4875581" indent="0">
              <a:buNone/>
              <a:defRPr sz="1200"/>
            </a:lvl9pPr>
          </a:lstStyle>
          <a:p>
            <a:pPr lvl="0"/>
            <a:r>
              <a:rPr lang="en-US" dirty="0" smtClean="0"/>
              <a:t>Subtext Goes Here</a:t>
            </a:r>
          </a:p>
        </p:txBody>
      </p:sp>
      <p:sp>
        <p:nvSpPr>
          <p:cNvPr id="23" name="Picture Placeholder 7"/>
          <p:cNvSpPr>
            <a:spLocks noGrp="1"/>
          </p:cNvSpPr>
          <p:nvPr>
            <p:ph type="pic" sz="quarter" idx="18" hasCustomPrompt="1"/>
          </p:nvPr>
        </p:nvSpPr>
        <p:spPr>
          <a:xfrm>
            <a:off x="712891" y="1801442"/>
            <a:ext cx="2597629" cy="1745583"/>
          </a:xfrm>
          <a:prstGeom prst="rect">
            <a:avLst/>
          </a:prstGeom>
          <a:solidFill>
            <a:schemeClr val="tx1">
              <a:lumMod val="10000"/>
              <a:lumOff val="90000"/>
            </a:schemeClr>
          </a:solidFill>
          <a:ln>
            <a:noFill/>
          </a:ln>
        </p:spPr>
        <p:txBody>
          <a:bodyPr bIns="274320" anchor="b"/>
          <a:lstStyle>
            <a:lvl1pPr algn="ctr">
              <a:buNone/>
              <a:defRPr sz="1400">
                <a:solidFill>
                  <a:schemeClr val="tx1">
                    <a:lumMod val="50000"/>
                    <a:lumOff val="50000"/>
                  </a:schemeClr>
                </a:solidFill>
              </a:defRPr>
            </a:lvl1pPr>
          </a:lstStyle>
          <a:p>
            <a:r>
              <a:rPr lang="en-US" dirty="0" smtClean="0"/>
              <a:t>Image Holder</a:t>
            </a:r>
            <a:endParaRPr lang="en-US" dirty="0"/>
          </a:p>
        </p:txBody>
      </p:sp>
      <p:sp>
        <p:nvSpPr>
          <p:cNvPr id="26" name="Picture Placeholder 7"/>
          <p:cNvSpPr>
            <a:spLocks noGrp="1"/>
          </p:cNvSpPr>
          <p:nvPr>
            <p:ph type="pic" sz="quarter" idx="34" hasCustomPrompt="1"/>
          </p:nvPr>
        </p:nvSpPr>
        <p:spPr>
          <a:xfrm>
            <a:off x="3419350" y="1801442"/>
            <a:ext cx="2597629" cy="1745583"/>
          </a:xfrm>
          <a:prstGeom prst="rect">
            <a:avLst/>
          </a:prstGeom>
          <a:solidFill>
            <a:schemeClr val="tx1">
              <a:lumMod val="10000"/>
              <a:lumOff val="90000"/>
            </a:schemeClr>
          </a:solidFill>
          <a:ln>
            <a:noFill/>
          </a:ln>
        </p:spPr>
        <p:txBody>
          <a:bodyPr bIns="274320" anchor="b"/>
          <a:lstStyle>
            <a:lvl1pPr algn="ctr">
              <a:buNone/>
              <a:defRPr sz="1400">
                <a:solidFill>
                  <a:schemeClr val="tx1">
                    <a:lumMod val="50000"/>
                    <a:lumOff val="50000"/>
                  </a:schemeClr>
                </a:solidFill>
              </a:defRPr>
            </a:lvl1pPr>
          </a:lstStyle>
          <a:p>
            <a:r>
              <a:rPr lang="en-US" dirty="0" smtClean="0"/>
              <a:t>Image Holder</a:t>
            </a:r>
            <a:endParaRPr lang="en-US" dirty="0"/>
          </a:p>
        </p:txBody>
      </p:sp>
      <p:sp>
        <p:nvSpPr>
          <p:cNvPr id="31" name="Picture Placeholder 7"/>
          <p:cNvSpPr>
            <a:spLocks noGrp="1"/>
          </p:cNvSpPr>
          <p:nvPr>
            <p:ph type="pic" sz="quarter" idx="38" hasCustomPrompt="1"/>
          </p:nvPr>
        </p:nvSpPr>
        <p:spPr>
          <a:xfrm>
            <a:off x="6135817" y="1801442"/>
            <a:ext cx="2597629" cy="1745583"/>
          </a:xfrm>
          <a:prstGeom prst="rect">
            <a:avLst/>
          </a:prstGeom>
          <a:solidFill>
            <a:schemeClr val="tx1">
              <a:lumMod val="10000"/>
              <a:lumOff val="90000"/>
            </a:schemeClr>
          </a:solidFill>
          <a:ln>
            <a:noFill/>
          </a:ln>
        </p:spPr>
        <p:txBody>
          <a:bodyPr bIns="274320" anchor="b"/>
          <a:lstStyle>
            <a:lvl1pPr algn="ctr">
              <a:buNone/>
              <a:defRPr sz="1400">
                <a:solidFill>
                  <a:schemeClr val="tx1">
                    <a:lumMod val="50000"/>
                    <a:lumOff val="50000"/>
                  </a:schemeClr>
                </a:solidFill>
              </a:defRPr>
            </a:lvl1pPr>
          </a:lstStyle>
          <a:p>
            <a:r>
              <a:rPr lang="en-US" dirty="0" smtClean="0"/>
              <a:t>Image Holder</a:t>
            </a:r>
            <a:endParaRPr lang="en-US" dirty="0"/>
          </a:p>
        </p:txBody>
      </p:sp>
      <p:sp>
        <p:nvSpPr>
          <p:cNvPr id="34" name="Picture Placeholder 7"/>
          <p:cNvSpPr>
            <a:spLocks noGrp="1"/>
          </p:cNvSpPr>
          <p:nvPr>
            <p:ph type="pic" sz="quarter" idx="42" hasCustomPrompt="1"/>
          </p:nvPr>
        </p:nvSpPr>
        <p:spPr>
          <a:xfrm>
            <a:off x="8827684" y="1801442"/>
            <a:ext cx="2597629" cy="1745583"/>
          </a:xfrm>
          <a:prstGeom prst="rect">
            <a:avLst/>
          </a:prstGeom>
          <a:solidFill>
            <a:schemeClr val="tx1">
              <a:lumMod val="10000"/>
              <a:lumOff val="90000"/>
            </a:schemeClr>
          </a:solidFill>
          <a:ln>
            <a:noFill/>
          </a:ln>
        </p:spPr>
        <p:txBody>
          <a:bodyPr bIns="274320" anchor="b"/>
          <a:lstStyle>
            <a:lvl1pPr algn="ctr">
              <a:buNone/>
              <a:defRPr sz="1400">
                <a:solidFill>
                  <a:schemeClr val="tx1">
                    <a:lumMod val="50000"/>
                    <a:lumOff val="50000"/>
                  </a:schemeClr>
                </a:solidFill>
              </a:defRPr>
            </a:lvl1pPr>
          </a:lstStyle>
          <a:p>
            <a:r>
              <a:rPr lang="en-US" dirty="0" smtClean="0"/>
              <a:t>Image Holder</a:t>
            </a:r>
            <a:endParaRPr lang="en-US" dirty="0"/>
          </a:p>
        </p:txBody>
      </p:sp>
      <p:sp>
        <p:nvSpPr>
          <p:cNvPr id="49" name="Picture Placeholder 7"/>
          <p:cNvSpPr>
            <a:spLocks noGrp="1"/>
          </p:cNvSpPr>
          <p:nvPr>
            <p:ph type="pic" sz="quarter" idx="32" hasCustomPrompt="1"/>
          </p:nvPr>
        </p:nvSpPr>
        <p:spPr>
          <a:xfrm>
            <a:off x="712891" y="3657600"/>
            <a:ext cx="10767909" cy="2703140"/>
          </a:xfrm>
          <a:prstGeom prst="rect">
            <a:avLst/>
          </a:prstGeom>
          <a:solidFill>
            <a:schemeClr val="tx1">
              <a:lumMod val="10000"/>
              <a:lumOff val="90000"/>
            </a:schemeClr>
          </a:solidFill>
          <a:ln>
            <a:noFill/>
          </a:ln>
        </p:spPr>
        <p:txBody>
          <a:bodyPr bIns="274320" anchor="b"/>
          <a:lstStyle>
            <a:lvl1pPr algn="ctr">
              <a:buNone/>
              <a:defRPr sz="14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79150228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afterEffect">
                                  <p:stCondLst>
                                    <p:cond delay="0"/>
                                  </p:stCondLst>
                                  <p:childTnLst>
                                    <p:set>
                                      <p:cBhvr>
                                        <p:cTn id="6" dur="1" fill="hold">
                                          <p:stCondLst>
                                            <p:cond delay="0"/>
                                          </p:stCondLst>
                                        </p:cTn>
                                        <p:tgtEl>
                                          <p:spTgt spid="28"/>
                                        </p:tgtEl>
                                        <p:attrNameLst>
                                          <p:attrName>style.visibility</p:attrName>
                                        </p:attrNameLst>
                                      </p:cBhvr>
                                      <p:to>
                                        <p:strVal val="visible"/>
                                      </p:to>
                                    </p:set>
                                    <p:animEffect transition="in" filter="wipe(up)">
                                      <p:cBhvr>
                                        <p:cTn id="7" dur="500"/>
                                        <p:tgtEl>
                                          <p:spTgt spid="28"/>
                                        </p:tgtEl>
                                      </p:cBhvr>
                                    </p:animEffect>
                                  </p:childTnLst>
                                </p:cTn>
                              </p:par>
                            </p:childTnLst>
                          </p:cTn>
                        </p:par>
                        <p:par>
                          <p:cTn id="8" fill="hold">
                            <p:stCondLst>
                              <p:cond delay="500"/>
                            </p:stCondLst>
                            <p:childTnLst>
                              <p:par>
                                <p:cTn id="9" presetID="22" presetClass="entr" presetSubtype="1" fill="hold" grpId="0" nodeType="afterEffect">
                                  <p:stCondLst>
                                    <p:cond delay="0"/>
                                  </p:stCondLst>
                                  <p:childTnLst>
                                    <p:set>
                                      <p:cBhvr>
                                        <p:cTn id="10" dur="1" fill="hold">
                                          <p:stCondLst>
                                            <p:cond delay="0"/>
                                          </p:stCondLst>
                                        </p:cTn>
                                        <p:tgtEl>
                                          <p:spTgt spid="29">
                                            <p:txEl>
                                              <p:pRg st="0" end="0"/>
                                            </p:txEl>
                                          </p:spTgt>
                                        </p:tgtEl>
                                        <p:attrNameLst>
                                          <p:attrName>style.visibility</p:attrName>
                                        </p:attrNameLst>
                                      </p:cBhvr>
                                      <p:to>
                                        <p:strVal val="visible"/>
                                      </p:to>
                                    </p:set>
                                    <p:animEffect transition="in" filter="wipe(up)">
                                      <p:cBhvr>
                                        <p:cTn id="11" dur="500"/>
                                        <p:tgtEl>
                                          <p:spTgt spid="29">
                                            <p:txEl>
                                              <p:pRg st="0" end="0"/>
                                            </p:txEl>
                                          </p:spTgt>
                                        </p:tgtEl>
                                      </p:cBhvr>
                                    </p:animEffect>
                                  </p:childTnLst>
                                </p:cTn>
                              </p:par>
                            </p:childTnLst>
                          </p:cTn>
                        </p:par>
                        <p:par>
                          <p:cTn id="12" fill="hold">
                            <p:stCondLst>
                              <p:cond delay="1000"/>
                            </p:stCondLst>
                            <p:childTnLst>
                              <p:par>
                                <p:cTn id="13" presetID="2" presetClass="entr" presetSubtype="4" accel="50000" decel="50000" fill="hold" grpId="0" nodeType="afterEffect">
                                  <p:stCondLst>
                                    <p:cond delay="0"/>
                                  </p:stCondLst>
                                  <p:childTnLst>
                                    <p:set>
                                      <p:cBhvr>
                                        <p:cTn id="14" dur="1" fill="hold">
                                          <p:stCondLst>
                                            <p:cond delay="0"/>
                                          </p:stCondLst>
                                        </p:cTn>
                                        <p:tgtEl>
                                          <p:spTgt spid="23"/>
                                        </p:tgtEl>
                                        <p:attrNameLst>
                                          <p:attrName>style.visibility</p:attrName>
                                        </p:attrNameLst>
                                      </p:cBhvr>
                                      <p:to>
                                        <p:strVal val="visible"/>
                                      </p:to>
                                    </p:set>
                                    <p:anim calcmode="lin" valueType="num">
                                      <p:cBhvr additive="base">
                                        <p:cTn id="15" dur="500" fill="hold"/>
                                        <p:tgtEl>
                                          <p:spTgt spid="23"/>
                                        </p:tgtEl>
                                        <p:attrNameLst>
                                          <p:attrName>ppt_x</p:attrName>
                                        </p:attrNameLst>
                                      </p:cBhvr>
                                      <p:tavLst>
                                        <p:tav tm="0">
                                          <p:val>
                                            <p:strVal val="#ppt_x"/>
                                          </p:val>
                                        </p:tav>
                                        <p:tav tm="100000">
                                          <p:val>
                                            <p:strVal val="#ppt_x"/>
                                          </p:val>
                                        </p:tav>
                                      </p:tavLst>
                                    </p:anim>
                                    <p:anim calcmode="lin" valueType="num">
                                      <p:cBhvr additive="base">
                                        <p:cTn id="16" dur="500" fill="hold"/>
                                        <p:tgtEl>
                                          <p:spTgt spid="23"/>
                                        </p:tgtEl>
                                        <p:attrNameLst>
                                          <p:attrName>ppt_y</p:attrName>
                                        </p:attrNameLst>
                                      </p:cBhvr>
                                      <p:tavLst>
                                        <p:tav tm="0">
                                          <p:val>
                                            <p:strVal val="1+#ppt_h/2"/>
                                          </p:val>
                                        </p:tav>
                                        <p:tav tm="100000">
                                          <p:val>
                                            <p:strVal val="#ppt_y"/>
                                          </p:val>
                                        </p:tav>
                                      </p:tavLst>
                                    </p:anim>
                                  </p:childTnLst>
                                </p:cTn>
                              </p:par>
                            </p:childTnLst>
                          </p:cTn>
                        </p:par>
                        <p:par>
                          <p:cTn id="17" fill="hold">
                            <p:stCondLst>
                              <p:cond delay="1500"/>
                            </p:stCondLst>
                            <p:childTnLst>
                              <p:par>
                                <p:cTn id="18" presetID="2" presetClass="entr" presetSubtype="4" accel="50000" decel="50000" fill="hold" grpId="0" nodeType="afterEffect">
                                  <p:stCondLst>
                                    <p:cond delay="0"/>
                                  </p:stCondLst>
                                  <p:childTnLst>
                                    <p:set>
                                      <p:cBhvr>
                                        <p:cTn id="19" dur="1" fill="hold">
                                          <p:stCondLst>
                                            <p:cond delay="0"/>
                                          </p:stCondLst>
                                        </p:cTn>
                                        <p:tgtEl>
                                          <p:spTgt spid="26"/>
                                        </p:tgtEl>
                                        <p:attrNameLst>
                                          <p:attrName>style.visibility</p:attrName>
                                        </p:attrNameLst>
                                      </p:cBhvr>
                                      <p:to>
                                        <p:strVal val="visible"/>
                                      </p:to>
                                    </p:set>
                                    <p:anim calcmode="lin" valueType="num">
                                      <p:cBhvr additive="base">
                                        <p:cTn id="20" dur="500" fill="hold"/>
                                        <p:tgtEl>
                                          <p:spTgt spid="26"/>
                                        </p:tgtEl>
                                        <p:attrNameLst>
                                          <p:attrName>ppt_x</p:attrName>
                                        </p:attrNameLst>
                                      </p:cBhvr>
                                      <p:tavLst>
                                        <p:tav tm="0">
                                          <p:val>
                                            <p:strVal val="#ppt_x"/>
                                          </p:val>
                                        </p:tav>
                                        <p:tav tm="100000">
                                          <p:val>
                                            <p:strVal val="#ppt_x"/>
                                          </p:val>
                                        </p:tav>
                                      </p:tavLst>
                                    </p:anim>
                                    <p:anim calcmode="lin" valueType="num">
                                      <p:cBhvr additive="base">
                                        <p:cTn id="21" dur="500" fill="hold"/>
                                        <p:tgtEl>
                                          <p:spTgt spid="26"/>
                                        </p:tgtEl>
                                        <p:attrNameLst>
                                          <p:attrName>ppt_y</p:attrName>
                                        </p:attrNameLst>
                                      </p:cBhvr>
                                      <p:tavLst>
                                        <p:tav tm="0">
                                          <p:val>
                                            <p:strVal val="1+#ppt_h/2"/>
                                          </p:val>
                                        </p:tav>
                                        <p:tav tm="100000">
                                          <p:val>
                                            <p:strVal val="#ppt_y"/>
                                          </p:val>
                                        </p:tav>
                                      </p:tavLst>
                                    </p:anim>
                                  </p:childTnLst>
                                </p:cTn>
                              </p:par>
                            </p:childTnLst>
                          </p:cTn>
                        </p:par>
                        <p:par>
                          <p:cTn id="22" fill="hold">
                            <p:stCondLst>
                              <p:cond delay="2000"/>
                            </p:stCondLst>
                            <p:childTnLst>
                              <p:par>
                                <p:cTn id="23" presetID="2" presetClass="entr" presetSubtype="4" accel="50000" decel="50000" fill="hold" grpId="0" nodeType="afterEffect">
                                  <p:stCondLst>
                                    <p:cond delay="0"/>
                                  </p:stCondLst>
                                  <p:childTnLst>
                                    <p:set>
                                      <p:cBhvr>
                                        <p:cTn id="24" dur="1" fill="hold">
                                          <p:stCondLst>
                                            <p:cond delay="0"/>
                                          </p:stCondLst>
                                        </p:cTn>
                                        <p:tgtEl>
                                          <p:spTgt spid="31"/>
                                        </p:tgtEl>
                                        <p:attrNameLst>
                                          <p:attrName>style.visibility</p:attrName>
                                        </p:attrNameLst>
                                      </p:cBhvr>
                                      <p:to>
                                        <p:strVal val="visible"/>
                                      </p:to>
                                    </p:set>
                                    <p:anim calcmode="lin" valueType="num">
                                      <p:cBhvr additive="base">
                                        <p:cTn id="25" dur="500" fill="hold"/>
                                        <p:tgtEl>
                                          <p:spTgt spid="31"/>
                                        </p:tgtEl>
                                        <p:attrNameLst>
                                          <p:attrName>ppt_x</p:attrName>
                                        </p:attrNameLst>
                                      </p:cBhvr>
                                      <p:tavLst>
                                        <p:tav tm="0">
                                          <p:val>
                                            <p:strVal val="#ppt_x"/>
                                          </p:val>
                                        </p:tav>
                                        <p:tav tm="100000">
                                          <p:val>
                                            <p:strVal val="#ppt_x"/>
                                          </p:val>
                                        </p:tav>
                                      </p:tavLst>
                                    </p:anim>
                                    <p:anim calcmode="lin" valueType="num">
                                      <p:cBhvr additive="base">
                                        <p:cTn id="26" dur="500" fill="hold"/>
                                        <p:tgtEl>
                                          <p:spTgt spid="31"/>
                                        </p:tgtEl>
                                        <p:attrNameLst>
                                          <p:attrName>ppt_y</p:attrName>
                                        </p:attrNameLst>
                                      </p:cBhvr>
                                      <p:tavLst>
                                        <p:tav tm="0">
                                          <p:val>
                                            <p:strVal val="1+#ppt_h/2"/>
                                          </p:val>
                                        </p:tav>
                                        <p:tav tm="100000">
                                          <p:val>
                                            <p:strVal val="#ppt_y"/>
                                          </p:val>
                                        </p:tav>
                                      </p:tavLst>
                                    </p:anim>
                                  </p:childTnLst>
                                </p:cTn>
                              </p:par>
                            </p:childTnLst>
                          </p:cTn>
                        </p:par>
                        <p:par>
                          <p:cTn id="27" fill="hold">
                            <p:stCondLst>
                              <p:cond delay="2500"/>
                            </p:stCondLst>
                            <p:childTnLst>
                              <p:par>
                                <p:cTn id="28" presetID="2" presetClass="entr" presetSubtype="4" accel="50000" decel="50000" fill="hold" grpId="0" nodeType="afterEffect">
                                  <p:stCondLst>
                                    <p:cond delay="0"/>
                                  </p:stCondLst>
                                  <p:childTnLst>
                                    <p:set>
                                      <p:cBhvr>
                                        <p:cTn id="29" dur="1" fill="hold">
                                          <p:stCondLst>
                                            <p:cond delay="0"/>
                                          </p:stCondLst>
                                        </p:cTn>
                                        <p:tgtEl>
                                          <p:spTgt spid="34"/>
                                        </p:tgtEl>
                                        <p:attrNameLst>
                                          <p:attrName>style.visibility</p:attrName>
                                        </p:attrNameLst>
                                      </p:cBhvr>
                                      <p:to>
                                        <p:strVal val="visible"/>
                                      </p:to>
                                    </p:set>
                                    <p:anim calcmode="lin" valueType="num">
                                      <p:cBhvr additive="base">
                                        <p:cTn id="30" dur="500" fill="hold"/>
                                        <p:tgtEl>
                                          <p:spTgt spid="34"/>
                                        </p:tgtEl>
                                        <p:attrNameLst>
                                          <p:attrName>ppt_x</p:attrName>
                                        </p:attrNameLst>
                                      </p:cBhvr>
                                      <p:tavLst>
                                        <p:tav tm="0">
                                          <p:val>
                                            <p:strVal val="#ppt_x"/>
                                          </p:val>
                                        </p:tav>
                                        <p:tav tm="100000">
                                          <p:val>
                                            <p:strVal val="#ppt_x"/>
                                          </p:val>
                                        </p:tav>
                                      </p:tavLst>
                                    </p:anim>
                                    <p:anim calcmode="lin" valueType="num">
                                      <p:cBhvr additive="base">
                                        <p:cTn id="31" dur="500" fill="hold"/>
                                        <p:tgtEl>
                                          <p:spTgt spid="34"/>
                                        </p:tgtEl>
                                        <p:attrNameLst>
                                          <p:attrName>ppt_y</p:attrName>
                                        </p:attrNameLst>
                                      </p:cBhvr>
                                      <p:tavLst>
                                        <p:tav tm="0">
                                          <p:val>
                                            <p:strVal val="1+#ppt_h/2"/>
                                          </p:val>
                                        </p:tav>
                                        <p:tav tm="100000">
                                          <p:val>
                                            <p:strVal val="#ppt_y"/>
                                          </p:val>
                                        </p:tav>
                                      </p:tavLst>
                                    </p:anim>
                                  </p:childTnLst>
                                </p:cTn>
                              </p:par>
                            </p:childTnLst>
                          </p:cTn>
                        </p:par>
                        <p:par>
                          <p:cTn id="32" fill="hold">
                            <p:stCondLst>
                              <p:cond delay="3000"/>
                            </p:stCondLst>
                            <p:childTnLst>
                              <p:par>
                                <p:cTn id="33" presetID="2" presetClass="entr" presetSubtype="4" accel="50000" decel="50000" fill="hold" grpId="0" nodeType="afterEffect">
                                  <p:stCondLst>
                                    <p:cond delay="0"/>
                                  </p:stCondLst>
                                  <p:childTnLst>
                                    <p:set>
                                      <p:cBhvr>
                                        <p:cTn id="34" dur="1" fill="hold">
                                          <p:stCondLst>
                                            <p:cond delay="0"/>
                                          </p:stCondLst>
                                        </p:cTn>
                                        <p:tgtEl>
                                          <p:spTgt spid="49"/>
                                        </p:tgtEl>
                                        <p:attrNameLst>
                                          <p:attrName>style.visibility</p:attrName>
                                        </p:attrNameLst>
                                      </p:cBhvr>
                                      <p:to>
                                        <p:strVal val="visible"/>
                                      </p:to>
                                    </p:set>
                                    <p:anim calcmode="lin" valueType="num">
                                      <p:cBhvr additive="base">
                                        <p:cTn id="35" dur="500" fill="hold"/>
                                        <p:tgtEl>
                                          <p:spTgt spid="49"/>
                                        </p:tgtEl>
                                        <p:attrNameLst>
                                          <p:attrName>ppt_x</p:attrName>
                                        </p:attrNameLst>
                                      </p:cBhvr>
                                      <p:tavLst>
                                        <p:tav tm="0">
                                          <p:val>
                                            <p:strVal val="#ppt_x"/>
                                          </p:val>
                                        </p:tav>
                                        <p:tav tm="100000">
                                          <p:val>
                                            <p:strVal val="#ppt_x"/>
                                          </p:val>
                                        </p:tav>
                                      </p:tavLst>
                                    </p:anim>
                                    <p:anim calcmode="lin" valueType="num">
                                      <p:cBhvr additive="base">
                                        <p:cTn id="36" dur="500" fill="hold"/>
                                        <p:tgtEl>
                                          <p:spTgt spid="4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p:bldP spid="29" grpId="0" build="p">
        <p:tmplLst>
          <p:tmpl lvl="1">
            <p:tnLst>
              <p:par>
                <p:cTn presetID="22" presetClass="entr" presetSubtype="1" fill="hold" nodeType="afterEffect">
                  <p:stCondLst>
                    <p:cond delay="0"/>
                  </p:stCondLst>
                  <p:childTnLst>
                    <p:set>
                      <p:cBhvr>
                        <p:cTn dur="1" fill="hold">
                          <p:stCondLst>
                            <p:cond delay="0"/>
                          </p:stCondLst>
                        </p:cTn>
                        <p:tgtEl>
                          <p:spTgt spid="29"/>
                        </p:tgtEl>
                        <p:attrNameLst>
                          <p:attrName>style.visibility</p:attrName>
                        </p:attrNameLst>
                      </p:cBhvr>
                      <p:to>
                        <p:strVal val="visible"/>
                      </p:to>
                    </p:set>
                    <p:animEffect transition="in" filter="wipe(up)">
                      <p:cBhvr>
                        <p:cTn dur="500"/>
                        <p:tgtEl>
                          <p:spTgt spid="29"/>
                        </p:tgtEl>
                      </p:cBhvr>
                    </p:animEffect>
                  </p:childTnLst>
                </p:cTn>
              </p:par>
            </p:tnLst>
          </p:tmpl>
        </p:tmplLst>
      </p:bldP>
      <p:bldP spid="23" grpId="0" animBg="1"/>
      <p:bldP spid="26" grpId="0" animBg="1"/>
      <p:bldP spid="31" grpId="0" animBg="1"/>
      <p:bldP spid="34" grpId="0" animBg="1"/>
      <p:bldP spid="49" grpId="0" animBg="1"/>
    </p:bldLst>
  </p:timing>
</p:sldLayout>
</file>

<file path=ppt/slideLayouts/slideLayout130.xml><?xml version="1.0" encoding="utf-8"?>
<p:sldLayout xmlns:a="http://schemas.openxmlformats.org/drawingml/2006/main" xmlns:r="http://schemas.openxmlformats.org/officeDocument/2006/relationships" xmlns:p="http://schemas.openxmlformats.org/presentationml/2006/main" userDrawn="1">
  <p:cSld name="8_Custom Layout">
    <p:spTree>
      <p:nvGrpSpPr>
        <p:cNvPr id="1" name=""/>
        <p:cNvGrpSpPr/>
        <p:nvPr/>
      </p:nvGrpSpPr>
      <p:grpSpPr>
        <a:xfrm>
          <a:off x="0" y="0"/>
          <a:ext cx="0" cy="0"/>
          <a:chOff x="0" y="0"/>
          <a:chExt cx="0" cy="0"/>
        </a:xfrm>
      </p:grpSpPr>
      <p:sp>
        <p:nvSpPr>
          <p:cNvPr id="6" name="Picture Placeholder 3"/>
          <p:cNvSpPr>
            <a:spLocks noGrp="1"/>
          </p:cNvSpPr>
          <p:nvPr>
            <p:ph type="pic" sz="quarter" idx="10"/>
          </p:nvPr>
        </p:nvSpPr>
        <p:spPr>
          <a:xfrm>
            <a:off x="750627" y="2006224"/>
            <a:ext cx="5345373" cy="4163820"/>
          </a:xfrm>
        </p:spPr>
        <p:txBody>
          <a:bodyPr/>
          <a:lstStyle/>
          <a:p>
            <a:endParaRPr lang="en-US"/>
          </a:p>
        </p:txBody>
      </p:sp>
      <p:sp>
        <p:nvSpPr>
          <p:cNvPr id="4" name="Picture Placeholder 3"/>
          <p:cNvSpPr>
            <a:spLocks noGrp="1"/>
          </p:cNvSpPr>
          <p:nvPr>
            <p:ph type="pic" sz="quarter" idx="11"/>
          </p:nvPr>
        </p:nvSpPr>
        <p:spPr>
          <a:xfrm>
            <a:off x="6324660" y="2008496"/>
            <a:ext cx="5182950" cy="1953904"/>
          </a:xfrm>
        </p:spPr>
        <p:txBody>
          <a:bodyPr/>
          <a:lstStyle/>
          <a:p>
            <a:endParaRPr lang="en-US"/>
          </a:p>
        </p:txBody>
      </p:sp>
      <p:sp>
        <p:nvSpPr>
          <p:cNvPr id="7" name="Picture Placeholder 3"/>
          <p:cNvSpPr>
            <a:spLocks noGrp="1"/>
          </p:cNvSpPr>
          <p:nvPr>
            <p:ph type="pic" sz="quarter" idx="12"/>
          </p:nvPr>
        </p:nvSpPr>
        <p:spPr>
          <a:xfrm>
            <a:off x="6324660" y="4205785"/>
            <a:ext cx="5182950" cy="1953904"/>
          </a:xfrm>
        </p:spPr>
        <p:txBody>
          <a:bodyPr/>
          <a:lstStyle/>
          <a:p>
            <a:endParaRPr lang="en-US"/>
          </a:p>
        </p:txBody>
      </p:sp>
    </p:spTree>
    <p:extLst>
      <p:ext uri="{BB962C8B-B14F-4D97-AF65-F5344CB8AC3E}">
        <p14:creationId xmlns:p14="http://schemas.microsoft.com/office/powerpoint/2010/main" val="115198167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131.xml><?xml version="1.0" encoding="utf-8"?>
<p:sldLayout xmlns:a="http://schemas.openxmlformats.org/drawingml/2006/main" xmlns:r="http://schemas.openxmlformats.org/officeDocument/2006/relationships" xmlns:p="http://schemas.openxmlformats.org/presentationml/2006/main" userDrawn="1">
  <p:cSld name="6_Meet_the_team1">
    <p:spTree>
      <p:nvGrpSpPr>
        <p:cNvPr id="1" name=""/>
        <p:cNvGrpSpPr/>
        <p:nvPr/>
      </p:nvGrpSpPr>
      <p:grpSpPr>
        <a:xfrm>
          <a:off x="0" y="0"/>
          <a:ext cx="0" cy="0"/>
          <a:chOff x="0" y="0"/>
          <a:chExt cx="0" cy="0"/>
        </a:xfrm>
      </p:grpSpPr>
      <p:sp>
        <p:nvSpPr>
          <p:cNvPr id="26" name="Picture Placeholder 25"/>
          <p:cNvSpPr>
            <a:spLocks noGrp="1"/>
          </p:cNvSpPr>
          <p:nvPr>
            <p:ph type="pic" sz="quarter" idx="10"/>
          </p:nvPr>
        </p:nvSpPr>
        <p:spPr>
          <a:xfrm>
            <a:off x="614836" y="2001032"/>
            <a:ext cx="2103668" cy="2880142"/>
          </a:xfrm>
        </p:spPr>
        <p:txBody>
          <a:bodyPr>
            <a:normAutofit/>
          </a:bodyPr>
          <a:lstStyle>
            <a:lvl1pPr marL="0" indent="0">
              <a:buNone/>
              <a:defRPr sz="1400"/>
            </a:lvl1pPr>
          </a:lstStyle>
          <a:p>
            <a:endParaRPr lang="en-US" dirty="0"/>
          </a:p>
        </p:txBody>
      </p:sp>
      <p:sp>
        <p:nvSpPr>
          <p:cNvPr id="30" name="Picture Placeholder 25"/>
          <p:cNvSpPr>
            <a:spLocks noGrp="1"/>
          </p:cNvSpPr>
          <p:nvPr>
            <p:ph type="pic" sz="quarter" idx="11"/>
          </p:nvPr>
        </p:nvSpPr>
        <p:spPr>
          <a:xfrm>
            <a:off x="2815428" y="2001032"/>
            <a:ext cx="2103668" cy="2880142"/>
          </a:xfrm>
        </p:spPr>
        <p:txBody>
          <a:bodyPr>
            <a:normAutofit/>
          </a:bodyPr>
          <a:lstStyle>
            <a:lvl1pPr marL="0" indent="0">
              <a:buNone/>
              <a:defRPr sz="1400"/>
            </a:lvl1pPr>
          </a:lstStyle>
          <a:p>
            <a:endParaRPr lang="en-US" dirty="0"/>
          </a:p>
        </p:txBody>
      </p:sp>
      <p:sp>
        <p:nvSpPr>
          <p:cNvPr id="31" name="Picture Placeholder 25"/>
          <p:cNvSpPr>
            <a:spLocks noGrp="1"/>
          </p:cNvSpPr>
          <p:nvPr>
            <p:ph type="pic" sz="quarter" idx="12"/>
          </p:nvPr>
        </p:nvSpPr>
        <p:spPr>
          <a:xfrm>
            <a:off x="5016019" y="2001032"/>
            <a:ext cx="2103668" cy="2880142"/>
          </a:xfrm>
        </p:spPr>
        <p:txBody>
          <a:bodyPr>
            <a:normAutofit/>
          </a:bodyPr>
          <a:lstStyle>
            <a:lvl1pPr marL="0" indent="0">
              <a:buNone/>
              <a:defRPr sz="1400"/>
            </a:lvl1pPr>
          </a:lstStyle>
          <a:p>
            <a:endParaRPr lang="en-US" dirty="0"/>
          </a:p>
        </p:txBody>
      </p:sp>
    </p:spTree>
    <p:extLst>
      <p:ext uri="{BB962C8B-B14F-4D97-AF65-F5344CB8AC3E}">
        <p14:creationId xmlns:p14="http://schemas.microsoft.com/office/powerpoint/2010/main" val="320227536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132.xml><?xml version="1.0" encoding="utf-8"?>
<p:sldLayout xmlns:a="http://schemas.openxmlformats.org/drawingml/2006/main" xmlns:r="http://schemas.openxmlformats.org/officeDocument/2006/relationships" xmlns:p="http://schemas.openxmlformats.org/presentationml/2006/main" userDrawn="1">
  <p:cSld name="22_Title Slide">
    <p:spTree>
      <p:nvGrpSpPr>
        <p:cNvPr id="1" name=""/>
        <p:cNvGrpSpPr/>
        <p:nvPr/>
      </p:nvGrpSpPr>
      <p:grpSpPr>
        <a:xfrm>
          <a:off x="0" y="0"/>
          <a:ext cx="0" cy="0"/>
          <a:chOff x="0" y="0"/>
          <a:chExt cx="0" cy="0"/>
        </a:xfrm>
      </p:grpSpPr>
      <p:sp>
        <p:nvSpPr>
          <p:cNvPr id="59" name="Picture Placeholder 2"/>
          <p:cNvSpPr>
            <a:spLocks noGrp="1"/>
          </p:cNvSpPr>
          <p:nvPr>
            <p:ph type="pic" sz="quarter" idx="33"/>
          </p:nvPr>
        </p:nvSpPr>
        <p:spPr>
          <a:xfrm>
            <a:off x="6163075" y="2721049"/>
            <a:ext cx="6028925" cy="3268275"/>
          </a:xfrm>
          <a:ln w="19050">
            <a:noFill/>
          </a:ln>
        </p:spPr>
        <p:txBody>
          <a:bodyPr>
            <a:normAutofit/>
          </a:bodyPr>
          <a:lstStyle>
            <a:lvl1pPr marL="0" indent="0">
              <a:buNone/>
              <a:defRPr sz="1200">
                <a:solidFill>
                  <a:schemeClr val="bg1">
                    <a:lumMod val="50000"/>
                  </a:schemeClr>
                </a:solidFill>
                <a:latin typeface="Source Sans Pro Light"/>
              </a:defRPr>
            </a:lvl1pPr>
          </a:lstStyle>
          <a:p>
            <a:endParaRPr lang="en-US" dirty="0"/>
          </a:p>
        </p:txBody>
      </p:sp>
      <p:sp>
        <p:nvSpPr>
          <p:cNvPr id="57" name="Picture Placeholder 2"/>
          <p:cNvSpPr>
            <a:spLocks noGrp="1"/>
          </p:cNvSpPr>
          <p:nvPr>
            <p:ph type="pic" sz="quarter" idx="31"/>
          </p:nvPr>
        </p:nvSpPr>
        <p:spPr>
          <a:xfrm>
            <a:off x="3369378" y="4400735"/>
            <a:ext cx="2668841" cy="1588588"/>
          </a:xfrm>
          <a:ln w="19050">
            <a:noFill/>
          </a:ln>
        </p:spPr>
        <p:txBody>
          <a:bodyPr>
            <a:normAutofit/>
          </a:bodyPr>
          <a:lstStyle>
            <a:lvl1pPr marL="0" indent="0">
              <a:buNone/>
              <a:defRPr sz="1200">
                <a:solidFill>
                  <a:schemeClr val="bg1">
                    <a:lumMod val="50000"/>
                  </a:schemeClr>
                </a:solidFill>
                <a:latin typeface="Source Sans Pro Light"/>
              </a:defRPr>
            </a:lvl1pPr>
          </a:lstStyle>
          <a:p>
            <a:endParaRPr lang="en-US" dirty="0"/>
          </a:p>
        </p:txBody>
      </p:sp>
      <p:sp>
        <p:nvSpPr>
          <p:cNvPr id="3" name="Picture Placeholder 2"/>
          <p:cNvSpPr>
            <a:spLocks noGrp="1"/>
          </p:cNvSpPr>
          <p:nvPr>
            <p:ph type="pic" sz="quarter" idx="22"/>
          </p:nvPr>
        </p:nvSpPr>
        <p:spPr>
          <a:xfrm>
            <a:off x="3366203" y="2721048"/>
            <a:ext cx="2675196" cy="1588588"/>
          </a:xfrm>
          <a:ln w="19050">
            <a:noFill/>
          </a:ln>
        </p:spPr>
        <p:txBody>
          <a:bodyPr>
            <a:normAutofit/>
          </a:bodyPr>
          <a:lstStyle>
            <a:lvl1pPr marL="0" indent="0">
              <a:buNone/>
              <a:defRPr sz="1200">
                <a:solidFill>
                  <a:schemeClr val="bg1">
                    <a:lumMod val="50000"/>
                  </a:schemeClr>
                </a:solidFill>
                <a:latin typeface="Source Sans Pro Light"/>
              </a:defRPr>
            </a:lvl1pPr>
          </a:lstStyle>
          <a:p>
            <a:endParaRPr lang="en-US" dirty="0"/>
          </a:p>
        </p:txBody>
      </p:sp>
      <p:sp>
        <p:nvSpPr>
          <p:cNvPr id="16" name="Title 15"/>
          <p:cNvSpPr>
            <a:spLocks noGrp="1"/>
          </p:cNvSpPr>
          <p:nvPr>
            <p:ph type="title"/>
          </p:nvPr>
        </p:nvSpPr>
        <p:spPr>
          <a:xfrm>
            <a:off x="1524001" y="381001"/>
            <a:ext cx="9144000" cy="535812"/>
          </a:xfrm>
        </p:spPr>
        <p:txBody>
          <a:bodyPr>
            <a:noAutofit/>
          </a:bodyPr>
          <a:lstStyle>
            <a:lvl1pPr algn="ctr">
              <a:defRPr sz="2700" b="0">
                <a:solidFill>
                  <a:schemeClr val="tx1">
                    <a:lumMod val="65000"/>
                    <a:lumOff val="35000"/>
                  </a:schemeClr>
                </a:solidFill>
                <a:latin typeface="Source Sans Pro Light"/>
              </a:defRPr>
            </a:lvl1pPr>
          </a:lstStyle>
          <a:p>
            <a:r>
              <a:rPr lang="en-US" dirty="0" smtClean="0"/>
              <a:t>Click to edit Master title style</a:t>
            </a:r>
            <a:endParaRPr lang="en-GB" dirty="0"/>
          </a:p>
        </p:txBody>
      </p:sp>
      <p:sp>
        <p:nvSpPr>
          <p:cNvPr id="19" name="Picture Placeholder 2"/>
          <p:cNvSpPr>
            <a:spLocks noGrp="1"/>
          </p:cNvSpPr>
          <p:nvPr>
            <p:ph type="pic" sz="quarter" idx="34"/>
          </p:nvPr>
        </p:nvSpPr>
        <p:spPr>
          <a:xfrm>
            <a:off x="625464" y="4400735"/>
            <a:ext cx="2668841" cy="1588588"/>
          </a:xfrm>
          <a:ln w="19050">
            <a:noFill/>
          </a:ln>
        </p:spPr>
        <p:txBody>
          <a:bodyPr>
            <a:normAutofit/>
          </a:bodyPr>
          <a:lstStyle>
            <a:lvl1pPr marL="0" indent="0">
              <a:buNone/>
              <a:defRPr sz="1200">
                <a:solidFill>
                  <a:schemeClr val="bg1">
                    <a:lumMod val="50000"/>
                  </a:schemeClr>
                </a:solidFill>
                <a:latin typeface="Source Sans Pro Light"/>
              </a:defRPr>
            </a:lvl1pPr>
          </a:lstStyle>
          <a:p>
            <a:endParaRPr lang="en-US" dirty="0"/>
          </a:p>
        </p:txBody>
      </p:sp>
      <p:sp>
        <p:nvSpPr>
          <p:cNvPr id="20" name="Picture Placeholder 2"/>
          <p:cNvSpPr>
            <a:spLocks noGrp="1"/>
          </p:cNvSpPr>
          <p:nvPr>
            <p:ph type="pic" sz="quarter" idx="35"/>
          </p:nvPr>
        </p:nvSpPr>
        <p:spPr>
          <a:xfrm>
            <a:off x="622288" y="2721048"/>
            <a:ext cx="2675196" cy="1588588"/>
          </a:xfrm>
          <a:ln w="19050">
            <a:noFill/>
          </a:ln>
        </p:spPr>
        <p:txBody>
          <a:bodyPr>
            <a:normAutofit/>
          </a:bodyPr>
          <a:lstStyle>
            <a:lvl1pPr marL="0" indent="0">
              <a:buNone/>
              <a:defRPr sz="1200">
                <a:solidFill>
                  <a:schemeClr val="bg1">
                    <a:lumMod val="50000"/>
                  </a:schemeClr>
                </a:solidFill>
                <a:latin typeface="Source Sans Pro Light"/>
              </a:defRPr>
            </a:lvl1pPr>
          </a:lstStyle>
          <a:p>
            <a:endParaRPr lang="en-US" dirty="0"/>
          </a:p>
        </p:txBody>
      </p:sp>
    </p:spTree>
    <p:extLst>
      <p:ext uri="{BB962C8B-B14F-4D97-AF65-F5344CB8AC3E}">
        <p14:creationId xmlns:p14="http://schemas.microsoft.com/office/powerpoint/2010/main" val="106307210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dissolve">
                                      <p:cBhvr>
                                        <p:cTn id="7" dur="500"/>
                                        <p:tgtEl>
                                          <p:spTgt spid="16"/>
                                        </p:tgtEl>
                                      </p:cBhvr>
                                    </p:animEffect>
                                  </p:childTnLst>
                                </p:cTn>
                              </p:par>
                            </p:childTnLst>
                          </p:cTn>
                        </p:par>
                        <p:par>
                          <p:cTn id="8" fill="hold">
                            <p:stCondLst>
                              <p:cond delay="500"/>
                            </p:stCondLst>
                            <p:childTnLst>
                              <p:par>
                                <p:cTn id="9" presetID="9" presetClass="entr" presetSubtype="0" fill="hold" grpId="0" nodeType="afterEffect" nodePh="1">
                                  <p:stCondLst>
                                    <p:cond delay="0"/>
                                  </p:stCondLst>
                                  <p:endCondLst>
                                    <p:cond evt="begin" delay="0">
                                      <p:tn val="9"/>
                                    </p:cond>
                                  </p:endCondLst>
                                  <p:childTnLst>
                                    <p:set>
                                      <p:cBhvr>
                                        <p:cTn id="10" dur="1" fill="hold">
                                          <p:stCondLst>
                                            <p:cond delay="0"/>
                                          </p:stCondLst>
                                        </p:cTn>
                                        <p:tgtEl>
                                          <p:spTgt spid="3"/>
                                        </p:tgtEl>
                                        <p:attrNameLst>
                                          <p:attrName>style.visibility</p:attrName>
                                        </p:attrNameLst>
                                      </p:cBhvr>
                                      <p:to>
                                        <p:strVal val="visible"/>
                                      </p:to>
                                    </p:set>
                                    <p:animEffect transition="in" filter="dissolve">
                                      <p:cBhvr>
                                        <p:cTn id="11" dur="500"/>
                                        <p:tgtEl>
                                          <p:spTgt spid="3"/>
                                        </p:tgtEl>
                                      </p:cBhvr>
                                    </p:animEffect>
                                  </p:childTnLst>
                                </p:cTn>
                              </p:par>
                            </p:childTnLst>
                          </p:cTn>
                        </p:par>
                        <p:par>
                          <p:cTn id="12" fill="hold">
                            <p:stCondLst>
                              <p:cond delay="1000"/>
                            </p:stCondLst>
                            <p:childTnLst>
                              <p:par>
                                <p:cTn id="13" presetID="9" presetClass="entr" presetSubtype="0" fill="hold" grpId="0" nodeType="afterEffect" nodePh="1">
                                  <p:stCondLst>
                                    <p:cond delay="0"/>
                                  </p:stCondLst>
                                  <p:endCondLst>
                                    <p:cond evt="begin" delay="0">
                                      <p:tn val="13"/>
                                    </p:cond>
                                  </p:endCondLst>
                                  <p:childTnLst>
                                    <p:set>
                                      <p:cBhvr>
                                        <p:cTn id="14" dur="1" fill="hold">
                                          <p:stCondLst>
                                            <p:cond delay="0"/>
                                          </p:stCondLst>
                                        </p:cTn>
                                        <p:tgtEl>
                                          <p:spTgt spid="59"/>
                                        </p:tgtEl>
                                        <p:attrNameLst>
                                          <p:attrName>style.visibility</p:attrName>
                                        </p:attrNameLst>
                                      </p:cBhvr>
                                      <p:to>
                                        <p:strVal val="visible"/>
                                      </p:to>
                                    </p:set>
                                    <p:animEffect transition="in" filter="dissolve">
                                      <p:cBhvr>
                                        <p:cTn id="15" dur="500"/>
                                        <p:tgtEl>
                                          <p:spTgt spid="59"/>
                                        </p:tgtEl>
                                      </p:cBhvr>
                                    </p:animEffect>
                                  </p:childTnLst>
                                </p:cTn>
                              </p:par>
                            </p:childTnLst>
                          </p:cTn>
                        </p:par>
                        <p:par>
                          <p:cTn id="16" fill="hold">
                            <p:stCondLst>
                              <p:cond delay="1500"/>
                            </p:stCondLst>
                            <p:childTnLst>
                              <p:par>
                                <p:cTn id="17" presetID="9" presetClass="entr" presetSubtype="0" fill="hold" grpId="0" nodeType="afterEffect" nodePh="1">
                                  <p:stCondLst>
                                    <p:cond delay="0"/>
                                  </p:stCondLst>
                                  <p:endCondLst>
                                    <p:cond evt="begin" delay="0">
                                      <p:tn val="17"/>
                                    </p:cond>
                                  </p:endCondLst>
                                  <p:childTnLst>
                                    <p:set>
                                      <p:cBhvr>
                                        <p:cTn id="18" dur="1" fill="hold">
                                          <p:stCondLst>
                                            <p:cond delay="0"/>
                                          </p:stCondLst>
                                        </p:cTn>
                                        <p:tgtEl>
                                          <p:spTgt spid="57"/>
                                        </p:tgtEl>
                                        <p:attrNameLst>
                                          <p:attrName>style.visibility</p:attrName>
                                        </p:attrNameLst>
                                      </p:cBhvr>
                                      <p:to>
                                        <p:strVal val="visible"/>
                                      </p:to>
                                    </p:set>
                                    <p:animEffect transition="in" filter="dissolve">
                                      <p:cBhvr>
                                        <p:cTn id="19" dur="500"/>
                                        <p:tgtEl>
                                          <p:spTgt spid="57"/>
                                        </p:tgtEl>
                                      </p:cBhvr>
                                    </p:animEffect>
                                  </p:childTnLst>
                                </p:cTn>
                              </p:par>
                            </p:childTnLst>
                          </p:cTn>
                        </p:par>
                        <p:par>
                          <p:cTn id="20" fill="hold">
                            <p:stCondLst>
                              <p:cond delay="2000"/>
                            </p:stCondLst>
                            <p:childTnLst>
                              <p:par>
                                <p:cTn id="21" presetID="9" presetClass="entr" presetSubtype="0" fill="hold" grpId="0" nodeType="afterEffect" nodePh="1">
                                  <p:stCondLst>
                                    <p:cond delay="0"/>
                                  </p:stCondLst>
                                  <p:endCondLst>
                                    <p:cond evt="begin" delay="0">
                                      <p:tn val="21"/>
                                    </p:cond>
                                  </p:endCondLst>
                                  <p:childTnLst>
                                    <p:set>
                                      <p:cBhvr>
                                        <p:cTn id="22" dur="1" fill="hold">
                                          <p:stCondLst>
                                            <p:cond delay="0"/>
                                          </p:stCondLst>
                                        </p:cTn>
                                        <p:tgtEl>
                                          <p:spTgt spid="20"/>
                                        </p:tgtEl>
                                        <p:attrNameLst>
                                          <p:attrName>style.visibility</p:attrName>
                                        </p:attrNameLst>
                                      </p:cBhvr>
                                      <p:to>
                                        <p:strVal val="visible"/>
                                      </p:to>
                                    </p:set>
                                    <p:animEffect transition="in" filter="dissolve">
                                      <p:cBhvr>
                                        <p:cTn id="23" dur="500"/>
                                        <p:tgtEl>
                                          <p:spTgt spid="20"/>
                                        </p:tgtEl>
                                      </p:cBhvr>
                                    </p:animEffect>
                                  </p:childTnLst>
                                </p:cTn>
                              </p:par>
                            </p:childTnLst>
                          </p:cTn>
                        </p:par>
                        <p:par>
                          <p:cTn id="24" fill="hold">
                            <p:stCondLst>
                              <p:cond delay="2500"/>
                            </p:stCondLst>
                            <p:childTnLst>
                              <p:par>
                                <p:cTn id="25" presetID="9" presetClass="entr" presetSubtype="0" fill="hold" grpId="0" nodeType="afterEffect" nodePh="1">
                                  <p:stCondLst>
                                    <p:cond delay="0"/>
                                  </p:stCondLst>
                                  <p:endCondLst>
                                    <p:cond evt="begin" delay="0">
                                      <p:tn val="25"/>
                                    </p:cond>
                                  </p:endCondLst>
                                  <p:childTnLst>
                                    <p:set>
                                      <p:cBhvr>
                                        <p:cTn id="26" dur="1" fill="hold">
                                          <p:stCondLst>
                                            <p:cond delay="0"/>
                                          </p:stCondLst>
                                        </p:cTn>
                                        <p:tgtEl>
                                          <p:spTgt spid="19"/>
                                        </p:tgtEl>
                                        <p:attrNameLst>
                                          <p:attrName>style.visibility</p:attrName>
                                        </p:attrNameLst>
                                      </p:cBhvr>
                                      <p:to>
                                        <p:strVal val="visible"/>
                                      </p:to>
                                    </p:set>
                                    <p:animEffect transition="in" filter="dissolve">
                                      <p:cBhvr>
                                        <p:cTn id="2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 grpId="0"/>
      <p:bldP spid="57" grpId="0"/>
      <p:bldP spid="3" grpId="0"/>
      <p:bldP spid="16" grpId="0"/>
      <p:bldP spid="19" grpId="0"/>
      <p:bldP spid="20" grpId="0"/>
    </p:bldLst>
  </p:timing>
</p:sldLayout>
</file>

<file path=ppt/slideLayouts/slideLayout133.xml><?xml version="1.0" encoding="utf-8"?>
<p:sldLayout xmlns:a="http://schemas.openxmlformats.org/drawingml/2006/main" xmlns:r="http://schemas.openxmlformats.org/officeDocument/2006/relationships" xmlns:p="http://schemas.openxmlformats.org/presentationml/2006/main" userDrawn="1">
  <p:cSld name="Portfolio 4">
    <p:spTree>
      <p:nvGrpSpPr>
        <p:cNvPr id="1" name=""/>
        <p:cNvGrpSpPr/>
        <p:nvPr/>
      </p:nvGrpSpPr>
      <p:grpSpPr>
        <a:xfrm>
          <a:off x="0" y="0"/>
          <a:ext cx="0" cy="0"/>
          <a:chOff x="0" y="0"/>
          <a:chExt cx="0" cy="0"/>
        </a:xfrm>
      </p:grpSpPr>
      <p:sp>
        <p:nvSpPr>
          <p:cNvPr id="15" name="Picture Placeholder 13"/>
          <p:cNvSpPr>
            <a:spLocks noGrp="1"/>
          </p:cNvSpPr>
          <p:nvPr>
            <p:ph type="pic" sz="quarter" idx="11"/>
          </p:nvPr>
        </p:nvSpPr>
        <p:spPr>
          <a:xfrm>
            <a:off x="3758353" y="1699657"/>
            <a:ext cx="2286595" cy="2286000"/>
          </a:xfrm>
          <a:effectLst/>
        </p:spPr>
        <p:txBody>
          <a:bodyPr>
            <a:normAutofit/>
          </a:bodyPr>
          <a:lstStyle>
            <a:lvl1pPr marL="0" indent="0">
              <a:buNone/>
              <a:defRPr sz="2100">
                <a:ln>
                  <a:noFill/>
                </a:ln>
                <a:solidFill>
                  <a:schemeClr val="bg1">
                    <a:lumMod val="85000"/>
                  </a:schemeClr>
                </a:solidFill>
              </a:defRPr>
            </a:lvl1pPr>
          </a:lstStyle>
          <a:p>
            <a:endParaRPr lang="en-US"/>
          </a:p>
        </p:txBody>
      </p:sp>
      <p:sp>
        <p:nvSpPr>
          <p:cNvPr id="17" name="Picture Placeholder 13"/>
          <p:cNvSpPr>
            <a:spLocks noGrp="1"/>
          </p:cNvSpPr>
          <p:nvPr>
            <p:ph type="pic" sz="quarter" idx="13"/>
          </p:nvPr>
        </p:nvSpPr>
        <p:spPr>
          <a:xfrm>
            <a:off x="6169718" y="1709921"/>
            <a:ext cx="4695167" cy="4690877"/>
          </a:xfrm>
          <a:effectLst/>
        </p:spPr>
        <p:txBody>
          <a:bodyPr>
            <a:normAutofit/>
          </a:bodyPr>
          <a:lstStyle>
            <a:lvl1pPr marL="0" indent="0">
              <a:buNone/>
              <a:defRPr sz="2100">
                <a:ln>
                  <a:noFill/>
                </a:ln>
                <a:solidFill>
                  <a:schemeClr val="bg1">
                    <a:lumMod val="85000"/>
                  </a:schemeClr>
                </a:solidFill>
              </a:defRPr>
            </a:lvl1pPr>
          </a:lstStyle>
          <a:p>
            <a:endParaRPr lang="en-US"/>
          </a:p>
        </p:txBody>
      </p:sp>
      <p:sp>
        <p:nvSpPr>
          <p:cNvPr id="13" name="Picture Placeholder 13"/>
          <p:cNvSpPr>
            <a:spLocks noGrp="1"/>
          </p:cNvSpPr>
          <p:nvPr>
            <p:ph type="pic" sz="quarter" idx="16"/>
          </p:nvPr>
        </p:nvSpPr>
        <p:spPr>
          <a:xfrm>
            <a:off x="1397692" y="4085505"/>
            <a:ext cx="2286595" cy="2286000"/>
          </a:xfrm>
          <a:effectLst/>
        </p:spPr>
        <p:txBody>
          <a:bodyPr>
            <a:normAutofit/>
          </a:bodyPr>
          <a:lstStyle>
            <a:lvl1pPr marL="0" indent="0">
              <a:buNone/>
              <a:defRPr sz="2100">
                <a:ln>
                  <a:noFill/>
                </a:ln>
                <a:solidFill>
                  <a:schemeClr val="bg1">
                    <a:lumMod val="85000"/>
                  </a:schemeClr>
                </a:solidFill>
              </a:defRPr>
            </a:lvl1pPr>
          </a:lstStyle>
          <a:p>
            <a:endParaRPr lang="en-US"/>
          </a:p>
        </p:txBody>
      </p:sp>
      <p:sp>
        <p:nvSpPr>
          <p:cNvPr id="11" name="Rectangle 10"/>
          <p:cNvSpPr/>
          <p:nvPr userDrawn="1"/>
        </p:nvSpPr>
        <p:spPr>
          <a:xfrm>
            <a:off x="1398086" y="1683330"/>
            <a:ext cx="2286595" cy="2286000"/>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2" name="Rectangle 11"/>
          <p:cNvSpPr/>
          <p:nvPr userDrawn="1"/>
        </p:nvSpPr>
        <p:spPr>
          <a:xfrm>
            <a:off x="3781687" y="4100945"/>
            <a:ext cx="2286595" cy="2286000"/>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Tree>
    <p:extLst>
      <p:ext uri="{BB962C8B-B14F-4D97-AF65-F5344CB8AC3E}">
        <p14:creationId xmlns:p14="http://schemas.microsoft.com/office/powerpoint/2010/main" val="205668135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2"/>
                                        </p:tgtEl>
                                        <p:attrNameLst>
                                          <p:attrName>style.visibility</p:attrName>
                                        </p:attrNameLst>
                                      </p:cBhvr>
                                      <p:to>
                                        <p:strVal val="visible"/>
                                      </p:to>
                                    </p:set>
                                    <p:animEffect transition="in" filter="fade">
                                      <p:cBhvr>
                                        <p:cTn id="11"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2" grpId="0" animBg="1"/>
    </p:bldLst>
  </p:timing>
</p:sldLayout>
</file>

<file path=ppt/slideLayouts/slideLayout134.xml><?xml version="1.0" encoding="utf-8"?>
<p:sldLayout xmlns:a="http://schemas.openxmlformats.org/drawingml/2006/main" xmlns:r="http://schemas.openxmlformats.org/officeDocument/2006/relationships" xmlns:p="http://schemas.openxmlformats.org/presentationml/2006/main" userDrawn="1">
  <p:cSld name="10_Title Slide">
    <p:spTree>
      <p:nvGrpSpPr>
        <p:cNvPr id="1" name=""/>
        <p:cNvGrpSpPr/>
        <p:nvPr/>
      </p:nvGrpSpPr>
      <p:grpSpPr>
        <a:xfrm>
          <a:off x="0" y="0"/>
          <a:ext cx="0" cy="0"/>
          <a:chOff x="0" y="0"/>
          <a:chExt cx="0" cy="0"/>
        </a:xfrm>
      </p:grpSpPr>
      <p:sp>
        <p:nvSpPr>
          <p:cNvPr id="35" name="Picture Placeholder 2"/>
          <p:cNvSpPr>
            <a:spLocks noGrp="1"/>
          </p:cNvSpPr>
          <p:nvPr>
            <p:ph type="pic" sz="quarter" idx="27"/>
          </p:nvPr>
        </p:nvSpPr>
        <p:spPr>
          <a:xfrm>
            <a:off x="7756699" y="4058237"/>
            <a:ext cx="3210380" cy="1737360"/>
          </a:xfrm>
          <a:ln w="19050">
            <a:noFill/>
          </a:ln>
        </p:spPr>
        <p:txBody>
          <a:bodyPr>
            <a:normAutofit/>
          </a:bodyPr>
          <a:lstStyle>
            <a:lvl1pPr marL="0" indent="0">
              <a:buNone/>
              <a:defRPr sz="1200">
                <a:solidFill>
                  <a:schemeClr val="bg1">
                    <a:lumMod val="50000"/>
                  </a:schemeClr>
                </a:solidFill>
                <a:latin typeface="Source Sans Pro Light"/>
              </a:defRPr>
            </a:lvl1pPr>
          </a:lstStyle>
          <a:p>
            <a:endParaRPr lang="en-US" dirty="0"/>
          </a:p>
        </p:txBody>
      </p:sp>
      <p:sp>
        <p:nvSpPr>
          <p:cNvPr id="36" name="Picture Placeholder 2"/>
          <p:cNvSpPr>
            <a:spLocks noGrp="1"/>
          </p:cNvSpPr>
          <p:nvPr>
            <p:ph type="pic" sz="quarter" idx="28"/>
          </p:nvPr>
        </p:nvSpPr>
        <p:spPr>
          <a:xfrm>
            <a:off x="7756699" y="2255487"/>
            <a:ext cx="3210380" cy="1737360"/>
          </a:xfrm>
          <a:ln w="19050">
            <a:noFill/>
          </a:ln>
        </p:spPr>
        <p:txBody>
          <a:bodyPr>
            <a:normAutofit/>
          </a:bodyPr>
          <a:lstStyle>
            <a:lvl1pPr marL="0" indent="0">
              <a:buNone/>
              <a:defRPr sz="1200">
                <a:solidFill>
                  <a:schemeClr val="bg1">
                    <a:lumMod val="50000"/>
                  </a:schemeClr>
                </a:solidFill>
                <a:latin typeface="Source Sans Pro Light"/>
              </a:defRPr>
            </a:lvl1pPr>
          </a:lstStyle>
          <a:p>
            <a:endParaRPr lang="en-US" dirty="0"/>
          </a:p>
        </p:txBody>
      </p:sp>
      <p:sp>
        <p:nvSpPr>
          <p:cNvPr id="33" name="Picture Placeholder 2"/>
          <p:cNvSpPr>
            <a:spLocks noGrp="1"/>
          </p:cNvSpPr>
          <p:nvPr>
            <p:ph type="pic" sz="quarter" idx="25"/>
          </p:nvPr>
        </p:nvSpPr>
        <p:spPr>
          <a:xfrm>
            <a:off x="4489942" y="4058237"/>
            <a:ext cx="3210380" cy="1737360"/>
          </a:xfrm>
          <a:ln w="19050">
            <a:noFill/>
          </a:ln>
        </p:spPr>
        <p:txBody>
          <a:bodyPr>
            <a:normAutofit/>
          </a:bodyPr>
          <a:lstStyle>
            <a:lvl1pPr marL="0" indent="0">
              <a:buNone/>
              <a:defRPr sz="1200">
                <a:solidFill>
                  <a:schemeClr val="bg1">
                    <a:lumMod val="50000"/>
                  </a:schemeClr>
                </a:solidFill>
                <a:latin typeface="Source Sans Pro Light"/>
              </a:defRPr>
            </a:lvl1pPr>
          </a:lstStyle>
          <a:p>
            <a:endParaRPr lang="en-US" dirty="0"/>
          </a:p>
        </p:txBody>
      </p:sp>
      <p:sp>
        <p:nvSpPr>
          <p:cNvPr id="34" name="Picture Placeholder 2"/>
          <p:cNvSpPr>
            <a:spLocks noGrp="1"/>
          </p:cNvSpPr>
          <p:nvPr>
            <p:ph type="pic" sz="quarter" idx="26"/>
          </p:nvPr>
        </p:nvSpPr>
        <p:spPr>
          <a:xfrm>
            <a:off x="4489942" y="2255487"/>
            <a:ext cx="3210380" cy="1737360"/>
          </a:xfrm>
          <a:ln w="19050">
            <a:noFill/>
          </a:ln>
        </p:spPr>
        <p:txBody>
          <a:bodyPr>
            <a:normAutofit/>
          </a:bodyPr>
          <a:lstStyle>
            <a:lvl1pPr marL="0" indent="0">
              <a:buNone/>
              <a:defRPr sz="1200">
                <a:solidFill>
                  <a:schemeClr val="bg1">
                    <a:lumMod val="50000"/>
                  </a:schemeClr>
                </a:solidFill>
                <a:latin typeface="Source Sans Pro Light"/>
              </a:defRPr>
            </a:lvl1pPr>
          </a:lstStyle>
          <a:p>
            <a:endParaRPr lang="en-US" dirty="0"/>
          </a:p>
        </p:txBody>
      </p:sp>
      <p:sp>
        <p:nvSpPr>
          <p:cNvPr id="32" name="Picture Placeholder 2"/>
          <p:cNvSpPr>
            <a:spLocks noGrp="1"/>
          </p:cNvSpPr>
          <p:nvPr>
            <p:ph type="pic" sz="quarter" idx="24"/>
          </p:nvPr>
        </p:nvSpPr>
        <p:spPr>
          <a:xfrm>
            <a:off x="1225906" y="4058237"/>
            <a:ext cx="3210380" cy="1737360"/>
          </a:xfrm>
          <a:ln w="19050">
            <a:noFill/>
          </a:ln>
        </p:spPr>
        <p:txBody>
          <a:bodyPr>
            <a:normAutofit/>
          </a:bodyPr>
          <a:lstStyle>
            <a:lvl1pPr marL="0" indent="0">
              <a:buNone/>
              <a:defRPr sz="1200">
                <a:solidFill>
                  <a:schemeClr val="bg1">
                    <a:lumMod val="50000"/>
                  </a:schemeClr>
                </a:solidFill>
                <a:latin typeface="Source Sans Pro Light"/>
              </a:defRPr>
            </a:lvl1pPr>
          </a:lstStyle>
          <a:p>
            <a:endParaRPr lang="en-US" dirty="0"/>
          </a:p>
        </p:txBody>
      </p:sp>
      <p:sp>
        <p:nvSpPr>
          <p:cNvPr id="3" name="Picture Placeholder 2"/>
          <p:cNvSpPr>
            <a:spLocks noGrp="1"/>
          </p:cNvSpPr>
          <p:nvPr>
            <p:ph type="pic" sz="quarter" idx="22"/>
          </p:nvPr>
        </p:nvSpPr>
        <p:spPr>
          <a:xfrm>
            <a:off x="1225906" y="2255487"/>
            <a:ext cx="3210380" cy="1737360"/>
          </a:xfrm>
          <a:ln w="19050">
            <a:noFill/>
          </a:ln>
        </p:spPr>
        <p:txBody>
          <a:bodyPr>
            <a:normAutofit/>
          </a:bodyPr>
          <a:lstStyle>
            <a:lvl1pPr marL="0" indent="0">
              <a:buNone/>
              <a:defRPr sz="1200">
                <a:solidFill>
                  <a:schemeClr val="bg1">
                    <a:lumMod val="50000"/>
                  </a:schemeClr>
                </a:solidFill>
                <a:latin typeface="Source Sans Pro Light"/>
              </a:defRPr>
            </a:lvl1pPr>
          </a:lstStyle>
          <a:p>
            <a:endParaRPr lang="en-US" dirty="0"/>
          </a:p>
        </p:txBody>
      </p:sp>
      <p:sp>
        <p:nvSpPr>
          <p:cNvPr id="16" name="Title 15"/>
          <p:cNvSpPr>
            <a:spLocks noGrp="1"/>
          </p:cNvSpPr>
          <p:nvPr>
            <p:ph type="title"/>
          </p:nvPr>
        </p:nvSpPr>
        <p:spPr>
          <a:xfrm>
            <a:off x="1524001" y="381001"/>
            <a:ext cx="9144000" cy="535812"/>
          </a:xfrm>
        </p:spPr>
        <p:txBody>
          <a:bodyPr>
            <a:noAutofit/>
          </a:bodyPr>
          <a:lstStyle>
            <a:lvl1pPr algn="ctr">
              <a:defRPr sz="2700" b="0">
                <a:solidFill>
                  <a:schemeClr val="tx1">
                    <a:lumMod val="65000"/>
                    <a:lumOff val="35000"/>
                  </a:schemeClr>
                </a:solidFill>
                <a:latin typeface="Source Sans Pro Light"/>
              </a:defRPr>
            </a:lvl1pPr>
          </a:lstStyle>
          <a:p>
            <a:r>
              <a:rPr lang="en-US" dirty="0" smtClean="0"/>
              <a:t>Click to edit Master title style</a:t>
            </a:r>
            <a:endParaRPr lang="en-GB" dirty="0"/>
          </a:p>
        </p:txBody>
      </p:sp>
      <p:sp>
        <p:nvSpPr>
          <p:cNvPr id="10" name="Text Placeholder 17"/>
          <p:cNvSpPr>
            <a:spLocks noGrp="1"/>
          </p:cNvSpPr>
          <p:nvPr>
            <p:ph type="body" sz="quarter" idx="21"/>
          </p:nvPr>
        </p:nvSpPr>
        <p:spPr>
          <a:xfrm>
            <a:off x="4939605" y="1828801"/>
            <a:ext cx="1689937" cy="274417"/>
          </a:xfrm>
        </p:spPr>
        <p:txBody>
          <a:bodyPr lIns="0" tIns="0" rIns="0" bIns="0" anchor="ctr">
            <a:normAutofit/>
          </a:bodyPr>
          <a:lstStyle>
            <a:lvl1pPr marL="0" indent="0" algn="l">
              <a:lnSpc>
                <a:spcPct val="150000"/>
              </a:lnSpc>
              <a:buNone/>
              <a:defRPr sz="1000">
                <a:solidFill>
                  <a:schemeClr val="tx1">
                    <a:lumMod val="65000"/>
                    <a:lumOff val="35000"/>
                  </a:schemeClr>
                </a:solidFill>
                <a:latin typeface="Source Sans Pro Light"/>
              </a:defRPr>
            </a:lvl1pPr>
          </a:lstStyle>
          <a:p>
            <a:pPr lvl="0"/>
            <a:endParaRPr lang="en-US" dirty="0" smtClean="0"/>
          </a:p>
        </p:txBody>
      </p:sp>
      <p:sp>
        <p:nvSpPr>
          <p:cNvPr id="24" name="Shape 575"/>
          <p:cNvSpPr/>
          <p:nvPr userDrawn="1"/>
        </p:nvSpPr>
        <p:spPr>
          <a:xfrm>
            <a:off x="1232323" y="1940009"/>
            <a:ext cx="232169" cy="111343"/>
          </a:xfrm>
          <a:prstGeom prst="rect">
            <a:avLst/>
          </a:prstGeom>
          <a:solidFill>
            <a:schemeClr val="accent2"/>
          </a:solidFill>
          <a:ln w="12700">
            <a:miter lim="400000"/>
          </a:ln>
        </p:spPr>
        <p:txBody>
          <a:bodyPr lIns="25394" tIns="25394" rIns="25394" bIns="25394" anchor="ctr"/>
          <a:lstStyle/>
          <a:p>
            <a:pPr defTabSz="228539" fontAlgn="auto">
              <a:spcBef>
                <a:spcPts val="0"/>
              </a:spcBef>
              <a:spcAft>
                <a:spcPts val="0"/>
              </a:spcAft>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dirty="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endParaRPr>
          </a:p>
        </p:txBody>
      </p:sp>
      <p:sp>
        <p:nvSpPr>
          <p:cNvPr id="25" name="Shape 576"/>
          <p:cNvSpPr/>
          <p:nvPr userDrawn="1"/>
        </p:nvSpPr>
        <p:spPr>
          <a:xfrm>
            <a:off x="4491788" y="1940009"/>
            <a:ext cx="232169" cy="111343"/>
          </a:xfrm>
          <a:prstGeom prst="rect">
            <a:avLst/>
          </a:prstGeom>
          <a:solidFill>
            <a:schemeClr val="accent1"/>
          </a:solidFill>
          <a:ln w="12700">
            <a:miter lim="400000"/>
          </a:ln>
        </p:spPr>
        <p:txBody>
          <a:bodyPr lIns="25394" tIns="25394" rIns="25394" bIns="25394" anchor="ctr"/>
          <a:lstStyle/>
          <a:p>
            <a:pPr defTabSz="228539" fontAlgn="auto">
              <a:spcBef>
                <a:spcPts val="0"/>
              </a:spcBef>
              <a:spcAft>
                <a:spcPts val="0"/>
              </a:spcAft>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dirty="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endParaRPr>
          </a:p>
        </p:txBody>
      </p:sp>
      <p:sp>
        <p:nvSpPr>
          <p:cNvPr id="26" name="Shape 577"/>
          <p:cNvSpPr/>
          <p:nvPr userDrawn="1"/>
        </p:nvSpPr>
        <p:spPr>
          <a:xfrm>
            <a:off x="7763650" y="1940009"/>
            <a:ext cx="232169" cy="111343"/>
          </a:xfrm>
          <a:prstGeom prst="rect">
            <a:avLst/>
          </a:prstGeom>
          <a:solidFill>
            <a:schemeClr val="accent3"/>
          </a:solidFill>
          <a:ln w="12700">
            <a:miter lim="400000"/>
          </a:ln>
        </p:spPr>
        <p:txBody>
          <a:bodyPr lIns="25394" tIns="25394" rIns="25394" bIns="25394" anchor="ctr"/>
          <a:lstStyle/>
          <a:p>
            <a:pPr defTabSz="228539" fontAlgn="auto">
              <a:spcBef>
                <a:spcPts val="0"/>
              </a:spcBef>
              <a:spcAft>
                <a:spcPts val="0"/>
              </a:spcAft>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dirty="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endParaRPr>
          </a:p>
        </p:txBody>
      </p:sp>
      <p:sp>
        <p:nvSpPr>
          <p:cNvPr id="27" name="Shape 578"/>
          <p:cNvSpPr/>
          <p:nvPr userDrawn="1"/>
        </p:nvSpPr>
        <p:spPr>
          <a:xfrm>
            <a:off x="1232323" y="5969729"/>
            <a:ext cx="232169" cy="134714"/>
          </a:xfrm>
          <a:prstGeom prst="rect">
            <a:avLst/>
          </a:prstGeom>
          <a:solidFill>
            <a:schemeClr val="accent4"/>
          </a:solidFill>
          <a:ln w="12700">
            <a:miter lim="400000"/>
          </a:ln>
        </p:spPr>
        <p:txBody>
          <a:bodyPr lIns="25394" tIns="25394" rIns="25394" bIns="25394" anchor="ctr"/>
          <a:lstStyle/>
          <a:p>
            <a:pPr defTabSz="228539" fontAlgn="auto">
              <a:spcBef>
                <a:spcPts val="0"/>
              </a:spcBef>
              <a:spcAft>
                <a:spcPts val="0"/>
              </a:spcAft>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dirty="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endParaRPr>
          </a:p>
        </p:txBody>
      </p:sp>
      <p:sp>
        <p:nvSpPr>
          <p:cNvPr id="28" name="Shape 579"/>
          <p:cNvSpPr/>
          <p:nvPr userDrawn="1"/>
        </p:nvSpPr>
        <p:spPr>
          <a:xfrm>
            <a:off x="4491788" y="5969729"/>
            <a:ext cx="232169" cy="134714"/>
          </a:xfrm>
          <a:prstGeom prst="rect">
            <a:avLst/>
          </a:prstGeom>
          <a:solidFill>
            <a:schemeClr val="accent5"/>
          </a:solidFill>
          <a:ln w="12700">
            <a:miter lim="400000"/>
          </a:ln>
        </p:spPr>
        <p:txBody>
          <a:bodyPr lIns="25394" tIns="25394" rIns="25394" bIns="25394" anchor="ctr"/>
          <a:lstStyle/>
          <a:p>
            <a:pPr defTabSz="228539" fontAlgn="auto">
              <a:spcBef>
                <a:spcPts val="0"/>
              </a:spcBef>
              <a:spcAft>
                <a:spcPts val="0"/>
              </a:spcAft>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dirty="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endParaRPr>
          </a:p>
        </p:txBody>
      </p:sp>
      <p:sp>
        <p:nvSpPr>
          <p:cNvPr id="29" name="Shape 580"/>
          <p:cNvSpPr/>
          <p:nvPr userDrawn="1"/>
        </p:nvSpPr>
        <p:spPr>
          <a:xfrm>
            <a:off x="7763650" y="5969729"/>
            <a:ext cx="232169" cy="134714"/>
          </a:xfrm>
          <a:prstGeom prst="rect">
            <a:avLst/>
          </a:prstGeom>
          <a:solidFill>
            <a:schemeClr val="accent6"/>
          </a:solidFill>
          <a:ln w="12700">
            <a:miter lim="400000"/>
          </a:ln>
        </p:spPr>
        <p:txBody>
          <a:bodyPr lIns="25394" tIns="25394" rIns="25394" bIns="25394" anchor="ctr"/>
          <a:lstStyle/>
          <a:p>
            <a:pPr defTabSz="228539" fontAlgn="auto">
              <a:spcBef>
                <a:spcPts val="0"/>
              </a:spcBef>
              <a:spcAft>
                <a:spcPts val="0"/>
              </a:spcAft>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dirty="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endParaRPr>
          </a:p>
        </p:txBody>
      </p:sp>
      <p:sp>
        <p:nvSpPr>
          <p:cNvPr id="30" name="Text Placeholder 17"/>
          <p:cNvSpPr>
            <a:spLocks noGrp="1"/>
          </p:cNvSpPr>
          <p:nvPr>
            <p:ph type="body" sz="quarter" idx="23"/>
          </p:nvPr>
        </p:nvSpPr>
        <p:spPr>
          <a:xfrm>
            <a:off x="1675252" y="1828801"/>
            <a:ext cx="1689937" cy="274417"/>
          </a:xfrm>
        </p:spPr>
        <p:txBody>
          <a:bodyPr lIns="0" tIns="0" rIns="0" bIns="0" anchor="ctr">
            <a:normAutofit/>
          </a:bodyPr>
          <a:lstStyle>
            <a:lvl1pPr marL="0" indent="0" algn="l">
              <a:lnSpc>
                <a:spcPct val="150000"/>
              </a:lnSpc>
              <a:buNone/>
              <a:defRPr sz="1000">
                <a:solidFill>
                  <a:schemeClr val="tx1">
                    <a:lumMod val="65000"/>
                    <a:lumOff val="35000"/>
                  </a:schemeClr>
                </a:solidFill>
                <a:latin typeface="Source Sans Pro Light"/>
              </a:defRPr>
            </a:lvl1pPr>
          </a:lstStyle>
          <a:p>
            <a:pPr lvl="0"/>
            <a:endParaRPr lang="en-US" dirty="0" smtClean="0"/>
          </a:p>
        </p:txBody>
      </p:sp>
      <p:sp>
        <p:nvSpPr>
          <p:cNvPr id="37" name="Text Placeholder 17"/>
          <p:cNvSpPr>
            <a:spLocks noGrp="1"/>
          </p:cNvSpPr>
          <p:nvPr>
            <p:ph type="body" sz="quarter" idx="29"/>
          </p:nvPr>
        </p:nvSpPr>
        <p:spPr>
          <a:xfrm>
            <a:off x="4939605" y="5891090"/>
            <a:ext cx="1689937" cy="274417"/>
          </a:xfrm>
        </p:spPr>
        <p:txBody>
          <a:bodyPr lIns="0" tIns="0" rIns="0" bIns="0" anchor="ctr">
            <a:normAutofit/>
          </a:bodyPr>
          <a:lstStyle>
            <a:lvl1pPr marL="0" indent="0" algn="l">
              <a:lnSpc>
                <a:spcPct val="150000"/>
              </a:lnSpc>
              <a:buNone/>
              <a:defRPr sz="1000">
                <a:solidFill>
                  <a:schemeClr val="tx1">
                    <a:lumMod val="65000"/>
                    <a:lumOff val="35000"/>
                  </a:schemeClr>
                </a:solidFill>
                <a:latin typeface="Source Sans Pro Light"/>
              </a:defRPr>
            </a:lvl1pPr>
          </a:lstStyle>
          <a:p>
            <a:pPr lvl="0"/>
            <a:endParaRPr lang="en-US" dirty="0" smtClean="0"/>
          </a:p>
        </p:txBody>
      </p:sp>
      <p:sp>
        <p:nvSpPr>
          <p:cNvPr id="38" name="Text Placeholder 17"/>
          <p:cNvSpPr>
            <a:spLocks noGrp="1"/>
          </p:cNvSpPr>
          <p:nvPr>
            <p:ph type="body" sz="quarter" idx="30"/>
          </p:nvPr>
        </p:nvSpPr>
        <p:spPr>
          <a:xfrm>
            <a:off x="1675252" y="5891090"/>
            <a:ext cx="1689937" cy="274417"/>
          </a:xfrm>
        </p:spPr>
        <p:txBody>
          <a:bodyPr lIns="0" tIns="0" rIns="0" bIns="0" anchor="ctr">
            <a:normAutofit/>
          </a:bodyPr>
          <a:lstStyle>
            <a:lvl1pPr marL="0" indent="0" algn="l">
              <a:lnSpc>
                <a:spcPct val="150000"/>
              </a:lnSpc>
              <a:buNone/>
              <a:defRPr sz="1000">
                <a:solidFill>
                  <a:schemeClr val="tx1">
                    <a:lumMod val="65000"/>
                    <a:lumOff val="35000"/>
                  </a:schemeClr>
                </a:solidFill>
                <a:latin typeface="Source Sans Pro Light"/>
              </a:defRPr>
            </a:lvl1pPr>
          </a:lstStyle>
          <a:p>
            <a:pPr lvl="0"/>
            <a:endParaRPr lang="en-US" dirty="0" smtClean="0"/>
          </a:p>
        </p:txBody>
      </p:sp>
      <p:sp>
        <p:nvSpPr>
          <p:cNvPr id="39" name="Text Placeholder 17"/>
          <p:cNvSpPr>
            <a:spLocks noGrp="1"/>
          </p:cNvSpPr>
          <p:nvPr>
            <p:ph type="body" sz="quarter" idx="31"/>
          </p:nvPr>
        </p:nvSpPr>
        <p:spPr>
          <a:xfrm>
            <a:off x="8191064" y="1828801"/>
            <a:ext cx="1689937" cy="274417"/>
          </a:xfrm>
        </p:spPr>
        <p:txBody>
          <a:bodyPr lIns="0" tIns="0" rIns="0" bIns="0" anchor="ctr">
            <a:normAutofit/>
          </a:bodyPr>
          <a:lstStyle>
            <a:lvl1pPr marL="0" indent="0" algn="l">
              <a:lnSpc>
                <a:spcPct val="150000"/>
              </a:lnSpc>
              <a:buNone/>
              <a:defRPr sz="1000">
                <a:solidFill>
                  <a:schemeClr val="tx1">
                    <a:lumMod val="65000"/>
                    <a:lumOff val="35000"/>
                  </a:schemeClr>
                </a:solidFill>
                <a:latin typeface="Source Sans Pro Light"/>
              </a:defRPr>
            </a:lvl1pPr>
          </a:lstStyle>
          <a:p>
            <a:pPr lvl="0"/>
            <a:endParaRPr lang="en-US" dirty="0" smtClean="0"/>
          </a:p>
        </p:txBody>
      </p:sp>
      <p:sp>
        <p:nvSpPr>
          <p:cNvPr id="40" name="Text Placeholder 17"/>
          <p:cNvSpPr>
            <a:spLocks noGrp="1"/>
          </p:cNvSpPr>
          <p:nvPr>
            <p:ph type="body" sz="quarter" idx="32"/>
          </p:nvPr>
        </p:nvSpPr>
        <p:spPr>
          <a:xfrm>
            <a:off x="8191064" y="5891090"/>
            <a:ext cx="1689937" cy="274417"/>
          </a:xfrm>
        </p:spPr>
        <p:txBody>
          <a:bodyPr lIns="0" tIns="0" rIns="0" bIns="0" anchor="ctr">
            <a:normAutofit/>
          </a:bodyPr>
          <a:lstStyle>
            <a:lvl1pPr marL="0" indent="0" algn="l">
              <a:lnSpc>
                <a:spcPct val="150000"/>
              </a:lnSpc>
              <a:buNone/>
              <a:defRPr sz="1000">
                <a:solidFill>
                  <a:schemeClr val="tx1">
                    <a:lumMod val="65000"/>
                    <a:lumOff val="35000"/>
                  </a:schemeClr>
                </a:solidFill>
                <a:latin typeface="Source Sans Pro Light"/>
              </a:defRPr>
            </a:lvl1pPr>
          </a:lstStyle>
          <a:p>
            <a:pPr lvl="0"/>
            <a:endParaRPr lang="en-US" dirty="0" smtClean="0"/>
          </a:p>
        </p:txBody>
      </p:sp>
    </p:spTree>
    <p:extLst>
      <p:ext uri="{BB962C8B-B14F-4D97-AF65-F5344CB8AC3E}">
        <p14:creationId xmlns:p14="http://schemas.microsoft.com/office/powerpoint/2010/main" val="394119111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dissolve">
                                      <p:cBhvr>
                                        <p:cTn id="7" dur="500"/>
                                        <p:tgtEl>
                                          <p:spTgt spid="16"/>
                                        </p:tgtEl>
                                      </p:cBhvr>
                                    </p:animEffect>
                                  </p:childTnLst>
                                </p:cTn>
                              </p:par>
                            </p:childTnLst>
                          </p:cTn>
                        </p:par>
                        <p:par>
                          <p:cTn id="8" fill="hold">
                            <p:stCondLst>
                              <p:cond delay="500"/>
                            </p:stCondLst>
                            <p:childTnLst>
                              <p:par>
                                <p:cTn id="9" presetID="10" presetClass="entr" presetSubtype="0" fill="hold" grpId="0" nodeType="afterEffect" nodePh="1">
                                  <p:stCondLst>
                                    <p:cond delay="0"/>
                                  </p:stCondLst>
                                  <p:endCondLst>
                                    <p:cond evt="begin" delay="0">
                                      <p:tn val="9"/>
                                    </p:cond>
                                  </p:endCondLst>
                                  <p:childTnLst>
                                    <p:set>
                                      <p:cBhvr>
                                        <p:cTn id="10" dur="1" fill="hold">
                                          <p:stCondLst>
                                            <p:cond delay="0"/>
                                          </p:stCondLst>
                                        </p:cTn>
                                        <p:tgtEl>
                                          <p:spTgt spid="3"/>
                                        </p:tgtEl>
                                        <p:attrNameLst>
                                          <p:attrName>style.visibility</p:attrName>
                                        </p:attrNameLst>
                                      </p:cBhvr>
                                      <p:to>
                                        <p:strVal val="visible"/>
                                      </p:to>
                                    </p:set>
                                    <p:animEffect transition="in" filter="fade">
                                      <p:cBhvr>
                                        <p:cTn id="11" dur="500"/>
                                        <p:tgtEl>
                                          <p:spTgt spid="3"/>
                                        </p:tgtEl>
                                      </p:cBhvr>
                                    </p:animEffect>
                                  </p:childTnLst>
                                </p:cTn>
                              </p:par>
                            </p:childTnLst>
                          </p:cTn>
                        </p:par>
                        <p:par>
                          <p:cTn id="12" fill="hold">
                            <p:stCondLst>
                              <p:cond delay="1000"/>
                            </p:stCondLst>
                            <p:childTnLst>
                              <p:par>
                                <p:cTn id="13" presetID="22" presetClass="entr" presetSubtype="4" fill="hold" grpId="0" nodeType="afterEffect">
                                  <p:stCondLst>
                                    <p:cond delay="0"/>
                                  </p:stCondLst>
                                  <p:childTnLst>
                                    <p:set>
                                      <p:cBhvr>
                                        <p:cTn id="14" dur="1" fill="hold">
                                          <p:stCondLst>
                                            <p:cond delay="0"/>
                                          </p:stCondLst>
                                        </p:cTn>
                                        <p:tgtEl>
                                          <p:spTgt spid="24"/>
                                        </p:tgtEl>
                                        <p:attrNameLst>
                                          <p:attrName>style.visibility</p:attrName>
                                        </p:attrNameLst>
                                      </p:cBhvr>
                                      <p:to>
                                        <p:strVal val="visible"/>
                                      </p:to>
                                    </p:set>
                                    <p:animEffect transition="in" filter="wipe(down)">
                                      <p:cBhvr>
                                        <p:cTn id="15" dur="500"/>
                                        <p:tgtEl>
                                          <p:spTgt spid="24"/>
                                        </p:tgtEl>
                                      </p:cBhvr>
                                    </p:animEffect>
                                  </p:childTnLst>
                                </p:cTn>
                              </p:par>
                            </p:childTnLst>
                          </p:cTn>
                        </p:par>
                        <p:par>
                          <p:cTn id="16" fill="hold">
                            <p:stCondLst>
                              <p:cond delay="1500"/>
                            </p:stCondLst>
                            <p:childTnLst>
                              <p:par>
                                <p:cTn id="17" presetID="9" presetClass="entr" presetSubtype="0" fill="hold" grpId="0" nodeType="afterEffect" nodePh="1">
                                  <p:stCondLst>
                                    <p:cond delay="0"/>
                                  </p:stCondLst>
                                  <p:endCondLst>
                                    <p:cond evt="begin" delay="0">
                                      <p:tn val="17"/>
                                    </p:cond>
                                  </p:endCondLst>
                                  <p:childTnLst>
                                    <p:set>
                                      <p:cBhvr>
                                        <p:cTn id="18" dur="1" fill="hold">
                                          <p:stCondLst>
                                            <p:cond delay="0"/>
                                          </p:stCondLst>
                                        </p:cTn>
                                        <p:tgtEl>
                                          <p:spTgt spid="30">
                                            <p:txEl>
                                              <p:pRg st="0" end="0"/>
                                            </p:txEl>
                                          </p:spTgt>
                                        </p:tgtEl>
                                        <p:attrNameLst>
                                          <p:attrName>style.visibility</p:attrName>
                                        </p:attrNameLst>
                                      </p:cBhvr>
                                      <p:to>
                                        <p:strVal val="visible"/>
                                      </p:to>
                                    </p:set>
                                    <p:animEffect transition="in" filter="dissolve">
                                      <p:cBhvr>
                                        <p:cTn id="19" dur="500"/>
                                        <p:tgtEl>
                                          <p:spTgt spid="30">
                                            <p:txEl>
                                              <p:pRg st="0" end="0"/>
                                            </p:txEl>
                                          </p:spTgt>
                                        </p:tgtEl>
                                      </p:cBhvr>
                                    </p:animEffect>
                                  </p:childTnLst>
                                </p:cTn>
                              </p:par>
                            </p:childTnLst>
                          </p:cTn>
                        </p:par>
                        <p:par>
                          <p:cTn id="20" fill="hold">
                            <p:stCondLst>
                              <p:cond delay="2000"/>
                            </p:stCondLst>
                            <p:childTnLst>
                              <p:par>
                                <p:cTn id="21" presetID="10" presetClass="entr" presetSubtype="0" fill="hold" grpId="0" nodeType="afterEffect" nodePh="1">
                                  <p:stCondLst>
                                    <p:cond delay="0"/>
                                  </p:stCondLst>
                                  <p:endCondLst>
                                    <p:cond evt="begin" delay="0">
                                      <p:tn val="21"/>
                                    </p:cond>
                                  </p:endCondLst>
                                  <p:childTnLst>
                                    <p:set>
                                      <p:cBhvr>
                                        <p:cTn id="22" dur="1" fill="hold">
                                          <p:stCondLst>
                                            <p:cond delay="0"/>
                                          </p:stCondLst>
                                        </p:cTn>
                                        <p:tgtEl>
                                          <p:spTgt spid="34"/>
                                        </p:tgtEl>
                                        <p:attrNameLst>
                                          <p:attrName>style.visibility</p:attrName>
                                        </p:attrNameLst>
                                      </p:cBhvr>
                                      <p:to>
                                        <p:strVal val="visible"/>
                                      </p:to>
                                    </p:set>
                                    <p:animEffect transition="in" filter="fade">
                                      <p:cBhvr>
                                        <p:cTn id="23" dur="500"/>
                                        <p:tgtEl>
                                          <p:spTgt spid="34"/>
                                        </p:tgtEl>
                                      </p:cBhvr>
                                    </p:animEffect>
                                  </p:childTnLst>
                                </p:cTn>
                              </p:par>
                            </p:childTnLst>
                          </p:cTn>
                        </p:par>
                        <p:par>
                          <p:cTn id="24" fill="hold">
                            <p:stCondLst>
                              <p:cond delay="2500"/>
                            </p:stCondLst>
                            <p:childTnLst>
                              <p:par>
                                <p:cTn id="25" presetID="22" presetClass="entr" presetSubtype="4" fill="hold" grpId="0" nodeType="afterEffect">
                                  <p:stCondLst>
                                    <p:cond delay="0"/>
                                  </p:stCondLst>
                                  <p:childTnLst>
                                    <p:set>
                                      <p:cBhvr>
                                        <p:cTn id="26" dur="1" fill="hold">
                                          <p:stCondLst>
                                            <p:cond delay="0"/>
                                          </p:stCondLst>
                                        </p:cTn>
                                        <p:tgtEl>
                                          <p:spTgt spid="25"/>
                                        </p:tgtEl>
                                        <p:attrNameLst>
                                          <p:attrName>style.visibility</p:attrName>
                                        </p:attrNameLst>
                                      </p:cBhvr>
                                      <p:to>
                                        <p:strVal val="visible"/>
                                      </p:to>
                                    </p:set>
                                    <p:animEffect transition="in" filter="wipe(down)">
                                      <p:cBhvr>
                                        <p:cTn id="27" dur="500"/>
                                        <p:tgtEl>
                                          <p:spTgt spid="25"/>
                                        </p:tgtEl>
                                      </p:cBhvr>
                                    </p:animEffect>
                                  </p:childTnLst>
                                </p:cTn>
                              </p:par>
                            </p:childTnLst>
                          </p:cTn>
                        </p:par>
                        <p:par>
                          <p:cTn id="28" fill="hold">
                            <p:stCondLst>
                              <p:cond delay="3000"/>
                            </p:stCondLst>
                            <p:childTnLst>
                              <p:par>
                                <p:cTn id="29" presetID="9" presetClass="entr" presetSubtype="0" fill="hold" grpId="0" nodeType="afterEffect" nodePh="1">
                                  <p:stCondLst>
                                    <p:cond delay="0"/>
                                  </p:stCondLst>
                                  <p:endCondLst>
                                    <p:cond evt="begin" delay="0">
                                      <p:tn val="29"/>
                                    </p:cond>
                                  </p:endCondLst>
                                  <p:childTnLst>
                                    <p:set>
                                      <p:cBhvr>
                                        <p:cTn id="30" dur="1" fill="hold">
                                          <p:stCondLst>
                                            <p:cond delay="0"/>
                                          </p:stCondLst>
                                        </p:cTn>
                                        <p:tgtEl>
                                          <p:spTgt spid="10">
                                            <p:txEl>
                                              <p:pRg st="0" end="0"/>
                                            </p:txEl>
                                          </p:spTgt>
                                        </p:tgtEl>
                                        <p:attrNameLst>
                                          <p:attrName>style.visibility</p:attrName>
                                        </p:attrNameLst>
                                      </p:cBhvr>
                                      <p:to>
                                        <p:strVal val="visible"/>
                                      </p:to>
                                    </p:set>
                                    <p:animEffect transition="in" filter="dissolve">
                                      <p:cBhvr>
                                        <p:cTn id="31" dur="500"/>
                                        <p:tgtEl>
                                          <p:spTgt spid="10">
                                            <p:txEl>
                                              <p:pRg st="0" end="0"/>
                                            </p:txEl>
                                          </p:spTgt>
                                        </p:tgtEl>
                                      </p:cBhvr>
                                    </p:animEffect>
                                  </p:childTnLst>
                                </p:cTn>
                              </p:par>
                            </p:childTnLst>
                          </p:cTn>
                        </p:par>
                        <p:par>
                          <p:cTn id="32" fill="hold">
                            <p:stCondLst>
                              <p:cond delay="3500"/>
                            </p:stCondLst>
                            <p:childTnLst>
                              <p:par>
                                <p:cTn id="33" presetID="10" presetClass="entr" presetSubtype="0" fill="hold" grpId="0" nodeType="afterEffect" nodePh="1">
                                  <p:stCondLst>
                                    <p:cond delay="0"/>
                                  </p:stCondLst>
                                  <p:endCondLst>
                                    <p:cond evt="begin" delay="0">
                                      <p:tn val="33"/>
                                    </p:cond>
                                  </p:endCondLst>
                                  <p:childTnLst>
                                    <p:set>
                                      <p:cBhvr>
                                        <p:cTn id="34" dur="1" fill="hold">
                                          <p:stCondLst>
                                            <p:cond delay="0"/>
                                          </p:stCondLst>
                                        </p:cTn>
                                        <p:tgtEl>
                                          <p:spTgt spid="36"/>
                                        </p:tgtEl>
                                        <p:attrNameLst>
                                          <p:attrName>style.visibility</p:attrName>
                                        </p:attrNameLst>
                                      </p:cBhvr>
                                      <p:to>
                                        <p:strVal val="visible"/>
                                      </p:to>
                                    </p:set>
                                    <p:animEffect transition="in" filter="fade">
                                      <p:cBhvr>
                                        <p:cTn id="35" dur="500"/>
                                        <p:tgtEl>
                                          <p:spTgt spid="36"/>
                                        </p:tgtEl>
                                      </p:cBhvr>
                                    </p:animEffect>
                                  </p:childTnLst>
                                </p:cTn>
                              </p:par>
                            </p:childTnLst>
                          </p:cTn>
                        </p:par>
                        <p:par>
                          <p:cTn id="36" fill="hold">
                            <p:stCondLst>
                              <p:cond delay="4000"/>
                            </p:stCondLst>
                            <p:childTnLst>
                              <p:par>
                                <p:cTn id="37" presetID="22" presetClass="entr" presetSubtype="4" fill="hold" grpId="0" nodeType="afterEffect">
                                  <p:stCondLst>
                                    <p:cond delay="0"/>
                                  </p:stCondLst>
                                  <p:childTnLst>
                                    <p:set>
                                      <p:cBhvr>
                                        <p:cTn id="38" dur="1" fill="hold">
                                          <p:stCondLst>
                                            <p:cond delay="0"/>
                                          </p:stCondLst>
                                        </p:cTn>
                                        <p:tgtEl>
                                          <p:spTgt spid="26"/>
                                        </p:tgtEl>
                                        <p:attrNameLst>
                                          <p:attrName>style.visibility</p:attrName>
                                        </p:attrNameLst>
                                      </p:cBhvr>
                                      <p:to>
                                        <p:strVal val="visible"/>
                                      </p:to>
                                    </p:set>
                                    <p:animEffect transition="in" filter="wipe(down)">
                                      <p:cBhvr>
                                        <p:cTn id="39" dur="500"/>
                                        <p:tgtEl>
                                          <p:spTgt spid="26"/>
                                        </p:tgtEl>
                                      </p:cBhvr>
                                    </p:animEffect>
                                  </p:childTnLst>
                                </p:cTn>
                              </p:par>
                            </p:childTnLst>
                          </p:cTn>
                        </p:par>
                        <p:par>
                          <p:cTn id="40" fill="hold">
                            <p:stCondLst>
                              <p:cond delay="4500"/>
                            </p:stCondLst>
                            <p:childTnLst>
                              <p:par>
                                <p:cTn id="41" presetID="9" presetClass="entr" presetSubtype="0" fill="hold" grpId="0" nodeType="afterEffect" nodePh="1">
                                  <p:stCondLst>
                                    <p:cond delay="0"/>
                                  </p:stCondLst>
                                  <p:endCondLst>
                                    <p:cond evt="begin" delay="0">
                                      <p:tn val="41"/>
                                    </p:cond>
                                  </p:endCondLst>
                                  <p:childTnLst>
                                    <p:set>
                                      <p:cBhvr>
                                        <p:cTn id="42" dur="1" fill="hold">
                                          <p:stCondLst>
                                            <p:cond delay="0"/>
                                          </p:stCondLst>
                                        </p:cTn>
                                        <p:tgtEl>
                                          <p:spTgt spid="39">
                                            <p:txEl>
                                              <p:pRg st="0" end="0"/>
                                            </p:txEl>
                                          </p:spTgt>
                                        </p:tgtEl>
                                        <p:attrNameLst>
                                          <p:attrName>style.visibility</p:attrName>
                                        </p:attrNameLst>
                                      </p:cBhvr>
                                      <p:to>
                                        <p:strVal val="visible"/>
                                      </p:to>
                                    </p:set>
                                    <p:animEffect transition="in" filter="dissolve">
                                      <p:cBhvr>
                                        <p:cTn id="43" dur="500"/>
                                        <p:tgtEl>
                                          <p:spTgt spid="39">
                                            <p:txEl>
                                              <p:pRg st="0" end="0"/>
                                            </p:txEl>
                                          </p:spTgt>
                                        </p:tgtEl>
                                      </p:cBhvr>
                                    </p:animEffect>
                                  </p:childTnLst>
                                </p:cTn>
                              </p:par>
                            </p:childTnLst>
                          </p:cTn>
                        </p:par>
                        <p:par>
                          <p:cTn id="44" fill="hold">
                            <p:stCondLst>
                              <p:cond delay="5000"/>
                            </p:stCondLst>
                            <p:childTnLst>
                              <p:par>
                                <p:cTn id="45" presetID="10" presetClass="entr" presetSubtype="0" fill="hold" grpId="0" nodeType="afterEffect" nodePh="1">
                                  <p:stCondLst>
                                    <p:cond delay="0"/>
                                  </p:stCondLst>
                                  <p:endCondLst>
                                    <p:cond evt="begin" delay="0">
                                      <p:tn val="45"/>
                                    </p:cond>
                                  </p:endCondLst>
                                  <p:childTnLst>
                                    <p:set>
                                      <p:cBhvr>
                                        <p:cTn id="46" dur="1" fill="hold">
                                          <p:stCondLst>
                                            <p:cond delay="0"/>
                                          </p:stCondLst>
                                        </p:cTn>
                                        <p:tgtEl>
                                          <p:spTgt spid="32"/>
                                        </p:tgtEl>
                                        <p:attrNameLst>
                                          <p:attrName>style.visibility</p:attrName>
                                        </p:attrNameLst>
                                      </p:cBhvr>
                                      <p:to>
                                        <p:strVal val="visible"/>
                                      </p:to>
                                    </p:set>
                                    <p:animEffect transition="in" filter="fade">
                                      <p:cBhvr>
                                        <p:cTn id="47" dur="500"/>
                                        <p:tgtEl>
                                          <p:spTgt spid="32"/>
                                        </p:tgtEl>
                                      </p:cBhvr>
                                    </p:animEffect>
                                  </p:childTnLst>
                                </p:cTn>
                              </p:par>
                            </p:childTnLst>
                          </p:cTn>
                        </p:par>
                        <p:par>
                          <p:cTn id="48" fill="hold">
                            <p:stCondLst>
                              <p:cond delay="5500"/>
                            </p:stCondLst>
                            <p:childTnLst>
                              <p:par>
                                <p:cTn id="49" presetID="22" presetClass="entr" presetSubtype="1" fill="hold" grpId="0" nodeType="afterEffect">
                                  <p:stCondLst>
                                    <p:cond delay="0"/>
                                  </p:stCondLst>
                                  <p:childTnLst>
                                    <p:set>
                                      <p:cBhvr>
                                        <p:cTn id="50" dur="1" fill="hold">
                                          <p:stCondLst>
                                            <p:cond delay="0"/>
                                          </p:stCondLst>
                                        </p:cTn>
                                        <p:tgtEl>
                                          <p:spTgt spid="27"/>
                                        </p:tgtEl>
                                        <p:attrNameLst>
                                          <p:attrName>style.visibility</p:attrName>
                                        </p:attrNameLst>
                                      </p:cBhvr>
                                      <p:to>
                                        <p:strVal val="visible"/>
                                      </p:to>
                                    </p:set>
                                    <p:animEffect transition="in" filter="wipe(up)">
                                      <p:cBhvr>
                                        <p:cTn id="51" dur="500"/>
                                        <p:tgtEl>
                                          <p:spTgt spid="27"/>
                                        </p:tgtEl>
                                      </p:cBhvr>
                                    </p:animEffect>
                                  </p:childTnLst>
                                </p:cTn>
                              </p:par>
                            </p:childTnLst>
                          </p:cTn>
                        </p:par>
                        <p:par>
                          <p:cTn id="52" fill="hold">
                            <p:stCondLst>
                              <p:cond delay="6000"/>
                            </p:stCondLst>
                            <p:childTnLst>
                              <p:par>
                                <p:cTn id="53" presetID="9" presetClass="entr" presetSubtype="0" fill="hold" grpId="0" nodeType="afterEffect" nodePh="1">
                                  <p:stCondLst>
                                    <p:cond delay="0"/>
                                  </p:stCondLst>
                                  <p:endCondLst>
                                    <p:cond evt="begin" delay="0">
                                      <p:tn val="53"/>
                                    </p:cond>
                                  </p:endCondLst>
                                  <p:childTnLst>
                                    <p:set>
                                      <p:cBhvr>
                                        <p:cTn id="54" dur="1" fill="hold">
                                          <p:stCondLst>
                                            <p:cond delay="0"/>
                                          </p:stCondLst>
                                        </p:cTn>
                                        <p:tgtEl>
                                          <p:spTgt spid="38">
                                            <p:txEl>
                                              <p:pRg st="0" end="0"/>
                                            </p:txEl>
                                          </p:spTgt>
                                        </p:tgtEl>
                                        <p:attrNameLst>
                                          <p:attrName>style.visibility</p:attrName>
                                        </p:attrNameLst>
                                      </p:cBhvr>
                                      <p:to>
                                        <p:strVal val="visible"/>
                                      </p:to>
                                    </p:set>
                                    <p:animEffect transition="in" filter="dissolve">
                                      <p:cBhvr>
                                        <p:cTn id="55" dur="500"/>
                                        <p:tgtEl>
                                          <p:spTgt spid="38">
                                            <p:txEl>
                                              <p:pRg st="0" end="0"/>
                                            </p:txEl>
                                          </p:spTgt>
                                        </p:tgtEl>
                                      </p:cBhvr>
                                    </p:animEffect>
                                  </p:childTnLst>
                                </p:cTn>
                              </p:par>
                            </p:childTnLst>
                          </p:cTn>
                        </p:par>
                        <p:par>
                          <p:cTn id="56" fill="hold">
                            <p:stCondLst>
                              <p:cond delay="6500"/>
                            </p:stCondLst>
                            <p:childTnLst>
                              <p:par>
                                <p:cTn id="57" presetID="10" presetClass="entr" presetSubtype="0" fill="hold" grpId="0" nodeType="afterEffect" nodePh="1">
                                  <p:stCondLst>
                                    <p:cond delay="0"/>
                                  </p:stCondLst>
                                  <p:endCondLst>
                                    <p:cond evt="begin" delay="0">
                                      <p:tn val="57"/>
                                    </p:cond>
                                  </p:endCondLst>
                                  <p:childTnLst>
                                    <p:set>
                                      <p:cBhvr>
                                        <p:cTn id="58" dur="1" fill="hold">
                                          <p:stCondLst>
                                            <p:cond delay="0"/>
                                          </p:stCondLst>
                                        </p:cTn>
                                        <p:tgtEl>
                                          <p:spTgt spid="33"/>
                                        </p:tgtEl>
                                        <p:attrNameLst>
                                          <p:attrName>style.visibility</p:attrName>
                                        </p:attrNameLst>
                                      </p:cBhvr>
                                      <p:to>
                                        <p:strVal val="visible"/>
                                      </p:to>
                                    </p:set>
                                    <p:animEffect transition="in" filter="fade">
                                      <p:cBhvr>
                                        <p:cTn id="59" dur="500"/>
                                        <p:tgtEl>
                                          <p:spTgt spid="33"/>
                                        </p:tgtEl>
                                      </p:cBhvr>
                                    </p:animEffect>
                                  </p:childTnLst>
                                </p:cTn>
                              </p:par>
                            </p:childTnLst>
                          </p:cTn>
                        </p:par>
                        <p:par>
                          <p:cTn id="60" fill="hold">
                            <p:stCondLst>
                              <p:cond delay="7000"/>
                            </p:stCondLst>
                            <p:childTnLst>
                              <p:par>
                                <p:cTn id="61" presetID="22" presetClass="entr" presetSubtype="1" fill="hold" grpId="0" nodeType="afterEffect">
                                  <p:stCondLst>
                                    <p:cond delay="0"/>
                                  </p:stCondLst>
                                  <p:childTnLst>
                                    <p:set>
                                      <p:cBhvr>
                                        <p:cTn id="62" dur="1" fill="hold">
                                          <p:stCondLst>
                                            <p:cond delay="0"/>
                                          </p:stCondLst>
                                        </p:cTn>
                                        <p:tgtEl>
                                          <p:spTgt spid="28"/>
                                        </p:tgtEl>
                                        <p:attrNameLst>
                                          <p:attrName>style.visibility</p:attrName>
                                        </p:attrNameLst>
                                      </p:cBhvr>
                                      <p:to>
                                        <p:strVal val="visible"/>
                                      </p:to>
                                    </p:set>
                                    <p:animEffect transition="in" filter="wipe(up)">
                                      <p:cBhvr>
                                        <p:cTn id="63" dur="500"/>
                                        <p:tgtEl>
                                          <p:spTgt spid="28"/>
                                        </p:tgtEl>
                                      </p:cBhvr>
                                    </p:animEffect>
                                  </p:childTnLst>
                                </p:cTn>
                              </p:par>
                            </p:childTnLst>
                          </p:cTn>
                        </p:par>
                        <p:par>
                          <p:cTn id="64" fill="hold">
                            <p:stCondLst>
                              <p:cond delay="7500"/>
                            </p:stCondLst>
                            <p:childTnLst>
                              <p:par>
                                <p:cTn id="65" presetID="9" presetClass="entr" presetSubtype="0" fill="hold" grpId="0" nodeType="afterEffect" nodePh="1">
                                  <p:stCondLst>
                                    <p:cond delay="0"/>
                                  </p:stCondLst>
                                  <p:endCondLst>
                                    <p:cond evt="begin" delay="0">
                                      <p:tn val="65"/>
                                    </p:cond>
                                  </p:endCondLst>
                                  <p:childTnLst>
                                    <p:set>
                                      <p:cBhvr>
                                        <p:cTn id="66" dur="1" fill="hold">
                                          <p:stCondLst>
                                            <p:cond delay="0"/>
                                          </p:stCondLst>
                                        </p:cTn>
                                        <p:tgtEl>
                                          <p:spTgt spid="37">
                                            <p:txEl>
                                              <p:pRg st="0" end="0"/>
                                            </p:txEl>
                                          </p:spTgt>
                                        </p:tgtEl>
                                        <p:attrNameLst>
                                          <p:attrName>style.visibility</p:attrName>
                                        </p:attrNameLst>
                                      </p:cBhvr>
                                      <p:to>
                                        <p:strVal val="visible"/>
                                      </p:to>
                                    </p:set>
                                    <p:animEffect transition="in" filter="dissolve">
                                      <p:cBhvr>
                                        <p:cTn id="67" dur="500"/>
                                        <p:tgtEl>
                                          <p:spTgt spid="37">
                                            <p:txEl>
                                              <p:pRg st="0" end="0"/>
                                            </p:txEl>
                                          </p:spTgt>
                                        </p:tgtEl>
                                      </p:cBhvr>
                                    </p:animEffect>
                                  </p:childTnLst>
                                </p:cTn>
                              </p:par>
                            </p:childTnLst>
                          </p:cTn>
                        </p:par>
                        <p:par>
                          <p:cTn id="68" fill="hold">
                            <p:stCondLst>
                              <p:cond delay="8000"/>
                            </p:stCondLst>
                            <p:childTnLst>
                              <p:par>
                                <p:cTn id="69" presetID="10" presetClass="entr" presetSubtype="0" fill="hold" grpId="0" nodeType="afterEffect" nodePh="1">
                                  <p:stCondLst>
                                    <p:cond delay="0"/>
                                  </p:stCondLst>
                                  <p:endCondLst>
                                    <p:cond evt="begin" delay="0">
                                      <p:tn val="69"/>
                                    </p:cond>
                                  </p:endCondLst>
                                  <p:childTnLst>
                                    <p:set>
                                      <p:cBhvr>
                                        <p:cTn id="70" dur="1" fill="hold">
                                          <p:stCondLst>
                                            <p:cond delay="0"/>
                                          </p:stCondLst>
                                        </p:cTn>
                                        <p:tgtEl>
                                          <p:spTgt spid="35"/>
                                        </p:tgtEl>
                                        <p:attrNameLst>
                                          <p:attrName>style.visibility</p:attrName>
                                        </p:attrNameLst>
                                      </p:cBhvr>
                                      <p:to>
                                        <p:strVal val="visible"/>
                                      </p:to>
                                    </p:set>
                                    <p:animEffect transition="in" filter="fade">
                                      <p:cBhvr>
                                        <p:cTn id="71" dur="500"/>
                                        <p:tgtEl>
                                          <p:spTgt spid="35"/>
                                        </p:tgtEl>
                                      </p:cBhvr>
                                    </p:animEffect>
                                  </p:childTnLst>
                                </p:cTn>
                              </p:par>
                            </p:childTnLst>
                          </p:cTn>
                        </p:par>
                        <p:par>
                          <p:cTn id="72" fill="hold">
                            <p:stCondLst>
                              <p:cond delay="8500"/>
                            </p:stCondLst>
                            <p:childTnLst>
                              <p:par>
                                <p:cTn id="73" presetID="22" presetClass="entr" presetSubtype="1" fill="hold" grpId="0" nodeType="afterEffect">
                                  <p:stCondLst>
                                    <p:cond delay="0"/>
                                  </p:stCondLst>
                                  <p:childTnLst>
                                    <p:set>
                                      <p:cBhvr>
                                        <p:cTn id="74" dur="1" fill="hold">
                                          <p:stCondLst>
                                            <p:cond delay="0"/>
                                          </p:stCondLst>
                                        </p:cTn>
                                        <p:tgtEl>
                                          <p:spTgt spid="29"/>
                                        </p:tgtEl>
                                        <p:attrNameLst>
                                          <p:attrName>style.visibility</p:attrName>
                                        </p:attrNameLst>
                                      </p:cBhvr>
                                      <p:to>
                                        <p:strVal val="visible"/>
                                      </p:to>
                                    </p:set>
                                    <p:animEffect transition="in" filter="wipe(up)">
                                      <p:cBhvr>
                                        <p:cTn id="75" dur="500"/>
                                        <p:tgtEl>
                                          <p:spTgt spid="29"/>
                                        </p:tgtEl>
                                      </p:cBhvr>
                                    </p:animEffect>
                                  </p:childTnLst>
                                </p:cTn>
                              </p:par>
                            </p:childTnLst>
                          </p:cTn>
                        </p:par>
                        <p:par>
                          <p:cTn id="76" fill="hold">
                            <p:stCondLst>
                              <p:cond delay="9000"/>
                            </p:stCondLst>
                            <p:childTnLst>
                              <p:par>
                                <p:cTn id="77" presetID="9" presetClass="entr" presetSubtype="0" fill="hold" grpId="0" nodeType="afterEffect" nodePh="1">
                                  <p:stCondLst>
                                    <p:cond delay="0"/>
                                  </p:stCondLst>
                                  <p:endCondLst>
                                    <p:cond evt="begin" delay="0">
                                      <p:tn val="77"/>
                                    </p:cond>
                                  </p:endCondLst>
                                  <p:childTnLst>
                                    <p:set>
                                      <p:cBhvr>
                                        <p:cTn id="78" dur="1" fill="hold">
                                          <p:stCondLst>
                                            <p:cond delay="0"/>
                                          </p:stCondLst>
                                        </p:cTn>
                                        <p:tgtEl>
                                          <p:spTgt spid="40">
                                            <p:txEl>
                                              <p:pRg st="0" end="0"/>
                                            </p:txEl>
                                          </p:spTgt>
                                        </p:tgtEl>
                                        <p:attrNameLst>
                                          <p:attrName>style.visibility</p:attrName>
                                        </p:attrNameLst>
                                      </p:cBhvr>
                                      <p:to>
                                        <p:strVal val="visible"/>
                                      </p:to>
                                    </p:set>
                                    <p:animEffect transition="in" filter="dissolve">
                                      <p:cBhvr>
                                        <p:cTn id="79" dur="500"/>
                                        <p:tgtEl>
                                          <p:spTgt spid="40">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 grpId="0"/>
      <p:bldP spid="36" grpId="0"/>
      <p:bldP spid="33" grpId="0"/>
      <p:bldP spid="34" grpId="0"/>
      <p:bldP spid="32" grpId="0"/>
      <p:bldP spid="3" grpId="0"/>
      <p:bldP spid="16" grpId="0"/>
      <p:bldP spid="10" grpId="0" build="p">
        <p:tmplLst>
          <p:tmpl lvl="1">
            <p:tnLst>
              <p:par>
                <p:cTn presetID="9" presetClass="entr" presetSubtype="0" fill="hold" nodeType="afterEffect" nodePh="1">
                  <p:stCondLst>
                    <p:cond delay="0"/>
                  </p:stCondLst>
                  <p:endCondLst>
                    <p:cond delay="0"/>
                  </p:endCondLst>
                  <p:childTnLst>
                    <p:set>
                      <p:cBhvr>
                        <p:cTn dur="1" fill="hold">
                          <p:stCondLst>
                            <p:cond delay="0"/>
                          </p:stCondLst>
                        </p:cTn>
                        <p:tgtEl>
                          <p:spTgt spid="10"/>
                        </p:tgtEl>
                        <p:attrNameLst>
                          <p:attrName>style.visibility</p:attrName>
                        </p:attrNameLst>
                      </p:cBhvr>
                      <p:to>
                        <p:strVal val="visible"/>
                      </p:to>
                    </p:set>
                    <p:animEffect transition="in" filter="dissolve">
                      <p:cBhvr>
                        <p:cTn dur="500"/>
                        <p:tgtEl>
                          <p:spTgt spid="10"/>
                        </p:tgtEl>
                      </p:cBhvr>
                    </p:animEffect>
                  </p:childTnLst>
                </p:cTn>
              </p:par>
            </p:tnLst>
          </p:tmpl>
        </p:tmplLst>
      </p:bldP>
      <p:bldP spid="24" grpId="0" animBg="1"/>
      <p:bldP spid="25" grpId="0" animBg="1"/>
      <p:bldP spid="26" grpId="0" animBg="1"/>
      <p:bldP spid="27" grpId="0" animBg="1"/>
      <p:bldP spid="28" grpId="0" animBg="1"/>
      <p:bldP spid="29" grpId="0" animBg="1"/>
      <p:bldP spid="30" grpId="0" build="p">
        <p:tmplLst>
          <p:tmpl lvl="1">
            <p:tnLst>
              <p:par>
                <p:cTn presetID="9" presetClass="entr" presetSubtype="0" fill="hold" nodeType="afterEffect" nodePh="1">
                  <p:stCondLst>
                    <p:cond delay="0"/>
                  </p:stCondLst>
                  <p:endCondLst>
                    <p:cond delay="0"/>
                  </p:endCondLst>
                  <p:childTnLst>
                    <p:set>
                      <p:cBhvr>
                        <p:cTn dur="1" fill="hold">
                          <p:stCondLst>
                            <p:cond delay="0"/>
                          </p:stCondLst>
                        </p:cTn>
                        <p:tgtEl>
                          <p:spTgt spid="30"/>
                        </p:tgtEl>
                        <p:attrNameLst>
                          <p:attrName>style.visibility</p:attrName>
                        </p:attrNameLst>
                      </p:cBhvr>
                      <p:to>
                        <p:strVal val="visible"/>
                      </p:to>
                    </p:set>
                    <p:animEffect transition="in" filter="dissolve">
                      <p:cBhvr>
                        <p:cTn dur="500"/>
                        <p:tgtEl>
                          <p:spTgt spid="30"/>
                        </p:tgtEl>
                      </p:cBhvr>
                    </p:animEffect>
                  </p:childTnLst>
                </p:cTn>
              </p:par>
            </p:tnLst>
          </p:tmpl>
        </p:tmplLst>
      </p:bldP>
      <p:bldP spid="37" grpId="0" build="p">
        <p:tmplLst>
          <p:tmpl lvl="1">
            <p:tnLst>
              <p:par>
                <p:cTn presetID="9" presetClass="entr" presetSubtype="0" fill="hold" nodeType="afterEffect" nodePh="1">
                  <p:stCondLst>
                    <p:cond delay="0"/>
                  </p:stCondLst>
                  <p:endCondLst>
                    <p:cond delay="0"/>
                  </p:endCondLst>
                  <p:childTnLst>
                    <p:set>
                      <p:cBhvr>
                        <p:cTn dur="1" fill="hold">
                          <p:stCondLst>
                            <p:cond delay="0"/>
                          </p:stCondLst>
                        </p:cTn>
                        <p:tgtEl>
                          <p:spTgt spid="37"/>
                        </p:tgtEl>
                        <p:attrNameLst>
                          <p:attrName>style.visibility</p:attrName>
                        </p:attrNameLst>
                      </p:cBhvr>
                      <p:to>
                        <p:strVal val="visible"/>
                      </p:to>
                    </p:set>
                    <p:animEffect transition="in" filter="dissolve">
                      <p:cBhvr>
                        <p:cTn dur="500"/>
                        <p:tgtEl>
                          <p:spTgt spid="37"/>
                        </p:tgtEl>
                      </p:cBhvr>
                    </p:animEffect>
                  </p:childTnLst>
                </p:cTn>
              </p:par>
            </p:tnLst>
          </p:tmpl>
        </p:tmplLst>
      </p:bldP>
      <p:bldP spid="38" grpId="0" build="p">
        <p:tmplLst>
          <p:tmpl lvl="1">
            <p:tnLst>
              <p:par>
                <p:cTn presetID="9" presetClass="entr" presetSubtype="0" fill="hold" nodeType="afterEffect" nodePh="1">
                  <p:stCondLst>
                    <p:cond delay="0"/>
                  </p:stCondLst>
                  <p:endCondLst>
                    <p:cond delay="0"/>
                  </p:endCondLst>
                  <p:childTnLst>
                    <p:set>
                      <p:cBhvr>
                        <p:cTn dur="1" fill="hold">
                          <p:stCondLst>
                            <p:cond delay="0"/>
                          </p:stCondLst>
                        </p:cTn>
                        <p:tgtEl>
                          <p:spTgt spid="38"/>
                        </p:tgtEl>
                        <p:attrNameLst>
                          <p:attrName>style.visibility</p:attrName>
                        </p:attrNameLst>
                      </p:cBhvr>
                      <p:to>
                        <p:strVal val="visible"/>
                      </p:to>
                    </p:set>
                    <p:animEffect transition="in" filter="dissolve">
                      <p:cBhvr>
                        <p:cTn dur="500"/>
                        <p:tgtEl>
                          <p:spTgt spid="38"/>
                        </p:tgtEl>
                      </p:cBhvr>
                    </p:animEffect>
                  </p:childTnLst>
                </p:cTn>
              </p:par>
            </p:tnLst>
          </p:tmpl>
        </p:tmplLst>
      </p:bldP>
      <p:bldP spid="39" grpId="0" build="p">
        <p:tmplLst>
          <p:tmpl lvl="1">
            <p:tnLst>
              <p:par>
                <p:cTn presetID="9" presetClass="entr" presetSubtype="0" fill="hold" nodeType="afterEffect" nodePh="1">
                  <p:stCondLst>
                    <p:cond delay="0"/>
                  </p:stCondLst>
                  <p:endCondLst>
                    <p:cond delay="0"/>
                  </p:endCondLst>
                  <p:childTnLst>
                    <p:set>
                      <p:cBhvr>
                        <p:cTn dur="1" fill="hold">
                          <p:stCondLst>
                            <p:cond delay="0"/>
                          </p:stCondLst>
                        </p:cTn>
                        <p:tgtEl>
                          <p:spTgt spid="39"/>
                        </p:tgtEl>
                        <p:attrNameLst>
                          <p:attrName>style.visibility</p:attrName>
                        </p:attrNameLst>
                      </p:cBhvr>
                      <p:to>
                        <p:strVal val="visible"/>
                      </p:to>
                    </p:set>
                    <p:animEffect transition="in" filter="dissolve">
                      <p:cBhvr>
                        <p:cTn dur="500"/>
                        <p:tgtEl>
                          <p:spTgt spid="39"/>
                        </p:tgtEl>
                      </p:cBhvr>
                    </p:animEffect>
                  </p:childTnLst>
                </p:cTn>
              </p:par>
            </p:tnLst>
          </p:tmpl>
        </p:tmplLst>
      </p:bldP>
      <p:bldP spid="40" grpId="0" build="p">
        <p:tmplLst>
          <p:tmpl lvl="1">
            <p:tnLst>
              <p:par>
                <p:cTn presetID="9" presetClass="entr" presetSubtype="0" fill="hold" nodeType="afterEffect" nodePh="1">
                  <p:stCondLst>
                    <p:cond delay="0"/>
                  </p:stCondLst>
                  <p:endCondLst>
                    <p:cond delay="0"/>
                  </p:endCondLst>
                  <p:childTnLst>
                    <p:set>
                      <p:cBhvr>
                        <p:cTn dur="1" fill="hold">
                          <p:stCondLst>
                            <p:cond delay="0"/>
                          </p:stCondLst>
                        </p:cTn>
                        <p:tgtEl>
                          <p:spTgt spid="40"/>
                        </p:tgtEl>
                        <p:attrNameLst>
                          <p:attrName>style.visibility</p:attrName>
                        </p:attrNameLst>
                      </p:cBhvr>
                      <p:to>
                        <p:strVal val="visible"/>
                      </p:to>
                    </p:set>
                    <p:animEffect transition="in" filter="dissolve">
                      <p:cBhvr>
                        <p:cTn dur="500"/>
                        <p:tgtEl>
                          <p:spTgt spid="40"/>
                        </p:tgtEl>
                      </p:cBhvr>
                    </p:animEffect>
                  </p:childTnLst>
                </p:cTn>
              </p:par>
            </p:tnLst>
          </p:tmpl>
        </p:tmplLst>
      </p:bldP>
    </p:bldLst>
  </p:timing>
</p:sldLayout>
</file>

<file path=ppt/slideLayouts/slideLayout135.xml><?xml version="1.0" encoding="utf-8"?>
<p:sldLayout xmlns:a="http://schemas.openxmlformats.org/drawingml/2006/main" xmlns:r="http://schemas.openxmlformats.org/officeDocument/2006/relationships" xmlns:p="http://schemas.openxmlformats.org/presentationml/2006/main" userDrawn="1">
  <p:cSld name="16_Custom Layout">
    <p:spTree>
      <p:nvGrpSpPr>
        <p:cNvPr id="1" name=""/>
        <p:cNvGrpSpPr/>
        <p:nvPr/>
      </p:nvGrpSpPr>
      <p:grpSpPr>
        <a:xfrm>
          <a:off x="0" y="0"/>
          <a:ext cx="0" cy="0"/>
          <a:chOff x="0" y="0"/>
          <a:chExt cx="0" cy="0"/>
        </a:xfrm>
      </p:grpSpPr>
      <p:sp>
        <p:nvSpPr>
          <p:cNvPr id="19" name="Picture Placeholder 11"/>
          <p:cNvSpPr>
            <a:spLocks noGrp="1"/>
          </p:cNvSpPr>
          <p:nvPr>
            <p:ph type="pic" sz="quarter" idx="13"/>
          </p:nvPr>
        </p:nvSpPr>
        <p:spPr>
          <a:xfrm>
            <a:off x="8829962" y="4442693"/>
            <a:ext cx="2576945" cy="1699491"/>
          </a:xfrm>
        </p:spPr>
        <p:txBody>
          <a:bodyPr/>
          <a:lstStyle/>
          <a:p>
            <a:endParaRPr lang="en-US"/>
          </a:p>
        </p:txBody>
      </p:sp>
      <p:sp>
        <p:nvSpPr>
          <p:cNvPr id="15" name="Picture Placeholder 14"/>
          <p:cNvSpPr>
            <a:spLocks noGrp="1"/>
          </p:cNvSpPr>
          <p:nvPr>
            <p:ph type="pic" sz="quarter" idx="11"/>
          </p:nvPr>
        </p:nvSpPr>
        <p:spPr>
          <a:xfrm>
            <a:off x="6086760" y="2689198"/>
            <a:ext cx="2576945" cy="3452985"/>
          </a:xfrm>
        </p:spPr>
        <p:txBody>
          <a:bodyPr/>
          <a:lstStyle/>
          <a:p>
            <a:endParaRPr lang="en-US"/>
          </a:p>
        </p:txBody>
      </p:sp>
      <p:sp>
        <p:nvSpPr>
          <p:cNvPr id="18" name="Picture Placeholder 14"/>
          <p:cNvSpPr>
            <a:spLocks noGrp="1"/>
          </p:cNvSpPr>
          <p:nvPr>
            <p:ph type="pic" sz="quarter" idx="12"/>
          </p:nvPr>
        </p:nvSpPr>
        <p:spPr>
          <a:xfrm>
            <a:off x="8829963" y="811573"/>
            <a:ext cx="2576945" cy="3452985"/>
          </a:xfrm>
        </p:spPr>
        <p:txBody>
          <a:bodyPr/>
          <a:lstStyle/>
          <a:p>
            <a:endParaRPr lang="en-US"/>
          </a:p>
        </p:txBody>
      </p:sp>
      <p:sp>
        <p:nvSpPr>
          <p:cNvPr id="5" name="Picture Placeholder 11"/>
          <p:cNvSpPr>
            <a:spLocks noGrp="1"/>
          </p:cNvSpPr>
          <p:nvPr>
            <p:ph type="pic" sz="quarter" idx="14"/>
          </p:nvPr>
        </p:nvSpPr>
        <p:spPr>
          <a:xfrm>
            <a:off x="6086760" y="811598"/>
            <a:ext cx="2576945" cy="1699491"/>
          </a:xfrm>
        </p:spPr>
        <p:txBody>
          <a:bodyPr/>
          <a:lstStyle/>
          <a:p>
            <a:endParaRPr lang="en-US"/>
          </a:p>
        </p:txBody>
      </p:sp>
    </p:spTree>
    <p:extLst>
      <p:ext uri="{BB962C8B-B14F-4D97-AF65-F5344CB8AC3E}">
        <p14:creationId xmlns:p14="http://schemas.microsoft.com/office/powerpoint/2010/main" val="415685779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136.xml><?xml version="1.0" encoding="utf-8"?>
<p:sldLayout xmlns:a="http://schemas.openxmlformats.org/drawingml/2006/main" xmlns:r="http://schemas.openxmlformats.org/officeDocument/2006/relationships" xmlns:p="http://schemas.openxmlformats.org/presentationml/2006/main" userDrawn="1">
  <p:cSld name="7_Custom Layout">
    <p:spTree>
      <p:nvGrpSpPr>
        <p:cNvPr id="1" name=""/>
        <p:cNvGrpSpPr/>
        <p:nvPr/>
      </p:nvGrpSpPr>
      <p:grpSpPr>
        <a:xfrm>
          <a:off x="0" y="0"/>
          <a:ext cx="0" cy="0"/>
          <a:chOff x="0" y="0"/>
          <a:chExt cx="0" cy="0"/>
        </a:xfrm>
      </p:grpSpPr>
      <p:sp>
        <p:nvSpPr>
          <p:cNvPr id="8" name="AutoShape 1"/>
          <p:cNvSpPr>
            <a:spLocks/>
          </p:cNvSpPr>
          <p:nvPr userDrawn="1"/>
        </p:nvSpPr>
        <p:spPr bwMode="auto">
          <a:xfrm>
            <a:off x="1141710" y="1792337"/>
            <a:ext cx="5027714" cy="2740448"/>
          </a:xfrm>
          <a:custGeom>
            <a:avLst/>
            <a:gdLst>
              <a:gd name="T0" fmla="*/ 1712119 w 21600"/>
              <a:gd name="T1" fmla="*/ 1022350 h 21600"/>
              <a:gd name="T2" fmla="*/ 1712119 w 21600"/>
              <a:gd name="T3" fmla="*/ 1022350 h 21600"/>
              <a:gd name="T4" fmla="*/ 1712119 w 21600"/>
              <a:gd name="T5" fmla="*/ 1022350 h 21600"/>
              <a:gd name="T6" fmla="*/ 1712119 w 21600"/>
              <a:gd name="T7" fmla="*/ 10223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chemeClr val="accent1"/>
          </a:solidFill>
          <a:ln w="25400" cap="flat" cmpd="sng">
            <a:solidFill>
              <a:srgbClr val="000000">
                <a:alpha val="0"/>
              </a:srgbClr>
            </a:solidFill>
            <a:prstDash val="solid"/>
            <a:miter lim="0"/>
            <a:headEnd/>
            <a:tailEnd/>
          </a:ln>
          <a:effectLst/>
          <a:extLst/>
        </p:spPr>
        <p:txBody>
          <a:bodyPr lIns="0" tIns="0" rIns="0" bIns="0"/>
          <a:lstStyle>
            <a:defPPr>
              <a:defRPr lang="es-ES"/>
            </a:defPPr>
            <a:lvl1pPr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1pPr>
            <a:lvl2pPr marL="457200"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2pPr>
            <a:lvl3pPr marL="914400"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3pPr>
            <a:lvl4pPr marL="1371600"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4pPr>
            <a:lvl5pPr marL="1828800"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5pPr>
            <a:lvl6pPr marL="2286000" algn="l" defTabSz="914400" rtl="0" eaLnBrk="1" latinLnBrk="0" hangingPunct="1">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6pPr>
            <a:lvl7pPr marL="2743200" algn="l" defTabSz="914400" rtl="0" eaLnBrk="1" latinLnBrk="0" hangingPunct="1">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7pPr>
            <a:lvl8pPr marL="3200400" algn="l" defTabSz="914400" rtl="0" eaLnBrk="1" latinLnBrk="0" hangingPunct="1">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8pPr>
            <a:lvl9pPr marL="3657600" algn="l" defTabSz="914400" rtl="0" eaLnBrk="1" latinLnBrk="0" hangingPunct="1">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9pPr>
          </a:lstStyle>
          <a:p>
            <a:endParaRPr lang="en-US"/>
          </a:p>
        </p:txBody>
      </p:sp>
      <p:sp>
        <p:nvSpPr>
          <p:cNvPr id="9" name="AutoShape 2"/>
          <p:cNvSpPr>
            <a:spLocks/>
          </p:cNvSpPr>
          <p:nvPr userDrawn="1"/>
        </p:nvSpPr>
        <p:spPr bwMode="auto">
          <a:xfrm>
            <a:off x="6141453" y="1788083"/>
            <a:ext cx="4908837" cy="2738321"/>
          </a:xfrm>
          <a:custGeom>
            <a:avLst/>
            <a:gdLst>
              <a:gd name="T0" fmla="*/ 1671638 w 21600"/>
              <a:gd name="T1" fmla="*/ 1021557 h 21600"/>
              <a:gd name="T2" fmla="*/ 1671638 w 21600"/>
              <a:gd name="T3" fmla="*/ 1021557 h 21600"/>
              <a:gd name="T4" fmla="*/ 1671638 w 21600"/>
              <a:gd name="T5" fmla="*/ 1021557 h 21600"/>
              <a:gd name="T6" fmla="*/ 1671638 w 21600"/>
              <a:gd name="T7" fmla="*/ 102155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chemeClr val="bg1">
              <a:lumMod val="50000"/>
            </a:schemeClr>
          </a:solidFill>
          <a:ln w="25400" cap="flat" cmpd="sng">
            <a:solidFill>
              <a:srgbClr val="000000">
                <a:alpha val="0"/>
              </a:srgbClr>
            </a:solidFill>
            <a:prstDash val="solid"/>
            <a:miter lim="0"/>
            <a:headEnd/>
            <a:tailEnd/>
          </a:ln>
          <a:effectLst/>
          <a:extLst/>
        </p:spPr>
        <p:txBody>
          <a:bodyPr lIns="0" tIns="0" rIns="0" bIns="0"/>
          <a:lstStyle>
            <a:defPPr>
              <a:defRPr lang="es-ES"/>
            </a:defPPr>
            <a:lvl1pPr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1pPr>
            <a:lvl2pPr marL="457200"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2pPr>
            <a:lvl3pPr marL="914400"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3pPr>
            <a:lvl4pPr marL="1371600"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4pPr>
            <a:lvl5pPr marL="1828800"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5pPr>
            <a:lvl6pPr marL="2286000" algn="l" defTabSz="914400" rtl="0" eaLnBrk="1" latinLnBrk="0" hangingPunct="1">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6pPr>
            <a:lvl7pPr marL="2743200" algn="l" defTabSz="914400" rtl="0" eaLnBrk="1" latinLnBrk="0" hangingPunct="1">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7pPr>
            <a:lvl8pPr marL="3200400" algn="l" defTabSz="914400" rtl="0" eaLnBrk="1" latinLnBrk="0" hangingPunct="1">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8pPr>
            <a:lvl9pPr marL="3657600" algn="l" defTabSz="914400" rtl="0" eaLnBrk="1" latinLnBrk="0" hangingPunct="1">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9pPr>
          </a:lstStyle>
          <a:p>
            <a:endParaRPr lang="en-US"/>
          </a:p>
        </p:txBody>
      </p:sp>
      <p:sp>
        <p:nvSpPr>
          <p:cNvPr id="3" name="AutoShape 5" descr="image4.png"/>
          <p:cNvSpPr>
            <a:spLocks/>
          </p:cNvSpPr>
          <p:nvPr userDrawn="1"/>
        </p:nvSpPr>
        <p:spPr bwMode="auto">
          <a:xfrm>
            <a:off x="5086155" y="1702976"/>
            <a:ext cx="2019691" cy="4272375"/>
          </a:xfrm>
          <a:custGeom>
            <a:avLst/>
            <a:gdLst>
              <a:gd name="T0" fmla="*/ 753269 w 21600"/>
              <a:gd name="T1" fmla="*/ 1593850 h 21600"/>
              <a:gd name="T2" fmla="*/ 753269 w 21600"/>
              <a:gd name="T3" fmla="*/ 1593850 h 21600"/>
              <a:gd name="T4" fmla="*/ 753269 w 21600"/>
              <a:gd name="T5" fmla="*/ 1593850 h 21600"/>
              <a:gd name="T6" fmla="*/ 753269 w 21600"/>
              <a:gd name="T7" fmla="*/ 15938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600"/>
                </a:lnTo>
                <a:lnTo>
                  <a:pt x="0" y="21600"/>
                </a:lnTo>
                <a:lnTo>
                  <a:pt x="0" y="0"/>
                </a:lnTo>
                <a:close/>
              </a:path>
            </a:pathLst>
          </a:custGeom>
          <a:blipFill dpi="0" rotWithShape="0">
            <a:blip r:embed="rId2"/>
            <a:srcRect/>
            <a:stretch>
              <a:fillRect/>
            </a:stretch>
          </a:bli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lstStyle>
            <a:defPPr>
              <a:defRPr lang="es-ES"/>
            </a:defPPr>
            <a:lvl1pPr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1pPr>
            <a:lvl2pPr marL="457200"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2pPr>
            <a:lvl3pPr marL="914400"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3pPr>
            <a:lvl4pPr marL="1371600"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4pPr>
            <a:lvl5pPr marL="1828800"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5pPr>
            <a:lvl6pPr marL="2286000" algn="l" defTabSz="914400" rtl="0" eaLnBrk="1" latinLnBrk="0" hangingPunct="1">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6pPr>
            <a:lvl7pPr marL="2743200" algn="l" defTabSz="914400" rtl="0" eaLnBrk="1" latinLnBrk="0" hangingPunct="1">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7pPr>
            <a:lvl8pPr marL="3200400" algn="l" defTabSz="914400" rtl="0" eaLnBrk="1" latinLnBrk="0" hangingPunct="1">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8pPr>
            <a:lvl9pPr marL="3657600" algn="l" defTabSz="914400" rtl="0" eaLnBrk="1" latinLnBrk="0" hangingPunct="1">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9pPr>
          </a:lstStyle>
          <a:p>
            <a:endParaRPr lang="en-US"/>
          </a:p>
        </p:txBody>
      </p:sp>
      <p:sp>
        <p:nvSpPr>
          <p:cNvPr id="7" name="Picture Placeholder 6"/>
          <p:cNvSpPr>
            <a:spLocks noGrp="1"/>
          </p:cNvSpPr>
          <p:nvPr userDrawn="1">
            <p:ph type="pic" sz="quarter" idx="10"/>
          </p:nvPr>
        </p:nvSpPr>
        <p:spPr>
          <a:xfrm>
            <a:off x="5293816" y="2598728"/>
            <a:ext cx="1611975" cy="2502477"/>
          </a:xfrm>
        </p:spPr>
        <p:txBody>
          <a:bodyPr>
            <a:normAutofit/>
          </a:bodyPr>
          <a:lstStyle>
            <a:lvl1pPr marL="0" indent="0">
              <a:buNone/>
              <a:defRPr sz="1600"/>
            </a:lvl1pPr>
          </a:lstStyle>
          <a:p>
            <a:endParaRPr lang="en-US" dirty="0"/>
          </a:p>
        </p:txBody>
      </p:sp>
    </p:spTree>
    <p:extLst>
      <p:ext uri="{BB962C8B-B14F-4D97-AF65-F5344CB8AC3E}">
        <p14:creationId xmlns:p14="http://schemas.microsoft.com/office/powerpoint/2010/main" val="162108258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137.xml><?xml version="1.0" encoding="utf-8"?>
<p:sldLayout xmlns:a="http://schemas.openxmlformats.org/drawingml/2006/main" xmlns:r="http://schemas.openxmlformats.org/officeDocument/2006/relationships" xmlns:p="http://schemas.openxmlformats.org/presentationml/2006/main" userDrawn="1">
  <p:cSld name="7_Meet_the_team1">
    <p:spTree>
      <p:nvGrpSpPr>
        <p:cNvPr id="1" name=""/>
        <p:cNvGrpSpPr/>
        <p:nvPr/>
      </p:nvGrpSpPr>
      <p:grpSpPr>
        <a:xfrm>
          <a:off x="0" y="0"/>
          <a:ext cx="0" cy="0"/>
          <a:chOff x="0" y="0"/>
          <a:chExt cx="0" cy="0"/>
        </a:xfrm>
      </p:grpSpPr>
      <p:pic>
        <p:nvPicPr>
          <p:cNvPr id="2" name="Imagen 3"/>
          <p:cNvPicPr>
            <a:picLocks noChangeAspect="1"/>
          </p:cNvPicPr>
          <p:nvPr userDrawn="1"/>
        </p:nvPicPr>
        <p:blipFill rotWithShape="1">
          <a:blip r:embed="rId2">
            <a:extLst>
              <a:ext uri="{28A0092B-C50C-407E-A947-70E740481C1C}">
                <a14:useLocalDpi xmlns:a14="http://schemas.microsoft.com/office/drawing/2010/main" val="0"/>
              </a:ext>
            </a:extLst>
          </a:blip>
          <a:srcRect l="14342" t="15112" r="13428" b="14458"/>
          <a:stretch/>
        </p:blipFill>
        <p:spPr>
          <a:xfrm>
            <a:off x="3231933" y="1955800"/>
            <a:ext cx="5719097" cy="3244804"/>
          </a:xfrm>
          <a:prstGeom prst="rect">
            <a:avLst/>
          </a:prstGeom>
        </p:spPr>
      </p:pic>
      <p:sp>
        <p:nvSpPr>
          <p:cNvPr id="3" name="Rectángulo 1"/>
          <p:cNvSpPr/>
          <p:nvPr userDrawn="1"/>
        </p:nvSpPr>
        <p:spPr>
          <a:xfrm>
            <a:off x="3951414" y="2113708"/>
            <a:ext cx="4257145" cy="2691809"/>
          </a:xfrm>
          <a:prstGeom prst="rect">
            <a:avLst/>
          </a:prstGeom>
          <a:solidFill>
            <a:srgbClr val="EBEBE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MX">
              <a:solidFill>
                <a:prstClr val="white"/>
              </a:solidFill>
            </a:endParaRPr>
          </a:p>
        </p:txBody>
      </p:sp>
      <p:sp>
        <p:nvSpPr>
          <p:cNvPr id="4" name="Triángulo isósceles 30"/>
          <p:cNvSpPr/>
          <p:nvPr userDrawn="1"/>
        </p:nvSpPr>
        <p:spPr>
          <a:xfrm rot="10800000">
            <a:off x="6700553" y="1976550"/>
            <a:ext cx="1614647" cy="2391080"/>
          </a:xfrm>
          <a:prstGeom prst="triangle">
            <a:avLst>
              <a:gd name="adj" fmla="val 0"/>
            </a:avLst>
          </a:prstGeom>
          <a:solidFill>
            <a:srgbClr val="95A5A5">
              <a:alpha val="10000"/>
            </a:srgbClr>
          </a:soli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MX">
              <a:solidFill>
                <a:prstClr val="white"/>
              </a:solidFill>
            </a:endParaRPr>
          </a:p>
        </p:txBody>
      </p:sp>
      <p:sp>
        <p:nvSpPr>
          <p:cNvPr id="6" name="Picture Placeholder 5"/>
          <p:cNvSpPr>
            <a:spLocks noGrp="1"/>
          </p:cNvSpPr>
          <p:nvPr>
            <p:ph type="pic" sz="quarter" idx="10"/>
          </p:nvPr>
        </p:nvSpPr>
        <p:spPr>
          <a:xfrm>
            <a:off x="3951414" y="2113707"/>
            <a:ext cx="4257145" cy="2691809"/>
          </a:xfrm>
        </p:spPr>
        <p:txBody>
          <a:bodyPr/>
          <a:lstStyle/>
          <a:p>
            <a:endParaRPr lang="en-US"/>
          </a:p>
        </p:txBody>
      </p:sp>
    </p:spTree>
    <p:extLst>
      <p:ext uri="{BB962C8B-B14F-4D97-AF65-F5344CB8AC3E}">
        <p14:creationId xmlns:p14="http://schemas.microsoft.com/office/powerpoint/2010/main" val="328840301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138.xml><?xml version="1.0" encoding="utf-8"?>
<p:sldLayout xmlns:a="http://schemas.openxmlformats.org/drawingml/2006/main" xmlns:r="http://schemas.openxmlformats.org/officeDocument/2006/relationships" xmlns:p="http://schemas.openxmlformats.org/presentationml/2006/main" userDrawn="1">
  <p:cSld name="27_Title Slide">
    <p:spTree>
      <p:nvGrpSpPr>
        <p:cNvPr id="1" name=""/>
        <p:cNvGrpSpPr/>
        <p:nvPr/>
      </p:nvGrpSpPr>
      <p:grpSpPr>
        <a:xfrm>
          <a:off x="0" y="0"/>
          <a:ext cx="0" cy="0"/>
          <a:chOff x="0" y="0"/>
          <a:chExt cx="0" cy="0"/>
        </a:xfrm>
      </p:grpSpPr>
      <p:sp>
        <p:nvSpPr>
          <p:cNvPr id="8" name="Rectangle 7"/>
          <p:cNvSpPr/>
          <p:nvPr userDrawn="1"/>
        </p:nvSpPr>
        <p:spPr>
          <a:xfrm>
            <a:off x="7128310" y="0"/>
            <a:ext cx="2972199"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pic>
        <p:nvPicPr>
          <p:cNvPr id="15" name="macbook-pro.png"/>
          <p:cNvPicPr/>
          <p:nvPr userDrawn="1"/>
        </p:nvPicPr>
        <p:blipFill>
          <a:blip r:embed="rId2">
            <a:extLst/>
          </a:blip>
          <a:stretch>
            <a:fillRect/>
          </a:stretch>
        </p:blipFill>
        <p:spPr>
          <a:xfrm>
            <a:off x="6172219" y="2341083"/>
            <a:ext cx="4877320" cy="2780420"/>
          </a:xfrm>
          <a:prstGeom prst="rect">
            <a:avLst/>
          </a:prstGeom>
          <a:ln w="12700">
            <a:miter lim="400000"/>
          </a:ln>
        </p:spPr>
      </p:pic>
      <p:sp>
        <p:nvSpPr>
          <p:cNvPr id="9" name="Content Placeholder 20"/>
          <p:cNvSpPr>
            <a:spLocks noGrp="1"/>
          </p:cNvSpPr>
          <p:nvPr>
            <p:ph sz="quarter" idx="16"/>
          </p:nvPr>
        </p:nvSpPr>
        <p:spPr>
          <a:xfrm>
            <a:off x="1217929" y="2802155"/>
            <a:ext cx="2972574" cy="228600"/>
          </a:xfrm>
        </p:spPr>
        <p:txBody>
          <a:bodyPr lIns="0" tIns="0" rIns="0" bIns="0" anchor="ctr">
            <a:normAutofit/>
          </a:bodyPr>
          <a:lstStyle>
            <a:lvl1pPr marL="0" indent="0" algn="l">
              <a:buNone/>
              <a:defRPr sz="1200" b="1">
                <a:solidFill>
                  <a:schemeClr val="tx1">
                    <a:lumMod val="65000"/>
                    <a:lumOff val="35000"/>
                  </a:schemeClr>
                </a:solidFill>
                <a:latin typeface="Source Sans Pro Light"/>
              </a:defRPr>
            </a:lvl1pPr>
          </a:lstStyle>
          <a:p>
            <a:pPr lvl="0"/>
            <a:endParaRPr lang="en-GB" dirty="0" smtClean="0"/>
          </a:p>
        </p:txBody>
      </p:sp>
      <p:sp>
        <p:nvSpPr>
          <p:cNvPr id="10" name="Text Placeholder 17"/>
          <p:cNvSpPr>
            <a:spLocks noGrp="1"/>
          </p:cNvSpPr>
          <p:nvPr>
            <p:ph type="body" sz="quarter" idx="21"/>
          </p:nvPr>
        </p:nvSpPr>
        <p:spPr>
          <a:xfrm>
            <a:off x="1217930" y="3145952"/>
            <a:ext cx="4662855" cy="2035649"/>
          </a:xfrm>
        </p:spPr>
        <p:txBody>
          <a:bodyPr lIns="0" tIns="0" rIns="0" bIns="0">
            <a:normAutofit/>
          </a:bodyPr>
          <a:lstStyle>
            <a:lvl1pPr marL="0" indent="0" algn="l">
              <a:lnSpc>
                <a:spcPts val="1600"/>
              </a:lnSpc>
              <a:spcBef>
                <a:spcPts val="1500"/>
              </a:spcBef>
              <a:buNone/>
              <a:defRPr sz="1000">
                <a:solidFill>
                  <a:schemeClr val="tx1">
                    <a:lumMod val="65000"/>
                    <a:lumOff val="35000"/>
                  </a:schemeClr>
                </a:solidFill>
                <a:latin typeface="Source Sans Pro Light"/>
              </a:defRPr>
            </a:lvl1pPr>
          </a:lstStyle>
          <a:p>
            <a:pPr lvl="0"/>
            <a:endParaRPr lang="en-US" dirty="0" smtClean="0"/>
          </a:p>
        </p:txBody>
      </p:sp>
      <p:sp>
        <p:nvSpPr>
          <p:cNvPr id="57" name="Picture Placeholder 2"/>
          <p:cNvSpPr>
            <a:spLocks noGrp="1"/>
          </p:cNvSpPr>
          <p:nvPr>
            <p:ph type="pic" sz="quarter" idx="23"/>
          </p:nvPr>
        </p:nvSpPr>
        <p:spPr>
          <a:xfrm>
            <a:off x="6934043" y="2520069"/>
            <a:ext cx="3353673" cy="2150559"/>
          </a:xfrm>
          <a:ln w="19050">
            <a:noFill/>
          </a:ln>
        </p:spPr>
        <p:txBody>
          <a:bodyPr>
            <a:normAutofit/>
          </a:bodyPr>
          <a:lstStyle>
            <a:lvl1pPr marL="0" indent="0">
              <a:buNone/>
              <a:defRPr sz="1200">
                <a:solidFill>
                  <a:schemeClr val="bg1">
                    <a:lumMod val="50000"/>
                  </a:schemeClr>
                </a:solidFill>
                <a:latin typeface="Source Sans Pro Light"/>
              </a:defRPr>
            </a:lvl1pPr>
          </a:lstStyle>
          <a:p>
            <a:endParaRPr lang="en-US" dirty="0"/>
          </a:p>
        </p:txBody>
      </p:sp>
    </p:spTree>
    <p:extLst>
      <p:ext uri="{BB962C8B-B14F-4D97-AF65-F5344CB8AC3E}">
        <p14:creationId xmlns:p14="http://schemas.microsoft.com/office/powerpoint/2010/main" val="261550606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wipe(down)">
                                      <p:cBhvr>
                                        <p:cTn id="7" dur="500"/>
                                        <p:tgtEl>
                                          <p:spTgt spid="15"/>
                                        </p:tgtEl>
                                      </p:cBhvr>
                                    </p:animEffect>
                                  </p:childTnLst>
                                </p:cTn>
                              </p:par>
                            </p:childTnLst>
                          </p:cTn>
                        </p:par>
                        <p:par>
                          <p:cTn id="8" fill="hold">
                            <p:stCondLst>
                              <p:cond delay="500"/>
                            </p:stCondLst>
                            <p:childTnLst>
                              <p:par>
                                <p:cTn id="9" presetID="10" presetClass="entr" presetSubtype="0" fill="hold" grpId="0" nodeType="afterEffect" nodePh="1">
                                  <p:stCondLst>
                                    <p:cond delay="0"/>
                                  </p:stCondLst>
                                  <p:endCondLst>
                                    <p:cond evt="begin" delay="0">
                                      <p:tn val="9"/>
                                    </p:cond>
                                  </p:endCondLst>
                                  <p:childTnLst>
                                    <p:set>
                                      <p:cBhvr>
                                        <p:cTn id="10" dur="1" fill="hold">
                                          <p:stCondLst>
                                            <p:cond delay="0"/>
                                          </p:stCondLst>
                                        </p:cTn>
                                        <p:tgtEl>
                                          <p:spTgt spid="57"/>
                                        </p:tgtEl>
                                        <p:attrNameLst>
                                          <p:attrName>style.visibility</p:attrName>
                                        </p:attrNameLst>
                                      </p:cBhvr>
                                      <p:to>
                                        <p:strVal val="visible"/>
                                      </p:to>
                                    </p:set>
                                    <p:animEffect transition="in" filter="fade">
                                      <p:cBhvr>
                                        <p:cTn id="11" dur="500"/>
                                        <p:tgtEl>
                                          <p:spTgt spid="57"/>
                                        </p:tgtEl>
                                      </p:cBhvr>
                                    </p:animEffect>
                                  </p:childTnLst>
                                </p:cTn>
                              </p:par>
                            </p:childTnLst>
                          </p:cTn>
                        </p:par>
                        <p:par>
                          <p:cTn id="12" fill="hold">
                            <p:stCondLst>
                              <p:cond delay="1000"/>
                            </p:stCondLst>
                            <p:childTnLst>
                              <p:par>
                                <p:cTn id="13" presetID="9" presetClass="entr" presetSubtype="0" fill="hold" grpId="0" nodeType="afterEffect" nodePh="1">
                                  <p:stCondLst>
                                    <p:cond delay="0"/>
                                  </p:stCondLst>
                                  <p:endCondLst>
                                    <p:cond evt="begin" delay="0">
                                      <p:tn val="13"/>
                                    </p:cond>
                                  </p:endCondLst>
                                  <p:childTnLst>
                                    <p:set>
                                      <p:cBhvr>
                                        <p:cTn id="14" dur="1" fill="hold">
                                          <p:stCondLst>
                                            <p:cond delay="0"/>
                                          </p:stCondLst>
                                        </p:cTn>
                                        <p:tgtEl>
                                          <p:spTgt spid="9">
                                            <p:txEl>
                                              <p:pRg st="0" end="0"/>
                                            </p:txEl>
                                          </p:spTgt>
                                        </p:tgtEl>
                                        <p:attrNameLst>
                                          <p:attrName>style.visibility</p:attrName>
                                        </p:attrNameLst>
                                      </p:cBhvr>
                                      <p:to>
                                        <p:strVal val="visible"/>
                                      </p:to>
                                    </p:set>
                                    <p:animEffect transition="in" filter="dissolve">
                                      <p:cBhvr>
                                        <p:cTn id="15" dur="500"/>
                                        <p:tgtEl>
                                          <p:spTgt spid="9">
                                            <p:txEl>
                                              <p:pRg st="0" end="0"/>
                                            </p:txEl>
                                          </p:spTgt>
                                        </p:tgtEl>
                                      </p:cBhvr>
                                    </p:animEffect>
                                  </p:childTnLst>
                                </p:cTn>
                              </p:par>
                            </p:childTnLst>
                          </p:cTn>
                        </p:par>
                        <p:par>
                          <p:cTn id="16" fill="hold">
                            <p:stCondLst>
                              <p:cond delay="1500"/>
                            </p:stCondLst>
                            <p:childTnLst>
                              <p:par>
                                <p:cTn id="17" presetID="9" presetClass="entr" presetSubtype="0" fill="hold" grpId="0" nodeType="afterEffect" nodePh="1">
                                  <p:stCondLst>
                                    <p:cond delay="0"/>
                                  </p:stCondLst>
                                  <p:endCondLst>
                                    <p:cond evt="begin" delay="0">
                                      <p:tn val="17"/>
                                    </p:cond>
                                  </p:endCondLst>
                                  <p:childTnLst>
                                    <p:set>
                                      <p:cBhvr>
                                        <p:cTn id="18" dur="1" fill="hold">
                                          <p:stCondLst>
                                            <p:cond delay="0"/>
                                          </p:stCondLst>
                                        </p:cTn>
                                        <p:tgtEl>
                                          <p:spTgt spid="10">
                                            <p:txEl>
                                              <p:pRg st="0" end="0"/>
                                            </p:txEl>
                                          </p:spTgt>
                                        </p:tgtEl>
                                        <p:attrNameLst>
                                          <p:attrName>style.visibility</p:attrName>
                                        </p:attrNameLst>
                                      </p:cBhvr>
                                      <p:to>
                                        <p:strVal val="visible"/>
                                      </p:to>
                                    </p:set>
                                    <p:animEffect transition="in" filter="dissolve">
                                      <p:cBhvr>
                                        <p:cTn id="19" dur="500"/>
                                        <p:tgtEl>
                                          <p:spTgt spid="10">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build="p">
        <p:tmplLst>
          <p:tmpl lvl="1">
            <p:tnLst>
              <p:par>
                <p:cTn presetID="9" presetClass="entr" presetSubtype="0" fill="hold" nodeType="afterEffect" nodePh="1">
                  <p:stCondLst>
                    <p:cond delay="0"/>
                  </p:stCondLst>
                  <p:endCondLst>
                    <p:cond delay="0"/>
                  </p:endCondLst>
                  <p:childTnLst>
                    <p:set>
                      <p:cBhvr>
                        <p:cTn dur="1" fill="hold">
                          <p:stCondLst>
                            <p:cond delay="0"/>
                          </p:stCondLst>
                        </p:cTn>
                        <p:tgtEl>
                          <p:spTgt spid="9"/>
                        </p:tgtEl>
                        <p:attrNameLst>
                          <p:attrName>style.visibility</p:attrName>
                        </p:attrNameLst>
                      </p:cBhvr>
                      <p:to>
                        <p:strVal val="visible"/>
                      </p:to>
                    </p:set>
                    <p:animEffect transition="in" filter="dissolve">
                      <p:cBhvr>
                        <p:cTn dur="500"/>
                        <p:tgtEl>
                          <p:spTgt spid="9"/>
                        </p:tgtEl>
                      </p:cBhvr>
                    </p:animEffect>
                  </p:childTnLst>
                </p:cTn>
              </p:par>
            </p:tnLst>
          </p:tmpl>
        </p:tmplLst>
      </p:bldP>
      <p:bldP spid="10" grpId="0" build="p">
        <p:tmplLst>
          <p:tmpl lvl="1">
            <p:tnLst>
              <p:par>
                <p:cTn presetID="9" presetClass="entr" presetSubtype="0" fill="hold" nodeType="afterEffect" nodePh="1">
                  <p:stCondLst>
                    <p:cond delay="0"/>
                  </p:stCondLst>
                  <p:endCondLst>
                    <p:cond delay="0"/>
                  </p:endCondLst>
                  <p:childTnLst>
                    <p:set>
                      <p:cBhvr>
                        <p:cTn dur="1" fill="hold">
                          <p:stCondLst>
                            <p:cond delay="0"/>
                          </p:stCondLst>
                        </p:cTn>
                        <p:tgtEl>
                          <p:spTgt spid="10"/>
                        </p:tgtEl>
                        <p:attrNameLst>
                          <p:attrName>style.visibility</p:attrName>
                        </p:attrNameLst>
                      </p:cBhvr>
                      <p:to>
                        <p:strVal val="visible"/>
                      </p:to>
                    </p:set>
                    <p:animEffect transition="in" filter="dissolve">
                      <p:cBhvr>
                        <p:cTn dur="500"/>
                        <p:tgtEl>
                          <p:spTgt spid="10"/>
                        </p:tgtEl>
                      </p:cBhvr>
                    </p:animEffect>
                  </p:childTnLst>
                </p:cTn>
              </p:par>
            </p:tnLst>
          </p:tmpl>
        </p:tmplLst>
      </p:bldP>
      <p:bldP spid="57" grpId="0"/>
    </p:bldLst>
  </p:timing>
</p:sldLayout>
</file>

<file path=ppt/slideLayouts/slideLayout139.xml><?xml version="1.0" encoding="utf-8"?>
<p:sldLayout xmlns:a="http://schemas.openxmlformats.org/drawingml/2006/main" xmlns:r="http://schemas.openxmlformats.org/officeDocument/2006/relationships" xmlns:p="http://schemas.openxmlformats.org/presentationml/2006/main" userDrawn="1">
  <p:cSld name="4_Title Slide">
    <p:spTree>
      <p:nvGrpSpPr>
        <p:cNvPr id="1" name=""/>
        <p:cNvGrpSpPr/>
        <p:nvPr/>
      </p:nvGrpSpPr>
      <p:grpSpPr>
        <a:xfrm>
          <a:off x="0" y="0"/>
          <a:ext cx="0" cy="0"/>
          <a:chOff x="0" y="0"/>
          <a:chExt cx="0" cy="0"/>
        </a:xfrm>
      </p:grpSpPr>
      <p:pic>
        <p:nvPicPr>
          <p:cNvPr id="93" name="phone-white.png"/>
          <p:cNvPicPr/>
          <p:nvPr userDrawn="1"/>
        </p:nvPicPr>
        <p:blipFill>
          <a:blip r:embed="rId2" cstate="print">
            <a:extLst/>
          </a:blip>
          <a:stretch>
            <a:fillRect/>
          </a:stretch>
        </p:blipFill>
        <p:spPr>
          <a:xfrm>
            <a:off x="1899523" y="1917700"/>
            <a:ext cx="2032000" cy="4019551"/>
          </a:xfrm>
          <a:prstGeom prst="rect">
            <a:avLst/>
          </a:prstGeom>
          <a:ln w="12700">
            <a:miter lim="400000"/>
          </a:ln>
        </p:spPr>
      </p:pic>
      <p:sp>
        <p:nvSpPr>
          <p:cNvPr id="16" name="Title 15"/>
          <p:cNvSpPr>
            <a:spLocks noGrp="1"/>
          </p:cNvSpPr>
          <p:nvPr>
            <p:ph type="title"/>
          </p:nvPr>
        </p:nvSpPr>
        <p:spPr>
          <a:xfrm>
            <a:off x="1524001" y="381000"/>
            <a:ext cx="9144000" cy="535812"/>
          </a:xfrm>
        </p:spPr>
        <p:txBody>
          <a:bodyPr>
            <a:noAutofit/>
          </a:bodyPr>
          <a:lstStyle>
            <a:lvl1pPr algn="ctr">
              <a:defRPr sz="2700" b="0">
                <a:solidFill>
                  <a:schemeClr val="tx1">
                    <a:lumMod val="65000"/>
                    <a:lumOff val="35000"/>
                  </a:schemeClr>
                </a:solidFill>
                <a:latin typeface="Source Sans Pro Light"/>
              </a:defRPr>
            </a:lvl1pPr>
          </a:lstStyle>
          <a:p>
            <a:r>
              <a:rPr lang="en-US" dirty="0" smtClean="0"/>
              <a:t>Click to edit Master title style</a:t>
            </a:r>
            <a:endParaRPr lang="en-GB" dirty="0"/>
          </a:p>
        </p:txBody>
      </p:sp>
      <p:sp>
        <p:nvSpPr>
          <p:cNvPr id="23" name="Text Placeholder 17"/>
          <p:cNvSpPr>
            <a:spLocks noGrp="1"/>
          </p:cNvSpPr>
          <p:nvPr>
            <p:ph type="body" sz="quarter" idx="18" hasCustomPrompt="1"/>
          </p:nvPr>
        </p:nvSpPr>
        <p:spPr>
          <a:xfrm>
            <a:off x="1524001" y="996517"/>
            <a:ext cx="9144000" cy="248082"/>
          </a:xfrm>
        </p:spPr>
        <p:txBody>
          <a:bodyPr lIns="0" tIns="0" rIns="0" bIns="0">
            <a:normAutofit/>
          </a:bodyPr>
          <a:lstStyle>
            <a:lvl1pPr marL="0" indent="0" algn="ctr">
              <a:lnSpc>
                <a:spcPts val="1400"/>
              </a:lnSpc>
              <a:buNone/>
              <a:defRPr sz="1000">
                <a:solidFill>
                  <a:schemeClr val="bg1">
                    <a:lumMod val="50000"/>
                  </a:schemeClr>
                </a:solidFill>
                <a:latin typeface="Source Sans Pro Light"/>
              </a:defRPr>
            </a:lvl1pPr>
          </a:lstStyle>
          <a:p>
            <a:pPr lvl="0"/>
            <a:r>
              <a:rPr lang="en-GB" dirty="0" smtClean="0"/>
              <a:t>write your relevant text here</a:t>
            </a:r>
          </a:p>
        </p:txBody>
      </p:sp>
      <p:sp>
        <p:nvSpPr>
          <p:cNvPr id="9" name="Content Placeholder 20"/>
          <p:cNvSpPr>
            <a:spLocks noGrp="1"/>
          </p:cNvSpPr>
          <p:nvPr>
            <p:ph sz="quarter" idx="16"/>
          </p:nvPr>
        </p:nvSpPr>
        <p:spPr>
          <a:xfrm>
            <a:off x="4526039" y="2292351"/>
            <a:ext cx="2972574" cy="228600"/>
          </a:xfrm>
        </p:spPr>
        <p:txBody>
          <a:bodyPr lIns="0" tIns="0" rIns="0" bIns="0" anchor="ctr">
            <a:normAutofit/>
          </a:bodyPr>
          <a:lstStyle>
            <a:lvl1pPr marL="0" indent="0" algn="l">
              <a:buNone/>
              <a:defRPr sz="1200" b="1">
                <a:solidFill>
                  <a:schemeClr val="tx1">
                    <a:lumMod val="65000"/>
                    <a:lumOff val="35000"/>
                  </a:schemeClr>
                </a:solidFill>
                <a:latin typeface="Source Sans Pro Light"/>
              </a:defRPr>
            </a:lvl1pPr>
          </a:lstStyle>
          <a:p>
            <a:pPr lvl="0"/>
            <a:endParaRPr lang="en-GB" dirty="0" smtClean="0"/>
          </a:p>
        </p:txBody>
      </p:sp>
      <p:sp>
        <p:nvSpPr>
          <p:cNvPr id="10" name="Text Placeholder 17"/>
          <p:cNvSpPr>
            <a:spLocks noGrp="1"/>
          </p:cNvSpPr>
          <p:nvPr>
            <p:ph type="body" sz="quarter" idx="21"/>
          </p:nvPr>
        </p:nvSpPr>
        <p:spPr>
          <a:xfrm>
            <a:off x="4526039" y="2673352"/>
            <a:ext cx="5265949" cy="1126717"/>
          </a:xfrm>
        </p:spPr>
        <p:txBody>
          <a:bodyPr lIns="0" tIns="0" rIns="0" bIns="0">
            <a:normAutofit/>
          </a:bodyPr>
          <a:lstStyle>
            <a:lvl1pPr marL="0" indent="0" algn="l">
              <a:lnSpc>
                <a:spcPts val="1500"/>
              </a:lnSpc>
              <a:spcBef>
                <a:spcPts val="1500"/>
              </a:spcBef>
              <a:buNone/>
              <a:defRPr sz="1000">
                <a:solidFill>
                  <a:schemeClr val="tx1">
                    <a:lumMod val="65000"/>
                    <a:lumOff val="35000"/>
                  </a:schemeClr>
                </a:solidFill>
                <a:latin typeface="Source Sans Pro Light"/>
              </a:defRPr>
            </a:lvl1pPr>
          </a:lstStyle>
          <a:p>
            <a:pPr lvl="0"/>
            <a:endParaRPr lang="en-US" dirty="0" smtClean="0"/>
          </a:p>
        </p:txBody>
      </p:sp>
      <p:grpSp>
        <p:nvGrpSpPr>
          <p:cNvPr id="2" name="Group 684"/>
          <p:cNvGrpSpPr/>
          <p:nvPr userDrawn="1"/>
        </p:nvGrpSpPr>
        <p:grpSpPr>
          <a:xfrm>
            <a:off x="4529038" y="4335821"/>
            <a:ext cx="455806" cy="455814"/>
            <a:chOff x="0" y="0"/>
            <a:chExt cx="911610" cy="911627"/>
          </a:xfrm>
        </p:grpSpPr>
        <p:sp>
          <p:nvSpPr>
            <p:cNvPr id="46" name="Shape 682"/>
            <p:cNvSpPr/>
            <p:nvPr/>
          </p:nvSpPr>
          <p:spPr>
            <a:xfrm>
              <a:off x="0" y="0"/>
              <a:ext cx="911611" cy="911628"/>
            </a:xfrm>
            <a:custGeom>
              <a:avLst/>
              <a:gdLst/>
              <a:ahLst/>
              <a:cxnLst>
                <a:cxn ang="0">
                  <a:pos x="wd2" y="hd2"/>
                </a:cxn>
                <a:cxn ang="5400000">
                  <a:pos x="wd2" y="hd2"/>
                </a:cxn>
                <a:cxn ang="10800000">
                  <a:pos x="wd2" y="hd2"/>
                </a:cxn>
                <a:cxn ang="16200000">
                  <a:pos x="wd2" y="hd2"/>
                </a:cxn>
              </a:cxnLst>
              <a:rect l="0" t="0" r="r" b="b"/>
              <a:pathLst>
                <a:path w="19806" h="19807" extrusionOk="0">
                  <a:moveTo>
                    <a:pt x="7908" y="205"/>
                  </a:moveTo>
                  <a:cubicBezTo>
                    <a:pt x="13264" y="-897"/>
                    <a:pt x="18499" y="2552"/>
                    <a:pt x="19601" y="7908"/>
                  </a:cubicBezTo>
                  <a:cubicBezTo>
                    <a:pt x="20703" y="13265"/>
                    <a:pt x="17255" y="18500"/>
                    <a:pt x="11899" y="19602"/>
                  </a:cubicBezTo>
                  <a:cubicBezTo>
                    <a:pt x="6545" y="20703"/>
                    <a:pt x="1313" y="17258"/>
                    <a:pt x="207" y="11907"/>
                  </a:cubicBezTo>
                  <a:cubicBezTo>
                    <a:pt x="207" y="11904"/>
                    <a:pt x="206" y="11901"/>
                    <a:pt x="206" y="11899"/>
                  </a:cubicBezTo>
                  <a:cubicBezTo>
                    <a:pt x="-897" y="6543"/>
                    <a:pt x="2552" y="1307"/>
                    <a:pt x="7908" y="205"/>
                  </a:cubicBezTo>
                  <a:close/>
                </a:path>
              </a:pathLst>
            </a:custGeom>
            <a:solidFill>
              <a:schemeClr val="accent4"/>
            </a:solidFill>
            <a:ln w="12700" cap="flat">
              <a:noFill/>
              <a:miter lim="400000"/>
            </a:ln>
            <a:effectLst/>
          </p:spPr>
          <p:txBody>
            <a:bodyPr wrap="square" lIns="38100" tIns="38100" rIns="38100" bIns="38100" numCol="1" anchor="ctr">
              <a:noAutofit/>
            </a:bodyPr>
            <a:lstStyle/>
            <a:p>
              <a:pPr defTabSz="228554" fontAlgn="auto">
                <a:spcBef>
                  <a:spcPts val="0"/>
                </a:spcBef>
                <a:spcAft>
                  <a:spcPts val="0"/>
                </a:spcAft>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endParaRPr>
            </a:p>
          </p:txBody>
        </p:sp>
        <p:sp>
          <p:nvSpPr>
            <p:cNvPr id="47" name="Shape 683"/>
            <p:cNvSpPr/>
            <p:nvPr/>
          </p:nvSpPr>
          <p:spPr>
            <a:xfrm>
              <a:off x="291291" y="290673"/>
              <a:ext cx="278230" cy="313031"/>
            </a:xfrm>
            <a:custGeom>
              <a:avLst/>
              <a:gdLst/>
              <a:ahLst/>
              <a:cxnLst>
                <a:cxn ang="0">
                  <a:pos x="wd2" y="hd2"/>
                </a:cxn>
                <a:cxn ang="5400000">
                  <a:pos x="wd2" y="hd2"/>
                </a:cxn>
                <a:cxn ang="10800000">
                  <a:pos x="wd2" y="hd2"/>
                </a:cxn>
                <a:cxn ang="16200000">
                  <a:pos x="wd2" y="hd2"/>
                </a:cxn>
              </a:cxnLst>
              <a:rect l="0" t="0" r="r" b="b"/>
              <a:pathLst>
                <a:path w="21600" h="21600" extrusionOk="0">
                  <a:moveTo>
                    <a:pt x="4049" y="14400"/>
                  </a:moveTo>
                  <a:lnTo>
                    <a:pt x="1079" y="14400"/>
                  </a:lnTo>
                  <a:cubicBezTo>
                    <a:pt x="333" y="14400"/>
                    <a:pt x="0" y="14938"/>
                    <a:pt x="0" y="15599"/>
                  </a:cubicBezTo>
                  <a:lnTo>
                    <a:pt x="0" y="21600"/>
                  </a:lnTo>
                  <a:lnTo>
                    <a:pt x="5400" y="21600"/>
                  </a:lnTo>
                  <a:lnTo>
                    <a:pt x="5400" y="15599"/>
                  </a:lnTo>
                  <a:cubicBezTo>
                    <a:pt x="5400" y="14938"/>
                    <a:pt x="4796" y="14400"/>
                    <a:pt x="4049" y="14400"/>
                  </a:cubicBezTo>
                  <a:close/>
                  <a:moveTo>
                    <a:pt x="12150" y="7200"/>
                  </a:moveTo>
                  <a:lnTo>
                    <a:pt x="9180" y="7200"/>
                  </a:lnTo>
                  <a:cubicBezTo>
                    <a:pt x="8434" y="7200"/>
                    <a:pt x="8099" y="7738"/>
                    <a:pt x="8099" y="8401"/>
                  </a:cubicBezTo>
                  <a:lnTo>
                    <a:pt x="8099" y="21600"/>
                  </a:lnTo>
                  <a:lnTo>
                    <a:pt x="13499" y="21600"/>
                  </a:lnTo>
                  <a:lnTo>
                    <a:pt x="13499" y="8401"/>
                  </a:lnTo>
                  <a:cubicBezTo>
                    <a:pt x="13499" y="7738"/>
                    <a:pt x="12895" y="7200"/>
                    <a:pt x="12150" y="7200"/>
                  </a:cubicBezTo>
                  <a:close/>
                  <a:moveTo>
                    <a:pt x="20251" y="0"/>
                  </a:moveTo>
                  <a:lnTo>
                    <a:pt x="17281" y="0"/>
                  </a:lnTo>
                  <a:cubicBezTo>
                    <a:pt x="16534" y="0"/>
                    <a:pt x="16200" y="538"/>
                    <a:pt x="16200" y="1201"/>
                  </a:cubicBezTo>
                  <a:lnTo>
                    <a:pt x="16200" y="21600"/>
                  </a:lnTo>
                  <a:lnTo>
                    <a:pt x="21600" y="21600"/>
                  </a:lnTo>
                  <a:lnTo>
                    <a:pt x="21600" y="1201"/>
                  </a:lnTo>
                  <a:cubicBezTo>
                    <a:pt x="21600" y="538"/>
                    <a:pt x="20995" y="0"/>
                    <a:pt x="20251" y="0"/>
                  </a:cubicBezTo>
                  <a:close/>
                </a:path>
              </a:pathLst>
            </a:custGeom>
            <a:solidFill>
              <a:srgbClr val="FFFFFF"/>
            </a:solidFill>
            <a:ln w="12700" cap="flat">
              <a:noFill/>
              <a:miter lim="400000"/>
            </a:ln>
            <a:effectLst/>
          </p:spPr>
          <p:txBody>
            <a:bodyPr wrap="square" lIns="38100" tIns="38100" rIns="38100" bIns="38100" numCol="1" anchor="ctr">
              <a:noAutofit/>
            </a:bodyPr>
            <a:lstStyle/>
            <a:p>
              <a:pPr defTabSz="228554" fontAlgn="auto">
                <a:spcBef>
                  <a:spcPts val="0"/>
                </a:spcBef>
                <a:spcAft>
                  <a:spcPts val="0"/>
                </a:spcAft>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endParaRPr>
            </a:p>
          </p:txBody>
        </p:sp>
      </p:grpSp>
      <p:sp>
        <p:nvSpPr>
          <p:cNvPr id="49" name="Shape 685"/>
          <p:cNvSpPr/>
          <p:nvPr/>
        </p:nvSpPr>
        <p:spPr>
          <a:xfrm>
            <a:off x="7571957" y="4335821"/>
            <a:ext cx="455820" cy="455815"/>
          </a:xfrm>
          <a:custGeom>
            <a:avLst/>
            <a:gdLst/>
            <a:ahLst/>
            <a:cxnLst>
              <a:cxn ang="0">
                <a:pos x="wd2" y="hd2"/>
              </a:cxn>
              <a:cxn ang="5400000">
                <a:pos x="wd2" y="hd2"/>
              </a:cxn>
              <a:cxn ang="10800000">
                <a:pos x="wd2" y="hd2"/>
              </a:cxn>
              <a:cxn ang="16200000">
                <a:pos x="wd2" y="hd2"/>
              </a:cxn>
            </a:cxnLst>
            <a:rect l="0" t="0" r="r" b="b"/>
            <a:pathLst>
              <a:path w="19807" h="19806" extrusionOk="0">
                <a:moveTo>
                  <a:pt x="7908" y="205"/>
                </a:moveTo>
                <a:cubicBezTo>
                  <a:pt x="13264" y="-897"/>
                  <a:pt x="18500" y="2551"/>
                  <a:pt x="19602" y="7907"/>
                </a:cubicBezTo>
                <a:cubicBezTo>
                  <a:pt x="20703" y="13264"/>
                  <a:pt x="17254" y="18499"/>
                  <a:pt x="11899" y="19601"/>
                </a:cubicBezTo>
                <a:cubicBezTo>
                  <a:pt x="6545" y="20703"/>
                  <a:pt x="1312" y="17258"/>
                  <a:pt x="207" y="11907"/>
                </a:cubicBezTo>
                <a:cubicBezTo>
                  <a:pt x="206" y="11904"/>
                  <a:pt x="206" y="11901"/>
                  <a:pt x="205" y="11898"/>
                </a:cubicBezTo>
                <a:cubicBezTo>
                  <a:pt x="-897" y="6542"/>
                  <a:pt x="2552" y="1307"/>
                  <a:pt x="7908" y="205"/>
                </a:cubicBezTo>
                <a:close/>
              </a:path>
            </a:pathLst>
          </a:custGeom>
          <a:solidFill>
            <a:schemeClr val="accent1"/>
          </a:solidFill>
          <a:ln w="12700" cap="flat">
            <a:noFill/>
            <a:miter lim="400000"/>
          </a:ln>
          <a:effectLst/>
        </p:spPr>
        <p:txBody>
          <a:bodyPr wrap="square" lIns="38100" tIns="38100" rIns="38100" bIns="38100" numCol="1" anchor="ctr">
            <a:noAutofit/>
          </a:bodyPr>
          <a:lstStyle/>
          <a:p>
            <a:pPr defTabSz="228554" fontAlgn="auto">
              <a:spcBef>
                <a:spcPts val="0"/>
              </a:spcBef>
              <a:spcAft>
                <a:spcPts val="0"/>
              </a:spcAft>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endParaRPr>
          </a:p>
        </p:txBody>
      </p:sp>
      <p:sp>
        <p:nvSpPr>
          <p:cNvPr id="50" name="Shape 686"/>
          <p:cNvSpPr/>
          <p:nvPr/>
        </p:nvSpPr>
        <p:spPr>
          <a:xfrm>
            <a:off x="7701889" y="4488635"/>
            <a:ext cx="195957" cy="156760"/>
          </a:xfrm>
          <a:custGeom>
            <a:avLst/>
            <a:gdLst/>
            <a:ahLst/>
            <a:cxnLst>
              <a:cxn ang="0">
                <a:pos x="wd2" y="hd2"/>
              </a:cxn>
              <a:cxn ang="5400000">
                <a:pos x="wd2" y="hd2"/>
              </a:cxn>
              <a:cxn ang="10800000">
                <a:pos x="wd2" y="hd2"/>
              </a:cxn>
              <a:cxn ang="16200000">
                <a:pos x="wd2" y="hd2"/>
              </a:cxn>
            </a:cxnLst>
            <a:rect l="0" t="0" r="r" b="b"/>
            <a:pathLst>
              <a:path w="21600" h="21600" extrusionOk="0">
                <a:moveTo>
                  <a:pt x="18143" y="10800"/>
                </a:moveTo>
                <a:cubicBezTo>
                  <a:pt x="17065" y="10800"/>
                  <a:pt x="16800" y="11898"/>
                  <a:pt x="16709" y="12419"/>
                </a:cubicBezTo>
                <a:cubicBezTo>
                  <a:pt x="16115" y="15817"/>
                  <a:pt x="13696" y="18359"/>
                  <a:pt x="10800" y="18359"/>
                </a:cubicBezTo>
                <a:cubicBezTo>
                  <a:pt x="9130" y="18359"/>
                  <a:pt x="7618" y="17514"/>
                  <a:pt x="6524" y="16146"/>
                </a:cubicBezTo>
                <a:cubicBezTo>
                  <a:pt x="6018" y="15513"/>
                  <a:pt x="5198" y="15513"/>
                  <a:pt x="4691" y="16146"/>
                </a:cubicBezTo>
                <a:cubicBezTo>
                  <a:pt x="4185" y="16779"/>
                  <a:pt x="4185" y="17804"/>
                  <a:pt x="4691" y="18437"/>
                </a:cubicBezTo>
                <a:cubicBezTo>
                  <a:pt x="6255" y="20391"/>
                  <a:pt x="8415" y="21600"/>
                  <a:pt x="10800" y="21600"/>
                </a:cubicBezTo>
                <a:cubicBezTo>
                  <a:pt x="14669" y="21600"/>
                  <a:pt x="17943" y="18421"/>
                  <a:pt x="19043" y="14039"/>
                </a:cubicBezTo>
                <a:lnTo>
                  <a:pt x="21600" y="14039"/>
                </a:lnTo>
                <a:lnTo>
                  <a:pt x="21600" y="10800"/>
                </a:lnTo>
                <a:cubicBezTo>
                  <a:pt x="21600" y="10800"/>
                  <a:pt x="18143" y="10800"/>
                  <a:pt x="18143" y="10800"/>
                </a:cubicBezTo>
                <a:close/>
                <a:moveTo>
                  <a:pt x="4891" y="9180"/>
                </a:moveTo>
                <a:cubicBezTo>
                  <a:pt x="5484" y="5783"/>
                  <a:pt x="7904" y="3240"/>
                  <a:pt x="10800" y="3240"/>
                </a:cubicBezTo>
                <a:cubicBezTo>
                  <a:pt x="12470" y="3240"/>
                  <a:pt x="13982" y="4086"/>
                  <a:pt x="15076" y="5454"/>
                </a:cubicBezTo>
                <a:cubicBezTo>
                  <a:pt x="15582" y="6086"/>
                  <a:pt x="16404" y="6086"/>
                  <a:pt x="16909" y="5454"/>
                </a:cubicBezTo>
                <a:cubicBezTo>
                  <a:pt x="17415" y="4821"/>
                  <a:pt x="17415" y="3796"/>
                  <a:pt x="16909" y="3163"/>
                </a:cubicBezTo>
                <a:cubicBezTo>
                  <a:pt x="15346" y="1209"/>
                  <a:pt x="13186" y="0"/>
                  <a:pt x="10800" y="0"/>
                </a:cubicBezTo>
                <a:cubicBezTo>
                  <a:pt x="6931" y="0"/>
                  <a:pt x="3658" y="3178"/>
                  <a:pt x="2557" y="7560"/>
                </a:cubicBezTo>
                <a:lnTo>
                  <a:pt x="0" y="7560"/>
                </a:lnTo>
                <a:lnTo>
                  <a:pt x="0" y="10800"/>
                </a:lnTo>
                <a:lnTo>
                  <a:pt x="3457" y="10800"/>
                </a:lnTo>
                <a:cubicBezTo>
                  <a:pt x="4535" y="10800"/>
                  <a:pt x="4800" y="9702"/>
                  <a:pt x="4891" y="9180"/>
                </a:cubicBezTo>
                <a:close/>
                <a:moveTo>
                  <a:pt x="7343" y="10800"/>
                </a:moveTo>
                <a:cubicBezTo>
                  <a:pt x="7343" y="13185"/>
                  <a:pt x="8891" y="15120"/>
                  <a:pt x="10800" y="15120"/>
                </a:cubicBezTo>
                <a:cubicBezTo>
                  <a:pt x="12709" y="15120"/>
                  <a:pt x="14255" y="13185"/>
                  <a:pt x="14255" y="10800"/>
                </a:cubicBezTo>
                <a:cubicBezTo>
                  <a:pt x="14255" y="8415"/>
                  <a:pt x="12709" y="6480"/>
                  <a:pt x="10800" y="6480"/>
                </a:cubicBezTo>
                <a:cubicBezTo>
                  <a:pt x="8891" y="6480"/>
                  <a:pt x="7343" y="8415"/>
                  <a:pt x="7343" y="10800"/>
                </a:cubicBezTo>
                <a:close/>
              </a:path>
            </a:pathLst>
          </a:custGeom>
          <a:solidFill>
            <a:srgbClr val="FFFFFF"/>
          </a:solidFill>
          <a:ln w="12700" cap="flat">
            <a:noFill/>
            <a:miter lim="400000"/>
          </a:ln>
          <a:effectLst/>
        </p:spPr>
        <p:txBody>
          <a:bodyPr wrap="square" lIns="38100" tIns="38100" rIns="38100" bIns="38100" numCol="1" anchor="ctr">
            <a:noAutofit/>
          </a:bodyPr>
          <a:lstStyle/>
          <a:p>
            <a:pPr defTabSz="228554" fontAlgn="auto">
              <a:spcBef>
                <a:spcPts val="0"/>
              </a:spcBef>
              <a:spcAft>
                <a:spcPts val="0"/>
              </a:spcAft>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endParaRPr>
          </a:p>
        </p:txBody>
      </p:sp>
      <p:sp>
        <p:nvSpPr>
          <p:cNvPr id="52" name="Shape 688"/>
          <p:cNvSpPr/>
          <p:nvPr userDrawn="1"/>
        </p:nvSpPr>
        <p:spPr>
          <a:xfrm>
            <a:off x="4529035" y="5179878"/>
            <a:ext cx="455811" cy="455815"/>
          </a:xfrm>
          <a:custGeom>
            <a:avLst/>
            <a:gdLst/>
            <a:ahLst/>
            <a:cxnLst>
              <a:cxn ang="0">
                <a:pos x="wd2" y="hd2"/>
              </a:cxn>
              <a:cxn ang="5400000">
                <a:pos x="wd2" y="hd2"/>
              </a:cxn>
              <a:cxn ang="10800000">
                <a:pos x="wd2" y="hd2"/>
              </a:cxn>
              <a:cxn ang="16200000">
                <a:pos x="wd2" y="hd2"/>
              </a:cxn>
            </a:cxnLst>
            <a:rect l="0" t="0" r="r" b="b"/>
            <a:pathLst>
              <a:path w="19807" h="19807" extrusionOk="0">
                <a:moveTo>
                  <a:pt x="7907" y="205"/>
                </a:moveTo>
                <a:cubicBezTo>
                  <a:pt x="13264" y="-897"/>
                  <a:pt x="18498" y="2551"/>
                  <a:pt x="19601" y="7908"/>
                </a:cubicBezTo>
                <a:cubicBezTo>
                  <a:pt x="20703" y="13264"/>
                  <a:pt x="17254" y="18500"/>
                  <a:pt x="11898" y="19602"/>
                </a:cubicBezTo>
                <a:cubicBezTo>
                  <a:pt x="6545" y="20703"/>
                  <a:pt x="1312" y="17258"/>
                  <a:pt x="206" y="11907"/>
                </a:cubicBezTo>
                <a:cubicBezTo>
                  <a:pt x="206" y="11904"/>
                  <a:pt x="205" y="11901"/>
                  <a:pt x="204" y="11899"/>
                </a:cubicBezTo>
                <a:cubicBezTo>
                  <a:pt x="-897" y="6542"/>
                  <a:pt x="2551" y="1307"/>
                  <a:pt x="7907" y="205"/>
                </a:cubicBezTo>
                <a:close/>
              </a:path>
            </a:pathLst>
          </a:custGeom>
          <a:solidFill>
            <a:schemeClr val="accent1"/>
          </a:solidFill>
          <a:ln w="12700" cap="flat">
            <a:noFill/>
            <a:miter lim="400000"/>
          </a:ln>
          <a:effectLst/>
        </p:spPr>
        <p:txBody>
          <a:bodyPr wrap="square" lIns="38100" tIns="38100" rIns="38100" bIns="38100" numCol="1" anchor="ctr">
            <a:noAutofit/>
          </a:bodyPr>
          <a:lstStyle/>
          <a:p>
            <a:pPr defTabSz="228554" fontAlgn="auto">
              <a:spcBef>
                <a:spcPts val="0"/>
              </a:spcBef>
              <a:spcAft>
                <a:spcPts val="0"/>
              </a:spcAft>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endParaRPr>
          </a:p>
        </p:txBody>
      </p:sp>
      <p:sp>
        <p:nvSpPr>
          <p:cNvPr id="53" name="Shape 689"/>
          <p:cNvSpPr/>
          <p:nvPr userDrawn="1"/>
        </p:nvSpPr>
        <p:spPr>
          <a:xfrm>
            <a:off x="4694891" y="5305811"/>
            <a:ext cx="124099" cy="198551"/>
          </a:xfrm>
          <a:custGeom>
            <a:avLst/>
            <a:gdLst/>
            <a:ahLst/>
            <a:cxnLst>
              <a:cxn ang="0">
                <a:pos x="wd2" y="hd2"/>
              </a:cxn>
              <a:cxn ang="5400000">
                <a:pos x="wd2" y="hd2"/>
              </a:cxn>
              <a:cxn ang="10800000">
                <a:pos x="wd2" y="hd2"/>
              </a:cxn>
              <a:cxn ang="16200000">
                <a:pos x="wd2" y="hd2"/>
              </a:cxn>
            </a:cxnLst>
            <a:rect l="0" t="0" r="r" b="b"/>
            <a:pathLst>
              <a:path w="21600" h="21600" extrusionOk="0">
                <a:moveTo>
                  <a:pt x="10801" y="10476"/>
                </a:moveTo>
                <a:cubicBezTo>
                  <a:pt x="7579" y="10476"/>
                  <a:pt x="4968" y="8844"/>
                  <a:pt x="4968" y="6831"/>
                </a:cubicBezTo>
                <a:cubicBezTo>
                  <a:pt x="4968" y="4818"/>
                  <a:pt x="7579" y="3186"/>
                  <a:pt x="10801" y="3186"/>
                </a:cubicBezTo>
                <a:cubicBezTo>
                  <a:pt x="14021" y="3186"/>
                  <a:pt x="16632" y="4818"/>
                  <a:pt x="16632" y="6831"/>
                </a:cubicBezTo>
                <a:cubicBezTo>
                  <a:pt x="16632" y="8844"/>
                  <a:pt x="14021" y="10476"/>
                  <a:pt x="10801" y="10476"/>
                </a:cubicBezTo>
                <a:close/>
                <a:moveTo>
                  <a:pt x="10801" y="0"/>
                </a:moveTo>
                <a:cubicBezTo>
                  <a:pt x="4835" y="0"/>
                  <a:pt x="0" y="3022"/>
                  <a:pt x="0" y="6749"/>
                </a:cubicBezTo>
                <a:cubicBezTo>
                  <a:pt x="0" y="13195"/>
                  <a:pt x="10801" y="21600"/>
                  <a:pt x="10801" y="21600"/>
                </a:cubicBezTo>
                <a:cubicBezTo>
                  <a:pt x="10801" y="21600"/>
                  <a:pt x="21600" y="13195"/>
                  <a:pt x="21600" y="6749"/>
                </a:cubicBezTo>
                <a:cubicBezTo>
                  <a:pt x="21600" y="3022"/>
                  <a:pt x="16765" y="0"/>
                  <a:pt x="10801" y="0"/>
                </a:cubicBezTo>
                <a:close/>
              </a:path>
            </a:pathLst>
          </a:custGeom>
          <a:solidFill>
            <a:srgbClr val="FFFFFF"/>
          </a:solidFill>
          <a:ln w="12700" cap="flat">
            <a:noFill/>
            <a:miter lim="400000"/>
          </a:ln>
          <a:effectLst/>
        </p:spPr>
        <p:txBody>
          <a:bodyPr wrap="square" lIns="38100" tIns="38100" rIns="38100" bIns="38100" numCol="1" anchor="ctr">
            <a:noAutofit/>
          </a:bodyPr>
          <a:lstStyle/>
          <a:p>
            <a:pPr defTabSz="228554" fontAlgn="auto">
              <a:spcBef>
                <a:spcPts val="0"/>
              </a:spcBef>
              <a:spcAft>
                <a:spcPts val="0"/>
              </a:spcAft>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endParaRPr>
          </a:p>
        </p:txBody>
      </p:sp>
      <p:grpSp>
        <p:nvGrpSpPr>
          <p:cNvPr id="5" name="Group 693"/>
          <p:cNvGrpSpPr/>
          <p:nvPr userDrawn="1"/>
        </p:nvGrpSpPr>
        <p:grpSpPr>
          <a:xfrm>
            <a:off x="7571967" y="5179878"/>
            <a:ext cx="455799" cy="455814"/>
            <a:chOff x="0" y="0"/>
            <a:chExt cx="911596" cy="911627"/>
          </a:xfrm>
        </p:grpSpPr>
        <p:sp>
          <p:nvSpPr>
            <p:cNvPr id="55" name="Shape 691"/>
            <p:cNvSpPr/>
            <p:nvPr/>
          </p:nvSpPr>
          <p:spPr>
            <a:xfrm>
              <a:off x="-1" y="0"/>
              <a:ext cx="911598" cy="911628"/>
            </a:xfrm>
            <a:custGeom>
              <a:avLst/>
              <a:gdLst/>
              <a:ahLst/>
              <a:cxnLst>
                <a:cxn ang="0">
                  <a:pos x="wd2" y="hd2"/>
                </a:cxn>
                <a:cxn ang="5400000">
                  <a:pos x="wd2" y="hd2"/>
                </a:cxn>
                <a:cxn ang="10800000">
                  <a:pos x="wd2" y="hd2"/>
                </a:cxn>
                <a:cxn ang="16200000">
                  <a:pos x="wd2" y="hd2"/>
                </a:cxn>
              </a:cxnLst>
              <a:rect l="0" t="0" r="r" b="b"/>
              <a:pathLst>
                <a:path w="19806" h="19806" extrusionOk="0">
                  <a:moveTo>
                    <a:pt x="11898" y="19600"/>
                  </a:moveTo>
                  <a:cubicBezTo>
                    <a:pt x="6542" y="20703"/>
                    <a:pt x="1307" y="17254"/>
                    <a:pt x="205" y="11898"/>
                  </a:cubicBezTo>
                  <a:cubicBezTo>
                    <a:pt x="-897" y="6542"/>
                    <a:pt x="2551" y="1307"/>
                    <a:pt x="7908" y="205"/>
                  </a:cubicBezTo>
                  <a:cubicBezTo>
                    <a:pt x="13261" y="-897"/>
                    <a:pt x="18494" y="2548"/>
                    <a:pt x="19599" y="7899"/>
                  </a:cubicBezTo>
                  <a:cubicBezTo>
                    <a:pt x="19600" y="7902"/>
                    <a:pt x="19600" y="7905"/>
                    <a:pt x="19600" y="7907"/>
                  </a:cubicBezTo>
                  <a:cubicBezTo>
                    <a:pt x="20703" y="13263"/>
                    <a:pt x="17254" y="18499"/>
                    <a:pt x="11898" y="19600"/>
                  </a:cubicBezTo>
                  <a:close/>
                </a:path>
              </a:pathLst>
            </a:custGeom>
            <a:solidFill>
              <a:schemeClr val="accent3"/>
            </a:solidFill>
            <a:ln w="12700" cap="flat">
              <a:noFill/>
              <a:miter lim="400000"/>
            </a:ln>
            <a:effectLst/>
          </p:spPr>
          <p:txBody>
            <a:bodyPr wrap="square" lIns="38100" tIns="38100" rIns="38100" bIns="38100" numCol="1" anchor="ctr">
              <a:noAutofit/>
            </a:bodyPr>
            <a:lstStyle/>
            <a:p>
              <a:pPr defTabSz="228554" fontAlgn="auto">
                <a:spcBef>
                  <a:spcPts val="0"/>
                </a:spcBef>
                <a:spcAft>
                  <a:spcPts val="0"/>
                </a:spcAft>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endParaRPr>
            </a:p>
          </p:txBody>
        </p:sp>
        <p:sp>
          <p:nvSpPr>
            <p:cNvPr id="56" name="Shape 692"/>
            <p:cNvSpPr/>
            <p:nvPr/>
          </p:nvSpPr>
          <p:spPr>
            <a:xfrm>
              <a:off x="295953" y="290581"/>
              <a:ext cx="319690" cy="319667"/>
            </a:xfrm>
            <a:custGeom>
              <a:avLst/>
              <a:gdLst/>
              <a:ahLst/>
              <a:cxnLst>
                <a:cxn ang="0">
                  <a:pos x="wd2" y="hd2"/>
                </a:cxn>
                <a:cxn ang="5400000">
                  <a:pos x="wd2" y="hd2"/>
                </a:cxn>
                <a:cxn ang="10800000">
                  <a:pos x="wd2" y="hd2"/>
                </a:cxn>
                <a:cxn ang="16200000">
                  <a:pos x="wd2" y="hd2"/>
                </a:cxn>
              </a:cxnLst>
              <a:rect l="0" t="0" r="r" b="b"/>
              <a:pathLst>
                <a:path w="21600" h="21600" extrusionOk="0">
                  <a:moveTo>
                    <a:pt x="10800" y="15497"/>
                  </a:moveTo>
                  <a:cubicBezTo>
                    <a:pt x="8207" y="15497"/>
                    <a:pt x="6104" y="13394"/>
                    <a:pt x="6104" y="10801"/>
                  </a:cubicBezTo>
                  <a:cubicBezTo>
                    <a:pt x="6104" y="8206"/>
                    <a:pt x="8207" y="6103"/>
                    <a:pt x="10800" y="6103"/>
                  </a:cubicBezTo>
                  <a:cubicBezTo>
                    <a:pt x="13395" y="6103"/>
                    <a:pt x="15497" y="8206"/>
                    <a:pt x="15497" y="10801"/>
                  </a:cubicBezTo>
                  <a:cubicBezTo>
                    <a:pt x="15497" y="13394"/>
                    <a:pt x="13395" y="15497"/>
                    <a:pt x="10800" y="15497"/>
                  </a:cubicBezTo>
                  <a:close/>
                  <a:moveTo>
                    <a:pt x="19522" y="10801"/>
                  </a:moveTo>
                  <a:cubicBezTo>
                    <a:pt x="19522" y="9454"/>
                    <a:pt x="20352" y="8390"/>
                    <a:pt x="21600" y="7659"/>
                  </a:cubicBezTo>
                  <a:cubicBezTo>
                    <a:pt x="21376" y="6908"/>
                    <a:pt x="21077" y="6187"/>
                    <a:pt x="20711" y="5509"/>
                  </a:cubicBezTo>
                  <a:cubicBezTo>
                    <a:pt x="19310" y="5876"/>
                    <a:pt x="18177" y="5328"/>
                    <a:pt x="17225" y="4375"/>
                  </a:cubicBezTo>
                  <a:cubicBezTo>
                    <a:pt x="16273" y="3423"/>
                    <a:pt x="15982" y="2288"/>
                    <a:pt x="16347" y="889"/>
                  </a:cubicBezTo>
                  <a:cubicBezTo>
                    <a:pt x="15671" y="522"/>
                    <a:pt x="14951" y="225"/>
                    <a:pt x="14198" y="0"/>
                  </a:cubicBezTo>
                  <a:cubicBezTo>
                    <a:pt x="13467" y="1248"/>
                    <a:pt x="12147" y="2078"/>
                    <a:pt x="10800" y="2078"/>
                  </a:cubicBezTo>
                  <a:cubicBezTo>
                    <a:pt x="9453" y="2078"/>
                    <a:pt x="8134" y="1248"/>
                    <a:pt x="7403" y="0"/>
                  </a:cubicBezTo>
                  <a:cubicBezTo>
                    <a:pt x="6651" y="225"/>
                    <a:pt x="5931" y="522"/>
                    <a:pt x="5253" y="889"/>
                  </a:cubicBezTo>
                  <a:cubicBezTo>
                    <a:pt x="5620" y="2288"/>
                    <a:pt x="5329" y="3422"/>
                    <a:pt x="4375" y="4375"/>
                  </a:cubicBezTo>
                  <a:cubicBezTo>
                    <a:pt x="3423" y="5328"/>
                    <a:pt x="2290" y="5876"/>
                    <a:pt x="890" y="5510"/>
                  </a:cubicBezTo>
                  <a:cubicBezTo>
                    <a:pt x="523" y="6187"/>
                    <a:pt x="224" y="6908"/>
                    <a:pt x="0" y="7659"/>
                  </a:cubicBezTo>
                  <a:cubicBezTo>
                    <a:pt x="1249" y="8390"/>
                    <a:pt x="2078" y="9454"/>
                    <a:pt x="2078" y="10801"/>
                  </a:cubicBezTo>
                  <a:cubicBezTo>
                    <a:pt x="2078" y="12146"/>
                    <a:pt x="1249" y="13467"/>
                    <a:pt x="0" y="14198"/>
                  </a:cubicBezTo>
                  <a:cubicBezTo>
                    <a:pt x="224" y="14950"/>
                    <a:pt x="523" y="15670"/>
                    <a:pt x="890" y="16348"/>
                  </a:cubicBezTo>
                  <a:cubicBezTo>
                    <a:pt x="2290" y="15981"/>
                    <a:pt x="3423" y="16272"/>
                    <a:pt x="4375" y="17226"/>
                  </a:cubicBezTo>
                  <a:cubicBezTo>
                    <a:pt x="5327" y="18178"/>
                    <a:pt x="5620" y="19312"/>
                    <a:pt x="5253" y="20711"/>
                  </a:cubicBezTo>
                  <a:cubicBezTo>
                    <a:pt x="5931" y="21078"/>
                    <a:pt x="6651" y="21377"/>
                    <a:pt x="7403" y="21600"/>
                  </a:cubicBezTo>
                  <a:cubicBezTo>
                    <a:pt x="8134" y="20352"/>
                    <a:pt x="9453" y="19524"/>
                    <a:pt x="10800" y="19524"/>
                  </a:cubicBezTo>
                  <a:cubicBezTo>
                    <a:pt x="12147" y="19524"/>
                    <a:pt x="13467" y="20352"/>
                    <a:pt x="14198" y="21600"/>
                  </a:cubicBezTo>
                  <a:cubicBezTo>
                    <a:pt x="14951" y="21376"/>
                    <a:pt x="15671" y="21078"/>
                    <a:pt x="16349" y="20711"/>
                  </a:cubicBezTo>
                  <a:cubicBezTo>
                    <a:pt x="15982" y="19312"/>
                    <a:pt x="16273" y="18178"/>
                    <a:pt x="17225" y="17226"/>
                  </a:cubicBezTo>
                  <a:cubicBezTo>
                    <a:pt x="18177" y="16272"/>
                    <a:pt x="19310" y="15724"/>
                    <a:pt x="20711" y="16091"/>
                  </a:cubicBezTo>
                  <a:cubicBezTo>
                    <a:pt x="21077" y="15413"/>
                    <a:pt x="21376" y="14693"/>
                    <a:pt x="21600" y="13941"/>
                  </a:cubicBezTo>
                  <a:cubicBezTo>
                    <a:pt x="20352" y="13210"/>
                    <a:pt x="19522" y="12146"/>
                    <a:pt x="19522" y="10801"/>
                  </a:cubicBezTo>
                  <a:close/>
                </a:path>
              </a:pathLst>
            </a:custGeom>
            <a:solidFill>
              <a:srgbClr val="FFFFFF"/>
            </a:solidFill>
            <a:ln w="12700" cap="flat">
              <a:noFill/>
              <a:miter lim="400000"/>
            </a:ln>
            <a:effectLst/>
          </p:spPr>
          <p:txBody>
            <a:bodyPr wrap="square" lIns="38100" tIns="38100" rIns="38100" bIns="38100" numCol="1" anchor="ctr">
              <a:noAutofit/>
            </a:bodyPr>
            <a:lstStyle/>
            <a:p>
              <a:pPr defTabSz="228554" fontAlgn="auto">
                <a:spcBef>
                  <a:spcPts val="0"/>
                </a:spcBef>
                <a:spcAft>
                  <a:spcPts val="0"/>
                </a:spcAft>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endParaRPr>
            </a:p>
          </p:txBody>
        </p:sp>
      </p:grpSp>
      <p:sp>
        <p:nvSpPr>
          <p:cNvPr id="57" name="Picture Placeholder 2"/>
          <p:cNvSpPr>
            <a:spLocks noGrp="1"/>
          </p:cNvSpPr>
          <p:nvPr userDrawn="1">
            <p:ph type="pic" sz="quarter" idx="23"/>
          </p:nvPr>
        </p:nvSpPr>
        <p:spPr>
          <a:xfrm>
            <a:off x="2140154" y="2513019"/>
            <a:ext cx="1550736" cy="2828912"/>
          </a:xfrm>
          <a:ln w="19050">
            <a:noFill/>
          </a:ln>
        </p:spPr>
        <p:txBody>
          <a:bodyPr>
            <a:normAutofit/>
          </a:bodyPr>
          <a:lstStyle>
            <a:lvl1pPr marL="0" indent="0">
              <a:buNone/>
              <a:defRPr sz="1200">
                <a:solidFill>
                  <a:schemeClr val="bg1">
                    <a:lumMod val="50000"/>
                  </a:schemeClr>
                </a:solidFill>
                <a:latin typeface="Source Sans Pro Light"/>
              </a:defRPr>
            </a:lvl1pPr>
          </a:lstStyle>
          <a:p>
            <a:endParaRPr lang="en-US" dirty="0"/>
          </a:p>
        </p:txBody>
      </p:sp>
      <p:sp>
        <p:nvSpPr>
          <p:cNvPr id="59" name="Content Placeholder 20"/>
          <p:cNvSpPr>
            <a:spLocks noGrp="1"/>
          </p:cNvSpPr>
          <p:nvPr userDrawn="1">
            <p:ph sz="quarter" idx="25"/>
          </p:nvPr>
        </p:nvSpPr>
        <p:spPr>
          <a:xfrm>
            <a:off x="5257581" y="4360575"/>
            <a:ext cx="1676837" cy="228600"/>
          </a:xfrm>
        </p:spPr>
        <p:txBody>
          <a:bodyPr lIns="0" tIns="0" rIns="0" bIns="0" anchor="ctr">
            <a:normAutofit/>
          </a:bodyPr>
          <a:lstStyle>
            <a:lvl1pPr marL="0" indent="0" algn="l">
              <a:buNone/>
              <a:defRPr sz="1200" b="1">
                <a:solidFill>
                  <a:schemeClr val="tx1">
                    <a:lumMod val="65000"/>
                    <a:lumOff val="35000"/>
                  </a:schemeClr>
                </a:solidFill>
                <a:latin typeface="Source Sans Pro Light"/>
              </a:defRPr>
            </a:lvl1pPr>
          </a:lstStyle>
          <a:p>
            <a:pPr lvl="0"/>
            <a:endParaRPr lang="en-GB" dirty="0" smtClean="0"/>
          </a:p>
        </p:txBody>
      </p:sp>
      <p:sp>
        <p:nvSpPr>
          <p:cNvPr id="60" name="Text Placeholder 17"/>
          <p:cNvSpPr>
            <a:spLocks noGrp="1"/>
          </p:cNvSpPr>
          <p:nvPr userDrawn="1">
            <p:ph type="body" sz="quarter" idx="26"/>
          </p:nvPr>
        </p:nvSpPr>
        <p:spPr>
          <a:xfrm>
            <a:off x="5257581" y="4589175"/>
            <a:ext cx="1981716" cy="359306"/>
          </a:xfrm>
        </p:spPr>
        <p:txBody>
          <a:bodyPr lIns="0" tIns="0" rIns="0" bIns="0">
            <a:normAutofit/>
          </a:bodyPr>
          <a:lstStyle>
            <a:lvl1pPr marL="0" indent="0" algn="l">
              <a:lnSpc>
                <a:spcPct val="150000"/>
              </a:lnSpc>
              <a:spcBef>
                <a:spcPts val="1500"/>
              </a:spcBef>
              <a:buNone/>
              <a:defRPr sz="1000">
                <a:solidFill>
                  <a:schemeClr val="tx1">
                    <a:lumMod val="65000"/>
                    <a:lumOff val="35000"/>
                  </a:schemeClr>
                </a:solidFill>
                <a:latin typeface="Source Sans Pro Light"/>
              </a:defRPr>
            </a:lvl1pPr>
          </a:lstStyle>
          <a:p>
            <a:pPr lvl="0"/>
            <a:endParaRPr lang="en-US" dirty="0" smtClean="0"/>
          </a:p>
        </p:txBody>
      </p:sp>
      <p:sp>
        <p:nvSpPr>
          <p:cNvPr id="61" name="Content Placeholder 20"/>
          <p:cNvSpPr>
            <a:spLocks noGrp="1"/>
          </p:cNvSpPr>
          <p:nvPr userDrawn="1">
            <p:ph sz="quarter" idx="27"/>
          </p:nvPr>
        </p:nvSpPr>
        <p:spPr>
          <a:xfrm>
            <a:off x="5257581" y="5204632"/>
            <a:ext cx="1676837" cy="228600"/>
          </a:xfrm>
        </p:spPr>
        <p:txBody>
          <a:bodyPr lIns="0" tIns="0" rIns="0" bIns="0" anchor="ctr">
            <a:normAutofit/>
          </a:bodyPr>
          <a:lstStyle>
            <a:lvl1pPr marL="0" indent="0" algn="l">
              <a:buNone/>
              <a:defRPr sz="1200" b="1">
                <a:solidFill>
                  <a:schemeClr val="tx1">
                    <a:lumMod val="65000"/>
                    <a:lumOff val="35000"/>
                  </a:schemeClr>
                </a:solidFill>
                <a:latin typeface="Source Sans Pro Light"/>
              </a:defRPr>
            </a:lvl1pPr>
          </a:lstStyle>
          <a:p>
            <a:pPr lvl="0"/>
            <a:endParaRPr lang="en-GB" dirty="0" smtClean="0"/>
          </a:p>
        </p:txBody>
      </p:sp>
      <p:sp>
        <p:nvSpPr>
          <p:cNvPr id="62" name="Text Placeholder 17"/>
          <p:cNvSpPr>
            <a:spLocks noGrp="1"/>
          </p:cNvSpPr>
          <p:nvPr userDrawn="1">
            <p:ph type="body" sz="quarter" idx="28"/>
          </p:nvPr>
        </p:nvSpPr>
        <p:spPr>
          <a:xfrm>
            <a:off x="5257581" y="5433232"/>
            <a:ext cx="1981716" cy="359306"/>
          </a:xfrm>
        </p:spPr>
        <p:txBody>
          <a:bodyPr lIns="0" tIns="0" rIns="0" bIns="0">
            <a:normAutofit/>
          </a:bodyPr>
          <a:lstStyle>
            <a:lvl1pPr marL="0" indent="0" algn="l">
              <a:lnSpc>
                <a:spcPct val="150000"/>
              </a:lnSpc>
              <a:spcBef>
                <a:spcPts val="1500"/>
              </a:spcBef>
              <a:buNone/>
              <a:defRPr sz="1000">
                <a:solidFill>
                  <a:schemeClr val="tx1">
                    <a:lumMod val="65000"/>
                    <a:lumOff val="35000"/>
                  </a:schemeClr>
                </a:solidFill>
                <a:latin typeface="Source Sans Pro Light"/>
              </a:defRPr>
            </a:lvl1pPr>
          </a:lstStyle>
          <a:p>
            <a:pPr lvl="0"/>
            <a:endParaRPr lang="en-US" dirty="0" smtClean="0"/>
          </a:p>
        </p:txBody>
      </p:sp>
      <p:sp>
        <p:nvSpPr>
          <p:cNvPr id="63" name="Content Placeholder 20"/>
          <p:cNvSpPr>
            <a:spLocks noGrp="1"/>
          </p:cNvSpPr>
          <p:nvPr userDrawn="1">
            <p:ph sz="quarter" idx="29"/>
          </p:nvPr>
        </p:nvSpPr>
        <p:spPr>
          <a:xfrm>
            <a:off x="8230155" y="4365588"/>
            <a:ext cx="1676837" cy="228600"/>
          </a:xfrm>
        </p:spPr>
        <p:txBody>
          <a:bodyPr lIns="0" tIns="0" rIns="0" bIns="0" anchor="ctr">
            <a:normAutofit/>
          </a:bodyPr>
          <a:lstStyle>
            <a:lvl1pPr marL="0" indent="0" algn="l">
              <a:buNone/>
              <a:defRPr sz="1200" b="1">
                <a:solidFill>
                  <a:schemeClr val="tx1">
                    <a:lumMod val="65000"/>
                    <a:lumOff val="35000"/>
                  </a:schemeClr>
                </a:solidFill>
                <a:latin typeface="Source Sans Pro Light"/>
              </a:defRPr>
            </a:lvl1pPr>
          </a:lstStyle>
          <a:p>
            <a:pPr lvl="0"/>
            <a:endParaRPr lang="en-GB" dirty="0" smtClean="0"/>
          </a:p>
        </p:txBody>
      </p:sp>
      <p:sp>
        <p:nvSpPr>
          <p:cNvPr id="64" name="Text Placeholder 17"/>
          <p:cNvSpPr>
            <a:spLocks noGrp="1"/>
          </p:cNvSpPr>
          <p:nvPr userDrawn="1">
            <p:ph type="body" sz="quarter" idx="30"/>
          </p:nvPr>
        </p:nvSpPr>
        <p:spPr>
          <a:xfrm>
            <a:off x="8230155" y="4594188"/>
            <a:ext cx="1981716" cy="359306"/>
          </a:xfrm>
        </p:spPr>
        <p:txBody>
          <a:bodyPr lIns="0" tIns="0" rIns="0" bIns="0">
            <a:normAutofit/>
          </a:bodyPr>
          <a:lstStyle>
            <a:lvl1pPr marL="0" indent="0" algn="l">
              <a:lnSpc>
                <a:spcPct val="150000"/>
              </a:lnSpc>
              <a:spcBef>
                <a:spcPts val="1500"/>
              </a:spcBef>
              <a:buNone/>
              <a:defRPr sz="1000">
                <a:solidFill>
                  <a:schemeClr val="tx1">
                    <a:lumMod val="65000"/>
                    <a:lumOff val="35000"/>
                  </a:schemeClr>
                </a:solidFill>
                <a:latin typeface="Source Sans Pro Light"/>
              </a:defRPr>
            </a:lvl1pPr>
          </a:lstStyle>
          <a:p>
            <a:pPr lvl="0"/>
            <a:endParaRPr lang="en-US" dirty="0" smtClean="0"/>
          </a:p>
        </p:txBody>
      </p:sp>
      <p:sp>
        <p:nvSpPr>
          <p:cNvPr id="65" name="Content Placeholder 20"/>
          <p:cNvSpPr>
            <a:spLocks noGrp="1"/>
          </p:cNvSpPr>
          <p:nvPr userDrawn="1">
            <p:ph sz="quarter" idx="31"/>
          </p:nvPr>
        </p:nvSpPr>
        <p:spPr>
          <a:xfrm>
            <a:off x="8230155" y="5209645"/>
            <a:ext cx="1676837" cy="228600"/>
          </a:xfrm>
        </p:spPr>
        <p:txBody>
          <a:bodyPr lIns="0" tIns="0" rIns="0" bIns="0" anchor="ctr">
            <a:normAutofit/>
          </a:bodyPr>
          <a:lstStyle>
            <a:lvl1pPr marL="0" indent="0" algn="l">
              <a:buNone/>
              <a:defRPr sz="1200" b="1">
                <a:solidFill>
                  <a:schemeClr val="tx1">
                    <a:lumMod val="65000"/>
                    <a:lumOff val="35000"/>
                  </a:schemeClr>
                </a:solidFill>
                <a:latin typeface="Source Sans Pro Light"/>
              </a:defRPr>
            </a:lvl1pPr>
          </a:lstStyle>
          <a:p>
            <a:pPr lvl="0"/>
            <a:endParaRPr lang="en-GB" dirty="0" smtClean="0"/>
          </a:p>
        </p:txBody>
      </p:sp>
      <p:sp>
        <p:nvSpPr>
          <p:cNvPr id="66" name="Text Placeholder 17"/>
          <p:cNvSpPr>
            <a:spLocks noGrp="1"/>
          </p:cNvSpPr>
          <p:nvPr userDrawn="1">
            <p:ph type="body" sz="quarter" idx="32"/>
          </p:nvPr>
        </p:nvSpPr>
        <p:spPr>
          <a:xfrm>
            <a:off x="8230155" y="5438245"/>
            <a:ext cx="1981716" cy="359306"/>
          </a:xfrm>
        </p:spPr>
        <p:txBody>
          <a:bodyPr lIns="0" tIns="0" rIns="0" bIns="0">
            <a:normAutofit/>
          </a:bodyPr>
          <a:lstStyle>
            <a:lvl1pPr marL="0" indent="0" algn="l">
              <a:lnSpc>
                <a:spcPct val="150000"/>
              </a:lnSpc>
              <a:spcBef>
                <a:spcPts val="1500"/>
              </a:spcBef>
              <a:buNone/>
              <a:defRPr sz="1000">
                <a:solidFill>
                  <a:schemeClr val="tx1">
                    <a:lumMod val="65000"/>
                    <a:lumOff val="35000"/>
                  </a:schemeClr>
                </a:solidFill>
                <a:latin typeface="Source Sans Pro Light"/>
              </a:defRPr>
            </a:lvl1pPr>
          </a:lstStyle>
          <a:p>
            <a:pPr lvl="0"/>
            <a:endParaRPr lang="en-US" dirty="0" smtClean="0"/>
          </a:p>
        </p:txBody>
      </p:sp>
    </p:spTree>
    <p:extLst>
      <p:ext uri="{BB962C8B-B14F-4D97-AF65-F5344CB8AC3E}">
        <p14:creationId xmlns:p14="http://schemas.microsoft.com/office/powerpoint/2010/main" val="30941781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dissolve">
                                      <p:cBhvr>
                                        <p:cTn id="7" dur="500"/>
                                        <p:tgtEl>
                                          <p:spTgt spid="16"/>
                                        </p:tgtEl>
                                      </p:cBhvr>
                                    </p:animEffect>
                                  </p:childTnLst>
                                </p:cTn>
                              </p:par>
                            </p:childTnLst>
                          </p:cTn>
                        </p:par>
                        <p:par>
                          <p:cTn id="8" fill="hold">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23">
                                            <p:txEl>
                                              <p:pRg st="0" end="0"/>
                                            </p:txEl>
                                          </p:spTgt>
                                        </p:tgtEl>
                                        <p:attrNameLst>
                                          <p:attrName>style.visibility</p:attrName>
                                        </p:attrNameLst>
                                      </p:cBhvr>
                                      <p:to>
                                        <p:strVal val="visible"/>
                                      </p:to>
                                    </p:set>
                                    <p:animEffect transition="in" filter="dissolve">
                                      <p:cBhvr>
                                        <p:cTn id="11" dur="500"/>
                                        <p:tgtEl>
                                          <p:spTgt spid="23">
                                            <p:txEl>
                                              <p:pRg st="0" end="0"/>
                                            </p:txEl>
                                          </p:spTgt>
                                        </p:tgtEl>
                                      </p:cBhvr>
                                    </p:animEffect>
                                  </p:childTnLst>
                                </p:cTn>
                              </p:par>
                            </p:childTnLst>
                          </p:cTn>
                        </p:par>
                        <p:par>
                          <p:cTn id="12" fill="hold">
                            <p:stCondLst>
                              <p:cond delay="1000"/>
                            </p:stCondLst>
                            <p:childTnLst>
                              <p:par>
                                <p:cTn id="13" presetID="22" presetClass="entr" presetSubtype="1" fill="hold" nodeType="afterEffect">
                                  <p:stCondLst>
                                    <p:cond delay="0"/>
                                  </p:stCondLst>
                                  <p:childTnLst>
                                    <p:set>
                                      <p:cBhvr>
                                        <p:cTn id="14" dur="1" fill="hold">
                                          <p:stCondLst>
                                            <p:cond delay="0"/>
                                          </p:stCondLst>
                                        </p:cTn>
                                        <p:tgtEl>
                                          <p:spTgt spid="93"/>
                                        </p:tgtEl>
                                        <p:attrNameLst>
                                          <p:attrName>style.visibility</p:attrName>
                                        </p:attrNameLst>
                                      </p:cBhvr>
                                      <p:to>
                                        <p:strVal val="visible"/>
                                      </p:to>
                                    </p:set>
                                    <p:animEffect transition="in" filter="wipe(up)">
                                      <p:cBhvr>
                                        <p:cTn id="15" dur="500"/>
                                        <p:tgtEl>
                                          <p:spTgt spid="93"/>
                                        </p:tgtEl>
                                      </p:cBhvr>
                                    </p:animEffect>
                                  </p:childTnLst>
                                </p:cTn>
                              </p:par>
                            </p:childTnLst>
                          </p:cTn>
                        </p:par>
                        <p:par>
                          <p:cTn id="16" fill="hold">
                            <p:stCondLst>
                              <p:cond delay="1500"/>
                            </p:stCondLst>
                            <p:childTnLst>
                              <p:par>
                                <p:cTn id="17" presetID="10" presetClass="entr" presetSubtype="0" fill="hold" grpId="0" nodeType="afterEffect" nodePh="1">
                                  <p:stCondLst>
                                    <p:cond delay="0"/>
                                  </p:stCondLst>
                                  <p:endCondLst>
                                    <p:cond evt="begin" delay="0">
                                      <p:tn val="17"/>
                                    </p:cond>
                                  </p:endCondLst>
                                  <p:childTnLst>
                                    <p:set>
                                      <p:cBhvr>
                                        <p:cTn id="18" dur="1" fill="hold">
                                          <p:stCondLst>
                                            <p:cond delay="0"/>
                                          </p:stCondLst>
                                        </p:cTn>
                                        <p:tgtEl>
                                          <p:spTgt spid="57"/>
                                        </p:tgtEl>
                                        <p:attrNameLst>
                                          <p:attrName>style.visibility</p:attrName>
                                        </p:attrNameLst>
                                      </p:cBhvr>
                                      <p:to>
                                        <p:strVal val="visible"/>
                                      </p:to>
                                    </p:set>
                                    <p:animEffect transition="in" filter="fade">
                                      <p:cBhvr>
                                        <p:cTn id="19" dur="500"/>
                                        <p:tgtEl>
                                          <p:spTgt spid="57"/>
                                        </p:tgtEl>
                                      </p:cBhvr>
                                    </p:animEffect>
                                  </p:childTnLst>
                                </p:cTn>
                              </p:par>
                            </p:childTnLst>
                          </p:cTn>
                        </p:par>
                        <p:par>
                          <p:cTn id="20" fill="hold">
                            <p:stCondLst>
                              <p:cond delay="2000"/>
                            </p:stCondLst>
                            <p:childTnLst>
                              <p:par>
                                <p:cTn id="21" presetID="9" presetClass="entr" presetSubtype="0" fill="hold" grpId="0" nodeType="afterEffect" nodePh="1">
                                  <p:stCondLst>
                                    <p:cond delay="0"/>
                                  </p:stCondLst>
                                  <p:endCondLst>
                                    <p:cond evt="begin" delay="0">
                                      <p:tn val="21"/>
                                    </p:cond>
                                  </p:endCondLst>
                                  <p:childTnLst>
                                    <p:set>
                                      <p:cBhvr>
                                        <p:cTn id="22" dur="1" fill="hold">
                                          <p:stCondLst>
                                            <p:cond delay="0"/>
                                          </p:stCondLst>
                                        </p:cTn>
                                        <p:tgtEl>
                                          <p:spTgt spid="9">
                                            <p:txEl>
                                              <p:pRg st="0" end="0"/>
                                            </p:txEl>
                                          </p:spTgt>
                                        </p:tgtEl>
                                        <p:attrNameLst>
                                          <p:attrName>style.visibility</p:attrName>
                                        </p:attrNameLst>
                                      </p:cBhvr>
                                      <p:to>
                                        <p:strVal val="visible"/>
                                      </p:to>
                                    </p:set>
                                    <p:animEffect transition="in" filter="dissolve">
                                      <p:cBhvr>
                                        <p:cTn id="23" dur="500"/>
                                        <p:tgtEl>
                                          <p:spTgt spid="9">
                                            <p:txEl>
                                              <p:pRg st="0" end="0"/>
                                            </p:txEl>
                                          </p:spTgt>
                                        </p:tgtEl>
                                      </p:cBhvr>
                                    </p:animEffect>
                                  </p:childTnLst>
                                </p:cTn>
                              </p:par>
                            </p:childTnLst>
                          </p:cTn>
                        </p:par>
                        <p:par>
                          <p:cTn id="24" fill="hold">
                            <p:stCondLst>
                              <p:cond delay="2500"/>
                            </p:stCondLst>
                            <p:childTnLst>
                              <p:par>
                                <p:cTn id="25" presetID="9" presetClass="entr" presetSubtype="0" fill="hold" grpId="0" nodeType="afterEffect" nodePh="1">
                                  <p:stCondLst>
                                    <p:cond delay="0"/>
                                  </p:stCondLst>
                                  <p:endCondLst>
                                    <p:cond evt="begin" delay="0">
                                      <p:tn val="25"/>
                                    </p:cond>
                                  </p:endCondLst>
                                  <p:childTnLst>
                                    <p:set>
                                      <p:cBhvr>
                                        <p:cTn id="26" dur="1" fill="hold">
                                          <p:stCondLst>
                                            <p:cond delay="0"/>
                                          </p:stCondLst>
                                        </p:cTn>
                                        <p:tgtEl>
                                          <p:spTgt spid="10">
                                            <p:txEl>
                                              <p:pRg st="0" end="0"/>
                                            </p:txEl>
                                          </p:spTgt>
                                        </p:tgtEl>
                                        <p:attrNameLst>
                                          <p:attrName>style.visibility</p:attrName>
                                        </p:attrNameLst>
                                      </p:cBhvr>
                                      <p:to>
                                        <p:strVal val="visible"/>
                                      </p:to>
                                    </p:set>
                                    <p:animEffect transition="in" filter="dissolve">
                                      <p:cBhvr>
                                        <p:cTn id="27" dur="500"/>
                                        <p:tgtEl>
                                          <p:spTgt spid="10">
                                            <p:txEl>
                                              <p:pRg st="0" end="0"/>
                                            </p:txEl>
                                          </p:spTgt>
                                        </p:tgtEl>
                                      </p:cBhvr>
                                    </p:animEffect>
                                  </p:childTnLst>
                                </p:cTn>
                              </p:par>
                            </p:childTnLst>
                          </p:cTn>
                        </p:par>
                        <p:par>
                          <p:cTn id="28" fill="hold">
                            <p:stCondLst>
                              <p:cond delay="3000"/>
                            </p:stCondLst>
                            <p:childTnLst>
                              <p:par>
                                <p:cTn id="29" presetID="10" presetClass="entr" presetSubtype="0" fill="hold" nodeType="afterEffect">
                                  <p:stCondLst>
                                    <p:cond delay="0"/>
                                  </p:stCondLst>
                                  <p:childTnLst>
                                    <p:set>
                                      <p:cBhvr>
                                        <p:cTn id="30" dur="1" fill="hold">
                                          <p:stCondLst>
                                            <p:cond delay="0"/>
                                          </p:stCondLst>
                                        </p:cTn>
                                        <p:tgtEl>
                                          <p:spTgt spid="2"/>
                                        </p:tgtEl>
                                        <p:attrNameLst>
                                          <p:attrName>style.visibility</p:attrName>
                                        </p:attrNameLst>
                                      </p:cBhvr>
                                      <p:to>
                                        <p:strVal val="visible"/>
                                      </p:to>
                                    </p:set>
                                    <p:animEffect transition="in" filter="fade">
                                      <p:cBhvr>
                                        <p:cTn id="31" dur="500"/>
                                        <p:tgtEl>
                                          <p:spTgt spid="2"/>
                                        </p:tgtEl>
                                      </p:cBhvr>
                                    </p:animEffect>
                                  </p:childTnLst>
                                </p:cTn>
                              </p:par>
                            </p:childTnLst>
                          </p:cTn>
                        </p:par>
                        <p:par>
                          <p:cTn id="32" fill="hold">
                            <p:stCondLst>
                              <p:cond delay="3500"/>
                            </p:stCondLst>
                            <p:childTnLst>
                              <p:par>
                                <p:cTn id="33" presetID="10" presetClass="entr" presetSubtype="0" fill="hold" grpId="0" nodeType="afterEffect" nodePh="1">
                                  <p:stCondLst>
                                    <p:cond delay="0"/>
                                  </p:stCondLst>
                                  <p:endCondLst>
                                    <p:cond evt="begin" delay="0">
                                      <p:tn val="33"/>
                                    </p:cond>
                                  </p:endCondLst>
                                  <p:childTnLst>
                                    <p:set>
                                      <p:cBhvr>
                                        <p:cTn id="34" dur="1" fill="hold">
                                          <p:stCondLst>
                                            <p:cond delay="0"/>
                                          </p:stCondLst>
                                        </p:cTn>
                                        <p:tgtEl>
                                          <p:spTgt spid="59">
                                            <p:txEl>
                                              <p:pRg st="0" end="0"/>
                                            </p:txEl>
                                          </p:spTgt>
                                        </p:tgtEl>
                                        <p:attrNameLst>
                                          <p:attrName>style.visibility</p:attrName>
                                        </p:attrNameLst>
                                      </p:cBhvr>
                                      <p:to>
                                        <p:strVal val="visible"/>
                                      </p:to>
                                    </p:set>
                                    <p:animEffect transition="in" filter="fade">
                                      <p:cBhvr>
                                        <p:cTn id="35" dur="500"/>
                                        <p:tgtEl>
                                          <p:spTgt spid="59">
                                            <p:txEl>
                                              <p:pRg st="0" end="0"/>
                                            </p:txEl>
                                          </p:spTgt>
                                        </p:tgtEl>
                                      </p:cBhvr>
                                    </p:animEffect>
                                  </p:childTnLst>
                                </p:cTn>
                              </p:par>
                              <p:par>
                                <p:cTn id="36" presetID="10" presetClass="entr" presetSubtype="0" fill="hold" grpId="0" nodeType="withEffect" nodePh="1">
                                  <p:stCondLst>
                                    <p:cond delay="0"/>
                                  </p:stCondLst>
                                  <p:endCondLst>
                                    <p:cond evt="begin" delay="0">
                                      <p:tn val="36"/>
                                    </p:cond>
                                  </p:endCondLst>
                                  <p:childTnLst>
                                    <p:set>
                                      <p:cBhvr>
                                        <p:cTn id="37" dur="1" fill="hold">
                                          <p:stCondLst>
                                            <p:cond delay="0"/>
                                          </p:stCondLst>
                                        </p:cTn>
                                        <p:tgtEl>
                                          <p:spTgt spid="60">
                                            <p:txEl>
                                              <p:pRg st="0" end="0"/>
                                            </p:txEl>
                                          </p:spTgt>
                                        </p:tgtEl>
                                        <p:attrNameLst>
                                          <p:attrName>style.visibility</p:attrName>
                                        </p:attrNameLst>
                                      </p:cBhvr>
                                      <p:to>
                                        <p:strVal val="visible"/>
                                      </p:to>
                                    </p:set>
                                    <p:animEffect transition="in" filter="fade">
                                      <p:cBhvr>
                                        <p:cTn id="38" dur="500"/>
                                        <p:tgtEl>
                                          <p:spTgt spid="60">
                                            <p:txEl>
                                              <p:pRg st="0" end="0"/>
                                            </p:txEl>
                                          </p:spTgt>
                                        </p:tgtEl>
                                      </p:cBhvr>
                                    </p:animEffect>
                                  </p:childTnLst>
                                </p:cTn>
                              </p:par>
                            </p:childTnLst>
                          </p:cTn>
                        </p:par>
                        <p:par>
                          <p:cTn id="39" fill="hold">
                            <p:stCondLst>
                              <p:cond delay="4000"/>
                            </p:stCondLst>
                            <p:childTnLst>
                              <p:par>
                                <p:cTn id="40" presetID="10" presetClass="entr" presetSubtype="0" fill="hold" grpId="0" nodeType="afterEffect" nodePh="1">
                                  <p:stCondLst>
                                    <p:cond delay="0"/>
                                  </p:stCondLst>
                                  <p:endCondLst>
                                    <p:cond evt="begin" delay="0">
                                      <p:tn val="40"/>
                                    </p:cond>
                                  </p:endCondLst>
                                  <p:childTnLst>
                                    <p:set>
                                      <p:cBhvr>
                                        <p:cTn id="41" dur="1" fill="hold">
                                          <p:stCondLst>
                                            <p:cond delay="0"/>
                                          </p:stCondLst>
                                        </p:cTn>
                                        <p:tgtEl>
                                          <p:spTgt spid="63">
                                            <p:txEl>
                                              <p:pRg st="0" end="0"/>
                                            </p:txEl>
                                          </p:spTgt>
                                        </p:tgtEl>
                                        <p:attrNameLst>
                                          <p:attrName>style.visibility</p:attrName>
                                        </p:attrNameLst>
                                      </p:cBhvr>
                                      <p:to>
                                        <p:strVal val="visible"/>
                                      </p:to>
                                    </p:set>
                                    <p:animEffect transition="in" filter="fade">
                                      <p:cBhvr>
                                        <p:cTn id="42" dur="500"/>
                                        <p:tgtEl>
                                          <p:spTgt spid="63">
                                            <p:txEl>
                                              <p:pRg st="0" end="0"/>
                                            </p:txEl>
                                          </p:spTgt>
                                        </p:tgtEl>
                                      </p:cBhvr>
                                    </p:animEffect>
                                  </p:childTnLst>
                                </p:cTn>
                              </p:par>
                              <p:par>
                                <p:cTn id="43" presetID="10" presetClass="entr" presetSubtype="0" fill="hold" grpId="0" nodeType="withEffect" nodePh="1">
                                  <p:stCondLst>
                                    <p:cond delay="0"/>
                                  </p:stCondLst>
                                  <p:endCondLst>
                                    <p:cond evt="begin" delay="0">
                                      <p:tn val="43"/>
                                    </p:cond>
                                  </p:endCondLst>
                                  <p:childTnLst>
                                    <p:set>
                                      <p:cBhvr>
                                        <p:cTn id="44" dur="1" fill="hold">
                                          <p:stCondLst>
                                            <p:cond delay="0"/>
                                          </p:stCondLst>
                                        </p:cTn>
                                        <p:tgtEl>
                                          <p:spTgt spid="64">
                                            <p:txEl>
                                              <p:pRg st="0" end="0"/>
                                            </p:txEl>
                                          </p:spTgt>
                                        </p:tgtEl>
                                        <p:attrNameLst>
                                          <p:attrName>style.visibility</p:attrName>
                                        </p:attrNameLst>
                                      </p:cBhvr>
                                      <p:to>
                                        <p:strVal val="visible"/>
                                      </p:to>
                                    </p:set>
                                    <p:animEffect transition="in" filter="fade">
                                      <p:cBhvr>
                                        <p:cTn id="45" dur="500"/>
                                        <p:tgtEl>
                                          <p:spTgt spid="64">
                                            <p:txEl>
                                              <p:pRg st="0" end="0"/>
                                            </p:txEl>
                                          </p:spTgt>
                                        </p:tgtEl>
                                      </p:cBhvr>
                                    </p:animEffect>
                                  </p:childTnLst>
                                </p:cTn>
                              </p:par>
                            </p:childTnLst>
                          </p:cTn>
                        </p:par>
                        <p:par>
                          <p:cTn id="46" fill="hold">
                            <p:stCondLst>
                              <p:cond delay="4500"/>
                            </p:stCondLst>
                            <p:childTnLst>
                              <p:par>
                                <p:cTn id="47" presetID="10" presetClass="entr" presetSubtype="0" fill="hold" grpId="0" nodeType="afterEffect" nodePh="1">
                                  <p:stCondLst>
                                    <p:cond delay="0"/>
                                  </p:stCondLst>
                                  <p:endCondLst>
                                    <p:cond evt="begin" delay="0">
                                      <p:tn val="47"/>
                                    </p:cond>
                                  </p:endCondLst>
                                  <p:childTnLst>
                                    <p:set>
                                      <p:cBhvr>
                                        <p:cTn id="48" dur="1" fill="hold">
                                          <p:stCondLst>
                                            <p:cond delay="0"/>
                                          </p:stCondLst>
                                        </p:cTn>
                                        <p:tgtEl>
                                          <p:spTgt spid="61">
                                            <p:txEl>
                                              <p:pRg st="0" end="0"/>
                                            </p:txEl>
                                          </p:spTgt>
                                        </p:tgtEl>
                                        <p:attrNameLst>
                                          <p:attrName>style.visibility</p:attrName>
                                        </p:attrNameLst>
                                      </p:cBhvr>
                                      <p:to>
                                        <p:strVal val="visible"/>
                                      </p:to>
                                    </p:set>
                                    <p:animEffect transition="in" filter="fade">
                                      <p:cBhvr>
                                        <p:cTn id="49" dur="500"/>
                                        <p:tgtEl>
                                          <p:spTgt spid="61">
                                            <p:txEl>
                                              <p:pRg st="0" end="0"/>
                                            </p:txEl>
                                          </p:spTgt>
                                        </p:tgtEl>
                                      </p:cBhvr>
                                    </p:animEffect>
                                  </p:childTnLst>
                                </p:cTn>
                              </p:par>
                              <p:par>
                                <p:cTn id="50" presetID="10" presetClass="entr" presetSubtype="0" fill="hold" grpId="0" nodeType="withEffect" nodePh="1">
                                  <p:stCondLst>
                                    <p:cond delay="0"/>
                                  </p:stCondLst>
                                  <p:endCondLst>
                                    <p:cond evt="begin" delay="0">
                                      <p:tn val="50"/>
                                    </p:cond>
                                  </p:endCondLst>
                                  <p:childTnLst>
                                    <p:set>
                                      <p:cBhvr>
                                        <p:cTn id="51" dur="1" fill="hold">
                                          <p:stCondLst>
                                            <p:cond delay="0"/>
                                          </p:stCondLst>
                                        </p:cTn>
                                        <p:tgtEl>
                                          <p:spTgt spid="62">
                                            <p:txEl>
                                              <p:pRg st="0" end="0"/>
                                            </p:txEl>
                                          </p:spTgt>
                                        </p:tgtEl>
                                        <p:attrNameLst>
                                          <p:attrName>style.visibility</p:attrName>
                                        </p:attrNameLst>
                                      </p:cBhvr>
                                      <p:to>
                                        <p:strVal val="visible"/>
                                      </p:to>
                                    </p:set>
                                    <p:animEffect transition="in" filter="fade">
                                      <p:cBhvr>
                                        <p:cTn id="52" dur="500"/>
                                        <p:tgtEl>
                                          <p:spTgt spid="62">
                                            <p:txEl>
                                              <p:pRg st="0" end="0"/>
                                            </p:txEl>
                                          </p:spTgt>
                                        </p:tgtEl>
                                      </p:cBhvr>
                                    </p:animEffect>
                                  </p:childTnLst>
                                </p:cTn>
                              </p:par>
                            </p:childTnLst>
                          </p:cTn>
                        </p:par>
                        <p:par>
                          <p:cTn id="53" fill="hold">
                            <p:stCondLst>
                              <p:cond delay="5000"/>
                            </p:stCondLst>
                            <p:childTnLst>
                              <p:par>
                                <p:cTn id="54" presetID="10" presetClass="entr" presetSubtype="0" fill="hold" nodeType="afterEffect">
                                  <p:stCondLst>
                                    <p:cond delay="0"/>
                                  </p:stCondLst>
                                  <p:childTnLst>
                                    <p:set>
                                      <p:cBhvr>
                                        <p:cTn id="55" dur="1" fill="hold">
                                          <p:stCondLst>
                                            <p:cond delay="0"/>
                                          </p:stCondLst>
                                        </p:cTn>
                                        <p:tgtEl>
                                          <p:spTgt spid="5"/>
                                        </p:tgtEl>
                                        <p:attrNameLst>
                                          <p:attrName>style.visibility</p:attrName>
                                        </p:attrNameLst>
                                      </p:cBhvr>
                                      <p:to>
                                        <p:strVal val="visible"/>
                                      </p:to>
                                    </p:set>
                                    <p:animEffect transition="in" filter="fade">
                                      <p:cBhvr>
                                        <p:cTn id="56" dur="500"/>
                                        <p:tgtEl>
                                          <p:spTgt spid="5"/>
                                        </p:tgtEl>
                                      </p:cBhvr>
                                    </p:animEffect>
                                  </p:childTnLst>
                                </p:cTn>
                              </p:par>
                            </p:childTnLst>
                          </p:cTn>
                        </p:par>
                        <p:par>
                          <p:cTn id="57" fill="hold">
                            <p:stCondLst>
                              <p:cond delay="5500"/>
                            </p:stCondLst>
                            <p:childTnLst>
                              <p:par>
                                <p:cTn id="58" presetID="10" presetClass="entr" presetSubtype="0" fill="hold" grpId="0" nodeType="afterEffect" nodePh="1">
                                  <p:stCondLst>
                                    <p:cond delay="0"/>
                                  </p:stCondLst>
                                  <p:endCondLst>
                                    <p:cond evt="begin" delay="0">
                                      <p:tn val="58"/>
                                    </p:cond>
                                  </p:endCondLst>
                                  <p:childTnLst>
                                    <p:set>
                                      <p:cBhvr>
                                        <p:cTn id="59" dur="1" fill="hold">
                                          <p:stCondLst>
                                            <p:cond delay="0"/>
                                          </p:stCondLst>
                                        </p:cTn>
                                        <p:tgtEl>
                                          <p:spTgt spid="65">
                                            <p:txEl>
                                              <p:pRg st="0" end="0"/>
                                            </p:txEl>
                                          </p:spTgt>
                                        </p:tgtEl>
                                        <p:attrNameLst>
                                          <p:attrName>style.visibility</p:attrName>
                                        </p:attrNameLst>
                                      </p:cBhvr>
                                      <p:to>
                                        <p:strVal val="visible"/>
                                      </p:to>
                                    </p:set>
                                    <p:animEffect transition="in" filter="fade">
                                      <p:cBhvr>
                                        <p:cTn id="60" dur="500"/>
                                        <p:tgtEl>
                                          <p:spTgt spid="65">
                                            <p:txEl>
                                              <p:pRg st="0" end="0"/>
                                            </p:txEl>
                                          </p:spTgt>
                                        </p:tgtEl>
                                      </p:cBhvr>
                                    </p:animEffect>
                                  </p:childTnLst>
                                </p:cTn>
                              </p:par>
                              <p:par>
                                <p:cTn id="61" presetID="10" presetClass="entr" presetSubtype="0" fill="hold" grpId="0" nodeType="withEffect" nodePh="1">
                                  <p:stCondLst>
                                    <p:cond delay="0"/>
                                  </p:stCondLst>
                                  <p:endCondLst>
                                    <p:cond evt="begin" delay="0">
                                      <p:tn val="61"/>
                                    </p:cond>
                                  </p:endCondLst>
                                  <p:childTnLst>
                                    <p:set>
                                      <p:cBhvr>
                                        <p:cTn id="62" dur="1" fill="hold">
                                          <p:stCondLst>
                                            <p:cond delay="0"/>
                                          </p:stCondLst>
                                        </p:cTn>
                                        <p:tgtEl>
                                          <p:spTgt spid="66">
                                            <p:txEl>
                                              <p:pRg st="0" end="0"/>
                                            </p:txEl>
                                          </p:spTgt>
                                        </p:tgtEl>
                                        <p:attrNameLst>
                                          <p:attrName>style.visibility</p:attrName>
                                        </p:attrNameLst>
                                      </p:cBhvr>
                                      <p:to>
                                        <p:strVal val="visible"/>
                                      </p:to>
                                    </p:set>
                                    <p:animEffect transition="in" filter="fade">
                                      <p:cBhvr>
                                        <p:cTn id="63" dur="500"/>
                                        <p:tgtEl>
                                          <p:spTgt spid="66">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P spid="23" grpId="0" build="p">
        <p:tmplLst>
          <p:tmpl lvl="1">
            <p:tnLst>
              <p:par>
                <p:cTn presetID="9" presetClass="entr" presetSubtype="0" fill="hold" nodeType="afterEffect">
                  <p:stCondLst>
                    <p:cond delay="0"/>
                  </p:stCondLst>
                  <p:childTnLst>
                    <p:set>
                      <p:cBhvr>
                        <p:cTn dur="1" fill="hold">
                          <p:stCondLst>
                            <p:cond delay="0"/>
                          </p:stCondLst>
                        </p:cTn>
                        <p:tgtEl>
                          <p:spTgt spid="23"/>
                        </p:tgtEl>
                        <p:attrNameLst>
                          <p:attrName>style.visibility</p:attrName>
                        </p:attrNameLst>
                      </p:cBhvr>
                      <p:to>
                        <p:strVal val="visible"/>
                      </p:to>
                    </p:set>
                    <p:animEffect transition="in" filter="dissolve">
                      <p:cBhvr>
                        <p:cTn dur="500"/>
                        <p:tgtEl>
                          <p:spTgt spid="23"/>
                        </p:tgtEl>
                      </p:cBhvr>
                    </p:animEffect>
                  </p:childTnLst>
                </p:cTn>
              </p:par>
            </p:tnLst>
          </p:tmpl>
        </p:tmplLst>
      </p:bldP>
      <p:bldP spid="9" grpId="0" build="p">
        <p:tmplLst>
          <p:tmpl lvl="1">
            <p:tnLst>
              <p:par>
                <p:cTn presetID="9" presetClass="entr" presetSubtype="0" fill="hold" nodeType="afterEffect" nodePh="1">
                  <p:stCondLst>
                    <p:cond delay="0"/>
                  </p:stCondLst>
                  <p:endCondLst>
                    <p:cond delay="0"/>
                  </p:endCondLst>
                  <p:childTnLst>
                    <p:set>
                      <p:cBhvr>
                        <p:cTn dur="1" fill="hold">
                          <p:stCondLst>
                            <p:cond delay="0"/>
                          </p:stCondLst>
                        </p:cTn>
                        <p:tgtEl>
                          <p:spTgt spid="9"/>
                        </p:tgtEl>
                        <p:attrNameLst>
                          <p:attrName>style.visibility</p:attrName>
                        </p:attrNameLst>
                      </p:cBhvr>
                      <p:to>
                        <p:strVal val="visible"/>
                      </p:to>
                    </p:set>
                    <p:animEffect transition="in" filter="dissolve">
                      <p:cBhvr>
                        <p:cTn dur="500"/>
                        <p:tgtEl>
                          <p:spTgt spid="9"/>
                        </p:tgtEl>
                      </p:cBhvr>
                    </p:animEffect>
                  </p:childTnLst>
                </p:cTn>
              </p:par>
            </p:tnLst>
          </p:tmpl>
        </p:tmplLst>
      </p:bldP>
      <p:bldP spid="10" grpId="0" build="p">
        <p:tmplLst>
          <p:tmpl lvl="1">
            <p:tnLst>
              <p:par>
                <p:cTn presetID="9" presetClass="entr" presetSubtype="0" fill="hold" nodeType="afterEffect" nodePh="1">
                  <p:stCondLst>
                    <p:cond delay="0"/>
                  </p:stCondLst>
                  <p:endCondLst>
                    <p:cond delay="0"/>
                  </p:endCondLst>
                  <p:childTnLst>
                    <p:set>
                      <p:cBhvr>
                        <p:cTn dur="1" fill="hold">
                          <p:stCondLst>
                            <p:cond delay="0"/>
                          </p:stCondLst>
                        </p:cTn>
                        <p:tgtEl>
                          <p:spTgt spid="10"/>
                        </p:tgtEl>
                        <p:attrNameLst>
                          <p:attrName>style.visibility</p:attrName>
                        </p:attrNameLst>
                      </p:cBhvr>
                      <p:to>
                        <p:strVal val="visible"/>
                      </p:to>
                    </p:set>
                    <p:animEffect transition="in" filter="dissolve">
                      <p:cBhvr>
                        <p:cTn dur="500"/>
                        <p:tgtEl>
                          <p:spTgt spid="10"/>
                        </p:tgtEl>
                      </p:cBhvr>
                    </p:animEffect>
                  </p:childTnLst>
                </p:cTn>
              </p:par>
            </p:tnLst>
          </p:tmpl>
        </p:tmplLst>
      </p:bldP>
      <p:bldP spid="57" grpId="0"/>
      <p:bldP spid="59"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59"/>
                        </p:tgtEl>
                        <p:attrNameLst>
                          <p:attrName>style.visibility</p:attrName>
                        </p:attrNameLst>
                      </p:cBhvr>
                      <p:to>
                        <p:strVal val="visible"/>
                      </p:to>
                    </p:set>
                    <p:animEffect transition="in" filter="fade">
                      <p:cBhvr>
                        <p:cTn dur="500"/>
                        <p:tgtEl>
                          <p:spTgt spid="59"/>
                        </p:tgtEl>
                      </p:cBhvr>
                    </p:animEffect>
                  </p:childTnLst>
                </p:cTn>
              </p:par>
            </p:tnLst>
          </p:tmpl>
        </p:tmplLst>
      </p:bldP>
      <p:bldP spid="60" grpId="0" build="p">
        <p:tmplLst>
          <p:tmpl lvl="1">
            <p:tnLst>
              <p:par>
                <p:cTn presetID="10" presetClass="entr" presetSubtype="0" fill="hold" nodeType="withEffect" nodePh="1">
                  <p:stCondLst>
                    <p:cond delay="0"/>
                  </p:stCondLst>
                  <p:endCondLst>
                    <p:cond delay="0"/>
                  </p:endCondLst>
                  <p:childTnLst>
                    <p:set>
                      <p:cBhvr>
                        <p:cTn dur="1" fill="hold">
                          <p:stCondLst>
                            <p:cond delay="0"/>
                          </p:stCondLst>
                        </p:cTn>
                        <p:tgtEl>
                          <p:spTgt spid="60"/>
                        </p:tgtEl>
                        <p:attrNameLst>
                          <p:attrName>style.visibility</p:attrName>
                        </p:attrNameLst>
                      </p:cBhvr>
                      <p:to>
                        <p:strVal val="visible"/>
                      </p:to>
                    </p:set>
                    <p:animEffect transition="in" filter="fade">
                      <p:cBhvr>
                        <p:cTn dur="500"/>
                        <p:tgtEl>
                          <p:spTgt spid="60"/>
                        </p:tgtEl>
                      </p:cBhvr>
                    </p:animEffect>
                  </p:childTnLst>
                </p:cTn>
              </p:par>
            </p:tnLst>
          </p:tmpl>
        </p:tmplLst>
      </p:bldP>
      <p:bldP spid="61"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61"/>
                        </p:tgtEl>
                        <p:attrNameLst>
                          <p:attrName>style.visibility</p:attrName>
                        </p:attrNameLst>
                      </p:cBhvr>
                      <p:to>
                        <p:strVal val="visible"/>
                      </p:to>
                    </p:set>
                    <p:animEffect transition="in" filter="fade">
                      <p:cBhvr>
                        <p:cTn dur="500"/>
                        <p:tgtEl>
                          <p:spTgt spid="61"/>
                        </p:tgtEl>
                      </p:cBhvr>
                    </p:animEffect>
                  </p:childTnLst>
                </p:cTn>
              </p:par>
            </p:tnLst>
          </p:tmpl>
        </p:tmplLst>
      </p:bldP>
      <p:bldP spid="62" grpId="0" build="p">
        <p:tmplLst>
          <p:tmpl lvl="1">
            <p:tnLst>
              <p:par>
                <p:cTn presetID="10" presetClass="entr" presetSubtype="0" fill="hold" nodeType="withEffect" nodePh="1">
                  <p:stCondLst>
                    <p:cond delay="0"/>
                  </p:stCondLst>
                  <p:endCondLst>
                    <p:cond delay="0"/>
                  </p:endCondLst>
                  <p:childTnLst>
                    <p:set>
                      <p:cBhvr>
                        <p:cTn dur="1" fill="hold">
                          <p:stCondLst>
                            <p:cond delay="0"/>
                          </p:stCondLst>
                        </p:cTn>
                        <p:tgtEl>
                          <p:spTgt spid="62"/>
                        </p:tgtEl>
                        <p:attrNameLst>
                          <p:attrName>style.visibility</p:attrName>
                        </p:attrNameLst>
                      </p:cBhvr>
                      <p:to>
                        <p:strVal val="visible"/>
                      </p:to>
                    </p:set>
                    <p:animEffect transition="in" filter="fade">
                      <p:cBhvr>
                        <p:cTn dur="500"/>
                        <p:tgtEl>
                          <p:spTgt spid="62"/>
                        </p:tgtEl>
                      </p:cBhvr>
                    </p:animEffect>
                  </p:childTnLst>
                </p:cTn>
              </p:par>
            </p:tnLst>
          </p:tmpl>
        </p:tmplLst>
      </p:bldP>
      <p:bldP spid="63"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63"/>
                        </p:tgtEl>
                        <p:attrNameLst>
                          <p:attrName>style.visibility</p:attrName>
                        </p:attrNameLst>
                      </p:cBhvr>
                      <p:to>
                        <p:strVal val="visible"/>
                      </p:to>
                    </p:set>
                    <p:animEffect transition="in" filter="fade">
                      <p:cBhvr>
                        <p:cTn dur="500"/>
                        <p:tgtEl>
                          <p:spTgt spid="63"/>
                        </p:tgtEl>
                      </p:cBhvr>
                    </p:animEffect>
                  </p:childTnLst>
                </p:cTn>
              </p:par>
            </p:tnLst>
          </p:tmpl>
        </p:tmplLst>
      </p:bldP>
      <p:bldP spid="64" grpId="0" build="p">
        <p:tmplLst>
          <p:tmpl lvl="1">
            <p:tnLst>
              <p:par>
                <p:cTn presetID="10" presetClass="entr" presetSubtype="0" fill="hold" nodeType="withEffect" nodePh="1">
                  <p:stCondLst>
                    <p:cond delay="0"/>
                  </p:stCondLst>
                  <p:endCondLst>
                    <p:cond delay="0"/>
                  </p:endCondLst>
                  <p:childTnLst>
                    <p:set>
                      <p:cBhvr>
                        <p:cTn dur="1" fill="hold">
                          <p:stCondLst>
                            <p:cond delay="0"/>
                          </p:stCondLst>
                        </p:cTn>
                        <p:tgtEl>
                          <p:spTgt spid="64"/>
                        </p:tgtEl>
                        <p:attrNameLst>
                          <p:attrName>style.visibility</p:attrName>
                        </p:attrNameLst>
                      </p:cBhvr>
                      <p:to>
                        <p:strVal val="visible"/>
                      </p:to>
                    </p:set>
                    <p:animEffect transition="in" filter="fade">
                      <p:cBhvr>
                        <p:cTn dur="500"/>
                        <p:tgtEl>
                          <p:spTgt spid="64"/>
                        </p:tgtEl>
                      </p:cBhvr>
                    </p:animEffect>
                  </p:childTnLst>
                </p:cTn>
              </p:par>
            </p:tnLst>
          </p:tmpl>
        </p:tmplLst>
      </p:bldP>
      <p:bldP spid="65"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65"/>
                        </p:tgtEl>
                        <p:attrNameLst>
                          <p:attrName>style.visibility</p:attrName>
                        </p:attrNameLst>
                      </p:cBhvr>
                      <p:to>
                        <p:strVal val="visible"/>
                      </p:to>
                    </p:set>
                    <p:animEffect transition="in" filter="fade">
                      <p:cBhvr>
                        <p:cTn dur="500"/>
                        <p:tgtEl>
                          <p:spTgt spid="65"/>
                        </p:tgtEl>
                      </p:cBhvr>
                    </p:animEffect>
                  </p:childTnLst>
                </p:cTn>
              </p:par>
            </p:tnLst>
          </p:tmpl>
        </p:tmplLst>
      </p:bldP>
      <p:bldP spid="66" grpId="0" build="p">
        <p:tmplLst>
          <p:tmpl lvl="1">
            <p:tnLst>
              <p:par>
                <p:cTn presetID="10" presetClass="entr" presetSubtype="0" fill="hold" nodeType="withEffect" nodePh="1">
                  <p:stCondLst>
                    <p:cond delay="0"/>
                  </p:stCondLst>
                  <p:endCondLst>
                    <p:cond delay="0"/>
                  </p:endCondLst>
                  <p:childTnLst>
                    <p:set>
                      <p:cBhvr>
                        <p:cTn dur="1" fill="hold">
                          <p:stCondLst>
                            <p:cond delay="0"/>
                          </p:stCondLst>
                        </p:cTn>
                        <p:tgtEl>
                          <p:spTgt spid="66"/>
                        </p:tgtEl>
                        <p:attrNameLst>
                          <p:attrName>style.visibility</p:attrName>
                        </p:attrNameLst>
                      </p:cBhvr>
                      <p:to>
                        <p:strVal val="visible"/>
                      </p:to>
                    </p:set>
                    <p:animEffect transition="in" filter="fade">
                      <p:cBhvr>
                        <p:cTn dur="500"/>
                        <p:tgtEl>
                          <p:spTgt spid="66"/>
                        </p:tgtEl>
                      </p:cBhvr>
                    </p:animEffect>
                  </p:childTnLst>
                </p:cTn>
              </p:par>
            </p:tnLst>
          </p:tmpl>
        </p:tmplLst>
      </p:bldP>
    </p:bldLst>
  </p:timing>
</p:sldLayout>
</file>

<file path=ppt/slideLayouts/slideLayout140.xml><?xml version="1.0" encoding="utf-8"?>
<p:sldLayout xmlns:a="http://schemas.openxmlformats.org/drawingml/2006/main" xmlns:r="http://schemas.openxmlformats.org/officeDocument/2006/relationships" xmlns:p="http://schemas.openxmlformats.org/presentationml/2006/main" userDrawn="1">
  <p:cSld name="5_Title Slide">
    <p:spTree>
      <p:nvGrpSpPr>
        <p:cNvPr id="1" name=""/>
        <p:cNvGrpSpPr/>
        <p:nvPr/>
      </p:nvGrpSpPr>
      <p:grpSpPr>
        <a:xfrm>
          <a:off x="0" y="0"/>
          <a:ext cx="0" cy="0"/>
          <a:chOff x="0" y="0"/>
          <a:chExt cx="0" cy="0"/>
        </a:xfrm>
      </p:grpSpPr>
      <p:pic>
        <p:nvPicPr>
          <p:cNvPr id="93" name="phone-white.png"/>
          <p:cNvPicPr/>
          <p:nvPr userDrawn="1"/>
        </p:nvPicPr>
        <p:blipFill>
          <a:blip r:embed="rId2" cstate="print">
            <a:extLst/>
          </a:blip>
          <a:stretch>
            <a:fillRect/>
          </a:stretch>
        </p:blipFill>
        <p:spPr>
          <a:xfrm>
            <a:off x="1522809" y="1905000"/>
            <a:ext cx="2032000" cy="4019551"/>
          </a:xfrm>
          <a:prstGeom prst="rect">
            <a:avLst/>
          </a:prstGeom>
          <a:ln w="12700">
            <a:miter lim="400000"/>
          </a:ln>
        </p:spPr>
      </p:pic>
      <p:sp>
        <p:nvSpPr>
          <p:cNvPr id="16" name="Title 15"/>
          <p:cNvSpPr>
            <a:spLocks noGrp="1"/>
          </p:cNvSpPr>
          <p:nvPr>
            <p:ph type="title"/>
          </p:nvPr>
        </p:nvSpPr>
        <p:spPr>
          <a:xfrm>
            <a:off x="1524001" y="381000"/>
            <a:ext cx="9144000" cy="535812"/>
          </a:xfrm>
        </p:spPr>
        <p:txBody>
          <a:bodyPr>
            <a:noAutofit/>
          </a:bodyPr>
          <a:lstStyle>
            <a:lvl1pPr algn="ctr">
              <a:defRPr sz="2700" b="0">
                <a:solidFill>
                  <a:schemeClr val="tx1">
                    <a:lumMod val="65000"/>
                    <a:lumOff val="35000"/>
                  </a:schemeClr>
                </a:solidFill>
                <a:latin typeface="Source Sans Pro Light"/>
              </a:defRPr>
            </a:lvl1pPr>
          </a:lstStyle>
          <a:p>
            <a:r>
              <a:rPr lang="en-US" dirty="0" smtClean="0"/>
              <a:t>Click to edit Master title style</a:t>
            </a:r>
            <a:endParaRPr lang="en-GB" dirty="0"/>
          </a:p>
        </p:txBody>
      </p:sp>
      <p:sp>
        <p:nvSpPr>
          <p:cNvPr id="23" name="Text Placeholder 17"/>
          <p:cNvSpPr>
            <a:spLocks noGrp="1"/>
          </p:cNvSpPr>
          <p:nvPr>
            <p:ph type="body" sz="quarter" idx="18" hasCustomPrompt="1"/>
          </p:nvPr>
        </p:nvSpPr>
        <p:spPr>
          <a:xfrm>
            <a:off x="1524001" y="996517"/>
            <a:ext cx="9144000" cy="248082"/>
          </a:xfrm>
        </p:spPr>
        <p:txBody>
          <a:bodyPr lIns="0" tIns="0" rIns="0" bIns="0">
            <a:normAutofit/>
          </a:bodyPr>
          <a:lstStyle>
            <a:lvl1pPr marL="0" indent="0" algn="ctr">
              <a:lnSpc>
                <a:spcPts val="1400"/>
              </a:lnSpc>
              <a:buNone/>
              <a:defRPr sz="1000">
                <a:solidFill>
                  <a:schemeClr val="bg1">
                    <a:lumMod val="50000"/>
                  </a:schemeClr>
                </a:solidFill>
                <a:latin typeface="Source Sans Pro Light"/>
              </a:defRPr>
            </a:lvl1pPr>
          </a:lstStyle>
          <a:p>
            <a:pPr lvl="0"/>
            <a:r>
              <a:rPr lang="en-GB" dirty="0" smtClean="0"/>
              <a:t>write your relevant text here</a:t>
            </a:r>
          </a:p>
        </p:txBody>
      </p:sp>
      <p:sp>
        <p:nvSpPr>
          <p:cNvPr id="57" name="Picture Placeholder 2"/>
          <p:cNvSpPr>
            <a:spLocks noGrp="1"/>
          </p:cNvSpPr>
          <p:nvPr userDrawn="1">
            <p:ph type="pic" sz="quarter" idx="23"/>
          </p:nvPr>
        </p:nvSpPr>
        <p:spPr>
          <a:xfrm>
            <a:off x="1763440" y="2500319"/>
            <a:ext cx="1550736" cy="2828912"/>
          </a:xfrm>
          <a:ln w="19050">
            <a:noFill/>
          </a:ln>
        </p:spPr>
        <p:txBody>
          <a:bodyPr>
            <a:normAutofit/>
          </a:bodyPr>
          <a:lstStyle>
            <a:lvl1pPr marL="0" indent="0">
              <a:buNone/>
              <a:defRPr sz="1200">
                <a:solidFill>
                  <a:schemeClr val="bg1">
                    <a:lumMod val="50000"/>
                  </a:schemeClr>
                </a:solidFill>
                <a:latin typeface="Source Sans Pro Light"/>
              </a:defRPr>
            </a:lvl1pPr>
          </a:lstStyle>
          <a:p>
            <a:endParaRPr lang="en-US" dirty="0"/>
          </a:p>
        </p:txBody>
      </p:sp>
    </p:spTree>
    <p:extLst>
      <p:ext uri="{BB962C8B-B14F-4D97-AF65-F5344CB8AC3E}">
        <p14:creationId xmlns:p14="http://schemas.microsoft.com/office/powerpoint/2010/main" val="161481243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dissolve">
                                      <p:cBhvr>
                                        <p:cTn id="7" dur="500"/>
                                        <p:tgtEl>
                                          <p:spTgt spid="16"/>
                                        </p:tgtEl>
                                      </p:cBhvr>
                                    </p:animEffect>
                                  </p:childTnLst>
                                </p:cTn>
                              </p:par>
                            </p:childTnLst>
                          </p:cTn>
                        </p:par>
                        <p:par>
                          <p:cTn id="8" fill="hold">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23">
                                            <p:txEl>
                                              <p:pRg st="0" end="0"/>
                                            </p:txEl>
                                          </p:spTgt>
                                        </p:tgtEl>
                                        <p:attrNameLst>
                                          <p:attrName>style.visibility</p:attrName>
                                        </p:attrNameLst>
                                      </p:cBhvr>
                                      <p:to>
                                        <p:strVal val="visible"/>
                                      </p:to>
                                    </p:set>
                                    <p:animEffect transition="in" filter="dissolve">
                                      <p:cBhvr>
                                        <p:cTn id="11" dur="500"/>
                                        <p:tgtEl>
                                          <p:spTgt spid="23">
                                            <p:txEl>
                                              <p:pRg st="0" end="0"/>
                                            </p:txEl>
                                          </p:spTgt>
                                        </p:tgtEl>
                                      </p:cBhvr>
                                    </p:animEffect>
                                  </p:childTnLst>
                                </p:cTn>
                              </p:par>
                            </p:childTnLst>
                          </p:cTn>
                        </p:par>
                        <p:par>
                          <p:cTn id="12" fill="hold">
                            <p:stCondLst>
                              <p:cond delay="1000"/>
                            </p:stCondLst>
                            <p:childTnLst>
                              <p:par>
                                <p:cTn id="13" presetID="22" presetClass="entr" presetSubtype="1" fill="hold" nodeType="afterEffect">
                                  <p:stCondLst>
                                    <p:cond delay="0"/>
                                  </p:stCondLst>
                                  <p:childTnLst>
                                    <p:set>
                                      <p:cBhvr>
                                        <p:cTn id="14" dur="1" fill="hold">
                                          <p:stCondLst>
                                            <p:cond delay="0"/>
                                          </p:stCondLst>
                                        </p:cTn>
                                        <p:tgtEl>
                                          <p:spTgt spid="93"/>
                                        </p:tgtEl>
                                        <p:attrNameLst>
                                          <p:attrName>style.visibility</p:attrName>
                                        </p:attrNameLst>
                                      </p:cBhvr>
                                      <p:to>
                                        <p:strVal val="visible"/>
                                      </p:to>
                                    </p:set>
                                    <p:animEffect transition="in" filter="wipe(up)">
                                      <p:cBhvr>
                                        <p:cTn id="15" dur="500"/>
                                        <p:tgtEl>
                                          <p:spTgt spid="93"/>
                                        </p:tgtEl>
                                      </p:cBhvr>
                                    </p:animEffect>
                                  </p:childTnLst>
                                </p:cTn>
                              </p:par>
                            </p:childTnLst>
                          </p:cTn>
                        </p:par>
                        <p:par>
                          <p:cTn id="16" fill="hold">
                            <p:stCondLst>
                              <p:cond delay="1500"/>
                            </p:stCondLst>
                            <p:childTnLst>
                              <p:par>
                                <p:cTn id="17" presetID="10" presetClass="entr" presetSubtype="0" fill="hold" grpId="0" nodeType="afterEffect" nodePh="1">
                                  <p:stCondLst>
                                    <p:cond delay="0"/>
                                  </p:stCondLst>
                                  <p:endCondLst>
                                    <p:cond evt="begin" delay="0">
                                      <p:tn val="17"/>
                                    </p:cond>
                                  </p:endCondLst>
                                  <p:childTnLst>
                                    <p:set>
                                      <p:cBhvr>
                                        <p:cTn id="18" dur="1" fill="hold">
                                          <p:stCondLst>
                                            <p:cond delay="0"/>
                                          </p:stCondLst>
                                        </p:cTn>
                                        <p:tgtEl>
                                          <p:spTgt spid="57"/>
                                        </p:tgtEl>
                                        <p:attrNameLst>
                                          <p:attrName>style.visibility</p:attrName>
                                        </p:attrNameLst>
                                      </p:cBhvr>
                                      <p:to>
                                        <p:strVal val="visible"/>
                                      </p:to>
                                    </p:set>
                                    <p:animEffect transition="in" filter="fade">
                                      <p:cBhvr>
                                        <p:cTn id="19" dur="500"/>
                                        <p:tgtEl>
                                          <p:spTgt spid="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P spid="23" grpId="0" build="p">
        <p:tmplLst>
          <p:tmpl lvl="1">
            <p:tnLst>
              <p:par>
                <p:cTn presetID="9" presetClass="entr" presetSubtype="0" fill="hold" nodeType="afterEffect">
                  <p:stCondLst>
                    <p:cond delay="0"/>
                  </p:stCondLst>
                  <p:childTnLst>
                    <p:set>
                      <p:cBhvr>
                        <p:cTn dur="1" fill="hold">
                          <p:stCondLst>
                            <p:cond delay="0"/>
                          </p:stCondLst>
                        </p:cTn>
                        <p:tgtEl>
                          <p:spTgt spid="23"/>
                        </p:tgtEl>
                        <p:attrNameLst>
                          <p:attrName>style.visibility</p:attrName>
                        </p:attrNameLst>
                      </p:cBhvr>
                      <p:to>
                        <p:strVal val="visible"/>
                      </p:to>
                    </p:set>
                    <p:animEffect transition="in" filter="dissolve">
                      <p:cBhvr>
                        <p:cTn dur="500"/>
                        <p:tgtEl>
                          <p:spTgt spid="23"/>
                        </p:tgtEl>
                      </p:cBhvr>
                    </p:animEffect>
                  </p:childTnLst>
                </p:cTn>
              </p:par>
            </p:tnLst>
          </p:tmpl>
        </p:tmplLst>
      </p:bldP>
      <p:bldP spid="57" grpId="0"/>
    </p:bldLst>
  </p:timing>
</p:sldLayout>
</file>

<file path=ppt/slideLayouts/slideLayout141.xml><?xml version="1.0" encoding="utf-8"?>
<p:sldLayout xmlns:a="http://schemas.openxmlformats.org/drawingml/2006/main" xmlns:r="http://schemas.openxmlformats.org/officeDocument/2006/relationships" xmlns:p="http://schemas.openxmlformats.org/presentationml/2006/main" userDrawn="1">
  <p:cSld name="18_Title Slide">
    <p:spTree>
      <p:nvGrpSpPr>
        <p:cNvPr id="1" name=""/>
        <p:cNvGrpSpPr/>
        <p:nvPr/>
      </p:nvGrpSpPr>
      <p:grpSpPr>
        <a:xfrm>
          <a:off x="0" y="0"/>
          <a:ext cx="0" cy="0"/>
          <a:chOff x="0" y="0"/>
          <a:chExt cx="0" cy="0"/>
        </a:xfrm>
      </p:grpSpPr>
      <p:sp>
        <p:nvSpPr>
          <p:cNvPr id="17" name="Rectangle 16"/>
          <p:cNvSpPr/>
          <p:nvPr userDrawn="1"/>
        </p:nvSpPr>
        <p:spPr>
          <a:xfrm>
            <a:off x="-1" y="4989787"/>
            <a:ext cx="12192000" cy="1143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8" name="Shape 985"/>
          <p:cNvSpPr/>
          <p:nvPr/>
        </p:nvSpPr>
        <p:spPr>
          <a:xfrm>
            <a:off x="8496637" y="2743201"/>
            <a:ext cx="562721" cy="586899"/>
          </a:xfrm>
          <a:prstGeom prst="rect">
            <a:avLst/>
          </a:prstGeom>
          <a:solidFill>
            <a:schemeClr val="accent2"/>
          </a:solidFill>
          <a:ln w="12700" cap="flat">
            <a:noFill/>
            <a:miter lim="400000"/>
          </a:ln>
          <a:effectLst/>
        </p:spPr>
        <p:txBody>
          <a:bodyPr wrap="square" lIns="50800" tIns="50800" rIns="50800" bIns="50800" numCol="1" anchor="ctr">
            <a:noAutofit/>
          </a:bodyPr>
          <a:lstStyle/>
          <a:p>
            <a:pPr defTabSz="228554" fontAlgn="auto">
              <a:spcBef>
                <a:spcPts val="0"/>
              </a:spcBef>
              <a:spcAft>
                <a:spcPts val="0"/>
              </a:spcAft>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endParaRPr>
          </a:p>
        </p:txBody>
      </p:sp>
      <p:sp>
        <p:nvSpPr>
          <p:cNvPr id="21" name="Shape 988"/>
          <p:cNvSpPr/>
          <p:nvPr/>
        </p:nvSpPr>
        <p:spPr>
          <a:xfrm>
            <a:off x="4242089" y="2743201"/>
            <a:ext cx="562721" cy="586899"/>
          </a:xfrm>
          <a:prstGeom prst="rect">
            <a:avLst/>
          </a:prstGeom>
          <a:solidFill>
            <a:schemeClr val="accent3"/>
          </a:solidFill>
          <a:ln w="12700" cap="flat">
            <a:noFill/>
            <a:miter lim="400000"/>
          </a:ln>
          <a:effectLst/>
        </p:spPr>
        <p:txBody>
          <a:bodyPr wrap="square" lIns="50800" tIns="50800" rIns="50800" bIns="50800" numCol="1" anchor="ctr">
            <a:noAutofit/>
          </a:bodyPr>
          <a:lstStyle/>
          <a:p>
            <a:pPr defTabSz="228554" fontAlgn="auto">
              <a:spcBef>
                <a:spcPts val="0"/>
              </a:spcBef>
              <a:spcAft>
                <a:spcPts val="0"/>
              </a:spcAft>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endParaRPr>
          </a:p>
        </p:txBody>
      </p:sp>
      <p:pic>
        <p:nvPicPr>
          <p:cNvPr id="34" name="phone-black.png"/>
          <p:cNvPicPr/>
          <p:nvPr userDrawn="1"/>
        </p:nvPicPr>
        <p:blipFill>
          <a:blip r:embed="rId2" cstate="print">
            <a:extLst/>
          </a:blip>
          <a:stretch>
            <a:fillRect/>
          </a:stretch>
        </p:blipFill>
        <p:spPr>
          <a:xfrm>
            <a:off x="1940400" y="2076142"/>
            <a:ext cx="1878071" cy="3715059"/>
          </a:xfrm>
          <a:prstGeom prst="rect">
            <a:avLst/>
          </a:prstGeom>
          <a:ln w="12700">
            <a:miter lim="400000"/>
          </a:ln>
        </p:spPr>
      </p:pic>
      <p:pic>
        <p:nvPicPr>
          <p:cNvPr id="36" name="phone-white.png"/>
          <p:cNvPicPr/>
          <p:nvPr userDrawn="1"/>
        </p:nvPicPr>
        <p:blipFill>
          <a:blip r:embed="rId2" cstate="print">
            <a:extLst/>
          </a:blip>
          <a:stretch>
            <a:fillRect/>
          </a:stretch>
        </p:blipFill>
        <p:spPr>
          <a:xfrm>
            <a:off x="6201876" y="2076142"/>
            <a:ext cx="1878071" cy="3715059"/>
          </a:xfrm>
          <a:prstGeom prst="rect">
            <a:avLst/>
          </a:prstGeom>
          <a:ln w="12700">
            <a:miter lim="400000"/>
          </a:ln>
        </p:spPr>
      </p:pic>
      <p:sp>
        <p:nvSpPr>
          <p:cNvPr id="16" name="Title 15"/>
          <p:cNvSpPr>
            <a:spLocks noGrp="1"/>
          </p:cNvSpPr>
          <p:nvPr>
            <p:ph type="title"/>
          </p:nvPr>
        </p:nvSpPr>
        <p:spPr>
          <a:xfrm>
            <a:off x="1524001" y="381000"/>
            <a:ext cx="9144000" cy="535812"/>
          </a:xfrm>
        </p:spPr>
        <p:txBody>
          <a:bodyPr>
            <a:noAutofit/>
          </a:bodyPr>
          <a:lstStyle>
            <a:lvl1pPr algn="ctr">
              <a:defRPr sz="2700" b="0">
                <a:solidFill>
                  <a:schemeClr val="tx1">
                    <a:lumMod val="65000"/>
                    <a:lumOff val="35000"/>
                  </a:schemeClr>
                </a:solidFill>
                <a:latin typeface="Source Sans Pro Light"/>
              </a:defRPr>
            </a:lvl1pPr>
          </a:lstStyle>
          <a:p>
            <a:r>
              <a:rPr lang="en-US" dirty="0" smtClean="0"/>
              <a:t>Click to edit Master title style</a:t>
            </a:r>
            <a:endParaRPr lang="en-GB" dirty="0"/>
          </a:p>
        </p:txBody>
      </p:sp>
      <p:sp>
        <p:nvSpPr>
          <p:cNvPr id="23" name="Text Placeholder 17"/>
          <p:cNvSpPr>
            <a:spLocks noGrp="1"/>
          </p:cNvSpPr>
          <p:nvPr>
            <p:ph type="body" sz="quarter" idx="18" hasCustomPrompt="1"/>
          </p:nvPr>
        </p:nvSpPr>
        <p:spPr>
          <a:xfrm>
            <a:off x="1524001" y="996517"/>
            <a:ext cx="9144000" cy="248082"/>
          </a:xfrm>
        </p:spPr>
        <p:txBody>
          <a:bodyPr lIns="0" tIns="0" rIns="0" bIns="0">
            <a:normAutofit/>
          </a:bodyPr>
          <a:lstStyle>
            <a:lvl1pPr marL="0" indent="0" algn="ctr">
              <a:lnSpc>
                <a:spcPts val="1400"/>
              </a:lnSpc>
              <a:buNone/>
              <a:defRPr sz="1000">
                <a:solidFill>
                  <a:schemeClr val="bg1">
                    <a:lumMod val="50000"/>
                  </a:schemeClr>
                </a:solidFill>
                <a:latin typeface="Source Sans Pro Light"/>
              </a:defRPr>
            </a:lvl1pPr>
          </a:lstStyle>
          <a:p>
            <a:pPr lvl="0"/>
            <a:r>
              <a:rPr lang="en-GB" dirty="0" smtClean="0"/>
              <a:t>write your relevant text here</a:t>
            </a:r>
          </a:p>
        </p:txBody>
      </p:sp>
      <p:sp>
        <p:nvSpPr>
          <p:cNvPr id="9" name="Content Placeholder 20"/>
          <p:cNvSpPr>
            <a:spLocks noGrp="1"/>
          </p:cNvSpPr>
          <p:nvPr>
            <p:ph sz="quarter" idx="16"/>
          </p:nvPr>
        </p:nvSpPr>
        <p:spPr>
          <a:xfrm>
            <a:off x="4235465" y="3585586"/>
            <a:ext cx="1222354" cy="228600"/>
          </a:xfrm>
        </p:spPr>
        <p:txBody>
          <a:bodyPr lIns="0" tIns="0" rIns="0" bIns="0" anchor="ctr">
            <a:normAutofit/>
          </a:bodyPr>
          <a:lstStyle>
            <a:lvl1pPr marL="0" indent="0" algn="l">
              <a:buNone/>
              <a:defRPr sz="1200" b="1">
                <a:solidFill>
                  <a:schemeClr val="tx1">
                    <a:lumMod val="65000"/>
                    <a:lumOff val="35000"/>
                  </a:schemeClr>
                </a:solidFill>
                <a:latin typeface="Source Sans Pro Light"/>
              </a:defRPr>
            </a:lvl1pPr>
          </a:lstStyle>
          <a:p>
            <a:pPr lvl="0"/>
            <a:endParaRPr lang="en-GB" dirty="0" smtClean="0"/>
          </a:p>
        </p:txBody>
      </p:sp>
      <p:sp>
        <p:nvSpPr>
          <p:cNvPr id="10" name="Text Placeholder 17"/>
          <p:cNvSpPr>
            <a:spLocks noGrp="1"/>
          </p:cNvSpPr>
          <p:nvPr>
            <p:ph type="body" sz="quarter" idx="21"/>
          </p:nvPr>
        </p:nvSpPr>
        <p:spPr>
          <a:xfrm>
            <a:off x="4235465" y="3960518"/>
            <a:ext cx="1477849" cy="1126717"/>
          </a:xfrm>
        </p:spPr>
        <p:txBody>
          <a:bodyPr lIns="0" tIns="0" rIns="0" bIns="0">
            <a:normAutofit/>
          </a:bodyPr>
          <a:lstStyle>
            <a:lvl1pPr marL="0" indent="0" algn="l">
              <a:lnSpc>
                <a:spcPts val="1500"/>
              </a:lnSpc>
              <a:spcBef>
                <a:spcPts val="1500"/>
              </a:spcBef>
              <a:buNone/>
              <a:defRPr sz="1000">
                <a:solidFill>
                  <a:schemeClr val="tx1">
                    <a:lumMod val="65000"/>
                    <a:lumOff val="35000"/>
                  </a:schemeClr>
                </a:solidFill>
                <a:latin typeface="Source Sans Pro Light"/>
              </a:defRPr>
            </a:lvl1pPr>
          </a:lstStyle>
          <a:p>
            <a:pPr lvl="0"/>
            <a:endParaRPr lang="en-US" dirty="0" smtClean="0"/>
          </a:p>
        </p:txBody>
      </p:sp>
      <p:sp>
        <p:nvSpPr>
          <p:cNvPr id="57" name="Picture Placeholder 2"/>
          <p:cNvSpPr>
            <a:spLocks noGrp="1"/>
          </p:cNvSpPr>
          <p:nvPr>
            <p:ph type="pic" sz="quarter" idx="23"/>
          </p:nvPr>
        </p:nvSpPr>
        <p:spPr>
          <a:xfrm>
            <a:off x="2132567" y="2655766"/>
            <a:ext cx="1463421" cy="2590312"/>
          </a:xfrm>
          <a:ln w="19050">
            <a:noFill/>
          </a:ln>
        </p:spPr>
        <p:txBody>
          <a:bodyPr>
            <a:normAutofit/>
          </a:bodyPr>
          <a:lstStyle>
            <a:lvl1pPr marL="0" indent="0">
              <a:buNone/>
              <a:defRPr sz="1200">
                <a:solidFill>
                  <a:schemeClr val="bg1">
                    <a:lumMod val="50000"/>
                  </a:schemeClr>
                </a:solidFill>
                <a:latin typeface="Source Sans Pro Light"/>
              </a:defRPr>
            </a:lvl1pPr>
          </a:lstStyle>
          <a:p>
            <a:endParaRPr lang="en-US" dirty="0"/>
          </a:p>
        </p:txBody>
      </p:sp>
      <p:sp>
        <p:nvSpPr>
          <p:cNvPr id="42" name="Picture Placeholder 2"/>
          <p:cNvSpPr>
            <a:spLocks noGrp="1"/>
          </p:cNvSpPr>
          <p:nvPr>
            <p:ph type="pic" sz="quarter" idx="24" hasCustomPrompt="1"/>
          </p:nvPr>
        </p:nvSpPr>
        <p:spPr>
          <a:xfrm>
            <a:off x="6416823" y="2655766"/>
            <a:ext cx="1448177" cy="2590312"/>
          </a:xfrm>
          <a:ln w="19050">
            <a:noFill/>
          </a:ln>
        </p:spPr>
        <p:txBody>
          <a:bodyPr>
            <a:normAutofit/>
          </a:bodyPr>
          <a:lstStyle>
            <a:lvl1pPr marL="0" indent="0">
              <a:buNone/>
              <a:defRPr sz="1200">
                <a:solidFill>
                  <a:schemeClr val="bg1">
                    <a:lumMod val="50000"/>
                  </a:schemeClr>
                </a:solidFill>
                <a:latin typeface="Source Sans Pro Light"/>
              </a:defRPr>
            </a:lvl1pPr>
          </a:lstStyle>
          <a:p>
            <a:r>
              <a:rPr lang="en-US" dirty="0" smtClean="0"/>
              <a:t> </a:t>
            </a:r>
            <a:endParaRPr lang="en-US" dirty="0"/>
          </a:p>
        </p:txBody>
      </p:sp>
      <p:sp>
        <p:nvSpPr>
          <p:cNvPr id="69" name="Content Placeholder 20"/>
          <p:cNvSpPr>
            <a:spLocks noGrp="1"/>
          </p:cNvSpPr>
          <p:nvPr>
            <p:ph sz="quarter" idx="25"/>
          </p:nvPr>
        </p:nvSpPr>
        <p:spPr>
          <a:xfrm>
            <a:off x="8569830" y="3585586"/>
            <a:ext cx="1222354" cy="228600"/>
          </a:xfrm>
        </p:spPr>
        <p:txBody>
          <a:bodyPr lIns="0" tIns="0" rIns="0" bIns="0" anchor="ctr">
            <a:normAutofit/>
          </a:bodyPr>
          <a:lstStyle>
            <a:lvl1pPr marL="0" indent="0" algn="l">
              <a:buNone/>
              <a:defRPr sz="1200" b="1">
                <a:solidFill>
                  <a:schemeClr val="tx1">
                    <a:lumMod val="65000"/>
                    <a:lumOff val="35000"/>
                  </a:schemeClr>
                </a:solidFill>
                <a:latin typeface="Source Sans Pro Light"/>
              </a:defRPr>
            </a:lvl1pPr>
          </a:lstStyle>
          <a:p>
            <a:pPr lvl="0"/>
            <a:endParaRPr lang="en-GB" dirty="0" smtClean="0"/>
          </a:p>
        </p:txBody>
      </p:sp>
      <p:sp>
        <p:nvSpPr>
          <p:cNvPr id="70" name="Text Placeholder 17"/>
          <p:cNvSpPr>
            <a:spLocks noGrp="1"/>
          </p:cNvSpPr>
          <p:nvPr>
            <p:ph type="body" sz="quarter" idx="26"/>
          </p:nvPr>
        </p:nvSpPr>
        <p:spPr>
          <a:xfrm>
            <a:off x="8569830" y="3960518"/>
            <a:ext cx="1477849" cy="1126717"/>
          </a:xfrm>
        </p:spPr>
        <p:txBody>
          <a:bodyPr lIns="0" tIns="0" rIns="0" bIns="0">
            <a:normAutofit/>
          </a:bodyPr>
          <a:lstStyle>
            <a:lvl1pPr marL="0" indent="0" algn="l">
              <a:lnSpc>
                <a:spcPts val="1500"/>
              </a:lnSpc>
              <a:spcBef>
                <a:spcPts val="1500"/>
              </a:spcBef>
              <a:buNone/>
              <a:defRPr sz="1000">
                <a:solidFill>
                  <a:schemeClr val="tx1">
                    <a:lumMod val="65000"/>
                    <a:lumOff val="35000"/>
                  </a:schemeClr>
                </a:solidFill>
                <a:latin typeface="Source Sans Pro Light"/>
              </a:defRPr>
            </a:lvl1pPr>
          </a:lstStyle>
          <a:p>
            <a:pPr lvl="0"/>
            <a:endParaRPr lang="en-US" dirty="0" smtClean="0"/>
          </a:p>
        </p:txBody>
      </p:sp>
      <p:sp>
        <p:nvSpPr>
          <p:cNvPr id="3" name="Content Placeholder 2"/>
          <p:cNvSpPr>
            <a:spLocks noGrp="1"/>
          </p:cNvSpPr>
          <p:nvPr>
            <p:ph sz="quarter" idx="27" hasCustomPrompt="1"/>
          </p:nvPr>
        </p:nvSpPr>
        <p:spPr>
          <a:xfrm>
            <a:off x="4293113" y="2806373"/>
            <a:ext cx="460675" cy="460555"/>
          </a:xfrm>
        </p:spPr>
        <p:txBody>
          <a:bodyPr anchor="ctr">
            <a:normAutofit/>
          </a:bodyPr>
          <a:lstStyle>
            <a:lvl1pPr marL="0" indent="0" algn="ctr">
              <a:buNone/>
              <a:defRPr sz="2700">
                <a:solidFill>
                  <a:schemeClr val="bg1"/>
                </a:solidFill>
                <a:latin typeface="Source Sans Pro Light"/>
              </a:defRPr>
            </a:lvl1pPr>
          </a:lstStyle>
          <a:p>
            <a:pPr lvl="0"/>
            <a:r>
              <a:rPr lang="en-US" dirty="0" smtClean="0"/>
              <a:t>a</a:t>
            </a:r>
            <a:endParaRPr lang="en-US" dirty="0"/>
          </a:p>
        </p:txBody>
      </p:sp>
      <p:sp>
        <p:nvSpPr>
          <p:cNvPr id="26" name="Content Placeholder 2"/>
          <p:cNvSpPr>
            <a:spLocks noGrp="1"/>
          </p:cNvSpPr>
          <p:nvPr>
            <p:ph sz="quarter" idx="28" hasCustomPrompt="1"/>
          </p:nvPr>
        </p:nvSpPr>
        <p:spPr>
          <a:xfrm>
            <a:off x="8547661" y="2806373"/>
            <a:ext cx="460675" cy="460555"/>
          </a:xfrm>
        </p:spPr>
        <p:txBody>
          <a:bodyPr anchor="ctr">
            <a:normAutofit/>
          </a:bodyPr>
          <a:lstStyle>
            <a:lvl1pPr marL="0" indent="0" algn="ctr">
              <a:buNone/>
              <a:defRPr sz="2700">
                <a:solidFill>
                  <a:schemeClr val="bg1"/>
                </a:solidFill>
                <a:latin typeface="Source Sans Pro Light"/>
              </a:defRPr>
            </a:lvl1pPr>
          </a:lstStyle>
          <a:p>
            <a:pPr lvl="0"/>
            <a:r>
              <a:rPr lang="en-US" dirty="0" smtClean="0"/>
              <a:t>a</a:t>
            </a:r>
            <a:endParaRPr lang="en-US" dirty="0"/>
          </a:p>
        </p:txBody>
      </p:sp>
    </p:spTree>
    <p:extLst>
      <p:ext uri="{BB962C8B-B14F-4D97-AF65-F5344CB8AC3E}">
        <p14:creationId xmlns:p14="http://schemas.microsoft.com/office/powerpoint/2010/main" val="158468761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dissolve">
                                      <p:cBhvr>
                                        <p:cTn id="7" dur="500"/>
                                        <p:tgtEl>
                                          <p:spTgt spid="16"/>
                                        </p:tgtEl>
                                      </p:cBhvr>
                                    </p:animEffect>
                                  </p:childTnLst>
                                </p:cTn>
                              </p:par>
                            </p:childTnLst>
                          </p:cTn>
                        </p:par>
                        <p:par>
                          <p:cTn id="8" fill="hold">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23">
                                            <p:txEl>
                                              <p:pRg st="0" end="0"/>
                                            </p:txEl>
                                          </p:spTgt>
                                        </p:tgtEl>
                                        <p:attrNameLst>
                                          <p:attrName>style.visibility</p:attrName>
                                        </p:attrNameLst>
                                      </p:cBhvr>
                                      <p:to>
                                        <p:strVal val="visible"/>
                                      </p:to>
                                    </p:set>
                                    <p:animEffect transition="in" filter="dissolve">
                                      <p:cBhvr>
                                        <p:cTn id="11" dur="500"/>
                                        <p:tgtEl>
                                          <p:spTgt spid="23">
                                            <p:txEl>
                                              <p:pRg st="0" end="0"/>
                                            </p:txEl>
                                          </p:spTgt>
                                        </p:tgtEl>
                                      </p:cBhvr>
                                    </p:animEffect>
                                  </p:childTnLst>
                                </p:cTn>
                              </p:par>
                            </p:childTnLst>
                          </p:cTn>
                        </p:par>
                        <p:par>
                          <p:cTn id="12" fill="hold">
                            <p:stCondLst>
                              <p:cond delay="1000"/>
                            </p:stCondLst>
                            <p:childTnLst>
                              <p:par>
                                <p:cTn id="13" presetID="22" presetClass="entr" presetSubtype="1" fill="hold" nodeType="afterEffect">
                                  <p:stCondLst>
                                    <p:cond delay="0"/>
                                  </p:stCondLst>
                                  <p:childTnLst>
                                    <p:set>
                                      <p:cBhvr>
                                        <p:cTn id="14" dur="1" fill="hold">
                                          <p:stCondLst>
                                            <p:cond delay="0"/>
                                          </p:stCondLst>
                                        </p:cTn>
                                        <p:tgtEl>
                                          <p:spTgt spid="34"/>
                                        </p:tgtEl>
                                        <p:attrNameLst>
                                          <p:attrName>style.visibility</p:attrName>
                                        </p:attrNameLst>
                                      </p:cBhvr>
                                      <p:to>
                                        <p:strVal val="visible"/>
                                      </p:to>
                                    </p:set>
                                    <p:animEffect transition="in" filter="wipe(up)">
                                      <p:cBhvr>
                                        <p:cTn id="15" dur="500"/>
                                        <p:tgtEl>
                                          <p:spTgt spid="34"/>
                                        </p:tgtEl>
                                      </p:cBhvr>
                                    </p:animEffect>
                                  </p:childTnLst>
                                </p:cTn>
                              </p:par>
                            </p:childTnLst>
                          </p:cTn>
                        </p:par>
                        <p:par>
                          <p:cTn id="16" fill="hold">
                            <p:stCondLst>
                              <p:cond delay="1500"/>
                            </p:stCondLst>
                            <p:childTnLst>
                              <p:par>
                                <p:cTn id="17" presetID="10" presetClass="entr" presetSubtype="0" fill="hold" grpId="0" nodeType="afterEffect" nodePh="1">
                                  <p:stCondLst>
                                    <p:cond delay="0"/>
                                  </p:stCondLst>
                                  <p:endCondLst>
                                    <p:cond evt="begin" delay="0">
                                      <p:tn val="17"/>
                                    </p:cond>
                                  </p:endCondLst>
                                  <p:childTnLst>
                                    <p:set>
                                      <p:cBhvr>
                                        <p:cTn id="18" dur="1" fill="hold">
                                          <p:stCondLst>
                                            <p:cond delay="0"/>
                                          </p:stCondLst>
                                        </p:cTn>
                                        <p:tgtEl>
                                          <p:spTgt spid="57"/>
                                        </p:tgtEl>
                                        <p:attrNameLst>
                                          <p:attrName>style.visibility</p:attrName>
                                        </p:attrNameLst>
                                      </p:cBhvr>
                                      <p:to>
                                        <p:strVal val="visible"/>
                                      </p:to>
                                    </p:set>
                                    <p:animEffect transition="in" filter="fade">
                                      <p:cBhvr>
                                        <p:cTn id="19" dur="500"/>
                                        <p:tgtEl>
                                          <p:spTgt spid="57"/>
                                        </p:tgtEl>
                                      </p:cBhvr>
                                    </p:animEffect>
                                  </p:childTnLst>
                                </p:cTn>
                              </p:par>
                            </p:childTnLst>
                          </p:cTn>
                        </p:par>
                        <p:par>
                          <p:cTn id="20" fill="hold">
                            <p:stCondLst>
                              <p:cond delay="2000"/>
                            </p:stCondLst>
                            <p:childTnLst>
                              <p:par>
                                <p:cTn id="21" presetID="22" presetClass="entr" presetSubtype="8" fill="hold" grpId="0" nodeType="afterEffect">
                                  <p:stCondLst>
                                    <p:cond delay="0"/>
                                  </p:stCondLst>
                                  <p:childTnLst>
                                    <p:set>
                                      <p:cBhvr>
                                        <p:cTn id="22" dur="1" fill="hold">
                                          <p:stCondLst>
                                            <p:cond delay="0"/>
                                          </p:stCondLst>
                                        </p:cTn>
                                        <p:tgtEl>
                                          <p:spTgt spid="21"/>
                                        </p:tgtEl>
                                        <p:attrNameLst>
                                          <p:attrName>style.visibility</p:attrName>
                                        </p:attrNameLst>
                                      </p:cBhvr>
                                      <p:to>
                                        <p:strVal val="visible"/>
                                      </p:to>
                                    </p:set>
                                    <p:animEffect transition="in" filter="wipe(left)">
                                      <p:cBhvr>
                                        <p:cTn id="23" dur="500"/>
                                        <p:tgtEl>
                                          <p:spTgt spid="21"/>
                                        </p:tgtEl>
                                      </p:cBhvr>
                                    </p:animEffect>
                                  </p:childTnLst>
                                </p:cTn>
                              </p:par>
                              <p:par>
                                <p:cTn id="24" presetID="22" presetClass="entr" presetSubtype="8" fill="hold" grpId="0" nodeType="withEffect">
                                  <p:stCondLst>
                                    <p:cond delay="0"/>
                                  </p:stCondLst>
                                  <p:childTnLst>
                                    <p:set>
                                      <p:cBhvr>
                                        <p:cTn id="25" dur="1" fill="hold">
                                          <p:stCondLst>
                                            <p:cond delay="0"/>
                                          </p:stCondLst>
                                        </p:cTn>
                                        <p:tgtEl>
                                          <p:spTgt spid="3">
                                            <p:txEl>
                                              <p:pRg st="0" end="0"/>
                                            </p:txEl>
                                          </p:spTgt>
                                        </p:tgtEl>
                                        <p:attrNameLst>
                                          <p:attrName>style.visibility</p:attrName>
                                        </p:attrNameLst>
                                      </p:cBhvr>
                                      <p:to>
                                        <p:strVal val="visible"/>
                                      </p:to>
                                    </p:set>
                                    <p:animEffect transition="in" filter="wipe(left)">
                                      <p:cBhvr>
                                        <p:cTn id="26" dur="500"/>
                                        <p:tgtEl>
                                          <p:spTgt spid="3">
                                            <p:txEl>
                                              <p:pRg st="0" end="0"/>
                                            </p:txEl>
                                          </p:spTgt>
                                        </p:tgtEl>
                                      </p:cBhvr>
                                    </p:animEffect>
                                  </p:childTnLst>
                                </p:cTn>
                              </p:par>
                            </p:childTnLst>
                          </p:cTn>
                        </p:par>
                        <p:par>
                          <p:cTn id="27" fill="hold">
                            <p:stCondLst>
                              <p:cond delay="2500"/>
                            </p:stCondLst>
                            <p:childTnLst>
                              <p:par>
                                <p:cTn id="28" presetID="9" presetClass="entr" presetSubtype="0" fill="hold" grpId="0" nodeType="afterEffect" nodePh="1">
                                  <p:stCondLst>
                                    <p:cond delay="0"/>
                                  </p:stCondLst>
                                  <p:endCondLst>
                                    <p:cond evt="begin" delay="0">
                                      <p:tn val="28"/>
                                    </p:cond>
                                  </p:endCondLst>
                                  <p:childTnLst>
                                    <p:set>
                                      <p:cBhvr>
                                        <p:cTn id="29" dur="1" fill="hold">
                                          <p:stCondLst>
                                            <p:cond delay="0"/>
                                          </p:stCondLst>
                                        </p:cTn>
                                        <p:tgtEl>
                                          <p:spTgt spid="9">
                                            <p:txEl>
                                              <p:pRg st="0" end="0"/>
                                            </p:txEl>
                                          </p:spTgt>
                                        </p:tgtEl>
                                        <p:attrNameLst>
                                          <p:attrName>style.visibility</p:attrName>
                                        </p:attrNameLst>
                                      </p:cBhvr>
                                      <p:to>
                                        <p:strVal val="visible"/>
                                      </p:to>
                                    </p:set>
                                    <p:animEffect transition="in" filter="dissolve">
                                      <p:cBhvr>
                                        <p:cTn id="30" dur="500"/>
                                        <p:tgtEl>
                                          <p:spTgt spid="9">
                                            <p:txEl>
                                              <p:pRg st="0" end="0"/>
                                            </p:txEl>
                                          </p:spTgt>
                                        </p:tgtEl>
                                      </p:cBhvr>
                                    </p:animEffect>
                                  </p:childTnLst>
                                </p:cTn>
                              </p:par>
                            </p:childTnLst>
                          </p:cTn>
                        </p:par>
                        <p:par>
                          <p:cTn id="31" fill="hold">
                            <p:stCondLst>
                              <p:cond delay="3000"/>
                            </p:stCondLst>
                            <p:childTnLst>
                              <p:par>
                                <p:cTn id="32" presetID="9" presetClass="entr" presetSubtype="0" fill="hold" grpId="0" nodeType="afterEffect" nodePh="1">
                                  <p:stCondLst>
                                    <p:cond delay="0"/>
                                  </p:stCondLst>
                                  <p:endCondLst>
                                    <p:cond evt="begin" delay="0">
                                      <p:tn val="32"/>
                                    </p:cond>
                                  </p:endCondLst>
                                  <p:childTnLst>
                                    <p:set>
                                      <p:cBhvr>
                                        <p:cTn id="33" dur="1" fill="hold">
                                          <p:stCondLst>
                                            <p:cond delay="0"/>
                                          </p:stCondLst>
                                        </p:cTn>
                                        <p:tgtEl>
                                          <p:spTgt spid="10">
                                            <p:txEl>
                                              <p:pRg st="0" end="0"/>
                                            </p:txEl>
                                          </p:spTgt>
                                        </p:tgtEl>
                                        <p:attrNameLst>
                                          <p:attrName>style.visibility</p:attrName>
                                        </p:attrNameLst>
                                      </p:cBhvr>
                                      <p:to>
                                        <p:strVal val="visible"/>
                                      </p:to>
                                    </p:set>
                                    <p:animEffect transition="in" filter="dissolve">
                                      <p:cBhvr>
                                        <p:cTn id="34" dur="500"/>
                                        <p:tgtEl>
                                          <p:spTgt spid="10">
                                            <p:txEl>
                                              <p:pRg st="0" end="0"/>
                                            </p:txEl>
                                          </p:spTgt>
                                        </p:tgtEl>
                                      </p:cBhvr>
                                    </p:animEffect>
                                  </p:childTnLst>
                                </p:cTn>
                              </p:par>
                            </p:childTnLst>
                          </p:cTn>
                        </p:par>
                        <p:par>
                          <p:cTn id="35" fill="hold">
                            <p:stCondLst>
                              <p:cond delay="3500"/>
                            </p:stCondLst>
                            <p:childTnLst>
                              <p:par>
                                <p:cTn id="36" presetID="22" presetClass="entr" presetSubtype="1" fill="hold" nodeType="afterEffect">
                                  <p:stCondLst>
                                    <p:cond delay="0"/>
                                  </p:stCondLst>
                                  <p:childTnLst>
                                    <p:set>
                                      <p:cBhvr>
                                        <p:cTn id="37" dur="1" fill="hold">
                                          <p:stCondLst>
                                            <p:cond delay="0"/>
                                          </p:stCondLst>
                                        </p:cTn>
                                        <p:tgtEl>
                                          <p:spTgt spid="36"/>
                                        </p:tgtEl>
                                        <p:attrNameLst>
                                          <p:attrName>style.visibility</p:attrName>
                                        </p:attrNameLst>
                                      </p:cBhvr>
                                      <p:to>
                                        <p:strVal val="visible"/>
                                      </p:to>
                                    </p:set>
                                    <p:animEffect transition="in" filter="wipe(up)">
                                      <p:cBhvr>
                                        <p:cTn id="38" dur="500"/>
                                        <p:tgtEl>
                                          <p:spTgt spid="36"/>
                                        </p:tgtEl>
                                      </p:cBhvr>
                                    </p:animEffect>
                                  </p:childTnLst>
                                </p:cTn>
                              </p:par>
                            </p:childTnLst>
                          </p:cTn>
                        </p:par>
                        <p:par>
                          <p:cTn id="39" fill="hold">
                            <p:stCondLst>
                              <p:cond delay="4000"/>
                            </p:stCondLst>
                            <p:childTnLst>
                              <p:par>
                                <p:cTn id="40" presetID="10" presetClass="entr" presetSubtype="0" fill="hold" grpId="0" nodeType="afterEffect">
                                  <p:stCondLst>
                                    <p:cond delay="0"/>
                                  </p:stCondLst>
                                  <p:childTnLst>
                                    <p:set>
                                      <p:cBhvr>
                                        <p:cTn id="41" dur="1" fill="hold">
                                          <p:stCondLst>
                                            <p:cond delay="0"/>
                                          </p:stCondLst>
                                        </p:cTn>
                                        <p:tgtEl>
                                          <p:spTgt spid="42"/>
                                        </p:tgtEl>
                                        <p:attrNameLst>
                                          <p:attrName>style.visibility</p:attrName>
                                        </p:attrNameLst>
                                      </p:cBhvr>
                                      <p:to>
                                        <p:strVal val="visible"/>
                                      </p:to>
                                    </p:set>
                                    <p:animEffect transition="in" filter="fade">
                                      <p:cBhvr>
                                        <p:cTn id="42" dur="500"/>
                                        <p:tgtEl>
                                          <p:spTgt spid="42"/>
                                        </p:tgtEl>
                                      </p:cBhvr>
                                    </p:animEffect>
                                  </p:childTnLst>
                                </p:cTn>
                              </p:par>
                            </p:childTnLst>
                          </p:cTn>
                        </p:par>
                        <p:par>
                          <p:cTn id="43" fill="hold">
                            <p:stCondLst>
                              <p:cond delay="4500"/>
                            </p:stCondLst>
                            <p:childTnLst>
                              <p:par>
                                <p:cTn id="44" presetID="22" presetClass="entr" presetSubtype="8" fill="hold" grpId="0" nodeType="afterEffect">
                                  <p:stCondLst>
                                    <p:cond delay="0"/>
                                  </p:stCondLst>
                                  <p:childTnLst>
                                    <p:set>
                                      <p:cBhvr>
                                        <p:cTn id="45" dur="1" fill="hold">
                                          <p:stCondLst>
                                            <p:cond delay="0"/>
                                          </p:stCondLst>
                                        </p:cTn>
                                        <p:tgtEl>
                                          <p:spTgt spid="18"/>
                                        </p:tgtEl>
                                        <p:attrNameLst>
                                          <p:attrName>style.visibility</p:attrName>
                                        </p:attrNameLst>
                                      </p:cBhvr>
                                      <p:to>
                                        <p:strVal val="visible"/>
                                      </p:to>
                                    </p:set>
                                    <p:animEffect transition="in" filter="wipe(left)">
                                      <p:cBhvr>
                                        <p:cTn id="46" dur="500"/>
                                        <p:tgtEl>
                                          <p:spTgt spid="18"/>
                                        </p:tgtEl>
                                      </p:cBhvr>
                                    </p:animEffect>
                                  </p:childTnLst>
                                </p:cTn>
                              </p:par>
                              <p:par>
                                <p:cTn id="47" presetID="22" presetClass="entr" presetSubtype="8" fill="hold" grpId="0" nodeType="withEffect">
                                  <p:stCondLst>
                                    <p:cond delay="0"/>
                                  </p:stCondLst>
                                  <p:childTnLst>
                                    <p:set>
                                      <p:cBhvr>
                                        <p:cTn id="48" dur="1" fill="hold">
                                          <p:stCondLst>
                                            <p:cond delay="0"/>
                                          </p:stCondLst>
                                        </p:cTn>
                                        <p:tgtEl>
                                          <p:spTgt spid="26">
                                            <p:txEl>
                                              <p:pRg st="0" end="0"/>
                                            </p:txEl>
                                          </p:spTgt>
                                        </p:tgtEl>
                                        <p:attrNameLst>
                                          <p:attrName>style.visibility</p:attrName>
                                        </p:attrNameLst>
                                      </p:cBhvr>
                                      <p:to>
                                        <p:strVal val="visible"/>
                                      </p:to>
                                    </p:set>
                                    <p:animEffect transition="in" filter="wipe(left)">
                                      <p:cBhvr>
                                        <p:cTn id="49" dur="500"/>
                                        <p:tgtEl>
                                          <p:spTgt spid="26">
                                            <p:txEl>
                                              <p:pRg st="0" end="0"/>
                                            </p:txEl>
                                          </p:spTgt>
                                        </p:tgtEl>
                                      </p:cBhvr>
                                    </p:animEffect>
                                  </p:childTnLst>
                                </p:cTn>
                              </p:par>
                            </p:childTnLst>
                          </p:cTn>
                        </p:par>
                        <p:par>
                          <p:cTn id="50" fill="hold">
                            <p:stCondLst>
                              <p:cond delay="5000"/>
                            </p:stCondLst>
                            <p:childTnLst>
                              <p:par>
                                <p:cTn id="51" presetID="9" presetClass="entr" presetSubtype="0" fill="hold" grpId="0" nodeType="afterEffect" nodePh="1">
                                  <p:stCondLst>
                                    <p:cond delay="0"/>
                                  </p:stCondLst>
                                  <p:endCondLst>
                                    <p:cond evt="begin" delay="0">
                                      <p:tn val="51"/>
                                    </p:cond>
                                  </p:endCondLst>
                                  <p:childTnLst>
                                    <p:set>
                                      <p:cBhvr>
                                        <p:cTn id="52" dur="1" fill="hold">
                                          <p:stCondLst>
                                            <p:cond delay="0"/>
                                          </p:stCondLst>
                                        </p:cTn>
                                        <p:tgtEl>
                                          <p:spTgt spid="69">
                                            <p:txEl>
                                              <p:pRg st="0" end="0"/>
                                            </p:txEl>
                                          </p:spTgt>
                                        </p:tgtEl>
                                        <p:attrNameLst>
                                          <p:attrName>style.visibility</p:attrName>
                                        </p:attrNameLst>
                                      </p:cBhvr>
                                      <p:to>
                                        <p:strVal val="visible"/>
                                      </p:to>
                                    </p:set>
                                    <p:animEffect transition="in" filter="dissolve">
                                      <p:cBhvr>
                                        <p:cTn id="53" dur="500"/>
                                        <p:tgtEl>
                                          <p:spTgt spid="69">
                                            <p:txEl>
                                              <p:pRg st="0" end="0"/>
                                            </p:txEl>
                                          </p:spTgt>
                                        </p:tgtEl>
                                      </p:cBhvr>
                                    </p:animEffect>
                                  </p:childTnLst>
                                </p:cTn>
                              </p:par>
                            </p:childTnLst>
                          </p:cTn>
                        </p:par>
                        <p:par>
                          <p:cTn id="54" fill="hold">
                            <p:stCondLst>
                              <p:cond delay="5500"/>
                            </p:stCondLst>
                            <p:childTnLst>
                              <p:par>
                                <p:cTn id="55" presetID="9" presetClass="entr" presetSubtype="0" fill="hold" grpId="0" nodeType="afterEffect" nodePh="1">
                                  <p:stCondLst>
                                    <p:cond delay="0"/>
                                  </p:stCondLst>
                                  <p:endCondLst>
                                    <p:cond evt="begin" delay="0">
                                      <p:tn val="55"/>
                                    </p:cond>
                                  </p:endCondLst>
                                  <p:childTnLst>
                                    <p:set>
                                      <p:cBhvr>
                                        <p:cTn id="56" dur="1" fill="hold">
                                          <p:stCondLst>
                                            <p:cond delay="0"/>
                                          </p:stCondLst>
                                        </p:cTn>
                                        <p:tgtEl>
                                          <p:spTgt spid="70">
                                            <p:txEl>
                                              <p:pRg st="0" end="0"/>
                                            </p:txEl>
                                          </p:spTgt>
                                        </p:tgtEl>
                                        <p:attrNameLst>
                                          <p:attrName>style.visibility</p:attrName>
                                        </p:attrNameLst>
                                      </p:cBhvr>
                                      <p:to>
                                        <p:strVal val="visible"/>
                                      </p:to>
                                    </p:set>
                                    <p:animEffect transition="in" filter="dissolve">
                                      <p:cBhvr>
                                        <p:cTn id="57" dur="500"/>
                                        <p:tgtEl>
                                          <p:spTgt spid="70">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21" grpId="0" animBg="1"/>
      <p:bldP spid="16" grpId="0"/>
      <p:bldP spid="23" grpId="0" build="p">
        <p:tmplLst>
          <p:tmpl lvl="1">
            <p:tnLst>
              <p:par>
                <p:cTn presetID="9" presetClass="entr" presetSubtype="0" fill="hold" nodeType="afterEffect">
                  <p:stCondLst>
                    <p:cond delay="0"/>
                  </p:stCondLst>
                  <p:childTnLst>
                    <p:set>
                      <p:cBhvr>
                        <p:cTn dur="1" fill="hold">
                          <p:stCondLst>
                            <p:cond delay="0"/>
                          </p:stCondLst>
                        </p:cTn>
                        <p:tgtEl>
                          <p:spTgt spid="23"/>
                        </p:tgtEl>
                        <p:attrNameLst>
                          <p:attrName>style.visibility</p:attrName>
                        </p:attrNameLst>
                      </p:cBhvr>
                      <p:to>
                        <p:strVal val="visible"/>
                      </p:to>
                    </p:set>
                    <p:animEffect transition="in" filter="dissolve">
                      <p:cBhvr>
                        <p:cTn dur="500"/>
                        <p:tgtEl>
                          <p:spTgt spid="23"/>
                        </p:tgtEl>
                      </p:cBhvr>
                    </p:animEffect>
                  </p:childTnLst>
                </p:cTn>
              </p:par>
            </p:tnLst>
          </p:tmpl>
        </p:tmplLst>
      </p:bldP>
      <p:bldP spid="9" grpId="0" build="p">
        <p:tmplLst>
          <p:tmpl lvl="1">
            <p:tnLst>
              <p:par>
                <p:cTn presetID="9" presetClass="entr" presetSubtype="0" fill="hold" nodeType="afterEffect" nodePh="1">
                  <p:stCondLst>
                    <p:cond delay="0"/>
                  </p:stCondLst>
                  <p:endCondLst>
                    <p:cond delay="0"/>
                  </p:endCondLst>
                  <p:childTnLst>
                    <p:set>
                      <p:cBhvr>
                        <p:cTn dur="1" fill="hold">
                          <p:stCondLst>
                            <p:cond delay="0"/>
                          </p:stCondLst>
                        </p:cTn>
                        <p:tgtEl>
                          <p:spTgt spid="9"/>
                        </p:tgtEl>
                        <p:attrNameLst>
                          <p:attrName>style.visibility</p:attrName>
                        </p:attrNameLst>
                      </p:cBhvr>
                      <p:to>
                        <p:strVal val="visible"/>
                      </p:to>
                    </p:set>
                    <p:animEffect transition="in" filter="dissolve">
                      <p:cBhvr>
                        <p:cTn dur="500"/>
                        <p:tgtEl>
                          <p:spTgt spid="9"/>
                        </p:tgtEl>
                      </p:cBhvr>
                    </p:animEffect>
                  </p:childTnLst>
                </p:cTn>
              </p:par>
            </p:tnLst>
          </p:tmpl>
        </p:tmplLst>
      </p:bldP>
      <p:bldP spid="10" grpId="0" build="p">
        <p:tmplLst>
          <p:tmpl lvl="1">
            <p:tnLst>
              <p:par>
                <p:cTn presetID="9" presetClass="entr" presetSubtype="0" fill="hold" nodeType="afterEffect" nodePh="1">
                  <p:stCondLst>
                    <p:cond delay="0"/>
                  </p:stCondLst>
                  <p:endCondLst>
                    <p:cond delay="0"/>
                  </p:endCondLst>
                  <p:childTnLst>
                    <p:set>
                      <p:cBhvr>
                        <p:cTn dur="1" fill="hold">
                          <p:stCondLst>
                            <p:cond delay="0"/>
                          </p:stCondLst>
                        </p:cTn>
                        <p:tgtEl>
                          <p:spTgt spid="10"/>
                        </p:tgtEl>
                        <p:attrNameLst>
                          <p:attrName>style.visibility</p:attrName>
                        </p:attrNameLst>
                      </p:cBhvr>
                      <p:to>
                        <p:strVal val="visible"/>
                      </p:to>
                    </p:set>
                    <p:animEffect transition="in" filter="dissolve">
                      <p:cBhvr>
                        <p:cTn dur="500"/>
                        <p:tgtEl>
                          <p:spTgt spid="10"/>
                        </p:tgtEl>
                      </p:cBhvr>
                    </p:animEffect>
                  </p:childTnLst>
                </p:cTn>
              </p:par>
            </p:tnLst>
          </p:tmpl>
        </p:tmplLst>
      </p:bldP>
      <p:bldP spid="57" grpId="0"/>
      <p:bldP spid="42" grpId="0"/>
      <p:bldP spid="69" grpId="0" build="p">
        <p:tmplLst>
          <p:tmpl lvl="1">
            <p:tnLst>
              <p:par>
                <p:cTn presetID="9" presetClass="entr" presetSubtype="0" fill="hold" nodeType="afterEffect" nodePh="1">
                  <p:stCondLst>
                    <p:cond delay="0"/>
                  </p:stCondLst>
                  <p:endCondLst>
                    <p:cond delay="0"/>
                  </p:endCondLst>
                  <p:childTnLst>
                    <p:set>
                      <p:cBhvr>
                        <p:cTn dur="1" fill="hold">
                          <p:stCondLst>
                            <p:cond delay="0"/>
                          </p:stCondLst>
                        </p:cTn>
                        <p:tgtEl>
                          <p:spTgt spid="69"/>
                        </p:tgtEl>
                        <p:attrNameLst>
                          <p:attrName>style.visibility</p:attrName>
                        </p:attrNameLst>
                      </p:cBhvr>
                      <p:to>
                        <p:strVal val="visible"/>
                      </p:to>
                    </p:set>
                    <p:animEffect transition="in" filter="dissolve">
                      <p:cBhvr>
                        <p:cTn dur="500"/>
                        <p:tgtEl>
                          <p:spTgt spid="69"/>
                        </p:tgtEl>
                      </p:cBhvr>
                    </p:animEffect>
                  </p:childTnLst>
                </p:cTn>
              </p:par>
            </p:tnLst>
          </p:tmpl>
        </p:tmplLst>
      </p:bldP>
      <p:bldP spid="70" grpId="0" build="p">
        <p:tmplLst>
          <p:tmpl lvl="1">
            <p:tnLst>
              <p:par>
                <p:cTn presetID="9" presetClass="entr" presetSubtype="0" fill="hold" nodeType="afterEffect" nodePh="1">
                  <p:stCondLst>
                    <p:cond delay="0"/>
                  </p:stCondLst>
                  <p:endCondLst>
                    <p:cond delay="0"/>
                  </p:endCondLst>
                  <p:childTnLst>
                    <p:set>
                      <p:cBhvr>
                        <p:cTn dur="1" fill="hold">
                          <p:stCondLst>
                            <p:cond delay="0"/>
                          </p:stCondLst>
                        </p:cTn>
                        <p:tgtEl>
                          <p:spTgt spid="70"/>
                        </p:tgtEl>
                        <p:attrNameLst>
                          <p:attrName>style.visibility</p:attrName>
                        </p:attrNameLst>
                      </p:cBhvr>
                      <p:to>
                        <p:strVal val="visible"/>
                      </p:to>
                    </p:set>
                    <p:animEffect transition="in" filter="dissolve">
                      <p:cBhvr>
                        <p:cTn dur="500"/>
                        <p:tgtEl>
                          <p:spTgt spid="70"/>
                        </p:tgtEl>
                      </p:cBhvr>
                    </p:animEffect>
                  </p:childTnLst>
                </p:cTn>
              </p:par>
            </p:tnLst>
          </p:tmpl>
        </p:tmplLst>
      </p:bldP>
      <p:bldP spid="3" grpId="0" build="p">
        <p:tmplLst>
          <p:tmpl lvl="1">
            <p:tnLst>
              <p:par>
                <p:cTn presetID="22" presetClass="entr" presetSubtype="8" fill="hold" nodeType="withEffect">
                  <p:stCondLst>
                    <p:cond delay="0"/>
                  </p:stCondLst>
                  <p:childTnLst>
                    <p:set>
                      <p:cBhvr>
                        <p:cTn dur="1" fill="hold">
                          <p:stCondLst>
                            <p:cond delay="0"/>
                          </p:stCondLst>
                        </p:cTn>
                        <p:tgtEl>
                          <p:spTgt spid="3"/>
                        </p:tgtEl>
                        <p:attrNameLst>
                          <p:attrName>style.visibility</p:attrName>
                        </p:attrNameLst>
                      </p:cBhvr>
                      <p:to>
                        <p:strVal val="visible"/>
                      </p:to>
                    </p:set>
                    <p:animEffect transition="in" filter="wipe(left)">
                      <p:cBhvr>
                        <p:cTn dur="500"/>
                        <p:tgtEl>
                          <p:spTgt spid="3"/>
                        </p:tgtEl>
                      </p:cBhvr>
                    </p:animEffect>
                  </p:childTnLst>
                </p:cTn>
              </p:par>
            </p:tnLst>
          </p:tmpl>
        </p:tmplLst>
      </p:bldP>
      <p:bldP spid="26" grpId="0" build="p">
        <p:tmplLst>
          <p:tmpl lvl="1">
            <p:tnLst>
              <p:par>
                <p:cTn presetID="22" presetClass="entr" presetSubtype="8" fill="hold" nodeType="withEffect">
                  <p:stCondLst>
                    <p:cond delay="0"/>
                  </p:stCondLst>
                  <p:childTnLst>
                    <p:set>
                      <p:cBhvr>
                        <p:cTn dur="1" fill="hold">
                          <p:stCondLst>
                            <p:cond delay="0"/>
                          </p:stCondLst>
                        </p:cTn>
                        <p:tgtEl>
                          <p:spTgt spid="26"/>
                        </p:tgtEl>
                        <p:attrNameLst>
                          <p:attrName>style.visibility</p:attrName>
                        </p:attrNameLst>
                      </p:cBhvr>
                      <p:to>
                        <p:strVal val="visible"/>
                      </p:to>
                    </p:set>
                    <p:animEffect transition="in" filter="wipe(left)">
                      <p:cBhvr>
                        <p:cTn dur="500"/>
                        <p:tgtEl>
                          <p:spTgt spid="26"/>
                        </p:tgtEl>
                      </p:cBhvr>
                    </p:animEffect>
                  </p:childTnLst>
                </p:cTn>
              </p:par>
            </p:tnLst>
          </p:tmpl>
        </p:tmplLst>
      </p:bldP>
    </p:bldLst>
  </p:timing>
</p:sldLayout>
</file>

<file path=ppt/slideLayouts/slideLayout142.xml><?xml version="1.0" encoding="utf-8"?>
<p:sldLayout xmlns:a="http://schemas.openxmlformats.org/drawingml/2006/main" xmlns:r="http://schemas.openxmlformats.org/officeDocument/2006/relationships" xmlns:p="http://schemas.openxmlformats.org/presentationml/2006/main" userDrawn="1">
  <p:cSld name="19_Title Slide">
    <p:spTree>
      <p:nvGrpSpPr>
        <p:cNvPr id="1" name=""/>
        <p:cNvGrpSpPr/>
        <p:nvPr/>
      </p:nvGrpSpPr>
      <p:grpSpPr>
        <a:xfrm>
          <a:off x="0" y="0"/>
          <a:ext cx="0" cy="0"/>
          <a:chOff x="0" y="0"/>
          <a:chExt cx="0" cy="0"/>
        </a:xfrm>
      </p:grpSpPr>
      <p:sp>
        <p:nvSpPr>
          <p:cNvPr id="18" name="Shape 1097"/>
          <p:cNvSpPr/>
          <p:nvPr/>
        </p:nvSpPr>
        <p:spPr>
          <a:xfrm>
            <a:off x="9396843" y="2905800"/>
            <a:ext cx="562722" cy="586899"/>
          </a:xfrm>
          <a:prstGeom prst="rect">
            <a:avLst/>
          </a:prstGeom>
          <a:solidFill>
            <a:schemeClr val="tx1">
              <a:lumMod val="75000"/>
              <a:lumOff val="25000"/>
            </a:schemeClr>
          </a:solidFill>
          <a:ln w="12700" cap="flat">
            <a:noFill/>
            <a:miter lim="400000"/>
          </a:ln>
          <a:effectLst/>
        </p:spPr>
        <p:txBody>
          <a:bodyPr wrap="square" lIns="50800" tIns="50800" rIns="50800" bIns="50800" numCol="1" anchor="ctr">
            <a:noAutofit/>
          </a:bodyPr>
          <a:lstStyle/>
          <a:p>
            <a:pPr defTabSz="228554" fontAlgn="auto">
              <a:spcBef>
                <a:spcPts val="0"/>
              </a:spcBef>
              <a:spcAft>
                <a:spcPts val="0"/>
              </a:spcAft>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endParaRPr>
          </a:p>
        </p:txBody>
      </p:sp>
      <p:sp>
        <p:nvSpPr>
          <p:cNvPr id="21" name="Shape 1100"/>
          <p:cNvSpPr/>
          <p:nvPr/>
        </p:nvSpPr>
        <p:spPr>
          <a:xfrm>
            <a:off x="4356427" y="2905800"/>
            <a:ext cx="562722" cy="586899"/>
          </a:xfrm>
          <a:prstGeom prst="rect">
            <a:avLst/>
          </a:prstGeom>
          <a:solidFill>
            <a:schemeClr val="accent1"/>
          </a:solidFill>
          <a:ln w="12700" cap="flat">
            <a:noFill/>
            <a:miter lim="400000"/>
          </a:ln>
          <a:effectLst/>
        </p:spPr>
        <p:txBody>
          <a:bodyPr wrap="square" lIns="50800" tIns="50800" rIns="50800" bIns="50800" numCol="1" anchor="ctr">
            <a:noAutofit/>
          </a:bodyPr>
          <a:lstStyle/>
          <a:p>
            <a:pPr defTabSz="228554" fontAlgn="auto">
              <a:spcBef>
                <a:spcPts val="0"/>
              </a:spcBef>
              <a:spcAft>
                <a:spcPts val="0"/>
              </a:spcAft>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endParaRPr>
          </a:p>
        </p:txBody>
      </p:sp>
      <p:pic>
        <p:nvPicPr>
          <p:cNvPr id="27" name="tablet-black.png"/>
          <p:cNvPicPr/>
          <p:nvPr userDrawn="1"/>
        </p:nvPicPr>
        <p:blipFill>
          <a:blip r:embed="rId2" cstate="print">
            <a:extLst/>
          </a:blip>
          <a:stretch>
            <a:fillRect/>
          </a:stretch>
        </p:blipFill>
        <p:spPr>
          <a:xfrm>
            <a:off x="6250001" y="2036274"/>
            <a:ext cx="2597011" cy="3666026"/>
          </a:xfrm>
          <a:prstGeom prst="rect">
            <a:avLst/>
          </a:prstGeom>
          <a:ln w="12700">
            <a:miter lim="400000"/>
          </a:ln>
        </p:spPr>
      </p:pic>
      <p:pic>
        <p:nvPicPr>
          <p:cNvPr id="30" name="tablet-white.png"/>
          <p:cNvPicPr/>
          <p:nvPr userDrawn="1"/>
        </p:nvPicPr>
        <p:blipFill>
          <a:blip r:embed="rId2" cstate="print">
            <a:extLst/>
          </a:blip>
          <a:stretch>
            <a:fillRect/>
          </a:stretch>
        </p:blipFill>
        <p:spPr>
          <a:xfrm>
            <a:off x="1270059" y="2029659"/>
            <a:ext cx="2598678" cy="3668379"/>
          </a:xfrm>
          <a:prstGeom prst="rect">
            <a:avLst/>
          </a:prstGeom>
          <a:ln w="12700">
            <a:miter lim="400000"/>
          </a:ln>
        </p:spPr>
      </p:pic>
      <p:sp>
        <p:nvSpPr>
          <p:cNvPr id="16" name="Title 15"/>
          <p:cNvSpPr>
            <a:spLocks noGrp="1"/>
          </p:cNvSpPr>
          <p:nvPr>
            <p:ph type="title"/>
          </p:nvPr>
        </p:nvSpPr>
        <p:spPr>
          <a:xfrm>
            <a:off x="1524001" y="381000"/>
            <a:ext cx="9144000" cy="535812"/>
          </a:xfrm>
        </p:spPr>
        <p:txBody>
          <a:bodyPr>
            <a:noAutofit/>
          </a:bodyPr>
          <a:lstStyle>
            <a:lvl1pPr algn="ctr">
              <a:defRPr sz="2700" b="0">
                <a:solidFill>
                  <a:schemeClr val="tx1">
                    <a:lumMod val="65000"/>
                    <a:lumOff val="35000"/>
                  </a:schemeClr>
                </a:solidFill>
                <a:latin typeface="Source Sans Pro Light"/>
              </a:defRPr>
            </a:lvl1pPr>
          </a:lstStyle>
          <a:p>
            <a:r>
              <a:rPr lang="en-US" dirty="0" smtClean="0"/>
              <a:t>Click to edit Master title style</a:t>
            </a:r>
            <a:endParaRPr lang="en-GB" dirty="0"/>
          </a:p>
        </p:txBody>
      </p:sp>
      <p:sp>
        <p:nvSpPr>
          <p:cNvPr id="23" name="Text Placeholder 17"/>
          <p:cNvSpPr>
            <a:spLocks noGrp="1"/>
          </p:cNvSpPr>
          <p:nvPr>
            <p:ph type="body" sz="quarter" idx="18" hasCustomPrompt="1"/>
          </p:nvPr>
        </p:nvSpPr>
        <p:spPr>
          <a:xfrm>
            <a:off x="1524001" y="996517"/>
            <a:ext cx="9144000" cy="248082"/>
          </a:xfrm>
        </p:spPr>
        <p:txBody>
          <a:bodyPr lIns="0" tIns="0" rIns="0" bIns="0">
            <a:normAutofit/>
          </a:bodyPr>
          <a:lstStyle>
            <a:lvl1pPr marL="0" indent="0" algn="ctr">
              <a:lnSpc>
                <a:spcPts val="1400"/>
              </a:lnSpc>
              <a:buNone/>
              <a:defRPr sz="1000">
                <a:solidFill>
                  <a:schemeClr val="bg1">
                    <a:lumMod val="50000"/>
                  </a:schemeClr>
                </a:solidFill>
                <a:latin typeface="Source Sans Pro Light"/>
              </a:defRPr>
            </a:lvl1pPr>
          </a:lstStyle>
          <a:p>
            <a:pPr lvl="0"/>
            <a:r>
              <a:rPr lang="en-GB" dirty="0" smtClean="0"/>
              <a:t>write your relevant text here</a:t>
            </a:r>
          </a:p>
        </p:txBody>
      </p:sp>
      <p:sp>
        <p:nvSpPr>
          <p:cNvPr id="9" name="Content Placeholder 20"/>
          <p:cNvSpPr>
            <a:spLocks noGrp="1"/>
          </p:cNvSpPr>
          <p:nvPr>
            <p:ph sz="quarter" idx="16"/>
          </p:nvPr>
        </p:nvSpPr>
        <p:spPr>
          <a:xfrm>
            <a:off x="4342943" y="3736249"/>
            <a:ext cx="1222354" cy="228600"/>
          </a:xfrm>
        </p:spPr>
        <p:txBody>
          <a:bodyPr lIns="0" tIns="0" rIns="0" bIns="0" anchor="ctr">
            <a:normAutofit/>
          </a:bodyPr>
          <a:lstStyle>
            <a:lvl1pPr marL="0" indent="0" algn="l">
              <a:buNone/>
              <a:defRPr sz="1200" b="1">
                <a:solidFill>
                  <a:schemeClr val="tx1">
                    <a:lumMod val="65000"/>
                    <a:lumOff val="35000"/>
                  </a:schemeClr>
                </a:solidFill>
                <a:latin typeface="Source Sans Pro Light"/>
              </a:defRPr>
            </a:lvl1pPr>
          </a:lstStyle>
          <a:p>
            <a:pPr lvl="0"/>
            <a:endParaRPr lang="en-GB" dirty="0" smtClean="0"/>
          </a:p>
        </p:txBody>
      </p:sp>
      <p:sp>
        <p:nvSpPr>
          <p:cNvPr id="10" name="Text Placeholder 17"/>
          <p:cNvSpPr>
            <a:spLocks noGrp="1"/>
          </p:cNvSpPr>
          <p:nvPr>
            <p:ph type="body" sz="quarter" idx="21"/>
          </p:nvPr>
        </p:nvSpPr>
        <p:spPr>
          <a:xfrm>
            <a:off x="4342943" y="4111181"/>
            <a:ext cx="1477849" cy="1126717"/>
          </a:xfrm>
        </p:spPr>
        <p:txBody>
          <a:bodyPr lIns="0" tIns="0" rIns="0" bIns="0">
            <a:normAutofit/>
          </a:bodyPr>
          <a:lstStyle>
            <a:lvl1pPr marL="0" indent="0" algn="l">
              <a:lnSpc>
                <a:spcPts val="1500"/>
              </a:lnSpc>
              <a:spcBef>
                <a:spcPts val="1500"/>
              </a:spcBef>
              <a:buNone/>
              <a:defRPr sz="1000">
                <a:solidFill>
                  <a:schemeClr val="tx1">
                    <a:lumMod val="65000"/>
                    <a:lumOff val="35000"/>
                  </a:schemeClr>
                </a:solidFill>
                <a:latin typeface="Source Sans Pro Light"/>
              </a:defRPr>
            </a:lvl1pPr>
          </a:lstStyle>
          <a:p>
            <a:pPr lvl="0"/>
            <a:endParaRPr lang="en-US" dirty="0" smtClean="0"/>
          </a:p>
        </p:txBody>
      </p:sp>
      <p:sp>
        <p:nvSpPr>
          <p:cNvPr id="57" name="Picture Placeholder 2"/>
          <p:cNvSpPr>
            <a:spLocks noGrp="1"/>
          </p:cNvSpPr>
          <p:nvPr>
            <p:ph type="pic" sz="quarter" idx="23"/>
          </p:nvPr>
        </p:nvSpPr>
        <p:spPr>
          <a:xfrm>
            <a:off x="1502319" y="2420967"/>
            <a:ext cx="2134156" cy="2896640"/>
          </a:xfrm>
          <a:ln w="19050">
            <a:noFill/>
          </a:ln>
        </p:spPr>
        <p:txBody>
          <a:bodyPr>
            <a:normAutofit/>
          </a:bodyPr>
          <a:lstStyle>
            <a:lvl1pPr marL="0" indent="0">
              <a:buNone/>
              <a:defRPr sz="1200">
                <a:solidFill>
                  <a:schemeClr val="bg1">
                    <a:lumMod val="50000"/>
                  </a:schemeClr>
                </a:solidFill>
                <a:latin typeface="Source Sans Pro Light"/>
              </a:defRPr>
            </a:lvl1pPr>
          </a:lstStyle>
          <a:p>
            <a:endParaRPr lang="en-US" dirty="0"/>
          </a:p>
        </p:txBody>
      </p:sp>
      <p:sp>
        <p:nvSpPr>
          <p:cNvPr id="69" name="Content Placeholder 20"/>
          <p:cNvSpPr>
            <a:spLocks noGrp="1"/>
          </p:cNvSpPr>
          <p:nvPr>
            <p:ph sz="quarter" idx="25"/>
          </p:nvPr>
        </p:nvSpPr>
        <p:spPr>
          <a:xfrm>
            <a:off x="9389416" y="3736249"/>
            <a:ext cx="1222354" cy="228600"/>
          </a:xfrm>
        </p:spPr>
        <p:txBody>
          <a:bodyPr lIns="0" tIns="0" rIns="0" bIns="0" anchor="ctr">
            <a:normAutofit/>
          </a:bodyPr>
          <a:lstStyle>
            <a:lvl1pPr marL="0" indent="0" algn="l">
              <a:buNone/>
              <a:defRPr sz="1200" b="1">
                <a:solidFill>
                  <a:schemeClr val="tx1">
                    <a:lumMod val="65000"/>
                    <a:lumOff val="35000"/>
                  </a:schemeClr>
                </a:solidFill>
                <a:latin typeface="Source Sans Pro Light"/>
              </a:defRPr>
            </a:lvl1pPr>
          </a:lstStyle>
          <a:p>
            <a:pPr lvl="0"/>
            <a:endParaRPr lang="en-GB" dirty="0" smtClean="0"/>
          </a:p>
        </p:txBody>
      </p:sp>
      <p:sp>
        <p:nvSpPr>
          <p:cNvPr id="70" name="Text Placeholder 17"/>
          <p:cNvSpPr>
            <a:spLocks noGrp="1"/>
          </p:cNvSpPr>
          <p:nvPr>
            <p:ph type="body" sz="quarter" idx="26"/>
          </p:nvPr>
        </p:nvSpPr>
        <p:spPr>
          <a:xfrm>
            <a:off x="9389416" y="4111181"/>
            <a:ext cx="1477849" cy="1126717"/>
          </a:xfrm>
        </p:spPr>
        <p:txBody>
          <a:bodyPr lIns="0" tIns="0" rIns="0" bIns="0">
            <a:normAutofit/>
          </a:bodyPr>
          <a:lstStyle>
            <a:lvl1pPr marL="0" indent="0" algn="l">
              <a:lnSpc>
                <a:spcPts val="1500"/>
              </a:lnSpc>
              <a:spcBef>
                <a:spcPts val="1500"/>
              </a:spcBef>
              <a:buNone/>
              <a:defRPr sz="1000">
                <a:solidFill>
                  <a:schemeClr val="tx1">
                    <a:lumMod val="65000"/>
                    <a:lumOff val="35000"/>
                  </a:schemeClr>
                </a:solidFill>
                <a:latin typeface="Source Sans Pro Light"/>
              </a:defRPr>
            </a:lvl1pPr>
          </a:lstStyle>
          <a:p>
            <a:pPr lvl="0"/>
            <a:endParaRPr lang="en-US" dirty="0" smtClean="0"/>
          </a:p>
        </p:txBody>
      </p:sp>
      <p:sp>
        <p:nvSpPr>
          <p:cNvPr id="33" name="Picture Placeholder 2"/>
          <p:cNvSpPr>
            <a:spLocks noGrp="1"/>
          </p:cNvSpPr>
          <p:nvPr>
            <p:ph type="pic" sz="quarter" idx="27"/>
          </p:nvPr>
        </p:nvSpPr>
        <p:spPr>
          <a:xfrm>
            <a:off x="6481428" y="2420967"/>
            <a:ext cx="2134156" cy="2896640"/>
          </a:xfrm>
          <a:ln w="19050">
            <a:noFill/>
          </a:ln>
        </p:spPr>
        <p:txBody>
          <a:bodyPr>
            <a:normAutofit/>
          </a:bodyPr>
          <a:lstStyle>
            <a:lvl1pPr marL="0" indent="0">
              <a:buNone/>
              <a:defRPr sz="1200">
                <a:solidFill>
                  <a:schemeClr val="bg1">
                    <a:lumMod val="50000"/>
                  </a:schemeClr>
                </a:solidFill>
                <a:latin typeface="Source Sans Pro Light"/>
              </a:defRPr>
            </a:lvl1pPr>
          </a:lstStyle>
          <a:p>
            <a:endParaRPr lang="en-US" dirty="0"/>
          </a:p>
        </p:txBody>
      </p:sp>
      <p:sp>
        <p:nvSpPr>
          <p:cNvPr id="3" name="Text Placeholder 2"/>
          <p:cNvSpPr>
            <a:spLocks noGrp="1"/>
          </p:cNvSpPr>
          <p:nvPr>
            <p:ph type="body" sz="quarter" idx="28"/>
          </p:nvPr>
        </p:nvSpPr>
        <p:spPr>
          <a:xfrm>
            <a:off x="4447239" y="3008750"/>
            <a:ext cx="381098" cy="380999"/>
          </a:xfrm>
        </p:spPr>
        <p:txBody>
          <a:bodyPr anchor="ctr">
            <a:noAutofit/>
          </a:bodyPr>
          <a:lstStyle>
            <a:lvl1pPr marL="0" indent="0" algn="ctr">
              <a:buFontTx/>
              <a:buNone/>
              <a:defRPr sz="3000">
                <a:solidFill>
                  <a:schemeClr val="bg1"/>
                </a:solidFill>
                <a:latin typeface="Source Sans Pro Light"/>
              </a:defRPr>
            </a:lvl1pPr>
            <a:lvl2pPr>
              <a:defRPr sz="3000">
                <a:latin typeface="Source Sans Pro Light"/>
              </a:defRPr>
            </a:lvl2pPr>
            <a:lvl3pPr>
              <a:defRPr sz="3000">
                <a:latin typeface="Source Sans Pro Light"/>
              </a:defRPr>
            </a:lvl3pPr>
            <a:lvl4pPr>
              <a:defRPr sz="3000">
                <a:latin typeface="Source Sans Pro Light"/>
              </a:defRPr>
            </a:lvl4pPr>
            <a:lvl5pPr>
              <a:defRPr sz="3000">
                <a:latin typeface="Source Sans Pro Light"/>
              </a:defRPr>
            </a:lvl5pPr>
          </a:lstStyle>
          <a:p>
            <a:pPr lvl="0"/>
            <a:endParaRPr lang="en-US" dirty="0"/>
          </a:p>
        </p:txBody>
      </p:sp>
      <p:sp>
        <p:nvSpPr>
          <p:cNvPr id="37" name="Text Placeholder 2"/>
          <p:cNvSpPr>
            <a:spLocks noGrp="1"/>
          </p:cNvSpPr>
          <p:nvPr>
            <p:ph type="body" sz="quarter" idx="29"/>
          </p:nvPr>
        </p:nvSpPr>
        <p:spPr>
          <a:xfrm>
            <a:off x="9487655" y="3008750"/>
            <a:ext cx="381098" cy="380999"/>
          </a:xfrm>
        </p:spPr>
        <p:txBody>
          <a:bodyPr anchor="ctr">
            <a:noAutofit/>
          </a:bodyPr>
          <a:lstStyle>
            <a:lvl1pPr marL="0" indent="0" algn="ctr">
              <a:buFontTx/>
              <a:buNone/>
              <a:defRPr sz="3000">
                <a:solidFill>
                  <a:schemeClr val="bg1"/>
                </a:solidFill>
                <a:latin typeface="Source Sans Pro Light"/>
              </a:defRPr>
            </a:lvl1pPr>
            <a:lvl2pPr>
              <a:defRPr sz="3000">
                <a:latin typeface="Source Sans Pro Light"/>
              </a:defRPr>
            </a:lvl2pPr>
            <a:lvl3pPr>
              <a:defRPr sz="3000">
                <a:latin typeface="Source Sans Pro Light"/>
              </a:defRPr>
            </a:lvl3pPr>
            <a:lvl4pPr>
              <a:defRPr sz="3000">
                <a:latin typeface="Source Sans Pro Light"/>
              </a:defRPr>
            </a:lvl4pPr>
            <a:lvl5pPr>
              <a:defRPr sz="3000">
                <a:latin typeface="Source Sans Pro Light"/>
              </a:defRPr>
            </a:lvl5pPr>
          </a:lstStyle>
          <a:p>
            <a:pPr lvl="0"/>
            <a:endParaRPr lang="en-US" dirty="0"/>
          </a:p>
        </p:txBody>
      </p:sp>
    </p:spTree>
    <p:extLst>
      <p:ext uri="{BB962C8B-B14F-4D97-AF65-F5344CB8AC3E}">
        <p14:creationId xmlns:p14="http://schemas.microsoft.com/office/powerpoint/2010/main" val="200399626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dissolve">
                                      <p:cBhvr>
                                        <p:cTn id="7" dur="500"/>
                                        <p:tgtEl>
                                          <p:spTgt spid="16"/>
                                        </p:tgtEl>
                                      </p:cBhvr>
                                    </p:animEffect>
                                  </p:childTnLst>
                                </p:cTn>
                              </p:par>
                            </p:childTnLst>
                          </p:cTn>
                        </p:par>
                        <p:par>
                          <p:cTn id="8" fill="hold">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23">
                                            <p:txEl>
                                              <p:pRg st="0" end="0"/>
                                            </p:txEl>
                                          </p:spTgt>
                                        </p:tgtEl>
                                        <p:attrNameLst>
                                          <p:attrName>style.visibility</p:attrName>
                                        </p:attrNameLst>
                                      </p:cBhvr>
                                      <p:to>
                                        <p:strVal val="visible"/>
                                      </p:to>
                                    </p:set>
                                    <p:animEffect transition="in" filter="dissolve">
                                      <p:cBhvr>
                                        <p:cTn id="11" dur="500"/>
                                        <p:tgtEl>
                                          <p:spTgt spid="23">
                                            <p:txEl>
                                              <p:pRg st="0" end="0"/>
                                            </p:txEl>
                                          </p:spTgt>
                                        </p:tgtEl>
                                      </p:cBhvr>
                                    </p:animEffect>
                                  </p:childTnLst>
                                </p:cTn>
                              </p:par>
                            </p:childTnLst>
                          </p:cTn>
                        </p:par>
                        <p:par>
                          <p:cTn id="12" fill="hold">
                            <p:stCondLst>
                              <p:cond delay="1000"/>
                            </p:stCondLst>
                            <p:childTnLst>
                              <p:par>
                                <p:cTn id="13" presetID="22" presetClass="entr" presetSubtype="1" fill="hold" nodeType="afterEffect">
                                  <p:stCondLst>
                                    <p:cond delay="0"/>
                                  </p:stCondLst>
                                  <p:childTnLst>
                                    <p:set>
                                      <p:cBhvr>
                                        <p:cTn id="14" dur="1" fill="hold">
                                          <p:stCondLst>
                                            <p:cond delay="0"/>
                                          </p:stCondLst>
                                        </p:cTn>
                                        <p:tgtEl>
                                          <p:spTgt spid="30"/>
                                        </p:tgtEl>
                                        <p:attrNameLst>
                                          <p:attrName>style.visibility</p:attrName>
                                        </p:attrNameLst>
                                      </p:cBhvr>
                                      <p:to>
                                        <p:strVal val="visible"/>
                                      </p:to>
                                    </p:set>
                                    <p:animEffect transition="in" filter="wipe(up)">
                                      <p:cBhvr>
                                        <p:cTn id="15" dur="500"/>
                                        <p:tgtEl>
                                          <p:spTgt spid="30"/>
                                        </p:tgtEl>
                                      </p:cBhvr>
                                    </p:animEffect>
                                  </p:childTnLst>
                                </p:cTn>
                              </p:par>
                            </p:childTnLst>
                          </p:cTn>
                        </p:par>
                        <p:par>
                          <p:cTn id="16" fill="hold">
                            <p:stCondLst>
                              <p:cond delay="1500"/>
                            </p:stCondLst>
                            <p:childTnLst>
                              <p:par>
                                <p:cTn id="17" presetID="10" presetClass="entr" presetSubtype="0" fill="hold" grpId="0" nodeType="afterEffect" nodePh="1">
                                  <p:stCondLst>
                                    <p:cond delay="0"/>
                                  </p:stCondLst>
                                  <p:endCondLst>
                                    <p:cond evt="begin" delay="0">
                                      <p:tn val="17"/>
                                    </p:cond>
                                  </p:endCondLst>
                                  <p:childTnLst>
                                    <p:set>
                                      <p:cBhvr>
                                        <p:cTn id="18" dur="1" fill="hold">
                                          <p:stCondLst>
                                            <p:cond delay="0"/>
                                          </p:stCondLst>
                                        </p:cTn>
                                        <p:tgtEl>
                                          <p:spTgt spid="57"/>
                                        </p:tgtEl>
                                        <p:attrNameLst>
                                          <p:attrName>style.visibility</p:attrName>
                                        </p:attrNameLst>
                                      </p:cBhvr>
                                      <p:to>
                                        <p:strVal val="visible"/>
                                      </p:to>
                                    </p:set>
                                    <p:animEffect transition="in" filter="fade">
                                      <p:cBhvr>
                                        <p:cTn id="19" dur="500"/>
                                        <p:tgtEl>
                                          <p:spTgt spid="57"/>
                                        </p:tgtEl>
                                      </p:cBhvr>
                                    </p:animEffect>
                                  </p:childTnLst>
                                </p:cTn>
                              </p:par>
                            </p:childTnLst>
                          </p:cTn>
                        </p:par>
                        <p:par>
                          <p:cTn id="20" fill="hold">
                            <p:stCondLst>
                              <p:cond delay="2000"/>
                            </p:stCondLst>
                            <p:childTnLst>
                              <p:par>
                                <p:cTn id="21" presetID="22" presetClass="entr" presetSubtype="8" fill="hold" grpId="0" nodeType="afterEffect">
                                  <p:stCondLst>
                                    <p:cond delay="0"/>
                                  </p:stCondLst>
                                  <p:childTnLst>
                                    <p:set>
                                      <p:cBhvr>
                                        <p:cTn id="22" dur="1" fill="hold">
                                          <p:stCondLst>
                                            <p:cond delay="0"/>
                                          </p:stCondLst>
                                        </p:cTn>
                                        <p:tgtEl>
                                          <p:spTgt spid="21"/>
                                        </p:tgtEl>
                                        <p:attrNameLst>
                                          <p:attrName>style.visibility</p:attrName>
                                        </p:attrNameLst>
                                      </p:cBhvr>
                                      <p:to>
                                        <p:strVal val="visible"/>
                                      </p:to>
                                    </p:set>
                                    <p:animEffect transition="in" filter="wipe(left)">
                                      <p:cBhvr>
                                        <p:cTn id="23" dur="500"/>
                                        <p:tgtEl>
                                          <p:spTgt spid="21"/>
                                        </p:tgtEl>
                                      </p:cBhvr>
                                    </p:animEffect>
                                  </p:childTnLst>
                                </p:cTn>
                              </p:par>
                              <p:par>
                                <p:cTn id="24" presetID="22" presetClass="entr" presetSubtype="8" fill="hold" grpId="0" nodeType="withEffect" nodePh="1">
                                  <p:stCondLst>
                                    <p:cond delay="0"/>
                                  </p:stCondLst>
                                  <p:endCondLst>
                                    <p:cond evt="begin" delay="0">
                                      <p:tn val="24"/>
                                    </p:cond>
                                  </p:endCondLst>
                                  <p:childTnLst>
                                    <p:set>
                                      <p:cBhvr>
                                        <p:cTn id="25" dur="1" fill="hold">
                                          <p:stCondLst>
                                            <p:cond delay="0"/>
                                          </p:stCondLst>
                                        </p:cTn>
                                        <p:tgtEl>
                                          <p:spTgt spid="3">
                                            <p:txEl>
                                              <p:pRg st="0" end="0"/>
                                            </p:txEl>
                                          </p:spTgt>
                                        </p:tgtEl>
                                        <p:attrNameLst>
                                          <p:attrName>style.visibility</p:attrName>
                                        </p:attrNameLst>
                                      </p:cBhvr>
                                      <p:to>
                                        <p:strVal val="visible"/>
                                      </p:to>
                                    </p:set>
                                    <p:animEffect transition="in" filter="wipe(left)">
                                      <p:cBhvr>
                                        <p:cTn id="26" dur="500"/>
                                        <p:tgtEl>
                                          <p:spTgt spid="3">
                                            <p:txEl>
                                              <p:pRg st="0" end="0"/>
                                            </p:txEl>
                                          </p:spTgt>
                                        </p:tgtEl>
                                      </p:cBhvr>
                                    </p:animEffect>
                                  </p:childTnLst>
                                </p:cTn>
                              </p:par>
                            </p:childTnLst>
                          </p:cTn>
                        </p:par>
                        <p:par>
                          <p:cTn id="27" fill="hold">
                            <p:stCondLst>
                              <p:cond delay="2500"/>
                            </p:stCondLst>
                            <p:childTnLst>
                              <p:par>
                                <p:cTn id="28" presetID="9" presetClass="entr" presetSubtype="0" fill="hold" grpId="0" nodeType="afterEffect" nodePh="1">
                                  <p:stCondLst>
                                    <p:cond delay="0"/>
                                  </p:stCondLst>
                                  <p:endCondLst>
                                    <p:cond evt="begin" delay="0">
                                      <p:tn val="28"/>
                                    </p:cond>
                                  </p:endCondLst>
                                  <p:childTnLst>
                                    <p:set>
                                      <p:cBhvr>
                                        <p:cTn id="29" dur="1" fill="hold">
                                          <p:stCondLst>
                                            <p:cond delay="0"/>
                                          </p:stCondLst>
                                        </p:cTn>
                                        <p:tgtEl>
                                          <p:spTgt spid="9">
                                            <p:txEl>
                                              <p:pRg st="0" end="0"/>
                                            </p:txEl>
                                          </p:spTgt>
                                        </p:tgtEl>
                                        <p:attrNameLst>
                                          <p:attrName>style.visibility</p:attrName>
                                        </p:attrNameLst>
                                      </p:cBhvr>
                                      <p:to>
                                        <p:strVal val="visible"/>
                                      </p:to>
                                    </p:set>
                                    <p:animEffect transition="in" filter="dissolve">
                                      <p:cBhvr>
                                        <p:cTn id="30" dur="500"/>
                                        <p:tgtEl>
                                          <p:spTgt spid="9">
                                            <p:txEl>
                                              <p:pRg st="0" end="0"/>
                                            </p:txEl>
                                          </p:spTgt>
                                        </p:tgtEl>
                                      </p:cBhvr>
                                    </p:animEffect>
                                  </p:childTnLst>
                                </p:cTn>
                              </p:par>
                            </p:childTnLst>
                          </p:cTn>
                        </p:par>
                        <p:par>
                          <p:cTn id="31" fill="hold">
                            <p:stCondLst>
                              <p:cond delay="3000"/>
                            </p:stCondLst>
                            <p:childTnLst>
                              <p:par>
                                <p:cTn id="32" presetID="9" presetClass="entr" presetSubtype="0" fill="hold" grpId="0" nodeType="afterEffect" nodePh="1">
                                  <p:stCondLst>
                                    <p:cond delay="0"/>
                                  </p:stCondLst>
                                  <p:endCondLst>
                                    <p:cond evt="begin" delay="0">
                                      <p:tn val="32"/>
                                    </p:cond>
                                  </p:endCondLst>
                                  <p:childTnLst>
                                    <p:set>
                                      <p:cBhvr>
                                        <p:cTn id="33" dur="1" fill="hold">
                                          <p:stCondLst>
                                            <p:cond delay="0"/>
                                          </p:stCondLst>
                                        </p:cTn>
                                        <p:tgtEl>
                                          <p:spTgt spid="10">
                                            <p:txEl>
                                              <p:pRg st="0" end="0"/>
                                            </p:txEl>
                                          </p:spTgt>
                                        </p:tgtEl>
                                        <p:attrNameLst>
                                          <p:attrName>style.visibility</p:attrName>
                                        </p:attrNameLst>
                                      </p:cBhvr>
                                      <p:to>
                                        <p:strVal val="visible"/>
                                      </p:to>
                                    </p:set>
                                    <p:animEffect transition="in" filter="dissolve">
                                      <p:cBhvr>
                                        <p:cTn id="34" dur="500"/>
                                        <p:tgtEl>
                                          <p:spTgt spid="10">
                                            <p:txEl>
                                              <p:pRg st="0" end="0"/>
                                            </p:txEl>
                                          </p:spTgt>
                                        </p:tgtEl>
                                      </p:cBhvr>
                                    </p:animEffect>
                                  </p:childTnLst>
                                </p:cTn>
                              </p:par>
                            </p:childTnLst>
                          </p:cTn>
                        </p:par>
                        <p:par>
                          <p:cTn id="35" fill="hold">
                            <p:stCondLst>
                              <p:cond delay="3500"/>
                            </p:stCondLst>
                            <p:childTnLst>
                              <p:par>
                                <p:cTn id="36" presetID="22" presetClass="entr" presetSubtype="1" fill="hold" nodeType="afterEffect">
                                  <p:stCondLst>
                                    <p:cond delay="0"/>
                                  </p:stCondLst>
                                  <p:childTnLst>
                                    <p:set>
                                      <p:cBhvr>
                                        <p:cTn id="37" dur="1" fill="hold">
                                          <p:stCondLst>
                                            <p:cond delay="0"/>
                                          </p:stCondLst>
                                        </p:cTn>
                                        <p:tgtEl>
                                          <p:spTgt spid="27"/>
                                        </p:tgtEl>
                                        <p:attrNameLst>
                                          <p:attrName>style.visibility</p:attrName>
                                        </p:attrNameLst>
                                      </p:cBhvr>
                                      <p:to>
                                        <p:strVal val="visible"/>
                                      </p:to>
                                    </p:set>
                                    <p:animEffect transition="in" filter="wipe(up)">
                                      <p:cBhvr>
                                        <p:cTn id="38" dur="500"/>
                                        <p:tgtEl>
                                          <p:spTgt spid="27"/>
                                        </p:tgtEl>
                                      </p:cBhvr>
                                    </p:animEffect>
                                  </p:childTnLst>
                                </p:cTn>
                              </p:par>
                            </p:childTnLst>
                          </p:cTn>
                        </p:par>
                        <p:par>
                          <p:cTn id="39" fill="hold">
                            <p:stCondLst>
                              <p:cond delay="4000"/>
                            </p:stCondLst>
                            <p:childTnLst>
                              <p:par>
                                <p:cTn id="40" presetID="10" presetClass="entr" presetSubtype="0" fill="hold" grpId="0" nodeType="afterEffect" nodePh="1">
                                  <p:stCondLst>
                                    <p:cond delay="0"/>
                                  </p:stCondLst>
                                  <p:endCondLst>
                                    <p:cond evt="begin" delay="0">
                                      <p:tn val="40"/>
                                    </p:cond>
                                  </p:endCondLst>
                                  <p:childTnLst>
                                    <p:set>
                                      <p:cBhvr>
                                        <p:cTn id="41" dur="1" fill="hold">
                                          <p:stCondLst>
                                            <p:cond delay="0"/>
                                          </p:stCondLst>
                                        </p:cTn>
                                        <p:tgtEl>
                                          <p:spTgt spid="33"/>
                                        </p:tgtEl>
                                        <p:attrNameLst>
                                          <p:attrName>style.visibility</p:attrName>
                                        </p:attrNameLst>
                                      </p:cBhvr>
                                      <p:to>
                                        <p:strVal val="visible"/>
                                      </p:to>
                                    </p:set>
                                    <p:animEffect transition="in" filter="fade">
                                      <p:cBhvr>
                                        <p:cTn id="42" dur="500"/>
                                        <p:tgtEl>
                                          <p:spTgt spid="33"/>
                                        </p:tgtEl>
                                      </p:cBhvr>
                                    </p:animEffect>
                                  </p:childTnLst>
                                </p:cTn>
                              </p:par>
                            </p:childTnLst>
                          </p:cTn>
                        </p:par>
                        <p:par>
                          <p:cTn id="43" fill="hold">
                            <p:stCondLst>
                              <p:cond delay="4500"/>
                            </p:stCondLst>
                            <p:childTnLst>
                              <p:par>
                                <p:cTn id="44" presetID="22" presetClass="entr" presetSubtype="8" fill="hold" grpId="0" nodeType="afterEffect">
                                  <p:stCondLst>
                                    <p:cond delay="0"/>
                                  </p:stCondLst>
                                  <p:childTnLst>
                                    <p:set>
                                      <p:cBhvr>
                                        <p:cTn id="45" dur="1" fill="hold">
                                          <p:stCondLst>
                                            <p:cond delay="0"/>
                                          </p:stCondLst>
                                        </p:cTn>
                                        <p:tgtEl>
                                          <p:spTgt spid="18"/>
                                        </p:tgtEl>
                                        <p:attrNameLst>
                                          <p:attrName>style.visibility</p:attrName>
                                        </p:attrNameLst>
                                      </p:cBhvr>
                                      <p:to>
                                        <p:strVal val="visible"/>
                                      </p:to>
                                    </p:set>
                                    <p:animEffect transition="in" filter="wipe(left)">
                                      <p:cBhvr>
                                        <p:cTn id="46" dur="500"/>
                                        <p:tgtEl>
                                          <p:spTgt spid="18"/>
                                        </p:tgtEl>
                                      </p:cBhvr>
                                    </p:animEffect>
                                  </p:childTnLst>
                                </p:cTn>
                              </p:par>
                              <p:par>
                                <p:cTn id="47" presetID="22" presetClass="entr" presetSubtype="8" fill="hold" grpId="0" nodeType="withEffect" nodePh="1">
                                  <p:stCondLst>
                                    <p:cond delay="0"/>
                                  </p:stCondLst>
                                  <p:endCondLst>
                                    <p:cond evt="begin" delay="0">
                                      <p:tn val="47"/>
                                    </p:cond>
                                  </p:endCondLst>
                                  <p:childTnLst>
                                    <p:set>
                                      <p:cBhvr>
                                        <p:cTn id="48" dur="1" fill="hold">
                                          <p:stCondLst>
                                            <p:cond delay="0"/>
                                          </p:stCondLst>
                                        </p:cTn>
                                        <p:tgtEl>
                                          <p:spTgt spid="37">
                                            <p:txEl>
                                              <p:pRg st="0" end="0"/>
                                            </p:txEl>
                                          </p:spTgt>
                                        </p:tgtEl>
                                        <p:attrNameLst>
                                          <p:attrName>style.visibility</p:attrName>
                                        </p:attrNameLst>
                                      </p:cBhvr>
                                      <p:to>
                                        <p:strVal val="visible"/>
                                      </p:to>
                                    </p:set>
                                    <p:animEffect transition="in" filter="wipe(left)">
                                      <p:cBhvr>
                                        <p:cTn id="49" dur="500"/>
                                        <p:tgtEl>
                                          <p:spTgt spid="37">
                                            <p:txEl>
                                              <p:pRg st="0" end="0"/>
                                            </p:txEl>
                                          </p:spTgt>
                                        </p:tgtEl>
                                      </p:cBhvr>
                                    </p:animEffect>
                                  </p:childTnLst>
                                </p:cTn>
                              </p:par>
                            </p:childTnLst>
                          </p:cTn>
                        </p:par>
                        <p:par>
                          <p:cTn id="50" fill="hold">
                            <p:stCondLst>
                              <p:cond delay="5000"/>
                            </p:stCondLst>
                            <p:childTnLst>
                              <p:par>
                                <p:cTn id="51" presetID="9" presetClass="entr" presetSubtype="0" fill="hold" grpId="0" nodeType="afterEffect" nodePh="1">
                                  <p:stCondLst>
                                    <p:cond delay="0"/>
                                  </p:stCondLst>
                                  <p:endCondLst>
                                    <p:cond evt="begin" delay="0">
                                      <p:tn val="51"/>
                                    </p:cond>
                                  </p:endCondLst>
                                  <p:childTnLst>
                                    <p:set>
                                      <p:cBhvr>
                                        <p:cTn id="52" dur="1" fill="hold">
                                          <p:stCondLst>
                                            <p:cond delay="0"/>
                                          </p:stCondLst>
                                        </p:cTn>
                                        <p:tgtEl>
                                          <p:spTgt spid="69">
                                            <p:txEl>
                                              <p:pRg st="0" end="0"/>
                                            </p:txEl>
                                          </p:spTgt>
                                        </p:tgtEl>
                                        <p:attrNameLst>
                                          <p:attrName>style.visibility</p:attrName>
                                        </p:attrNameLst>
                                      </p:cBhvr>
                                      <p:to>
                                        <p:strVal val="visible"/>
                                      </p:to>
                                    </p:set>
                                    <p:animEffect transition="in" filter="dissolve">
                                      <p:cBhvr>
                                        <p:cTn id="53" dur="500"/>
                                        <p:tgtEl>
                                          <p:spTgt spid="69">
                                            <p:txEl>
                                              <p:pRg st="0" end="0"/>
                                            </p:txEl>
                                          </p:spTgt>
                                        </p:tgtEl>
                                      </p:cBhvr>
                                    </p:animEffect>
                                  </p:childTnLst>
                                </p:cTn>
                              </p:par>
                            </p:childTnLst>
                          </p:cTn>
                        </p:par>
                        <p:par>
                          <p:cTn id="54" fill="hold">
                            <p:stCondLst>
                              <p:cond delay="5500"/>
                            </p:stCondLst>
                            <p:childTnLst>
                              <p:par>
                                <p:cTn id="55" presetID="9" presetClass="entr" presetSubtype="0" fill="hold" grpId="0" nodeType="afterEffect" nodePh="1">
                                  <p:stCondLst>
                                    <p:cond delay="0"/>
                                  </p:stCondLst>
                                  <p:endCondLst>
                                    <p:cond evt="begin" delay="0">
                                      <p:tn val="55"/>
                                    </p:cond>
                                  </p:endCondLst>
                                  <p:childTnLst>
                                    <p:set>
                                      <p:cBhvr>
                                        <p:cTn id="56" dur="1" fill="hold">
                                          <p:stCondLst>
                                            <p:cond delay="0"/>
                                          </p:stCondLst>
                                        </p:cTn>
                                        <p:tgtEl>
                                          <p:spTgt spid="70">
                                            <p:txEl>
                                              <p:pRg st="0" end="0"/>
                                            </p:txEl>
                                          </p:spTgt>
                                        </p:tgtEl>
                                        <p:attrNameLst>
                                          <p:attrName>style.visibility</p:attrName>
                                        </p:attrNameLst>
                                      </p:cBhvr>
                                      <p:to>
                                        <p:strVal val="visible"/>
                                      </p:to>
                                    </p:set>
                                    <p:animEffect transition="in" filter="dissolve">
                                      <p:cBhvr>
                                        <p:cTn id="57" dur="500"/>
                                        <p:tgtEl>
                                          <p:spTgt spid="70">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21" grpId="0" animBg="1"/>
      <p:bldP spid="16" grpId="0"/>
      <p:bldP spid="23" grpId="0" build="p">
        <p:tmplLst>
          <p:tmpl lvl="1">
            <p:tnLst>
              <p:par>
                <p:cTn presetID="9" presetClass="entr" presetSubtype="0" fill="hold" nodeType="afterEffect">
                  <p:stCondLst>
                    <p:cond delay="0"/>
                  </p:stCondLst>
                  <p:childTnLst>
                    <p:set>
                      <p:cBhvr>
                        <p:cTn dur="1" fill="hold">
                          <p:stCondLst>
                            <p:cond delay="0"/>
                          </p:stCondLst>
                        </p:cTn>
                        <p:tgtEl>
                          <p:spTgt spid="23"/>
                        </p:tgtEl>
                        <p:attrNameLst>
                          <p:attrName>style.visibility</p:attrName>
                        </p:attrNameLst>
                      </p:cBhvr>
                      <p:to>
                        <p:strVal val="visible"/>
                      </p:to>
                    </p:set>
                    <p:animEffect transition="in" filter="dissolve">
                      <p:cBhvr>
                        <p:cTn dur="500"/>
                        <p:tgtEl>
                          <p:spTgt spid="23"/>
                        </p:tgtEl>
                      </p:cBhvr>
                    </p:animEffect>
                  </p:childTnLst>
                </p:cTn>
              </p:par>
            </p:tnLst>
          </p:tmpl>
        </p:tmplLst>
      </p:bldP>
      <p:bldP spid="9" grpId="0" build="p">
        <p:tmplLst>
          <p:tmpl lvl="1">
            <p:tnLst>
              <p:par>
                <p:cTn presetID="9" presetClass="entr" presetSubtype="0" fill="hold" nodeType="afterEffect" nodePh="1">
                  <p:stCondLst>
                    <p:cond delay="0"/>
                  </p:stCondLst>
                  <p:endCondLst>
                    <p:cond delay="0"/>
                  </p:endCondLst>
                  <p:childTnLst>
                    <p:set>
                      <p:cBhvr>
                        <p:cTn dur="1" fill="hold">
                          <p:stCondLst>
                            <p:cond delay="0"/>
                          </p:stCondLst>
                        </p:cTn>
                        <p:tgtEl>
                          <p:spTgt spid="9"/>
                        </p:tgtEl>
                        <p:attrNameLst>
                          <p:attrName>style.visibility</p:attrName>
                        </p:attrNameLst>
                      </p:cBhvr>
                      <p:to>
                        <p:strVal val="visible"/>
                      </p:to>
                    </p:set>
                    <p:animEffect transition="in" filter="dissolve">
                      <p:cBhvr>
                        <p:cTn dur="500"/>
                        <p:tgtEl>
                          <p:spTgt spid="9"/>
                        </p:tgtEl>
                      </p:cBhvr>
                    </p:animEffect>
                  </p:childTnLst>
                </p:cTn>
              </p:par>
            </p:tnLst>
          </p:tmpl>
        </p:tmplLst>
      </p:bldP>
      <p:bldP spid="10" grpId="0" build="p">
        <p:tmplLst>
          <p:tmpl lvl="1">
            <p:tnLst>
              <p:par>
                <p:cTn presetID="9" presetClass="entr" presetSubtype="0" fill="hold" nodeType="afterEffect" nodePh="1">
                  <p:stCondLst>
                    <p:cond delay="0"/>
                  </p:stCondLst>
                  <p:endCondLst>
                    <p:cond delay="0"/>
                  </p:endCondLst>
                  <p:childTnLst>
                    <p:set>
                      <p:cBhvr>
                        <p:cTn dur="1" fill="hold">
                          <p:stCondLst>
                            <p:cond delay="0"/>
                          </p:stCondLst>
                        </p:cTn>
                        <p:tgtEl>
                          <p:spTgt spid="10"/>
                        </p:tgtEl>
                        <p:attrNameLst>
                          <p:attrName>style.visibility</p:attrName>
                        </p:attrNameLst>
                      </p:cBhvr>
                      <p:to>
                        <p:strVal val="visible"/>
                      </p:to>
                    </p:set>
                    <p:animEffect transition="in" filter="dissolve">
                      <p:cBhvr>
                        <p:cTn dur="500"/>
                        <p:tgtEl>
                          <p:spTgt spid="10"/>
                        </p:tgtEl>
                      </p:cBhvr>
                    </p:animEffect>
                  </p:childTnLst>
                </p:cTn>
              </p:par>
            </p:tnLst>
          </p:tmpl>
        </p:tmplLst>
      </p:bldP>
      <p:bldP spid="57" grpId="0"/>
      <p:bldP spid="69" grpId="0" build="p">
        <p:tmplLst>
          <p:tmpl lvl="1">
            <p:tnLst>
              <p:par>
                <p:cTn presetID="9" presetClass="entr" presetSubtype="0" fill="hold" nodeType="afterEffect" nodePh="1">
                  <p:stCondLst>
                    <p:cond delay="0"/>
                  </p:stCondLst>
                  <p:endCondLst>
                    <p:cond delay="0"/>
                  </p:endCondLst>
                  <p:childTnLst>
                    <p:set>
                      <p:cBhvr>
                        <p:cTn dur="1" fill="hold">
                          <p:stCondLst>
                            <p:cond delay="0"/>
                          </p:stCondLst>
                        </p:cTn>
                        <p:tgtEl>
                          <p:spTgt spid="69"/>
                        </p:tgtEl>
                        <p:attrNameLst>
                          <p:attrName>style.visibility</p:attrName>
                        </p:attrNameLst>
                      </p:cBhvr>
                      <p:to>
                        <p:strVal val="visible"/>
                      </p:to>
                    </p:set>
                    <p:animEffect transition="in" filter="dissolve">
                      <p:cBhvr>
                        <p:cTn dur="500"/>
                        <p:tgtEl>
                          <p:spTgt spid="69"/>
                        </p:tgtEl>
                      </p:cBhvr>
                    </p:animEffect>
                  </p:childTnLst>
                </p:cTn>
              </p:par>
            </p:tnLst>
          </p:tmpl>
        </p:tmplLst>
      </p:bldP>
      <p:bldP spid="70" grpId="0" build="p">
        <p:tmplLst>
          <p:tmpl lvl="1">
            <p:tnLst>
              <p:par>
                <p:cTn presetID="9" presetClass="entr" presetSubtype="0" fill="hold" nodeType="afterEffect" nodePh="1">
                  <p:stCondLst>
                    <p:cond delay="0"/>
                  </p:stCondLst>
                  <p:endCondLst>
                    <p:cond delay="0"/>
                  </p:endCondLst>
                  <p:childTnLst>
                    <p:set>
                      <p:cBhvr>
                        <p:cTn dur="1" fill="hold">
                          <p:stCondLst>
                            <p:cond delay="0"/>
                          </p:stCondLst>
                        </p:cTn>
                        <p:tgtEl>
                          <p:spTgt spid="70"/>
                        </p:tgtEl>
                        <p:attrNameLst>
                          <p:attrName>style.visibility</p:attrName>
                        </p:attrNameLst>
                      </p:cBhvr>
                      <p:to>
                        <p:strVal val="visible"/>
                      </p:to>
                    </p:set>
                    <p:animEffect transition="in" filter="dissolve">
                      <p:cBhvr>
                        <p:cTn dur="500"/>
                        <p:tgtEl>
                          <p:spTgt spid="70"/>
                        </p:tgtEl>
                      </p:cBhvr>
                    </p:animEffect>
                  </p:childTnLst>
                </p:cTn>
              </p:par>
            </p:tnLst>
          </p:tmpl>
        </p:tmplLst>
      </p:bldP>
      <p:bldP spid="33" grpId="0"/>
      <p:bldP spid="3" grpId="0" build="p">
        <p:tmplLst>
          <p:tmpl lvl="1">
            <p:tnLst>
              <p:par>
                <p:cTn presetID="22" presetClass="entr" presetSubtype="8" fill="hold" nodeType="withEffect" nodePh="1">
                  <p:stCondLst>
                    <p:cond delay="0"/>
                  </p:stCondLst>
                  <p:endCondLst>
                    <p:cond delay="0"/>
                  </p:endCondLst>
                  <p:childTnLst>
                    <p:set>
                      <p:cBhvr>
                        <p:cTn dur="1" fill="hold">
                          <p:stCondLst>
                            <p:cond delay="0"/>
                          </p:stCondLst>
                        </p:cTn>
                        <p:tgtEl>
                          <p:spTgt spid="3"/>
                        </p:tgtEl>
                        <p:attrNameLst>
                          <p:attrName>style.visibility</p:attrName>
                        </p:attrNameLst>
                      </p:cBhvr>
                      <p:to>
                        <p:strVal val="visible"/>
                      </p:to>
                    </p:set>
                    <p:animEffect transition="in" filter="wipe(left)">
                      <p:cBhvr>
                        <p:cTn dur="500"/>
                        <p:tgtEl>
                          <p:spTgt spid="3"/>
                        </p:tgtEl>
                      </p:cBhvr>
                    </p:animEffect>
                  </p:childTnLst>
                </p:cTn>
              </p:par>
            </p:tnLst>
          </p:tmpl>
        </p:tmplLst>
      </p:bldP>
      <p:bldP spid="37" grpId="0" build="p">
        <p:tmplLst>
          <p:tmpl lvl="1">
            <p:tnLst>
              <p:par>
                <p:cTn presetID="22" presetClass="entr" presetSubtype="8" fill="hold" nodeType="withEffect" nodePh="1">
                  <p:stCondLst>
                    <p:cond delay="0"/>
                  </p:stCondLst>
                  <p:endCondLst>
                    <p:cond delay="0"/>
                  </p:endCondLst>
                  <p:childTnLst>
                    <p:set>
                      <p:cBhvr>
                        <p:cTn dur="1" fill="hold">
                          <p:stCondLst>
                            <p:cond delay="0"/>
                          </p:stCondLst>
                        </p:cTn>
                        <p:tgtEl>
                          <p:spTgt spid="37"/>
                        </p:tgtEl>
                        <p:attrNameLst>
                          <p:attrName>style.visibility</p:attrName>
                        </p:attrNameLst>
                      </p:cBhvr>
                      <p:to>
                        <p:strVal val="visible"/>
                      </p:to>
                    </p:set>
                    <p:animEffect transition="in" filter="wipe(left)">
                      <p:cBhvr>
                        <p:cTn dur="500"/>
                        <p:tgtEl>
                          <p:spTgt spid="37"/>
                        </p:tgtEl>
                      </p:cBhvr>
                    </p:animEffect>
                  </p:childTnLst>
                </p:cTn>
              </p:par>
            </p:tnLst>
          </p:tmpl>
        </p:tmplLst>
      </p:bldP>
    </p:bldLst>
  </p:timing>
</p:sldLayout>
</file>

<file path=ppt/slideLayouts/slideLayout143.xml><?xml version="1.0" encoding="utf-8"?>
<p:sldLayout xmlns:a="http://schemas.openxmlformats.org/drawingml/2006/main" xmlns:r="http://schemas.openxmlformats.org/officeDocument/2006/relationships" xmlns:p="http://schemas.openxmlformats.org/presentationml/2006/main" userDrawn="1">
  <p:cSld name="25_Title Slide">
    <p:spTree>
      <p:nvGrpSpPr>
        <p:cNvPr id="1" name=""/>
        <p:cNvGrpSpPr/>
        <p:nvPr/>
      </p:nvGrpSpPr>
      <p:grpSpPr>
        <a:xfrm>
          <a:off x="0" y="0"/>
          <a:ext cx="0" cy="0"/>
          <a:chOff x="0" y="0"/>
          <a:chExt cx="0" cy="0"/>
        </a:xfrm>
      </p:grpSpPr>
      <p:grpSp>
        <p:nvGrpSpPr>
          <p:cNvPr id="68" name="Group 67"/>
          <p:cNvGrpSpPr/>
          <p:nvPr userDrawn="1"/>
        </p:nvGrpSpPr>
        <p:grpSpPr>
          <a:xfrm>
            <a:off x="1624758" y="1301630"/>
            <a:ext cx="2260866" cy="4444878"/>
            <a:chOff x="983432" y="329743"/>
            <a:chExt cx="2747755" cy="5403513"/>
          </a:xfrm>
        </p:grpSpPr>
        <p:grpSp>
          <p:nvGrpSpPr>
            <p:cNvPr id="69" name="Group 68"/>
            <p:cNvGrpSpPr/>
            <p:nvPr/>
          </p:nvGrpSpPr>
          <p:grpSpPr>
            <a:xfrm>
              <a:off x="983432" y="329743"/>
              <a:ext cx="2747755" cy="5403513"/>
              <a:chOff x="10007600" y="6019800"/>
              <a:chExt cx="3363917" cy="7113589"/>
            </a:xfrm>
          </p:grpSpPr>
          <p:sp>
            <p:nvSpPr>
              <p:cNvPr id="71" name="AutoShape 12"/>
              <p:cNvSpPr>
                <a:spLocks/>
              </p:cNvSpPr>
              <p:nvPr/>
            </p:nvSpPr>
            <p:spPr bwMode="auto">
              <a:xfrm>
                <a:off x="12496800" y="6019800"/>
                <a:ext cx="427038" cy="5715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599" y="21600"/>
                    </a:moveTo>
                    <a:lnTo>
                      <a:pt x="0" y="21600"/>
                    </a:lnTo>
                    <a:lnTo>
                      <a:pt x="0" y="0"/>
                    </a:lnTo>
                    <a:lnTo>
                      <a:pt x="21599" y="0"/>
                    </a:lnTo>
                    <a:cubicBezTo>
                      <a:pt x="21599" y="0"/>
                      <a:pt x="21599" y="21600"/>
                      <a:pt x="21599" y="21600"/>
                    </a:cubicBezTo>
                    <a:close/>
                  </a:path>
                </a:pathLst>
              </a:custGeom>
              <a:solidFill>
                <a:schemeClr val="bg1">
                  <a:lumMod val="75000"/>
                </a:scheme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38100" tIns="38100" rIns="38100" bIns="38100" anchor="ctr"/>
              <a:lstStyle>
                <a:lvl1pPr defTabSz="457200">
                  <a:defRPr sz="5600">
                    <a:solidFill>
                      <a:srgbClr val="000000"/>
                    </a:solidFill>
                    <a:latin typeface="Gill Sans" charset="0"/>
                    <a:ea typeface="Gill Sans" charset="0"/>
                    <a:cs typeface="Gill Sans" charset="0"/>
                    <a:sym typeface="Gill Sans" charset="0"/>
                  </a:defRPr>
                </a:lvl1pPr>
                <a:lvl2pPr defTabSz="457200">
                  <a:defRPr sz="5600">
                    <a:solidFill>
                      <a:srgbClr val="000000"/>
                    </a:solidFill>
                    <a:latin typeface="Gill Sans" charset="0"/>
                    <a:ea typeface="Gill Sans" charset="0"/>
                    <a:cs typeface="Gill Sans" charset="0"/>
                    <a:sym typeface="Gill Sans" charset="0"/>
                  </a:defRPr>
                </a:lvl2pPr>
                <a:lvl3pPr defTabSz="457200">
                  <a:defRPr sz="5600">
                    <a:solidFill>
                      <a:srgbClr val="000000"/>
                    </a:solidFill>
                    <a:latin typeface="Gill Sans" charset="0"/>
                    <a:ea typeface="Gill Sans" charset="0"/>
                    <a:cs typeface="Gill Sans" charset="0"/>
                    <a:sym typeface="Gill Sans" charset="0"/>
                  </a:defRPr>
                </a:lvl3pPr>
                <a:lvl4pPr defTabSz="457200">
                  <a:defRPr sz="5600">
                    <a:solidFill>
                      <a:srgbClr val="000000"/>
                    </a:solidFill>
                    <a:latin typeface="Gill Sans" charset="0"/>
                    <a:ea typeface="Gill Sans" charset="0"/>
                    <a:cs typeface="Gill Sans" charset="0"/>
                    <a:sym typeface="Gill Sans" charset="0"/>
                  </a:defRPr>
                </a:lvl4pPr>
                <a:lvl5pPr defTabSz="457200">
                  <a:defRPr sz="5600">
                    <a:solidFill>
                      <a:srgbClr val="000000"/>
                    </a:solidFill>
                    <a:latin typeface="Gill Sans" charset="0"/>
                    <a:ea typeface="Gill Sans" charset="0"/>
                    <a:cs typeface="Gill Sans" charset="0"/>
                    <a:sym typeface="Gill Sans" charset="0"/>
                  </a:defRPr>
                </a:lvl5pPr>
                <a:lvl6pPr marL="18288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6pPr>
                <a:lvl7pPr marL="22860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7pPr>
                <a:lvl8pPr marL="27432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8pPr>
                <a:lvl9pPr marL="32004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9pPr>
              </a:lstStyle>
              <a:p>
                <a:pPr algn="ctr" fontAlgn="auto">
                  <a:spcBef>
                    <a:spcPts val="0"/>
                  </a:spcBef>
                  <a:spcAft>
                    <a:spcPts val="0"/>
                  </a:spcAft>
                  <a:defRPr/>
                </a:pPr>
                <a:endParaRPr lang="en-US" sz="3000" smtClean="0">
                  <a:solidFill>
                    <a:srgbClr val="FFFFFF"/>
                  </a:solidFill>
                  <a:effectLst>
                    <a:outerShdw blurRad="38100" dist="38100" dir="2700000" algn="tl">
                      <a:srgbClr val="000000"/>
                    </a:outerShdw>
                  </a:effectLst>
                </a:endParaRPr>
              </a:p>
            </p:txBody>
          </p:sp>
          <p:sp>
            <p:nvSpPr>
              <p:cNvPr id="72" name="AutoShape 13"/>
              <p:cNvSpPr>
                <a:spLocks/>
              </p:cNvSpPr>
              <p:nvPr/>
            </p:nvSpPr>
            <p:spPr bwMode="auto">
              <a:xfrm>
                <a:off x="10007600" y="7658100"/>
                <a:ext cx="44450" cy="24288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599" y="21600"/>
                    </a:moveTo>
                    <a:lnTo>
                      <a:pt x="0" y="21600"/>
                    </a:lnTo>
                    <a:lnTo>
                      <a:pt x="0" y="0"/>
                    </a:lnTo>
                    <a:lnTo>
                      <a:pt x="21599" y="0"/>
                    </a:lnTo>
                    <a:cubicBezTo>
                      <a:pt x="21599" y="0"/>
                      <a:pt x="21599" y="21600"/>
                      <a:pt x="21599" y="21600"/>
                    </a:cubicBezTo>
                    <a:close/>
                  </a:path>
                </a:pathLst>
              </a:custGeom>
              <a:solidFill>
                <a:schemeClr val="bg1">
                  <a:lumMod val="75000"/>
                </a:scheme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38100" tIns="38100" rIns="38100" bIns="38100" anchor="ctr"/>
              <a:lstStyle>
                <a:lvl1pPr defTabSz="457200">
                  <a:defRPr sz="5600">
                    <a:solidFill>
                      <a:srgbClr val="000000"/>
                    </a:solidFill>
                    <a:latin typeface="Gill Sans" charset="0"/>
                    <a:ea typeface="Gill Sans" charset="0"/>
                    <a:cs typeface="Gill Sans" charset="0"/>
                    <a:sym typeface="Gill Sans" charset="0"/>
                  </a:defRPr>
                </a:lvl1pPr>
                <a:lvl2pPr defTabSz="457200">
                  <a:defRPr sz="5600">
                    <a:solidFill>
                      <a:srgbClr val="000000"/>
                    </a:solidFill>
                    <a:latin typeface="Gill Sans" charset="0"/>
                    <a:ea typeface="Gill Sans" charset="0"/>
                    <a:cs typeface="Gill Sans" charset="0"/>
                    <a:sym typeface="Gill Sans" charset="0"/>
                  </a:defRPr>
                </a:lvl2pPr>
                <a:lvl3pPr defTabSz="457200">
                  <a:defRPr sz="5600">
                    <a:solidFill>
                      <a:srgbClr val="000000"/>
                    </a:solidFill>
                    <a:latin typeface="Gill Sans" charset="0"/>
                    <a:ea typeface="Gill Sans" charset="0"/>
                    <a:cs typeface="Gill Sans" charset="0"/>
                    <a:sym typeface="Gill Sans" charset="0"/>
                  </a:defRPr>
                </a:lvl3pPr>
                <a:lvl4pPr defTabSz="457200">
                  <a:defRPr sz="5600">
                    <a:solidFill>
                      <a:srgbClr val="000000"/>
                    </a:solidFill>
                    <a:latin typeface="Gill Sans" charset="0"/>
                    <a:ea typeface="Gill Sans" charset="0"/>
                    <a:cs typeface="Gill Sans" charset="0"/>
                    <a:sym typeface="Gill Sans" charset="0"/>
                  </a:defRPr>
                </a:lvl4pPr>
                <a:lvl5pPr defTabSz="457200">
                  <a:defRPr sz="5600">
                    <a:solidFill>
                      <a:srgbClr val="000000"/>
                    </a:solidFill>
                    <a:latin typeface="Gill Sans" charset="0"/>
                    <a:ea typeface="Gill Sans" charset="0"/>
                    <a:cs typeface="Gill Sans" charset="0"/>
                    <a:sym typeface="Gill Sans" charset="0"/>
                  </a:defRPr>
                </a:lvl5pPr>
                <a:lvl6pPr marL="18288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6pPr>
                <a:lvl7pPr marL="22860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7pPr>
                <a:lvl8pPr marL="27432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8pPr>
                <a:lvl9pPr marL="32004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9pPr>
              </a:lstStyle>
              <a:p>
                <a:pPr algn="ctr" fontAlgn="auto">
                  <a:spcBef>
                    <a:spcPts val="0"/>
                  </a:spcBef>
                  <a:spcAft>
                    <a:spcPts val="0"/>
                  </a:spcAft>
                  <a:defRPr/>
                </a:pPr>
                <a:endParaRPr lang="en-US" sz="3000" smtClean="0">
                  <a:solidFill>
                    <a:srgbClr val="FFFFFF"/>
                  </a:solidFill>
                  <a:effectLst>
                    <a:outerShdw blurRad="38100" dist="38100" dir="2700000" algn="tl">
                      <a:srgbClr val="000000"/>
                    </a:outerShdw>
                  </a:effectLst>
                </a:endParaRPr>
              </a:p>
            </p:txBody>
          </p:sp>
          <p:sp>
            <p:nvSpPr>
              <p:cNvPr id="73" name="AutoShape 14"/>
              <p:cNvSpPr>
                <a:spLocks/>
              </p:cNvSpPr>
              <p:nvPr/>
            </p:nvSpPr>
            <p:spPr bwMode="auto">
              <a:xfrm>
                <a:off x="10007600" y="7366000"/>
                <a:ext cx="44450" cy="24288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599" y="21599"/>
                    </a:moveTo>
                    <a:lnTo>
                      <a:pt x="0" y="21599"/>
                    </a:lnTo>
                    <a:lnTo>
                      <a:pt x="0" y="0"/>
                    </a:lnTo>
                    <a:lnTo>
                      <a:pt x="21599" y="0"/>
                    </a:lnTo>
                    <a:cubicBezTo>
                      <a:pt x="21599" y="0"/>
                      <a:pt x="21599" y="21599"/>
                      <a:pt x="21599" y="21599"/>
                    </a:cubicBezTo>
                    <a:close/>
                  </a:path>
                </a:pathLst>
              </a:custGeom>
              <a:solidFill>
                <a:schemeClr val="bg1">
                  <a:lumMod val="75000"/>
                </a:scheme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38100" tIns="38100" rIns="38100" bIns="38100" anchor="ctr"/>
              <a:lstStyle>
                <a:lvl1pPr defTabSz="457200">
                  <a:defRPr sz="5600">
                    <a:solidFill>
                      <a:srgbClr val="000000"/>
                    </a:solidFill>
                    <a:latin typeface="Gill Sans" charset="0"/>
                    <a:ea typeface="Gill Sans" charset="0"/>
                    <a:cs typeface="Gill Sans" charset="0"/>
                    <a:sym typeface="Gill Sans" charset="0"/>
                  </a:defRPr>
                </a:lvl1pPr>
                <a:lvl2pPr defTabSz="457200">
                  <a:defRPr sz="5600">
                    <a:solidFill>
                      <a:srgbClr val="000000"/>
                    </a:solidFill>
                    <a:latin typeface="Gill Sans" charset="0"/>
                    <a:ea typeface="Gill Sans" charset="0"/>
                    <a:cs typeface="Gill Sans" charset="0"/>
                    <a:sym typeface="Gill Sans" charset="0"/>
                  </a:defRPr>
                </a:lvl2pPr>
                <a:lvl3pPr defTabSz="457200">
                  <a:defRPr sz="5600">
                    <a:solidFill>
                      <a:srgbClr val="000000"/>
                    </a:solidFill>
                    <a:latin typeface="Gill Sans" charset="0"/>
                    <a:ea typeface="Gill Sans" charset="0"/>
                    <a:cs typeface="Gill Sans" charset="0"/>
                    <a:sym typeface="Gill Sans" charset="0"/>
                  </a:defRPr>
                </a:lvl3pPr>
                <a:lvl4pPr defTabSz="457200">
                  <a:defRPr sz="5600">
                    <a:solidFill>
                      <a:srgbClr val="000000"/>
                    </a:solidFill>
                    <a:latin typeface="Gill Sans" charset="0"/>
                    <a:ea typeface="Gill Sans" charset="0"/>
                    <a:cs typeface="Gill Sans" charset="0"/>
                    <a:sym typeface="Gill Sans" charset="0"/>
                  </a:defRPr>
                </a:lvl4pPr>
                <a:lvl5pPr defTabSz="457200">
                  <a:defRPr sz="5600">
                    <a:solidFill>
                      <a:srgbClr val="000000"/>
                    </a:solidFill>
                    <a:latin typeface="Gill Sans" charset="0"/>
                    <a:ea typeface="Gill Sans" charset="0"/>
                    <a:cs typeface="Gill Sans" charset="0"/>
                    <a:sym typeface="Gill Sans" charset="0"/>
                  </a:defRPr>
                </a:lvl5pPr>
                <a:lvl6pPr marL="18288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6pPr>
                <a:lvl7pPr marL="22860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7pPr>
                <a:lvl8pPr marL="27432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8pPr>
                <a:lvl9pPr marL="32004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9pPr>
              </a:lstStyle>
              <a:p>
                <a:pPr algn="ctr" fontAlgn="auto">
                  <a:spcBef>
                    <a:spcPts val="0"/>
                  </a:spcBef>
                  <a:spcAft>
                    <a:spcPts val="0"/>
                  </a:spcAft>
                  <a:defRPr/>
                </a:pPr>
                <a:endParaRPr lang="en-US" sz="3000" smtClean="0">
                  <a:solidFill>
                    <a:srgbClr val="FFFFFF"/>
                  </a:solidFill>
                  <a:effectLst>
                    <a:outerShdw blurRad="38100" dist="38100" dir="2700000" algn="tl">
                      <a:srgbClr val="000000"/>
                    </a:outerShdw>
                  </a:effectLst>
                </a:endParaRPr>
              </a:p>
            </p:txBody>
          </p:sp>
          <p:sp>
            <p:nvSpPr>
              <p:cNvPr id="74" name="AutoShape 15"/>
              <p:cNvSpPr>
                <a:spLocks/>
              </p:cNvSpPr>
              <p:nvPr/>
            </p:nvSpPr>
            <p:spPr bwMode="auto">
              <a:xfrm>
                <a:off x="10007600" y="7073900"/>
                <a:ext cx="44450" cy="21907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599" y="21599"/>
                    </a:moveTo>
                    <a:lnTo>
                      <a:pt x="0" y="21599"/>
                    </a:lnTo>
                    <a:lnTo>
                      <a:pt x="0" y="0"/>
                    </a:lnTo>
                    <a:lnTo>
                      <a:pt x="21599" y="0"/>
                    </a:lnTo>
                    <a:cubicBezTo>
                      <a:pt x="21599" y="0"/>
                      <a:pt x="21599" y="21599"/>
                      <a:pt x="21599" y="21599"/>
                    </a:cubicBezTo>
                    <a:close/>
                  </a:path>
                </a:pathLst>
              </a:custGeom>
              <a:solidFill>
                <a:schemeClr val="bg1">
                  <a:lumMod val="75000"/>
                </a:scheme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38100" tIns="38100" rIns="38100" bIns="38100" anchor="ctr"/>
              <a:lstStyle>
                <a:lvl1pPr defTabSz="457200">
                  <a:defRPr sz="5600">
                    <a:solidFill>
                      <a:srgbClr val="000000"/>
                    </a:solidFill>
                    <a:latin typeface="Gill Sans" charset="0"/>
                    <a:ea typeface="Gill Sans" charset="0"/>
                    <a:cs typeface="Gill Sans" charset="0"/>
                    <a:sym typeface="Gill Sans" charset="0"/>
                  </a:defRPr>
                </a:lvl1pPr>
                <a:lvl2pPr defTabSz="457200">
                  <a:defRPr sz="5600">
                    <a:solidFill>
                      <a:srgbClr val="000000"/>
                    </a:solidFill>
                    <a:latin typeface="Gill Sans" charset="0"/>
                    <a:ea typeface="Gill Sans" charset="0"/>
                    <a:cs typeface="Gill Sans" charset="0"/>
                    <a:sym typeface="Gill Sans" charset="0"/>
                  </a:defRPr>
                </a:lvl2pPr>
                <a:lvl3pPr defTabSz="457200">
                  <a:defRPr sz="5600">
                    <a:solidFill>
                      <a:srgbClr val="000000"/>
                    </a:solidFill>
                    <a:latin typeface="Gill Sans" charset="0"/>
                    <a:ea typeface="Gill Sans" charset="0"/>
                    <a:cs typeface="Gill Sans" charset="0"/>
                    <a:sym typeface="Gill Sans" charset="0"/>
                  </a:defRPr>
                </a:lvl3pPr>
                <a:lvl4pPr defTabSz="457200">
                  <a:defRPr sz="5600">
                    <a:solidFill>
                      <a:srgbClr val="000000"/>
                    </a:solidFill>
                    <a:latin typeface="Gill Sans" charset="0"/>
                    <a:ea typeface="Gill Sans" charset="0"/>
                    <a:cs typeface="Gill Sans" charset="0"/>
                    <a:sym typeface="Gill Sans" charset="0"/>
                  </a:defRPr>
                </a:lvl4pPr>
                <a:lvl5pPr defTabSz="457200">
                  <a:defRPr sz="5600">
                    <a:solidFill>
                      <a:srgbClr val="000000"/>
                    </a:solidFill>
                    <a:latin typeface="Gill Sans" charset="0"/>
                    <a:ea typeface="Gill Sans" charset="0"/>
                    <a:cs typeface="Gill Sans" charset="0"/>
                    <a:sym typeface="Gill Sans" charset="0"/>
                  </a:defRPr>
                </a:lvl5pPr>
                <a:lvl6pPr marL="18288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6pPr>
                <a:lvl7pPr marL="22860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7pPr>
                <a:lvl8pPr marL="27432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8pPr>
                <a:lvl9pPr marL="32004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9pPr>
              </a:lstStyle>
              <a:p>
                <a:pPr algn="ctr" fontAlgn="auto">
                  <a:spcBef>
                    <a:spcPts val="0"/>
                  </a:spcBef>
                  <a:spcAft>
                    <a:spcPts val="0"/>
                  </a:spcAft>
                  <a:defRPr/>
                </a:pPr>
                <a:endParaRPr lang="en-US" sz="3000" smtClean="0">
                  <a:solidFill>
                    <a:srgbClr val="FFFFFF"/>
                  </a:solidFill>
                  <a:effectLst>
                    <a:outerShdw blurRad="38100" dist="38100" dir="2700000" algn="tl">
                      <a:srgbClr val="000000"/>
                    </a:outerShdw>
                  </a:effectLst>
                </a:endParaRPr>
              </a:p>
            </p:txBody>
          </p:sp>
          <p:sp>
            <p:nvSpPr>
              <p:cNvPr id="75" name="AutoShape 16"/>
              <p:cNvSpPr>
                <a:spLocks/>
              </p:cNvSpPr>
              <p:nvPr/>
            </p:nvSpPr>
            <p:spPr bwMode="auto">
              <a:xfrm>
                <a:off x="10058403" y="6070600"/>
                <a:ext cx="3313114" cy="706278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600" y="20267"/>
                    </a:moveTo>
                    <a:cubicBezTo>
                      <a:pt x="21600" y="20922"/>
                      <a:pt x="21126" y="21599"/>
                      <a:pt x="18834" y="21599"/>
                    </a:cubicBezTo>
                    <a:lnTo>
                      <a:pt x="3537" y="21599"/>
                    </a:lnTo>
                    <a:cubicBezTo>
                      <a:pt x="1644" y="21599"/>
                      <a:pt x="0" y="21272"/>
                      <a:pt x="0" y="20220"/>
                    </a:cubicBezTo>
                    <a:lnTo>
                      <a:pt x="0" y="1402"/>
                    </a:lnTo>
                    <a:cubicBezTo>
                      <a:pt x="0" y="514"/>
                      <a:pt x="1843" y="0"/>
                      <a:pt x="3438" y="0"/>
                    </a:cubicBezTo>
                    <a:lnTo>
                      <a:pt x="18286" y="0"/>
                    </a:lnTo>
                    <a:cubicBezTo>
                      <a:pt x="20130" y="0"/>
                      <a:pt x="21600" y="467"/>
                      <a:pt x="21600" y="1355"/>
                    </a:cubicBezTo>
                    <a:cubicBezTo>
                      <a:pt x="21600" y="1355"/>
                      <a:pt x="21600" y="20267"/>
                      <a:pt x="21600" y="20267"/>
                    </a:cubicBezTo>
                    <a:close/>
                  </a:path>
                </a:pathLst>
              </a:custGeom>
              <a:solidFill>
                <a:schemeClr val="tx1">
                  <a:lumMod val="65000"/>
                  <a:lumOff val="35000"/>
                </a:schemeClr>
              </a:solidFill>
              <a:ln w="38100" cap="flat" cmpd="sng">
                <a:solidFill>
                  <a:schemeClr val="bg1">
                    <a:lumMod val="75000"/>
                  </a:schemeClr>
                </a:solidFill>
                <a:prstDash val="solid"/>
                <a:miter lim="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38100" tIns="38100" rIns="38100" bIns="38100" anchor="ctr"/>
              <a:lstStyle>
                <a:lvl1pPr defTabSz="457200">
                  <a:defRPr sz="5600">
                    <a:solidFill>
                      <a:srgbClr val="000000"/>
                    </a:solidFill>
                    <a:latin typeface="Gill Sans" charset="0"/>
                    <a:ea typeface="Gill Sans" charset="0"/>
                    <a:cs typeface="Gill Sans" charset="0"/>
                    <a:sym typeface="Gill Sans" charset="0"/>
                  </a:defRPr>
                </a:lvl1pPr>
                <a:lvl2pPr defTabSz="457200">
                  <a:defRPr sz="5600">
                    <a:solidFill>
                      <a:srgbClr val="000000"/>
                    </a:solidFill>
                    <a:latin typeface="Gill Sans" charset="0"/>
                    <a:ea typeface="Gill Sans" charset="0"/>
                    <a:cs typeface="Gill Sans" charset="0"/>
                    <a:sym typeface="Gill Sans" charset="0"/>
                  </a:defRPr>
                </a:lvl2pPr>
                <a:lvl3pPr defTabSz="457200">
                  <a:defRPr sz="5600">
                    <a:solidFill>
                      <a:srgbClr val="000000"/>
                    </a:solidFill>
                    <a:latin typeface="Gill Sans" charset="0"/>
                    <a:ea typeface="Gill Sans" charset="0"/>
                    <a:cs typeface="Gill Sans" charset="0"/>
                    <a:sym typeface="Gill Sans" charset="0"/>
                  </a:defRPr>
                </a:lvl3pPr>
                <a:lvl4pPr defTabSz="457200">
                  <a:defRPr sz="5600">
                    <a:solidFill>
                      <a:srgbClr val="000000"/>
                    </a:solidFill>
                    <a:latin typeface="Gill Sans" charset="0"/>
                    <a:ea typeface="Gill Sans" charset="0"/>
                    <a:cs typeface="Gill Sans" charset="0"/>
                    <a:sym typeface="Gill Sans" charset="0"/>
                  </a:defRPr>
                </a:lvl4pPr>
                <a:lvl5pPr defTabSz="457200">
                  <a:defRPr sz="5600">
                    <a:solidFill>
                      <a:srgbClr val="000000"/>
                    </a:solidFill>
                    <a:latin typeface="Gill Sans" charset="0"/>
                    <a:ea typeface="Gill Sans" charset="0"/>
                    <a:cs typeface="Gill Sans" charset="0"/>
                    <a:sym typeface="Gill Sans" charset="0"/>
                  </a:defRPr>
                </a:lvl5pPr>
                <a:lvl6pPr marL="18288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6pPr>
                <a:lvl7pPr marL="22860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7pPr>
                <a:lvl8pPr marL="27432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8pPr>
                <a:lvl9pPr marL="32004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9pPr>
              </a:lstStyle>
              <a:p>
                <a:pPr algn="ctr" fontAlgn="auto">
                  <a:spcBef>
                    <a:spcPts val="0"/>
                  </a:spcBef>
                  <a:spcAft>
                    <a:spcPts val="0"/>
                  </a:spcAft>
                  <a:defRPr/>
                </a:pPr>
                <a:endParaRPr lang="en-US" sz="3000" smtClean="0">
                  <a:solidFill>
                    <a:srgbClr val="FFFFFF"/>
                  </a:solidFill>
                  <a:effectLst>
                    <a:outerShdw blurRad="38100" dist="38100" dir="2700000" algn="tl">
                      <a:srgbClr val="000000"/>
                    </a:outerShdw>
                  </a:effectLst>
                </a:endParaRPr>
              </a:p>
            </p:txBody>
          </p:sp>
          <p:sp>
            <p:nvSpPr>
              <p:cNvPr id="76" name="AutoShape 18"/>
              <p:cNvSpPr>
                <a:spLocks/>
              </p:cNvSpPr>
              <p:nvPr/>
            </p:nvSpPr>
            <p:spPr bwMode="auto">
              <a:xfrm>
                <a:off x="11455400" y="12382500"/>
                <a:ext cx="542925" cy="5429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600" y="10799"/>
                    </a:moveTo>
                    <a:cubicBezTo>
                      <a:pt x="21600" y="16763"/>
                      <a:pt x="16764" y="21599"/>
                      <a:pt x="10799" y="21599"/>
                    </a:cubicBezTo>
                    <a:cubicBezTo>
                      <a:pt x="4834" y="21599"/>
                      <a:pt x="0" y="16763"/>
                      <a:pt x="0" y="10799"/>
                    </a:cubicBezTo>
                    <a:cubicBezTo>
                      <a:pt x="0" y="4835"/>
                      <a:pt x="4834" y="0"/>
                      <a:pt x="10799" y="0"/>
                    </a:cubicBezTo>
                    <a:cubicBezTo>
                      <a:pt x="16764" y="0"/>
                      <a:pt x="21600" y="4835"/>
                      <a:pt x="21600" y="10799"/>
                    </a:cubicBezTo>
                    <a:close/>
                  </a:path>
                </a:pathLst>
              </a:custGeom>
              <a:solidFill>
                <a:srgbClr val="484849"/>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38100" tIns="38100" rIns="38100" bIns="38100" anchor="ctr"/>
              <a:lstStyle>
                <a:lvl1pPr defTabSz="457200">
                  <a:defRPr sz="5600">
                    <a:solidFill>
                      <a:srgbClr val="000000"/>
                    </a:solidFill>
                    <a:latin typeface="Gill Sans" charset="0"/>
                    <a:ea typeface="Gill Sans" charset="0"/>
                    <a:cs typeface="Gill Sans" charset="0"/>
                    <a:sym typeface="Gill Sans" charset="0"/>
                  </a:defRPr>
                </a:lvl1pPr>
                <a:lvl2pPr defTabSz="457200">
                  <a:defRPr sz="5600">
                    <a:solidFill>
                      <a:srgbClr val="000000"/>
                    </a:solidFill>
                    <a:latin typeface="Gill Sans" charset="0"/>
                    <a:ea typeface="Gill Sans" charset="0"/>
                    <a:cs typeface="Gill Sans" charset="0"/>
                    <a:sym typeface="Gill Sans" charset="0"/>
                  </a:defRPr>
                </a:lvl2pPr>
                <a:lvl3pPr defTabSz="457200">
                  <a:defRPr sz="5600">
                    <a:solidFill>
                      <a:srgbClr val="000000"/>
                    </a:solidFill>
                    <a:latin typeface="Gill Sans" charset="0"/>
                    <a:ea typeface="Gill Sans" charset="0"/>
                    <a:cs typeface="Gill Sans" charset="0"/>
                    <a:sym typeface="Gill Sans" charset="0"/>
                  </a:defRPr>
                </a:lvl3pPr>
                <a:lvl4pPr defTabSz="457200">
                  <a:defRPr sz="5600">
                    <a:solidFill>
                      <a:srgbClr val="000000"/>
                    </a:solidFill>
                    <a:latin typeface="Gill Sans" charset="0"/>
                    <a:ea typeface="Gill Sans" charset="0"/>
                    <a:cs typeface="Gill Sans" charset="0"/>
                    <a:sym typeface="Gill Sans" charset="0"/>
                  </a:defRPr>
                </a:lvl4pPr>
                <a:lvl5pPr defTabSz="457200">
                  <a:defRPr sz="5600">
                    <a:solidFill>
                      <a:srgbClr val="000000"/>
                    </a:solidFill>
                    <a:latin typeface="Gill Sans" charset="0"/>
                    <a:ea typeface="Gill Sans" charset="0"/>
                    <a:cs typeface="Gill Sans" charset="0"/>
                    <a:sym typeface="Gill Sans" charset="0"/>
                  </a:defRPr>
                </a:lvl5pPr>
                <a:lvl6pPr marL="18288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6pPr>
                <a:lvl7pPr marL="22860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7pPr>
                <a:lvl8pPr marL="27432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8pPr>
                <a:lvl9pPr marL="32004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9pPr>
              </a:lstStyle>
              <a:p>
                <a:pPr algn="ctr" fontAlgn="auto">
                  <a:spcBef>
                    <a:spcPts val="0"/>
                  </a:spcBef>
                  <a:spcAft>
                    <a:spcPts val="0"/>
                  </a:spcAft>
                  <a:defRPr/>
                </a:pPr>
                <a:endParaRPr lang="en-US" sz="3000" smtClean="0">
                  <a:solidFill>
                    <a:srgbClr val="FFFFFF"/>
                  </a:solidFill>
                  <a:effectLst>
                    <a:outerShdw blurRad="38100" dist="38100" dir="2700000" algn="tl">
                      <a:srgbClr val="000000"/>
                    </a:outerShdw>
                  </a:effectLst>
                </a:endParaRPr>
              </a:p>
            </p:txBody>
          </p:sp>
          <p:sp>
            <p:nvSpPr>
              <p:cNvPr id="77" name="AutoShape 19"/>
              <p:cNvSpPr>
                <a:spLocks/>
              </p:cNvSpPr>
              <p:nvPr/>
            </p:nvSpPr>
            <p:spPr bwMode="auto">
              <a:xfrm>
                <a:off x="11442700" y="12649200"/>
                <a:ext cx="552450" cy="2714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600" y="0"/>
                    </a:moveTo>
                    <a:cubicBezTo>
                      <a:pt x="21600" y="11928"/>
                      <a:pt x="16671" y="21600"/>
                      <a:pt x="10806" y="21600"/>
                    </a:cubicBezTo>
                    <a:cubicBezTo>
                      <a:pt x="4942" y="21600"/>
                      <a:pt x="0" y="11928"/>
                      <a:pt x="0" y="0"/>
                    </a:cubicBezTo>
                    <a:cubicBezTo>
                      <a:pt x="9268" y="7540"/>
                      <a:pt x="13298" y="7288"/>
                      <a:pt x="21600" y="0"/>
                    </a:cubicBezTo>
                    <a:close/>
                  </a:path>
                </a:pathLst>
              </a:custGeom>
              <a:solidFill>
                <a:srgbClr val="232323">
                  <a:alpha val="29999"/>
                </a:srgb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38100" tIns="38100" rIns="38100" bIns="38100" anchor="ctr"/>
              <a:lstStyle>
                <a:lvl1pPr defTabSz="457200">
                  <a:defRPr sz="5600">
                    <a:solidFill>
                      <a:srgbClr val="000000"/>
                    </a:solidFill>
                    <a:latin typeface="Gill Sans" charset="0"/>
                    <a:ea typeface="Gill Sans" charset="0"/>
                    <a:cs typeface="Gill Sans" charset="0"/>
                    <a:sym typeface="Gill Sans" charset="0"/>
                  </a:defRPr>
                </a:lvl1pPr>
                <a:lvl2pPr defTabSz="457200">
                  <a:defRPr sz="5600">
                    <a:solidFill>
                      <a:srgbClr val="000000"/>
                    </a:solidFill>
                    <a:latin typeface="Gill Sans" charset="0"/>
                    <a:ea typeface="Gill Sans" charset="0"/>
                    <a:cs typeface="Gill Sans" charset="0"/>
                    <a:sym typeface="Gill Sans" charset="0"/>
                  </a:defRPr>
                </a:lvl2pPr>
                <a:lvl3pPr defTabSz="457200">
                  <a:defRPr sz="5600">
                    <a:solidFill>
                      <a:srgbClr val="000000"/>
                    </a:solidFill>
                    <a:latin typeface="Gill Sans" charset="0"/>
                    <a:ea typeface="Gill Sans" charset="0"/>
                    <a:cs typeface="Gill Sans" charset="0"/>
                    <a:sym typeface="Gill Sans" charset="0"/>
                  </a:defRPr>
                </a:lvl3pPr>
                <a:lvl4pPr defTabSz="457200">
                  <a:defRPr sz="5600">
                    <a:solidFill>
                      <a:srgbClr val="000000"/>
                    </a:solidFill>
                    <a:latin typeface="Gill Sans" charset="0"/>
                    <a:ea typeface="Gill Sans" charset="0"/>
                    <a:cs typeface="Gill Sans" charset="0"/>
                    <a:sym typeface="Gill Sans" charset="0"/>
                  </a:defRPr>
                </a:lvl4pPr>
                <a:lvl5pPr defTabSz="457200">
                  <a:defRPr sz="5600">
                    <a:solidFill>
                      <a:srgbClr val="000000"/>
                    </a:solidFill>
                    <a:latin typeface="Gill Sans" charset="0"/>
                    <a:ea typeface="Gill Sans" charset="0"/>
                    <a:cs typeface="Gill Sans" charset="0"/>
                    <a:sym typeface="Gill Sans" charset="0"/>
                  </a:defRPr>
                </a:lvl5pPr>
                <a:lvl6pPr marL="18288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6pPr>
                <a:lvl7pPr marL="22860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7pPr>
                <a:lvl8pPr marL="27432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8pPr>
                <a:lvl9pPr marL="32004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9pPr>
              </a:lstStyle>
              <a:p>
                <a:pPr algn="ctr" fontAlgn="auto">
                  <a:spcBef>
                    <a:spcPts val="0"/>
                  </a:spcBef>
                  <a:spcAft>
                    <a:spcPts val="0"/>
                  </a:spcAft>
                  <a:defRPr/>
                </a:pPr>
                <a:endParaRPr lang="en-US" sz="3000" smtClean="0">
                  <a:solidFill>
                    <a:srgbClr val="FFFFFF"/>
                  </a:solidFill>
                  <a:effectLst>
                    <a:outerShdw blurRad="38100" dist="38100" dir="2700000" algn="tl">
                      <a:srgbClr val="000000"/>
                    </a:outerShdw>
                  </a:effectLst>
                </a:endParaRPr>
              </a:p>
            </p:txBody>
          </p:sp>
          <p:sp>
            <p:nvSpPr>
              <p:cNvPr id="78" name="AutoShape 20"/>
              <p:cNvSpPr>
                <a:spLocks/>
              </p:cNvSpPr>
              <p:nvPr/>
            </p:nvSpPr>
            <p:spPr bwMode="auto">
              <a:xfrm>
                <a:off x="11633200" y="12585700"/>
                <a:ext cx="176213" cy="17621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599" y="21599"/>
                    </a:moveTo>
                    <a:lnTo>
                      <a:pt x="0" y="21599"/>
                    </a:lnTo>
                    <a:lnTo>
                      <a:pt x="0" y="0"/>
                    </a:lnTo>
                    <a:lnTo>
                      <a:pt x="21599" y="0"/>
                    </a:lnTo>
                    <a:cubicBezTo>
                      <a:pt x="21599" y="0"/>
                      <a:pt x="21599" y="21599"/>
                      <a:pt x="21599" y="21599"/>
                    </a:cubicBezTo>
                    <a:close/>
                  </a:path>
                </a:pathLst>
              </a:custGeom>
              <a:noFill/>
              <a:ln w="12700" cap="flat" cmpd="sng">
                <a:solidFill>
                  <a:srgbClr val="929292"/>
                </a:solidFill>
                <a:prstDash val="solid"/>
                <a:miter lim="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38100" tIns="38100" rIns="38100" bIns="38100" anchor="ctr"/>
              <a:lstStyle>
                <a:lvl1pPr defTabSz="457200">
                  <a:defRPr sz="5600">
                    <a:solidFill>
                      <a:srgbClr val="000000"/>
                    </a:solidFill>
                    <a:latin typeface="Gill Sans" charset="0"/>
                    <a:ea typeface="Gill Sans" charset="0"/>
                    <a:cs typeface="Gill Sans" charset="0"/>
                    <a:sym typeface="Gill Sans" charset="0"/>
                  </a:defRPr>
                </a:lvl1pPr>
                <a:lvl2pPr defTabSz="457200">
                  <a:defRPr sz="5600">
                    <a:solidFill>
                      <a:srgbClr val="000000"/>
                    </a:solidFill>
                    <a:latin typeface="Gill Sans" charset="0"/>
                    <a:ea typeface="Gill Sans" charset="0"/>
                    <a:cs typeface="Gill Sans" charset="0"/>
                    <a:sym typeface="Gill Sans" charset="0"/>
                  </a:defRPr>
                </a:lvl2pPr>
                <a:lvl3pPr defTabSz="457200">
                  <a:defRPr sz="5600">
                    <a:solidFill>
                      <a:srgbClr val="000000"/>
                    </a:solidFill>
                    <a:latin typeface="Gill Sans" charset="0"/>
                    <a:ea typeface="Gill Sans" charset="0"/>
                    <a:cs typeface="Gill Sans" charset="0"/>
                    <a:sym typeface="Gill Sans" charset="0"/>
                  </a:defRPr>
                </a:lvl3pPr>
                <a:lvl4pPr defTabSz="457200">
                  <a:defRPr sz="5600">
                    <a:solidFill>
                      <a:srgbClr val="000000"/>
                    </a:solidFill>
                    <a:latin typeface="Gill Sans" charset="0"/>
                    <a:ea typeface="Gill Sans" charset="0"/>
                    <a:cs typeface="Gill Sans" charset="0"/>
                    <a:sym typeface="Gill Sans" charset="0"/>
                  </a:defRPr>
                </a:lvl4pPr>
                <a:lvl5pPr defTabSz="457200">
                  <a:defRPr sz="5600">
                    <a:solidFill>
                      <a:srgbClr val="000000"/>
                    </a:solidFill>
                    <a:latin typeface="Gill Sans" charset="0"/>
                    <a:ea typeface="Gill Sans" charset="0"/>
                    <a:cs typeface="Gill Sans" charset="0"/>
                    <a:sym typeface="Gill Sans" charset="0"/>
                  </a:defRPr>
                </a:lvl5pPr>
                <a:lvl6pPr marL="18288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6pPr>
                <a:lvl7pPr marL="22860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7pPr>
                <a:lvl8pPr marL="27432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8pPr>
                <a:lvl9pPr marL="32004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9pPr>
              </a:lstStyle>
              <a:p>
                <a:pPr algn="ctr" fontAlgn="auto">
                  <a:spcBef>
                    <a:spcPts val="0"/>
                  </a:spcBef>
                  <a:spcAft>
                    <a:spcPts val="0"/>
                  </a:spcAft>
                  <a:defRPr/>
                </a:pPr>
                <a:endParaRPr lang="en-US" sz="3000" smtClean="0">
                  <a:solidFill>
                    <a:srgbClr val="FFFFFF"/>
                  </a:solidFill>
                  <a:effectLst>
                    <a:outerShdw blurRad="38100" dist="38100" dir="2700000" algn="tl">
                      <a:srgbClr val="C0C0C0"/>
                    </a:outerShdw>
                  </a:effectLst>
                </a:endParaRPr>
              </a:p>
            </p:txBody>
          </p:sp>
          <p:sp>
            <p:nvSpPr>
              <p:cNvPr id="79" name="AutoShape 21"/>
              <p:cNvSpPr>
                <a:spLocks/>
              </p:cNvSpPr>
              <p:nvPr/>
            </p:nvSpPr>
            <p:spPr bwMode="auto">
              <a:xfrm>
                <a:off x="11684000" y="6350000"/>
                <a:ext cx="79375" cy="7937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599" y="10798"/>
                    </a:moveTo>
                    <a:cubicBezTo>
                      <a:pt x="21599" y="16761"/>
                      <a:pt x="16768" y="21599"/>
                      <a:pt x="10801" y="21599"/>
                    </a:cubicBezTo>
                    <a:cubicBezTo>
                      <a:pt x="4835" y="21599"/>
                      <a:pt x="0" y="16761"/>
                      <a:pt x="0" y="10798"/>
                    </a:cubicBezTo>
                    <a:cubicBezTo>
                      <a:pt x="0" y="4835"/>
                      <a:pt x="4835" y="0"/>
                      <a:pt x="10801" y="0"/>
                    </a:cubicBezTo>
                    <a:cubicBezTo>
                      <a:pt x="16768" y="0"/>
                      <a:pt x="21599" y="4835"/>
                      <a:pt x="21599" y="10798"/>
                    </a:cubicBezTo>
                    <a:close/>
                  </a:path>
                </a:pathLst>
              </a:custGeom>
              <a:solidFill>
                <a:srgbClr val="232323"/>
              </a:solidFill>
              <a:ln w="12700" cap="flat" cmpd="sng">
                <a:solidFill>
                  <a:srgbClr val="232323"/>
                </a:solidFill>
                <a:prstDash val="solid"/>
                <a:miter lim="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38100" tIns="38100" rIns="38100" bIns="38100" anchor="ctr"/>
              <a:lstStyle>
                <a:lvl1pPr defTabSz="457200">
                  <a:defRPr sz="5600">
                    <a:solidFill>
                      <a:srgbClr val="000000"/>
                    </a:solidFill>
                    <a:latin typeface="Gill Sans" charset="0"/>
                    <a:ea typeface="Gill Sans" charset="0"/>
                    <a:cs typeface="Gill Sans" charset="0"/>
                    <a:sym typeface="Gill Sans" charset="0"/>
                  </a:defRPr>
                </a:lvl1pPr>
                <a:lvl2pPr defTabSz="457200">
                  <a:defRPr sz="5600">
                    <a:solidFill>
                      <a:srgbClr val="000000"/>
                    </a:solidFill>
                    <a:latin typeface="Gill Sans" charset="0"/>
                    <a:ea typeface="Gill Sans" charset="0"/>
                    <a:cs typeface="Gill Sans" charset="0"/>
                    <a:sym typeface="Gill Sans" charset="0"/>
                  </a:defRPr>
                </a:lvl2pPr>
                <a:lvl3pPr defTabSz="457200">
                  <a:defRPr sz="5600">
                    <a:solidFill>
                      <a:srgbClr val="000000"/>
                    </a:solidFill>
                    <a:latin typeface="Gill Sans" charset="0"/>
                    <a:ea typeface="Gill Sans" charset="0"/>
                    <a:cs typeface="Gill Sans" charset="0"/>
                    <a:sym typeface="Gill Sans" charset="0"/>
                  </a:defRPr>
                </a:lvl3pPr>
                <a:lvl4pPr defTabSz="457200">
                  <a:defRPr sz="5600">
                    <a:solidFill>
                      <a:srgbClr val="000000"/>
                    </a:solidFill>
                    <a:latin typeface="Gill Sans" charset="0"/>
                    <a:ea typeface="Gill Sans" charset="0"/>
                    <a:cs typeface="Gill Sans" charset="0"/>
                    <a:sym typeface="Gill Sans" charset="0"/>
                  </a:defRPr>
                </a:lvl4pPr>
                <a:lvl5pPr defTabSz="457200">
                  <a:defRPr sz="5600">
                    <a:solidFill>
                      <a:srgbClr val="000000"/>
                    </a:solidFill>
                    <a:latin typeface="Gill Sans" charset="0"/>
                    <a:ea typeface="Gill Sans" charset="0"/>
                    <a:cs typeface="Gill Sans" charset="0"/>
                    <a:sym typeface="Gill Sans" charset="0"/>
                  </a:defRPr>
                </a:lvl5pPr>
                <a:lvl6pPr marL="18288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6pPr>
                <a:lvl7pPr marL="22860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7pPr>
                <a:lvl8pPr marL="27432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8pPr>
                <a:lvl9pPr marL="32004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9pPr>
              </a:lstStyle>
              <a:p>
                <a:pPr algn="ctr" fontAlgn="auto">
                  <a:spcBef>
                    <a:spcPts val="0"/>
                  </a:spcBef>
                  <a:spcAft>
                    <a:spcPts val="0"/>
                  </a:spcAft>
                  <a:defRPr/>
                </a:pPr>
                <a:endParaRPr lang="en-US" sz="3000" smtClean="0">
                  <a:solidFill>
                    <a:srgbClr val="FFFFFF"/>
                  </a:solidFill>
                  <a:effectLst>
                    <a:outerShdw blurRad="38100" dist="38100" dir="2700000" algn="tl">
                      <a:srgbClr val="000000"/>
                    </a:outerShdw>
                  </a:effectLst>
                </a:endParaRPr>
              </a:p>
            </p:txBody>
          </p:sp>
          <p:sp>
            <p:nvSpPr>
              <p:cNvPr id="80" name="AutoShape 22"/>
              <p:cNvSpPr>
                <a:spLocks/>
              </p:cNvSpPr>
              <p:nvPr/>
            </p:nvSpPr>
            <p:spPr bwMode="auto">
              <a:xfrm>
                <a:off x="11417300" y="6616700"/>
                <a:ext cx="595313" cy="10318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600" y="10802"/>
                    </a:moveTo>
                    <a:cubicBezTo>
                      <a:pt x="21600" y="16757"/>
                      <a:pt x="20762" y="21600"/>
                      <a:pt x="19730" y="21600"/>
                    </a:cubicBezTo>
                    <a:lnTo>
                      <a:pt x="1869" y="21600"/>
                    </a:lnTo>
                    <a:cubicBezTo>
                      <a:pt x="836" y="21600"/>
                      <a:pt x="0" y="16757"/>
                      <a:pt x="0" y="10802"/>
                    </a:cubicBezTo>
                    <a:cubicBezTo>
                      <a:pt x="0" y="4842"/>
                      <a:pt x="836" y="0"/>
                      <a:pt x="1869" y="0"/>
                    </a:cubicBezTo>
                    <a:lnTo>
                      <a:pt x="19730" y="0"/>
                    </a:lnTo>
                    <a:cubicBezTo>
                      <a:pt x="20762" y="0"/>
                      <a:pt x="21600" y="4842"/>
                      <a:pt x="21600" y="10802"/>
                    </a:cubicBezTo>
                    <a:cubicBezTo>
                      <a:pt x="21600" y="10802"/>
                      <a:pt x="21600" y="10802"/>
                      <a:pt x="21600" y="10802"/>
                    </a:cubicBezTo>
                    <a:close/>
                  </a:path>
                </a:pathLst>
              </a:custGeom>
              <a:solidFill>
                <a:srgbClr val="232323"/>
              </a:solidFill>
              <a:ln w="12700" cap="flat" cmpd="sng">
                <a:solidFill>
                  <a:srgbClr val="232323"/>
                </a:solidFill>
                <a:prstDash val="solid"/>
                <a:miter lim="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38100" tIns="38100" rIns="38100" bIns="38100" anchor="ctr"/>
              <a:lstStyle>
                <a:lvl1pPr defTabSz="457200">
                  <a:defRPr sz="5600">
                    <a:solidFill>
                      <a:srgbClr val="000000"/>
                    </a:solidFill>
                    <a:latin typeface="Gill Sans" charset="0"/>
                    <a:ea typeface="Gill Sans" charset="0"/>
                    <a:cs typeface="Gill Sans" charset="0"/>
                    <a:sym typeface="Gill Sans" charset="0"/>
                  </a:defRPr>
                </a:lvl1pPr>
                <a:lvl2pPr defTabSz="457200">
                  <a:defRPr sz="5600">
                    <a:solidFill>
                      <a:srgbClr val="000000"/>
                    </a:solidFill>
                    <a:latin typeface="Gill Sans" charset="0"/>
                    <a:ea typeface="Gill Sans" charset="0"/>
                    <a:cs typeface="Gill Sans" charset="0"/>
                    <a:sym typeface="Gill Sans" charset="0"/>
                  </a:defRPr>
                </a:lvl2pPr>
                <a:lvl3pPr defTabSz="457200">
                  <a:defRPr sz="5600">
                    <a:solidFill>
                      <a:srgbClr val="000000"/>
                    </a:solidFill>
                    <a:latin typeface="Gill Sans" charset="0"/>
                    <a:ea typeface="Gill Sans" charset="0"/>
                    <a:cs typeface="Gill Sans" charset="0"/>
                    <a:sym typeface="Gill Sans" charset="0"/>
                  </a:defRPr>
                </a:lvl3pPr>
                <a:lvl4pPr defTabSz="457200">
                  <a:defRPr sz="5600">
                    <a:solidFill>
                      <a:srgbClr val="000000"/>
                    </a:solidFill>
                    <a:latin typeface="Gill Sans" charset="0"/>
                    <a:ea typeface="Gill Sans" charset="0"/>
                    <a:cs typeface="Gill Sans" charset="0"/>
                    <a:sym typeface="Gill Sans" charset="0"/>
                  </a:defRPr>
                </a:lvl4pPr>
                <a:lvl5pPr defTabSz="457200">
                  <a:defRPr sz="5600">
                    <a:solidFill>
                      <a:srgbClr val="000000"/>
                    </a:solidFill>
                    <a:latin typeface="Gill Sans" charset="0"/>
                    <a:ea typeface="Gill Sans" charset="0"/>
                    <a:cs typeface="Gill Sans" charset="0"/>
                    <a:sym typeface="Gill Sans" charset="0"/>
                  </a:defRPr>
                </a:lvl5pPr>
                <a:lvl6pPr marL="18288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6pPr>
                <a:lvl7pPr marL="22860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7pPr>
                <a:lvl8pPr marL="27432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8pPr>
                <a:lvl9pPr marL="32004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9pPr>
              </a:lstStyle>
              <a:p>
                <a:pPr algn="ctr" fontAlgn="auto">
                  <a:spcBef>
                    <a:spcPts val="0"/>
                  </a:spcBef>
                  <a:spcAft>
                    <a:spcPts val="0"/>
                  </a:spcAft>
                  <a:defRPr/>
                </a:pPr>
                <a:endParaRPr lang="en-US" sz="3000" smtClean="0">
                  <a:solidFill>
                    <a:srgbClr val="FFFFFF"/>
                  </a:solidFill>
                  <a:effectLst>
                    <a:outerShdw blurRad="38100" dist="38100" dir="2700000" algn="tl">
                      <a:srgbClr val="000000"/>
                    </a:outerShdw>
                  </a:effectLst>
                </a:endParaRPr>
              </a:p>
            </p:txBody>
          </p:sp>
          <p:sp>
            <p:nvSpPr>
              <p:cNvPr id="81" name="AutoShape 17"/>
              <p:cNvSpPr>
                <a:spLocks/>
              </p:cNvSpPr>
              <p:nvPr/>
            </p:nvSpPr>
            <p:spPr bwMode="auto">
              <a:xfrm>
                <a:off x="10070492" y="6070600"/>
                <a:ext cx="3298826" cy="704532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599" y="20254"/>
                    </a:moveTo>
                    <a:cubicBezTo>
                      <a:pt x="21599" y="20909"/>
                      <a:pt x="21187" y="21600"/>
                      <a:pt x="18888" y="21600"/>
                    </a:cubicBezTo>
                    <a:lnTo>
                      <a:pt x="3547" y="21600"/>
                    </a:lnTo>
                    <a:cubicBezTo>
                      <a:pt x="1648" y="21600"/>
                      <a:pt x="0" y="21272"/>
                      <a:pt x="0" y="20220"/>
                    </a:cubicBezTo>
                    <a:lnTo>
                      <a:pt x="0" y="1402"/>
                    </a:lnTo>
                    <a:cubicBezTo>
                      <a:pt x="0" y="514"/>
                      <a:pt x="1848" y="0"/>
                      <a:pt x="3447" y="0"/>
                    </a:cubicBezTo>
                    <a:lnTo>
                      <a:pt x="6821" y="0"/>
                    </a:lnTo>
                    <a:cubicBezTo>
                      <a:pt x="6821" y="0"/>
                      <a:pt x="21599" y="20254"/>
                      <a:pt x="21599" y="20254"/>
                    </a:cubicBezTo>
                    <a:close/>
                  </a:path>
                </a:pathLst>
              </a:custGeom>
              <a:solidFill>
                <a:srgbClr val="424242">
                  <a:alpha val="23000"/>
                </a:srgbClr>
              </a:solidFill>
              <a:ln>
                <a:noFill/>
              </a:ln>
              <a:effectLst/>
              <a:extLst/>
            </p:spPr>
            <p:txBody>
              <a:bodyPr lIns="38100" tIns="38100" rIns="38100" bIns="38100" anchor="ctr"/>
              <a:lstStyle>
                <a:lvl1pPr defTabSz="457200">
                  <a:defRPr sz="5600">
                    <a:solidFill>
                      <a:srgbClr val="000000"/>
                    </a:solidFill>
                    <a:latin typeface="Gill Sans" charset="0"/>
                    <a:ea typeface="Gill Sans" charset="0"/>
                    <a:cs typeface="Gill Sans" charset="0"/>
                    <a:sym typeface="Gill Sans" charset="0"/>
                  </a:defRPr>
                </a:lvl1pPr>
                <a:lvl2pPr defTabSz="457200">
                  <a:defRPr sz="5600">
                    <a:solidFill>
                      <a:srgbClr val="000000"/>
                    </a:solidFill>
                    <a:latin typeface="Gill Sans" charset="0"/>
                    <a:ea typeface="Gill Sans" charset="0"/>
                    <a:cs typeface="Gill Sans" charset="0"/>
                    <a:sym typeface="Gill Sans" charset="0"/>
                  </a:defRPr>
                </a:lvl2pPr>
                <a:lvl3pPr defTabSz="457200">
                  <a:defRPr sz="5600">
                    <a:solidFill>
                      <a:srgbClr val="000000"/>
                    </a:solidFill>
                    <a:latin typeface="Gill Sans" charset="0"/>
                    <a:ea typeface="Gill Sans" charset="0"/>
                    <a:cs typeface="Gill Sans" charset="0"/>
                    <a:sym typeface="Gill Sans" charset="0"/>
                  </a:defRPr>
                </a:lvl3pPr>
                <a:lvl4pPr defTabSz="457200">
                  <a:defRPr sz="5600">
                    <a:solidFill>
                      <a:srgbClr val="000000"/>
                    </a:solidFill>
                    <a:latin typeface="Gill Sans" charset="0"/>
                    <a:ea typeface="Gill Sans" charset="0"/>
                    <a:cs typeface="Gill Sans" charset="0"/>
                    <a:sym typeface="Gill Sans" charset="0"/>
                  </a:defRPr>
                </a:lvl4pPr>
                <a:lvl5pPr defTabSz="457200">
                  <a:defRPr sz="5600">
                    <a:solidFill>
                      <a:srgbClr val="000000"/>
                    </a:solidFill>
                    <a:latin typeface="Gill Sans" charset="0"/>
                    <a:ea typeface="Gill Sans" charset="0"/>
                    <a:cs typeface="Gill Sans" charset="0"/>
                    <a:sym typeface="Gill Sans" charset="0"/>
                  </a:defRPr>
                </a:lvl5pPr>
                <a:lvl6pPr marL="18288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6pPr>
                <a:lvl7pPr marL="22860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7pPr>
                <a:lvl8pPr marL="27432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8pPr>
                <a:lvl9pPr marL="32004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9pPr>
              </a:lstStyle>
              <a:p>
                <a:pPr algn="ctr" fontAlgn="auto">
                  <a:spcBef>
                    <a:spcPts val="0"/>
                  </a:spcBef>
                  <a:spcAft>
                    <a:spcPts val="0"/>
                  </a:spcAft>
                  <a:defRPr/>
                </a:pPr>
                <a:endParaRPr lang="en-US" sz="3000" smtClean="0">
                  <a:solidFill>
                    <a:srgbClr val="FFFFFF"/>
                  </a:solidFill>
                  <a:effectLst>
                    <a:outerShdw blurRad="38100" dist="38100" dir="2700000" algn="tl">
                      <a:srgbClr val="000000"/>
                    </a:outerShdw>
                  </a:effectLst>
                </a:endParaRPr>
              </a:p>
            </p:txBody>
          </p:sp>
        </p:grpSp>
        <p:sp>
          <p:nvSpPr>
            <p:cNvPr id="70" name="Rectangle 69"/>
            <p:cNvSpPr/>
            <p:nvPr/>
          </p:nvSpPr>
          <p:spPr>
            <a:xfrm>
              <a:off x="1161051" y="956363"/>
              <a:ext cx="2448272" cy="3891009"/>
            </a:xfrm>
            <a:prstGeom prst="rect">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vi-VN">
                <a:solidFill>
                  <a:prstClr val="white"/>
                </a:solidFill>
              </a:endParaRPr>
            </a:p>
          </p:txBody>
        </p:sp>
      </p:grpSp>
      <p:sp>
        <p:nvSpPr>
          <p:cNvPr id="21" name="Text Placeholder 17"/>
          <p:cNvSpPr>
            <a:spLocks noGrp="1"/>
          </p:cNvSpPr>
          <p:nvPr>
            <p:ph type="body" sz="quarter" idx="36" hasCustomPrompt="1"/>
          </p:nvPr>
        </p:nvSpPr>
        <p:spPr>
          <a:xfrm>
            <a:off x="7886477" y="2497707"/>
            <a:ext cx="2516480" cy="721552"/>
          </a:xfrm>
        </p:spPr>
        <p:txBody>
          <a:bodyPr lIns="0" tIns="0" rIns="0" bIns="0" anchor="t">
            <a:normAutofit/>
          </a:bodyPr>
          <a:lstStyle>
            <a:lvl1pPr marL="0" indent="0" algn="l">
              <a:lnSpc>
                <a:spcPts val="1700"/>
              </a:lnSpc>
              <a:buNone/>
              <a:defRPr sz="1200">
                <a:solidFill>
                  <a:schemeClr val="tx2"/>
                </a:solidFill>
              </a:defRPr>
            </a:lvl1pPr>
          </a:lstStyle>
          <a:p>
            <a:pPr lvl="0"/>
            <a:r>
              <a:rPr lang="id-ID" dirty="0" smtClean="0"/>
              <a:t>Click to edit Master text  styles lorem ipsum dolor sit amet aleh pue h om alah hai meutuwah ka abeh cara pen</a:t>
            </a:r>
          </a:p>
        </p:txBody>
      </p:sp>
      <p:sp>
        <p:nvSpPr>
          <p:cNvPr id="15" name="Text Placeholder 17"/>
          <p:cNvSpPr>
            <a:spLocks noGrp="1"/>
          </p:cNvSpPr>
          <p:nvPr>
            <p:ph type="body" sz="quarter" idx="39" hasCustomPrompt="1"/>
          </p:nvPr>
        </p:nvSpPr>
        <p:spPr>
          <a:xfrm>
            <a:off x="8413751" y="2046263"/>
            <a:ext cx="1887607" cy="303488"/>
          </a:xfrm>
        </p:spPr>
        <p:txBody>
          <a:bodyPr lIns="0" tIns="0" rIns="0" bIns="0" anchor="ctr">
            <a:normAutofit/>
          </a:bodyPr>
          <a:lstStyle>
            <a:lvl1pPr marL="0" indent="0" algn="l">
              <a:lnSpc>
                <a:spcPts val="1700"/>
              </a:lnSpc>
              <a:buNone/>
              <a:defRPr sz="1600" b="1">
                <a:solidFill>
                  <a:schemeClr val="bg1"/>
                </a:solidFill>
              </a:defRPr>
            </a:lvl1pPr>
          </a:lstStyle>
          <a:p>
            <a:pPr lvl="0"/>
            <a:r>
              <a:rPr lang="id-ID" dirty="0" smtClean="0"/>
              <a:t>Info Portofolio</a:t>
            </a:r>
          </a:p>
        </p:txBody>
      </p:sp>
      <p:sp>
        <p:nvSpPr>
          <p:cNvPr id="20" name="Shape 1716"/>
          <p:cNvSpPr/>
          <p:nvPr/>
        </p:nvSpPr>
        <p:spPr>
          <a:xfrm>
            <a:off x="6822922" y="2030691"/>
            <a:ext cx="346346" cy="346346"/>
          </a:xfrm>
          <a:prstGeom prst="rect">
            <a:avLst/>
          </a:prstGeom>
          <a:solidFill>
            <a:schemeClr val="accent1"/>
          </a:solidFill>
          <a:ln w="12700" cap="flat">
            <a:noFill/>
            <a:miter lim="400000"/>
          </a:ln>
          <a:effectLst/>
        </p:spPr>
        <p:txBody>
          <a:bodyPr wrap="square" lIns="50800" tIns="50800" rIns="50800" bIns="50800" numCol="1" anchor="ctr">
            <a:noAutofit/>
          </a:bodyPr>
          <a:lstStyle/>
          <a:p>
            <a:pPr algn="ctr" defTabSz="457200" fontAlgn="auto">
              <a:spcBef>
                <a:spcPts val="0"/>
              </a:spcBef>
              <a:spcAft>
                <a:spcPts val="0"/>
              </a:spcAft>
              <a:defRPr sz="3000">
                <a:solidFill>
                  <a:srgbClr val="FFFFFF"/>
                </a:solidFill>
                <a:effectLst>
                  <a:outerShdw blurRad="38100" dist="12700" dir="5400000" rotWithShape="0">
                    <a:srgbClr val="000000">
                      <a:alpha val="50000"/>
                    </a:srgbClr>
                  </a:outerShdw>
                </a:effectLst>
                <a:latin typeface="Sinkin Sans 400 Regular"/>
                <a:ea typeface="Sinkin Sans 400 Regular"/>
                <a:cs typeface="Sinkin Sans 400 Regular"/>
                <a:sym typeface="Sinkin Sans 400 Regular"/>
              </a:defRPr>
            </a:pPr>
            <a:endParaRPr sz="3000">
              <a:solidFill>
                <a:srgbClr val="FFFFFF"/>
              </a:solidFill>
              <a:effectLst>
                <a:outerShdw blurRad="38100" dist="12700" dir="5400000" rotWithShape="0">
                  <a:srgbClr val="000000">
                    <a:alpha val="50000"/>
                  </a:srgbClr>
                </a:outerShdw>
              </a:effectLst>
              <a:latin typeface="Sinkin Sans 400 Regular"/>
              <a:ea typeface="Sinkin Sans 400 Regular"/>
              <a:cs typeface="Sinkin Sans 400 Regular"/>
              <a:sym typeface="Sinkin Sans 400 Regular"/>
            </a:endParaRPr>
          </a:p>
        </p:txBody>
      </p:sp>
      <p:sp>
        <p:nvSpPr>
          <p:cNvPr id="22" name="Shape 1934"/>
          <p:cNvSpPr/>
          <p:nvPr/>
        </p:nvSpPr>
        <p:spPr>
          <a:xfrm>
            <a:off x="6913248" y="2071029"/>
            <a:ext cx="288013" cy="302101"/>
          </a:xfrm>
          <a:custGeom>
            <a:avLst/>
            <a:gdLst/>
            <a:ahLst/>
            <a:cxnLst>
              <a:cxn ang="0">
                <a:pos x="wd2" y="hd2"/>
              </a:cxn>
              <a:cxn ang="5400000">
                <a:pos x="wd2" y="hd2"/>
              </a:cxn>
              <a:cxn ang="10800000">
                <a:pos x="wd2" y="hd2"/>
              </a:cxn>
              <a:cxn ang="16200000">
                <a:pos x="wd2" y="hd2"/>
              </a:cxn>
            </a:cxnLst>
            <a:rect l="0" t="0" r="r" b="b"/>
            <a:pathLst>
              <a:path w="21004" h="21302" extrusionOk="0">
                <a:moveTo>
                  <a:pt x="7816" y="21302"/>
                </a:moveTo>
                <a:cubicBezTo>
                  <a:pt x="7132" y="21302"/>
                  <a:pt x="6483" y="20993"/>
                  <a:pt x="6068" y="20461"/>
                </a:cubicBezTo>
                <a:lnTo>
                  <a:pt x="445" y="13277"/>
                </a:lnTo>
                <a:cubicBezTo>
                  <a:pt x="-287" y="12344"/>
                  <a:pt x="-97" y="11016"/>
                  <a:pt x="870" y="10308"/>
                </a:cubicBezTo>
                <a:cubicBezTo>
                  <a:pt x="1838" y="9597"/>
                  <a:pt x="3211" y="9785"/>
                  <a:pt x="3943" y="10719"/>
                </a:cubicBezTo>
                <a:lnTo>
                  <a:pt x="7643" y="15442"/>
                </a:lnTo>
                <a:lnTo>
                  <a:pt x="16946" y="999"/>
                </a:lnTo>
                <a:cubicBezTo>
                  <a:pt x="17586" y="6"/>
                  <a:pt x="18940" y="-298"/>
                  <a:pt x="19969" y="321"/>
                </a:cubicBezTo>
                <a:cubicBezTo>
                  <a:pt x="20997" y="939"/>
                  <a:pt x="21313" y="2248"/>
                  <a:pt x="20671" y="3243"/>
                </a:cubicBezTo>
                <a:lnTo>
                  <a:pt x="9680" y="20301"/>
                </a:lnTo>
                <a:cubicBezTo>
                  <a:pt x="9299" y="20896"/>
                  <a:pt x="8639" y="21267"/>
                  <a:pt x="7917" y="21299"/>
                </a:cubicBezTo>
                <a:cubicBezTo>
                  <a:pt x="7882" y="21302"/>
                  <a:pt x="7851" y="21302"/>
                  <a:pt x="7816" y="21302"/>
                </a:cubicBezTo>
                <a:close/>
              </a:path>
            </a:pathLst>
          </a:custGeom>
          <a:solidFill>
            <a:srgbClr val="FFFFFF"/>
          </a:solidFill>
          <a:ln w="12700" cap="flat">
            <a:noFill/>
            <a:miter lim="400000"/>
          </a:ln>
          <a:effectLst/>
        </p:spPr>
        <p:txBody>
          <a:bodyPr wrap="square" lIns="43656" tIns="43656" rIns="43656" bIns="43656" numCol="1" anchor="ctr">
            <a:noAutofit/>
          </a:bodyPr>
          <a:lstStyle/>
          <a:p>
            <a:pPr algn="ctr" defTabSz="457200" fontAlgn="auto">
              <a:spcBef>
                <a:spcPts val="0"/>
              </a:spcBef>
              <a:spcAft>
                <a:spcPts val="0"/>
              </a:spcAft>
              <a:defRPr sz="3000">
                <a:solidFill>
                  <a:srgbClr val="FFFFFF"/>
                </a:solidFill>
                <a:effectLst>
                  <a:outerShdw blurRad="38100" dist="12700" dir="5400000" rotWithShape="0">
                    <a:srgbClr val="000000">
                      <a:alpha val="50000"/>
                    </a:srgbClr>
                  </a:outerShdw>
                </a:effectLst>
                <a:latin typeface="Sinkin Sans 400 Regular"/>
                <a:ea typeface="Sinkin Sans 400 Regular"/>
                <a:cs typeface="Sinkin Sans 400 Regular"/>
                <a:sym typeface="Sinkin Sans 400 Regular"/>
              </a:defRPr>
            </a:pPr>
            <a:endParaRPr sz="3000">
              <a:solidFill>
                <a:srgbClr val="FFFFFF"/>
              </a:solidFill>
              <a:effectLst>
                <a:outerShdw blurRad="38100" dist="12700" dir="5400000" rotWithShape="0">
                  <a:srgbClr val="000000">
                    <a:alpha val="50000"/>
                  </a:srgbClr>
                </a:outerShdw>
              </a:effectLst>
              <a:latin typeface="Sinkin Sans 400 Regular"/>
              <a:ea typeface="Sinkin Sans 400 Regular"/>
              <a:cs typeface="Sinkin Sans 400 Regular"/>
              <a:sym typeface="Sinkin Sans 400 Regular"/>
            </a:endParaRPr>
          </a:p>
        </p:txBody>
      </p:sp>
      <p:grpSp>
        <p:nvGrpSpPr>
          <p:cNvPr id="3" name="Group 23"/>
          <p:cNvGrpSpPr/>
          <p:nvPr userDrawn="1"/>
        </p:nvGrpSpPr>
        <p:grpSpPr>
          <a:xfrm>
            <a:off x="6822922" y="3520887"/>
            <a:ext cx="378340" cy="346346"/>
            <a:chOff x="1166868" y="2106605"/>
            <a:chExt cx="780242" cy="714264"/>
          </a:xfrm>
        </p:grpSpPr>
        <p:sp>
          <p:nvSpPr>
            <p:cNvPr id="25" name="Shape 1716"/>
            <p:cNvSpPr/>
            <p:nvPr/>
          </p:nvSpPr>
          <p:spPr>
            <a:xfrm>
              <a:off x="1166868" y="2106605"/>
              <a:ext cx="714263" cy="714264"/>
            </a:xfrm>
            <a:prstGeom prst="rect">
              <a:avLst/>
            </a:prstGeom>
            <a:solidFill>
              <a:schemeClr val="accent3"/>
            </a:solidFill>
            <a:ln w="12700" cap="flat">
              <a:noFill/>
              <a:miter lim="400000"/>
            </a:ln>
            <a:effectLst/>
          </p:spPr>
          <p:txBody>
            <a:bodyPr wrap="square" lIns="50800" tIns="50800" rIns="50800" bIns="50800" numCol="1" anchor="ctr">
              <a:noAutofit/>
            </a:bodyPr>
            <a:lstStyle/>
            <a:p>
              <a:pPr algn="ctr" defTabSz="457200" fontAlgn="auto">
                <a:spcBef>
                  <a:spcPts val="0"/>
                </a:spcBef>
                <a:spcAft>
                  <a:spcPts val="0"/>
                </a:spcAft>
                <a:defRPr sz="3000">
                  <a:solidFill>
                    <a:srgbClr val="FFFFFF"/>
                  </a:solidFill>
                  <a:effectLst>
                    <a:outerShdw blurRad="38100" dist="12700" dir="5400000" rotWithShape="0">
                      <a:srgbClr val="000000">
                        <a:alpha val="50000"/>
                      </a:srgbClr>
                    </a:outerShdw>
                  </a:effectLst>
                  <a:latin typeface="Sinkin Sans 400 Regular"/>
                  <a:ea typeface="Sinkin Sans 400 Regular"/>
                  <a:cs typeface="Sinkin Sans 400 Regular"/>
                  <a:sym typeface="Sinkin Sans 400 Regular"/>
                </a:defRPr>
              </a:pPr>
              <a:endParaRPr sz="3000">
                <a:solidFill>
                  <a:srgbClr val="FFFFFF"/>
                </a:solidFill>
                <a:effectLst>
                  <a:outerShdw blurRad="38100" dist="12700" dir="5400000" rotWithShape="0">
                    <a:srgbClr val="000000">
                      <a:alpha val="50000"/>
                    </a:srgbClr>
                  </a:outerShdw>
                </a:effectLst>
                <a:latin typeface="Sinkin Sans 400 Regular"/>
                <a:ea typeface="Sinkin Sans 400 Regular"/>
                <a:cs typeface="Sinkin Sans 400 Regular"/>
                <a:sym typeface="Sinkin Sans 400 Regular"/>
              </a:endParaRPr>
            </a:p>
          </p:txBody>
        </p:sp>
        <p:sp>
          <p:nvSpPr>
            <p:cNvPr id="26" name="Shape 1934"/>
            <p:cNvSpPr/>
            <p:nvPr/>
          </p:nvSpPr>
          <p:spPr>
            <a:xfrm>
              <a:off x="1353147" y="2189791"/>
              <a:ext cx="593963" cy="623019"/>
            </a:xfrm>
            <a:custGeom>
              <a:avLst/>
              <a:gdLst/>
              <a:ahLst/>
              <a:cxnLst>
                <a:cxn ang="0">
                  <a:pos x="wd2" y="hd2"/>
                </a:cxn>
                <a:cxn ang="5400000">
                  <a:pos x="wd2" y="hd2"/>
                </a:cxn>
                <a:cxn ang="10800000">
                  <a:pos x="wd2" y="hd2"/>
                </a:cxn>
                <a:cxn ang="16200000">
                  <a:pos x="wd2" y="hd2"/>
                </a:cxn>
              </a:cxnLst>
              <a:rect l="0" t="0" r="r" b="b"/>
              <a:pathLst>
                <a:path w="21004" h="21302" extrusionOk="0">
                  <a:moveTo>
                    <a:pt x="7816" y="21302"/>
                  </a:moveTo>
                  <a:cubicBezTo>
                    <a:pt x="7132" y="21302"/>
                    <a:pt x="6483" y="20993"/>
                    <a:pt x="6068" y="20461"/>
                  </a:cubicBezTo>
                  <a:lnTo>
                    <a:pt x="445" y="13277"/>
                  </a:lnTo>
                  <a:cubicBezTo>
                    <a:pt x="-287" y="12344"/>
                    <a:pt x="-97" y="11016"/>
                    <a:pt x="870" y="10308"/>
                  </a:cubicBezTo>
                  <a:cubicBezTo>
                    <a:pt x="1838" y="9597"/>
                    <a:pt x="3211" y="9785"/>
                    <a:pt x="3943" y="10719"/>
                  </a:cubicBezTo>
                  <a:lnTo>
                    <a:pt x="7643" y="15442"/>
                  </a:lnTo>
                  <a:lnTo>
                    <a:pt x="16946" y="999"/>
                  </a:lnTo>
                  <a:cubicBezTo>
                    <a:pt x="17586" y="6"/>
                    <a:pt x="18940" y="-298"/>
                    <a:pt x="19969" y="321"/>
                  </a:cubicBezTo>
                  <a:cubicBezTo>
                    <a:pt x="20997" y="939"/>
                    <a:pt x="21313" y="2248"/>
                    <a:pt x="20671" y="3243"/>
                  </a:cubicBezTo>
                  <a:lnTo>
                    <a:pt x="9680" y="20301"/>
                  </a:lnTo>
                  <a:cubicBezTo>
                    <a:pt x="9299" y="20896"/>
                    <a:pt x="8639" y="21267"/>
                    <a:pt x="7917" y="21299"/>
                  </a:cubicBezTo>
                  <a:cubicBezTo>
                    <a:pt x="7882" y="21302"/>
                    <a:pt x="7851" y="21302"/>
                    <a:pt x="7816" y="21302"/>
                  </a:cubicBezTo>
                  <a:close/>
                </a:path>
              </a:pathLst>
            </a:custGeom>
            <a:solidFill>
              <a:srgbClr val="FFFFFF"/>
            </a:solidFill>
            <a:ln w="12700" cap="flat">
              <a:noFill/>
              <a:miter lim="400000"/>
            </a:ln>
            <a:effectLst/>
          </p:spPr>
          <p:txBody>
            <a:bodyPr wrap="square" lIns="43656" tIns="43656" rIns="43656" bIns="43656" numCol="1" anchor="ctr">
              <a:noAutofit/>
            </a:bodyPr>
            <a:lstStyle/>
            <a:p>
              <a:pPr algn="ctr" defTabSz="457200" fontAlgn="auto">
                <a:spcBef>
                  <a:spcPts val="0"/>
                </a:spcBef>
                <a:spcAft>
                  <a:spcPts val="0"/>
                </a:spcAft>
                <a:defRPr sz="3000">
                  <a:solidFill>
                    <a:srgbClr val="FFFFFF"/>
                  </a:solidFill>
                  <a:effectLst>
                    <a:outerShdw blurRad="38100" dist="12700" dir="5400000" rotWithShape="0">
                      <a:srgbClr val="000000">
                        <a:alpha val="50000"/>
                      </a:srgbClr>
                    </a:outerShdw>
                  </a:effectLst>
                  <a:latin typeface="Sinkin Sans 400 Regular"/>
                  <a:ea typeface="Sinkin Sans 400 Regular"/>
                  <a:cs typeface="Sinkin Sans 400 Regular"/>
                  <a:sym typeface="Sinkin Sans 400 Regular"/>
                </a:defRPr>
              </a:pPr>
              <a:endParaRPr sz="3000">
                <a:solidFill>
                  <a:srgbClr val="FFFFFF"/>
                </a:solidFill>
                <a:effectLst>
                  <a:outerShdw blurRad="38100" dist="12700" dir="5400000" rotWithShape="0">
                    <a:srgbClr val="000000">
                      <a:alpha val="50000"/>
                    </a:srgbClr>
                  </a:outerShdw>
                </a:effectLst>
                <a:latin typeface="Sinkin Sans 400 Regular"/>
                <a:ea typeface="Sinkin Sans 400 Regular"/>
                <a:cs typeface="Sinkin Sans 400 Regular"/>
                <a:sym typeface="Sinkin Sans 400 Regular"/>
              </a:endParaRPr>
            </a:p>
          </p:txBody>
        </p:sp>
      </p:grpSp>
      <p:sp>
        <p:nvSpPr>
          <p:cNvPr id="28" name="Shape 1716"/>
          <p:cNvSpPr/>
          <p:nvPr/>
        </p:nvSpPr>
        <p:spPr>
          <a:xfrm>
            <a:off x="7886477" y="2030691"/>
            <a:ext cx="346346" cy="346346"/>
          </a:xfrm>
          <a:prstGeom prst="rect">
            <a:avLst/>
          </a:prstGeom>
          <a:solidFill>
            <a:schemeClr val="accent6"/>
          </a:solidFill>
          <a:ln w="12700" cap="flat">
            <a:noFill/>
            <a:miter lim="400000"/>
          </a:ln>
          <a:effectLst/>
        </p:spPr>
        <p:txBody>
          <a:bodyPr wrap="square" lIns="50800" tIns="50800" rIns="50800" bIns="50800" numCol="1" anchor="ctr">
            <a:noAutofit/>
          </a:bodyPr>
          <a:lstStyle/>
          <a:p>
            <a:pPr algn="ctr" defTabSz="457200" fontAlgn="auto">
              <a:spcBef>
                <a:spcPts val="0"/>
              </a:spcBef>
              <a:spcAft>
                <a:spcPts val="0"/>
              </a:spcAft>
              <a:defRPr sz="3000">
                <a:solidFill>
                  <a:srgbClr val="FFFFFF"/>
                </a:solidFill>
                <a:effectLst>
                  <a:outerShdw blurRad="38100" dist="12700" dir="5400000" rotWithShape="0">
                    <a:srgbClr val="000000">
                      <a:alpha val="50000"/>
                    </a:srgbClr>
                  </a:outerShdw>
                </a:effectLst>
                <a:latin typeface="Sinkin Sans 400 Regular"/>
                <a:ea typeface="Sinkin Sans 400 Regular"/>
                <a:cs typeface="Sinkin Sans 400 Regular"/>
                <a:sym typeface="Sinkin Sans 400 Regular"/>
              </a:defRPr>
            </a:pPr>
            <a:endParaRPr sz="3000">
              <a:solidFill>
                <a:srgbClr val="FFFFFF"/>
              </a:solidFill>
              <a:effectLst>
                <a:outerShdw blurRad="38100" dist="12700" dir="5400000" rotWithShape="0">
                  <a:srgbClr val="000000">
                    <a:alpha val="50000"/>
                  </a:srgbClr>
                </a:outerShdw>
              </a:effectLst>
              <a:latin typeface="Sinkin Sans 400 Regular"/>
              <a:ea typeface="Sinkin Sans 400 Regular"/>
              <a:cs typeface="Sinkin Sans 400 Regular"/>
              <a:sym typeface="Sinkin Sans 400 Regular"/>
            </a:endParaRPr>
          </a:p>
        </p:txBody>
      </p:sp>
      <p:sp>
        <p:nvSpPr>
          <p:cNvPr id="29" name="Shape 1934"/>
          <p:cNvSpPr/>
          <p:nvPr/>
        </p:nvSpPr>
        <p:spPr>
          <a:xfrm>
            <a:off x="7976803" y="2071029"/>
            <a:ext cx="288013" cy="302101"/>
          </a:xfrm>
          <a:custGeom>
            <a:avLst/>
            <a:gdLst/>
            <a:ahLst/>
            <a:cxnLst>
              <a:cxn ang="0">
                <a:pos x="wd2" y="hd2"/>
              </a:cxn>
              <a:cxn ang="5400000">
                <a:pos x="wd2" y="hd2"/>
              </a:cxn>
              <a:cxn ang="10800000">
                <a:pos x="wd2" y="hd2"/>
              </a:cxn>
              <a:cxn ang="16200000">
                <a:pos x="wd2" y="hd2"/>
              </a:cxn>
            </a:cxnLst>
            <a:rect l="0" t="0" r="r" b="b"/>
            <a:pathLst>
              <a:path w="21004" h="21302" extrusionOk="0">
                <a:moveTo>
                  <a:pt x="7816" y="21302"/>
                </a:moveTo>
                <a:cubicBezTo>
                  <a:pt x="7132" y="21302"/>
                  <a:pt x="6483" y="20993"/>
                  <a:pt x="6068" y="20461"/>
                </a:cubicBezTo>
                <a:lnTo>
                  <a:pt x="445" y="13277"/>
                </a:lnTo>
                <a:cubicBezTo>
                  <a:pt x="-287" y="12344"/>
                  <a:pt x="-97" y="11016"/>
                  <a:pt x="870" y="10308"/>
                </a:cubicBezTo>
                <a:cubicBezTo>
                  <a:pt x="1838" y="9597"/>
                  <a:pt x="3211" y="9785"/>
                  <a:pt x="3943" y="10719"/>
                </a:cubicBezTo>
                <a:lnTo>
                  <a:pt x="7643" y="15442"/>
                </a:lnTo>
                <a:lnTo>
                  <a:pt x="16946" y="999"/>
                </a:lnTo>
                <a:cubicBezTo>
                  <a:pt x="17586" y="6"/>
                  <a:pt x="18940" y="-298"/>
                  <a:pt x="19969" y="321"/>
                </a:cubicBezTo>
                <a:cubicBezTo>
                  <a:pt x="20997" y="939"/>
                  <a:pt x="21313" y="2248"/>
                  <a:pt x="20671" y="3243"/>
                </a:cubicBezTo>
                <a:lnTo>
                  <a:pt x="9680" y="20301"/>
                </a:lnTo>
                <a:cubicBezTo>
                  <a:pt x="9299" y="20896"/>
                  <a:pt x="8639" y="21267"/>
                  <a:pt x="7917" y="21299"/>
                </a:cubicBezTo>
                <a:cubicBezTo>
                  <a:pt x="7882" y="21302"/>
                  <a:pt x="7851" y="21302"/>
                  <a:pt x="7816" y="21302"/>
                </a:cubicBezTo>
                <a:close/>
              </a:path>
            </a:pathLst>
          </a:custGeom>
          <a:solidFill>
            <a:srgbClr val="FFFFFF"/>
          </a:solidFill>
          <a:ln w="12700" cap="flat">
            <a:noFill/>
            <a:miter lim="400000"/>
          </a:ln>
          <a:effectLst/>
        </p:spPr>
        <p:txBody>
          <a:bodyPr wrap="square" lIns="43656" tIns="43656" rIns="43656" bIns="43656" numCol="1" anchor="ctr">
            <a:noAutofit/>
          </a:bodyPr>
          <a:lstStyle/>
          <a:p>
            <a:pPr algn="ctr" defTabSz="457200" fontAlgn="auto">
              <a:spcBef>
                <a:spcPts val="0"/>
              </a:spcBef>
              <a:spcAft>
                <a:spcPts val="0"/>
              </a:spcAft>
              <a:defRPr sz="3000">
                <a:solidFill>
                  <a:srgbClr val="FFFFFF"/>
                </a:solidFill>
                <a:effectLst>
                  <a:outerShdw blurRad="38100" dist="12700" dir="5400000" rotWithShape="0">
                    <a:srgbClr val="000000">
                      <a:alpha val="50000"/>
                    </a:srgbClr>
                  </a:outerShdw>
                </a:effectLst>
                <a:latin typeface="Sinkin Sans 400 Regular"/>
                <a:ea typeface="Sinkin Sans 400 Regular"/>
                <a:cs typeface="Sinkin Sans 400 Regular"/>
                <a:sym typeface="Sinkin Sans 400 Regular"/>
              </a:defRPr>
            </a:pPr>
            <a:endParaRPr sz="3000">
              <a:solidFill>
                <a:srgbClr val="FFFFFF"/>
              </a:solidFill>
              <a:effectLst>
                <a:outerShdw blurRad="38100" dist="12700" dir="5400000" rotWithShape="0">
                  <a:srgbClr val="000000">
                    <a:alpha val="50000"/>
                  </a:srgbClr>
                </a:outerShdw>
              </a:effectLst>
              <a:latin typeface="Sinkin Sans 400 Regular"/>
              <a:ea typeface="Sinkin Sans 400 Regular"/>
              <a:cs typeface="Sinkin Sans 400 Regular"/>
              <a:sym typeface="Sinkin Sans 400 Regular"/>
            </a:endParaRPr>
          </a:p>
        </p:txBody>
      </p:sp>
      <p:grpSp>
        <p:nvGrpSpPr>
          <p:cNvPr id="5" name="Group 29"/>
          <p:cNvGrpSpPr/>
          <p:nvPr userDrawn="1"/>
        </p:nvGrpSpPr>
        <p:grpSpPr>
          <a:xfrm>
            <a:off x="7886477" y="3520887"/>
            <a:ext cx="378340" cy="346346"/>
            <a:chOff x="1166868" y="2106605"/>
            <a:chExt cx="780242" cy="714264"/>
          </a:xfrm>
        </p:grpSpPr>
        <p:sp>
          <p:nvSpPr>
            <p:cNvPr id="31" name="Shape 1716"/>
            <p:cNvSpPr/>
            <p:nvPr/>
          </p:nvSpPr>
          <p:spPr>
            <a:xfrm>
              <a:off x="1166868" y="2106605"/>
              <a:ext cx="714263" cy="714264"/>
            </a:xfrm>
            <a:prstGeom prst="rect">
              <a:avLst/>
            </a:prstGeom>
            <a:solidFill>
              <a:schemeClr val="accent4"/>
            </a:solidFill>
            <a:ln w="12700" cap="flat">
              <a:noFill/>
              <a:miter lim="400000"/>
            </a:ln>
            <a:effectLst/>
          </p:spPr>
          <p:txBody>
            <a:bodyPr wrap="square" lIns="50800" tIns="50800" rIns="50800" bIns="50800" numCol="1" anchor="ctr">
              <a:noAutofit/>
            </a:bodyPr>
            <a:lstStyle/>
            <a:p>
              <a:pPr algn="ctr" defTabSz="457200" fontAlgn="auto">
                <a:spcBef>
                  <a:spcPts val="0"/>
                </a:spcBef>
                <a:spcAft>
                  <a:spcPts val="0"/>
                </a:spcAft>
                <a:defRPr sz="3000">
                  <a:solidFill>
                    <a:srgbClr val="FFFFFF"/>
                  </a:solidFill>
                  <a:effectLst>
                    <a:outerShdw blurRad="38100" dist="12700" dir="5400000" rotWithShape="0">
                      <a:srgbClr val="000000">
                        <a:alpha val="50000"/>
                      </a:srgbClr>
                    </a:outerShdw>
                  </a:effectLst>
                  <a:latin typeface="Sinkin Sans 400 Regular"/>
                  <a:ea typeface="Sinkin Sans 400 Regular"/>
                  <a:cs typeface="Sinkin Sans 400 Regular"/>
                  <a:sym typeface="Sinkin Sans 400 Regular"/>
                </a:defRPr>
              </a:pPr>
              <a:endParaRPr sz="3000">
                <a:solidFill>
                  <a:srgbClr val="FFFFFF"/>
                </a:solidFill>
                <a:effectLst>
                  <a:outerShdw blurRad="38100" dist="12700" dir="5400000" rotWithShape="0">
                    <a:srgbClr val="000000">
                      <a:alpha val="50000"/>
                    </a:srgbClr>
                  </a:outerShdw>
                </a:effectLst>
                <a:latin typeface="Sinkin Sans 400 Regular"/>
                <a:ea typeface="Sinkin Sans 400 Regular"/>
                <a:cs typeface="Sinkin Sans 400 Regular"/>
                <a:sym typeface="Sinkin Sans 400 Regular"/>
              </a:endParaRPr>
            </a:p>
          </p:txBody>
        </p:sp>
        <p:sp>
          <p:nvSpPr>
            <p:cNvPr id="32" name="Shape 1934"/>
            <p:cNvSpPr/>
            <p:nvPr/>
          </p:nvSpPr>
          <p:spPr>
            <a:xfrm>
              <a:off x="1353147" y="2189791"/>
              <a:ext cx="593963" cy="623019"/>
            </a:xfrm>
            <a:custGeom>
              <a:avLst/>
              <a:gdLst/>
              <a:ahLst/>
              <a:cxnLst>
                <a:cxn ang="0">
                  <a:pos x="wd2" y="hd2"/>
                </a:cxn>
                <a:cxn ang="5400000">
                  <a:pos x="wd2" y="hd2"/>
                </a:cxn>
                <a:cxn ang="10800000">
                  <a:pos x="wd2" y="hd2"/>
                </a:cxn>
                <a:cxn ang="16200000">
                  <a:pos x="wd2" y="hd2"/>
                </a:cxn>
              </a:cxnLst>
              <a:rect l="0" t="0" r="r" b="b"/>
              <a:pathLst>
                <a:path w="21004" h="21302" extrusionOk="0">
                  <a:moveTo>
                    <a:pt x="7816" y="21302"/>
                  </a:moveTo>
                  <a:cubicBezTo>
                    <a:pt x="7132" y="21302"/>
                    <a:pt x="6483" y="20993"/>
                    <a:pt x="6068" y="20461"/>
                  </a:cubicBezTo>
                  <a:lnTo>
                    <a:pt x="445" y="13277"/>
                  </a:lnTo>
                  <a:cubicBezTo>
                    <a:pt x="-287" y="12344"/>
                    <a:pt x="-97" y="11016"/>
                    <a:pt x="870" y="10308"/>
                  </a:cubicBezTo>
                  <a:cubicBezTo>
                    <a:pt x="1838" y="9597"/>
                    <a:pt x="3211" y="9785"/>
                    <a:pt x="3943" y="10719"/>
                  </a:cubicBezTo>
                  <a:lnTo>
                    <a:pt x="7643" y="15442"/>
                  </a:lnTo>
                  <a:lnTo>
                    <a:pt x="16946" y="999"/>
                  </a:lnTo>
                  <a:cubicBezTo>
                    <a:pt x="17586" y="6"/>
                    <a:pt x="18940" y="-298"/>
                    <a:pt x="19969" y="321"/>
                  </a:cubicBezTo>
                  <a:cubicBezTo>
                    <a:pt x="20997" y="939"/>
                    <a:pt x="21313" y="2248"/>
                    <a:pt x="20671" y="3243"/>
                  </a:cubicBezTo>
                  <a:lnTo>
                    <a:pt x="9680" y="20301"/>
                  </a:lnTo>
                  <a:cubicBezTo>
                    <a:pt x="9299" y="20896"/>
                    <a:pt x="8639" y="21267"/>
                    <a:pt x="7917" y="21299"/>
                  </a:cubicBezTo>
                  <a:cubicBezTo>
                    <a:pt x="7882" y="21302"/>
                    <a:pt x="7851" y="21302"/>
                    <a:pt x="7816" y="21302"/>
                  </a:cubicBezTo>
                  <a:close/>
                </a:path>
              </a:pathLst>
            </a:custGeom>
            <a:solidFill>
              <a:srgbClr val="FFFFFF"/>
            </a:solidFill>
            <a:ln w="12700" cap="flat">
              <a:noFill/>
              <a:miter lim="400000"/>
            </a:ln>
            <a:effectLst/>
          </p:spPr>
          <p:txBody>
            <a:bodyPr wrap="square" lIns="43656" tIns="43656" rIns="43656" bIns="43656" numCol="1" anchor="ctr">
              <a:noAutofit/>
            </a:bodyPr>
            <a:lstStyle/>
            <a:p>
              <a:pPr algn="ctr" defTabSz="457200" fontAlgn="auto">
                <a:spcBef>
                  <a:spcPts val="0"/>
                </a:spcBef>
                <a:spcAft>
                  <a:spcPts val="0"/>
                </a:spcAft>
                <a:defRPr sz="3000">
                  <a:solidFill>
                    <a:srgbClr val="FFFFFF"/>
                  </a:solidFill>
                  <a:effectLst>
                    <a:outerShdw blurRad="38100" dist="12700" dir="5400000" rotWithShape="0">
                      <a:srgbClr val="000000">
                        <a:alpha val="50000"/>
                      </a:srgbClr>
                    </a:outerShdw>
                  </a:effectLst>
                  <a:latin typeface="Sinkin Sans 400 Regular"/>
                  <a:ea typeface="Sinkin Sans 400 Regular"/>
                  <a:cs typeface="Sinkin Sans 400 Regular"/>
                  <a:sym typeface="Sinkin Sans 400 Regular"/>
                </a:defRPr>
              </a:pPr>
              <a:endParaRPr sz="3000">
                <a:solidFill>
                  <a:srgbClr val="FFFFFF"/>
                </a:solidFill>
                <a:effectLst>
                  <a:outerShdw blurRad="38100" dist="12700" dir="5400000" rotWithShape="0">
                    <a:srgbClr val="000000">
                      <a:alpha val="50000"/>
                    </a:srgbClr>
                  </a:outerShdw>
                </a:effectLst>
                <a:latin typeface="Sinkin Sans 400 Regular"/>
                <a:ea typeface="Sinkin Sans 400 Regular"/>
                <a:cs typeface="Sinkin Sans 400 Regular"/>
                <a:sym typeface="Sinkin Sans 400 Regular"/>
              </a:endParaRPr>
            </a:p>
          </p:txBody>
        </p:sp>
      </p:grpSp>
      <p:sp>
        <p:nvSpPr>
          <p:cNvPr id="47" name="Picture Placeholder 6"/>
          <p:cNvSpPr>
            <a:spLocks noGrp="1"/>
          </p:cNvSpPr>
          <p:nvPr userDrawn="1">
            <p:ph type="pic" sz="quarter" idx="27"/>
          </p:nvPr>
        </p:nvSpPr>
        <p:spPr>
          <a:xfrm>
            <a:off x="1750108" y="1844318"/>
            <a:ext cx="2012687" cy="3162558"/>
          </a:xfrm>
          <a:prstGeom prst="rect">
            <a:avLst/>
          </a:prstGeom>
          <a:noFill/>
          <a:ln w="6350">
            <a:noFill/>
          </a:ln>
        </p:spPr>
        <p:txBody>
          <a:bodyPr>
            <a:normAutofit/>
          </a:bodyPr>
          <a:lstStyle>
            <a:lvl1pPr>
              <a:defRPr sz="1400"/>
            </a:lvl1pPr>
          </a:lstStyle>
          <a:p>
            <a:endParaRPr lang="en-GB" dirty="0"/>
          </a:p>
        </p:txBody>
      </p:sp>
      <p:sp>
        <p:nvSpPr>
          <p:cNvPr id="46" name="Text Placeholder 17"/>
          <p:cNvSpPr>
            <a:spLocks noGrp="1"/>
          </p:cNvSpPr>
          <p:nvPr userDrawn="1">
            <p:ph type="body" sz="quarter" idx="40" hasCustomPrompt="1"/>
          </p:nvPr>
        </p:nvSpPr>
        <p:spPr>
          <a:xfrm>
            <a:off x="4696239" y="2497707"/>
            <a:ext cx="2473030" cy="721552"/>
          </a:xfrm>
        </p:spPr>
        <p:txBody>
          <a:bodyPr lIns="0" tIns="0" rIns="0" bIns="0" anchor="t">
            <a:normAutofit/>
          </a:bodyPr>
          <a:lstStyle>
            <a:lvl1pPr marL="0" indent="0" algn="r">
              <a:lnSpc>
                <a:spcPts val="1700"/>
              </a:lnSpc>
              <a:buNone/>
              <a:defRPr sz="1200">
                <a:solidFill>
                  <a:schemeClr val="tx2"/>
                </a:solidFill>
              </a:defRPr>
            </a:lvl1pPr>
          </a:lstStyle>
          <a:p>
            <a:pPr lvl="0"/>
            <a:r>
              <a:rPr lang="id-ID" dirty="0" smtClean="0"/>
              <a:t>Click to edit Master text  styles lorem ipsum dolor sit amet aleh pue h om alah hai meutuwah ka</a:t>
            </a:r>
          </a:p>
        </p:txBody>
      </p:sp>
      <p:sp>
        <p:nvSpPr>
          <p:cNvPr id="48" name="Text Placeholder 17"/>
          <p:cNvSpPr>
            <a:spLocks noGrp="1"/>
          </p:cNvSpPr>
          <p:nvPr userDrawn="1">
            <p:ph type="body" sz="quarter" idx="41" hasCustomPrompt="1"/>
          </p:nvPr>
        </p:nvSpPr>
        <p:spPr>
          <a:xfrm>
            <a:off x="4897043" y="2031023"/>
            <a:ext cx="1675347" cy="303488"/>
          </a:xfrm>
        </p:spPr>
        <p:txBody>
          <a:bodyPr lIns="0" tIns="0" rIns="0" bIns="0" anchor="ctr">
            <a:normAutofit/>
          </a:bodyPr>
          <a:lstStyle>
            <a:lvl1pPr marL="0" indent="0" algn="r">
              <a:lnSpc>
                <a:spcPts val="1700"/>
              </a:lnSpc>
              <a:buNone/>
              <a:defRPr sz="1600" b="1">
                <a:solidFill>
                  <a:schemeClr val="bg1"/>
                </a:solidFill>
              </a:defRPr>
            </a:lvl1pPr>
          </a:lstStyle>
          <a:p>
            <a:pPr lvl="0"/>
            <a:r>
              <a:rPr lang="id-ID" dirty="0" smtClean="0"/>
              <a:t>Info Portofolio</a:t>
            </a:r>
          </a:p>
        </p:txBody>
      </p:sp>
      <p:sp>
        <p:nvSpPr>
          <p:cNvPr id="49" name="Text Placeholder 17"/>
          <p:cNvSpPr>
            <a:spLocks noGrp="1"/>
          </p:cNvSpPr>
          <p:nvPr userDrawn="1">
            <p:ph type="body" sz="quarter" idx="42" hasCustomPrompt="1"/>
          </p:nvPr>
        </p:nvSpPr>
        <p:spPr>
          <a:xfrm>
            <a:off x="4696239" y="4067721"/>
            <a:ext cx="2473030" cy="721552"/>
          </a:xfrm>
        </p:spPr>
        <p:txBody>
          <a:bodyPr lIns="0" tIns="0" rIns="0" bIns="0" anchor="t">
            <a:normAutofit/>
          </a:bodyPr>
          <a:lstStyle>
            <a:lvl1pPr marL="0" indent="0" algn="r">
              <a:lnSpc>
                <a:spcPts val="1700"/>
              </a:lnSpc>
              <a:buNone/>
              <a:defRPr sz="1200">
                <a:solidFill>
                  <a:schemeClr val="tx2"/>
                </a:solidFill>
              </a:defRPr>
            </a:lvl1pPr>
          </a:lstStyle>
          <a:p>
            <a:pPr lvl="0"/>
            <a:r>
              <a:rPr lang="id-ID" dirty="0" smtClean="0"/>
              <a:t>Click to edit Master text  styles lorem ipsum dolor sit amet aleh pue h om alah hai meutuwah ka</a:t>
            </a:r>
          </a:p>
        </p:txBody>
      </p:sp>
      <p:sp>
        <p:nvSpPr>
          <p:cNvPr id="50" name="Text Placeholder 17"/>
          <p:cNvSpPr>
            <a:spLocks noGrp="1"/>
          </p:cNvSpPr>
          <p:nvPr userDrawn="1">
            <p:ph type="body" sz="quarter" idx="43" hasCustomPrompt="1"/>
          </p:nvPr>
        </p:nvSpPr>
        <p:spPr>
          <a:xfrm>
            <a:off x="4897043" y="3547697"/>
            <a:ext cx="1675347" cy="303488"/>
          </a:xfrm>
        </p:spPr>
        <p:txBody>
          <a:bodyPr lIns="0" tIns="0" rIns="0" bIns="0" anchor="ctr">
            <a:normAutofit/>
          </a:bodyPr>
          <a:lstStyle>
            <a:lvl1pPr marL="0" indent="0" algn="r">
              <a:lnSpc>
                <a:spcPts val="1700"/>
              </a:lnSpc>
              <a:buNone/>
              <a:defRPr sz="1600" b="1">
                <a:solidFill>
                  <a:schemeClr val="bg1"/>
                </a:solidFill>
              </a:defRPr>
            </a:lvl1pPr>
          </a:lstStyle>
          <a:p>
            <a:pPr lvl="0"/>
            <a:r>
              <a:rPr lang="id-ID" dirty="0" smtClean="0"/>
              <a:t>Info Portofolio</a:t>
            </a:r>
          </a:p>
        </p:txBody>
      </p:sp>
      <p:sp>
        <p:nvSpPr>
          <p:cNvPr id="51" name="Text Placeholder 17"/>
          <p:cNvSpPr>
            <a:spLocks noGrp="1"/>
          </p:cNvSpPr>
          <p:nvPr userDrawn="1">
            <p:ph type="body" sz="quarter" idx="44" hasCustomPrompt="1"/>
          </p:nvPr>
        </p:nvSpPr>
        <p:spPr>
          <a:xfrm>
            <a:off x="7886477" y="4079048"/>
            <a:ext cx="2516480" cy="721552"/>
          </a:xfrm>
        </p:spPr>
        <p:txBody>
          <a:bodyPr lIns="0" tIns="0" rIns="0" bIns="0" anchor="t">
            <a:normAutofit/>
          </a:bodyPr>
          <a:lstStyle>
            <a:lvl1pPr marL="0" indent="0" algn="l">
              <a:lnSpc>
                <a:spcPts val="1700"/>
              </a:lnSpc>
              <a:buNone/>
              <a:defRPr sz="1200">
                <a:solidFill>
                  <a:schemeClr val="tx2"/>
                </a:solidFill>
              </a:defRPr>
            </a:lvl1pPr>
          </a:lstStyle>
          <a:p>
            <a:pPr lvl="0"/>
            <a:r>
              <a:rPr lang="id-ID" dirty="0" smtClean="0"/>
              <a:t>Click to edit Master text  styles lorem ipsum dolor sit amet aleh pue h om alah hai meutuwah ka abeh cara pen</a:t>
            </a:r>
          </a:p>
        </p:txBody>
      </p:sp>
      <p:sp>
        <p:nvSpPr>
          <p:cNvPr id="52" name="Text Placeholder 17"/>
          <p:cNvSpPr>
            <a:spLocks noGrp="1"/>
          </p:cNvSpPr>
          <p:nvPr userDrawn="1">
            <p:ph type="body" sz="quarter" idx="45" hasCustomPrompt="1"/>
          </p:nvPr>
        </p:nvSpPr>
        <p:spPr>
          <a:xfrm>
            <a:off x="8413751" y="3559024"/>
            <a:ext cx="1887607" cy="303488"/>
          </a:xfrm>
        </p:spPr>
        <p:txBody>
          <a:bodyPr lIns="0" tIns="0" rIns="0" bIns="0" anchor="ctr">
            <a:normAutofit/>
          </a:bodyPr>
          <a:lstStyle>
            <a:lvl1pPr marL="0" indent="0" algn="l">
              <a:lnSpc>
                <a:spcPts val="1700"/>
              </a:lnSpc>
              <a:buNone/>
              <a:defRPr sz="1600" b="1">
                <a:solidFill>
                  <a:schemeClr val="bg1"/>
                </a:solidFill>
              </a:defRPr>
            </a:lvl1pPr>
          </a:lstStyle>
          <a:p>
            <a:pPr lvl="0"/>
            <a:r>
              <a:rPr lang="id-ID" dirty="0" smtClean="0"/>
              <a:t>Info Portofolio</a:t>
            </a:r>
          </a:p>
        </p:txBody>
      </p:sp>
      <p:sp>
        <p:nvSpPr>
          <p:cNvPr id="24" name="Rectangle 23"/>
          <p:cNvSpPr/>
          <p:nvPr userDrawn="1"/>
        </p:nvSpPr>
        <p:spPr>
          <a:xfrm>
            <a:off x="-1587" y="5017790"/>
            <a:ext cx="12195176" cy="1840211"/>
          </a:xfrm>
          <a:prstGeom prst="rect">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defPPr>
              <a:defRPr lang="vi-V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fontAlgn="auto">
              <a:spcBef>
                <a:spcPts val="0"/>
              </a:spcBef>
              <a:spcAft>
                <a:spcPts val="0"/>
              </a:spcAft>
            </a:pPr>
            <a:endParaRPr lang="vi-VN">
              <a:solidFill>
                <a:prstClr val="white"/>
              </a:solidFill>
            </a:endParaRPr>
          </a:p>
        </p:txBody>
      </p:sp>
    </p:spTree>
    <p:extLst>
      <p:ext uri="{BB962C8B-B14F-4D97-AF65-F5344CB8AC3E}">
        <p14:creationId xmlns:p14="http://schemas.microsoft.com/office/powerpoint/2010/main" val="57174692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nodePh="1">
                                  <p:stCondLst>
                                    <p:cond delay="0"/>
                                  </p:stCondLst>
                                  <p:endCondLst>
                                    <p:cond evt="begin" delay="0">
                                      <p:tn val="5"/>
                                    </p:cond>
                                  </p:endCondLst>
                                  <p:childTnLst>
                                    <p:set>
                                      <p:cBhvr>
                                        <p:cTn id="6" dur="1" fill="hold">
                                          <p:stCondLst>
                                            <p:cond delay="0"/>
                                          </p:stCondLst>
                                        </p:cTn>
                                        <p:tgtEl>
                                          <p:spTgt spid="47"/>
                                        </p:tgtEl>
                                        <p:attrNameLst>
                                          <p:attrName>style.visibility</p:attrName>
                                        </p:attrNameLst>
                                      </p:cBhvr>
                                      <p:to>
                                        <p:strVal val="visible"/>
                                      </p:to>
                                    </p:set>
                                    <p:anim calcmode="lin" valueType="num">
                                      <p:cBhvr additive="base">
                                        <p:cTn id="7" dur="500" fill="hold"/>
                                        <p:tgtEl>
                                          <p:spTgt spid="47"/>
                                        </p:tgtEl>
                                        <p:attrNameLst>
                                          <p:attrName>ppt_x</p:attrName>
                                        </p:attrNameLst>
                                      </p:cBhvr>
                                      <p:tavLst>
                                        <p:tav tm="0">
                                          <p:val>
                                            <p:strVal val="0-#ppt_w/2"/>
                                          </p:val>
                                        </p:tav>
                                        <p:tav tm="100000">
                                          <p:val>
                                            <p:strVal val="#ppt_x"/>
                                          </p:val>
                                        </p:tav>
                                      </p:tavLst>
                                    </p:anim>
                                    <p:anim calcmode="lin" valueType="num">
                                      <p:cBhvr additive="base">
                                        <p:cTn id="8" dur="500" fill="hold"/>
                                        <p:tgtEl>
                                          <p:spTgt spid="47"/>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2" presetClass="entr" presetSubtype="2" fill="hold" grpId="0" nodeType="afterEffect">
                                  <p:stCondLst>
                                    <p:cond delay="0"/>
                                  </p:stCondLst>
                                  <p:childTnLst>
                                    <p:set>
                                      <p:cBhvr>
                                        <p:cTn id="11" dur="1" fill="hold">
                                          <p:stCondLst>
                                            <p:cond delay="0"/>
                                          </p:stCondLst>
                                        </p:cTn>
                                        <p:tgtEl>
                                          <p:spTgt spid="48">
                                            <p:txEl>
                                              <p:pRg st="0" end="0"/>
                                            </p:txEl>
                                          </p:spTgt>
                                        </p:tgtEl>
                                        <p:attrNameLst>
                                          <p:attrName>style.visibility</p:attrName>
                                        </p:attrNameLst>
                                      </p:cBhvr>
                                      <p:to>
                                        <p:strVal val="visible"/>
                                      </p:to>
                                    </p:set>
                                    <p:animEffect transition="in" filter="wipe(right)">
                                      <p:cBhvr>
                                        <p:cTn id="12" dur="500"/>
                                        <p:tgtEl>
                                          <p:spTgt spid="48">
                                            <p:txEl>
                                              <p:pRg st="0" end="0"/>
                                            </p:txEl>
                                          </p:spTgt>
                                        </p:tgtEl>
                                      </p:cBhvr>
                                    </p:animEffect>
                                  </p:childTnLst>
                                </p:cTn>
                              </p:par>
                            </p:childTnLst>
                          </p:cTn>
                        </p:par>
                        <p:par>
                          <p:cTn id="13" fill="hold">
                            <p:stCondLst>
                              <p:cond delay="1000"/>
                            </p:stCondLst>
                            <p:childTnLst>
                              <p:par>
                                <p:cTn id="14" presetID="10" presetClass="entr" presetSubtype="0" fill="hold" grpId="0" nodeType="afterEffect">
                                  <p:stCondLst>
                                    <p:cond delay="0"/>
                                  </p:stCondLst>
                                  <p:childTnLst>
                                    <p:set>
                                      <p:cBhvr>
                                        <p:cTn id="15" dur="1" fill="hold">
                                          <p:stCondLst>
                                            <p:cond delay="0"/>
                                          </p:stCondLst>
                                        </p:cTn>
                                        <p:tgtEl>
                                          <p:spTgt spid="46">
                                            <p:txEl>
                                              <p:pRg st="0" end="0"/>
                                            </p:txEl>
                                          </p:spTgt>
                                        </p:tgtEl>
                                        <p:attrNameLst>
                                          <p:attrName>style.visibility</p:attrName>
                                        </p:attrNameLst>
                                      </p:cBhvr>
                                      <p:to>
                                        <p:strVal val="visible"/>
                                      </p:to>
                                    </p:set>
                                    <p:animEffect transition="in" filter="fade">
                                      <p:cBhvr>
                                        <p:cTn id="16" dur="500"/>
                                        <p:tgtEl>
                                          <p:spTgt spid="46">
                                            <p:txEl>
                                              <p:pRg st="0" end="0"/>
                                            </p:txEl>
                                          </p:spTgt>
                                        </p:tgtEl>
                                      </p:cBhvr>
                                    </p:animEffect>
                                  </p:childTnLst>
                                </p:cTn>
                              </p:par>
                            </p:childTnLst>
                          </p:cTn>
                        </p:par>
                        <p:par>
                          <p:cTn id="17" fill="hold">
                            <p:stCondLst>
                              <p:cond delay="1500"/>
                            </p:stCondLst>
                            <p:childTnLst>
                              <p:par>
                                <p:cTn id="18" presetID="53" presetClass="entr" presetSubtype="16" fill="hold" nodeType="afterEffect">
                                  <p:stCondLst>
                                    <p:cond delay="0"/>
                                  </p:stCondLst>
                                  <p:childTnLst>
                                    <p:set>
                                      <p:cBhvr>
                                        <p:cTn id="19" dur="1" fill="hold">
                                          <p:stCondLst>
                                            <p:cond delay="0"/>
                                          </p:stCondLst>
                                        </p:cTn>
                                        <p:tgtEl>
                                          <p:spTgt spid="3"/>
                                        </p:tgtEl>
                                        <p:attrNameLst>
                                          <p:attrName>style.visibility</p:attrName>
                                        </p:attrNameLst>
                                      </p:cBhvr>
                                      <p:to>
                                        <p:strVal val="visible"/>
                                      </p:to>
                                    </p:set>
                                    <p:anim calcmode="lin" valueType="num">
                                      <p:cBhvr>
                                        <p:cTn id="20" dur="500" fill="hold"/>
                                        <p:tgtEl>
                                          <p:spTgt spid="3"/>
                                        </p:tgtEl>
                                        <p:attrNameLst>
                                          <p:attrName>ppt_w</p:attrName>
                                        </p:attrNameLst>
                                      </p:cBhvr>
                                      <p:tavLst>
                                        <p:tav tm="0">
                                          <p:val>
                                            <p:fltVal val="0"/>
                                          </p:val>
                                        </p:tav>
                                        <p:tav tm="100000">
                                          <p:val>
                                            <p:strVal val="#ppt_w"/>
                                          </p:val>
                                        </p:tav>
                                      </p:tavLst>
                                    </p:anim>
                                    <p:anim calcmode="lin" valueType="num">
                                      <p:cBhvr>
                                        <p:cTn id="21" dur="500" fill="hold"/>
                                        <p:tgtEl>
                                          <p:spTgt spid="3"/>
                                        </p:tgtEl>
                                        <p:attrNameLst>
                                          <p:attrName>ppt_h</p:attrName>
                                        </p:attrNameLst>
                                      </p:cBhvr>
                                      <p:tavLst>
                                        <p:tav tm="0">
                                          <p:val>
                                            <p:fltVal val="0"/>
                                          </p:val>
                                        </p:tav>
                                        <p:tav tm="100000">
                                          <p:val>
                                            <p:strVal val="#ppt_h"/>
                                          </p:val>
                                        </p:tav>
                                      </p:tavLst>
                                    </p:anim>
                                    <p:animEffect transition="in" filter="fade">
                                      <p:cBhvr>
                                        <p:cTn id="22" dur="500"/>
                                        <p:tgtEl>
                                          <p:spTgt spid="3"/>
                                        </p:tgtEl>
                                      </p:cBhvr>
                                    </p:animEffect>
                                  </p:childTnLst>
                                </p:cTn>
                              </p:par>
                            </p:childTnLst>
                          </p:cTn>
                        </p:par>
                        <p:par>
                          <p:cTn id="23" fill="hold">
                            <p:stCondLst>
                              <p:cond delay="2000"/>
                            </p:stCondLst>
                            <p:childTnLst>
                              <p:par>
                                <p:cTn id="24" presetID="22" presetClass="entr" presetSubtype="2" fill="hold" grpId="0" nodeType="afterEffect">
                                  <p:stCondLst>
                                    <p:cond delay="0"/>
                                  </p:stCondLst>
                                  <p:childTnLst>
                                    <p:set>
                                      <p:cBhvr>
                                        <p:cTn id="25" dur="1" fill="hold">
                                          <p:stCondLst>
                                            <p:cond delay="0"/>
                                          </p:stCondLst>
                                        </p:cTn>
                                        <p:tgtEl>
                                          <p:spTgt spid="50">
                                            <p:txEl>
                                              <p:pRg st="0" end="0"/>
                                            </p:txEl>
                                          </p:spTgt>
                                        </p:tgtEl>
                                        <p:attrNameLst>
                                          <p:attrName>style.visibility</p:attrName>
                                        </p:attrNameLst>
                                      </p:cBhvr>
                                      <p:to>
                                        <p:strVal val="visible"/>
                                      </p:to>
                                    </p:set>
                                    <p:animEffect transition="in" filter="wipe(right)">
                                      <p:cBhvr>
                                        <p:cTn id="26" dur="500"/>
                                        <p:tgtEl>
                                          <p:spTgt spid="50">
                                            <p:txEl>
                                              <p:pRg st="0" end="0"/>
                                            </p:txEl>
                                          </p:spTgt>
                                        </p:tgtEl>
                                      </p:cBhvr>
                                    </p:animEffect>
                                  </p:childTnLst>
                                </p:cTn>
                              </p:par>
                            </p:childTnLst>
                          </p:cTn>
                        </p:par>
                        <p:par>
                          <p:cTn id="27" fill="hold">
                            <p:stCondLst>
                              <p:cond delay="2500"/>
                            </p:stCondLst>
                            <p:childTnLst>
                              <p:par>
                                <p:cTn id="28" presetID="10" presetClass="entr" presetSubtype="0" fill="hold" grpId="0" nodeType="afterEffect">
                                  <p:stCondLst>
                                    <p:cond delay="0"/>
                                  </p:stCondLst>
                                  <p:childTnLst>
                                    <p:set>
                                      <p:cBhvr>
                                        <p:cTn id="29" dur="1" fill="hold">
                                          <p:stCondLst>
                                            <p:cond delay="0"/>
                                          </p:stCondLst>
                                        </p:cTn>
                                        <p:tgtEl>
                                          <p:spTgt spid="49">
                                            <p:txEl>
                                              <p:pRg st="0" end="0"/>
                                            </p:txEl>
                                          </p:spTgt>
                                        </p:tgtEl>
                                        <p:attrNameLst>
                                          <p:attrName>style.visibility</p:attrName>
                                        </p:attrNameLst>
                                      </p:cBhvr>
                                      <p:to>
                                        <p:strVal val="visible"/>
                                      </p:to>
                                    </p:set>
                                    <p:animEffect transition="in" filter="fade">
                                      <p:cBhvr>
                                        <p:cTn id="30" dur="500"/>
                                        <p:tgtEl>
                                          <p:spTgt spid="49">
                                            <p:txEl>
                                              <p:pRg st="0" end="0"/>
                                            </p:txEl>
                                          </p:spTgt>
                                        </p:tgtEl>
                                      </p:cBhvr>
                                    </p:animEffect>
                                  </p:childTnLst>
                                </p:cTn>
                              </p:par>
                            </p:childTnLst>
                          </p:cTn>
                        </p:par>
                        <p:par>
                          <p:cTn id="31" fill="hold">
                            <p:stCondLst>
                              <p:cond delay="3000"/>
                            </p:stCondLst>
                            <p:childTnLst>
                              <p:par>
                                <p:cTn id="32" presetID="22" presetClass="entr" presetSubtype="8" fill="hold" grpId="0" nodeType="afterEffect">
                                  <p:stCondLst>
                                    <p:cond delay="0"/>
                                  </p:stCondLst>
                                  <p:childTnLst>
                                    <p:set>
                                      <p:cBhvr>
                                        <p:cTn id="33" dur="1" fill="hold">
                                          <p:stCondLst>
                                            <p:cond delay="0"/>
                                          </p:stCondLst>
                                        </p:cTn>
                                        <p:tgtEl>
                                          <p:spTgt spid="15">
                                            <p:txEl>
                                              <p:pRg st="0" end="0"/>
                                            </p:txEl>
                                          </p:spTgt>
                                        </p:tgtEl>
                                        <p:attrNameLst>
                                          <p:attrName>style.visibility</p:attrName>
                                        </p:attrNameLst>
                                      </p:cBhvr>
                                      <p:to>
                                        <p:strVal val="visible"/>
                                      </p:to>
                                    </p:set>
                                    <p:animEffect transition="in" filter="wipe(left)">
                                      <p:cBhvr>
                                        <p:cTn id="34" dur="500"/>
                                        <p:tgtEl>
                                          <p:spTgt spid="15">
                                            <p:txEl>
                                              <p:pRg st="0" end="0"/>
                                            </p:txEl>
                                          </p:spTgt>
                                        </p:tgtEl>
                                      </p:cBhvr>
                                    </p:animEffect>
                                  </p:childTnLst>
                                </p:cTn>
                              </p:par>
                            </p:childTnLst>
                          </p:cTn>
                        </p:par>
                        <p:par>
                          <p:cTn id="35" fill="hold">
                            <p:stCondLst>
                              <p:cond delay="3500"/>
                            </p:stCondLst>
                            <p:childTnLst>
                              <p:par>
                                <p:cTn id="36" presetID="10" presetClass="entr" presetSubtype="0" fill="hold" grpId="0" nodeType="afterEffect">
                                  <p:stCondLst>
                                    <p:cond delay="0"/>
                                  </p:stCondLst>
                                  <p:childTnLst>
                                    <p:set>
                                      <p:cBhvr>
                                        <p:cTn id="37" dur="1" fill="hold">
                                          <p:stCondLst>
                                            <p:cond delay="0"/>
                                          </p:stCondLst>
                                        </p:cTn>
                                        <p:tgtEl>
                                          <p:spTgt spid="21">
                                            <p:txEl>
                                              <p:pRg st="0" end="0"/>
                                            </p:txEl>
                                          </p:spTgt>
                                        </p:tgtEl>
                                        <p:attrNameLst>
                                          <p:attrName>style.visibility</p:attrName>
                                        </p:attrNameLst>
                                      </p:cBhvr>
                                      <p:to>
                                        <p:strVal val="visible"/>
                                      </p:to>
                                    </p:set>
                                    <p:animEffect transition="in" filter="fade">
                                      <p:cBhvr>
                                        <p:cTn id="38" dur="500"/>
                                        <p:tgtEl>
                                          <p:spTgt spid="21">
                                            <p:txEl>
                                              <p:pRg st="0" end="0"/>
                                            </p:txEl>
                                          </p:spTgt>
                                        </p:tgtEl>
                                      </p:cBhvr>
                                    </p:animEffect>
                                  </p:childTnLst>
                                </p:cTn>
                              </p:par>
                            </p:childTnLst>
                          </p:cTn>
                        </p:par>
                        <p:par>
                          <p:cTn id="39" fill="hold">
                            <p:stCondLst>
                              <p:cond delay="4000"/>
                            </p:stCondLst>
                            <p:childTnLst>
                              <p:par>
                                <p:cTn id="40" presetID="53" presetClass="entr" presetSubtype="16" fill="hold" nodeType="afterEffect">
                                  <p:stCondLst>
                                    <p:cond delay="0"/>
                                  </p:stCondLst>
                                  <p:childTnLst>
                                    <p:set>
                                      <p:cBhvr>
                                        <p:cTn id="41" dur="1" fill="hold">
                                          <p:stCondLst>
                                            <p:cond delay="0"/>
                                          </p:stCondLst>
                                        </p:cTn>
                                        <p:tgtEl>
                                          <p:spTgt spid="5"/>
                                        </p:tgtEl>
                                        <p:attrNameLst>
                                          <p:attrName>style.visibility</p:attrName>
                                        </p:attrNameLst>
                                      </p:cBhvr>
                                      <p:to>
                                        <p:strVal val="visible"/>
                                      </p:to>
                                    </p:set>
                                    <p:anim calcmode="lin" valueType="num">
                                      <p:cBhvr>
                                        <p:cTn id="42" dur="500" fill="hold"/>
                                        <p:tgtEl>
                                          <p:spTgt spid="5"/>
                                        </p:tgtEl>
                                        <p:attrNameLst>
                                          <p:attrName>ppt_w</p:attrName>
                                        </p:attrNameLst>
                                      </p:cBhvr>
                                      <p:tavLst>
                                        <p:tav tm="0">
                                          <p:val>
                                            <p:fltVal val="0"/>
                                          </p:val>
                                        </p:tav>
                                        <p:tav tm="100000">
                                          <p:val>
                                            <p:strVal val="#ppt_w"/>
                                          </p:val>
                                        </p:tav>
                                      </p:tavLst>
                                    </p:anim>
                                    <p:anim calcmode="lin" valueType="num">
                                      <p:cBhvr>
                                        <p:cTn id="43" dur="500" fill="hold"/>
                                        <p:tgtEl>
                                          <p:spTgt spid="5"/>
                                        </p:tgtEl>
                                        <p:attrNameLst>
                                          <p:attrName>ppt_h</p:attrName>
                                        </p:attrNameLst>
                                      </p:cBhvr>
                                      <p:tavLst>
                                        <p:tav tm="0">
                                          <p:val>
                                            <p:fltVal val="0"/>
                                          </p:val>
                                        </p:tav>
                                        <p:tav tm="100000">
                                          <p:val>
                                            <p:strVal val="#ppt_h"/>
                                          </p:val>
                                        </p:tav>
                                      </p:tavLst>
                                    </p:anim>
                                    <p:animEffect transition="in" filter="fade">
                                      <p:cBhvr>
                                        <p:cTn id="44" dur="500"/>
                                        <p:tgtEl>
                                          <p:spTgt spid="5"/>
                                        </p:tgtEl>
                                      </p:cBhvr>
                                    </p:animEffect>
                                  </p:childTnLst>
                                </p:cTn>
                              </p:par>
                            </p:childTnLst>
                          </p:cTn>
                        </p:par>
                        <p:par>
                          <p:cTn id="45" fill="hold">
                            <p:stCondLst>
                              <p:cond delay="4500"/>
                            </p:stCondLst>
                            <p:childTnLst>
                              <p:par>
                                <p:cTn id="46" presetID="22" presetClass="entr" presetSubtype="8" fill="hold" grpId="0" nodeType="afterEffect">
                                  <p:stCondLst>
                                    <p:cond delay="0"/>
                                  </p:stCondLst>
                                  <p:childTnLst>
                                    <p:set>
                                      <p:cBhvr>
                                        <p:cTn id="47" dur="1" fill="hold">
                                          <p:stCondLst>
                                            <p:cond delay="0"/>
                                          </p:stCondLst>
                                        </p:cTn>
                                        <p:tgtEl>
                                          <p:spTgt spid="52">
                                            <p:txEl>
                                              <p:pRg st="0" end="0"/>
                                            </p:txEl>
                                          </p:spTgt>
                                        </p:tgtEl>
                                        <p:attrNameLst>
                                          <p:attrName>style.visibility</p:attrName>
                                        </p:attrNameLst>
                                      </p:cBhvr>
                                      <p:to>
                                        <p:strVal val="visible"/>
                                      </p:to>
                                    </p:set>
                                    <p:animEffect transition="in" filter="wipe(left)">
                                      <p:cBhvr>
                                        <p:cTn id="48" dur="500"/>
                                        <p:tgtEl>
                                          <p:spTgt spid="52">
                                            <p:txEl>
                                              <p:pRg st="0" end="0"/>
                                            </p:txEl>
                                          </p:spTgt>
                                        </p:tgtEl>
                                      </p:cBhvr>
                                    </p:animEffect>
                                  </p:childTnLst>
                                </p:cTn>
                              </p:par>
                            </p:childTnLst>
                          </p:cTn>
                        </p:par>
                        <p:par>
                          <p:cTn id="49" fill="hold">
                            <p:stCondLst>
                              <p:cond delay="5000"/>
                            </p:stCondLst>
                            <p:childTnLst>
                              <p:par>
                                <p:cTn id="50" presetID="10" presetClass="entr" presetSubtype="0" fill="hold" grpId="0" nodeType="afterEffect">
                                  <p:stCondLst>
                                    <p:cond delay="0"/>
                                  </p:stCondLst>
                                  <p:childTnLst>
                                    <p:set>
                                      <p:cBhvr>
                                        <p:cTn id="51" dur="1" fill="hold">
                                          <p:stCondLst>
                                            <p:cond delay="0"/>
                                          </p:stCondLst>
                                        </p:cTn>
                                        <p:tgtEl>
                                          <p:spTgt spid="51">
                                            <p:txEl>
                                              <p:pRg st="0" end="0"/>
                                            </p:txEl>
                                          </p:spTgt>
                                        </p:tgtEl>
                                        <p:attrNameLst>
                                          <p:attrName>style.visibility</p:attrName>
                                        </p:attrNameLst>
                                      </p:cBhvr>
                                      <p:to>
                                        <p:strVal val="visible"/>
                                      </p:to>
                                    </p:set>
                                    <p:animEffect transition="in" filter="fade">
                                      <p:cBhvr>
                                        <p:cTn id="52" dur="500"/>
                                        <p:tgtEl>
                                          <p:spTgt spid="51">
                                            <p:txEl>
                                              <p:pRg st="0" end="0"/>
                                            </p:txEl>
                                          </p:spTgt>
                                        </p:tgtEl>
                                      </p:cBhvr>
                                    </p:animEffect>
                                  </p:childTnLst>
                                </p:cTn>
                              </p:par>
                            </p:childTnLst>
                          </p:cTn>
                        </p:par>
                        <p:par>
                          <p:cTn id="53" fill="hold">
                            <p:stCondLst>
                              <p:cond delay="5500"/>
                            </p:stCondLst>
                            <p:childTnLst>
                              <p:par>
                                <p:cTn id="54" presetID="42" presetClass="entr" presetSubtype="0" fill="hold" nodeType="afterEffect">
                                  <p:stCondLst>
                                    <p:cond delay="0"/>
                                  </p:stCondLst>
                                  <p:childTnLst>
                                    <p:set>
                                      <p:cBhvr>
                                        <p:cTn id="55" dur="1" fill="hold">
                                          <p:stCondLst>
                                            <p:cond delay="0"/>
                                          </p:stCondLst>
                                        </p:cTn>
                                        <p:tgtEl>
                                          <p:spTgt spid="68"/>
                                        </p:tgtEl>
                                        <p:attrNameLst>
                                          <p:attrName>style.visibility</p:attrName>
                                        </p:attrNameLst>
                                      </p:cBhvr>
                                      <p:to>
                                        <p:strVal val="visible"/>
                                      </p:to>
                                    </p:set>
                                    <p:animEffect transition="in" filter="fade">
                                      <p:cBhvr>
                                        <p:cTn id="56" dur="1000"/>
                                        <p:tgtEl>
                                          <p:spTgt spid="68"/>
                                        </p:tgtEl>
                                      </p:cBhvr>
                                    </p:animEffect>
                                    <p:anim calcmode="lin" valueType="num">
                                      <p:cBhvr>
                                        <p:cTn id="57" dur="1000" fill="hold"/>
                                        <p:tgtEl>
                                          <p:spTgt spid="68"/>
                                        </p:tgtEl>
                                        <p:attrNameLst>
                                          <p:attrName>ppt_x</p:attrName>
                                        </p:attrNameLst>
                                      </p:cBhvr>
                                      <p:tavLst>
                                        <p:tav tm="0">
                                          <p:val>
                                            <p:strVal val="#ppt_x"/>
                                          </p:val>
                                        </p:tav>
                                        <p:tav tm="100000">
                                          <p:val>
                                            <p:strVal val="#ppt_x"/>
                                          </p:val>
                                        </p:tav>
                                      </p:tavLst>
                                    </p:anim>
                                    <p:anim calcmode="lin" valueType="num">
                                      <p:cBhvr>
                                        <p:cTn id="58" dur="1000" fill="hold"/>
                                        <p:tgtEl>
                                          <p:spTgt spid="6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build="p">
        <p:tmplLst>
          <p:tmpl lvl="1">
            <p:tnLst>
              <p:par>
                <p:cTn presetID="10" presetClass="entr" presetSubtype="0" fill="hold" nodeType="afterEffect">
                  <p:stCondLst>
                    <p:cond delay="0"/>
                  </p:stCondLst>
                  <p:childTnLst>
                    <p:set>
                      <p:cBhvr>
                        <p:cTn dur="1" fill="hold">
                          <p:stCondLst>
                            <p:cond delay="0"/>
                          </p:stCondLst>
                        </p:cTn>
                        <p:tgtEl>
                          <p:spTgt spid="21"/>
                        </p:tgtEl>
                        <p:attrNameLst>
                          <p:attrName>style.visibility</p:attrName>
                        </p:attrNameLst>
                      </p:cBhvr>
                      <p:to>
                        <p:strVal val="visible"/>
                      </p:to>
                    </p:set>
                    <p:animEffect transition="in" filter="fade">
                      <p:cBhvr>
                        <p:cTn dur="500"/>
                        <p:tgtEl>
                          <p:spTgt spid="21"/>
                        </p:tgtEl>
                      </p:cBhvr>
                    </p:animEffect>
                  </p:childTnLst>
                </p:cTn>
              </p:par>
            </p:tnLst>
          </p:tmpl>
        </p:tmplLst>
      </p:bldP>
      <p:bldP spid="15" grpId="0" build="p">
        <p:tmplLst>
          <p:tmpl lvl="1">
            <p:tnLst>
              <p:par>
                <p:cTn presetID="22" presetClass="entr" presetSubtype="8" fill="hold" nodeType="afterEffect">
                  <p:stCondLst>
                    <p:cond delay="0"/>
                  </p:stCondLst>
                  <p:childTnLst>
                    <p:set>
                      <p:cBhvr>
                        <p:cTn dur="1" fill="hold">
                          <p:stCondLst>
                            <p:cond delay="0"/>
                          </p:stCondLst>
                        </p:cTn>
                        <p:tgtEl>
                          <p:spTgt spid="15"/>
                        </p:tgtEl>
                        <p:attrNameLst>
                          <p:attrName>style.visibility</p:attrName>
                        </p:attrNameLst>
                      </p:cBhvr>
                      <p:to>
                        <p:strVal val="visible"/>
                      </p:to>
                    </p:set>
                    <p:animEffect transition="in" filter="wipe(left)">
                      <p:cBhvr>
                        <p:cTn dur="500"/>
                        <p:tgtEl>
                          <p:spTgt spid="15"/>
                        </p:tgtEl>
                      </p:cBhvr>
                    </p:animEffect>
                  </p:childTnLst>
                </p:cTn>
              </p:par>
            </p:tnLst>
          </p:tmpl>
        </p:tmplLst>
      </p:bldP>
      <p:bldP spid="47" grpId="0"/>
      <p:bldP spid="46" grpId="0" build="p">
        <p:tmplLst>
          <p:tmpl lvl="1">
            <p:tnLst>
              <p:par>
                <p:cTn presetID="10" presetClass="entr" presetSubtype="0" fill="hold" nodeType="afterEffect">
                  <p:stCondLst>
                    <p:cond delay="0"/>
                  </p:stCondLst>
                  <p:childTnLst>
                    <p:set>
                      <p:cBhvr>
                        <p:cTn dur="1" fill="hold">
                          <p:stCondLst>
                            <p:cond delay="0"/>
                          </p:stCondLst>
                        </p:cTn>
                        <p:tgtEl>
                          <p:spTgt spid="46"/>
                        </p:tgtEl>
                        <p:attrNameLst>
                          <p:attrName>style.visibility</p:attrName>
                        </p:attrNameLst>
                      </p:cBhvr>
                      <p:to>
                        <p:strVal val="visible"/>
                      </p:to>
                    </p:set>
                    <p:animEffect transition="in" filter="fade">
                      <p:cBhvr>
                        <p:cTn dur="500"/>
                        <p:tgtEl>
                          <p:spTgt spid="46"/>
                        </p:tgtEl>
                      </p:cBhvr>
                    </p:animEffect>
                  </p:childTnLst>
                </p:cTn>
              </p:par>
            </p:tnLst>
          </p:tmpl>
        </p:tmplLst>
      </p:bldP>
      <p:bldP spid="48" grpId="0" build="p">
        <p:tmplLst>
          <p:tmpl lvl="1">
            <p:tnLst>
              <p:par>
                <p:cTn presetID="22" presetClass="entr" presetSubtype="2" fill="hold" nodeType="afterEffect">
                  <p:stCondLst>
                    <p:cond delay="0"/>
                  </p:stCondLst>
                  <p:childTnLst>
                    <p:set>
                      <p:cBhvr>
                        <p:cTn dur="1" fill="hold">
                          <p:stCondLst>
                            <p:cond delay="0"/>
                          </p:stCondLst>
                        </p:cTn>
                        <p:tgtEl>
                          <p:spTgt spid="48"/>
                        </p:tgtEl>
                        <p:attrNameLst>
                          <p:attrName>style.visibility</p:attrName>
                        </p:attrNameLst>
                      </p:cBhvr>
                      <p:to>
                        <p:strVal val="visible"/>
                      </p:to>
                    </p:set>
                    <p:animEffect transition="in" filter="wipe(right)">
                      <p:cBhvr>
                        <p:cTn dur="500"/>
                        <p:tgtEl>
                          <p:spTgt spid="48"/>
                        </p:tgtEl>
                      </p:cBhvr>
                    </p:animEffect>
                  </p:childTnLst>
                </p:cTn>
              </p:par>
            </p:tnLst>
          </p:tmpl>
        </p:tmplLst>
      </p:bldP>
      <p:bldP spid="49" grpId="0" build="p">
        <p:tmplLst>
          <p:tmpl lvl="1">
            <p:tnLst>
              <p:par>
                <p:cTn presetID="10" presetClass="entr" presetSubtype="0" fill="hold" nodeType="afterEffect">
                  <p:stCondLst>
                    <p:cond delay="0"/>
                  </p:stCondLst>
                  <p:childTnLst>
                    <p:set>
                      <p:cBhvr>
                        <p:cTn dur="1" fill="hold">
                          <p:stCondLst>
                            <p:cond delay="0"/>
                          </p:stCondLst>
                        </p:cTn>
                        <p:tgtEl>
                          <p:spTgt spid="49"/>
                        </p:tgtEl>
                        <p:attrNameLst>
                          <p:attrName>style.visibility</p:attrName>
                        </p:attrNameLst>
                      </p:cBhvr>
                      <p:to>
                        <p:strVal val="visible"/>
                      </p:to>
                    </p:set>
                    <p:animEffect transition="in" filter="fade">
                      <p:cBhvr>
                        <p:cTn dur="500"/>
                        <p:tgtEl>
                          <p:spTgt spid="49"/>
                        </p:tgtEl>
                      </p:cBhvr>
                    </p:animEffect>
                  </p:childTnLst>
                </p:cTn>
              </p:par>
            </p:tnLst>
          </p:tmpl>
        </p:tmplLst>
      </p:bldP>
      <p:bldP spid="50" grpId="0" build="p">
        <p:tmplLst>
          <p:tmpl lvl="1">
            <p:tnLst>
              <p:par>
                <p:cTn presetID="22" presetClass="entr" presetSubtype="2" fill="hold" nodeType="afterEffect">
                  <p:stCondLst>
                    <p:cond delay="0"/>
                  </p:stCondLst>
                  <p:childTnLst>
                    <p:set>
                      <p:cBhvr>
                        <p:cTn dur="1" fill="hold">
                          <p:stCondLst>
                            <p:cond delay="0"/>
                          </p:stCondLst>
                        </p:cTn>
                        <p:tgtEl>
                          <p:spTgt spid="50"/>
                        </p:tgtEl>
                        <p:attrNameLst>
                          <p:attrName>style.visibility</p:attrName>
                        </p:attrNameLst>
                      </p:cBhvr>
                      <p:to>
                        <p:strVal val="visible"/>
                      </p:to>
                    </p:set>
                    <p:animEffect transition="in" filter="wipe(right)">
                      <p:cBhvr>
                        <p:cTn dur="500"/>
                        <p:tgtEl>
                          <p:spTgt spid="50"/>
                        </p:tgtEl>
                      </p:cBhvr>
                    </p:animEffect>
                  </p:childTnLst>
                </p:cTn>
              </p:par>
            </p:tnLst>
          </p:tmpl>
        </p:tmplLst>
      </p:bldP>
      <p:bldP spid="51" grpId="0" build="p">
        <p:tmplLst>
          <p:tmpl lvl="1">
            <p:tnLst>
              <p:par>
                <p:cTn presetID="10" presetClass="entr" presetSubtype="0" fill="hold" nodeType="afterEffect">
                  <p:stCondLst>
                    <p:cond delay="0"/>
                  </p:stCondLst>
                  <p:childTnLst>
                    <p:set>
                      <p:cBhvr>
                        <p:cTn dur="1" fill="hold">
                          <p:stCondLst>
                            <p:cond delay="0"/>
                          </p:stCondLst>
                        </p:cTn>
                        <p:tgtEl>
                          <p:spTgt spid="51"/>
                        </p:tgtEl>
                        <p:attrNameLst>
                          <p:attrName>style.visibility</p:attrName>
                        </p:attrNameLst>
                      </p:cBhvr>
                      <p:to>
                        <p:strVal val="visible"/>
                      </p:to>
                    </p:set>
                    <p:animEffect transition="in" filter="fade">
                      <p:cBhvr>
                        <p:cTn dur="500"/>
                        <p:tgtEl>
                          <p:spTgt spid="51"/>
                        </p:tgtEl>
                      </p:cBhvr>
                    </p:animEffect>
                  </p:childTnLst>
                </p:cTn>
              </p:par>
            </p:tnLst>
          </p:tmpl>
        </p:tmplLst>
      </p:bldP>
      <p:bldP spid="52" grpId="0" build="p">
        <p:tmplLst>
          <p:tmpl lvl="1">
            <p:tnLst>
              <p:par>
                <p:cTn presetID="22" presetClass="entr" presetSubtype="8" fill="hold" nodeType="afterEffect">
                  <p:stCondLst>
                    <p:cond delay="0"/>
                  </p:stCondLst>
                  <p:childTnLst>
                    <p:set>
                      <p:cBhvr>
                        <p:cTn dur="1" fill="hold">
                          <p:stCondLst>
                            <p:cond delay="0"/>
                          </p:stCondLst>
                        </p:cTn>
                        <p:tgtEl>
                          <p:spTgt spid="52"/>
                        </p:tgtEl>
                        <p:attrNameLst>
                          <p:attrName>style.visibility</p:attrName>
                        </p:attrNameLst>
                      </p:cBhvr>
                      <p:to>
                        <p:strVal val="visible"/>
                      </p:to>
                    </p:set>
                    <p:animEffect transition="in" filter="wipe(left)">
                      <p:cBhvr>
                        <p:cTn dur="500"/>
                        <p:tgtEl>
                          <p:spTgt spid="52"/>
                        </p:tgtEl>
                      </p:cBhvr>
                    </p:animEffect>
                  </p:childTnLst>
                </p:cTn>
              </p:par>
            </p:tnLst>
          </p:tmpl>
        </p:tmplLst>
      </p:bldP>
    </p:bldLst>
  </p:timing>
</p:sldLayout>
</file>

<file path=ppt/slideLayouts/slideLayout144.xml><?xml version="1.0" encoding="utf-8"?>
<p:sldLayout xmlns:a="http://schemas.openxmlformats.org/drawingml/2006/main" xmlns:r="http://schemas.openxmlformats.org/officeDocument/2006/relationships" xmlns:p="http://schemas.openxmlformats.org/presentationml/2006/main" userDrawn="1">
  <p:cSld name="33_Title Slide">
    <p:spTree>
      <p:nvGrpSpPr>
        <p:cNvPr id="1" name=""/>
        <p:cNvGrpSpPr/>
        <p:nvPr/>
      </p:nvGrpSpPr>
      <p:grpSpPr>
        <a:xfrm>
          <a:off x="0" y="0"/>
          <a:ext cx="0" cy="0"/>
          <a:chOff x="0" y="0"/>
          <a:chExt cx="0" cy="0"/>
        </a:xfrm>
      </p:grpSpPr>
      <p:sp>
        <p:nvSpPr>
          <p:cNvPr id="20" name="Picture Placeholder 7"/>
          <p:cNvSpPr>
            <a:spLocks noGrp="1"/>
          </p:cNvSpPr>
          <p:nvPr>
            <p:ph type="pic" sz="quarter" idx="33"/>
          </p:nvPr>
        </p:nvSpPr>
        <p:spPr>
          <a:xfrm>
            <a:off x="5222196" y="2322445"/>
            <a:ext cx="1779854" cy="2930829"/>
          </a:xfrm>
          <a:prstGeom prst="rect">
            <a:avLst/>
          </a:prstGeom>
        </p:spPr>
        <p:txBody>
          <a:bodyPr/>
          <a:lstStyle>
            <a:lvl1pPr>
              <a:defRPr sz="1799"/>
            </a:lvl1pPr>
          </a:lstStyle>
          <a:p>
            <a:endParaRPr lang="id-ID" dirty="0"/>
          </a:p>
        </p:txBody>
      </p:sp>
    </p:spTree>
    <p:extLst>
      <p:ext uri="{BB962C8B-B14F-4D97-AF65-F5344CB8AC3E}">
        <p14:creationId xmlns:p14="http://schemas.microsoft.com/office/powerpoint/2010/main" val="209083918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145.xml><?xml version="1.0" encoding="utf-8"?>
<p:sldLayout xmlns:a="http://schemas.openxmlformats.org/drawingml/2006/main" xmlns:r="http://schemas.openxmlformats.org/officeDocument/2006/relationships" xmlns:p="http://schemas.openxmlformats.org/presentationml/2006/main" userDrawn="1">
  <p:cSld name="24_Title Slide">
    <p:spTree>
      <p:nvGrpSpPr>
        <p:cNvPr id="1" name=""/>
        <p:cNvGrpSpPr/>
        <p:nvPr/>
      </p:nvGrpSpPr>
      <p:grpSpPr>
        <a:xfrm>
          <a:off x="0" y="0"/>
          <a:ext cx="0" cy="0"/>
          <a:chOff x="0" y="0"/>
          <a:chExt cx="0" cy="0"/>
        </a:xfrm>
      </p:grpSpPr>
      <p:sp>
        <p:nvSpPr>
          <p:cNvPr id="42" name="Text Placeholder 17"/>
          <p:cNvSpPr>
            <a:spLocks noGrp="1"/>
          </p:cNvSpPr>
          <p:nvPr>
            <p:ph type="body" sz="quarter" idx="27"/>
          </p:nvPr>
        </p:nvSpPr>
        <p:spPr>
          <a:xfrm>
            <a:off x="1239105" y="5461615"/>
            <a:ext cx="1263968" cy="228600"/>
          </a:xfrm>
        </p:spPr>
        <p:txBody>
          <a:bodyPr lIns="0" tIns="0" rIns="0" bIns="0">
            <a:normAutofit/>
          </a:bodyPr>
          <a:lstStyle>
            <a:lvl1pPr marL="0" indent="0" algn="l">
              <a:lnSpc>
                <a:spcPts val="1600"/>
              </a:lnSpc>
              <a:buNone/>
              <a:defRPr sz="1000">
                <a:solidFill>
                  <a:schemeClr val="tx1">
                    <a:lumMod val="65000"/>
                    <a:lumOff val="35000"/>
                  </a:schemeClr>
                </a:solidFill>
                <a:latin typeface="Open Sans Light" pitchFamily="34" charset="0"/>
                <a:ea typeface="Open Sans Light" pitchFamily="34" charset="0"/>
                <a:cs typeface="Open Sans Light" pitchFamily="34" charset="0"/>
              </a:defRPr>
            </a:lvl1pPr>
          </a:lstStyle>
          <a:p>
            <a:pPr lvl="0"/>
            <a:endParaRPr lang="en-US" dirty="0" smtClean="0"/>
          </a:p>
        </p:txBody>
      </p:sp>
      <p:sp>
        <p:nvSpPr>
          <p:cNvPr id="43" name="Text Placeholder 17"/>
          <p:cNvSpPr>
            <a:spLocks noGrp="1"/>
          </p:cNvSpPr>
          <p:nvPr>
            <p:ph type="body" sz="quarter" idx="28"/>
          </p:nvPr>
        </p:nvSpPr>
        <p:spPr>
          <a:xfrm>
            <a:off x="1239105" y="5791200"/>
            <a:ext cx="1263968" cy="228600"/>
          </a:xfrm>
        </p:spPr>
        <p:txBody>
          <a:bodyPr lIns="0" tIns="0" rIns="0" bIns="0">
            <a:normAutofit/>
          </a:bodyPr>
          <a:lstStyle>
            <a:lvl1pPr marL="0" indent="0" algn="l">
              <a:lnSpc>
                <a:spcPts val="1600"/>
              </a:lnSpc>
              <a:buNone/>
              <a:defRPr sz="1000">
                <a:solidFill>
                  <a:schemeClr val="tx1">
                    <a:lumMod val="65000"/>
                    <a:lumOff val="35000"/>
                  </a:schemeClr>
                </a:solidFill>
                <a:latin typeface="Open Sans Light" pitchFamily="34" charset="0"/>
                <a:ea typeface="Open Sans Light" pitchFamily="34" charset="0"/>
                <a:cs typeface="Open Sans Light" pitchFamily="34" charset="0"/>
              </a:defRPr>
            </a:lvl1pPr>
          </a:lstStyle>
          <a:p>
            <a:pPr lvl="0"/>
            <a:endParaRPr lang="en-US" dirty="0" smtClean="0"/>
          </a:p>
        </p:txBody>
      </p:sp>
      <p:sp>
        <p:nvSpPr>
          <p:cNvPr id="40" name="Text Placeholder 17"/>
          <p:cNvSpPr>
            <a:spLocks noGrp="1"/>
          </p:cNvSpPr>
          <p:nvPr>
            <p:ph type="body" sz="quarter" idx="25"/>
          </p:nvPr>
        </p:nvSpPr>
        <p:spPr>
          <a:xfrm>
            <a:off x="1249699" y="4771921"/>
            <a:ext cx="1263968" cy="228600"/>
          </a:xfrm>
        </p:spPr>
        <p:txBody>
          <a:bodyPr lIns="0" tIns="0" rIns="0" bIns="0">
            <a:normAutofit/>
          </a:bodyPr>
          <a:lstStyle>
            <a:lvl1pPr marL="0" indent="0" algn="l">
              <a:lnSpc>
                <a:spcPts val="1600"/>
              </a:lnSpc>
              <a:buNone/>
              <a:defRPr sz="1000">
                <a:solidFill>
                  <a:schemeClr val="tx1">
                    <a:lumMod val="65000"/>
                    <a:lumOff val="35000"/>
                  </a:schemeClr>
                </a:solidFill>
                <a:latin typeface="Open Sans Light" pitchFamily="34" charset="0"/>
                <a:ea typeface="Open Sans Light" pitchFamily="34" charset="0"/>
                <a:cs typeface="Open Sans Light" pitchFamily="34" charset="0"/>
              </a:defRPr>
            </a:lvl1pPr>
          </a:lstStyle>
          <a:p>
            <a:pPr lvl="0"/>
            <a:endParaRPr lang="en-US" dirty="0" smtClean="0"/>
          </a:p>
        </p:txBody>
      </p:sp>
      <p:sp>
        <p:nvSpPr>
          <p:cNvPr id="41" name="Text Placeholder 17"/>
          <p:cNvSpPr>
            <a:spLocks noGrp="1"/>
          </p:cNvSpPr>
          <p:nvPr>
            <p:ph type="body" sz="quarter" idx="26"/>
          </p:nvPr>
        </p:nvSpPr>
        <p:spPr>
          <a:xfrm>
            <a:off x="1249699" y="5118937"/>
            <a:ext cx="1263968" cy="228600"/>
          </a:xfrm>
        </p:spPr>
        <p:txBody>
          <a:bodyPr lIns="0" tIns="0" rIns="0" bIns="0">
            <a:normAutofit/>
          </a:bodyPr>
          <a:lstStyle>
            <a:lvl1pPr marL="0" indent="0" algn="l">
              <a:lnSpc>
                <a:spcPts val="1600"/>
              </a:lnSpc>
              <a:buNone/>
              <a:defRPr sz="1000">
                <a:solidFill>
                  <a:schemeClr val="tx1">
                    <a:lumMod val="65000"/>
                    <a:lumOff val="35000"/>
                  </a:schemeClr>
                </a:solidFill>
                <a:latin typeface="Open Sans Light" pitchFamily="34" charset="0"/>
                <a:ea typeface="Open Sans Light" pitchFamily="34" charset="0"/>
                <a:cs typeface="Open Sans Light" pitchFamily="34" charset="0"/>
              </a:defRPr>
            </a:lvl1pPr>
          </a:lstStyle>
          <a:p>
            <a:pPr lvl="0"/>
            <a:endParaRPr lang="en-US" dirty="0" smtClean="0"/>
          </a:p>
        </p:txBody>
      </p:sp>
      <p:pic>
        <p:nvPicPr>
          <p:cNvPr id="8" name="imac.png"/>
          <p:cNvPicPr/>
          <p:nvPr userDrawn="1"/>
        </p:nvPicPr>
        <p:blipFill>
          <a:blip r:embed="rId2" cstate="print">
            <a:extLst/>
          </a:blip>
          <a:stretch>
            <a:fillRect/>
          </a:stretch>
        </p:blipFill>
        <p:spPr>
          <a:xfrm>
            <a:off x="6710785" y="2630220"/>
            <a:ext cx="4339505" cy="3465780"/>
          </a:xfrm>
          <a:prstGeom prst="rect">
            <a:avLst/>
          </a:prstGeom>
          <a:ln w="12700">
            <a:miter lim="400000"/>
          </a:ln>
        </p:spPr>
      </p:pic>
      <p:sp>
        <p:nvSpPr>
          <p:cNvPr id="16" name="Title 15"/>
          <p:cNvSpPr>
            <a:spLocks noGrp="1"/>
          </p:cNvSpPr>
          <p:nvPr>
            <p:ph type="title"/>
          </p:nvPr>
        </p:nvSpPr>
        <p:spPr>
          <a:xfrm>
            <a:off x="1524001" y="381000"/>
            <a:ext cx="9144000" cy="535812"/>
          </a:xfrm>
        </p:spPr>
        <p:txBody>
          <a:bodyPr>
            <a:noAutofit/>
          </a:bodyPr>
          <a:lstStyle>
            <a:lvl1pPr algn="ctr">
              <a:defRPr sz="2700" b="0">
                <a:solidFill>
                  <a:schemeClr val="tx1">
                    <a:lumMod val="65000"/>
                    <a:lumOff val="35000"/>
                  </a:schemeClr>
                </a:solidFill>
                <a:latin typeface="Source Sans Pro Light"/>
              </a:defRPr>
            </a:lvl1pPr>
          </a:lstStyle>
          <a:p>
            <a:r>
              <a:rPr lang="en-US" dirty="0" smtClean="0"/>
              <a:t>Click to edit Master title style</a:t>
            </a:r>
            <a:endParaRPr lang="en-GB" dirty="0"/>
          </a:p>
        </p:txBody>
      </p:sp>
      <p:sp>
        <p:nvSpPr>
          <p:cNvPr id="23" name="Text Placeholder 17"/>
          <p:cNvSpPr>
            <a:spLocks noGrp="1"/>
          </p:cNvSpPr>
          <p:nvPr>
            <p:ph type="body" sz="quarter" idx="18" hasCustomPrompt="1"/>
          </p:nvPr>
        </p:nvSpPr>
        <p:spPr>
          <a:xfrm>
            <a:off x="1524001" y="996517"/>
            <a:ext cx="9144000" cy="248082"/>
          </a:xfrm>
        </p:spPr>
        <p:txBody>
          <a:bodyPr lIns="0" tIns="0" rIns="0" bIns="0">
            <a:normAutofit/>
          </a:bodyPr>
          <a:lstStyle>
            <a:lvl1pPr marL="0" indent="0" algn="ctr">
              <a:lnSpc>
                <a:spcPts val="1400"/>
              </a:lnSpc>
              <a:buNone/>
              <a:defRPr sz="1000">
                <a:solidFill>
                  <a:schemeClr val="bg1">
                    <a:lumMod val="50000"/>
                  </a:schemeClr>
                </a:solidFill>
                <a:latin typeface="Source Sans Pro Light"/>
              </a:defRPr>
            </a:lvl1pPr>
          </a:lstStyle>
          <a:p>
            <a:pPr lvl="0"/>
            <a:r>
              <a:rPr lang="en-GB" dirty="0" smtClean="0"/>
              <a:t>write your relevant text here</a:t>
            </a:r>
          </a:p>
        </p:txBody>
      </p:sp>
      <p:sp>
        <p:nvSpPr>
          <p:cNvPr id="9" name="Content Placeholder 20"/>
          <p:cNvSpPr>
            <a:spLocks noGrp="1"/>
          </p:cNvSpPr>
          <p:nvPr>
            <p:ph sz="quarter" idx="16"/>
          </p:nvPr>
        </p:nvSpPr>
        <p:spPr>
          <a:xfrm>
            <a:off x="1217929" y="3020244"/>
            <a:ext cx="2972574" cy="228600"/>
          </a:xfrm>
        </p:spPr>
        <p:txBody>
          <a:bodyPr lIns="0" tIns="0" rIns="0" bIns="0" anchor="ctr">
            <a:normAutofit/>
          </a:bodyPr>
          <a:lstStyle>
            <a:lvl1pPr marL="0" indent="0" algn="l">
              <a:buNone/>
              <a:defRPr sz="1200" b="1">
                <a:solidFill>
                  <a:schemeClr val="tx1">
                    <a:lumMod val="65000"/>
                    <a:lumOff val="35000"/>
                  </a:schemeClr>
                </a:solidFill>
                <a:latin typeface="Open Sans Light" pitchFamily="34" charset="0"/>
                <a:ea typeface="Open Sans Light" pitchFamily="34" charset="0"/>
                <a:cs typeface="Open Sans Light" pitchFamily="34" charset="0"/>
              </a:defRPr>
            </a:lvl1pPr>
          </a:lstStyle>
          <a:p>
            <a:pPr lvl="0"/>
            <a:endParaRPr lang="en-GB" dirty="0" smtClean="0"/>
          </a:p>
        </p:txBody>
      </p:sp>
      <p:sp>
        <p:nvSpPr>
          <p:cNvPr id="10" name="Text Placeholder 17"/>
          <p:cNvSpPr>
            <a:spLocks noGrp="1"/>
          </p:cNvSpPr>
          <p:nvPr>
            <p:ph type="body" sz="quarter" idx="21"/>
          </p:nvPr>
        </p:nvSpPr>
        <p:spPr>
          <a:xfrm>
            <a:off x="1217930" y="3364041"/>
            <a:ext cx="4662855" cy="651444"/>
          </a:xfrm>
        </p:spPr>
        <p:txBody>
          <a:bodyPr lIns="0" tIns="0" rIns="0" bIns="0">
            <a:normAutofit/>
          </a:bodyPr>
          <a:lstStyle>
            <a:lvl1pPr marL="0" indent="0" algn="l">
              <a:lnSpc>
                <a:spcPts val="1600"/>
              </a:lnSpc>
              <a:spcBef>
                <a:spcPts val="1500"/>
              </a:spcBef>
              <a:buNone/>
              <a:defRPr sz="1000">
                <a:solidFill>
                  <a:schemeClr val="tx1">
                    <a:lumMod val="65000"/>
                    <a:lumOff val="35000"/>
                  </a:schemeClr>
                </a:solidFill>
                <a:latin typeface="Open Sans Light" pitchFamily="34" charset="0"/>
                <a:ea typeface="Open Sans Light" pitchFamily="34" charset="0"/>
                <a:cs typeface="Open Sans Light" pitchFamily="34" charset="0"/>
              </a:defRPr>
            </a:lvl1pPr>
          </a:lstStyle>
          <a:p>
            <a:pPr lvl="0"/>
            <a:endParaRPr lang="en-US" dirty="0" smtClean="0"/>
          </a:p>
        </p:txBody>
      </p:sp>
      <p:sp>
        <p:nvSpPr>
          <p:cNvPr id="57" name="Picture Placeholder 2"/>
          <p:cNvSpPr>
            <a:spLocks noGrp="1"/>
          </p:cNvSpPr>
          <p:nvPr>
            <p:ph type="pic" sz="quarter" idx="23"/>
          </p:nvPr>
        </p:nvSpPr>
        <p:spPr>
          <a:xfrm>
            <a:off x="6898821" y="2796285"/>
            <a:ext cx="3963432" cy="2267895"/>
          </a:xfrm>
          <a:ln w="19050">
            <a:noFill/>
          </a:ln>
        </p:spPr>
        <p:txBody>
          <a:bodyPr>
            <a:normAutofit/>
          </a:bodyPr>
          <a:lstStyle>
            <a:lvl1pPr marL="0" indent="0">
              <a:buNone/>
              <a:defRPr sz="1200">
                <a:solidFill>
                  <a:schemeClr val="bg1">
                    <a:lumMod val="50000"/>
                  </a:schemeClr>
                </a:solidFill>
                <a:latin typeface="Source Sans Pro Light"/>
              </a:defRPr>
            </a:lvl1pPr>
          </a:lstStyle>
          <a:p>
            <a:endParaRPr lang="en-US" dirty="0"/>
          </a:p>
        </p:txBody>
      </p:sp>
      <p:sp>
        <p:nvSpPr>
          <p:cNvPr id="39" name="Content Placeholder 20"/>
          <p:cNvSpPr>
            <a:spLocks noGrp="1"/>
          </p:cNvSpPr>
          <p:nvPr>
            <p:ph sz="quarter" idx="24"/>
          </p:nvPr>
        </p:nvSpPr>
        <p:spPr>
          <a:xfrm>
            <a:off x="1227522" y="4393647"/>
            <a:ext cx="2972574" cy="228600"/>
          </a:xfrm>
        </p:spPr>
        <p:txBody>
          <a:bodyPr lIns="0" tIns="0" rIns="0" bIns="0" anchor="ctr">
            <a:normAutofit/>
          </a:bodyPr>
          <a:lstStyle>
            <a:lvl1pPr marL="0" indent="0" algn="l">
              <a:buNone/>
              <a:defRPr sz="1200" b="1">
                <a:solidFill>
                  <a:schemeClr val="tx1">
                    <a:lumMod val="65000"/>
                    <a:lumOff val="35000"/>
                  </a:schemeClr>
                </a:solidFill>
                <a:latin typeface="Open Sans Light" pitchFamily="34" charset="0"/>
                <a:ea typeface="Open Sans Light" pitchFamily="34" charset="0"/>
                <a:cs typeface="Open Sans Light" pitchFamily="34" charset="0"/>
              </a:defRPr>
            </a:lvl1pPr>
          </a:lstStyle>
          <a:p>
            <a:pPr lvl="0"/>
            <a:endParaRPr lang="en-GB" dirty="0" smtClean="0"/>
          </a:p>
        </p:txBody>
      </p:sp>
      <p:sp>
        <p:nvSpPr>
          <p:cNvPr id="44" name="Shape 882"/>
          <p:cNvSpPr/>
          <p:nvPr userDrawn="1"/>
        </p:nvSpPr>
        <p:spPr>
          <a:xfrm>
            <a:off x="2755129" y="5882043"/>
            <a:ext cx="2434764" cy="62726"/>
          </a:xfrm>
          <a:prstGeom prst="rect">
            <a:avLst/>
          </a:prstGeom>
          <a:solidFill>
            <a:schemeClr val="bg1">
              <a:lumMod val="85000"/>
            </a:schemeClr>
          </a:solidFill>
          <a:ln w="12700" cap="flat">
            <a:noFill/>
            <a:miter lim="400000"/>
          </a:ln>
          <a:effectLst/>
        </p:spPr>
        <p:txBody>
          <a:bodyPr wrap="square" lIns="0" tIns="0" rIns="0" bIns="0" numCol="1" anchor="ctr">
            <a:noAutofit/>
          </a:bodyPr>
          <a:lstStyle/>
          <a:p>
            <a:pPr defTabSz="228554" fontAlgn="auto">
              <a:spcBef>
                <a:spcPts val="0"/>
              </a:spcBef>
              <a:spcAft>
                <a:spcPts val="0"/>
              </a:spcAft>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a:solidFill>
                <a:srgbClr val="FFFFFF"/>
              </a:solidFill>
              <a:effectLst>
                <a:outerShdw blurRad="38100" dist="12700" dir="5400000" rotWithShape="0">
                  <a:srgbClr val="000000">
                    <a:alpha val="50000"/>
                  </a:srgbClr>
                </a:outerShdw>
              </a:effectLst>
              <a:latin typeface="Open Sans Light" pitchFamily="34" charset="0"/>
              <a:ea typeface="Open Sans Light" pitchFamily="34" charset="0"/>
              <a:cs typeface="Open Sans Light" pitchFamily="34" charset="0"/>
              <a:sym typeface="Source Sans Pro Light"/>
            </a:endParaRPr>
          </a:p>
        </p:txBody>
      </p:sp>
      <p:sp>
        <p:nvSpPr>
          <p:cNvPr id="45" name="Shape 885"/>
          <p:cNvSpPr/>
          <p:nvPr userDrawn="1"/>
        </p:nvSpPr>
        <p:spPr>
          <a:xfrm>
            <a:off x="2755128" y="5544495"/>
            <a:ext cx="2434548" cy="62726"/>
          </a:xfrm>
          <a:prstGeom prst="rect">
            <a:avLst/>
          </a:prstGeom>
          <a:solidFill>
            <a:schemeClr val="bg1">
              <a:lumMod val="85000"/>
            </a:schemeClr>
          </a:solidFill>
          <a:ln w="12700" cap="flat">
            <a:noFill/>
            <a:miter lim="400000"/>
          </a:ln>
          <a:effectLst/>
        </p:spPr>
        <p:txBody>
          <a:bodyPr wrap="square" lIns="0" tIns="0" rIns="0" bIns="0" numCol="1" anchor="ctr">
            <a:noAutofit/>
          </a:bodyPr>
          <a:lstStyle/>
          <a:p>
            <a:pPr defTabSz="228554" fontAlgn="auto">
              <a:spcBef>
                <a:spcPts val="0"/>
              </a:spcBef>
              <a:spcAft>
                <a:spcPts val="0"/>
              </a:spcAft>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a:solidFill>
                <a:srgbClr val="FFFFFF"/>
              </a:solidFill>
              <a:effectLst>
                <a:outerShdw blurRad="38100" dist="12700" dir="5400000" rotWithShape="0">
                  <a:srgbClr val="000000">
                    <a:alpha val="50000"/>
                  </a:srgbClr>
                </a:outerShdw>
              </a:effectLst>
              <a:latin typeface="Open Sans Light" pitchFamily="34" charset="0"/>
              <a:ea typeface="Open Sans Light" pitchFamily="34" charset="0"/>
              <a:cs typeface="Open Sans Light" pitchFamily="34" charset="0"/>
              <a:sym typeface="Source Sans Pro Light"/>
            </a:endParaRPr>
          </a:p>
        </p:txBody>
      </p:sp>
      <p:sp>
        <p:nvSpPr>
          <p:cNvPr id="46" name="Shape 888"/>
          <p:cNvSpPr/>
          <p:nvPr userDrawn="1"/>
        </p:nvSpPr>
        <p:spPr>
          <a:xfrm>
            <a:off x="2755127" y="5201874"/>
            <a:ext cx="2434432" cy="62726"/>
          </a:xfrm>
          <a:prstGeom prst="rect">
            <a:avLst/>
          </a:prstGeom>
          <a:solidFill>
            <a:schemeClr val="bg1">
              <a:lumMod val="85000"/>
            </a:schemeClr>
          </a:solidFill>
          <a:ln w="12700" cap="flat">
            <a:noFill/>
            <a:miter lim="400000"/>
          </a:ln>
          <a:effectLst/>
        </p:spPr>
        <p:txBody>
          <a:bodyPr wrap="square" lIns="0" tIns="0" rIns="0" bIns="0" numCol="1" anchor="ctr">
            <a:noAutofit/>
          </a:bodyPr>
          <a:lstStyle/>
          <a:p>
            <a:pPr defTabSz="228554" fontAlgn="auto">
              <a:spcBef>
                <a:spcPts val="0"/>
              </a:spcBef>
              <a:spcAft>
                <a:spcPts val="0"/>
              </a:spcAft>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a:solidFill>
                <a:srgbClr val="FFFFFF"/>
              </a:solidFill>
              <a:effectLst>
                <a:outerShdw blurRad="38100" dist="12700" dir="5400000" rotWithShape="0">
                  <a:srgbClr val="000000">
                    <a:alpha val="50000"/>
                  </a:srgbClr>
                </a:outerShdw>
              </a:effectLst>
              <a:latin typeface="Open Sans Light" pitchFamily="34" charset="0"/>
              <a:ea typeface="Open Sans Light" pitchFamily="34" charset="0"/>
              <a:cs typeface="Open Sans Light" pitchFamily="34" charset="0"/>
              <a:sym typeface="Source Sans Pro Light"/>
            </a:endParaRPr>
          </a:p>
        </p:txBody>
      </p:sp>
      <p:sp>
        <p:nvSpPr>
          <p:cNvPr id="47" name="Shape 891"/>
          <p:cNvSpPr/>
          <p:nvPr userDrawn="1"/>
        </p:nvSpPr>
        <p:spPr>
          <a:xfrm>
            <a:off x="2755129" y="4854858"/>
            <a:ext cx="2436474" cy="62726"/>
          </a:xfrm>
          <a:prstGeom prst="rect">
            <a:avLst/>
          </a:prstGeom>
          <a:solidFill>
            <a:schemeClr val="bg1">
              <a:lumMod val="85000"/>
            </a:schemeClr>
          </a:solidFill>
          <a:ln w="12700" cap="flat">
            <a:noFill/>
            <a:miter lim="400000"/>
          </a:ln>
          <a:effectLst/>
        </p:spPr>
        <p:txBody>
          <a:bodyPr wrap="square" lIns="0" tIns="0" rIns="0" bIns="0" numCol="1" anchor="ctr">
            <a:noAutofit/>
          </a:bodyPr>
          <a:lstStyle/>
          <a:p>
            <a:pPr defTabSz="228554" fontAlgn="auto">
              <a:spcBef>
                <a:spcPts val="0"/>
              </a:spcBef>
              <a:spcAft>
                <a:spcPts val="0"/>
              </a:spcAft>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a:solidFill>
                <a:srgbClr val="FFFFFF"/>
              </a:solidFill>
              <a:effectLst>
                <a:outerShdw blurRad="38100" dist="12700" dir="5400000" rotWithShape="0">
                  <a:srgbClr val="000000">
                    <a:alpha val="50000"/>
                  </a:srgbClr>
                </a:outerShdw>
              </a:effectLst>
              <a:latin typeface="Open Sans Light" pitchFamily="34" charset="0"/>
              <a:ea typeface="Open Sans Light" pitchFamily="34" charset="0"/>
              <a:cs typeface="Open Sans Light" pitchFamily="34" charset="0"/>
              <a:sym typeface="Source Sans Pro Light"/>
            </a:endParaRPr>
          </a:p>
        </p:txBody>
      </p:sp>
      <p:sp>
        <p:nvSpPr>
          <p:cNvPr id="48" name="Shape 897"/>
          <p:cNvSpPr/>
          <p:nvPr userDrawn="1"/>
        </p:nvSpPr>
        <p:spPr>
          <a:xfrm>
            <a:off x="2749301" y="4854858"/>
            <a:ext cx="1880864" cy="62726"/>
          </a:xfrm>
          <a:prstGeom prst="rect">
            <a:avLst/>
          </a:prstGeom>
          <a:solidFill>
            <a:schemeClr val="accent3"/>
          </a:solidFill>
          <a:ln w="12700">
            <a:miter lim="400000"/>
          </a:ln>
        </p:spPr>
        <p:txBody>
          <a:bodyPr lIns="0" tIns="0" rIns="0" bIns="0" anchor="ctr"/>
          <a:lstStyle/>
          <a:p>
            <a:pPr defTabSz="228554" fontAlgn="auto">
              <a:spcBef>
                <a:spcPts val="0"/>
              </a:spcBef>
              <a:spcAft>
                <a:spcPts val="0"/>
              </a:spcAft>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a:solidFill>
                <a:srgbClr val="FFFFFF"/>
              </a:solidFill>
              <a:effectLst>
                <a:outerShdw blurRad="38100" dist="12700" dir="5400000" rotWithShape="0">
                  <a:srgbClr val="000000">
                    <a:alpha val="50000"/>
                  </a:srgbClr>
                </a:outerShdw>
              </a:effectLst>
              <a:latin typeface="Open Sans Light" pitchFamily="34" charset="0"/>
              <a:ea typeface="Open Sans Light" pitchFamily="34" charset="0"/>
              <a:cs typeface="Open Sans Light" pitchFamily="34" charset="0"/>
              <a:sym typeface="Source Sans Pro Light"/>
            </a:endParaRPr>
          </a:p>
        </p:txBody>
      </p:sp>
      <p:sp>
        <p:nvSpPr>
          <p:cNvPr id="49" name="Shape 898"/>
          <p:cNvSpPr/>
          <p:nvPr userDrawn="1"/>
        </p:nvSpPr>
        <p:spPr>
          <a:xfrm>
            <a:off x="2749301" y="5201874"/>
            <a:ext cx="1236240" cy="62726"/>
          </a:xfrm>
          <a:prstGeom prst="rect">
            <a:avLst/>
          </a:prstGeom>
          <a:solidFill>
            <a:schemeClr val="tx1">
              <a:lumMod val="65000"/>
              <a:lumOff val="35000"/>
            </a:schemeClr>
          </a:solidFill>
          <a:ln w="12700">
            <a:miter lim="400000"/>
          </a:ln>
        </p:spPr>
        <p:txBody>
          <a:bodyPr lIns="0" tIns="0" rIns="0" bIns="0" anchor="ctr"/>
          <a:lstStyle/>
          <a:p>
            <a:pPr defTabSz="228554" fontAlgn="auto">
              <a:spcBef>
                <a:spcPts val="0"/>
              </a:spcBef>
              <a:spcAft>
                <a:spcPts val="0"/>
              </a:spcAft>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a:solidFill>
                <a:srgbClr val="FFFFFF"/>
              </a:solidFill>
              <a:effectLst>
                <a:outerShdw blurRad="38100" dist="12700" dir="5400000" rotWithShape="0">
                  <a:srgbClr val="000000">
                    <a:alpha val="50000"/>
                  </a:srgbClr>
                </a:outerShdw>
              </a:effectLst>
              <a:latin typeface="Open Sans Light" pitchFamily="34" charset="0"/>
              <a:ea typeface="Open Sans Light" pitchFamily="34" charset="0"/>
              <a:cs typeface="Open Sans Light" pitchFamily="34" charset="0"/>
              <a:sym typeface="Source Sans Pro Light"/>
            </a:endParaRPr>
          </a:p>
        </p:txBody>
      </p:sp>
      <p:sp>
        <p:nvSpPr>
          <p:cNvPr id="50" name="Shape 899"/>
          <p:cNvSpPr/>
          <p:nvPr userDrawn="1"/>
        </p:nvSpPr>
        <p:spPr>
          <a:xfrm>
            <a:off x="2749301" y="5544495"/>
            <a:ext cx="2272964" cy="62726"/>
          </a:xfrm>
          <a:prstGeom prst="rect">
            <a:avLst/>
          </a:prstGeom>
          <a:solidFill>
            <a:schemeClr val="accent1"/>
          </a:solidFill>
          <a:ln w="12700">
            <a:miter lim="400000"/>
          </a:ln>
        </p:spPr>
        <p:txBody>
          <a:bodyPr lIns="0" tIns="0" rIns="0" bIns="0" anchor="ctr"/>
          <a:lstStyle/>
          <a:p>
            <a:pPr defTabSz="228554" fontAlgn="auto">
              <a:spcBef>
                <a:spcPts val="0"/>
              </a:spcBef>
              <a:spcAft>
                <a:spcPts val="0"/>
              </a:spcAft>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a:solidFill>
                <a:srgbClr val="FFFFFF"/>
              </a:solidFill>
              <a:effectLst>
                <a:outerShdw blurRad="38100" dist="12700" dir="5400000" rotWithShape="0">
                  <a:srgbClr val="000000">
                    <a:alpha val="50000"/>
                  </a:srgbClr>
                </a:outerShdw>
              </a:effectLst>
              <a:latin typeface="Open Sans Light" pitchFamily="34" charset="0"/>
              <a:ea typeface="Open Sans Light" pitchFamily="34" charset="0"/>
              <a:cs typeface="Open Sans Light" pitchFamily="34" charset="0"/>
              <a:sym typeface="Source Sans Pro Light"/>
            </a:endParaRPr>
          </a:p>
        </p:txBody>
      </p:sp>
      <p:sp>
        <p:nvSpPr>
          <p:cNvPr id="51" name="Shape 900"/>
          <p:cNvSpPr/>
          <p:nvPr userDrawn="1"/>
        </p:nvSpPr>
        <p:spPr>
          <a:xfrm>
            <a:off x="2749301" y="5882043"/>
            <a:ext cx="1716867" cy="62726"/>
          </a:xfrm>
          <a:prstGeom prst="rect">
            <a:avLst/>
          </a:prstGeom>
          <a:solidFill>
            <a:schemeClr val="tx1">
              <a:lumMod val="65000"/>
              <a:lumOff val="35000"/>
            </a:schemeClr>
          </a:solidFill>
          <a:ln w="12700">
            <a:miter lim="400000"/>
          </a:ln>
        </p:spPr>
        <p:txBody>
          <a:bodyPr lIns="0" tIns="0" rIns="0" bIns="0" anchor="ctr"/>
          <a:lstStyle/>
          <a:p>
            <a:pPr defTabSz="228554" fontAlgn="auto">
              <a:spcBef>
                <a:spcPts val="0"/>
              </a:spcBef>
              <a:spcAft>
                <a:spcPts val="0"/>
              </a:spcAft>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a:solidFill>
                <a:srgbClr val="FFFFFF"/>
              </a:solidFill>
              <a:effectLst>
                <a:outerShdw blurRad="38100" dist="12700" dir="5400000" rotWithShape="0">
                  <a:srgbClr val="000000">
                    <a:alpha val="50000"/>
                  </a:srgbClr>
                </a:outerShdw>
              </a:effectLst>
              <a:latin typeface="Open Sans Light" pitchFamily="34" charset="0"/>
              <a:ea typeface="Open Sans Light" pitchFamily="34" charset="0"/>
              <a:cs typeface="Open Sans Light" pitchFamily="34" charset="0"/>
              <a:sym typeface="Source Sans Pro Light"/>
            </a:endParaRPr>
          </a:p>
        </p:txBody>
      </p:sp>
      <p:sp>
        <p:nvSpPr>
          <p:cNvPr id="52" name="Text Placeholder 17"/>
          <p:cNvSpPr>
            <a:spLocks noGrp="1"/>
          </p:cNvSpPr>
          <p:nvPr>
            <p:ph type="body" sz="quarter" idx="29"/>
          </p:nvPr>
        </p:nvSpPr>
        <p:spPr>
          <a:xfrm>
            <a:off x="5541875" y="5461615"/>
            <a:ext cx="391092" cy="228600"/>
          </a:xfrm>
        </p:spPr>
        <p:txBody>
          <a:bodyPr lIns="0" tIns="0" rIns="0" bIns="0">
            <a:normAutofit/>
          </a:bodyPr>
          <a:lstStyle>
            <a:lvl1pPr marL="0" indent="0" algn="l">
              <a:lnSpc>
                <a:spcPts val="1600"/>
              </a:lnSpc>
              <a:buNone/>
              <a:defRPr sz="1000">
                <a:solidFill>
                  <a:schemeClr val="tx1">
                    <a:lumMod val="65000"/>
                    <a:lumOff val="35000"/>
                  </a:schemeClr>
                </a:solidFill>
                <a:latin typeface="Open Sans Light" pitchFamily="34" charset="0"/>
                <a:ea typeface="Open Sans Light" pitchFamily="34" charset="0"/>
                <a:cs typeface="Open Sans Light" pitchFamily="34" charset="0"/>
              </a:defRPr>
            </a:lvl1pPr>
          </a:lstStyle>
          <a:p>
            <a:pPr lvl="0"/>
            <a:endParaRPr lang="en-US" dirty="0" smtClean="0"/>
          </a:p>
        </p:txBody>
      </p:sp>
      <p:sp>
        <p:nvSpPr>
          <p:cNvPr id="53" name="Text Placeholder 17"/>
          <p:cNvSpPr>
            <a:spLocks noGrp="1"/>
          </p:cNvSpPr>
          <p:nvPr>
            <p:ph type="body" sz="quarter" idx="30"/>
          </p:nvPr>
        </p:nvSpPr>
        <p:spPr>
          <a:xfrm>
            <a:off x="5541875" y="5791200"/>
            <a:ext cx="391092" cy="228600"/>
          </a:xfrm>
        </p:spPr>
        <p:txBody>
          <a:bodyPr lIns="0" tIns="0" rIns="0" bIns="0">
            <a:normAutofit/>
          </a:bodyPr>
          <a:lstStyle>
            <a:lvl1pPr marL="0" indent="0" algn="l">
              <a:lnSpc>
                <a:spcPts val="1600"/>
              </a:lnSpc>
              <a:buNone/>
              <a:defRPr sz="1000">
                <a:solidFill>
                  <a:schemeClr val="tx1">
                    <a:lumMod val="65000"/>
                    <a:lumOff val="35000"/>
                  </a:schemeClr>
                </a:solidFill>
                <a:latin typeface="Open Sans Light" pitchFamily="34" charset="0"/>
                <a:ea typeface="Open Sans Light" pitchFamily="34" charset="0"/>
                <a:cs typeface="Open Sans Light" pitchFamily="34" charset="0"/>
              </a:defRPr>
            </a:lvl1pPr>
          </a:lstStyle>
          <a:p>
            <a:pPr lvl="0"/>
            <a:endParaRPr lang="en-US" dirty="0" smtClean="0"/>
          </a:p>
        </p:txBody>
      </p:sp>
      <p:sp>
        <p:nvSpPr>
          <p:cNvPr id="54" name="Text Placeholder 17"/>
          <p:cNvSpPr>
            <a:spLocks noGrp="1"/>
          </p:cNvSpPr>
          <p:nvPr>
            <p:ph type="body" sz="quarter" idx="31"/>
          </p:nvPr>
        </p:nvSpPr>
        <p:spPr>
          <a:xfrm>
            <a:off x="5552469" y="4771921"/>
            <a:ext cx="391092" cy="228600"/>
          </a:xfrm>
        </p:spPr>
        <p:txBody>
          <a:bodyPr lIns="0" tIns="0" rIns="0" bIns="0">
            <a:normAutofit/>
          </a:bodyPr>
          <a:lstStyle>
            <a:lvl1pPr marL="0" indent="0" algn="l">
              <a:lnSpc>
                <a:spcPts val="1600"/>
              </a:lnSpc>
              <a:buNone/>
              <a:defRPr sz="1000">
                <a:solidFill>
                  <a:schemeClr val="tx1">
                    <a:lumMod val="65000"/>
                    <a:lumOff val="35000"/>
                  </a:schemeClr>
                </a:solidFill>
                <a:latin typeface="Open Sans Light" pitchFamily="34" charset="0"/>
                <a:ea typeface="Open Sans Light" pitchFamily="34" charset="0"/>
                <a:cs typeface="Open Sans Light" pitchFamily="34" charset="0"/>
              </a:defRPr>
            </a:lvl1pPr>
          </a:lstStyle>
          <a:p>
            <a:pPr lvl="0"/>
            <a:endParaRPr lang="en-US" dirty="0" smtClean="0"/>
          </a:p>
        </p:txBody>
      </p:sp>
      <p:sp>
        <p:nvSpPr>
          <p:cNvPr id="55" name="Text Placeholder 17"/>
          <p:cNvSpPr>
            <a:spLocks noGrp="1"/>
          </p:cNvSpPr>
          <p:nvPr>
            <p:ph type="body" sz="quarter" idx="32"/>
          </p:nvPr>
        </p:nvSpPr>
        <p:spPr>
          <a:xfrm>
            <a:off x="5552469" y="5118937"/>
            <a:ext cx="391092" cy="228600"/>
          </a:xfrm>
        </p:spPr>
        <p:txBody>
          <a:bodyPr lIns="0" tIns="0" rIns="0" bIns="0">
            <a:normAutofit/>
          </a:bodyPr>
          <a:lstStyle>
            <a:lvl1pPr marL="0" indent="0" algn="l">
              <a:lnSpc>
                <a:spcPts val="1600"/>
              </a:lnSpc>
              <a:buNone/>
              <a:defRPr sz="1000">
                <a:solidFill>
                  <a:schemeClr val="tx1">
                    <a:lumMod val="65000"/>
                    <a:lumOff val="35000"/>
                  </a:schemeClr>
                </a:solidFill>
                <a:latin typeface="Open Sans Light" pitchFamily="34" charset="0"/>
                <a:ea typeface="Open Sans Light" pitchFamily="34" charset="0"/>
                <a:cs typeface="Open Sans Light" pitchFamily="34" charset="0"/>
              </a:defRPr>
            </a:lvl1pPr>
          </a:lstStyle>
          <a:p>
            <a:pPr lvl="0"/>
            <a:endParaRPr lang="en-US" dirty="0" smtClean="0"/>
          </a:p>
        </p:txBody>
      </p:sp>
    </p:spTree>
    <p:extLst>
      <p:ext uri="{BB962C8B-B14F-4D97-AF65-F5344CB8AC3E}">
        <p14:creationId xmlns:p14="http://schemas.microsoft.com/office/powerpoint/2010/main" val="141088059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dissolve">
                                      <p:cBhvr>
                                        <p:cTn id="7" dur="500"/>
                                        <p:tgtEl>
                                          <p:spTgt spid="16"/>
                                        </p:tgtEl>
                                      </p:cBhvr>
                                    </p:animEffect>
                                  </p:childTnLst>
                                </p:cTn>
                              </p:par>
                            </p:childTnLst>
                          </p:cTn>
                        </p:par>
                        <p:par>
                          <p:cTn id="8" fill="hold">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23">
                                            <p:txEl>
                                              <p:pRg st="0" end="0"/>
                                            </p:txEl>
                                          </p:spTgt>
                                        </p:tgtEl>
                                        <p:attrNameLst>
                                          <p:attrName>style.visibility</p:attrName>
                                        </p:attrNameLst>
                                      </p:cBhvr>
                                      <p:to>
                                        <p:strVal val="visible"/>
                                      </p:to>
                                    </p:set>
                                    <p:animEffect transition="in" filter="dissolve">
                                      <p:cBhvr>
                                        <p:cTn id="11" dur="500"/>
                                        <p:tgtEl>
                                          <p:spTgt spid="23">
                                            <p:txEl>
                                              <p:pRg st="0" end="0"/>
                                            </p:txEl>
                                          </p:spTgt>
                                        </p:tgtEl>
                                      </p:cBhvr>
                                    </p:animEffect>
                                  </p:childTnLst>
                                </p:cTn>
                              </p:par>
                            </p:childTnLst>
                          </p:cTn>
                        </p:par>
                        <p:par>
                          <p:cTn id="12" fill="hold">
                            <p:stCondLst>
                              <p:cond delay="1000"/>
                            </p:stCondLst>
                            <p:childTnLst>
                              <p:par>
                                <p:cTn id="13" presetID="10" presetClass="entr" presetSubtype="0" fill="hold" nodeType="after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childTnLst>
                                </p:cTn>
                              </p:par>
                            </p:childTnLst>
                          </p:cTn>
                        </p:par>
                        <p:par>
                          <p:cTn id="16" fill="hold">
                            <p:stCondLst>
                              <p:cond delay="1500"/>
                            </p:stCondLst>
                            <p:childTnLst>
                              <p:par>
                                <p:cTn id="17" presetID="10" presetClass="entr" presetSubtype="0" fill="hold" grpId="0" nodeType="afterEffect" nodePh="1">
                                  <p:stCondLst>
                                    <p:cond delay="0"/>
                                  </p:stCondLst>
                                  <p:endCondLst>
                                    <p:cond evt="begin" delay="0">
                                      <p:tn val="17"/>
                                    </p:cond>
                                  </p:endCondLst>
                                  <p:childTnLst>
                                    <p:set>
                                      <p:cBhvr>
                                        <p:cTn id="18" dur="1" fill="hold">
                                          <p:stCondLst>
                                            <p:cond delay="0"/>
                                          </p:stCondLst>
                                        </p:cTn>
                                        <p:tgtEl>
                                          <p:spTgt spid="57"/>
                                        </p:tgtEl>
                                        <p:attrNameLst>
                                          <p:attrName>style.visibility</p:attrName>
                                        </p:attrNameLst>
                                      </p:cBhvr>
                                      <p:to>
                                        <p:strVal val="visible"/>
                                      </p:to>
                                    </p:set>
                                    <p:animEffect transition="in" filter="fade">
                                      <p:cBhvr>
                                        <p:cTn id="19" dur="500"/>
                                        <p:tgtEl>
                                          <p:spTgt spid="57"/>
                                        </p:tgtEl>
                                      </p:cBhvr>
                                    </p:animEffect>
                                  </p:childTnLst>
                                </p:cTn>
                              </p:par>
                            </p:childTnLst>
                          </p:cTn>
                        </p:par>
                        <p:par>
                          <p:cTn id="20" fill="hold">
                            <p:stCondLst>
                              <p:cond delay="2000"/>
                            </p:stCondLst>
                            <p:childTnLst>
                              <p:par>
                                <p:cTn id="21" presetID="9" presetClass="entr" presetSubtype="0" fill="hold" grpId="0" nodeType="afterEffect" nodePh="1">
                                  <p:stCondLst>
                                    <p:cond delay="0"/>
                                  </p:stCondLst>
                                  <p:endCondLst>
                                    <p:cond evt="begin" delay="0">
                                      <p:tn val="21"/>
                                    </p:cond>
                                  </p:endCondLst>
                                  <p:childTnLst>
                                    <p:set>
                                      <p:cBhvr>
                                        <p:cTn id="22" dur="1" fill="hold">
                                          <p:stCondLst>
                                            <p:cond delay="0"/>
                                          </p:stCondLst>
                                        </p:cTn>
                                        <p:tgtEl>
                                          <p:spTgt spid="9">
                                            <p:txEl>
                                              <p:pRg st="0" end="0"/>
                                            </p:txEl>
                                          </p:spTgt>
                                        </p:tgtEl>
                                        <p:attrNameLst>
                                          <p:attrName>style.visibility</p:attrName>
                                        </p:attrNameLst>
                                      </p:cBhvr>
                                      <p:to>
                                        <p:strVal val="visible"/>
                                      </p:to>
                                    </p:set>
                                    <p:animEffect transition="in" filter="dissolve">
                                      <p:cBhvr>
                                        <p:cTn id="23" dur="500"/>
                                        <p:tgtEl>
                                          <p:spTgt spid="9">
                                            <p:txEl>
                                              <p:pRg st="0" end="0"/>
                                            </p:txEl>
                                          </p:spTgt>
                                        </p:tgtEl>
                                      </p:cBhvr>
                                    </p:animEffect>
                                  </p:childTnLst>
                                </p:cTn>
                              </p:par>
                            </p:childTnLst>
                          </p:cTn>
                        </p:par>
                        <p:par>
                          <p:cTn id="24" fill="hold">
                            <p:stCondLst>
                              <p:cond delay="2500"/>
                            </p:stCondLst>
                            <p:childTnLst>
                              <p:par>
                                <p:cTn id="25" presetID="9" presetClass="entr" presetSubtype="0" fill="hold" grpId="0" nodeType="afterEffect" nodePh="1">
                                  <p:stCondLst>
                                    <p:cond delay="0"/>
                                  </p:stCondLst>
                                  <p:endCondLst>
                                    <p:cond evt="begin" delay="0">
                                      <p:tn val="25"/>
                                    </p:cond>
                                  </p:endCondLst>
                                  <p:childTnLst>
                                    <p:set>
                                      <p:cBhvr>
                                        <p:cTn id="26" dur="1" fill="hold">
                                          <p:stCondLst>
                                            <p:cond delay="0"/>
                                          </p:stCondLst>
                                        </p:cTn>
                                        <p:tgtEl>
                                          <p:spTgt spid="10">
                                            <p:txEl>
                                              <p:pRg st="0" end="0"/>
                                            </p:txEl>
                                          </p:spTgt>
                                        </p:tgtEl>
                                        <p:attrNameLst>
                                          <p:attrName>style.visibility</p:attrName>
                                        </p:attrNameLst>
                                      </p:cBhvr>
                                      <p:to>
                                        <p:strVal val="visible"/>
                                      </p:to>
                                    </p:set>
                                    <p:animEffect transition="in" filter="dissolve">
                                      <p:cBhvr>
                                        <p:cTn id="27" dur="500"/>
                                        <p:tgtEl>
                                          <p:spTgt spid="10">
                                            <p:txEl>
                                              <p:pRg st="0" end="0"/>
                                            </p:txEl>
                                          </p:spTgt>
                                        </p:tgtEl>
                                      </p:cBhvr>
                                    </p:animEffect>
                                  </p:childTnLst>
                                </p:cTn>
                              </p:par>
                            </p:childTnLst>
                          </p:cTn>
                        </p:par>
                        <p:par>
                          <p:cTn id="28" fill="hold">
                            <p:stCondLst>
                              <p:cond delay="3000"/>
                            </p:stCondLst>
                            <p:childTnLst>
                              <p:par>
                                <p:cTn id="29" presetID="10" presetClass="entr" presetSubtype="0" fill="hold" grpId="0" nodeType="afterEffect" nodePh="1">
                                  <p:stCondLst>
                                    <p:cond delay="0"/>
                                  </p:stCondLst>
                                  <p:endCondLst>
                                    <p:cond evt="begin" delay="0">
                                      <p:tn val="29"/>
                                    </p:cond>
                                  </p:endCondLst>
                                  <p:childTnLst>
                                    <p:set>
                                      <p:cBhvr>
                                        <p:cTn id="30" dur="1" fill="hold">
                                          <p:stCondLst>
                                            <p:cond delay="0"/>
                                          </p:stCondLst>
                                        </p:cTn>
                                        <p:tgtEl>
                                          <p:spTgt spid="39">
                                            <p:txEl>
                                              <p:pRg st="0" end="0"/>
                                            </p:txEl>
                                          </p:spTgt>
                                        </p:tgtEl>
                                        <p:attrNameLst>
                                          <p:attrName>style.visibility</p:attrName>
                                        </p:attrNameLst>
                                      </p:cBhvr>
                                      <p:to>
                                        <p:strVal val="visible"/>
                                      </p:to>
                                    </p:set>
                                    <p:animEffect transition="in" filter="fade">
                                      <p:cBhvr>
                                        <p:cTn id="31" dur="500"/>
                                        <p:tgtEl>
                                          <p:spTgt spid="39">
                                            <p:txEl>
                                              <p:pRg st="0" end="0"/>
                                            </p:txEl>
                                          </p:spTgt>
                                        </p:tgtEl>
                                      </p:cBhvr>
                                    </p:animEffect>
                                  </p:childTnLst>
                                </p:cTn>
                              </p:par>
                            </p:childTnLst>
                          </p:cTn>
                        </p:par>
                        <p:par>
                          <p:cTn id="32" fill="hold">
                            <p:stCondLst>
                              <p:cond delay="3500"/>
                            </p:stCondLst>
                            <p:childTnLst>
                              <p:par>
                                <p:cTn id="33" presetID="10" presetClass="entr" presetSubtype="0" fill="hold" grpId="0" nodeType="afterEffect" nodePh="1">
                                  <p:stCondLst>
                                    <p:cond delay="0"/>
                                  </p:stCondLst>
                                  <p:endCondLst>
                                    <p:cond evt="begin" delay="0">
                                      <p:tn val="33"/>
                                    </p:cond>
                                  </p:endCondLst>
                                  <p:childTnLst>
                                    <p:set>
                                      <p:cBhvr>
                                        <p:cTn id="34" dur="1" fill="hold">
                                          <p:stCondLst>
                                            <p:cond delay="0"/>
                                          </p:stCondLst>
                                        </p:cTn>
                                        <p:tgtEl>
                                          <p:spTgt spid="40">
                                            <p:txEl>
                                              <p:pRg st="0" end="0"/>
                                            </p:txEl>
                                          </p:spTgt>
                                        </p:tgtEl>
                                        <p:attrNameLst>
                                          <p:attrName>style.visibility</p:attrName>
                                        </p:attrNameLst>
                                      </p:cBhvr>
                                      <p:to>
                                        <p:strVal val="visible"/>
                                      </p:to>
                                    </p:set>
                                    <p:animEffect transition="in" filter="fade">
                                      <p:cBhvr>
                                        <p:cTn id="35" dur="500"/>
                                        <p:tgtEl>
                                          <p:spTgt spid="40">
                                            <p:txEl>
                                              <p:pRg st="0" end="0"/>
                                            </p:txEl>
                                          </p:spTgt>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47"/>
                                        </p:tgtEl>
                                        <p:attrNameLst>
                                          <p:attrName>style.visibility</p:attrName>
                                        </p:attrNameLst>
                                      </p:cBhvr>
                                      <p:to>
                                        <p:strVal val="visible"/>
                                      </p:to>
                                    </p:set>
                                    <p:animEffect transition="in" filter="fade">
                                      <p:cBhvr>
                                        <p:cTn id="38" dur="500"/>
                                        <p:tgtEl>
                                          <p:spTgt spid="47"/>
                                        </p:tgtEl>
                                      </p:cBhvr>
                                    </p:animEffect>
                                  </p:childTnLst>
                                </p:cTn>
                              </p:par>
                            </p:childTnLst>
                          </p:cTn>
                        </p:par>
                        <p:par>
                          <p:cTn id="39" fill="hold">
                            <p:stCondLst>
                              <p:cond delay="4000"/>
                            </p:stCondLst>
                            <p:childTnLst>
                              <p:par>
                                <p:cTn id="40" presetID="22" presetClass="entr" presetSubtype="8" fill="hold" grpId="0" nodeType="afterEffect">
                                  <p:stCondLst>
                                    <p:cond delay="0"/>
                                  </p:stCondLst>
                                  <p:childTnLst>
                                    <p:set>
                                      <p:cBhvr>
                                        <p:cTn id="41" dur="1" fill="hold">
                                          <p:stCondLst>
                                            <p:cond delay="0"/>
                                          </p:stCondLst>
                                        </p:cTn>
                                        <p:tgtEl>
                                          <p:spTgt spid="48"/>
                                        </p:tgtEl>
                                        <p:attrNameLst>
                                          <p:attrName>style.visibility</p:attrName>
                                        </p:attrNameLst>
                                      </p:cBhvr>
                                      <p:to>
                                        <p:strVal val="visible"/>
                                      </p:to>
                                    </p:set>
                                    <p:animEffect transition="in" filter="wipe(left)">
                                      <p:cBhvr>
                                        <p:cTn id="42" dur="500"/>
                                        <p:tgtEl>
                                          <p:spTgt spid="48"/>
                                        </p:tgtEl>
                                      </p:cBhvr>
                                    </p:animEffect>
                                  </p:childTnLst>
                                </p:cTn>
                              </p:par>
                            </p:childTnLst>
                          </p:cTn>
                        </p:par>
                        <p:par>
                          <p:cTn id="43" fill="hold">
                            <p:stCondLst>
                              <p:cond delay="4500"/>
                            </p:stCondLst>
                            <p:childTnLst>
                              <p:par>
                                <p:cTn id="44" presetID="9" presetClass="entr" presetSubtype="0" fill="hold" grpId="0" nodeType="afterEffect" nodePh="1">
                                  <p:stCondLst>
                                    <p:cond delay="0"/>
                                  </p:stCondLst>
                                  <p:endCondLst>
                                    <p:cond evt="begin" delay="0">
                                      <p:tn val="44"/>
                                    </p:cond>
                                  </p:endCondLst>
                                  <p:childTnLst>
                                    <p:set>
                                      <p:cBhvr>
                                        <p:cTn id="45" dur="1" fill="hold">
                                          <p:stCondLst>
                                            <p:cond delay="0"/>
                                          </p:stCondLst>
                                        </p:cTn>
                                        <p:tgtEl>
                                          <p:spTgt spid="54">
                                            <p:txEl>
                                              <p:pRg st="0" end="0"/>
                                            </p:txEl>
                                          </p:spTgt>
                                        </p:tgtEl>
                                        <p:attrNameLst>
                                          <p:attrName>style.visibility</p:attrName>
                                        </p:attrNameLst>
                                      </p:cBhvr>
                                      <p:to>
                                        <p:strVal val="visible"/>
                                      </p:to>
                                    </p:set>
                                    <p:animEffect transition="in" filter="dissolve">
                                      <p:cBhvr>
                                        <p:cTn id="46" dur="500"/>
                                        <p:tgtEl>
                                          <p:spTgt spid="54">
                                            <p:txEl>
                                              <p:pRg st="0" end="0"/>
                                            </p:txEl>
                                          </p:spTgt>
                                        </p:tgtEl>
                                      </p:cBhvr>
                                    </p:animEffect>
                                  </p:childTnLst>
                                </p:cTn>
                              </p:par>
                            </p:childTnLst>
                          </p:cTn>
                        </p:par>
                        <p:par>
                          <p:cTn id="47" fill="hold">
                            <p:stCondLst>
                              <p:cond delay="5000"/>
                            </p:stCondLst>
                            <p:childTnLst>
                              <p:par>
                                <p:cTn id="48" presetID="10" presetClass="entr" presetSubtype="0" fill="hold" grpId="0" nodeType="afterEffect" nodePh="1">
                                  <p:stCondLst>
                                    <p:cond delay="0"/>
                                  </p:stCondLst>
                                  <p:endCondLst>
                                    <p:cond evt="begin" delay="0">
                                      <p:tn val="48"/>
                                    </p:cond>
                                  </p:endCondLst>
                                  <p:childTnLst>
                                    <p:set>
                                      <p:cBhvr>
                                        <p:cTn id="49" dur="1" fill="hold">
                                          <p:stCondLst>
                                            <p:cond delay="0"/>
                                          </p:stCondLst>
                                        </p:cTn>
                                        <p:tgtEl>
                                          <p:spTgt spid="41">
                                            <p:txEl>
                                              <p:pRg st="0" end="0"/>
                                            </p:txEl>
                                          </p:spTgt>
                                        </p:tgtEl>
                                        <p:attrNameLst>
                                          <p:attrName>style.visibility</p:attrName>
                                        </p:attrNameLst>
                                      </p:cBhvr>
                                      <p:to>
                                        <p:strVal val="visible"/>
                                      </p:to>
                                    </p:set>
                                    <p:animEffect transition="in" filter="fade">
                                      <p:cBhvr>
                                        <p:cTn id="50" dur="500"/>
                                        <p:tgtEl>
                                          <p:spTgt spid="41">
                                            <p:txEl>
                                              <p:pRg st="0" end="0"/>
                                            </p:txEl>
                                          </p:spTgt>
                                        </p:tgtEl>
                                      </p:cBhvr>
                                    </p:animEffect>
                                  </p:childTnLst>
                                </p:cTn>
                              </p:par>
                              <p:par>
                                <p:cTn id="51" presetID="10" presetClass="entr" presetSubtype="0" fill="hold" grpId="0" nodeType="withEffect">
                                  <p:stCondLst>
                                    <p:cond delay="0"/>
                                  </p:stCondLst>
                                  <p:childTnLst>
                                    <p:set>
                                      <p:cBhvr>
                                        <p:cTn id="52" dur="1" fill="hold">
                                          <p:stCondLst>
                                            <p:cond delay="0"/>
                                          </p:stCondLst>
                                        </p:cTn>
                                        <p:tgtEl>
                                          <p:spTgt spid="46"/>
                                        </p:tgtEl>
                                        <p:attrNameLst>
                                          <p:attrName>style.visibility</p:attrName>
                                        </p:attrNameLst>
                                      </p:cBhvr>
                                      <p:to>
                                        <p:strVal val="visible"/>
                                      </p:to>
                                    </p:set>
                                    <p:animEffect transition="in" filter="fade">
                                      <p:cBhvr>
                                        <p:cTn id="53" dur="500"/>
                                        <p:tgtEl>
                                          <p:spTgt spid="46"/>
                                        </p:tgtEl>
                                      </p:cBhvr>
                                    </p:animEffect>
                                  </p:childTnLst>
                                </p:cTn>
                              </p:par>
                            </p:childTnLst>
                          </p:cTn>
                        </p:par>
                        <p:par>
                          <p:cTn id="54" fill="hold">
                            <p:stCondLst>
                              <p:cond delay="5500"/>
                            </p:stCondLst>
                            <p:childTnLst>
                              <p:par>
                                <p:cTn id="55" presetID="22" presetClass="entr" presetSubtype="8" fill="hold" grpId="0" nodeType="afterEffect">
                                  <p:stCondLst>
                                    <p:cond delay="0"/>
                                  </p:stCondLst>
                                  <p:childTnLst>
                                    <p:set>
                                      <p:cBhvr>
                                        <p:cTn id="56" dur="1" fill="hold">
                                          <p:stCondLst>
                                            <p:cond delay="0"/>
                                          </p:stCondLst>
                                        </p:cTn>
                                        <p:tgtEl>
                                          <p:spTgt spid="49"/>
                                        </p:tgtEl>
                                        <p:attrNameLst>
                                          <p:attrName>style.visibility</p:attrName>
                                        </p:attrNameLst>
                                      </p:cBhvr>
                                      <p:to>
                                        <p:strVal val="visible"/>
                                      </p:to>
                                    </p:set>
                                    <p:animEffect transition="in" filter="wipe(left)">
                                      <p:cBhvr>
                                        <p:cTn id="57" dur="500"/>
                                        <p:tgtEl>
                                          <p:spTgt spid="49"/>
                                        </p:tgtEl>
                                      </p:cBhvr>
                                    </p:animEffect>
                                  </p:childTnLst>
                                </p:cTn>
                              </p:par>
                            </p:childTnLst>
                          </p:cTn>
                        </p:par>
                        <p:par>
                          <p:cTn id="58" fill="hold">
                            <p:stCondLst>
                              <p:cond delay="6000"/>
                            </p:stCondLst>
                            <p:childTnLst>
                              <p:par>
                                <p:cTn id="59" presetID="9" presetClass="entr" presetSubtype="0" fill="hold" grpId="0" nodeType="afterEffect" nodePh="1">
                                  <p:stCondLst>
                                    <p:cond delay="0"/>
                                  </p:stCondLst>
                                  <p:endCondLst>
                                    <p:cond evt="begin" delay="0">
                                      <p:tn val="59"/>
                                    </p:cond>
                                  </p:endCondLst>
                                  <p:childTnLst>
                                    <p:set>
                                      <p:cBhvr>
                                        <p:cTn id="60" dur="1" fill="hold">
                                          <p:stCondLst>
                                            <p:cond delay="0"/>
                                          </p:stCondLst>
                                        </p:cTn>
                                        <p:tgtEl>
                                          <p:spTgt spid="55">
                                            <p:txEl>
                                              <p:pRg st="0" end="0"/>
                                            </p:txEl>
                                          </p:spTgt>
                                        </p:tgtEl>
                                        <p:attrNameLst>
                                          <p:attrName>style.visibility</p:attrName>
                                        </p:attrNameLst>
                                      </p:cBhvr>
                                      <p:to>
                                        <p:strVal val="visible"/>
                                      </p:to>
                                    </p:set>
                                    <p:animEffect transition="in" filter="dissolve">
                                      <p:cBhvr>
                                        <p:cTn id="61" dur="500"/>
                                        <p:tgtEl>
                                          <p:spTgt spid="55">
                                            <p:txEl>
                                              <p:pRg st="0" end="0"/>
                                            </p:txEl>
                                          </p:spTgt>
                                        </p:tgtEl>
                                      </p:cBhvr>
                                    </p:animEffect>
                                  </p:childTnLst>
                                </p:cTn>
                              </p:par>
                            </p:childTnLst>
                          </p:cTn>
                        </p:par>
                        <p:par>
                          <p:cTn id="62" fill="hold">
                            <p:stCondLst>
                              <p:cond delay="6500"/>
                            </p:stCondLst>
                            <p:childTnLst>
                              <p:par>
                                <p:cTn id="63" presetID="10" presetClass="entr" presetSubtype="0" fill="hold" grpId="0" nodeType="afterEffect" nodePh="1">
                                  <p:stCondLst>
                                    <p:cond delay="0"/>
                                  </p:stCondLst>
                                  <p:endCondLst>
                                    <p:cond evt="begin" delay="0">
                                      <p:tn val="63"/>
                                    </p:cond>
                                  </p:endCondLst>
                                  <p:childTnLst>
                                    <p:set>
                                      <p:cBhvr>
                                        <p:cTn id="64" dur="1" fill="hold">
                                          <p:stCondLst>
                                            <p:cond delay="0"/>
                                          </p:stCondLst>
                                        </p:cTn>
                                        <p:tgtEl>
                                          <p:spTgt spid="42">
                                            <p:txEl>
                                              <p:pRg st="0" end="0"/>
                                            </p:txEl>
                                          </p:spTgt>
                                        </p:tgtEl>
                                        <p:attrNameLst>
                                          <p:attrName>style.visibility</p:attrName>
                                        </p:attrNameLst>
                                      </p:cBhvr>
                                      <p:to>
                                        <p:strVal val="visible"/>
                                      </p:to>
                                    </p:set>
                                    <p:animEffect transition="in" filter="fade">
                                      <p:cBhvr>
                                        <p:cTn id="65" dur="500"/>
                                        <p:tgtEl>
                                          <p:spTgt spid="42">
                                            <p:txEl>
                                              <p:pRg st="0" end="0"/>
                                            </p:txEl>
                                          </p:spTgt>
                                        </p:tgtEl>
                                      </p:cBhvr>
                                    </p:animEffect>
                                  </p:childTnLst>
                                </p:cTn>
                              </p:par>
                              <p:par>
                                <p:cTn id="66" presetID="10" presetClass="entr" presetSubtype="0" fill="hold" grpId="0" nodeType="withEffect">
                                  <p:stCondLst>
                                    <p:cond delay="0"/>
                                  </p:stCondLst>
                                  <p:childTnLst>
                                    <p:set>
                                      <p:cBhvr>
                                        <p:cTn id="67" dur="1" fill="hold">
                                          <p:stCondLst>
                                            <p:cond delay="0"/>
                                          </p:stCondLst>
                                        </p:cTn>
                                        <p:tgtEl>
                                          <p:spTgt spid="45"/>
                                        </p:tgtEl>
                                        <p:attrNameLst>
                                          <p:attrName>style.visibility</p:attrName>
                                        </p:attrNameLst>
                                      </p:cBhvr>
                                      <p:to>
                                        <p:strVal val="visible"/>
                                      </p:to>
                                    </p:set>
                                    <p:animEffect transition="in" filter="fade">
                                      <p:cBhvr>
                                        <p:cTn id="68" dur="500"/>
                                        <p:tgtEl>
                                          <p:spTgt spid="45"/>
                                        </p:tgtEl>
                                      </p:cBhvr>
                                    </p:animEffect>
                                  </p:childTnLst>
                                </p:cTn>
                              </p:par>
                            </p:childTnLst>
                          </p:cTn>
                        </p:par>
                        <p:par>
                          <p:cTn id="69" fill="hold">
                            <p:stCondLst>
                              <p:cond delay="7000"/>
                            </p:stCondLst>
                            <p:childTnLst>
                              <p:par>
                                <p:cTn id="70" presetID="22" presetClass="entr" presetSubtype="8" fill="hold" grpId="0" nodeType="afterEffect">
                                  <p:stCondLst>
                                    <p:cond delay="0"/>
                                  </p:stCondLst>
                                  <p:childTnLst>
                                    <p:set>
                                      <p:cBhvr>
                                        <p:cTn id="71" dur="1" fill="hold">
                                          <p:stCondLst>
                                            <p:cond delay="0"/>
                                          </p:stCondLst>
                                        </p:cTn>
                                        <p:tgtEl>
                                          <p:spTgt spid="50"/>
                                        </p:tgtEl>
                                        <p:attrNameLst>
                                          <p:attrName>style.visibility</p:attrName>
                                        </p:attrNameLst>
                                      </p:cBhvr>
                                      <p:to>
                                        <p:strVal val="visible"/>
                                      </p:to>
                                    </p:set>
                                    <p:animEffect transition="in" filter="wipe(left)">
                                      <p:cBhvr>
                                        <p:cTn id="72" dur="500"/>
                                        <p:tgtEl>
                                          <p:spTgt spid="50"/>
                                        </p:tgtEl>
                                      </p:cBhvr>
                                    </p:animEffect>
                                  </p:childTnLst>
                                </p:cTn>
                              </p:par>
                            </p:childTnLst>
                          </p:cTn>
                        </p:par>
                        <p:par>
                          <p:cTn id="73" fill="hold">
                            <p:stCondLst>
                              <p:cond delay="7500"/>
                            </p:stCondLst>
                            <p:childTnLst>
                              <p:par>
                                <p:cTn id="74" presetID="9" presetClass="entr" presetSubtype="0" fill="hold" grpId="0" nodeType="afterEffect" nodePh="1">
                                  <p:stCondLst>
                                    <p:cond delay="0"/>
                                  </p:stCondLst>
                                  <p:endCondLst>
                                    <p:cond evt="begin" delay="0">
                                      <p:tn val="74"/>
                                    </p:cond>
                                  </p:endCondLst>
                                  <p:childTnLst>
                                    <p:set>
                                      <p:cBhvr>
                                        <p:cTn id="75" dur="1" fill="hold">
                                          <p:stCondLst>
                                            <p:cond delay="0"/>
                                          </p:stCondLst>
                                        </p:cTn>
                                        <p:tgtEl>
                                          <p:spTgt spid="52">
                                            <p:txEl>
                                              <p:pRg st="0" end="0"/>
                                            </p:txEl>
                                          </p:spTgt>
                                        </p:tgtEl>
                                        <p:attrNameLst>
                                          <p:attrName>style.visibility</p:attrName>
                                        </p:attrNameLst>
                                      </p:cBhvr>
                                      <p:to>
                                        <p:strVal val="visible"/>
                                      </p:to>
                                    </p:set>
                                    <p:animEffect transition="in" filter="dissolve">
                                      <p:cBhvr>
                                        <p:cTn id="76" dur="500"/>
                                        <p:tgtEl>
                                          <p:spTgt spid="52">
                                            <p:txEl>
                                              <p:pRg st="0" end="0"/>
                                            </p:txEl>
                                          </p:spTgt>
                                        </p:tgtEl>
                                      </p:cBhvr>
                                    </p:animEffect>
                                  </p:childTnLst>
                                </p:cTn>
                              </p:par>
                            </p:childTnLst>
                          </p:cTn>
                        </p:par>
                        <p:par>
                          <p:cTn id="77" fill="hold">
                            <p:stCondLst>
                              <p:cond delay="8000"/>
                            </p:stCondLst>
                            <p:childTnLst>
                              <p:par>
                                <p:cTn id="78" presetID="10" presetClass="entr" presetSubtype="0" fill="hold" grpId="0" nodeType="afterEffect" nodePh="1">
                                  <p:stCondLst>
                                    <p:cond delay="0"/>
                                  </p:stCondLst>
                                  <p:endCondLst>
                                    <p:cond evt="begin" delay="0">
                                      <p:tn val="78"/>
                                    </p:cond>
                                  </p:endCondLst>
                                  <p:childTnLst>
                                    <p:set>
                                      <p:cBhvr>
                                        <p:cTn id="79" dur="1" fill="hold">
                                          <p:stCondLst>
                                            <p:cond delay="0"/>
                                          </p:stCondLst>
                                        </p:cTn>
                                        <p:tgtEl>
                                          <p:spTgt spid="43">
                                            <p:txEl>
                                              <p:pRg st="0" end="0"/>
                                            </p:txEl>
                                          </p:spTgt>
                                        </p:tgtEl>
                                        <p:attrNameLst>
                                          <p:attrName>style.visibility</p:attrName>
                                        </p:attrNameLst>
                                      </p:cBhvr>
                                      <p:to>
                                        <p:strVal val="visible"/>
                                      </p:to>
                                    </p:set>
                                    <p:animEffect transition="in" filter="fade">
                                      <p:cBhvr>
                                        <p:cTn id="80" dur="500"/>
                                        <p:tgtEl>
                                          <p:spTgt spid="43">
                                            <p:txEl>
                                              <p:pRg st="0" end="0"/>
                                            </p:txEl>
                                          </p:spTgt>
                                        </p:tgtEl>
                                      </p:cBhvr>
                                    </p:animEffect>
                                  </p:childTnLst>
                                </p:cTn>
                              </p:par>
                              <p:par>
                                <p:cTn id="81" presetID="10" presetClass="entr" presetSubtype="0" fill="hold" grpId="0" nodeType="withEffect">
                                  <p:stCondLst>
                                    <p:cond delay="0"/>
                                  </p:stCondLst>
                                  <p:childTnLst>
                                    <p:set>
                                      <p:cBhvr>
                                        <p:cTn id="82" dur="1" fill="hold">
                                          <p:stCondLst>
                                            <p:cond delay="0"/>
                                          </p:stCondLst>
                                        </p:cTn>
                                        <p:tgtEl>
                                          <p:spTgt spid="44"/>
                                        </p:tgtEl>
                                        <p:attrNameLst>
                                          <p:attrName>style.visibility</p:attrName>
                                        </p:attrNameLst>
                                      </p:cBhvr>
                                      <p:to>
                                        <p:strVal val="visible"/>
                                      </p:to>
                                    </p:set>
                                    <p:animEffect transition="in" filter="fade">
                                      <p:cBhvr>
                                        <p:cTn id="83" dur="500"/>
                                        <p:tgtEl>
                                          <p:spTgt spid="44"/>
                                        </p:tgtEl>
                                      </p:cBhvr>
                                    </p:animEffect>
                                  </p:childTnLst>
                                </p:cTn>
                              </p:par>
                            </p:childTnLst>
                          </p:cTn>
                        </p:par>
                        <p:par>
                          <p:cTn id="84" fill="hold">
                            <p:stCondLst>
                              <p:cond delay="8500"/>
                            </p:stCondLst>
                            <p:childTnLst>
                              <p:par>
                                <p:cTn id="85" presetID="22" presetClass="entr" presetSubtype="8" fill="hold" grpId="0" nodeType="afterEffect">
                                  <p:stCondLst>
                                    <p:cond delay="0"/>
                                  </p:stCondLst>
                                  <p:childTnLst>
                                    <p:set>
                                      <p:cBhvr>
                                        <p:cTn id="86" dur="1" fill="hold">
                                          <p:stCondLst>
                                            <p:cond delay="0"/>
                                          </p:stCondLst>
                                        </p:cTn>
                                        <p:tgtEl>
                                          <p:spTgt spid="51"/>
                                        </p:tgtEl>
                                        <p:attrNameLst>
                                          <p:attrName>style.visibility</p:attrName>
                                        </p:attrNameLst>
                                      </p:cBhvr>
                                      <p:to>
                                        <p:strVal val="visible"/>
                                      </p:to>
                                    </p:set>
                                    <p:animEffect transition="in" filter="wipe(left)">
                                      <p:cBhvr>
                                        <p:cTn id="87" dur="500"/>
                                        <p:tgtEl>
                                          <p:spTgt spid="51"/>
                                        </p:tgtEl>
                                      </p:cBhvr>
                                    </p:animEffect>
                                  </p:childTnLst>
                                </p:cTn>
                              </p:par>
                            </p:childTnLst>
                          </p:cTn>
                        </p:par>
                        <p:par>
                          <p:cTn id="88" fill="hold">
                            <p:stCondLst>
                              <p:cond delay="9000"/>
                            </p:stCondLst>
                            <p:childTnLst>
                              <p:par>
                                <p:cTn id="89" presetID="9" presetClass="entr" presetSubtype="0" fill="hold" grpId="0" nodeType="afterEffect" nodePh="1">
                                  <p:stCondLst>
                                    <p:cond delay="0"/>
                                  </p:stCondLst>
                                  <p:endCondLst>
                                    <p:cond evt="begin" delay="0">
                                      <p:tn val="89"/>
                                    </p:cond>
                                  </p:endCondLst>
                                  <p:childTnLst>
                                    <p:set>
                                      <p:cBhvr>
                                        <p:cTn id="90" dur="1" fill="hold">
                                          <p:stCondLst>
                                            <p:cond delay="0"/>
                                          </p:stCondLst>
                                        </p:cTn>
                                        <p:tgtEl>
                                          <p:spTgt spid="53">
                                            <p:txEl>
                                              <p:pRg st="0" end="0"/>
                                            </p:txEl>
                                          </p:spTgt>
                                        </p:tgtEl>
                                        <p:attrNameLst>
                                          <p:attrName>style.visibility</p:attrName>
                                        </p:attrNameLst>
                                      </p:cBhvr>
                                      <p:to>
                                        <p:strVal val="visible"/>
                                      </p:to>
                                    </p:set>
                                    <p:animEffect transition="in" filter="dissolve">
                                      <p:cBhvr>
                                        <p:cTn id="91" dur="500"/>
                                        <p:tgtEl>
                                          <p:spTgt spid="5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42"/>
                        </p:tgtEl>
                        <p:attrNameLst>
                          <p:attrName>style.visibility</p:attrName>
                        </p:attrNameLst>
                      </p:cBhvr>
                      <p:to>
                        <p:strVal val="visible"/>
                      </p:to>
                    </p:set>
                    <p:animEffect transition="in" filter="fade">
                      <p:cBhvr>
                        <p:cTn dur="500"/>
                        <p:tgtEl>
                          <p:spTgt spid="42"/>
                        </p:tgtEl>
                      </p:cBhvr>
                    </p:animEffect>
                  </p:childTnLst>
                </p:cTn>
              </p:par>
            </p:tnLst>
          </p:tmpl>
        </p:tmplLst>
      </p:bldP>
      <p:bldP spid="43"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43"/>
                        </p:tgtEl>
                        <p:attrNameLst>
                          <p:attrName>style.visibility</p:attrName>
                        </p:attrNameLst>
                      </p:cBhvr>
                      <p:to>
                        <p:strVal val="visible"/>
                      </p:to>
                    </p:set>
                    <p:animEffect transition="in" filter="fade">
                      <p:cBhvr>
                        <p:cTn dur="500"/>
                        <p:tgtEl>
                          <p:spTgt spid="43"/>
                        </p:tgtEl>
                      </p:cBhvr>
                    </p:animEffect>
                  </p:childTnLst>
                </p:cTn>
              </p:par>
            </p:tnLst>
          </p:tmpl>
        </p:tmplLst>
      </p:bldP>
      <p:bldP spid="40"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40"/>
                        </p:tgtEl>
                        <p:attrNameLst>
                          <p:attrName>style.visibility</p:attrName>
                        </p:attrNameLst>
                      </p:cBhvr>
                      <p:to>
                        <p:strVal val="visible"/>
                      </p:to>
                    </p:set>
                    <p:animEffect transition="in" filter="fade">
                      <p:cBhvr>
                        <p:cTn dur="500"/>
                        <p:tgtEl>
                          <p:spTgt spid="40"/>
                        </p:tgtEl>
                      </p:cBhvr>
                    </p:animEffect>
                  </p:childTnLst>
                </p:cTn>
              </p:par>
            </p:tnLst>
          </p:tmpl>
        </p:tmplLst>
      </p:bldP>
      <p:bldP spid="41"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41"/>
                        </p:tgtEl>
                        <p:attrNameLst>
                          <p:attrName>style.visibility</p:attrName>
                        </p:attrNameLst>
                      </p:cBhvr>
                      <p:to>
                        <p:strVal val="visible"/>
                      </p:to>
                    </p:set>
                    <p:animEffect transition="in" filter="fade">
                      <p:cBhvr>
                        <p:cTn dur="500"/>
                        <p:tgtEl>
                          <p:spTgt spid="41"/>
                        </p:tgtEl>
                      </p:cBhvr>
                    </p:animEffect>
                  </p:childTnLst>
                </p:cTn>
              </p:par>
            </p:tnLst>
          </p:tmpl>
        </p:tmplLst>
      </p:bldP>
      <p:bldP spid="16" grpId="0"/>
      <p:bldP spid="23" grpId="0" build="p">
        <p:tmplLst>
          <p:tmpl lvl="1">
            <p:tnLst>
              <p:par>
                <p:cTn presetID="9" presetClass="entr" presetSubtype="0" fill="hold" nodeType="afterEffect">
                  <p:stCondLst>
                    <p:cond delay="0"/>
                  </p:stCondLst>
                  <p:childTnLst>
                    <p:set>
                      <p:cBhvr>
                        <p:cTn dur="1" fill="hold">
                          <p:stCondLst>
                            <p:cond delay="0"/>
                          </p:stCondLst>
                        </p:cTn>
                        <p:tgtEl>
                          <p:spTgt spid="23"/>
                        </p:tgtEl>
                        <p:attrNameLst>
                          <p:attrName>style.visibility</p:attrName>
                        </p:attrNameLst>
                      </p:cBhvr>
                      <p:to>
                        <p:strVal val="visible"/>
                      </p:to>
                    </p:set>
                    <p:animEffect transition="in" filter="dissolve">
                      <p:cBhvr>
                        <p:cTn dur="500"/>
                        <p:tgtEl>
                          <p:spTgt spid="23"/>
                        </p:tgtEl>
                      </p:cBhvr>
                    </p:animEffect>
                  </p:childTnLst>
                </p:cTn>
              </p:par>
            </p:tnLst>
          </p:tmpl>
        </p:tmplLst>
      </p:bldP>
      <p:bldP spid="9" grpId="0" build="p">
        <p:tmplLst>
          <p:tmpl lvl="1">
            <p:tnLst>
              <p:par>
                <p:cTn presetID="9" presetClass="entr" presetSubtype="0" fill="hold" nodeType="afterEffect" nodePh="1">
                  <p:stCondLst>
                    <p:cond delay="0"/>
                  </p:stCondLst>
                  <p:endCondLst>
                    <p:cond delay="0"/>
                  </p:endCondLst>
                  <p:childTnLst>
                    <p:set>
                      <p:cBhvr>
                        <p:cTn dur="1" fill="hold">
                          <p:stCondLst>
                            <p:cond delay="0"/>
                          </p:stCondLst>
                        </p:cTn>
                        <p:tgtEl>
                          <p:spTgt spid="9"/>
                        </p:tgtEl>
                        <p:attrNameLst>
                          <p:attrName>style.visibility</p:attrName>
                        </p:attrNameLst>
                      </p:cBhvr>
                      <p:to>
                        <p:strVal val="visible"/>
                      </p:to>
                    </p:set>
                    <p:animEffect transition="in" filter="dissolve">
                      <p:cBhvr>
                        <p:cTn dur="500"/>
                        <p:tgtEl>
                          <p:spTgt spid="9"/>
                        </p:tgtEl>
                      </p:cBhvr>
                    </p:animEffect>
                  </p:childTnLst>
                </p:cTn>
              </p:par>
            </p:tnLst>
          </p:tmpl>
        </p:tmplLst>
      </p:bldP>
      <p:bldP spid="10" grpId="0" build="p">
        <p:tmplLst>
          <p:tmpl lvl="1">
            <p:tnLst>
              <p:par>
                <p:cTn presetID="9" presetClass="entr" presetSubtype="0" fill="hold" nodeType="afterEffect" nodePh="1">
                  <p:stCondLst>
                    <p:cond delay="0"/>
                  </p:stCondLst>
                  <p:endCondLst>
                    <p:cond delay="0"/>
                  </p:endCondLst>
                  <p:childTnLst>
                    <p:set>
                      <p:cBhvr>
                        <p:cTn dur="1" fill="hold">
                          <p:stCondLst>
                            <p:cond delay="0"/>
                          </p:stCondLst>
                        </p:cTn>
                        <p:tgtEl>
                          <p:spTgt spid="10"/>
                        </p:tgtEl>
                        <p:attrNameLst>
                          <p:attrName>style.visibility</p:attrName>
                        </p:attrNameLst>
                      </p:cBhvr>
                      <p:to>
                        <p:strVal val="visible"/>
                      </p:to>
                    </p:set>
                    <p:animEffect transition="in" filter="dissolve">
                      <p:cBhvr>
                        <p:cTn dur="500"/>
                        <p:tgtEl>
                          <p:spTgt spid="10"/>
                        </p:tgtEl>
                      </p:cBhvr>
                    </p:animEffect>
                  </p:childTnLst>
                </p:cTn>
              </p:par>
            </p:tnLst>
          </p:tmpl>
        </p:tmplLst>
      </p:bldP>
      <p:bldP spid="57" grpId="0"/>
      <p:bldP spid="39"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39"/>
                        </p:tgtEl>
                        <p:attrNameLst>
                          <p:attrName>style.visibility</p:attrName>
                        </p:attrNameLst>
                      </p:cBhvr>
                      <p:to>
                        <p:strVal val="visible"/>
                      </p:to>
                    </p:set>
                    <p:animEffect transition="in" filter="fade">
                      <p:cBhvr>
                        <p:cTn dur="500"/>
                        <p:tgtEl>
                          <p:spTgt spid="39"/>
                        </p:tgtEl>
                      </p:cBhvr>
                    </p:animEffect>
                  </p:childTnLst>
                </p:cTn>
              </p:par>
            </p:tnLst>
          </p:tmpl>
        </p:tmplLst>
      </p:bldP>
      <p:bldP spid="44" grpId="0" animBg="1"/>
      <p:bldP spid="45" grpId="0" animBg="1"/>
      <p:bldP spid="46" grpId="0" animBg="1"/>
      <p:bldP spid="47" grpId="0" animBg="1"/>
      <p:bldP spid="48" grpId="0" animBg="1"/>
      <p:bldP spid="49" grpId="0" animBg="1"/>
      <p:bldP spid="50" grpId="0" animBg="1"/>
      <p:bldP spid="51" grpId="0" animBg="1"/>
      <p:bldP spid="52" grpId="0" build="p">
        <p:tmplLst>
          <p:tmpl lvl="1">
            <p:tnLst>
              <p:par>
                <p:cTn presetID="9" presetClass="entr" presetSubtype="0" fill="hold" nodeType="afterEffect" nodePh="1">
                  <p:stCondLst>
                    <p:cond delay="0"/>
                  </p:stCondLst>
                  <p:endCondLst>
                    <p:cond delay="0"/>
                  </p:endCondLst>
                  <p:childTnLst>
                    <p:set>
                      <p:cBhvr>
                        <p:cTn dur="1" fill="hold">
                          <p:stCondLst>
                            <p:cond delay="0"/>
                          </p:stCondLst>
                        </p:cTn>
                        <p:tgtEl>
                          <p:spTgt spid="52"/>
                        </p:tgtEl>
                        <p:attrNameLst>
                          <p:attrName>style.visibility</p:attrName>
                        </p:attrNameLst>
                      </p:cBhvr>
                      <p:to>
                        <p:strVal val="visible"/>
                      </p:to>
                    </p:set>
                    <p:animEffect transition="in" filter="dissolve">
                      <p:cBhvr>
                        <p:cTn dur="500"/>
                        <p:tgtEl>
                          <p:spTgt spid="52"/>
                        </p:tgtEl>
                      </p:cBhvr>
                    </p:animEffect>
                  </p:childTnLst>
                </p:cTn>
              </p:par>
            </p:tnLst>
          </p:tmpl>
        </p:tmplLst>
      </p:bldP>
      <p:bldP spid="53" grpId="0" build="p">
        <p:tmplLst>
          <p:tmpl lvl="1">
            <p:tnLst>
              <p:par>
                <p:cTn presetID="9" presetClass="entr" presetSubtype="0" fill="hold" nodeType="afterEffect" nodePh="1">
                  <p:stCondLst>
                    <p:cond delay="0"/>
                  </p:stCondLst>
                  <p:endCondLst>
                    <p:cond delay="0"/>
                  </p:endCondLst>
                  <p:childTnLst>
                    <p:set>
                      <p:cBhvr>
                        <p:cTn dur="1" fill="hold">
                          <p:stCondLst>
                            <p:cond delay="0"/>
                          </p:stCondLst>
                        </p:cTn>
                        <p:tgtEl>
                          <p:spTgt spid="53"/>
                        </p:tgtEl>
                        <p:attrNameLst>
                          <p:attrName>style.visibility</p:attrName>
                        </p:attrNameLst>
                      </p:cBhvr>
                      <p:to>
                        <p:strVal val="visible"/>
                      </p:to>
                    </p:set>
                    <p:animEffect transition="in" filter="dissolve">
                      <p:cBhvr>
                        <p:cTn dur="500"/>
                        <p:tgtEl>
                          <p:spTgt spid="53"/>
                        </p:tgtEl>
                      </p:cBhvr>
                    </p:animEffect>
                  </p:childTnLst>
                </p:cTn>
              </p:par>
            </p:tnLst>
          </p:tmpl>
        </p:tmplLst>
      </p:bldP>
      <p:bldP spid="54" grpId="0" build="p">
        <p:tmplLst>
          <p:tmpl lvl="1">
            <p:tnLst>
              <p:par>
                <p:cTn presetID="9" presetClass="entr" presetSubtype="0" fill="hold" nodeType="afterEffect" nodePh="1">
                  <p:stCondLst>
                    <p:cond delay="0"/>
                  </p:stCondLst>
                  <p:endCondLst>
                    <p:cond delay="0"/>
                  </p:endCondLst>
                  <p:childTnLst>
                    <p:set>
                      <p:cBhvr>
                        <p:cTn dur="1" fill="hold">
                          <p:stCondLst>
                            <p:cond delay="0"/>
                          </p:stCondLst>
                        </p:cTn>
                        <p:tgtEl>
                          <p:spTgt spid="54"/>
                        </p:tgtEl>
                        <p:attrNameLst>
                          <p:attrName>style.visibility</p:attrName>
                        </p:attrNameLst>
                      </p:cBhvr>
                      <p:to>
                        <p:strVal val="visible"/>
                      </p:to>
                    </p:set>
                    <p:animEffect transition="in" filter="dissolve">
                      <p:cBhvr>
                        <p:cTn dur="500"/>
                        <p:tgtEl>
                          <p:spTgt spid="54"/>
                        </p:tgtEl>
                      </p:cBhvr>
                    </p:animEffect>
                  </p:childTnLst>
                </p:cTn>
              </p:par>
            </p:tnLst>
          </p:tmpl>
        </p:tmplLst>
      </p:bldP>
      <p:bldP spid="55" grpId="0" build="p">
        <p:tmplLst>
          <p:tmpl lvl="1">
            <p:tnLst>
              <p:par>
                <p:cTn presetID="9" presetClass="entr" presetSubtype="0" fill="hold" nodeType="afterEffect" nodePh="1">
                  <p:stCondLst>
                    <p:cond delay="0"/>
                  </p:stCondLst>
                  <p:endCondLst>
                    <p:cond delay="0"/>
                  </p:endCondLst>
                  <p:childTnLst>
                    <p:set>
                      <p:cBhvr>
                        <p:cTn dur="1" fill="hold">
                          <p:stCondLst>
                            <p:cond delay="0"/>
                          </p:stCondLst>
                        </p:cTn>
                        <p:tgtEl>
                          <p:spTgt spid="55"/>
                        </p:tgtEl>
                        <p:attrNameLst>
                          <p:attrName>style.visibility</p:attrName>
                        </p:attrNameLst>
                      </p:cBhvr>
                      <p:to>
                        <p:strVal val="visible"/>
                      </p:to>
                    </p:set>
                    <p:animEffect transition="in" filter="dissolve">
                      <p:cBhvr>
                        <p:cTn dur="500"/>
                        <p:tgtEl>
                          <p:spTgt spid="55"/>
                        </p:tgtEl>
                      </p:cBhvr>
                    </p:animEffect>
                  </p:childTnLst>
                </p:cTn>
              </p:par>
            </p:tnLst>
          </p:tmpl>
        </p:tmplLst>
      </p:bldP>
    </p:bldLst>
  </p:timing>
</p:sldLayout>
</file>

<file path=ppt/slideLayouts/slideLayout146.xml><?xml version="1.0" encoding="utf-8"?>
<p:sldLayout xmlns:a="http://schemas.openxmlformats.org/drawingml/2006/main" xmlns:r="http://schemas.openxmlformats.org/officeDocument/2006/relationships" xmlns:p="http://schemas.openxmlformats.org/presentationml/2006/main" userDrawn="1">
  <p:cSld name="4_Meet_the_team1">
    <p:spTree>
      <p:nvGrpSpPr>
        <p:cNvPr id="1" name=""/>
        <p:cNvGrpSpPr/>
        <p:nvPr/>
      </p:nvGrpSpPr>
      <p:grpSpPr>
        <a:xfrm>
          <a:off x="0" y="0"/>
          <a:ext cx="0" cy="0"/>
          <a:chOff x="0" y="0"/>
          <a:chExt cx="0" cy="0"/>
        </a:xfrm>
      </p:grpSpPr>
    </p:spTree>
    <p:extLst>
      <p:ext uri="{BB962C8B-B14F-4D97-AF65-F5344CB8AC3E}">
        <p14:creationId xmlns:p14="http://schemas.microsoft.com/office/powerpoint/2010/main" val="82685615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147.xml><?xml version="1.0" encoding="utf-8"?>
<p:sldLayout xmlns:a="http://schemas.openxmlformats.org/drawingml/2006/main" xmlns:r="http://schemas.openxmlformats.org/officeDocument/2006/relationships" xmlns:p="http://schemas.openxmlformats.org/presentationml/2006/main" userDrawn="1">
  <p:cSld name="8_Title Slide">
    <p:spTree>
      <p:nvGrpSpPr>
        <p:cNvPr id="1" name=""/>
        <p:cNvGrpSpPr/>
        <p:nvPr/>
      </p:nvGrpSpPr>
      <p:grpSpPr>
        <a:xfrm>
          <a:off x="0" y="0"/>
          <a:ext cx="0" cy="0"/>
          <a:chOff x="0" y="0"/>
          <a:chExt cx="0" cy="0"/>
        </a:xfrm>
      </p:grpSpPr>
      <p:sp>
        <p:nvSpPr>
          <p:cNvPr id="8" name="Picture Placeholder 7"/>
          <p:cNvSpPr>
            <a:spLocks noGrp="1"/>
          </p:cNvSpPr>
          <p:nvPr>
            <p:ph type="pic" sz="quarter" idx="10"/>
          </p:nvPr>
        </p:nvSpPr>
        <p:spPr>
          <a:xfrm>
            <a:off x="1" y="0"/>
            <a:ext cx="12192000" cy="6858000"/>
          </a:xfrm>
        </p:spPr>
        <p:txBody>
          <a:bodyPr/>
          <a:lstStyle/>
          <a:p>
            <a:endParaRPr lang="en-US"/>
          </a:p>
        </p:txBody>
      </p:sp>
    </p:spTree>
    <p:extLst>
      <p:ext uri="{BB962C8B-B14F-4D97-AF65-F5344CB8AC3E}">
        <p14:creationId xmlns:p14="http://schemas.microsoft.com/office/powerpoint/2010/main" val="224729258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148.xml><?xml version="1.0" encoding="utf-8"?>
<p:sldLayout xmlns:a="http://schemas.openxmlformats.org/drawingml/2006/main" xmlns:r="http://schemas.openxmlformats.org/officeDocument/2006/relationships" xmlns:p="http://schemas.openxmlformats.org/presentationml/2006/main" userDrawn="1">
  <p:cSld name="10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23899223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149.xml><?xml version="1.0" encoding="utf-8"?>
<p:sldLayout xmlns:a="http://schemas.openxmlformats.org/drawingml/2006/main" xmlns:r="http://schemas.openxmlformats.org/officeDocument/2006/relationships" xmlns:p="http://schemas.openxmlformats.org/presentationml/2006/main" userDrawn="1">
  <p:cSld name="11_Custom Layout">
    <p:spTree>
      <p:nvGrpSpPr>
        <p:cNvPr id="1" name=""/>
        <p:cNvGrpSpPr/>
        <p:nvPr/>
      </p:nvGrpSpPr>
      <p:grpSpPr>
        <a:xfrm>
          <a:off x="0" y="0"/>
          <a:ext cx="0" cy="0"/>
          <a:chOff x="0" y="0"/>
          <a:chExt cx="0" cy="0"/>
        </a:xfrm>
      </p:grpSpPr>
      <p:sp>
        <p:nvSpPr>
          <p:cNvPr id="7" name="Picture Placeholder 5"/>
          <p:cNvSpPr>
            <a:spLocks noGrp="1"/>
          </p:cNvSpPr>
          <p:nvPr>
            <p:ph type="pic" sz="quarter" idx="11"/>
          </p:nvPr>
        </p:nvSpPr>
        <p:spPr>
          <a:xfrm>
            <a:off x="6315353" y="2178554"/>
            <a:ext cx="4611266" cy="2244435"/>
          </a:xfrm>
        </p:spPr>
        <p:txBody>
          <a:bodyPr/>
          <a:lstStyle/>
          <a:p>
            <a:endParaRPr lang="en-US"/>
          </a:p>
        </p:txBody>
      </p:sp>
      <p:sp>
        <p:nvSpPr>
          <p:cNvPr id="6" name="Picture Placeholder 5"/>
          <p:cNvSpPr>
            <a:spLocks noGrp="1"/>
          </p:cNvSpPr>
          <p:nvPr>
            <p:ph type="pic" sz="quarter" idx="10"/>
          </p:nvPr>
        </p:nvSpPr>
        <p:spPr>
          <a:xfrm>
            <a:off x="1265383" y="2178554"/>
            <a:ext cx="4611266" cy="2244435"/>
          </a:xfrm>
        </p:spPr>
        <p:txBody>
          <a:bodyPr/>
          <a:lstStyle/>
          <a:p>
            <a:endParaRPr lang="en-US"/>
          </a:p>
        </p:txBody>
      </p:sp>
    </p:spTree>
    <p:extLst>
      <p:ext uri="{BB962C8B-B14F-4D97-AF65-F5344CB8AC3E}">
        <p14:creationId xmlns:p14="http://schemas.microsoft.com/office/powerpoint/2010/main" val="105842777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150.xml><?xml version="1.0" encoding="utf-8"?>
<p:sldLayout xmlns:a="http://schemas.openxmlformats.org/drawingml/2006/main" xmlns:r="http://schemas.openxmlformats.org/officeDocument/2006/relationships" xmlns:p="http://schemas.openxmlformats.org/presentationml/2006/main" userDrawn="1">
  <p:cSld name="9_Title Slide">
    <p:spTree>
      <p:nvGrpSpPr>
        <p:cNvPr id="1" name=""/>
        <p:cNvGrpSpPr/>
        <p:nvPr/>
      </p:nvGrpSpPr>
      <p:grpSpPr>
        <a:xfrm>
          <a:off x="0" y="0"/>
          <a:ext cx="0" cy="0"/>
          <a:chOff x="0" y="0"/>
          <a:chExt cx="0" cy="0"/>
        </a:xfrm>
      </p:grpSpPr>
      <p:sp>
        <p:nvSpPr>
          <p:cNvPr id="16" name="Title 15"/>
          <p:cNvSpPr>
            <a:spLocks noGrp="1"/>
          </p:cNvSpPr>
          <p:nvPr>
            <p:ph type="title"/>
          </p:nvPr>
        </p:nvSpPr>
        <p:spPr>
          <a:xfrm>
            <a:off x="1524000" y="619126"/>
            <a:ext cx="9144000" cy="535812"/>
          </a:xfrm>
        </p:spPr>
        <p:txBody>
          <a:bodyPr>
            <a:normAutofit/>
          </a:bodyPr>
          <a:lstStyle>
            <a:lvl1pPr algn="ctr">
              <a:defRPr sz="4000" b="0">
                <a:solidFill>
                  <a:srgbClr val="2D3F51"/>
                </a:solidFill>
                <a:latin typeface="Source Sans Pro" panose="020B0503030403020204" pitchFamily="34" charset="0"/>
              </a:defRPr>
            </a:lvl1pPr>
          </a:lstStyle>
          <a:p>
            <a:r>
              <a:rPr lang="en-US" dirty="0" smtClean="0"/>
              <a:t>Click to edit Master title style</a:t>
            </a:r>
            <a:endParaRPr lang="en-GB" dirty="0"/>
          </a:p>
        </p:txBody>
      </p:sp>
      <p:sp>
        <p:nvSpPr>
          <p:cNvPr id="18" name="Text Placeholder 17"/>
          <p:cNvSpPr>
            <a:spLocks noGrp="1"/>
          </p:cNvSpPr>
          <p:nvPr>
            <p:ph type="body" sz="quarter" idx="14" hasCustomPrompt="1"/>
          </p:nvPr>
        </p:nvSpPr>
        <p:spPr>
          <a:xfrm>
            <a:off x="1524000" y="2998769"/>
            <a:ext cx="2971800" cy="1106505"/>
          </a:xfrm>
        </p:spPr>
        <p:txBody>
          <a:bodyPr lIns="0" tIns="0" rIns="0" bIns="0">
            <a:normAutofit/>
          </a:bodyPr>
          <a:lstStyle>
            <a:lvl1pPr marL="0" indent="0">
              <a:lnSpc>
                <a:spcPts val="1700"/>
              </a:lnSpc>
              <a:buNone/>
              <a:defRPr sz="1200">
                <a:solidFill>
                  <a:schemeClr val="tx2"/>
                </a:solidFill>
              </a:defRPr>
            </a:lvl1pPr>
          </a:lstStyle>
          <a:p>
            <a:pPr lvl="0"/>
            <a:r>
              <a:rPr lang="en-US" dirty="0" smtClean="0"/>
              <a:t>Click to edit Master text  styles </a:t>
            </a:r>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aleh</a:t>
            </a:r>
            <a:r>
              <a:rPr lang="en-US" dirty="0" smtClean="0"/>
              <a:t> </a:t>
            </a:r>
            <a:r>
              <a:rPr lang="en-US" dirty="0" err="1" smtClean="0"/>
              <a:t>pue</a:t>
            </a:r>
            <a:r>
              <a:rPr lang="en-US" dirty="0" smtClean="0"/>
              <a:t> h </a:t>
            </a:r>
            <a:r>
              <a:rPr lang="en-US" dirty="0" err="1" smtClean="0"/>
              <a:t>om</a:t>
            </a:r>
            <a:r>
              <a:rPr lang="en-US" dirty="0" smtClean="0"/>
              <a:t> </a:t>
            </a:r>
            <a:r>
              <a:rPr lang="en-US" dirty="0" err="1" smtClean="0"/>
              <a:t>alah</a:t>
            </a:r>
            <a:r>
              <a:rPr lang="en-US" dirty="0" smtClean="0"/>
              <a:t> </a:t>
            </a:r>
            <a:r>
              <a:rPr lang="en-US" dirty="0" err="1" smtClean="0"/>
              <a:t>hai</a:t>
            </a:r>
            <a:r>
              <a:rPr lang="en-US" dirty="0" smtClean="0"/>
              <a:t> </a:t>
            </a:r>
            <a:r>
              <a:rPr lang="en-US" dirty="0" err="1" smtClean="0"/>
              <a:t>meutuwah</a:t>
            </a:r>
            <a:r>
              <a:rPr lang="en-US" dirty="0" smtClean="0"/>
              <a:t> </a:t>
            </a:r>
            <a:r>
              <a:rPr lang="en-US" dirty="0" err="1" smtClean="0"/>
              <a:t>ka</a:t>
            </a:r>
            <a:r>
              <a:rPr lang="en-US" dirty="0" smtClean="0"/>
              <a:t> </a:t>
            </a:r>
            <a:r>
              <a:rPr lang="en-US" dirty="0" err="1" smtClean="0"/>
              <a:t>abeh</a:t>
            </a:r>
            <a:r>
              <a:rPr lang="en-US" dirty="0" smtClean="0"/>
              <a:t> </a:t>
            </a:r>
            <a:r>
              <a:rPr lang="en-US" dirty="0" err="1" smtClean="0"/>
              <a:t>cara</a:t>
            </a:r>
            <a:r>
              <a:rPr lang="en-US" dirty="0" smtClean="0"/>
              <a:t> </a:t>
            </a:r>
            <a:r>
              <a:rPr lang="en-US" dirty="0" err="1" smtClean="0"/>
              <a:t>mita</a:t>
            </a:r>
            <a:r>
              <a:rPr lang="en-US" dirty="0" smtClean="0"/>
              <a:t> </a:t>
            </a:r>
            <a:r>
              <a:rPr lang="en-US" dirty="0" err="1" smtClean="0"/>
              <a:t>peng</a:t>
            </a:r>
            <a:endParaRPr lang="en-US" dirty="0" smtClean="0"/>
          </a:p>
        </p:txBody>
      </p:sp>
      <p:sp>
        <p:nvSpPr>
          <p:cNvPr id="19" name="Text Placeholder 17"/>
          <p:cNvSpPr>
            <a:spLocks noGrp="1"/>
          </p:cNvSpPr>
          <p:nvPr>
            <p:ph type="body" sz="quarter" idx="15" hasCustomPrompt="1"/>
          </p:nvPr>
        </p:nvSpPr>
        <p:spPr>
          <a:xfrm>
            <a:off x="7404100" y="3000339"/>
            <a:ext cx="2971800" cy="1106505"/>
          </a:xfrm>
        </p:spPr>
        <p:txBody>
          <a:bodyPr lIns="0" tIns="0" rIns="0" bIns="0">
            <a:normAutofit/>
          </a:bodyPr>
          <a:lstStyle>
            <a:lvl1pPr marL="0" indent="0">
              <a:lnSpc>
                <a:spcPts val="1700"/>
              </a:lnSpc>
              <a:buNone/>
              <a:defRPr sz="1200">
                <a:solidFill>
                  <a:schemeClr val="bg1"/>
                </a:solidFill>
              </a:defRPr>
            </a:lvl1pPr>
          </a:lstStyle>
          <a:p>
            <a:pPr lvl="0"/>
            <a:r>
              <a:rPr lang="en-US" dirty="0" smtClean="0"/>
              <a:t>Click to edit Master text  styles </a:t>
            </a:r>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aleh</a:t>
            </a:r>
            <a:r>
              <a:rPr lang="en-US" dirty="0" smtClean="0"/>
              <a:t> </a:t>
            </a:r>
            <a:r>
              <a:rPr lang="en-US" dirty="0" err="1" smtClean="0"/>
              <a:t>pue</a:t>
            </a:r>
            <a:r>
              <a:rPr lang="en-US" dirty="0" smtClean="0"/>
              <a:t> h </a:t>
            </a:r>
            <a:r>
              <a:rPr lang="en-US" dirty="0" err="1" smtClean="0"/>
              <a:t>om</a:t>
            </a:r>
            <a:r>
              <a:rPr lang="en-US" dirty="0" smtClean="0"/>
              <a:t> </a:t>
            </a:r>
            <a:r>
              <a:rPr lang="en-US" dirty="0" err="1" smtClean="0"/>
              <a:t>alah</a:t>
            </a:r>
            <a:r>
              <a:rPr lang="en-US" dirty="0" smtClean="0"/>
              <a:t> </a:t>
            </a:r>
            <a:r>
              <a:rPr lang="en-US" dirty="0" err="1" smtClean="0"/>
              <a:t>hai</a:t>
            </a:r>
            <a:r>
              <a:rPr lang="en-US" dirty="0" smtClean="0"/>
              <a:t> </a:t>
            </a:r>
            <a:r>
              <a:rPr lang="en-US" dirty="0" err="1" smtClean="0"/>
              <a:t>meutuwah</a:t>
            </a:r>
            <a:r>
              <a:rPr lang="en-US" dirty="0" smtClean="0"/>
              <a:t> </a:t>
            </a:r>
            <a:r>
              <a:rPr lang="en-US" dirty="0" err="1" smtClean="0"/>
              <a:t>ka</a:t>
            </a:r>
            <a:r>
              <a:rPr lang="en-US" dirty="0" smtClean="0"/>
              <a:t> </a:t>
            </a:r>
            <a:r>
              <a:rPr lang="en-US" dirty="0" err="1" smtClean="0"/>
              <a:t>abeh</a:t>
            </a:r>
            <a:r>
              <a:rPr lang="en-US" dirty="0" smtClean="0"/>
              <a:t> </a:t>
            </a:r>
            <a:r>
              <a:rPr lang="en-US" dirty="0" err="1" smtClean="0"/>
              <a:t>cara</a:t>
            </a:r>
            <a:r>
              <a:rPr lang="en-US" dirty="0" smtClean="0"/>
              <a:t> </a:t>
            </a:r>
            <a:r>
              <a:rPr lang="en-US" dirty="0" err="1" smtClean="0"/>
              <a:t>mita</a:t>
            </a:r>
            <a:r>
              <a:rPr lang="en-US" dirty="0" smtClean="0"/>
              <a:t> </a:t>
            </a:r>
            <a:r>
              <a:rPr lang="en-US" dirty="0" err="1" smtClean="0"/>
              <a:t>peng</a:t>
            </a:r>
            <a:endParaRPr lang="en-US" dirty="0" smtClean="0"/>
          </a:p>
        </p:txBody>
      </p:sp>
      <p:sp>
        <p:nvSpPr>
          <p:cNvPr id="21" name="Content Placeholder 20"/>
          <p:cNvSpPr>
            <a:spLocks noGrp="1"/>
          </p:cNvSpPr>
          <p:nvPr>
            <p:ph sz="quarter" idx="16" hasCustomPrompt="1"/>
          </p:nvPr>
        </p:nvSpPr>
        <p:spPr>
          <a:xfrm>
            <a:off x="1524000" y="2547522"/>
            <a:ext cx="4711700" cy="292100"/>
          </a:xfrm>
        </p:spPr>
        <p:txBody>
          <a:bodyPr lIns="0" tIns="0" rIns="0" bIns="0">
            <a:normAutofit/>
          </a:bodyPr>
          <a:lstStyle>
            <a:lvl1pPr marL="0" indent="0">
              <a:buNone/>
              <a:defRPr sz="1600">
                <a:solidFill>
                  <a:schemeClr val="bg1">
                    <a:lumMod val="50000"/>
                  </a:schemeClr>
                </a:solidFill>
                <a:latin typeface="Source Sans Pro" panose="020B0503030403020204" pitchFamily="34" charset="0"/>
              </a:defRPr>
            </a:lvl1pPr>
          </a:lstStyle>
          <a:p>
            <a:pPr lvl="0"/>
            <a:r>
              <a:rPr lang="en-GB" dirty="0" smtClean="0"/>
              <a:t>Click to edit Content Heading</a:t>
            </a:r>
          </a:p>
        </p:txBody>
      </p:sp>
      <p:sp>
        <p:nvSpPr>
          <p:cNvPr id="22" name="Content Placeholder 20"/>
          <p:cNvSpPr>
            <a:spLocks noGrp="1"/>
          </p:cNvSpPr>
          <p:nvPr>
            <p:ph sz="quarter" idx="17" hasCustomPrompt="1"/>
          </p:nvPr>
        </p:nvSpPr>
        <p:spPr>
          <a:xfrm>
            <a:off x="6534150" y="2547522"/>
            <a:ext cx="4133850" cy="292100"/>
          </a:xfrm>
        </p:spPr>
        <p:txBody>
          <a:bodyPr lIns="0" tIns="0" rIns="0" bIns="0">
            <a:normAutofit/>
          </a:bodyPr>
          <a:lstStyle>
            <a:lvl1pPr marL="0" indent="0">
              <a:buNone/>
              <a:defRPr sz="1600">
                <a:solidFill>
                  <a:schemeClr val="bg1"/>
                </a:solidFill>
                <a:latin typeface="Source Sans Pro" panose="020B0503030403020204" pitchFamily="34" charset="0"/>
              </a:defRPr>
            </a:lvl1pPr>
          </a:lstStyle>
          <a:p>
            <a:pPr lvl="0"/>
            <a:r>
              <a:rPr lang="en-GB" dirty="0" smtClean="0"/>
              <a:t>Click to edit Content Heading</a:t>
            </a:r>
          </a:p>
        </p:txBody>
      </p:sp>
      <p:sp>
        <p:nvSpPr>
          <p:cNvPr id="23" name="Text Placeholder 17"/>
          <p:cNvSpPr>
            <a:spLocks noGrp="1"/>
          </p:cNvSpPr>
          <p:nvPr>
            <p:ph type="body" sz="quarter" idx="18" hasCustomPrompt="1"/>
          </p:nvPr>
        </p:nvSpPr>
        <p:spPr>
          <a:xfrm>
            <a:off x="1524000" y="1285443"/>
            <a:ext cx="9144000" cy="248082"/>
          </a:xfrm>
        </p:spPr>
        <p:txBody>
          <a:bodyPr lIns="0" tIns="0" rIns="0" bIns="0">
            <a:normAutofit/>
          </a:bodyPr>
          <a:lstStyle>
            <a:lvl1pPr marL="0" indent="0" algn="ctr">
              <a:lnSpc>
                <a:spcPts val="1400"/>
              </a:lnSpc>
              <a:buNone/>
              <a:defRPr sz="1050">
                <a:solidFill>
                  <a:schemeClr val="tx2"/>
                </a:solidFill>
                <a:latin typeface="Source Sans Pro Light" panose="020B0403030403020204" pitchFamily="34" charset="0"/>
              </a:defRPr>
            </a:lvl1pPr>
          </a:lstStyle>
          <a:p>
            <a:pPr lvl="0"/>
            <a:r>
              <a:rPr lang="en-GB" dirty="0" smtClean="0"/>
              <a:t>write your relevant text here</a:t>
            </a:r>
          </a:p>
        </p:txBody>
      </p:sp>
    </p:spTree>
    <p:extLst>
      <p:ext uri="{BB962C8B-B14F-4D97-AF65-F5344CB8AC3E}">
        <p14:creationId xmlns:p14="http://schemas.microsoft.com/office/powerpoint/2010/main" val="374210383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151.xml><?xml version="1.0" encoding="utf-8"?>
<p:sldLayout xmlns:a="http://schemas.openxmlformats.org/drawingml/2006/main" xmlns:r="http://schemas.openxmlformats.org/officeDocument/2006/relationships" xmlns:p="http://schemas.openxmlformats.org/presentationml/2006/main" userDrawn="1">
  <p:cSld name="11_Title Slide">
    <p:spTree>
      <p:nvGrpSpPr>
        <p:cNvPr id="1" name=""/>
        <p:cNvGrpSpPr/>
        <p:nvPr/>
      </p:nvGrpSpPr>
      <p:grpSpPr>
        <a:xfrm>
          <a:off x="0" y="0"/>
          <a:ext cx="0" cy="0"/>
          <a:chOff x="0" y="0"/>
          <a:chExt cx="0" cy="0"/>
        </a:xfrm>
      </p:grpSpPr>
      <p:sp>
        <p:nvSpPr>
          <p:cNvPr id="16" name="Title 15"/>
          <p:cNvSpPr>
            <a:spLocks noGrp="1"/>
          </p:cNvSpPr>
          <p:nvPr>
            <p:ph type="title"/>
          </p:nvPr>
        </p:nvSpPr>
        <p:spPr>
          <a:xfrm>
            <a:off x="1524000" y="619126"/>
            <a:ext cx="9144000" cy="535812"/>
          </a:xfrm>
        </p:spPr>
        <p:txBody>
          <a:bodyPr>
            <a:normAutofit/>
          </a:bodyPr>
          <a:lstStyle>
            <a:lvl1pPr algn="ctr">
              <a:defRPr sz="4000" b="0">
                <a:solidFill>
                  <a:srgbClr val="2D3F51"/>
                </a:solidFill>
                <a:latin typeface="Source Sans Pro" panose="020B0503030403020204" pitchFamily="34" charset="0"/>
              </a:defRPr>
            </a:lvl1pPr>
          </a:lstStyle>
          <a:p>
            <a:r>
              <a:rPr lang="en-US" dirty="0" smtClean="0"/>
              <a:t>Click to edit Master title style</a:t>
            </a:r>
            <a:endParaRPr lang="en-GB" dirty="0"/>
          </a:p>
        </p:txBody>
      </p:sp>
      <p:sp>
        <p:nvSpPr>
          <p:cNvPr id="18" name="Text Placeholder 17"/>
          <p:cNvSpPr>
            <a:spLocks noGrp="1"/>
          </p:cNvSpPr>
          <p:nvPr>
            <p:ph type="body" sz="quarter" idx="14" hasCustomPrompt="1"/>
          </p:nvPr>
        </p:nvSpPr>
        <p:spPr>
          <a:xfrm>
            <a:off x="1524000" y="2998769"/>
            <a:ext cx="2971800" cy="1106505"/>
          </a:xfrm>
        </p:spPr>
        <p:txBody>
          <a:bodyPr lIns="0" tIns="0" rIns="0" bIns="0">
            <a:normAutofit/>
          </a:bodyPr>
          <a:lstStyle>
            <a:lvl1pPr marL="0" indent="0">
              <a:lnSpc>
                <a:spcPts val="1700"/>
              </a:lnSpc>
              <a:buNone/>
              <a:defRPr sz="1200">
                <a:solidFill>
                  <a:schemeClr val="tx2"/>
                </a:solidFill>
              </a:defRPr>
            </a:lvl1pPr>
          </a:lstStyle>
          <a:p>
            <a:pPr lvl="0"/>
            <a:r>
              <a:rPr lang="en-US" dirty="0" smtClean="0"/>
              <a:t>Click to edit Master text  styles </a:t>
            </a:r>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aleh</a:t>
            </a:r>
            <a:r>
              <a:rPr lang="en-US" dirty="0" smtClean="0"/>
              <a:t> </a:t>
            </a:r>
            <a:r>
              <a:rPr lang="en-US" dirty="0" err="1" smtClean="0"/>
              <a:t>pue</a:t>
            </a:r>
            <a:r>
              <a:rPr lang="en-US" dirty="0" smtClean="0"/>
              <a:t> h </a:t>
            </a:r>
            <a:r>
              <a:rPr lang="en-US" dirty="0" err="1" smtClean="0"/>
              <a:t>om</a:t>
            </a:r>
            <a:r>
              <a:rPr lang="en-US" dirty="0" smtClean="0"/>
              <a:t> </a:t>
            </a:r>
            <a:r>
              <a:rPr lang="en-US" dirty="0" err="1" smtClean="0"/>
              <a:t>alah</a:t>
            </a:r>
            <a:r>
              <a:rPr lang="en-US" dirty="0" smtClean="0"/>
              <a:t> </a:t>
            </a:r>
            <a:r>
              <a:rPr lang="en-US" dirty="0" err="1" smtClean="0"/>
              <a:t>hai</a:t>
            </a:r>
            <a:r>
              <a:rPr lang="en-US" dirty="0" smtClean="0"/>
              <a:t> </a:t>
            </a:r>
            <a:r>
              <a:rPr lang="en-US" dirty="0" err="1" smtClean="0"/>
              <a:t>meutuwah</a:t>
            </a:r>
            <a:r>
              <a:rPr lang="en-US" dirty="0" smtClean="0"/>
              <a:t> </a:t>
            </a:r>
            <a:r>
              <a:rPr lang="en-US" dirty="0" err="1" smtClean="0"/>
              <a:t>ka</a:t>
            </a:r>
            <a:r>
              <a:rPr lang="en-US" dirty="0" smtClean="0"/>
              <a:t> </a:t>
            </a:r>
            <a:r>
              <a:rPr lang="en-US" dirty="0" err="1" smtClean="0"/>
              <a:t>abeh</a:t>
            </a:r>
            <a:r>
              <a:rPr lang="en-US" dirty="0" smtClean="0"/>
              <a:t> </a:t>
            </a:r>
            <a:r>
              <a:rPr lang="en-US" dirty="0" err="1" smtClean="0"/>
              <a:t>cara</a:t>
            </a:r>
            <a:r>
              <a:rPr lang="en-US" dirty="0" smtClean="0"/>
              <a:t> </a:t>
            </a:r>
            <a:r>
              <a:rPr lang="en-US" dirty="0" err="1" smtClean="0"/>
              <a:t>mita</a:t>
            </a:r>
            <a:r>
              <a:rPr lang="en-US" dirty="0" smtClean="0"/>
              <a:t> </a:t>
            </a:r>
            <a:r>
              <a:rPr lang="en-US" dirty="0" err="1" smtClean="0"/>
              <a:t>peng</a:t>
            </a:r>
            <a:endParaRPr lang="en-US" dirty="0" smtClean="0"/>
          </a:p>
        </p:txBody>
      </p:sp>
      <p:sp>
        <p:nvSpPr>
          <p:cNvPr id="19" name="Text Placeholder 17"/>
          <p:cNvSpPr>
            <a:spLocks noGrp="1"/>
          </p:cNvSpPr>
          <p:nvPr>
            <p:ph type="body" sz="quarter" idx="15" hasCustomPrompt="1"/>
          </p:nvPr>
        </p:nvSpPr>
        <p:spPr>
          <a:xfrm>
            <a:off x="7404100" y="3000339"/>
            <a:ext cx="2971800" cy="1106505"/>
          </a:xfrm>
        </p:spPr>
        <p:txBody>
          <a:bodyPr lIns="0" tIns="0" rIns="0" bIns="0">
            <a:normAutofit/>
          </a:bodyPr>
          <a:lstStyle>
            <a:lvl1pPr marL="0" indent="0">
              <a:lnSpc>
                <a:spcPts val="1700"/>
              </a:lnSpc>
              <a:buNone/>
              <a:defRPr sz="1200">
                <a:solidFill>
                  <a:schemeClr val="bg1"/>
                </a:solidFill>
              </a:defRPr>
            </a:lvl1pPr>
          </a:lstStyle>
          <a:p>
            <a:pPr lvl="0"/>
            <a:r>
              <a:rPr lang="en-US" dirty="0" smtClean="0"/>
              <a:t>Click to edit Master text  styles </a:t>
            </a:r>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aleh</a:t>
            </a:r>
            <a:r>
              <a:rPr lang="en-US" dirty="0" smtClean="0"/>
              <a:t> </a:t>
            </a:r>
            <a:r>
              <a:rPr lang="en-US" dirty="0" err="1" smtClean="0"/>
              <a:t>pue</a:t>
            </a:r>
            <a:r>
              <a:rPr lang="en-US" dirty="0" smtClean="0"/>
              <a:t> h </a:t>
            </a:r>
            <a:r>
              <a:rPr lang="en-US" dirty="0" err="1" smtClean="0"/>
              <a:t>om</a:t>
            </a:r>
            <a:r>
              <a:rPr lang="en-US" dirty="0" smtClean="0"/>
              <a:t> </a:t>
            </a:r>
            <a:r>
              <a:rPr lang="en-US" dirty="0" err="1" smtClean="0"/>
              <a:t>alah</a:t>
            </a:r>
            <a:r>
              <a:rPr lang="en-US" dirty="0" smtClean="0"/>
              <a:t> </a:t>
            </a:r>
            <a:r>
              <a:rPr lang="en-US" dirty="0" err="1" smtClean="0"/>
              <a:t>hai</a:t>
            </a:r>
            <a:r>
              <a:rPr lang="en-US" dirty="0" smtClean="0"/>
              <a:t> </a:t>
            </a:r>
            <a:r>
              <a:rPr lang="en-US" dirty="0" err="1" smtClean="0"/>
              <a:t>meutuwah</a:t>
            </a:r>
            <a:r>
              <a:rPr lang="en-US" dirty="0" smtClean="0"/>
              <a:t> </a:t>
            </a:r>
            <a:r>
              <a:rPr lang="en-US" dirty="0" err="1" smtClean="0"/>
              <a:t>ka</a:t>
            </a:r>
            <a:r>
              <a:rPr lang="en-US" dirty="0" smtClean="0"/>
              <a:t> </a:t>
            </a:r>
            <a:r>
              <a:rPr lang="en-US" dirty="0" err="1" smtClean="0"/>
              <a:t>abeh</a:t>
            </a:r>
            <a:r>
              <a:rPr lang="en-US" dirty="0" smtClean="0"/>
              <a:t> </a:t>
            </a:r>
            <a:r>
              <a:rPr lang="en-US" dirty="0" err="1" smtClean="0"/>
              <a:t>cara</a:t>
            </a:r>
            <a:r>
              <a:rPr lang="en-US" dirty="0" smtClean="0"/>
              <a:t> </a:t>
            </a:r>
            <a:r>
              <a:rPr lang="en-US" dirty="0" err="1" smtClean="0"/>
              <a:t>mita</a:t>
            </a:r>
            <a:r>
              <a:rPr lang="en-US" dirty="0" smtClean="0"/>
              <a:t> </a:t>
            </a:r>
            <a:r>
              <a:rPr lang="en-US" dirty="0" err="1" smtClean="0"/>
              <a:t>peng</a:t>
            </a:r>
            <a:endParaRPr lang="en-US" dirty="0" smtClean="0"/>
          </a:p>
        </p:txBody>
      </p:sp>
      <p:sp>
        <p:nvSpPr>
          <p:cNvPr id="21" name="Content Placeholder 20"/>
          <p:cNvSpPr>
            <a:spLocks noGrp="1"/>
          </p:cNvSpPr>
          <p:nvPr>
            <p:ph sz="quarter" idx="16" hasCustomPrompt="1"/>
          </p:nvPr>
        </p:nvSpPr>
        <p:spPr>
          <a:xfrm>
            <a:off x="1524000" y="2547522"/>
            <a:ext cx="4711700" cy="292100"/>
          </a:xfrm>
        </p:spPr>
        <p:txBody>
          <a:bodyPr lIns="0" tIns="0" rIns="0" bIns="0">
            <a:normAutofit/>
          </a:bodyPr>
          <a:lstStyle>
            <a:lvl1pPr marL="0" indent="0">
              <a:buNone/>
              <a:defRPr sz="1600">
                <a:solidFill>
                  <a:schemeClr val="bg1">
                    <a:lumMod val="50000"/>
                  </a:schemeClr>
                </a:solidFill>
                <a:latin typeface="Source Sans Pro" panose="020B0503030403020204" pitchFamily="34" charset="0"/>
              </a:defRPr>
            </a:lvl1pPr>
          </a:lstStyle>
          <a:p>
            <a:pPr lvl="0"/>
            <a:r>
              <a:rPr lang="en-GB" dirty="0" smtClean="0"/>
              <a:t>Click to edit Content Heading</a:t>
            </a:r>
          </a:p>
        </p:txBody>
      </p:sp>
      <p:sp>
        <p:nvSpPr>
          <p:cNvPr id="22" name="Content Placeholder 20"/>
          <p:cNvSpPr>
            <a:spLocks noGrp="1"/>
          </p:cNvSpPr>
          <p:nvPr>
            <p:ph sz="quarter" idx="17" hasCustomPrompt="1"/>
          </p:nvPr>
        </p:nvSpPr>
        <p:spPr>
          <a:xfrm>
            <a:off x="6534150" y="2547522"/>
            <a:ext cx="4133850" cy="292100"/>
          </a:xfrm>
        </p:spPr>
        <p:txBody>
          <a:bodyPr lIns="0" tIns="0" rIns="0" bIns="0">
            <a:normAutofit/>
          </a:bodyPr>
          <a:lstStyle>
            <a:lvl1pPr marL="0" indent="0">
              <a:buNone/>
              <a:defRPr sz="1600">
                <a:solidFill>
                  <a:schemeClr val="bg1"/>
                </a:solidFill>
                <a:latin typeface="Source Sans Pro" panose="020B0503030403020204" pitchFamily="34" charset="0"/>
              </a:defRPr>
            </a:lvl1pPr>
          </a:lstStyle>
          <a:p>
            <a:pPr lvl="0"/>
            <a:r>
              <a:rPr lang="en-GB" dirty="0" smtClean="0"/>
              <a:t>Click to edit Content Heading</a:t>
            </a:r>
          </a:p>
        </p:txBody>
      </p:sp>
      <p:sp>
        <p:nvSpPr>
          <p:cNvPr id="23" name="Text Placeholder 17"/>
          <p:cNvSpPr>
            <a:spLocks noGrp="1"/>
          </p:cNvSpPr>
          <p:nvPr>
            <p:ph type="body" sz="quarter" idx="18" hasCustomPrompt="1"/>
          </p:nvPr>
        </p:nvSpPr>
        <p:spPr>
          <a:xfrm>
            <a:off x="1524000" y="1285443"/>
            <a:ext cx="9144000" cy="248082"/>
          </a:xfrm>
        </p:spPr>
        <p:txBody>
          <a:bodyPr lIns="0" tIns="0" rIns="0" bIns="0">
            <a:normAutofit/>
          </a:bodyPr>
          <a:lstStyle>
            <a:lvl1pPr marL="0" indent="0" algn="ctr">
              <a:lnSpc>
                <a:spcPts val="1400"/>
              </a:lnSpc>
              <a:buNone/>
              <a:defRPr sz="1050">
                <a:solidFill>
                  <a:schemeClr val="tx2"/>
                </a:solidFill>
                <a:latin typeface="Source Sans Pro Light" panose="020B0403030403020204" pitchFamily="34" charset="0"/>
              </a:defRPr>
            </a:lvl1pPr>
          </a:lstStyle>
          <a:p>
            <a:pPr lvl="0"/>
            <a:r>
              <a:rPr lang="en-GB" dirty="0" smtClean="0"/>
              <a:t>write your relevant text here</a:t>
            </a:r>
          </a:p>
        </p:txBody>
      </p:sp>
    </p:spTree>
    <p:extLst>
      <p:ext uri="{BB962C8B-B14F-4D97-AF65-F5344CB8AC3E}">
        <p14:creationId xmlns:p14="http://schemas.microsoft.com/office/powerpoint/2010/main" val="122073264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152.xml><?xml version="1.0" encoding="utf-8"?>
<p:sldLayout xmlns:a="http://schemas.openxmlformats.org/drawingml/2006/main" xmlns:r="http://schemas.openxmlformats.org/officeDocument/2006/relationships" xmlns:p="http://schemas.openxmlformats.org/presentationml/2006/main" userDrawn="1">
  <p:cSld name="12_Title Slide">
    <p:spTree>
      <p:nvGrpSpPr>
        <p:cNvPr id="1" name=""/>
        <p:cNvGrpSpPr/>
        <p:nvPr/>
      </p:nvGrpSpPr>
      <p:grpSpPr>
        <a:xfrm>
          <a:off x="0" y="0"/>
          <a:ext cx="0" cy="0"/>
          <a:chOff x="0" y="0"/>
          <a:chExt cx="0" cy="0"/>
        </a:xfrm>
      </p:grpSpPr>
      <p:sp>
        <p:nvSpPr>
          <p:cNvPr id="16" name="Title 15"/>
          <p:cNvSpPr>
            <a:spLocks noGrp="1"/>
          </p:cNvSpPr>
          <p:nvPr>
            <p:ph type="title"/>
          </p:nvPr>
        </p:nvSpPr>
        <p:spPr>
          <a:xfrm>
            <a:off x="1524000" y="619126"/>
            <a:ext cx="9144000" cy="535812"/>
          </a:xfrm>
        </p:spPr>
        <p:txBody>
          <a:bodyPr>
            <a:normAutofit/>
          </a:bodyPr>
          <a:lstStyle>
            <a:lvl1pPr algn="ctr">
              <a:defRPr sz="4000" b="0">
                <a:solidFill>
                  <a:srgbClr val="2D3F51"/>
                </a:solidFill>
                <a:latin typeface="Source Sans Pro" panose="020B0503030403020204" pitchFamily="34" charset="0"/>
              </a:defRPr>
            </a:lvl1pPr>
          </a:lstStyle>
          <a:p>
            <a:r>
              <a:rPr lang="en-US" dirty="0" smtClean="0"/>
              <a:t>Click to edit Master title style</a:t>
            </a:r>
            <a:endParaRPr lang="en-GB" dirty="0"/>
          </a:p>
        </p:txBody>
      </p:sp>
      <p:sp>
        <p:nvSpPr>
          <p:cNvPr id="18" name="Text Placeholder 17"/>
          <p:cNvSpPr>
            <a:spLocks noGrp="1"/>
          </p:cNvSpPr>
          <p:nvPr>
            <p:ph type="body" sz="quarter" idx="14" hasCustomPrompt="1"/>
          </p:nvPr>
        </p:nvSpPr>
        <p:spPr>
          <a:xfrm>
            <a:off x="1524000" y="2998769"/>
            <a:ext cx="2971800" cy="1106505"/>
          </a:xfrm>
        </p:spPr>
        <p:txBody>
          <a:bodyPr lIns="0" tIns="0" rIns="0" bIns="0">
            <a:normAutofit/>
          </a:bodyPr>
          <a:lstStyle>
            <a:lvl1pPr marL="0" indent="0">
              <a:lnSpc>
                <a:spcPts val="1700"/>
              </a:lnSpc>
              <a:buNone/>
              <a:defRPr sz="1200">
                <a:solidFill>
                  <a:schemeClr val="tx2"/>
                </a:solidFill>
              </a:defRPr>
            </a:lvl1pPr>
          </a:lstStyle>
          <a:p>
            <a:pPr lvl="0"/>
            <a:r>
              <a:rPr lang="en-US" dirty="0" smtClean="0"/>
              <a:t>Click to edit Master text  styles </a:t>
            </a:r>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aleh</a:t>
            </a:r>
            <a:r>
              <a:rPr lang="en-US" dirty="0" smtClean="0"/>
              <a:t> </a:t>
            </a:r>
            <a:r>
              <a:rPr lang="en-US" dirty="0" err="1" smtClean="0"/>
              <a:t>pue</a:t>
            </a:r>
            <a:r>
              <a:rPr lang="en-US" dirty="0" smtClean="0"/>
              <a:t> h </a:t>
            </a:r>
            <a:r>
              <a:rPr lang="en-US" dirty="0" err="1" smtClean="0"/>
              <a:t>om</a:t>
            </a:r>
            <a:r>
              <a:rPr lang="en-US" dirty="0" smtClean="0"/>
              <a:t> </a:t>
            </a:r>
            <a:r>
              <a:rPr lang="en-US" dirty="0" err="1" smtClean="0"/>
              <a:t>alah</a:t>
            </a:r>
            <a:r>
              <a:rPr lang="en-US" dirty="0" smtClean="0"/>
              <a:t> </a:t>
            </a:r>
            <a:r>
              <a:rPr lang="en-US" dirty="0" err="1" smtClean="0"/>
              <a:t>hai</a:t>
            </a:r>
            <a:r>
              <a:rPr lang="en-US" dirty="0" smtClean="0"/>
              <a:t> </a:t>
            </a:r>
            <a:r>
              <a:rPr lang="en-US" dirty="0" err="1" smtClean="0"/>
              <a:t>meutuwah</a:t>
            </a:r>
            <a:r>
              <a:rPr lang="en-US" dirty="0" smtClean="0"/>
              <a:t> </a:t>
            </a:r>
            <a:r>
              <a:rPr lang="en-US" dirty="0" err="1" smtClean="0"/>
              <a:t>ka</a:t>
            </a:r>
            <a:r>
              <a:rPr lang="en-US" dirty="0" smtClean="0"/>
              <a:t> </a:t>
            </a:r>
            <a:r>
              <a:rPr lang="en-US" dirty="0" err="1" smtClean="0"/>
              <a:t>abeh</a:t>
            </a:r>
            <a:r>
              <a:rPr lang="en-US" dirty="0" smtClean="0"/>
              <a:t> </a:t>
            </a:r>
            <a:r>
              <a:rPr lang="en-US" dirty="0" err="1" smtClean="0"/>
              <a:t>cara</a:t>
            </a:r>
            <a:r>
              <a:rPr lang="en-US" dirty="0" smtClean="0"/>
              <a:t> </a:t>
            </a:r>
            <a:r>
              <a:rPr lang="en-US" dirty="0" err="1" smtClean="0"/>
              <a:t>mita</a:t>
            </a:r>
            <a:r>
              <a:rPr lang="en-US" dirty="0" smtClean="0"/>
              <a:t> </a:t>
            </a:r>
            <a:r>
              <a:rPr lang="en-US" dirty="0" err="1" smtClean="0"/>
              <a:t>peng</a:t>
            </a:r>
            <a:endParaRPr lang="en-US" dirty="0" smtClean="0"/>
          </a:p>
        </p:txBody>
      </p:sp>
      <p:sp>
        <p:nvSpPr>
          <p:cNvPr id="19" name="Text Placeholder 17"/>
          <p:cNvSpPr>
            <a:spLocks noGrp="1"/>
          </p:cNvSpPr>
          <p:nvPr>
            <p:ph type="body" sz="quarter" idx="15" hasCustomPrompt="1"/>
          </p:nvPr>
        </p:nvSpPr>
        <p:spPr>
          <a:xfrm>
            <a:off x="7404100" y="3000339"/>
            <a:ext cx="2971800" cy="1106505"/>
          </a:xfrm>
        </p:spPr>
        <p:txBody>
          <a:bodyPr lIns="0" tIns="0" rIns="0" bIns="0">
            <a:normAutofit/>
          </a:bodyPr>
          <a:lstStyle>
            <a:lvl1pPr marL="0" indent="0">
              <a:lnSpc>
                <a:spcPts val="1700"/>
              </a:lnSpc>
              <a:buNone/>
              <a:defRPr sz="1200">
                <a:solidFill>
                  <a:schemeClr val="bg1"/>
                </a:solidFill>
              </a:defRPr>
            </a:lvl1pPr>
          </a:lstStyle>
          <a:p>
            <a:pPr lvl="0"/>
            <a:r>
              <a:rPr lang="en-US" dirty="0" smtClean="0"/>
              <a:t>Click to edit Master text  styles </a:t>
            </a:r>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aleh</a:t>
            </a:r>
            <a:r>
              <a:rPr lang="en-US" dirty="0" smtClean="0"/>
              <a:t> </a:t>
            </a:r>
            <a:r>
              <a:rPr lang="en-US" dirty="0" err="1" smtClean="0"/>
              <a:t>pue</a:t>
            </a:r>
            <a:r>
              <a:rPr lang="en-US" dirty="0" smtClean="0"/>
              <a:t> h </a:t>
            </a:r>
            <a:r>
              <a:rPr lang="en-US" dirty="0" err="1" smtClean="0"/>
              <a:t>om</a:t>
            </a:r>
            <a:r>
              <a:rPr lang="en-US" dirty="0" smtClean="0"/>
              <a:t> </a:t>
            </a:r>
            <a:r>
              <a:rPr lang="en-US" dirty="0" err="1" smtClean="0"/>
              <a:t>alah</a:t>
            </a:r>
            <a:r>
              <a:rPr lang="en-US" dirty="0" smtClean="0"/>
              <a:t> </a:t>
            </a:r>
            <a:r>
              <a:rPr lang="en-US" dirty="0" err="1" smtClean="0"/>
              <a:t>hai</a:t>
            </a:r>
            <a:r>
              <a:rPr lang="en-US" dirty="0" smtClean="0"/>
              <a:t> </a:t>
            </a:r>
            <a:r>
              <a:rPr lang="en-US" dirty="0" err="1" smtClean="0"/>
              <a:t>meutuwah</a:t>
            </a:r>
            <a:r>
              <a:rPr lang="en-US" dirty="0" smtClean="0"/>
              <a:t> </a:t>
            </a:r>
            <a:r>
              <a:rPr lang="en-US" dirty="0" err="1" smtClean="0"/>
              <a:t>ka</a:t>
            </a:r>
            <a:r>
              <a:rPr lang="en-US" dirty="0" smtClean="0"/>
              <a:t> </a:t>
            </a:r>
            <a:r>
              <a:rPr lang="en-US" dirty="0" err="1" smtClean="0"/>
              <a:t>abeh</a:t>
            </a:r>
            <a:r>
              <a:rPr lang="en-US" dirty="0" smtClean="0"/>
              <a:t> </a:t>
            </a:r>
            <a:r>
              <a:rPr lang="en-US" dirty="0" err="1" smtClean="0"/>
              <a:t>cara</a:t>
            </a:r>
            <a:r>
              <a:rPr lang="en-US" dirty="0" smtClean="0"/>
              <a:t> </a:t>
            </a:r>
            <a:r>
              <a:rPr lang="en-US" dirty="0" err="1" smtClean="0"/>
              <a:t>mita</a:t>
            </a:r>
            <a:r>
              <a:rPr lang="en-US" dirty="0" smtClean="0"/>
              <a:t> </a:t>
            </a:r>
            <a:r>
              <a:rPr lang="en-US" dirty="0" err="1" smtClean="0"/>
              <a:t>peng</a:t>
            </a:r>
            <a:endParaRPr lang="en-US" dirty="0" smtClean="0"/>
          </a:p>
        </p:txBody>
      </p:sp>
      <p:sp>
        <p:nvSpPr>
          <p:cNvPr id="21" name="Content Placeholder 20"/>
          <p:cNvSpPr>
            <a:spLocks noGrp="1"/>
          </p:cNvSpPr>
          <p:nvPr>
            <p:ph sz="quarter" idx="16" hasCustomPrompt="1"/>
          </p:nvPr>
        </p:nvSpPr>
        <p:spPr>
          <a:xfrm>
            <a:off x="1524000" y="2547522"/>
            <a:ext cx="4711700" cy="292100"/>
          </a:xfrm>
        </p:spPr>
        <p:txBody>
          <a:bodyPr lIns="0" tIns="0" rIns="0" bIns="0">
            <a:normAutofit/>
          </a:bodyPr>
          <a:lstStyle>
            <a:lvl1pPr marL="0" indent="0">
              <a:buNone/>
              <a:defRPr sz="1600">
                <a:solidFill>
                  <a:schemeClr val="bg1">
                    <a:lumMod val="50000"/>
                  </a:schemeClr>
                </a:solidFill>
                <a:latin typeface="Source Sans Pro" panose="020B0503030403020204" pitchFamily="34" charset="0"/>
              </a:defRPr>
            </a:lvl1pPr>
          </a:lstStyle>
          <a:p>
            <a:pPr lvl="0"/>
            <a:r>
              <a:rPr lang="en-GB" dirty="0" smtClean="0"/>
              <a:t>Click to edit Content Heading</a:t>
            </a:r>
          </a:p>
        </p:txBody>
      </p:sp>
      <p:sp>
        <p:nvSpPr>
          <p:cNvPr id="22" name="Content Placeholder 20"/>
          <p:cNvSpPr>
            <a:spLocks noGrp="1"/>
          </p:cNvSpPr>
          <p:nvPr>
            <p:ph sz="quarter" idx="17" hasCustomPrompt="1"/>
          </p:nvPr>
        </p:nvSpPr>
        <p:spPr>
          <a:xfrm>
            <a:off x="6534150" y="2547522"/>
            <a:ext cx="4133850" cy="292100"/>
          </a:xfrm>
        </p:spPr>
        <p:txBody>
          <a:bodyPr lIns="0" tIns="0" rIns="0" bIns="0">
            <a:normAutofit/>
          </a:bodyPr>
          <a:lstStyle>
            <a:lvl1pPr marL="0" indent="0">
              <a:buNone/>
              <a:defRPr sz="1600">
                <a:solidFill>
                  <a:schemeClr val="bg1"/>
                </a:solidFill>
                <a:latin typeface="Source Sans Pro" panose="020B0503030403020204" pitchFamily="34" charset="0"/>
              </a:defRPr>
            </a:lvl1pPr>
          </a:lstStyle>
          <a:p>
            <a:pPr lvl="0"/>
            <a:r>
              <a:rPr lang="en-GB" dirty="0" smtClean="0"/>
              <a:t>Click to edit Content Heading</a:t>
            </a:r>
          </a:p>
        </p:txBody>
      </p:sp>
      <p:sp>
        <p:nvSpPr>
          <p:cNvPr id="23" name="Text Placeholder 17"/>
          <p:cNvSpPr>
            <a:spLocks noGrp="1"/>
          </p:cNvSpPr>
          <p:nvPr>
            <p:ph type="body" sz="quarter" idx="18" hasCustomPrompt="1"/>
          </p:nvPr>
        </p:nvSpPr>
        <p:spPr>
          <a:xfrm>
            <a:off x="1524000" y="1285443"/>
            <a:ext cx="9144000" cy="248082"/>
          </a:xfrm>
        </p:spPr>
        <p:txBody>
          <a:bodyPr lIns="0" tIns="0" rIns="0" bIns="0">
            <a:normAutofit/>
          </a:bodyPr>
          <a:lstStyle>
            <a:lvl1pPr marL="0" indent="0" algn="ctr">
              <a:lnSpc>
                <a:spcPts val="1400"/>
              </a:lnSpc>
              <a:buNone/>
              <a:defRPr sz="1050">
                <a:solidFill>
                  <a:schemeClr val="tx2"/>
                </a:solidFill>
                <a:latin typeface="Source Sans Pro Light" panose="020B0403030403020204" pitchFamily="34" charset="0"/>
              </a:defRPr>
            </a:lvl1pPr>
          </a:lstStyle>
          <a:p>
            <a:pPr lvl="0"/>
            <a:r>
              <a:rPr lang="en-GB" dirty="0" smtClean="0"/>
              <a:t>write your relevant text here</a:t>
            </a:r>
          </a:p>
        </p:txBody>
      </p:sp>
    </p:spTree>
    <p:extLst>
      <p:ext uri="{BB962C8B-B14F-4D97-AF65-F5344CB8AC3E}">
        <p14:creationId xmlns:p14="http://schemas.microsoft.com/office/powerpoint/2010/main" val="75630875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153.xml><?xml version="1.0" encoding="utf-8"?>
<p:sldLayout xmlns:a="http://schemas.openxmlformats.org/drawingml/2006/main" xmlns:r="http://schemas.openxmlformats.org/officeDocument/2006/relationships" xmlns:p="http://schemas.openxmlformats.org/presentationml/2006/main" userDrawn="1">
  <p:cSld name="14_Title Slide">
    <p:spTree>
      <p:nvGrpSpPr>
        <p:cNvPr id="1" name=""/>
        <p:cNvGrpSpPr/>
        <p:nvPr/>
      </p:nvGrpSpPr>
      <p:grpSpPr>
        <a:xfrm>
          <a:off x="0" y="0"/>
          <a:ext cx="0" cy="0"/>
          <a:chOff x="0" y="0"/>
          <a:chExt cx="0" cy="0"/>
        </a:xfrm>
      </p:grpSpPr>
      <p:sp>
        <p:nvSpPr>
          <p:cNvPr id="16" name="Title 15"/>
          <p:cNvSpPr>
            <a:spLocks noGrp="1"/>
          </p:cNvSpPr>
          <p:nvPr>
            <p:ph type="title"/>
          </p:nvPr>
        </p:nvSpPr>
        <p:spPr>
          <a:xfrm>
            <a:off x="1524000" y="619126"/>
            <a:ext cx="9144000" cy="535812"/>
          </a:xfrm>
        </p:spPr>
        <p:txBody>
          <a:bodyPr>
            <a:normAutofit/>
          </a:bodyPr>
          <a:lstStyle>
            <a:lvl1pPr algn="ctr">
              <a:defRPr sz="4000" b="0">
                <a:solidFill>
                  <a:srgbClr val="2D3F51"/>
                </a:solidFill>
                <a:latin typeface="Source Sans Pro" panose="020B0503030403020204" pitchFamily="34" charset="0"/>
              </a:defRPr>
            </a:lvl1pPr>
          </a:lstStyle>
          <a:p>
            <a:r>
              <a:rPr lang="en-US" dirty="0" smtClean="0"/>
              <a:t>Click to edit Master title style</a:t>
            </a:r>
            <a:endParaRPr lang="en-GB" dirty="0"/>
          </a:p>
        </p:txBody>
      </p:sp>
      <p:sp>
        <p:nvSpPr>
          <p:cNvPr id="18" name="Text Placeholder 17"/>
          <p:cNvSpPr>
            <a:spLocks noGrp="1"/>
          </p:cNvSpPr>
          <p:nvPr>
            <p:ph type="body" sz="quarter" idx="14" hasCustomPrompt="1"/>
          </p:nvPr>
        </p:nvSpPr>
        <p:spPr>
          <a:xfrm>
            <a:off x="1524000" y="2998769"/>
            <a:ext cx="2971800" cy="1106505"/>
          </a:xfrm>
        </p:spPr>
        <p:txBody>
          <a:bodyPr lIns="0" tIns="0" rIns="0" bIns="0">
            <a:normAutofit/>
          </a:bodyPr>
          <a:lstStyle>
            <a:lvl1pPr marL="0" indent="0">
              <a:lnSpc>
                <a:spcPts val="1700"/>
              </a:lnSpc>
              <a:buNone/>
              <a:defRPr sz="1200">
                <a:solidFill>
                  <a:schemeClr val="tx2"/>
                </a:solidFill>
              </a:defRPr>
            </a:lvl1pPr>
          </a:lstStyle>
          <a:p>
            <a:pPr lvl="0"/>
            <a:r>
              <a:rPr lang="en-US" dirty="0" smtClean="0"/>
              <a:t>Click to edit Master text  styles </a:t>
            </a:r>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aleh</a:t>
            </a:r>
            <a:r>
              <a:rPr lang="en-US" dirty="0" smtClean="0"/>
              <a:t> </a:t>
            </a:r>
            <a:r>
              <a:rPr lang="en-US" dirty="0" err="1" smtClean="0"/>
              <a:t>pue</a:t>
            </a:r>
            <a:r>
              <a:rPr lang="en-US" dirty="0" smtClean="0"/>
              <a:t> h </a:t>
            </a:r>
            <a:r>
              <a:rPr lang="en-US" dirty="0" err="1" smtClean="0"/>
              <a:t>om</a:t>
            </a:r>
            <a:r>
              <a:rPr lang="en-US" dirty="0" smtClean="0"/>
              <a:t> </a:t>
            </a:r>
            <a:r>
              <a:rPr lang="en-US" dirty="0" err="1" smtClean="0"/>
              <a:t>alah</a:t>
            </a:r>
            <a:r>
              <a:rPr lang="en-US" dirty="0" smtClean="0"/>
              <a:t> </a:t>
            </a:r>
            <a:r>
              <a:rPr lang="en-US" dirty="0" err="1" smtClean="0"/>
              <a:t>hai</a:t>
            </a:r>
            <a:r>
              <a:rPr lang="en-US" dirty="0" smtClean="0"/>
              <a:t> </a:t>
            </a:r>
            <a:r>
              <a:rPr lang="en-US" dirty="0" err="1" smtClean="0"/>
              <a:t>meutuwah</a:t>
            </a:r>
            <a:r>
              <a:rPr lang="en-US" dirty="0" smtClean="0"/>
              <a:t> </a:t>
            </a:r>
            <a:r>
              <a:rPr lang="en-US" dirty="0" err="1" smtClean="0"/>
              <a:t>ka</a:t>
            </a:r>
            <a:r>
              <a:rPr lang="en-US" dirty="0" smtClean="0"/>
              <a:t> </a:t>
            </a:r>
            <a:r>
              <a:rPr lang="en-US" dirty="0" err="1" smtClean="0"/>
              <a:t>abeh</a:t>
            </a:r>
            <a:r>
              <a:rPr lang="en-US" dirty="0" smtClean="0"/>
              <a:t> </a:t>
            </a:r>
            <a:r>
              <a:rPr lang="en-US" dirty="0" err="1" smtClean="0"/>
              <a:t>cara</a:t>
            </a:r>
            <a:r>
              <a:rPr lang="en-US" dirty="0" smtClean="0"/>
              <a:t> </a:t>
            </a:r>
            <a:r>
              <a:rPr lang="en-US" dirty="0" err="1" smtClean="0"/>
              <a:t>mita</a:t>
            </a:r>
            <a:r>
              <a:rPr lang="en-US" dirty="0" smtClean="0"/>
              <a:t> </a:t>
            </a:r>
            <a:r>
              <a:rPr lang="en-US" dirty="0" err="1" smtClean="0"/>
              <a:t>peng</a:t>
            </a:r>
            <a:endParaRPr lang="en-US" dirty="0" smtClean="0"/>
          </a:p>
        </p:txBody>
      </p:sp>
      <p:sp>
        <p:nvSpPr>
          <p:cNvPr id="19" name="Text Placeholder 17"/>
          <p:cNvSpPr>
            <a:spLocks noGrp="1"/>
          </p:cNvSpPr>
          <p:nvPr>
            <p:ph type="body" sz="quarter" idx="15" hasCustomPrompt="1"/>
          </p:nvPr>
        </p:nvSpPr>
        <p:spPr>
          <a:xfrm>
            <a:off x="7404100" y="3000339"/>
            <a:ext cx="2971800" cy="1106505"/>
          </a:xfrm>
        </p:spPr>
        <p:txBody>
          <a:bodyPr lIns="0" tIns="0" rIns="0" bIns="0">
            <a:normAutofit/>
          </a:bodyPr>
          <a:lstStyle>
            <a:lvl1pPr marL="0" indent="0">
              <a:lnSpc>
                <a:spcPts val="1700"/>
              </a:lnSpc>
              <a:buNone/>
              <a:defRPr sz="1200">
                <a:solidFill>
                  <a:schemeClr val="bg1"/>
                </a:solidFill>
              </a:defRPr>
            </a:lvl1pPr>
          </a:lstStyle>
          <a:p>
            <a:pPr lvl="0"/>
            <a:r>
              <a:rPr lang="en-US" dirty="0" smtClean="0"/>
              <a:t>Click to edit Master text  styles </a:t>
            </a:r>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aleh</a:t>
            </a:r>
            <a:r>
              <a:rPr lang="en-US" dirty="0" smtClean="0"/>
              <a:t> </a:t>
            </a:r>
            <a:r>
              <a:rPr lang="en-US" dirty="0" err="1" smtClean="0"/>
              <a:t>pue</a:t>
            </a:r>
            <a:r>
              <a:rPr lang="en-US" dirty="0" smtClean="0"/>
              <a:t> h </a:t>
            </a:r>
            <a:r>
              <a:rPr lang="en-US" dirty="0" err="1" smtClean="0"/>
              <a:t>om</a:t>
            </a:r>
            <a:r>
              <a:rPr lang="en-US" dirty="0" smtClean="0"/>
              <a:t> </a:t>
            </a:r>
            <a:r>
              <a:rPr lang="en-US" dirty="0" err="1" smtClean="0"/>
              <a:t>alah</a:t>
            </a:r>
            <a:r>
              <a:rPr lang="en-US" dirty="0" smtClean="0"/>
              <a:t> </a:t>
            </a:r>
            <a:r>
              <a:rPr lang="en-US" dirty="0" err="1" smtClean="0"/>
              <a:t>hai</a:t>
            </a:r>
            <a:r>
              <a:rPr lang="en-US" dirty="0" smtClean="0"/>
              <a:t> </a:t>
            </a:r>
            <a:r>
              <a:rPr lang="en-US" dirty="0" err="1" smtClean="0"/>
              <a:t>meutuwah</a:t>
            </a:r>
            <a:r>
              <a:rPr lang="en-US" dirty="0" smtClean="0"/>
              <a:t> </a:t>
            </a:r>
            <a:r>
              <a:rPr lang="en-US" dirty="0" err="1" smtClean="0"/>
              <a:t>ka</a:t>
            </a:r>
            <a:r>
              <a:rPr lang="en-US" dirty="0" smtClean="0"/>
              <a:t> </a:t>
            </a:r>
            <a:r>
              <a:rPr lang="en-US" dirty="0" err="1" smtClean="0"/>
              <a:t>abeh</a:t>
            </a:r>
            <a:r>
              <a:rPr lang="en-US" dirty="0" smtClean="0"/>
              <a:t> </a:t>
            </a:r>
            <a:r>
              <a:rPr lang="en-US" dirty="0" err="1" smtClean="0"/>
              <a:t>cara</a:t>
            </a:r>
            <a:r>
              <a:rPr lang="en-US" dirty="0" smtClean="0"/>
              <a:t> </a:t>
            </a:r>
            <a:r>
              <a:rPr lang="en-US" dirty="0" err="1" smtClean="0"/>
              <a:t>mita</a:t>
            </a:r>
            <a:r>
              <a:rPr lang="en-US" dirty="0" smtClean="0"/>
              <a:t> </a:t>
            </a:r>
            <a:r>
              <a:rPr lang="en-US" dirty="0" err="1" smtClean="0"/>
              <a:t>peng</a:t>
            </a:r>
            <a:endParaRPr lang="en-US" dirty="0" smtClean="0"/>
          </a:p>
        </p:txBody>
      </p:sp>
      <p:sp>
        <p:nvSpPr>
          <p:cNvPr id="21" name="Content Placeholder 20"/>
          <p:cNvSpPr>
            <a:spLocks noGrp="1"/>
          </p:cNvSpPr>
          <p:nvPr>
            <p:ph sz="quarter" idx="16" hasCustomPrompt="1"/>
          </p:nvPr>
        </p:nvSpPr>
        <p:spPr>
          <a:xfrm>
            <a:off x="1524000" y="2547522"/>
            <a:ext cx="4711700" cy="292100"/>
          </a:xfrm>
        </p:spPr>
        <p:txBody>
          <a:bodyPr lIns="0" tIns="0" rIns="0" bIns="0">
            <a:normAutofit/>
          </a:bodyPr>
          <a:lstStyle>
            <a:lvl1pPr marL="0" indent="0">
              <a:buNone/>
              <a:defRPr sz="1600">
                <a:solidFill>
                  <a:schemeClr val="bg1">
                    <a:lumMod val="50000"/>
                  </a:schemeClr>
                </a:solidFill>
                <a:latin typeface="Source Sans Pro" panose="020B0503030403020204" pitchFamily="34" charset="0"/>
              </a:defRPr>
            </a:lvl1pPr>
          </a:lstStyle>
          <a:p>
            <a:pPr lvl="0"/>
            <a:r>
              <a:rPr lang="en-GB" dirty="0" smtClean="0"/>
              <a:t>Click to edit Content Heading</a:t>
            </a:r>
          </a:p>
        </p:txBody>
      </p:sp>
      <p:sp>
        <p:nvSpPr>
          <p:cNvPr id="22" name="Content Placeholder 20"/>
          <p:cNvSpPr>
            <a:spLocks noGrp="1"/>
          </p:cNvSpPr>
          <p:nvPr>
            <p:ph sz="quarter" idx="17" hasCustomPrompt="1"/>
          </p:nvPr>
        </p:nvSpPr>
        <p:spPr>
          <a:xfrm>
            <a:off x="6534150" y="2547522"/>
            <a:ext cx="4133850" cy="292100"/>
          </a:xfrm>
        </p:spPr>
        <p:txBody>
          <a:bodyPr lIns="0" tIns="0" rIns="0" bIns="0">
            <a:normAutofit/>
          </a:bodyPr>
          <a:lstStyle>
            <a:lvl1pPr marL="0" indent="0">
              <a:buNone/>
              <a:defRPr sz="1600">
                <a:solidFill>
                  <a:schemeClr val="bg1"/>
                </a:solidFill>
                <a:latin typeface="Source Sans Pro" panose="020B0503030403020204" pitchFamily="34" charset="0"/>
              </a:defRPr>
            </a:lvl1pPr>
          </a:lstStyle>
          <a:p>
            <a:pPr lvl="0"/>
            <a:r>
              <a:rPr lang="en-GB" dirty="0" smtClean="0"/>
              <a:t>Click to edit Content Heading</a:t>
            </a:r>
          </a:p>
        </p:txBody>
      </p:sp>
      <p:sp>
        <p:nvSpPr>
          <p:cNvPr id="23" name="Text Placeholder 17"/>
          <p:cNvSpPr>
            <a:spLocks noGrp="1"/>
          </p:cNvSpPr>
          <p:nvPr>
            <p:ph type="body" sz="quarter" idx="18" hasCustomPrompt="1"/>
          </p:nvPr>
        </p:nvSpPr>
        <p:spPr>
          <a:xfrm>
            <a:off x="1524000" y="1285443"/>
            <a:ext cx="9144000" cy="248082"/>
          </a:xfrm>
        </p:spPr>
        <p:txBody>
          <a:bodyPr lIns="0" tIns="0" rIns="0" bIns="0">
            <a:normAutofit/>
          </a:bodyPr>
          <a:lstStyle>
            <a:lvl1pPr marL="0" indent="0" algn="ctr">
              <a:lnSpc>
                <a:spcPts val="1400"/>
              </a:lnSpc>
              <a:buNone/>
              <a:defRPr sz="1050">
                <a:solidFill>
                  <a:schemeClr val="tx2"/>
                </a:solidFill>
                <a:latin typeface="Source Sans Pro Light" panose="020B0403030403020204" pitchFamily="34" charset="0"/>
              </a:defRPr>
            </a:lvl1pPr>
          </a:lstStyle>
          <a:p>
            <a:pPr lvl="0"/>
            <a:r>
              <a:rPr lang="en-GB" dirty="0" smtClean="0"/>
              <a:t>write your relevant text here</a:t>
            </a:r>
          </a:p>
        </p:txBody>
      </p:sp>
    </p:spTree>
    <p:extLst>
      <p:ext uri="{BB962C8B-B14F-4D97-AF65-F5344CB8AC3E}">
        <p14:creationId xmlns:p14="http://schemas.microsoft.com/office/powerpoint/2010/main" val="339350190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154.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10281814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155.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sp>
        <p:nvSpPr>
          <p:cNvPr id="15" name="Title 14"/>
          <p:cNvSpPr>
            <a:spLocks noGrp="1"/>
          </p:cNvSpPr>
          <p:nvPr>
            <p:ph type="title"/>
          </p:nvPr>
        </p:nvSpPr>
        <p:spPr>
          <a:xfrm>
            <a:off x="838200" y="308482"/>
            <a:ext cx="10515600" cy="783944"/>
          </a:xfrm>
        </p:spPr>
        <p:txBody>
          <a:bodyPr/>
          <a:lstStyle>
            <a:lvl1pPr>
              <a:defRPr>
                <a:solidFill>
                  <a:schemeClr val="bg1">
                    <a:lumMod val="50000"/>
                  </a:schemeClr>
                </a:solidFill>
              </a:defRPr>
            </a:lvl1pPr>
          </a:lstStyle>
          <a:p>
            <a:r>
              <a:rPr lang="en-US" dirty="0" smtClean="0"/>
              <a:t>Click to edit Master title style</a:t>
            </a:r>
            <a:endParaRPr lang="en-US" dirty="0"/>
          </a:p>
        </p:txBody>
      </p:sp>
      <p:sp>
        <p:nvSpPr>
          <p:cNvPr id="24" name="Text Placeholder 23"/>
          <p:cNvSpPr>
            <a:spLocks noGrp="1"/>
          </p:cNvSpPr>
          <p:nvPr>
            <p:ph type="body" sz="quarter" idx="10"/>
          </p:nvPr>
        </p:nvSpPr>
        <p:spPr>
          <a:xfrm>
            <a:off x="838201" y="1076242"/>
            <a:ext cx="10515600" cy="526488"/>
          </a:xfrm>
        </p:spPr>
        <p:txBody>
          <a:bodyPr/>
          <a:lstStyle>
            <a:lvl1pPr>
              <a:defRPr>
                <a:solidFill>
                  <a:schemeClr val="bg1">
                    <a:lumMod val="50000"/>
                  </a:schemeClr>
                </a:solidFill>
              </a:defRPr>
            </a:lvl1pPr>
          </a:lstStyle>
          <a:p>
            <a:pPr lvl="0"/>
            <a:endParaRPr lang="en-US" dirty="0"/>
          </a:p>
        </p:txBody>
      </p:sp>
    </p:spTree>
    <p:extLst>
      <p:ext uri="{BB962C8B-B14F-4D97-AF65-F5344CB8AC3E}">
        <p14:creationId xmlns:p14="http://schemas.microsoft.com/office/powerpoint/2010/main" val="129131575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156.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15" name="Title 14"/>
          <p:cNvSpPr>
            <a:spLocks noGrp="1"/>
          </p:cNvSpPr>
          <p:nvPr>
            <p:ph type="title"/>
          </p:nvPr>
        </p:nvSpPr>
        <p:spPr>
          <a:xfrm>
            <a:off x="838200" y="308482"/>
            <a:ext cx="10515600" cy="783944"/>
          </a:xfrm>
        </p:spPr>
        <p:txBody>
          <a:bodyPr/>
          <a:lstStyle>
            <a:lvl1pPr>
              <a:defRPr>
                <a:solidFill>
                  <a:schemeClr val="bg1">
                    <a:lumMod val="50000"/>
                  </a:schemeClr>
                </a:solidFill>
              </a:defRPr>
            </a:lvl1pPr>
          </a:lstStyle>
          <a:p>
            <a:r>
              <a:rPr lang="en-US" dirty="0" smtClean="0"/>
              <a:t>Click to edit Master title style</a:t>
            </a:r>
            <a:endParaRPr lang="en-US" dirty="0"/>
          </a:p>
        </p:txBody>
      </p:sp>
      <p:sp>
        <p:nvSpPr>
          <p:cNvPr id="24" name="Text Placeholder 23"/>
          <p:cNvSpPr>
            <a:spLocks noGrp="1"/>
          </p:cNvSpPr>
          <p:nvPr>
            <p:ph type="body" sz="quarter" idx="10"/>
          </p:nvPr>
        </p:nvSpPr>
        <p:spPr>
          <a:xfrm>
            <a:off x="838201" y="1076242"/>
            <a:ext cx="10515600" cy="526488"/>
          </a:xfrm>
        </p:spPr>
        <p:txBody>
          <a:bodyPr/>
          <a:lstStyle>
            <a:lvl1pPr>
              <a:defRPr>
                <a:solidFill>
                  <a:schemeClr val="bg1">
                    <a:lumMod val="50000"/>
                  </a:schemeClr>
                </a:solidFill>
              </a:defRPr>
            </a:lvl1pPr>
          </a:lstStyle>
          <a:p>
            <a:pPr lvl="0"/>
            <a:endParaRPr lang="en-US" dirty="0"/>
          </a:p>
        </p:txBody>
      </p:sp>
      <p:sp>
        <p:nvSpPr>
          <p:cNvPr id="2" name="Rectangle 1"/>
          <p:cNvSpPr/>
          <p:nvPr userDrawn="1"/>
        </p:nvSpPr>
        <p:spPr>
          <a:xfrm>
            <a:off x="10915247" y="6455364"/>
            <a:ext cx="349776" cy="261610"/>
          </a:xfrm>
          <a:prstGeom prst="rect">
            <a:avLst/>
          </a:prstGeom>
        </p:spPr>
        <p:txBody>
          <a:bodyPr wrap="none">
            <a:spAutoFit/>
          </a:bodyPr>
          <a:lstStyle/>
          <a:p>
            <a:pPr algn="ctr" fontAlgn="auto">
              <a:spcBef>
                <a:spcPts val="0"/>
              </a:spcBef>
              <a:spcAft>
                <a:spcPts val="0"/>
              </a:spcAft>
            </a:pPr>
            <a:fld id="{52D6D798-CB88-473E-97C8-67A016EA1979}" type="slidenum">
              <a:rPr lang="en-US" sz="1100" smtClean="0">
                <a:solidFill>
                  <a:prstClr val="white"/>
                </a:solidFill>
                <a:latin typeface="Open Sans Light" panose="020B0306030504020204" pitchFamily="34" charset="0"/>
                <a:ea typeface="Open Sans Light" panose="020B0306030504020204" pitchFamily="34" charset="0"/>
                <a:cs typeface="Open Sans Light" panose="020B0306030504020204" pitchFamily="34" charset="0"/>
              </a:rPr>
              <a:pPr algn="ctr" fontAlgn="auto">
                <a:spcBef>
                  <a:spcPts val="0"/>
                </a:spcBef>
                <a:spcAft>
                  <a:spcPts val="0"/>
                </a:spcAft>
              </a:pPr>
              <a:t>‹#›</a:t>
            </a:fld>
            <a:endParaRPr lang="en-US" sz="1100" dirty="0">
              <a:solidFill>
                <a:prstClr val="white"/>
              </a:solidFill>
              <a:latin typeface="Open Sans Light" panose="020B0306030504020204" pitchFamily="34" charset="0"/>
              <a:ea typeface="Open Sans Light" panose="020B0306030504020204" pitchFamily="34" charset="0"/>
              <a:cs typeface="Open Sans Light" panose="020B0306030504020204" pitchFamily="34" charset="0"/>
            </a:endParaRPr>
          </a:p>
        </p:txBody>
      </p:sp>
    </p:spTree>
    <p:extLst>
      <p:ext uri="{BB962C8B-B14F-4D97-AF65-F5344CB8AC3E}">
        <p14:creationId xmlns:p14="http://schemas.microsoft.com/office/powerpoint/2010/main" val="419385050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157.xml><?xml version="1.0" encoding="utf-8"?>
<p:sldLayout xmlns:a="http://schemas.openxmlformats.org/drawingml/2006/main" xmlns:r="http://schemas.openxmlformats.org/officeDocument/2006/relationships" xmlns:p="http://schemas.openxmlformats.org/presentationml/2006/main" preserve="1" userDrawn="1">
  <p:cSld name="12_Custom Layout">
    <p:spTree>
      <p:nvGrpSpPr>
        <p:cNvPr id="1" name=""/>
        <p:cNvGrpSpPr/>
        <p:nvPr/>
      </p:nvGrpSpPr>
      <p:grpSpPr>
        <a:xfrm>
          <a:off x="0" y="0"/>
          <a:ext cx="0" cy="0"/>
          <a:chOff x="0" y="0"/>
          <a:chExt cx="0" cy="0"/>
        </a:xfrm>
      </p:grpSpPr>
      <p:sp>
        <p:nvSpPr>
          <p:cNvPr id="32" name="Picture Placeholder 4"/>
          <p:cNvSpPr>
            <a:spLocks noGrp="1"/>
          </p:cNvSpPr>
          <p:nvPr>
            <p:ph type="pic" sz="quarter" idx="19"/>
          </p:nvPr>
        </p:nvSpPr>
        <p:spPr>
          <a:xfrm>
            <a:off x="8591549" y="1855027"/>
            <a:ext cx="2416550" cy="1448449"/>
          </a:xfrm>
        </p:spPr>
        <p:txBody>
          <a:bodyPr/>
          <a:lstStyle/>
          <a:p>
            <a:endParaRPr lang="en-US"/>
          </a:p>
        </p:txBody>
      </p:sp>
      <p:sp>
        <p:nvSpPr>
          <p:cNvPr id="15" name="Title 14"/>
          <p:cNvSpPr>
            <a:spLocks noGrp="1"/>
          </p:cNvSpPr>
          <p:nvPr>
            <p:ph type="title"/>
          </p:nvPr>
        </p:nvSpPr>
        <p:spPr>
          <a:xfrm>
            <a:off x="838200" y="308482"/>
            <a:ext cx="10515600" cy="783944"/>
          </a:xfrm>
        </p:spPr>
        <p:txBody>
          <a:bodyPr/>
          <a:lstStyle>
            <a:lvl1pPr>
              <a:defRPr>
                <a:solidFill>
                  <a:schemeClr val="bg1">
                    <a:lumMod val="50000"/>
                  </a:schemeClr>
                </a:solidFill>
              </a:defRPr>
            </a:lvl1pPr>
          </a:lstStyle>
          <a:p>
            <a:r>
              <a:rPr lang="en-US" dirty="0" smtClean="0"/>
              <a:t>Click to edit Master title style</a:t>
            </a:r>
            <a:endParaRPr lang="en-US" dirty="0"/>
          </a:p>
        </p:txBody>
      </p:sp>
      <p:sp>
        <p:nvSpPr>
          <p:cNvPr id="24" name="Text Placeholder 23"/>
          <p:cNvSpPr>
            <a:spLocks noGrp="1"/>
          </p:cNvSpPr>
          <p:nvPr>
            <p:ph type="body" sz="quarter" idx="10"/>
          </p:nvPr>
        </p:nvSpPr>
        <p:spPr>
          <a:xfrm>
            <a:off x="838201" y="1076242"/>
            <a:ext cx="10515600" cy="526488"/>
          </a:xfrm>
        </p:spPr>
        <p:txBody>
          <a:bodyPr/>
          <a:lstStyle>
            <a:lvl1pPr>
              <a:defRPr>
                <a:solidFill>
                  <a:schemeClr val="bg1">
                    <a:lumMod val="50000"/>
                  </a:schemeClr>
                </a:solidFill>
              </a:defRPr>
            </a:lvl1pPr>
          </a:lstStyle>
          <a:p>
            <a:pPr lvl="0"/>
            <a:endParaRPr lang="en-US" dirty="0"/>
          </a:p>
        </p:txBody>
      </p:sp>
      <p:sp>
        <p:nvSpPr>
          <p:cNvPr id="3" name="Picture Placeholder 2"/>
          <p:cNvSpPr>
            <a:spLocks noGrp="1"/>
          </p:cNvSpPr>
          <p:nvPr>
            <p:ph type="pic" sz="quarter" idx="11"/>
          </p:nvPr>
        </p:nvSpPr>
        <p:spPr>
          <a:xfrm>
            <a:off x="1183343" y="1860186"/>
            <a:ext cx="2415428" cy="2298851"/>
          </a:xfrm>
        </p:spPr>
        <p:txBody>
          <a:bodyPr/>
          <a:lstStyle/>
          <a:p>
            <a:endParaRPr lang="en-US"/>
          </a:p>
        </p:txBody>
      </p:sp>
      <p:sp>
        <p:nvSpPr>
          <p:cNvPr id="21" name="Picture Placeholder 2"/>
          <p:cNvSpPr>
            <a:spLocks noGrp="1"/>
          </p:cNvSpPr>
          <p:nvPr>
            <p:ph type="pic" sz="quarter" idx="12"/>
          </p:nvPr>
        </p:nvSpPr>
        <p:spPr>
          <a:xfrm>
            <a:off x="8592110" y="3360384"/>
            <a:ext cx="2415428" cy="2298851"/>
          </a:xfrm>
        </p:spPr>
        <p:txBody>
          <a:bodyPr/>
          <a:lstStyle/>
          <a:p>
            <a:endParaRPr lang="en-US"/>
          </a:p>
        </p:txBody>
      </p:sp>
      <p:sp>
        <p:nvSpPr>
          <p:cNvPr id="5" name="Picture Placeholder 4"/>
          <p:cNvSpPr>
            <a:spLocks noGrp="1"/>
          </p:cNvSpPr>
          <p:nvPr>
            <p:ph type="pic" sz="quarter" idx="13"/>
          </p:nvPr>
        </p:nvSpPr>
        <p:spPr>
          <a:xfrm>
            <a:off x="1182222" y="4210786"/>
            <a:ext cx="2416550" cy="1448449"/>
          </a:xfrm>
        </p:spPr>
        <p:txBody>
          <a:bodyPr/>
          <a:lstStyle/>
          <a:p>
            <a:endParaRPr lang="en-US"/>
          </a:p>
        </p:txBody>
      </p:sp>
      <p:sp>
        <p:nvSpPr>
          <p:cNvPr id="7" name="Picture Placeholder 6"/>
          <p:cNvSpPr>
            <a:spLocks noGrp="1"/>
          </p:cNvSpPr>
          <p:nvPr>
            <p:ph type="pic" sz="quarter" idx="14"/>
          </p:nvPr>
        </p:nvSpPr>
        <p:spPr>
          <a:xfrm>
            <a:off x="3651438" y="1860186"/>
            <a:ext cx="2417670" cy="1702971"/>
          </a:xfrm>
        </p:spPr>
        <p:txBody>
          <a:bodyPr/>
          <a:lstStyle/>
          <a:p>
            <a:endParaRPr lang="en-US"/>
          </a:p>
        </p:txBody>
      </p:sp>
      <p:sp>
        <p:nvSpPr>
          <p:cNvPr id="22" name="Picture Placeholder 21"/>
          <p:cNvSpPr>
            <a:spLocks noGrp="1"/>
          </p:cNvSpPr>
          <p:nvPr>
            <p:ph type="pic" sz="quarter" idx="15"/>
          </p:nvPr>
        </p:nvSpPr>
        <p:spPr>
          <a:xfrm>
            <a:off x="3651438" y="3613728"/>
            <a:ext cx="2417669" cy="2045508"/>
          </a:xfrm>
        </p:spPr>
        <p:txBody>
          <a:bodyPr/>
          <a:lstStyle/>
          <a:p>
            <a:endParaRPr lang="en-US"/>
          </a:p>
        </p:txBody>
      </p:sp>
      <p:sp>
        <p:nvSpPr>
          <p:cNvPr id="29" name="Picture Placeholder 21"/>
          <p:cNvSpPr>
            <a:spLocks noGrp="1"/>
          </p:cNvSpPr>
          <p:nvPr>
            <p:ph type="pic" sz="quarter" idx="16"/>
          </p:nvPr>
        </p:nvSpPr>
        <p:spPr>
          <a:xfrm>
            <a:off x="6120654" y="1858910"/>
            <a:ext cx="2417669" cy="2045508"/>
          </a:xfrm>
        </p:spPr>
        <p:txBody>
          <a:bodyPr/>
          <a:lstStyle/>
          <a:p>
            <a:endParaRPr lang="en-US"/>
          </a:p>
        </p:txBody>
      </p:sp>
      <p:sp>
        <p:nvSpPr>
          <p:cNvPr id="30" name="Picture Placeholder 6"/>
          <p:cNvSpPr>
            <a:spLocks noGrp="1"/>
          </p:cNvSpPr>
          <p:nvPr>
            <p:ph type="pic" sz="quarter" idx="17"/>
          </p:nvPr>
        </p:nvSpPr>
        <p:spPr>
          <a:xfrm>
            <a:off x="6120653" y="3953089"/>
            <a:ext cx="2417670" cy="1702971"/>
          </a:xfrm>
        </p:spPr>
        <p:txBody>
          <a:bodyPr/>
          <a:lstStyle/>
          <a:p>
            <a:endParaRPr lang="en-US"/>
          </a:p>
        </p:txBody>
      </p:sp>
    </p:spTree>
    <p:extLst>
      <p:ext uri="{BB962C8B-B14F-4D97-AF65-F5344CB8AC3E}">
        <p14:creationId xmlns:p14="http://schemas.microsoft.com/office/powerpoint/2010/main" val="143724391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158.xml><?xml version="1.0" encoding="utf-8"?>
<p:sldLayout xmlns:a="http://schemas.openxmlformats.org/drawingml/2006/main" xmlns:r="http://schemas.openxmlformats.org/officeDocument/2006/relationships" xmlns:p="http://schemas.openxmlformats.org/presentationml/2006/main" preserve="1" userDrawn="1">
  <p:cSld name="11_Custom Layout">
    <p:spTree>
      <p:nvGrpSpPr>
        <p:cNvPr id="1" name=""/>
        <p:cNvGrpSpPr/>
        <p:nvPr/>
      </p:nvGrpSpPr>
      <p:grpSpPr>
        <a:xfrm>
          <a:off x="0" y="0"/>
          <a:ext cx="0" cy="0"/>
          <a:chOff x="0" y="0"/>
          <a:chExt cx="0" cy="0"/>
        </a:xfrm>
      </p:grpSpPr>
      <p:sp>
        <p:nvSpPr>
          <p:cNvPr id="18" name="Picture Placeholder 2"/>
          <p:cNvSpPr>
            <a:spLocks noGrp="1"/>
          </p:cNvSpPr>
          <p:nvPr>
            <p:ph type="pic" sz="quarter" idx="14"/>
          </p:nvPr>
        </p:nvSpPr>
        <p:spPr>
          <a:xfrm>
            <a:off x="9046510" y="1797981"/>
            <a:ext cx="2106704" cy="3254189"/>
          </a:xfrm>
        </p:spPr>
        <p:txBody>
          <a:bodyPr/>
          <a:lstStyle/>
          <a:p>
            <a:endParaRPr lang="en-US"/>
          </a:p>
        </p:txBody>
      </p:sp>
      <p:sp>
        <p:nvSpPr>
          <p:cNvPr id="15" name="Title 14"/>
          <p:cNvSpPr>
            <a:spLocks noGrp="1"/>
          </p:cNvSpPr>
          <p:nvPr>
            <p:ph type="title"/>
          </p:nvPr>
        </p:nvSpPr>
        <p:spPr>
          <a:xfrm>
            <a:off x="838200" y="308482"/>
            <a:ext cx="10515600" cy="783944"/>
          </a:xfrm>
        </p:spPr>
        <p:txBody>
          <a:bodyPr/>
          <a:lstStyle>
            <a:lvl1pPr>
              <a:defRPr>
                <a:solidFill>
                  <a:schemeClr val="bg1">
                    <a:lumMod val="50000"/>
                  </a:schemeClr>
                </a:solidFill>
              </a:defRPr>
            </a:lvl1pPr>
          </a:lstStyle>
          <a:p>
            <a:r>
              <a:rPr lang="en-US" dirty="0" smtClean="0"/>
              <a:t>Click to edit Master title style</a:t>
            </a:r>
            <a:endParaRPr lang="en-US" dirty="0"/>
          </a:p>
        </p:txBody>
      </p:sp>
      <p:sp>
        <p:nvSpPr>
          <p:cNvPr id="24" name="Text Placeholder 23"/>
          <p:cNvSpPr>
            <a:spLocks noGrp="1"/>
          </p:cNvSpPr>
          <p:nvPr>
            <p:ph type="body" sz="quarter" idx="10"/>
          </p:nvPr>
        </p:nvSpPr>
        <p:spPr>
          <a:xfrm>
            <a:off x="838201" y="1076242"/>
            <a:ext cx="10515600" cy="526488"/>
          </a:xfrm>
        </p:spPr>
        <p:txBody>
          <a:bodyPr/>
          <a:lstStyle>
            <a:lvl1pPr>
              <a:defRPr>
                <a:solidFill>
                  <a:schemeClr val="bg1">
                    <a:lumMod val="50000"/>
                  </a:schemeClr>
                </a:solidFill>
              </a:defRPr>
            </a:lvl1pPr>
          </a:lstStyle>
          <a:p>
            <a:pPr lvl="0"/>
            <a:endParaRPr lang="en-US" dirty="0"/>
          </a:p>
        </p:txBody>
      </p:sp>
      <p:sp>
        <p:nvSpPr>
          <p:cNvPr id="26" name="Rounded Rectangle 25"/>
          <p:cNvSpPr/>
          <p:nvPr userDrawn="1"/>
        </p:nvSpPr>
        <p:spPr>
          <a:xfrm>
            <a:off x="838200" y="6268029"/>
            <a:ext cx="105156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cxnSp>
        <p:nvCxnSpPr>
          <p:cNvPr id="28" name="Straight Connector 27"/>
          <p:cNvCxnSpPr/>
          <p:nvPr userDrawn="1"/>
        </p:nvCxnSpPr>
        <p:spPr>
          <a:xfrm>
            <a:off x="5367755" y="908854"/>
            <a:ext cx="1456491" cy="0"/>
          </a:xfrm>
          <a:prstGeom prst="line">
            <a:avLst/>
          </a:prstGeom>
          <a:ln>
            <a:solidFill>
              <a:srgbClr val="B3D334"/>
            </a:solidFill>
          </a:ln>
        </p:spPr>
        <p:style>
          <a:lnRef idx="1">
            <a:schemeClr val="accent1"/>
          </a:lnRef>
          <a:fillRef idx="0">
            <a:schemeClr val="accent1"/>
          </a:fillRef>
          <a:effectRef idx="0">
            <a:schemeClr val="accent1"/>
          </a:effectRef>
          <a:fontRef idx="minor">
            <a:schemeClr val="tx1"/>
          </a:fontRef>
        </p:style>
      </p:cxnSp>
      <p:sp>
        <p:nvSpPr>
          <p:cNvPr id="35" name="Oval 34"/>
          <p:cNvSpPr/>
          <p:nvPr userDrawn="1"/>
        </p:nvSpPr>
        <p:spPr>
          <a:xfrm>
            <a:off x="10932341" y="6424036"/>
            <a:ext cx="315589" cy="315589"/>
          </a:xfrm>
          <a:prstGeom prst="ellipse">
            <a:avLst/>
          </a:prstGeom>
          <a:solidFill>
            <a:srgbClr val="B3D33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44" name="TextBox 43"/>
          <p:cNvSpPr txBox="1"/>
          <p:nvPr userDrawn="1"/>
        </p:nvSpPr>
        <p:spPr>
          <a:xfrm>
            <a:off x="838200" y="6474108"/>
            <a:ext cx="2382383" cy="215444"/>
          </a:xfrm>
          <a:prstGeom prst="rect">
            <a:avLst/>
          </a:prstGeom>
          <a:noFill/>
        </p:spPr>
        <p:txBody>
          <a:bodyPr wrap="none" rtlCol="0">
            <a:spAutoFit/>
          </a:bodyPr>
          <a:lstStyle/>
          <a:p>
            <a:pPr fontAlgn="auto">
              <a:spcBef>
                <a:spcPts val="0"/>
              </a:spcBef>
              <a:spcAft>
                <a:spcPts val="0"/>
              </a:spcAft>
            </a:pPr>
            <a:r>
              <a:rPr lang="en-US" sz="800" dirty="0" err="1" smtClean="0">
                <a:solidFill>
                  <a:prstClr val="white">
                    <a:lumMod val="50000"/>
                  </a:prstClr>
                </a:solidFill>
                <a:latin typeface="Open Sans Light" panose="020B0306030504020204" pitchFamily="34" charset="0"/>
                <a:ea typeface="Open Sans Light" panose="020B0306030504020204" pitchFamily="34" charset="0"/>
                <a:cs typeface="Open Sans Light" panose="020B0306030504020204" pitchFamily="34" charset="0"/>
              </a:rPr>
              <a:t>Laukpauk</a:t>
            </a:r>
            <a:r>
              <a:rPr lang="en-US" sz="800" dirty="0" smtClean="0">
                <a:solidFill>
                  <a:prstClr val="white">
                    <a:lumMod val="50000"/>
                  </a:prstClr>
                </a:solidFill>
                <a:latin typeface="Open Sans Light" panose="020B0306030504020204" pitchFamily="34" charset="0"/>
                <a:ea typeface="Open Sans Light" panose="020B0306030504020204" pitchFamily="34" charset="0"/>
                <a:cs typeface="Open Sans Light" panose="020B0306030504020204" pitchFamily="34" charset="0"/>
              </a:rPr>
              <a:t> Presentation | www.yourwebsite.com</a:t>
            </a:r>
            <a:endParaRPr lang="en-US" sz="800" dirty="0">
              <a:solidFill>
                <a:prstClr val="white">
                  <a:lumMod val="50000"/>
                </a:prst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3" name="Picture Placeholder 2"/>
          <p:cNvSpPr>
            <a:spLocks noGrp="1"/>
          </p:cNvSpPr>
          <p:nvPr>
            <p:ph type="pic" sz="quarter" idx="11"/>
          </p:nvPr>
        </p:nvSpPr>
        <p:spPr>
          <a:xfrm>
            <a:off x="1038787" y="1790988"/>
            <a:ext cx="2106704" cy="3254189"/>
          </a:xfrm>
        </p:spPr>
        <p:txBody>
          <a:bodyPr/>
          <a:lstStyle/>
          <a:p>
            <a:endParaRPr lang="en-US"/>
          </a:p>
        </p:txBody>
      </p:sp>
      <p:sp>
        <p:nvSpPr>
          <p:cNvPr id="16" name="Picture Placeholder 2"/>
          <p:cNvSpPr>
            <a:spLocks noGrp="1"/>
          </p:cNvSpPr>
          <p:nvPr>
            <p:ph type="pic" sz="quarter" idx="12"/>
          </p:nvPr>
        </p:nvSpPr>
        <p:spPr>
          <a:xfrm>
            <a:off x="3708028" y="1790988"/>
            <a:ext cx="2106704" cy="3254189"/>
          </a:xfrm>
        </p:spPr>
        <p:txBody>
          <a:bodyPr/>
          <a:lstStyle/>
          <a:p>
            <a:endParaRPr lang="en-US"/>
          </a:p>
        </p:txBody>
      </p:sp>
      <p:sp>
        <p:nvSpPr>
          <p:cNvPr id="17" name="Picture Placeholder 2"/>
          <p:cNvSpPr>
            <a:spLocks noGrp="1"/>
          </p:cNvSpPr>
          <p:nvPr>
            <p:ph type="pic" sz="quarter" idx="13"/>
          </p:nvPr>
        </p:nvSpPr>
        <p:spPr>
          <a:xfrm>
            <a:off x="6377268" y="1790988"/>
            <a:ext cx="2106704" cy="3254189"/>
          </a:xfrm>
        </p:spPr>
        <p:txBody>
          <a:bodyPr/>
          <a:lstStyle/>
          <a:p>
            <a:endParaRPr lang="en-US"/>
          </a:p>
        </p:txBody>
      </p:sp>
      <p:sp>
        <p:nvSpPr>
          <p:cNvPr id="12" name="Rectangle 11"/>
          <p:cNvSpPr/>
          <p:nvPr userDrawn="1"/>
        </p:nvSpPr>
        <p:spPr>
          <a:xfrm>
            <a:off x="10915247" y="6455364"/>
            <a:ext cx="349776" cy="261610"/>
          </a:xfrm>
          <a:prstGeom prst="rect">
            <a:avLst/>
          </a:prstGeom>
        </p:spPr>
        <p:txBody>
          <a:bodyPr wrap="none">
            <a:spAutoFit/>
          </a:bodyPr>
          <a:lstStyle/>
          <a:p>
            <a:pPr algn="ctr" fontAlgn="auto">
              <a:spcBef>
                <a:spcPts val="0"/>
              </a:spcBef>
              <a:spcAft>
                <a:spcPts val="0"/>
              </a:spcAft>
            </a:pPr>
            <a:fld id="{52D6D798-CB88-473E-97C8-67A016EA1979}" type="slidenum">
              <a:rPr lang="en-US" sz="1100" smtClean="0">
                <a:solidFill>
                  <a:prstClr val="white"/>
                </a:solidFill>
                <a:latin typeface="Open Sans Light" panose="020B0306030504020204" pitchFamily="34" charset="0"/>
                <a:ea typeface="Open Sans Light" panose="020B0306030504020204" pitchFamily="34" charset="0"/>
                <a:cs typeface="Open Sans Light" panose="020B0306030504020204" pitchFamily="34" charset="0"/>
              </a:rPr>
              <a:pPr algn="ctr" fontAlgn="auto">
                <a:spcBef>
                  <a:spcPts val="0"/>
                </a:spcBef>
                <a:spcAft>
                  <a:spcPts val="0"/>
                </a:spcAft>
              </a:pPr>
              <a:t>‹#›</a:t>
            </a:fld>
            <a:endParaRPr lang="en-US" sz="1100" dirty="0">
              <a:solidFill>
                <a:prstClr val="white"/>
              </a:solidFill>
              <a:latin typeface="Open Sans Light" panose="020B0306030504020204" pitchFamily="34" charset="0"/>
              <a:ea typeface="Open Sans Light" panose="020B0306030504020204" pitchFamily="34" charset="0"/>
              <a:cs typeface="Open Sans Light" panose="020B0306030504020204" pitchFamily="34" charset="0"/>
            </a:endParaRPr>
          </a:p>
        </p:txBody>
      </p:sp>
    </p:spTree>
    <p:extLst>
      <p:ext uri="{BB962C8B-B14F-4D97-AF65-F5344CB8AC3E}">
        <p14:creationId xmlns:p14="http://schemas.microsoft.com/office/powerpoint/2010/main" val="379255051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159.xml><?xml version="1.0" encoding="utf-8"?>
<p:sldLayout xmlns:a="http://schemas.openxmlformats.org/drawingml/2006/main" xmlns:r="http://schemas.openxmlformats.org/officeDocument/2006/relationships" xmlns:p="http://schemas.openxmlformats.org/presentationml/2006/main" preserve="1" userDrawn="1">
  <p:cSld name="10_Custom Layout">
    <p:spTree>
      <p:nvGrpSpPr>
        <p:cNvPr id="1" name=""/>
        <p:cNvGrpSpPr/>
        <p:nvPr/>
      </p:nvGrpSpPr>
      <p:grpSpPr>
        <a:xfrm>
          <a:off x="0" y="0"/>
          <a:ext cx="0" cy="0"/>
          <a:chOff x="0" y="0"/>
          <a:chExt cx="0" cy="0"/>
        </a:xfrm>
      </p:grpSpPr>
      <p:sp>
        <p:nvSpPr>
          <p:cNvPr id="6" name="Picture Placeholder 6"/>
          <p:cNvSpPr>
            <a:spLocks noGrp="1"/>
          </p:cNvSpPr>
          <p:nvPr>
            <p:ph type="pic" sz="quarter" idx="10"/>
          </p:nvPr>
        </p:nvSpPr>
        <p:spPr>
          <a:xfrm>
            <a:off x="1" y="1973105"/>
            <a:ext cx="12192000" cy="3087781"/>
          </a:xfrm>
        </p:spPr>
        <p:txBody>
          <a:bodyPr/>
          <a:lstStyle/>
          <a:p>
            <a:endParaRPr lang="en-US"/>
          </a:p>
        </p:txBody>
      </p:sp>
      <p:sp>
        <p:nvSpPr>
          <p:cNvPr id="7" name="Title 14"/>
          <p:cNvSpPr>
            <a:spLocks noGrp="1"/>
          </p:cNvSpPr>
          <p:nvPr>
            <p:ph type="title"/>
          </p:nvPr>
        </p:nvSpPr>
        <p:spPr>
          <a:xfrm>
            <a:off x="838200" y="308482"/>
            <a:ext cx="10515600" cy="783944"/>
          </a:xfrm>
        </p:spPr>
        <p:txBody>
          <a:bodyPr/>
          <a:lstStyle>
            <a:lvl1pPr>
              <a:defRPr>
                <a:solidFill>
                  <a:schemeClr val="bg1">
                    <a:lumMod val="50000"/>
                  </a:schemeClr>
                </a:solidFill>
              </a:defRPr>
            </a:lvl1pPr>
          </a:lstStyle>
          <a:p>
            <a:r>
              <a:rPr lang="en-US" dirty="0" smtClean="0"/>
              <a:t>Click to edit Master title style</a:t>
            </a:r>
            <a:endParaRPr lang="en-US" dirty="0"/>
          </a:p>
        </p:txBody>
      </p:sp>
      <p:sp>
        <p:nvSpPr>
          <p:cNvPr id="8" name="Text Placeholder 23"/>
          <p:cNvSpPr>
            <a:spLocks noGrp="1"/>
          </p:cNvSpPr>
          <p:nvPr>
            <p:ph type="body" sz="quarter" idx="11"/>
          </p:nvPr>
        </p:nvSpPr>
        <p:spPr>
          <a:xfrm>
            <a:off x="838201" y="1076242"/>
            <a:ext cx="10515600" cy="526488"/>
          </a:xfrm>
        </p:spPr>
        <p:txBody>
          <a:bodyPr/>
          <a:lstStyle>
            <a:lvl1pPr>
              <a:defRPr>
                <a:solidFill>
                  <a:schemeClr val="bg1">
                    <a:lumMod val="50000"/>
                  </a:schemeClr>
                </a:solidFill>
              </a:defRPr>
            </a:lvl1pPr>
          </a:lstStyle>
          <a:p>
            <a:pPr lvl="0"/>
            <a:endParaRPr lang="en-US" dirty="0"/>
          </a:p>
        </p:txBody>
      </p:sp>
      <p:sp>
        <p:nvSpPr>
          <p:cNvPr id="9" name="Rounded Rectangle 8"/>
          <p:cNvSpPr/>
          <p:nvPr userDrawn="1"/>
        </p:nvSpPr>
        <p:spPr>
          <a:xfrm>
            <a:off x="838200" y="6268029"/>
            <a:ext cx="105156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cxnSp>
        <p:nvCxnSpPr>
          <p:cNvPr id="10" name="Straight Connector 9"/>
          <p:cNvCxnSpPr/>
          <p:nvPr userDrawn="1"/>
        </p:nvCxnSpPr>
        <p:spPr>
          <a:xfrm>
            <a:off x="5367755" y="908854"/>
            <a:ext cx="1456491" cy="0"/>
          </a:xfrm>
          <a:prstGeom prst="line">
            <a:avLst/>
          </a:prstGeom>
          <a:ln>
            <a:solidFill>
              <a:srgbClr val="B3D334"/>
            </a:solidFill>
          </a:ln>
        </p:spPr>
        <p:style>
          <a:lnRef idx="1">
            <a:schemeClr val="accent1"/>
          </a:lnRef>
          <a:fillRef idx="0">
            <a:schemeClr val="accent1"/>
          </a:fillRef>
          <a:effectRef idx="0">
            <a:schemeClr val="accent1"/>
          </a:effectRef>
          <a:fontRef idx="minor">
            <a:schemeClr val="tx1"/>
          </a:fontRef>
        </p:style>
      </p:cxnSp>
      <p:sp>
        <p:nvSpPr>
          <p:cNvPr id="11" name="Oval 10"/>
          <p:cNvSpPr/>
          <p:nvPr userDrawn="1"/>
        </p:nvSpPr>
        <p:spPr>
          <a:xfrm>
            <a:off x="10932341" y="6424036"/>
            <a:ext cx="315589" cy="315589"/>
          </a:xfrm>
          <a:prstGeom prst="ellipse">
            <a:avLst/>
          </a:prstGeom>
          <a:solidFill>
            <a:srgbClr val="B3D33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2" name="TextBox 11"/>
          <p:cNvSpPr txBox="1"/>
          <p:nvPr userDrawn="1"/>
        </p:nvSpPr>
        <p:spPr>
          <a:xfrm>
            <a:off x="838200" y="6474108"/>
            <a:ext cx="2382383" cy="215444"/>
          </a:xfrm>
          <a:prstGeom prst="rect">
            <a:avLst/>
          </a:prstGeom>
          <a:noFill/>
        </p:spPr>
        <p:txBody>
          <a:bodyPr wrap="none" rtlCol="0">
            <a:spAutoFit/>
          </a:bodyPr>
          <a:lstStyle/>
          <a:p>
            <a:pPr fontAlgn="auto">
              <a:spcBef>
                <a:spcPts val="0"/>
              </a:spcBef>
              <a:spcAft>
                <a:spcPts val="0"/>
              </a:spcAft>
            </a:pPr>
            <a:r>
              <a:rPr lang="en-US" sz="800" dirty="0" err="1" smtClean="0">
                <a:solidFill>
                  <a:prstClr val="white">
                    <a:lumMod val="50000"/>
                  </a:prstClr>
                </a:solidFill>
                <a:latin typeface="Open Sans Light" panose="020B0306030504020204" pitchFamily="34" charset="0"/>
                <a:ea typeface="Open Sans Light" panose="020B0306030504020204" pitchFamily="34" charset="0"/>
                <a:cs typeface="Open Sans Light" panose="020B0306030504020204" pitchFamily="34" charset="0"/>
              </a:rPr>
              <a:t>Laukpauk</a:t>
            </a:r>
            <a:r>
              <a:rPr lang="en-US" sz="800" dirty="0" smtClean="0">
                <a:solidFill>
                  <a:prstClr val="white">
                    <a:lumMod val="50000"/>
                  </a:prstClr>
                </a:solidFill>
                <a:latin typeface="Open Sans Light" panose="020B0306030504020204" pitchFamily="34" charset="0"/>
                <a:ea typeface="Open Sans Light" panose="020B0306030504020204" pitchFamily="34" charset="0"/>
                <a:cs typeface="Open Sans Light" panose="020B0306030504020204" pitchFamily="34" charset="0"/>
              </a:rPr>
              <a:t> Presentation | www.yourwebsite.com</a:t>
            </a:r>
            <a:endParaRPr lang="en-US" sz="800" dirty="0">
              <a:solidFill>
                <a:prstClr val="white">
                  <a:lumMod val="50000"/>
                </a:prst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13" name="Rectangle 12"/>
          <p:cNvSpPr/>
          <p:nvPr userDrawn="1"/>
        </p:nvSpPr>
        <p:spPr>
          <a:xfrm>
            <a:off x="10915247" y="6455364"/>
            <a:ext cx="349776" cy="261610"/>
          </a:xfrm>
          <a:prstGeom prst="rect">
            <a:avLst/>
          </a:prstGeom>
        </p:spPr>
        <p:txBody>
          <a:bodyPr wrap="none">
            <a:spAutoFit/>
          </a:bodyPr>
          <a:lstStyle/>
          <a:p>
            <a:pPr algn="ctr" fontAlgn="auto">
              <a:spcBef>
                <a:spcPts val="0"/>
              </a:spcBef>
              <a:spcAft>
                <a:spcPts val="0"/>
              </a:spcAft>
            </a:pPr>
            <a:fld id="{52D6D798-CB88-473E-97C8-67A016EA1979}" type="slidenum">
              <a:rPr lang="en-US" sz="1100" smtClean="0">
                <a:solidFill>
                  <a:prstClr val="white"/>
                </a:solidFill>
                <a:latin typeface="Open Sans Light" panose="020B0306030504020204" pitchFamily="34" charset="0"/>
                <a:ea typeface="Open Sans Light" panose="020B0306030504020204" pitchFamily="34" charset="0"/>
                <a:cs typeface="Open Sans Light" panose="020B0306030504020204" pitchFamily="34" charset="0"/>
              </a:rPr>
              <a:pPr algn="ctr" fontAlgn="auto">
                <a:spcBef>
                  <a:spcPts val="0"/>
                </a:spcBef>
                <a:spcAft>
                  <a:spcPts val="0"/>
                </a:spcAft>
              </a:pPr>
              <a:t>‹#›</a:t>
            </a:fld>
            <a:endParaRPr lang="en-US" sz="1100" dirty="0">
              <a:solidFill>
                <a:prstClr val="white"/>
              </a:solidFill>
              <a:latin typeface="Open Sans Light" panose="020B0306030504020204" pitchFamily="34" charset="0"/>
              <a:ea typeface="Open Sans Light" panose="020B0306030504020204" pitchFamily="34" charset="0"/>
              <a:cs typeface="Open Sans Light" panose="020B0306030504020204" pitchFamily="34" charset="0"/>
            </a:endParaRPr>
          </a:p>
        </p:txBody>
      </p:sp>
    </p:spTree>
    <p:extLst>
      <p:ext uri="{BB962C8B-B14F-4D97-AF65-F5344CB8AC3E}">
        <p14:creationId xmlns:p14="http://schemas.microsoft.com/office/powerpoint/2010/main" val="371471659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160.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7" name="Picture Placeholder 6"/>
          <p:cNvSpPr>
            <a:spLocks noGrp="1"/>
          </p:cNvSpPr>
          <p:nvPr>
            <p:ph type="pic" sz="quarter" idx="10"/>
          </p:nvPr>
        </p:nvSpPr>
        <p:spPr>
          <a:xfrm>
            <a:off x="1" y="0"/>
            <a:ext cx="12192000" cy="6858000"/>
          </a:xfrm>
        </p:spPr>
        <p:txBody>
          <a:bodyPr/>
          <a:lstStyle/>
          <a:p>
            <a:endParaRPr lang="en-US" dirty="0"/>
          </a:p>
        </p:txBody>
      </p:sp>
    </p:spTree>
    <p:extLst>
      <p:ext uri="{BB962C8B-B14F-4D97-AF65-F5344CB8AC3E}">
        <p14:creationId xmlns:p14="http://schemas.microsoft.com/office/powerpoint/2010/main" val="206519955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161.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3" name="Picture Placeholder 2"/>
          <p:cNvSpPr>
            <a:spLocks noGrp="1"/>
          </p:cNvSpPr>
          <p:nvPr>
            <p:ph type="pic" sz="quarter" idx="11"/>
          </p:nvPr>
        </p:nvSpPr>
        <p:spPr>
          <a:xfrm>
            <a:off x="1062318" y="1860185"/>
            <a:ext cx="1788459" cy="1788459"/>
          </a:xfrm>
          <a:prstGeom prst="teardrop">
            <a:avLst/>
          </a:prstGeom>
        </p:spPr>
        <p:txBody>
          <a:bodyPr/>
          <a:lstStyle/>
          <a:p>
            <a:endParaRPr lang="en-US"/>
          </a:p>
        </p:txBody>
      </p:sp>
      <p:sp>
        <p:nvSpPr>
          <p:cNvPr id="14" name="Picture Placeholder 2"/>
          <p:cNvSpPr>
            <a:spLocks noGrp="1"/>
          </p:cNvSpPr>
          <p:nvPr>
            <p:ph type="pic" sz="quarter" idx="12"/>
          </p:nvPr>
        </p:nvSpPr>
        <p:spPr>
          <a:xfrm>
            <a:off x="6603337" y="1860185"/>
            <a:ext cx="1788459" cy="1788459"/>
          </a:xfrm>
          <a:prstGeom prst="teardrop">
            <a:avLst/>
          </a:prstGeom>
        </p:spPr>
        <p:txBody>
          <a:bodyPr/>
          <a:lstStyle/>
          <a:p>
            <a:endParaRPr lang="en-US"/>
          </a:p>
        </p:txBody>
      </p:sp>
      <p:sp>
        <p:nvSpPr>
          <p:cNvPr id="16" name="Picture Placeholder 2"/>
          <p:cNvSpPr>
            <a:spLocks noGrp="1"/>
          </p:cNvSpPr>
          <p:nvPr>
            <p:ph type="pic" sz="quarter" idx="13"/>
          </p:nvPr>
        </p:nvSpPr>
        <p:spPr>
          <a:xfrm>
            <a:off x="6603337" y="3906101"/>
            <a:ext cx="1788459" cy="1788459"/>
          </a:xfrm>
          <a:prstGeom prst="teardrop">
            <a:avLst/>
          </a:prstGeom>
        </p:spPr>
        <p:txBody>
          <a:bodyPr/>
          <a:lstStyle/>
          <a:p>
            <a:endParaRPr lang="en-US"/>
          </a:p>
        </p:txBody>
      </p:sp>
      <p:sp>
        <p:nvSpPr>
          <p:cNvPr id="17" name="Picture Placeholder 2"/>
          <p:cNvSpPr>
            <a:spLocks noGrp="1"/>
          </p:cNvSpPr>
          <p:nvPr>
            <p:ph type="pic" sz="quarter" idx="14"/>
          </p:nvPr>
        </p:nvSpPr>
        <p:spPr>
          <a:xfrm>
            <a:off x="1062318" y="3906101"/>
            <a:ext cx="1788459" cy="1788459"/>
          </a:xfrm>
          <a:prstGeom prst="teardrop">
            <a:avLst/>
          </a:prstGeom>
        </p:spPr>
        <p:txBody>
          <a:bodyPr/>
          <a:lstStyle/>
          <a:p>
            <a:endParaRPr lang="en-US"/>
          </a:p>
        </p:txBody>
      </p:sp>
      <p:sp>
        <p:nvSpPr>
          <p:cNvPr id="15" name="Title 14"/>
          <p:cNvSpPr>
            <a:spLocks noGrp="1"/>
          </p:cNvSpPr>
          <p:nvPr>
            <p:ph type="title"/>
          </p:nvPr>
        </p:nvSpPr>
        <p:spPr>
          <a:xfrm>
            <a:off x="838200" y="308482"/>
            <a:ext cx="10515600" cy="783944"/>
          </a:xfrm>
        </p:spPr>
        <p:txBody>
          <a:bodyPr/>
          <a:lstStyle>
            <a:lvl1pPr>
              <a:defRPr>
                <a:solidFill>
                  <a:schemeClr val="bg1">
                    <a:lumMod val="50000"/>
                  </a:schemeClr>
                </a:solidFill>
              </a:defRPr>
            </a:lvl1pPr>
          </a:lstStyle>
          <a:p>
            <a:r>
              <a:rPr lang="en-US" dirty="0" smtClean="0"/>
              <a:t>Click to edit Master title style</a:t>
            </a:r>
            <a:endParaRPr lang="en-US" dirty="0"/>
          </a:p>
        </p:txBody>
      </p:sp>
      <p:sp>
        <p:nvSpPr>
          <p:cNvPr id="24" name="Text Placeholder 23"/>
          <p:cNvSpPr>
            <a:spLocks noGrp="1"/>
          </p:cNvSpPr>
          <p:nvPr>
            <p:ph type="body" sz="quarter" idx="10"/>
          </p:nvPr>
        </p:nvSpPr>
        <p:spPr>
          <a:xfrm>
            <a:off x="838201" y="1076242"/>
            <a:ext cx="10515600" cy="526488"/>
          </a:xfrm>
        </p:spPr>
        <p:txBody>
          <a:bodyPr/>
          <a:lstStyle>
            <a:lvl1pPr>
              <a:defRPr>
                <a:solidFill>
                  <a:schemeClr val="bg1">
                    <a:lumMod val="50000"/>
                  </a:schemeClr>
                </a:solidFill>
              </a:defRPr>
            </a:lvl1pPr>
          </a:lstStyle>
          <a:p>
            <a:pPr lvl="0"/>
            <a:endParaRPr lang="en-US" dirty="0"/>
          </a:p>
        </p:txBody>
      </p:sp>
      <p:sp>
        <p:nvSpPr>
          <p:cNvPr id="26" name="Rounded Rectangle 25"/>
          <p:cNvSpPr/>
          <p:nvPr userDrawn="1"/>
        </p:nvSpPr>
        <p:spPr>
          <a:xfrm>
            <a:off x="838200" y="6268029"/>
            <a:ext cx="105156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cxnSp>
        <p:nvCxnSpPr>
          <p:cNvPr id="28" name="Straight Connector 27"/>
          <p:cNvCxnSpPr/>
          <p:nvPr userDrawn="1"/>
        </p:nvCxnSpPr>
        <p:spPr>
          <a:xfrm>
            <a:off x="5367755" y="908854"/>
            <a:ext cx="1456491" cy="0"/>
          </a:xfrm>
          <a:prstGeom prst="line">
            <a:avLst/>
          </a:prstGeom>
          <a:ln>
            <a:solidFill>
              <a:srgbClr val="B3D334"/>
            </a:solidFill>
          </a:ln>
        </p:spPr>
        <p:style>
          <a:lnRef idx="1">
            <a:schemeClr val="accent1"/>
          </a:lnRef>
          <a:fillRef idx="0">
            <a:schemeClr val="accent1"/>
          </a:fillRef>
          <a:effectRef idx="0">
            <a:schemeClr val="accent1"/>
          </a:effectRef>
          <a:fontRef idx="minor">
            <a:schemeClr val="tx1"/>
          </a:fontRef>
        </p:style>
      </p:cxnSp>
      <p:sp>
        <p:nvSpPr>
          <p:cNvPr id="35" name="Oval 34"/>
          <p:cNvSpPr/>
          <p:nvPr userDrawn="1"/>
        </p:nvSpPr>
        <p:spPr>
          <a:xfrm>
            <a:off x="10932341" y="6424036"/>
            <a:ext cx="315589" cy="315589"/>
          </a:xfrm>
          <a:prstGeom prst="ellipse">
            <a:avLst/>
          </a:prstGeom>
          <a:solidFill>
            <a:srgbClr val="B3D33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44" name="TextBox 43"/>
          <p:cNvSpPr txBox="1"/>
          <p:nvPr userDrawn="1"/>
        </p:nvSpPr>
        <p:spPr>
          <a:xfrm>
            <a:off x="838200" y="6474108"/>
            <a:ext cx="2382383" cy="215444"/>
          </a:xfrm>
          <a:prstGeom prst="rect">
            <a:avLst/>
          </a:prstGeom>
          <a:noFill/>
        </p:spPr>
        <p:txBody>
          <a:bodyPr wrap="none" rtlCol="0">
            <a:spAutoFit/>
          </a:bodyPr>
          <a:lstStyle/>
          <a:p>
            <a:pPr fontAlgn="auto">
              <a:spcBef>
                <a:spcPts val="0"/>
              </a:spcBef>
              <a:spcAft>
                <a:spcPts val="0"/>
              </a:spcAft>
            </a:pPr>
            <a:r>
              <a:rPr lang="en-US" sz="800" dirty="0" err="1" smtClean="0">
                <a:solidFill>
                  <a:prstClr val="white">
                    <a:lumMod val="50000"/>
                  </a:prstClr>
                </a:solidFill>
                <a:latin typeface="Open Sans Light" panose="020B0306030504020204" pitchFamily="34" charset="0"/>
                <a:ea typeface="Open Sans Light" panose="020B0306030504020204" pitchFamily="34" charset="0"/>
                <a:cs typeface="Open Sans Light" panose="020B0306030504020204" pitchFamily="34" charset="0"/>
              </a:rPr>
              <a:t>Laukpauk</a:t>
            </a:r>
            <a:r>
              <a:rPr lang="en-US" sz="800" dirty="0" smtClean="0">
                <a:solidFill>
                  <a:prstClr val="white">
                    <a:lumMod val="50000"/>
                  </a:prstClr>
                </a:solidFill>
                <a:latin typeface="Open Sans Light" panose="020B0306030504020204" pitchFamily="34" charset="0"/>
                <a:ea typeface="Open Sans Light" panose="020B0306030504020204" pitchFamily="34" charset="0"/>
                <a:cs typeface="Open Sans Light" panose="020B0306030504020204" pitchFamily="34" charset="0"/>
              </a:rPr>
              <a:t> Presentation | www.yourwebsite.com</a:t>
            </a:r>
            <a:endParaRPr lang="en-US" sz="800" dirty="0">
              <a:solidFill>
                <a:prstClr val="white">
                  <a:lumMod val="50000"/>
                </a:prst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12" name="Rectangle 11"/>
          <p:cNvSpPr/>
          <p:nvPr userDrawn="1"/>
        </p:nvSpPr>
        <p:spPr>
          <a:xfrm>
            <a:off x="10915247" y="6455364"/>
            <a:ext cx="349776" cy="261610"/>
          </a:xfrm>
          <a:prstGeom prst="rect">
            <a:avLst/>
          </a:prstGeom>
        </p:spPr>
        <p:txBody>
          <a:bodyPr wrap="none">
            <a:spAutoFit/>
          </a:bodyPr>
          <a:lstStyle/>
          <a:p>
            <a:pPr algn="ctr" fontAlgn="auto">
              <a:spcBef>
                <a:spcPts val="0"/>
              </a:spcBef>
              <a:spcAft>
                <a:spcPts val="0"/>
              </a:spcAft>
            </a:pPr>
            <a:fld id="{52D6D798-CB88-473E-97C8-67A016EA1979}" type="slidenum">
              <a:rPr lang="en-US" sz="1100" smtClean="0">
                <a:solidFill>
                  <a:prstClr val="white"/>
                </a:solidFill>
                <a:latin typeface="Open Sans Light" panose="020B0306030504020204" pitchFamily="34" charset="0"/>
                <a:ea typeface="Open Sans Light" panose="020B0306030504020204" pitchFamily="34" charset="0"/>
                <a:cs typeface="Open Sans Light" panose="020B0306030504020204" pitchFamily="34" charset="0"/>
              </a:rPr>
              <a:pPr algn="ctr" fontAlgn="auto">
                <a:spcBef>
                  <a:spcPts val="0"/>
                </a:spcBef>
                <a:spcAft>
                  <a:spcPts val="0"/>
                </a:spcAft>
              </a:pPr>
              <a:t>‹#›</a:t>
            </a:fld>
            <a:endParaRPr lang="en-US" sz="1100" dirty="0">
              <a:solidFill>
                <a:prstClr val="white"/>
              </a:solidFill>
              <a:latin typeface="Open Sans Light" panose="020B0306030504020204" pitchFamily="34" charset="0"/>
              <a:ea typeface="Open Sans Light" panose="020B0306030504020204" pitchFamily="34" charset="0"/>
              <a:cs typeface="Open Sans Light" panose="020B0306030504020204" pitchFamily="34" charset="0"/>
            </a:endParaRPr>
          </a:p>
        </p:txBody>
      </p:sp>
    </p:spTree>
    <p:extLst>
      <p:ext uri="{BB962C8B-B14F-4D97-AF65-F5344CB8AC3E}">
        <p14:creationId xmlns:p14="http://schemas.microsoft.com/office/powerpoint/2010/main" val="221094713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162.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18" name="Picture Placeholder 2"/>
          <p:cNvSpPr>
            <a:spLocks noGrp="1"/>
          </p:cNvSpPr>
          <p:nvPr>
            <p:ph type="pic" sz="quarter" idx="14"/>
          </p:nvPr>
        </p:nvSpPr>
        <p:spPr>
          <a:xfrm>
            <a:off x="8711451" y="1925905"/>
            <a:ext cx="2628900" cy="1691236"/>
          </a:xfrm>
        </p:spPr>
        <p:txBody>
          <a:bodyPr/>
          <a:lstStyle/>
          <a:p>
            <a:endParaRPr lang="en-US"/>
          </a:p>
        </p:txBody>
      </p:sp>
      <p:sp>
        <p:nvSpPr>
          <p:cNvPr id="15" name="Title 14"/>
          <p:cNvSpPr>
            <a:spLocks noGrp="1"/>
          </p:cNvSpPr>
          <p:nvPr>
            <p:ph type="title"/>
          </p:nvPr>
        </p:nvSpPr>
        <p:spPr>
          <a:xfrm>
            <a:off x="838200" y="308482"/>
            <a:ext cx="10515600" cy="783944"/>
          </a:xfrm>
        </p:spPr>
        <p:txBody>
          <a:bodyPr/>
          <a:lstStyle>
            <a:lvl1pPr>
              <a:defRPr>
                <a:solidFill>
                  <a:schemeClr val="bg1">
                    <a:lumMod val="50000"/>
                  </a:schemeClr>
                </a:solidFill>
              </a:defRPr>
            </a:lvl1pPr>
          </a:lstStyle>
          <a:p>
            <a:r>
              <a:rPr lang="en-US" dirty="0" smtClean="0"/>
              <a:t>Click to edit Master title style</a:t>
            </a:r>
            <a:endParaRPr lang="en-US" dirty="0"/>
          </a:p>
        </p:txBody>
      </p:sp>
      <p:sp>
        <p:nvSpPr>
          <p:cNvPr id="24" name="Text Placeholder 23"/>
          <p:cNvSpPr>
            <a:spLocks noGrp="1"/>
          </p:cNvSpPr>
          <p:nvPr>
            <p:ph type="body" sz="quarter" idx="10"/>
          </p:nvPr>
        </p:nvSpPr>
        <p:spPr>
          <a:xfrm>
            <a:off x="838201" y="1076242"/>
            <a:ext cx="10515600" cy="526488"/>
          </a:xfrm>
        </p:spPr>
        <p:txBody>
          <a:bodyPr/>
          <a:lstStyle>
            <a:lvl1pPr>
              <a:defRPr>
                <a:solidFill>
                  <a:schemeClr val="bg1">
                    <a:lumMod val="50000"/>
                  </a:schemeClr>
                </a:solidFill>
              </a:defRPr>
            </a:lvl1pPr>
          </a:lstStyle>
          <a:p>
            <a:pPr lvl="0"/>
            <a:endParaRPr lang="en-US" dirty="0"/>
          </a:p>
        </p:txBody>
      </p:sp>
      <p:sp>
        <p:nvSpPr>
          <p:cNvPr id="26" name="Rounded Rectangle 25"/>
          <p:cNvSpPr/>
          <p:nvPr userDrawn="1"/>
        </p:nvSpPr>
        <p:spPr>
          <a:xfrm>
            <a:off x="838200" y="6268029"/>
            <a:ext cx="105156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cxnSp>
        <p:nvCxnSpPr>
          <p:cNvPr id="28" name="Straight Connector 27"/>
          <p:cNvCxnSpPr/>
          <p:nvPr userDrawn="1"/>
        </p:nvCxnSpPr>
        <p:spPr>
          <a:xfrm>
            <a:off x="5367755" y="908854"/>
            <a:ext cx="1456491" cy="0"/>
          </a:xfrm>
          <a:prstGeom prst="line">
            <a:avLst/>
          </a:prstGeom>
          <a:ln>
            <a:solidFill>
              <a:srgbClr val="B3D334"/>
            </a:solidFill>
          </a:ln>
        </p:spPr>
        <p:style>
          <a:lnRef idx="1">
            <a:schemeClr val="accent1"/>
          </a:lnRef>
          <a:fillRef idx="0">
            <a:schemeClr val="accent1"/>
          </a:fillRef>
          <a:effectRef idx="0">
            <a:schemeClr val="accent1"/>
          </a:effectRef>
          <a:fontRef idx="minor">
            <a:schemeClr val="tx1"/>
          </a:fontRef>
        </p:style>
      </p:cxnSp>
      <p:sp>
        <p:nvSpPr>
          <p:cNvPr id="35" name="Oval 34"/>
          <p:cNvSpPr/>
          <p:nvPr userDrawn="1"/>
        </p:nvSpPr>
        <p:spPr>
          <a:xfrm>
            <a:off x="10932341" y="6424036"/>
            <a:ext cx="315589" cy="315589"/>
          </a:xfrm>
          <a:prstGeom prst="ellipse">
            <a:avLst/>
          </a:prstGeom>
          <a:solidFill>
            <a:srgbClr val="B3D33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44" name="TextBox 43"/>
          <p:cNvSpPr txBox="1"/>
          <p:nvPr userDrawn="1"/>
        </p:nvSpPr>
        <p:spPr>
          <a:xfrm>
            <a:off x="838200" y="6474108"/>
            <a:ext cx="2382383" cy="215444"/>
          </a:xfrm>
          <a:prstGeom prst="rect">
            <a:avLst/>
          </a:prstGeom>
          <a:noFill/>
        </p:spPr>
        <p:txBody>
          <a:bodyPr wrap="none" rtlCol="0">
            <a:spAutoFit/>
          </a:bodyPr>
          <a:lstStyle/>
          <a:p>
            <a:pPr fontAlgn="auto">
              <a:spcBef>
                <a:spcPts val="0"/>
              </a:spcBef>
              <a:spcAft>
                <a:spcPts val="0"/>
              </a:spcAft>
            </a:pPr>
            <a:r>
              <a:rPr lang="en-US" sz="800" dirty="0" err="1" smtClean="0">
                <a:solidFill>
                  <a:prstClr val="white">
                    <a:lumMod val="50000"/>
                  </a:prstClr>
                </a:solidFill>
                <a:latin typeface="Open Sans Light" panose="020B0306030504020204" pitchFamily="34" charset="0"/>
                <a:ea typeface="Open Sans Light" panose="020B0306030504020204" pitchFamily="34" charset="0"/>
                <a:cs typeface="Open Sans Light" panose="020B0306030504020204" pitchFamily="34" charset="0"/>
              </a:rPr>
              <a:t>Laukpauk</a:t>
            </a:r>
            <a:r>
              <a:rPr lang="en-US" sz="800" dirty="0" smtClean="0">
                <a:solidFill>
                  <a:prstClr val="white">
                    <a:lumMod val="50000"/>
                  </a:prstClr>
                </a:solidFill>
                <a:latin typeface="Open Sans Light" panose="020B0306030504020204" pitchFamily="34" charset="0"/>
                <a:ea typeface="Open Sans Light" panose="020B0306030504020204" pitchFamily="34" charset="0"/>
                <a:cs typeface="Open Sans Light" panose="020B0306030504020204" pitchFamily="34" charset="0"/>
              </a:rPr>
              <a:t> Presentation | www.yourwebsite.com</a:t>
            </a:r>
            <a:endParaRPr lang="en-US" sz="800" dirty="0">
              <a:solidFill>
                <a:prstClr val="white">
                  <a:lumMod val="50000"/>
                </a:prst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3" name="Picture Placeholder 2"/>
          <p:cNvSpPr>
            <a:spLocks noGrp="1"/>
          </p:cNvSpPr>
          <p:nvPr>
            <p:ph type="pic" sz="quarter" idx="11"/>
          </p:nvPr>
        </p:nvSpPr>
        <p:spPr>
          <a:xfrm>
            <a:off x="838200" y="1925905"/>
            <a:ext cx="2628900" cy="1691236"/>
          </a:xfrm>
        </p:spPr>
        <p:txBody>
          <a:bodyPr/>
          <a:lstStyle/>
          <a:p>
            <a:endParaRPr lang="en-US"/>
          </a:p>
        </p:txBody>
      </p:sp>
      <p:sp>
        <p:nvSpPr>
          <p:cNvPr id="16" name="Picture Placeholder 2"/>
          <p:cNvSpPr>
            <a:spLocks noGrp="1"/>
          </p:cNvSpPr>
          <p:nvPr>
            <p:ph type="pic" sz="quarter" idx="12"/>
          </p:nvPr>
        </p:nvSpPr>
        <p:spPr>
          <a:xfrm>
            <a:off x="3467100" y="1925905"/>
            <a:ext cx="2628900" cy="1691236"/>
          </a:xfrm>
        </p:spPr>
        <p:txBody>
          <a:bodyPr/>
          <a:lstStyle/>
          <a:p>
            <a:endParaRPr lang="en-US"/>
          </a:p>
        </p:txBody>
      </p:sp>
      <p:sp>
        <p:nvSpPr>
          <p:cNvPr id="17" name="Picture Placeholder 2"/>
          <p:cNvSpPr>
            <a:spLocks noGrp="1"/>
          </p:cNvSpPr>
          <p:nvPr>
            <p:ph type="pic" sz="quarter" idx="13"/>
          </p:nvPr>
        </p:nvSpPr>
        <p:spPr>
          <a:xfrm>
            <a:off x="6082551" y="1925905"/>
            <a:ext cx="2628900" cy="1691236"/>
          </a:xfrm>
        </p:spPr>
        <p:txBody>
          <a:bodyPr/>
          <a:lstStyle/>
          <a:p>
            <a:endParaRPr lang="en-US"/>
          </a:p>
        </p:txBody>
      </p:sp>
      <p:sp>
        <p:nvSpPr>
          <p:cNvPr id="12" name="Rectangle 11"/>
          <p:cNvSpPr/>
          <p:nvPr userDrawn="1"/>
        </p:nvSpPr>
        <p:spPr>
          <a:xfrm>
            <a:off x="10915247" y="6455364"/>
            <a:ext cx="349776" cy="261610"/>
          </a:xfrm>
          <a:prstGeom prst="rect">
            <a:avLst/>
          </a:prstGeom>
        </p:spPr>
        <p:txBody>
          <a:bodyPr wrap="none">
            <a:spAutoFit/>
          </a:bodyPr>
          <a:lstStyle/>
          <a:p>
            <a:pPr algn="ctr" fontAlgn="auto">
              <a:spcBef>
                <a:spcPts val="0"/>
              </a:spcBef>
              <a:spcAft>
                <a:spcPts val="0"/>
              </a:spcAft>
            </a:pPr>
            <a:fld id="{52D6D798-CB88-473E-97C8-67A016EA1979}" type="slidenum">
              <a:rPr lang="en-US" sz="1100" smtClean="0">
                <a:solidFill>
                  <a:prstClr val="white"/>
                </a:solidFill>
                <a:latin typeface="Open Sans Light" panose="020B0306030504020204" pitchFamily="34" charset="0"/>
                <a:ea typeface="Open Sans Light" panose="020B0306030504020204" pitchFamily="34" charset="0"/>
                <a:cs typeface="Open Sans Light" panose="020B0306030504020204" pitchFamily="34" charset="0"/>
              </a:rPr>
              <a:pPr algn="ctr" fontAlgn="auto">
                <a:spcBef>
                  <a:spcPts val="0"/>
                </a:spcBef>
                <a:spcAft>
                  <a:spcPts val="0"/>
                </a:spcAft>
              </a:pPr>
              <a:t>‹#›</a:t>
            </a:fld>
            <a:endParaRPr lang="en-US" sz="1100" dirty="0">
              <a:solidFill>
                <a:prstClr val="white"/>
              </a:solidFill>
              <a:latin typeface="Open Sans Light" panose="020B0306030504020204" pitchFamily="34" charset="0"/>
              <a:ea typeface="Open Sans Light" panose="020B0306030504020204" pitchFamily="34" charset="0"/>
              <a:cs typeface="Open Sans Light" panose="020B0306030504020204" pitchFamily="34" charset="0"/>
            </a:endParaRPr>
          </a:p>
        </p:txBody>
      </p:sp>
    </p:spTree>
    <p:extLst>
      <p:ext uri="{BB962C8B-B14F-4D97-AF65-F5344CB8AC3E}">
        <p14:creationId xmlns:p14="http://schemas.microsoft.com/office/powerpoint/2010/main" val="67646522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163.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6" name="Picture Placeholder 27"/>
          <p:cNvSpPr>
            <a:spLocks noGrp="1"/>
          </p:cNvSpPr>
          <p:nvPr>
            <p:ph type="pic" sz="quarter" idx="10"/>
          </p:nvPr>
        </p:nvSpPr>
        <p:spPr>
          <a:xfrm>
            <a:off x="0" y="0"/>
            <a:ext cx="2438401" cy="1714501"/>
          </a:xfrm>
        </p:spPr>
        <p:txBody>
          <a:bodyPr/>
          <a:lstStyle/>
          <a:p>
            <a:endParaRPr lang="en-US"/>
          </a:p>
        </p:txBody>
      </p:sp>
      <p:sp>
        <p:nvSpPr>
          <p:cNvPr id="7" name="Picture Placeholder 27"/>
          <p:cNvSpPr>
            <a:spLocks noGrp="1"/>
          </p:cNvSpPr>
          <p:nvPr>
            <p:ph type="pic" sz="quarter" idx="11"/>
          </p:nvPr>
        </p:nvSpPr>
        <p:spPr>
          <a:xfrm>
            <a:off x="2438399" y="0"/>
            <a:ext cx="2438401" cy="1714501"/>
          </a:xfrm>
        </p:spPr>
        <p:txBody>
          <a:bodyPr/>
          <a:lstStyle/>
          <a:p>
            <a:endParaRPr lang="en-US"/>
          </a:p>
        </p:txBody>
      </p:sp>
      <p:sp>
        <p:nvSpPr>
          <p:cNvPr id="8" name="Picture Placeholder 27"/>
          <p:cNvSpPr>
            <a:spLocks noGrp="1"/>
          </p:cNvSpPr>
          <p:nvPr>
            <p:ph type="pic" sz="quarter" idx="12"/>
          </p:nvPr>
        </p:nvSpPr>
        <p:spPr>
          <a:xfrm>
            <a:off x="4876797" y="0"/>
            <a:ext cx="2438401" cy="1714501"/>
          </a:xfrm>
        </p:spPr>
        <p:txBody>
          <a:bodyPr/>
          <a:lstStyle/>
          <a:p>
            <a:endParaRPr lang="en-US"/>
          </a:p>
        </p:txBody>
      </p:sp>
      <p:sp>
        <p:nvSpPr>
          <p:cNvPr id="9" name="Picture Placeholder 27"/>
          <p:cNvSpPr>
            <a:spLocks noGrp="1"/>
          </p:cNvSpPr>
          <p:nvPr>
            <p:ph type="pic" sz="quarter" idx="13"/>
          </p:nvPr>
        </p:nvSpPr>
        <p:spPr>
          <a:xfrm>
            <a:off x="7315196" y="0"/>
            <a:ext cx="2438401" cy="1714501"/>
          </a:xfrm>
        </p:spPr>
        <p:txBody>
          <a:bodyPr/>
          <a:lstStyle/>
          <a:p>
            <a:endParaRPr lang="en-US"/>
          </a:p>
        </p:txBody>
      </p:sp>
      <p:sp>
        <p:nvSpPr>
          <p:cNvPr id="10" name="Picture Placeholder 27"/>
          <p:cNvSpPr>
            <a:spLocks noGrp="1"/>
          </p:cNvSpPr>
          <p:nvPr>
            <p:ph type="pic" sz="quarter" idx="14"/>
          </p:nvPr>
        </p:nvSpPr>
        <p:spPr>
          <a:xfrm>
            <a:off x="9753591" y="0"/>
            <a:ext cx="2438401" cy="1714501"/>
          </a:xfrm>
        </p:spPr>
        <p:txBody>
          <a:bodyPr/>
          <a:lstStyle/>
          <a:p>
            <a:endParaRPr lang="en-US"/>
          </a:p>
        </p:txBody>
      </p:sp>
      <p:sp>
        <p:nvSpPr>
          <p:cNvPr id="11" name="Picture Placeholder 27"/>
          <p:cNvSpPr>
            <a:spLocks noGrp="1"/>
          </p:cNvSpPr>
          <p:nvPr>
            <p:ph type="pic" sz="quarter" idx="15"/>
          </p:nvPr>
        </p:nvSpPr>
        <p:spPr>
          <a:xfrm>
            <a:off x="0" y="1714499"/>
            <a:ext cx="2438401" cy="1714501"/>
          </a:xfrm>
        </p:spPr>
        <p:txBody>
          <a:bodyPr/>
          <a:lstStyle/>
          <a:p>
            <a:endParaRPr lang="en-US"/>
          </a:p>
        </p:txBody>
      </p:sp>
      <p:sp>
        <p:nvSpPr>
          <p:cNvPr id="12" name="Picture Placeholder 27"/>
          <p:cNvSpPr>
            <a:spLocks noGrp="1"/>
          </p:cNvSpPr>
          <p:nvPr>
            <p:ph type="pic" sz="quarter" idx="16"/>
          </p:nvPr>
        </p:nvSpPr>
        <p:spPr>
          <a:xfrm>
            <a:off x="2438399" y="1714499"/>
            <a:ext cx="2438401" cy="1714501"/>
          </a:xfrm>
        </p:spPr>
        <p:txBody>
          <a:bodyPr/>
          <a:lstStyle/>
          <a:p>
            <a:endParaRPr lang="en-US"/>
          </a:p>
        </p:txBody>
      </p:sp>
      <p:sp>
        <p:nvSpPr>
          <p:cNvPr id="13" name="Picture Placeholder 27"/>
          <p:cNvSpPr>
            <a:spLocks noGrp="1"/>
          </p:cNvSpPr>
          <p:nvPr>
            <p:ph type="pic" sz="quarter" idx="17"/>
          </p:nvPr>
        </p:nvSpPr>
        <p:spPr>
          <a:xfrm>
            <a:off x="4876797" y="1714499"/>
            <a:ext cx="2438401" cy="1714501"/>
          </a:xfrm>
        </p:spPr>
        <p:txBody>
          <a:bodyPr/>
          <a:lstStyle/>
          <a:p>
            <a:endParaRPr lang="en-US"/>
          </a:p>
        </p:txBody>
      </p:sp>
      <p:sp>
        <p:nvSpPr>
          <p:cNvPr id="14" name="Picture Placeholder 27"/>
          <p:cNvSpPr>
            <a:spLocks noGrp="1"/>
          </p:cNvSpPr>
          <p:nvPr>
            <p:ph type="pic" sz="quarter" idx="18"/>
          </p:nvPr>
        </p:nvSpPr>
        <p:spPr>
          <a:xfrm>
            <a:off x="7315196" y="1714499"/>
            <a:ext cx="2438401" cy="1714501"/>
          </a:xfrm>
        </p:spPr>
        <p:txBody>
          <a:bodyPr/>
          <a:lstStyle/>
          <a:p>
            <a:endParaRPr lang="en-US"/>
          </a:p>
        </p:txBody>
      </p:sp>
      <p:sp>
        <p:nvSpPr>
          <p:cNvPr id="15" name="Picture Placeholder 27"/>
          <p:cNvSpPr>
            <a:spLocks noGrp="1"/>
          </p:cNvSpPr>
          <p:nvPr>
            <p:ph type="pic" sz="quarter" idx="19"/>
          </p:nvPr>
        </p:nvSpPr>
        <p:spPr>
          <a:xfrm>
            <a:off x="9753591" y="1714499"/>
            <a:ext cx="2438401" cy="1714501"/>
          </a:xfrm>
        </p:spPr>
        <p:txBody>
          <a:bodyPr/>
          <a:lstStyle/>
          <a:p>
            <a:endParaRPr lang="en-US"/>
          </a:p>
        </p:txBody>
      </p:sp>
      <p:sp>
        <p:nvSpPr>
          <p:cNvPr id="22" name="Rounded Rectangle 21"/>
          <p:cNvSpPr/>
          <p:nvPr userDrawn="1"/>
        </p:nvSpPr>
        <p:spPr>
          <a:xfrm>
            <a:off x="838200" y="6268029"/>
            <a:ext cx="105156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23" name="Oval 22"/>
          <p:cNvSpPr/>
          <p:nvPr userDrawn="1"/>
        </p:nvSpPr>
        <p:spPr>
          <a:xfrm>
            <a:off x="10932341" y="6424036"/>
            <a:ext cx="315589" cy="315589"/>
          </a:xfrm>
          <a:prstGeom prst="ellipse">
            <a:avLst/>
          </a:prstGeom>
          <a:solidFill>
            <a:srgbClr val="B3D33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24" name="TextBox 23"/>
          <p:cNvSpPr txBox="1"/>
          <p:nvPr userDrawn="1"/>
        </p:nvSpPr>
        <p:spPr>
          <a:xfrm>
            <a:off x="838200" y="6474108"/>
            <a:ext cx="2382383" cy="215444"/>
          </a:xfrm>
          <a:prstGeom prst="rect">
            <a:avLst/>
          </a:prstGeom>
          <a:noFill/>
        </p:spPr>
        <p:txBody>
          <a:bodyPr wrap="none" rtlCol="0">
            <a:spAutoFit/>
          </a:bodyPr>
          <a:lstStyle/>
          <a:p>
            <a:pPr fontAlgn="auto">
              <a:spcBef>
                <a:spcPts val="0"/>
              </a:spcBef>
              <a:spcAft>
                <a:spcPts val="0"/>
              </a:spcAft>
            </a:pPr>
            <a:r>
              <a:rPr lang="en-US" sz="800" dirty="0" err="1" smtClean="0">
                <a:solidFill>
                  <a:srgbClr val="44546A">
                    <a:lumMod val="50000"/>
                  </a:srgbClr>
                </a:solidFill>
                <a:latin typeface="Open Sans Light" panose="020B0306030504020204" pitchFamily="34" charset="0"/>
                <a:ea typeface="Open Sans Light" panose="020B0306030504020204" pitchFamily="34" charset="0"/>
                <a:cs typeface="Open Sans Light" panose="020B0306030504020204" pitchFamily="34" charset="0"/>
              </a:rPr>
              <a:t>Laukpauk</a:t>
            </a:r>
            <a:r>
              <a:rPr lang="en-US" sz="800" dirty="0" smtClean="0">
                <a:solidFill>
                  <a:srgbClr val="44546A">
                    <a:lumMod val="50000"/>
                  </a:srgbClr>
                </a:solidFill>
                <a:latin typeface="Open Sans Light" panose="020B0306030504020204" pitchFamily="34" charset="0"/>
                <a:ea typeface="Open Sans Light" panose="020B0306030504020204" pitchFamily="34" charset="0"/>
                <a:cs typeface="Open Sans Light" panose="020B0306030504020204" pitchFamily="34" charset="0"/>
              </a:rPr>
              <a:t> Presentation | www.yourwebsite.com</a:t>
            </a:r>
            <a:endParaRPr lang="en-US" sz="800" dirty="0">
              <a:solidFill>
                <a:srgbClr val="44546A">
                  <a:lumMod val="50000"/>
                </a:srgb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16" name="Rectangle 15"/>
          <p:cNvSpPr/>
          <p:nvPr userDrawn="1"/>
        </p:nvSpPr>
        <p:spPr>
          <a:xfrm>
            <a:off x="10915247" y="6455364"/>
            <a:ext cx="349776" cy="261610"/>
          </a:xfrm>
          <a:prstGeom prst="rect">
            <a:avLst/>
          </a:prstGeom>
        </p:spPr>
        <p:txBody>
          <a:bodyPr wrap="none">
            <a:spAutoFit/>
          </a:bodyPr>
          <a:lstStyle/>
          <a:p>
            <a:pPr algn="ctr" fontAlgn="auto">
              <a:spcBef>
                <a:spcPts val="0"/>
              </a:spcBef>
              <a:spcAft>
                <a:spcPts val="0"/>
              </a:spcAft>
            </a:pPr>
            <a:fld id="{52D6D798-CB88-473E-97C8-67A016EA1979}" type="slidenum">
              <a:rPr lang="en-US" sz="1100" smtClean="0">
                <a:solidFill>
                  <a:prstClr val="white"/>
                </a:solidFill>
                <a:latin typeface="Open Sans Light" panose="020B0306030504020204" pitchFamily="34" charset="0"/>
                <a:ea typeface="Open Sans Light" panose="020B0306030504020204" pitchFamily="34" charset="0"/>
                <a:cs typeface="Open Sans Light" panose="020B0306030504020204" pitchFamily="34" charset="0"/>
              </a:rPr>
              <a:pPr algn="ctr" fontAlgn="auto">
                <a:spcBef>
                  <a:spcPts val="0"/>
                </a:spcBef>
                <a:spcAft>
                  <a:spcPts val="0"/>
                </a:spcAft>
              </a:pPr>
              <a:t>‹#›</a:t>
            </a:fld>
            <a:endParaRPr lang="en-US" sz="1100" dirty="0">
              <a:solidFill>
                <a:prstClr val="white"/>
              </a:solidFill>
              <a:latin typeface="Open Sans Light" panose="020B0306030504020204" pitchFamily="34" charset="0"/>
              <a:ea typeface="Open Sans Light" panose="020B0306030504020204" pitchFamily="34" charset="0"/>
              <a:cs typeface="Open Sans Light" panose="020B0306030504020204" pitchFamily="34" charset="0"/>
            </a:endParaRPr>
          </a:p>
        </p:txBody>
      </p:sp>
    </p:spTree>
    <p:extLst>
      <p:ext uri="{BB962C8B-B14F-4D97-AF65-F5344CB8AC3E}">
        <p14:creationId xmlns:p14="http://schemas.microsoft.com/office/powerpoint/2010/main" val="215856453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164.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sp>
        <p:nvSpPr>
          <p:cNvPr id="7" name="Picture Placeholder 6"/>
          <p:cNvSpPr>
            <a:spLocks noGrp="1"/>
          </p:cNvSpPr>
          <p:nvPr>
            <p:ph type="pic" sz="quarter" idx="10"/>
          </p:nvPr>
        </p:nvSpPr>
        <p:spPr>
          <a:xfrm>
            <a:off x="6483927" y="1"/>
            <a:ext cx="5708073" cy="6858000"/>
          </a:xfrm>
        </p:spPr>
        <p:txBody>
          <a:bodyPr/>
          <a:lstStyle/>
          <a:p>
            <a:endParaRPr lang="en-US"/>
          </a:p>
        </p:txBody>
      </p:sp>
    </p:spTree>
    <p:extLst>
      <p:ext uri="{BB962C8B-B14F-4D97-AF65-F5344CB8AC3E}">
        <p14:creationId xmlns:p14="http://schemas.microsoft.com/office/powerpoint/2010/main" val="142437029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165.xml><?xml version="1.0" encoding="utf-8"?>
<p:sldLayout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sp>
        <p:nvSpPr>
          <p:cNvPr id="7" name="Picture Placeholder 6"/>
          <p:cNvSpPr>
            <a:spLocks noGrp="1"/>
          </p:cNvSpPr>
          <p:nvPr>
            <p:ph type="pic" sz="quarter" idx="10"/>
          </p:nvPr>
        </p:nvSpPr>
        <p:spPr>
          <a:xfrm>
            <a:off x="0" y="1860186"/>
            <a:ext cx="12192000" cy="2822575"/>
          </a:xfrm>
        </p:spPr>
        <p:txBody>
          <a:bodyPr/>
          <a:lstStyle/>
          <a:p>
            <a:endParaRPr lang="en-US"/>
          </a:p>
        </p:txBody>
      </p:sp>
      <p:sp>
        <p:nvSpPr>
          <p:cNvPr id="8" name="Title 14"/>
          <p:cNvSpPr>
            <a:spLocks noGrp="1"/>
          </p:cNvSpPr>
          <p:nvPr>
            <p:ph type="title"/>
          </p:nvPr>
        </p:nvSpPr>
        <p:spPr>
          <a:xfrm>
            <a:off x="838200" y="308482"/>
            <a:ext cx="10515600" cy="783944"/>
          </a:xfrm>
        </p:spPr>
        <p:txBody>
          <a:bodyPr/>
          <a:lstStyle>
            <a:lvl1pPr>
              <a:defRPr>
                <a:solidFill>
                  <a:schemeClr val="bg1">
                    <a:lumMod val="50000"/>
                  </a:schemeClr>
                </a:solidFill>
              </a:defRPr>
            </a:lvl1pPr>
          </a:lstStyle>
          <a:p>
            <a:r>
              <a:rPr lang="en-US" dirty="0" smtClean="0"/>
              <a:t>Click to edit Master title style</a:t>
            </a:r>
            <a:endParaRPr lang="en-US" dirty="0"/>
          </a:p>
        </p:txBody>
      </p:sp>
      <p:sp>
        <p:nvSpPr>
          <p:cNvPr id="9" name="Text Placeholder 23"/>
          <p:cNvSpPr>
            <a:spLocks noGrp="1"/>
          </p:cNvSpPr>
          <p:nvPr>
            <p:ph type="body" sz="quarter" idx="11"/>
          </p:nvPr>
        </p:nvSpPr>
        <p:spPr>
          <a:xfrm>
            <a:off x="838201" y="1076242"/>
            <a:ext cx="10515600" cy="526488"/>
          </a:xfrm>
        </p:spPr>
        <p:txBody>
          <a:bodyPr/>
          <a:lstStyle>
            <a:lvl1pPr>
              <a:defRPr>
                <a:solidFill>
                  <a:schemeClr val="bg1">
                    <a:lumMod val="50000"/>
                  </a:schemeClr>
                </a:solidFill>
              </a:defRPr>
            </a:lvl1pPr>
          </a:lstStyle>
          <a:p>
            <a:pPr lvl="0"/>
            <a:endParaRPr lang="en-US" dirty="0"/>
          </a:p>
        </p:txBody>
      </p:sp>
      <p:cxnSp>
        <p:nvCxnSpPr>
          <p:cNvPr id="10" name="Straight Connector 9"/>
          <p:cNvCxnSpPr/>
          <p:nvPr userDrawn="1"/>
        </p:nvCxnSpPr>
        <p:spPr>
          <a:xfrm>
            <a:off x="5367755" y="908854"/>
            <a:ext cx="1456491" cy="0"/>
          </a:xfrm>
          <a:prstGeom prst="line">
            <a:avLst/>
          </a:prstGeom>
          <a:ln>
            <a:solidFill>
              <a:srgbClr val="B3D334"/>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4442047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166.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6" name="Picture Placeholder 6"/>
          <p:cNvSpPr>
            <a:spLocks noGrp="1"/>
          </p:cNvSpPr>
          <p:nvPr>
            <p:ph type="pic" sz="quarter" idx="10"/>
          </p:nvPr>
        </p:nvSpPr>
        <p:spPr>
          <a:xfrm>
            <a:off x="1" y="0"/>
            <a:ext cx="12191999" cy="4726744"/>
          </a:xfrm>
        </p:spPr>
        <p:txBody>
          <a:bodyPr/>
          <a:lstStyle/>
          <a:p>
            <a:endParaRPr lang="en-US"/>
          </a:p>
        </p:txBody>
      </p:sp>
    </p:spTree>
    <p:extLst>
      <p:ext uri="{BB962C8B-B14F-4D97-AF65-F5344CB8AC3E}">
        <p14:creationId xmlns:p14="http://schemas.microsoft.com/office/powerpoint/2010/main" val="292395416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167.xml><?xml version="1.0" encoding="utf-8"?>
<p:sldLayout xmlns:a="http://schemas.openxmlformats.org/drawingml/2006/main" xmlns:r="http://schemas.openxmlformats.org/officeDocument/2006/relationships" xmlns:p="http://schemas.openxmlformats.org/presentationml/2006/main">
  <p:cSld name="Main Title+ SubTitle+Number">
    <p:spTree>
      <p:nvGrpSpPr>
        <p:cNvPr id="1" name=""/>
        <p:cNvGrpSpPr/>
        <p:nvPr/>
      </p:nvGrpSpPr>
      <p:grpSpPr>
        <a:xfrm>
          <a:off x="0" y="0"/>
          <a:ext cx="0" cy="0"/>
          <a:chOff x="0" y="0"/>
          <a:chExt cx="0" cy="0"/>
        </a:xfrm>
      </p:grpSpPr>
      <p:sp>
        <p:nvSpPr>
          <p:cNvPr id="10" name="Title 1"/>
          <p:cNvSpPr>
            <a:spLocks noGrp="1"/>
          </p:cNvSpPr>
          <p:nvPr>
            <p:ph type="title" hasCustomPrompt="1"/>
          </p:nvPr>
        </p:nvSpPr>
        <p:spPr>
          <a:xfrm>
            <a:off x="2336800" y="482600"/>
            <a:ext cx="7518400" cy="471365"/>
          </a:xfrm>
          <a:prstGeom prst="rect">
            <a:avLst/>
          </a:prstGeom>
        </p:spPr>
        <p:txBody>
          <a:bodyPr wrap="none" lIns="0" tIns="0" rIns="0" bIns="0" anchor="ctr">
            <a:noAutofit/>
          </a:bodyPr>
          <a:lstStyle>
            <a:lvl1pPr algn="ctr">
              <a:defRPr sz="3200" b="1" baseline="0">
                <a:solidFill>
                  <a:schemeClr val="tx1">
                    <a:lumMod val="50000"/>
                    <a:lumOff val="50000"/>
                  </a:schemeClr>
                </a:solidFill>
              </a:defRPr>
            </a:lvl1pPr>
          </a:lstStyle>
          <a:p>
            <a:r>
              <a:rPr lang="en-US" dirty="0" smtClean="0"/>
              <a:t>Click To Edit Master Title Style</a:t>
            </a:r>
            <a:endParaRPr lang="en-US" dirty="0"/>
          </a:p>
        </p:txBody>
      </p:sp>
      <p:sp>
        <p:nvSpPr>
          <p:cNvPr id="11" name="Text Placeholder 3"/>
          <p:cNvSpPr>
            <a:spLocks noGrp="1"/>
          </p:cNvSpPr>
          <p:nvPr>
            <p:ph type="body" sz="half" idx="2" hasCustomPrompt="1"/>
          </p:nvPr>
        </p:nvSpPr>
        <p:spPr>
          <a:xfrm>
            <a:off x="3352800" y="951922"/>
            <a:ext cx="5486400" cy="267661"/>
          </a:xfrm>
          <a:prstGeom prst="rect">
            <a:avLst/>
          </a:prstGeom>
        </p:spPr>
        <p:txBody>
          <a:bodyPr wrap="none" lIns="0" tIns="0" rIns="0" bIns="0" anchor="ctr">
            <a:noAutofit/>
          </a:bodyPr>
          <a:lstStyle>
            <a:lvl1pPr marL="0" indent="0" algn="ctr">
              <a:buNone/>
              <a:defRPr sz="1600" b="1" baseline="0">
                <a:solidFill>
                  <a:schemeClr val="bg1">
                    <a:lumMod val="75000"/>
                  </a:schemeClr>
                </a:solidFill>
              </a:defRPr>
            </a:lvl1pPr>
            <a:lvl2pPr marL="609585" indent="0">
              <a:buNone/>
              <a:defRPr sz="1600"/>
            </a:lvl2pPr>
            <a:lvl3pPr marL="1219170" indent="0">
              <a:buNone/>
              <a:defRPr sz="1333"/>
            </a:lvl3pPr>
            <a:lvl4pPr marL="1828754" indent="0">
              <a:buNone/>
              <a:defRPr sz="1200"/>
            </a:lvl4pPr>
            <a:lvl5pPr marL="2438339" indent="0">
              <a:buNone/>
              <a:defRPr sz="1200"/>
            </a:lvl5pPr>
            <a:lvl6pPr marL="3047924" indent="0">
              <a:buNone/>
              <a:defRPr sz="1200"/>
            </a:lvl6pPr>
            <a:lvl7pPr marL="3657509" indent="0">
              <a:buNone/>
              <a:defRPr sz="1200"/>
            </a:lvl7pPr>
            <a:lvl8pPr marL="4267093" indent="0">
              <a:buNone/>
              <a:defRPr sz="1200"/>
            </a:lvl8pPr>
            <a:lvl9pPr marL="4876678" indent="0">
              <a:buNone/>
              <a:defRPr sz="1200"/>
            </a:lvl9pPr>
          </a:lstStyle>
          <a:p>
            <a:pPr lvl="0"/>
            <a:r>
              <a:rPr lang="en-US" dirty="0" smtClean="0"/>
              <a:t>Subtext Goes Here</a:t>
            </a:r>
          </a:p>
        </p:txBody>
      </p:sp>
    </p:spTree>
    <p:extLst>
      <p:ext uri="{BB962C8B-B14F-4D97-AF65-F5344CB8AC3E}">
        <p14:creationId xmlns:p14="http://schemas.microsoft.com/office/powerpoint/2010/main" val="328298295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1">
                                            <p:txEl>
                                              <p:pRg st="0" end="0"/>
                                            </p:txEl>
                                          </p:spTgt>
                                        </p:tgtEl>
                                        <p:attrNameLst>
                                          <p:attrName>style.visibility</p:attrName>
                                        </p:attrNameLst>
                                      </p:cBhvr>
                                      <p:to>
                                        <p:strVal val="visible"/>
                                      </p:to>
                                    </p:set>
                                    <p:animEffect transition="in" filter="fade">
                                      <p:cBhvr>
                                        <p:cTn id="11" dur="500"/>
                                        <p:tgtEl>
                                          <p:spTgt spid="11">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1" grpId="0" build="p">
        <p:tmplLst>
          <p:tmpl lvl="1">
            <p:tnLst>
              <p:par>
                <p:cTn presetID="10" presetClass="entr" presetSubtype="0" fill="hold" nodeType="afterEffect">
                  <p:stCondLst>
                    <p:cond delay="0"/>
                  </p:stCondLst>
                  <p:childTnLst>
                    <p:set>
                      <p:cBhvr>
                        <p:cTn dur="1" fill="hold">
                          <p:stCondLst>
                            <p:cond delay="0"/>
                          </p:stCondLst>
                        </p:cTn>
                        <p:tgtEl>
                          <p:spTgt spid="11"/>
                        </p:tgtEl>
                        <p:attrNameLst>
                          <p:attrName>style.visibility</p:attrName>
                        </p:attrNameLst>
                      </p:cBhvr>
                      <p:to>
                        <p:strVal val="visible"/>
                      </p:to>
                    </p:set>
                    <p:animEffect transition="in" filter="fade">
                      <p:cBhvr>
                        <p:cTn dur="500"/>
                        <p:tgtEl>
                          <p:spTgt spid="11"/>
                        </p:tgtEl>
                      </p:cBhvr>
                    </p:animEffect>
                  </p:childTnLst>
                </p:cTn>
              </p:par>
            </p:tnLst>
          </p:tmpl>
        </p:tmplLst>
      </p:bldP>
    </p:bldLst>
  </p:timing>
  <p:hf hdr="0" ftr="0" dt="0"/>
</p:sldLayout>
</file>

<file path=ppt/slideLayouts/slideLayout168.xml><?xml version="1.0" encoding="utf-8"?>
<p:sldLayout xmlns:a="http://schemas.openxmlformats.org/drawingml/2006/main" xmlns:r="http://schemas.openxmlformats.org/officeDocument/2006/relationships" xmlns:p="http://schemas.openxmlformats.org/presentationml/2006/main" userDrawn="1">
  <p:cSld name="3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1" y="2"/>
            <a:ext cx="6265332" cy="68579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Picture Placeholder 7"/>
          <p:cNvSpPr>
            <a:spLocks noGrp="1"/>
          </p:cNvSpPr>
          <p:nvPr>
            <p:ph type="pic" sz="quarter" idx="11" hasCustomPrompt="1"/>
          </p:nvPr>
        </p:nvSpPr>
        <p:spPr>
          <a:xfrm>
            <a:off x="6265333" y="0"/>
            <a:ext cx="5926667" cy="68580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55242828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500" fill="hold"/>
                                        <p:tgtEl>
                                          <p:spTgt spid="5"/>
                                        </p:tgtEl>
                                        <p:attrNameLst>
                                          <p:attrName>ppt_x</p:attrName>
                                        </p:attrNameLst>
                                      </p:cBhvr>
                                      <p:tavLst>
                                        <p:tav tm="0">
                                          <p:val>
                                            <p:strVal val="#ppt_x"/>
                                          </p:val>
                                        </p:tav>
                                        <p:tav tm="100000">
                                          <p:val>
                                            <p:strVal val="#ppt_x"/>
                                          </p:val>
                                        </p:tav>
                                      </p:tavLst>
                                    </p:anim>
                                    <p:anim calcmode="lin" valueType="num">
                                      <p:cBhvr additive="base">
                                        <p:cTn id="12"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5" grpId="0"/>
    </p:bldLst>
  </p:timing>
</p:sldLayout>
</file>

<file path=ppt/slideLayouts/slideLayout169.xml><?xml version="1.0" encoding="utf-8"?>
<p:sldLayout xmlns:a="http://schemas.openxmlformats.org/drawingml/2006/main" xmlns:r="http://schemas.openxmlformats.org/officeDocument/2006/relationships" xmlns:p="http://schemas.openxmlformats.org/presentationml/2006/main" userDrawn="1">
  <p:cSld name="1_Pic05">
    <p:spTree>
      <p:nvGrpSpPr>
        <p:cNvPr id="1" name=""/>
        <p:cNvGrpSpPr/>
        <p:nvPr/>
      </p:nvGrpSpPr>
      <p:grpSpPr>
        <a:xfrm>
          <a:off x="0" y="0"/>
          <a:ext cx="0" cy="0"/>
          <a:chOff x="0" y="0"/>
          <a:chExt cx="0" cy="0"/>
        </a:xfrm>
      </p:grpSpPr>
      <p:sp>
        <p:nvSpPr>
          <p:cNvPr id="20" name="Picture Placeholder 7"/>
          <p:cNvSpPr>
            <a:spLocks noGrp="1"/>
          </p:cNvSpPr>
          <p:nvPr>
            <p:ph type="pic" sz="quarter" idx="15" hasCustomPrompt="1"/>
          </p:nvPr>
        </p:nvSpPr>
        <p:spPr>
          <a:xfrm>
            <a:off x="0" y="0"/>
            <a:ext cx="4572000" cy="6858000"/>
          </a:xfrm>
          <a:prstGeom prst="rect">
            <a:avLst/>
          </a:prstGeom>
          <a:solidFill>
            <a:schemeClr val="bg1">
              <a:lumMod val="95000"/>
            </a:schemeClr>
          </a:solidFill>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421583967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Lst>
  </p:timing>
</p:sldLayout>
</file>

<file path=ppt/slideLayouts/slideLayout170.xml><?xml version="1.0" encoding="utf-8"?>
<p:sldLayout xmlns:a="http://schemas.openxmlformats.org/drawingml/2006/main" xmlns:r="http://schemas.openxmlformats.org/officeDocument/2006/relationships" xmlns:p="http://schemas.openxmlformats.org/presentationml/2006/main" userDrawn="1">
  <p:cSld name="2_FullPic">
    <p:spTree>
      <p:nvGrpSpPr>
        <p:cNvPr id="1" name=""/>
        <p:cNvGrpSpPr/>
        <p:nvPr/>
      </p:nvGrpSpPr>
      <p:grpSpPr>
        <a:xfrm>
          <a:off x="0" y="0"/>
          <a:ext cx="0" cy="0"/>
          <a:chOff x="0" y="0"/>
          <a:chExt cx="0" cy="0"/>
        </a:xfrm>
      </p:grpSpPr>
      <p:sp>
        <p:nvSpPr>
          <p:cNvPr id="5" name="Picture Placeholder 7"/>
          <p:cNvSpPr>
            <a:spLocks noGrp="1"/>
          </p:cNvSpPr>
          <p:nvPr>
            <p:ph type="pic" sz="quarter" idx="11" hasCustomPrompt="1"/>
          </p:nvPr>
        </p:nvSpPr>
        <p:spPr>
          <a:xfrm>
            <a:off x="0" y="0"/>
            <a:ext cx="12192000" cy="68580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4" name="Picture Placeholder 7"/>
          <p:cNvSpPr>
            <a:spLocks noGrp="1"/>
          </p:cNvSpPr>
          <p:nvPr>
            <p:ph type="pic" sz="quarter" idx="10" hasCustomPrompt="1"/>
          </p:nvPr>
        </p:nvSpPr>
        <p:spPr>
          <a:xfrm>
            <a:off x="7112000" y="2696632"/>
            <a:ext cx="5080000" cy="1464736"/>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131139849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par>
                          <p:cTn id="8" fill="hold">
                            <p:stCondLst>
                              <p:cond delay="500"/>
                            </p:stCondLst>
                            <p:childTnLst>
                              <p:par>
                                <p:cTn id="9" presetID="22" presetClass="entr" presetSubtype="2" fill="hold" grpId="0" nodeType="afterEffect">
                                  <p:stCondLst>
                                    <p:cond delay="0"/>
                                  </p:stCondLst>
                                  <p:childTnLst>
                                    <p:set>
                                      <p:cBhvr>
                                        <p:cTn id="10" dur="1" fill="hold">
                                          <p:stCondLst>
                                            <p:cond delay="0"/>
                                          </p:stCondLst>
                                        </p:cTn>
                                        <p:tgtEl>
                                          <p:spTgt spid="4"/>
                                        </p:tgtEl>
                                        <p:attrNameLst>
                                          <p:attrName>style.visibility</p:attrName>
                                        </p:attrNameLst>
                                      </p:cBhvr>
                                      <p:to>
                                        <p:strVal val="visible"/>
                                      </p:to>
                                    </p:set>
                                    <p:animEffect transition="in" filter="wipe(right)">
                                      <p:cBhvr>
                                        <p:cTn id="11"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4" grpId="0"/>
    </p:bldLst>
  </p:timing>
</p:sldLayout>
</file>

<file path=ppt/slideLayouts/slideLayout171.xml><?xml version="1.0" encoding="utf-8"?>
<p:sldLayout xmlns:a="http://schemas.openxmlformats.org/drawingml/2006/main" xmlns:r="http://schemas.openxmlformats.org/officeDocument/2006/relationships" xmlns:p="http://schemas.openxmlformats.org/presentationml/2006/main" userDrawn="1">
  <p:cSld name="1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28193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Picture Placeholder 7"/>
          <p:cNvSpPr>
            <a:spLocks noGrp="1"/>
          </p:cNvSpPr>
          <p:nvPr>
            <p:ph type="pic" sz="quarter" idx="11" hasCustomPrompt="1"/>
          </p:nvPr>
        </p:nvSpPr>
        <p:spPr>
          <a:xfrm>
            <a:off x="0" y="2819400"/>
            <a:ext cx="12192000" cy="40386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173438902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500" fill="hold"/>
                                        <p:tgtEl>
                                          <p:spTgt spid="5"/>
                                        </p:tgtEl>
                                        <p:attrNameLst>
                                          <p:attrName>ppt_x</p:attrName>
                                        </p:attrNameLst>
                                      </p:cBhvr>
                                      <p:tavLst>
                                        <p:tav tm="0">
                                          <p:val>
                                            <p:strVal val="#ppt_x"/>
                                          </p:val>
                                        </p:tav>
                                        <p:tav tm="100000">
                                          <p:val>
                                            <p:strVal val="#ppt_x"/>
                                          </p:val>
                                        </p:tav>
                                      </p:tavLst>
                                    </p:anim>
                                    <p:anim calcmode="lin" valueType="num">
                                      <p:cBhvr additive="base">
                                        <p:cTn id="12"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5" grpId="0"/>
    </p:bldLst>
  </p:timing>
</p:sldLayout>
</file>

<file path=ppt/slideLayouts/slideLayout172.xml><?xml version="1.0" encoding="utf-8"?>
<p:sldLayout xmlns:a="http://schemas.openxmlformats.org/drawingml/2006/main" xmlns:r="http://schemas.openxmlformats.org/officeDocument/2006/relationships" xmlns:p="http://schemas.openxmlformats.org/presentationml/2006/main" userDrawn="1">
  <p:cSld name="4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4851400"/>
            <a:ext cx="12192000" cy="2015067"/>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Picture Placeholder 7"/>
          <p:cNvSpPr>
            <a:spLocks noGrp="1"/>
          </p:cNvSpPr>
          <p:nvPr>
            <p:ph type="pic" sz="quarter" idx="11" hasCustomPrompt="1"/>
          </p:nvPr>
        </p:nvSpPr>
        <p:spPr>
          <a:xfrm>
            <a:off x="0" y="0"/>
            <a:ext cx="12192000" cy="48514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359210204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0-#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additive="base">
                                        <p:cTn id="11" dur="500" fill="hold"/>
                                        <p:tgtEl>
                                          <p:spTgt spid="2"/>
                                        </p:tgtEl>
                                        <p:attrNameLst>
                                          <p:attrName>ppt_x</p:attrName>
                                        </p:attrNameLst>
                                      </p:cBhvr>
                                      <p:tavLst>
                                        <p:tav tm="0">
                                          <p:val>
                                            <p:strVal val="#ppt_x"/>
                                          </p:val>
                                        </p:tav>
                                        <p:tav tm="100000">
                                          <p:val>
                                            <p:strVal val="#ppt_x"/>
                                          </p:val>
                                        </p:tav>
                                      </p:tavLst>
                                    </p:anim>
                                    <p:anim calcmode="lin" valueType="num">
                                      <p:cBhvr additive="base">
                                        <p:cTn id="12" dur="500" fill="hold"/>
                                        <p:tgtEl>
                                          <p:spTgt spid="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5" grpId="0"/>
    </p:bldLst>
  </p:timing>
</p:sldLayout>
</file>

<file path=ppt/slideLayouts/slideLayout173.xml><?xml version="1.0" encoding="utf-8"?>
<p:sldLayout xmlns:a="http://schemas.openxmlformats.org/drawingml/2006/main" xmlns:r="http://schemas.openxmlformats.org/officeDocument/2006/relationships" xmlns:p="http://schemas.openxmlformats.org/presentationml/2006/main" userDrawn="1">
  <p:cSld name="6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68579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91944822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Layout>
</file>

<file path=ppt/slideLayouts/slideLayout174.xml><?xml version="1.0" encoding="utf-8"?>
<p:sldLayout xmlns:a="http://schemas.openxmlformats.org/drawingml/2006/main" xmlns:r="http://schemas.openxmlformats.org/officeDocument/2006/relationships" xmlns:p="http://schemas.openxmlformats.org/presentationml/2006/main" userDrawn="1">
  <p:cSld name="7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68579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113220406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Layout>
</file>

<file path=ppt/slideLayouts/slideLayout175.xml><?xml version="1.0" encoding="utf-8"?>
<p:sldLayout xmlns:a="http://schemas.openxmlformats.org/drawingml/2006/main" xmlns:r="http://schemas.openxmlformats.org/officeDocument/2006/relationships" xmlns:p="http://schemas.openxmlformats.org/presentationml/2006/main" userDrawn="1">
  <p:cSld name="Pic05">
    <p:spTree>
      <p:nvGrpSpPr>
        <p:cNvPr id="1" name=""/>
        <p:cNvGrpSpPr/>
        <p:nvPr/>
      </p:nvGrpSpPr>
      <p:grpSpPr>
        <a:xfrm>
          <a:off x="0" y="0"/>
          <a:ext cx="0" cy="0"/>
          <a:chOff x="0" y="0"/>
          <a:chExt cx="0" cy="0"/>
        </a:xfrm>
      </p:grpSpPr>
      <p:sp>
        <p:nvSpPr>
          <p:cNvPr id="20" name="Picture Placeholder 7"/>
          <p:cNvSpPr>
            <a:spLocks noGrp="1"/>
          </p:cNvSpPr>
          <p:nvPr>
            <p:ph type="pic" sz="quarter" idx="15" hasCustomPrompt="1"/>
          </p:nvPr>
        </p:nvSpPr>
        <p:spPr>
          <a:xfrm>
            <a:off x="0" y="0"/>
            <a:ext cx="12192000" cy="4953000"/>
          </a:xfrm>
          <a:prstGeom prst="rect">
            <a:avLst/>
          </a:prstGeom>
          <a:solidFill>
            <a:schemeClr val="bg1">
              <a:lumMod val="95000"/>
            </a:schemeClr>
          </a:solidFill>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54166552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Lst>
  </p:timing>
</p:sldLayout>
</file>

<file path=ppt/slideLayouts/slideLayout176.xml><?xml version="1.0" encoding="utf-8"?>
<p:sldLayout xmlns:a="http://schemas.openxmlformats.org/drawingml/2006/main" xmlns:r="http://schemas.openxmlformats.org/officeDocument/2006/relationships" xmlns:p="http://schemas.openxmlformats.org/presentationml/2006/main" userDrawn="1">
  <p:cSld name="2_Pic05">
    <p:spTree>
      <p:nvGrpSpPr>
        <p:cNvPr id="1" name=""/>
        <p:cNvGrpSpPr/>
        <p:nvPr/>
      </p:nvGrpSpPr>
      <p:grpSpPr>
        <a:xfrm>
          <a:off x="0" y="0"/>
          <a:ext cx="0" cy="0"/>
          <a:chOff x="0" y="0"/>
          <a:chExt cx="0" cy="0"/>
        </a:xfrm>
      </p:grpSpPr>
      <p:sp>
        <p:nvSpPr>
          <p:cNvPr id="20" name="Picture Placeholder 7"/>
          <p:cNvSpPr>
            <a:spLocks noGrp="1"/>
          </p:cNvSpPr>
          <p:nvPr>
            <p:ph type="pic" sz="quarter" idx="15" hasCustomPrompt="1"/>
          </p:nvPr>
        </p:nvSpPr>
        <p:spPr>
          <a:xfrm>
            <a:off x="0" y="3259667"/>
            <a:ext cx="12192000" cy="3589867"/>
          </a:xfrm>
          <a:prstGeom prst="rect">
            <a:avLst/>
          </a:prstGeom>
          <a:solidFill>
            <a:schemeClr val="bg1">
              <a:lumMod val="95000"/>
            </a:schemeClr>
          </a:solidFill>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193902707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Lst>
  </p:timing>
</p:sldLayout>
</file>

<file path=ppt/slideLayouts/slideLayout177.xml><?xml version="1.0" encoding="utf-8"?>
<p:sldLayout xmlns:a="http://schemas.openxmlformats.org/drawingml/2006/main" xmlns:r="http://schemas.openxmlformats.org/officeDocument/2006/relationships" xmlns:p="http://schemas.openxmlformats.org/presentationml/2006/main" userDrawn="1">
  <p:cSld name="Pic09">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880609" y="1870880"/>
            <a:ext cx="4908153" cy="4301321"/>
          </a:xfrm>
          <a:prstGeom prst="rect">
            <a:avLst/>
          </a:prstGeom>
          <a:ln>
            <a:solidFill>
              <a:schemeClr val="accent1"/>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118509127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Layout>
</file>

<file path=ppt/slideLayouts/slideLayout178.xml><?xml version="1.0" encoding="utf-8"?>
<p:sldLayout xmlns:a="http://schemas.openxmlformats.org/drawingml/2006/main" xmlns:r="http://schemas.openxmlformats.org/officeDocument/2006/relationships" xmlns:p="http://schemas.openxmlformats.org/presentationml/2006/main" userDrawn="1">
  <p:cSld name="Pic11">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6385125" y="1870880"/>
            <a:ext cx="4908153" cy="4301321"/>
          </a:xfrm>
          <a:prstGeom prst="rect">
            <a:avLst/>
          </a:prstGeom>
          <a:solidFill>
            <a:schemeClr val="bg1">
              <a:lumMod val="95000"/>
            </a:schemeClr>
          </a:solidFill>
          <a:ln>
            <a:solidFill>
              <a:schemeClr val="bg1">
                <a:lumMod val="95000"/>
              </a:schemeClr>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24829480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Layout>
</file>

<file path=ppt/slideLayouts/slideLayout179.xml><?xml version="1.0" encoding="utf-8"?>
<p:sldLayout xmlns:a="http://schemas.openxmlformats.org/drawingml/2006/main" xmlns:r="http://schemas.openxmlformats.org/officeDocument/2006/relationships" xmlns:p="http://schemas.openxmlformats.org/presentationml/2006/main" userDrawn="1">
  <p:cSld name="1_Pic11">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7315200" y="1532467"/>
            <a:ext cx="4267200" cy="4876800"/>
          </a:xfrm>
          <a:prstGeom prst="rect">
            <a:avLst/>
          </a:prstGeom>
          <a:solidFill>
            <a:schemeClr val="bg1">
              <a:lumMod val="95000"/>
            </a:schemeClr>
          </a:solidFill>
          <a:ln>
            <a:solidFill>
              <a:schemeClr val="bg1">
                <a:lumMod val="95000"/>
              </a:schemeClr>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60108748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Layout>
</file>

<file path=ppt/slideLayouts/slideLayout180.xml><?xml version="1.0" encoding="utf-8"?>
<p:sldLayout xmlns:a="http://schemas.openxmlformats.org/drawingml/2006/main" xmlns:r="http://schemas.openxmlformats.org/officeDocument/2006/relationships" xmlns:p="http://schemas.openxmlformats.org/presentationml/2006/main" userDrawn="1">
  <p:cSld name="1_Pic09">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880608" y="4343400"/>
            <a:ext cx="5074221" cy="2032000"/>
          </a:xfrm>
          <a:prstGeom prst="rect">
            <a:avLst/>
          </a:prstGeom>
          <a:ln>
            <a:solidFill>
              <a:schemeClr val="bg1">
                <a:lumMod val="65000"/>
              </a:schemeClr>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8" name="Picture Placeholder 7"/>
          <p:cNvSpPr>
            <a:spLocks noGrp="1"/>
          </p:cNvSpPr>
          <p:nvPr>
            <p:ph type="pic" sz="quarter" idx="16" hasCustomPrompt="1"/>
          </p:nvPr>
        </p:nvSpPr>
        <p:spPr>
          <a:xfrm>
            <a:off x="6223267" y="4343400"/>
            <a:ext cx="5074221" cy="2032000"/>
          </a:xfrm>
          <a:prstGeom prst="rect">
            <a:avLst/>
          </a:prstGeom>
          <a:ln>
            <a:solidFill>
              <a:schemeClr val="bg1">
                <a:lumMod val="65000"/>
              </a:schemeClr>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56447862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par>
                          <p:cTn id="9" fill="hold">
                            <p:stCondLst>
                              <p:cond delay="1000"/>
                            </p:stCondLst>
                            <p:childTnLst>
                              <p:par>
                                <p:cTn id="10" presetID="2" presetClass="entr" presetSubtype="4" accel="50000" decel="50000" fill="hold" grpId="0" nodeType="afterEffect">
                                  <p:stCondLst>
                                    <p:cond delay="0"/>
                                  </p:stCondLst>
                                  <p:childTnLst>
                                    <p:set>
                                      <p:cBhvr>
                                        <p:cTn id="11" dur="1" fill="hold">
                                          <p:stCondLst>
                                            <p:cond delay="0"/>
                                          </p:stCondLst>
                                        </p:cTn>
                                        <p:tgtEl>
                                          <p:spTgt spid="8"/>
                                        </p:tgtEl>
                                        <p:attrNameLst>
                                          <p:attrName>style.visibility</p:attrName>
                                        </p:attrNameLst>
                                      </p:cBhvr>
                                      <p:to>
                                        <p:strVal val="visible"/>
                                      </p:to>
                                    </p:set>
                                    <p:anim calcmode="lin" valueType="num">
                                      <p:cBhvr additive="base">
                                        <p:cTn id="12" dur="1000" fill="hold"/>
                                        <p:tgtEl>
                                          <p:spTgt spid="8"/>
                                        </p:tgtEl>
                                        <p:attrNameLst>
                                          <p:attrName>ppt_x</p:attrName>
                                        </p:attrNameLst>
                                      </p:cBhvr>
                                      <p:tavLst>
                                        <p:tav tm="0">
                                          <p:val>
                                            <p:strVal val="#ppt_x"/>
                                          </p:val>
                                        </p:tav>
                                        <p:tav tm="100000">
                                          <p:val>
                                            <p:strVal val="#ppt_x"/>
                                          </p:val>
                                        </p:tav>
                                      </p:tavLst>
                                    </p:anim>
                                    <p:anim calcmode="lin" valueType="num">
                                      <p:cBhvr additive="base">
                                        <p:cTn id="13" dur="1000" fill="hold"/>
                                        <p:tgtEl>
                                          <p:spTgt spid="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Lst>
  </p:timing>
</p:sldLayout>
</file>

<file path=ppt/slideLayouts/slideLayout181.xml><?xml version="1.0" encoding="utf-8"?>
<p:sldLayout xmlns:a="http://schemas.openxmlformats.org/drawingml/2006/main" xmlns:r="http://schemas.openxmlformats.org/officeDocument/2006/relationships" xmlns:p="http://schemas.openxmlformats.org/presentationml/2006/main" userDrawn="1">
  <p:cSld name="2_Pic09">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880608" y="1711037"/>
            <a:ext cx="4471039" cy="3352800"/>
          </a:xfrm>
          <a:prstGeom prst="rect">
            <a:avLst/>
          </a:prstGeom>
          <a:ln>
            <a:solidFill>
              <a:schemeClr val="bg1">
                <a:lumMod val="65000"/>
              </a:schemeClr>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8" name="Picture Placeholder 7"/>
          <p:cNvSpPr>
            <a:spLocks noGrp="1"/>
          </p:cNvSpPr>
          <p:nvPr>
            <p:ph type="pic" sz="quarter" idx="16" hasCustomPrompt="1"/>
          </p:nvPr>
        </p:nvSpPr>
        <p:spPr>
          <a:xfrm>
            <a:off x="852803" y="5215853"/>
            <a:ext cx="1391635" cy="1067184"/>
          </a:xfrm>
          <a:prstGeom prst="rect">
            <a:avLst/>
          </a:prstGeom>
          <a:ln>
            <a:solidFill>
              <a:schemeClr val="bg1">
                <a:lumMod val="65000"/>
              </a:schemeClr>
            </a:solidFill>
          </a:ln>
        </p:spPr>
        <p:txBody>
          <a:bodyPr bIns="91440" anchor="b"/>
          <a:lstStyle>
            <a:lvl1pPr algn="ctr">
              <a:buNone/>
              <a:defRPr sz="1067">
                <a:solidFill>
                  <a:schemeClr val="tx1">
                    <a:lumMod val="50000"/>
                    <a:lumOff val="50000"/>
                  </a:schemeClr>
                </a:solidFill>
              </a:defRPr>
            </a:lvl1pPr>
          </a:lstStyle>
          <a:p>
            <a:r>
              <a:rPr lang="en-US" dirty="0" smtClean="0"/>
              <a:t>Image Holder</a:t>
            </a:r>
            <a:endParaRPr lang="en-US" dirty="0"/>
          </a:p>
        </p:txBody>
      </p:sp>
      <p:sp>
        <p:nvSpPr>
          <p:cNvPr id="13" name="Picture Placeholder 7"/>
          <p:cNvSpPr>
            <a:spLocks noGrp="1"/>
          </p:cNvSpPr>
          <p:nvPr>
            <p:ph type="pic" sz="quarter" idx="17" hasCustomPrompt="1"/>
          </p:nvPr>
        </p:nvSpPr>
        <p:spPr>
          <a:xfrm>
            <a:off x="2406407" y="5215853"/>
            <a:ext cx="1391635" cy="1067184"/>
          </a:xfrm>
          <a:prstGeom prst="rect">
            <a:avLst/>
          </a:prstGeom>
          <a:ln>
            <a:solidFill>
              <a:schemeClr val="bg1">
                <a:lumMod val="65000"/>
              </a:schemeClr>
            </a:solidFill>
          </a:ln>
        </p:spPr>
        <p:txBody>
          <a:bodyPr bIns="91440" anchor="b"/>
          <a:lstStyle>
            <a:lvl1pPr algn="ctr">
              <a:buNone/>
              <a:defRPr sz="1067">
                <a:solidFill>
                  <a:schemeClr val="tx1">
                    <a:lumMod val="50000"/>
                    <a:lumOff val="50000"/>
                  </a:schemeClr>
                </a:solidFill>
              </a:defRPr>
            </a:lvl1pPr>
          </a:lstStyle>
          <a:p>
            <a:r>
              <a:rPr lang="en-US" dirty="0" smtClean="0"/>
              <a:t>Image Holder</a:t>
            </a:r>
            <a:endParaRPr lang="en-US" dirty="0"/>
          </a:p>
        </p:txBody>
      </p:sp>
      <p:sp>
        <p:nvSpPr>
          <p:cNvPr id="14" name="Picture Placeholder 7"/>
          <p:cNvSpPr>
            <a:spLocks noGrp="1"/>
          </p:cNvSpPr>
          <p:nvPr>
            <p:ph type="pic" sz="quarter" idx="18" hasCustomPrompt="1"/>
          </p:nvPr>
        </p:nvSpPr>
        <p:spPr>
          <a:xfrm>
            <a:off x="3960012" y="5215853"/>
            <a:ext cx="1391635" cy="1067184"/>
          </a:xfrm>
          <a:prstGeom prst="rect">
            <a:avLst/>
          </a:prstGeom>
          <a:ln>
            <a:solidFill>
              <a:schemeClr val="bg1">
                <a:lumMod val="65000"/>
              </a:schemeClr>
            </a:solidFill>
          </a:ln>
        </p:spPr>
        <p:txBody>
          <a:bodyPr bIns="91440" anchor="b"/>
          <a:lstStyle>
            <a:lvl1pPr algn="ctr">
              <a:buNone/>
              <a:defRPr sz="1067">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362629577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par>
                          <p:cTn id="9" fill="hold">
                            <p:stCondLst>
                              <p:cond delay="1000"/>
                            </p:stCondLst>
                            <p:childTnLst>
                              <p:par>
                                <p:cTn id="10" presetID="2" presetClass="entr" presetSubtype="4" accel="50000" decel="50000" fill="hold" grpId="0" nodeType="afterEffect">
                                  <p:stCondLst>
                                    <p:cond delay="0"/>
                                  </p:stCondLst>
                                  <p:childTnLst>
                                    <p:set>
                                      <p:cBhvr>
                                        <p:cTn id="11" dur="1" fill="hold">
                                          <p:stCondLst>
                                            <p:cond delay="0"/>
                                          </p:stCondLst>
                                        </p:cTn>
                                        <p:tgtEl>
                                          <p:spTgt spid="8"/>
                                        </p:tgtEl>
                                        <p:attrNameLst>
                                          <p:attrName>style.visibility</p:attrName>
                                        </p:attrNameLst>
                                      </p:cBhvr>
                                      <p:to>
                                        <p:strVal val="visible"/>
                                      </p:to>
                                    </p:set>
                                    <p:anim calcmode="lin" valueType="num">
                                      <p:cBhvr additive="base">
                                        <p:cTn id="12" dur="1000" fill="hold"/>
                                        <p:tgtEl>
                                          <p:spTgt spid="8"/>
                                        </p:tgtEl>
                                        <p:attrNameLst>
                                          <p:attrName>ppt_x</p:attrName>
                                        </p:attrNameLst>
                                      </p:cBhvr>
                                      <p:tavLst>
                                        <p:tav tm="0">
                                          <p:val>
                                            <p:strVal val="#ppt_x"/>
                                          </p:val>
                                        </p:tav>
                                        <p:tav tm="100000">
                                          <p:val>
                                            <p:strVal val="#ppt_x"/>
                                          </p:val>
                                        </p:tav>
                                      </p:tavLst>
                                    </p:anim>
                                    <p:anim calcmode="lin" valueType="num">
                                      <p:cBhvr additive="base">
                                        <p:cTn id="13" dur="1000" fill="hold"/>
                                        <p:tgtEl>
                                          <p:spTgt spid="8"/>
                                        </p:tgtEl>
                                        <p:attrNameLst>
                                          <p:attrName>ppt_y</p:attrName>
                                        </p:attrNameLst>
                                      </p:cBhvr>
                                      <p:tavLst>
                                        <p:tav tm="0">
                                          <p:val>
                                            <p:strVal val="1+#ppt_h/2"/>
                                          </p:val>
                                        </p:tav>
                                        <p:tav tm="100000">
                                          <p:val>
                                            <p:strVal val="#ppt_y"/>
                                          </p:val>
                                        </p:tav>
                                      </p:tavLst>
                                    </p:anim>
                                  </p:childTnLst>
                                </p:cTn>
                              </p:par>
                            </p:childTnLst>
                          </p:cTn>
                        </p:par>
                        <p:par>
                          <p:cTn id="14" fill="hold">
                            <p:stCondLst>
                              <p:cond delay="2000"/>
                            </p:stCondLst>
                            <p:childTnLst>
                              <p:par>
                                <p:cTn id="15" presetID="2" presetClass="entr" presetSubtype="4" accel="50000" decel="50000" fill="hold" grpId="0" nodeType="afterEffect">
                                  <p:stCondLst>
                                    <p:cond delay="0"/>
                                  </p:stCondLst>
                                  <p:childTnLst>
                                    <p:set>
                                      <p:cBhvr>
                                        <p:cTn id="16" dur="1" fill="hold">
                                          <p:stCondLst>
                                            <p:cond delay="0"/>
                                          </p:stCondLst>
                                        </p:cTn>
                                        <p:tgtEl>
                                          <p:spTgt spid="13"/>
                                        </p:tgtEl>
                                        <p:attrNameLst>
                                          <p:attrName>style.visibility</p:attrName>
                                        </p:attrNameLst>
                                      </p:cBhvr>
                                      <p:to>
                                        <p:strVal val="visible"/>
                                      </p:to>
                                    </p:set>
                                    <p:anim calcmode="lin" valueType="num">
                                      <p:cBhvr additive="base">
                                        <p:cTn id="17" dur="1000" fill="hold"/>
                                        <p:tgtEl>
                                          <p:spTgt spid="13"/>
                                        </p:tgtEl>
                                        <p:attrNameLst>
                                          <p:attrName>ppt_x</p:attrName>
                                        </p:attrNameLst>
                                      </p:cBhvr>
                                      <p:tavLst>
                                        <p:tav tm="0">
                                          <p:val>
                                            <p:strVal val="#ppt_x"/>
                                          </p:val>
                                        </p:tav>
                                        <p:tav tm="100000">
                                          <p:val>
                                            <p:strVal val="#ppt_x"/>
                                          </p:val>
                                        </p:tav>
                                      </p:tavLst>
                                    </p:anim>
                                    <p:anim calcmode="lin" valueType="num">
                                      <p:cBhvr additive="base">
                                        <p:cTn id="18" dur="1000" fill="hold"/>
                                        <p:tgtEl>
                                          <p:spTgt spid="13"/>
                                        </p:tgtEl>
                                        <p:attrNameLst>
                                          <p:attrName>ppt_y</p:attrName>
                                        </p:attrNameLst>
                                      </p:cBhvr>
                                      <p:tavLst>
                                        <p:tav tm="0">
                                          <p:val>
                                            <p:strVal val="1+#ppt_h/2"/>
                                          </p:val>
                                        </p:tav>
                                        <p:tav tm="100000">
                                          <p:val>
                                            <p:strVal val="#ppt_y"/>
                                          </p:val>
                                        </p:tav>
                                      </p:tavLst>
                                    </p:anim>
                                  </p:childTnLst>
                                </p:cTn>
                              </p:par>
                            </p:childTnLst>
                          </p:cTn>
                        </p:par>
                        <p:par>
                          <p:cTn id="19" fill="hold">
                            <p:stCondLst>
                              <p:cond delay="3000"/>
                            </p:stCondLst>
                            <p:childTnLst>
                              <p:par>
                                <p:cTn id="20" presetID="2" presetClass="entr" presetSubtype="4" accel="50000" decel="50000" fill="hold" grpId="0" nodeType="afterEffect">
                                  <p:stCondLst>
                                    <p:cond delay="0"/>
                                  </p:stCondLst>
                                  <p:childTnLst>
                                    <p:set>
                                      <p:cBhvr>
                                        <p:cTn id="21" dur="1" fill="hold">
                                          <p:stCondLst>
                                            <p:cond delay="0"/>
                                          </p:stCondLst>
                                        </p:cTn>
                                        <p:tgtEl>
                                          <p:spTgt spid="14"/>
                                        </p:tgtEl>
                                        <p:attrNameLst>
                                          <p:attrName>style.visibility</p:attrName>
                                        </p:attrNameLst>
                                      </p:cBhvr>
                                      <p:to>
                                        <p:strVal val="visible"/>
                                      </p:to>
                                    </p:set>
                                    <p:anim calcmode="lin" valueType="num">
                                      <p:cBhvr additive="base">
                                        <p:cTn id="22" dur="1000" fill="hold"/>
                                        <p:tgtEl>
                                          <p:spTgt spid="14"/>
                                        </p:tgtEl>
                                        <p:attrNameLst>
                                          <p:attrName>ppt_x</p:attrName>
                                        </p:attrNameLst>
                                      </p:cBhvr>
                                      <p:tavLst>
                                        <p:tav tm="0">
                                          <p:val>
                                            <p:strVal val="#ppt_x"/>
                                          </p:val>
                                        </p:tav>
                                        <p:tav tm="100000">
                                          <p:val>
                                            <p:strVal val="#ppt_x"/>
                                          </p:val>
                                        </p:tav>
                                      </p:tavLst>
                                    </p:anim>
                                    <p:anim calcmode="lin" valueType="num">
                                      <p:cBhvr additive="base">
                                        <p:cTn id="23" dur="1000" fill="hold"/>
                                        <p:tgtEl>
                                          <p:spTgt spid="1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13" grpId="0" animBg="1"/>
      <p:bldP spid="14" grpId="0" animBg="1"/>
    </p:bldLst>
  </p:timing>
</p:sldLayout>
</file>

<file path=ppt/slideLayouts/slideLayout182.xml><?xml version="1.0" encoding="utf-8"?>
<p:sldLayout xmlns:a="http://schemas.openxmlformats.org/drawingml/2006/main" xmlns:r="http://schemas.openxmlformats.org/officeDocument/2006/relationships" xmlns:p="http://schemas.openxmlformats.org/presentationml/2006/main" userDrawn="1">
  <p:cSld name="5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28193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301040068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Layout>
</file>

<file path=ppt/slideLayouts/slideLayout183.xml><?xml version="1.0" encoding="utf-8"?>
<p:sldLayout xmlns:a="http://schemas.openxmlformats.org/drawingml/2006/main" xmlns:r="http://schemas.openxmlformats.org/officeDocument/2006/relationships" xmlns:p="http://schemas.openxmlformats.org/presentationml/2006/main" userDrawn="1">
  <p:cSld name="2_Team09">
    <p:spTree>
      <p:nvGrpSpPr>
        <p:cNvPr id="1" name=""/>
        <p:cNvGrpSpPr/>
        <p:nvPr/>
      </p:nvGrpSpPr>
      <p:grpSpPr>
        <a:xfrm>
          <a:off x="0" y="0"/>
          <a:ext cx="0" cy="0"/>
          <a:chOff x="0" y="0"/>
          <a:chExt cx="0" cy="0"/>
        </a:xfrm>
      </p:grpSpPr>
      <p:sp>
        <p:nvSpPr>
          <p:cNvPr id="21" name="Picture Placeholder 7"/>
          <p:cNvSpPr>
            <a:spLocks noGrp="1"/>
          </p:cNvSpPr>
          <p:nvPr>
            <p:ph type="pic" sz="quarter" idx="29" hasCustomPrompt="1"/>
          </p:nvPr>
        </p:nvSpPr>
        <p:spPr>
          <a:xfrm>
            <a:off x="0" y="2964581"/>
            <a:ext cx="12192000" cy="389341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1" name="Picture Placeholder 7"/>
          <p:cNvSpPr>
            <a:spLocks noGrp="1"/>
          </p:cNvSpPr>
          <p:nvPr>
            <p:ph type="pic" sz="quarter" idx="10" hasCustomPrompt="1"/>
          </p:nvPr>
        </p:nvSpPr>
        <p:spPr>
          <a:xfrm>
            <a:off x="876172" y="2006600"/>
            <a:ext cx="1895355" cy="1894789"/>
          </a:xfrm>
          <a:prstGeom prst="ellipse">
            <a:avLst/>
          </a:prstGeom>
          <a:ln w="19050">
            <a:solidFill>
              <a:schemeClr val="accent1"/>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14" name="Text Placeholder 3"/>
          <p:cNvSpPr>
            <a:spLocks noGrp="1"/>
          </p:cNvSpPr>
          <p:nvPr>
            <p:ph type="body" sz="half" idx="15"/>
          </p:nvPr>
        </p:nvSpPr>
        <p:spPr>
          <a:xfrm>
            <a:off x="849403" y="4644196"/>
            <a:ext cx="1948892" cy="1231107"/>
          </a:xfrm>
          <a:prstGeom prst="rect">
            <a:avLst/>
          </a:prstGeom>
        </p:spPr>
        <p:txBody>
          <a:bodyPr wrap="square" lIns="0" tIns="0" rIns="0" bIns="0" anchor="t">
            <a:noAutofit/>
          </a:bodyPr>
          <a:lstStyle>
            <a:lvl1pPr marL="0" indent="0" algn="ctr">
              <a:buNone/>
              <a:defRPr sz="1467" b="0"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3" name="Picture Placeholder 7"/>
          <p:cNvSpPr>
            <a:spLocks noGrp="1"/>
          </p:cNvSpPr>
          <p:nvPr>
            <p:ph type="pic" sz="quarter" idx="17" hasCustomPrompt="1"/>
          </p:nvPr>
        </p:nvSpPr>
        <p:spPr>
          <a:xfrm>
            <a:off x="3011255" y="2006600"/>
            <a:ext cx="1895355" cy="1894789"/>
          </a:xfrm>
          <a:prstGeom prst="ellipse">
            <a:avLst/>
          </a:prstGeom>
          <a:ln w="19050">
            <a:solidFill>
              <a:schemeClr val="accent2"/>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24" name="Text Placeholder 3"/>
          <p:cNvSpPr>
            <a:spLocks noGrp="1"/>
          </p:cNvSpPr>
          <p:nvPr>
            <p:ph type="body" sz="half" idx="18"/>
          </p:nvPr>
        </p:nvSpPr>
        <p:spPr>
          <a:xfrm>
            <a:off x="2984486" y="4644196"/>
            <a:ext cx="1948892" cy="1231107"/>
          </a:xfrm>
          <a:prstGeom prst="rect">
            <a:avLst/>
          </a:prstGeom>
        </p:spPr>
        <p:txBody>
          <a:bodyPr wrap="square" lIns="0" tIns="0" rIns="0" bIns="0" anchor="t">
            <a:noAutofit/>
          </a:bodyPr>
          <a:lstStyle>
            <a:lvl1pPr marL="0" indent="0" algn="ctr">
              <a:buNone/>
              <a:defRPr sz="1467" b="0"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7" name="Picture Placeholder 7"/>
          <p:cNvSpPr>
            <a:spLocks noGrp="1"/>
          </p:cNvSpPr>
          <p:nvPr>
            <p:ph type="pic" sz="quarter" idx="20" hasCustomPrompt="1"/>
          </p:nvPr>
        </p:nvSpPr>
        <p:spPr>
          <a:xfrm>
            <a:off x="5131884" y="2006600"/>
            <a:ext cx="1895355" cy="1894789"/>
          </a:xfrm>
          <a:prstGeom prst="ellipse">
            <a:avLst/>
          </a:prstGeom>
          <a:ln w="19050">
            <a:solidFill>
              <a:schemeClr val="accent3"/>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28" name="Text Placeholder 3"/>
          <p:cNvSpPr>
            <a:spLocks noGrp="1"/>
          </p:cNvSpPr>
          <p:nvPr>
            <p:ph type="body" sz="half" idx="21"/>
          </p:nvPr>
        </p:nvSpPr>
        <p:spPr>
          <a:xfrm>
            <a:off x="5105115" y="4644196"/>
            <a:ext cx="1948892" cy="1231107"/>
          </a:xfrm>
          <a:prstGeom prst="rect">
            <a:avLst/>
          </a:prstGeom>
        </p:spPr>
        <p:txBody>
          <a:bodyPr wrap="square" lIns="0" tIns="0" rIns="0" bIns="0" anchor="t">
            <a:noAutofit/>
          </a:bodyPr>
          <a:lstStyle>
            <a:lvl1pPr marL="0" indent="0" algn="ctr">
              <a:buNone/>
              <a:defRPr sz="1467" b="0"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32" name="Picture Placeholder 7"/>
          <p:cNvSpPr>
            <a:spLocks noGrp="1"/>
          </p:cNvSpPr>
          <p:nvPr>
            <p:ph type="pic" sz="quarter" idx="23" hasCustomPrompt="1"/>
          </p:nvPr>
        </p:nvSpPr>
        <p:spPr>
          <a:xfrm>
            <a:off x="7241708" y="2006600"/>
            <a:ext cx="1895355" cy="1894789"/>
          </a:xfrm>
          <a:prstGeom prst="ellipse">
            <a:avLst/>
          </a:prstGeom>
          <a:ln w="19050">
            <a:solidFill>
              <a:schemeClr val="accent4"/>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33" name="Text Placeholder 3"/>
          <p:cNvSpPr>
            <a:spLocks noGrp="1"/>
          </p:cNvSpPr>
          <p:nvPr>
            <p:ph type="body" sz="half" idx="24"/>
          </p:nvPr>
        </p:nvSpPr>
        <p:spPr>
          <a:xfrm>
            <a:off x="7214939" y="4644196"/>
            <a:ext cx="1948892" cy="1231107"/>
          </a:xfrm>
          <a:prstGeom prst="rect">
            <a:avLst/>
          </a:prstGeom>
        </p:spPr>
        <p:txBody>
          <a:bodyPr wrap="square" lIns="0" tIns="0" rIns="0" bIns="0" anchor="t">
            <a:noAutofit/>
          </a:bodyPr>
          <a:lstStyle>
            <a:lvl1pPr marL="0" indent="0" algn="ctr">
              <a:buNone/>
              <a:defRPr sz="1467" b="0"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38" name="Picture Placeholder 7"/>
          <p:cNvSpPr>
            <a:spLocks noGrp="1"/>
          </p:cNvSpPr>
          <p:nvPr>
            <p:ph type="pic" sz="quarter" idx="26" hasCustomPrompt="1"/>
          </p:nvPr>
        </p:nvSpPr>
        <p:spPr>
          <a:xfrm>
            <a:off x="9373143" y="2006600"/>
            <a:ext cx="1895355" cy="1894789"/>
          </a:xfrm>
          <a:prstGeom prst="ellipse">
            <a:avLst/>
          </a:prstGeom>
          <a:ln w="19050">
            <a:solidFill>
              <a:schemeClr val="accent5"/>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39" name="Text Placeholder 3"/>
          <p:cNvSpPr>
            <a:spLocks noGrp="1"/>
          </p:cNvSpPr>
          <p:nvPr>
            <p:ph type="body" sz="half" idx="27"/>
          </p:nvPr>
        </p:nvSpPr>
        <p:spPr>
          <a:xfrm>
            <a:off x="9346374" y="4644196"/>
            <a:ext cx="1948892" cy="1231107"/>
          </a:xfrm>
          <a:prstGeom prst="rect">
            <a:avLst/>
          </a:prstGeom>
        </p:spPr>
        <p:txBody>
          <a:bodyPr wrap="square" lIns="0" tIns="0" rIns="0" bIns="0" anchor="t">
            <a:noAutofit/>
          </a:bodyPr>
          <a:lstStyle>
            <a:lvl1pPr marL="0" indent="0" algn="ctr">
              <a:buNone/>
              <a:defRPr sz="1467" b="0"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2" name="Text Placeholder 3"/>
          <p:cNvSpPr>
            <a:spLocks noGrp="1"/>
          </p:cNvSpPr>
          <p:nvPr>
            <p:ph type="body" sz="half" idx="16"/>
          </p:nvPr>
        </p:nvSpPr>
        <p:spPr>
          <a:xfrm>
            <a:off x="1140228" y="3980808"/>
            <a:ext cx="1367243" cy="508973"/>
          </a:xfrm>
          <a:prstGeom prst="rect">
            <a:avLst/>
          </a:prstGeom>
        </p:spPr>
        <p:txBody>
          <a:bodyPr wrap="squar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26" name="Text Placeholder 3"/>
          <p:cNvSpPr>
            <a:spLocks noGrp="1"/>
          </p:cNvSpPr>
          <p:nvPr>
            <p:ph type="body" sz="half" idx="19"/>
          </p:nvPr>
        </p:nvSpPr>
        <p:spPr>
          <a:xfrm>
            <a:off x="3275311" y="3980808"/>
            <a:ext cx="1367243" cy="508973"/>
          </a:xfrm>
          <a:prstGeom prst="rect">
            <a:avLst/>
          </a:prstGeom>
        </p:spPr>
        <p:txBody>
          <a:bodyPr wrap="squar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30" name="Text Placeholder 3"/>
          <p:cNvSpPr>
            <a:spLocks noGrp="1"/>
          </p:cNvSpPr>
          <p:nvPr>
            <p:ph type="body" sz="half" idx="22"/>
          </p:nvPr>
        </p:nvSpPr>
        <p:spPr>
          <a:xfrm>
            <a:off x="5395940" y="3980808"/>
            <a:ext cx="1367243" cy="508973"/>
          </a:xfrm>
          <a:prstGeom prst="rect">
            <a:avLst/>
          </a:prstGeom>
        </p:spPr>
        <p:txBody>
          <a:bodyPr wrap="squar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36" name="Text Placeholder 3"/>
          <p:cNvSpPr>
            <a:spLocks noGrp="1"/>
          </p:cNvSpPr>
          <p:nvPr>
            <p:ph type="body" sz="half" idx="25"/>
          </p:nvPr>
        </p:nvSpPr>
        <p:spPr>
          <a:xfrm>
            <a:off x="7505764" y="3980808"/>
            <a:ext cx="1367243" cy="508973"/>
          </a:xfrm>
          <a:prstGeom prst="rect">
            <a:avLst/>
          </a:prstGeom>
        </p:spPr>
        <p:txBody>
          <a:bodyPr wrap="squar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44" name="Text Placeholder 3"/>
          <p:cNvSpPr>
            <a:spLocks noGrp="1"/>
          </p:cNvSpPr>
          <p:nvPr>
            <p:ph type="body" sz="half" idx="28"/>
          </p:nvPr>
        </p:nvSpPr>
        <p:spPr>
          <a:xfrm>
            <a:off x="9637199" y="3980808"/>
            <a:ext cx="1367243" cy="508973"/>
          </a:xfrm>
          <a:prstGeom prst="rect">
            <a:avLst/>
          </a:prstGeom>
        </p:spPr>
        <p:txBody>
          <a:bodyPr wrap="squar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19"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20"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169268673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1"/>
                                        </p:tgtEl>
                                        <p:attrNameLst>
                                          <p:attrName>style.visibility</p:attrName>
                                        </p:attrNameLst>
                                      </p:cBhvr>
                                      <p:to>
                                        <p:strVal val="visible"/>
                                      </p:to>
                                    </p:set>
                                    <p:animEffect transition="in" filter="fade">
                                      <p:cBhvr>
                                        <p:cTn id="7" dur="1000"/>
                                        <p:tgtEl>
                                          <p:spTgt spid="21"/>
                                        </p:tgtEl>
                                      </p:cBhvr>
                                    </p:animEffect>
                                  </p:childTnLst>
                                </p:cTn>
                              </p:par>
                            </p:childTnLst>
                          </p:cTn>
                        </p:par>
                        <p:par>
                          <p:cTn id="8" fill="hold">
                            <p:stCondLst>
                              <p:cond delay="1000"/>
                            </p:stCondLst>
                            <p:childTnLst>
                              <p:par>
                                <p:cTn id="9" presetID="53" presetClass="entr" presetSubtype="0" fill="hold" grpId="0" nodeType="afterEffect">
                                  <p:stCondLst>
                                    <p:cond delay="0"/>
                                  </p:stCondLst>
                                  <p:childTnLst>
                                    <p:set>
                                      <p:cBhvr>
                                        <p:cTn id="10" dur="1" fill="hold">
                                          <p:stCondLst>
                                            <p:cond delay="0"/>
                                          </p:stCondLst>
                                        </p:cTn>
                                        <p:tgtEl>
                                          <p:spTgt spid="31"/>
                                        </p:tgtEl>
                                        <p:attrNameLst>
                                          <p:attrName>style.visibility</p:attrName>
                                        </p:attrNameLst>
                                      </p:cBhvr>
                                      <p:to>
                                        <p:strVal val="visible"/>
                                      </p:to>
                                    </p:set>
                                    <p:anim calcmode="lin" valueType="num">
                                      <p:cBhvr>
                                        <p:cTn id="11" dur="500" fill="hold"/>
                                        <p:tgtEl>
                                          <p:spTgt spid="31"/>
                                        </p:tgtEl>
                                        <p:attrNameLst>
                                          <p:attrName>ppt_w</p:attrName>
                                        </p:attrNameLst>
                                      </p:cBhvr>
                                      <p:tavLst>
                                        <p:tav tm="0">
                                          <p:val>
                                            <p:fltVal val="0"/>
                                          </p:val>
                                        </p:tav>
                                        <p:tav tm="100000">
                                          <p:val>
                                            <p:strVal val="#ppt_w"/>
                                          </p:val>
                                        </p:tav>
                                      </p:tavLst>
                                    </p:anim>
                                    <p:anim calcmode="lin" valueType="num">
                                      <p:cBhvr>
                                        <p:cTn id="12" dur="500" fill="hold"/>
                                        <p:tgtEl>
                                          <p:spTgt spid="31"/>
                                        </p:tgtEl>
                                        <p:attrNameLst>
                                          <p:attrName>ppt_h</p:attrName>
                                        </p:attrNameLst>
                                      </p:cBhvr>
                                      <p:tavLst>
                                        <p:tav tm="0">
                                          <p:val>
                                            <p:fltVal val="0"/>
                                          </p:val>
                                        </p:tav>
                                        <p:tav tm="100000">
                                          <p:val>
                                            <p:strVal val="#ppt_h"/>
                                          </p:val>
                                        </p:tav>
                                      </p:tavLst>
                                    </p:anim>
                                    <p:animEffect transition="in" filter="fade">
                                      <p:cBhvr>
                                        <p:cTn id="13" dur="500"/>
                                        <p:tgtEl>
                                          <p:spTgt spid="31"/>
                                        </p:tgtEl>
                                      </p:cBhvr>
                                    </p:animEffect>
                                  </p:childTnLst>
                                </p:cTn>
                              </p:par>
                            </p:childTnLst>
                          </p:cTn>
                        </p:par>
                        <p:par>
                          <p:cTn id="14" fill="hold">
                            <p:stCondLst>
                              <p:cond delay="1500"/>
                            </p:stCondLst>
                            <p:childTnLst>
                              <p:par>
                                <p:cTn id="15" presetID="22" presetClass="entr" presetSubtype="4" fill="hold" grpId="0" nodeType="afterEffect" nodePh="1">
                                  <p:stCondLst>
                                    <p:cond delay="0"/>
                                  </p:stCondLst>
                                  <p:endCondLst>
                                    <p:cond evt="begin" delay="0">
                                      <p:tn val="15"/>
                                    </p:cond>
                                  </p:endCondLst>
                                  <p:childTnLst>
                                    <p:set>
                                      <p:cBhvr>
                                        <p:cTn id="16" dur="1" fill="hold">
                                          <p:stCondLst>
                                            <p:cond delay="0"/>
                                          </p:stCondLst>
                                        </p:cTn>
                                        <p:tgtEl>
                                          <p:spTgt spid="22">
                                            <p:txEl>
                                              <p:pRg st="0" end="0"/>
                                            </p:txEl>
                                          </p:spTgt>
                                        </p:tgtEl>
                                        <p:attrNameLst>
                                          <p:attrName>style.visibility</p:attrName>
                                        </p:attrNameLst>
                                      </p:cBhvr>
                                      <p:to>
                                        <p:strVal val="visible"/>
                                      </p:to>
                                    </p:set>
                                    <p:animEffect transition="in" filter="wipe(down)">
                                      <p:cBhvr>
                                        <p:cTn id="17" dur="500"/>
                                        <p:tgtEl>
                                          <p:spTgt spid="22">
                                            <p:txEl>
                                              <p:pRg st="0" end="0"/>
                                            </p:txEl>
                                          </p:spTgt>
                                        </p:tgtEl>
                                      </p:cBhvr>
                                    </p:animEffect>
                                  </p:childTnLst>
                                </p:cTn>
                              </p:par>
                            </p:childTnLst>
                          </p:cTn>
                        </p:par>
                        <p:par>
                          <p:cTn id="18" fill="hold">
                            <p:stCondLst>
                              <p:cond delay="2000"/>
                            </p:stCondLst>
                            <p:childTnLst>
                              <p:par>
                                <p:cTn id="19" presetID="2" presetClass="entr" presetSubtype="4" accel="50000" decel="50000" fill="hold" grpId="0" nodeType="afterEffect" nodePh="1">
                                  <p:stCondLst>
                                    <p:cond delay="0"/>
                                  </p:stCondLst>
                                  <p:endCondLst>
                                    <p:cond evt="begin" delay="0">
                                      <p:tn val="19"/>
                                    </p:cond>
                                  </p:endCondLst>
                                  <p:childTnLst>
                                    <p:set>
                                      <p:cBhvr>
                                        <p:cTn id="20" dur="1" fill="hold">
                                          <p:stCondLst>
                                            <p:cond delay="0"/>
                                          </p:stCondLst>
                                        </p:cTn>
                                        <p:tgtEl>
                                          <p:spTgt spid="14">
                                            <p:txEl>
                                              <p:pRg st="0" end="0"/>
                                            </p:txEl>
                                          </p:spTgt>
                                        </p:tgtEl>
                                        <p:attrNameLst>
                                          <p:attrName>style.visibility</p:attrName>
                                        </p:attrNameLst>
                                      </p:cBhvr>
                                      <p:to>
                                        <p:strVal val="visible"/>
                                      </p:to>
                                    </p:set>
                                    <p:anim calcmode="lin" valueType="num">
                                      <p:cBhvr additive="base">
                                        <p:cTn id="21" dur="500" fill="hold"/>
                                        <p:tgtEl>
                                          <p:spTgt spid="14">
                                            <p:txEl>
                                              <p:pRg st="0" end="0"/>
                                            </p:txEl>
                                          </p:spTgt>
                                        </p:tgtEl>
                                        <p:attrNameLst>
                                          <p:attrName>ppt_x</p:attrName>
                                        </p:attrNameLst>
                                      </p:cBhvr>
                                      <p:tavLst>
                                        <p:tav tm="0">
                                          <p:val>
                                            <p:strVal val="#ppt_x"/>
                                          </p:val>
                                        </p:tav>
                                        <p:tav tm="100000">
                                          <p:val>
                                            <p:strVal val="#ppt_x"/>
                                          </p:val>
                                        </p:tav>
                                      </p:tavLst>
                                    </p:anim>
                                    <p:anim calcmode="lin" valueType="num">
                                      <p:cBhvr additive="base">
                                        <p:cTn id="22" dur="500" fill="hold"/>
                                        <p:tgtEl>
                                          <p:spTgt spid="14">
                                            <p:txEl>
                                              <p:pRg st="0" end="0"/>
                                            </p:txEl>
                                          </p:spTgt>
                                        </p:tgtEl>
                                        <p:attrNameLst>
                                          <p:attrName>ppt_y</p:attrName>
                                        </p:attrNameLst>
                                      </p:cBhvr>
                                      <p:tavLst>
                                        <p:tav tm="0">
                                          <p:val>
                                            <p:strVal val="1+#ppt_h/2"/>
                                          </p:val>
                                        </p:tav>
                                        <p:tav tm="100000">
                                          <p:val>
                                            <p:strVal val="#ppt_y"/>
                                          </p:val>
                                        </p:tav>
                                      </p:tavLst>
                                    </p:anim>
                                  </p:childTnLst>
                                </p:cTn>
                              </p:par>
                            </p:childTnLst>
                          </p:cTn>
                        </p:par>
                        <p:par>
                          <p:cTn id="23" fill="hold">
                            <p:stCondLst>
                              <p:cond delay="2500"/>
                            </p:stCondLst>
                            <p:childTnLst>
                              <p:par>
                                <p:cTn id="24" presetID="53" presetClass="entr" presetSubtype="0" fill="hold" grpId="0" nodeType="afterEffect">
                                  <p:stCondLst>
                                    <p:cond delay="0"/>
                                  </p:stCondLst>
                                  <p:childTnLst>
                                    <p:set>
                                      <p:cBhvr>
                                        <p:cTn id="25" dur="1" fill="hold">
                                          <p:stCondLst>
                                            <p:cond delay="0"/>
                                          </p:stCondLst>
                                        </p:cTn>
                                        <p:tgtEl>
                                          <p:spTgt spid="23"/>
                                        </p:tgtEl>
                                        <p:attrNameLst>
                                          <p:attrName>style.visibility</p:attrName>
                                        </p:attrNameLst>
                                      </p:cBhvr>
                                      <p:to>
                                        <p:strVal val="visible"/>
                                      </p:to>
                                    </p:set>
                                    <p:anim calcmode="lin" valueType="num">
                                      <p:cBhvr>
                                        <p:cTn id="26" dur="500" fill="hold"/>
                                        <p:tgtEl>
                                          <p:spTgt spid="23"/>
                                        </p:tgtEl>
                                        <p:attrNameLst>
                                          <p:attrName>ppt_w</p:attrName>
                                        </p:attrNameLst>
                                      </p:cBhvr>
                                      <p:tavLst>
                                        <p:tav tm="0">
                                          <p:val>
                                            <p:fltVal val="0"/>
                                          </p:val>
                                        </p:tav>
                                        <p:tav tm="100000">
                                          <p:val>
                                            <p:strVal val="#ppt_w"/>
                                          </p:val>
                                        </p:tav>
                                      </p:tavLst>
                                    </p:anim>
                                    <p:anim calcmode="lin" valueType="num">
                                      <p:cBhvr>
                                        <p:cTn id="27" dur="500" fill="hold"/>
                                        <p:tgtEl>
                                          <p:spTgt spid="23"/>
                                        </p:tgtEl>
                                        <p:attrNameLst>
                                          <p:attrName>ppt_h</p:attrName>
                                        </p:attrNameLst>
                                      </p:cBhvr>
                                      <p:tavLst>
                                        <p:tav tm="0">
                                          <p:val>
                                            <p:fltVal val="0"/>
                                          </p:val>
                                        </p:tav>
                                        <p:tav tm="100000">
                                          <p:val>
                                            <p:strVal val="#ppt_h"/>
                                          </p:val>
                                        </p:tav>
                                      </p:tavLst>
                                    </p:anim>
                                    <p:animEffect transition="in" filter="fade">
                                      <p:cBhvr>
                                        <p:cTn id="28" dur="500"/>
                                        <p:tgtEl>
                                          <p:spTgt spid="23"/>
                                        </p:tgtEl>
                                      </p:cBhvr>
                                    </p:animEffect>
                                  </p:childTnLst>
                                </p:cTn>
                              </p:par>
                            </p:childTnLst>
                          </p:cTn>
                        </p:par>
                        <p:par>
                          <p:cTn id="29" fill="hold">
                            <p:stCondLst>
                              <p:cond delay="3000"/>
                            </p:stCondLst>
                            <p:childTnLst>
                              <p:par>
                                <p:cTn id="30" presetID="22" presetClass="entr" presetSubtype="4" fill="hold" grpId="0" nodeType="afterEffect" nodePh="1">
                                  <p:stCondLst>
                                    <p:cond delay="0"/>
                                  </p:stCondLst>
                                  <p:endCondLst>
                                    <p:cond evt="begin" delay="0">
                                      <p:tn val="30"/>
                                    </p:cond>
                                  </p:endCondLst>
                                  <p:childTnLst>
                                    <p:set>
                                      <p:cBhvr>
                                        <p:cTn id="31" dur="1" fill="hold">
                                          <p:stCondLst>
                                            <p:cond delay="0"/>
                                          </p:stCondLst>
                                        </p:cTn>
                                        <p:tgtEl>
                                          <p:spTgt spid="26">
                                            <p:txEl>
                                              <p:pRg st="0" end="0"/>
                                            </p:txEl>
                                          </p:spTgt>
                                        </p:tgtEl>
                                        <p:attrNameLst>
                                          <p:attrName>style.visibility</p:attrName>
                                        </p:attrNameLst>
                                      </p:cBhvr>
                                      <p:to>
                                        <p:strVal val="visible"/>
                                      </p:to>
                                    </p:set>
                                    <p:animEffect transition="in" filter="wipe(down)">
                                      <p:cBhvr>
                                        <p:cTn id="32" dur="500"/>
                                        <p:tgtEl>
                                          <p:spTgt spid="26">
                                            <p:txEl>
                                              <p:pRg st="0" end="0"/>
                                            </p:txEl>
                                          </p:spTgt>
                                        </p:tgtEl>
                                      </p:cBhvr>
                                    </p:animEffect>
                                  </p:childTnLst>
                                </p:cTn>
                              </p:par>
                            </p:childTnLst>
                          </p:cTn>
                        </p:par>
                        <p:par>
                          <p:cTn id="33" fill="hold">
                            <p:stCondLst>
                              <p:cond delay="3500"/>
                            </p:stCondLst>
                            <p:childTnLst>
                              <p:par>
                                <p:cTn id="34" presetID="2" presetClass="entr" presetSubtype="4" accel="50000" decel="50000" fill="hold" grpId="0" nodeType="afterEffect" nodePh="1">
                                  <p:stCondLst>
                                    <p:cond delay="0"/>
                                  </p:stCondLst>
                                  <p:endCondLst>
                                    <p:cond evt="begin" delay="0">
                                      <p:tn val="34"/>
                                    </p:cond>
                                  </p:endCondLst>
                                  <p:childTnLst>
                                    <p:set>
                                      <p:cBhvr>
                                        <p:cTn id="35" dur="1" fill="hold">
                                          <p:stCondLst>
                                            <p:cond delay="0"/>
                                          </p:stCondLst>
                                        </p:cTn>
                                        <p:tgtEl>
                                          <p:spTgt spid="24">
                                            <p:txEl>
                                              <p:pRg st="0" end="0"/>
                                            </p:txEl>
                                          </p:spTgt>
                                        </p:tgtEl>
                                        <p:attrNameLst>
                                          <p:attrName>style.visibility</p:attrName>
                                        </p:attrNameLst>
                                      </p:cBhvr>
                                      <p:to>
                                        <p:strVal val="visible"/>
                                      </p:to>
                                    </p:set>
                                    <p:anim calcmode="lin" valueType="num">
                                      <p:cBhvr additive="base">
                                        <p:cTn id="36"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additive="base">
                                        <p:cTn id="37" dur="500" fill="hold"/>
                                        <p:tgtEl>
                                          <p:spTgt spid="24">
                                            <p:txEl>
                                              <p:pRg st="0" end="0"/>
                                            </p:txEl>
                                          </p:spTgt>
                                        </p:tgtEl>
                                        <p:attrNameLst>
                                          <p:attrName>ppt_y</p:attrName>
                                        </p:attrNameLst>
                                      </p:cBhvr>
                                      <p:tavLst>
                                        <p:tav tm="0">
                                          <p:val>
                                            <p:strVal val="1+#ppt_h/2"/>
                                          </p:val>
                                        </p:tav>
                                        <p:tav tm="100000">
                                          <p:val>
                                            <p:strVal val="#ppt_y"/>
                                          </p:val>
                                        </p:tav>
                                      </p:tavLst>
                                    </p:anim>
                                  </p:childTnLst>
                                </p:cTn>
                              </p:par>
                            </p:childTnLst>
                          </p:cTn>
                        </p:par>
                        <p:par>
                          <p:cTn id="38" fill="hold">
                            <p:stCondLst>
                              <p:cond delay="4000"/>
                            </p:stCondLst>
                            <p:childTnLst>
                              <p:par>
                                <p:cTn id="39" presetID="53" presetClass="entr" presetSubtype="0" fill="hold" grpId="0" nodeType="afterEffect">
                                  <p:stCondLst>
                                    <p:cond delay="0"/>
                                  </p:stCondLst>
                                  <p:childTnLst>
                                    <p:set>
                                      <p:cBhvr>
                                        <p:cTn id="40" dur="1" fill="hold">
                                          <p:stCondLst>
                                            <p:cond delay="0"/>
                                          </p:stCondLst>
                                        </p:cTn>
                                        <p:tgtEl>
                                          <p:spTgt spid="27"/>
                                        </p:tgtEl>
                                        <p:attrNameLst>
                                          <p:attrName>style.visibility</p:attrName>
                                        </p:attrNameLst>
                                      </p:cBhvr>
                                      <p:to>
                                        <p:strVal val="visible"/>
                                      </p:to>
                                    </p:set>
                                    <p:anim calcmode="lin" valueType="num">
                                      <p:cBhvr>
                                        <p:cTn id="41" dur="500" fill="hold"/>
                                        <p:tgtEl>
                                          <p:spTgt spid="27"/>
                                        </p:tgtEl>
                                        <p:attrNameLst>
                                          <p:attrName>ppt_w</p:attrName>
                                        </p:attrNameLst>
                                      </p:cBhvr>
                                      <p:tavLst>
                                        <p:tav tm="0">
                                          <p:val>
                                            <p:fltVal val="0"/>
                                          </p:val>
                                        </p:tav>
                                        <p:tav tm="100000">
                                          <p:val>
                                            <p:strVal val="#ppt_w"/>
                                          </p:val>
                                        </p:tav>
                                      </p:tavLst>
                                    </p:anim>
                                    <p:anim calcmode="lin" valueType="num">
                                      <p:cBhvr>
                                        <p:cTn id="42" dur="500" fill="hold"/>
                                        <p:tgtEl>
                                          <p:spTgt spid="27"/>
                                        </p:tgtEl>
                                        <p:attrNameLst>
                                          <p:attrName>ppt_h</p:attrName>
                                        </p:attrNameLst>
                                      </p:cBhvr>
                                      <p:tavLst>
                                        <p:tav tm="0">
                                          <p:val>
                                            <p:fltVal val="0"/>
                                          </p:val>
                                        </p:tav>
                                        <p:tav tm="100000">
                                          <p:val>
                                            <p:strVal val="#ppt_h"/>
                                          </p:val>
                                        </p:tav>
                                      </p:tavLst>
                                    </p:anim>
                                    <p:animEffect transition="in" filter="fade">
                                      <p:cBhvr>
                                        <p:cTn id="43" dur="500"/>
                                        <p:tgtEl>
                                          <p:spTgt spid="27"/>
                                        </p:tgtEl>
                                      </p:cBhvr>
                                    </p:animEffect>
                                  </p:childTnLst>
                                </p:cTn>
                              </p:par>
                            </p:childTnLst>
                          </p:cTn>
                        </p:par>
                        <p:par>
                          <p:cTn id="44" fill="hold">
                            <p:stCondLst>
                              <p:cond delay="4500"/>
                            </p:stCondLst>
                            <p:childTnLst>
                              <p:par>
                                <p:cTn id="45" presetID="22" presetClass="entr" presetSubtype="4" fill="hold" grpId="0" nodeType="afterEffect" nodePh="1">
                                  <p:stCondLst>
                                    <p:cond delay="0"/>
                                  </p:stCondLst>
                                  <p:endCondLst>
                                    <p:cond evt="begin" delay="0">
                                      <p:tn val="45"/>
                                    </p:cond>
                                  </p:endCondLst>
                                  <p:childTnLst>
                                    <p:set>
                                      <p:cBhvr>
                                        <p:cTn id="46" dur="1" fill="hold">
                                          <p:stCondLst>
                                            <p:cond delay="0"/>
                                          </p:stCondLst>
                                        </p:cTn>
                                        <p:tgtEl>
                                          <p:spTgt spid="30">
                                            <p:txEl>
                                              <p:pRg st="0" end="0"/>
                                            </p:txEl>
                                          </p:spTgt>
                                        </p:tgtEl>
                                        <p:attrNameLst>
                                          <p:attrName>style.visibility</p:attrName>
                                        </p:attrNameLst>
                                      </p:cBhvr>
                                      <p:to>
                                        <p:strVal val="visible"/>
                                      </p:to>
                                    </p:set>
                                    <p:animEffect transition="in" filter="wipe(down)">
                                      <p:cBhvr>
                                        <p:cTn id="47" dur="500"/>
                                        <p:tgtEl>
                                          <p:spTgt spid="30">
                                            <p:txEl>
                                              <p:pRg st="0" end="0"/>
                                            </p:txEl>
                                          </p:spTgt>
                                        </p:tgtEl>
                                      </p:cBhvr>
                                    </p:animEffect>
                                  </p:childTnLst>
                                </p:cTn>
                              </p:par>
                            </p:childTnLst>
                          </p:cTn>
                        </p:par>
                        <p:par>
                          <p:cTn id="48" fill="hold">
                            <p:stCondLst>
                              <p:cond delay="5000"/>
                            </p:stCondLst>
                            <p:childTnLst>
                              <p:par>
                                <p:cTn id="49" presetID="2" presetClass="entr" presetSubtype="4" accel="50000" decel="50000" fill="hold" grpId="0" nodeType="afterEffect" nodePh="1">
                                  <p:stCondLst>
                                    <p:cond delay="0"/>
                                  </p:stCondLst>
                                  <p:endCondLst>
                                    <p:cond evt="begin" delay="0">
                                      <p:tn val="49"/>
                                    </p:cond>
                                  </p:endCondLst>
                                  <p:childTnLst>
                                    <p:set>
                                      <p:cBhvr>
                                        <p:cTn id="50" dur="1" fill="hold">
                                          <p:stCondLst>
                                            <p:cond delay="0"/>
                                          </p:stCondLst>
                                        </p:cTn>
                                        <p:tgtEl>
                                          <p:spTgt spid="28">
                                            <p:txEl>
                                              <p:pRg st="0" end="0"/>
                                            </p:txEl>
                                          </p:spTgt>
                                        </p:tgtEl>
                                        <p:attrNameLst>
                                          <p:attrName>style.visibility</p:attrName>
                                        </p:attrNameLst>
                                      </p:cBhvr>
                                      <p:to>
                                        <p:strVal val="visible"/>
                                      </p:to>
                                    </p:set>
                                    <p:anim calcmode="lin" valueType="num">
                                      <p:cBhvr additive="base">
                                        <p:cTn id="51" dur="500" fill="hold"/>
                                        <p:tgtEl>
                                          <p:spTgt spid="28">
                                            <p:txEl>
                                              <p:pRg st="0" end="0"/>
                                            </p:txEl>
                                          </p:spTgt>
                                        </p:tgtEl>
                                        <p:attrNameLst>
                                          <p:attrName>ppt_x</p:attrName>
                                        </p:attrNameLst>
                                      </p:cBhvr>
                                      <p:tavLst>
                                        <p:tav tm="0">
                                          <p:val>
                                            <p:strVal val="#ppt_x"/>
                                          </p:val>
                                        </p:tav>
                                        <p:tav tm="100000">
                                          <p:val>
                                            <p:strVal val="#ppt_x"/>
                                          </p:val>
                                        </p:tav>
                                      </p:tavLst>
                                    </p:anim>
                                    <p:anim calcmode="lin" valueType="num">
                                      <p:cBhvr additive="base">
                                        <p:cTn id="52" dur="500" fill="hold"/>
                                        <p:tgtEl>
                                          <p:spTgt spid="28">
                                            <p:txEl>
                                              <p:pRg st="0" end="0"/>
                                            </p:txEl>
                                          </p:spTgt>
                                        </p:tgtEl>
                                        <p:attrNameLst>
                                          <p:attrName>ppt_y</p:attrName>
                                        </p:attrNameLst>
                                      </p:cBhvr>
                                      <p:tavLst>
                                        <p:tav tm="0">
                                          <p:val>
                                            <p:strVal val="1+#ppt_h/2"/>
                                          </p:val>
                                        </p:tav>
                                        <p:tav tm="100000">
                                          <p:val>
                                            <p:strVal val="#ppt_y"/>
                                          </p:val>
                                        </p:tav>
                                      </p:tavLst>
                                    </p:anim>
                                  </p:childTnLst>
                                </p:cTn>
                              </p:par>
                            </p:childTnLst>
                          </p:cTn>
                        </p:par>
                        <p:par>
                          <p:cTn id="53" fill="hold">
                            <p:stCondLst>
                              <p:cond delay="5500"/>
                            </p:stCondLst>
                            <p:childTnLst>
                              <p:par>
                                <p:cTn id="54" presetID="53" presetClass="entr" presetSubtype="0" fill="hold" grpId="0" nodeType="afterEffect">
                                  <p:stCondLst>
                                    <p:cond delay="0"/>
                                  </p:stCondLst>
                                  <p:childTnLst>
                                    <p:set>
                                      <p:cBhvr>
                                        <p:cTn id="55" dur="1" fill="hold">
                                          <p:stCondLst>
                                            <p:cond delay="0"/>
                                          </p:stCondLst>
                                        </p:cTn>
                                        <p:tgtEl>
                                          <p:spTgt spid="32"/>
                                        </p:tgtEl>
                                        <p:attrNameLst>
                                          <p:attrName>style.visibility</p:attrName>
                                        </p:attrNameLst>
                                      </p:cBhvr>
                                      <p:to>
                                        <p:strVal val="visible"/>
                                      </p:to>
                                    </p:set>
                                    <p:anim calcmode="lin" valueType="num">
                                      <p:cBhvr>
                                        <p:cTn id="56" dur="500" fill="hold"/>
                                        <p:tgtEl>
                                          <p:spTgt spid="32"/>
                                        </p:tgtEl>
                                        <p:attrNameLst>
                                          <p:attrName>ppt_w</p:attrName>
                                        </p:attrNameLst>
                                      </p:cBhvr>
                                      <p:tavLst>
                                        <p:tav tm="0">
                                          <p:val>
                                            <p:fltVal val="0"/>
                                          </p:val>
                                        </p:tav>
                                        <p:tav tm="100000">
                                          <p:val>
                                            <p:strVal val="#ppt_w"/>
                                          </p:val>
                                        </p:tav>
                                      </p:tavLst>
                                    </p:anim>
                                    <p:anim calcmode="lin" valueType="num">
                                      <p:cBhvr>
                                        <p:cTn id="57" dur="500" fill="hold"/>
                                        <p:tgtEl>
                                          <p:spTgt spid="32"/>
                                        </p:tgtEl>
                                        <p:attrNameLst>
                                          <p:attrName>ppt_h</p:attrName>
                                        </p:attrNameLst>
                                      </p:cBhvr>
                                      <p:tavLst>
                                        <p:tav tm="0">
                                          <p:val>
                                            <p:fltVal val="0"/>
                                          </p:val>
                                        </p:tav>
                                        <p:tav tm="100000">
                                          <p:val>
                                            <p:strVal val="#ppt_h"/>
                                          </p:val>
                                        </p:tav>
                                      </p:tavLst>
                                    </p:anim>
                                    <p:animEffect transition="in" filter="fade">
                                      <p:cBhvr>
                                        <p:cTn id="58" dur="500"/>
                                        <p:tgtEl>
                                          <p:spTgt spid="32"/>
                                        </p:tgtEl>
                                      </p:cBhvr>
                                    </p:animEffect>
                                  </p:childTnLst>
                                </p:cTn>
                              </p:par>
                            </p:childTnLst>
                          </p:cTn>
                        </p:par>
                        <p:par>
                          <p:cTn id="59" fill="hold">
                            <p:stCondLst>
                              <p:cond delay="6000"/>
                            </p:stCondLst>
                            <p:childTnLst>
                              <p:par>
                                <p:cTn id="60" presetID="22" presetClass="entr" presetSubtype="4" fill="hold" grpId="0" nodeType="afterEffect" nodePh="1">
                                  <p:stCondLst>
                                    <p:cond delay="0"/>
                                  </p:stCondLst>
                                  <p:endCondLst>
                                    <p:cond evt="begin" delay="0">
                                      <p:tn val="60"/>
                                    </p:cond>
                                  </p:endCondLst>
                                  <p:childTnLst>
                                    <p:set>
                                      <p:cBhvr>
                                        <p:cTn id="61" dur="1" fill="hold">
                                          <p:stCondLst>
                                            <p:cond delay="0"/>
                                          </p:stCondLst>
                                        </p:cTn>
                                        <p:tgtEl>
                                          <p:spTgt spid="36">
                                            <p:txEl>
                                              <p:pRg st="0" end="0"/>
                                            </p:txEl>
                                          </p:spTgt>
                                        </p:tgtEl>
                                        <p:attrNameLst>
                                          <p:attrName>style.visibility</p:attrName>
                                        </p:attrNameLst>
                                      </p:cBhvr>
                                      <p:to>
                                        <p:strVal val="visible"/>
                                      </p:to>
                                    </p:set>
                                    <p:animEffect transition="in" filter="wipe(down)">
                                      <p:cBhvr>
                                        <p:cTn id="62" dur="500"/>
                                        <p:tgtEl>
                                          <p:spTgt spid="36">
                                            <p:txEl>
                                              <p:pRg st="0" end="0"/>
                                            </p:txEl>
                                          </p:spTgt>
                                        </p:tgtEl>
                                      </p:cBhvr>
                                    </p:animEffect>
                                  </p:childTnLst>
                                </p:cTn>
                              </p:par>
                            </p:childTnLst>
                          </p:cTn>
                        </p:par>
                        <p:par>
                          <p:cTn id="63" fill="hold">
                            <p:stCondLst>
                              <p:cond delay="6500"/>
                            </p:stCondLst>
                            <p:childTnLst>
                              <p:par>
                                <p:cTn id="64" presetID="2" presetClass="entr" presetSubtype="4" accel="50000" decel="50000" fill="hold" grpId="0" nodeType="afterEffect" nodePh="1">
                                  <p:stCondLst>
                                    <p:cond delay="0"/>
                                  </p:stCondLst>
                                  <p:endCondLst>
                                    <p:cond evt="begin" delay="0">
                                      <p:tn val="64"/>
                                    </p:cond>
                                  </p:endCondLst>
                                  <p:childTnLst>
                                    <p:set>
                                      <p:cBhvr>
                                        <p:cTn id="65" dur="1" fill="hold">
                                          <p:stCondLst>
                                            <p:cond delay="0"/>
                                          </p:stCondLst>
                                        </p:cTn>
                                        <p:tgtEl>
                                          <p:spTgt spid="33">
                                            <p:txEl>
                                              <p:pRg st="0" end="0"/>
                                            </p:txEl>
                                          </p:spTgt>
                                        </p:tgtEl>
                                        <p:attrNameLst>
                                          <p:attrName>style.visibility</p:attrName>
                                        </p:attrNameLst>
                                      </p:cBhvr>
                                      <p:to>
                                        <p:strVal val="visible"/>
                                      </p:to>
                                    </p:set>
                                    <p:anim calcmode="lin" valueType="num">
                                      <p:cBhvr additive="base">
                                        <p:cTn id="66" dur="500" fill="hold"/>
                                        <p:tgtEl>
                                          <p:spTgt spid="33">
                                            <p:txEl>
                                              <p:pRg st="0" end="0"/>
                                            </p:txEl>
                                          </p:spTgt>
                                        </p:tgtEl>
                                        <p:attrNameLst>
                                          <p:attrName>ppt_x</p:attrName>
                                        </p:attrNameLst>
                                      </p:cBhvr>
                                      <p:tavLst>
                                        <p:tav tm="0">
                                          <p:val>
                                            <p:strVal val="#ppt_x"/>
                                          </p:val>
                                        </p:tav>
                                        <p:tav tm="100000">
                                          <p:val>
                                            <p:strVal val="#ppt_x"/>
                                          </p:val>
                                        </p:tav>
                                      </p:tavLst>
                                    </p:anim>
                                    <p:anim calcmode="lin" valueType="num">
                                      <p:cBhvr additive="base">
                                        <p:cTn id="67" dur="500" fill="hold"/>
                                        <p:tgtEl>
                                          <p:spTgt spid="33">
                                            <p:txEl>
                                              <p:pRg st="0" end="0"/>
                                            </p:txEl>
                                          </p:spTgt>
                                        </p:tgtEl>
                                        <p:attrNameLst>
                                          <p:attrName>ppt_y</p:attrName>
                                        </p:attrNameLst>
                                      </p:cBhvr>
                                      <p:tavLst>
                                        <p:tav tm="0">
                                          <p:val>
                                            <p:strVal val="1+#ppt_h/2"/>
                                          </p:val>
                                        </p:tav>
                                        <p:tav tm="100000">
                                          <p:val>
                                            <p:strVal val="#ppt_y"/>
                                          </p:val>
                                        </p:tav>
                                      </p:tavLst>
                                    </p:anim>
                                  </p:childTnLst>
                                </p:cTn>
                              </p:par>
                            </p:childTnLst>
                          </p:cTn>
                        </p:par>
                        <p:par>
                          <p:cTn id="68" fill="hold">
                            <p:stCondLst>
                              <p:cond delay="7000"/>
                            </p:stCondLst>
                            <p:childTnLst>
                              <p:par>
                                <p:cTn id="69" presetID="53" presetClass="entr" presetSubtype="0" fill="hold" grpId="0" nodeType="afterEffect">
                                  <p:stCondLst>
                                    <p:cond delay="0"/>
                                  </p:stCondLst>
                                  <p:childTnLst>
                                    <p:set>
                                      <p:cBhvr>
                                        <p:cTn id="70" dur="1" fill="hold">
                                          <p:stCondLst>
                                            <p:cond delay="0"/>
                                          </p:stCondLst>
                                        </p:cTn>
                                        <p:tgtEl>
                                          <p:spTgt spid="38"/>
                                        </p:tgtEl>
                                        <p:attrNameLst>
                                          <p:attrName>style.visibility</p:attrName>
                                        </p:attrNameLst>
                                      </p:cBhvr>
                                      <p:to>
                                        <p:strVal val="visible"/>
                                      </p:to>
                                    </p:set>
                                    <p:anim calcmode="lin" valueType="num">
                                      <p:cBhvr>
                                        <p:cTn id="71" dur="500" fill="hold"/>
                                        <p:tgtEl>
                                          <p:spTgt spid="38"/>
                                        </p:tgtEl>
                                        <p:attrNameLst>
                                          <p:attrName>ppt_w</p:attrName>
                                        </p:attrNameLst>
                                      </p:cBhvr>
                                      <p:tavLst>
                                        <p:tav tm="0">
                                          <p:val>
                                            <p:fltVal val="0"/>
                                          </p:val>
                                        </p:tav>
                                        <p:tav tm="100000">
                                          <p:val>
                                            <p:strVal val="#ppt_w"/>
                                          </p:val>
                                        </p:tav>
                                      </p:tavLst>
                                    </p:anim>
                                    <p:anim calcmode="lin" valueType="num">
                                      <p:cBhvr>
                                        <p:cTn id="72" dur="500" fill="hold"/>
                                        <p:tgtEl>
                                          <p:spTgt spid="38"/>
                                        </p:tgtEl>
                                        <p:attrNameLst>
                                          <p:attrName>ppt_h</p:attrName>
                                        </p:attrNameLst>
                                      </p:cBhvr>
                                      <p:tavLst>
                                        <p:tav tm="0">
                                          <p:val>
                                            <p:fltVal val="0"/>
                                          </p:val>
                                        </p:tav>
                                        <p:tav tm="100000">
                                          <p:val>
                                            <p:strVal val="#ppt_h"/>
                                          </p:val>
                                        </p:tav>
                                      </p:tavLst>
                                    </p:anim>
                                    <p:animEffect transition="in" filter="fade">
                                      <p:cBhvr>
                                        <p:cTn id="73" dur="500"/>
                                        <p:tgtEl>
                                          <p:spTgt spid="38"/>
                                        </p:tgtEl>
                                      </p:cBhvr>
                                    </p:animEffect>
                                  </p:childTnLst>
                                </p:cTn>
                              </p:par>
                            </p:childTnLst>
                          </p:cTn>
                        </p:par>
                        <p:par>
                          <p:cTn id="74" fill="hold">
                            <p:stCondLst>
                              <p:cond delay="7500"/>
                            </p:stCondLst>
                            <p:childTnLst>
                              <p:par>
                                <p:cTn id="75" presetID="22" presetClass="entr" presetSubtype="4" fill="hold" grpId="0" nodeType="afterEffect" nodePh="1">
                                  <p:stCondLst>
                                    <p:cond delay="0"/>
                                  </p:stCondLst>
                                  <p:endCondLst>
                                    <p:cond evt="begin" delay="0">
                                      <p:tn val="75"/>
                                    </p:cond>
                                  </p:endCondLst>
                                  <p:childTnLst>
                                    <p:set>
                                      <p:cBhvr>
                                        <p:cTn id="76" dur="1" fill="hold">
                                          <p:stCondLst>
                                            <p:cond delay="0"/>
                                          </p:stCondLst>
                                        </p:cTn>
                                        <p:tgtEl>
                                          <p:spTgt spid="44">
                                            <p:txEl>
                                              <p:pRg st="0" end="0"/>
                                            </p:txEl>
                                          </p:spTgt>
                                        </p:tgtEl>
                                        <p:attrNameLst>
                                          <p:attrName>style.visibility</p:attrName>
                                        </p:attrNameLst>
                                      </p:cBhvr>
                                      <p:to>
                                        <p:strVal val="visible"/>
                                      </p:to>
                                    </p:set>
                                    <p:animEffect transition="in" filter="wipe(down)">
                                      <p:cBhvr>
                                        <p:cTn id="77" dur="500"/>
                                        <p:tgtEl>
                                          <p:spTgt spid="44">
                                            <p:txEl>
                                              <p:pRg st="0" end="0"/>
                                            </p:txEl>
                                          </p:spTgt>
                                        </p:tgtEl>
                                      </p:cBhvr>
                                    </p:animEffect>
                                  </p:childTnLst>
                                </p:cTn>
                              </p:par>
                            </p:childTnLst>
                          </p:cTn>
                        </p:par>
                        <p:par>
                          <p:cTn id="78" fill="hold">
                            <p:stCondLst>
                              <p:cond delay="8000"/>
                            </p:stCondLst>
                            <p:childTnLst>
                              <p:par>
                                <p:cTn id="79" presetID="2" presetClass="entr" presetSubtype="4" accel="50000" decel="50000" fill="hold" grpId="0" nodeType="afterEffect" nodePh="1">
                                  <p:stCondLst>
                                    <p:cond delay="0"/>
                                  </p:stCondLst>
                                  <p:endCondLst>
                                    <p:cond evt="begin" delay="0">
                                      <p:tn val="79"/>
                                    </p:cond>
                                  </p:endCondLst>
                                  <p:childTnLst>
                                    <p:set>
                                      <p:cBhvr>
                                        <p:cTn id="80" dur="1" fill="hold">
                                          <p:stCondLst>
                                            <p:cond delay="0"/>
                                          </p:stCondLst>
                                        </p:cTn>
                                        <p:tgtEl>
                                          <p:spTgt spid="39">
                                            <p:txEl>
                                              <p:pRg st="0" end="0"/>
                                            </p:txEl>
                                          </p:spTgt>
                                        </p:tgtEl>
                                        <p:attrNameLst>
                                          <p:attrName>style.visibility</p:attrName>
                                        </p:attrNameLst>
                                      </p:cBhvr>
                                      <p:to>
                                        <p:strVal val="visible"/>
                                      </p:to>
                                    </p:set>
                                    <p:anim calcmode="lin" valueType="num">
                                      <p:cBhvr additive="base">
                                        <p:cTn id="81" dur="500" fill="hold"/>
                                        <p:tgtEl>
                                          <p:spTgt spid="39">
                                            <p:txEl>
                                              <p:pRg st="0" end="0"/>
                                            </p:txEl>
                                          </p:spTgt>
                                        </p:tgtEl>
                                        <p:attrNameLst>
                                          <p:attrName>ppt_x</p:attrName>
                                        </p:attrNameLst>
                                      </p:cBhvr>
                                      <p:tavLst>
                                        <p:tav tm="0">
                                          <p:val>
                                            <p:strVal val="#ppt_x"/>
                                          </p:val>
                                        </p:tav>
                                        <p:tav tm="100000">
                                          <p:val>
                                            <p:strVal val="#ppt_x"/>
                                          </p:val>
                                        </p:tav>
                                      </p:tavLst>
                                    </p:anim>
                                    <p:anim calcmode="lin" valueType="num">
                                      <p:cBhvr additive="base">
                                        <p:cTn id="82" dur="500" fill="hold"/>
                                        <p:tgtEl>
                                          <p:spTgt spid="39">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P spid="31" grpId="0" animBg="1"/>
      <p:bldP spid="14"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14"/>
                        </p:tgtEl>
                        <p:attrNameLst>
                          <p:attrName>style.visibility</p:attrName>
                        </p:attrNameLst>
                      </p:cBhvr>
                      <p:to>
                        <p:strVal val="visible"/>
                      </p:to>
                    </p:set>
                    <p:anim calcmode="lin" valueType="num">
                      <p:cBhvr additive="base">
                        <p:cTn dur="500" fill="hold"/>
                        <p:tgtEl>
                          <p:spTgt spid="14"/>
                        </p:tgtEl>
                        <p:attrNameLst>
                          <p:attrName>ppt_x</p:attrName>
                        </p:attrNameLst>
                      </p:cBhvr>
                      <p:tavLst>
                        <p:tav tm="0">
                          <p:val>
                            <p:strVal val="#ppt_x"/>
                          </p:val>
                        </p:tav>
                        <p:tav tm="100000">
                          <p:val>
                            <p:strVal val="#ppt_x"/>
                          </p:val>
                        </p:tav>
                      </p:tavLst>
                    </p:anim>
                    <p:anim calcmode="lin" valueType="num">
                      <p:cBhvr additive="base">
                        <p:cTn dur="500" fill="hold"/>
                        <p:tgtEl>
                          <p:spTgt spid="14"/>
                        </p:tgtEl>
                        <p:attrNameLst>
                          <p:attrName>ppt_y</p:attrName>
                        </p:attrNameLst>
                      </p:cBhvr>
                      <p:tavLst>
                        <p:tav tm="0">
                          <p:val>
                            <p:strVal val="1+#ppt_h/2"/>
                          </p:val>
                        </p:tav>
                        <p:tav tm="100000">
                          <p:val>
                            <p:strVal val="#ppt_y"/>
                          </p:val>
                        </p:tav>
                      </p:tavLst>
                    </p:anim>
                  </p:childTnLst>
                </p:cTn>
              </p:par>
            </p:tnLst>
          </p:tmpl>
        </p:tmplLst>
      </p:bldP>
      <p:bldP spid="23" grpId="0" animBg="1"/>
      <p:bldP spid="24"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24"/>
                        </p:tgtEl>
                        <p:attrNameLst>
                          <p:attrName>style.visibility</p:attrName>
                        </p:attrNameLst>
                      </p:cBhvr>
                      <p:to>
                        <p:strVal val="visible"/>
                      </p:to>
                    </p:set>
                    <p:anim calcmode="lin" valueType="num">
                      <p:cBhvr additive="base">
                        <p:cTn dur="500" fill="hold"/>
                        <p:tgtEl>
                          <p:spTgt spid="24"/>
                        </p:tgtEl>
                        <p:attrNameLst>
                          <p:attrName>ppt_x</p:attrName>
                        </p:attrNameLst>
                      </p:cBhvr>
                      <p:tavLst>
                        <p:tav tm="0">
                          <p:val>
                            <p:strVal val="#ppt_x"/>
                          </p:val>
                        </p:tav>
                        <p:tav tm="100000">
                          <p:val>
                            <p:strVal val="#ppt_x"/>
                          </p:val>
                        </p:tav>
                      </p:tavLst>
                    </p:anim>
                    <p:anim calcmode="lin" valueType="num">
                      <p:cBhvr additive="base">
                        <p:cTn dur="500" fill="hold"/>
                        <p:tgtEl>
                          <p:spTgt spid="24"/>
                        </p:tgtEl>
                        <p:attrNameLst>
                          <p:attrName>ppt_y</p:attrName>
                        </p:attrNameLst>
                      </p:cBhvr>
                      <p:tavLst>
                        <p:tav tm="0">
                          <p:val>
                            <p:strVal val="1+#ppt_h/2"/>
                          </p:val>
                        </p:tav>
                        <p:tav tm="100000">
                          <p:val>
                            <p:strVal val="#ppt_y"/>
                          </p:val>
                        </p:tav>
                      </p:tavLst>
                    </p:anim>
                  </p:childTnLst>
                </p:cTn>
              </p:par>
            </p:tnLst>
          </p:tmpl>
        </p:tmplLst>
      </p:bldP>
      <p:bldP spid="27" grpId="0" animBg="1"/>
      <p:bldP spid="28"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28"/>
                        </p:tgtEl>
                        <p:attrNameLst>
                          <p:attrName>style.visibility</p:attrName>
                        </p:attrNameLst>
                      </p:cBhvr>
                      <p:to>
                        <p:strVal val="visible"/>
                      </p:to>
                    </p:set>
                    <p:anim calcmode="lin" valueType="num">
                      <p:cBhvr additive="base">
                        <p:cTn dur="500" fill="hold"/>
                        <p:tgtEl>
                          <p:spTgt spid="28"/>
                        </p:tgtEl>
                        <p:attrNameLst>
                          <p:attrName>ppt_x</p:attrName>
                        </p:attrNameLst>
                      </p:cBhvr>
                      <p:tavLst>
                        <p:tav tm="0">
                          <p:val>
                            <p:strVal val="#ppt_x"/>
                          </p:val>
                        </p:tav>
                        <p:tav tm="100000">
                          <p:val>
                            <p:strVal val="#ppt_x"/>
                          </p:val>
                        </p:tav>
                      </p:tavLst>
                    </p:anim>
                    <p:anim calcmode="lin" valueType="num">
                      <p:cBhvr additive="base">
                        <p:cTn dur="500" fill="hold"/>
                        <p:tgtEl>
                          <p:spTgt spid="28"/>
                        </p:tgtEl>
                        <p:attrNameLst>
                          <p:attrName>ppt_y</p:attrName>
                        </p:attrNameLst>
                      </p:cBhvr>
                      <p:tavLst>
                        <p:tav tm="0">
                          <p:val>
                            <p:strVal val="1+#ppt_h/2"/>
                          </p:val>
                        </p:tav>
                        <p:tav tm="100000">
                          <p:val>
                            <p:strVal val="#ppt_y"/>
                          </p:val>
                        </p:tav>
                      </p:tavLst>
                    </p:anim>
                  </p:childTnLst>
                </p:cTn>
              </p:par>
            </p:tnLst>
          </p:tmpl>
        </p:tmplLst>
      </p:bldP>
      <p:bldP spid="32" grpId="0" animBg="1"/>
      <p:bldP spid="33"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33"/>
                        </p:tgtEl>
                        <p:attrNameLst>
                          <p:attrName>style.visibility</p:attrName>
                        </p:attrNameLst>
                      </p:cBhvr>
                      <p:to>
                        <p:strVal val="visible"/>
                      </p:to>
                    </p:set>
                    <p:anim calcmode="lin" valueType="num">
                      <p:cBhvr additive="base">
                        <p:cTn dur="500" fill="hold"/>
                        <p:tgtEl>
                          <p:spTgt spid="33"/>
                        </p:tgtEl>
                        <p:attrNameLst>
                          <p:attrName>ppt_x</p:attrName>
                        </p:attrNameLst>
                      </p:cBhvr>
                      <p:tavLst>
                        <p:tav tm="0">
                          <p:val>
                            <p:strVal val="#ppt_x"/>
                          </p:val>
                        </p:tav>
                        <p:tav tm="100000">
                          <p:val>
                            <p:strVal val="#ppt_x"/>
                          </p:val>
                        </p:tav>
                      </p:tavLst>
                    </p:anim>
                    <p:anim calcmode="lin" valueType="num">
                      <p:cBhvr additive="base">
                        <p:cTn dur="500" fill="hold"/>
                        <p:tgtEl>
                          <p:spTgt spid="33"/>
                        </p:tgtEl>
                        <p:attrNameLst>
                          <p:attrName>ppt_y</p:attrName>
                        </p:attrNameLst>
                      </p:cBhvr>
                      <p:tavLst>
                        <p:tav tm="0">
                          <p:val>
                            <p:strVal val="1+#ppt_h/2"/>
                          </p:val>
                        </p:tav>
                        <p:tav tm="100000">
                          <p:val>
                            <p:strVal val="#ppt_y"/>
                          </p:val>
                        </p:tav>
                      </p:tavLst>
                    </p:anim>
                  </p:childTnLst>
                </p:cTn>
              </p:par>
            </p:tnLst>
          </p:tmpl>
        </p:tmplLst>
      </p:bldP>
      <p:bldP spid="38" grpId="0" animBg="1"/>
      <p:bldP spid="39"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39"/>
                        </p:tgtEl>
                        <p:attrNameLst>
                          <p:attrName>style.visibility</p:attrName>
                        </p:attrNameLst>
                      </p:cBhvr>
                      <p:to>
                        <p:strVal val="visible"/>
                      </p:to>
                    </p:set>
                    <p:anim calcmode="lin" valueType="num">
                      <p:cBhvr additive="base">
                        <p:cTn dur="500" fill="hold"/>
                        <p:tgtEl>
                          <p:spTgt spid="39"/>
                        </p:tgtEl>
                        <p:attrNameLst>
                          <p:attrName>ppt_x</p:attrName>
                        </p:attrNameLst>
                      </p:cBhvr>
                      <p:tavLst>
                        <p:tav tm="0">
                          <p:val>
                            <p:strVal val="#ppt_x"/>
                          </p:val>
                        </p:tav>
                        <p:tav tm="100000">
                          <p:val>
                            <p:strVal val="#ppt_x"/>
                          </p:val>
                        </p:tav>
                      </p:tavLst>
                    </p:anim>
                    <p:anim calcmode="lin" valueType="num">
                      <p:cBhvr additive="base">
                        <p:cTn dur="500" fill="hold"/>
                        <p:tgtEl>
                          <p:spTgt spid="39"/>
                        </p:tgtEl>
                        <p:attrNameLst>
                          <p:attrName>ppt_y</p:attrName>
                        </p:attrNameLst>
                      </p:cBhvr>
                      <p:tavLst>
                        <p:tav tm="0">
                          <p:val>
                            <p:strVal val="1+#ppt_h/2"/>
                          </p:val>
                        </p:tav>
                        <p:tav tm="100000">
                          <p:val>
                            <p:strVal val="#ppt_y"/>
                          </p:val>
                        </p:tav>
                      </p:tavLst>
                    </p:anim>
                  </p:childTnLst>
                </p:cTn>
              </p:par>
            </p:tnLst>
          </p:tmpl>
        </p:tmplLst>
      </p:bldP>
      <p:bldP spid="22"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2"/>
                        </p:tgtEl>
                        <p:attrNameLst>
                          <p:attrName>style.visibility</p:attrName>
                        </p:attrNameLst>
                      </p:cBhvr>
                      <p:to>
                        <p:strVal val="visible"/>
                      </p:to>
                    </p:set>
                    <p:animEffect transition="in" filter="wipe(down)">
                      <p:cBhvr>
                        <p:cTn dur="500"/>
                        <p:tgtEl>
                          <p:spTgt spid="22"/>
                        </p:tgtEl>
                      </p:cBhvr>
                    </p:animEffect>
                  </p:childTnLst>
                </p:cTn>
              </p:par>
            </p:tnLst>
          </p:tmpl>
        </p:tmplLst>
      </p:bldP>
      <p:bldP spid="26"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6"/>
                        </p:tgtEl>
                        <p:attrNameLst>
                          <p:attrName>style.visibility</p:attrName>
                        </p:attrNameLst>
                      </p:cBhvr>
                      <p:to>
                        <p:strVal val="visible"/>
                      </p:to>
                    </p:set>
                    <p:animEffect transition="in" filter="wipe(down)">
                      <p:cBhvr>
                        <p:cTn dur="500"/>
                        <p:tgtEl>
                          <p:spTgt spid="26"/>
                        </p:tgtEl>
                      </p:cBhvr>
                    </p:animEffect>
                  </p:childTnLst>
                </p:cTn>
              </p:par>
            </p:tnLst>
          </p:tmpl>
        </p:tmplLst>
      </p:bldP>
      <p:bldP spid="30"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30"/>
                        </p:tgtEl>
                        <p:attrNameLst>
                          <p:attrName>style.visibility</p:attrName>
                        </p:attrNameLst>
                      </p:cBhvr>
                      <p:to>
                        <p:strVal val="visible"/>
                      </p:to>
                    </p:set>
                    <p:animEffect transition="in" filter="wipe(down)">
                      <p:cBhvr>
                        <p:cTn dur="500"/>
                        <p:tgtEl>
                          <p:spTgt spid="30"/>
                        </p:tgtEl>
                      </p:cBhvr>
                    </p:animEffect>
                  </p:childTnLst>
                </p:cTn>
              </p:par>
            </p:tnLst>
          </p:tmpl>
        </p:tmplLst>
      </p:bldP>
      <p:bldP spid="36"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36"/>
                        </p:tgtEl>
                        <p:attrNameLst>
                          <p:attrName>style.visibility</p:attrName>
                        </p:attrNameLst>
                      </p:cBhvr>
                      <p:to>
                        <p:strVal val="visible"/>
                      </p:to>
                    </p:set>
                    <p:animEffect transition="in" filter="wipe(down)">
                      <p:cBhvr>
                        <p:cTn dur="500"/>
                        <p:tgtEl>
                          <p:spTgt spid="36"/>
                        </p:tgtEl>
                      </p:cBhvr>
                    </p:animEffect>
                  </p:childTnLst>
                </p:cTn>
              </p:par>
            </p:tnLst>
          </p:tmpl>
        </p:tmplLst>
      </p:bldP>
      <p:bldP spid="44"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44"/>
                        </p:tgtEl>
                        <p:attrNameLst>
                          <p:attrName>style.visibility</p:attrName>
                        </p:attrNameLst>
                      </p:cBhvr>
                      <p:to>
                        <p:strVal val="visible"/>
                      </p:to>
                    </p:set>
                    <p:animEffect transition="in" filter="wipe(down)">
                      <p:cBhvr>
                        <p:cTn dur="500"/>
                        <p:tgtEl>
                          <p:spTgt spid="44"/>
                        </p:tgtEl>
                      </p:cBhvr>
                    </p:animEffect>
                  </p:childTnLst>
                </p:cTn>
              </p:par>
            </p:tnLst>
          </p:tmpl>
        </p:tmplLst>
      </p:bldP>
    </p:bldLst>
  </p:timing>
</p:sldLayout>
</file>

<file path=ppt/slideLayouts/slideLayout184.xml><?xml version="1.0" encoding="utf-8"?>
<p:sldLayout xmlns:a="http://schemas.openxmlformats.org/drawingml/2006/main" xmlns:r="http://schemas.openxmlformats.org/officeDocument/2006/relationships" xmlns:p="http://schemas.openxmlformats.org/presentationml/2006/main" userDrawn="1">
  <p:cSld name="4_Team09">
    <p:spTree>
      <p:nvGrpSpPr>
        <p:cNvPr id="1" name=""/>
        <p:cNvGrpSpPr/>
        <p:nvPr/>
      </p:nvGrpSpPr>
      <p:grpSpPr>
        <a:xfrm>
          <a:off x="0" y="0"/>
          <a:ext cx="0" cy="0"/>
          <a:chOff x="0" y="0"/>
          <a:chExt cx="0" cy="0"/>
        </a:xfrm>
      </p:grpSpPr>
      <p:sp>
        <p:nvSpPr>
          <p:cNvPr id="2" name="Rectangle 1"/>
          <p:cNvSpPr/>
          <p:nvPr userDrawn="1"/>
        </p:nvSpPr>
        <p:spPr>
          <a:xfrm>
            <a:off x="3035302" y="1592349"/>
            <a:ext cx="2743199" cy="65470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40"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2"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34" name="Picture Placeholder 7"/>
          <p:cNvSpPr>
            <a:spLocks noGrp="1"/>
          </p:cNvSpPr>
          <p:nvPr>
            <p:ph type="pic" sz="quarter" idx="10" hasCustomPrompt="1"/>
          </p:nvPr>
        </p:nvSpPr>
        <p:spPr>
          <a:xfrm>
            <a:off x="1511301" y="1600201"/>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1"/>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35" name="Text Placeholder 3"/>
          <p:cNvSpPr>
            <a:spLocks noGrp="1"/>
          </p:cNvSpPr>
          <p:nvPr>
            <p:ph type="body" sz="half" idx="15" hasCustomPrompt="1"/>
          </p:nvPr>
        </p:nvSpPr>
        <p:spPr>
          <a:xfrm>
            <a:off x="3238500" y="2296161"/>
            <a:ext cx="2540000" cy="827585"/>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36" name="Text Placeholder 3"/>
          <p:cNvSpPr>
            <a:spLocks noGrp="1"/>
          </p:cNvSpPr>
          <p:nvPr>
            <p:ph type="body" sz="half" idx="16" hasCustomPrompt="1"/>
          </p:nvPr>
        </p:nvSpPr>
        <p:spPr>
          <a:xfrm>
            <a:off x="3238500" y="1632990"/>
            <a:ext cx="2235200" cy="265617"/>
          </a:xfrm>
          <a:prstGeom prst="rect">
            <a:avLst/>
          </a:prstGeom>
        </p:spPr>
        <p:txBody>
          <a:bodyPr wrap="square" lIns="0" tIns="0" rIns="0" bIns="0" anchor="ctr">
            <a:noAutofit/>
          </a:bodyPr>
          <a:lstStyle>
            <a:lvl1pPr marL="0" indent="0" algn="l">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37" name="Text Placeholder 3"/>
          <p:cNvSpPr>
            <a:spLocks noGrp="1"/>
          </p:cNvSpPr>
          <p:nvPr>
            <p:ph type="body" sz="half" idx="17" hasCustomPrompt="1"/>
          </p:nvPr>
        </p:nvSpPr>
        <p:spPr>
          <a:xfrm>
            <a:off x="3238500" y="1919312"/>
            <a:ext cx="2235200" cy="265617"/>
          </a:xfrm>
          <a:prstGeom prst="rect">
            <a:avLst/>
          </a:prstGeom>
        </p:spPr>
        <p:txBody>
          <a:bodyPr wrap="square" lIns="0" tIns="0" rIns="0" bIns="0" anchor="ctr">
            <a:noAutofit/>
          </a:bodyPr>
          <a:lstStyle>
            <a:lvl1pPr marL="0" indent="0" algn="l">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38" name="Rectangle 37"/>
          <p:cNvSpPr/>
          <p:nvPr userDrawn="1"/>
        </p:nvSpPr>
        <p:spPr>
          <a:xfrm>
            <a:off x="3035302" y="3296689"/>
            <a:ext cx="2743199" cy="65470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39" name="Picture Placeholder 7"/>
          <p:cNvSpPr>
            <a:spLocks noGrp="1"/>
          </p:cNvSpPr>
          <p:nvPr>
            <p:ph type="pic" sz="quarter" idx="18" hasCustomPrompt="1"/>
          </p:nvPr>
        </p:nvSpPr>
        <p:spPr>
          <a:xfrm>
            <a:off x="1511301" y="3304541"/>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2"/>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41" name="Text Placeholder 3"/>
          <p:cNvSpPr>
            <a:spLocks noGrp="1"/>
          </p:cNvSpPr>
          <p:nvPr>
            <p:ph type="body" sz="half" idx="19" hasCustomPrompt="1"/>
          </p:nvPr>
        </p:nvSpPr>
        <p:spPr>
          <a:xfrm>
            <a:off x="3238500" y="4000501"/>
            <a:ext cx="2540000" cy="827585"/>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44" name="Text Placeholder 3"/>
          <p:cNvSpPr>
            <a:spLocks noGrp="1"/>
          </p:cNvSpPr>
          <p:nvPr>
            <p:ph type="body" sz="half" idx="20" hasCustomPrompt="1"/>
          </p:nvPr>
        </p:nvSpPr>
        <p:spPr>
          <a:xfrm>
            <a:off x="3238500" y="3337330"/>
            <a:ext cx="2235200" cy="265617"/>
          </a:xfrm>
          <a:prstGeom prst="rect">
            <a:avLst/>
          </a:prstGeom>
        </p:spPr>
        <p:txBody>
          <a:bodyPr wrap="square" lIns="0" tIns="0" rIns="0" bIns="0" anchor="ctr">
            <a:noAutofit/>
          </a:bodyPr>
          <a:lstStyle>
            <a:lvl1pPr marL="0" indent="0" algn="l">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46" name="Text Placeholder 3"/>
          <p:cNvSpPr>
            <a:spLocks noGrp="1"/>
          </p:cNvSpPr>
          <p:nvPr>
            <p:ph type="body" sz="half" idx="21" hasCustomPrompt="1"/>
          </p:nvPr>
        </p:nvSpPr>
        <p:spPr>
          <a:xfrm>
            <a:off x="3238500" y="3623651"/>
            <a:ext cx="2235200" cy="265617"/>
          </a:xfrm>
          <a:prstGeom prst="rect">
            <a:avLst/>
          </a:prstGeom>
        </p:spPr>
        <p:txBody>
          <a:bodyPr wrap="square" lIns="0" tIns="0" rIns="0" bIns="0" anchor="ctr">
            <a:noAutofit/>
          </a:bodyPr>
          <a:lstStyle>
            <a:lvl1pPr marL="0" indent="0" algn="l">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47" name="Rectangle 46"/>
          <p:cNvSpPr/>
          <p:nvPr userDrawn="1"/>
        </p:nvSpPr>
        <p:spPr>
          <a:xfrm>
            <a:off x="3035302" y="5015815"/>
            <a:ext cx="2743199" cy="654704"/>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48" name="Picture Placeholder 7"/>
          <p:cNvSpPr>
            <a:spLocks noGrp="1"/>
          </p:cNvSpPr>
          <p:nvPr>
            <p:ph type="pic" sz="quarter" idx="22" hasCustomPrompt="1"/>
          </p:nvPr>
        </p:nvSpPr>
        <p:spPr>
          <a:xfrm>
            <a:off x="1511301" y="5023667"/>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3"/>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49" name="Text Placeholder 3"/>
          <p:cNvSpPr>
            <a:spLocks noGrp="1"/>
          </p:cNvSpPr>
          <p:nvPr>
            <p:ph type="body" sz="half" idx="23" hasCustomPrompt="1"/>
          </p:nvPr>
        </p:nvSpPr>
        <p:spPr>
          <a:xfrm>
            <a:off x="3238500" y="5719626"/>
            <a:ext cx="2540000" cy="827585"/>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50" name="Text Placeholder 3"/>
          <p:cNvSpPr>
            <a:spLocks noGrp="1"/>
          </p:cNvSpPr>
          <p:nvPr>
            <p:ph type="body" sz="half" idx="24" hasCustomPrompt="1"/>
          </p:nvPr>
        </p:nvSpPr>
        <p:spPr>
          <a:xfrm>
            <a:off x="3238500" y="5056456"/>
            <a:ext cx="2235200" cy="265617"/>
          </a:xfrm>
          <a:prstGeom prst="rect">
            <a:avLst/>
          </a:prstGeom>
        </p:spPr>
        <p:txBody>
          <a:bodyPr wrap="square" lIns="0" tIns="0" rIns="0" bIns="0" anchor="ctr">
            <a:noAutofit/>
          </a:bodyPr>
          <a:lstStyle>
            <a:lvl1pPr marL="0" indent="0" algn="l" rtl="0">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1" name="Text Placeholder 3"/>
          <p:cNvSpPr>
            <a:spLocks noGrp="1"/>
          </p:cNvSpPr>
          <p:nvPr>
            <p:ph type="body" sz="half" idx="25" hasCustomPrompt="1"/>
          </p:nvPr>
        </p:nvSpPr>
        <p:spPr>
          <a:xfrm>
            <a:off x="3238500" y="5342777"/>
            <a:ext cx="2235200" cy="265617"/>
          </a:xfrm>
          <a:prstGeom prst="rect">
            <a:avLst/>
          </a:prstGeom>
        </p:spPr>
        <p:txBody>
          <a:bodyPr wrap="square" lIns="0" tIns="0" rIns="0" bIns="0" anchor="ctr">
            <a:noAutofit/>
          </a:bodyPr>
          <a:lstStyle>
            <a:lvl1pPr marL="0" indent="0" algn="l" rtl="0">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2" name="Rectangle 51"/>
          <p:cNvSpPr/>
          <p:nvPr userDrawn="1"/>
        </p:nvSpPr>
        <p:spPr>
          <a:xfrm>
            <a:off x="8026401" y="1592349"/>
            <a:ext cx="2743199" cy="654704"/>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53" name="Picture Placeholder 7"/>
          <p:cNvSpPr>
            <a:spLocks noGrp="1"/>
          </p:cNvSpPr>
          <p:nvPr>
            <p:ph type="pic" sz="quarter" idx="26" hasCustomPrompt="1"/>
          </p:nvPr>
        </p:nvSpPr>
        <p:spPr>
          <a:xfrm>
            <a:off x="6502400" y="1600201"/>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4"/>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54" name="Text Placeholder 3"/>
          <p:cNvSpPr>
            <a:spLocks noGrp="1"/>
          </p:cNvSpPr>
          <p:nvPr>
            <p:ph type="body" sz="half" idx="27" hasCustomPrompt="1"/>
          </p:nvPr>
        </p:nvSpPr>
        <p:spPr>
          <a:xfrm>
            <a:off x="8229599" y="2296161"/>
            <a:ext cx="2540000" cy="827585"/>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55" name="Text Placeholder 3"/>
          <p:cNvSpPr>
            <a:spLocks noGrp="1"/>
          </p:cNvSpPr>
          <p:nvPr>
            <p:ph type="body" sz="half" idx="28" hasCustomPrompt="1"/>
          </p:nvPr>
        </p:nvSpPr>
        <p:spPr>
          <a:xfrm>
            <a:off x="8229599" y="1632990"/>
            <a:ext cx="2235200" cy="265617"/>
          </a:xfrm>
          <a:prstGeom prst="rect">
            <a:avLst/>
          </a:prstGeom>
        </p:spPr>
        <p:txBody>
          <a:bodyPr wrap="square" lIns="0" tIns="0" rIns="0" bIns="0" anchor="ctr">
            <a:noAutofit/>
          </a:bodyPr>
          <a:lstStyle>
            <a:lvl1pPr marL="0" indent="0" algn="l">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6" name="Text Placeholder 3"/>
          <p:cNvSpPr>
            <a:spLocks noGrp="1"/>
          </p:cNvSpPr>
          <p:nvPr>
            <p:ph type="body" sz="half" idx="29" hasCustomPrompt="1"/>
          </p:nvPr>
        </p:nvSpPr>
        <p:spPr>
          <a:xfrm>
            <a:off x="8229599" y="1919312"/>
            <a:ext cx="2235200" cy="265617"/>
          </a:xfrm>
          <a:prstGeom prst="rect">
            <a:avLst/>
          </a:prstGeom>
        </p:spPr>
        <p:txBody>
          <a:bodyPr wrap="square" lIns="0" tIns="0" rIns="0" bIns="0" anchor="ctr">
            <a:noAutofit/>
          </a:bodyPr>
          <a:lstStyle>
            <a:lvl1pPr marL="0" indent="0" algn="l">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7" name="Rectangle 56"/>
          <p:cNvSpPr/>
          <p:nvPr userDrawn="1"/>
        </p:nvSpPr>
        <p:spPr>
          <a:xfrm>
            <a:off x="8026401" y="3296689"/>
            <a:ext cx="2743199" cy="654704"/>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58" name="Picture Placeholder 7"/>
          <p:cNvSpPr>
            <a:spLocks noGrp="1"/>
          </p:cNvSpPr>
          <p:nvPr>
            <p:ph type="pic" sz="quarter" idx="30" hasCustomPrompt="1"/>
          </p:nvPr>
        </p:nvSpPr>
        <p:spPr>
          <a:xfrm>
            <a:off x="6502400" y="3304541"/>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5"/>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59" name="Text Placeholder 3"/>
          <p:cNvSpPr>
            <a:spLocks noGrp="1"/>
          </p:cNvSpPr>
          <p:nvPr>
            <p:ph type="body" sz="half" idx="31" hasCustomPrompt="1"/>
          </p:nvPr>
        </p:nvSpPr>
        <p:spPr>
          <a:xfrm>
            <a:off x="8229599" y="4000501"/>
            <a:ext cx="2540000" cy="827585"/>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60" name="Text Placeholder 3"/>
          <p:cNvSpPr>
            <a:spLocks noGrp="1"/>
          </p:cNvSpPr>
          <p:nvPr>
            <p:ph type="body" sz="half" idx="32" hasCustomPrompt="1"/>
          </p:nvPr>
        </p:nvSpPr>
        <p:spPr>
          <a:xfrm>
            <a:off x="8229599" y="3337330"/>
            <a:ext cx="2235200" cy="265617"/>
          </a:xfrm>
          <a:prstGeom prst="rect">
            <a:avLst/>
          </a:prstGeom>
        </p:spPr>
        <p:txBody>
          <a:bodyPr wrap="square" lIns="0" tIns="0" rIns="0" bIns="0" anchor="ctr">
            <a:noAutofit/>
          </a:bodyPr>
          <a:lstStyle>
            <a:lvl1pPr marL="0" indent="0" algn="l">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1" name="Text Placeholder 3"/>
          <p:cNvSpPr>
            <a:spLocks noGrp="1"/>
          </p:cNvSpPr>
          <p:nvPr>
            <p:ph type="body" sz="half" idx="33" hasCustomPrompt="1"/>
          </p:nvPr>
        </p:nvSpPr>
        <p:spPr>
          <a:xfrm>
            <a:off x="8229599" y="3623651"/>
            <a:ext cx="2235200" cy="265617"/>
          </a:xfrm>
          <a:prstGeom prst="rect">
            <a:avLst/>
          </a:prstGeom>
        </p:spPr>
        <p:txBody>
          <a:bodyPr wrap="square" lIns="0" tIns="0" rIns="0" bIns="0" anchor="ctr">
            <a:noAutofit/>
          </a:bodyPr>
          <a:lstStyle>
            <a:lvl1pPr marL="0" indent="0" algn="l">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2" name="Rectangle 61"/>
          <p:cNvSpPr/>
          <p:nvPr userDrawn="1"/>
        </p:nvSpPr>
        <p:spPr>
          <a:xfrm>
            <a:off x="8026401" y="5015815"/>
            <a:ext cx="2743199" cy="654704"/>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63" name="Picture Placeholder 7"/>
          <p:cNvSpPr>
            <a:spLocks noGrp="1"/>
          </p:cNvSpPr>
          <p:nvPr>
            <p:ph type="pic" sz="quarter" idx="34" hasCustomPrompt="1"/>
          </p:nvPr>
        </p:nvSpPr>
        <p:spPr>
          <a:xfrm>
            <a:off x="6502400" y="5023667"/>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6"/>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64" name="Text Placeholder 3"/>
          <p:cNvSpPr>
            <a:spLocks noGrp="1"/>
          </p:cNvSpPr>
          <p:nvPr>
            <p:ph type="body" sz="half" idx="35" hasCustomPrompt="1"/>
          </p:nvPr>
        </p:nvSpPr>
        <p:spPr>
          <a:xfrm>
            <a:off x="8229599" y="5719626"/>
            <a:ext cx="2540000" cy="827585"/>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87" name="Text Placeholder 3"/>
          <p:cNvSpPr>
            <a:spLocks noGrp="1"/>
          </p:cNvSpPr>
          <p:nvPr>
            <p:ph type="body" sz="half" idx="36" hasCustomPrompt="1"/>
          </p:nvPr>
        </p:nvSpPr>
        <p:spPr>
          <a:xfrm>
            <a:off x="8229599" y="5056456"/>
            <a:ext cx="2235200" cy="265617"/>
          </a:xfrm>
          <a:prstGeom prst="rect">
            <a:avLst/>
          </a:prstGeom>
        </p:spPr>
        <p:txBody>
          <a:bodyPr wrap="square" lIns="0" tIns="0" rIns="0" bIns="0" anchor="ctr">
            <a:noAutofit/>
          </a:bodyPr>
          <a:lstStyle>
            <a:lvl1pPr marL="0" indent="0" algn="l" rtl="0">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88" name="Text Placeholder 3"/>
          <p:cNvSpPr>
            <a:spLocks noGrp="1"/>
          </p:cNvSpPr>
          <p:nvPr>
            <p:ph type="body" sz="half" idx="37" hasCustomPrompt="1"/>
          </p:nvPr>
        </p:nvSpPr>
        <p:spPr>
          <a:xfrm>
            <a:off x="8229599" y="5342777"/>
            <a:ext cx="2235200" cy="265617"/>
          </a:xfrm>
          <a:prstGeom prst="rect">
            <a:avLst/>
          </a:prstGeom>
        </p:spPr>
        <p:txBody>
          <a:bodyPr wrap="square" lIns="0" tIns="0" rIns="0" bIns="0" anchor="ctr">
            <a:noAutofit/>
          </a:bodyPr>
          <a:lstStyle>
            <a:lvl1pPr marL="0" indent="0" algn="l" rtl="0">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Tree>
    <p:extLst>
      <p:ext uri="{BB962C8B-B14F-4D97-AF65-F5344CB8AC3E}">
        <p14:creationId xmlns:p14="http://schemas.microsoft.com/office/powerpoint/2010/main" val="72508009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grpId="0" nodeType="afterEffect">
                                  <p:stCondLst>
                                    <p:cond delay="0"/>
                                  </p:stCondLst>
                                  <p:childTnLst>
                                    <p:set>
                                      <p:cBhvr>
                                        <p:cTn id="6" dur="1" fill="hold">
                                          <p:stCondLst>
                                            <p:cond delay="0"/>
                                          </p:stCondLst>
                                        </p:cTn>
                                        <p:tgtEl>
                                          <p:spTgt spid="34"/>
                                        </p:tgtEl>
                                        <p:attrNameLst>
                                          <p:attrName>style.visibility</p:attrName>
                                        </p:attrNameLst>
                                      </p:cBhvr>
                                      <p:to>
                                        <p:strVal val="visible"/>
                                      </p:to>
                                    </p:set>
                                    <p:anim calcmode="lin" valueType="num">
                                      <p:cBhvr>
                                        <p:cTn id="7" dur="500" fill="hold"/>
                                        <p:tgtEl>
                                          <p:spTgt spid="34"/>
                                        </p:tgtEl>
                                        <p:attrNameLst>
                                          <p:attrName>ppt_w</p:attrName>
                                        </p:attrNameLst>
                                      </p:cBhvr>
                                      <p:tavLst>
                                        <p:tav tm="0">
                                          <p:val>
                                            <p:fltVal val="0"/>
                                          </p:val>
                                        </p:tav>
                                        <p:tav tm="100000">
                                          <p:val>
                                            <p:strVal val="#ppt_w"/>
                                          </p:val>
                                        </p:tav>
                                      </p:tavLst>
                                    </p:anim>
                                    <p:anim calcmode="lin" valueType="num">
                                      <p:cBhvr>
                                        <p:cTn id="8" dur="500" fill="hold"/>
                                        <p:tgtEl>
                                          <p:spTgt spid="34"/>
                                        </p:tgtEl>
                                        <p:attrNameLst>
                                          <p:attrName>ppt_h</p:attrName>
                                        </p:attrNameLst>
                                      </p:cBhvr>
                                      <p:tavLst>
                                        <p:tav tm="0">
                                          <p:val>
                                            <p:fltVal val="0"/>
                                          </p:val>
                                        </p:tav>
                                        <p:tav tm="100000">
                                          <p:val>
                                            <p:strVal val="#ppt_h"/>
                                          </p:val>
                                        </p:tav>
                                      </p:tavLst>
                                    </p:anim>
                                    <p:animEffect transition="in" filter="fade">
                                      <p:cBhvr>
                                        <p:cTn id="9" dur="500"/>
                                        <p:tgtEl>
                                          <p:spTgt spid="34"/>
                                        </p:tgtEl>
                                      </p:cBhvr>
                                    </p:animEffect>
                                  </p:childTnLst>
                                </p:cTn>
                              </p:par>
                            </p:childTnLst>
                          </p:cTn>
                        </p:par>
                        <p:par>
                          <p:cTn id="10" fill="hold">
                            <p:stCondLst>
                              <p:cond delay="500"/>
                            </p:stCondLst>
                            <p:childTnLst>
                              <p:par>
                                <p:cTn id="11" presetID="22" presetClass="entr" presetSubtype="8" fill="hold" grpId="0" nodeType="afterEffect">
                                  <p:stCondLst>
                                    <p:cond delay="0"/>
                                  </p:stCondLst>
                                  <p:childTnLst>
                                    <p:set>
                                      <p:cBhvr>
                                        <p:cTn id="12" dur="1" fill="hold">
                                          <p:stCondLst>
                                            <p:cond delay="0"/>
                                          </p:stCondLst>
                                        </p:cTn>
                                        <p:tgtEl>
                                          <p:spTgt spid="2"/>
                                        </p:tgtEl>
                                        <p:attrNameLst>
                                          <p:attrName>style.visibility</p:attrName>
                                        </p:attrNameLst>
                                      </p:cBhvr>
                                      <p:to>
                                        <p:strVal val="visible"/>
                                      </p:to>
                                    </p:set>
                                    <p:animEffect transition="in" filter="wipe(left)">
                                      <p:cBhvr>
                                        <p:cTn id="13" dur="500"/>
                                        <p:tgtEl>
                                          <p:spTgt spid="2"/>
                                        </p:tgtEl>
                                      </p:cBhvr>
                                    </p:animEffect>
                                  </p:childTnLst>
                                </p:cTn>
                              </p:par>
                            </p:childTnLst>
                          </p:cTn>
                        </p:par>
                        <p:par>
                          <p:cTn id="14" fill="hold">
                            <p:stCondLst>
                              <p:cond delay="1000"/>
                            </p:stCondLst>
                            <p:childTnLst>
                              <p:par>
                                <p:cTn id="15" presetID="22" presetClass="entr" presetSubtype="8" fill="hold" grpId="0" nodeType="afterEffect">
                                  <p:stCondLst>
                                    <p:cond delay="0"/>
                                  </p:stCondLst>
                                  <p:childTnLst>
                                    <p:set>
                                      <p:cBhvr>
                                        <p:cTn id="16" dur="1" fill="hold">
                                          <p:stCondLst>
                                            <p:cond delay="0"/>
                                          </p:stCondLst>
                                        </p:cTn>
                                        <p:tgtEl>
                                          <p:spTgt spid="36">
                                            <p:txEl>
                                              <p:pRg st="0" end="0"/>
                                            </p:txEl>
                                          </p:spTgt>
                                        </p:tgtEl>
                                        <p:attrNameLst>
                                          <p:attrName>style.visibility</p:attrName>
                                        </p:attrNameLst>
                                      </p:cBhvr>
                                      <p:to>
                                        <p:strVal val="visible"/>
                                      </p:to>
                                    </p:set>
                                    <p:animEffect transition="in" filter="wipe(left)">
                                      <p:cBhvr>
                                        <p:cTn id="17" dur="500"/>
                                        <p:tgtEl>
                                          <p:spTgt spid="36">
                                            <p:txEl>
                                              <p:pRg st="0" end="0"/>
                                            </p:txEl>
                                          </p:spTgt>
                                        </p:tgtEl>
                                      </p:cBhvr>
                                    </p:animEffect>
                                  </p:childTnLst>
                                </p:cTn>
                              </p:par>
                            </p:childTnLst>
                          </p:cTn>
                        </p:par>
                        <p:par>
                          <p:cTn id="18" fill="hold">
                            <p:stCondLst>
                              <p:cond delay="1500"/>
                            </p:stCondLst>
                            <p:childTnLst>
                              <p:par>
                                <p:cTn id="19" presetID="22" presetClass="entr" presetSubtype="8" fill="hold" grpId="0" nodeType="afterEffect">
                                  <p:stCondLst>
                                    <p:cond delay="0"/>
                                  </p:stCondLst>
                                  <p:childTnLst>
                                    <p:set>
                                      <p:cBhvr>
                                        <p:cTn id="20" dur="1" fill="hold">
                                          <p:stCondLst>
                                            <p:cond delay="0"/>
                                          </p:stCondLst>
                                        </p:cTn>
                                        <p:tgtEl>
                                          <p:spTgt spid="37">
                                            <p:txEl>
                                              <p:pRg st="0" end="0"/>
                                            </p:txEl>
                                          </p:spTgt>
                                        </p:tgtEl>
                                        <p:attrNameLst>
                                          <p:attrName>style.visibility</p:attrName>
                                        </p:attrNameLst>
                                      </p:cBhvr>
                                      <p:to>
                                        <p:strVal val="visible"/>
                                      </p:to>
                                    </p:set>
                                    <p:animEffect transition="in" filter="wipe(left)">
                                      <p:cBhvr>
                                        <p:cTn id="21" dur="500"/>
                                        <p:tgtEl>
                                          <p:spTgt spid="37">
                                            <p:txEl>
                                              <p:pRg st="0" end="0"/>
                                            </p:txEl>
                                          </p:spTgt>
                                        </p:tgtEl>
                                      </p:cBhvr>
                                    </p:animEffect>
                                  </p:childTnLst>
                                </p:cTn>
                              </p:par>
                            </p:childTnLst>
                          </p:cTn>
                        </p:par>
                        <p:par>
                          <p:cTn id="22" fill="hold">
                            <p:stCondLst>
                              <p:cond delay="2000"/>
                            </p:stCondLst>
                            <p:childTnLst>
                              <p:par>
                                <p:cTn id="23" presetID="22" presetClass="entr" presetSubtype="8" fill="hold" grpId="0" nodeType="afterEffect">
                                  <p:stCondLst>
                                    <p:cond delay="0"/>
                                  </p:stCondLst>
                                  <p:childTnLst>
                                    <p:set>
                                      <p:cBhvr>
                                        <p:cTn id="24" dur="1" fill="hold">
                                          <p:stCondLst>
                                            <p:cond delay="0"/>
                                          </p:stCondLst>
                                        </p:cTn>
                                        <p:tgtEl>
                                          <p:spTgt spid="35">
                                            <p:txEl>
                                              <p:pRg st="0" end="0"/>
                                            </p:txEl>
                                          </p:spTgt>
                                        </p:tgtEl>
                                        <p:attrNameLst>
                                          <p:attrName>style.visibility</p:attrName>
                                        </p:attrNameLst>
                                      </p:cBhvr>
                                      <p:to>
                                        <p:strVal val="visible"/>
                                      </p:to>
                                    </p:set>
                                    <p:animEffect transition="in" filter="wipe(left)">
                                      <p:cBhvr>
                                        <p:cTn id="25" dur="500"/>
                                        <p:tgtEl>
                                          <p:spTgt spid="35">
                                            <p:txEl>
                                              <p:pRg st="0" end="0"/>
                                            </p:txEl>
                                          </p:spTgt>
                                        </p:tgtEl>
                                      </p:cBhvr>
                                    </p:animEffect>
                                  </p:childTnLst>
                                </p:cTn>
                              </p:par>
                            </p:childTnLst>
                          </p:cTn>
                        </p:par>
                        <p:par>
                          <p:cTn id="26" fill="hold">
                            <p:stCondLst>
                              <p:cond delay="2500"/>
                            </p:stCondLst>
                            <p:childTnLst>
                              <p:par>
                                <p:cTn id="27" presetID="53" presetClass="entr" presetSubtype="0" fill="hold" grpId="0" nodeType="afterEffect">
                                  <p:stCondLst>
                                    <p:cond delay="0"/>
                                  </p:stCondLst>
                                  <p:childTnLst>
                                    <p:set>
                                      <p:cBhvr>
                                        <p:cTn id="28" dur="1" fill="hold">
                                          <p:stCondLst>
                                            <p:cond delay="0"/>
                                          </p:stCondLst>
                                        </p:cTn>
                                        <p:tgtEl>
                                          <p:spTgt spid="39"/>
                                        </p:tgtEl>
                                        <p:attrNameLst>
                                          <p:attrName>style.visibility</p:attrName>
                                        </p:attrNameLst>
                                      </p:cBhvr>
                                      <p:to>
                                        <p:strVal val="visible"/>
                                      </p:to>
                                    </p:set>
                                    <p:anim calcmode="lin" valueType="num">
                                      <p:cBhvr>
                                        <p:cTn id="29" dur="500" fill="hold"/>
                                        <p:tgtEl>
                                          <p:spTgt spid="39"/>
                                        </p:tgtEl>
                                        <p:attrNameLst>
                                          <p:attrName>ppt_w</p:attrName>
                                        </p:attrNameLst>
                                      </p:cBhvr>
                                      <p:tavLst>
                                        <p:tav tm="0">
                                          <p:val>
                                            <p:fltVal val="0"/>
                                          </p:val>
                                        </p:tav>
                                        <p:tav tm="100000">
                                          <p:val>
                                            <p:strVal val="#ppt_w"/>
                                          </p:val>
                                        </p:tav>
                                      </p:tavLst>
                                    </p:anim>
                                    <p:anim calcmode="lin" valueType="num">
                                      <p:cBhvr>
                                        <p:cTn id="30" dur="500" fill="hold"/>
                                        <p:tgtEl>
                                          <p:spTgt spid="39"/>
                                        </p:tgtEl>
                                        <p:attrNameLst>
                                          <p:attrName>ppt_h</p:attrName>
                                        </p:attrNameLst>
                                      </p:cBhvr>
                                      <p:tavLst>
                                        <p:tav tm="0">
                                          <p:val>
                                            <p:fltVal val="0"/>
                                          </p:val>
                                        </p:tav>
                                        <p:tav tm="100000">
                                          <p:val>
                                            <p:strVal val="#ppt_h"/>
                                          </p:val>
                                        </p:tav>
                                      </p:tavLst>
                                    </p:anim>
                                    <p:animEffect transition="in" filter="fade">
                                      <p:cBhvr>
                                        <p:cTn id="31" dur="500"/>
                                        <p:tgtEl>
                                          <p:spTgt spid="39"/>
                                        </p:tgtEl>
                                      </p:cBhvr>
                                    </p:animEffect>
                                  </p:childTnLst>
                                </p:cTn>
                              </p:par>
                            </p:childTnLst>
                          </p:cTn>
                        </p:par>
                        <p:par>
                          <p:cTn id="32" fill="hold">
                            <p:stCondLst>
                              <p:cond delay="3000"/>
                            </p:stCondLst>
                            <p:childTnLst>
                              <p:par>
                                <p:cTn id="33" presetID="22" presetClass="entr" presetSubtype="8" fill="hold" grpId="0" nodeType="afterEffect">
                                  <p:stCondLst>
                                    <p:cond delay="0"/>
                                  </p:stCondLst>
                                  <p:childTnLst>
                                    <p:set>
                                      <p:cBhvr>
                                        <p:cTn id="34" dur="1" fill="hold">
                                          <p:stCondLst>
                                            <p:cond delay="0"/>
                                          </p:stCondLst>
                                        </p:cTn>
                                        <p:tgtEl>
                                          <p:spTgt spid="38"/>
                                        </p:tgtEl>
                                        <p:attrNameLst>
                                          <p:attrName>style.visibility</p:attrName>
                                        </p:attrNameLst>
                                      </p:cBhvr>
                                      <p:to>
                                        <p:strVal val="visible"/>
                                      </p:to>
                                    </p:set>
                                    <p:animEffect transition="in" filter="wipe(left)">
                                      <p:cBhvr>
                                        <p:cTn id="35" dur="500"/>
                                        <p:tgtEl>
                                          <p:spTgt spid="38"/>
                                        </p:tgtEl>
                                      </p:cBhvr>
                                    </p:animEffect>
                                  </p:childTnLst>
                                </p:cTn>
                              </p:par>
                            </p:childTnLst>
                          </p:cTn>
                        </p:par>
                        <p:par>
                          <p:cTn id="36" fill="hold">
                            <p:stCondLst>
                              <p:cond delay="3500"/>
                            </p:stCondLst>
                            <p:childTnLst>
                              <p:par>
                                <p:cTn id="37" presetID="22" presetClass="entr" presetSubtype="8" fill="hold" grpId="0" nodeType="afterEffect">
                                  <p:stCondLst>
                                    <p:cond delay="0"/>
                                  </p:stCondLst>
                                  <p:childTnLst>
                                    <p:set>
                                      <p:cBhvr>
                                        <p:cTn id="38" dur="1" fill="hold">
                                          <p:stCondLst>
                                            <p:cond delay="0"/>
                                          </p:stCondLst>
                                        </p:cTn>
                                        <p:tgtEl>
                                          <p:spTgt spid="44">
                                            <p:txEl>
                                              <p:pRg st="0" end="0"/>
                                            </p:txEl>
                                          </p:spTgt>
                                        </p:tgtEl>
                                        <p:attrNameLst>
                                          <p:attrName>style.visibility</p:attrName>
                                        </p:attrNameLst>
                                      </p:cBhvr>
                                      <p:to>
                                        <p:strVal val="visible"/>
                                      </p:to>
                                    </p:set>
                                    <p:animEffect transition="in" filter="wipe(left)">
                                      <p:cBhvr>
                                        <p:cTn id="39" dur="500"/>
                                        <p:tgtEl>
                                          <p:spTgt spid="44">
                                            <p:txEl>
                                              <p:pRg st="0" end="0"/>
                                            </p:txEl>
                                          </p:spTgt>
                                        </p:tgtEl>
                                      </p:cBhvr>
                                    </p:animEffect>
                                  </p:childTnLst>
                                </p:cTn>
                              </p:par>
                            </p:childTnLst>
                          </p:cTn>
                        </p:par>
                        <p:par>
                          <p:cTn id="40" fill="hold">
                            <p:stCondLst>
                              <p:cond delay="4000"/>
                            </p:stCondLst>
                            <p:childTnLst>
                              <p:par>
                                <p:cTn id="41" presetID="22" presetClass="entr" presetSubtype="8" fill="hold" grpId="0" nodeType="afterEffect">
                                  <p:stCondLst>
                                    <p:cond delay="0"/>
                                  </p:stCondLst>
                                  <p:childTnLst>
                                    <p:set>
                                      <p:cBhvr>
                                        <p:cTn id="42" dur="1" fill="hold">
                                          <p:stCondLst>
                                            <p:cond delay="0"/>
                                          </p:stCondLst>
                                        </p:cTn>
                                        <p:tgtEl>
                                          <p:spTgt spid="46">
                                            <p:txEl>
                                              <p:pRg st="0" end="0"/>
                                            </p:txEl>
                                          </p:spTgt>
                                        </p:tgtEl>
                                        <p:attrNameLst>
                                          <p:attrName>style.visibility</p:attrName>
                                        </p:attrNameLst>
                                      </p:cBhvr>
                                      <p:to>
                                        <p:strVal val="visible"/>
                                      </p:to>
                                    </p:set>
                                    <p:animEffect transition="in" filter="wipe(left)">
                                      <p:cBhvr>
                                        <p:cTn id="43" dur="500"/>
                                        <p:tgtEl>
                                          <p:spTgt spid="46">
                                            <p:txEl>
                                              <p:pRg st="0" end="0"/>
                                            </p:txEl>
                                          </p:spTgt>
                                        </p:tgtEl>
                                      </p:cBhvr>
                                    </p:animEffect>
                                  </p:childTnLst>
                                </p:cTn>
                              </p:par>
                            </p:childTnLst>
                          </p:cTn>
                        </p:par>
                        <p:par>
                          <p:cTn id="44" fill="hold">
                            <p:stCondLst>
                              <p:cond delay="4500"/>
                            </p:stCondLst>
                            <p:childTnLst>
                              <p:par>
                                <p:cTn id="45" presetID="22" presetClass="entr" presetSubtype="8" fill="hold" grpId="0" nodeType="afterEffect">
                                  <p:stCondLst>
                                    <p:cond delay="0"/>
                                  </p:stCondLst>
                                  <p:childTnLst>
                                    <p:set>
                                      <p:cBhvr>
                                        <p:cTn id="46" dur="1" fill="hold">
                                          <p:stCondLst>
                                            <p:cond delay="0"/>
                                          </p:stCondLst>
                                        </p:cTn>
                                        <p:tgtEl>
                                          <p:spTgt spid="41">
                                            <p:txEl>
                                              <p:pRg st="0" end="0"/>
                                            </p:txEl>
                                          </p:spTgt>
                                        </p:tgtEl>
                                        <p:attrNameLst>
                                          <p:attrName>style.visibility</p:attrName>
                                        </p:attrNameLst>
                                      </p:cBhvr>
                                      <p:to>
                                        <p:strVal val="visible"/>
                                      </p:to>
                                    </p:set>
                                    <p:animEffect transition="in" filter="wipe(left)">
                                      <p:cBhvr>
                                        <p:cTn id="47" dur="500"/>
                                        <p:tgtEl>
                                          <p:spTgt spid="41">
                                            <p:txEl>
                                              <p:pRg st="0" end="0"/>
                                            </p:txEl>
                                          </p:spTgt>
                                        </p:tgtEl>
                                      </p:cBhvr>
                                    </p:animEffect>
                                  </p:childTnLst>
                                </p:cTn>
                              </p:par>
                            </p:childTnLst>
                          </p:cTn>
                        </p:par>
                        <p:par>
                          <p:cTn id="48" fill="hold">
                            <p:stCondLst>
                              <p:cond delay="5000"/>
                            </p:stCondLst>
                            <p:childTnLst>
                              <p:par>
                                <p:cTn id="49" presetID="53" presetClass="entr" presetSubtype="0" fill="hold" grpId="0" nodeType="afterEffect">
                                  <p:stCondLst>
                                    <p:cond delay="0"/>
                                  </p:stCondLst>
                                  <p:childTnLst>
                                    <p:set>
                                      <p:cBhvr>
                                        <p:cTn id="50" dur="1" fill="hold">
                                          <p:stCondLst>
                                            <p:cond delay="0"/>
                                          </p:stCondLst>
                                        </p:cTn>
                                        <p:tgtEl>
                                          <p:spTgt spid="48"/>
                                        </p:tgtEl>
                                        <p:attrNameLst>
                                          <p:attrName>style.visibility</p:attrName>
                                        </p:attrNameLst>
                                      </p:cBhvr>
                                      <p:to>
                                        <p:strVal val="visible"/>
                                      </p:to>
                                    </p:set>
                                    <p:anim calcmode="lin" valueType="num">
                                      <p:cBhvr>
                                        <p:cTn id="51" dur="500" fill="hold"/>
                                        <p:tgtEl>
                                          <p:spTgt spid="48"/>
                                        </p:tgtEl>
                                        <p:attrNameLst>
                                          <p:attrName>ppt_w</p:attrName>
                                        </p:attrNameLst>
                                      </p:cBhvr>
                                      <p:tavLst>
                                        <p:tav tm="0">
                                          <p:val>
                                            <p:fltVal val="0"/>
                                          </p:val>
                                        </p:tav>
                                        <p:tav tm="100000">
                                          <p:val>
                                            <p:strVal val="#ppt_w"/>
                                          </p:val>
                                        </p:tav>
                                      </p:tavLst>
                                    </p:anim>
                                    <p:anim calcmode="lin" valueType="num">
                                      <p:cBhvr>
                                        <p:cTn id="52" dur="500" fill="hold"/>
                                        <p:tgtEl>
                                          <p:spTgt spid="48"/>
                                        </p:tgtEl>
                                        <p:attrNameLst>
                                          <p:attrName>ppt_h</p:attrName>
                                        </p:attrNameLst>
                                      </p:cBhvr>
                                      <p:tavLst>
                                        <p:tav tm="0">
                                          <p:val>
                                            <p:fltVal val="0"/>
                                          </p:val>
                                        </p:tav>
                                        <p:tav tm="100000">
                                          <p:val>
                                            <p:strVal val="#ppt_h"/>
                                          </p:val>
                                        </p:tav>
                                      </p:tavLst>
                                    </p:anim>
                                    <p:animEffect transition="in" filter="fade">
                                      <p:cBhvr>
                                        <p:cTn id="53" dur="500"/>
                                        <p:tgtEl>
                                          <p:spTgt spid="48"/>
                                        </p:tgtEl>
                                      </p:cBhvr>
                                    </p:animEffect>
                                  </p:childTnLst>
                                </p:cTn>
                              </p:par>
                            </p:childTnLst>
                          </p:cTn>
                        </p:par>
                        <p:par>
                          <p:cTn id="54" fill="hold">
                            <p:stCondLst>
                              <p:cond delay="5500"/>
                            </p:stCondLst>
                            <p:childTnLst>
                              <p:par>
                                <p:cTn id="55" presetID="22" presetClass="entr" presetSubtype="8" fill="hold" grpId="0" nodeType="afterEffect">
                                  <p:stCondLst>
                                    <p:cond delay="0"/>
                                  </p:stCondLst>
                                  <p:childTnLst>
                                    <p:set>
                                      <p:cBhvr>
                                        <p:cTn id="56" dur="1" fill="hold">
                                          <p:stCondLst>
                                            <p:cond delay="0"/>
                                          </p:stCondLst>
                                        </p:cTn>
                                        <p:tgtEl>
                                          <p:spTgt spid="47"/>
                                        </p:tgtEl>
                                        <p:attrNameLst>
                                          <p:attrName>style.visibility</p:attrName>
                                        </p:attrNameLst>
                                      </p:cBhvr>
                                      <p:to>
                                        <p:strVal val="visible"/>
                                      </p:to>
                                    </p:set>
                                    <p:animEffect transition="in" filter="wipe(left)">
                                      <p:cBhvr>
                                        <p:cTn id="57" dur="500"/>
                                        <p:tgtEl>
                                          <p:spTgt spid="47"/>
                                        </p:tgtEl>
                                      </p:cBhvr>
                                    </p:animEffect>
                                  </p:childTnLst>
                                </p:cTn>
                              </p:par>
                            </p:childTnLst>
                          </p:cTn>
                        </p:par>
                        <p:par>
                          <p:cTn id="58" fill="hold">
                            <p:stCondLst>
                              <p:cond delay="6000"/>
                            </p:stCondLst>
                            <p:childTnLst>
                              <p:par>
                                <p:cTn id="59" presetID="22" presetClass="entr" presetSubtype="8" fill="hold" grpId="0" nodeType="afterEffect">
                                  <p:stCondLst>
                                    <p:cond delay="0"/>
                                  </p:stCondLst>
                                  <p:childTnLst>
                                    <p:set>
                                      <p:cBhvr>
                                        <p:cTn id="60" dur="1" fill="hold">
                                          <p:stCondLst>
                                            <p:cond delay="0"/>
                                          </p:stCondLst>
                                        </p:cTn>
                                        <p:tgtEl>
                                          <p:spTgt spid="50">
                                            <p:txEl>
                                              <p:pRg st="0" end="0"/>
                                            </p:txEl>
                                          </p:spTgt>
                                        </p:tgtEl>
                                        <p:attrNameLst>
                                          <p:attrName>style.visibility</p:attrName>
                                        </p:attrNameLst>
                                      </p:cBhvr>
                                      <p:to>
                                        <p:strVal val="visible"/>
                                      </p:to>
                                    </p:set>
                                    <p:animEffect transition="in" filter="wipe(left)">
                                      <p:cBhvr>
                                        <p:cTn id="61" dur="500"/>
                                        <p:tgtEl>
                                          <p:spTgt spid="50">
                                            <p:txEl>
                                              <p:pRg st="0" end="0"/>
                                            </p:txEl>
                                          </p:spTgt>
                                        </p:tgtEl>
                                      </p:cBhvr>
                                    </p:animEffect>
                                  </p:childTnLst>
                                </p:cTn>
                              </p:par>
                            </p:childTnLst>
                          </p:cTn>
                        </p:par>
                        <p:par>
                          <p:cTn id="62" fill="hold">
                            <p:stCondLst>
                              <p:cond delay="6500"/>
                            </p:stCondLst>
                            <p:childTnLst>
                              <p:par>
                                <p:cTn id="63" presetID="22" presetClass="entr" presetSubtype="8" fill="hold" grpId="0" nodeType="afterEffect">
                                  <p:stCondLst>
                                    <p:cond delay="0"/>
                                  </p:stCondLst>
                                  <p:childTnLst>
                                    <p:set>
                                      <p:cBhvr>
                                        <p:cTn id="64" dur="1" fill="hold">
                                          <p:stCondLst>
                                            <p:cond delay="0"/>
                                          </p:stCondLst>
                                        </p:cTn>
                                        <p:tgtEl>
                                          <p:spTgt spid="51">
                                            <p:txEl>
                                              <p:pRg st="0" end="0"/>
                                            </p:txEl>
                                          </p:spTgt>
                                        </p:tgtEl>
                                        <p:attrNameLst>
                                          <p:attrName>style.visibility</p:attrName>
                                        </p:attrNameLst>
                                      </p:cBhvr>
                                      <p:to>
                                        <p:strVal val="visible"/>
                                      </p:to>
                                    </p:set>
                                    <p:animEffect transition="in" filter="wipe(left)">
                                      <p:cBhvr>
                                        <p:cTn id="65" dur="500"/>
                                        <p:tgtEl>
                                          <p:spTgt spid="51">
                                            <p:txEl>
                                              <p:pRg st="0" end="0"/>
                                            </p:txEl>
                                          </p:spTgt>
                                        </p:tgtEl>
                                      </p:cBhvr>
                                    </p:animEffect>
                                  </p:childTnLst>
                                </p:cTn>
                              </p:par>
                            </p:childTnLst>
                          </p:cTn>
                        </p:par>
                        <p:par>
                          <p:cTn id="66" fill="hold">
                            <p:stCondLst>
                              <p:cond delay="7000"/>
                            </p:stCondLst>
                            <p:childTnLst>
                              <p:par>
                                <p:cTn id="67" presetID="22" presetClass="entr" presetSubtype="8" fill="hold" grpId="0" nodeType="afterEffect">
                                  <p:stCondLst>
                                    <p:cond delay="0"/>
                                  </p:stCondLst>
                                  <p:childTnLst>
                                    <p:set>
                                      <p:cBhvr>
                                        <p:cTn id="68" dur="1" fill="hold">
                                          <p:stCondLst>
                                            <p:cond delay="0"/>
                                          </p:stCondLst>
                                        </p:cTn>
                                        <p:tgtEl>
                                          <p:spTgt spid="49">
                                            <p:txEl>
                                              <p:pRg st="0" end="0"/>
                                            </p:txEl>
                                          </p:spTgt>
                                        </p:tgtEl>
                                        <p:attrNameLst>
                                          <p:attrName>style.visibility</p:attrName>
                                        </p:attrNameLst>
                                      </p:cBhvr>
                                      <p:to>
                                        <p:strVal val="visible"/>
                                      </p:to>
                                    </p:set>
                                    <p:animEffect transition="in" filter="wipe(left)">
                                      <p:cBhvr>
                                        <p:cTn id="69" dur="500"/>
                                        <p:tgtEl>
                                          <p:spTgt spid="49">
                                            <p:txEl>
                                              <p:pRg st="0" end="0"/>
                                            </p:txEl>
                                          </p:spTgt>
                                        </p:tgtEl>
                                      </p:cBhvr>
                                    </p:animEffect>
                                  </p:childTnLst>
                                </p:cTn>
                              </p:par>
                            </p:childTnLst>
                          </p:cTn>
                        </p:par>
                        <p:par>
                          <p:cTn id="70" fill="hold">
                            <p:stCondLst>
                              <p:cond delay="7500"/>
                            </p:stCondLst>
                            <p:childTnLst>
                              <p:par>
                                <p:cTn id="71" presetID="53" presetClass="entr" presetSubtype="0" fill="hold" grpId="0" nodeType="afterEffect">
                                  <p:stCondLst>
                                    <p:cond delay="0"/>
                                  </p:stCondLst>
                                  <p:childTnLst>
                                    <p:set>
                                      <p:cBhvr>
                                        <p:cTn id="72" dur="1" fill="hold">
                                          <p:stCondLst>
                                            <p:cond delay="0"/>
                                          </p:stCondLst>
                                        </p:cTn>
                                        <p:tgtEl>
                                          <p:spTgt spid="53"/>
                                        </p:tgtEl>
                                        <p:attrNameLst>
                                          <p:attrName>style.visibility</p:attrName>
                                        </p:attrNameLst>
                                      </p:cBhvr>
                                      <p:to>
                                        <p:strVal val="visible"/>
                                      </p:to>
                                    </p:set>
                                    <p:anim calcmode="lin" valueType="num">
                                      <p:cBhvr>
                                        <p:cTn id="73" dur="500" fill="hold"/>
                                        <p:tgtEl>
                                          <p:spTgt spid="53"/>
                                        </p:tgtEl>
                                        <p:attrNameLst>
                                          <p:attrName>ppt_w</p:attrName>
                                        </p:attrNameLst>
                                      </p:cBhvr>
                                      <p:tavLst>
                                        <p:tav tm="0">
                                          <p:val>
                                            <p:fltVal val="0"/>
                                          </p:val>
                                        </p:tav>
                                        <p:tav tm="100000">
                                          <p:val>
                                            <p:strVal val="#ppt_w"/>
                                          </p:val>
                                        </p:tav>
                                      </p:tavLst>
                                    </p:anim>
                                    <p:anim calcmode="lin" valueType="num">
                                      <p:cBhvr>
                                        <p:cTn id="74" dur="500" fill="hold"/>
                                        <p:tgtEl>
                                          <p:spTgt spid="53"/>
                                        </p:tgtEl>
                                        <p:attrNameLst>
                                          <p:attrName>ppt_h</p:attrName>
                                        </p:attrNameLst>
                                      </p:cBhvr>
                                      <p:tavLst>
                                        <p:tav tm="0">
                                          <p:val>
                                            <p:fltVal val="0"/>
                                          </p:val>
                                        </p:tav>
                                        <p:tav tm="100000">
                                          <p:val>
                                            <p:strVal val="#ppt_h"/>
                                          </p:val>
                                        </p:tav>
                                      </p:tavLst>
                                    </p:anim>
                                    <p:animEffect transition="in" filter="fade">
                                      <p:cBhvr>
                                        <p:cTn id="75" dur="500"/>
                                        <p:tgtEl>
                                          <p:spTgt spid="53"/>
                                        </p:tgtEl>
                                      </p:cBhvr>
                                    </p:animEffect>
                                  </p:childTnLst>
                                </p:cTn>
                              </p:par>
                            </p:childTnLst>
                          </p:cTn>
                        </p:par>
                        <p:par>
                          <p:cTn id="76" fill="hold">
                            <p:stCondLst>
                              <p:cond delay="8000"/>
                            </p:stCondLst>
                            <p:childTnLst>
                              <p:par>
                                <p:cTn id="77" presetID="22" presetClass="entr" presetSubtype="8" fill="hold" grpId="0" nodeType="afterEffect">
                                  <p:stCondLst>
                                    <p:cond delay="0"/>
                                  </p:stCondLst>
                                  <p:childTnLst>
                                    <p:set>
                                      <p:cBhvr>
                                        <p:cTn id="78" dur="1" fill="hold">
                                          <p:stCondLst>
                                            <p:cond delay="0"/>
                                          </p:stCondLst>
                                        </p:cTn>
                                        <p:tgtEl>
                                          <p:spTgt spid="52"/>
                                        </p:tgtEl>
                                        <p:attrNameLst>
                                          <p:attrName>style.visibility</p:attrName>
                                        </p:attrNameLst>
                                      </p:cBhvr>
                                      <p:to>
                                        <p:strVal val="visible"/>
                                      </p:to>
                                    </p:set>
                                    <p:animEffect transition="in" filter="wipe(left)">
                                      <p:cBhvr>
                                        <p:cTn id="79" dur="500"/>
                                        <p:tgtEl>
                                          <p:spTgt spid="52"/>
                                        </p:tgtEl>
                                      </p:cBhvr>
                                    </p:animEffect>
                                  </p:childTnLst>
                                </p:cTn>
                              </p:par>
                            </p:childTnLst>
                          </p:cTn>
                        </p:par>
                        <p:par>
                          <p:cTn id="80" fill="hold">
                            <p:stCondLst>
                              <p:cond delay="8500"/>
                            </p:stCondLst>
                            <p:childTnLst>
                              <p:par>
                                <p:cTn id="81" presetID="22" presetClass="entr" presetSubtype="8" fill="hold" grpId="0" nodeType="afterEffect">
                                  <p:stCondLst>
                                    <p:cond delay="0"/>
                                  </p:stCondLst>
                                  <p:childTnLst>
                                    <p:set>
                                      <p:cBhvr>
                                        <p:cTn id="82" dur="1" fill="hold">
                                          <p:stCondLst>
                                            <p:cond delay="0"/>
                                          </p:stCondLst>
                                        </p:cTn>
                                        <p:tgtEl>
                                          <p:spTgt spid="55">
                                            <p:txEl>
                                              <p:pRg st="0" end="0"/>
                                            </p:txEl>
                                          </p:spTgt>
                                        </p:tgtEl>
                                        <p:attrNameLst>
                                          <p:attrName>style.visibility</p:attrName>
                                        </p:attrNameLst>
                                      </p:cBhvr>
                                      <p:to>
                                        <p:strVal val="visible"/>
                                      </p:to>
                                    </p:set>
                                    <p:animEffect transition="in" filter="wipe(left)">
                                      <p:cBhvr>
                                        <p:cTn id="83" dur="500"/>
                                        <p:tgtEl>
                                          <p:spTgt spid="55">
                                            <p:txEl>
                                              <p:pRg st="0" end="0"/>
                                            </p:txEl>
                                          </p:spTgt>
                                        </p:tgtEl>
                                      </p:cBhvr>
                                    </p:animEffect>
                                  </p:childTnLst>
                                </p:cTn>
                              </p:par>
                            </p:childTnLst>
                          </p:cTn>
                        </p:par>
                        <p:par>
                          <p:cTn id="84" fill="hold">
                            <p:stCondLst>
                              <p:cond delay="9000"/>
                            </p:stCondLst>
                            <p:childTnLst>
                              <p:par>
                                <p:cTn id="85" presetID="22" presetClass="entr" presetSubtype="8" fill="hold" grpId="0" nodeType="afterEffect">
                                  <p:stCondLst>
                                    <p:cond delay="0"/>
                                  </p:stCondLst>
                                  <p:childTnLst>
                                    <p:set>
                                      <p:cBhvr>
                                        <p:cTn id="86" dur="1" fill="hold">
                                          <p:stCondLst>
                                            <p:cond delay="0"/>
                                          </p:stCondLst>
                                        </p:cTn>
                                        <p:tgtEl>
                                          <p:spTgt spid="56">
                                            <p:txEl>
                                              <p:pRg st="0" end="0"/>
                                            </p:txEl>
                                          </p:spTgt>
                                        </p:tgtEl>
                                        <p:attrNameLst>
                                          <p:attrName>style.visibility</p:attrName>
                                        </p:attrNameLst>
                                      </p:cBhvr>
                                      <p:to>
                                        <p:strVal val="visible"/>
                                      </p:to>
                                    </p:set>
                                    <p:animEffect transition="in" filter="wipe(left)">
                                      <p:cBhvr>
                                        <p:cTn id="87" dur="500"/>
                                        <p:tgtEl>
                                          <p:spTgt spid="56">
                                            <p:txEl>
                                              <p:pRg st="0" end="0"/>
                                            </p:txEl>
                                          </p:spTgt>
                                        </p:tgtEl>
                                      </p:cBhvr>
                                    </p:animEffect>
                                  </p:childTnLst>
                                </p:cTn>
                              </p:par>
                            </p:childTnLst>
                          </p:cTn>
                        </p:par>
                        <p:par>
                          <p:cTn id="88" fill="hold">
                            <p:stCondLst>
                              <p:cond delay="9500"/>
                            </p:stCondLst>
                            <p:childTnLst>
                              <p:par>
                                <p:cTn id="89" presetID="22" presetClass="entr" presetSubtype="8" fill="hold" grpId="0" nodeType="afterEffect">
                                  <p:stCondLst>
                                    <p:cond delay="0"/>
                                  </p:stCondLst>
                                  <p:childTnLst>
                                    <p:set>
                                      <p:cBhvr>
                                        <p:cTn id="90" dur="1" fill="hold">
                                          <p:stCondLst>
                                            <p:cond delay="0"/>
                                          </p:stCondLst>
                                        </p:cTn>
                                        <p:tgtEl>
                                          <p:spTgt spid="54">
                                            <p:txEl>
                                              <p:pRg st="0" end="0"/>
                                            </p:txEl>
                                          </p:spTgt>
                                        </p:tgtEl>
                                        <p:attrNameLst>
                                          <p:attrName>style.visibility</p:attrName>
                                        </p:attrNameLst>
                                      </p:cBhvr>
                                      <p:to>
                                        <p:strVal val="visible"/>
                                      </p:to>
                                    </p:set>
                                    <p:animEffect transition="in" filter="wipe(left)">
                                      <p:cBhvr>
                                        <p:cTn id="91" dur="500"/>
                                        <p:tgtEl>
                                          <p:spTgt spid="54">
                                            <p:txEl>
                                              <p:pRg st="0" end="0"/>
                                            </p:txEl>
                                          </p:spTgt>
                                        </p:tgtEl>
                                      </p:cBhvr>
                                    </p:animEffect>
                                  </p:childTnLst>
                                </p:cTn>
                              </p:par>
                            </p:childTnLst>
                          </p:cTn>
                        </p:par>
                        <p:par>
                          <p:cTn id="92" fill="hold">
                            <p:stCondLst>
                              <p:cond delay="10000"/>
                            </p:stCondLst>
                            <p:childTnLst>
                              <p:par>
                                <p:cTn id="93" presetID="53" presetClass="entr" presetSubtype="0" fill="hold" grpId="0" nodeType="afterEffect">
                                  <p:stCondLst>
                                    <p:cond delay="0"/>
                                  </p:stCondLst>
                                  <p:childTnLst>
                                    <p:set>
                                      <p:cBhvr>
                                        <p:cTn id="94" dur="1" fill="hold">
                                          <p:stCondLst>
                                            <p:cond delay="0"/>
                                          </p:stCondLst>
                                        </p:cTn>
                                        <p:tgtEl>
                                          <p:spTgt spid="58"/>
                                        </p:tgtEl>
                                        <p:attrNameLst>
                                          <p:attrName>style.visibility</p:attrName>
                                        </p:attrNameLst>
                                      </p:cBhvr>
                                      <p:to>
                                        <p:strVal val="visible"/>
                                      </p:to>
                                    </p:set>
                                    <p:anim calcmode="lin" valueType="num">
                                      <p:cBhvr>
                                        <p:cTn id="95" dur="500" fill="hold"/>
                                        <p:tgtEl>
                                          <p:spTgt spid="58"/>
                                        </p:tgtEl>
                                        <p:attrNameLst>
                                          <p:attrName>ppt_w</p:attrName>
                                        </p:attrNameLst>
                                      </p:cBhvr>
                                      <p:tavLst>
                                        <p:tav tm="0">
                                          <p:val>
                                            <p:fltVal val="0"/>
                                          </p:val>
                                        </p:tav>
                                        <p:tav tm="100000">
                                          <p:val>
                                            <p:strVal val="#ppt_w"/>
                                          </p:val>
                                        </p:tav>
                                      </p:tavLst>
                                    </p:anim>
                                    <p:anim calcmode="lin" valueType="num">
                                      <p:cBhvr>
                                        <p:cTn id="96" dur="500" fill="hold"/>
                                        <p:tgtEl>
                                          <p:spTgt spid="58"/>
                                        </p:tgtEl>
                                        <p:attrNameLst>
                                          <p:attrName>ppt_h</p:attrName>
                                        </p:attrNameLst>
                                      </p:cBhvr>
                                      <p:tavLst>
                                        <p:tav tm="0">
                                          <p:val>
                                            <p:fltVal val="0"/>
                                          </p:val>
                                        </p:tav>
                                        <p:tav tm="100000">
                                          <p:val>
                                            <p:strVal val="#ppt_h"/>
                                          </p:val>
                                        </p:tav>
                                      </p:tavLst>
                                    </p:anim>
                                    <p:animEffect transition="in" filter="fade">
                                      <p:cBhvr>
                                        <p:cTn id="97" dur="500"/>
                                        <p:tgtEl>
                                          <p:spTgt spid="58"/>
                                        </p:tgtEl>
                                      </p:cBhvr>
                                    </p:animEffect>
                                  </p:childTnLst>
                                </p:cTn>
                              </p:par>
                            </p:childTnLst>
                          </p:cTn>
                        </p:par>
                        <p:par>
                          <p:cTn id="98" fill="hold">
                            <p:stCondLst>
                              <p:cond delay="10500"/>
                            </p:stCondLst>
                            <p:childTnLst>
                              <p:par>
                                <p:cTn id="99" presetID="22" presetClass="entr" presetSubtype="8" fill="hold" grpId="0" nodeType="afterEffect">
                                  <p:stCondLst>
                                    <p:cond delay="0"/>
                                  </p:stCondLst>
                                  <p:childTnLst>
                                    <p:set>
                                      <p:cBhvr>
                                        <p:cTn id="100" dur="1" fill="hold">
                                          <p:stCondLst>
                                            <p:cond delay="0"/>
                                          </p:stCondLst>
                                        </p:cTn>
                                        <p:tgtEl>
                                          <p:spTgt spid="57"/>
                                        </p:tgtEl>
                                        <p:attrNameLst>
                                          <p:attrName>style.visibility</p:attrName>
                                        </p:attrNameLst>
                                      </p:cBhvr>
                                      <p:to>
                                        <p:strVal val="visible"/>
                                      </p:to>
                                    </p:set>
                                    <p:animEffect transition="in" filter="wipe(left)">
                                      <p:cBhvr>
                                        <p:cTn id="101" dur="500"/>
                                        <p:tgtEl>
                                          <p:spTgt spid="57"/>
                                        </p:tgtEl>
                                      </p:cBhvr>
                                    </p:animEffect>
                                  </p:childTnLst>
                                </p:cTn>
                              </p:par>
                            </p:childTnLst>
                          </p:cTn>
                        </p:par>
                        <p:par>
                          <p:cTn id="102" fill="hold">
                            <p:stCondLst>
                              <p:cond delay="11000"/>
                            </p:stCondLst>
                            <p:childTnLst>
                              <p:par>
                                <p:cTn id="103" presetID="22" presetClass="entr" presetSubtype="8" fill="hold" grpId="0" nodeType="afterEffect">
                                  <p:stCondLst>
                                    <p:cond delay="0"/>
                                  </p:stCondLst>
                                  <p:childTnLst>
                                    <p:set>
                                      <p:cBhvr>
                                        <p:cTn id="104" dur="1" fill="hold">
                                          <p:stCondLst>
                                            <p:cond delay="0"/>
                                          </p:stCondLst>
                                        </p:cTn>
                                        <p:tgtEl>
                                          <p:spTgt spid="60">
                                            <p:txEl>
                                              <p:pRg st="0" end="0"/>
                                            </p:txEl>
                                          </p:spTgt>
                                        </p:tgtEl>
                                        <p:attrNameLst>
                                          <p:attrName>style.visibility</p:attrName>
                                        </p:attrNameLst>
                                      </p:cBhvr>
                                      <p:to>
                                        <p:strVal val="visible"/>
                                      </p:to>
                                    </p:set>
                                    <p:animEffect transition="in" filter="wipe(left)">
                                      <p:cBhvr>
                                        <p:cTn id="105" dur="500"/>
                                        <p:tgtEl>
                                          <p:spTgt spid="60">
                                            <p:txEl>
                                              <p:pRg st="0" end="0"/>
                                            </p:txEl>
                                          </p:spTgt>
                                        </p:tgtEl>
                                      </p:cBhvr>
                                    </p:animEffect>
                                  </p:childTnLst>
                                </p:cTn>
                              </p:par>
                            </p:childTnLst>
                          </p:cTn>
                        </p:par>
                        <p:par>
                          <p:cTn id="106" fill="hold">
                            <p:stCondLst>
                              <p:cond delay="11500"/>
                            </p:stCondLst>
                            <p:childTnLst>
                              <p:par>
                                <p:cTn id="107" presetID="22" presetClass="entr" presetSubtype="8" fill="hold" grpId="0" nodeType="afterEffect">
                                  <p:stCondLst>
                                    <p:cond delay="0"/>
                                  </p:stCondLst>
                                  <p:childTnLst>
                                    <p:set>
                                      <p:cBhvr>
                                        <p:cTn id="108" dur="1" fill="hold">
                                          <p:stCondLst>
                                            <p:cond delay="0"/>
                                          </p:stCondLst>
                                        </p:cTn>
                                        <p:tgtEl>
                                          <p:spTgt spid="61">
                                            <p:txEl>
                                              <p:pRg st="0" end="0"/>
                                            </p:txEl>
                                          </p:spTgt>
                                        </p:tgtEl>
                                        <p:attrNameLst>
                                          <p:attrName>style.visibility</p:attrName>
                                        </p:attrNameLst>
                                      </p:cBhvr>
                                      <p:to>
                                        <p:strVal val="visible"/>
                                      </p:to>
                                    </p:set>
                                    <p:animEffect transition="in" filter="wipe(left)">
                                      <p:cBhvr>
                                        <p:cTn id="109" dur="500"/>
                                        <p:tgtEl>
                                          <p:spTgt spid="61">
                                            <p:txEl>
                                              <p:pRg st="0" end="0"/>
                                            </p:txEl>
                                          </p:spTgt>
                                        </p:tgtEl>
                                      </p:cBhvr>
                                    </p:animEffect>
                                  </p:childTnLst>
                                </p:cTn>
                              </p:par>
                            </p:childTnLst>
                          </p:cTn>
                        </p:par>
                        <p:par>
                          <p:cTn id="110" fill="hold">
                            <p:stCondLst>
                              <p:cond delay="12000"/>
                            </p:stCondLst>
                            <p:childTnLst>
                              <p:par>
                                <p:cTn id="111" presetID="22" presetClass="entr" presetSubtype="8" fill="hold" grpId="0" nodeType="afterEffect">
                                  <p:stCondLst>
                                    <p:cond delay="0"/>
                                  </p:stCondLst>
                                  <p:childTnLst>
                                    <p:set>
                                      <p:cBhvr>
                                        <p:cTn id="112" dur="1" fill="hold">
                                          <p:stCondLst>
                                            <p:cond delay="0"/>
                                          </p:stCondLst>
                                        </p:cTn>
                                        <p:tgtEl>
                                          <p:spTgt spid="59">
                                            <p:txEl>
                                              <p:pRg st="0" end="0"/>
                                            </p:txEl>
                                          </p:spTgt>
                                        </p:tgtEl>
                                        <p:attrNameLst>
                                          <p:attrName>style.visibility</p:attrName>
                                        </p:attrNameLst>
                                      </p:cBhvr>
                                      <p:to>
                                        <p:strVal val="visible"/>
                                      </p:to>
                                    </p:set>
                                    <p:animEffect transition="in" filter="wipe(left)">
                                      <p:cBhvr>
                                        <p:cTn id="113" dur="500"/>
                                        <p:tgtEl>
                                          <p:spTgt spid="59">
                                            <p:txEl>
                                              <p:pRg st="0" end="0"/>
                                            </p:txEl>
                                          </p:spTgt>
                                        </p:tgtEl>
                                      </p:cBhvr>
                                    </p:animEffect>
                                  </p:childTnLst>
                                </p:cTn>
                              </p:par>
                            </p:childTnLst>
                          </p:cTn>
                        </p:par>
                        <p:par>
                          <p:cTn id="114" fill="hold">
                            <p:stCondLst>
                              <p:cond delay="12500"/>
                            </p:stCondLst>
                            <p:childTnLst>
                              <p:par>
                                <p:cTn id="115" presetID="53" presetClass="entr" presetSubtype="0" fill="hold" grpId="0" nodeType="afterEffect">
                                  <p:stCondLst>
                                    <p:cond delay="0"/>
                                  </p:stCondLst>
                                  <p:childTnLst>
                                    <p:set>
                                      <p:cBhvr>
                                        <p:cTn id="116" dur="1" fill="hold">
                                          <p:stCondLst>
                                            <p:cond delay="0"/>
                                          </p:stCondLst>
                                        </p:cTn>
                                        <p:tgtEl>
                                          <p:spTgt spid="63"/>
                                        </p:tgtEl>
                                        <p:attrNameLst>
                                          <p:attrName>style.visibility</p:attrName>
                                        </p:attrNameLst>
                                      </p:cBhvr>
                                      <p:to>
                                        <p:strVal val="visible"/>
                                      </p:to>
                                    </p:set>
                                    <p:anim calcmode="lin" valueType="num">
                                      <p:cBhvr>
                                        <p:cTn id="117" dur="500" fill="hold"/>
                                        <p:tgtEl>
                                          <p:spTgt spid="63"/>
                                        </p:tgtEl>
                                        <p:attrNameLst>
                                          <p:attrName>ppt_w</p:attrName>
                                        </p:attrNameLst>
                                      </p:cBhvr>
                                      <p:tavLst>
                                        <p:tav tm="0">
                                          <p:val>
                                            <p:fltVal val="0"/>
                                          </p:val>
                                        </p:tav>
                                        <p:tav tm="100000">
                                          <p:val>
                                            <p:strVal val="#ppt_w"/>
                                          </p:val>
                                        </p:tav>
                                      </p:tavLst>
                                    </p:anim>
                                    <p:anim calcmode="lin" valueType="num">
                                      <p:cBhvr>
                                        <p:cTn id="118" dur="500" fill="hold"/>
                                        <p:tgtEl>
                                          <p:spTgt spid="63"/>
                                        </p:tgtEl>
                                        <p:attrNameLst>
                                          <p:attrName>ppt_h</p:attrName>
                                        </p:attrNameLst>
                                      </p:cBhvr>
                                      <p:tavLst>
                                        <p:tav tm="0">
                                          <p:val>
                                            <p:fltVal val="0"/>
                                          </p:val>
                                        </p:tav>
                                        <p:tav tm="100000">
                                          <p:val>
                                            <p:strVal val="#ppt_h"/>
                                          </p:val>
                                        </p:tav>
                                      </p:tavLst>
                                    </p:anim>
                                    <p:animEffect transition="in" filter="fade">
                                      <p:cBhvr>
                                        <p:cTn id="119" dur="500"/>
                                        <p:tgtEl>
                                          <p:spTgt spid="63"/>
                                        </p:tgtEl>
                                      </p:cBhvr>
                                    </p:animEffect>
                                  </p:childTnLst>
                                </p:cTn>
                              </p:par>
                            </p:childTnLst>
                          </p:cTn>
                        </p:par>
                        <p:par>
                          <p:cTn id="120" fill="hold">
                            <p:stCondLst>
                              <p:cond delay="13000"/>
                            </p:stCondLst>
                            <p:childTnLst>
                              <p:par>
                                <p:cTn id="121" presetID="22" presetClass="entr" presetSubtype="8" fill="hold" grpId="0" nodeType="afterEffect">
                                  <p:stCondLst>
                                    <p:cond delay="0"/>
                                  </p:stCondLst>
                                  <p:childTnLst>
                                    <p:set>
                                      <p:cBhvr>
                                        <p:cTn id="122" dur="1" fill="hold">
                                          <p:stCondLst>
                                            <p:cond delay="0"/>
                                          </p:stCondLst>
                                        </p:cTn>
                                        <p:tgtEl>
                                          <p:spTgt spid="62"/>
                                        </p:tgtEl>
                                        <p:attrNameLst>
                                          <p:attrName>style.visibility</p:attrName>
                                        </p:attrNameLst>
                                      </p:cBhvr>
                                      <p:to>
                                        <p:strVal val="visible"/>
                                      </p:to>
                                    </p:set>
                                    <p:animEffect transition="in" filter="wipe(left)">
                                      <p:cBhvr>
                                        <p:cTn id="123" dur="500"/>
                                        <p:tgtEl>
                                          <p:spTgt spid="62"/>
                                        </p:tgtEl>
                                      </p:cBhvr>
                                    </p:animEffect>
                                  </p:childTnLst>
                                </p:cTn>
                              </p:par>
                            </p:childTnLst>
                          </p:cTn>
                        </p:par>
                        <p:par>
                          <p:cTn id="124" fill="hold">
                            <p:stCondLst>
                              <p:cond delay="13500"/>
                            </p:stCondLst>
                            <p:childTnLst>
                              <p:par>
                                <p:cTn id="125" presetID="22" presetClass="entr" presetSubtype="8" fill="hold" grpId="0" nodeType="afterEffect">
                                  <p:stCondLst>
                                    <p:cond delay="0"/>
                                  </p:stCondLst>
                                  <p:childTnLst>
                                    <p:set>
                                      <p:cBhvr>
                                        <p:cTn id="126" dur="1" fill="hold">
                                          <p:stCondLst>
                                            <p:cond delay="0"/>
                                          </p:stCondLst>
                                        </p:cTn>
                                        <p:tgtEl>
                                          <p:spTgt spid="87">
                                            <p:txEl>
                                              <p:pRg st="0" end="0"/>
                                            </p:txEl>
                                          </p:spTgt>
                                        </p:tgtEl>
                                        <p:attrNameLst>
                                          <p:attrName>style.visibility</p:attrName>
                                        </p:attrNameLst>
                                      </p:cBhvr>
                                      <p:to>
                                        <p:strVal val="visible"/>
                                      </p:to>
                                    </p:set>
                                    <p:animEffect transition="in" filter="wipe(left)">
                                      <p:cBhvr>
                                        <p:cTn id="127" dur="500"/>
                                        <p:tgtEl>
                                          <p:spTgt spid="87">
                                            <p:txEl>
                                              <p:pRg st="0" end="0"/>
                                            </p:txEl>
                                          </p:spTgt>
                                        </p:tgtEl>
                                      </p:cBhvr>
                                    </p:animEffect>
                                  </p:childTnLst>
                                </p:cTn>
                              </p:par>
                            </p:childTnLst>
                          </p:cTn>
                        </p:par>
                        <p:par>
                          <p:cTn id="128" fill="hold">
                            <p:stCondLst>
                              <p:cond delay="14000"/>
                            </p:stCondLst>
                            <p:childTnLst>
                              <p:par>
                                <p:cTn id="129" presetID="22" presetClass="entr" presetSubtype="8" fill="hold" grpId="0" nodeType="afterEffect">
                                  <p:stCondLst>
                                    <p:cond delay="0"/>
                                  </p:stCondLst>
                                  <p:childTnLst>
                                    <p:set>
                                      <p:cBhvr>
                                        <p:cTn id="130" dur="1" fill="hold">
                                          <p:stCondLst>
                                            <p:cond delay="0"/>
                                          </p:stCondLst>
                                        </p:cTn>
                                        <p:tgtEl>
                                          <p:spTgt spid="88">
                                            <p:txEl>
                                              <p:pRg st="0" end="0"/>
                                            </p:txEl>
                                          </p:spTgt>
                                        </p:tgtEl>
                                        <p:attrNameLst>
                                          <p:attrName>style.visibility</p:attrName>
                                        </p:attrNameLst>
                                      </p:cBhvr>
                                      <p:to>
                                        <p:strVal val="visible"/>
                                      </p:to>
                                    </p:set>
                                    <p:animEffect transition="in" filter="wipe(left)">
                                      <p:cBhvr>
                                        <p:cTn id="131" dur="500"/>
                                        <p:tgtEl>
                                          <p:spTgt spid="88">
                                            <p:txEl>
                                              <p:pRg st="0" end="0"/>
                                            </p:txEl>
                                          </p:spTgt>
                                        </p:tgtEl>
                                      </p:cBhvr>
                                    </p:animEffect>
                                  </p:childTnLst>
                                </p:cTn>
                              </p:par>
                            </p:childTnLst>
                          </p:cTn>
                        </p:par>
                        <p:par>
                          <p:cTn id="132" fill="hold">
                            <p:stCondLst>
                              <p:cond delay="14500"/>
                            </p:stCondLst>
                            <p:childTnLst>
                              <p:par>
                                <p:cTn id="133" presetID="22" presetClass="entr" presetSubtype="8" fill="hold" grpId="0" nodeType="afterEffect">
                                  <p:stCondLst>
                                    <p:cond delay="0"/>
                                  </p:stCondLst>
                                  <p:childTnLst>
                                    <p:set>
                                      <p:cBhvr>
                                        <p:cTn id="134" dur="1" fill="hold">
                                          <p:stCondLst>
                                            <p:cond delay="0"/>
                                          </p:stCondLst>
                                        </p:cTn>
                                        <p:tgtEl>
                                          <p:spTgt spid="64">
                                            <p:txEl>
                                              <p:pRg st="0" end="0"/>
                                            </p:txEl>
                                          </p:spTgt>
                                        </p:tgtEl>
                                        <p:attrNameLst>
                                          <p:attrName>style.visibility</p:attrName>
                                        </p:attrNameLst>
                                      </p:cBhvr>
                                      <p:to>
                                        <p:strVal val="visible"/>
                                      </p:to>
                                    </p:set>
                                    <p:animEffect transition="in" filter="wipe(left)">
                                      <p:cBhvr>
                                        <p:cTn id="135" dur="500"/>
                                        <p:tgtEl>
                                          <p:spTgt spid="6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4" grpId="0" animBg="1"/>
      <p:bldP spid="35" grpId="0" build="p">
        <p:tmplLst>
          <p:tmpl lvl="1">
            <p:tnLst>
              <p:par>
                <p:cTn presetID="22" presetClass="entr" presetSubtype="8" fill="hold" nodeType="afterEffect">
                  <p:stCondLst>
                    <p:cond delay="0"/>
                  </p:stCondLst>
                  <p:childTnLst>
                    <p:set>
                      <p:cBhvr>
                        <p:cTn dur="1" fill="hold">
                          <p:stCondLst>
                            <p:cond delay="0"/>
                          </p:stCondLst>
                        </p:cTn>
                        <p:tgtEl>
                          <p:spTgt spid="35"/>
                        </p:tgtEl>
                        <p:attrNameLst>
                          <p:attrName>style.visibility</p:attrName>
                        </p:attrNameLst>
                      </p:cBhvr>
                      <p:to>
                        <p:strVal val="visible"/>
                      </p:to>
                    </p:set>
                    <p:animEffect transition="in" filter="wipe(left)">
                      <p:cBhvr>
                        <p:cTn dur="500"/>
                        <p:tgtEl>
                          <p:spTgt spid="35"/>
                        </p:tgtEl>
                      </p:cBhvr>
                    </p:animEffect>
                  </p:childTnLst>
                </p:cTn>
              </p:par>
            </p:tnLst>
          </p:tmpl>
        </p:tmplLst>
      </p:bldP>
      <p:bldP spid="36" grpId="0" build="p">
        <p:tmplLst>
          <p:tmpl lvl="1">
            <p:tnLst>
              <p:par>
                <p:cTn presetID="22" presetClass="entr" presetSubtype="8" fill="hold" nodeType="afterEffect">
                  <p:stCondLst>
                    <p:cond delay="0"/>
                  </p:stCondLst>
                  <p:childTnLst>
                    <p:set>
                      <p:cBhvr>
                        <p:cTn dur="1" fill="hold">
                          <p:stCondLst>
                            <p:cond delay="0"/>
                          </p:stCondLst>
                        </p:cTn>
                        <p:tgtEl>
                          <p:spTgt spid="36"/>
                        </p:tgtEl>
                        <p:attrNameLst>
                          <p:attrName>style.visibility</p:attrName>
                        </p:attrNameLst>
                      </p:cBhvr>
                      <p:to>
                        <p:strVal val="visible"/>
                      </p:to>
                    </p:set>
                    <p:animEffect transition="in" filter="wipe(left)">
                      <p:cBhvr>
                        <p:cTn dur="500"/>
                        <p:tgtEl>
                          <p:spTgt spid="36"/>
                        </p:tgtEl>
                      </p:cBhvr>
                    </p:animEffect>
                  </p:childTnLst>
                </p:cTn>
              </p:par>
            </p:tnLst>
          </p:tmpl>
        </p:tmplLst>
      </p:bldP>
      <p:bldP spid="37" grpId="0" build="p">
        <p:tmplLst>
          <p:tmpl lvl="1">
            <p:tnLst>
              <p:par>
                <p:cTn presetID="22" presetClass="entr" presetSubtype="8" fill="hold" nodeType="afterEffect">
                  <p:stCondLst>
                    <p:cond delay="0"/>
                  </p:stCondLst>
                  <p:childTnLst>
                    <p:set>
                      <p:cBhvr>
                        <p:cTn dur="1" fill="hold">
                          <p:stCondLst>
                            <p:cond delay="0"/>
                          </p:stCondLst>
                        </p:cTn>
                        <p:tgtEl>
                          <p:spTgt spid="37"/>
                        </p:tgtEl>
                        <p:attrNameLst>
                          <p:attrName>style.visibility</p:attrName>
                        </p:attrNameLst>
                      </p:cBhvr>
                      <p:to>
                        <p:strVal val="visible"/>
                      </p:to>
                    </p:set>
                    <p:animEffect transition="in" filter="wipe(left)">
                      <p:cBhvr>
                        <p:cTn dur="500"/>
                        <p:tgtEl>
                          <p:spTgt spid="37"/>
                        </p:tgtEl>
                      </p:cBhvr>
                    </p:animEffect>
                  </p:childTnLst>
                </p:cTn>
              </p:par>
            </p:tnLst>
          </p:tmpl>
        </p:tmplLst>
      </p:bldP>
      <p:bldP spid="38" grpId="0" animBg="1"/>
      <p:bldP spid="39" grpId="0" animBg="1"/>
      <p:bldP spid="41" grpId="0" build="p">
        <p:tmplLst>
          <p:tmpl lvl="1">
            <p:tnLst>
              <p:par>
                <p:cTn presetID="22" presetClass="entr" presetSubtype="8" fill="hold" nodeType="afterEffect">
                  <p:stCondLst>
                    <p:cond delay="0"/>
                  </p:stCondLst>
                  <p:childTnLst>
                    <p:set>
                      <p:cBhvr>
                        <p:cTn dur="1" fill="hold">
                          <p:stCondLst>
                            <p:cond delay="0"/>
                          </p:stCondLst>
                        </p:cTn>
                        <p:tgtEl>
                          <p:spTgt spid="41"/>
                        </p:tgtEl>
                        <p:attrNameLst>
                          <p:attrName>style.visibility</p:attrName>
                        </p:attrNameLst>
                      </p:cBhvr>
                      <p:to>
                        <p:strVal val="visible"/>
                      </p:to>
                    </p:set>
                    <p:animEffect transition="in" filter="wipe(left)">
                      <p:cBhvr>
                        <p:cTn dur="500"/>
                        <p:tgtEl>
                          <p:spTgt spid="41"/>
                        </p:tgtEl>
                      </p:cBhvr>
                    </p:animEffect>
                  </p:childTnLst>
                </p:cTn>
              </p:par>
            </p:tnLst>
          </p:tmpl>
        </p:tmplLst>
      </p:bldP>
      <p:bldP spid="44" grpId="0" build="p">
        <p:tmplLst>
          <p:tmpl lvl="1">
            <p:tnLst>
              <p:par>
                <p:cTn presetID="22" presetClass="entr" presetSubtype="8" fill="hold" nodeType="afterEffect">
                  <p:stCondLst>
                    <p:cond delay="0"/>
                  </p:stCondLst>
                  <p:childTnLst>
                    <p:set>
                      <p:cBhvr>
                        <p:cTn dur="1" fill="hold">
                          <p:stCondLst>
                            <p:cond delay="0"/>
                          </p:stCondLst>
                        </p:cTn>
                        <p:tgtEl>
                          <p:spTgt spid="44"/>
                        </p:tgtEl>
                        <p:attrNameLst>
                          <p:attrName>style.visibility</p:attrName>
                        </p:attrNameLst>
                      </p:cBhvr>
                      <p:to>
                        <p:strVal val="visible"/>
                      </p:to>
                    </p:set>
                    <p:animEffect transition="in" filter="wipe(left)">
                      <p:cBhvr>
                        <p:cTn dur="500"/>
                        <p:tgtEl>
                          <p:spTgt spid="44"/>
                        </p:tgtEl>
                      </p:cBhvr>
                    </p:animEffect>
                  </p:childTnLst>
                </p:cTn>
              </p:par>
            </p:tnLst>
          </p:tmpl>
        </p:tmplLst>
      </p:bldP>
      <p:bldP spid="46" grpId="0" build="p">
        <p:tmplLst>
          <p:tmpl lvl="1">
            <p:tnLst>
              <p:par>
                <p:cTn presetID="22" presetClass="entr" presetSubtype="8" fill="hold" nodeType="afterEffect">
                  <p:stCondLst>
                    <p:cond delay="0"/>
                  </p:stCondLst>
                  <p:childTnLst>
                    <p:set>
                      <p:cBhvr>
                        <p:cTn dur="1" fill="hold">
                          <p:stCondLst>
                            <p:cond delay="0"/>
                          </p:stCondLst>
                        </p:cTn>
                        <p:tgtEl>
                          <p:spTgt spid="46"/>
                        </p:tgtEl>
                        <p:attrNameLst>
                          <p:attrName>style.visibility</p:attrName>
                        </p:attrNameLst>
                      </p:cBhvr>
                      <p:to>
                        <p:strVal val="visible"/>
                      </p:to>
                    </p:set>
                    <p:animEffect transition="in" filter="wipe(left)">
                      <p:cBhvr>
                        <p:cTn dur="500"/>
                        <p:tgtEl>
                          <p:spTgt spid="46"/>
                        </p:tgtEl>
                      </p:cBhvr>
                    </p:animEffect>
                  </p:childTnLst>
                </p:cTn>
              </p:par>
            </p:tnLst>
          </p:tmpl>
        </p:tmplLst>
      </p:bldP>
      <p:bldP spid="47" grpId="0" animBg="1"/>
      <p:bldP spid="48" grpId="0" animBg="1"/>
      <p:bldP spid="49" grpId="0" build="p">
        <p:tmplLst>
          <p:tmpl lvl="1">
            <p:tnLst>
              <p:par>
                <p:cTn presetID="22" presetClass="entr" presetSubtype="8" fill="hold" nodeType="afterEffect">
                  <p:stCondLst>
                    <p:cond delay="0"/>
                  </p:stCondLst>
                  <p:childTnLst>
                    <p:set>
                      <p:cBhvr>
                        <p:cTn dur="1" fill="hold">
                          <p:stCondLst>
                            <p:cond delay="0"/>
                          </p:stCondLst>
                        </p:cTn>
                        <p:tgtEl>
                          <p:spTgt spid="49"/>
                        </p:tgtEl>
                        <p:attrNameLst>
                          <p:attrName>style.visibility</p:attrName>
                        </p:attrNameLst>
                      </p:cBhvr>
                      <p:to>
                        <p:strVal val="visible"/>
                      </p:to>
                    </p:set>
                    <p:animEffect transition="in" filter="wipe(left)">
                      <p:cBhvr>
                        <p:cTn dur="500"/>
                        <p:tgtEl>
                          <p:spTgt spid="49"/>
                        </p:tgtEl>
                      </p:cBhvr>
                    </p:animEffect>
                  </p:childTnLst>
                </p:cTn>
              </p:par>
            </p:tnLst>
          </p:tmpl>
        </p:tmplLst>
      </p:bldP>
      <p:bldP spid="50" grpId="0" build="p">
        <p:tmplLst>
          <p:tmpl lvl="1">
            <p:tnLst>
              <p:par>
                <p:cTn presetID="22" presetClass="entr" presetSubtype="8" fill="hold" nodeType="afterEffect">
                  <p:stCondLst>
                    <p:cond delay="0"/>
                  </p:stCondLst>
                  <p:childTnLst>
                    <p:set>
                      <p:cBhvr>
                        <p:cTn dur="1" fill="hold">
                          <p:stCondLst>
                            <p:cond delay="0"/>
                          </p:stCondLst>
                        </p:cTn>
                        <p:tgtEl>
                          <p:spTgt spid="50"/>
                        </p:tgtEl>
                        <p:attrNameLst>
                          <p:attrName>style.visibility</p:attrName>
                        </p:attrNameLst>
                      </p:cBhvr>
                      <p:to>
                        <p:strVal val="visible"/>
                      </p:to>
                    </p:set>
                    <p:animEffect transition="in" filter="wipe(left)">
                      <p:cBhvr>
                        <p:cTn dur="500"/>
                        <p:tgtEl>
                          <p:spTgt spid="50"/>
                        </p:tgtEl>
                      </p:cBhvr>
                    </p:animEffect>
                  </p:childTnLst>
                </p:cTn>
              </p:par>
            </p:tnLst>
          </p:tmpl>
        </p:tmplLst>
      </p:bldP>
      <p:bldP spid="51" grpId="0" build="p">
        <p:tmplLst>
          <p:tmpl lvl="1">
            <p:tnLst>
              <p:par>
                <p:cTn presetID="22" presetClass="entr" presetSubtype="8" fill="hold" nodeType="afterEffect">
                  <p:stCondLst>
                    <p:cond delay="0"/>
                  </p:stCondLst>
                  <p:childTnLst>
                    <p:set>
                      <p:cBhvr>
                        <p:cTn dur="1" fill="hold">
                          <p:stCondLst>
                            <p:cond delay="0"/>
                          </p:stCondLst>
                        </p:cTn>
                        <p:tgtEl>
                          <p:spTgt spid="51"/>
                        </p:tgtEl>
                        <p:attrNameLst>
                          <p:attrName>style.visibility</p:attrName>
                        </p:attrNameLst>
                      </p:cBhvr>
                      <p:to>
                        <p:strVal val="visible"/>
                      </p:to>
                    </p:set>
                    <p:animEffect transition="in" filter="wipe(left)">
                      <p:cBhvr>
                        <p:cTn dur="500"/>
                        <p:tgtEl>
                          <p:spTgt spid="51"/>
                        </p:tgtEl>
                      </p:cBhvr>
                    </p:animEffect>
                  </p:childTnLst>
                </p:cTn>
              </p:par>
            </p:tnLst>
          </p:tmpl>
        </p:tmplLst>
      </p:bldP>
      <p:bldP spid="52" grpId="0" animBg="1"/>
      <p:bldP spid="53" grpId="0" animBg="1"/>
      <p:bldP spid="54" grpId="0" build="p">
        <p:tmplLst>
          <p:tmpl lvl="1">
            <p:tnLst>
              <p:par>
                <p:cTn presetID="22" presetClass="entr" presetSubtype="8" fill="hold" nodeType="afterEffect">
                  <p:stCondLst>
                    <p:cond delay="0"/>
                  </p:stCondLst>
                  <p:childTnLst>
                    <p:set>
                      <p:cBhvr>
                        <p:cTn dur="1" fill="hold">
                          <p:stCondLst>
                            <p:cond delay="0"/>
                          </p:stCondLst>
                        </p:cTn>
                        <p:tgtEl>
                          <p:spTgt spid="54"/>
                        </p:tgtEl>
                        <p:attrNameLst>
                          <p:attrName>style.visibility</p:attrName>
                        </p:attrNameLst>
                      </p:cBhvr>
                      <p:to>
                        <p:strVal val="visible"/>
                      </p:to>
                    </p:set>
                    <p:animEffect transition="in" filter="wipe(left)">
                      <p:cBhvr>
                        <p:cTn dur="500"/>
                        <p:tgtEl>
                          <p:spTgt spid="54"/>
                        </p:tgtEl>
                      </p:cBhvr>
                    </p:animEffect>
                  </p:childTnLst>
                </p:cTn>
              </p:par>
            </p:tnLst>
          </p:tmpl>
        </p:tmplLst>
      </p:bldP>
      <p:bldP spid="55" grpId="0" build="p">
        <p:tmplLst>
          <p:tmpl lvl="1">
            <p:tnLst>
              <p:par>
                <p:cTn presetID="22" presetClass="entr" presetSubtype="8" fill="hold" nodeType="afterEffect">
                  <p:stCondLst>
                    <p:cond delay="0"/>
                  </p:stCondLst>
                  <p:childTnLst>
                    <p:set>
                      <p:cBhvr>
                        <p:cTn dur="1" fill="hold">
                          <p:stCondLst>
                            <p:cond delay="0"/>
                          </p:stCondLst>
                        </p:cTn>
                        <p:tgtEl>
                          <p:spTgt spid="55"/>
                        </p:tgtEl>
                        <p:attrNameLst>
                          <p:attrName>style.visibility</p:attrName>
                        </p:attrNameLst>
                      </p:cBhvr>
                      <p:to>
                        <p:strVal val="visible"/>
                      </p:to>
                    </p:set>
                    <p:animEffect transition="in" filter="wipe(left)">
                      <p:cBhvr>
                        <p:cTn dur="500"/>
                        <p:tgtEl>
                          <p:spTgt spid="55"/>
                        </p:tgtEl>
                      </p:cBhvr>
                    </p:animEffect>
                  </p:childTnLst>
                </p:cTn>
              </p:par>
            </p:tnLst>
          </p:tmpl>
        </p:tmplLst>
      </p:bldP>
      <p:bldP spid="56" grpId="0" build="p">
        <p:tmplLst>
          <p:tmpl lvl="1">
            <p:tnLst>
              <p:par>
                <p:cTn presetID="22" presetClass="entr" presetSubtype="8" fill="hold" nodeType="afterEffect">
                  <p:stCondLst>
                    <p:cond delay="0"/>
                  </p:stCondLst>
                  <p:childTnLst>
                    <p:set>
                      <p:cBhvr>
                        <p:cTn dur="1" fill="hold">
                          <p:stCondLst>
                            <p:cond delay="0"/>
                          </p:stCondLst>
                        </p:cTn>
                        <p:tgtEl>
                          <p:spTgt spid="56"/>
                        </p:tgtEl>
                        <p:attrNameLst>
                          <p:attrName>style.visibility</p:attrName>
                        </p:attrNameLst>
                      </p:cBhvr>
                      <p:to>
                        <p:strVal val="visible"/>
                      </p:to>
                    </p:set>
                    <p:animEffect transition="in" filter="wipe(left)">
                      <p:cBhvr>
                        <p:cTn dur="500"/>
                        <p:tgtEl>
                          <p:spTgt spid="56"/>
                        </p:tgtEl>
                      </p:cBhvr>
                    </p:animEffect>
                  </p:childTnLst>
                </p:cTn>
              </p:par>
            </p:tnLst>
          </p:tmpl>
        </p:tmplLst>
      </p:bldP>
      <p:bldP spid="57" grpId="0" animBg="1"/>
      <p:bldP spid="58" grpId="0" animBg="1"/>
      <p:bldP spid="59" grpId="0" build="p">
        <p:tmplLst>
          <p:tmpl lvl="1">
            <p:tnLst>
              <p:par>
                <p:cTn presetID="22" presetClass="entr" presetSubtype="8" fill="hold" nodeType="afterEffect">
                  <p:stCondLst>
                    <p:cond delay="0"/>
                  </p:stCondLst>
                  <p:childTnLst>
                    <p:set>
                      <p:cBhvr>
                        <p:cTn dur="1" fill="hold">
                          <p:stCondLst>
                            <p:cond delay="0"/>
                          </p:stCondLst>
                        </p:cTn>
                        <p:tgtEl>
                          <p:spTgt spid="59"/>
                        </p:tgtEl>
                        <p:attrNameLst>
                          <p:attrName>style.visibility</p:attrName>
                        </p:attrNameLst>
                      </p:cBhvr>
                      <p:to>
                        <p:strVal val="visible"/>
                      </p:to>
                    </p:set>
                    <p:animEffect transition="in" filter="wipe(left)">
                      <p:cBhvr>
                        <p:cTn dur="500"/>
                        <p:tgtEl>
                          <p:spTgt spid="59"/>
                        </p:tgtEl>
                      </p:cBhvr>
                    </p:animEffect>
                  </p:childTnLst>
                </p:cTn>
              </p:par>
            </p:tnLst>
          </p:tmpl>
        </p:tmplLst>
      </p:bldP>
      <p:bldP spid="60" grpId="0" build="p">
        <p:tmplLst>
          <p:tmpl lvl="1">
            <p:tnLst>
              <p:par>
                <p:cTn presetID="22" presetClass="entr" presetSubtype="8" fill="hold" nodeType="afterEffect">
                  <p:stCondLst>
                    <p:cond delay="0"/>
                  </p:stCondLst>
                  <p:childTnLst>
                    <p:set>
                      <p:cBhvr>
                        <p:cTn dur="1" fill="hold">
                          <p:stCondLst>
                            <p:cond delay="0"/>
                          </p:stCondLst>
                        </p:cTn>
                        <p:tgtEl>
                          <p:spTgt spid="60"/>
                        </p:tgtEl>
                        <p:attrNameLst>
                          <p:attrName>style.visibility</p:attrName>
                        </p:attrNameLst>
                      </p:cBhvr>
                      <p:to>
                        <p:strVal val="visible"/>
                      </p:to>
                    </p:set>
                    <p:animEffect transition="in" filter="wipe(left)">
                      <p:cBhvr>
                        <p:cTn dur="500"/>
                        <p:tgtEl>
                          <p:spTgt spid="60"/>
                        </p:tgtEl>
                      </p:cBhvr>
                    </p:animEffect>
                  </p:childTnLst>
                </p:cTn>
              </p:par>
            </p:tnLst>
          </p:tmpl>
        </p:tmplLst>
      </p:bldP>
      <p:bldP spid="61" grpId="0" build="p">
        <p:tmplLst>
          <p:tmpl lvl="1">
            <p:tnLst>
              <p:par>
                <p:cTn presetID="22" presetClass="entr" presetSubtype="8" fill="hold" nodeType="afterEffect">
                  <p:stCondLst>
                    <p:cond delay="0"/>
                  </p:stCondLst>
                  <p:childTnLst>
                    <p:set>
                      <p:cBhvr>
                        <p:cTn dur="1" fill="hold">
                          <p:stCondLst>
                            <p:cond delay="0"/>
                          </p:stCondLst>
                        </p:cTn>
                        <p:tgtEl>
                          <p:spTgt spid="61"/>
                        </p:tgtEl>
                        <p:attrNameLst>
                          <p:attrName>style.visibility</p:attrName>
                        </p:attrNameLst>
                      </p:cBhvr>
                      <p:to>
                        <p:strVal val="visible"/>
                      </p:to>
                    </p:set>
                    <p:animEffect transition="in" filter="wipe(left)">
                      <p:cBhvr>
                        <p:cTn dur="500"/>
                        <p:tgtEl>
                          <p:spTgt spid="61"/>
                        </p:tgtEl>
                      </p:cBhvr>
                    </p:animEffect>
                  </p:childTnLst>
                </p:cTn>
              </p:par>
            </p:tnLst>
          </p:tmpl>
        </p:tmplLst>
      </p:bldP>
      <p:bldP spid="62" grpId="0" animBg="1"/>
      <p:bldP spid="63" grpId="0" animBg="1"/>
      <p:bldP spid="64" grpId="0" build="p">
        <p:tmplLst>
          <p:tmpl lvl="1">
            <p:tnLst>
              <p:par>
                <p:cTn presetID="22" presetClass="entr" presetSubtype="8" fill="hold" nodeType="afterEffect">
                  <p:stCondLst>
                    <p:cond delay="0"/>
                  </p:stCondLst>
                  <p:childTnLst>
                    <p:set>
                      <p:cBhvr>
                        <p:cTn dur="1" fill="hold">
                          <p:stCondLst>
                            <p:cond delay="0"/>
                          </p:stCondLst>
                        </p:cTn>
                        <p:tgtEl>
                          <p:spTgt spid="64"/>
                        </p:tgtEl>
                        <p:attrNameLst>
                          <p:attrName>style.visibility</p:attrName>
                        </p:attrNameLst>
                      </p:cBhvr>
                      <p:to>
                        <p:strVal val="visible"/>
                      </p:to>
                    </p:set>
                    <p:animEffect transition="in" filter="wipe(left)">
                      <p:cBhvr>
                        <p:cTn dur="500"/>
                        <p:tgtEl>
                          <p:spTgt spid="64"/>
                        </p:tgtEl>
                      </p:cBhvr>
                    </p:animEffect>
                  </p:childTnLst>
                </p:cTn>
              </p:par>
            </p:tnLst>
          </p:tmpl>
        </p:tmplLst>
      </p:bldP>
      <p:bldP spid="87" grpId="0" build="p">
        <p:tmplLst>
          <p:tmpl lvl="1">
            <p:tnLst>
              <p:par>
                <p:cTn presetID="22" presetClass="entr" presetSubtype="8" fill="hold" nodeType="afterEffect">
                  <p:stCondLst>
                    <p:cond delay="0"/>
                  </p:stCondLst>
                  <p:childTnLst>
                    <p:set>
                      <p:cBhvr>
                        <p:cTn dur="1" fill="hold">
                          <p:stCondLst>
                            <p:cond delay="0"/>
                          </p:stCondLst>
                        </p:cTn>
                        <p:tgtEl>
                          <p:spTgt spid="87"/>
                        </p:tgtEl>
                        <p:attrNameLst>
                          <p:attrName>style.visibility</p:attrName>
                        </p:attrNameLst>
                      </p:cBhvr>
                      <p:to>
                        <p:strVal val="visible"/>
                      </p:to>
                    </p:set>
                    <p:animEffect transition="in" filter="wipe(left)">
                      <p:cBhvr>
                        <p:cTn dur="500"/>
                        <p:tgtEl>
                          <p:spTgt spid="87"/>
                        </p:tgtEl>
                      </p:cBhvr>
                    </p:animEffect>
                  </p:childTnLst>
                </p:cTn>
              </p:par>
            </p:tnLst>
          </p:tmpl>
        </p:tmplLst>
      </p:bldP>
      <p:bldP spid="88" grpId="0" build="p">
        <p:tmplLst>
          <p:tmpl lvl="1">
            <p:tnLst>
              <p:par>
                <p:cTn presetID="22" presetClass="entr" presetSubtype="8" fill="hold" nodeType="afterEffect">
                  <p:stCondLst>
                    <p:cond delay="0"/>
                  </p:stCondLst>
                  <p:childTnLst>
                    <p:set>
                      <p:cBhvr>
                        <p:cTn dur="1" fill="hold">
                          <p:stCondLst>
                            <p:cond delay="0"/>
                          </p:stCondLst>
                        </p:cTn>
                        <p:tgtEl>
                          <p:spTgt spid="88"/>
                        </p:tgtEl>
                        <p:attrNameLst>
                          <p:attrName>style.visibility</p:attrName>
                        </p:attrNameLst>
                      </p:cBhvr>
                      <p:to>
                        <p:strVal val="visible"/>
                      </p:to>
                    </p:set>
                    <p:animEffect transition="in" filter="wipe(left)">
                      <p:cBhvr>
                        <p:cTn dur="500"/>
                        <p:tgtEl>
                          <p:spTgt spid="88"/>
                        </p:tgtEl>
                      </p:cBhvr>
                    </p:animEffect>
                  </p:childTnLst>
                </p:cTn>
              </p:par>
            </p:tnLst>
          </p:tmpl>
        </p:tmplLst>
      </p:bldP>
    </p:bldLst>
  </p:timing>
</p:sldLayout>
</file>

<file path=ppt/slideLayouts/slideLayout185.xml><?xml version="1.0" encoding="utf-8"?>
<p:sldLayout xmlns:a="http://schemas.openxmlformats.org/drawingml/2006/main" xmlns:r="http://schemas.openxmlformats.org/officeDocument/2006/relationships" xmlns:p="http://schemas.openxmlformats.org/presentationml/2006/main" userDrawn="1">
  <p:cSld name="3_Team09">
    <p:spTree>
      <p:nvGrpSpPr>
        <p:cNvPr id="1" name=""/>
        <p:cNvGrpSpPr/>
        <p:nvPr/>
      </p:nvGrpSpPr>
      <p:grpSpPr>
        <a:xfrm>
          <a:off x="0" y="0"/>
          <a:ext cx="0" cy="0"/>
          <a:chOff x="0" y="0"/>
          <a:chExt cx="0" cy="0"/>
        </a:xfrm>
      </p:grpSpPr>
      <p:sp>
        <p:nvSpPr>
          <p:cNvPr id="31" name="Picture Placeholder 7"/>
          <p:cNvSpPr>
            <a:spLocks noGrp="1"/>
          </p:cNvSpPr>
          <p:nvPr>
            <p:ph type="pic" sz="quarter" idx="10" hasCustomPrompt="1"/>
          </p:nvPr>
        </p:nvSpPr>
        <p:spPr>
          <a:xfrm>
            <a:off x="609601" y="1600201"/>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1"/>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14" name="Text Placeholder 3"/>
          <p:cNvSpPr>
            <a:spLocks noGrp="1"/>
          </p:cNvSpPr>
          <p:nvPr>
            <p:ph type="body" sz="half" idx="15" hasCustomPrompt="1"/>
          </p:nvPr>
        </p:nvSpPr>
        <p:spPr>
          <a:xfrm>
            <a:off x="1820005" y="2270245"/>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22" name="Text Placeholder 3"/>
          <p:cNvSpPr>
            <a:spLocks noGrp="1"/>
          </p:cNvSpPr>
          <p:nvPr>
            <p:ph type="body" sz="half" idx="16" hasCustomPrompt="1"/>
          </p:nvPr>
        </p:nvSpPr>
        <p:spPr>
          <a:xfrm>
            <a:off x="1820005" y="1621137"/>
            <a:ext cx="2235200" cy="265617"/>
          </a:xfrm>
          <a:prstGeom prst="rect">
            <a:avLst/>
          </a:prstGeom>
        </p:spPr>
        <p:txBody>
          <a:bodyPr wrap="square" lIns="0" tIns="0" rIns="0" bIns="0" anchor="ctr">
            <a:noAutofit/>
          </a:bodyPr>
          <a:lstStyle>
            <a:lvl1pPr marL="0" indent="0" algn="l">
              <a:buNone/>
              <a:defRPr sz="1867" b="1" baseline="0">
                <a:solidFill>
                  <a:schemeClr val="accent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40"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2"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43" name="Text Placeholder 3"/>
          <p:cNvSpPr>
            <a:spLocks noGrp="1"/>
          </p:cNvSpPr>
          <p:nvPr>
            <p:ph type="body" sz="half" idx="17" hasCustomPrompt="1"/>
          </p:nvPr>
        </p:nvSpPr>
        <p:spPr>
          <a:xfrm>
            <a:off x="1820005" y="1932858"/>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45" name="Straight Connector 44"/>
          <p:cNvCxnSpPr/>
          <p:nvPr userDrawn="1"/>
        </p:nvCxnSpPr>
        <p:spPr>
          <a:xfrm flipV="1">
            <a:off x="4256507" y="1600200"/>
            <a:ext cx="0" cy="5042725"/>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userDrawn="1"/>
        </p:nvCxnSpPr>
        <p:spPr>
          <a:xfrm flipH="1">
            <a:off x="609600" y="3222877"/>
            <a:ext cx="11138475" cy="0"/>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66" name="Picture Placeholder 7"/>
          <p:cNvSpPr>
            <a:spLocks noGrp="1"/>
          </p:cNvSpPr>
          <p:nvPr>
            <p:ph type="pic" sz="quarter" idx="18" hasCustomPrompt="1"/>
          </p:nvPr>
        </p:nvSpPr>
        <p:spPr>
          <a:xfrm>
            <a:off x="4442678" y="1600201"/>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2"/>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67" name="Text Placeholder 3"/>
          <p:cNvSpPr>
            <a:spLocks noGrp="1"/>
          </p:cNvSpPr>
          <p:nvPr>
            <p:ph type="body" sz="half" idx="19" hasCustomPrompt="1"/>
          </p:nvPr>
        </p:nvSpPr>
        <p:spPr>
          <a:xfrm>
            <a:off x="5653083" y="2270245"/>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68" name="Text Placeholder 3"/>
          <p:cNvSpPr>
            <a:spLocks noGrp="1"/>
          </p:cNvSpPr>
          <p:nvPr>
            <p:ph type="body" sz="half" idx="20" hasCustomPrompt="1"/>
          </p:nvPr>
        </p:nvSpPr>
        <p:spPr>
          <a:xfrm>
            <a:off x="5653083" y="1621137"/>
            <a:ext cx="2235200" cy="265617"/>
          </a:xfrm>
          <a:prstGeom prst="rect">
            <a:avLst/>
          </a:prstGeom>
        </p:spPr>
        <p:txBody>
          <a:bodyPr wrap="square" lIns="0" tIns="0" rIns="0" bIns="0" anchor="ctr">
            <a:noAutofit/>
          </a:bodyPr>
          <a:lstStyle>
            <a:lvl1pPr marL="0" indent="0" algn="l">
              <a:buNone/>
              <a:defRPr sz="1867" b="1" baseline="0">
                <a:solidFill>
                  <a:schemeClr val="accent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9" name="Text Placeholder 3"/>
          <p:cNvSpPr>
            <a:spLocks noGrp="1"/>
          </p:cNvSpPr>
          <p:nvPr>
            <p:ph type="body" sz="half" idx="21" hasCustomPrompt="1"/>
          </p:nvPr>
        </p:nvSpPr>
        <p:spPr>
          <a:xfrm>
            <a:off x="5653083" y="1932858"/>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70" name="Straight Connector 69"/>
          <p:cNvCxnSpPr/>
          <p:nvPr userDrawn="1"/>
        </p:nvCxnSpPr>
        <p:spPr>
          <a:xfrm flipV="1">
            <a:off x="8115029" y="1600200"/>
            <a:ext cx="0" cy="5042725"/>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71" name="Picture Placeholder 7"/>
          <p:cNvSpPr>
            <a:spLocks noGrp="1"/>
          </p:cNvSpPr>
          <p:nvPr>
            <p:ph type="pic" sz="quarter" idx="22" hasCustomPrompt="1"/>
          </p:nvPr>
        </p:nvSpPr>
        <p:spPr>
          <a:xfrm>
            <a:off x="8302470" y="1600201"/>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3"/>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72" name="Text Placeholder 3"/>
          <p:cNvSpPr>
            <a:spLocks noGrp="1"/>
          </p:cNvSpPr>
          <p:nvPr>
            <p:ph type="body" sz="half" idx="23" hasCustomPrompt="1"/>
          </p:nvPr>
        </p:nvSpPr>
        <p:spPr>
          <a:xfrm>
            <a:off x="9512875" y="2270245"/>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73" name="Text Placeholder 3"/>
          <p:cNvSpPr>
            <a:spLocks noGrp="1"/>
          </p:cNvSpPr>
          <p:nvPr>
            <p:ph type="body" sz="half" idx="24" hasCustomPrompt="1"/>
          </p:nvPr>
        </p:nvSpPr>
        <p:spPr>
          <a:xfrm>
            <a:off x="9512875" y="1621137"/>
            <a:ext cx="2235200" cy="265617"/>
          </a:xfrm>
          <a:prstGeom prst="rect">
            <a:avLst/>
          </a:prstGeom>
        </p:spPr>
        <p:txBody>
          <a:bodyPr wrap="square" lIns="0" tIns="0" rIns="0" bIns="0" anchor="ctr">
            <a:noAutofit/>
          </a:bodyPr>
          <a:lstStyle>
            <a:lvl1pPr marL="0" indent="0" algn="l">
              <a:buNone/>
              <a:defRPr sz="1867" b="1" baseline="0">
                <a:solidFill>
                  <a:schemeClr val="accent3"/>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74" name="Text Placeholder 3"/>
          <p:cNvSpPr>
            <a:spLocks noGrp="1"/>
          </p:cNvSpPr>
          <p:nvPr>
            <p:ph type="body" sz="half" idx="25" hasCustomPrompt="1"/>
          </p:nvPr>
        </p:nvSpPr>
        <p:spPr>
          <a:xfrm>
            <a:off x="9512875" y="1932858"/>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49" name="Straight Connector 48"/>
          <p:cNvCxnSpPr/>
          <p:nvPr userDrawn="1"/>
        </p:nvCxnSpPr>
        <p:spPr>
          <a:xfrm flipH="1">
            <a:off x="609600" y="5054600"/>
            <a:ext cx="11138475" cy="0"/>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50" name="Picture Placeholder 7"/>
          <p:cNvSpPr>
            <a:spLocks noGrp="1"/>
          </p:cNvSpPr>
          <p:nvPr>
            <p:ph type="pic" sz="quarter" idx="26" hasCustomPrompt="1"/>
          </p:nvPr>
        </p:nvSpPr>
        <p:spPr>
          <a:xfrm>
            <a:off x="609601" y="3541102"/>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4"/>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51" name="Text Placeholder 3"/>
          <p:cNvSpPr>
            <a:spLocks noGrp="1"/>
          </p:cNvSpPr>
          <p:nvPr>
            <p:ph type="body" sz="half" idx="27" hasCustomPrompt="1"/>
          </p:nvPr>
        </p:nvSpPr>
        <p:spPr>
          <a:xfrm>
            <a:off x="1820005" y="4211147"/>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52" name="Text Placeholder 3"/>
          <p:cNvSpPr>
            <a:spLocks noGrp="1"/>
          </p:cNvSpPr>
          <p:nvPr>
            <p:ph type="body" sz="half" idx="28" hasCustomPrompt="1"/>
          </p:nvPr>
        </p:nvSpPr>
        <p:spPr>
          <a:xfrm>
            <a:off x="1820005" y="3562038"/>
            <a:ext cx="2235200" cy="265617"/>
          </a:xfrm>
          <a:prstGeom prst="rect">
            <a:avLst/>
          </a:prstGeom>
        </p:spPr>
        <p:txBody>
          <a:bodyPr wrap="square" lIns="0" tIns="0" rIns="0" bIns="0" anchor="ctr">
            <a:noAutofit/>
          </a:bodyPr>
          <a:lstStyle>
            <a:lvl1pPr marL="0" indent="0" algn="l" rtl="0">
              <a:buNone/>
              <a:defRPr sz="1867" b="1" baseline="0">
                <a:solidFill>
                  <a:schemeClr val="accent4"/>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3" name="Text Placeholder 3"/>
          <p:cNvSpPr>
            <a:spLocks noGrp="1"/>
          </p:cNvSpPr>
          <p:nvPr>
            <p:ph type="body" sz="half" idx="29" hasCustomPrompt="1"/>
          </p:nvPr>
        </p:nvSpPr>
        <p:spPr>
          <a:xfrm>
            <a:off x="1820005" y="3873759"/>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4" name="Picture Placeholder 7"/>
          <p:cNvSpPr>
            <a:spLocks noGrp="1"/>
          </p:cNvSpPr>
          <p:nvPr>
            <p:ph type="pic" sz="quarter" idx="30" hasCustomPrompt="1"/>
          </p:nvPr>
        </p:nvSpPr>
        <p:spPr>
          <a:xfrm>
            <a:off x="4442678" y="3541102"/>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5"/>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55" name="Text Placeholder 3"/>
          <p:cNvSpPr>
            <a:spLocks noGrp="1"/>
          </p:cNvSpPr>
          <p:nvPr>
            <p:ph type="body" sz="half" idx="31" hasCustomPrompt="1"/>
          </p:nvPr>
        </p:nvSpPr>
        <p:spPr>
          <a:xfrm>
            <a:off x="5653083" y="4211147"/>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56" name="Text Placeholder 3"/>
          <p:cNvSpPr>
            <a:spLocks noGrp="1"/>
          </p:cNvSpPr>
          <p:nvPr>
            <p:ph type="body" sz="half" idx="32" hasCustomPrompt="1"/>
          </p:nvPr>
        </p:nvSpPr>
        <p:spPr>
          <a:xfrm>
            <a:off x="5653083" y="3562038"/>
            <a:ext cx="2235200" cy="265617"/>
          </a:xfrm>
          <a:prstGeom prst="rect">
            <a:avLst/>
          </a:prstGeom>
        </p:spPr>
        <p:txBody>
          <a:bodyPr wrap="square" lIns="0" tIns="0" rIns="0" bIns="0" anchor="ctr">
            <a:noAutofit/>
          </a:bodyPr>
          <a:lstStyle>
            <a:lvl1pPr marL="0" indent="0" algn="l" rtl="0">
              <a:buNone/>
              <a:defRPr sz="1867" b="1" baseline="0">
                <a:solidFill>
                  <a:schemeClr val="accent5"/>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7" name="Text Placeholder 3"/>
          <p:cNvSpPr>
            <a:spLocks noGrp="1"/>
          </p:cNvSpPr>
          <p:nvPr>
            <p:ph type="body" sz="half" idx="33" hasCustomPrompt="1"/>
          </p:nvPr>
        </p:nvSpPr>
        <p:spPr>
          <a:xfrm>
            <a:off x="5653083" y="3873759"/>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8" name="Picture Placeholder 7"/>
          <p:cNvSpPr>
            <a:spLocks noGrp="1"/>
          </p:cNvSpPr>
          <p:nvPr>
            <p:ph type="pic" sz="quarter" idx="34" hasCustomPrompt="1"/>
          </p:nvPr>
        </p:nvSpPr>
        <p:spPr>
          <a:xfrm>
            <a:off x="8302470" y="3541102"/>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6"/>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59" name="Text Placeholder 3"/>
          <p:cNvSpPr>
            <a:spLocks noGrp="1"/>
          </p:cNvSpPr>
          <p:nvPr>
            <p:ph type="body" sz="half" idx="35" hasCustomPrompt="1"/>
          </p:nvPr>
        </p:nvSpPr>
        <p:spPr>
          <a:xfrm>
            <a:off x="9512875" y="4211147"/>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60" name="Text Placeholder 3"/>
          <p:cNvSpPr>
            <a:spLocks noGrp="1"/>
          </p:cNvSpPr>
          <p:nvPr>
            <p:ph type="body" sz="half" idx="36" hasCustomPrompt="1"/>
          </p:nvPr>
        </p:nvSpPr>
        <p:spPr>
          <a:xfrm>
            <a:off x="9512875" y="3562038"/>
            <a:ext cx="2235200" cy="265617"/>
          </a:xfrm>
          <a:prstGeom prst="rect">
            <a:avLst/>
          </a:prstGeom>
        </p:spPr>
        <p:txBody>
          <a:bodyPr wrap="square" lIns="0" tIns="0" rIns="0" bIns="0" anchor="ctr">
            <a:noAutofit/>
          </a:bodyPr>
          <a:lstStyle>
            <a:lvl1pPr marL="0" indent="0" algn="l" rtl="0">
              <a:buNone/>
              <a:defRPr sz="1867" b="1" baseline="0">
                <a:solidFill>
                  <a:schemeClr val="accent6"/>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1" name="Text Placeholder 3"/>
          <p:cNvSpPr>
            <a:spLocks noGrp="1"/>
          </p:cNvSpPr>
          <p:nvPr>
            <p:ph type="body" sz="half" idx="37" hasCustomPrompt="1"/>
          </p:nvPr>
        </p:nvSpPr>
        <p:spPr>
          <a:xfrm>
            <a:off x="9512875" y="3873759"/>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2" name="Picture Placeholder 7"/>
          <p:cNvSpPr>
            <a:spLocks noGrp="1"/>
          </p:cNvSpPr>
          <p:nvPr>
            <p:ph type="pic" sz="quarter" idx="38" hasCustomPrompt="1"/>
          </p:nvPr>
        </p:nvSpPr>
        <p:spPr>
          <a:xfrm>
            <a:off x="609601" y="5277169"/>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1"/>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63" name="Text Placeholder 3"/>
          <p:cNvSpPr>
            <a:spLocks noGrp="1"/>
          </p:cNvSpPr>
          <p:nvPr>
            <p:ph type="body" sz="half" idx="39" hasCustomPrompt="1"/>
          </p:nvPr>
        </p:nvSpPr>
        <p:spPr>
          <a:xfrm>
            <a:off x="1820005" y="5947213"/>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64" name="Text Placeholder 3"/>
          <p:cNvSpPr>
            <a:spLocks noGrp="1"/>
          </p:cNvSpPr>
          <p:nvPr>
            <p:ph type="body" sz="half" idx="40" hasCustomPrompt="1"/>
          </p:nvPr>
        </p:nvSpPr>
        <p:spPr>
          <a:xfrm>
            <a:off x="1820005" y="5298105"/>
            <a:ext cx="2235200" cy="265617"/>
          </a:xfrm>
          <a:prstGeom prst="rect">
            <a:avLst/>
          </a:prstGeom>
        </p:spPr>
        <p:txBody>
          <a:bodyPr wrap="square" lIns="0" tIns="0" rIns="0" bIns="0" anchor="ctr">
            <a:noAutofit/>
          </a:bodyPr>
          <a:lstStyle>
            <a:lvl1pPr marL="0" indent="0" algn="l">
              <a:buNone/>
              <a:defRPr sz="1867" b="1" baseline="0">
                <a:solidFill>
                  <a:schemeClr val="accent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87" name="Text Placeholder 3"/>
          <p:cNvSpPr>
            <a:spLocks noGrp="1"/>
          </p:cNvSpPr>
          <p:nvPr>
            <p:ph type="body" sz="half" idx="41" hasCustomPrompt="1"/>
          </p:nvPr>
        </p:nvSpPr>
        <p:spPr>
          <a:xfrm>
            <a:off x="1820005" y="5609826"/>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88" name="Straight Connector 87"/>
          <p:cNvCxnSpPr/>
          <p:nvPr userDrawn="1"/>
        </p:nvCxnSpPr>
        <p:spPr>
          <a:xfrm flipH="1">
            <a:off x="609600" y="6899845"/>
            <a:ext cx="11138475" cy="0"/>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89" name="Picture Placeholder 7"/>
          <p:cNvSpPr>
            <a:spLocks noGrp="1"/>
          </p:cNvSpPr>
          <p:nvPr>
            <p:ph type="pic" sz="quarter" idx="42" hasCustomPrompt="1"/>
          </p:nvPr>
        </p:nvSpPr>
        <p:spPr>
          <a:xfrm>
            <a:off x="4442678" y="5277169"/>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2"/>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90" name="Text Placeholder 3"/>
          <p:cNvSpPr>
            <a:spLocks noGrp="1"/>
          </p:cNvSpPr>
          <p:nvPr>
            <p:ph type="body" sz="half" idx="43" hasCustomPrompt="1"/>
          </p:nvPr>
        </p:nvSpPr>
        <p:spPr>
          <a:xfrm>
            <a:off x="5653083" y="5947213"/>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91" name="Text Placeholder 3"/>
          <p:cNvSpPr>
            <a:spLocks noGrp="1"/>
          </p:cNvSpPr>
          <p:nvPr>
            <p:ph type="body" sz="half" idx="44" hasCustomPrompt="1"/>
          </p:nvPr>
        </p:nvSpPr>
        <p:spPr>
          <a:xfrm>
            <a:off x="5653083" y="5298105"/>
            <a:ext cx="2235200" cy="265617"/>
          </a:xfrm>
          <a:prstGeom prst="rect">
            <a:avLst/>
          </a:prstGeom>
        </p:spPr>
        <p:txBody>
          <a:bodyPr wrap="square" lIns="0" tIns="0" rIns="0" bIns="0" anchor="ctr">
            <a:noAutofit/>
          </a:bodyPr>
          <a:lstStyle>
            <a:lvl1pPr marL="0" indent="0" algn="l">
              <a:buNone/>
              <a:defRPr sz="1867" b="1" baseline="0">
                <a:solidFill>
                  <a:schemeClr val="accent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92" name="Text Placeholder 3"/>
          <p:cNvSpPr>
            <a:spLocks noGrp="1"/>
          </p:cNvSpPr>
          <p:nvPr>
            <p:ph type="body" sz="half" idx="45" hasCustomPrompt="1"/>
          </p:nvPr>
        </p:nvSpPr>
        <p:spPr>
          <a:xfrm>
            <a:off x="5653083" y="5609826"/>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93" name="Picture Placeholder 7"/>
          <p:cNvSpPr>
            <a:spLocks noGrp="1"/>
          </p:cNvSpPr>
          <p:nvPr>
            <p:ph type="pic" sz="quarter" idx="46" hasCustomPrompt="1"/>
          </p:nvPr>
        </p:nvSpPr>
        <p:spPr>
          <a:xfrm>
            <a:off x="8302470" y="5277169"/>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3"/>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94" name="Text Placeholder 3"/>
          <p:cNvSpPr>
            <a:spLocks noGrp="1"/>
          </p:cNvSpPr>
          <p:nvPr>
            <p:ph type="body" sz="half" idx="47" hasCustomPrompt="1"/>
          </p:nvPr>
        </p:nvSpPr>
        <p:spPr>
          <a:xfrm>
            <a:off x="9512875" y="5947213"/>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95" name="Text Placeholder 3"/>
          <p:cNvSpPr>
            <a:spLocks noGrp="1"/>
          </p:cNvSpPr>
          <p:nvPr>
            <p:ph type="body" sz="half" idx="48" hasCustomPrompt="1"/>
          </p:nvPr>
        </p:nvSpPr>
        <p:spPr>
          <a:xfrm>
            <a:off x="9512875" y="5298105"/>
            <a:ext cx="2235200" cy="265617"/>
          </a:xfrm>
          <a:prstGeom prst="rect">
            <a:avLst/>
          </a:prstGeom>
        </p:spPr>
        <p:txBody>
          <a:bodyPr wrap="square" lIns="0" tIns="0" rIns="0" bIns="0" anchor="ctr">
            <a:noAutofit/>
          </a:bodyPr>
          <a:lstStyle>
            <a:lvl1pPr marL="0" indent="0" algn="l">
              <a:buNone/>
              <a:defRPr sz="1867" b="1" baseline="0">
                <a:solidFill>
                  <a:schemeClr val="accent3"/>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96" name="Text Placeholder 3"/>
          <p:cNvSpPr>
            <a:spLocks noGrp="1"/>
          </p:cNvSpPr>
          <p:nvPr>
            <p:ph type="body" sz="half" idx="49" hasCustomPrompt="1"/>
          </p:nvPr>
        </p:nvSpPr>
        <p:spPr>
          <a:xfrm>
            <a:off x="9512875" y="5609826"/>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Tree>
    <p:extLst>
      <p:ext uri="{BB962C8B-B14F-4D97-AF65-F5344CB8AC3E}">
        <p14:creationId xmlns:p14="http://schemas.microsoft.com/office/powerpoint/2010/main" val="317869136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45"/>
                                        </p:tgtEl>
                                        <p:attrNameLst>
                                          <p:attrName>style.visibility</p:attrName>
                                        </p:attrNameLst>
                                      </p:cBhvr>
                                      <p:to>
                                        <p:strVal val="visible"/>
                                      </p:to>
                                    </p:set>
                                    <p:animEffect transition="in" filter="wipe(down)">
                                      <p:cBhvr>
                                        <p:cTn id="7" dur="500"/>
                                        <p:tgtEl>
                                          <p:spTgt spid="45"/>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65"/>
                                        </p:tgtEl>
                                        <p:attrNameLst>
                                          <p:attrName>style.visibility</p:attrName>
                                        </p:attrNameLst>
                                      </p:cBhvr>
                                      <p:to>
                                        <p:strVal val="visible"/>
                                      </p:to>
                                    </p:set>
                                    <p:animEffect transition="in" filter="wipe(left)">
                                      <p:cBhvr>
                                        <p:cTn id="11" dur="500"/>
                                        <p:tgtEl>
                                          <p:spTgt spid="65"/>
                                        </p:tgtEl>
                                      </p:cBhvr>
                                    </p:animEffect>
                                  </p:childTnLst>
                                </p:cTn>
                              </p:par>
                            </p:childTnLst>
                          </p:cTn>
                        </p:par>
                        <p:par>
                          <p:cTn id="12" fill="hold">
                            <p:stCondLst>
                              <p:cond delay="1000"/>
                            </p:stCondLst>
                            <p:childTnLst>
                              <p:par>
                                <p:cTn id="13" presetID="53" presetClass="entr" presetSubtype="0" fill="hold" grpId="0" nodeType="afterEffect">
                                  <p:stCondLst>
                                    <p:cond delay="0"/>
                                  </p:stCondLst>
                                  <p:childTnLst>
                                    <p:set>
                                      <p:cBhvr>
                                        <p:cTn id="14" dur="1" fill="hold">
                                          <p:stCondLst>
                                            <p:cond delay="0"/>
                                          </p:stCondLst>
                                        </p:cTn>
                                        <p:tgtEl>
                                          <p:spTgt spid="31"/>
                                        </p:tgtEl>
                                        <p:attrNameLst>
                                          <p:attrName>style.visibility</p:attrName>
                                        </p:attrNameLst>
                                      </p:cBhvr>
                                      <p:to>
                                        <p:strVal val="visible"/>
                                      </p:to>
                                    </p:set>
                                    <p:anim calcmode="lin" valueType="num">
                                      <p:cBhvr>
                                        <p:cTn id="15" dur="500" fill="hold"/>
                                        <p:tgtEl>
                                          <p:spTgt spid="31"/>
                                        </p:tgtEl>
                                        <p:attrNameLst>
                                          <p:attrName>ppt_w</p:attrName>
                                        </p:attrNameLst>
                                      </p:cBhvr>
                                      <p:tavLst>
                                        <p:tav tm="0">
                                          <p:val>
                                            <p:fltVal val="0"/>
                                          </p:val>
                                        </p:tav>
                                        <p:tav tm="100000">
                                          <p:val>
                                            <p:strVal val="#ppt_w"/>
                                          </p:val>
                                        </p:tav>
                                      </p:tavLst>
                                    </p:anim>
                                    <p:anim calcmode="lin" valueType="num">
                                      <p:cBhvr>
                                        <p:cTn id="16" dur="500" fill="hold"/>
                                        <p:tgtEl>
                                          <p:spTgt spid="31"/>
                                        </p:tgtEl>
                                        <p:attrNameLst>
                                          <p:attrName>ppt_h</p:attrName>
                                        </p:attrNameLst>
                                      </p:cBhvr>
                                      <p:tavLst>
                                        <p:tav tm="0">
                                          <p:val>
                                            <p:fltVal val="0"/>
                                          </p:val>
                                        </p:tav>
                                        <p:tav tm="100000">
                                          <p:val>
                                            <p:strVal val="#ppt_h"/>
                                          </p:val>
                                        </p:tav>
                                      </p:tavLst>
                                    </p:anim>
                                    <p:animEffect transition="in" filter="fade">
                                      <p:cBhvr>
                                        <p:cTn id="17" dur="500"/>
                                        <p:tgtEl>
                                          <p:spTgt spid="31"/>
                                        </p:tgtEl>
                                      </p:cBhvr>
                                    </p:animEffect>
                                  </p:childTnLst>
                                </p:cTn>
                              </p:par>
                            </p:childTnLst>
                          </p:cTn>
                        </p:par>
                        <p:par>
                          <p:cTn id="18" fill="hold">
                            <p:stCondLst>
                              <p:cond delay="1500"/>
                            </p:stCondLst>
                            <p:childTnLst>
                              <p:par>
                                <p:cTn id="19" presetID="22" presetClass="entr" presetSubtype="8" fill="hold" grpId="0" nodeType="afterEffect">
                                  <p:stCondLst>
                                    <p:cond delay="0"/>
                                  </p:stCondLst>
                                  <p:childTnLst>
                                    <p:set>
                                      <p:cBhvr>
                                        <p:cTn id="20" dur="1" fill="hold">
                                          <p:stCondLst>
                                            <p:cond delay="0"/>
                                          </p:stCondLst>
                                        </p:cTn>
                                        <p:tgtEl>
                                          <p:spTgt spid="22">
                                            <p:txEl>
                                              <p:pRg st="0" end="0"/>
                                            </p:txEl>
                                          </p:spTgt>
                                        </p:tgtEl>
                                        <p:attrNameLst>
                                          <p:attrName>style.visibility</p:attrName>
                                        </p:attrNameLst>
                                      </p:cBhvr>
                                      <p:to>
                                        <p:strVal val="visible"/>
                                      </p:to>
                                    </p:set>
                                    <p:animEffect transition="in" filter="wipe(left)">
                                      <p:cBhvr>
                                        <p:cTn id="21" dur="500"/>
                                        <p:tgtEl>
                                          <p:spTgt spid="22">
                                            <p:txEl>
                                              <p:pRg st="0" end="0"/>
                                            </p:txEl>
                                          </p:spTgt>
                                        </p:tgtEl>
                                      </p:cBhvr>
                                    </p:animEffect>
                                  </p:childTnLst>
                                </p:cTn>
                              </p:par>
                            </p:childTnLst>
                          </p:cTn>
                        </p:par>
                        <p:par>
                          <p:cTn id="22" fill="hold">
                            <p:stCondLst>
                              <p:cond delay="2000"/>
                            </p:stCondLst>
                            <p:childTnLst>
                              <p:par>
                                <p:cTn id="23" presetID="22" presetClass="entr" presetSubtype="8" fill="hold" grpId="0" nodeType="afterEffect">
                                  <p:stCondLst>
                                    <p:cond delay="0"/>
                                  </p:stCondLst>
                                  <p:childTnLst>
                                    <p:set>
                                      <p:cBhvr>
                                        <p:cTn id="24" dur="1" fill="hold">
                                          <p:stCondLst>
                                            <p:cond delay="0"/>
                                          </p:stCondLst>
                                        </p:cTn>
                                        <p:tgtEl>
                                          <p:spTgt spid="43">
                                            <p:txEl>
                                              <p:pRg st="0" end="0"/>
                                            </p:txEl>
                                          </p:spTgt>
                                        </p:tgtEl>
                                        <p:attrNameLst>
                                          <p:attrName>style.visibility</p:attrName>
                                        </p:attrNameLst>
                                      </p:cBhvr>
                                      <p:to>
                                        <p:strVal val="visible"/>
                                      </p:to>
                                    </p:set>
                                    <p:animEffect transition="in" filter="wipe(left)">
                                      <p:cBhvr>
                                        <p:cTn id="25" dur="500"/>
                                        <p:tgtEl>
                                          <p:spTgt spid="43">
                                            <p:txEl>
                                              <p:pRg st="0" end="0"/>
                                            </p:txEl>
                                          </p:spTgt>
                                        </p:tgtEl>
                                      </p:cBhvr>
                                    </p:animEffect>
                                  </p:childTnLst>
                                </p:cTn>
                              </p:par>
                            </p:childTnLst>
                          </p:cTn>
                        </p:par>
                        <p:par>
                          <p:cTn id="26" fill="hold">
                            <p:stCondLst>
                              <p:cond delay="2500"/>
                            </p:stCondLst>
                            <p:childTnLst>
                              <p:par>
                                <p:cTn id="27" presetID="22" presetClass="entr" presetSubtype="8" fill="hold" grpId="0" nodeType="afterEffect">
                                  <p:stCondLst>
                                    <p:cond delay="0"/>
                                  </p:stCondLst>
                                  <p:childTnLst>
                                    <p:set>
                                      <p:cBhvr>
                                        <p:cTn id="28" dur="1" fill="hold">
                                          <p:stCondLst>
                                            <p:cond delay="0"/>
                                          </p:stCondLst>
                                        </p:cTn>
                                        <p:tgtEl>
                                          <p:spTgt spid="14">
                                            <p:txEl>
                                              <p:pRg st="0" end="0"/>
                                            </p:txEl>
                                          </p:spTgt>
                                        </p:tgtEl>
                                        <p:attrNameLst>
                                          <p:attrName>style.visibility</p:attrName>
                                        </p:attrNameLst>
                                      </p:cBhvr>
                                      <p:to>
                                        <p:strVal val="visible"/>
                                      </p:to>
                                    </p:set>
                                    <p:animEffect transition="in" filter="wipe(left)">
                                      <p:cBhvr>
                                        <p:cTn id="29" dur="500"/>
                                        <p:tgtEl>
                                          <p:spTgt spid="14">
                                            <p:txEl>
                                              <p:pRg st="0" end="0"/>
                                            </p:txEl>
                                          </p:spTgt>
                                        </p:tgtEl>
                                      </p:cBhvr>
                                    </p:animEffect>
                                  </p:childTnLst>
                                </p:cTn>
                              </p:par>
                            </p:childTnLst>
                          </p:cTn>
                        </p:par>
                        <p:par>
                          <p:cTn id="30" fill="hold">
                            <p:stCondLst>
                              <p:cond delay="3000"/>
                            </p:stCondLst>
                            <p:childTnLst>
                              <p:par>
                                <p:cTn id="31" presetID="53" presetClass="entr" presetSubtype="0" fill="hold" grpId="0" nodeType="afterEffect">
                                  <p:stCondLst>
                                    <p:cond delay="0"/>
                                  </p:stCondLst>
                                  <p:childTnLst>
                                    <p:set>
                                      <p:cBhvr>
                                        <p:cTn id="32" dur="1" fill="hold">
                                          <p:stCondLst>
                                            <p:cond delay="0"/>
                                          </p:stCondLst>
                                        </p:cTn>
                                        <p:tgtEl>
                                          <p:spTgt spid="66"/>
                                        </p:tgtEl>
                                        <p:attrNameLst>
                                          <p:attrName>style.visibility</p:attrName>
                                        </p:attrNameLst>
                                      </p:cBhvr>
                                      <p:to>
                                        <p:strVal val="visible"/>
                                      </p:to>
                                    </p:set>
                                    <p:anim calcmode="lin" valueType="num">
                                      <p:cBhvr>
                                        <p:cTn id="33" dur="500" fill="hold"/>
                                        <p:tgtEl>
                                          <p:spTgt spid="66"/>
                                        </p:tgtEl>
                                        <p:attrNameLst>
                                          <p:attrName>ppt_w</p:attrName>
                                        </p:attrNameLst>
                                      </p:cBhvr>
                                      <p:tavLst>
                                        <p:tav tm="0">
                                          <p:val>
                                            <p:fltVal val="0"/>
                                          </p:val>
                                        </p:tav>
                                        <p:tav tm="100000">
                                          <p:val>
                                            <p:strVal val="#ppt_w"/>
                                          </p:val>
                                        </p:tav>
                                      </p:tavLst>
                                    </p:anim>
                                    <p:anim calcmode="lin" valueType="num">
                                      <p:cBhvr>
                                        <p:cTn id="34" dur="500" fill="hold"/>
                                        <p:tgtEl>
                                          <p:spTgt spid="66"/>
                                        </p:tgtEl>
                                        <p:attrNameLst>
                                          <p:attrName>ppt_h</p:attrName>
                                        </p:attrNameLst>
                                      </p:cBhvr>
                                      <p:tavLst>
                                        <p:tav tm="0">
                                          <p:val>
                                            <p:fltVal val="0"/>
                                          </p:val>
                                        </p:tav>
                                        <p:tav tm="100000">
                                          <p:val>
                                            <p:strVal val="#ppt_h"/>
                                          </p:val>
                                        </p:tav>
                                      </p:tavLst>
                                    </p:anim>
                                    <p:animEffect transition="in" filter="fade">
                                      <p:cBhvr>
                                        <p:cTn id="35" dur="500"/>
                                        <p:tgtEl>
                                          <p:spTgt spid="66"/>
                                        </p:tgtEl>
                                      </p:cBhvr>
                                    </p:animEffect>
                                  </p:childTnLst>
                                </p:cTn>
                              </p:par>
                            </p:childTnLst>
                          </p:cTn>
                        </p:par>
                        <p:par>
                          <p:cTn id="36" fill="hold">
                            <p:stCondLst>
                              <p:cond delay="3500"/>
                            </p:stCondLst>
                            <p:childTnLst>
                              <p:par>
                                <p:cTn id="37" presetID="22" presetClass="entr" presetSubtype="8" fill="hold" grpId="0" nodeType="afterEffect">
                                  <p:stCondLst>
                                    <p:cond delay="0"/>
                                  </p:stCondLst>
                                  <p:childTnLst>
                                    <p:set>
                                      <p:cBhvr>
                                        <p:cTn id="38" dur="1" fill="hold">
                                          <p:stCondLst>
                                            <p:cond delay="0"/>
                                          </p:stCondLst>
                                        </p:cTn>
                                        <p:tgtEl>
                                          <p:spTgt spid="68">
                                            <p:txEl>
                                              <p:pRg st="0" end="0"/>
                                            </p:txEl>
                                          </p:spTgt>
                                        </p:tgtEl>
                                        <p:attrNameLst>
                                          <p:attrName>style.visibility</p:attrName>
                                        </p:attrNameLst>
                                      </p:cBhvr>
                                      <p:to>
                                        <p:strVal val="visible"/>
                                      </p:to>
                                    </p:set>
                                    <p:animEffect transition="in" filter="wipe(left)">
                                      <p:cBhvr>
                                        <p:cTn id="39" dur="500"/>
                                        <p:tgtEl>
                                          <p:spTgt spid="68">
                                            <p:txEl>
                                              <p:pRg st="0" end="0"/>
                                            </p:txEl>
                                          </p:spTgt>
                                        </p:tgtEl>
                                      </p:cBhvr>
                                    </p:animEffect>
                                  </p:childTnLst>
                                </p:cTn>
                              </p:par>
                            </p:childTnLst>
                          </p:cTn>
                        </p:par>
                        <p:par>
                          <p:cTn id="40" fill="hold">
                            <p:stCondLst>
                              <p:cond delay="4000"/>
                            </p:stCondLst>
                            <p:childTnLst>
                              <p:par>
                                <p:cTn id="41" presetID="22" presetClass="entr" presetSubtype="8" fill="hold" grpId="0" nodeType="afterEffect">
                                  <p:stCondLst>
                                    <p:cond delay="0"/>
                                  </p:stCondLst>
                                  <p:childTnLst>
                                    <p:set>
                                      <p:cBhvr>
                                        <p:cTn id="42" dur="1" fill="hold">
                                          <p:stCondLst>
                                            <p:cond delay="0"/>
                                          </p:stCondLst>
                                        </p:cTn>
                                        <p:tgtEl>
                                          <p:spTgt spid="69">
                                            <p:txEl>
                                              <p:pRg st="0" end="0"/>
                                            </p:txEl>
                                          </p:spTgt>
                                        </p:tgtEl>
                                        <p:attrNameLst>
                                          <p:attrName>style.visibility</p:attrName>
                                        </p:attrNameLst>
                                      </p:cBhvr>
                                      <p:to>
                                        <p:strVal val="visible"/>
                                      </p:to>
                                    </p:set>
                                    <p:animEffect transition="in" filter="wipe(left)">
                                      <p:cBhvr>
                                        <p:cTn id="43" dur="500"/>
                                        <p:tgtEl>
                                          <p:spTgt spid="69">
                                            <p:txEl>
                                              <p:pRg st="0" end="0"/>
                                            </p:txEl>
                                          </p:spTgt>
                                        </p:tgtEl>
                                      </p:cBhvr>
                                    </p:animEffect>
                                  </p:childTnLst>
                                </p:cTn>
                              </p:par>
                            </p:childTnLst>
                          </p:cTn>
                        </p:par>
                        <p:par>
                          <p:cTn id="44" fill="hold">
                            <p:stCondLst>
                              <p:cond delay="4500"/>
                            </p:stCondLst>
                            <p:childTnLst>
                              <p:par>
                                <p:cTn id="45" presetID="22" presetClass="entr" presetSubtype="8" fill="hold" grpId="0" nodeType="afterEffect">
                                  <p:stCondLst>
                                    <p:cond delay="0"/>
                                  </p:stCondLst>
                                  <p:childTnLst>
                                    <p:set>
                                      <p:cBhvr>
                                        <p:cTn id="46" dur="1" fill="hold">
                                          <p:stCondLst>
                                            <p:cond delay="0"/>
                                          </p:stCondLst>
                                        </p:cTn>
                                        <p:tgtEl>
                                          <p:spTgt spid="67">
                                            <p:txEl>
                                              <p:pRg st="0" end="0"/>
                                            </p:txEl>
                                          </p:spTgt>
                                        </p:tgtEl>
                                        <p:attrNameLst>
                                          <p:attrName>style.visibility</p:attrName>
                                        </p:attrNameLst>
                                      </p:cBhvr>
                                      <p:to>
                                        <p:strVal val="visible"/>
                                      </p:to>
                                    </p:set>
                                    <p:animEffect transition="in" filter="wipe(left)">
                                      <p:cBhvr>
                                        <p:cTn id="47" dur="500"/>
                                        <p:tgtEl>
                                          <p:spTgt spid="67">
                                            <p:txEl>
                                              <p:pRg st="0" end="0"/>
                                            </p:txEl>
                                          </p:spTgt>
                                        </p:tgtEl>
                                      </p:cBhvr>
                                    </p:animEffect>
                                  </p:childTnLst>
                                </p:cTn>
                              </p:par>
                            </p:childTnLst>
                          </p:cTn>
                        </p:par>
                        <p:par>
                          <p:cTn id="48" fill="hold">
                            <p:stCondLst>
                              <p:cond delay="5000"/>
                            </p:stCondLst>
                            <p:childTnLst>
                              <p:par>
                                <p:cTn id="49" presetID="22" presetClass="entr" presetSubtype="4" fill="hold" nodeType="afterEffect">
                                  <p:stCondLst>
                                    <p:cond delay="0"/>
                                  </p:stCondLst>
                                  <p:childTnLst>
                                    <p:set>
                                      <p:cBhvr>
                                        <p:cTn id="50" dur="1" fill="hold">
                                          <p:stCondLst>
                                            <p:cond delay="0"/>
                                          </p:stCondLst>
                                        </p:cTn>
                                        <p:tgtEl>
                                          <p:spTgt spid="70"/>
                                        </p:tgtEl>
                                        <p:attrNameLst>
                                          <p:attrName>style.visibility</p:attrName>
                                        </p:attrNameLst>
                                      </p:cBhvr>
                                      <p:to>
                                        <p:strVal val="visible"/>
                                      </p:to>
                                    </p:set>
                                    <p:animEffect transition="in" filter="wipe(down)">
                                      <p:cBhvr>
                                        <p:cTn id="51" dur="500"/>
                                        <p:tgtEl>
                                          <p:spTgt spid="70"/>
                                        </p:tgtEl>
                                      </p:cBhvr>
                                    </p:animEffect>
                                  </p:childTnLst>
                                </p:cTn>
                              </p:par>
                            </p:childTnLst>
                          </p:cTn>
                        </p:par>
                        <p:par>
                          <p:cTn id="52" fill="hold">
                            <p:stCondLst>
                              <p:cond delay="5500"/>
                            </p:stCondLst>
                            <p:childTnLst>
                              <p:par>
                                <p:cTn id="53" presetID="53" presetClass="entr" presetSubtype="0" fill="hold" grpId="0" nodeType="afterEffect">
                                  <p:stCondLst>
                                    <p:cond delay="0"/>
                                  </p:stCondLst>
                                  <p:childTnLst>
                                    <p:set>
                                      <p:cBhvr>
                                        <p:cTn id="54" dur="1" fill="hold">
                                          <p:stCondLst>
                                            <p:cond delay="0"/>
                                          </p:stCondLst>
                                        </p:cTn>
                                        <p:tgtEl>
                                          <p:spTgt spid="71"/>
                                        </p:tgtEl>
                                        <p:attrNameLst>
                                          <p:attrName>style.visibility</p:attrName>
                                        </p:attrNameLst>
                                      </p:cBhvr>
                                      <p:to>
                                        <p:strVal val="visible"/>
                                      </p:to>
                                    </p:set>
                                    <p:anim calcmode="lin" valueType="num">
                                      <p:cBhvr>
                                        <p:cTn id="55" dur="500" fill="hold"/>
                                        <p:tgtEl>
                                          <p:spTgt spid="71"/>
                                        </p:tgtEl>
                                        <p:attrNameLst>
                                          <p:attrName>ppt_w</p:attrName>
                                        </p:attrNameLst>
                                      </p:cBhvr>
                                      <p:tavLst>
                                        <p:tav tm="0">
                                          <p:val>
                                            <p:fltVal val="0"/>
                                          </p:val>
                                        </p:tav>
                                        <p:tav tm="100000">
                                          <p:val>
                                            <p:strVal val="#ppt_w"/>
                                          </p:val>
                                        </p:tav>
                                      </p:tavLst>
                                    </p:anim>
                                    <p:anim calcmode="lin" valueType="num">
                                      <p:cBhvr>
                                        <p:cTn id="56" dur="500" fill="hold"/>
                                        <p:tgtEl>
                                          <p:spTgt spid="71"/>
                                        </p:tgtEl>
                                        <p:attrNameLst>
                                          <p:attrName>ppt_h</p:attrName>
                                        </p:attrNameLst>
                                      </p:cBhvr>
                                      <p:tavLst>
                                        <p:tav tm="0">
                                          <p:val>
                                            <p:fltVal val="0"/>
                                          </p:val>
                                        </p:tav>
                                        <p:tav tm="100000">
                                          <p:val>
                                            <p:strVal val="#ppt_h"/>
                                          </p:val>
                                        </p:tav>
                                      </p:tavLst>
                                    </p:anim>
                                    <p:animEffect transition="in" filter="fade">
                                      <p:cBhvr>
                                        <p:cTn id="57" dur="500"/>
                                        <p:tgtEl>
                                          <p:spTgt spid="71"/>
                                        </p:tgtEl>
                                      </p:cBhvr>
                                    </p:animEffect>
                                  </p:childTnLst>
                                </p:cTn>
                              </p:par>
                            </p:childTnLst>
                          </p:cTn>
                        </p:par>
                        <p:par>
                          <p:cTn id="58" fill="hold">
                            <p:stCondLst>
                              <p:cond delay="6000"/>
                            </p:stCondLst>
                            <p:childTnLst>
                              <p:par>
                                <p:cTn id="59" presetID="22" presetClass="entr" presetSubtype="8" fill="hold" grpId="0" nodeType="afterEffect">
                                  <p:stCondLst>
                                    <p:cond delay="0"/>
                                  </p:stCondLst>
                                  <p:childTnLst>
                                    <p:set>
                                      <p:cBhvr>
                                        <p:cTn id="60" dur="1" fill="hold">
                                          <p:stCondLst>
                                            <p:cond delay="0"/>
                                          </p:stCondLst>
                                        </p:cTn>
                                        <p:tgtEl>
                                          <p:spTgt spid="73">
                                            <p:txEl>
                                              <p:pRg st="0" end="0"/>
                                            </p:txEl>
                                          </p:spTgt>
                                        </p:tgtEl>
                                        <p:attrNameLst>
                                          <p:attrName>style.visibility</p:attrName>
                                        </p:attrNameLst>
                                      </p:cBhvr>
                                      <p:to>
                                        <p:strVal val="visible"/>
                                      </p:to>
                                    </p:set>
                                    <p:animEffect transition="in" filter="wipe(left)">
                                      <p:cBhvr>
                                        <p:cTn id="61" dur="500"/>
                                        <p:tgtEl>
                                          <p:spTgt spid="73">
                                            <p:txEl>
                                              <p:pRg st="0" end="0"/>
                                            </p:txEl>
                                          </p:spTgt>
                                        </p:tgtEl>
                                      </p:cBhvr>
                                    </p:animEffect>
                                  </p:childTnLst>
                                </p:cTn>
                              </p:par>
                            </p:childTnLst>
                          </p:cTn>
                        </p:par>
                        <p:par>
                          <p:cTn id="62" fill="hold">
                            <p:stCondLst>
                              <p:cond delay="6500"/>
                            </p:stCondLst>
                            <p:childTnLst>
                              <p:par>
                                <p:cTn id="63" presetID="22" presetClass="entr" presetSubtype="8" fill="hold" grpId="0" nodeType="afterEffect">
                                  <p:stCondLst>
                                    <p:cond delay="0"/>
                                  </p:stCondLst>
                                  <p:childTnLst>
                                    <p:set>
                                      <p:cBhvr>
                                        <p:cTn id="64" dur="1" fill="hold">
                                          <p:stCondLst>
                                            <p:cond delay="0"/>
                                          </p:stCondLst>
                                        </p:cTn>
                                        <p:tgtEl>
                                          <p:spTgt spid="74">
                                            <p:txEl>
                                              <p:pRg st="0" end="0"/>
                                            </p:txEl>
                                          </p:spTgt>
                                        </p:tgtEl>
                                        <p:attrNameLst>
                                          <p:attrName>style.visibility</p:attrName>
                                        </p:attrNameLst>
                                      </p:cBhvr>
                                      <p:to>
                                        <p:strVal val="visible"/>
                                      </p:to>
                                    </p:set>
                                    <p:animEffect transition="in" filter="wipe(left)">
                                      <p:cBhvr>
                                        <p:cTn id="65" dur="500"/>
                                        <p:tgtEl>
                                          <p:spTgt spid="74">
                                            <p:txEl>
                                              <p:pRg st="0" end="0"/>
                                            </p:txEl>
                                          </p:spTgt>
                                        </p:tgtEl>
                                      </p:cBhvr>
                                    </p:animEffect>
                                  </p:childTnLst>
                                </p:cTn>
                              </p:par>
                            </p:childTnLst>
                          </p:cTn>
                        </p:par>
                        <p:par>
                          <p:cTn id="66" fill="hold">
                            <p:stCondLst>
                              <p:cond delay="7000"/>
                            </p:stCondLst>
                            <p:childTnLst>
                              <p:par>
                                <p:cTn id="67" presetID="22" presetClass="entr" presetSubtype="8" fill="hold" grpId="0" nodeType="afterEffect">
                                  <p:stCondLst>
                                    <p:cond delay="0"/>
                                  </p:stCondLst>
                                  <p:childTnLst>
                                    <p:set>
                                      <p:cBhvr>
                                        <p:cTn id="68" dur="1" fill="hold">
                                          <p:stCondLst>
                                            <p:cond delay="0"/>
                                          </p:stCondLst>
                                        </p:cTn>
                                        <p:tgtEl>
                                          <p:spTgt spid="72">
                                            <p:txEl>
                                              <p:pRg st="0" end="0"/>
                                            </p:txEl>
                                          </p:spTgt>
                                        </p:tgtEl>
                                        <p:attrNameLst>
                                          <p:attrName>style.visibility</p:attrName>
                                        </p:attrNameLst>
                                      </p:cBhvr>
                                      <p:to>
                                        <p:strVal val="visible"/>
                                      </p:to>
                                    </p:set>
                                    <p:animEffect transition="in" filter="wipe(left)">
                                      <p:cBhvr>
                                        <p:cTn id="69" dur="500"/>
                                        <p:tgtEl>
                                          <p:spTgt spid="72">
                                            <p:txEl>
                                              <p:pRg st="0" end="0"/>
                                            </p:txEl>
                                          </p:spTgt>
                                        </p:tgtEl>
                                      </p:cBhvr>
                                    </p:animEffect>
                                  </p:childTnLst>
                                </p:cTn>
                              </p:par>
                            </p:childTnLst>
                          </p:cTn>
                        </p:par>
                        <p:par>
                          <p:cTn id="70" fill="hold">
                            <p:stCondLst>
                              <p:cond delay="7500"/>
                            </p:stCondLst>
                            <p:childTnLst>
                              <p:par>
                                <p:cTn id="71" presetID="22" presetClass="entr" presetSubtype="8" fill="hold" nodeType="afterEffect">
                                  <p:stCondLst>
                                    <p:cond delay="0"/>
                                  </p:stCondLst>
                                  <p:childTnLst>
                                    <p:set>
                                      <p:cBhvr>
                                        <p:cTn id="72" dur="1" fill="hold">
                                          <p:stCondLst>
                                            <p:cond delay="0"/>
                                          </p:stCondLst>
                                        </p:cTn>
                                        <p:tgtEl>
                                          <p:spTgt spid="49"/>
                                        </p:tgtEl>
                                        <p:attrNameLst>
                                          <p:attrName>style.visibility</p:attrName>
                                        </p:attrNameLst>
                                      </p:cBhvr>
                                      <p:to>
                                        <p:strVal val="visible"/>
                                      </p:to>
                                    </p:set>
                                    <p:animEffect transition="in" filter="wipe(left)">
                                      <p:cBhvr>
                                        <p:cTn id="73" dur="500"/>
                                        <p:tgtEl>
                                          <p:spTgt spid="49"/>
                                        </p:tgtEl>
                                      </p:cBhvr>
                                    </p:animEffect>
                                  </p:childTnLst>
                                </p:cTn>
                              </p:par>
                            </p:childTnLst>
                          </p:cTn>
                        </p:par>
                        <p:par>
                          <p:cTn id="74" fill="hold">
                            <p:stCondLst>
                              <p:cond delay="8000"/>
                            </p:stCondLst>
                            <p:childTnLst>
                              <p:par>
                                <p:cTn id="75" presetID="53" presetClass="entr" presetSubtype="0" fill="hold" grpId="0" nodeType="afterEffect">
                                  <p:stCondLst>
                                    <p:cond delay="0"/>
                                  </p:stCondLst>
                                  <p:childTnLst>
                                    <p:set>
                                      <p:cBhvr>
                                        <p:cTn id="76" dur="1" fill="hold">
                                          <p:stCondLst>
                                            <p:cond delay="0"/>
                                          </p:stCondLst>
                                        </p:cTn>
                                        <p:tgtEl>
                                          <p:spTgt spid="50"/>
                                        </p:tgtEl>
                                        <p:attrNameLst>
                                          <p:attrName>style.visibility</p:attrName>
                                        </p:attrNameLst>
                                      </p:cBhvr>
                                      <p:to>
                                        <p:strVal val="visible"/>
                                      </p:to>
                                    </p:set>
                                    <p:anim calcmode="lin" valueType="num">
                                      <p:cBhvr>
                                        <p:cTn id="77" dur="500" fill="hold"/>
                                        <p:tgtEl>
                                          <p:spTgt spid="50"/>
                                        </p:tgtEl>
                                        <p:attrNameLst>
                                          <p:attrName>ppt_w</p:attrName>
                                        </p:attrNameLst>
                                      </p:cBhvr>
                                      <p:tavLst>
                                        <p:tav tm="0">
                                          <p:val>
                                            <p:fltVal val="0"/>
                                          </p:val>
                                        </p:tav>
                                        <p:tav tm="100000">
                                          <p:val>
                                            <p:strVal val="#ppt_w"/>
                                          </p:val>
                                        </p:tav>
                                      </p:tavLst>
                                    </p:anim>
                                    <p:anim calcmode="lin" valueType="num">
                                      <p:cBhvr>
                                        <p:cTn id="78" dur="500" fill="hold"/>
                                        <p:tgtEl>
                                          <p:spTgt spid="50"/>
                                        </p:tgtEl>
                                        <p:attrNameLst>
                                          <p:attrName>ppt_h</p:attrName>
                                        </p:attrNameLst>
                                      </p:cBhvr>
                                      <p:tavLst>
                                        <p:tav tm="0">
                                          <p:val>
                                            <p:fltVal val="0"/>
                                          </p:val>
                                        </p:tav>
                                        <p:tav tm="100000">
                                          <p:val>
                                            <p:strVal val="#ppt_h"/>
                                          </p:val>
                                        </p:tav>
                                      </p:tavLst>
                                    </p:anim>
                                    <p:animEffect transition="in" filter="fade">
                                      <p:cBhvr>
                                        <p:cTn id="79" dur="500"/>
                                        <p:tgtEl>
                                          <p:spTgt spid="50"/>
                                        </p:tgtEl>
                                      </p:cBhvr>
                                    </p:animEffect>
                                  </p:childTnLst>
                                </p:cTn>
                              </p:par>
                            </p:childTnLst>
                          </p:cTn>
                        </p:par>
                        <p:par>
                          <p:cTn id="80" fill="hold">
                            <p:stCondLst>
                              <p:cond delay="8500"/>
                            </p:stCondLst>
                            <p:childTnLst>
                              <p:par>
                                <p:cTn id="81" presetID="22" presetClass="entr" presetSubtype="8" fill="hold" grpId="0" nodeType="afterEffect">
                                  <p:stCondLst>
                                    <p:cond delay="0"/>
                                  </p:stCondLst>
                                  <p:childTnLst>
                                    <p:set>
                                      <p:cBhvr>
                                        <p:cTn id="82" dur="1" fill="hold">
                                          <p:stCondLst>
                                            <p:cond delay="0"/>
                                          </p:stCondLst>
                                        </p:cTn>
                                        <p:tgtEl>
                                          <p:spTgt spid="52">
                                            <p:txEl>
                                              <p:pRg st="0" end="0"/>
                                            </p:txEl>
                                          </p:spTgt>
                                        </p:tgtEl>
                                        <p:attrNameLst>
                                          <p:attrName>style.visibility</p:attrName>
                                        </p:attrNameLst>
                                      </p:cBhvr>
                                      <p:to>
                                        <p:strVal val="visible"/>
                                      </p:to>
                                    </p:set>
                                    <p:animEffect transition="in" filter="wipe(left)">
                                      <p:cBhvr>
                                        <p:cTn id="83" dur="500"/>
                                        <p:tgtEl>
                                          <p:spTgt spid="52">
                                            <p:txEl>
                                              <p:pRg st="0" end="0"/>
                                            </p:txEl>
                                          </p:spTgt>
                                        </p:tgtEl>
                                      </p:cBhvr>
                                    </p:animEffect>
                                  </p:childTnLst>
                                </p:cTn>
                              </p:par>
                            </p:childTnLst>
                          </p:cTn>
                        </p:par>
                        <p:par>
                          <p:cTn id="84" fill="hold">
                            <p:stCondLst>
                              <p:cond delay="9000"/>
                            </p:stCondLst>
                            <p:childTnLst>
                              <p:par>
                                <p:cTn id="85" presetID="22" presetClass="entr" presetSubtype="8" fill="hold" grpId="0" nodeType="afterEffect">
                                  <p:stCondLst>
                                    <p:cond delay="0"/>
                                  </p:stCondLst>
                                  <p:childTnLst>
                                    <p:set>
                                      <p:cBhvr>
                                        <p:cTn id="86" dur="1" fill="hold">
                                          <p:stCondLst>
                                            <p:cond delay="0"/>
                                          </p:stCondLst>
                                        </p:cTn>
                                        <p:tgtEl>
                                          <p:spTgt spid="53">
                                            <p:txEl>
                                              <p:pRg st="0" end="0"/>
                                            </p:txEl>
                                          </p:spTgt>
                                        </p:tgtEl>
                                        <p:attrNameLst>
                                          <p:attrName>style.visibility</p:attrName>
                                        </p:attrNameLst>
                                      </p:cBhvr>
                                      <p:to>
                                        <p:strVal val="visible"/>
                                      </p:to>
                                    </p:set>
                                    <p:animEffect transition="in" filter="wipe(left)">
                                      <p:cBhvr>
                                        <p:cTn id="87" dur="500"/>
                                        <p:tgtEl>
                                          <p:spTgt spid="53">
                                            <p:txEl>
                                              <p:pRg st="0" end="0"/>
                                            </p:txEl>
                                          </p:spTgt>
                                        </p:tgtEl>
                                      </p:cBhvr>
                                    </p:animEffect>
                                  </p:childTnLst>
                                </p:cTn>
                              </p:par>
                            </p:childTnLst>
                          </p:cTn>
                        </p:par>
                        <p:par>
                          <p:cTn id="88" fill="hold">
                            <p:stCondLst>
                              <p:cond delay="9500"/>
                            </p:stCondLst>
                            <p:childTnLst>
                              <p:par>
                                <p:cTn id="89" presetID="22" presetClass="entr" presetSubtype="8" fill="hold" grpId="0" nodeType="afterEffect">
                                  <p:stCondLst>
                                    <p:cond delay="0"/>
                                  </p:stCondLst>
                                  <p:childTnLst>
                                    <p:set>
                                      <p:cBhvr>
                                        <p:cTn id="90" dur="1" fill="hold">
                                          <p:stCondLst>
                                            <p:cond delay="0"/>
                                          </p:stCondLst>
                                        </p:cTn>
                                        <p:tgtEl>
                                          <p:spTgt spid="51">
                                            <p:txEl>
                                              <p:pRg st="0" end="0"/>
                                            </p:txEl>
                                          </p:spTgt>
                                        </p:tgtEl>
                                        <p:attrNameLst>
                                          <p:attrName>style.visibility</p:attrName>
                                        </p:attrNameLst>
                                      </p:cBhvr>
                                      <p:to>
                                        <p:strVal val="visible"/>
                                      </p:to>
                                    </p:set>
                                    <p:animEffect transition="in" filter="wipe(left)">
                                      <p:cBhvr>
                                        <p:cTn id="91" dur="500"/>
                                        <p:tgtEl>
                                          <p:spTgt spid="51">
                                            <p:txEl>
                                              <p:pRg st="0" end="0"/>
                                            </p:txEl>
                                          </p:spTgt>
                                        </p:tgtEl>
                                      </p:cBhvr>
                                    </p:animEffect>
                                  </p:childTnLst>
                                </p:cTn>
                              </p:par>
                            </p:childTnLst>
                          </p:cTn>
                        </p:par>
                        <p:par>
                          <p:cTn id="92" fill="hold">
                            <p:stCondLst>
                              <p:cond delay="10000"/>
                            </p:stCondLst>
                            <p:childTnLst>
                              <p:par>
                                <p:cTn id="93" presetID="53" presetClass="entr" presetSubtype="0" fill="hold" grpId="0" nodeType="afterEffect">
                                  <p:stCondLst>
                                    <p:cond delay="0"/>
                                  </p:stCondLst>
                                  <p:childTnLst>
                                    <p:set>
                                      <p:cBhvr>
                                        <p:cTn id="94" dur="1" fill="hold">
                                          <p:stCondLst>
                                            <p:cond delay="0"/>
                                          </p:stCondLst>
                                        </p:cTn>
                                        <p:tgtEl>
                                          <p:spTgt spid="54"/>
                                        </p:tgtEl>
                                        <p:attrNameLst>
                                          <p:attrName>style.visibility</p:attrName>
                                        </p:attrNameLst>
                                      </p:cBhvr>
                                      <p:to>
                                        <p:strVal val="visible"/>
                                      </p:to>
                                    </p:set>
                                    <p:anim calcmode="lin" valueType="num">
                                      <p:cBhvr>
                                        <p:cTn id="95" dur="500" fill="hold"/>
                                        <p:tgtEl>
                                          <p:spTgt spid="54"/>
                                        </p:tgtEl>
                                        <p:attrNameLst>
                                          <p:attrName>ppt_w</p:attrName>
                                        </p:attrNameLst>
                                      </p:cBhvr>
                                      <p:tavLst>
                                        <p:tav tm="0">
                                          <p:val>
                                            <p:fltVal val="0"/>
                                          </p:val>
                                        </p:tav>
                                        <p:tav tm="100000">
                                          <p:val>
                                            <p:strVal val="#ppt_w"/>
                                          </p:val>
                                        </p:tav>
                                      </p:tavLst>
                                    </p:anim>
                                    <p:anim calcmode="lin" valueType="num">
                                      <p:cBhvr>
                                        <p:cTn id="96" dur="500" fill="hold"/>
                                        <p:tgtEl>
                                          <p:spTgt spid="54"/>
                                        </p:tgtEl>
                                        <p:attrNameLst>
                                          <p:attrName>ppt_h</p:attrName>
                                        </p:attrNameLst>
                                      </p:cBhvr>
                                      <p:tavLst>
                                        <p:tav tm="0">
                                          <p:val>
                                            <p:fltVal val="0"/>
                                          </p:val>
                                        </p:tav>
                                        <p:tav tm="100000">
                                          <p:val>
                                            <p:strVal val="#ppt_h"/>
                                          </p:val>
                                        </p:tav>
                                      </p:tavLst>
                                    </p:anim>
                                    <p:animEffect transition="in" filter="fade">
                                      <p:cBhvr>
                                        <p:cTn id="97" dur="500"/>
                                        <p:tgtEl>
                                          <p:spTgt spid="54"/>
                                        </p:tgtEl>
                                      </p:cBhvr>
                                    </p:animEffect>
                                  </p:childTnLst>
                                </p:cTn>
                              </p:par>
                            </p:childTnLst>
                          </p:cTn>
                        </p:par>
                        <p:par>
                          <p:cTn id="98" fill="hold">
                            <p:stCondLst>
                              <p:cond delay="10500"/>
                            </p:stCondLst>
                            <p:childTnLst>
                              <p:par>
                                <p:cTn id="99" presetID="22" presetClass="entr" presetSubtype="8" fill="hold" grpId="0" nodeType="afterEffect">
                                  <p:stCondLst>
                                    <p:cond delay="0"/>
                                  </p:stCondLst>
                                  <p:childTnLst>
                                    <p:set>
                                      <p:cBhvr>
                                        <p:cTn id="100" dur="1" fill="hold">
                                          <p:stCondLst>
                                            <p:cond delay="0"/>
                                          </p:stCondLst>
                                        </p:cTn>
                                        <p:tgtEl>
                                          <p:spTgt spid="56">
                                            <p:txEl>
                                              <p:pRg st="0" end="0"/>
                                            </p:txEl>
                                          </p:spTgt>
                                        </p:tgtEl>
                                        <p:attrNameLst>
                                          <p:attrName>style.visibility</p:attrName>
                                        </p:attrNameLst>
                                      </p:cBhvr>
                                      <p:to>
                                        <p:strVal val="visible"/>
                                      </p:to>
                                    </p:set>
                                    <p:animEffect transition="in" filter="wipe(left)">
                                      <p:cBhvr>
                                        <p:cTn id="101" dur="500"/>
                                        <p:tgtEl>
                                          <p:spTgt spid="56">
                                            <p:txEl>
                                              <p:pRg st="0" end="0"/>
                                            </p:txEl>
                                          </p:spTgt>
                                        </p:tgtEl>
                                      </p:cBhvr>
                                    </p:animEffect>
                                  </p:childTnLst>
                                </p:cTn>
                              </p:par>
                            </p:childTnLst>
                          </p:cTn>
                        </p:par>
                        <p:par>
                          <p:cTn id="102" fill="hold">
                            <p:stCondLst>
                              <p:cond delay="11000"/>
                            </p:stCondLst>
                            <p:childTnLst>
                              <p:par>
                                <p:cTn id="103" presetID="22" presetClass="entr" presetSubtype="8" fill="hold" grpId="0" nodeType="afterEffect">
                                  <p:stCondLst>
                                    <p:cond delay="0"/>
                                  </p:stCondLst>
                                  <p:childTnLst>
                                    <p:set>
                                      <p:cBhvr>
                                        <p:cTn id="104" dur="1" fill="hold">
                                          <p:stCondLst>
                                            <p:cond delay="0"/>
                                          </p:stCondLst>
                                        </p:cTn>
                                        <p:tgtEl>
                                          <p:spTgt spid="57">
                                            <p:txEl>
                                              <p:pRg st="0" end="0"/>
                                            </p:txEl>
                                          </p:spTgt>
                                        </p:tgtEl>
                                        <p:attrNameLst>
                                          <p:attrName>style.visibility</p:attrName>
                                        </p:attrNameLst>
                                      </p:cBhvr>
                                      <p:to>
                                        <p:strVal val="visible"/>
                                      </p:to>
                                    </p:set>
                                    <p:animEffect transition="in" filter="wipe(left)">
                                      <p:cBhvr>
                                        <p:cTn id="105" dur="500"/>
                                        <p:tgtEl>
                                          <p:spTgt spid="57">
                                            <p:txEl>
                                              <p:pRg st="0" end="0"/>
                                            </p:txEl>
                                          </p:spTgt>
                                        </p:tgtEl>
                                      </p:cBhvr>
                                    </p:animEffect>
                                  </p:childTnLst>
                                </p:cTn>
                              </p:par>
                            </p:childTnLst>
                          </p:cTn>
                        </p:par>
                        <p:par>
                          <p:cTn id="106" fill="hold">
                            <p:stCondLst>
                              <p:cond delay="11500"/>
                            </p:stCondLst>
                            <p:childTnLst>
                              <p:par>
                                <p:cTn id="107" presetID="22" presetClass="entr" presetSubtype="8" fill="hold" grpId="0" nodeType="afterEffect">
                                  <p:stCondLst>
                                    <p:cond delay="0"/>
                                  </p:stCondLst>
                                  <p:childTnLst>
                                    <p:set>
                                      <p:cBhvr>
                                        <p:cTn id="108" dur="1" fill="hold">
                                          <p:stCondLst>
                                            <p:cond delay="0"/>
                                          </p:stCondLst>
                                        </p:cTn>
                                        <p:tgtEl>
                                          <p:spTgt spid="55">
                                            <p:txEl>
                                              <p:pRg st="0" end="0"/>
                                            </p:txEl>
                                          </p:spTgt>
                                        </p:tgtEl>
                                        <p:attrNameLst>
                                          <p:attrName>style.visibility</p:attrName>
                                        </p:attrNameLst>
                                      </p:cBhvr>
                                      <p:to>
                                        <p:strVal val="visible"/>
                                      </p:to>
                                    </p:set>
                                    <p:animEffect transition="in" filter="wipe(left)">
                                      <p:cBhvr>
                                        <p:cTn id="109" dur="500"/>
                                        <p:tgtEl>
                                          <p:spTgt spid="55">
                                            <p:txEl>
                                              <p:pRg st="0" end="0"/>
                                            </p:txEl>
                                          </p:spTgt>
                                        </p:tgtEl>
                                      </p:cBhvr>
                                    </p:animEffect>
                                  </p:childTnLst>
                                </p:cTn>
                              </p:par>
                            </p:childTnLst>
                          </p:cTn>
                        </p:par>
                        <p:par>
                          <p:cTn id="110" fill="hold">
                            <p:stCondLst>
                              <p:cond delay="12000"/>
                            </p:stCondLst>
                            <p:childTnLst>
                              <p:par>
                                <p:cTn id="111" presetID="53" presetClass="entr" presetSubtype="0" fill="hold" grpId="0" nodeType="afterEffect">
                                  <p:stCondLst>
                                    <p:cond delay="0"/>
                                  </p:stCondLst>
                                  <p:childTnLst>
                                    <p:set>
                                      <p:cBhvr>
                                        <p:cTn id="112" dur="1" fill="hold">
                                          <p:stCondLst>
                                            <p:cond delay="0"/>
                                          </p:stCondLst>
                                        </p:cTn>
                                        <p:tgtEl>
                                          <p:spTgt spid="58"/>
                                        </p:tgtEl>
                                        <p:attrNameLst>
                                          <p:attrName>style.visibility</p:attrName>
                                        </p:attrNameLst>
                                      </p:cBhvr>
                                      <p:to>
                                        <p:strVal val="visible"/>
                                      </p:to>
                                    </p:set>
                                    <p:anim calcmode="lin" valueType="num">
                                      <p:cBhvr>
                                        <p:cTn id="113" dur="500" fill="hold"/>
                                        <p:tgtEl>
                                          <p:spTgt spid="58"/>
                                        </p:tgtEl>
                                        <p:attrNameLst>
                                          <p:attrName>ppt_w</p:attrName>
                                        </p:attrNameLst>
                                      </p:cBhvr>
                                      <p:tavLst>
                                        <p:tav tm="0">
                                          <p:val>
                                            <p:fltVal val="0"/>
                                          </p:val>
                                        </p:tav>
                                        <p:tav tm="100000">
                                          <p:val>
                                            <p:strVal val="#ppt_w"/>
                                          </p:val>
                                        </p:tav>
                                      </p:tavLst>
                                    </p:anim>
                                    <p:anim calcmode="lin" valueType="num">
                                      <p:cBhvr>
                                        <p:cTn id="114" dur="500" fill="hold"/>
                                        <p:tgtEl>
                                          <p:spTgt spid="58"/>
                                        </p:tgtEl>
                                        <p:attrNameLst>
                                          <p:attrName>ppt_h</p:attrName>
                                        </p:attrNameLst>
                                      </p:cBhvr>
                                      <p:tavLst>
                                        <p:tav tm="0">
                                          <p:val>
                                            <p:fltVal val="0"/>
                                          </p:val>
                                        </p:tav>
                                        <p:tav tm="100000">
                                          <p:val>
                                            <p:strVal val="#ppt_h"/>
                                          </p:val>
                                        </p:tav>
                                      </p:tavLst>
                                    </p:anim>
                                    <p:animEffect transition="in" filter="fade">
                                      <p:cBhvr>
                                        <p:cTn id="115" dur="500"/>
                                        <p:tgtEl>
                                          <p:spTgt spid="58"/>
                                        </p:tgtEl>
                                      </p:cBhvr>
                                    </p:animEffect>
                                  </p:childTnLst>
                                </p:cTn>
                              </p:par>
                            </p:childTnLst>
                          </p:cTn>
                        </p:par>
                        <p:par>
                          <p:cTn id="116" fill="hold">
                            <p:stCondLst>
                              <p:cond delay="12500"/>
                            </p:stCondLst>
                            <p:childTnLst>
                              <p:par>
                                <p:cTn id="117" presetID="22" presetClass="entr" presetSubtype="8" fill="hold" grpId="0" nodeType="afterEffect">
                                  <p:stCondLst>
                                    <p:cond delay="0"/>
                                  </p:stCondLst>
                                  <p:childTnLst>
                                    <p:set>
                                      <p:cBhvr>
                                        <p:cTn id="118" dur="1" fill="hold">
                                          <p:stCondLst>
                                            <p:cond delay="0"/>
                                          </p:stCondLst>
                                        </p:cTn>
                                        <p:tgtEl>
                                          <p:spTgt spid="60">
                                            <p:txEl>
                                              <p:pRg st="0" end="0"/>
                                            </p:txEl>
                                          </p:spTgt>
                                        </p:tgtEl>
                                        <p:attrNameLst>
                                          <p:attrName>style.visibility</p:attrName>
                                        </p:attrNameLst>
                                      </p:cBhvr>
                                      <p:to>
                                        <p:strVal val="visible"/>
                                      </p:to>
                                    </p:set>
                                    <p:animEffect transition="in" filter="wipe(left)">
                                      <p:cBhvr>
                                        <p:cTn id="119" dur="500"/>
                                        <p:tgtEl>
                                          <p:spTgt spid="60">
                                            <p:txEl>
                                              <p:pRg st="0" end="0"/>
                                            </p:txEl>
                                          </p:spTgt>
                                        </p:tgtEl>
                                      </p:cBhvr>
                                    </p:animEffect>
                                  </p:childTnLst>
                                </p:cTn>
                              </p:par>
                            </p:childTnLst>
                          </p:cTn>
                        </p:par>
                        <p:par>
                          <p:cTn id="120" fill="hold">
                            <p:stCondLst>
                              <p:cond delay="13000"/>
                            </p:stCondLst>
                            <p:childTnLst>
                              <p:par>
                                <p:cTn id="121" presetID="22" presetClass="entr" presetSubtype="8" fill="hold" grpId="0" nodeType="afterEffect">
                                  <p:stCondLst>
                                    <p:cond delay="0"/>
                                  </p:stCondLst>
                                  <p:childTnLst>
                                    <p:set>
                                      <p:cBhvr>
                                        <p:cTn id="122" dur="1" fill="hold">
                                          <p:stCondLst>
                                            <p:cond delay="0"/>
                                          </p:stCondLst>
                                        </p:cTn>
                                        <p:tgtEl>
                                          <p:spTgt spid="61">
                                            <p:txEl>
                                              <p:pRg st="0" end="0"/>
                                            </p:txEl>
                                          </p:spTgt>
                                        </p:tgtEl>
                                        <p:attrNameLst>
                                          <p:attrName>style.visibility</p:attrName>
                                        </p:attrNameLst>
                                      </p:cBhvr>
                                      <p:to>
                                        <p:strVal val="visible"/>
                                      </p:to>
                                    </p:set>
                                    <p:animEffect transition="in" filter="wipe(left)">
                                      <p:cBhvr>
                                        <p:cTn id="123" dur="500"/>
                                        <p:tgtEl>
                                          <p:spTgt spid="61">
                                            <p:txEl>
                                              <p:pRg st="0" end="0"/>
                                            </p:txEl>
                                          </p:spTgt>
                                        </p:tgtEl>
                                      </p:cBhvr>
                                    </p:animEffect>
                                  </p:childTnLst>
                                </p:cTn>
                              </p:par>
                            </p:childTnLst>
                          </p:cTn>
                        </p:par>
                        <p:par>
                          <p:cTn id="124" fill="hold">
                            <p:stCondLst>
                              <p:cond delay="13500"/>
                            </p:stCondLst>
                            <p:childTnLst>
                              <p:par>
                                <p:cTn id="125" presetID="22" presetClass="entr" presetSubtype="8" fill="hold" grpId="0" nodeType="afterEffect">
                                  <p:stCondLst>
                                    <p:cond delay="0"/>
                                  </p:stCondLst>
                                  <p:childTnLst>
                                    <p:set>
                                      <p:cBhvr>
                                        <p:cTn id="126" dur="1" fill="hold">
                                          <p:stCondLst>
                                            <p:cond delay="0"/>
                                          </p:stCondLst>
                                        </p:cTn>
                                        <p:tgtEl>
                                          <p:spTgt spid="59">
                                            <p:txEl>
                                              <p:pRg st="0" end="0"/>
                                            </p:txEl>
                                          </p:spTgt>
                                        </p:tgtEl>
                                        <p:attrNameLst>
                                          <p:attrName>style.visibility</p:attrName>
                                        </p:attrNameLst>
                                      </p:cBhvr>
                                      <p:to>
                                        <p:strVal val="visible"/>
                                      </p:to>
                                    </p:set>
                                    <p:animEffect transition="in" filter="wipe(left)">
                                      <p:cBhvr>
                                        <p:cTn id="127" dur="500"/>
                                        <p:tgtEl>
                                          <p:spTgt spid="59">
                                            <p:txEl>
                                              <p:pRg st="0" end="0"/>
                                            </p:txEl>
                                          </p:spTgt>
                                        </p:tgtEl>
                                      </p:cBhvr>
                                    </p:animEffect>
                                  </p:childTnLst>
                                </p:cTn>
                              </p:par>
                            </p:childTnLst>
                          </p:cTn>
                        </p:par>
                        <p:par>
                          <p:cTn id="128" fill="hold">
                            <p:stCondLst>
                              <p:cond delay="14000"/>
                            </p:stCondLst>
                            <p:childTnLst>
                              <p:par>
                                <p:cTn id="129" presetID="22" presetClass="entr" presetSubtype="8" fill="hold" nodeType="afterEffect">
                                  <p:stCondLst>
                                    <p:cond delay="0"/>
                                  </p:stCondLst>
                                  <p:childTnLst>
                                    <p:set>
                                      <p:cBhvr>
                                        <p:cTn id="130" dur="1" fill="hold">
                                          <p:stCondLst>
                                            <p:cond delay="0"/>
                                          </p:stCondLst>
                                        </p:cTn>
                                        <p:tgtEl>
                                          <p:spTgt spid="88"/>
                                        </p:tgtEl>
                                        <p:attrNameLst>
                                          <p:attrName>style.visibility</p:attrName>
                                        </p:attrNameLst>
                                      </p:cBhvr>
                                      <p:to>
                                        <p:strVal val="visible"/>
                                      </p:to>
                                    </p:set>
                                    <p:animEffect transition="in" filter="wipe(left)">
                                      <p:cBhvr>
                                        <p:cTn id="131" dur="500"/>
                                        <p:tgtEl>
                                          <p:spTgt spid="88"/>
                                        </p:tgtEl>
                                      </p:cBhvr>
                                    </p:animEffect>
                                  </p:childTnLst>
                                </p:cTn>
                              </p:par>
                            </p:childTnLst>
                          </p:cTn>
                        </p:par>
                        <p:par>
                          <p:cTn id="132" fill="hold">
                            <p:stCondLst>
                              <p:cond delay="14500"/>
                            </p:stCondLst>
                            <p:childTnLst>
                              <p:par>
                                <p:cTn id="133" presetID="53" presetClass="entr" presetSubtype="0" fill="hold" grpId="0" nodeType="afterEffect">
                                  <p:stCondLst>
                                    <p:cond delay="0"/>
                                  </p:stCondLst>
                                  <p:childTnLst>
                                    <p:set>
                                      <p:cBhvr>
                                        <p:cTn id="134" dur="1" fill="hold">
                                          <p:stCondLst>
                                            <p:cond delay="0"/>
                                          </p:stCondLst>
                                        </p:cTn>
                                        <p:tgtEl>
                                          <p:spTgt spid="62"/>
                                        </p:tgtEl>
                                        <p:attrNameLst>
                                          <p:attrName>style.visibility</p:attrName>
                                        </p:attrNameLst>
                                      </p:cBhvr>
                                      <p:to>
                                        <p:strVal val="visible"/>
                                      </p:to>
                                    </p:set>
                                    <p:anim calcmode="lin" valueType="num">
                                      <p:cBhvr>
                                        <p:cTn id="135" dur="500" fill="hold"/>
                                        <p:tgtEl>
                                          <p:spTgt spid="62"/>
                                        </p:tgtEl>
                                        <p:attrNameLst>
                                          <p:attrName>ppt_w</p:attrName>
                                        </p:attrNameLst>
                                      </p:cBhvr>
                                      <p:tavLst>
                                        <p:tav tm="0">
                                          <p:val>
                                            <p:fltVal val="0"/>
                                          </p:val>
                                        </p:tav>
                                        <p:tav tm="100000">
                                          <p:val>
                                            <p:strVal val="#ppt_w"/>
                                          </p:val>
                                        </p:tav>
                                      </p:tavLst>
                                    </p:anim>
                                    <p:anim calcmode="lin" valueType="num">
                                      <p:cBhvr>
                                        <p:cTn id="136" dur="500" fill="hold"/>
                                        <p:tgtEl>
                                          <p:spTgt spid="62"/>
                                        </p:tgtEl>
                                        <p:attrNameLst>
                                          <p:attrName>ppt_h</p:attrName>
                                        </p:attrNameLst>
                                      </p:cBhvr>
                                      <p:tavLst>
                                        <p:tav tm="0">
                                          <p:val>
                                            <p:fltVal val="0"/>
                                          </p:val>
                                        </p:tav>
                                        <p:tav tm="100000">
                                          <p:val>
                                            <p:strVal val="#ppt_h"/>
                                          </p:val>
                                        </p:tav>
                                      </p:tavLst>
                                    </p:anim>
                                    <p:animEffect transition="in" filter="fade">
                                      <p:cBhvr>
                                        <p:cTn id="137" dur="500"/>
                                        <p:tgtEl>
                                          <p:spTgt spid="62"/>
                                        </p:tgtEl>
                                      </p:cBhvr>
                                    </p:animEffect>
                                  </p:childTnLst>
                                </p:cTn>
                              </p:par>
                            </p:childTnLst>
                          </p:cTn>
                        </p:par>
                        <p:par>
                          <p:cTn id="138" fill="hold">
                            <p:stCondLst>
                              <p:cond delay="15000"/>
                            </p:stCondLst>
                            <p:childTnLst>
                              <p:par>
                                <p:cTn id="139" presetID="22" presetClass="entr" presetSubtype="8" fill="hold" grpId="0" nodeType="afterEffect">
                                  <p:stCondLst>
                                    <p:cond delay="0"/>
                                  </p:stCondLst>
                                  <p:childTnLst>
                                    <p:set>
                                      <p:cBhvr>
                                        <p:cTn id="140" dur="1" fill="hold">
                                          <p:stCondLst>
                                            <p:cond delay="0"/>
                                          </p:stCondLst>
                                        </p:cTn>
                                        <p:tgtEl>
                                          <p:spTgt spid="64">
                                            <p:txEl>
                                              <p:pRg st="0" end="0"/>
                                            </p:txEl>
                                          </p:spTgt>
                                        </p:tgtEl>
                                        <p:attrNameLst>
                                          <p:attrName>style.visibility</p:attrName>
                                        </p:attrNameLst>
                                      </p:cBhvr>
                                      <p:to>
                                        <p:strVal val="visible"/>
                                      </p:to>
                                    </p:set>
                                    <p:animEffect transition="in" filter="wipe(left)">
                                      <p:cBhvr>
                                        <p:cTn id="141" dur="500"/>
                                        <p:tgtEl>
                                          <p:spTgt spid="64">
                                            <p:txEl>
                                              <p:pRg st="0" end="0"/>
                                            </p:txEl>
                                          </p:spTgt>
                                        </p:tgtEl>
                                      </p:cBhvr>
                                    </p:animEffect>
                                  </p:childTnLst>
                                </p:cTn>
                              </p:par>
                            </p:childTnLst>
                          </p:cTn>
                        </p:par>
                        <p:par>
                          <p:cTn id="142" fill="hold">
                            <p:stCondLst>
                              <p:cond delay="15500"/>
                            </p:stCondLst>
                            <p:childTnLst>
                              <p:par>
                                <p:cTn id="143" presetID="22" presetClass="entr" presetSubtype="8" fill="hold" grpId="0" nodeType="afterEffect">
                                  <p:stCondLst>
                                    <p:cond delay="0"/>
                                  </p:stCondLst>
                                  <p:childTnLst>
                                    <p:set>
                                      <p:cBhvr>
                                        <p:cTn id="144" dur="1" fill="hold">
                                          <p:stCondLst>
                                            <p:cond delay="0"/>
                                          </p:stCondLst>
                                        </p:cTn>
                                        <p:tgtEl>
                                          <p:spTgt spid="87">
                                            <p:txEl>
                                              <p:pRg st="0" end="0"/>
                                            </p:txEl>
                                          </p:spTgt>
                                        </p:tgtEl>
                                        <p:attrNameLst>
                                          <p:attrName>style.visibility</p:attrName>
                                        </p:attrNameLst>
                                      </p:cBhvr>
                                      <p:to>
                                        <p:strVal val="visible"/>
                                      </p:to>
                                    </p:set>
                                    <p:animEffect transition="in" filter="wipe(left)">
                                      <p:cBhvr>
                                        <p:cTn id="145" dur="500"/>
                                        <p:tgtEl>
                                          <p:spTgt spid="87">
                                            <p:txEl>
                                              <p:pRg st="0" end="0"/>
                                            </p:txEl>
                                          </p:spTgt>
                                        </p:tgtEl>
                                      </p:cBhvr>
                                    </p:animEffect>
                                  </p:childTnLst>
                                </p:cTn>
                              </p:par>
                            </p:childTnLst>
                          </p:cTn>
                        </p:par>
                        <p:par>
                          <p:cTn id="146" fill="hold">
                            <p:stCondLst>
                              <p:cond delay="16000"/>
                            </p:stCondLst>
                            <p:childTnLst>
                              <p:par>
                                <p:cTn id="147" presetID="22" presetClass="entr" presetSubtype="8" fill="hold" grpId="0" nodeType="afterEffect">
                                  <p:stCondLst>
                                    <p:cond delay="0"/>
                                  </p:stCondLst>
                                  <p:childTnLst>
                                    <p:set>
                                      <p:cBhvr>
                                        <p:cTn id="148" dur="1" fill="hold">
                                          <p:stCondLst>
                                            <p:cond delay="0"/>
                                          </p:stCondLst>
                                        </p:cTn>
                                        <p:tgtEl>
                                          <p:spTgt spid="63">
                                            <p:txEl>
                                              <p:pRg st="0" end="0"/>
                                            </p:txEl>
                                          </p:spTgt>
                                        </p:tgtEl>
                                        <p:attrNameLst>
                                          <p:attrName>style.visibility</p:attrName>
                                        </p:attrNameLst>
                                      </p:cBhvr>
                                      <p:to>
                                        <p:strVal val="visible"/>
                                      </p:to>
                                    </p:set>
                                    <p:animEffect transition="in" filter="wipe(left)">
                                      <p:cBhvr>
                                        <p:cTn id="149" dur="500"/>
                                        <p:tgtEl>
                                          <p:spTgt spid="63">
                                            <p:txEl>
                                              <p:pRg st="0" end="0"/>
                                            </p:txEl>
                                          </p:spTgt>
                                        </p:tgtEl>
                                      </p:cBhvr>
                                    </p:animEffect>
                                  </p:childTnLst>
                                </p:cTn>
                              </p:par>
                            </p:childTnLst>
                          </p:cTn>
                        </p:par>
                        <p:par>
                          <p:cTn id="150" fill="hold">
                            <p:stCondLst>
                              <p:cond delay="16500"/>
                            </p:stCondLst>
                            <p:childTnLst>
                              <p:par>
                                <p:cTn id="151" presetID="53" presetClass="entr" presetSubtype="0" fill="hold" grpId="0" nodeType="afterEffect">
                                  <p:stCondLst>
                                    <p:cond delay="0"/>
                                  </p:stCondLst>
                                  <p:childTnLst>
                                    <p:set>
                                      <p:cBhvr>
                                        <p:cTn id="152" dur="1" fill="hold">
                                          <p:stCondLst>
                                            <p:cond delay="0"/>
                                          </p:stCondLst>
                                        </p:cTn>
                                        <p:tgtEl>
                                          <p:spTgt spid="89"/>
                                        </p:tgtEl>
                                        <p:attrNameLst>
                                          <p:attrName>style.visibility</p:attrName>
                                        </p:attrNameLst>
                                      </p:cBhvr>
                                      <p:to>
                                        <p:strVal val="visible"/>
                                      </p:to>
                                    </p:set>
                                    <p:anim calcmode="lin" valueType="num">
                                      <p:cBhvr>
                                        <p:cTn id="153" dur="500" fill="hold"/>
                                        <p:tgtEl>
                                          <p:spTgt spid="89"/>
                                        </p:tgtEl>
                                        <p:attrNameLst>
                                          <p:attrName>ppt_w</p:attrName>
                                        </p:attrNameLst>
                                      </p:cBhvr>
                                      <p:tavLst>
                                        <p:tav tm="0">
                                          <p:val>
                                            <p:fltVal val="0"/>
                                          </p:val>
                                        </p:tav>
                                        <p:tav tm="100000">
                                          <p:val>
                                            <p:strVal val="#ppt_w"/>
                                          </p:val>
                                        </p:tav>
                                      </p:tavLst>
                                    </p:anim>
                                    <p:anim calcmode="lin" valueType="num">
                                      <p:cBhvr>
                                        <p:cTn id="154" dur="500" fill="hold"/>
                                        <p:tgtEl>
                                          <p:spTgt spid="89"/>
                                        </p:tgtEl>
                                        <p:attrNameLst>
                                          <p:attrName>ppt_h</p:attrName>
                                        </p:attrNameLst>
                                      </p:cBhvr>
                                      <p:tavLst>
                                        <p:tav tm="0">
                                          <p:val>
                                            <p:fltVal val="0"/>
                                          </p:val>
                                        </p:tav>
                                        <p:tav tm="100000">
                                          <p:val>
                                            <p:strVal val="#ppt_h"/>
                                          </p:val>
                                        </p:tav>
                                      </p:tavLst>
                                    </p:anim>
                                    <p:animEffect transition="in" filter="fade">
                                      <p:cBhvr>
                                        <p:cTn id="155" dur="500"/>
                                        <p:tgtEl>
                                          <p:spTgt spid="89"/>
                                        </p:tgtEl>
                                      </p:cBhvr>
                                    </p:animEffect>
                                  </p:childTnLst>
                                </p:cTn>
                              </p:par>
                            </p:childTnLst>
                          </p:cTn>
                        </p:par>
                        <p:par>
                          <p:cTn id="156" fill="hold">
                            <p:stCondLst>
                              <p:cond delay="17000"/>
                            </p:stCondLst>
                            <p:childTnLst>
                              <p:par>
                                <p:cTn id="157" presetID="22" presetClass="entr" presetSubtype="8" fill="hold" grpId="0" nodeType="afterEffect">
                                  <p:stCondLst>
                                    <p:cond delay="0"/>
                                  </p:stCondLst>
                                  <p:childTnLst>
                                    <p:set>
                                      <p:cBhvr>
                                        <p:cTn id="158" dur="1" fill="hold">
                                          <p:stCondLst>
                                            <p:cond delay="0"/>
                                          </p:stCondLst>
                                        </p:cTn>
                                        <p:tgtEl>
                                          <p:spTgt spid="91">
                                            <p:txEl>
                                              <p:pRg st="0" end="0"/>
                                            </p:txEl>
                                          </p:spTgt>
                                        </p:tgtEl>
                                        <p:attrNameLst>
                                          <p:attrName>style.visibility</p:attrName>
                                        </p:attrNameLst>
                                      </p:cBhvr>
                                      <p:to>
                                        <p:strVal val="visible"/>
                                      </p:to>
                                    </p:set>
                                    <p:animEffect transition="in" filter="wipe(left)">
                                      <p:cBhvr>
                                        <p:cTn id="159" dur="500"/>
                                        <p:tgtEl>
                                          <p:spTgt spid="91">
                                            <p:txEl>
                                              <p:pRg st="0" end="0"/>
                                            </p:txEl>
                                          </p:spTgt>
                                        </p:tgtEl>
                                      </p:cBhvr>
                                    </p:animEffect>
                                  </p:childTnLst>
                                </p:cTn>
                              </p:par>
                            </p:childTnLst>
                          </p:cTn>
                        </p:par>
                        <p:par>
                          <p:cTn id="160" fill="hold">
                            <p:stCondLst>
                              <p:cond delay="17500"/>
                            </p:stCondLst>
                            <p:childTnLst>
                              <p:par>
                                <p:cTn id="161" presetID="22" presetClass="entr" presetSubtype="8" fill="hold" grpId="0" nodeType="afterEffect">
                                  <p:stCondLst>
                                    <p:cond delay="0"/>
                                  </p:stCondLst>
                                  <p:childTnLst>
                                    <p:set>
                                      <p:cBhvr>
                                        <p:cTn id="162" dur="1" fill="hold">
                                          <p:stCondLst>
                                            <p:cond delay="0"/>
                                          </p:stCondLst>
                                        </p:cTn>
                                        <p:tgtEl>
                                          <p:spTgt spid="92">
                                            <p:txEl>
                                              <p:pRg st="0" end="0"/>
                                            </p:txEl>
                                          </p:spTgt>
                                        </p:tgtEl>
                                        <p:attrNameLst>
                                          <p:attrName>style.visibility</p:attrName>
                                        </p:attrNameLst>
                                      </p:cBhvr>
                                      <p:to>
                                        <p:strVal val="visible"/>
                                      </p:to>
                                    </p:set>
                                    <p:animEffect transition="in" filter="wipe(left)">
                                      <p:cBhvr>
                                        <p:cTn id="163" dur="500"/>
                                        <p:tgtEl>
                                          <p:spTgt spid="92">
                                            <p:txEl>
                                              <p:pRg st="0" end="0"/>
                                            </p:txEl>
                                          </p:spTgt>
                                        </p:tgtEl>
                                      </p:cBhvr>
                                    </p:animEffect>
                                  </p:childTnLst>
                                </p:cTn>
                              </p:par>
                            </p:childTnLst>
                          </p:cTn>
                        </p:par>
                        <p:par>
                          <p:cTn id="164" fill="hold">
                            <p:stCondLst>
                              <p:cond delay="18000"/>
                            </p:stCondLst>
                            <p:childTnLst>
                              <p:par>
                                <p:cTn id="165" presetID="22" presetClass="entr" presetSubtype="8" fill="hold" grpId="0" nodeType="afterEffect">
                                  <p:stCondLst>
                                    <p:cond delay="0"/>
                                  </p:stCondLst>
                                  <p:childTnLst>
                                    <p:set>
                                      <p:cBhvr>
                                        <p:cTn id="166" dur="1" fill="hold">
                                          <p:stCondLst>
                                            <p:cond delay="0"/>
                                          </p:stCondLst>
                                        </p:cTn>
                                        <p:tgtEl>
                                          <p:spTgt spid="90">
                                            <p:txEl>
                                              <p:pRg st="0" end="0"/>
                                            </p:txEl>
                                          </p:spTgt>
                                        </p:tgtEl>
                                        <p:attrNameLst>
                                          <p:attrName>style.visibility</p:attrName>
                                        </p:attrNameLst>
                                      </p:cBhvr>
                                      <p:to>
                                        <p:strVal val="visible"/>
                                      </p:to>
                                    </p:set>
                                    <p:animEffect transition="in" filter="wipe(left)">
                                      <p:cBhvr>
                                        <p:cTn id="167" dur="500"/>
                                        <p:tgtEl>
                                          <p:spTgt spid="90">
                                            <p:txEl>
                                              <p:pRg st="0" end="0"/>
                                            </p:txEl>
                                          </p:spTgt>
                                        </p:tgtEl>
                                      </p:cBhvr>
                                    </p:animEffect>
                                  </p:childTnLst>
                                </p:cTn>
                              </p:par>
                            </p:childTnLst>
                          </p:cTn>
                        </p:par>
                        <p:par>
                          <p:cTn id="168" fill="hold">
                            <p:stCondLst>
                              <p:cond delay="18500"/>
                            </p:stCondLst>
                            <p:childTnLst>
                              <p:par>
                                <p:cTn id="169" presetID="53" presetClass="entr" presetSubtype="0" fill="hold" grpId="0" nodeType="afterEffect">
                                  <p:stCondLst>
                                    <p:cond delay="0"/>
                                  </p:stCondLst>
                                  <p:childTnLst>
                                    <p:set>
                                      <p:cBhvr>
                                        <p:cTn id="170" dur="1" fill="hold">
                                          <p:stCondLst>
                                            <p:cond delay="0"/>
                                          </p:stCondLst>
                                        </p:cTn>
                                        <p:tgtEl>
                                          <p:spTgt spid="93"/>
                                        </p:tgtEl>
                                        <p:attrNameLst>
                                          <p:attrName>style.visibility</p:attrName>
                                        </p:attrNameLst>
                                      </p:cBhvr>
                                      <p:to>
                                        <p:strVal val="visible"/>
                                      </p:to>
                                    </p:set>
                                    <p:anim calcmode="lin" valueType="num">
                                      <p:cBhvr>
                                        <p:cTn id="171" dur="500" fill="hold"/>
                                        <p:tgtEl>
                                          <p:spTgt spid="93"/>
                                        </p:tgtEl>
                                        <p:attrNameLst>
                                          <p:attrName>ppt_w</p:attrName>
                                        </p:attrNameLst>
                                      </p:cBhvr>
                                      <p:tavLst>
                                        <p:tav tm="0">
                                          <p:val>
                                            <p:fltVal val="0"/>
                                          </p:val>
                                        </p:tav>
                                        <p:tav tm="100000">
                                          <p:val>
                                            <p:strVal val="#ppt_w"/>
                                          </p:val>
                                        </p:tav>
                                      </p:tavLst>
                                    </p:anim>
                                    <p:anim calcmode="lin" valueType="num">
                                      <p:cBhvr>
                                        <p:cTn id="172" dur="500" fill="hold"/>
                                        <p:tgtEl>
                                          <p:spTgt spid="93"/>
                                        </p:tgtEl>
                                        <p:attrNameLst>
                                          <p:attrName>ppt_h</p:attrName>
                                        </p:attrNameLst>
                                      </p:cBhvr>
                                      <p:tavLst>
                                        <p:tav tm="0">
                                          <p:val>
                                            <p:fltVal val="0"/>
                                          </p:val>
                                        </p:tav>
                                        <p:tav tm="100000">
                                          <p:val>
                                            <p:strVal val="#ppt_h"/>
                                          </p:val>
                                        </p:tav>
                                      </p:tavLst>
                                    </p:anim>
                                    <p:animEffect transition="in" filter="fade">
                                      <p:cBhvr>
                                        <p:cTn id="173" dur="500"/>
                                        <p:tgtEl>
                                          <p:spTgt spid="93"/>
                                        </p:tgtEl>
                                      </p:cBhvr>
                                    </p:animEffect>
                                  </p:childTnLst>
                                </p:cTn>
                              </p:par>
                            </p:childTnLst>
                          </p:cTn>
                        </p:par>
                        <p:par>
                          <p:cTn id="174" fill="hold">
                            <p:stCondLst>
                              <p:cond delay="19000"/>
                            </p:stCondLst>
                            <p:childTnLst>
                              <p:par>
                                <p:cTn id="175" presetID="22" presetClass="entr" presetSubtype="8" fill="hold" grpId="0" nodeType="afterEffect">
                                  <p:stCondLst>
                                    <p:cond delay="0"/>
                                  </p:stCondLst>
                                  <p:childTnLst>
                                    <p:set>
                                      <p:cBhvr>
                                        <p:cTn id="176" dur="1" fill="hold">
                                          <p:stCondLst>
                                            <p:cond delay="0"/>
                                          </p:stCondLst>
                                        </p:cTn>
                                        <p:tgtEl>
                                          <p:spTgt spid="95">
                                            <p:txEl>
                                              <p:pRg st="0" end="0"/>
                                            </p:txEl>
                                          </p:spTgt>
                                        </p:tgtEl>
                                        <p:attrNameLst>
                                          <p:attrName>style.visibility</p:attrName>
                                        </p:attrNameLst>
                                      </p:cBhvr>
                                      <p:to>
                                        <p:strVal val="visible"/>
                                      </p:to>
                                    </p:set>
                                    <p:animEffect transition="in" filter="wipe(left)">
                                      <p:cBhvr>
                                        <p:cTn id="177" dur="500"/>
                                        <p:tgtEl>
                                          <p:spTgt spid="95">
                                            <p:txEl>
                                              <p:pRg st="0" end="0"/>
                                            </p:txEl>
                                          </p:spTgt>
                                        </p:tgtEl>
                                      </p:cBhvr>
                                    </p:animEffect>
                                  </p:childTnLst>
                                </p:cTn>
                              </p:par>
                            </p:childTnLst>
                          </p:cTn>
                        </p:par>
                        <p:par>
                          <p:cTn id="178" fill="hold">
                            <p:stCondLst>
                              <p:cond delay="19500"/>
                            </p:stCondLst>
                            <p:childTnLst>
                              <p:par>
                                <p:cTn id="179" presetID="22" presetClass="entr" presetSubtype="8" fill="hold" grpId="0" nodeType="afterEffect">
                                  <p:stCondLst>
                                    <p:cond delay="0"/>
                                  </p:stCondLst>
                                  <p:childTnLst>
                                    <p:set>
                                      <p:cBhvr>
                                        <p:cTn id="180" dur="1" fill="hold">
                                          <p:stCondLst>
                                            <p:cond delay="0"/>
                                          </p:stCondLst>
                                        </p:cTn>
                                        <p:tgtEl>
                                          <p:spTgt spid="96">
                                            <p:txEl>
                                              <p:pRg st="0" end="0"/>
                                            </p:txEl>
                                          </p:spTgt>
                                        </p:tgtEl>
                                        <p:attrNameLst>
                                          <p:attrName>style.visibility</p:attrName>
                                        </p:attrNameLst>
                                      </p:cBhvr>
                                      <p:to>
                                        <p:strVal val="visible"/>
                                      </p:to>
                                    </p:set>
                                    <p:animEffect transition="in" filter="wipe(left)">
                                      <p:cBhvr>
                                        <p:cTn id="181" dur="500"/>
                                        <p:tgtEl>
                                          <p:spTgt spid="96">
                                            <p:txEl>
                                              <p:pRg st="0" end="0"/>
                                            </p:txEl>
                                          </p:spTgt>
                                        </p:tgtEl>
                                      </p:cBhvr>
                                    </p:animEffect>
                                  </p:childTnLst>
                                </p:cTn>
                              </p:par>
                            </p:childTnLst>
                          </p:cTn>
                        </p:par>
                        <p:par>
                          <p:cTn id="182" fill="hold">
                            <p:stCondLst>
                              <p:cond delay="20000"/>
                            </p:stCondLst>
                            <p:childTnLst>
                              <p:par>
                                <p:cTn id="183" presetID="22" presetClass="entr" presetSubtype="8" fill="hold" grpId="0" nodeType="afterEffect">
                                  <p:stCondLst>
                                    <p:cond delay="0"/>
                                  </p:stCondLst>
                                  <p:childTnLst>
                                    <p:set>
                                      <p:cBhvr>
                                        <p:cTn id="184" dur="1" fill="hold">
                                          <p:stCondLst>
                                            <p:cond delay="0"/>
                                          </p:stCondLst>
                                        </p:cTn>
                                        <p:tgtEl>
                                          <p:spTgt spid="94">
                                            <p:txEl>
                                              <p:pRg st="0" end="0"/>
                                            </p:txEl>
                                          </p:spTgt>
                                        </p:tgtEl>
                                        <p:attrNameLst>
                                          <p:attrName>style.visibility</p:attrName>
                                        </p:attrNameLst>
                                      </p:cBhvr>
                                      <p:to>
                                        <p:strVal val="visible"/>
                                      </p:to>
                                    </p:set>
                                    <p:animEffect transition="in" filter="wipe(left)">
                                      <p:cBhvr>
                                        <p:cTn id="185" dur="500"/>
                                        <p:tgtEl>
                                          <p:spTgt spid="9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14" grpId="0" build="p">
        <p:tmplLst>
          <p:tmpl lvl="1">
            <p:tnLst>
              <p:par>
                <p:cTn presetID="22" presetClass="entr" presetSubtype="8" fill="hold" nodeType="afterEffect">
                  <p:stCondLst>
                    <p:cond delay="0"/>
                  </p:stCondLst>
                  <p:childTnLst>
                    <p:set>
                      <p:cBhvr>
                        <p:cTn dur="1" fill="hold">
                          <p:stCondLst>
                            <p:cond delay="0"/>
                          </p:stCondLst>
                        </p:cTn>
                        <p:tgtEl>
                          <p:spTgt spid="14"/>
                        </p:tgtEl>
                        <p:attrNameLst>
                          <p:attrName>style.visibility</p:attrName>
                        </p:attrNameLst>
                      </p:cBhvr>
                      <p:to>
                        <p:strVal val="visible"/>
                      </p:to>
                    </p:set>
                    <p:animEffect transition="in" filter="wipe(left)">
                      <p:cBhvr>
                        <p:cTn dur="500"/>
                        <p:tgtEl>
                          <p:spTgt spid="14"/>
                        </p:tgtEl>
                      </p:cBhvr>
                    </p:animEffect>
                  </p:childTnLst>
                </p:cTn>
              </p:par>
            </p:tnLst>
          </p:tmpl>
        </p:tmplLst>
      </p:bldP>
      <p:bldP spid="22" grpId="0" build="p">
        <p:tmplLst>
          <p:tmpl lvl="1">
            <p:tnLst>
              <p:par>
                <p:cTn presetID="22" presetClass="entr" presetSubtype="8" fill="hold" nodeType="afterEffect">
                  <p:stCondLst>
                    <p:cond delay="0"/>
                  </p:stCondLst>
                  <p:childTnLst>
                    <p:set>
                      <p:cBhvr>
                        <p:cTn dur="1" fill="hold">
                          <p:stCondLst>
                            <p:cond delay="0"/>
                          </p:stCondLst>
                        </p:cTn>
                        <p:tgtEl>
                          <p:spTgt spid="22"/>
                        </p:tgtEl>
                        <p:attrNameLst>
                          <p:attrName>style.visibility</p:attrName>
                        </p:attrNameLst>
                      </p:cBhvr>
                      <p:to>
                        <p:strVal val="visible"/>
                      </p:to>
                    </p:set>
                    <p:animEffect transition="in" filter="wipe(left)">
                      <p:cBhvr>
                        <p:cTn dur="500"/>
                        <p:tgtEl>
                          <p:spTgt spid="22"/>
                        </p:tgtEl>
                      </p:cBhvr>
                    </p:animEffect>
                  </p:childTnLst>
                </p:cTn>
              </p:par>
            </p:tnLst>
          </p:tmpl>
        </p:tmplLst>
      </p:bldP>
      <p:bldP spid="43" grpId="0" build="p">
        <p:tmplLst>
          <p:tmpl lvl="1">
            <p:tnLst>
              <p:par>
                <p:cTn presetID="22" presetClass="entr" presetSubtype="8" fill="hold" nodeType="afterEffect">
                  <p:stCondLst>
                    <p:cond delay="0"/>
                  </p:stCondLst>
                  <p:childTnLst>
                    <p:set>
                      <p:cBhvr>
                        <p:cTn dur="1" fill="hold">
                          <p:stCondLst>
                            <p:cond delay="0"/>
                          </p:stCondLst>
                        </p:cTn>
                        <p:tgtEl>
                          <p:spTgt spid="43"/>
                        </p:tgtEl>
                        <p:attrNameLst>
                          <p:attrName>style.visibility</p:attrName>
                        </p:attrNameLst>
                      </p:cBhvr>
                      <p:to>
                        <p:strVal val="visible"/>
                      </p:to>
                    </p:set>
                    <p:animEffect transition="in" filter="wipe(left)">
                      <p:cBhvr>
                        <p:cTn dur="500"/>
                        <p:tgtEl>
                          <p:spTgt spid="43"/>
                        </p:tgtEl>
                      </p:cBhvr>
                    </p:animEffect>
                  </p:childTnLst>
                </p:cTn>
              </p:par>
            </p:tnLst>
          </p:tmpl>
        </p:tmplLst>
      </p:bldP>
      <p:bldP spid="66" grpId="0" animBg="1"/>
      <p:bldP spid="67" grpId="0" build="p">
        <p:tmplLst>
          <p:tmpl lvl="1">
            <p:tnLst>
              <p:par>
                <p:cTn presetID="22" presetClass="entr" presetSubtype="8" fill="hold" nodeType="afterEffect">
                  <p:stCondLst>
                    <p:cond delay="0"/>
                  </p:stCondLst>
                  <p:childTnLst>
                    <p:set>
                      <p:cBhvr>
                        <p:cTn dur="1" fill="hold">
                          <p:stCondLst>
                            <p:cond delay="0"/>
                          </p:stCondLst>
                        </p:cTn>
                        <p:tgtEl>
                          <p:spTgt spid="67"/>
                        </p:tgtEl>
                        <p:attrNameLst>
                          <p:attrName>style.visibility</p:attrName>
                        </p:attrNameLst>
                      </p:cBhvr>
                      <p:to>
                        <p:strVal val="visible"/>
                      </p:to>
                    </p:set>
                    <p:animEffect transition="in" filter="wipe(left)">
                      <p:cBhvr>
                        <p:cTn dur="500"/>
                        <p:tgtEl>
                          <p:spTgt spid="67"/>
                        </p:tgtEl>
                      </p:cBhvr>
                    </p:animEffect>
                  </p:childTnLst>
                </p:cTn>
              </p:par>
            </p:tnLst>
          </p:tmpl>
        </p:tmplLst>
      </p:bldP>
      <p:bldP spid="68" grpId="0" build="p">
        <p:tmplLst>
          <p:tmpl lvl="1">
            <p:tnLst>
              <p:par>
                <p:cTn presetID="22" presetClass="entr" presetSubtype="8" fill="hold" nodeType="afterEffect">
                  <p:stCondLst>
                    <p:cond delay="0"/>
                  </p:stCondLst>
                  <p:childTnLst>
                    <p:set>
                      <p:cBhvr>
                        <p:cTn dur="1" fill="hold">
                          <p:stCondLst>
                            <p:cond delay="0"/>
                          </p:stCondLst>
                        </p:cTn>
                        <p:tgtEl>
                          <p:spTgt spid="68"/>
                        </p:tgtEl>
                        <p:attrNameLst>
                          <p:attrName>style.visibility</p:attrName>
                        </p:attrNameLst>
                      </p:cBhvr>
                      <p:to>
                        <p:strVal val="visible"/>
                      </p:to>
                    </p:set>
                    <p:animEffect transition="in" filter="wipe(left)">
                      <p:cBhvr>
                        <p:cTn dur="500"/>
                        <p:tgtEl>
                          <p:spTgt spid="68"/>
                        </p:tgtEl>
                      </p:cBhvr>
                    </p:animEffect>
                  </p:childTnLst>
                </p:cTn>
              </p:par>
            </p:tnLst>
          </p:tmpl>
        </p:tmplLst>
      </p:bldP>
      <p:bldP spid="69" grpId="0" build="p">
        <p:tmplLst>
          <p:tmpl lvl="1">
            <p:tnLst>
              <p:par>
                <p:cTn presetID="22" presetClass="entr" presetSubtype="8" fill="hold" nodeType="afterEffect">
                  <p:stCondLst>
                    <p:cond delay="0"/>
                  </p:stCondLst>
                  <p:childTnLst>
                    <p:set>
                      <p:cBhvr>
                        <p:cTn dur="1" fill="hold">
                          <p:stCondLst>
                            <p:cond delay="0"/>
                          </p:stCondLst>
                        </p:cTn>
                        <p:tgtEl>
                          <p:spTgt spid="69"/>
                        </p:tgtEl>
                        <p:attrNameLst>
                          <p:attrName>style.visibility</p:attrName>
                        </p:attrNameLst>
                      </p:cBhvr>
                      <p:to>
                        <p:strVal val="visible"/>
                      </p:to>
                    </p:set>
                    <p:animEffect transition="in" filter="wipe(left)">
                      <p:cBhvr>
                        <p:cTn dur="500"/>
                        <p:tgtEl>
                          <p:spTgt spid="69"/>
                        </p:tgtEl>
                      </p:cBhvr>
                    </p:animEffect>
                  </p:childTnLst>
                </p:cTn>
              </p:par>
            </p:tnLst>
          </p:tmpl>
        </p:tmplLst>
      </p:bldP>
      <p:bldP spid="71" grpId="0" animBg="1"/>
      <p:bldP spid="72" grpId="0" build="p">
        <p:tmplLst>
          <p:tmpl lvl="1">
            <p:tnLst>
              <p:par>
                <p:cTn presetID="22" presetClass="entr" presetSubtype="8" fill="hold" nodeType="afterEffect">
                  <p:stCondLst>
                    <p:cond delay="0"/>
                  </p:stCondLst>
                  <p:childTnLst>
                    <p:set>
                      <p:cBhvr>
                        <p:cTn dur="1" fill="hold">
                          <p:stCondLst>
                            <p:cond delay="0"/>
                          </p:stCondLst>
                        </p:cTn>
                        <p:tgtEl>
                          <p:spTgt spid="72"/>
                        </p:tgtEl>
                        <p:attrNameLst>
                          <p:attrName>style.visibility</p:attrName>
                        </p:attrNameLst>
                      </p:cBhvr>
                      <p:to>
                        <p:strVal val="visible"/>
                      </p:to>
                    </p:set>
                    <p:animEffect transition="in" filter="wipe(left)">
                      <p:cBhvr>
                        <p:cTn dur="500"/>
                        <p:tgtEl>
                          <p:spTgt spid="72"/>
                        </p:tgtEl>
                      </p:cBhvr>
                    </p:animEffect>
                  </p:childTnLst>
                </p:cTn>
              </p:par>
            </p:tnLst>
          </p:tmpl>
        </p:tmplLst>
      </p:bldP>
      <p:bldP spid="73" grpId="0" build="p">
        <p:tmplLst>
          <p:tmpl lvl="1">
            <p:tnLst>
              <p:par>
                <p:cTn presetID="22" presetClass="entr" presetSubtype="8" fill="hold" nodeType="afterEffect">
                  <p:stCondLst>
                    <p:cond delay="0"/>
                  </p:stCondLst>
                  <p:childTnLst>
                    <p:set>
                      <p:cBhvr>
                        <p:cTn dur="1" fill="hold">
                          <p:stCondLst>
                            <p:cond delay="0"/>
                          </p:stCondLst>
                        </p:cTn>
                        <p:tgtEl>
                          <p:spTgt spid="73"/>
                        </p:tgtEl>
                        <p:attrNameLst>
                          <p:attrName>style.visibility</p:attrName>
                        </p:attrNameLst>
                      </p:cBhvr>
                      <p:to>
                        <p:strVal val="visible"/>
                      </p:to>
                    </p:set>
                    <p:animEffect transition="in" filter="wipe(left)">
                      <p:cBhvr>
                        <p:cTn dur="500"/>
                        <p:tgtEl>
                          <p:spTgt spid="73"/>
                        </p:tgtEl>
                      </p:cBhvr>
                    </p:animEffect>
                  </p:childTnLst>
                </p:cTn>
              </p:par>
            </p:tnLst>
          </p:tmpl>
        </p:tmplLst>
      </p:bldP>
      <p:bldP spid="74" grpId="0" build="p">
        <p:tmplLst>
          <p:tmpl lvl="1">
            <p:tnLst>
              <p:par>
                <p:cTn presetID="22" presetClass="entr" presetSubtype="8" fill="hold" nodeType="afterEffect">
                  <p:stCondLst>
                    <p:cond delay="0"/>
                  </p:stCondLst>
                  <p:childTnLst>
                    <p:set>
                      <p:cBhvr>
                        <p:cTn dur="1" fill="hold">
                          <p:stCondLst>
                            <p:cond delay="0"/>
                          </p:stCondLst>
                        </p:cTn>
                        <p:tgtEl>
                          <p:spTgt spid="74"/>
                        </p:tgtEl>
                        <p:attrNameLst>
                          <p:attrName>style.visibility</p:attrName>
                        </p:attrNameLst>
                      </p:cBhvr>
                      <p:to>
                        <p:strVal val="visible"/>
                      </p:to>
                    </p:set>
                    <p:animEffect transition="in" filter="wipe(left)">
                      <p:cBhvr>
                        <p:cTn dur="500"/>
                        <p:tgtEl>
                          <p:spTgt spid="74"/>
                        </p:tgtEl>
                      </p:cBhvr>
                    </p:animEffect>
                  </p:childTnLst>
                </p:cTn>
              </p:par>
            </p:tnLst>
          </p:tmpl>
        </p:tmplLst>
      </p:bldP>
      <p:bldP spid="50" grpId="0" animBg="1"/>
      <p:bldP spid="51" grpId="0" build="p">
        <p:tmplLst>
          <p:tmpl lvl="1">
            <p:tnLst>
              <p:par>
                <p:cTn presetID="22" presetClass="entr" presetSubtype="8" fill="hold" nodeType="afterEffect">
                  <p:stCondLst>
                    <p:cond delay="0"/>
                  </p:stCondLst>
                  <p:childTnLst>
                    <p:set>
                      <p:cBhvr>
                        <p:cTn dur="1" fill="hold">
                          <p:stCondLst>
                            <p:cond delay="0"/>
                          </p:stCondLst>
                        </p:cTn>
                        <p:tgtEl>
                          <p:spTgt spid="51"/>
                        </p:tgtEl>
                        <p:attrNameLst>
                          <p:attrName>style.visibility</p:attrName>
                        </p:attrNameLst>
                      </p:cBhvr>
                      <p:to>
                        <p:strVal val="visible"/>
                      </p:to>
                    </p:set>
                    <p:animEffect transition="in" filter="wipe(left)">
                      <p:cBhvr>
                        <p:cTn dur="500"/>
                        <p:tgtEl>
                          <p:spTgt spid="51"/>
                        </p:tgtEl>
                      </p:cBhvr>
                    </p:animEffect>
                  </p:childTnLst>
                </p:cTn>
              </p:par>
            </p:tnLst>
          </p:tmpl>
        </p:tmplLst>
      </p:bldP>
      <p:bldP spid="52" grpId="0" build="p">
        <p:tmplLst>
          <p:tmpl lvl="1">
            <p:tnLst>
              <p:par>
                <p:cTn presetID="22" presetClass="entr" presetSubtype="8" fill="hold" nodeType="afterEffect">
                  <p:stCondLst>
                    <p:cond delay="0"/>
                  </p:stCondLst>
                  <p:childTnLst>
                    <p:set>
                      <p:cBhvr>
                        <p:cTn dur="1" fill="hold">
                          <p:stCondLst>
                            <p:cond delay="0"/>
                          </p:stCondLst>
                        </p:cTn>
                        <p:tgtEl>
                          <p:spTgt spid="52"/>
                        </p:tgtEl>
                        <p:attrNameLst>
                          <p:attrName>style.visibility</p:attrName>
                        </p:attrNameLst>
                      </p:cBhvr>
                      <p:to>
                        <p:strVal val="visible"/>
                      </p:to>
                    </p:set>
                    <p:animEffect transition="in" filter="wipe(left)">
                      <p:cBhvr>
                        <p:cTn dur="500"/>
                        <p:tgtEl>
                          <p:spTgt spid="52"/>
                        </p:tgtEl>
                      </p:cBhvr>
                    </p:animEffect>
                  </p:childTnLst>
                </p:cTn>
              </p:par>
            </p:tnLst>
          </p:tmpl>
        </p:tmplLst>
      </p:bldP>
      <p:bldP spid="53" grpId="0" build="p">
        <p:tmplLst>
          <p:tmpl lvl="1">
            <p:tnLst>
              <p:par>
                <p:cTn presetID="22" presetClass="entr" presetSubtype="8" fill="hold" nodeType="afterEffect">
                  <p:stCondLst>
                    <p:cond delay="0"/>
                  </p:stCondLst>
                  <p:childTnLst>
                    <p:set>
                      <p:cBhvr>
                        <p:cTn dur="1" fill="hold">
                          <p:stCondLst>
                            <p:cond delay="0"/>
                          </p:stCondLst>
                        </p:cTn>
                        <p:tgtEl>
                          <p:spTgt spid="53"/>
                        </p:tgtEl>
                        <p:attrNameLst>
                          <p:attrName>style.visibility</p:attrName>
                        </p:attrNameLst>
                      </p:cBhvr>
                      <p:to>
                        <p:strVal val="visible"/>
                      </p:to>
                    </p:set>
                    <p:animEffect transition="in" filter="wipe(left)">
                      <p:cBhvr>
                        <p:cTn dur="500"/>
                        <p:tgtEl>
                          <p:spTgt spid="53"/>
                        </p:tgtEl>
                      </p:cBhvr>
                    </p:animEffect>
                  </p:childTnLst>
                </p:cTn>
              </p:par>
            </p:tnLst>
          </p:tmpl>
        </p:tmplLst>
      </p:bldP>
      <p:bldP spid="54" grpId="0" animBg="1"/>
      <p:bldP spid="55" grpId="0" build="p">
        <p:tmplLst>
          <p:tmpl lvl="1">
            <p:tnLst>
              <p:par>
                <p:cTn presetID="22" presetClass="entr" presetSubtype="8" fill="hold" nodeType="afterEffect">
                  <p:stCondLst>
                    <p:cond delay="0"/>
                  </p:stCondLst>
                  <p:childTnLst>
                    <p:set>
                      <p:cBhvr>
                        <p:cTn dur="1" fill="hold">
                          <p:stCondLst>
                            <p:cond delay="0"/>
                          </p:stCondLst>
                        </p:cTn>
                        <p:tgtEl>
                          <p:spTgt spid="55"/>
                        </p:tgtEl>
                        <p:attrNameLst>
                          <p:attrName>style.visibility</p:attrName>
                        </p:attrNameLst>
                      </p:cBhvr>
                      <p:to>
                        <p:strVal val="visible"/>
                      </p:to>
                    </p:set>
                    <p:animEffect transition="in" filter="wipe(left)">
                      <p:cBhvr>
                        <p:cTn dur="500"/>
                        <p:tgtEl>
                          <p:spTgt spid="55"/>
                        </p:tgtEl>
                      </p:cBhvr>
                    </p:animEffect>
                  </p:childTnLst>
                </p:cTn>
              </p:par>
            </p:tnLst>
          </p:tmpl>
        </p:tmplLst>
      </p:bldP>
      <p:bldP spid="56" grpId="0" build="p">
        <p:tmplLst>
          <p:tmpl lvl="1">
            <p:tnLst>
              <p:par>
                <p:cTn presetID="22" presetClass="entr" presetSubtype="8" fill="hold" nodeType="afterEffect">
                  <p:stCondLst>
                    <p:cond delay="0"/>
                  </p:stCondLst>
                  <p:childTnLst>
                    <p:set>
                      <p:cBhvr>
                        <p:cTn dur="1" fill="hold">
                          <p:stCondLst>
                            <p:cond delay="0"/>
                          </p:stCondLst>
                        </p:cTn>
                        <p:tgtEl>
                          <p:spTgt spid="56"/>
                        </p:tgtEl>
                        <p:attrNameLst>
                          <p:attrName>style.visibility</p:attrName>
                        </p:attrNameLst>
                      </p:cBhvr>
                      <p:to>
                        <p:strVal val="visible"/>
                      </p:to>
                    </p:set>
                    <p:animEffect transition="in" filter="wipe(left)">
                      <p:cBhvr>
                        <p:cTn dur="500"/>
                        <p:tgtEl>
                          <p:spTgt spid="56"/>
                        </p:tgtEl>
                      </p:cBhvr>
                    </p:animEffect>
                  </p:childTnLst>
                </p:cTn>
              </p:par>
            </p:tnLst>
          </p:tmpl>
        </p:tmplLst>
      </p:bldP>
      <p:bldP spid="57" grpId="0" build="p">
        <p:tmplLst>
          <p:tmpl lvl="1">
            <p:tnLst>
              <p:par>
                <p:cTn presetID="22" presetClass="entr" presetSubtype="8" fill="hold" nodeType="afterEffect">
                  <p:stCondLst>
                    <p:cond delay="0"/>
                  </p:stCondLst>
                  <p:childTnLst>
                    <p:set>
                      <p:cBhvr>
                        <p:cTn dur="1" fill="hold">
                          <p:stCondLst>
                            <p:cond delay="0"/>
                          </p:stCondLst>
                        </p:cTn>
                        <p:tgtEl>
                          <p:spTgt spid="57"/>
                        </p:tgtEl>
                        <p:attrNameLst>
                          <p:attrName>style.visibility</p:attrName>
                        </p:attrNameLst>
                      </p:cBhvr>
                      <p:to>
                        <p:strVal val="visible"/>
                      </p:to>
                    </p:set>
                    <p:animEffect transition="in" filter="wipe(left)">
                      <p:cBhvr>
                        <p:cTn dur="500"/>
                        <p:tgtEl>
                          <p:spTgt spid="57"/>
                        </p:tgtEl>
                      </p:cBhvr>
                    </p:animEffect>
                  </p:childTnLst>
                </p:cTn>
              </p:par>
            </p:tnLst>
          </p:tmpl>
        </p:tmplLst>
      </p:bldP>
      <p:bldP spid="58" grpId="0" animBg="1"/>
      <p:bldP spid="59" grpId="0" build="p">
        <p:tmplLst>
          <p:tmpl lvl="1">
            <p:tnLst>
              <p:par>
                <p:cTn presetID="22" presetClass="entr" presetSubtype="8" fill="hold" nodeType="afterEffect">
                  <p:stCondLst>
                    <p:cond delay="0"/>
                  </p:stCondLst>
                  <p:childTnLst>
                    <p:set>
                      <p:cBhvr>
                        <p:cTn dur="1" fill="hold">
                          <p:stCondLst>
                            <p:cond delay="0"/>
                          </p:stCondLst>
                        </p:cTn>
                        <p:tgtEl>
                          <p:spTgt spid="59"/>
                        </p:tgtEl>
                        <p:attrNameLst>
                          <p:attrName>style.visibility</p:attrName>
                        </p:attrNameLst>
                      </p:cBhvr>
                      <p:to>
                        <p:strVal val="visible"/>
                      </p:to>
                    </p:set>
                    <p:animEffect transition="in" filter="wipe(left)">
                      <p:cBhvr>
                        <p:cTn dur="500"/>
                        <p:tgtEl>
                          <p:spTgt spid="59"/>
                        </p:tgtEl>
                      </p:cBhvr>
                    </p:animEffect>
                  </p:childTnLst>
                </p:cTn>
              </p:par>
            </p:tnLst>
          </p:tmpl>
        </p:tmplLst>
      </p:bldP>
      <p:bldP spid="60" grpId="0" build="p">
        <p:tmplLst>
          <p:tmpl lvl="1">
            <p:tnLst>
              <p:par>
                <p:cTn presetID="22" presetClass="entr" presetSubtype="8" fill="hold" nodeType="afterEffect">
                  <p:stCondLst>
                    <p:cond delay="0"/>
                  </p:stCondLst>
                  <p:childTnLst>
                    <p:set>
                      <p:cBhvr>
                        <p:cTn dur="1" fill="hold">
                          <p:stCondLst>
                            <p:cond delay="0"/>
                          </p:stCondLst>
                        </p:cTn>
                        <p:tgtEl>
                          <p:spTgt spid="60"/>
                        </p:tgtEl>
                        <p:attrNameLst>
                          <p:attrName>style.visibility</p:attrName>
                        </p:attrNameLst>
                      </p:cBhvr>
                      <p:to>
                        <p:strVal val="visible"/>
                      </p:to>
                    </p:set>
                    <p:animEffect transition="in" filter="wipe(left)">
                      <p:cBhvr>
                        <p:cTn dur="500"/>
                        <p:tgtEl>
                          <p:spTgt spid="60"/>
                        </p:tgtEl>
                      </p:cBhvr>
                    </p:animEffect>
                  </p:childTnLst>
                </p:cTn>
              </p:par>
            </p:tnLst>
          </p:tmpl>
        </p:tmplLst>
      </p:bldP>
      <p:bldP spid="61" grpId="0" build="p">
        <p:tmplLst>
          <p:tmpl lvl="1">
            <p:tnLst>
              <p:par>
                <p:cTn presetID="22" presetClass="entr" presetSubtype="8" fill="hold" nodeType="afterEffect">
                  <p:stCondLst>
                    <p:cond delay="0"/>
                  </p:stCondLst>
                  <p:childTnLst>
                    <p:set>
                      <p:cBhvr>
                        <p:cTn dur="1" fill="hold">
                          <p:stCondLst>
                            <p:cond delay="0"/>
                          </p:stCondLst>
                        </p:cTn>
                        <p:tgtEl>
                          <p:spTgt spid="61"/>
                        </p:tgtEl>
                        <p:attrNameLst>
                          <p:attrName>style.visibility</p:attrName>
                        </p:attrNameLst>
                      </p:cBhvr>
                      <p:to>
                        <p:strVal val="visible"/>
                      </p:to>
                    </p:set>
                    <p:animEffect transition="in" filter="wipe(left)">
                      <p:cBhvr>
                        <p:cTn dur="500"/>
                        <p:tgtEl>
                          <p:spTgt spid="61"/>
                        </p:tgtEl>
                      </p:cBhvr>
                    </p:animEffect>
                  </p:childTnLst>
                </p:cTn>
              </p:par>
            </p:tnLst>
          </p:tmpl>
        </p:tmplLst>
      </p:bldP>
      <p:bldP spid="62" grpId="0" animBg="1"/>
      <p:bldP spid="63" grpId="0" build="p">
        <p:tmplLst>
          <p:tmpl lvl="1">
            <p:tnLst>
              <p:par>
                <p:cTn presetID="22" presetClass="entr" presetSubtype="8" fill="hold" nodeType="afterEffect">
                  <p:stCondLst>
                    <p:cond delay="0"/>
                  </p:stCondLst>
                  <p:childTnLst>
                    <p:set>
                      <p:cBhvr>
                        <p:cTn dur="1" fill="hold">
                          <p:stCondLst>
                            <p:cond delay="0"/>
                          </p:stCondLst>
                        </p:cTn>
                        <p:tgtEl>
                          <p:spTgt spid="63"/>
                        </p:tgtEl>
                        <p:attrNameLst>
                          <p:attrName>style.visibility</p:attrName>
                        </p:attrNameLst>
                      </p:cBhvr>
                      <p:to>
                        <p:strVal val="visible"/>
                      </p:to>
                    </p:set>
                    <p:animEffect transition="in" filter="wipe(left)">
                      <p:cBhvr>
                        <p:cTn dur="500"/>
                        <p:tgtEl>
                          <p:spTgt spid="63"/>
                        </p:tgtEl>
                      </p:cBhvr>
                    </p:animEffect>
                  </p:childTnLst>
                </p:cTn>
              </p:par>
            </p:tnLst>
          </p:tmpl>
        </p:tmplLst>
      </p:bldP>
      <p:bldP spid="64" grpId="0" build="p">
        <p:tmplLst>
          <p:tmpl lvl="1">
            <p:tnLst>
              <p:par>
                <p:cTn presetID="22" presetClass="entr" presetSubtype="8" fill="hold" nodeType="afterEffect">
                  <p:stCondLst>
                    <p:cond delay="0"/>
                  </p:stCondLst>
                  <p:childTnLst>
                    <p:set>
                      <p:cBhvr>
                        <p:cTn dur="1" fill="hold">
                          <p:stCondLst>
                            <p:cond delay="0"/>
                          </p:stCondLst>
                        </p:cTn>
                        <p:tgtEl>
                          <p:spTgt spid="64"/>
                        </p:tgtEl>
                        <p:attrNameLst>
                          <p:attrName>style.visibility</p:attrName>
                        </p:attrNameLst>
                      </p:cBhvr>
                      <p:to>
                        <p:strVal val="visible"/>
                      </p:to>
                    </p:set>
                    <p:animEffect transition="in" filter="wipe(left)">
                      <p:cBhvr>
                        <p:cTn dur="500"/>
                        <p:tgtEl>
                          <p:spTgt spid="64"/>
                        </p:tgtEl>
                      </p:cBhvr>
                    </p:animEffect>
                  </p:childTnLst>
                </p:cTn>
              </p:par>
            </p:tnLst>
          </p:tmpl>
        </p:tmplLst>
      </p:bldP>
      <p:bldP spid="87" grpId="0" build="p">
        <p:tmplLst>
          <p:tmpl lvl="1">
            <p:tnLst>
              <p:par>
                <p:cTn presetID="22" presetClass="entr" presetSubtype="8" fill="hold" nodeType="afterEffect">
                  <p:stCondLst>
                    <p:cond delay="0"/>
                  </p:stCondLst>
                  <p:childTnLst>
                    <p:set>
                      <p:cBhvr>
                        <p:cTn dur="1" fill="hold">
                          <p:stCondLst>
                            <p:cond delay="0"/>
                          </p:stCondLst>
                        </p:cTn>
                        <p:tgtEl>
                          <p:spTgt spid="87"/>
                        </p:tgtEl>
                        <p:attrNameLst>
                          <p:attrName>style.visibility</p:attrName>
                        </p:attrNameLst>
                      </p:cBhvr>
                      <p:to>
                        <p:strVal val="visible"/>
                      </p:to>
                    </p:set>
                    <p:animEffect transition="in" filter="wipe(left)">
                      <p:cBhvr>
                        <p:cTn dur="500"/>
                        <p:tgtEl>
                          <p:spTgt spid="87"/>
                        </p:tgtEl>
                      </p:cBhvr>
                    </p:animEffect>
                  </p:childTnLst>
                </p:cTn>
              </p:par>
            </p:tnLst>
          </p:tmpl>
        </p:tmplLst>
      </p:bldP>
      <p:bldP spid="89" grpId="0" animBg="1"/>
      <p:bldP spid="90" grpId="0" build="p">
        <p:tmplLst>
          <p:tmpl lvl="1">
            <p:tnLst>
              <p:par>
                <p:cTn presetID="22" presetClass="entr" presetSubtype="8" fill="hold" nodeType="afterEffect">
                  <p:stCondLst>
                    <p:cond delay="0"/>
                  </p:stCondLst>
                  <p:childTnLst>
                    <p:set>
                      <p:cBhvr>
                        <p:cTn dur="1" fill="hold">
                          <p:stCondLst>
                            <p:cond delay="0"/>
                          </p:stCondLst>
                        </p:cTn>
                        <p:tgtEl>
                          <p:spTgt spid="90"/>
                        </p:tgtEl>
                        <p:attrNameLst>
                          <p:attrName>style.visibility</p:attrName>
                        </p:attrNameLst>
                      </p:cBhvr>
                      <p:to>
                        <p:strVal val="visible"/>
                      </p:to>
                    </p:set>
                    <p:animEffect transition="in" filter="wipe(left)">
                      <p:cBhvr>
                        <p:cTn dur="500"/>
                        <p:tgtEl>
                          <p:spTgt spid="90"/>
                        </p:tgtEl>
                      </p:cBhvr>
                    </p:animEffect>
                  </p:childTnLst>
                </p:cTn>
              </p:par>
            </p:tnLst>
          </p:tmpl>
        </p:tmplLst>
      </p:bldP>
      <p:bldP spid="91" grpId="0" build="p">
        <p:tmplLst>
          <p:tmpl lvl="1">
            <p:tnLst>
              <p:par>
                <p:cTn presetID="22" presetClass="entr" presetSubtype="8" fill="hold" nodeType="afterEffect">
                  <p:stCondLst>
                    <p:cond delay="0"/>
                  </p:stCondLst>
                  <p:childTnLst>
                    <p:set>
                      <p:cBhvr>
                        <p:cTn dur="1" fill="hold">
                          <p:stCondLst>
                            <p:cond delay="0"/>
                          </p:stCondLst>
                        </p:cTn>
                        <p:tgtEl>
                          <p:spTgt spid="91"/>
                        </p:tgtEl>
                        <p:attrNameLst>
                          <p:attrName>style.visibility</p:attrName>
                        </p:attrNameLst>
                      </p:cBhvr>
                      <p:to>
                        <p:strVal val="visible"/>
                      </p:to>
                    </p:set>
                    <p:animEffect transition="in" filter="wipe(left)">
                      <p:cBhvr>
                        <p:cTn dur="500"/>
                        <p:tgtEl>
                          <p:spTgt spid="91"/>
                        </p:tgtEl>
                      </p:cBhvr>
                    </p:animEffect>
                  </p:childTnLst>
                </p:cTn>
              </p:par>
            </p:tnLst>
          </p:tmpl>
        </p:tmplLst>
      </p:bldP>
      <p:bldP spid="92" grpId="0" build="p">
        <p:tmplLst>
          <p:tmpl lvl="1">
            <p:tnLst>
              <p:par>
                <p:cTn presetID="22" presetClass="entr" presetSubtype="8" fill="hold" nodeType="afterEffect">
                  <p:stCondLst>
                    <p:cond delay="0"/>
                  </p:stCondLst>
                  <p:childTnLst>
                    <p:set>
                      <p:cBhvr>
                        <p:cTn dur="1" fill="hold">
                          <p:stCondLst>
                            <p:cond delay="0"/>
                          </p:stCondLst>
                        </p:cTn>
                        <p:tgtEl>
                          <p:spTgt spid="92"/>
                        </p:tgtEl>
                        <p:attrNameLst>
                          <p:attrName>style.visibility</p:attrName>
                        </p:attrNameLst>
                      </p:cBhvr>
                      <p:to>
                        <p:strVal val="visible"/>
                      </p:to>
                    </p:set>
                    <p:animEffect transition="in" filter="wipe(left)">
                      <p:cBhvr>
                        <p:cTn dur="500"/>
                        <p:tgtEl>
                          <p:spTgt spid="92"/>
                        </p:tgtEl>
                      </p:cBhvr>
                    </p:animEffect>
                  </p:childTnLst>
                </p:cTn>
              </p:par>
            </p:tnLst>
          </p:tmpl>
        </p:tmplLst>
      </p:bldP>
      <p:bldP spid="93" grpId="0" animBg="1"/>
      <p:bldP spid="94" grpId="0" build="p">
        <p:tmplLst>
          <p:tmpl lvl="1">
            <p:tnLst>
              <p:par>
                <p:cTn presetID="22" presetClass="entr" presetSubtype="8" fill="hold" nodeType="afterEffect">
                  <p:stCondLst>
                    <p:cond delay="0"/>
                  </p:stCondLst>
                  <p:childTnLst>
                    <p:set>
                      <p:cBhvr>
                        <p:cTn dur="1" fill="hold">
                          <p:stCondLst>
                            <p:cond delay="0"/>
                          </p:stCondLst>
                        </p:cTn>
                        <p:tgtEl>
                          <p:spTgt spid="94"/>
                        </p:tgtEl>
                        <p:attrNameLst>
                          <p:attrName>style.visibility</p:attrName>
                        </p:attrNameLst>
                      </p:cBhvr>
                      <p:to>
                        <p:strVal val="visible"/>
                      </p:to>
                    </p:set>
                    <p:animEffect transition="in" filter="wipe(left)">
                      <p:cBhvr>
                        <p:cTn dur="500"/>
                        <p:tgtEl>
                          <p:spTgt spid="94"/>
                        </p:tgtEl>
                      </p:cBhvr>
                    </p:animEffect>
                  </p:childTnLst>
                </p:cTn>
              </p:par>
            </p:tnLst>
          </p:tmpl>
        </p:tmplLst>
      </p:bldP>
      <p:bldP spid="95" grpId="0" build="p">
        <p:tmplLst>
          <p:tmpl lvl="1">
            <p:tnLst>
              <p:par>
                <p:cTn presetID="22" presetClass="entr" presetSubtype="8" fill="hold" nodeType="afterEffect">
                  <p:stCondLst>
                    <p:cond delay="0"/>
                  </p:stCondLst>
                  <p:childTnLst>
                    <p:set>
                      <p:cBhvr>
                        <p:cTn dur="1" fill="hold">
                          <p:stCondLst>
                            <p:cond delay="0"/>
                          </p:stCondLst>
                        </p:cTn>
                        <p:tgtEl>
                          <p:spTgt spid="95"/>
                        </p:tgtEl>
                        <p:attrNameLst>
                          <p:attrName>style.visibility</p:attrName>
                        </p:attrNameLst>
                      </p:cBhvr>
                      <p:to>
                        <p:strVal val="visible"/>
                      </p:to>
                    </p:set>
                    <p:animEffect transition="in" filter="wipe(left)">
                      <p:cBhvr>
                        <p:cTn dur="500"/>
                        <p:tgtEl>
                          <p:spTgt spid="95"/>
                        </p:tgtEl>
                      </p:cBhvr>
                    </p:animEffect>
                  </p:childTnLst>
                </p:cTn>
              </p:par>
            </p:tnLst>
          </p:tmpl>
        </p:tmplLst>
      </p:bldP>
      <p:bldP spid="96" grpId="0" build="p">
        <p:tmplLst>
          <p:tmpl lvl="1">
            <p:tnLst>
              <p:par>
                <p:cTn presetID="22" presetClass="entr" presetSubtype="8" fill="hold" nodeType="afterEffect">
                  <p:stCondLst>
                    <p:cond delay="0"/>
                  </p:stCondLst>
                  <p:childTnLst>
                    <p:set>
                      <p:cBhvr>
                        <p:cTn dur="1" fill="hold">
                          <p:stCondLst>
                            <p:cond delay="0"/>
                          </p:stCondLst>
                        </p:cTn>
                        <p:tgtEl>
                          <p:spTgt spid="96"/>
                        </p:tgtEl>
                        <p:attrNameLst>
                          <p:attrName>style.visibility</p:attrName>
                        </p:attrNameLst>
                      </p:cBhvr>
                      <p:to>
                        <p:strVal val="visible"/>
                      </p:to>
                    </p:set>
                    <p:animEffect transition="in" filter="wipe(left)">
                      <p:cBhvr>
                        <p:cTn dur="500"/>
                        <p:tgtEl>
                          <p:spTgt spid="96"/>
                        </p:tgtEl>
                      </p:cBhvr>
                    </p:animEffect>
                  </p:childTnLst>
                </p:cTn>
              </p:par>
            </p:tnLst>
          </p:tmpl>
        </p:tmplLst>
      </p:bldP>
    </p:bldLst>
  </p:timing>
</p:sldLayout>
</file>

<file path=ppt/slideLayouts/slideLayout186.xml><?xml version="1.0" encoding="utf-8"?>
<p:sldLayout xmlns:a="http://schemas.openxmlformats.org/drawingml/2006/main" xmlns:r="http://schemas.openxmlformats.org/officeDocument/2006/relationships" xmlns:p="http://schemas.openxmlformats.org/presentationml/2006/main" userDrawn="1">
  <p:cSld name="1_Team09">
    <p:spTree>
      <p:nvGrpSpPr>
        <p:cNvPr id="1" name=""/>
        <p:cNvGrpSpPr/>
        <p:nvPr/>
      </p:nvGrpSpPr>
      <p:grpSpPr>
        <a:xfrm>
          <a:off x="0" y="0"/>
          <a:ext cx="0" cy="0"/>
          <a:chOff x="0" y="0"/>
          <a:chExt cx="0" cy="0"/>
        </a:xfrm>
      </p:grpSpPr>
      <p:sp>
        <p:nvSpPr>
          <p:cNvPr id="31" name="Picture Placeholder 7"/>
          <p:cNvSpPr>
            <a:spLocks noGrp="1"/>
          </p:cNvSpPr>
          <p:nvPr>
            <p:ph type="pic" sz="quarter" idx="10" hasCustomPrompt="1"/>
          </p:nvPr>
        </p:nvSpPr>
        <p:spPr>
          <a:xfrm>
            <a:off x="609601" y="2453634"/>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1"/>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14" name="Text Placeholder 3"/>
          <p:cNvSpPr>
            <a:spLocks noGrp="1"/>
          </p:cNvSpPr>
          <p:nvPr>
            <p:ph type="body" sz="half" idx="15" hasCustomPrompt="1"/>
          </p:nvPr>
        </p:nvSpPr>
        <p:spPr>
          <a:xfrm>
            <a:off x="1820005" y="3123679"/>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22" name="Text Placeholder 3"/>
          <p:cNvSpPr>
            <a:spLocks noGrp="1"/>
          </p:cNvSpPr>
          <p:nvPr>
            <p:ph type="body" sz="half" idx="16" hasCustomPrompt="1"/>
          </p:nvPr>
        </p:nvSpPr>
        <p:spPr>
          <a:xfrm>
            <a:off x="1820005" y="2474570"/>
            <a:ext cx="2235200" cy="265617"/>
          </a:xfrm>
          <a:prstGeom prst="rect">
            <a:avLst/>
          </a:prstGeom>
        </p:spPr>
        <p:txBody>
          <a:bodyPr wrap="square" lIns="0" tIns="0" rIns="0" bIns="0" anchor="ctr">
            <a:noAutofit/>
          </a:bodyPr>
          <a:lstStyle>
            <a:lvl1pPr marL="0" indent="0" algn="l">
              <a:buNone/>
              <a:defRPr sz="1867" b="1" baseline="0">
                <a:solidFill>
                  <a:schemeClr val="accent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40"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2"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43" name="Text Placeholder 3"/>
          <p:cNvSpPr>
            <a:spLocks noGrp="1"/>
          </p:cNvSpPr>
          <p:nvPr>
            <p:ph type="body" sz="half" idx="17" hasCustomPrompt="1"/>
          </p:nvPr>
        </p:nvSpPr>
        <p:spPr>
          <a:xfrm>
            <a:off x="1820005" y="2786292"/>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45" name="Straight Connector 44"/>
          <p:cNvCxnSpPr/>
          <p:nvPr userDrawn="1"/>
        </p:nvCxnSpPr>
        <p:spPr>
          <a:xfrm flipV="1">
            <a:off x="4256507" y="2453633"/>
            <a:ext cx="0" cy="3306659"/>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userDrawn="1"/>
        </p:nvCxnSpPr>
        <p:spPr>
          <a:xfrm flipH="1">
            <a:off x="609600" y="4076311"/>
            <a:ext cx="11138475" cy="0"/>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66" name="Picture Placeholder 7"/>
          <p:cNvSpPr>
            <a:spLocks noGrp="1"/>
          </p:cNvSpPr>
          <p:nvPr>
            <p:ph type="pic" sz="quarter" idx="18" hasCustomPrompt="1"/>
          </p:nvPr>
        </p:nvSpPr>
        <p:spPr>
          <a:xfrm>
            <a:off x="4442678" y="2453634"/>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2"/>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67" name="Text Placeholder 3"/>
          <p:cNvSpPr>
            <a:spLocks noGrp="1"/>
          </p:cNvSpPr>
          <p:nvPr>
            <p:ph type="body" sz="half" idx="19" hasCustomPrompt="1"/>
          </p:nvPr>
        </p:nvSpPr>
        <p:spPr>
          <a:xfrm>
            <a:off x="5653083" y="3123679"/>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68" name="Text Placeholder 3"/>
          <p:cNvSpPr>
            <a:spLocks noGrp="1"/>
          </p:cNvSpPr>
          <p:nvPr>
            <p:ph type="body" sz="half" idx="20" hasCustomPrompt="1"/>
          </p:nvPr>
        </p:nvSpPr>
        <p:spPr>
          <a:xfrm>
            <a:off x="5653083" y="2474570"/>
            <a:ext cx="2235200" cy="265617"/>
          </a:xfrm>
          <a:prstGeom prst="rect">
            <a:avLst/>
          </a:prstGeom>
        </p:spPr>
        <p:txBody>
          <a:bodyPr wrap="square" lIns="0" tIns="0" rIns="0" bIns="0" anchor="ctr">
            <a:noAutofit/>
          </a:bodyPr>
          <a:lstStyle>
            <a:lvl1pPr marL="0" indent="0" algn="l">
              <a:buNone/>
              <a:defRPr sz="1867" b="1" baseline="0">
                <a:solidFill>
                  <a:schemeClr val="accent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9" name="Text Placeholder 3"/>
          <p:cNvSpPr>
            <a:spLocks noGrp="1"/>
          </p:cNvSpPr>
          <p:nvPr>
            <p:ph type="body" sz="half" idx="21" hasCustomPrompt="1"/>
          </p:nvPr>
        </p:nvSpPr>
        <p:spPr>
          <a:xfrm>
            <a:off x="5653083" y="2786292"/>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70" name="Straight Connector 69"/>
          <p:cNvCxnSpPr/>
          <p:nvPr userDrawn="1"/>
        </p:nvCxnSpPr>
        <p:spPr>
          <a:xfrm flipV="1">
            <a:off x="8115029" y="2453633"/>
            <a:ext cx="0" cy="3306659"/>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71" name="Picture Placeholder 7"/>
          <p:cNvSpPr>
            <a:spLocks noGrp="1"/>
          </p:cNvSpPr>
          <p:nvPr>
            <p:ph type="pic" sz="quarter" idx="22" hasCustomPrompt="1"/>
          </p:nvPr>
        </p:nvSpPr>
        <p:spPr>
          <a:xfrm>
            <a:off x="8302470" y="2453634"/>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3"/>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72" name="Text Placeholder 3"/>
          <p:cNvSpPr>
            <a:spLocks noGrp="1"/>
          </p:cNvSpPr>
          <p:nvPr>
            <p:ph type="body" sz="half" idx="23" hasCustomPrompt="1"/>
          </p:nvPr>
        </p:nvSpPr>
        <p:spPr>
          <a:xfrm>
            <a:off x="9512875" y="3123679"/>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73" name="Text Placeholder 3"/>
          <p:cNvSpPr>
            <a:spLocks noGrp="1"/>
          </p:cNvSpPr>
          <p:nvPr>
            <p:ph type="body" sz="half" idx="24" hasCustomPrompt="1"/>
          </p:nvPr>
        </p:nvSpPr>
        <p:spPr>
          <a:xfrm>
            <a:off x="9512875" y="2474570"/>
            <a:ext cx="2235200" cy="265617"/>
          </a:xfrm>
          <a:prstGeom prst="rect">
            <a:avLst/>
          </a:prstGeom>
        </p:spPr>
        <p:txBody>
          <a:bodyPr wrap="square" lIns="0" tIns="0" rIns="0" bIns="0" anchor="ctr">
            <a:noAutofit/>
          </a:bodyPr>
          <a:lstStyle>
            <a:lvl1pPr marL="0" indent="0" algn="l">
              <a:buNone/>
              <a:defRPr sz="1867" b="1" baseline="0">
                <a:solidFill>
                  <a:schemeClr val="accent3"/>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74" name="Text Placeholder 3"/>
          <p:cNvSpPr>
            <a:spLocks noGrp="1"/>
          </p:cNvSpPr>
          <p:nvPr>
            <p:ph type="body" sz="half" idx="25" hasCustomPrompt="1"/>
          </p:nvPr>
        </p:nvSpPr>
        <p:spPr>
          <a:xfrm>
            <a:off x="9512875" y="2786292"/>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75" name="Picture Placeholder 7"/>
          <p:cNvSpPr>
            <a:spLocks noGrp="1"/>
          </p:cNvSpPr>
          <p:nvPr>
            <p:ph type="pic" sz="quarter" idx="26" hasCustomPrompt="1"/>
          </p:nvPr>
        </p:nvSpPr>
        <p:spPr>
          <a:xfrm>
            <a:off x="609601" y="4394536"/>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4"/>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76" name="Text Placeholder 3"/>
          <p:cNvSpPr>
            <a:spLocks noGrp="1"/>
          </p:cNvSpPr>
          <p:nvPr>
            <p:ph type="body" sz="half" idx="27" hasCustomPrompt="1"/>
          </p:nvPr>
        </p:nvSpPr>
        <p:spPr>
          <a:xfrm>
            <a:off x="1820005" y="5064580"/>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77" name="Text Placeholder 3"/>
          <p:cNvSpPr>
            <a:spLocks noGrp="1"/>
          </p:cNvSpPr>
          <p:nvPr>
            <p:ph type="body" sz="half" idx="28" hasCustomPrompt="1"/>
          </p:nvPr>
        </p:nvSpPr>
        <p:spPr>
          <a:xfrm>
            <a:off x="1820005" y="4415472"/>
            <a:ext cx="2235200" cy="265617"/>
          </a:xfrm>
          <a:prstGeom prst="rect">
            <a:avLst/>
          </a:prstGeom>
        </p:spPr>
        <p:txBody>
          <a:bodyPr wrap="square" lIns="0" tIns="0" rIns="0" bIns="0" anchor="ctr">
            <a:noAutofit/>
          </a:bodyPr>
          <a:lstStyle>
            <a:lvl1pPr marL="0" indent="0" algn="l" rtl="0">
              <a:buNone/>
              <a:defRPr sz="1867" b="1" baseline="0">
                <a:solidFill>
                  <a:schemeClr val="accent4"/>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78" name="Text Placeholder 3"/>
          <p:cNvSpPr>
            <a:spLocks noGrp="1"/>
          </p:cNvSpPr>
          <p:nvPr>
            <p:ph type="body" sz="half" idx="29" hasCustomPrompt="1"/>
          </p:nvPr>
        </p:nvSpPr>
        <p:spPr>
          <a:xfrm>
            <a:off x="1820005" y="4727193"/>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79" name="Picture Placeholder 7"/>
          <p:cNvSpPr>
            <a:spLocks noGrp="1"/>
          </p:cNvSpPr>
          <p:nvPr>
            <p:ph type="pic" sz="quarter" idx="30" hasCustomPrompt="1"/>
          </p:nvPr>
        </p:nvSpPr>
        <p:spPr>
          <a:xfrm>
            <a:off x="4442678" y="4394536"/>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5"/>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80" name="Text Placeholder 3"/>
          <p:cNvSpPr>
            <a:spLocks noGrp="1"/>
          </p:cNvSpPr>
          <p:nvPr>
            <p:ph type="body" sz="half" idx="31" hasCustomPrompt="1"/>
          </p:nvPr>
        </p:nvSpPr>
        <p:spPr>
          <a:xfrm>
            <a:off x="5653083" y="5064580"/>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81" name="Text Placeholder 3"/>
          <p:cNvSpPr>
            <a:spLocks noGrp="1"/>
          </p:cNvSpPr>
          <p:nvPr>
            <p:ph type="body" sz="half" idx="32" hasCustomPrompt="1"/>
          </p:nvPr>
        </p:nvSpPr>
        <p:spPr>
          <a:xfrm>
            <a:off x="5653083" y="4415472"/>
            <a:ext cx="2235200" cy="265617"/>
          </a:xfrm>
          <a:prstGeom prst="rect">
            <a:avLst/>
          </a:prstGeom>
        </p:spPr>
        <p:txBody>
          <a:bodyPr wrap="square" lIns="0" tIns="0" rIns="0" bIns="0" anchor="ctr">
            <a:noAutofit/>
          </a:bodyPr>
          <a:lstStyle>
            <a:lvl1pPr marL="0" indent="0" algn="l" rtl="0">
              <a:buNone/>
              <a:defRPr sz="1867" b="1" baseline="0">
                <a:solidFill>
                  <a:schemeClr val="accent5"/>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82" name="Text Placeholder 3"/>
          <p:cNvSpPr>
            <a:spLocks noGrp="1"/>
          </p:cNvSpPr>
          <p:nvPr>
            <p:ph type="body" sz="half" idx="33" hasCustomPrompt="1"/>
          </p:nvPr>
        </p:nvSpPr>
        <p:spPr>
          <a:xfrm>
            <a:off x="5653083" y="4727193"/>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83" name="Picture Placeholder 7"/>
          <p:cNvSpPr>
            <a:spLocks noGrp="1"/>
          </p:cNvSpPr>
          <p:nvPr>
            <p:ph type="pic" sz="quarter" idx="34" hasCustomPrompt="1"/>
          </p:nvPr>
        </p:nvSpPr>
        <p:spPr>
          <a:xfrm>
            <a:off x="8302470" y="4394536"/>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6"/>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84" name="Text Placeholder 3"/>
          <p:cNvSpPr>
            <a:spLocks noGrp="1"/>
          </p:cNvSpPr>
          <p:nvPr>
            <p:ph type="body" sz="half" idx="35" hasCustomPrompt="1"/>
          </p:nvPr>
        </p:nvSpPr>
        <p:spPr>
          <a:xfrm>
            <a:off x="9512875" y="5064580"/>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85" name="Text Placeholder 3"/>
          <p:cNvSpPr>
            <a:spLocks noGrp="1"/>
          </p:cNvSpPr>
          <p:nvPr>
            <p:ph type="body" sz="half" idx="36" hasCustomPrompt="1"/>
          </p:nvPr>
        </p:nvSpPr>
        <p:spPr>
          <a:xfrm>
            <a:off x="9512875" y="4415472"/>
            <a:ext cx="2235200" cy="265617"/>
          </a:xfrm>
          <a:prstGeom prst="rect">
            <a:avLst/>
          </a:prstGeom>
        </p:spPr>
        <p:txBody>
          <a:bodyPr wrap="square" lIns="0" tIns="0" rIns="0" bIns="0" anchor="ctr">
            <a:noAutofit/>
          </a:bodyPr>
          <a:lstStyle>
            <a:lvl1pPr marL="0" indent="0" algn="l" rtl="0">
              <a:buNone/>
              <a:defRPr sz="1867" b="1" baseline="0">
                <a:solidFill>
                  <a:schemeClr val="accent6"/>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86" name="Text Placeholder 3"/>
          <p:cNvSpPr>
            <a:spLocks noGrp="1"/>
          </p:cNvSpPr>
          <p:nvPr>
            <p:ph type="body" sz="half" idx="37" hasCustomPrompt="1"/>
          </p:nvPr>
        </p:nvSpPr>
        <p:spPr>
          <a:xfrm>
            <a:off x="9512875" y="4727193"/>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Tree>
    <p:extLst>
      <p:ext uri="{BB962C8B-B14F-4D97-AF65-F5344CB8AC3E}">
        <p14:creationId xmlns:p14="http://schemas.microsoft.com/office/powerpoint/2010/main" val="280581947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45"/>
                                        </p:tgtEl>
                                        <p:attrNameLst>
                                          <p:attrName>style.visibility</p:attrName>
                                        </p:attrNameLst>
                                      </p:cBhvr>
                                      <p:to>
                                        <p:strVal val="visible"/>
                                      </p:to>
                                    </p:set>
                                    <p:animEffect transition="in" filter="wipe(down)">
                                      <p:cBhvr>
                                        <p:cTn id="7" dur="500"/>
                                        <p:tgtEl>
                                          <p:spTgt spid="45"/>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65"/>
                                        </p:tgtEl>
                                        <p:attrNameLst>
                                          <p:attrName>style.visibility</p:attrName>
                                        </p:attrNameLst>
                                      </p:cBhvr>
                                      <p:to>
                                        <p:strVal val="visible"/>
                                      </p:to>
                                    </p:set>
                                    <p:animEffect transition="in" filter="wipe(left)">
                                      <p:cBhvr>
                                        <p:cTn id="11" dur="500"/>
                                        <p:tgtEl>
                                          <p:spTgt spid="65"/>
                                        </p:tgtEl>
                                      </p:cBhvr>
                                    </p:animEffect>
                                  </p:childTnLst>
                                </p:cTn>
                              </p:par>
                            </p:childTnLst>
                          </p:cTn>
                        </p:par>
                        <p:par>
                          <p:cTn id="12" fill="hold">
                            <p:stCondLst>
                              <p:cond delay="1000"/>
                            </p:stCondLst>
                            <p:childTnLst>
                              <p:par>
                                <p:cTn id="13" presetID="53" presetClass="entr" presetSubtype="0" fill="hold" grpId="0" nodeType="afterEffect">
                                  <p:stCondLst>
                                    <p:cond delay="0"/>
                                  </p:stCondLst>
                                  <p:childTnLst>
                                    <p:set>
                                      <p:cBhvr>
                                        <p:cTn id="14" dur="1" fill="hold">
                                          <p:stCondLst>
                                            <p:cond delay="0"/>
                                          </p:stCondLst>
                                        </p:cTn>
                                        <p:tgtEl>
                                          <p:spTgt spid="31"/>
                                        </p:tgtEl>
                                        <p:attrNameLst>
                                          <p:attrName>style.visibility</p:attrName>
                                        </p:attrNameLst>
                                      </p:cBhvr>
                                      <p:to>
                                        <p:strVal val="visible"/>
                                      </p:to>
                                    </p:set>
                                    <p:anim calcmode="lin" valueType="num">
                                      <p:cBhvr>
                                        <p:cTn id="15" dur="500" fill="hold"/>
                                        <p:tgtEl>
                                          <p:spTgt spid="31"/>
                                        </p:tgtEl>
                                        <p:attrNameLst>
                                          <p:attrName>ppt_w</p:attrName>
                                        </p:attrNameLst>
                                      </p:cBhvr>
                                      <p:tavLst>
                                        <p:tav tm="0">
                                          <p:val>
                                            <p:fltVal val="0"/>
                                          </p:val>
                                        </p:tav>
                                        <p:tav tm="100000">
                                          <p:val>
                                            <p:strVal val="#ppt_w"/>
                                          </p:val>
                                        </p:tav>
                                      </p:tavLst>
                                    </p:anim>
                                    <p:anim calcmode="lin" valueType="num">
                                      <p:cBhvr>
                                        <p:cTn id="16" dur="500" fill="hold"/>
                                        <p:tgtEl>
                                          <p:spTgt spid="31"/>
                                        </p:tgtEl>
                                        <p:attrNameLst>
                                          <p:attrName>ppt_h</p:attrName>
                                        </p:attrNameLst>
                                      </p:cBhvr>
                                      <p:tavLst>
                                        <p:tav tm="0">
                                          <p:val>
                                            <p:fltVal val="0"/>
                                          </p:val>
                                        </p:tav>
                                        <p:tav tm="100000">
                                          <p:val>
                                            <p:strVal val="#ppt_h"/>
                                          </p:val>
                                        </p:tav>
                                      </p:tavLst>
                                    </p:anim>
                                    <p:animEffect transition="in" filter="fade">
                                      <p:cBhvr>
                                        <p:cTn id="17" dur="500"/>
                                        <p:tgtEl>
                                          <p:spTgt spid="31"/>
                                        </p:tgtEl>
                                      </p:cBhvr>
                                    </p:animEffect>
                                  </p:childTnLst>
                                </p:cTn>
                              </p:par>
                            </p:childTnLst>
                          </p:cTn>
                        </p:par>
                        <p:par>
                          <p:cTn id="18" fill="hold">
                            <p:stCondLst>
                              <p:cond delay="1500"/>
                            </p:stCondLst>
                            <p:childTnLst>
                              <p:par>
                                <p:cTn id="19" presetID="22" presetClass="entr" presetSubtype="8" fill="hold" grpId="0" nodeType="afterEffect">
                                  <p:stCondLst>
                                    <p:cond delay="0"/>
                                  </p:stCondLst>
                                  <p:childTnLst>
                                    <p:set>
                                      <p:cBhvr>
                                        <p:cTn id="20" dur="1" fill="hold">
                                          <p:stCondLst>
                                            <p:cond delay="0"/>
                                          </p:stCondLst>
                                        </p:cTn>
                                        <p:tgtEl>
                                          <p:spTgt spid="22">
                                            <p:txEl>
                                              <p:pRg st="0" end="0"/>
                                            </p:txEl>
                                          </p:spTgt>
                                        </p:tgtEl>
                                        <p:attrNameLst>
                                          <p:attrName>style.visibility</p:attrName>
                                        </p:attrNameLst>
                                      </p:cBhvr>
                                      <p:to>
                                        <p:strVal val="visible"/>
                                      </p:to>
                                    </p:set>
                                    <p:animEffect transition="in" filter="wipe(left)">
                                      <p:cBhvr>
                                        <p:cTn id="21" dur="500"/>
                                        <p:tgtEl>
                                          <p:spTgt spid="22">
                                            <p:txEl>
                                              <p:pRg st="0" end="0"/>
                                            </p:txEl>
                                          </p:spTgt>
                                        </p:tgtEl>
                                      </p:cBhvr>
                                    </p:animEffect>
                                  </p:childTnLst>
                                </p:cTn>
                              </p:par>
                            </p:childTnLst>
                          </p:cTn>
                        </p:par>
                        <p:par>
                          <p:cTn id="22" fill="hold">
                            <p:stCondLst>
                              <p:cond delay="2000"/>
                            </p:stCondLst>
                            <p:childTnLst>
                              <p:par>
                                <p:cTn id="23" presetID="22" presetClass="entr" presetSubtype="8" fill="hold" grpId="0" nodeType="afterEffect">
                                  <p:stCondLst>
                                    <p:cond delay="0"/>
                                  </p:stCondLst>
                                  <p:childTnLst>
                                    <p:set>
                                      <p:cBhvr>
                                        <p:cTn id="24" dur="1" fill="hold">
                                          <p:stCondLst>
                                            <p:cond delay="0"/>
                                          </p:stCondLst>
                                        </p:cTn>
                                        <p:tgtEl>
                                          <p:spTgt spid="43">
                                            <p:txEl>
                                              <p:pRg st="0" end="0"/>
                                            </p:txEl>
                                          </p:spTgt>
                                        </p:tgtEl>
                                        <p:attrNameLst>
                                          <p:attrName>style.visibility</p:attrName>
                                        </p:attrNameLst>
                                      </p:cBhvr>
                                      <p:to>
                                        <p:strVal val="visible"/>
                                      </p:to>
                                    </p:set>
                                    <p:animEffect transition="in" filter="wipe(left)">
                                      <p:cBhvr>
                                        <p:cTn id="25" dur="500"/>
                                        <p:tgtEl>
                                          <p:spTgt spid="43">
                                            <p:txEl>
                                              <p:pRg st="0" end="0"/>
                                            </p:txEl>
                                          </p:spTgt>
                                        </p:tgtEl>
                                      </p:cBhvr>
                                    </p:animEffect>
                                  </p:childTnLst>
                                </p:cTn>
                              </p:par>
                            </p:childTnLst>
                          </p:cTn>
                        </p:par>
                        <p:par>
                          <p:cTn id="26" fill="hold">
                            <p:stCondLst>
                              <p:cond delay="2500"/>
                            </p:stCondLst>
                            <p:childTnLst>
                              <p:par>
                                <p:cTn id="27" presetID="22" presetClass="entr" presetSubtype="8" fill="hold" grpId="0" nodeType="afterEffect">
                                  <p:stCondLst>
                                    <p:cond delay="0"/>
                                  </p:stCondLst>
                                  <p:childTnLst>
                                    <p:set>
                                      <p:cBhvr>
                                        <p:cTn id="28" dur="1" fill="hold">
                                          <p:stCondLst>
                                            <p:cond delay="0"/>
                                          </p:stCondLst>
                                        </p:cTn>
                                        <p:tgtEl>
                                          <p:spTgt spid="14">
                                            <p:txEl>
                                              <p:pRg st="0" end="0"/>
                                            </p:txEl>
                                          </p:spTgt>
                                        </p:tgtEl>
                                        <p:attrNameLst>
                                          <p:attrName>style.visibility</p:attrName>
                                        </p:attrNameLst>
                                      </p:cBhvr>
                                      <p:to>
                                        <p:strVal val="visible"/>
                                      </p:to>
                                    </p:set>
                                    <p:animEffect transition="in" filter="wipe(left)">
                                      <p:cBhvr>
                                        <p:cTn id="29" dur="500"/>
                                        <p:tgtEl>
                                          <p:spTgt spid="14">
                                            <p:txEl>
                                              <p:pRg st="0" end="0"/>
                                            </p:txEl>
                                          </p:spTgt>
                                        </p:tgtEl>
                                      </p:cBhvr>
                                    </p:animEffect>
                                  </p:childTnLst>
                                </p:cTn>
                              </p:par>
                            </p:childTnLst>
                          </p:cTn>
                        </p:par>
                        <p:par>
                          <p:cTn id="30" fill="hold">
                            <p:stCondLst>
                              <p:cond delay="3000"/>
                            </p:stCondLst>
                            <p:childTnLst>
                              <p:par>
                                <p:cTn id="31" presetID="53" presetClass="entr" presetSubtype="0" fill="hold" grpId="0" nodeType="afterEffect">
                                  <p:stCondLst>
                                    <p:cond delay="0"/>
                                  </p:stCondLst>
                                  <p:childTnLst>
                                    <p:set>
                                      <p:cBhvr>
                                        <p:cTn id="32" dur="1" fill="hold">
                                          <p:stCondLst>
                                            <p:cond delay="0"/>
                                          </p:stCondLst>
                                        </p:cTn>
                                        <p:tgtEl>
                                          <p:spTgt spid="66"/>
                                        </p:tgtEl>
                                        <p:attrNameLst>
                                          <p:attrName>style.visibility</p:attrName>
                                        </p:attrNameLst>
                                      </p:cBhvr>
                                      <p:to>
                                        <p:strVal val="visible"/>
                                      </p:to>
                                    </p:set>
                                    <p:anim calcmode="lin" valueType="num">
                                      <p:cBhvr>
                                        <p:cTn id="33" dur="500" fill="hold"/>
                                        <p:tgtEl>
                                          <p:spTgt spid="66"/>
                                        </p:tgtEl>
                                        <p:attrNameLst>
                                          <p:attrName>ppt_w</p:attrName>
                                        </p:attrNameLst>
                                      </p:cBhvr>
                                      <p:tavLst>
                                        <p:tav tm="0">
                                          <p:val>
                                            <p:fltVal val="0"/>
                                          </p:val>
                                        </p:tav>
                                        <p:tav tm="100000">
                                          <p:val>
                                            <p:strVal val="#ppt_w"/>
                                          </p:val>
                                        </p:tav>
                                      </p:tavLst>
                                    </p:anim>
                                    <p:anim calcmode="lin" valueType="num">
                                      <p:cBhvr>
                                        <p:cTn id="34" dur="500" fill="hold"/>
                                        <p:tgtEl>
                                          <p:spTgt spid="66"/>
                                        </p:tgtEl>
                                        <p:attrNameLst>
                                          <p:attrName>ppt_h</p:attrName>
                                        </p:attrNameLst>
                                      </p:cBhvr>
                                      <p:tavLst>
                                        <p:tav tm="0">
                                          <p:val>
                                            <p:fltVal val="0"/>
                                          </p:val>
                                        </p:tav>
                                        <p:tav tm="100000">
                                          <p:val>
                                            <p:strVal val="#ppt_h"/>
                                          </p:val>
                                        </p:tav>
                                      </p:tavLst>
                                    </p:anim>
                                    <p:animEffect transition="in" filter="fade">
                                      <p:cBhvr>
                                        <p:cTn id="35" dur="500"/>
                                        <p:tgtEl>
                                          <p:spTgt spid="66"/>
                                        </p:tgtEl>
                                      </p:cBhvr>
                                    </p:animEffect>
                                  </p:childTnLst>
                                </p:cTn>
                              </p:par>
                            </p:childTnLst>
                          </p:cTn>
                        </p:par>
                        <p:par>
                          <p:cTn id="36" fill="hold">
                            <p:stCondLst>
                              <p:cond delay="3500"/>
                            </p:stCondLst>
                            <p:childTnLst>
                              <p:par>
                                <p:cTn id="37" presetID="22" presetClass="entr" presetSubtype="8" fill="hold" grpId="0" nodeType="afterEffect">
                                  <p:stCondLst>
                                    <p:cond delay="0"/>
                                  </p:stCondLst>
                                  <p:childTnLst>
                                    <p:set>
                                      <p:cBhvr>
                                        <p:cTn id="38" dur="1" fill="hold">
                                          <p:stCondLst>
                                            <p:cond delay="0"/>
                                          </p:stCondLst>
                                        </p:cTn>
                                        <p:tgtEl>
                                          <p:spTgt spid="68">
                                            <p:txEl>
                                              <p:pRg st="0" end="0"/>
                                            </p:txEl>
                                          </p:spTgt>
                                        </p:tgtEl>
                                        <p:attrNameLst>
                                          <p:attrName>style.visibility</p:attrName>
                                        </p:attrNameLst>
                                      </p:cBhvr>
                                      <p:to>
                                        <p:strVal val="visible"/>
                                      </p:to>
                                    </p:set>
                                    <p:animEffect transition="in" filter="wipe(left)">
                                      <p:cBhvr>
                                        <p:cTn id="39" dur="500"/>
                                        <p:tgtEl>
                                          <p:spTgt spid="68">
                                            <p:txEl>
                                              <p:pRg st="0" end="0"/>
                                            </p:txEl>
                                          </p:spTgt>
                                        </p:tgtEl>
                                      </p:cBhvr>
                                    </p:animEffect>
                                  </p:childTnLst>
                                </p:cTn>
                              </p:par>
                            </p:childTnLst>
                          </p:cTn>
                        </p:par>
                        <p:par>
                          <p:cTn id="40" fill="hold">
                            <p:stCondLst>
                              <p:cond delay="4000"/>
                            </p:stCondLst>
                            <p:childTnLst>
                              <p:par>
                                <p:cTn id="41" presetID="22" presetClass="entr" presetSubtype="8" fill="hold" grpId="0" nodeType="afterEffect">
                                  <p:stCondLst>
                                    <p:cond delay="0"/>
                                  </p:stCondLst>
                                  <p:childTnLst>
                                    <p:set>
                                      <p:cBhvr>
                                        <p:cTn id="42" dur="1" fill="hold">
                                          <p:stCondLst>
                                            <p:cond delay="0"/>
                                          </p:stCondLst>
                                        </p:cTn>
                                        <p:tgtEl>
                                          <p:spTgt spid="69">
                                            <p:txEl>
                                              <p:pRg st="0" end="0"/>
                                            </p:txEl>
                                          </p:spTgt>
                                        </p:tgtEl>
                                        <p:attrNameLst>
                                          <p:attrName>style.visibility</p:attrName>
                                        </p:attrNameLst>
                                      </p:cBhvr>
                                      <p:to>
                                        <p:strVal val="visible"/>
                                      </p:to>
                                    </p:set>
                                    <p:animEffect transition="in" filter="wipe(left)">
                                      <p:cBhvr>
                                        <p:cTn id="43" dur="500"/>
                                        <p:tgtEl>
                                          <p:spTgt spid="69">
                                            <p:txEl>
                                              <p:pRg st="0" end="0"/>
                                            </p:txEl>
                                          </p:spTgt>
                                        </p:tgtEl>
                                      </p:cBhvr>
                                    </p:animEffect>
                                  </p:childTnLst>
                                </p:cTn>
                              </p:par>
                            </p:childTnLst>
                          </p:cTn>
                        </p:par>
                        <p:par>
                          <p:cTn id="44" fill="hold">
                            <p:stCondLst>
                              <p:cond delay="4500"/>
                            </p:stCondLst>
                            <p:childTnLst>
                              <p:par>
                                <p:cTn id="45" presetID="22" presetClass="entr" presetSubtype="8" fill="hold" grpId="0" nodeType="afterEffect">
                                  <p:stCondLst>
                                    <p:cond delay="0"/>
                                  </p:stCondLst>
                                  <p:childTnLst>
                                    <p:set>
                                      <p:cBhvr>
                                        <p:cTn id="46" dur="1" fill="hold">
                                          <p:stCondLst>
                                            <p:cond delay="0"/>
                                          </p:stCondLst>
                                        </p:cTn>
                                        <p:tgtEl>
                                          <p:spTgt spid="67">
                                            <p:txEl>
                                              <p:pRg st="0" end="0"/>
                                            </p:txEl>
                                          </p:spTgt>
                                        </p:tgtEl>
                                        <p:attrNameLst>
                                          <p:attrName>style.visibility</p:attrName>
                                        </p:attrNameLst>
                                      </p:cBhvr>
                                      <p:to>
                                        <p:strVal val="visible"/>
                                      </p:to>
                                    </p:set>
                                    <p:animEffect transition="in" filter="wipe(left)">
                                      <p:cBhvr>
                                        <p:cTn id="47" dur="500"/>
                                        <p:tgtEl>
                                          <p:spTgt spid="67">
                                            <p:txEl>
                                              <p:pRg st="0" end="0"/>
                                            </p:txEl>
                                          </p:spTgt>
                                        </p:tgtEl>
                                      </p:cBhvr>
                                    </p:animEffect>
                                  </p:childTnLst>
                                </p:cTn>
                              </p:par>
                            </p:childTnLst>
                          </p:cTn>
                        </p:par>
                        <p:par>
                          <p:cTn id="48" fill="hold">
                            <p:stCondLst>
                              <p:cond delay="5000"/>
                            </p:stCondLst>
                            <p:childTnLst>
                              <p:par>
                                <p:cTn id="49" presetID="22" presetClass="entr" presetSubtype="4" fill="hold" nodeType="afterEffect">
                                  <p:stCondLst>
                                    <p:cond delay="0"/>
                                  </p:stCondLst>
                                  <p:childTnLst>
                                    <p:set>
                                      <p:cBhvr>
                                        <p:cTn id="50" dur="1" fill="hold">
                                          <p:stCondLst>
                                            <p:cond delay="0"/>
                                          </p:stCondLst>
                                        </p:cTn>
                                        <p:tgtEl>
                                          <p:spTgt spid="70"/>
                                        </p:tgtEl>
                                        <p:attrNameLst>
                                          <p:attrName>style.visibility</p:attrName>
                                        </p:attrNameLst>
                                      </p:cBhvr>
                                      <p:to>
                                        <p:strVal val="visible"/>
                                      </p:to>
                                    </p:set>
                                    <p:animEffect transition="in" filter="wipe(down)">
                                      <p:cBhvr>
                                        <p:cTn id="51" dur="500"/>
                                        <p:tgtEl>
                                          <p:spTgt spid="70"/>
                                        </p:tgtEl>
                                      </p:cBhvr>
                                    </p:animEffect>
                                  </p:childTnLst>
                                </p:cTn>
                              </p:par>
                            </p:childTnLst>
                          </p:cTn>
                        </p:par>
                        <p:par>
                          <p:cTn id="52" fill="hold">
                            <p:stCondLst>
                              <p:cond delay="5500"/>
                            </p:stCondLst>
                            <p:childTnLst>
                              <p:par>
                                <p:cTn id="53" presetID="53" presetClass="entr" presetSubtype="0" fill="hold" grpId="0" nodeType="afterEffect">
                                  <p:stCondLst>
                                    <p:cond delay="0"/>
                                  </p:stCondLst>
                                  <p:childTnLst>
                                    <p:set>
                                      <p:cBhvr>
                                        <p:cTn id="54" dur="1" fill="hold">
                                          <p:stCondLst>
                                            <p:cond delay="0"/>
                                          </p:stCondLst>
                                        </p:cTn>
                                        <p:tgtEl>
                                          <p:spTgt spid="71"/>
                                        </p:tgtEl>
                                        <p:attrNameLst>
                                          <p:attrName>style.visibility</p:attrName>
                                        </p:attrNameLst>
                                      </p:cBhvr>
                                      <p:to>
                                        <p:strVal val="visible"/>
                                      </p:to>
                                    </p:set>
                                    <p:anim calcmode="lin" valueType="num">
                                      <p:cBhvr>
                                        <p:cTn id="55" dur="500" fill="hold"/>
                                        <p:tgtEl>
                                          <p:spTgt spid="71"/>
                                        </p:tgtEl>
                                        <p:attrNameLst>
                                          <p:attrName>ppt_w</p:attrName>
                                        </p:attrNameLst>
                                      </p:cBhvr>
                                      <p:tavLst>
                                        <p:tav tm="0">
                                          <p:val>
                                            <p:fltVal val="0"/>
                                          </p:val>
                                        </p:tav>
                                        <p:tav tm="100000">
                                          <p:val>
                                            <p:strVal val="#ppt_w"/>
                                          </p:val>
                                        </p:tav>
                                      </p:tavLst>
                                    </p:anim>
                                    <p:anim calcmode="lin" valueType="num">
                                      <p:cBhvr>
                                        <p:cTn id="56" dur="500" fill="hold"/>
                                        <p:tgtEl>
                                          <p:spTgt spid="71"/>
                                        </p:tgtEl>
                                        <p:attrNameLst>
                                          <p:attrName>ppt_h</p:attrName>
                                        </p:attrNameLst>
                                      </p:cBhvr>
                                      <p:tavLst>
                                        <p:tav tm="0">
                                          <p:val>
                                            <p:fltVal val="0"/>
                                          </p:val>
                                        </p:tav>
                                        <p:tav tm="100000">
                                          <p:val>
                                            <p:strVal val="#ppt_h"/>
                                          </p:val>
                                        </p:tav>
                                      </p:tavLst>
                                    </p:anim>
                                    <p:animEffect transition="in" filter="fade">
                                      <p:cBhvr>
                                        <p:cTn id="57" dur="500"/>
                                        <p:tgtEl>
                                          <p:spTgt spid="71"/>
                                        </p:tgtEl>
                                      </p:cBhvr>
                                    </p:animEffect>
                                  </p:childTnLst>
                                </p:cTn>
                              </p:par>
                            </p:childTnLst>
                          </p:cTn>
                        </p:par>
                        <p:par>
                          <p:cTn id="58" fill="hold">
                            <p:stCondLst>
                              <p:cond delay="6000"/>
                            </p:stCondLst>
                            <p:childTnLst>
                              <p:par>
                                <p:cTn id="59" presetID="22" presetClass="entr" presetSubtype="8" fill="hold" grpId="0" nodeType="afterEffect">
                                  <p:stCondLst>
                                    <p:cond delay="0"/>
                                  </p:stCondLst>
                                  <p:childTnLst>
                                    <p:set>
                                      <p:cBhvr>
                                        <p:cTn id="60" dur="1" fill="hold">
                                          <p:stCondLst>
                                            <p:cond delay="0"/>
                                          </p:stCondLst>
                                        </p:cTn>
                                        <p:tgtEl>
                                          <p:spTgt spid="73">
                                            <p:txEl>
                                              <p:pRg st="0" end="0"/>
                                            </p:txEl>
                                          </p:spTgt>
                                        </p:tgtEl>
                                        <p:attrNameLst>
                                          <p:attrName>style.visibility</p:attrName>
                                        </p:attrNameLst>
                                      </p:cBhvr>
                                      <p:to>
                                        <p:strVal val="visible"/>
                                      </p:to>
                                    </p:set>
                                    <p:animEffect transition="in" filter="wipe(left)">
                                      <p:cBhvr>
                                        <p:cTn id="61" dur="500"/>
                                        <p:tgtEl>
                                          <p:spTgt spid="73">
                                            <p:txEl>
                                              <p:pRg st="0" end="0"/>
                                            </p:txEl>
                                          </p:spTgt>
                                        </p:tgtEl>
                                      </p:cBhvr>
                                    </p:animEffect>
                                  </p:childTnLst>
                                </p:cTn>
                              </p:par>
                            </p:childTnLst>
                          </p:cTn>
                        </p:par>
                        <p:par>
                          <p:cTn id="62" fill="hold">
                            <p:stCondLst>
                              <p:cond delay="6500"/>
                            </p:stCondLst>
                            <p:childTnLst>
                              <p:par>
                                <p:cTn id="63" presetID="22" presetClass="entr" presetSubtype="8" fill="hold" grpId="0" nodeType="afterEffect">
                                  <p:stCondLst>
                                    <p:cond delay="0"/>
                                  </p:stCondLst>
                                  <p:childTnLst>
                                    <p:set>
                                      <p:cBhvr>
                                        <p:cTn id="64" dur="1" fill="hold">
                                          <p:stCondLst>
                                            <p:cond delay="0"/>
                                          </p:stCondLst>
                                        </p:cTn>
                                        <p:tgtEl>
                                          <p:spTgt spid="74">
                                            <p:txEl>
                                              <p:pRg st="0" end="0"/>
                                            </p:txEl>
                                          </p:spTgt>
                                        </p:tgtEl>
                                        <p:attrNameLst>
                                          <p:attrName>style.visibility</p:attrName>
                                        </p:attrNameLst>
                                      </p:cBhvr>
                                      <p:to>
                                        <p:strVal val="visible"/>
                                      </p:to>
                                    </p:set>
                                    <p:animEffect transition="in" filter="wipe(left)">
                                      <p:cBhvr>
                                        <p:cTn id="65" dur="500"/>
                                        <p:tgtEl>
                                          <p:spTgt spid="74">
                                            <p:txEl>
                                              <p:pRg st="0" end="0"/>
                                            </p:txEl>
                                          </p:spTgt>
                                        </p:tgtEl>
                                      </p:cBhvr>
                                    </p:animEffect>
                                  </p:childTnLst>
                                </p:cTn>
                              </p:par>
                            </p:childTnLst>
                          </p:cTn>
                        </p:par>
                        <p:par>
                          <p:cTn id="66" fill="hold">
                            <p:stCondLst>
                              <p:cond delay="7000"/>
                            </p:stCondLst>
                            <p:childTnLst>
                              <p:par>
                                <p:cTn id="67" presetID="22" presetClass="entr" presetSubtype="8" fill="hold" grpId="0" nodeType="afterEffect">
                                  <p:stCondLst>
                                    <p:cond delay="0"/>
                                  </p:stCondLst>
                                  <p:childTnLst>
                                    <p:set>
                                      <p:cBhvr>
                                        <p:cTn id="68" dur="1" fill="hold">
                                          <p:stCondLst>
                                            <p:cond delay="0"/>
                                          </p:stCondLst>
                                        </p:cTn>
                                        <p:tgtEl>
                                          <p:spTgt spid="72">
                                            <p:txEl>
                                              <p:pRg st="0" end="0"/>
                                            </p:txEl>
                                          </p:spTgt>
                                        </p:tgtEl>
                                        <p:attrNameLst>
                                          <p:attrName>style.visibility</p:attrName>
                                        </p:attrNameLst>
                                      </p:cBhvr>
                                      <p:to>
                                        <p:strVal val="visible"/>
                                      </p:to>
                                    </p:set>
                                    <p:animEffect transition="in" filter="wipe(left)">
                                      <p:cBhvr>
                                        <p:cTn id="69" dur="500"/>
                                        <p:tgtEl>
                                          <p:spTgt spid="72">
                                            <p:txEl>
                                              <p:pRg st="0" end="0"/>
                                            </p:txEl>
                                          </p:spTgt>
                                        </p:tgtEl>
                                      </p:cBhvr>
                                    </p:animEffect>
                                  </p:childTnLst>
                                </p:cTn>
                              </p:par>
                            </p:childTnLst>
                          </p:cTn>
                        </p:par>
                        <p:par>
                          <p:cTn id="70" fill="hold">
                            <p:stCondLst>
                              <p:cond delay="7500"/>
                            </p:stCondLst>
                            <p:childTnLst>
                              <p:par>
                                <p:cTn id="71" presetID="53" presetClass="entr" presetSubtype="0" fill="hold" grpId="0" nodeType="afterEffect">
                                  <p:stCondLst>
                                    <p:cond delay="0"/>
                                  </p:stCondLst>
                                  <p:childTnLst>
                                    <p:set>
                                      <p:cBhvr>
                                        <p:cTn id="72" dur="1" fill="hold">
                                          <p:stCondLst>
                                            <p:cond delay="0"/>
                                          </p:stCondLst>
                                        </p:cTn>
                                        <p:tgtEl>
                                          <p:spTgt spid="75"/>
                                        </p:tgtEl>
                                        <p:attrNameLst>
                                          <p:attrName>style.visibility</p:attrName>
                                        </p:attrNameLst>
                                      </p:cBhvr>
                                      <p:to>
                                        <p:strVal val="visible"/>
                                      </p:to>
                                    </p:set>
                                    <p:anim calcmode="lin" valueType="num">
                                      <p:cBhvr>
                                        <p:cTn id="73" dur="500" fill="hold"/>
                                        <p:tgtEl>
                                          <p:spTgt spid="75"/>
                                        </p:tgtEl>
                                        <p:attrNameLst>
                                          <p:attrName>ppt_w</p:attrName>
                                        </p:attrNameLst>
                                      </p:cBhvr>
                                      <p:tavLst>
                                        <p:tav tm="0">
                                          <p:val>
                                            <p:fltVal val="0"/>
                                          </p:val>
                                        </p:tav>
                                        <p:tav tm="100000">
                                          <p:val>
                                            <p:strVal val="#ppt_w"/>
                                          </p:val>
                                        </p:tav>
                                      </p:tavLst>
                                    </p:anim>
                                    <p:anim calcmode="lin" valueType="num">
                                      <p:cBhvr>
                                        <p:cTn id="74" dur="500" fill="hold"/>
                                        <p:tgtEl>
                                          <p:spTgt spid="75"/>
                                        </p:tgtEl>
                                        <p:attrNameLst>
                                          <p:attrName>ppt_h</p:attrName>
                                        </p:attrNameLst>
                                      </p:cBhvr>
                                      <p:tavLst>
                                        <p:tav tm="0">
                                          <p:val>
                                            <p:fltVal val="0"/>
                                          </p:val>
                                        </p:tav>
                                        <p:tav tm="100000">
                                          <p:val>
                                            <p:strVal val="#ppt_h"/>
                                          </p:val>
                                        </p:tav>
                                      </p:tavLst>
                                    </p:anim>
                                    <p:animEffect transition="in" filter="fade">
                                      <p:cBhvr>
                                        <p:cTn id="75" dur="500"/>
                                        <p:tgtEl>
                                          <p:spTgt spid="75"/>
                                        </p:tgtEl>
                                      </p:cBhvr>
                                    </p:animEffect>
                                  </p:childTnLst>
                                </p:cTn>
                              </p:par>
                            </p:childTnLst>
                          </p:cTn>
                        </p:par>
                        <p:par>
                          <p:cTn id="76" fill="hold">
                            <p:stCondLst>
                              <p:cond delay="8000"/>
                            </p:stCondLst>
                            <p:childTnLst>
                              <p:par>
                                <p:cTn id="77" presetID="22" presetClass="entr" presetSubtype="8" fill="hold" grpId="0" nodeType="afterEffect">
                                  <p:stCondLst>
                                    <p:cond delay="0"/>
                                  </p:stCondLst>
                                  <p:childTnLst>
                                    <p:set>
                                      <p:cBhvr>
                                        <p:cTn id="78" dur="1" fill="hold">
                                          <p:stCondLst>
                                            <p:cond delay="0"/>
                                          </p:stCondLst>
                                        </p:cTn>
                                        <p:tgtEl>
                                          <p:spTgt spid="77">
                                            <p:txEl>
                                              <p:pRg st="0" end="0"/>
                                            </p:txEl>
                                          </p:spTgt>
                                        </p:tgtEl>
                                        <p:attrNameLst>
                                          <p:attrName>style.visibility</p:attrName>
                                        </p:attrNameLst>
                                      </p:cBhvr>
                                      <p:to>
                                        <p:strVal val="visible"/>
                                      </p:to>
                                    </p:set>
                                    <p:animEffect transition="in" filter="wipe(left)">
                                      <p:cBhvr>
                                        <p:cTn id="79" dur="500"/>
                                        <p:tgtEl>
                                          <p:spTgt spid="77">
                                            <p:txEl>
                                              <p:pRg st="0" end="0"/>
                                            </p:txEl>
                                          </p:spTgt>
                                        </p:tgtEl>
                                      </p:cBhvr>
                                    </p:animEffect>
                                  </p:childTnLst>
                                </p:cTn>
                              </p:par>
                            </p:childTnLst>
                          </p:cTn>
                        </p:par>
                        <p:par>
                          <p:cTn id="80" fill="hold">
                            <p:stCondLst>
                              <p:cond delay="8500"/>
                            </p:stCondLst>
                            <p:childTnLst>
                              <p:par>
                                <p:cTn id="81" presetID="22" presetClass="entr" presetSubtype="8" fill="hold" grpId="0" nodeType="afterEffect">
                                  <p:stCondLst>
                                    <p:cond delay="0"/>
                                  </p:stCondLst>
                                  <p:childTnLst>
                                    <p:set>
                                      <p:cBhvr>
                                        <p:cTn id="82" dur="1" fill="hold">
                                          <p:stCondLst>
                                            <p:cond delay="0"/>
                                          </p:stCondLst>
                                        </p:cTn>
                                        <p:tgtEl>
                                          <p:spTgt spid="78">
                                            <p:txEl>
                                              <p:pRg st="0" end="0"/>
                                            </p:txEl>
                                          </p:spTgt>
                                        </p:tgtEl>
                                        <p:attrNameLst>
                                          <p:attrName>style.visibility</p:attrName>
                                        </p:attrNameLst>
                                      </p:cBhvr>
                                      <p:to>
                                        <p:strVal val="visible"/>
                                      </p:to>
                                    </p:set>
                                    <p:animEffect transition="in" filter="wipe(left)">
                                      <p:cBhvr>
                                        <p:cTn id="83" dur="500"/>
                                        <p:tgtEl>
                                          <p:spTgt spid="78">
                                            <p:txEl>
                                              <p:pRg st="0" end="0"/>
                                            </p:txEl>
                                          </p:spTgt>
                                        </p:tgtEl>
                                      </p:cBhvr>
                                    </p:animEffect>
                                  </p:childTnLst>
                                </p:cTn>
                              </p:par>
                            </p:childTnLst>
                          </p:cTn>
                        </p:par>
                        <p:par>
                          <p:cTn id="84" fill="hold">
                            <p:stCondLst>
                              <p:cond delay="9000"/>
                            </p:stCondLst>
                            <p:childTnLst>
                              <p:par>
                                <p:cTn id="85" presetID="22" presetClass="entr" presetSubtype="8" fill="hold" grpId="0" nodeType="afterEffect">
                                  <p:stCondLst>
                                    <p:cond delay="0"/>
                                  </p:stCondLst>
                                  <p:childTnLst>
                                    <p:set>
                                      <p:cBhvr>
                                        <p:cTn id="86" dur="1" fill="hold">
                                          <p:stCondLst>
                                            <p:cond delay="0"/>
                                          </p:stCondLst>
                                        </p:cTn>
                                        <p:tgtEl>
                                          <p:spTgt spid="76">
                                            <p:txEl>
                                              <p:pRg st="0" end="0"/>
                                            </p:txEl>
                                          </p:spTgt>
                                        </p:tgtEl>
                                        <p:attrNameLst>
                                          <p:attrName>style.visibility</p:attrName>
                                        </p:attrNameLst>
                                      </p:cBhvr>
                                      <p:to>
                                        <p:strVal val="visible"/>
                                      </p:to>
                                    </p:set>
                                    <p:animEffect transition="in" filter="wipe(left)">
                                      <p:cBhvr>
                                        <p:cTn id="87" dur="500"/>
                                        <p:tgtEl>
                                          <p:spTgt spid="76">
                                            <p:txEl>
                                              <p:pRg st="0" end="0"/>
                                            </p:txEl>
                                          </p:spTgt>
                                        </p:tgtEl>
                                      </p:cBhvr>
                                    </p:animEffect>
                                  </p:childTnLst>
                                </p:cTn>
                              </p:par>
                            </p:childTnLst>
                          </p:cTn>
                        </p:par>
                        <p:par>
                          <p:cTn id="88" fill="hold">
                            <p:stCondLst>
                              <p:cond delay="9500"/>
                            </p:stCondLst>
                            <p:childTnLst>
                              <p:par>
                                <p:cTn id="89" presetID="53" presetClass="entr" presetSubtype="0" fill="hold" grpId="0" nodeType="afterEffect">
                                  <p:stCondLst>
                                    <p:cond delay="0"/>
                                  </p:stCondLst>
                                  <p:childTnLst>
                                    <p:set>
                                      <p:cBhvr>
                                        <p:cTn id="90" dur="1" fill="hold">
                                          <p:stCondLst>
                                            <p:cond delay="0"/>
                                          </p:stCondLst>
                                        </p:cTn>
                                        <p:tgtEl>
                                          <p:spTgt spid="79"/>
                                        </p:tgtEl>
                                        <p:attrNameLst>
                                          <p:attrName>style.visibility</p:attrName>
                                        </p:attrNameLst>
                                      </p:cBhvr>
                                      <p:to>
                                        <p:strVal val="visible"/>
                                      </p:to>
                                    </p:set>
                                    <p:anim calcmode="lin" valueType="num">
                                      <p:cBhvr>
                                        <p:cTn id="91" dur="500" fill="hold"/>
                                        <p:tgtEl>
                                          <p:spTgt spid="79"/>
                                        </p:tgtEl>
                                        <p:attrNameLst>
                                          <p:attrName>ppt_w</p:attrName>
                                        </p:attrNameLst>
                                      </p:cBhvr>
                                      <p:tavLst>
                                        <p:tav tm="0">
                                          <p:val>
                                            <p:fltVal val="0"/>
                                          </p:val>
                                        </p:tav>
                                        <p:tav tm="100000">
                                          <p:val>
                                            <p:strVal val="#ppt_w"/>
                                          </p:val>
                                        </p:tav>
                                      </p:tavLst>
                                    </p:anim>
                                    <p:anim calcmode="lin" valueType="num">
                                      <p:cBhvr>
                                        <p:cTn id="92" dur="500" fill="hold"/>
                                        <p:tgtEl>
                                          <p:spTgt spid="79"/>
                                        </p:tgtEl>
                                        <p:attrNameLst>
                                          <p:attrName>ppt_h</p:attrName>
                                        </p:attrNameLst>
                                      </p:cBhvr>
                                      <p:tavLst>
                                        <p:tav tm="0">
                                          <p:val>
                                            <p:fltVal val="0"/>
                                          </p:val>
                                        </p:tav>
                                        <p:tav tm="100000">
                                          <p:val>
                                            <p:strVal val="#ppt_h"/>
                                          </p:val>
                                        </p:tav>
                                      </p:tavLst>
                                    </p:anim>
                                    <p:animEffect transition="in" filter="fade">
                                      <p:cBhvr>
                                        <p:cTn id="93" dur="500"/>
                                        <p:tgtEl>
                                          <p:spTgt spid="79"/>
                                        </p:tgtEl>
                                      </p:cBhvr>
                                    </p:animEffect>
                                  </p:childTnLst>
                                </p:cTn>
                              </p:par>
                            </p:childTnLst>
                          </p:cTn>
                        </p:par>
                        <p:par>
                          <p:cTn id="94" fill="hold">
                            <p:stCondLst>
                              <p:cond delay="10000"/>
                            </p:stCondLst>
                            <p:childTnLst>
                              <p:par>
                                <p:cTn id="95" presetID="22" presetClass="entr" presetSubtype="8" fill="hold" grpId="0" nodeType="afterEffect">
                                  <p:stCondLst>
                                    <p:cond delay="0"/>
                                  </p:stCondLst>
                                  <p:childTnLst>
                                    <p:set>
                                      <p:cBhvr>
                                        <p:cTn id="96" dur="1" fill="hold">
                                          <p:stCondLst>
                                            <p:cond delay="0"/>
                                          </p:stCondLst>
                                        </p:cTn>
                                        <p:tgtEl>
                                          <p:spTgt spid="81">
                                            <p:txEl>
                                              <p:pRg st="0" end="0"/>
                                            </p:txEl>
                                          </p:spTgt>
                                        </p:tgtEl>
                                        <p:attrNameLst>
                                          <p:attrName>style.visibility</p:attrName>
                                        </p:attrNameLst>
                                      </p:cBhvr>
                                      <p:to>
                                        <p:strVal val="visible"/>
                                      </p:to>
                                    </p:set>
                                    <p:animEffect transition="in" filter="wipe(left)">
                                      <p:cBhvr>
                                        <p:cTn id="97" dur="500"/>
                                        <p:tgtEl>
                                          <p:spTgt spid="81">
                                            <p:txEl>
                                              <p:pRg st="0" end="0"/>
                                            </p:txEl>
                                          </p:spTgt>
                                        </p:tgtEl>
                                      </p:cBhvr>
                                    </p:animEffect>
                                  </p:childTnLst>
                                </p:cTn>
                              </p:par>
                            </p:childTnLst>
                          </p:cTn>
                        </p:par>
                        <p:par>
                          <p:cTn id="98" fill="hold">
                            <p:stCondLst>
                              <p:cond delay="10500"/>
                            </p:stCondLst>
                            <p:childTnLst>
                              <p:par>
                                <p:cTn id="99" presetID="22" presetClass="entr" presetSubtype="8" fill="hold" grpId="0" nodeType="afterEffect">
                                  <p:stCondLst>
                                    <p:cond delay="0"/>
                                  </p:stCondLst>
                                  <p:childTnLst>
                                    <p:set>
                                      <p:cBhvr>
                                        <p:cTn id="100" dur="1" fill="hold">
                                          <p:stCondLst>
                                            <p:cond delay="0"/>
                                          </p:stCondLst>
                                        </p:cTn>
                                        <p:tgtEl>
                                          <p:spTgt spid="82">
                                            <p:txEl>
                                              <p:pRg st="0" end="0"/>
                                            </p:txEl>
                                          </p:spTgt>
                                        </p:tgtEl>
                                        <p:attrNameLst>
                                          <p:attrName>style.visibility</p:attrName>
                                        </p:attrNameLst>
                                      </p:cBhvr>
                                      <p:to>
                                        <p:strVal val="visible"/>
                                      </p:to>
                                    </p:set>
                                    <p:animEffect transition="in" filter="wipe(left)">
                                      <p:cBhvr>
                                        <p:cTn id="101" dur="500"/>
                                        <p:tgtEl>
                                          <p:spTgt spid="82">
                                            <p:txEl>
                                              <p:pRg st="0" end="0"/>
                                            </p:txEl>
                                          </p:spTgt>
                                        </p:tgtEl>
                                      </p:cBhvr>
                                    </p:animEffect>
                                  </p:childTnLst>
                                </p:cTn>
                              </p:par>
                            </p:childTnLst>
                          </p:cTn>
                        </p:par>
                        <p:par>
                          <p:cTn id="102" fill="hold">
                            <p:stCondLst>
                              <p:cond delay="11000"/>
                            </p:stCondLst>
                            <p:childTnLst>
                              <p:par>
                                <p:cTn id="103" presetID="22" presetClass="entr" presetSubtype="8" fill="hold" grpId="0" nodeType="afterEffect">
                                  <p:stCondLst>
                                    <p:cond delay="0"/>
                                  </p:stCondLst>
                                  <p:childTnLst>
                                    <p:set>
                                      <p:cBhvr>
                                        <p:cTn id="104" dur="1" fill="hold">
                                          <p:stCondLst>
                                            <p:cond delay="0"/>
                                          </p:stCondLst>
                                        </p:cTn>
                                        <p:tgtEl>
                                          <p:spTgt spid="80">
                                            <p:txEl>
                                              <p:pRg st="0" end="0"/>
                                            </p:txEl>
                                          </p:spTgt>
                                        </p:tgtEl>
                                        <p:attrNameLst>
                                          <p:attrName>style.visibility</p:attrName>
                                        </p:attrNameLst>
                                      </p:cBhvr>
                                      <p:to>
                                        <p:strVal val="visible"/>
                                      </p:to>
                                    </p:set>
                                    <p:animEffect transition="in" filter="wipe(left)">
                                      <p:cBhvr>
                                        <p:cTn id="105" dur="500"/>
                                        <p:tgtEl>
                                          <p:spTgt spid="80">
                                            <p:txEl>
                                              <p:pRg st="0" end="0"/>
                                            </p:txEl>
                                          </p:spTgt>
                                        </p:tgtEl>
                                      </p:cBhvr>
                                    </p:animEffect>
                                  </p:childTnLst>
                                </p:cTn>
                              </p:par>
                            </p:childTnLst>
                          </p:cTn>
                        </p:par>
                        <p:par>
                          <p:cTn id="106" fill="hold">
                            <p:stCondLst>
                              <p:cond delay="11500"/>
                            </p:stCondLst>
                            <p:childTnLst>
                              <p:par>
                                <p:cTn id="107" presetID="53" presetClass="entr" presetSubtype="0" fill="hold" grpId="0" nodeType="afterEffect">
                                  <p:stCondLst>
                                    <p:cond delay="0"/>
                                  </p:stCondLst>
                                  <p:childTnLst>
                                    <p:set>
                                      <p:cBhvr>
                                        <p:cTn id="108" dur="1" fill="hold">
                                          <p:stCondLst>
                                            <p:cond delay="0"/>
                                          </p:stCondLst>
                                        </p:cTn>
                                        <p:tgtEl>
                                          <p:spTgt spid="83"/>
                                        </p:tgtEl>
                                        <p:attrNameLst>
                                          <p:attrName>style.visibility</p:attrName>
                                        </p:attrNameLst>
                                      </p:cBhvr>
                                      <p:to>
                                        <p:strVal val="visible"/>
                                      </p:to>
                                    </p:set>
                                    <p:anim calcmode="lin" valueType="num">
                                      <p:cBhvr>
                                        <p:cTn id="109" dur="500" fill="hold"/>
                                        <p:tgtEl>
                                          <p:spTgt spid="83"/>
                                        </p:tgtEl>
                                        <p:attrNameLst>
                                          <p:attrName>ppt_w</p:attrName>
                                        </p:attrNameLst>
                                      </p:cBhvr>
                                      <p:tavLst>
                                        <p:tav tm="0">
                                          <p:val>
                                            <p:fltVal val="0"/>
                                          </p:val>
                                        </p:tav>
                                        <p:tav tm="100000">
                                          <p:val>
                                            <p:strVal val="#ppt_w"/>
                                          </p:val>
                                        </p:tav>
                                      </p:tavLst>
                                    </p:anim>
                                    <p:anim calcmode="lin" valueType="num">
                                      <p:cBhvr>
                                        <p:cTn id="110" dur="500" fill="hold"/>
                                        <p:tgtEl>
                                          <p:spTgt spid="83"/>
                                        </p:tgtEl>
                                        <p:attrNameLst>
                                          <p:attrName>ppt_h</p:attrName>
                                        </p:attrNameLst>
                                      </p:cBhvr>
                                      <p:tavLst>
                                        <p:tav tm="0">
                                          <p:val>
                                            <p:fltVal val="0"/>
                                          </p:val>
                                        </p:tav>
                                        <p:tav tm="100000">
                                          <p:val>
                                            <p:strVal val="#ppt_h"/>
                                          </p:val>
                                        </p:tav>
                                      </p:tavLst>
                                    </p:anim>
                                    <p:animEffect transition="in" filter="fade">
                                      <p:cBhvr>
                                        <p:cTn id="111" dur="500"/>
                                        <p:tgtEl>
                                          <p:spTgt spid="83"/>
                                        </p:tgtEl>
                                      </p:cBhvr>
                                    </p:animEffect>
                                  </p:childTnLst>
                                </p:cTn>
                              </p:par>
                            </p:childTnLst>
                          </p:cTn>
                        </p:par>
                        <p:par>
                          <p:cTn id="112" fill="hold">
                            <p:stCondLst>
                              <p:cond delay="12000"/>
                            </p:stCondLst>
                            <p:childTnLst>
                              <p:par>
                                <p:cTn id="113" presetID="22" presetClass="entr" presetSubtype="8" fill="hold" grpId="0" nodeType="afterEffect">
                                  <p:stCondLst>
                                    <p:cond delay="0"/>
                                  </p:stCondLst>
                                  <p:childTnLst>
                                    <p:set>
                                      <p:cBhvr>
                                        <p:cTn id="114" dur="1" fill="hold">
                                          <p:stCondLst>
                                            <p:cond delay="0"/>
                                          </p:stCondLst>
                                        </p:cTn>
                                        <p:tgtEl>
                                          <p:spTgt spid="85">
                                            <p:txEl>
                                              <p:pRg st="0" end="0"/>
                                            </p:txEl>
                                          </p:spTgt>
                                        </p:tgtEl>
                                        <p:attrNameLst>
                                          <p:attrName>style.visibility</p:attrName>
                                        </p:attrNameLst>
                                      </p:cBhvr>
                                      <p:to>
                                        <p:strVal val="visible"/>
                                      </p:to>
                                    </p:set>
                                    <p:animEffect transition="in" filter="wipe(left)">
                                      <p:cBhvr>
                                        <p:cTn id="115" dur="500"/>
                                        <p:tgtEl>
                                          <p:spTgt spid="85">
                                            <p:txEl>
                                              <p:pRg st="0" end="0"/>
                                            </p:txEl>
                                          </p:spTgt>
                                        </p:tgtEl>
                                      </p:cBhvr>
                                    </p:animEffect>
                                  </p:childTnLst>
                                </p:cTn>
                              </p:par>
                            </p:childTnLst>
                          </p:cTn>
                        </p:par>
                        <p:par>
                          <p:cTn id="116" fill="hold">
                            <p:stCondLst>
                              <p:cond delay="12500"/>
                            </p:stCondLst>
                            <p:childTnLst>
                              <p:par>
                                <p:cTn id="117" presetID="22" presetClass="entr" presetSubtype="8" fill="hold" grpId="0" nodeType="afterEffect">
                                  <p:stCondLst>
                                    <p:cond delay="0"/>
                                  </p:stCondLst>
                                  <p:childTnLst>
                                    <p:set>
                                      <p:cBhvr>
                                        <p:cTn id="118" dur="1" fill="hold">
                                          <p:stCondLst>
                                            <p:cond delay="0"/>
                                          </p:stCondLst>
                                        </p:cTn>
                                        <p:tgtEl>
                                          <p:spTgt spid="86">
                                            <p:txEl>
                                              <p:pRg st="0" end="0"/>
                                            </p:txEl>
                                          </p:spTgt>
                                        </p:tgtEl>
                                        <p:attrNameLst>
                                          <p:attrName>style.visibility</p:attrName>
                                        </p:attrNameLst>
                                      </p:cBhvr>
                                      <p:to>
                                        <p:strVal val="visible"/>
                                      </p:to>
                                    </p:set>
                                    <p:animEffect transition="in" filter="wipe(left)">
                                      <p:cBhvr>
                                        <p:cTn id="119" dur="500"/>
                                        <p:tgtEl>
                                          <p:spTgt spid="86">
                                            <p:txEl>
                                              <p:pRg st="0" end="0"/>
                                            </p:txEl>
                                          </p:spTgt>
                                        </p:tgtEl>
                                      </p:cBhvr>
                                    </p:animEffect>
                                  </p:childTnLst>
                                </p:cTn>
                              </p:par>
                            </p:childTnLst>
                          </p:cTn>
                        </p:par>
                        <p:par>
                          <p:cTn id="120" fill="hold">
                            <p:stCondLst>
                              <p:cond delay="13000"/>
                            </p:stCondLst>
                            <p:childTnLst>
                              <p:par>
                                <p:cTn id="121" presetID="22" presetClass="entr" presetSubtype="8" fill="hold" grpId="0" nodeType="afterEffect">
                                  <p:stCondLst>
                                    <p:cond delay="0"/>
                                  </p:stCondLst>
                                  <p:childTnLst>
                                    <p:set>
                                      <p:cBhvr>
                                        <p:cTn id="122" dur="1" fill="hold">
                                          <p:stCondLst>
                                            <p:cond delay="0"/>
                                          </p:stCondLst>
                                        </p:cTn>
                                        <p:tgtEl>
                                          <p:spTgt spid="84">
                                            <p:txEl>
                                              <p:pRg st="0" end="0"/>
                                            </p:txEl>
                                          </p:spTgt>
                                        </p:tgtEl>
                                        <p:attrNameLst>
                                          <p:attrName>style.visibility</p:attrName>
                                        </p:attrNameLst>
                                      </p:cBhvr>
                                      <p:to>
                                        <p:strVal val="visible"/>
                                      </p:to>
                                    </p:set>
                                    <p:animEffect transition="in" filter="wipe(left)">
                                      <p:cBhvr>
                                        <p:cTn id="123" dur="500"/>
                                        <p:tgtEl>
                                          <p:spTgt spid="8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14" grpId="0" build="p">
        <p:tmplLst>
          <p:tmpl lvl="1">
            <p:tnLst>
              <p:par>
                <p:cTn presetID="22" presetClass="entr" presetSubtype="8" fill="hold" nodeType="afterEffect">
                  <p:stCondLst>
                    <p:cond delay="0"/>
                  </p:stCondLst>
                  <p:childTnLst>
                    <p:set>
                      <p:cBhvr>
                        <p:cTn dur="1" fill="hold">
                          <p:stCondLst>
                            <p:cond delay="0"/>
                          </p:stCondLst>
                        </p:cTn>
                        <p:tgtEl>
                          <p:spTgt spid="14"/>
                        </p:tgtEl>
                        <p:attrNameLst>
                          <p:attrName>style.visibility</p:attrName>
                        </p:attrNameLst>
                      </p:cBhvr>
                      <p:to>
                        <p:strVal val="visible"/>
                      </p:to>
                    </p:set>
                    <p:animEffect transition="in" filter="wipe(left)">
                      <p:cBhvr>
                        <p:cTn dur="500"/>
                        <p:tgtEl>
                          <p:spTgt spid="14"/>
                        </p:tgtEl>
                      </p:cBhvr>
                    </p:animEffect>
                  </p:childTnLst>
                </p:cTn>
              </p:par>
            </p:tnLst>
          </p:tmpl>
        </p:tmplLst>
      </p:bldP>
      <p:bldP spid="22" grpId="0" build="p">
        <p:tmplLst>
          <p:tmpl lvl="1">
            <p:tnLst>
              <p:par>
                <p:cTn presetID="22" presetClass="entr" presetSubtype="8" fill="hold" nodeType="afterEffect">
                  <p:stCondLst>
                    <p:cond delay="0"/>
                  </p:stCondLst>
                  <p:childTnLst>
                    <p:set>
                      <p:cBhvr>
                        <p:cTn dur="1" fill="hold">
                          <p:stCondLst>
                            <p:cond delay="0"/>
                          </p:stCondLst>
                        </p:cTn>
                        <p:tgtEl>
                          <p:spTgt spid="22"/>
                        </p:tgtEl>
                        <p:attrNameLst>
                          <p:attrName>style.visibility</p:attrName>
                        </p:attrNameLst>
                      </p:cBhvr>
                      <p:to>
                        <p:strVal val="visible"/>
                      </p:to>
                    </p:set>
                    <p:animEffect transition="in" filter="wipe(left)">
                      <p:cBhvr>
                        <p:cTn dur="500"/>
                        <p:tgtEl>
                          <p:spTgt spid="22"/>
                        </p:tgtEl>
                      </p:cBhvr>
                    </p:animEffect>
                  </p:childTnLst>
                </p:cTn>
              </p:par>
            </p:tnLst>
          </p:tmpl>
        </p:tmplLst>
      </p:bldP>
      <p:bldP spid="43" grpId="0" build="p">
        <p:tmplLst>
          <p:tmpl lvl="1">
            <p:tnLst>
              <p:par>
                <p:cTn presetID="22" presetClass="entr" presetSubtype="8" fill="hold" nodeType="afterEffect">
                  <p:stCondLst>
                    <p:cond delay="0"/>
                  </p:stCondLst>
                  <p:childTnLst>
                    <p:set>
                      <p:cBhvr>
                        <p:cTn dur="1" fill="hold">
                          <p:stCondLst>
                            <p:cond delay="0"/>
                          </p:stCondLst>
                        </p:cTn>
                        <p:tgtEl>
                          <p:spTgt spid="43"/>
                        </p:tgtEl>
                        <p:attrNameLst>
                          <p:attrName>style.visibility</p:attrName>
                        </p:attrNameLst>
                      </p:cBhvr>
                      <p:to>
                        <p:strVal val="visible"/>
                      </p:to>
                    </p:set>
                    <p:animEffect transition="in" filter="wipe(left)">
                      <p:cBhvr>
                        <p:cTn dur="500"/>
                        <p:tgtEl>
                          <p:spTgt spid="43"/>
                        </p:tgtEl>
                      </p:cBhvr>
                    </p:animEffect>
                  </p:childTnLst>
                </p:cTn>
              </p:par>
            </p:tnLst>
          </p:tmpl>
        </p:tmplLst>
      </p:bldP>
      <p:bldP spid="66" grpId="0" animBg="1"/>
      <p:bldP spid="67" grpId="0" build="p">
        <p:tmplLst>
          <p:tmpl lvl="1">
            <p:tnLst>
              <p:par>
                <p:cTn presetID="22" presetClass="entr" presetSubtype="8" fill="hold" nodeType="afterEffect">
                  <p:stCondLst>
                    <p:cond delay="0"/>
                  </p:stCondLst>
                  <p:childTnLst>
                    <p:set>
                      <p:cBhvr>
                        <p:cTn dur="1" fill="hold">
                          <p:stCondLst>
                            <p:cond delay="0"/>
                          </p:stCondLst>
                        </p:cTn>
                        <p:tgtEl>
                          <p:spTgt spid="67"/>
                        </p:tgtEl>
                        <p:attrNameLst>
                          <p:attrName>style.visibility</p:attrName>
                        </p:attrNameLst>
                      </p:cBhvr>
                      <p:to>
                        <p:strVal val="visible"/>
                      </p:to>
                    </p:set>
                    <p:animEffect transition="in" filter="wipe(left)">
                      <p:cBhvr>
                        <p:cTn dur="500"/>
                        <p:tgtEl>
                          <p:spTgt spid="67"/>
                        </p:tgtEl>
                      </p:cBhvr>
                    </p:animEffect>
                  </p:childTnLst>
                </p:cTn>
              </p:par>
            </p:tnLst>
          </p:tmpl>
        </p:tmplLst>
      </p:bldP>
      <p:bldP spid="68" grpId="0" build="p">
        <p:tmplLst>
          <p:tmpl lvl="1">
            <p:tnLst>
              <p:par>
                <p:cTn presetID="22" presetClass="entr" presetSubtype="8" fill="hold" nodeType="afterEffect">
                  <p:stCondLst>
                    <p:cond delay="0"/>
                  </p:stCondLst>
                  <p:childTnLst>
                    <p:set>
                      <p:cBhvr>
                        <p:cTn dur="1" fill="hold">
                          <p:stCondLst>
                            <p:cond delay="0"/>
                          </p:stCondLst>
                        </p:cTn>
                        <p:tgtEl>
                          <p:spTgt spid="68"/>
                        </p:tgtEl>
                        <p:attrNameLst>
                          <p:attrName>style.visibility</p:attrName>
                        </p:attrNameLst>
                      </p:cBhvr>
                      <p:to>
                        <p:strVal val="visible"/>
                      </p:to>
                    </p:set>
                    <p:animEffect transition="in" filter="wipe(left)">
                      <p:cBhvr>
                        <p:cTn dur="500"/>
                        <p:tgtEl>
                          <p:spTgt spid="68"/>
                        </p:tgtEl>
                      </p:cBhvr>
                    </p:animEffect>
                  </p:childTnLst>
                </p:cTn>
              </p:par>
            </p:tnLst>
          </p:tmpl>
        </p:tmplLst>
      </p:bldP>
      <p:bldP spid="69" grpId="0" build="p">
        <p:tmplLst>
          <p:tmpl lvl="1">
            <p:tnLst>
              <p:par>
                <p:cTn presetID="22" presetClass="entr" presetSubtype="8" fill="hold" nodeType="afterEffect">
                  <p:stCondLst>
                    <p:cond delay="0"/>
                  </p:stCondLst>
                  <p:childTnLst>
                    <p:set>
                      <p:cBhvr>
                        <p:cTn dur="1" fill="hold">
                          <p:stCondLst>
                            <p:cond delay="0"/>
                          </p:stCondLst>
                        </p:cTn>
                        <p:tgtEl>
                          <p:spTgt spid="69"/>
                        </p:tgtEl>
                        <p:attrNameLst>
                          <p:attrName>style.visibility</p:attrName>
                        </p:attrNameLst>
                      </p:cBhvr>
                      <p:to>
                        <p:strVal val="visible"/>
                      </p:to>
                    </p:set>
                    <p:animEffect transition="in" filter="wipe(left)">
                      <p:cBhvr>
                        <p:cTn dur="500"/>
                        <p:tgtEl>
                          <p:spTgt spid="69"/>
                        </p:tgtEl>
                      </p:cBhvr>
                    </p:animEffect>
                  </p:childTnLst>
                </p:cTn>
              </p:par>
            </p:tnLst>
          </p:tmpl>
        </p:tmplLst>
      </p:bldP>
      <p:bldP spid="71" grpId="0" animBg="1"/>
      <p:bldP spid="72" grpId="0" build="p">
        <p:tmplLst>
          <p:tmpl lvl="1">
            <p:tnLst>
              <p:par>
                <p:cTn presetID="22" presetClass="entr" presetSubtype="8" fill="hold" nodeType="afterEffect">
                  <p:stCondLst>
                    <p:cond delay="0"/>
                  </p:stCondLst>
                  <p:childTnLst>
                    <p:set>
                      <p:cBhvr>
                        <p:cTn dur="1" fill="hold">
                          <p:stCondLst>
                            <p:cond delay="0"/>
                          </p:stCondLst>
                        </p:cTn>
                        <p:tgtEl>
                          <p:spTgt spid="72"/>
                        </p:tgtEl>
                        <p:attrNameLst>
                          <p:attrName>style.visibility</p:attrName>
                        </p:attrNameLst>
                      </p:cBhvr>
                      <p:to>
                        <p:strVal val="visible"/>
                      </p:to>
                    </p:set>
                    <p:animEffect transition="in" filter="wipe(left)">
                      <p:cBhvr>
                        <p:cTn dur="500"/>
                        <p:tgtEl>
                          <p:spTgt spid="72"/>
                        </p:tgtEl>
                      </p:cBhvr>
                    </p:animEffect>
                  </p:childTnLst>
                </p:cTn>
              </p:par>
            </p:tnLst>
          </p:tmpl>
        </p:tmplLst>
      </p:bldP>
      <p:bldP spid="73" grpId="0" build="p">
        <p:tmplLst>
          <p:tmpl lvl="1">
            <p:tnLst>
              <p:par>
                <p:cTn presetID="22" presetClass="entr" presetSubtype="8" fill="hold" nodeType="afterEffect">
                  <p:stCondLst>
                    <p:cond delay="0"/>
                  </p:stCondLst>
                  <p:childTnLst>
                    <p:set>
                      <p:cBhvr>
                        <p:cTn dur="1" fill="hold">
                          <p:stCondLst>
                            <p:cond delay="0"/>
                          </p:stCondLst>
                        </p:cTn>
                        <p:tgtEl>
                          <p:spTgt spid="73"/>
                        </p:tgtEl>
                        <p:attrNameLst>
                          <p:attrName>style.visibility</p:attrName>
                        </p:attrNameLst>
                      </p:cBhvr>
                      <p:to>
                        <p:strVal val="visible"/>
                      </p:to>
                    </p:set>
                    <p:animEffect transition="in" filter="wipe(left)">
                      <p:cBhvr>
                        <p:cTn dur="500"/>
                        <p:tgtEl>
                          <p:spTgt spid="73"/>
                        </p:tgtEl>
                      </p:cBhvr>
                    </p:animEffect>
                  </p:childTnLst>
                </p:cTn>
              </p:par>
            </p:tnLst>
          </p:tmpl>
        </p:tmplLst>
      </p:bldP>
      <p:bldP spid="74" grpId="0" build="p">
        <p:tmplLst>
          <p:tmpl lvl="1">
            <p:tnLst>
              <p:par>
                <p:cTn presetID="22" presetClass="entr" presetSubtype="8" fill="hold" nodeType="afterEffect">
                  <p:stCondLst>
                    <p:cond delay="0"/>
                  </p:stCondLst>
                  <p:childTnLst>
                    <p:set>
                      <p:cBhvr>
                        <p:cTn dur="1" fill="hold">
                          <p:stCondLst>
                            <p:cond delay="0"/>
                          </p:stCondLst>
                        </p:cTn>
                        <p:tgtEl>
                          <p:spTgt spid="74"/>
                        </p:tgtEl>
                        <p:attrNameLst>
                          <p:attrName>style.visibility</p:attrName>
                        </p:attrNameLst>
                      </p:cBhvr>
                      <p:to>
                        <p:strVal val="visible"/>
                      </p:to>
                    </p:set>
                    <p:animEffect transition="in" filter="wipe(left)">
                      <p:cBhvr>
                        <p:cTn dur="500"/>
                        <p:tgtEl>
                          <p:spTgt spid="74"/>
                        </p:tgtEl>
                      </p:cBhvr>
                    </p:animEffect>
                  </p:childTnLst>
                </p:cTn>
              </p:par>
            </p:tnLst>
          </p:tmpl>
        </p:tmplLst>
      </p:bldP>
      <p:bldP spid="75" grpId="0" animBg="1"/>
      <p:bldP spid="76" grpId="0" build="p">
        <p:tmplLst>
          <p:tmpl lvl="1">
            <p:tnLst>
              <p:par>
                <p:cTn presetID="22" presetClass="entr" presetSubtype="8" fill="hold" nodeType="afterEffect">
                  <p:stCondLst>
                    <p:cond delay="0"/>
                  </p:stCondLst>
                  <p:childTnLst>
                    <p:set>
                      <p:cBhvr>
                        <p:cTn dur="1" fill="hold">
                          <p:stCondLst>
                            <p:cond delay="0"/>
                          </p:stCondLst>
                        </p:cTn>
                        <p:tgtEl>
                          <p:spTgt spid="76"/>
                        </p:tgtEl>
                        <p:attrNameLst>
                          <p:attrName>style.visibility</p:attrName>
                        </p:attrNameLst>
                      </p:cBhvr>
                      <p:to>
                        <p:strVal val="visible"/>
                      </p:to>
                    </p:set>
                    <p:animEffect transition="in" filter="wipe(left)">
                      <p:cBhvr>
                        <p:cTn dur="500"/>
                        <p:tgtEl>
                          <p:spTgt spid="76"/>
                        </p:tgtEl>
                      </p:cBhvr>
                    </p:animEffect>
                  </p:childTnLst>
                </p:cTn>
              </p:par>
            </p:tnLst>
          </p:tmpl>
        </p:tmplLst>
      </p:bldP>
      <p:bldP spid="77" grpId="0" build="p">
        <p:tmplLst>
          <p:tmpl lvl="1">
            <p:tnLst>
              <p:par>
                <p:cTn presetID="22" presetClass="entr" presetSubtype="8" fill="hold" nodeType="afterEffect">
                  <p:stCondLst>
                    <p:cond delay="0"/>
                  </p:stCondLst>
                  <p:childTnLst>
                    <p:set>
                      <p:cBhvr>
                        <p:cTn dur="1" fill="hold">
                          <p:stCondLst>
                            <p:cond delay="0"/>
                          </p:stCondLst>
                        </p:cTn>
                        <p:tgtEl>
                          <p:spTgt spid="77"/>
                        </p:tgtEl>
                        <p:attrNameLst>
                          <p:attrName>style.visibility</p:attrName>
                        </p:attrNameLst>
                      </p:cBhvr>
                      <p:to>
                        <p:strVal val="visible"/>
                      </p:to>
                    </p:set>
                    <p:animEffect transition="in" filter="wipe(left)">
                      <p:cBhvr>
                        <p:cTn dur="500"/>
                        <p:tgtEl>
                          <p:spTgt spid="77"/>
                        </p:tgtEl>
                      </p:cBhvr>
                    </p:animEffect>
                  </p:childTnLst>
                </p:cTn>
              </p:par>
            </p:tnLst>
          </p:tmpl>
        </p:tmplLst>
      </p:bldP>
      <p:bldP spid="78" grpId="0" build="p">
        <p:tmplLst>
          <p:tmpl lvl="1">
            <p:tnLst>
              <p:par>
                <p:cTn presetID="22" presetClass="entr" presetSubtype="8" fill="hold" nodeType="afterEffect">
                  <p:stCondLst>
                    <p:cond delay="0"/>
                  </p:stCondLst>
                  <p:childTnLst>
                    <p:set>
                      <p:cBhvr>
                        <p:cTn dur="1" fill="hold">
                          <p:stCondLst>
                            <p:cond delay="0"/>
                          </p:stCondLst>
                        </p:cTn>
                        <p:tgtEl>
                          <p:spTgt spid="78"/>
                        </p:tgtEl>
                        <p:attrNameLst>
                          <p:attrName>style.visibility</p:attrName>
                        </p:attrNameLst>
                      </p:cBhvr>
                      <p:to>
                        <p:strVal val="visible"/>
                      </p:to>
                    </p:set>
                    <p:animEffect transition="in" filter="wipe(left)">
                      <p:cBhvr>
                        <p:cTn dur="500"/>
                        <p:tgtEl>
                          <p:spTgt spid="78"/>
                        </p:tgtEl>
                      </p:cBhvr>
                    </p:animEffect>
                  </p:childTnLst>
                </p:cTn>
              </p:par>
            </p:tnLst>
          </p:tmpl>
        </p:tmplLst>
      </p:bldP>
      <p:bldP spid="79" grpId="0" animBg="1"/>
      <p:bldP spid="80" grpId="0" build="p">
        <p:tmplLst>
          <p:tmpl lvl="1">
            <p:tnLst>
              <p:par>
                <p:cTn presetID="22" presetClass="entr" presetSubtype="8" fill="hold" nodeType="afterEffect">
                  <p:stCondLst>
                    <p:cond delay="0"/>
                  </p:stCondLst>
                  <p:childTnLst>
                    <p:set>
                      <p:cBhvr>
                        <p:cTn dur="1" fill="hold">
                          <p:stCondLst>
                            <p:cond delay="0"/>
                          </p:stCondLst>
                        </p:cTn>
                        <p:tgtEl>
                          <p:spTgt spid="80"/>
                        </p:tgtEl>
                        <p:attrNameLst>
                          <p:attrName>style.visibility</p:attrName>
                        </p:attrNameLst>
                      </p:cBhvr>
                      <p:to>
                        <p:strVal val="visible"/>
                      </p:to>
                    </p:set>
                    <p:animEffect transition="in" filter="wipe(left)">
                      <p:cBhvr>
                        <p:cTn dur="500"/>
                        <p:tgtEl>
                          <p:spTgt spid="80"/>
                        </p:tgtEl>
                      </p:cBhvr>
                    </p:animEffect>
                  </p:childTnLst>
                </p:cTn>
              </p:par>
            </p:tnLst>
          </p:tmpl>
        </p:tmplLst>
      </p:bldP>
      <p:bldP spid="81" grpId="0" build="p">
        <p:tmplLst>
          <p:tmpl lvl="1">
            <p:tnLst>
              <p:par>
                <p:cTn presetID="22" presetClass="entr" presetSubtype="8" fill="hold" nodeType="afterEffect">
                  <p:stCondLst>
                    <p:cond delay="0"/>
                  </p:stCondLst>
                  <p:childTnLst>
                    <p:set>
                      <p:cBhvr>
                        <p:cTn dur="1" fill="hold">
                          <p:stCondLst>
                            <p:cond delay="0"/>
                          </p:stCondLst>
                        </p:cTn>
                        <p:tgtEl>
                          <p:spTgt spid="81"/>
                        </p:tgtEl>
                        <p:attrNameLst>
                          <p:attrName>style.visibility</p:attrName>
                        </p:attrNameLst>
                      </p:cBhvr>
                      <p:to>
                        <p:strVal val="visible"/>
                      </p:to>
                    </p:set>
                    <p:animEffect transition="in" filter="wipe(left)">
                      <p:cBhvr>
                        <p:cTn dur="500"/>
                        <p:tgtEl>
                          <p:spTgt spid="81"/>
                        </p:tgtEl>
                      </p:cBhvr>
                    </p:animEffect>
                  </p:childTnLst>
                </p:cTn>
              </p:par>
            </p:tnLst>
          </p:tmpl>
        </p:tmplLst>
      </p:bldP>
      <p:bldP spid="82" grpId="0" build="p">
        <p:tmplLst>
          <p:tmpl lvl="1">
            <p:tnLst>
              <p:par>
                <p:cTn presetID="22" presetClass="entr" presetSubtype="8" fill="hold" nodeType="afterEffect">
                  <p:stCondLst>
                    <p:cond delay="0"/>
                  </p:stCondLst>
                  <p:childTnLst>
                    <p:set>
                      <p:cBhvr>
                        <p:cTn dur="1" fill="hold">
                          <p:stCondLst>
                            <p:cond delay="0"/>
                          </p:stCondLst>
                        </p:cTn>
                        <p:tgtEl>
                          <p:spTgt spid="82"/>
                        </p:tgtEl>
                        <p:attrNameLst>
                          <p:attrName>style.visibility</p:attrName>
                        </p:attrNameLst>
                      </p:cBhvr>
                      <p:to>
                        <p:strVal val="visible"/>
                      </p:to>
                    </p:set>
                    <p:animEffect transition="in" filter="wipe(left)">
                      <p:cBhvr>
                        <p:cTn dur="500"/>
                        <p:tgtEl>
                          <p:spTgt spid="82"/>
                        </p:tgtEl>
                      </p:cBhvr>
                    </p:animEffect>
                  </p:childTnLst>
                </p:cTn>
              </p:par>
            </p:tnLst>
          </p:tmpl>
        </p:tmplLst>
      </p:bldP>
      <p:bldP spid="83" grpId="0" animBg="1"/>
      <p:bldP spid="84" grpId="0" build="p">
        <p:tmplLst>
          <p:tmpl lvl="1">
            <p:tnLst>
              <p:par>
                <p:cTn presetID="22" presetClass="entr" presetSubtype="8" fill="hold" nodeType="afterEffect">
                  <p:stCondLst>
                    <p:cond delay="0"/>
                  </p:stCondLst>
                  <p:childTnLst>
                    <p:set>
                      <p:cBhvr>
                        <p:cTn dur="1" fill="hold">
                          <p:stCondLst>
                            <p:cond delay="0"/>
                          </p:stCondLst>
                        </p:cTn>
                        <p:tgtEl>
                          <p:spTgt spid="84"/>
                        </p:tgtEl>
                        <p:attrNameLst>
                          <p:attrName>style.visibility</p:attrName>
                        </p:attrNameLst>
                      </p:cBhvr>
                      <p:to>
                        <p:strVal val="visible"/>
                      </p:to>
                    </p:set>
                    <p:animEffect transition="in" filter="wipe(left)">
                      <p:cBhvr>
                        <p:cTn dur="500"/>
                        <p:tgtEl>
                          <p:spTgt spid="84"/>
                        </p:tgtEl>
                      </p:cBhvr>
                    </p:animEffect>
                  </p:childTnLst>
                </p:cTn>
              </p:par>
            </p:tnLst>
          </p:tmpl>
        </p:tmplLst>
      </p:bldP>
      <p:bldP spid="85" grpId="0" build="p">
        <p:tmplLst>
          <p:tmpl lvl="1">
            <p:tnLst>
              <p:par>
                <p:cTn presetID="22" presetClass="entr" presetSubtype="8" fill="hold" nodeType="afterEffect">
                  <p:stCondLst>
                    <p:cond delay="0"/>
                  </p:stCondLst>
                  <p:childTnLst>
                    <p:set>
                      <p:cBhvr>
                        <p:cTn dur="1" fill="hold">
                          <p:stCondLst>
                            <p:cond delay="0"/>
                          </p:stCondLst>
                        </p:cTn>
                        <p:tgtEl>
                          <p:spTgt spid="85"/>
                        </p:tgtEl>
                        <p:attrNameLst>
                          <p:attrName>style.visibility</p:attrName>
                        </p:attrNameLst>
                      </p:cBhvr>
                      <p:to>
                        <p:strVal val="visible"/>
                      </p:to>
                    </p:set>
                    <p:animEffect transition="in" filter="wipe(left)">
                      <p:cBhvr>
                        <p:cTn dur="500"/>
                        <p:tgtEl>
                          <p:spTgt spid="85"/>
                        </p:tgtEl>
                      </p:cBhvr>
                    </p:animEffect>
                  </p:childTnLst>
                </p:cTn>
              </p:par>
            </p:tnLst>
          </p:tmpl>
        </p:tmplLst>
      </p:bldP>
      <p:bldP spid="86" grpId="0" build="p">
        <p:tmplLst>
          <p:tmpl lvl="1">
            <p:tnLst>
              <p:par>
                <p:cTn presetID="22" presetClass="entr" presetSubtype="8" fill="hold" nodeType="afterEffect">
                  <p:stCondLst>
                    <p:cond delay="0"/>
                  </p:stCondLst>
                  <p:childTnLst>
                    <p:set>
                      <p:cBhvr>
                        <p:cTn dur="1" fill="hold">
                          <p:stCondLst>
                            <p:cond delay="0"/>
                          </p:stCondLst>
                        </p:cTn>
                        <p:tgtEl>
                          <p:spTgt spid="86"/>
                        </p:tgtEl>
                        <p:attrNameLst>
                          <p:attrName>style.visibility</p:attrName>
                        </p:attrNameLst>
                      </p:cBhvr>
                      <p:to>
                        <p:strVal val="visible"/>
                      </p:to>
                    </p:set>
                    <p:animEffect transition="in" filter="wipe(left)">
                      <p:cBhvr>
                        <p:cTn dur="500"/>
                        <p:tgtEl>
                          <p:spTgt spid="86"/>
                        </p:tgtEl>
                      </p:cBhvr>
                    </p:animEffect>
                  </p:childTnLst>
                </p:cTn>
              </p:par>
            </p:tnLst>
          </p:tmpl>
        </p:tmplLst>
      </p:bldP>
    </p:bldLst>
  </p:timing>
</p:sldLayout>
</file>

<file path=ppt/slideLayouts/slideLayout187.xml><?xml version="1.0" encoding="utf-8"?>
<p:sldLayout xmlns:a="http://schemas.openxmlformats.org/drawingml/2006/main" xmlns:r="http://schemas.openxmlformats.org/officeDocument/2006/relationships" xmlns:p="http://schemas.openxmlformats.org/presentationml/2006/main" userDrawn="1">
  <p:cSld name="3_mock_up">
    <p:spTree>
      <p:nvGrpSpPr>
        <p:cNvPr id="1" name=""/>
        <p:cNvGrpSpPr/>
        <p:nvPr/>
      </p:nvGrpSpPr>
      <p:grpSpPr>
        <a:xfrm>
          <a:off x="0" y="0"/>
          <a:ext cx="0" cy="0"/>
          <a:chOff x="0" y="0"/>
          <a:chExt cx="0" cy="0"/>
        </a:xfrm>
      </p:grpSpPr>
      <p:pic>
        <p:nvPicPr>
          <p:cNvPr id="9" name="Picture 8" descr="iPhone-Mockup-PSD.png"/>
          <p:cNvPicPr>
            <a:picLocks noChangeAspect="1"/>
          </p:cNvPicPr>
          <p:nvPr userDrawn="1"/>
        </p:nvPicPr>
        <p:blipFill>
          <a:blip r:embed="rId2" cstate="print"/>
          <a:stretch>
            <a:fillRect/>
          </a:stretch>
        </p:blipFill>
        <p:spPr>
          <a:xfrm>
            <a:off x="7245800" y="1038045"/>
            <a:ext cx="4946201" cy="5819955"/>
          </a:xfrm>
          <a:prstGeom prst="rect">
            <a:avLst/>
          </a:prstGeom>
        </p:spPr>
      </p:pic>
      <p:sp>
        <p:nvSpPr>
          <p:cNvPr id="8" name="Picture Placeholder 7"/>
          <p:cNvSpPr>
            <a:spLocks noGrp="1"/>
          </p:cNvSpPr>
          <p:nvPr>
            <p:ph type="pic" sz="quarter" idx="44" hasCustomPrompt="1"/>
          </p:nvPr>
        </p:nvSpPr>
        <p:spPr>
          <a:xfrm rot="20354325">
            <a:off x="8073533" y="1846781"/>
            <a:ext cx="1926336" cy="3401568"/>
          </a:xfrm>
          <a:prstGeom prst="rect">
            <a:avLst/>
          </a:prstGeom>
          <a:ln w="3175">
            <a:noFill/>
          </a:ln>
        </p:spPr>
        <p:txBody>
          <a:bodyPr wrap="none" tIns="0" bIns="640080" anchor="b"/>
          <a:lstStyle>
            <a:lvl1pPr algn="ctr" rtl="0">
              <a:buNone/>
              <a:defRPr sz="1467" b="1">
                <a:solidFill>
                  <a:schemeClr val="bg1"/>
                </a:solidFill>
              </a:defRPr>
            </a:lvl1pPr>
          </a:lstStyle>
          <a:p>
            <a:r>
              <a:rPr lang="en-US" dirty="0" smtClean="0"/>
              <a:t>Click Icon To Add Image </a:t>
            </a:r>
            <a:endParaRPr lang="en-US" dirty="0"/>
          </a:p>
        </p:txBody>
      </p:sp>
      <p:sp>
        <p:nvSpPr>
          <p:cNvPr id="10"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1"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51739116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2" fill="hold" nodeType="after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slide(fromRight)">
                                      <p:cBhvr>
                                        <p:cTn id="7" dur="500"/>
                                        <p:tgtEl>
                                          <p:spTgt spid="9"/>
                                        </p:tgtEl>
                                      </p:cBhvr>
                                    </p:animEffect>
                                  </p:childTnLst>
                                </p:cTn>
                              </p:par>
                            </p:childTnLst>
                          </p:cTn>
                        </p:par>
                        <p:par>
                          <p:cTn id="8" fill="hold">
                            <p:stCondLst>
                              <p:cond delay="500"/>
                            </p:stCondLst>
                            <p:childTnLst>
                              <p:par>
                                <p:cTn id="9" presetID="16" presetClass="entr" presetSubtype="42" fill="hold" grpId="0" nodeType="afterEffect">
                                  <p:stCondLst>
                                    <p:cond delay="0"/>
                                  </p:stCondLst>
                                  <p:childTnLst>
                                    <p:set>
                                      <p:cBhvr>
                                        <p:cTn id="10" dur="1" fill="hold">
                                          <p:stCondLst>
                                            <p:cond delay="0"/>
                                          </p:stCondLst>
                                        </p:cTn>
                                        <p:tgtEl>
                                          <p:spTgt spid="8"/>
                                        </p:tgtEl>
                                        <p:attrNameLst>
                                          <p:attrName>style.visibility</p:attrName>
                                        </p:attrNameLst>
                                      </p:cBhvr>
                                      <p:to>
                                        <p:strVal val="visible"/>
                                      </p:to>
                                    </p:set>
                                    <p:animEffect transition="in" filter="barn(outHorizontal)">
                                      <p:cBhvr>
                                        <p:cTn id="11"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Layout>
</file>

<file path=ppt/slideLayouts/slideLayout188.xml><?xml version="1.0" encoding="utf-8"?>
<p:sldLayout xmlns:a="http://schemas.openxmlformats.org/drawingml/2006/main" xmlns:r="http://schemas.openxmlformats.org/officeDocument/2006/relationships" xmlns:p="http://schemas.openxmlformats.org/presentationml/2006/main" userDrawn="1">
  <p:cSld name="MockUp02">
    <p:spTree>
      <p:nvGrpSpPr>
        <p:cNvPr id="1" name=""/>
        <p:cNvGrpSpPr/>
        <p:nvPr/>
      </p:nvGrpSpPr>
      <p:grpSpPr>
        <a:xfrm>
          <a:off x="0" y="0"/>
          <a:ext cx="0" cy="0"/>
          <a:chOff x="0" y="0"/>
          <a:chExt cx="0" cy="0"/>
        </a:xfrm>
      </p:grpSpPr>
      <p:grpSp>
        <p:nvGrpSpPr>
          <p:cNvPr id="14" name="Group 13"/>
          <p:cNvGrpSpPr/>
          <p:nvPr userDrawn="1"/>
        </p:nvGrpSpPr>
        <p:grpSpPr>
          <a:xfrm>
            <a:off x="1017225" y="1805652"/>
            <a:ext cx="2119568" cy="3947448"/>
            <a:chOff x="6140449" y="1116114"/>
            <a:chExt cx="1927226" cy="3589236"/>
          </a:xfrm>
        </p:grpSpPr>
        <p:sp>
          <p:nvSpPr>
            <p:cNvPr id="15" name="Rectangle 14"/>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18"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sp>
        <p:nvSpPr>
          <p:cNvPr id="20" name="Picture Placeholder 7"/>
          <p:cNvSpPr>
            <a:spLocks noGrp="1"/>
          </p:cNvSpPr>
          <p:nvPr>
            <p:ph type="pic" sz="quarter" idx="10" hasCustomPrompt="1"/>
          </p:nvPr>
        </p:nvSpPr>
        <p:spPr>
          <a:xfrm>
            <a:off x="1155154" y="2360476"/>
            <a:ext cx="1843707" cy="2793309"/>
          </a:xfrm>
          <a:prstGeom prst="rect">
            <a:avLst/>
          </a:prstGeom>
          <a:solidFill>
            <a:schemeClr val="bg1">
              <a:lumMod val="95000"/>
            </a:schemeClr>
          </a:solidFill>
          <a:ln>
            <a:noFill/>
          </a:ln>
        </p:spPr>
        <p:txBody>
          <a:bodyPr bIns="457200" anchor="b"/>
          <a:lstStyle>
            <a:lvl1pPr algn="ctr" rtl="0">
              <a:buNone/>
              <a:defRPr sz="1467">
                <a:solidFill>
                  <a:schemeClr val="tx1">
                    <a:lumMod val="50000"/>
                    <a:lumOff val="50000"/>
                  </a:schemeClr>
                </a:solidFill>
              </a:defRPr>
            </a:lvl1pPr>
          </a:lstStyle>
          <a:p>
            <a:r>
              <a:rPr lang="en-US" dirty="0" smtClean="0"/>
              <a:t>Image Holder</a:t>
            </a:r>
            <a:endParaRPr lang="en-US" dirty="0"/>
          </a:p>
        </p:txBody>
      </p:sp>
      <p:sp>
        <p:nvSpPr>
          <p:cNvPr id="8"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9"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12" name="Text Placeholder 3"/>
          <p:cNvSpPr>
            <a:spLocks noGrp="1"/>
          </p:cNvSpPr>
          <p:nvPr>
            <p:ph type="body" sz="half" idx="17" hasCustomPrompt="1"/>
          </p:nvPr>
        </p:nvSpPr>
        <p:spPr>
          <a:xfrm>
            <a:off x="959408" y="6017541"/>
            <a:ext cx="2235200" cy="265617"/>
          </a:xfrm>
          <a:prstGeom prst="rect">
            <a:avLst/>
          </a:prstGeom>
        </p:spPr>
        <p:txBody>
          <a:bodyPr wrap="square" lIns="0" tIns="0" rIns="0" bIns="0" anchor="ctr">
            <a:noAutofit/>
          </a:bodyPr>
          <a:lstStyle>
            <a:lvl1pPr marL="0" indent="0" algn="ctr">
              <a:buNone/>
              <a:defRPr sz="18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grpSp>
        <p:nvGrpSpPr>
          <p:cNvPr id="13" name="Group 12"/>
          <p:cNvGrpSpPr/>
          <p:nvPr userDrawn="1"/>
        </p:nvGrpSpPr>
        <p:grpSpPr>
          <a:xfrm>
            <a:off x="3581711" y="3376472"/>
            <a:ext cx="795864" cy="805808"/>
            <a:chOff x="6184901" y="4203700"/>
            <a:chExt cx="254000" cy="257175"/>
          </a:xfrm>
          <a:solidFill>
            <a:schemeClr val="bg1">
              <a:lumMod val="75000"/>
            </a:schemeClr>
          </a:solidFill>
        </p:grpSpPr>
        <p:sp>
          <p:nvSpPr>
            <p:cNvPr id="16" name="Freeform 238"/>
            <p:cNvSpPr>
              <a:spLocks noEditPoints="1"/>
            </p:cNvSpPr>
            <p:nvPr/>
          </p:nvSpPr>
          <p:spPr bwMode="auto">
            <a:xfrm>
              <a:off x="6184901" y="4203700"/>
              <a:ext cx="254000" cy="257175"/>
            </a:xfrm>
            <a:custGeom>
              <a:avLst/>
              <a:gdLst/>
              <a:ahLst/>
              <a:cxnLst>
                <a:cxn ang="0">
                  <a:pos x="51" y="7"/>
                </a:cxn>
                <a:cxn ang="0">
                  <a:pos x="94" y="51"/>
                </a:cxn>
                <a:cxn ang="0">
                  <a:pos x="51" y="94"/>
                </a:cxn>
                <a:cxn ang="0">
                  <a:pos x="7" y="51"/>
                </a:cxn>
                <a:cxn ang="0">
                  <a:pos x="51" y="7"/>
                </a:cxn>
                <a:cxn ang="0">
                  <a:pos x="51" y="0"/>
                </a:cxn>
                <a:cxn ang="0">
                  <a:pos x="0" y="51"/>
                </a:cxn>
                <a:cxn ang="0">
                  <a:pos x="51" y="102"/>
                </a:cxn>
                <a:cxn ang="0">
                  <a:pos x="101" y="51"/>
                </a:cxn>
                <a:cxn ang="0">
                  <a:pos x="51" y="0"/>
                </a:cxn>
              </a:cxnLst>
              <a:rect l="0" t="0" r="r" b="b"/>
              <a:pathLst>
                <a:path w="101" h="102">
                  <a:moveTo>
                    <a:pt x="51" y="7"/>
                  </a:moveTo>
                  <a:cubicBezTo>
                    <a:pt x="75" y="7"/>
                    <a:pt x="94" y="27"/>
                    <a:pt x="94" y="51"/>
                  </a:cubicBezTo>
                  <a:cubicBezTo>
                    <a:pt x="94" y="75"/>
                    <a:pt x="75" y="94"/>
                    <a:pt x="51" y="94"/>
                  </a:cubicBezTo>
                  <a:cubicBezTo>
                    <a:pt x="27" y="94"/>
                    <a:pt x="7" y="75"/>
                    <a:pt x="7" y="51"/>
                  </a:cubicBezTo>
                  <a:cubicBezTo>
                    <a:pt x="7" y="27"/>
                    <a:pt x="27" y="7"/>
                    <a:pt x="51" y="7"/>
                  </a:cubicBezTo>
                  <a:moveTo>
                    <a:pt x="51" y="0"/>
                  </a:moveTo>
                  <a:cubicBezTo>
                    <a:pt x="23" y="0"/>
                    <a:pt x="0" y="23"/>
                    <a:pt x="0" y="51"/>
                  </a:cubicBezTo>
                  <a:cubicBezTo>
                    <a:pt x="0" y="79"/>
                    <a:pt x="23" y="102"/>
                    <a:pt x="51" y="102"/>
                  </a:cubicBezTo>
                  <a:cubicBezTo>
                    <a:pt x="79" y="102"/>
                    <a:pt x="101" y="79"/>
                    <a:pt x="101" y="51"/>
                  </a:cubicBezTo>
                  <a:cubicBezTo>
                    <a:pt x="101" y="23"/>
                    <a:pt x="79" y="0"/>
                    <a:pt x="5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17" name="Freeform 239"/>
            <p:cNvSpPr>
              <a:spLocks/>
            </p:cNvSpPr>
            <p:nvPr/>
          </p:nvSpPr>
          <p:spPr bwMode="auto">
            <a:xfrm>
              <a:off x="6275388" y="4251325"/>
              <a:ext cx="90488" cy="153988"/>
            </a:xfrm>
            <a:custGeom>
              <a:avLst/>
              <a:gdLst/>
              <a:ahLst/>
              <a:cxnLst>
                <a:cxn ang="0">
                  <a:pos x="0" y="83"/>
                </a:cxn>
                <a:cxn ang="0">
                  <a:pos x="39" y="50"/>
                </a:cxn>
                <a:cxn ang="0">
                  <a:pos x="0" y="16"/>
                </a:cxn>
                <a:cxn ang="0">
                  <a:pos x="0" y="0"/>
                </a:cxn>
                <a:cxn ang="0">
                  <a:pos x="57" y="50"/>
                </a:cxn>
                <a:cxn ang="0">
                  <a:pos x="0" y="97"/>
                </a:cxn>
                <a:cxn ang="0">
                  <a:pos x="0" y="83"/>
                </a:cxn>
              </a:cxnLst>
              <a:rect l="0" t="0" r="r" b="b"/>
              <a:pathLst>
                <a:path w="57" h="97">
                  <a:moveTo>
                    <a:pt x="0" y="83"/>
                  </a:moveTo>
                  <a:lnTo>
                    <a:pt x="39" y="50"/>
                  </a:lnTo>
                  <a:lnTo>
                    <a:pt x="0" y="16"/>
                  </a:lnTo>
                  <a:lnTo>
                    <a:pt x="0" y="0"/>
                  </a:lnTo>
                  <a:lnTo>
                    <a:pt x="57" y="50"/>
                  </a:lnTo>
                  <a:lnTo>
                    <a:pt x="0" y="97"/>
                  </a:lnTo>
                  <a:lnTo>
                    <a:pt x="0" y="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grpSp>
        <p:nvGrpSpPr>
          <p:cNvPr id="19" name="Group 18"/>
          <p:cNvGrpSpPr/>
          <p:nvPr userDrawn="1"/>
        </p:nvGrpSpPr>
        <p:grpSpPr>
          <a:xfrm>
            <a:off x="5029812" y="1805652"/>
            <a:ext cx="2119568" cy="3947448"/>
            <a:chOff x="6140449" y="1116114"/>
            <a:chExt cx="1927226" cy="3589236"/>
          </a:xfrm>
        </p:grpSpPr>
        <p:sp>
          <p:nvSpPr>
            <p:cNvPr id="21" name="Rectangle 20"/>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22"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sp>
        <p:nvSpPr>
          <p:cNvPr id="23" name="Picture Placeholder 7"/>
          <p:cNvSpPr>
            <a:spLocks noGrp="1"/>
          </p:cNvSpPr>
          <p:nvPr>
            <p:ph type="pic" sz="quarter" idx="18" hasCustomPrompt="1"/>
          </p:nvPr>
        </p:nvSpPr>
        <p:spPr>
          <a:xfrm>
            <a:off x="5174147" y="2360476"/>
            <a:ext cx="1843707" cy="2793309"/>
          </a:xfrm>
          <a:prstGeom prst="rect">
            <a:avLst/>
          </a:prstGeom>
          <a:solidFill>
            <a:schemeClr val="bg1">
              <a:lumMod val="95000"/>
            </a:schemeClr>
          </a:solidFill>
          <a:ln>
            <a:noFill/>
          </a:ln>
        </p:spPr>
        <p:txBody>
          <a:bodyPr bIns="457200" anchor="b"/>
          <a:lstStyle>
            <a:lvl1pPr algn="ctr" rtl="0">
              <a:buNone/>
              <a:defRPr sz="1467">
                <a:solidFill>
                  <a:schemeClr val="tx1">
                    <a:lumMod val="50000"/>
                    <a:lumOff val="50000"/>
                  </a:schemeClr>
                </a:solidFill>
              </a:defRPr>
            </a:lvl1pPr>
          </a:lstStyle>
          <a:p>
            <a:r>
              <a:rPr lang="en-US" dirty="0" smtClean="0"/>
              <a:t>Image Holder</a:t>
            </a:r>
            <a:endParaRPr lang="en-US" dirty="0"/>
          </a:p>
        </p:txBody>
      </p:sp>
      <p:sp>
        <p:nvSpPr>
          <p:cNvPr id="24" name="Text Placeholder 3"/>
          <p:cNvSpPr>
            <a:spLocks noGrp="1"/>
          </p:cNvSpPr>
          <p:nvPr>
            <p:ph type="body" sz="half" idx="19" hasCustomPrompt="1"/>
          </p:nvPr>
        </p:nvSpPr>
        <p:spPr>
          <a:xfrm>
            <a:off x="4978400" y="6017541"/>
            <a:ext cx="2235200" cy="265617"/>
          </a:xfrm>
          <a:prstGeom prst="rect">
            <a:avLst/>
          </a:prstGeom>
        </p:spPr>
        <p:txBody>
          <a:bodyPr wrap="square" lIns="0" tIns="0" rIns="0" bIns="0" anchor="ctr">
            <a:noAutofit/>
          </a:bodyPr>
          <a:lstStyle>
            <a:lvl1pPr marL="0" indent="0" algn="ctr">
              <a:buNone/>
              <a:defRPr sz="18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grpSp>
        <p:nvGrpSpPr>
          <p:cNvPr id="25" name="Group 24"/>
          <p:cNvGrpSpPr/>
          <p:nvPr userDrawn="1"/>
        </p:nvGrpSpPr>
        <p:grpSpPr>
          <a:xfrm>
            <a:off x="7701160" y="3364037"/>
            <a:ext cx="795864" cy="805808"/>
            <a:chOff x="6184901" y="4203700"/>
            <a:chExt cx="254000" cy="257175"/>
          </a:xfrm>
          <a:solidFill>
            <a:schemeClr val="bg1">
              <a:lumMod val="75000"/>
            </a:schemeClr>
          </a:solidFill>
        </p:grpSpPr>
        <p:sp>
          <p:nvSpPr>
            <p:cNvPr id="26" name="Freeform 238"/>
            <p:cNvSpPr>
              <a:spLocks noEditPoints="1"/>
            </p:cNvSpPr>
            <p:nvPr/>
          </p:nvSpPr>
          <p:spPr bwMode="auto">
            <a:xfrm>
              <a:off x="6184901" y="4203700"/>
              <a:ext cx="254000" cy="257175"/>
            </a:xfrm>
            <a:custGeom>
              <a:avLst/>
              <a:gdLst/>
              <a:ahLst/>
              <a:cxnLst>
                <a:cxn ang="0">
                  <a:pos x="51" y="7"/>
                </a:cxn>
                <a:cxn ang="0">
                  <a:pos x="94" y="51"/>
                </a:cxn>
                <a:cxn ang="0">
                  <a:pos x="51" y="94"/>
                </a:cxn>
                <a:cxn ang="0">
                  <a:pos x="7" y="51"/>
                </a:cxn>
                <a:cxn ang="0">
                  <a:pos x="51" y="7"/>
                </a:cxn>
                <a:cxn ang="0">
                  <a:pos x="51" y="0"/>
                </a:cxn>
                <a:cxn ang="0">
                  <a:pos x="0" y="51"/>
                </a:cxn>
                <a:cxn ang="0">
                  <a:pos x="51" y="102"/>
                </a:cxn>
                <a:cxn ang="0">
                  <a:pos x="101" y="51"/>
                </a:cxn>
                <a:cxn ang="0">
                  <a:pos x="51" y="0"/>
                </a:cxn>
              </a:cxnLst>
              <a:rect l="0" t="0" r="r" b="b"/>
              <a:pathLst>
                <a:path w="101" h="102">
                  <a:moveTo>
                    <a:pt x="51" y="7"/>
                  </a:moveTo>
                  <a:cubicBezTo>
                    <a:pt x="75" y="7"/>
                    <a:pt x="94" y="27"/>
                    <a:pt x="94" y="51"/>
                  </a:cubicBezTo>
                  <a:cubicBezTo>
                    <a:pt x="94" y="75"/>
                    <a:pt x="75" y="94"/>
                    <a:pt x="51" y="94"/>
                  </a:cubicBezTo>
                  <a:cubicBezTo>
                    <a:pt x="27" y="94"/>
                    <a:pt x="7" y="75"/>
                    <a:pt x="7" y="51"/>
                  </a:cubicBezTo>
                  <a:cubicBezTo>
                    <a:pt x="7" y="27"/>
                    <a:pt x="27" y="7"/>
                    <a:pt x="51" y="7"/>
                  </a:cubicBezTo>
                  <a:moveTo>
                    <a:pt x="51" y="0"/>
                  </a:moveTo>
                  <a:cubicBezTo>
                    <a:pt x="23" y="0"/>
                    <a:pt x="0" y="23"/>
                    <a:pt x="0" y="51"/>
                  </a:cubicBezTo>
                  <a:cubicBezTo>
                    <a:pt x="0" y="79"/>
                    <a:pt x="23" y="102"/>
                    <a:pt x="51" y="102"/>
                  </a:cubicBezTo>
                  <a:cubicBezTo>
                    <a:pt x="79" y="102"/>
                    <a:pt x="101" y="79"/>
                    <a:pt x="101" y="51"/>
                  </a:cubicBezTo>
                  <a:cubicBezTo>
                    <a:pt x="101" y="23"/>
                    <a:pt x="79" y="0"/>
                    <a:pt x="5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27" name="Freeform 239"/>
            <p:cNvSpPr>
              <a:spLocks/>
            </p:cNvSpPr>
            <p:nvPr/>
          </p:nvSpPr>
          <p:spPr bwMode="auto">
            <a:xfrm>
              <a:off x="6275388" y="4251325"/>
              <a:ext cx="90488" cy="153988"/>
            </a:xfrm>
            <a:custGeom>
              <a:avLst/>
              <a:gdLst/>
              <a:ahLst/>
              <a:cxnLst>
                <a:cxn ang="0">
                  <a:pos x="0" y="83"/>
                </a:cxn>
                <a:cxn ang="0">
                  <a:pos x="39" y="50"/>
                </a:cxn>
                <a:cxn ang="0">
                  <a:pos x="0" y="16"/>
                </a:cxn>
                <a:cxn ang="0">
                  <a:pos x="0" y="0"/>
                </a:cxn>
                <a:cxn ang="0">
                  <a:pos x="57" y="50"/>
                </a:cxn>
                <a:cxn ang="0">
                  <a:pos x="0" y="97"/>
                </a:cxn>
                <a:cxn ang="0">
                  <a:pos x="0" y="83"/>
                </a:cxn>
              </a:cxnLst>
              <a:rect l="0" t="0" r="r" b="b"/>
              <a:pathLst>
                <a:path w="57" h="97">
                  <a:moveTo>
                    <a:pt x="0" y="83"/>
                  </a:moveTo>
                  <a:lnTo>
                    <a:pt x="39" y="50"/>
                  </a:lnTo>
                  <a:lnTo>
                    <a:pt x="0" y="16"/>
                  </a:lnTo>
                  <a:lnTo>
                    <a:pt x="0" y="0"/>
                  </a:lnTo>
                  <a:lnTo>
                    <a:pt x="57" y="50"/>
                  </a:lnTo>
                  <a:lnTo>
                    <a:pt x="0" y="97"/>
                  </a:lnTo>
                  <a:lnTo>
                    <a:pt x="0" y="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grpSp>
        <p:nvGrpSpPr>
          <p:cNvPr id="28" name="Group 27"/>
          <p:cNvGrpSpPr/>
          <p:nvPr userDrawn="1"/>
        </p:nvGrpSpPr>
        <p:grpSpPr>
          <a:xfrm>
            <a:off x="9042400" y="1805652"/>
            <a:ext cx="2119568" cy="3947448"/>
            <a:chOff x="6140449" y="1116114"/>
            <a:chExt cx="1927226" cy="3589236"/>
          </a:xfrm>
        </p:grpSpPr>
        <p:sp>
          <p:nvSpPr>
            <p:cNvPr id="29" name="Rectangle 28"/>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30"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sp>
        <p:nvSpPr>
          <p:cNvPr id="31" name="Picture Placeholder 7"/>
          <p:cNvSpPr>
            <a:spLocks noGrp="1"/>
          </p:cNvSpPr>
          <p:nvPr>
            <p:ph type="pic" sz="quarter" idx="20" hasCustomPrompt="1"/>
          </p:nvPr>
        </p:nvSpPr>
        <p:spPr>
          <a:xfrm>
            <a:off x="9180329" y="2360476"/>
            <a:ext cx="1843707" cy="2793309"/>
          </a:xfrm>
          <a:prstGeom prst="rect">
            <a:avLst/>
          </a:prstGeom>
          <a:solidFill>
            <a:schemeClr val="bg1">
              <a:lumMod val="95000"/>
            </a:schemeClr>
          </a:solidFill>
          <a:ln>
            <a:noFill/>
          </a:ln>
        </p:spPr>
        <p:txBody>
          <a:bodyPr bIns="457200" anchor="b"/>
          <a:lstStyle>
            <a:lvl1pPr algn="ctr" rtl="0">
              <a:buNone/>
              <a:defRPr sz="1467">
                <a:solidFill>
                  <a:schemeClr val="tx1">
                    <a:lumMod val="50000"/>
                    <a:lumOff val="50000"/>
                  </a:schemeClr>
                </a:solidFill>
              </a:defRPr>
            </a:lvl1pPr>
          </a:lstStyle>
          <a:p>
            <a:r>
              <a:rPr lang="en-US" dirty="0" smtClean="0"/>
              <a:t>Image Holder</a:t>
            </a:r>
            <a:endParaRPr lang="en-US" dirty="0"/>
          </a:p>
        </p:txBody>
      </p:sp>
      <p:sp>
        <p:nvSpPr>
          <p:cNvPr id="32" name="Text Placeholder 3"/>
          <p:cNvSpPr>
            <a:spLocks noGrp="1"/>
          </p:cNvSpPr>
          <p:nvPr>
            <p:ph type="body" sz="half" idx="21" hasCustomPrompt="1"/>
          </p:nvPr>
        </p:nvSpPr>
        <p:spPr>
          <a:xfrm>
            <a:off x="8984583" y="6017541"/>
            <a:ext cx="2235200" cy="265617"/>
          </a:xfrm>
          <a:prstGeom prst="rect">
            <a:avLst/>
          </a:prstGeom>
        </p:spPr>
        <p:txBody>
          <a:bodyPr wrap="square" lIns="0" tIns="0" rIns="0" bIns="0" anchor="ctr">
            <a:noAutofit/>
          </a:bodyPr>
          <a:lstStyle>
            <a:lvl1pPr marL="0" indent="0" algn="ctr">
              <a:buNone/>
              <a:defRPr sz="18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Tree>
    <p:extLst>
      <p:ext uri="{BB962C8B-B14F-4D97-AF65-F5344CB8AC3E}">
        <p14:creationId xmlns:p14="http://schemas.microsoft.com/office/powerpoint/2010/main" val="271559606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500" fill="hold"/>
                                        <p:tgtEl>
                                          <p:spTgt spid="14"/>
                                        </p:tgtEl>
                                        <p:attrNameLst>
                                          <p:attrName>ppt_x</p:attrName>
                                        </p:attrNameLst>
                                      </p:cBhvr>
                                      <p:tavLst>
                                        <p:tav tm="0">
                                          <p:val>
                                            <p:strVal val="#ppt_x"/>
                                          </p:val>
                                        </p:tav>
                                        <p:tav tm="100000">
                                          <p:val>
                                            <p:strVal val="#ppt_x"/>
                                          </p:val>
                                        </p:tav>
                                      </p:tavLst>
                                    </p:anim>
                                    <p:anim calcmode="lin" valueType="num">
                                      <p:cBhvr additive="base">
                                        <p:cTn id="8" dur="500" fill="hold"/>
                                        <p:tgtEl>
                                          <p:spTgt spid="14"/>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1" fill="hold" grpId="0" nodeType="after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wipe(up)">
                                      <p:cBhvr>
                                        <p:cTn id="12" dur="500"/>
                                        <p:tgtEl>
                                          <p:spTgt spid="20"/>
                                        </p:tgtEl>
                                      </p:cBhvr>
                                    </p:animEffect>
                                  </p:childTnLst>
                                </p:cTn>
                              </p:par>
                            </p:childTnLst>
                          </p:cTn>
                        </p:par>
                        <p:par>
                          <p:cTn id="13" fill="hold">
                            <p:stCondLst>
                              <p:cond delay="1000"/>
                            </p:stCondLst>
                            <p:childTnLst>
                              <p:par>
                                <p:cTn id="14" presetID="22" presetClass="entr" presetSubtype="1" fill="hold" grpId="0" nodeType="afterEffect">
                                  <p:stCondLst>
                                    <p:cond delay="0"/>
                                  </p:stCondLst>
                                  <p:childTnLst>
                                    <p:set>
                                      <p:cBhvr>
                                        <p:cTn id="15" dur="1" fill="hold">
                                          <p:stCondLst>
                                            <p:cond delay="0"/>
                                          </p:stCondLst>
                                        </p:cTn>
                                        <p:tgtEl>
                                          <p:spTgt spid="12">
                                            <p:txEl>
                                              <p:pRg st="0" end="0"/>
                                            </p:txEl>
                                          </p:spTgt>
                                        </p:tgtEl>
                                        <p:attrNameLst>
                                          <p:attrName>style.visibility</p:attrName>
                                        </p:attrNameLst>
                                      </p:cBhvr>
                                      <p:to>
                                        <p:strVal val="visible"/>
                                      </p:to>
                                    </p:set>
                                    <p:animEffect transition="in" filter="wipe(up)">
                                      <p:cBhvr>
                                        <p:cTn id="16" dur="500"/>
                                        <p:tgtEl>
                                          <p:spTgt spid="12">
                                            <p:txEl>
                                              <p:pRg st="0" end="0"/>
                                            </p:txEl>
                                          </p:spTgt>
                                        </p:tgtEl>
                                      </p:cBhvr>
                                    </p:animEffect>
                                  </p:childTnLst>
                                </p:cTn>
                              </p:par>
                            </p:childTnLst>
                          </p:cTn>
                        </p:par>
                        <p:par>
                          <p:cTn id="17" fill="hold">
                            <p:stCondLst>
                              <p:cond delay="1500"/>
                            </p:stCondLst>
                            <p:childTnLst>
                              <p:par>
                                <p:cTn id="18" presetID="53" presetClass="entr" presetSubtype="16" fill="hold" nodeType="afterEffect">
                                  <p:stCondLst>
                                    <p:cond delay="0"/>
                                  </p:stCondLst>
                                  <p:childTnLst>
                                    <p:set>
                                      <p:cBhvr>
                                        <p:cTn id="19" dur="1" fill="hold">
                                          <p:stCondLst>
                                            <p:cond delay="0"/>
                                          </p:stCondLst>
                                        </p:cTn>
                                        <p:tgtEl>
                                          <p:spTgt spid="13"/>
                                        </p:tgtEl>
                                        <p:attrNameLst>
                                          <p:attrName>style.visibility</p:attrName>
                                        </p:attrNameLst>
                                      </p:cBhvr>
                                      <p:to>
                                        <p:strVal val="visible"/>
                                      </p:to>
                                    </p:set>
                                    <p:anim calcmode="lin" valueType="num">
                                      <p:cBhvr>
                                        <p:cTn id="20" dur="500" fill="hold"/>
                                        <p:tgtEl>
                                          <p:spTgt spid="13"/>
                                        </p:tgtEl>
                                        <p:attrNameLst>
                                          <p:attrName>ppt_w</p:attrName>
                                        </p:attrNameLst>
                                      </p:cBhvr>
                                      <p:tavLst>
                                        <p:tav tm="0">
                                          <p:val>
                                            <p:fltVal val="0"/>
                                          </p:val>
                                        </p:tav>
                                        <p:tav tm="100000">
                                          <p:val>
                                            <p:strVal val="#ppt_w"/>
                                          </p:val>
                                        </p:tav>
                                      </p:tavLst>
                                    </p:anim>
                                    <p:anim calcmode="lin" valueType="num">
                                      <p:cBhvr>
                                        <p:cTn id="21" dur="500" fill="hold"/>
                                        <p:tgtEl>
                                          <p:spTgt spid="13"/>
                                        </p:tgtEl>
                                        <p:attrNameLst>
                                          <p:attrName>ppt_h</p:attrName>
                                        </p:attrNameLst>
                                      </p:cBhvr>
                                      <p:tavLst>
                                        <p:tav tm="0">
                                          <p:val>
                                            <p:fltVal val="0"/>
                                          </p:val>
                                        </p:tav>
                                        <p:tav tm="100000">
                                          <p:val>
                                            <p:strVal val="#ppt_h"/>
                                          </p:val>
                                        </p:tav>
                                      </p:tavLst>
                                    </p:anim>
                                    <p:animEffect transition="in" filter="fade">
                                      <p:cBhvr>
                                        <p:cTn id="22" dur="500"/>
                                        <p:tgtEl>
                                          <p:spTgt spid="13"/>
                                        </p:tgtEl>
                                      </p:cBhvr>
                                    </p:animEffect>
                                  </p:childTnLst>
                                </p:cTn>
                              </p:par>
                            </p:childTnLst>
                          </p:cTn>
                        </p:par>
                        <p:par>
                          <p:cTn id="23" fill="hold">
                            <p:stCondLst>
                              <p:cond delay="2000"/>
                            </p:stCondLst>
                            <p:childTnLst>
                              <p:par>
                                <p:cTn id="24" presetID="2" presetClass="entr" presetSubtype="4" accel="50000" decel="50000" fill="hold" nodeType="afterEffect">
                                  <p:stCondLst>
                                    <p:cond delay="0"/>
                                  </p:stCondLst>
                                  <p:childTnLst>
                                    <p:set>
                                      <p:cBhvr>
                                        <p:cTn id="25" dur="1" fill="hold">
                                          <p:stCondLst>
                                            <p:cond delay="0"/>
                                          </p:stCondLst>
                                        </p:cTn>
                                        <p:tgtEl>
                                          <p:spTgt spid="19"/>
                                        </p:tgtEl>
                                        <p:attrNameLst>
                                          <p:attrName>style.visibility</p:attrName>
                                        </p:attrNameLst>
                                      </p:cBhvr>
                                      <p:to>
                                        <p:strVal val="visible"/>
                                      </p:to>
                                    </p:set>
                                    <p:anim calcmode="lin" valueType="num">
                                      <p:cBhvr additive="base">
                                        <p:cTn id="26" dur="500" fill="hold"/>
                                        <p:tgtEl>
                                          <p:spTgt spid="19"/>
                                        </p:tgtEl>
                                        <p:attrNameLst>
                                          <p:attrName>ppt_x</p:attrName>
                                        </p:attrNameLst>
                                      </p:cBhvr>
                                      <p:tavLst>
                                        <p:tav tm="0">
                                          <p:val>
                                            <p:strVal val="#ppt_x"/>
                                          </p:val>
                                        </p:tav>
                                        <p:tav tm="100000">
                                          <p:val>
                                            <p:strVal val="#ppt_x"/>
                                          </p:val>
                                        </p:tav>
                                      </p:tavLst>
                                    </p:anim>
                                    <p:anim calcmode="lin" valueType="num">
                                      <p:cBhvr additive="base">
                                        <p:cTn id="27" dur="500" fill="hold"/>
                                        <p:tgtEl>
                                          <p:spTgt spid="19"/>
                                        </p:tgtEl>
                                        <p:attrNameLst>
                                          <p:attrName>ppt_y</p:attrName>
                                        </p:attrNameLst>
                                      </p:cBhvr>
                                      <p:tavLst>
                                        <p:tav tm="0">
                                          <p:val>
                                            <p:strVal val="1+#ppt_h/2"/>
                                          </p:val>
                                        </p:tav>
                                        <p:tav tm="100000">
                                          <p:val>
                                            <p:strVal val="#ppt_y"/>
                                          </p:val>
                                        </p:tav>
                                      </p:tavLst>
                                    </p:anim>
                                  </p:childTnLst>
                                </p:cTn>
                              </p:par>
                            </p:childTnLst>
                          </p:cTn>
                        </p:par>
                        <p:par>
                          <p:cTn id="28" fill="hold">
                            <p:stCondLst>
                              <p:cond delay="2500"/>
                            </p:stCondLst>
                            <p:childTnLst>
                              <p:par>
                                <p:cTn id="29" presetID="22" presetClass="entr" presetSubtype="1" fill="hold" grpId="0" nodeType="afterEffect">
                                  <p:stCondLst>
                                    <p:cond delay="0"/>
                                  </p:stCondLst>
                                  <p:childTnLst>
                                    <p:set>
                                      <p:cBhvr>
                                        <p:cTn id="30" dur="1" fill="hold">
                                          <p:stCondLst>
                                            <p:cond delay="0"/>
                                          </p:stCondLst>
                                        </p:cTn>
                                        <p:tgtEl>
                                          <p:spTgt spid="23"/>
                                        </p:tgtEl>
                                        <p:attrNameLst>
                                          <p:attrName>style.visibility</p:attrName>
                                        </p:attrNameLst>
                                      </p:cBhvr>
                                      <p:to>
                                        <p:strVal val="visible"/>
                                      </p:to>
                                    </p:set>
                                    <p:animEffect transition="in" filter="wipe(up)">
                                      <p:cBhvr>
                                        <p:cTn id="31" dur="500"/>
                                        <p:tgtEl>
                                          <p:spTgt spid="23"/>
                                        </p:tgtEl>
                                      </p:cBhvr>
                                    </p:animEffect>
                                  </p:childTnLst>
                                </p:cTn>
                              </p:par>
                            </p:childTnLst>
                          </p:cTn>
                        </p:par>
                        <p:par>
                          <p:cTn id="32" fill="hold">
                            <p:stCondLst>
                              <p:cond delay="3000"/>
                            </p:stCondLst>
                            <p:childTnLst>
                              <p:par>
                                <p:cTn id="33" presetID="22" presetClass="entr" presetSubtype="1" fill="hold" grpId="0" nodeType="afterEffect">
                                  <p:stCondLst>
                                    <p:cond delay="0"/>
                                  </p:stCondLst>
                                  <p:childTnLst>
                                    <p:set>
                                      <p:cBhvr>
                                        <p:cTn id="34" dur="1" fill="hold">
                                          <p:stCondLst>
                                            <p:cond delay="0"/>
                                          </p:stCondLst>
                                        </p:cTn>
                                        <p:tgtEl>
                                          <p:spTgt spid="24">
                                            <p:txEl>
                                              <p:pRg st="0" end="0"/>
                                            </p:txEl>
                                          </p:spTgt>
                                        </p:tgtEl>
                                        <p:attrNameLst>
                                          <p:attrName>style.visibility</p:attrName>
                                        </p:attrNameLst>
                                      </p:cBhvr>
                                      <p:to>
                                        <p:strVal val="visible"/>
                                      </p:to>
                                    </p:set>
                                    <p:animEffect transition="in" filter="wipe(up)">
                                      <p:cBhvr>
                                        <p:cTn id="35" dur="500"/>
                                        <p:tgtEl>
                                          <p:spTgt spid="24">
                                            <p:txEl>
                                              <p:pRg st="0" end="0"/>
                                            </p:txEl>
                                          </p:spTgt>
                                        </p:tgtEl>
                                      </p:cBhvr>
                                    </p:animEffect>
                                  </p:childTnLst>
                                </p:cTn>
                              </p:par>
                            </p:childTnLst>
                          </p:cTn>
                        </p:par>
                        <p:par>
                          <p:cTn id="36" fill="hold">
                            <p:stCondLst>
                              <p:cond delay="3500"/>
                            </p:stCondLst>
                            <p:childTnLst>
                              <p:par>
                                <p:cTn id="37" presetID="53" presetClass="entr" presetSubtype="16" fill="hold" nodeType="afterEffect">
                                  <p:stCondLst>
                                    <p:cond delay="0"/>
                                  </p:stCondLst>
                                  <p:childTnLst>
                                    <p:set>
                                      <p:cBhvr>
                                        <p:cTn id="38" dur="1" fill="hold">
                                          <p:stCondLst>
                                            <p:cond delay="0"/>
                                          </p:stCondLst>
                                        </p:cTn>
                                        <p:tgtEl>
                                          <p:spTgt spid="25"/>
                                        </p:tgtEl>
                                        <p:attrNameLst>
                                          <p:attrName>style.visibility</p:attrName>
                                        </p:attrNameLst>
                                      </p:cBhvr>
                                      <p:to>
                                        <p:strVal val="visible"/>
                                      </p:to>
                                    </p:set>
                                    <p:anim calcmode="lin" valueType="num">
                                      <p:cBhvr>
                                        <p:cTn id="39" dur="500" fill="hold"/>
                                        <p:tgtEl>
                                          <p:spTgt spid="25"/>
                                        </p:tgtEl>
                                        <p:attrNameLst>
                                          <p:attrName>ppt_w</p:attrName>
                                        </p:attrNameLst>
                                      </p:cBhvr>
                                      <p:tavLst>
                                        <p:tav tm="0">
                                          <p:val>
                                            <p:fltVal val="0"/>
                                          </p:val>
                                        </p:tav>
                                        <p:tav tm="100000">
                                          <p:val>
                                            <p:strVal val="#ppt_w"/>
                                          </p:val>
                                        </p:tav>
                                      </p:tavLst>
                                    </p:anim>
                                    <p:anim calcmode="lin" valueType="num">
                                      <p:cBhvr>
                                        <p:cTn id="40" dur="500" fill="hold"/>
                                        <p:tgtEl>
                                          <p:spTgt spid="25"/>
                                        </p:tgtEl>
                                        <p:attrNameLst>
                                          <p:attrName>ppt_h</p:attrName>
                                        </p:attrNameLst>
                                      </p:cBhvr>
                                      <p:tavLst>
                                        <p:tav tm="0">
                                          <p:val>
                                            <p:fltVal val="0"/>
                                          </p:val>
                                        </p:tav>
                                        <p:tav tm="100000">
                                          <p:val>
                                            <p:strVal val="#ppt_h"/>
                                          </p:val>
                                        </p:tav>
                                      </p:tavLst>
                                    </p:anim>
                                    <p:animEffect transition="in" filter="fade">
                                      <p:cBhvr>
                                        <p:cTn id="41" dur="500"/>
                                        <p:tgtEl>
                                          <p:spTgt spid="25"/>
                                        </p:tgtEl>
                                      </p:cBhvr>
                                    </p:animEffect>
                                  </p:childTnLst>
                                </p:cTn>
                              </p:par>
                            </p:childTnLst>
                          </p:cTn>
                        </p:par>
                        <p:par>
                          <p:cTn id="42" fill="hold">
                            <p:stCondLst>
                              <p:cond delay="4000"/>
                            </p:stCondLst>
                            <p:childTnLst>
                              <p:par>
                                <p:cTn id="43" presetID="2" presetClass="entr" presetSubtype="4" accel="50000" decel="50000" fill="hold" nodeType="afterEffect">
                                  <p:stCondLst>
                                    <p:cond delay="0"/>
                                  </p:stCondLst>
                                  <p:childTnLst>
                                    <p:set>
                                      <p:cBhvr>
                                        <p:cTn id="44" dur="1" fill="hold">
                                          <p:stCondLst>
                                            <p:cond delay="0"/>
                                          </p:stCondLst>
                                        </p:cTn>
                                        <p:tgtEl>
                                          <p:spTgt spid="28"/>
                                        </p:tgtEl>
                                        <p:attrNameLst>
                                          <p:attrName>style.visibility</p:attrName>
                                        </p:attrNameLst>
                                      </p:cBhvr>
                                      <p:to>
                                        <p:strVal val="visible"/>
                                      </p:to>
                                    </p:set>
                                    <p:anim calcmode="lin" valueType="num">
                                      <p:cBhvr additive="base">
                                        <p:cTn id="45" dur="500" fill="hold"/>
                                        <p:tgtEl>
                                          <p:spTgt spid="28"/>
                                        </p:tgtEl>
                                        <p:attrNameLst>
                                          <p:attrName>ppt_x</p:attrName>
                                        </p:attrNameLst>
                                      </p:cBhvr>
                                      <p:tavLst>
                                        <p:tav tm="0">
                                          <p:val>
                                            <p:strVal val="#ppt_x"/>
                                          </p:val>
                                        </p:tav>
                                        <p:tav tm="100000">
                                          <p:val>
                                            <p:strVal val="#ppt_x"/>
                                          </p:val>
                                        </p:tav>
                                      </p:tavLst>
                                    </p:anim>
                                    <p:anim calcmode="lin" valueType="num">
                                      <p:cBhvr additive="base">
                                        <p:cTn id="46" dur="500" fill="hold"/>
                                        <p:tgtEl>
                                          <p:spTgt spid="28"/>
                                        </p:tgtEl>
                                        <p:attrNameLst>
                                          <p:attrName>ppt_y</p:attrName>
                                        </p:attrNameLst>
                                      </p:cBhvr>
                                      <p:tavLst>
                                        <p:tav tm="0">
                                          <p:val>
                                            <p:strVal val="1+#ppt_h/2"/>
                                          </p:val>
                                        </p:tav>
                                        <p:tav tm="100000">
                                          <p:val>
                                            <p:strVal val="#ppt_y"/>
                                          </p:val>
                                        </p:tav>
                                      </p:tavLst>
                                    </p:anim>
                                  </p:childTnLst>
                                </p:cTn>
                              </p:par>
                            </p:childTnLst>
                          </p:cTn>
                        </p:par>
                        <p:par>
                          <p:cTn id="47" fill="hold">
                            <p:stCondLst>
                              <p:cond delay="4500"/>
                            </p:stCondLst>
                            <p:childTnLst>
                              <p:par>
                                <p:cTn id="48" presetID="22" presetClass="entr" presetSubtype="1" fill="hold" grpId="0" nodeType="afterEffect">
                                  <p:stCondLst>
                                    <p:cond delay="0"/>
                                  </p:stCondLst>
                                  <p:childTnLst>
                                    <p:set>
                                      <p:cBhvr>
                                        <p:cTn id="49" dur="1" fill="hold">
                                          <p:stCondLst>
                                            <p:cond delay="0"/>
                                          </p:stCondLst>
                                        </p:cTn>
                                        <p:tgtEl>
                                          <p:spTgt spid="31"/>
                                        </p:tgtEl>
                                        <p:attrNameLst>
                                          <p:attrName>style.visibility</p:attrName>
                                        </p:attrNameLst>
                                      </p:cBhvr>
                                      <p:to>
                                        <p:strVal val="visible"/>
                                      </p:to>
                                    </p:set>
                                    <p:animEffect transition="in" filter="wipe(up)">
                                      <p:cBhvr>
                                        <p:cTn id="50" dur="500"/>
                                        <p:tgtEl>
                                          <p:spTgt spid="31"/>
                                        </p:tgtEl>
                                      </p:cBhvr>
                                    </p:animEffect>
                                  </p:childTnLst>
                                </p:cTn>
                              </p:par>
                            </p:childTnLst>
                          </p:cTn>
                        </p:par>
                        <p:par>
                          <p:cTn id="51" fill="hold">
                            <p:stCondLst>
                              <p:cond delay="5000"/>
                            </p:stCondLst>
                            <p:childTnLst>
                              <p:par>
                                <p:cTn id="52" presetID="22" presetClass="entr" presetSubtype="1" fill="hold" grpId="0" nodeType="afterEffect">
                                  <p:stCondLst>
                                    <p:cond delay="0"/>
                                  </p:stCondLst>
                                  <p:childTnLst>
                                    <p:set>
                                      <p:cBhvr>
                                        <p:cTn id="53" dur="1" fill="hold">
                                          <p:stCondLst>
                                            <p:cond delay="0"/>
                                          </p:stCondLst>
                                        </p:cTn>
                                        <p:tgtEl>
                                          <p:spTgt spid="32">
                                            <p:txEl>
                                              <p:pRg st="0" end="0"/>
                                            </p:txEl>
                                          </p:spTgt>
                                        </p:tgtEl>
                                        <p:attrNameLst>
                                          <p:attrName>style.visibility</p:attrName>
                                        </p:attrNameLst>
                                      </p:cBhvr>
                                      <p:to>
                                        <p:strVal val="visible"/>
                                      </p:to>
                                    </p:set>
                                    <p:animEffect transition="in" filter="wipe(up)">
                                      <p:cBhvr>
                                        <p:cTn id="54" dur="500"/>
                                        <p:tgtEl>
                                          <p:spTgt spid="32">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12" grpId="0" build="p">
        <p:tmplLst>
          <p:tmpl lvl="1">
            <p:tnLst>
              <p:par>
                <p:cTn presetID="22" presetClass="entr" presetSubtype="1" fill="hold" nodeType="afterEffect">
                  <p:stCondLst>
                    <p:cond delay="0"/>
                  </p:stCondLst>
                  <p:childTnLst>
                    <p:set>
                      <p:cBhvr>
                        <p:cTn dur="1" fill="hold">
                          <p:stCondLst>
                            <p:cond delay="0"/>
                          </p:stCondLst>
                        </p:cTn>
                        <p:tgtEl>
                          <p:spTgt spid="12"/>
                        </p:tgtEl>
                        <p:attrNameLst>
                          <p:attrName>style.visibility</p:attrName>
                        </p:attrNameLst>
                      </p:cBhvr>
                      <p:to>
                        <p:strVal val="visible"/>
                      </p:to>
                    </p:set>
                    <p:animEffect transition="in" filter="wipe(up)">
                      <p:cBhvr>
                        <p:cTn dur="500"/>
                        <p:tgtEl>
                          <p:spTgt spid="12"/>
                        </p:tgtEl>
                      </p:cBhvr>
                    </p:animEffect>
                  </p:childTnLst>
                </p:cTn>
              </p:par>
            </p:tnLst>
          </p:tmpl>
        </p:tmplLst>
      </p:bldP>
      <p:bldP spid="23" grpId="0" animBg="1"/>
      <p:bldP spid="24" grpId="0" build="p">
        <p:tmplLst>
          <p:tmpl lvl="1">
            <p:tnLst>
              <p:par>
                <p:cTn presetID="22" presetClass="entr" presetSubtype="1" fill="hold" nodeType="afterEffect">
                  <p:stCondLst>
                    <p:cond delay="0"/>
                  </p:stCondLst>
                  <p:childTnLst>
                    <p:set>
                      <p:cBhvr>
                        <p:cTn dur="1" fill="hold">
                          <p:stCondLst>
                            <p:cond delay="0"/>
                          </p:stCondLst>
                        </p:cTn>
                        <p:tgtEl>
                          <p:spTgt spid="24"/>
                        </p:tgtEl>
                        <p:attrNameLst>
                          <p:attrName>style.visibility</p:attrName>
                        </p:attrNameLst>
                      </p:cBhvr>
                      <p:to>
                        <p:strVal val="visible"/>
                      </p:to>
                    </p:set>
                    <p:animEffect transition="in" filter="wipe(up)">
                      <p:cBhvr>
                        <p:cTn dur="500"/>
                        <p:tgtEl>
                          <p:spTgt spid="24"/>
                        </p:tgtEl>
                      </p:cBhvr>
                    </p:animEffect>
                  </p:childTnLst>
                </p:cTn>
              </p:par>
            </p:tnLst>
          </p:tmpl>
        </p:tmplLst>
      </p:bldP>
      <p:bldP spid="31" grpId="0" animBg="1"/>
      <p:bldP spid="32" grpId="0" build="p">
        <p:tmplLst>
          <p:tmpl lvl="1">
            <p:tnLst>
              <p:par>
                <p:cTn presetID="22" presetClass="entr" presetSubtype="1" fill="hold" nodeType="afterEffect">
                  <p:stCondLst>
                    <p:cond delay="0"/>
                  </p:stCondLst>
                  <p:childTnLst>
                    <p:set>
                      <p:cBhvr>
                        <p:cTn dur="1" fill="hold">
                          <p:stCondLst>
                            <p:cond delay="0"/>
                          </p:stCondLst>
                        </p:cTn>
                        <p:tgtEl>
                          <p:spTgt spid="32"/>
                        </p:tgtEl>
                        <p:attrNameLst>
                          <p:attrName>style.visibility</p:attrName>
                        </p:attrNameLst>
                      </p:cBhvr>
                      <p:to>
                        <p:strVal val="visible"/>
                      </p:to>
                    </p:set>
                    <p:animEffect transition="in" filter="wipe(up)">
                      <p:cBhvr>
                        <p:cTn dur="500"/>
                        <p:tgtEl>
                          <p:spTgt spid="32"/>
                        </p:tgtEl>
                      </p:cBhvr>
                    </p:animEffect>
                  </p:childTnLst>
                </p:cTn>
              </p:par>
            </p:tnLst>
          </p:tmpl>
        </p:tmplLst>
      </p:bldP>
    </p:bldLst>
  </p:timing>
</p:sldLayout>
</file>

<file path=ppt/slideLayouts/slideLayout189.xml><?xml version="1.0" encoding="utf-8"?>
<p:sldLayout xmlns:a="http://schemas.openxmlformats.org/drawingml/2006/main" xmlns:r="http://schemas.openxmlformats.org/officeDocument/2006/relationships" xmlns:p="http://schemas.openxmlformats.org/presentationml/2006/main" userDrawn="1">
  <p:cSld name="1_MockUp02">
    <p:spTree>
      <p:nvGrpSpPr>
        <p:cNvPr id="1" name=""/>
        <p:cNvGrpSpPr/>
        <p:nvPr/>
      </p:nvGrpSpPr>
      <p:grpSpPr>
        <a:xfrm>
          <a:off x="0" y="0"/>
          <a:ext cx="0" cy="0"/>
          <a:chOff x="0" y="0"/>
          <a:chExt cx="0" cy="0"/>
        </a:xfrm>
      </p:grpSpPr>
      <p:grpSp>
        <p:nvGrpSpPr>
          <p:cNvPr id="14" name="Group 13"/>
          <p:cNvGrpSpPr/>
          <p:nvPr userDrawn="1"/>
        </p:nvGrpSpPr>
        <p:grpSpPr>
          <a:xfrm>
            <a:off x="3888864" y="2072885"/>
            <a:ext cx="2119568" cy="3947448"/>
            <a:chOff x="6140449" y="1116114"/>
            <a:chExt cx="1927226" cy="3589236"/>
          </a:xfrm>
        </p:grpSpPr>
        <p:sp>
          <p:nvSpPr>
            <p:cNvPr id="15" name="Rectangle 14"/>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18"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sp>
        <p:nvSpPr>
          <p:cNvPr id="20" name="Picture Placeholder 7"/>
          <p:cNvSpPr>
            <a:spLocks noGrp="1"/>
          </p:cNvSpPr>
          <p:nvPr>
            <p:ph type="pic" sz="quarter" idx="10" hasCustomPrompt="1"/>
          </p:nvPr>
        </p:nvSpPr>
        <p:spPr>
          <a:xfrm>
            <a:off x="4026793" y="2627710"/>
            <a:ext cx="1843707" cy="2793309"/>
          </a:xfrm>
          <a:prstGeom prst="rect">
            <a:avLst/>
          </a:prstGeom>
          <a:solidFill>
            <a:schemeClr val="bg1">
              <a:lumMod val="95000"/>
            </a:schemeClr>
          </a:solidFill>
          <a:ln>
            <a:noFill/>
          </a:ln>
        </p:spPr>
        <p:txBody>
          <a:bodyPr bIns="457200" anchor="b"/>
          <a:lstStyle>
            <a:lvl1pPr algn="ctr" rtl="0">
              <a:buNone/>
              <a:defRPr sz="1467">
                <a:solidFill>
                  <a:schemeClr val="tx1">
                    <a:lumMod val="50000"/>
                    <a:lumOff val="50000"/>
                  </a:schemeClr>
                </a:solidFill>
              </a:defRPr>
            </a:lvl1pPr>
          </a:lstStyle>
          <a:p>
            <a:r>
              <a:rPr lang="en-US" dirty="0" smtClean="0"/>
              <a:t>Image Holder</a:t>
            </a:r>
            <a:endParaRPr lang="en-US" dirty="0"/>
          </a:p>
        </p:txBody>
      </p:sp>
      <p:sp>
        <p:nvSpPr>
          <p:cNvPr id="8"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9"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grpSp>
        <p:nvGrpSpPr>
          <p:cNvPr id="19" name="Group 18"/>
          <p:cNvGrpSpPr/>
          <p:nvPr userDrawn="1"/>
        </p:nvGrpSpPr>
        <p:grpSpPr>
          <a:xfrm>
            <a:off x="6211632" y="2072885"/>
            <a:ext cx="2119568" cy="3947448"/>
            <a:chOff x="6140449" y="1116114"/>
            <a:chExt cx="1927226" cy="3589236"/>
          </a:xfrm>
        </p:grpSpPr>
        <p:sp>
          <p:nvSpPr>
            <p:cNvPr id="21" name="Rectangle 20"/>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22"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sp>
        <p:nvSpPr>
          <p:cNvPr id="23" name="Picture Placeholder 7"/>
          <p:cNvSpPr>
            <a:spLocks noGrp="1"/>
          </p:cNvSpPr>
          <p:nvPr>
            <p:ph type="pic" sz="quarter" idx="18" hasCustomPrompt="1"/>
          </p:nvPr>
        </p:nvSpPr>
        <p:spPr>
          <a:xfrm>
            <a:off x="6355967" y="2627710"/>
            <a:ext cx="1843707" cy="2793309"/>
          </a:xfrm>
          <a:prstGeom prst="rect">
            <a:avLst/>
          </a:prstGeom>
          <a:solidFill>
            <a:schemeClr val="bg1">
              <a:lumMod val="95000"/>
            </a:schemeClr>
          </a:solidFill>
          <a:ln>
            <a:noFill/>
          </a:ln>
        </p:spPr>
        <p:txBody>
          <a:bodyPr bIns="457200" anchor="b"/>
          <a:lstStyle>
            <a:lvl1pPr algn="ctr" rtl="0">
              <a:buNone/>
              <a:defRPr sz="1467">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124429692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500" fill="hold"/>
                                        <p:tgtEl>
                                          <p:spTgt spid="14"/>
                                        </p:tgtEl>
                                        <p:attrNameLst>
                                          <p:attrName>ppt_x</p:attrName>
                                        </p:attrNameLst>
                                      </p:cBhvr>
                                      <p:tavLst>
                                        <p:tav tm="0">
                                          <p:val>
                                            <p:strVal val="#ppt_x"/>
                                          </p:val>
                                        </p:tav>
                                        <p:tav tm="100000">
                                          <p:val>
                                            <p:strVal val="#ppt_x"/>
                                          </p:val>
                                        </p:tav>
                                      </p:tavLst>
                                    </p:anim>
                                    <p:anim calcmode="lin" valueType="num">
                                      <p:cBhvr additive="base">
                                        <p:cTn id="8" dur="500" fill="hold"/>
                                        <p:tgtEl>
                                          <p:spTgt spid="14"/>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1" fill="hold" grpId="0" nodeType="after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wipe(up)">
                                      <p:cBhvr>
                                        <p:cTn id="12" dur="500"/>
                                        <p:tgtEl>
                                          <p:spTgt spid="20"/>
                                        </p:tgtEl>
                                      </p:cBhvr>
                                    </p:animEffect>
                                  </p:childTnLst>
                                </p:cTn>
                              </p:par>
                            </p:childTnLst>
                          </p:cTn>
                        </p:par>
                        <p:par>
                          <p:cTn id="13" fill="hold">
                            <p:stCondLst>
                              <p:cond delay="1000"/>
                            </p:stCondLst>
                            <p:childTnLst>
                              <p:par>
                                <p:cTn id="14" presetID="2" presetClass="entr" presetSubtype="4" accel="50000" decel="50000" fill="hold" nodeType="afterEffect">
                                  <p:stCondLst>
                                    <p:cond delay="0"/>
                                  </p:stCondLst>
                                  <p:childTnLst>
                                    <p:set>
                                      <p:cBhvr>
                                        <p:cTn id="15" dur="1" fill="hold">
                                          <p:stCondLst>
                                            <p:cond delay="0"/>
                                          </p:stCondLst>
                                        </p:cTn>
                                        <p:tgtEl>
                                          <p:spTgt spid="19"/>
                                        </p:tgtEl>
                                        <p:attrNameLst>
                                          <p:attrName>style.visibility</p:attrName>
                                        </p:attrNameLst>
                                      </p:cBhvr>
                                      <p:to>
                                        <p:strVal val="visible"/>
                                      </p:to>
                                    </p:set>
                                    <p:anim calcmode="lin" valueType="num">
                                      <p:cBhvr additive="base">
                                        <p:cTn id="16" dur="500" fill="hold"/>
                                        <p:tgtEl>
                                          <p:spTgt spid="19"/>
                                        </p:tgtEl>
                                        <p:attrNameLst>
                                          <p:attrName>ppt_x</p:attrName>
                                        </p:attrNameLst>
                                      </p:cBhvr>
                                      <p:tavLst>
                                        <p:tav tm="0">
                                          <p:val>
                                            <p:strVal val="#ppt_x"/>
                                          </p:val>
                                        </p:tav>
                                        <p:tav tm="100000">
                                          <p:val>
                                            <p:strVal val="#ppt_x"/>
                                          </p:val>
                                        </p:tav>
                                      </p:tavLst>
                                    </p:anim>
                                    <p:anim calcmode="lin" valueType="num">
                                      <p:cBhvr additive="base">
                                        <p:cTn id="17" dur="500" fill="hold"/>
                                        <p:tgtEl>
                                          <p:spTgt spid="19"/>
                                        </p:tgtEl>
                                        <p:attrNameLst>
                                          <p:attrName>ppt_y</p:attrName>
                                        </p:attrNameLst>
                                      </p:cBhvr>
                                      <p:tavLst>
                                        <p:tav tm="0">
                                          <p:val>
                                            <p:strVal val="1+#ppt_h/2"/>
                                          </p:val>
                                        </p:tav>
                                        <p:tav tm="100000">
                                          <p:val>
                                            <p:strVal val="#ppt_y"/>
                                          </p:val>
                                        </p:tav>
                                      </p:tavLst>
                                    </p:anim>
                                  </p:childTnLst>
                                </p:cTn>
                              </p:par>
                            </p:childTnLst>
                          </p:cTn>
                        </p:par>
                        <p:par>
                          <p:cTn id="18" fill="hold">
                            <p:stCondLst>
                              <p:cond delay="1500"/>
                            </p:stCondLst>
                            <p:childTnLst>
                              <p:par>
                                <p:cTn id="19" presetID="22" presetClass="entr" presetSubtype="1" fill="hold" grpId="0" nodeType="afterEffect">
                                  <p:stCondLst>
                                    <p:cond delay="0"/>
                                  </p:stCondLst>
                                  <p:childTnLst>
                                    <p:set>
                                      <p:cBhvr>
                                        <p:cTn id="20" dur="1" fill="hold">
                                          <p:stCondLst>
                                            <p:cond delay="0"/>
                                          </p:stCondLst>
                                        </p:cTn>
                                        <p:tgtEl>
                                          <p:spTgt spid="23"/>
                                        </p:tgtEl>
                                        <p:attrNameLst>
                                          <p:attrName>style.visibility</p:attrName>
                                        </p:attrNameLst>
                                      </p:cBhvr>
                                      <p:to>
                                        <p:strVal val="visible"/>
                                      </p:to>
                                    </p:set>
                                    <p:animEffect transition="in" filter="wipe(up)">
                                      <p:cBhvr>
                                        <p:cTn id="21"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23" grpId="0" animBg="1"/>
    </p:bldLst>
  </p:timing>
</p:sldLayout>
</file>

<file path=ppt/slideLayouts/slideLayout190.xml><?xml version="1.0" encoding="utf-8"?>
<p:sldLayout xmlns:a="http://schemas.openxmlformats.org/drawingml/2006/main" xmlns:r="http://schemas.openxmlformats.org/officeDocument/2006/relationships" xmlns:p="http://schemas.openxmlformats.org/presentationml/2006/main" userDrawn="1">
  <p:cSld name="2_MockUp02">
    <p:spTree>
      <p:nvGrpSpPr>
        <p:cNvPr id="1" name=""/>
        <p:cNvGrpSpPr/>
        <p:nvPr/>
      </p:nvGrpSpPr>
      <p:grpSpPr>
        <a:xfrm>
          <a:off x="0" y="0"/>
          <a:ext cx="0" cy="0"/>
          <a:chOff x="0" y="0"/>
          <a:chExt cx="0" cy="0"/>
        </a:xfrm>
      </p:grpSpPr>
      <p:grpSp>
        <p:nvGrpSpPr>
          <p:cNvPr id="2" name="Group 17"/>
          <p:cNvGrpSpPr/>
          <p:nvPr userDrawn="1"/>
        </p:nvGrpSpPr>
        <p:grpSpPr>
          <a:xfrm>
            <a:off x="3968595" y="2449780"/>
            <a:ext cx="4343760" cy="3456120"/>
            <a:chOff x="2094899" y="1081795"/>
            <a:chExt cx="4400683" cy="3501414"/>
          </a:xfrm>
        </p:grpSpPr>
        <p:sp>
          <p:nvSpPr>
            <p:cNvPr id="20" name="Rectangle 19"/>
            <p:cNvSpPr/>
            <p:nvPr/>
          </p:nvSpPr>
          <p:spPr>
            <a:xfrm>
              <a:off x="2261198" y="1247618"/>
              <a:ext cx="4081379" cy="225986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rtl="1" fontAlgn="auto">
                <a:spcBef>
                  <a:spcPts val="0"/>
                </a:spcBef>
                <a:spcAft>
                  <a:spcPts val="0"/>
                </a:spcAft>
              </a:pPr>
              <a:endParaRPr lang="en-US" sz="2667" dirty="0">
                <a:solidFill>
                  <a:srgbClr val="FFFFFF"/>
                </a:solidFill>
              </a:endParaRPr>
            </a:p>
          </p:txBody>
        </p:sp>
        <p:sp>
          <p:nvSpPr>
            <p:cNvPr id="31" name="Freeform 5"/>
            <p:cNvSpPr>
              <a:spLocks noEditPoints="1"/>
            </p:cNvSpPr>
            <p:nvPr/>
          </p:nvSpPr>
          <p:spPr bwMode="auto">
            <a:xfrm>
              <a:off x="2094899" y="1081795"/>
              <a:ext cx="4400683" cy="2608522"/>
            </a:xfrm>
            <a:custGeom>
              <a:avLst/>
              <a:gdLst/>
              <a:ahLst/>
              <a:cxnLst>
                <a:cxn ang="0">
                  <a:pos x="1757" y="0"/>
                </a:cxn>
                <a:cxn ang="0">
                  <a:pos x="921" y="0"/>
                </a:cxn>
                <a:cxn ang="0">
                  <a:pos x="893" y="0"/>
                </a:cxn>
                <a:cxn ang="0">
                  <a:pos x="56" y="0"/>
                </a:cxn>
                <a:cxn ang="0">
                  <a:pos x="0" y="47"/>
                </a:cxn>
                <a:cxn ang="0">
                  <a:pos x="0" y="1076"/>
                </a:cxn>
                <a:cxn ang="0">
                  <a:pos x="1816" y="1076"/>
                </a:cxn>
                <a:cxn ang="0">
                  <a:pos x="1816" y="47"/>
                </a:cxn>
                <a:cxn ang="0">
                  <a:pos x="1757" y="0"/>
                </a:cxn>
                <a:cxn ang="0">
                  <a:pos x="1732" y="1000"/>
                </a:cxn>
                <a:cxn ang="0">
                  <a:pos x="76" y="1000"/>
                </a:cxn>
                <a:cxn ang="0">
                  <a:pos x="76" y="68"/>
                </a:cxn>
                <a:cxn ang="0">
                  <a:pos x="1732" y="68"/>
                </a:cxn>
                <a:cxn ang="0">
                  <a:pos x="1732" y="1000"/>
                </a:cxn>
              </a:cxnLst>
              <a:rect l="0" t="0" r="r" b="b"/>
              <a:pathLst>
                <a:path w="1816" h="1076">
                  <a:moveTo>
                    <a:pt x="1757" y="0"/>
                  </a:moveTo>
                  <a:cubicBezTo>
                    <a:pt x="921" y="0"/>
                    <a:pt x="921" y="0"/>
                    <a:pt x="921" y="0"/>
                  </a:cubicBezTo>
                  <a:cubicBezTo>
                    <a:pt x="893" y="0"/>
                    <a:pt x="893" y="0"/>
                    <a:pt x="893" y="0"/>
                  </a:cubicBezTo>
                  <a:cubicBezTo>
                    <a:pt x="56" y="0"/>
                    <a:pt x="56" y="0"/>
                    <a:pt x="56" y="0"/>
                  </a:cubicBezTo>
                  <a:cubicBezTo>
                    <a:pt x="27" y="0"/>
                    <a:pt x="0" y="17"/>
                    <a:pt x="0" y="47"/>
                  </a:cubicBezTo>
                  <a:cubicBezTo>
                    <a:pt x="0" y="1076"/>
                    <a:pt x="0" y="1076"/>
                    <a:pt x="0" y="1076"/>
                  </a:cubicBezTo>
                  <a:cubicBezTo>
                    <a:pt x="1816" y="1076"/>
                    <a:pt x="1816" y="1076"/>
                    <a:pt x="1816" y="1076"/>
                  </a:cubicBezTo>
                  <a:cubicBezTo>
                    <a:pt x="1816" y="47"/>
                    <a:pt x="1816" y="47"/>
                    <a:pt x="1816" y="47"/>
                  </a:cubicBezTo>
                  <a:cubicBezTo>
                    <a:pt x="1816" y="17"/>
                    <a:pt x="1787" y="0"/>
                    <a:pt x="1757" y="0"/>
                  </a:cubicBezTo>
                  <a:moveTo>
                    <a:pt x="1732" y="1000"/>
                  </a:moveTo>
                  <a:cubicBezTo>
                    <a:pt x="76" y="1000"/>
                    <a:pt x="76" y="1000"/>
                    <a:pt x="76" y="1000"/>
                  </a:cubicBezTo>
                  <a:cubicBezTo>
                    <a:pt x="76" y="68"/>
                    <a:pt x="76" y="68"/>
                    <a:pt x="76" y="68"/>
                  </a:cubicBezTo>
                  <a:cubicBezTo>
                    <a:pt x="1732" y="68"/>
                    <a:pt x="1732" y="68"/>
                    <a:pt x="1732" y="68"/>
                  </a:cubicBezTo>
                  <a:cubicBezTo>
                    <a:pt x="1732" y="1000"/>
                    <a:pt x="1732" y="1000"/>
                    <a:pt x="1732" y="1000"/>
                  </a:cubicBezTo>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p>
              <a:pPr algn="r" defTabSz="1375467" rtl="1"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33" name="Freeform 23"/>
            <p:cNvSpPr>
              <a:spLocks/>
            </p:cNvSpPr>
            <p:nvPr/>
          </p:nvSpPr>
          <p:spPr bwMode="auto">
            <a:xfrm>
              <a:off x="2311744" y="1247618"/>
              <a:ext cx="3979748" cy="2259869"/>
            </a:xfrm>
            <a:custGeom>
              <a:avLst/>
              <a:gdLst/>
              <a:ahLst/>
              <a:cxnLst>
                <a:cxn ang="0">
                  <a:pos x="1872" y="0"/>
                </a:cxn>
                <a:cxn ang="0">
                  <a:pos x="0" y="0"/>
                </a:cxn>
                <a:cxn ang="0">
                  <a:pos x="1872" y="1063"/>
                </a:cxn>
                <a:cxn ang="0">
                  <a:pos x="1872" y="0"/>
                </a:cxn>
              </a:cxnLst>
              <a:rect l="0" t="0" r="r" b="b"/>
              <a:pathLst>
                <a:path w="1872" h="1063">
                  <a:moveTo>
                    <a:pt x="1872" y="0"/>
                  </a:moveTo>
                  <a:lnTo>
                    <a:pt x="0" y="0"/>
                  </a:lnTo>
                  <a:lnTo>
                    <a:pt x="1872" y="1063"/>
                  </a:lnTo>
                  <a:lnTo>
                    <a:pt x="1872" y="0"/>
                  </a:lnTo>
                  <a:close/>
                </a:path>
              </a:pathLst>
            </a:custGeom>
            <a:solidFill>
              <a:srgbClr val="FFFFFF">
                <a:alpha val="16000"/>
              </a:srgbClr>
            </a:solidFill>
            <a:ln w="9525">
              <a:noFill/>
              <a:round/>
              <a:headEnd/>
              <a:tailEnd/>
            </a:ln>
          </p:spPr>
          <p:txBody>
            <a:bodyPr vert="horz" wrap="square" lIns="91440" tIns="45720" rIns="91440" bIns="45720" numCol="1" anchor="t" anchorCtr="0" compatLnSpc="1">
              <a:prstTxWarp prst="textNoShape">
                <a:avLst/>
              </a:prstTxWarp>
            </a:bodyPr>
            <a:lstStyle/>
            <a:p>
              <a:pPr algn="r" defTabSz="1375467" rtl="1"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34" name="Freeform 27"/>
            <p:cNvSpPr>
              <a:spLocks/>
            </p:cNvSpPr>
            <p:nvPr/>
          </p:nvSpPr>
          <p:spPr bwMode="auto">
            <a:xfrm>
              <a:off x="2094899" y="3690315"/>
              <a:ext cx="4400683" cy="397550"/>
            </a:xfrm>
            <a:custGeom>
              <a:avLst/>
              <a:gdLst/>
              <a:ahLst/>
              <a:cxnLst>
                <a:cxn ang="0">
                  <a:pos x="0" y="0"/>
                </a:cxn>
                <a:cxn ang="0">
                  <a:pos x="0" y="100"/>
                </a:cxn>
                <a:cxn ang="0">
                  <a:pos x="56" y="164"/>
                </a:cxn>
                <a:cxn ang="0">
                  <a:pos x="893" y="164"/>
                </a:cxn>
                <a:cxn ang="0">
                  <a:pos x="921" y="164"/>
                </a:cxn>
                <a:cxn ang="0">
                  <a:pos x="1757" y="164"/>
                </a:cxn>
                <a:cxn ang="0">
                  <a:pos x="1816" y="100"/>
                </a:cxn>
                <a:cxn ang="0">
                  <a:pos x="1816" y="0"/>
                </a:cxn>
                <a:cxn ang="0">
                  <a:pos x="0" y="0"/>
                </a:cxn>
              </a:cxnLst>
              <a:rect l="0" t="0" r="r" b="b"/>
              <a:pathLst>
                <a:path w="1816" h="164">
                  <a:moveTo>
                    <a:pt x="0" y="0"/>
                  </a:moveTo>
                  <a:cubicBezTo>
                    <a:pt x="0" y="100"/>
                    <a:pt x="0" y="100"/>
                    <a:pt x="0" y="100"/>
                  </a:cubicBezTo>
                  <a:cubicBezTo>
                    <a:pt x="0" y="130"/>
                    <a:pt x="27" y="164"/>
                    <a:pt x="56" y="164"/>
                  </a:cubicBezTo>
                  <a:cubicBezTo>
                    <a:pt x="893" y="164"/>
                    <a:pt x="893" y="164"/>
                    <a:pt x="893" y="164"/>
                  </a:cubicBezTo>
                  <a:cubicBezTo>
                    <a:pt x="921" y="164"/>
                    <a:pt x="921" y="164"/>
                    <a:pt x="921" y="164"/>
                  </a:cubicBezTo>
                  <a:cubicBezTo>
                    <a:pt x="1757" y="164"/>
                    <a:pt x="1757" y="164"/>
                    <a:pt x="1757" y="164"/>
                  </a:cubicBezTo>
                  <a:cubicBezTo>
                    <a:pt x="1787" y="164"/>
                    <a:pt x="1816" y="130"/>
                    <a:pt x="1816" y="100"/>
                  </a:cubicBezTo>
                  <a:cubicBezTo>
                    <a:pt x="1816" y="0"/>
                    <a:pt x="1816" y="0"/>
                    <a:pt x="1816" y="0"/>
                  </a:cubicBezTo>
                  <a:lnTo>
                    <a:pt x="0" y="0"/>
                  </a:lnTo>
                  <a:close/>
                </a:path>
              </a:pathLst>
            </a:custGeom>
            <a:gradFill>
              <a:gsLst>
                <a:gs pos="83000">
                  <a:schemeClr val="bg1">
                    <a:lumMod val="75000"/>
                  </a:schemeClr>
                </a:gs>
                <a:gs pos="54000">
                  <a:schemeClr val="bg1">
                    <a:lumMod val="85000"/>
                  </a:schemeClr>
                </a:gs>
              </a:gsLst>
              <a:lin ang="1800000" scaled="0"/>
            </a:gradFill>
            <a:ln w="9525">
              <a:noFill/>
              <a:round/>
              <a:headEnd/>
              <a:tailEnd/>
            </a:ln>
          </p:spPr>
          <p:txBody>
            <a:bodyPr vert="horz" wrap="square" lIns="91440" tIns="45720" rIns="91440" bIns="45720" numCol="1" anchor="t" anchorCtr="0" compatLnSpc="1">
              <a:prstTxWarp prst="textNoShape">
                <a:avLst/>
              </a:prstTxWarp>
            </a:bodyPr>
            <a:lstStyle/>
            <a:p>
              <a:pPr algn="r" defTabSz="1375467" rtl="1" fontAlgn="auto">
                <a:spcBef>
                  <a:spcPts val="0"/>
                </a:spcBef>
                <a:spcAft>
                  <a:spcPts val="0"/>
                </a:spcAft>
              </a:pPr>
              <a:r>
                <a:rPr lang="en-US" sz="2667" dirty="0" smtClean="0">
                  <a:solidFill>
                    <a:srgbClr val="262626"/>
                  </a:solidFill>
                  <a:latin typeface="Roboto Condensed"/>
                  <a:cs typeface="Simplified Arabic" panose="02020603050405020304" pitchFamily="18" charset="-78"/>
                </a:rPr>
                <a:t> </a:t>
              </a:r>
              <a:endParaRPr lang="en-US" sz="2667" dirty="0">
                <a:solidFill>
                  <a:srgbClr val="262626"/>
                </a:solidFill>
                <a:latin typeface="Roboto Condensed"/>
                <a:cs typeface="Simplified Arabic" panose="02020603050405020304" pitchFamily="18" charset="-78"/>
              </a:endParaRPr>
            </a:p>
          </p:txBody>
        </p:sp>
        <p:sp>
          <p:nvSpPr>
            <p:cNvPr id="35" name="Freeform 29"/>
            <p:cNvSpPr>
              <a:spLocks/>
            </p:cNvSpPr>
            <p:nvPr/>
          </p:nvSpPr>
          <p:spPr bwMode="auto">
            <a:xfrm>
              <a:off x="3506519" y="4087866"/>
              <a:ext cx="1590198" cy="495343"/>
            </a:xfrm>
            <a:custGeom>
              <a:avLst/>
              <a:gdLst/>
              <a:ahLst/>
              <a:cxnLst>
                <a:cxn ang="0">
                  <a:pos x="335" y="0"/>
                </a:cxn>
                <a:cxn ang="0">
                  <a:pos x="322" y="0"/>
                </a:cxn>
                <a:cxn ang="0">
                  <a:pos x="143" y="0"/>
                </a:cxn>
                <a:cxn ang="0">
                  <a:pos x="102" y="128"/>
                </a:cxn>
                <a:cxn ang="0">
                  <a:pos x="108" y="204"/>
                </a:cxn>
                <a:cxn ang="0">
                  <a:pos x="322" y="204"/>
                </a:cxn>
                <a:cxn ang="0">
                  <a:pos x="335" y="204"/>
                </a:cxn>
                <a:cxn ang="0">
                  <a:pos x="549" y="204"/>
                </a:cxn>
                <a:cxn ang="0">
                  <a:pos x="555" y="128"/>
                </a:cxn>
                <a:cxn ang="0">
                  <a:pos x="513" y="0"/>
                </a:cxn>
                <a:cxn ang="0">
                  <a:pos x="335" y="0"/>
                </a:cxn>
              </a:cxnLst>
              <a:rect l="0" t="0" r="r" b="b"/>
              <a:pathLst>
                <a:path w="656" h="204">
                  <a:moveTo>
                    <a:pt x="335" y="0"/>
                  </a:moveTo>
                  <a:cubicBezTo>
                    <a:pt x="322" y="0"/>
                    <a:pt x="322" y="0"/>
                    <a:pt x="322" y="0"/>
                  </a:cubicBezTo>
                  <a:cubicBezTo>
                    <a:pt x="143" y="0"/>
                    <a:pt x="143" y="0"/>
                    <a:pt x="143" y="0"/>
                  </a:cubicBezTo>
                  <a:cubicBezTo>
                    <a:pt x="143" y="0"/>
                    <a:pt x="142" y="88"/>
                    <a:pt x="102" y="128"/>
                  </a:cubicBezTo>
                  <a:cubicBezTo>
                    <a:pt x="62" y="169"/>
                    <a:pt x="0" y="204"/>
                    <a:pt x="108" y="204"/>
                  </a:cubicBezTo>
                  <a:cubicBezTo>
                    <a:pt x="322" y="204"/>
                    <a:pt x="322" y="204"/>
                    <a:pt x="322" y="204"/>
                  </a:cubicBezTo>
                  <a:cubicBezTo>
                    <a:pt x="335" y="204"/>
                    <a:pt x="335" y="204"/>
                    <a:pt x="335" y="204"/>
                  </a:cubicBezTo>
                  <a:cubicBezTo>
                    <a:pt x="549" y="204"/>
                    <a:pt x="549" y="204"/>
                    <a:pt x="549" y="204"/>
                  </a:cubicBezTo>
                  <a:cubicBezTo>
                    <a:pt x="656" y="204"/>
                    <a:pt x="594" y="169"/>
                    <a:pt x="555" y="128"/>
                  </a:cubicBezTo>
                  <a:cubicBezTo>
                    <a:pt x="515" y="88"/>
                    <a:pt x="513" y="0"/>
                    <a:pt x="513" y="0"/>
                  </a:cubicBezTo>
                  <a:lnTo>
                    <a:pt x="335" y="0"/>
                  </a:lnTo>
                  <a:close/>
                </a:path>
              </a:pathLst>
            </a:custGeom>
            <a:gradFill>
              <a:gsLst>
                <a:gs pos="42000">
                  <a:schemeClr val="bg1">
                    <a:lumMod val="75000"/>
                  </a:schemeClr>
                </a:gs>
                <a:gs pos="6000">
                  <a:schemeClr val="bg1">
                    <a:lumMod val="85000"/>
                  </a:schemeClr>
                </a:gs>
                <a:gs pos="0">
                  <a:schemeClr val="bg1">
                    <a:lumMod val="65000"/>
                  </a:schemeClr>
                </a:gs>
              </a:gsLst>
              <a:lin ang="5400000" scaled="0"/>
            </a:gradFill>
            <a:ln w="9525">
              <a:noFill/>
              <a:round/>
              <a:headEnd/>
              <a:tailEnd/>
            </a:ln>
          </p:spPr>
          <p:txBody>
            <a:bodyPr vert="horz" wrap="square" lIns="91440" tIns="45720" rIns="91440" bIns="45720" numCol="1" anchor="t" anchorCtr="0" compatLnSpc="1">
              <a:prstTxWarp prst="textNoShape">
                <a:avLst/>
              </a:prstTxWarp>
            </a:bodyPr>
            <a:lstStyle/>
            <a:p>
              <a:pPr algn="r" defTabSz="1375467" rtl="1"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sp>
        <p:nvSpPr>
          <p:cNvPr id="36" name="Picture Placeholder 7"/>
          <p:cNvSpPr>
            <a:spLocks noGrp="1"/>
          </p:cNvSpPr>
          <p:nvPr>
            <p:ph type="pic" sz="quarter" idx="10" hasCustomPrompt="1"/>
          </p:nvPr>
        </p:nvSpPr>
        <p:spPr>
          <a:xfrm>
            <a:off x="4153968" y="2602772"/>
            <a:ext cx="3944649" cy="2230637"/>
          </a:xfrm>
          <a:prstGeom prst="rect">
            <a:avLst/>
          </a:prstGeom>
          <a:ln>
            <a:noFill/>
          </a:ln>
        </p:spPr>
        <p:txBody>
          <a:bodyPr tIns="0" bIns="27432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11"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2"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164010155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4" fill="hold" grpId="0" nodeType="afterEffect">
                                  <p:stCondLst>
                                    <p:cond delay="0"/>
                                  </p:stCondLst>
                                  <p:childTnLst>
                                    <p:set>
                                      <p:cBhvr>
                                        <p:cTn id="11" dur="1" fill="hold">
                                          <p:stCondLst>
                                            <p:cond delay="0"/>
                                          </p:stCondLst>
                                        </p:cTn>
                                        <p:tgtEl>
                                          <p:spTgt spid="36"/>
                                        </p:tgtEl>
                                        <p:attrNameLst>
                                          <p:attrName>style.visibility</p:attrName>
                                        </p:attrNameLst>
                                      </p:cBhvr>
                                      <p:to>
                                        <p:strVal val="visible"/>
                                      </p:to>
                                    </p:set>
                                    <p:animEffect transition="in" filter="wipe(down)">
                                      <p:cBhvr>
                                        <p:cTn id="12" dur="50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p:bldLst>
  </p:timing>
</p:sldLayout>
</file>

<file path=ppt/slideLayouts/slideLayout191.xml><?xml version="1.0" encoding="utf-8"?>
<p:sldLayout xmlns:a="http://schemas.openxmlformats.org/drawingml/2006/main" xmlns:r="http://schemas.openxmlformats.org/officeDocument/2006/relationships" xmlns:p="http://schemas.openxmlformats.org/presentationml/2006/main" userDrawn="1">
  <p:cSld name="3_MockUp02">
    <p:spTree>
      <p:nvGrpSpPr>
        <p:cNvPr id="1" name=""/>
        <p:cNvGrpSpPr/>
        <p:nvPr/>
      </p:nvGrpSpPr>
      <p:grpSpPr>
        <a:xfrm>
          <a:off x="0" y="0"/>
          <a:ext cx="0" cy="0"/>
          <a:chOff x="0" y="0"/>
          <a:chExt cx="0" cy="0"/>
        </a:xfrm>
      </p:grpSpPr>
      <p:grpSp>
        <p:nvGrpSpPr>
          <p:cNvPr id="14" name="Group 13"/>
          <p:cNvGrpSpPr/>
          <p:nvPr userDrawn="1"/>
        </p:nvGrpSpPr>
        <p:grpSpPr>
          <a:xfrm>
            <a:off x="4811183" y="1589752"/>
            <a:ext cx="2569636" cy="4785648"/>
            <a:chOff x="6140449" y="1116114"/>
            <a:chExt cx="1927226" cy="3589236"/>
          </a:xfrm>
        </p:grpSpPr>
        <p:sp>
          <p:nvSpPr>
            <p:cNvPr id="15" name="Rectangle 14"/>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18"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rgbClr val="7F8183"/>
            </a:solid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sp>
        <p:nvSpPr>
          <p:cNvPr id="20" name="Picture Placeholder 7"/>
          <p:cNvSpPr>
            <a:spLocks noGrp="1"/>
          </p:cNvSpPr>
          <p:nvPr>
            <p:ph type="pic" sz="quarter" idx="10" hasCustomPrompt="1"/>
          </p:nvPr>
        </p:nvSpPr>
        <p:spPr>
          <a:xfrm>
            <a:off x="4978400" y="2267109"/>
            <a:ext cx="2235200" cy="3386444"/>
          </a:xfrm>
          <a:prstGeom prst="rect">
            <a:avLst/>
          </a:prstGeom>
          <a:ln>
            <a:noFill/>
          </a:ln>
        </p:spPr>
        <p:txBody>
          <a:bodyPr bIns="45720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8"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9"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277230256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500" fill="hold"/>
                                        <p:tgtEl>
                                          <p:spTgt spid="14"/>
                                        </p:tgtEl>
                                        <p:attrNameLst>
                                          <p:attrName>ppt_x</p:attrName>
                                        </p:attrNameLst>
                                      </p:cBhvr>
                                      <p:tavLst>
                                        <p:tav tm="0">
                                          <p:val>
                                            <p:strVal val="#ppt_x"/>
                                          </p:val>
                                        </p:tav>
                                        <p:tav tm="100000">
                                          <p:val>
                                            <p:strVal val="#ppt_x"/>
                                          </p:val>
                                        </p:tav>
                                      </p:tavLst>
                                    </p:anim>
                                    <p:anim calcmode="lin" valueType="num">
                                      <p:cBhvr additive="base">
                                        <p:cTn id="8" dur="500" fill="hold"/>
                                        <p:tgtEl>
                                          <p:spTgt spid="14"/>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4" fill="hold" grpId="0" nodeType="after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wipe(down)">
                                      <p:cBhvr>
                                        <p:cTn id="12"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Lst>
  </p:timing>
</p:sldLayout>
</file>

<file path=ppt/slideLayouts/slideLayout192.xml><?xml version="1.0" encoding="utf-8"?>
<p:sldLayout xmlns:a="http://schemas.openxmlformats.org/drawingml/2006/main" xmlns:r="http://schemas.openxmlformats.org/officeDocument/2006/relationships" xmlns:p="http://schemas.openxmlformats.org/presentationml/2006/main" userDrawn="1">
  <p:cSld name="8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68579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12253377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Layout>
</file>

<file path=ppt/slideLayouts/slideLayout193.xml><?xml version="1.0" encoding="utf-8"?>
<p:sldLayout xmlns:a="http://schemas.openxmlformats.org/drawingml/2006/main" xmlns:r="http://schemas.openxmlformats.org/officeDocument/2006/relationships" xmlns:p="http://schemas.openxmlformats.org/presentationml/2006/main" userDrawn="1">
  <p:cSld name="1_Vertical Title and Text">
    <p:spTree>
      <p:nvGrpSpPr>
        <p:cNvPr id="1" name=""/>
        <p:cNvGrpSpPr/>
        <p:nvPr/>
      </p:nvGrpSpPr>
      <p:grpSpPr>
        <a:xfrm>
          <a:off x="0" y="0"/>
          <a:ext cx="0" cy="0"/>
          <a:chOff x="0" y="0"/>
          <a:chExt cx="0" cy="0"/>
        </a:xfrm>
      </p:grpSpPr>
      <p:sp>
        <p:nvSpPr>
          <p:cNvPr id="7"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8"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4" name="Picture Placeholder 7"/>
          <p:cNvSpPr>
            <a:spLocks noGrp="1"/>
          </p:cNvSpPr>
          <p:nvPr>
            <p:ph type="pic" sz="quarter" idx="29" hasCustomPrompt="1"/>
          </p:nvPr>
        </p:nvSpPr>
        <p:spPr>
          <a:xfrm>
            <a:off x="0" y="4241800"/>
            <a:ext cx="12192000" cy="26162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179020884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Layout>
</file>

<file path=ppt/slideLayouts/slideLayout194.xml><?xml version="1.0" encoding="utf-8"?>
<p:sldLayout xmlns:a="http://schemas.openxmlformats.org/drawingml/2006/main" xmlns:r="http://schemas.openxmlformats.org/officeDocument/2006/relationships" xmlns:p="http://schemas.openxmlformats.org/presentationml/2006/main" userDrawn="1">
  <p:cSld name="2_Vertical Title and Text">
    <p:spTree>
      <p:nvGrpSpPr>
        <p:cNvPr id="1" name=""/>
        <p:cNvGrpSpPr/>
        <p:nvPr/>
      </p:nvGrpSpPr>
      <p:grpSpPr>
        <a:xfrm>
          <a:off x="0" y="0"/>
          <a:ext cx="0" cy="0"/>
          <a:chOff x="0" y="0"/>
          <a:chExt cx="0" cy="0"/>
        </a:xfrm>
      </p:grpSpPr>
      <p:sp>
        <p:nvSpPr>
          <p:cNvPr id="7"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8"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4" name="Picture Placeholder 7"/>
          <p:cNvSpPr>
            <a:spLocks noGrp="1"/>
          </p:cNvSpPr>
          <p:nvPr>
            <p:ph type="pic" sz="quarter" idx="29" hasCustomPrompt="1"/>
          </p:nvPr>
        </p:nvSpPr>
        <p:spPr>
          <a:xfrm>
            <a:off x="0" y="4042611"/>
            <a:ext cx="12192000" cy="281538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210927822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Layout>
</file>

<file path=ppt/slideLayouts/slideLayout195.xml><?xml version="1.0" encoding="utf-8"?>
<p:sldLayout xmlns:a="http://schemas.openxmlformats.org/drawingml/2006/main" xmlns:r="http://schemas.openxmlformats.org/officeDocument/2006/relationships" xmlns:p="http://schemas.openxmlformats.org/presentationml/2006/main">
  <p:cSld name="Main Title+ SubTitle+Number">
    <p:spTree>
      <p:nvGrpSpPr>
        <p:cNvPr id="1" name=""/>
        <p:cNvGrpSpPr/>
        <p:nvPr/>
      </p:nvGrpSpPr>
      <p:grpSpPr>
        <a:xfrm>
          <a:off x="0" y="0"/>
          <a:ext cx="0" cy="0"/>
          <a:chOff x="0" y="0"/>
          <a:chExt cx="0" cy="0"/>
        </a:xfrm>
      </p:grpSpPr>
      <p:sp>
        <p:nvSpPr>
          <p:cNvPr id="10" name="Title 1"/>
          <p:cNvSpPr>
            <a:spLocks noGrp="1"/>
          </p:cNvSpPr>
          <p:nvPr>
            <p:ph type="title" hasCustomPrompt="1"/>
          </p:nvPr>
        </p:nvSpPr>
        <p:spPr>
          <a:xfrm>
            <a:off x="2336800" y="482600"/>
            <a:ext cx="7518400" cy="471365"/>
          </a:xfrm>
          <a:prstGeom prst="rect">
            <a:avLst/>
          </a:prstGeom>
        </p:spPr>
        <p:txBody>
          <a:bodyPr wrap="none" lIns="0" tIns="0" rIns="0" bIns="0" anchor="ctr">
            <a:noAutofit/>
          </a:bodyPr>
          <a:lstStyle>
            <a:lvl1pPr algn="ctr">
              <a:defRPr sz="3200" b="1" baseline="0">
                <a:solidFill>
                  <a:schemeClr val="tx1">
                    <a:lumMod val="50000"/>
                    <a:lumOff val="50000"/>
                  </a:schemeClr>
                </a:solidFill>
              </a:defRPr>
            </a:lvl1pPr>
          </a:lstStyle>
          <a:p>
            <a:r>
              <a:rPr lang="en-US" dirty="0" smtClean="0"/>
              <a:t>Click To Edit Master Title Style</a:t>
            </a:r>
            <a:endParaRPr lang="en-US" dirty="0"/>
          </a:p>
        </p:txBody>
      </p:sp>
      <p:sp>
        <p:nvSpPr>
          <p:cNvPr id="11" name="Text Placeholder 3"/>
          <p:cNvSpPr>
            <a:spLocks noGrp="1"/>
          </p:cNvSpPr>
          <p:nvPr>
            <p:ph type="body" sz="half" idx="2" hasCustomPrompt="1"/>
          </p:nvPr>
        </p:nvSpPr>
        <p:spPr>
          <a:xfrm>
            <a:off x="3352800" y="951922"/>
            <a:ext cx="5486400" cy="267661"/>
          </a:xfrm>
          <a:prstGeom prst="rect">
            <a:avLst/>
          </a:prstGeom>
        </p:spPr>
        <p:txBody>
          <a:bodyPr wrap="none" lIns="0" tIns="0" rIns="0" bIns="0" anchor="ctr">
            <a:noAutofit/>
          </a:bodyPr>
          <a:lstStyle>
            <a:lvl1pPr marL="0" indent="0" algn="ctr">
              <a:buNone/>
              <a:defRPr sz="1600" b="1" baseline="0">
                <a:solidFill>
                  <a:schemeClr val="bg1">
                    <a:lumMod val="75000"/>
                  </a:schemeClr>
                </a:solidFill>
              </a:defRPr>
            </a:lvl1pPr>
            <a:lvl2pPr marL="609585" indent="0">
              <a:buNone/>
              <a:defRPr sz="1600"/>
            </a:lvl2pPr>
            <a:lvl3pPr marL="1219170" indent="0">
              <a:buNone/>
              <a:defRPr sz="1333"/>
            </a:lvl3pPr>
            <a:lvl4pPr marL="1828754" indent="0">
              <a:buNone/>
              <a:defRPr sz="1200"/>
            </a:lvl4pPr>
            <a:lvl5pPr marL="2438339" indent="0">
              <a:buNone/>
              <a:defRPr sz="1200"/>
            </a:lvl5pPr>
            <a:lvl6pPr marL="3047924" indent="0">
              <a:buNone/>
              <a:defRPr sz="1200"/>
            </a:lvl6pPr>
            <a:lvl7pPr marL="3657509" indent="0">
              <a:buNone/>
              <a:defRPr sz="1200"/>
            </a:lvl7pPr>
            <a:lvl8pPr marL="4267093" indent="0">
              <a:buNone/>
              <a:defRPr sz="1200"/>
            </a:lvl8pPr>
            <a:lvl9pPr marL="4876678" indent="0">
              <a:buNone/>
              <a:defRPr sz="1200"/>
            </a:lvl9pPr>
          </a:lstStyle>
          <a:p>
            <a:pPr lvl="0"/>
            <a:r>
              <a:rPr lang="en-US" dirty="0" smtClean="0"/>
              <a:t>Subtext Goes Here</a:t>
            </a:r>
          </a:p>
        </p:txBody>
      </p:sp>
    </p:spTree>
    <p:extLst>
      <p:ext uri="{BB962C8B-B14F-4D97-AF65-F5344CB8AC3E}">
        <p14:creationId xmlns:p14="http://schemas.microsoft.com/office/powerpoint/2010/main" val="287925042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1">
                                            <p:txEl>
                                              <p:pRg st="0" end="0"/>
                                            </p:txEl>
                                          </p:spTgt>
                                        </p:tgtEl>
                                        <p:attrNameLst>
                                          <p:attrName>style.visibility</p:attrName>
                                        </p:attrNameLst>
                                      </p:cBhvr>
                                      <p:to>
                                        <p:strVal val="visible"/>
                                      </p:to>
                                    </p:set>
                                    <p:animEffect transition="in" filter="fade">
                                      <p:cBhvr>
                                        <p:cTn id="11" dur="500"/>
                                        <p:tgtEl>
                                          <p:spTgt spid="11">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1" grpId="0" build="p">
        <p:tmplLst>
          <p:tmpl lvl="1">
            <p:tnLst>
              <p:par>
                <p:cTn presetID="10" presetClass="entr" presetSubtype="0" fill="hold" nodeType="afterEffect">
                  <p:stCondLst>
                    <p:cond delay="0"/>
                  </p:stCondLst>
                  <p:childTnLst>
                    <p:set>
                      <p:cBhvr>
                        <p:cTn dur="1" fill="hold">
                          <p:stCondLst>
                            <p:cond delay="0"/>
                          </p:stCondLst>
                        </p:cTn>
                        <p:tgtEl>
                          <p:spTgt spid="11"/>
                        </p:tgtEl>
                        <p:attrNameLst>
                          <p:attrName>style.visibility</p:attrName>
                        </p:attrNameLst>
                      </p:cBhvr>
                      <p:to>
                        <p:strVal val="visible"/>
                      </p:to>
                    </p:set>
                    <p:animEffect transition="in" filter="fade">
                      <p:cBhvr>
                        <p:cTn dur="500"/>
                        <p:tgtEl>
                          <p:spTgt spid="11"/>
                        </p:tgtEl>
                      </p:cBhvr>
                    </p:animEffect>
                  </p:childTnLst>
                </p:cTn>
              </p:par>
            </p:tnLst>
          </p:tmpl>
        </p:tmplLst>
      </p:bldP>
    </p:bldLst>
  </p:timing>
  <p:hf hdr="0" ftr="0" dt="0"/>
</p:sldLayout>
</file>

<file path=ppt/slideLayouts/slideLayout196.xml><?xml version="1.0" encoding="utf-8"?>
<p:sldLayout xmlns:a="http://schemas.openxmlformats.org/drawingml/2006/main" xmlns:r="http://schemas.openxmlformats.org/officeDocument/2006/relationships" xmlns:p="http://schemas.openxmlformats.org/presentationml/2006/main" userDrawn="1">
  <p:cSld name="3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1" y="2"/>
            <a:ext cx="6265332" cy="68579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Picture Placeholder 7"/>
          <p:cNvSpPr>
            <a:spLocks noGrp="1"/>
          </p:cNvSpPr>
          <p:nvPr>
            <p:ph type="pic" sz="quarter" idx="11" hasCustomPrompt="1"/>
          </p:nvPr>
        </p:nvSpPr>
        <p:spPr>
          <a:xfrm>
            <a:off x="6265333" y="0"/>
            <a:ext cx="5926667" cy="68580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414308190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500" fill="hold"/>
                                        <p:tgtEl>
                                          <p:spTgt spid="5"/>
                                        </p:tgtEl>
                                        <p:attrNameLst>
                                          <p:attrName>ppt_x</p:attrName>
                                        </p:attrNameLst>
                                      </p:cBhvr>
                                      <p:tavLst>
                                        <p:tav tm="0">
                                          <p:val>
                                            <p:strVal val="#ppt_x"/>
                                          </p:val>
                                        </p:tav>
                                        <p:tav tm="100000">
                                          <p:val>
                                            <p:strVal val="#ppt_x"/>
                                          </p:val>
                                        </p:tav>
                                      </p:tavLst>
                                    </p:anim>
                                    <p:anim calcmode="lin" valueType="num">
                                      <p:cBhvr additive="base">
                                        <p:cTn id="12"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5" grpId="0"/>
    </p:bldLst>
  </p:timing>
</p:sldLayout>
</file>

<file path=ppt/slideLayouts/slideLayout197.xml><?xml version="1.0" encoding="utf-8"?>
<p:sldLayout xmlns:a="http://schemas.openxmlformats.org/drawingml/2006/main" xmlns:r="http://schemas.openxmlformats.org/officeDocument/2006/relationships" xmlns:p="http://schemas.openxmlformats.org/presentationml/2006/main" userDrawn="1">
  <p:cSld name="1_Pic05">
    <p:spTree>
      <p:nvGrpSpPr>
        <p:cNvPr id="1" name=""/>
        <p:cNvGrpSpPr/>
        <p:nvPr/>
      </p:nvGrpSpPr>
      <p:grpSpPr>
        <a:xfrm>
          <a:off x="0" y="0"/>
          <a:ext cx="0" cy="0"/>
          <a:chOff x="0" y="0"/>
          <a:chExt cx="0" cy="0"/>
        </a:xfrm>
      </p:grpSpPr>
      <p:sp>
        <p:nvSpPr>
          <p:cNvPr id="20" name="Picture Placeholder 7"/>
          <p:cNvSpPr>
            <a:spLocks noGrp="1"/>
          </p:cNvSpPr>
          <p:nvPr>
            <p:ph type="pic" sz="quarter" idx="15" hasCustomPrompt="1"/>
          </p:nvPr>
        </p:nvSpPr>
        <p:spPr>
          <a:xfrm>
            <a:off x="0" y="0"/>
            <a:ext cx="4572000" cy="6858000"/>
          </a:xfrm>
          <a:prstGeom prst="rect">
            <a:avLst/>
          </a:prstGeom>
          <a:solidFill>
            <a:schemeClr val="bg1">
              <a:lumMod val="95000"/>
            </a:schemeClr>
          </a:solidFill>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355095586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Lst>
  </p:timing>
</p:sldLayout>
</file>

<file path=ppt/slideLayouts/slideLayout198.xml><?xml version="1.0" encoding="utf-8"?>
<p:sldLayout xmlns:a="http://schemas.openxmlformats.org/drawingml/2006/main" xmlns:r="http://schemas.openxmlformats.org/officeDocument/2006/relationships" xmlns:p="http://schemas.openxmlformats.org/presentationml/2006/main" userDrawn="1">
  <p:cSld name="2_FullPic">
    <p:spTree>
      <p:nvGrpSpPr>
        <p:cNvPr id="1" name=""/>
        <p:cNvGrpSpPr/>
        <p:nvPr/>
      </p:nvGrpSpPr>
      <p:grpSpPr>
        <a:xfrm>
          <a:off x="0" y="0"/>
          <a:ext cx="0" cy="0"/>
          <a:chOff x="0" y="0"/>
          <a:chExt cx="0" cy="0"/>
        </a:xfrm>
      </p:grpSpPr>
      <p:sp>
        <p:nvSpPr>
          <p:cNvPr id="5" name="Picture Placeholder 7"/>
          <p:cNvSpPr>
            <a:spLocks noGrp="1"/>
          </p:cNvSpPr>
          <p:nvPr>
            <p:ph type="pic" sz="quarter" idx="11" hasCustomPrompt="1"/>
          </p:nvPr>
        </p:nvSpPr>
        <p:spPr>
          <a:xfrm>
            <a:off x="0" y="0"/>
            <a:ext cx="12192000" cy="68580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4" name="Picture Placeholder 7"/>
          <p:cNvSpPr>
            <a:spLocks noGrp="1"/>
          </p:cNvSpPr>
          <p:nvPr>
            <p:ph type="pic" sz="quarter" idx="10" hasCustomPrompt="1"/>
          </p:nvPr>
        </p:nvSpPr>
        <p:spPr>
          <a:xfrm>
            <a:off x="7112000" y="2696632"/>
            <a:ext cx="5080000" cy="1464736"/>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321818758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par>
                          <p:cTn id="8" fill="hold">
                            <p:stCondLst>
                              <p:cond delay="500"/>
                            </p:stCondLst>
                            <p:childTnLst>
                              <p:par>
                                <p:cTn id="9" presetID="22" presetClass="entr" presetSubtype="2" fill="hold" grpId="0" nodeType="afterEffect">
                                  <p:stCondLst>
                                    <p:cond delay="0"/>
                                  </p:stCondLst>
                                  <p:childTnLst>
                                    <p:set>
                                      <p:cBhvr>
                                        <p:cTn id="10" dur="1" fill="hold">
                                          <p:stCondLst>
                                            <p:cond delay="0"/>
                                          </p:stCondLst>
                                        </p:cTn>
                                        <p:tgtEl>
                                          <p:spTgt spid="4"/>
                                        </p:tgtEl>
                                        <p:attrNameLst>
                                          <p:attrName>style.visibility</p:attrName>
                                        </p:attrNameLst>
                                      </p:cBhvr>
                                      <p:to>
                                        <p:strVal val="visible"/>
                                      </p:to>
                                    </p:set>
                                    <p:animEffect transition="in" filter="wipe(right)">
                                      <p:cBhvr>
                                        <p:cTn id="11"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4" grpId="0"/>
    </p:bldLst>
  </p:timing>
</p:sldLayout>
</file>

<file path=ppt/slideLayouts/slideLayout199.xml><?xml version="1.0" encoding="utf-8"?>
<p:sldLayout xmlns:a="http://schemas.openxmlformats.org/drawingml/2006/main" xmlns:r="http://schemas.openxmlformats.org/officeDocument/2006/relationships" xmlns:p="http://schemas.openxmlformats.org/presentationml/2006/main" userDrawn="1">
  <p:cSld name="1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28193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Picture Placeholder 7"/>
          <p:cNvSpPr>
            <a:spLocks noGrp="1"/>
          </p:cNvSpPr>
          <p:nvPr>
            <p:ph type="pic" sz="quarter" idx="11" hasCustomPrompt="1"/>
          </p:nvPr>
        </p:nvSpPr>
        <p:spPr>
          <a:xfrm>
            <a:off x="0" y="2819400"/>
            <a:ext cx="12192000" cy="40386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266676960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500" fill="hold"/>
                                        <p:tgtEl>
                                          <p:spTgt spid="5"/>
                                        </p:tgtEl>
                                        <p:attrNameLst>
                                          <p:attrName>ppt_x</p:attrName>
                                        </p:attrNameLst>
                                      </p:cBhvr>
                                      <p:tavLst>
                                        <p:tav tm="0">
                                          <p:val>
                                            <p:strVal val="#ppt_x"/>
                                          </p:val>
                                        </p:tav>
                                        <p:tav tm="100000">
                                          <p:val>
                                            <p:strVal val="#ppt_x"/>
                                          </p:val>
                                        </p:tav>
                                      </p:tavLst>
                                    </p:anim>
                                    <p:anim calcmode="lin" valueType="num">
                                      <p:cBhvr additive="base">
                                        <p:cTn id="12"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5" grpId="0"/>
    </p:bldLst>
  </p:timing>
</p:sldLayout>
</file>

<file path=ppt/slideLayouts/slideLayout200.xml><?xml version="1.0" encoding="utf-8"?>
<p:sldLayout xmlns:a="http://schemas.openxmlformats.org/drawingml/2006/main" xmlns:r="http://schemas.openxmlformats.org/officeDocument/2006/relationships" xmlns:p="http://schemas.openxmlformats.org/presentationml/2006/main" userDrawn="1">
  <p:cSld name="4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4851400"/>
            <a:ext cx="12192000" cy="2015067"/>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Picture Placeholder 7"/>
          <p:cNvSpPr>
            <a:spLocks noGrp="1"/>
          </p:cNvSpPr>
          <p:nvPr>
            <p:ph type="pic" sz="quarter" idx="11" hasCustomPrompt="1"/>
          </p:nvPr>
        </p:nvSpPr>
        <p:spPr>
          <a:xfrm>
            <a:off x="0" y="0"/>
            <a:ext cx="12192000" cy="48514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71135044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0-#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additive="base">
                                        <p:cTn id="11" dur="500" fill="hold"/>
                                        <p:tgtEl>
                                          <p:spTgt spid="2"/>
                                        </p:tgtEl>
                                        <p:attrNameLst>
                                          <p:attrName>ppt_x</p:attrName>
                                        </p:attrNameLst>
                                      </p:cBhvr>
                                      <p:tavLst>
                                        <p:tav tm="0">
                                          <p:val>
                                            <p:strVal val="#ppt_x"/>
                                          </p:val>
                                        </p:tav>
                                        <p:tav tm="100000">
                                          <p:val>
                                            <p:strVal val="#ppt_x"/>
                                          </p:val>
                                        </p:tav>
                                      </p:tavLst>
                                    </p:anim>
                                    <p:anim calcmode="lin" valueType="num">
                                      <p:cBhvr additive="base">
                                        <p:cTn id="12" dur="500" fill="hold"/>
                                        <p:tgtEl>
                                          <p:spTgt spid="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5" grpId="0"/>
    </p:bldLst>
  </p:timing>
</p:sldLayout>
</file>

<file path=ppt/slideLayouts/slideLayout201.xml><?xml version="1.0" encoding="utf-8"?>
<p:sldLayout xmlns:a="http://schemas.openxmlformats.org/drawingml/2006/main" xmlns:r="http://schemas.openxmlformats.org/officeDocument/2006/relationships" xmlns:p="http://schemas.openxmlformats.org/presentationml/2006/main" userDrawn="1">
  <p:cSld name="6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68579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11795711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Layout>
</file>

<file path=ppt/slideLayouts/slideLayout202.xml><?xml version="1.0" encoding="utf-8"?>
<p:sldLayout xmlns:a="http://schemas.openxmlformats.org/drawingml/2006/main" xmlns:r="http://schemas.openxmlformats.org/officeDocument/2006/relationships" xmlns:p="http://schemas.openxmlformats.org/presentationml/2006/main" userDrawn="1">
  <p:cSld name="7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68579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73985741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Layout>
</file>

<file path=ppt/slideLayouts/slideLayout203.xml><?xml version="1.0" encoding="utf-8"?>
<p:sldLayout xmlns:a="http://schemas.openxmlformats.org/drawingml/2006/main" xmlns:r="http://schemas.openxmlformats.org/officeDocument/2006/relationships" xmlns:p="http://schemas.openxmlformats.org/presentationml/2006/main" userDrawn="1">
  <p:cSld name="Pic05">
    <p:spTree>
      <p:nvGrpSpPr>
        <p:cNvPr id="1" name=""/>
        <p:cNvGrpSpPr/>
        <p:nvPr/>
      </p:nvGrpSpPr>
      <p:grpSpPr>
        <a:xfrm>
          <a:off x="0" y="0"/>
          <a:ext cx="0" cy="0"/>
          <a:chOff x="0" y="0"/>
          <a:chExt cx="0" cy="0"/>
        </a:xfrm>
      </p:grpSpPr>
      <p:sp>
        <p:nvSpPr>
          <p:cNvPr id="20" name="Picture Placeholder 7"/>
          <p:cNvSpPr>
            <a:spLocks noGrp="1"/>
          </p:cNvSpPr>
          <p:nvPr>
            <p:ph type="pic" sz="quarter" idx="15" hasCustomPrompt="1"/>
          </p:nvPr>
        </p:nvSpPr>
        <p:spPr>
          <a:xfrm>
            <a:off x="0" y="0"/>
            <a:ext cx="12192000" cy="4953000"/>
          </a:xfrm>
          <a:prstGeom prst="rect">
            <a:avLst/>
          </a:prstGeom>
          <a:solidFill>
            <a:schemeClr val="bg1">
              <a:lumMod val="95000"/>
            </a:schemeClr>
          </a:solidFill>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0135777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Lst>
  </p:timing>
</p:sldLayout>
</file>

<file path=ppt/slideLayouts/slideLayout204.xml><?xml version="1.0" encoding="utf-8"?>
<p:sldLayout xmlns:a="http://schemas.openxmlformats.org/drawingml/2006/main" xmlns:r="http://schemas.openxmlformats.org/officeDocument/2006/relationships" xmlns:p="http://schemas.openxmlformats.org/presentationml/2006/main" userDrawn="1">
  <p:cSld name="2_Pic05">
    <p:spTree>
      <p:nvGrpSpPr>
        <p:cNvPr id="1" name=""/>
        <p:cNvGrpSpPr/>
        <p:nvPr/>
      </p:nvGrpSpPr>
      <p:grpSpPr>
        <a:xfrm>
          <a:off x="0" y="0"/>
          <a:ext cx="0" cy="0"/>
          <a:chOff x="0" y="0"/>
          <a:chExt cx="0" cy="0"/>
        </a:xfrm>
      </p:grpSpPr>
      <p:sp>
        <p:nvSpPr>
          <p:cNvPr id="20" name="Picture Placeholder 7"/>
          <p:cNvSpPr>
            <a:spLocks noGrp="1"/>
          </p:cNvSpPr>
          <p:nvPr>
            <p:ph type="pic" sz="quarter" idx="15" hasCustomPrompt="1"/>
          </p:nvPr>
        </p:nvSpPr>
        <p:spPr>
          <a:xfrm>
            <a:off x="0" y="3259667"/>
            <a:ext cx="12192000" cy="3589867"/>
          </a:xfrm>
          <a:prstGeom prst="rect">
            <a:avLst/>
          </a:prstGeom>
          <a:solidFill>
            <a:schemeClr val="bg1">
              <a:lumMod val="95000"/>
            </a:schemeClr>
          </a:solidFill>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58578661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Lst>
  </p:timing>
</p:sldLayout>
</file>

<file path=ppt/slideLayouts/slideLayout205.xml><?xml version="1.0" encoding="utf-8"?>
<p:sldLayout xmlns:a="http://schemas.openxmlformats.org/drawingml/2006/main" xmlns:r="http://schemas.openxmlformats.org/officeDocument/2006/relationships" xmlns:p="http://schemas.openxmlformats.org/presentationml/2006/main" userDrawn="1">
  <p:cSld name="Pic09">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880609" y="1870880"/>
            <a:ext cx="4908153" cy="4301321"/>
          </a:xfrm>
          <a:prstGeom prst="rect">
            <a:avLst/>
          </a:prstGeom>
          <a:ln>
            <a:solidFill>
              <a:schemeClr val="accent1"/>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92869197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Layout>
</file>

<file path=ppt/slideLayouts/slideLayout206.xml><?xml version="1.0" encoding="utf-8"?>
<p:sldLayout xmlns:a="http://schemas.openxmlformats.org/drawingml/2006/main" xmlns:r="http://schemas.openxmlformats.org/officeDocument/2006/relationships" xmlns:p="http://schemas.openxmlformats.org/presentationml/2006/main" userDrawn="1">
  <p:cSld name="Pic11">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6385125" y="1870880"/>
            <a:ext cx="4908153" cy="4301321"/>
          </a:xfrm>
          <a:prstGeom prst="rect">
            <a:avLst/>
          </a:prstGeom>
          <a:solidFill>
            <a:schemeClr val="bg1">
              <a:lumMod val="95000"/>
            </a:schemeClr>
          </a:solidFill>
          <a:ln>
            <a:solidFill>
              <a:schemeClr val="bg1">
                <a:lumMod val="95000"/>
              </a:schemeClr>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26268000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Layout>
</file>

<file path=ppt/slideLayouts/slideLayout207.xml><?xml version="1.0" encoding="utf-8"?>
<p:sldLayout xmlns:a="http://schemas.openxmlformats.org/drawingml/2006/main" xmlns:r="http://schemas.openxmlformats.org/officeDocument/2006/relationships" xmlns:p="http://schemas.openxmlformats.org/presentationml/2006/main" userDrawn="1">
  <p:cSld name="1_Pic11">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7315200" y="1532467"/>
            <a:ext cx="4267200" cy="4876800"/>
          </a:xfrm>
          <a:prstGeom prst="rect">
            <a:avLst/>
          </a:prstGeom>
          <a:solidFill>
            <a:schemeClr val="bg1">
              <a:lumMod val="95000"/>
            </a:schemeClr>
          </a:solidFill>
          <a:ln>
            <a:solidFill>
              <a:schemeClr val="bg1">
                <a:lumMod val="95000"/>
              </a:schemeClr>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149394016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Layout>
</file>

<file path=ppt/slideLayouts/slideLayout208.xml><?xml version="1.0" encoding="utf-8"?>
<p:sldLayout xmlns:a="http://schemas.openxmlformats.org/drawingml/2006/main" xmlns:r="http://schemas.openxmlformats.org/officeDocument/2006/relationships" xmlns:p="http://schemas.openxmlformats.org/presentationml/2006/main" userDrawn="1">
  <p:cSld name="1_Pic09">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880608" y="4343400"/>
            <a:ext cx="5074221" cy="2032000"/>
          </a:xfrm>
          <a:prstGeom prst="rect">
            <a:avLst/>
          </a:prstGeom>
          <a:ln>
            <a:solidFill>
              <a:schemeClr val="bg1">
                <a:lumMod val="65000"/>
              </a:schemeClr>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8" name="Picture Placeholder 7"/>
          <p:cNvSpPr>
            <a:spLocks noGrp="1"/>
          </p:cNvSpPr>
          <p:nvPr>
            <p:ph type="pic" sz="quarter" idx="16" hasCustomPrompt="1"/>
          </p:nvPr>
        </p:nvSpPr>
        <p:spPr>
          <a:xfrm>
            <a:off x="6223267" y="4343400"/>
            <a:ext cx="5074221" cy="2032000"/>
          </a:xfrm>
          <a:prstGeom prst="rect">
            <a:avLst/>
          </a:prstGeom>
          <a:ln>
            <a:solidFill>
              <a:schemeClr val="bg1">
                <a:lumMod val="65000"/>
              </a:schemeClr>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36493698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par>
                          <p:cTn id="9" fill="hold">
                            <p:stCondLst>
                              <p:cond delay="1000"/>
                            </p:stCondLst>
                            <p:childTnLst>
                              <p:par>
                                <p:cTn id="10" presetID="2" presetClass="entr" presetSubtype="4" accel="50000" decel="50000" fill="hold" grpId="0" nodeType="afterEffect">
                                  <p:stCondLst>
                                    <p:cond delay="0"/>
                                  </p:stCondLst>
                                  <p:childTnLst>
                                    <p:set>
                                      <p:cBhvr>
                                        <p:cTn id="11" dur="1" fill="hold">
                                          <p:stCondLst>
                                            <p:cond delay="0"/>
                                          </p:stCondLst>
                                        </p:cTn>
                                        <p:tgtEl>
                                          <p:spTgt spid="8"/>
                                        </p:tgtEl>
                                        <p:attrNameLst>
                                          <p:attrName>style.visibility</p:attrName>
                                        </p:attrNameLst>
                                      </p:cBhvr>
                                      <p:to>
                                        <p:strVal val="visible"/>
                                      </p:to>
                                    </p:set>
                                    <p:anim calcmode="lin" valueType="num">
                                      <p:cBhvr additive="base">
                                        <p:cTn id="12" dur="1000" fill="hold"/>
                                        <p:tgtEl>
                                          <p:spTgt spid="8"/>
                                        </p:tgtEl>
                                        <p:attrNameLst>
                                          <p:attrName>ppt_x</p:attrName>
                                        </p:attrNameLst>
                                      </p:cBhvr>
                                      <p:tavLst>
                                        <p:tav tm="0">
                                          <p:val>
                                            <p:strVal val="#ppt_x"/>
                                          </p:val>
                                        </p:tav>
                                        <p:tav tm="100000">
                                          <p:val>
                                            <p:strVal val="#ppt_x"/>
                                          </p:val>
                                        </p:tav>
                                      </p:tavLst>
                                    </p:anim>
                                    <p:anim calcmode="lin" valueType="num">
                                      <p:cBhvr additive="base">
                                        <p:cTn id="13" dur="1000" fill="hold"/>
                                        <p:tgtEl>
                                          <p:spTgt spid="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Lst>
  </p:timing>
</p:sldLayout>
</file>

<file path=ppt/slideLayouts/slideLayout209.xml><?xml version="1.0" encoding="utf-8"?>
<p:sldLayout xmlns:a="http://schemas.openxmlformats.org/drawingml/2006/main" xmlns:r="http://schemas.openxmlformats.org/officeDocument/2006/relationships" xmlns:p="http://schemas.openxmlformats.org/presentationml/2006/main" userDrawn="1">
  <p:cSld name="2_Pic09">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880608" y="1711037"/>
            <a:ext cx="4471039" cy="3352800"/>
          </a:xfrm>
          <a:prstGeom prst="rect">
            <a:avLst/>
          </a:prstGeom>
          <a:ln>
            <a:solidFill>
              <a:schemeClr val="bg1">
                <a:lumMod val="65000"/>
              </a:schemeClr>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8" name="Picture Placeholder 7"/>
          <p:cNvSpPr>
            <a:spLocks noGrp="1"/>
          </p:cNvSpPr>
          <p:nvPr>
            <p:ph type="pic" sz="quarter" idx="16" hasCustomPrompt="1"/>
          </p:nvPr>
        </p:nvSpPr>
        <p:spPr>
          <a:xfrm>
            <a:off x="852803" y="5215853"/>
            <a:ext cx="1391635" cy="1067184"/>
          </a:xfrm>
          <a:prstGeom prst="rect">
            <a:avLst/>
          </a:prstGeom>
          <a:ln>
            <a:solidFill>
              <a:schemeClr val="bg1">
                <a:lumMod val="65000"/>
              </a:schemeClr>
            </a:solidFill>
          </a:ln>
        </p:spPr>
        <p:txBody>
          <a:bodyPr bIns="91440" anchor="b"/>
          <a:lstStyle>
            <a:lvl1pPr algn="ctr">
              <a:buNone/>
              <a:defRPr sz="1067">
                <a:solidFill>
                  <a:schemeClr val="tx1">
                    <a:lumMod val="50000"/>
                    <a:lumOff val="50000"/>
                  </a:schemeClr>
                </a:solidFill>
              </a:defRPr>
            </a:lvl1pPr>
          </a:lstStyle>
          <a:p>
            <a:r>
              <a:rPr lang="en-US" dirty="0" smtClean="0"/>
              <a:t>Image Holder</a:t>
            </a:r>
            <a:endParaRPr lang="en-US" dirty="0"/>
          </a:p>
        </p:txBody>
      </p:sp>
      <p:sp>
        <p:nvSpPr>
          <p:cNvPr id="13" name="Picture Placeholder 7"/>
          <p:cNvSpPr>
            <a:spLocks noGrp="1"/>
          </p:cNvSpPr>
          <p:nvPr>
            <p:ph type="pic" sz="quarter" idx="17" hasCustomPrompt="1"/>
          </p:nvPr>
        </p:nvSpPr>
        <p:spPr>
          <a:xfrm>
            <a:off x="2406407" y="5215853"/>
            <a:ext cx="1391635" cy="1067184"/>
          </a:xfrm>
          <a:prstGeom prst="rect">
            <a:avLst/>
          </a:prstGeom>
          <a:ln>
            <a:solidFill>
              <a:schemeClr val="bg1">
                <a:lumMod val="65000"/>
              </a:schemeClr>
            </a:solidFill>
          </a:ln>
        </p:spPr>
        <p:txBody>
          <a:bodyPr bIns="91440" anchor="b"/>
          <a:lstStyle>
            <a:lvl1pPr algn="ctr">
              <a:buNone/>
              <a:defRPr sz="1067">
                <a:solidFill>
                  <a:schemeClr val="tx1">
                    <a:lumMod val="50000"/>
                    <a:lumOff val="50000"/>
                  </a:schemeClr>
                </a:solidFill>
              </a:defRPr>
            </a:lvl1pPr>
          </a:lstStyle>
          <a:p>
            <a:r>
              <a:rPr lang="en-US" dirty="0" smtClean="0"/>
              <a:t>Image Holder</a:t>
            </a:r>
            <a:endParaRPr lang="en-US" dirty="0"/>
          </a:p>
        </p:txBody>
      </p:sp>
      <p:sp>
        <p:nvSpPr>
          <p:cNvPr id="14" name="Picture Placeholder 7"/>
          <p:cNvSpPr>
            <a:spLocks noGrp="1"/>
          </p:cNvSpPr>
          <p:nvPr>
            <p:ph type="pic" sz="quarter" idx="18" hasCustomPrompt="1"/>
          </p:nvPr>
        </p:nvSpPr>
        <p:spPr>
          <a:xfrm>
            <a:off x="3960012" y="5215853"/>
            <a:ext cx="1391635" cy="1067184"/>
          </a:xfrm>
          <a:prstGeom prst="rect">
            <a:avLst/>
          </a:prstGeom>
          <a:ln>
            <a:solidFill>
              <a:schemeClr val="bg1">
                <a:lumMod val="65000"/>
              </a:schemeClr>
            </a:solidFill>
          </a:ln>
        </p:spPr>
        <p:txBody>
          <a:bodyPr bIns="91440" anchor="b"/>
          <a:lstStyle>
            <a:lvl1pPr algn="ctr">
              <a:buNone/>
              <a:defRPr sz="1067">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16243949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par>
                          <p:cTn id="9" fill="hold">
                            <p:stCondLst>
                              <p:cond delay="1000"/>
                            </p:stCondLst>
                            <p:childTnLst>
                              <p:par>
                                <p:cTn id="10" presetID="2" presetClass="entr" presetSubtype="4" accel="50000" decel="50000" fill="hold" grpId="0" nodeType="afterEffect">
                                  <p:stCondLst>
                                    <p:cond delay="0"/>
                                  </p:stCondLst>
                                  <p:childTnLst>
                                    <p:set>
                                      <p:cBhvr>
                                        <p:cTn id="11" dur="1" fill="hold">
                                          <p:stCondLst>
                                            <p:cond delay="0"/>
                                          </p:stCondLst>
                                        </p:cTn>
                                        <p:tgtEl>
                                          <p:spTgt spid="8"/>
                                        </p:tgtEl>
                                        <p:attrNameLst>
                                          <p:attrName>style.visibility</p:attrName>
                                        </p:attrNameLst>
                                      </p:cBhvr>
                                      <p:to>
                                        <p:strVal val="visible"/>
                                      </p:to>
                                    </p:set>
                                    <p:anim calcmode="lin" valueType="num">
                                      <p:cBhvr additive="base">
                                        <p:cTn id="12" dur="1000" fill="hold"/>
                                        <p:tgtEl>
                                          <p:spTgt spid="8"/>
                                        </p:tgtEl>
                                        <p:attrNameLst>
                                          <p:attrName>ppt_x</p:attrName>
                                        </p:attrNameLst>
                                      </p:cBhvr>
                                      <p:tavLst>
                                        <p:tav tm="0">
                                          <p:val>
                                            <p:strVal val="#ppt_x"/>
                                          </p:val>
                                        </p:tav>
                                        <p:tav tm="100000">
                                          <p:val>
                                            <p:strVal val="#ppt_x"/>
                                          </p:val>
                                        </p:tav>
                                      </p:tavLst>
                                    </p:anim>
                                    <p:anim calcmode="lin" valueType="num">
                                      <p:cBhvr additive="base">
                                        <p:cTn id="13" dur="1000" fill="hold"/>
                                        <p:tgtEl>
                                          <p:spTgt spid="8"/>
                                        </p:tgtEl>
                                        <p:attrNameLst>
                                          <p:attrName>ppt_y</p:attrName>
                                        </p:attrNameLst>
                                      </p:cBhvr>
                                      <p:tavLst>
                                        <p:tav tm="0">
                                          <p:val>
                                            <p:strVal val="1+#ppt_h/2"/>
                                          </p:val>
                                        </p:tav>
                                        <p:tav tm="100000">
                                          <p:val>
                                            <p:strVal val="#ppt_y"/>
                                          </p:val>
                                        </p:tav>
                                      </p:tavLst>
                                    </p:anim>
                                  </p:childTnLst>
                                </p:cTn>
                              </p:par>
                            </p:childTnLst>
                          </p:cTn>
                        </p:par>
                        <p:par>
                          <p:cTn id="14" fill="hold">
                            <p:stCondLst>
                              <p:cond delay="2000"/>
                            </p:stCondLst>
                            <p:childTnLst>
                              <p:par>
                                <p:cTn id="15" presetID="2" presetClass="entr" presetSubtype="4" accel="50000" decel="50000" fill="hold" grpId="0" nodeType="afterEffect">
                                  <p:stCondLst>
                                    <p:cond delay="0"/>
                                  </p:stCondLst>
                                  <p:childTnLst>
                                    <p:set>
                                      <p:cBhvr>
                                        <p:cTn id="16" dur="1" fill="hold">
                                          <p:stCondLst>
                                            <p:cond delay="0"/>
                                          </p:stCondLst>
                                        </p:cTn>
                                        <p:tgtEl>
                                          <p:spTgt spid="13"/>
                                        </p:tgtEl>
                                        <p:attrNameLst>
                                          <p:attrName>style.visibility</p:attrName>
                                        </p:attrNameLst>
                                      </p:cBhvr>
                                      <p:to>
                                        <p:strVal val="visible"/>
                                      </p:to>
                                    </p:set>
                                    <p:anim calcmode="lin" valueType="num">
                                      <p:cBhvr additive="base">
                                        <p:cTn id="17" dur="1000" fill="hold"/>
                                        <p:tgtEl>
                                          <p:spTgt spid="13"/>
                                        </p:tgtEl>
                                        <p:attrNameLst>
                                          <p:attrName>ppt_x</p:attrName>
                                        </p:attrNameLst>
                                      </p:cBhvr>
                                      <p:tavLst>
                                        <p:tav tm="0">
                                          <p:val>
                                            <p:strVal val="#ppt_x"/>
                                          </p:val>
                                        </p:tav>
                                        <p:tav tm="100000">
                                          <p:val>
                                            <p:strVal val="#ppt_x"/>
                                          </p:val>
                                        </p:tav>
                                      </p:tavLst>
                                    </p:anim>
                                    <p:anim calcmode="lin" valueType="num">
                                      <p:cBhvr additive="base">
                                        <p:cTn id="18" dur="1000" fill="hold"/>
                                        <p:tgtEl>
                                          <p:spTgt spid="13"/>
                                        </p:tgtEl>
                                        <p:attrNameLst>
                                          <p:attrName>ppt_y</p:attrName>
                                        </p:attrNameLst>
                                      </p:cBhvr>
                                      <p:tavLst>
                                        <p:tav tm="0">
                                          <p:val>
                                            <p:strVal val="1+#ppt_h/2"/>
                                          </p:val>
                                        </p:tav>
                                        <p:tav tm="100000">
                                          <p:val>
                                            <p:strVal val="#ppt_y"/>
                                          </p:val>
                                        </p:tav>
                                      </p:tavLst>
                                    </p:anim>
                                  </p:childTnLst>
                                </p:cTn>
                              </p:par>
                            </p:childTnLst>
                          </p:cTn>
                        </p:par>
                        <p:par>
                          <p:cTn id="19" fill="hold">
                            <p:stCondLst>
                              <p:cond delay="3000"/>
                            </p:stCondLst>
                            <p:childTnLst>
                              <p:par>
                                <p:cTn id="20" presetID="2" presetClass="entr" presetSubtype="4" accel="50000" decel="50000" fill="hold" grpId="0" nodeType="afterEffect">
                                  <p:stCondLst>
                                    <p:cond delay="0"/>
                                  </p:stCondLst>
                                  <p:childTnLst>
                                    <p:set>
                                      <p:cBhvr>
                                        <p:cTn id="21" dur="1" fill="hold">
                                          <p:stCondLst>
                                            <p:cond delay="0"/>
                                          </p:stCondLst>
                                        </p:cTn>
                                        <p:tgtEl>
                                          <p:spTgt spid="14"/>
                                        </p:tgtEl>
                                        <p:attrNameLst>
                                          <p:attrName>style.visibility</p:attrName>
                                        </p:attrNameLst>
                                      </p:cBhvr>
                                      <p:to>
                                        <p:strVal val="visible"/>
                                      </p:to>
                                    </p:set>
                                    <p:anim calcmode="lin" valueType="num">
                                      <p:cBhvr additive="base">
                                        <p:cTn id="22" dur="1000" fill="hold"/>
                                        <p:tgtEl>
                                          <p:spTgt spid="14"/>
                                        </p:tgtEl>
                                        <p:attrNameLst>
                                          <p:attrName>ppt_x</p:attrName>
                                        </p:attrNameLst>
                                      </p:cBhvr>
                                      <p:tavLst>
                                        <p:tav tm="0">
                                          <p:val>
                                            <p:strVal val="#ppt_x"/>
                                          </p:val>
                                        </p:tav>
                                        <p:tav tm="100000">
                                          <p:val>
                                            <p:strVal val="#ppt_x"/>
                                          </p:val>
                                        </p:tav>
                                      </p:tavLst>
                                    </p:anim>
                                    <p:anim calcmode="lin" valueType="num">
                                      <p:cBhvr additive="base">
                                        <p:cTn id="23" dur="1000" fill="hold"/>
                                        <p:tgtEl>
                                          <p:spTgt spid="1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13" grpId="0" animBg="1"/>
      <p:bldP spid="14" grpId="0" animBg="1"/>
    </p:bldLst>
  </p:timing>
</p:sldLayout>
</file>

<file path=ppt/slideLayouts/slideLayout210.xml><?xml version="1.0" encoding="utf-8"?>
<p:sldLayout xmlns:a="http://schemas.openxmlformats.org/drawingml/2006/main" xmlns:r="http://schemas.openxmlformats.org/officeDocument/2006/relationships" xmlns:p="http://schemas.openxmlformats.org/presentationml/2006/main" userDrawn="1">
  <p:cSld name="5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28193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317439351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Layout>
</file>

<file path=ppt/slideLayouts/slideLayout211.xml><?xml version="1.0" encoding="utf-8"?>
<p:sldLayout xmlns:a="http://schemas.openxmlformats.org/drawingml/2006/main" xmlns:r="http://schemas.openxmlformats.org/officeDocument/2006/relationships" xmlns:p="http://schemas.openxmlformats.org/presentationml/2006/main" userDrawn="1">
  <p:cSld name="2_Team09">
    <p:spTree>
      <p:nvGrpSpPr>
        <p:cNvPr id="1" name=""/>
        <p:cNvGrpSpPr/>
        <p:nvPr/>
      </p:nvGrpSpPr>
      <p:grpSpPr>
        <a:xfrm>
          <a:off x="0" y="0"/>
          <a:ext cx="0" cy="0"/>
          <a:chOff x="0" y="0"/>
          <a:chExt cx="0" cy="0"/>
        </a:xfrm>
      </p:grpSpPr>
      <p:sp>
        <p:nvSpPr>
          <p:cNvPr id="21" name="Picture Placeholder 7"/>
          <p:cNvSpPr>
            <a:spLocks noGrp="1"/>
          </p:cNvSpPr>
          <p:nvPr>
            <p:ph type="pic" sz="quarter" idx="29" hasCustomPrompt="1"/>
          </p:nvPr>
        </p:nvSpPr>
        <p:spPr>
          <a:xfrm>
            <a:off x="0" y="2964581"/>
            <a:ext cx="12192000" cy="389341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1" name="Picture Placeholder 7"/>
          <p:cNvSpPr>
            <a:spLocks noGrp="1"/>
          </p:cNvSpPr>
          <p:nvPr>
            <p:ph type="pic" sz="quarter" idx="10" hasCustomPrompt="1"/>
          </p:nvPr>
        </p:nvSpPr>
        <p:spPr>
          <a:xfrm>
            <a:off x="876172" y="2006600"/>
            <a:ext cx="1895355" cy="1894789"/>
          </a:xfrm>
          <a:prstGeom prst="ellipse">
            <a:avLst/>
          </a:prstGeom>
          <a:ln w="19050">
            <a:solidFill>
              <a:schemeClr val="accent1"/>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14" name="Text Placeholder 3"/>
          <p:cNvSpPr>
            <a:spLocks noGrp="1"/>
          </p:cNvSpPr>
          <p:nvPr>
            <p:ph type="body" sz="half" idx="15"/>
          </p:nvPr>
        </p:nvSpPr>
        <p:spPr>
          <a:xfrm>
            <a:off x="849403" y="4644196"/>
            <a:ext cx="1948892" cy="1231107"/>
          </a:xfrm>
          <a:prstGeom prst="rect">
            <a:avLst/>
          </a:prstGeom>
        </p:spPr>
        <p:txBody>
          <a:bodyPr wrap="square" lIns="0" tIns="0" rIns="0" bIns="0" anchor="t">
            <a:noAutofit/>
          </a:bodyPr>
          <a:lstStyle>
            <a:lvl1pPr marL="0" indent="0" algn="ctr">
              <a:buNone/>
              <a:defRPr sz="1467" b="0"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3" name="Picture Placeholder 7"/>
          <p:cNvSpPr>
            <a:spLocks noGrp="1"/>
          </p:cNvSpPr>
          <p:nvPr>
            <p:ph type="pic" sz="quarter" idx="17" hasCustomPrompt="1"/>
          </p:nvPr>
        </p:nvSpPr>
        <p:spPr>
          <a:xfrm>
            <a:off x="3011255" y="2006600"/>
            <a:ext cx="1895355" cy="1894789"/>
          </a:xfrm>
          <a:prstGeom prst="ellipse">
            <a:avLst/>
          </a:prstGeom>
          <a:ln w="19050">
            <a:solidFill>
              <a:schemeClr val="accent2"/>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24" name="Text Placeholder 3"/>
          <p:cNvSpPr>
            <a:spLocks noGrp="1"/>
          </p:cNvSpPr>
          <p:nvPr>
            <p:ph type="body" sz="half" idx="18"/>
          </p:nvPr>
        </p:nvSpPr>
        <p:spPr>
          <a:xfrm>
            <a:off x="2984486" y="4644196"/>
            <a:ext cx="1948892" cy="1231107"/>
          </a:xfrm>
          <a:prstGeom prst="rect">
            <a:avLst/>
          </a:prstGeom>
        </p:spPr>
        <p:txBody>
          <a:bodyPr wrap="square" lIns="0" tIns="0" rIns="0" bIns="0" anchor="t">
            <a:noAutofit/>
          </a:bodyPr>
          <a:lstStyle>
            <a:lvl1pPr marL="0" indent="0" algn="ctr">
              <a:buNone/>
              <a:defRPr sz="1467" b="0"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7" name="Picture Placeholder 7"/>
          <p:cNvSpPr>
            <a:spLocks noGrp="1"/>
          </p:cNvSpPr>
          <p:nvPr>
            <p:ph type="pic" sz="quarter" idx="20" hasCustomPrompt="1"/>
          </p:nvPr>
        </p:nvSpPr>
        <p:spPr>
          <a:xfrm>
            <a:off x="5131884" y="2006600"/>
            <a:ext cx="1895355" cy="1894789"/>
          </a:xfrm>
          <a:prstGeom prst="ellipse">
            <a:avLst/>
          </a:prstGeom>
          <a:ln w="19050">
            <a:solidFill>
              <a:schemeClr val="accent3"/>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28" name="Text Placeholder 3"/>
          <p:cNvSpPr>
            <a:spLocks noGrp="1"/>
          </p:cNvSpPr>
          <p:nvPr>
            <p:ph type="body" sz="half" idx="21"/>
          </p:nvPr>
        </p:nvSpPr>
        <p:spPr>
          <a:xfrm>
            <a:off x="5105115" y="4644196"/>
            <a:ext cx="1948892" cy="1231107"/>
          </a:xfrm>
          <a:prstGeom prst="rect">
            <a:avLst/>
          </a:prstGeom>
        </p:spPr>
        <p:txBody>
          <a:bodyPr wrap="square" lIns="0" tIns="0" rIns="0" bIns="0" anchor="t">
            <a:noAutofit/>
          </a:bodyPr>
          <a:lstStyle>
            <a:lvl1pPr marL="0" indent="0" algn="ctr">
              <a:buNone/>
              <a:defRPr sz="1467" b="0"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32" name="Picture Placeholder 7"/>
          <p:cNvSpPr>
            <a:spLocks noGrp="1"/>
          </p:cNvSpPr>
          <p:nvPr>
            <p:ph type="pic" sz="quarter" idx="23" hasCustomPrompt="1"/>
          </p:nvPr>
        </p:nvSpPr>
        <p:spPr>
          <a:xfrm>
            <a:off x="7241708" y="2006600"/>
            <a:ext cx="1895355" cy="1894789"/>
          </a:xfrm>
          <a:prstGeom prst="ellipse">
            <a:avLst/>
          </a:prstGeom>
          <a:ln w="19050">
            <a:solidFill>
              <a:schemeClr val="accent4"/>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33" name="Text Placeholder 3"/>
          <p:cNvSpPr>
            <a:spLocks noGrp="1"/>
          </p:cNvSpPr>
          <p:nvPr>
            <p:ph type="body" sz="half" idx="24"/>
          </p:nvPr>
        </p:nvSpPr>
        <p:spPr>
          <a:xfrm>
            <a:off x="7214939" y="4644196"/>
            <a:ext cx="1948892" cy="1231107"/>
          </a:xfrm>
          <a:prstGeom prst="rect">
            <a:avLst/>
          </a:prstGeom>
        </p:spPr>
        <p:txBody>
          <a:bodyPr wrap="square" lIns="0" tIns="0" rIns="0" bIns="0" anchor="t">
            <a:noAutofit/>
          </a:bodyPr>
          <a:lstStyle>
            <a:lvl1pPr marL="0" indent="0" algn="ctr">
              <a:buNone/>
              <a:defRPr sz="1467" b="0"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38" name="Picture Placeholder 7"/>
          <p:cNvSpPr>
            <a:spLocks noGrp="1"/>
          </p:cNvSpPr>
          <p:nvPr>
            <p:ph type="pic" sz="quarter" idx="26" hasCustomPrompt="1"/>
          </p:nvPr>
        </p:nvSpPr>
        <p:spPr>
          <a:xfrm>
            <a:off x="9373143" y="2006600"/>
            <a:ext cx="1895355" cy="1894789"/>
          </a:xfrm>
          <a:prstGeom prst="ellipse">
            <a:avLst/>
          </a:prstGeom>
          <a:ln w="19050">
            <a:solidFill>
              <a:schemeClr val="accent5"/>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39" name="Text Placeholder 3"/>
          <p:cNvSpPr>
            <a:spLocks noGrp="1"/>
          </p:cNvSpPr>
          <p:nvPr>
            <p:ph type="body" sz="half" idx="27"/>
          </p:nvPr>
        </p:nvSpPr>
        <p:spPr>
          <a:xfrm>
            <a:off x="9346374" y="4644196"/>
            <a:ext cx="1948892" cy="1231107"/>
          </a:xfrm>
          <a:prstGeom prst="rect">
            <a:avLst/>
          </a:prstGeom>
        </p:spPr>
        <p:txBody>
          <a:bodyPr wrap="square" lIns="0" tIns="0" rIns="0" bIns="0" anchor="t">
            <a:noAutofit/>
          </a:bodyPr>
          <a:lstStyle>
            <a:lvl1pPr marL="0" indent="0" algn="ctr">
              <a:buNone/>
              <a:defRPr sz="1467" b="0"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2" name="Text Placeholder 3"/>
          <p:cNvSpPr>
            <a:spLocks noGrp="1"/>
          </p:cNvSpPr>
          <p:nvPr>
            <p:ph type="body" sz="half" idx="16"/>
          </p:nvPr>
        </p:nvSpPr>
        <p:spPr>
          <a:xfrm>
            <a:off x="1140228" y="3980808"/>
            <a:ext cx="1367243" cy="508973"/>
          </a:xfrm>
          <a:prstGeom prst="rect">
            <a:avLst/>
          </a:prstGeom>
        </p:spPr>
        <p:txBody>
          <a:bodyPr wrap="squar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26" name="Text Placeholder 3"/>
          <p:cNvSpPr>
            <a:spLocks noGrp="1"/>
          </p:cNvSpPr>
          <p:nvPr>
            <p:ph type="body" sz="half" idx="19"/>
          </p:nvPr>
        </p:nvSpPr>
        <p:spPr>
          <a:xfrm>
            <a:off x="3275311" y="3980808"/>
            <a:ext cx="1367243" cy="508973"/>
          </a:xfrm>
          <a:prstGeom prst="rect">
            <a:avLst/>
          </a:prstGeom>
        </p:spPr>
        <p:txBody>
          <a:bodyPr wrap="squar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30" name="Text Placeholder 3"/>
          <p:cNvSpPr>
            <a:spLocks noGrp="1"/>
          </p:cNvSpPr>
          <p:nvPr>
            <p:ph type="body" sz="half" idx="22"/>
          </p:nvPr>
        </p:nvSpPr>
        <p:spPr>
          <a:xfrm>
            <a:off x="5395940" y="3980808"/>
            <a:ext cx="1367243" cy="508973"/>
          </a:xfrm>
          <a:prstGeom prst="rect">
            <a:avLst/>
          </a:prstGeom>
        </p:spPr>
        <p:txBody>
          <a:bodyPr wrap="squar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36" name="Text Placeholder 3"/>
          <p:cNvSpPr>
            <a:spLocks noGrp="1"/>
          </p:cNvSpPr>
          <p:nvPr>
            <p:ph type="body" sz="half" idx="25"/>
          </p:nvPr>
        </p:nvSpPr>
        <p:spPr>
          <a:xfrm>
            <a:off x="7505764" y="3980808"/>
            <a:ext cx="1367243" cy="508973"/>
          </a:xfrm>
          <a:prstGeom prst="rect">
            <a:avLst/>
          </a:prstGeom>
        </p:spPr>
        <p:txBody>
          <a:bodyPr wrap="squar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44" name="Text Placeholder 3"/>
          <p:cNvSpPr>
            <a:spLocks noGrp="1"/>
          </p:cNvSpPr>
          <p:nvPr>
            <p:ph type="body" sz="half" idx="28"/>
          </p:nvPr>
        </p:nvSpPr>
        <p:spPr>
          <a:xfrm>
            <a:off x="9637199" y="3980808"/>
            <a:ext cx="1367243" cy="508973"/>
          </a:xfrm>
          <a:prstGeom prst="rect">
            <a:avLst/>
          </a:prstGeom>
        </p:spPr>
        <p:txBody>
          <a:bodyPr wrap="squar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19"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20"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80233698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1"/>
                                        </p:tgtEl>
                                        <p:attrNameLst>
                                          <p:attrName>style.visibility</p:attrName>
                                        </p:attrNameLst>
                                      </p:cBhvr>
                                      <p:to>
                                        <p:strVal val="visible"/>
                                      </p:to>
                                    </p:set>
                                    <p:animEffect transition="in" filter="fade">
                                      <p:cBhvr>
                                        <p:cTn id="7" dur="1000"/>
                                        <p:tgtEl>
                                          <p:spTgt spid="21"/>
                                        </p:tgtEl>
                                      </p:cBhvr>
                                    </p:animEffect>
                                  </p:childTnLst>
                                </p:cTn>
                              </p:par>
                            </p:childTnLst>
                          </p:cTn>
                        </p:par>
                        <p:par>
                          <p:cTn id="8" fill="hold">
                            <p:stCondLst>
                              <p:cond delay="1000"/>
                            </p:stCondLst>
                            <p:childTnLst>
                              <p:par>
                                <p:cTn id="9" presetID="53" presetClass="entr" presetSubtype="0" fill="hold" grpId="0" nodeType="afterEffect">
                                  <p:stCondLst>
                                    <p:cond delay="0"/>
                                  </p:stCondLst>
                                  <p:childTnLst>
                                    <p:set>
                                      <p:cBhvr>
                                        <p:cTn id="10" dur="1" fill="hold">
                                          <p:stCondLst>
                                            <p:cond delay="0"/>
                                          </p:stCondLst>
                                        </p:cTn>
                                        <p:tgtEl>
                                          <p:spTgt spid="31"/>
                                        </p:tgtEl>
                                        <p:attrNameLst>
                                          <p:attrName>style.visibility</p:attrName>
                                        </p:attrNameLst>
                                      </p:cBhvr>
                                      <p:to>
                                        <p:strVal val="visible"/>
                                      </p:to>
                                    </p:set>
                                    <p:anim calcmode="lin" valueType="num">
                                      <p:cBhvr>
                                        <p:cTn id="11" dur="500" fill="hold"/>
                                        <p:tgtEl>
                                          <p:spTgt spid="31"/>
                                        </p:tgtEl>
                                        <p:attrNameLst>
                                          <p:attrName>ppt_w</p:attrName>
                                        </p:attrNameLst>
                                      </p:cBhvr>
                                      <p:tavLst>
                                        <p:tav tm="0">
                                          <p:val>
                                            <p:fltVal val="0"/>
                                          </p:val>
                                        </p:tav>
                                        <p:tav tm="100000">
                                          <p:val>
                                            <p:strVal val="#ppt_w"/>
                                          </p:val>
                                        </p:tav>
                                      </p:tavLst>
                                    </p:anim>
                                    <p:anim calcmode="lin" valueType="num">
                                      <p:cBhvr>
                                        <p:cTn id="12" dur="500" fill="hold"/>
                                        <p:tgtEl>
                                          <p:spTgt spid="31"/>
                                        </p:tgtEl>
                                        <p:attrNameLst>
                                          <p:attrName>ppt_h</p:attrName>
                                        </p:attrNameLst>
                                      </p:cBhvr>
                                      <p:tavLst>
                                        <p:tav tm="0">
                                          <p:val>
                                            <p:fltVal val="0"/>
                                          </p:val>
                                        </p:tav>
                                        <p:tav tm="100000">
                                          <p:val>
                                            <p:strVal val="#ppt_h"/>
                                          </p:val>
                                        </p:tav>
                                      </p:tavLst>
                                    </p:anim>
                                    <p:animEffect transition="in" filter="fade">
                                      <p:cBhvr>
                                        <p:cTn id="13" dur="500"/>
                                        <p:tgtEl>
                                          <p:spTgt spid="31"/>
                                        </p:tgtEl>
                                      </p:cBhvr>
                                    </p:animEffect>
                                  </p:childTnLst>
                                </p:cTn>
                              </p:par>
                            </p:childTnLst>
                          </p:cTn>
                        </p:par>
                        <p:par>
                          <p:cTn id="14" fill="hold">
                            <p:stCondLst>
                              <p:cond delay="1500"/>
                            </p:stCondLst>
                            <p:childTnLst>
                              <p:par>
                                <p:cTn id="15" presetID="22" presetClass="entr" presetSubtype="4" fill="hold" grpId="0" nodeType="afterEffect" nodePh="1">
                                  <p:stCondLst>
                                    <p:cond delay="0"/>
                                  </p:stCondLst>
                                  <p:endCondLst>
                                    <p:cond evt="begin" delay="0">
                                      <p:tn val="15"/>
                                    </p:cond>
                                  </p:endCondLst>
                                  <p:childTnLst>
                                    <p:set>
                                      <p:cBhvr>
                                        <p:cTn id="16" dur="1" fill="hold">
                                          <p:stCondLst>
                                            <p:cond delay="0"/>
                                          </p:stCondLst>
                                        </p:cTn>
                                        <p:tgtEl>
                                          <p:spTgt spid="22">
                                            <p:txEl>
                                              <p:pRg st="0" end="0"/>
                                            </p:txEl>
                                          </p:spTgt>
                                        </p:tgtEl>
                                        <p:attrNameLst>
                                          <p:attrName>style.visibility</p:attrName>
                                        </p:attrNameLst>
                                      </p:cBhvr>
                                      <p:to>
                                        <p:strVal val="visible"/>
                                      </p:to>
                                    </p:set>
                                    <p:animEffect transition="in" filter="wipe(down)">
                                      <p:cBhvr>
                                        <p:cTn id="17" dur="500"/>
                                        <p:tgtEl>
                                          <p:spTgt spid="22">
                                            <p:txEl>
                                              <p:pRg st="0" end="0"/>
                                            </p:txEl>
                                          </p:spTgt>
                                        </p:tgtEl>
                                      </p:cBhvr>
                                    </p:animEffect>
                                  </p:childTnLst>
                                </p:cTn>
                              </p:par>
                            </p:childTnLst>
                          </p:cTn>
                        </p:par>
                        <p:par>
                          <p:cTn id="18" fill="hold">
                            <p:stCondLst>
                              <p:cond delay="2000"/>
                            </p:stCondLst>
                            <p:childTnLst>
                              <p:par>
                                <p:cTn id="19" presetID="2" presetClass="entr" presetSubtype="4" accel="50000" decel="50000" fill="hold" grpId="0" nodeType="afterEffect" nodePh="1">
                                  <p:stCondLst>
                                    <p:cond delay="0"/>
                                  </p:stCondLst>
                                  <p:endCondLst>
                                    <p:cond evt="begin" delay="0">
                                      <p:tn val="19"/>
                                    </p:cond>
                                  </p:endCondLst>
                                  <p:childTnLst>
                                    <p:set>
                                      <p:cBhvr>
                                        <p:cTn id="20" dur="1" fill="hold">
                                          <p:stCondLst>
                                            <p:cond delay="0"/>
                                          </p:stCondLst>
                                        </p:cTn>
                                        <p:tgtEl>
                                          <p:spTgt spid="14">
                                            <p:txEl>
                                              <p:pRg st="0" end="0"/>
                                            </p:txEl>
                                          </p:spTgt>
                                        </p:tgtEl>
                                        <p:attrNameLst>
                                          <p:attrName>style.visibility</p:attrName>
                                        </p:attrNameLst>
                                      </p:cBhvr>
                                      <p:to>
                                        <p:strVal val="visible"/>
                                      </p:to>
                                    </p:set>
                                    <p:anim calcmode="lin" valueType="num">
                                      <p:cBhvr additive="base">
                                        <p:cTn id="21" dur="500" fill="hold"/>
                                        <p:tgtEl>
                                          <p:spTgt spid="14">
                                            <p:txEl>
                                              <p:pRg st="0" end="0"/>
                                            </p:txEl>
                                          </p:spTgt>
                                        </p:tgtEl>
                                        <p:attrNameLst>
                                          <p:attrName>ppt_x</p:attrName>
                                        </p:attrNameLst>
                                      </p:cBhvr>
                                      <p:tavLst>
                                        <p:tav tm="0">
                                          <p:val>
                                            <p:strVal val="#ppt_x"/>
                                          </p:val>
                                        </p:tav>
                                        <p:tav tm="100000">
                                          <p:val>
                                            <p:strVal val="#ppt_x"/>
                                          </p:val>
                                        </p:tav>
                                      </p:tavLst>
                                    </p:anim>
                                    <p:anim calcmode="lin" valueType="num">
                                      <p:cBhvr additive="base">
                                        <p:cTn id="22" dur="500" fill="hold"/>
                                        <p:tgtEl>
                                          <p:spTgt spid="14">
                                            <p:txEl>
                                              <p:pRg st="0" end="0"/>
                                            </p:txEl>
                                          </p:spTgt>
                                        </p:tgtEl>
                                        <p:attrNameLst>
                                          <p:attrName>ppt_y</p:attrName>
                                        </p:attrNameLst>
                                      </p:cBhvr>
                                      <p:tavLst>
                                        <p:tav tm="0">
                                          <p:val>
                                            <p:strVal val="1+#ppt_h/2"/>
                                          </p:val>
                                        </p:tav>
                                        <p:tav tm="100000">
                                          <p:val>
                                            <p:strVal val="#ppt_y"/>
                                          </p:val>
                                        </p:tav>
                                      </p:tavLst>
                                    </p:anim>
                                  </p:childTnLst>
                                </p:cTn>
                              </p:par>
                            </p:childTnLst>
                          </p:cTn>
                        </p:par>
                        <p:par>
                          <p:cTn id="23" fill="hold">
                            <p:stCondLst>
                              <p:cond delay="2500"/>
                            </p:stCondLst>
                            <p:childTnLst>
                              <p:par>
                                <p:cTn id="24" presetID="53" presetClass="entr" presetSubtype="0" fill="hold" grpId="0" nodeType="afterEffect">
                                  <p:stCondLst>
                                    <p:cond delay="0"/>
                                  </p:stCondLst>
                                  <p:childTnLst>
                                    <p:set>
                                      <p:cBhvr>
                                        <p:cTn id="25" dur="1" fill="hold">
                                          <p:stCondLst>
                                            <p:cond delay="0"/>
                                          </p:stCondLst>
                                        </p:cTn>
                                        <p:tgtEl>
                                          <p:spTgt spid="23"/>
                                        </p:tgtEl>
                                        <p:attrNameLst>
                                          <p:attrName>style.visibility</p:attrName>
                                        </p:attrNameLst>
                                      </p:cBhvr>
                                      <p:to>
                                        <p:strVal val="visible"/>
                                      </p:to>
                                    </p:set>
                                    <p:anim calcmode="lin" valueType="num">
                                      <p:cBhvr>
                                        <p:cTn id="26" dur="500" fill="hold"/>
                                        <p:tgtEl>
                                          <p:spTgt spid="23"/>
                                        </p:tgtEl>
                                        <p:attrNameLst>
                                          <p:attrName>ppt_w</p:attrName>
                                        </p:attrNameLst>
                                      </p:cBhvr>
                                      <p:tavLst>
                                        <p:tav tm="0">
                                          <p:val>
                                            <p:fltVal val="0"/>
                                          </p:val>
                                        </p:tav>
                                        <p:tav tm="100000">
                                          <p:val>
                                            <p:strVal val="#ppt_w"/>
                                          </p:val>
                                        </p:tav>
                                      </p:tavLst>
                                    </p:anim>
                                    <p:anim calcmode="lin" valueType="num">
                                      <p:cBhvr>
                                        <p:cTn id="27" dur="500" fill="hold"/>
                                        <p:tgtEl>
                                          <p:spTgt spid="23"/>
                                        </p:tgtEl>
                                        <p:attrNameLst>
                                          <p:attrName>ppt_h</p:attrName>
                                        </p:attrNameLst>
                                      </p:cBhvr>
                                      <p:tavLst>
                                        <p:tav tm="0">
                                          <p:val>
                                            <p:fltVal val="0"/>
                                          </p:val>
                                        </p:tav>
                                        <p:tav tm="100000">
                                          <p:val>
                                            <p:strVal val="#ppt_h"/>
                                          </p:val>
                                        </p:tav>
                                      </p:tavLst>
                                    </p:anim>
                                    <p:animEffect transition="in" filter="fade">
                                      <p:cBhvr>
                                        <p:cTn id="28" dur="500"/>
                                        <p:tgtEl>
                                          <p:spTgt spid="23"/>
                                        </p:tgtEl>
                                      </p:cBhvr>
                                    </p:animEffect>
                                  </p:childTnLst>
                                </p:cTn>
                              </p:par>
                            </p:childTnLst>
                          </p:cTn>
                        </p:par>
                        <p:par>
                          <p:cTn id="29" fill="hold">
                            <p:stCondLst>
                              <p:cond delay="3000"/>
                            </p:stCondLst>
                            <p:childTnLst>
                              <p:par>
                                <p:cTn id="30" presetID="22" presetClass="entr" presetSubtype="4" fill="hold" grpId="0" nodeType="afterEffect" nodePh="1">
                                  <p:stCondLst>
                                    <p:cond delay="0"/>
                                  </p:stCondLst>
                                  <p:endCondLst>
                                    <p:cond evt="begin" delay="0">
                                      <p:tn val="30"/>
                                    </p:cond>
                                  </p:endCondLst>
                                  <p:childTnLst>
                                    <p:set>
                                      <p:cBhvr>
                                        <p:cTn id="31" dur="1" fill="hold">
                                          <p:stCondLst>
                                            <p:cond delay="0"/>
                                          </p:stCondLst>
                                        </p:cTn>
                                        <p:tgtEl>
                                          <p:spTgt spid="26">
                                            <p:txEl>
                                              <p:pRg st="0" end="0"/>
                                            </p:txEl>
                                          </p:spTgt>
                                        </p:tgtEl>
                                        <p:attrNameLst>
                                          <p:attrName>style.visibility</p:attrName>
                                        </p:attrNameLst>
                                      </p:cBhvr>
                                      <p:to>
                                        <p:strVal val="visible"/>
                                      </p:to>
                                    </p:set>
                                    <p:animEffect transition="in" filter="wipe(down)">
                                      <p:cBhvr>
                                        <p:cTn id="32" dur="500"/>
                                        <p:tgtEl>
                                          <p:spTgt spid="26">
                                            <p:txEl>
                                              <p:pRg st="0" end="0"/>
                                            </p:txEl>
                                          </p:spTgt>
                                        </p:tgtEl>
                                      </p:cBhvr>
                                    </p:animEffect>
                                  </p:childTnLst>
                                </p:cTn>
                              </p:par>
                            </p:childTnLst>
                          </p:cTn>
                        </p:par>
                        <p:par>
                          <p:cTn id="33" fill="hold">
                            <p:stCondLst>
                              <p:cond delay="3500"/>
                            </p:stCondLst>
                            <p:childTnLst>
                              <p:par>
                                <p:cTn id="34" presetID="2" presetClass="entr" presetSubtype="4" accel="50000" decel="50000" fill="hold" grpId="0" nodeType="afterEffect" nodePh="1">
                                  <p:stCondLst>
                                    <p:cond delay="0"/>
                                  </p:stCondLst>
                                  <p:endCondLst>
                                    <p:cond evt="begin" delay="0">
                                      <p:tn val="34"/>
                                    </p:cond>
                                  </p:endCondLst>
                                  <p:childTnLst>
                                    <p:set>
                                      <p:cBhvr>
                                        <p:cTn id="35" dur="1" fill="hold">
                                          <p:stCondLst>
                                            <p:cond delay="0"/>
                                          </p:stCondLst>
                                        </p:cTn>
                                        <p:tgtEl>
                                          <p:spTgt spid="24">
                                            <p:txEl>
                                              <p:pRg st="0" end="0"/>
                                            </p:txEl>
                                          </p:spTgt>
                                        </p:tgtEl>
                                        <p:attrNameLst>
                                          <p:attrName>style.visibility</p:attrName>
                                        </p:attrNameLst>
                                      </p:cBhvr>
                                      <p:to>
                                        <p:strVal val="visible"/>
                                      </p:to>
                                    </p:set>
                                    <p:anim calcmode="lin" valueType="num">
                                      <p:cBhvr additive="base">
                                        <p:cTn id="36"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additive="base">
                                        <p:cTn id="37" dur="500" fill="hold"/>
                                        <p:tgtEl>
                                          <p:spTgt spid="24">
                                            <p:txEl>
                                              <p:pRg st="0" end="0"/>
                                            </p:txEl>
                                          </p:spTgt>
                                        </p:tgtEl>
                                        <p:attrNameLst>
                                          <p:attrName>ppt_y</p:attrName>
                                        </p:attrNameLst>
                                      </p:cBhvr>
                                      <p:tavLst>
                                        <p:tav tm="0">
                                          <p:val>
                                            <p:strVal val="1+#ppt_h/2"/>
                                          </p:val>
                                        </p:tav>
                                        <p:tav tm="100000">
                                          <p:val>
                                            <p:strVal val="#ppt_y"/>
                                          </p:val>
                                        </p:tav>
                                      </p:tavLst>
                                    </p:anim>
                                  </p:childTnLst>
                                </p:cTn>
                              </p:par>
                            </p:childTnLst>
                          </p:cTn>
                        </p:par>
                        <p:par>
                          <p:cTn id="38" fill="hold">
                            <p:stCondLst>
                              <p:cond delay="4000"/>
                            </p:stCondLst>
                            <p:childTnLst>
                              <p:par>
                                <p:cTn id="39" presetID="53" presetClass="entr" presetSubtype="0" fill="hold" grpId="0" nodeType="afterEffect">
                                  <p:stCondLst>
                                    <p:cond delay="0"/>
                                  </p:stCondLst>
                                  <p:childTnLst>
                                    <p:set>
                                      <p:cBhvr>
                                        <p:cTn id="40" dur="1" fill="hold">
                                          <p:stCondLst>
                                            <p:cond delay="0"/>
                                          </p:stCondLst>
                                        </p:cTn>
                                        <p:tgtEl>
                                          <p:spTgt spid="27"/>
                                        </p:tgtEl>
                                        <p:attrNameLst>
                                          <p:attrName>style.visibility</p:attrName>
                                        </p:attrNameLst>
                                      </p:cBhvr>
                                      <p:to>
                                        <p:strVal val="visible"/>
                                      </p:to>
                                    </p:set>
                                    <p:anim calcmode="lin" valueType="num">
                                      <p:cBhvr>
                                        <p:cTn id="41" dur="500" fill="hold"/>
                                        <p:tgtEl>
                                          <p:spTgt spid="27"/>
                                        </p:tgtEl>
                                        <p:attrNameLst>
                                          <p:attrName>ppt_w</p:attrName>
                                        </p:attrNameLst>
                                      </p:cBhvr>
                                      <p:tavLst>
                                        <p:tav tm="0">
                                          <p:val>
                                            <p:fltVal val="0"/>
                                          </p:val>
                                        </p:tav>
                                        <p:tav tm="100000">
                                          <p:val>
                                            <p:strVal val="#ppt_w"/>
                                          </p:val>
                                        </p:tav>
                                      </p:tavLst>
                                    </p:anim>
                                    <p:anim calcmode="lin" valueType="num">
                                      <p:cBhvr>
                                        <p:cTn id="42" dur="500" fill="hold"/>
                                        <p:tgtEl>
                                          <p:spTgt spid="27"/>
                                        </p:tgtEl>
                                        <p:attrNameLst>
                                          <p:attrName>ppt_h</p:attrName>
                                        </p:attrNameLst>
                                      </p:cBhvr>
                                      <p:tavLst>
                                        <p:tav tm="0">
                                          <p:val>
                                            <p:fltVal val="0"/>
                                          </p:val>
                                        </p:tav>
                                        <p:tav tm="100000">
                                          <p:val>
                                            <p:strVal val="#ppt_h"/>
                                          </p:val>
                                        </p:tav>
                                      </p:tavLst>
                                    </p:anim>
                                    <p:animEffect transition="in" filter="fade">
                                      <p:cBhvr>
                                        <p:cTn id="43" dur="500"/>
                                        <p:tgtEl>
                                          <p:spTgt spid="27"/>
                                        </p:tgtEl>
                                      </p:cBhvr>
                                    </p:animEffect>
                                  </p:childTnLst>
                                </p:cTn>
                              </p:par>
                            </p:childTnLst>
                          </p:cTn>
                        </p:par>
                        <p:par>
                          <p:cTn id="44" fill="hold">
                            <p:stCondLst>
                              <p:cond delay="4500"/>
                            </p:stCondLst>
                            <p:childTnLst>
                              <p:par>
                                <p:cTn id="45" presetID="22" presetClass="entr" presetSubtype="4" fill="hold" grpId="0" nodeType="afterEffect" nodePh="1">
                                  <p:stCondLst>
                                    <p:cond delay="0"/>
                                  </p:stCondLst>
                                  <p:endCondLst>
                                    <p:cond evt="begin" delay="0">
                                      <p:tn val="45"/>
                                    </p:cond>
                                  </p:endCondLst>
                                  <p:childTnLst>
                                    <p:set>
                                      <p:cBhvr>
                                        <p:cTn id="46" dur="1" fill="hold">
                                          <p:stCondLst>
                                            <p:cond delay="0"/>
                                          </p:stCondLst>
                                        </p:cTn>
                                        <p:tgtEl>
                                          <p:spTgt spid="30">
                                            <p:txEl>
                                              <p:pRg st="0" end="0"/>
                                            </p:txEl>
                                          </p:spTgt>
                                        </p:tgtEl>
                                        <p:attrNameLst>
                                          <p:attrName>style.visibility</p:attrName>
                                        </p:attrNameLst>
                                      </p:cBhvr>
                                      <p:to>
                                        <p:strVal val="visible"/>
                                      </p:to>
                                    </p:set>
                                    <p:animEffect transition="in" filter="wipe(down)">
                                      <p:cBhvr>
                                        <p:cTn id="47" dur="500"/>
                                        <p:tgtEl>
                                          <p:spTgt spid="30">
                                            <p:txEl>
                                              <p:pRg st="0" end="0"/>
                                            </p:txEl>
                                          </p:spTgt>
                                        </p:tgtEl>
                                      </p:cBhvr>
                                    </p:animEffect>
                                  </p:childTnLst>
                                </p:cTn>
                              </p:par>
                            </p:childTnLst>
                          </p:cTn>
                        </p:par>
                        <p:par>
                          <p:cTn id="48" fill="hold">
                            <p:stCondLst>
                              <p:cond delay="5000"/>
                            </p:stCondLst>
                            <p:childTnLst>
                              <p:par>
                                <p:cTn id="49" presetID="2" presetClass="entr" presetSubtype="4" accel="50000" decel="50000" fill="hold" grpId="0" nodeType="afterEffect" nodePh="1">
                                  <p:stCondLst>
                                    <p:cond delay="0"/>
                                  </p:stCondLst>
                                  <p:endCondLst>
                                    <p:cond evt="begin" delay="0">
                                      <p:tn val="49"/>
                                    </p:cond>
                                  </p:endCondLst>
                                  <p:childTnLst>
                                    <p:set>
                                      <p:cBhvr>
                                        <p:cTn id="50" dur="1" fill="hold">
                                          <p:stCondLst>
                                            <p:cond delay="0"/>
                                          </p:stCondLst>
                                        </p:cTn>
                                        <p:tgtEl>
                                          <p:spTgt spid="28">
                                            <p:txEl>
                                              <p:pRg st="0" end="0"/>
                                            </p:txEl>
                                          </p:spTgt>
                                        </p:tgtEl>
                                        <p:attrNameLst>
                                          <p:attrName>style.visibility</p:attrName>
                                        </p:attrNameLst>
                                      </p:cBhvr>
                                      <p:to>
                                        <p:strVal val="visible"/>
                                      </p:to>
                                    </p:set>
                                    <p:anim calcmode="lin" valueType="num">
                                      <p:cBhvr additive="base">
                                        <p:cTn id="51" dur="500" fill="hold"/>
                                        <p:tgtEl>
                                          <p:spTgt spid="28">
                                            <p:txEl>
                                              <p:pRg st="0" end="0"/>
                                            </p:txEl>
                                          </p:spTgt>
                                        </p:tgtEl>
                                        <p:attrNameLst>
                                          <p:attrName>ppt_x</p:attrName>
                                        </p:attrNameLst>
                                      </p:cBhvr>
                                      <p:tavLst>
                                        <p:tav tm="0">
                                          <p:val>
                                            <p:strVal val="#ppt_x"/>
                                          </p:val>
                                        </p:tav>
                                        <p:tav tm="100000">
                                          <p:val>
                                            <p:strVal val="#ppt_x"/>
                                          </p:val>
                                        </p:tav>
                                      </p:tavLst>
                                    </p:anim>
                                    <p:anim calcmode="lin" valueType="num">
                                      <p:cBhvr additive="base">
                                        <p:cTn id="52" dur="500" fill="hold"/>
                                        <p:tgtEl>
                                          <p:spTgt spid="28">
                                            <p:txEl>
                                              <p:pRg st="0" end="0"/>
                                            </p:txEl>
                                          </p:spTgt>
                                        </p:tgtEl>
                                        <p:attrNameLst>
                                          <p:attrName>ppt_y</p:attrName>
                                        </p:attrNameLst>
                                      </p:cBhvr>
                                      <p:tavLst>
                                        <p:tav tm="0">
                                          <p:val>
                                            <p:strVal val="1+#ppt_h/2"/>
                                          </p:val>
                                        </p:tav>
                                        <p:tav tm="100000">
                                          <p:val>
                                            <p:strVal val="#ppt_y"/>
                                          </p:val>
                                        </p:tav>
                                      </p:tavLst>
                                    </p:anim>
                                  </p:childTnLst>
                                </p:cTn>
                              </p:par>
                            </p:childTnLst>
                          </p:cTn>
                        </p:par>
                        <p:par>
                          <p:cTn id="53" fill="hold">
                            <p:stCondLst>
                              <p:cond delay="5500"/>
                            </p:stCondLst>
                            <p:childTnLst>
                              <p:par>
                                <p:cTn id="54" presetID="53" presetClass="entr" presetSubtype="0" fill="hold" grpId="0" nodeType="afterEffect">
                                  <p:stCondLst>
                                    <p:cond delay="0"/>
                                  </p:stCondLst>
                                  <p:childTnLst>
                                    <p:set>
                                      <p:cBhvr>
                                        <p:cTn id="55" dur="1" fill="hold">
                                          <p:stCondLst>
                                            <p:cond delay="0"/>
                                          </p:stCondLst>
                                        </p:cTn>
                                        <p:tgtEl>
                                          <p:spTgt spid="32"/>
                                        </p:tgtEl>
                                        <p:attrNameLst>
                                          <p:attrName>style.visibility</p:attrName>
                                        </p:attrNameLst>
                                      </p:cBhvr>
                                      <p:to>
                                        <p:strVal val="visible"/>
                                      </p:to>
                                    </p:set>
                                    <p:anim calcmode="lin" valueType="num">
                                      <p:cBhvr>
                                        <p:cTn id="56" dur="500" fill="hold"/>
                                        <p:tgtEl>
                                          <p:spTgt spid="32"/>
                                        </p:tgtEl>
                                        <p:attrNameLst>
                                          <p:attrName>ppt_w</p:attrName>
                                        </p:attrNameLst>
                                      </p:cBhvr>
                                      <p:tavLst>
                                        <p:tav tm="0">
                                          <p:val>
                                            <p:fltVal val="0"/>
                                          </p:val>
                                        </p:tav>
                                        <p:tav tm="100000">
                                          <p:val>
                                            <p:strVal val="#ppt_w"/>
                                          </p:val>
                                        </p:tav>
                                      </p:tavLst>
                                    </p:anim>
                                    <p:anim calcmode="lin" valueType="num">
                                      <p:cBhvr>
                                        <p:cTn id="57" dur="500" fill="hold"/>
                                        <p:tgtEl>
                                          <p:spTgt spid="32"/>
                                        </p:tgtEl>
                                        <p:attrNameLst>
                                          <p:attrName>ppt_h</p:attrName>
                                        </p:attrNameLst>
                                      </p:cBhvr>
                                      <p:tavLst>
                                        <p:tav tm="0">
                                          <p:val>
                                            <p:fltVal val="0"/>
                                          </p:val>
                                        </p:tav>
                                        <p:tav tm="100000">
                                          <p:val>
                                            <p:strVal val="#ppt_h"/>
                                          </p:val>
                                        </p:tav>
                                      </p:tavLst>
                                    </p:anim>
                                    <p:animEffect transition="in" filter="fade">
                                      <p:cBhvr>
                                        <p:cTn id="58" dur="500"/>
                                        <p:tgtEl>
                                          <p:spTgt spid="32"/>
                                        </p:tgtEl>
                                      </p:cBhvr>
                                    </p:animEffect>
                                  </p:childTnLst>
                                </p:cTn>
                              </p:par>
                            </p:childTnLst>
                          </p:cTn>
                        </p:par>
                        <p:par>
                          <p:cTn id="59" fill="hold">
                            <p:stCondLst>
                              <p:cond delay="6000"/>
                            </p:stCondLst>
                            <p:childTnLst>
                              <p:par>
                                <p:cTn id="60" presetID="22" presetClass="entr" presetSubtype="4" fill="hold" grpId="0" nodeType="afterEffect" nodePh="1">
                                  <p:stCondLst>
                                    <p:cond delay="0"/>
                                  </p:stCondLst>
                                  <p:endCondLst>
                                    <p:cond evt="begin" delay="0">
                                      <p:tn val="60"/>
                                    </p:cond>
                                  </p:endCondLst>
                                  <p:childTnLst>
                                    <p:set>
                                      <p:cBhvr>
                                        <p:cTn id="61" dur="1" fill="hold">
                                          <p:stCondLst>
                                            <p:cond delay="0"/>
                                          </p:stCondLst>
                                        </p:cTn>
                                        <p:tgtEl>
                                          <p:spTgt spid="36">
                                            <p:txEl>
                                              <p:pRg st="0" end="0"/>
                                            </p:txEl>
                                          </p:spTgt>
                                        </p:tgtEl>
                                        <p:attrNameLst>
                                          <p:attrName>style.visibility</p:attrName>
                                        </p:attrNameLst>
                                      </p:cBhvr>
                                      <p:to>
                                        <p:strVal val="visible"/>
                                      </p:to>
                                    </p:set>
                                    <p:animEffect transition="in" filter="wipe(down)">
                                      <p:cBhvr>
                                        <p:cTn id="62" dur="500"/>
                                        <p:tgtEl>
                                          <p:spTgt spid="36">
                                            <p:txEl>
                                              <p:pRg st="0" end="0"/>
                                            </p:txEl>
                                          </p:spTgt>
                                        </p:tgtEl>
                                      </p:cBhvr>
                                    </p:animEffect>
                                  </p:childTnLst>
                                </p:cTn>
                              </p:par>
                            </p:childTnLst>
                          </p:cTn>
                        </p:par>
                        <p:par>
                          <p:cTn id="63" fill="hold">
                            <p:stCondLst>
                              <p:cond delay="6500"/>
                            </p:stCondLst>
                            <p:childTnLst>
                              <p:par>
                                <p:cTn id="64" presetID="2" presetClass="entr" presetSubtype="4" accel="50000" decel="50000" fill="hold" grpId="0" nodeType="afterEffect" nodePh="1">
                                  <p:stCondLst>
                                    <p:cond delay="0"/>
                                  </p:stCondLst>
                                  <p:endCondLst>
                                    <p:cond evt="begin" delay="0">
                                      <p:tn val="64"/>
                                    </p:cond>
                                  </p:endCondLst>
                                  <p:childTnLst>
                                    <p:set>
                                      <p:cBhvr>
                                        <p:cTn id="65" dur="1" fill="hold">
                                          <p:stCondLst>
                                            <p:cond delay="0"/>
                                          </p:stCondLst>
                                        </p:cTn>
                                        <p:tgtEl>
                                          <p:spTgt spid="33">
                                            <p:txEl>
                                              <p:pRg st="0" end="0"/>
                                            </p:txEl>
                                          </p:spTgt>
                                        </p:tgtEl>
                                        <p:attrNameLst>
                                          <p:attrName>style.visibility</p:attrName>
                                        </p:attrNameLst>
                                      </p:cBhvr>
                                      <p:to>
                                        <p:strVal val="visible"/>
                                      </p:to>
                                    </p:set>
                                    <p:anim calcmode="lin" valueType="num">
                                      <p:cBhvr additive="base">
                                        <p:cTn id="66" dur="500" fill="hold"/>
                                        <p:tgtEl>
                                          <p:spTgt spid="33">
                                            <p:txEl>
                                              <p:pRg st="0" end="0"/>
                                            </p:txEl>
                                          </p:spTgt>
                                        </p:tgtEl>
                                        <p:attrNameLst>
                                          <p:attrName>ppt_x</p:attrName>
                                        </p:attrNameLst>
                                      </p:cBhvr>
                                      <p:tavLst>
                                        <p:tav tm="0">
                                          <p:val>
                                            <p:strVal val="#ppt_x"/>
                                          </p:val>
                                        </p:tav>
                                        <p:tav tm="100000">
                                          <p:val>
                                            <p:strVal val="#ppt_x"/>
                                          </p:val>
                                        </p:tav>
                                      </p:tavLst>
                                    </p:anim>
                                    <p:anim calcmode="lin" valueType="num">
                                      <p:cBhvr additive="base">
                                        <p:cTn id="67" dur="500" fill="hold"/>
                                        <p:tgtEl>
                                          <p:spTgt spid="33">
                                            <p:txEl>
                                              <p:pRg st="0" end="0"/>
                                            </p:txEl>
                                          </p:spTgt>
                                        </p:tgtEl>
                                        <p:attrNameLst>
                                          <p:attrName>ppt_y</p:attrName>
                                        </p:attrNameLst>
                                      </p:cBhvr>
                                      <p:tavLst>
                                        <p:tav tm="0">
                                          <p:val>
                                            <p:strVal val="1+#ppt_h/2"/>
                                          </p:val>
                                        </p:tav>
                                        <p:tav tm="100000">
                                          <p:val>
                                            <p:strVal val="#ppt_y"/>
                                          </p:val>
                                        </p:tav>
                                      </p:tavLst>
                                    </p:anim>
                                  </p:childTnLst>
                                </p:cTn>
                              </p:par>
                            </p:childTnLst>
                          </p:cTn>
                        </p:par>
                        <p:par>
                          <p:cTn id="68" fill="hold">
                            <p:stCondLst>
                              <p:cond delay="7000"/>
                            </p:stCondLst>
                            <p:childTnLst>
                              <p:par>
                                <p:cTn id="69" presetID="53" presetClass="entr" presetSubtype="0" fill="hold" grpId="0" nodeType="afterEffect">
                                  <p:stCondLst>
                                    <p:cond delay="0"/>
                                  </p:stCondLst>
                                  <p:childTnLst>
                                    <p:set>
                                      <p:cBhvr>
                                        <p:cTn id="70" dur="1" fill="hold">
                                          <p:stCondLst>
                                            <p:cond delay="0"/>
                                          </p:stCondLst>
                                        </p:cTn>
                                        <p:tgtEl>
                                          <p:spTgt spid="38"/>
                                        </p:tgtEl>
                                        <p:attrNameLst>
                                          <p:attrName>style.visibility</p:attrName>
                                        </p:attrNameLst>
                                      </p:cBhvr>
                                      <p:to>
                                        <p:strVal val="visible"/>
                                      </p:to>
                                    </p:set>
                                    <p:anim calcmode="lin" valueType="num">
                                      <p:cBhvr>
                                        <p:cTn id="71" dur="500" fill="hold"/>
                                        <p:tgtEl>
                                          <p:spTgt spid="38"/>
                                        </p:tgtEl>
                                        <p:attrNameLst>
                                          <p:attrName>ppt_w</p:attrName>
                                        </p:attrNameLst>
                                      </p:cBhvr>
                                      <p:tavLst>
                                        <p:tav tm="0">
                                          <p:val>
                                            <p:fltVal val="0"/>
                                          </p:val>
                                        </p:tav>
                                        <p:tav tm="100000">
                                          <p:val>
                                            <p:strVal val="#ppt_w"/>
                                          </p:val>
                                        </p:tav>
                                      </p:tavLst>
                                    </p:anim>
                                    <p:anim calcmode="lin" valueType="num">
                                      <p:cBhvr>
                                        <p:cTn id="72" dur="500" fill="hold"/>
                                        <p:tgtEl>
                                          <p:spTgt spid="38"/>
                                        </p:tgtEl>
                                        <p:attrNameLst>
                                          <p:attrName>ppt_h</p:attrName>
                                        </p:attrNameLst>
                                      </p:cBhvr>
                                      <p:tavLst>
                                        <p:tav tm="0">
                                          <p:val>
                                            <p:fltVal val="0"/>
                                          </p:val>
                                        </p:tav>
                                        <p:tav tm="100000">
                                          <p:val>
                                            <p:strVal val="#ppt_h"/>
                                          </p:val>
                                        </p:tav>
                                      </p:tavLst>
                                    </p:anim>
                                    <p:animEffect transition="in" filter="fade">
                                      <p:cBhvr>
                                        <p:cTn id="73" dur="500"/>
                                        <p:tgtEl>
                                          <p:spTgt spid="38"/>
                                        </p:tgtEl>
                                      </p:cBhvr>
                                    </p:animEffect>
                                  </p:childTnLst>
                                </p:cTn>
                              </p:par>
                            </p:childTnLst>
                          </p:cTn>
                        </p:par>
                        <p:par>
                          <p:cTn id="74" fill="hold">
                            <p:stCondLst>
                              <p:cond delay="7500"/>
                            </p:stCondLst>
                            <p:childTnLst>
                              <p:par>
                                <p:cTn id="75" presetID="22" presetClass="entr" presetSubtype="4" fill="hold" grpId="0" nodeType="afterEffect" nodePh="1">
                                  <p:stCondLst>
                                    <p:cond delay="0"/>
                                  </p:stCondLst>
                                  <p:endCondLst>
                                    <p:cond evt="begin" delay="0">
                                      <p:tn val="75"/>
                                    </p:cond>
                                  </p:endCondLst>
                                  <p:childTnLst>
                                    <p:set>
                                      <p:cBhvr>
                                        <p:cTn id="76" dur="1" fill="hold">
                                          <p:stCondLst>
                                            <p:cond delay="0"/>
                                          </p:stCondLst>
                                        </p:cTn>
                                        <p:tgtEl>
                                          <p:spTgt spid="44">
                                            <p:txEl>
                                              <p:pRg st="0" end="0"/>
                                            </p:txEl>
                                          </p:spTgt>
                                        </p:tgtEl>
                                        <p:attrNameLst>
                                          <p:attrName>style.visibility</p:attrName>
                                        </p:attrNameLst>
                                      </p:cBhvr>
                                      <p:to>
                                        <p:strVal val="visible"/>
                                      </p:to>
                                    </p:set>
                                    <p:animEffect transition="in" filter="wipe(down)">
                                      <p:cBhvr>
                                        <p:cTn id="77" dur="500"/>
                                        <p:tgtEl>
                                          <p:spTgt spid="44">
                                            <p:txEl>
                                              <p:pRg st="0" end="0"/>
                                            </p:txEl>
                                          </p:spTgt>
                                        </p:tgtEl>
                                      </p:cBhvr>
                                    </p:animEffect>
                                  </p:childTnLst>
                                </p:cTn>
                              </p:par>
                            </p:childTnLst>
                          </p:cTn>
                        </p:par>
                        <p:par>
                          <p:cTn id="78" fill="hold">
                            <p:stCondLst>
                              <p:cond delay="8000"/>
                            </p:stCondLst>
                            <p:childTnLst>
                              <p:par>
                                <p:cTn id="79" presetID="2" presetClass="entr" presetSubtype="4" accel="50000" decel="50000" fill="hold" grpId="0" nodeType="afterEffect" nodePh="1">
                                  <p:stCondLst>
                                    <p:cond delay="0"/>
                                  </p:stCondLst>
                                  <p:endCondLst>
                                    <p:cond evt="begin" delay="0">
                                      <p:tn val="79"/>
                                    </p:cond>
                                  </p:endCondLst>
                                  <p:childTnLst>
                                    <p:set>
                                      <p:cBhvr>
                                        <p:cTn id="80" dur="1" fill="hold">
                                          <p:stCondLst>
                                            <p:cond delay="0"/>
                                          </p:stCondLst>
                                        </p:cTn>
                                        <p:tgtEl>
                                          <p:spTgt spid="39">
                                            <p:txEl>
                                              <p:pRg st="0" end="0"/>
                                            </p:txEl>
                                          </p:spTgt>
                                        </p:tgtEl>
                                        <p:attrNameLst>
                                          <p:attrName>style.visibility</p:attrName>
                                        </p:attrNameLst>
                                      </p:cBhvr>
                                      <p:to>
                                        <p:strVal val="visible"/>
                                      </p:to>
                                    </p:set>
                                    <p:anim calcmode="lin" valueType="num">
                                      <p:cBhvr additive="base">
                                        <p:cTn id="81" dur="500" fill="hold"/>
                                        <p:tgtEl>
                                          <p:spTgt spid="39">
                                            <p:txEl>
                                              <p:pRg st="0" end="0"/>
                                            </p:txEl>
                                          </p:spTgt>
                                        </p:tgtEl>
                                        <p:attrNameLst>
                                          <p:attrName>ppt_x</p:attrName>
                                        </p:attrNameLst>
                                      </p:cBhvr>
                                      <p:tavLst>
                                        <p:tav tm="0">
                                          <p:val>
                                            <p:strVal val="#ppt_x"/>
                                          </p:val>
                                        </p:tav>
                                        <p:tav tm="100000">
                                          <p:val>
                                            <p:strVal val="#ppt_x"/>
                                          </p:val>
                                        </p:tav>
                                      </p:tavLst>
                                    </p:anim>
                                    <p:anim calcmode="lin" valueType="num">
                                      <p:cBhvr additive="base">
                                        <p:cTn id="82" dur="500" fill="hold"/>
                                        <p:tgtEl>
                                          <p:spTgt spid="39">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P spid="31" grpId="0" animBg="1"/>
      <p:bldP spid="14"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14"/>
                        </p:tgtEl>
                        <p:attrNameLst>
                          <p:attrName>style.visibility</p:attrName>
                        </p:attrNameLst>
                      </p:cBhvr>
                      <p:to>
                        <p:strVal val="visible"/>
                      </p:to>
                    </p:set>
                    <p:anim calcmode="lin" valueType="num">
                      <p:cBhvr additive="base">
                        <p:cTn dur="500" fill="hold"/>
                        <p:tgtEl>
                          <p:spTgt spid="14"/>
                        </p:tgtEl>
                        <p:attrNameLst>
                          <p:attrName>ppt_x</p:attrName>
                        </p:attrNameLst>
                      </p:cBhvr>
                      <p:tavLst>
                        <p:tav tm="0">
                          <p:val>
                            <p:strVal val="#ppt_x"/>
                          </p:val>
                        </p:tav>
                        <p:tav tm="100000">
                          <p:val>
                            <p:strVal val="#ppt_x"/>
                          </p:val>
                        </p:tav>
                      </p:tavLst>
                    </p:anim>
                    <p:anim calcmode="lin" valueType="num">
                      <p:cBhvr additive="base">
                        <p:cTn dur="500" fill="hold"/>
                        <p:tgtEl>
                          <p:spTgt spid="14"/>
                        </p:tgtEl>
                        <p:attrNameLst>
                          <p:attrName>ppt_y</p:attrName>
                        </p:attrNameLst>
                      </p:cBhvr>
                      <p:tavLst>
                        <p:tav tm="0">
                          <p:val>
                            <p:strVal val="1+#ppt_h/2"/>
                          </p:val>
                        </p:tav>
                        <p:tav tm="100000">
                          <p:val>
                            <p:strVal val="#ppt_y"/>
                          </p:val>
                        </p:tav>
                      </p:tavLst>
                    </p:anim>
                  </p:childTnLst>
                </p:cTn>
              </p:par>
            </p:tnLst>
          </p:tmpl>
        </p:tmplLst>
      </p:bldP>
      <p:bldP spid="23" grpId="0" animBg="1"/>
      <p:bldP spid="24"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24"/>
                        </p:tgtEl>
                        <p:attrNameLst>
                          <p:attrName>style.visibility</p:attrName>
                        </p:attrNameLst>
                      </p:cBhvr>
                      <p:to>
                        <p:strVal val="visible"/>
                      </p:to>
                    </p:set>
                    <p:anim calcmode="lin" valueType="num">
                      <p:cBhvr additive="base">
                        <p:cTn dur="500" fill="hold"/>
                        <p:tgtEl>
                          <p:spTgt spid="24"/>
                        </p:tgtEl>
                        <p:attrNameLst>
                          <p:attrName>ppt_x</p:attrName>
                        </p:attrNameLst>
                      </p:cBhvr>
                      <p:tavLst>
                        <p:tav tm="0">
                          <p:val>
                            <p:strVal val="#ppt_x"/>
                          </p:val>
                        </p:tav>
                        <p:tav tm="100000">
                          <p:val>
                            <p:strVal val="#ppt_x"/>
                          </p:val>
                        </p:tav>
                      </p:tavLst>
                    </p:anim>
                    <p:anim calcmode="lin" valueType="num">
                      <p:cBhvr additive="base">
                        <p:cTn dur="500" fill="hold"/>
                        <p:tgtEl>
                          <p:spTgt spid="24"/>
                        </p:tgtEl>
                        <p:attrNameLst>
                          <p:attrName>ppt_y</p:attrName>
                        </p:attrNameLst>
                      </p:cBhvr>
                      <p:tavLst>
                        <p:tav tm="0">
                          <p:val>
                            <p:strVal val="1+#ppt_h/2"/>
                          </p:val>
                        </p:tav>
                        <p:tav tm="100000">
                          <p:val>
                            <p:strVal val="#ppt_y"/>
                          </p:val>
                        </p:tav>
                      </p:tavLst>
                    </p:anim>
                  </p:childTnLst>
                </p:cTn>
              </p:par>
            </p:tnLst>
          </p:tmpl>
        </p:tmplLst>
      </p:bldP>
      <p:bldP spid="27" grpId="0" animBg="1"/>
      <p:bldP spid="28"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28"/>
                        </p:tgtEl>
                        <p:attrNameLst>
                          <p:attrName>style.visibility</p:attrName>
                        </p:attrNameLst>
                      </p:cBhvr>
                      <p:to>
                        <p:strVal val="visible"/>
                      </p:to>
                    </p:set>
                    <p:anim calcmode="lin" valueType="num">
                      <p:cBhvr additive="base">
                        <p:cTn dur="500" fill="hold"/>
                        <p:tgtEl>
                          <p:spTgt spid="28"/>
                        </p:tgtEl>
                        <p:attrNameLst>
                          <p:attrName>ppt_x</p:attrName>
                        </p:attrNameLst>
                      </p:cBhvr>
                      <p:tavLst>
                        <p:tav tm="0">
                          <p:val>
                            <p:strVal val="#ppt_x"/>
                          </p:val>
                        </p:tav>
                        <p:tav tm="100000">
                          <p:val>
                            <p:strVal val="#ppt_x"/>
                          </p:val>
                        </p:tav>
                      </p:tavLst>
                    </p:anim>
                    <p:anim calcmode="lin" valueType="num">
                      <p:cBhvr additive="base">
                        <p:cTn dur="500" fill="hold"/>
                        <p:tgtEl>
                          <p:spTgt spid="28"/>
                        </p:tgtEl>
                        <p:attrNameLst>
                          <p:attrName>ppt_y</p:attrName>
                        </p:attrNameLst>
                      </p:cBhvr>
                      <p:tavLst>
                        <p:tav tm="0">
                          <p:val>
                            <p:strVal val="1+#ppt_h/2"/>
                          </p:val>
                        </p:tav>
                        <p:tav tm="100000">
                          <p:val>
                            <p:strVal val="#ppt_y"/>
                          </p:val>
                        </p:tav>
                      </p:tavLst>
                    </p:anim>
                  </p:childTnLst>
                </p:cTn>
              </p:par>
            </p:tnLst>
          </p:tmpl>
        </p:tmplLst>
      </p:bldP>
      <p:bldP spid="32" grpId="0" animBg="1"/>
      <p:bldP spid="33"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33"/>
                        </p:tgtEl>
                        <p:attrNameLst>
                          <p:attrName>style.visibility</p:attrName>
                        </p:attrNameLst>
                      </p:cBhvr>
                      <p:to>
                        <p:strVal val="visible"/>
                      </p:to>
                    </p:set>
                    <p:anim calcmode="lin" valueType="num">
                      <p:cBhvr additive="base">
                        <p:cTn dur="500" fill="hold"/>
                        <p:tgtEl>
                          <p:spTgt spid="33"/>
                        </p:tgtEl>
                        <p:attrNameLst>
                          <p:attrName>ppt_x</p:attrName>
                        </p:attrNameLst>
                      </p:cBhvr>
                      <p:tavLst>
                        <p:tav tm="0">
                          <p:val>
                            <p:strVal val="#ppt_x"/>
                          </p:val>
                        </p:tav>
                        <p:tav tm="100000">
                          <p:val>
                            <p:strVal val="#ppt_x"/>
                          </p:val>
                        </p:tav>
                      </p:tavLst>
                    </p:anim>
                    <p:anim calcmode="lin" valueType="num">
                      <p:cBhvr additive="base">
                        <p:cTn dur="500" fill="hold"/>
                        <p:tgtEl>
                          <p:spTgt spid="33"/>
                        </p:tgtEl>
                        <p:attrNameLst>
                          <p:attrName>ppt_y</p:attrName>
                        </p:attrNameLst>
                      </p:cBhvr>
                      <p:tavLst>
                        <p:tav tm="0">
                          <p:val>
                            <p:strVal val="1+#ppt_h/2"/>
                          </p:val>
                        </p:tav>
                        <p:tav tm="100000">
                          <p:val>
                            <p:strVal val="#ppt_y"/>
                          </p:val>
                        </p:tav>
                      </p:tavLst>
                    </p:anim>
                  </p:childTnLst>
                </p:cTn>
              </p:par>
            </p:tnLst>
          </p:tmpl>
        </p:tmplLst>
      </p:bldP>
      <p:bldP spid="38" grpId="0" animBg="1"/>
      <p:bldP spid="39"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39"/>
                        </p:tgtEl>
                        <p:attrNameLst>
                          <p:attrName>style.visibility</p:attrName>
                        </p:attrNameLst>
                      </p:cBhvr>
                      <p:to>
                        <p:strVal val="visible"/>
                      </p:to>
                    </p:set>
                    <p:anim calcmode="lin" valueType="num">
                      <p:cBhvr additive="base">
                        <p:cTn dur="500" fill="hold"/>
                        <p:tgtEl>
                          <p:spTgt spid="39"/>
                        </p:tgtEl>
                        <p:attrNameLst>
                          <p:attrName>ppt_x</p:attrName>
                        </p:attrNameLst>
                      </p:cBhvr>
                      <p:tavLst>
                        <p:tav tm="0">
                          <p:val>
                            <p:strVal val="#ppt_x"/>
                          </p:val>
                        </p:tav>
                        <p:tav tm="100000">
                          <p:val>
                            <p:strVal val="#ppt_x"/>
                          </p:val>
                        </p:tav>
                      </p:tavLst>
                    </p:anim>
                    <p:anim calcmode="lin" valueType="num">
                      <p:cBhvr additive="base">
                        <p:cTn dur="500" fill="hold"/>
                        <p:tgtEl>
                          <p:spTgt spid="39"/>
                        </p:tgtEl>
                        <p:attrNameLst>
                          <p:attrName>ppt_y</p:attrName>
                        </p:attrNameLst>
                      </p:cBhvr>
                      <p:tavLst>
                        <p:tav tm="0">
                          <p:val>
                            <p:strVal val="1+#ppt_h/2"/>
                          </p:val>
                        </p:tav>
                        <p:tav tm="100000">
                          <p:val>
                            <p:strVal val="#ppt_y"/>
                          </p:val>
                        </p:tav>
                      </p:tavLst>
                    </p:anim>
                  </p:childTnLst>
                </p:cTn>
              </p:par>
            </p:tnLst>
          </p:tmpl>
        </p:tmplLst>
      </p:bldP>
      <p:bldP spid="22"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2"/>
                        </p:tgtEl>
                        <p:attrNameLst>
                          <p:attrName>style.visibility</p:attrName>
                        </p:attrNameLst>
                      </p:cBhvr>
                      <p:to>
                        <p:strVal val="visible"/>
                      </p:to>
                    </p:set>
                    <p:animEffect transition="in" filter="wipe(down)">
                      <p:cBhvr>
                        <p:cTn dur="500"/>
                        <p:tgtEl>
                          <p:spTgt spid="22"/>
                        </p:tgtEl>
                      </p:cBhvr>
                    </p:animEffect>
                  </p:childTnLst>
                </p:cTn>
              </p:par>
            </p:tnLst>
          </p:tmpl>
        </p:tmplLst>
      </p:bldP>
      <p:bldP spid="26"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6"/>
                        </p:tgtEl>
                        <p:attrNameLst>
                          <p:attrName>style.visibility</p:attrName>
                        </p:attrNameLst>
                      </p:cBhvr>
                      <p:to>
                        <p:strVal val="visible"/>
                      </p:to>
                    </p:set>
                    <p:animEffect transition="in" filter="wipe(down)">
                      <p:cBhvr>
                        <p:cTn dur="500"/>
                        <p:tgtEl>
                          <p:spTgt spid="26"/>
                        </p:tgtEl>
                      </p:cBhvr>
                    </p:animEffect>
                  </p:childTnLst>
                </p:cTn>
              </p:par>
            </p:tnLst>
          </p:tmpl>
        </p:tmplLst>
      </p:bldP>
      <p:bldP spid="30"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30"/>
                        </p:tgtEl>
                        <p:attrNameLst>
                          <p:attrName>style.visibility</p:attrName>
                        </p:attrNameLst>
                      </p:cBhvr>
                      <p:to>
                        <p:strVal val="visible"/>
                      </p:to>
                    </p:set>
                    <p:animEffect transition="in" filter="wipe(down)">
                      <p:cBhvr>
                        <p:cTn dur="500"/>
                        <p:tgtEl>
                          <p:spTgt spid="30"/>
                        </p:tgtEl>
                      </p:cBhvr>
                    </p:animEffect>
                  </p:childTnLst>
                </p:cTn>
              </p:par>
            </p:tnLst>
          </p:tmpl>
        </p:tmplLst>
      </p:bldP>
      <p:bldP spid="36"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36"/>
                        </p:tgtEl>
                        <p:attrNameLst>
                          <p:attrName>style.visibility</p:attrName>
                        </p:attrNameLst>
                      </p:cBhvr>
                      <p:to>
                        <p:strVal val="visible"/>
                      </p:to>
                    </p:set>
                    <p:animEffect transition="in" filter="wipe(down)">
                      <p:cBhvr>
                        <p:cTn dur="500"/>
                        <p:tgtEl>
                          <p:spTgt spid="36"/>
                        </p:tgtEl>
                      </p:cBhvr>
                    </p:animEffect>
                  </p:childTnLst>
                </p:cTn>
              </p:par>
            </p:tnLst>
          </p:tmpl>
        </p:tmplLst>
      </p:bldP>
      <p:bldP spid="44"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44"/>
                        </p:tgtEl>
                        <p:attrNameLst>
                          <p:attrName>style.visibility</p:attrName>
                        </p:attrNameLst>
                      </p:cBhvr>
                      <p:to>
                        <p:strVal val="visible"/>
                      </p:to>
                    </p:set>
                    <p:animEffect transition="in" filter="wipe(down)">
                      <p:cBhvr>
                        <p:cTn dur="500"/>
                        <p:tgtEl>
                          <p:spTgt spid="44"/>
                        </p:tgtEl>
                      </p:cBhvr>
                    </p:animEffect>
                  </p:childTnLst>
                </p:cTn>
              </p:par>
            </p:tnLst>
          </p:tmpl>
        </p:tmplLst>
      </p:bldP>
    </p:bldLst>
  </p:timing>
</p:sldLayout>
</file>

<file path=ppt/slideLayouts/slideLayout212.xml><?xml version="1.0" encoding="utf-8"?>
<p:sldLayout xmlns:a="http://schemas.openxmlformats.org/drawingml/2006/main" xmlns:r="http://schemas.openxmlformats.org/officeDocument/2006/relationships" xmlns:p="http://schemas.openxmlformats.org/presentationml/2006/main" userDrawn="1">
  <p:cSld name="4_Team09">
    <p:spTree>
      <p:nvGrpSpPr>
        <p:cNvPr id="1" name=""/>
        <p:cNvGrpSpPr/>
        <p:nvPr/>
      </p:nvGrpSpPr>
      <p:grpSpPr>
        <a:xfrm>
          <a:off x="0" y="0"/>
          <a:ext cx="0" cy="0"/>
          <a:chOff x="0" y="0"/>
          <a:chExt cx="0" cy="0"/>
        </a:xfrm>
      </p:grpSpPr>
      <p:sp>
        <p:nvSpPr>
          <p:cNvPr id="2" name="Rectangle 1"/>
          <p:cNvSpPr/>
          <p:nvPr userDrawn="1"/>
        </p:nvSpPr>
        <p:spPr>
          <a:xfrm>
            <a:off x="3035302" y="1592349"/>
            <a:ext cx="2743199" cy="65470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40"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2"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34" name="Picture Placeholder 7"/>
          <p:cNvSpPr>
            <a:spLocks noGrp="1"/>
          </p:cNvSpPr>
          <p:nvPr>
            <p:ph type="pic" sz="quarter" idx="10" hasCustomPrompt="1"/>
          </p:nvPr>
        </p:nvSpPr>
        <p:spPr>
          <a:xfrm>
            <a:off x="1511301" y="1600201"/>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1"/>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35" name="Text Placeholder 3"/>
          <p:cNvSpPr>
            <a:spLocks noGrp="1"/>
          </p:cNvSpPr>
          <p:nvPr>
            <p:ph type="body" sz="half" idx="15" hasCustomPrompt="1"/>
          </p:nvPr>
        </p:nvSpPr>
        <p:spPr>
          <a:xfrm>
            <a:off x="3238500" y="2296161"/>
            <a:ext cx="2540000" cy="827585"/>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36" name="Text Placeholder 3"/>
          <p:cNvSpPr>
            <a:spLocks noGrp="1"/>
          </p:cNvSpPr>
          <p:nvPr>
            <p:ph type="body" sz="half" idx="16" hasCustomPrompt="1"/>
          </p:nvPr>
        </p:nvSpPr>
        <p:spPr>
          <a:xfrm>
            <a:off x="3238500" y="1632990"/>
            <a:ext cx="2235200" cy="265617"/>
          </a:xfrm>
          <a:prstGeom prst="rect">
            <a:avLst/>
          </a:prstGeom>
        </p:spPr>
        <p:txBody>
          <a:bodyPr wrap="square" lIns="0" tIns="0" rIns="0" bIns="0" anchor="ctr">
            <a:noAutofit/>
          </a:bodyPr>
          <a:lstStyle>
            <a:lvl1pPr marL="0" indent="0" algn="l">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37" name="Text Placeholder 3"/>
          <p:cNvSpPr>
            <a:spLocks noGrp="1"/>
          </p:cNvSpPr>
          <p:nvPr>
            <p:ph type="body" sz="half" idx="17" hasCustomPrompt="1"/>
          </p:nvPr>
        </p:nvSpPr>
        <p:spPr>
          <a:xfrm>
            <a:off x="3238500" y="1919312"/>
            <a:ext cx="2235200" cy="265617"/>
          </a:xfrm>
          <a:prstGeom prst="rect">
            <a:avLst/>
          </a:prstGeom>
        </p:spPr>
        <p:txBody>
          <a:bodyPr wrap="square" lIns="0" tIns="0" rIns="0" bIns="0" anchor="ctr">
            <a:noAutofit/>
          </a:bodyPr>
          <a:lstStyle>
            <a:lvl1pPr marL="0" indent="0" algn="l">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38" name="Rectangle 37"/>
          <p:cNvSpPr/>
          <p:nvPr userDrawn="1"/>
        </p:nvSpPr>
        <p:spPr>
          <a:xfrm>
            <a:off x="3035302" y="3296689"/>
            <a:ext cx="2743199" cy="65470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39" name="Picture Placeholder 7"/>
          <p:cNvSpPr>
            <a:spLocks noGrp="1"/>
          </p:cNvSpPr>
          <p:nvPr>
            <p:ph type="pic" sz="quarter" idx="18" hasCustomPrompt="1"/>
          </p:nvPr>
        </p:nvSpPr>
        <p:spPr>
          <a:xfrm>
            <a:off x="1511301" y="3304541"/>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2"/>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41" name="Text Placeholder 3"/>
          <p:cNvSpPr>
            <a:spLocks noGrp="1"/>
          </p:cNvSpPr>
          <p:nvPr>
            <p:ph type="body" sz="half" idx="19" hasCustomPrompt="1"/>
          </p:nvPr>
        </p:nvSpPr>
        <p:spPr>
          <a:xfrm>
            <a:off x="3238500" y="4000501"/>
            <a:ext cx="2540000" cy="827585"/>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44" name="Text Placeholder 3"/>
          <p:cNvSpPr>
            <a:spLocks noGrp="1"/>
          </p:cNvSpPr>
          <p:nvPr>
            <p:ph type="body" sz="half" idx="20" hasCustomPrompt="1"/>
          </p:nvPr>
        </p:nvSpPr>
        <p:spPr>
          <a:xfrm>
            <a:off x="3238500" y="3337330"/>
            <a:ext cx="2235200" cy="265617"/>
          </a:xfrm>
          <a:prstGeom prst="rect">
            <a:avLst/>
          </a:prstGeom>
        </p:spPr>
        <p:txBody>
          <a:bodyPr wrap="square" lIns="0" tIns="0" rIns="0" bIns="0" anchor="ctr">
            <a:noAutofit/>
          </a:bodyPr>
          <a:lstStyle>
            <a:lvl1pPr marL="0" indent="0" algn="l">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46" name="Text Placeholder 3"/>
          <p:cNvSpPr>
            <a:spLocks noGrp="1"/>
          </p:cNvSpPr>
          <p:nvPr>
            <p:ph type="body" sz="half" idx="21" hasCustomPrompt="1"/>
          </p:nvPr>
        </p:nvSpPr>
        <p:spPr>
          <a:xfrm>
            <a:off x="3238500" y="3623651"/>
            <a:ext cx="2235200" cy="265617"/>
          </a:xfrm>
          <a:prstGeom prst="rect">
            <a:avLst/>
          </a:prstGeom>
        </p:spPr>
        <p:txBody>
          <a:bodyPr wrap="square" lIns="0" tIns="0" rIns="0" bIns="0" anchor="ctr">
            <a:noAutofit/>
          </a:bodyPr>
          <a:lstStyle>
            <a:lvl1pPr marL="0" indent="0" algn="l">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47" name="Rectangle 46"/>
          <p:cNvSpPr/>
          <p:nvPr userDrawn="1"/>
        </p:nvSpPr>
        <p:spPr>
          <a:xfrm>
            <a:off x="3035302" y="5015815"/>
            <a:ext cx="2743199" cy="654704"/>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48" name="Picture Placeholder 7"/>
          <p:cNvSpPr>
            <a:spLocks noGrp="1"/>
          </p:cNvSpPr>
          <p:nvPr>
            <p:ph type="pic" sz="quarter" idx="22" hasCustomPrompt="1"/>
          </p:nvPr>
        </p:nvSpPr>
        <p:spPr>
          <a:xfrm>
            <a:off x="1511301" y="5023667"/>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3"/>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49" name="Text Placeholder 3"/>
          <p:cNvSpPr>
            <a:spLocks noGrp="1"/>
          </p:cNvSpPr>
          <p:nvPr>
            <p:ph type="body" sz="half" idx="23" hasCustomPrompt="1"/>
          </p:nvPr>
        </p:nvSpPr>
        <p:spPr>
          <a:xfrm>
            <a:off x="3238500" y="5719626"/>
            <a:ext cx="2540000" cy="827585"/>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50" name="Text Placeholder 3"/>
          <p:cNvSpPr>
            <a:spLocks noGrp="1"/>
          </p:cNvSpPr>
          <p:nvPr>
            <p:ph type="body" sz="half" idx="24" hasCustomPrompt="1"/>
          </p:nvPr>
        </p:nvSpPr>
        <p:spPr>
          <a:xfrm>
            <a:off x="3238500" y="5056456"/>
            <a:ext cx="2235200" cy="265617"/>
          </a:xfrm>
          <a:prstGeom prst="rect">
            <a:avLst/>
          </a:prstGeom>
        </p:spPr>
        <p:txBody>
          <a:bodyPr wrap="square" lIns="0" tIns="0" rIns="0" bIns="0" anchor="ctr">
            <a:noAutofit/>
          </a:bodyPr>
          <a:lstStyle>
            <a:lvl1pPr marL="0" indent="0" algn="l" rtl="0">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1" name="Text Placeholder 3"/>
          <p:cNvSpPr>
            <a:spLocks noGrp="1"/>
          </p:cNvSpPr>
          <p:nvPr>
            <p:ph type="body" sz="half" idx="25" hasCustomPrompt="1"/>
          </p:nvPr>
        </p:nvSpPr>
        <p:spPr>
          <a:xfrm>
            <a:off x="3238500" y="5342777"/>
            <a:ext cx="2235200" cy="265617"/>
          </a:xfrm>
          <a:prstGeom prst="rect">
            <a:avLst/>
          </a:prstGeom>
        </p:spPr>
        <p:txBody>
          <a:bodyPr wrap="square" lIns="0" tIns="0" rIns="0" bIns="0" anchor="ctr">
            <a:noAutofit/>
          </a:bodyPr>
          <a:lstStyle>
            <a:lvl1pPr marL="0" indent="0" algn="l" rtl="0">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2" name="Rectangle 51"/>
          <p:cNvSpPr/>
          <p:nvPr userDrawn="1"/>
        </p:nvSpPr>
        <p:spPr>
          <a:xfrm>
            <a:off x="8026401" y="1592349"/>
            <a:ext cx="2743199" cy="654704"/>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53" name="Picture Placeholder 7"/>
          <p:cNvSpPr>
            <a:spLocks noGrp="1"/>
          </p:cNvSpPr>
          <p:nvPr>
            <p:ph type="pic" sz="quarter" idx="26" hasCustomPrompt="1"/>
          </p:nvPr>
        </p:nvSpPr>
        <p:spPr>
          <a:xfrm>
            <a:off x="6502400" y="1600201"/>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4"/>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54" name="Text Placeholder 3"/>
          <p:cNvSpPr>
            <a:spLocks noGrp="1"/>
          </p:cNvSpPr>
          <p:nvPr>
            <p:ph type="body" sz="half" idx="27" hasCustomPrompt="1"/>
          </p:nvPr>
        </p:nvSpPr>
        <p:spPr>
          <a:xfrm>
            <a:off x="8229599" y="2296161"/>
            <a:ext cx="2540000" cy="827585"/>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55" name="Text Placeholder 3"/>
          <p:cNvSpPr>
            <a:spLocks noGrp="1"/>
          </p:cNvSpPr>
          <p:nvPr>
            <p:ph type="body" sz="half" idx="28" hasCustomPrompt="1"/>
          </p:nvPr>
        </p:nvSpPr>
        <p:spPr>
          <a:xfrm>
            <a:off x="8229599" y="1632990"/>
            <a:ext cx="2235200" cy="265617"/>
          </a:xfrm>
          <a:prstGeom prst="rect">
            <a:avLst/>
          </a:prstGeom>
        </p:spPr>
        <p:txBody>
          <a:bodyPr wrap="square" lIns="0" tIns="0" rIns="0" bIns="0" anchor="ctr">
            <a:noAutofit/>
          </a:bodyPr>
          <a:lstStyle>
            <a:lvl1pPr marL="0" indent="0" algn="l">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6" name="Text Placeholder 3"/>
          <p:cNvSpPr>
            <a:spLocks noGrp="1"/>
          </p:cNvSpPr>
          <p:nvPr>
            <p:ph type="body" sz="half" idx="29" hasCustomPrompt="1"/>
          </p:nvPr>
        </p:nvSpPr>
        <p:spPr>
          <a:xfrm>
            <a:off x="8229599" y="1919312"/>
            <a:ext cx="2235200" cy="265617"/>
          </a:xfrm>
          <a:prstGeom prst="rect">
            <a:avLst/>
          </a:prstGeom>
        </p:spPr>
        <p:txBody>
          <a:bodyPr wrap="square" lIns="0" tIns="0" rIns="0" bIns="0" anchor="ctr">
            <a:noAutofit/>
          </a:bodyPr>
          <a:lstStyle>
            <a:lvl1pPr marL="0" indent="0" algn="l">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7" name="Rectangle 56"/>
          <p:cNvSpPr/>
          <p:nvPr userDrawn="1"/>
        </p:nvSpPr>
        <p:spPr>
          <a:xfrm>
            <a:off x="8026401" y="3296689"/>
            <a:ext cx="2743199" cy="654704"/>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58" name="Picture Placeholder 7"/>
          <p:cNvSpPr>
            <a:spLocks noGrp="1"/>
          </p:cNvSpPr>
          <p:nvPr>
            <p:ph type="pic" sz="quarter" idx="30" hasCustomPrompt="1"/>
          </p:nvPr>
        </p:nvSpPr>
        <p:spPr>
          <a:xfrm>
            <a:off x="6502400" y="3304541"/>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5"/>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59" name="Text Placeholder 3"/>
          <p:cNvSpPr>
            <a:spLocks noGrp="1"/>
          </p:cNvSpPr>
          <p:nvPr>
            <p:ph type="body" sz="half" idx="31" hasCustomPrompt="1"/>
          </p:nvPr>
        </p:nvSpPr>
        <p:spPr>
          <a:xfrm>
            <a:off x="8229599" y="4000501"/>
            <a:ext cx="2540000" cy="827585"/>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60" name="Text Placeholder 3"/>
          <p:cNvSpPr>
            <a:spLocks noGrp="1"/>
          </p:cNvSpPr>
          <p:nvPr>
            <p:ph type="body" sz="half" idx="32" hasCustomPrompt="1"/>
          </p:nvPr>
        </p:nvSpPr>
        <p:spPr>
          <a:xfrm>
            <a:off x="8229599" y="3337330"/>
            <a:ext cx="2235200" cy="265617"/>
          </a:xfrm>
          <a:prstGeom prst="rect">
            <a:avLst/>
          </a:prstGeom>
        </p:spPr>
        <p:txBody>
          <a:bodyPr wrap="square" lIns="0" tIns="0" rIns="0" bIns="0" anchor="ctr">
            <a:noAutofit/>
          </a:bodyPr>
          <a:lstStyle>
            <a:lvl1pPr marL="0" indent="0" algn="l">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1" name="Text Placeholder 3"/>
          <p:cNvSpPr>
            <a:spLocks noGrp="1"/>
          </p:cNvSpPr>
          <p:nvPr>
            <p:ph type="body" sz="half" idx="33" hasCustomPrompt="1"/>
          </p:nvPr>
        </p:nvSpPr>
        <p:spPr>
          <a:xfrm>
            <a:off x="8229599" y="3623651"/>
            <a:ext cx="2235200" cy="265617"/>
          </a:xfrm>
          <a:prstGeom prst="rect">
            <a:avLst/>
          </a:prstGeom>
        </p:spPr>
        <p:txBody>
          <a:bodyPr wrap="square" lIns="0" tIns="0" rIns="0" bIns="0" anchor="ctr">
            <a:noAutofit/>
          </a:bodyPr>
          <a:lstStyle>
            <a:lvl1pPr marL="0" indent="0" algn="l">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2" name="Rectangle 61"/>
          <p:cNvSpPr/>
          <p:nvPr userDrawn="1"/>
        </p:nvSpPr>
        <p:spPr>
          <a:xfrm>
            <a:off x="8026401" y="5015815"/>
            <a:ext cx="2743199" cy="654704"/>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63" name="Picture Placeholder 7"/>
          <p:cNvSpPr>
            <a:spLocks noGrp="1"/>
          </p:cNvSpPr>
          <p:nvPr>
            <p:ph type="pic" sz="quarter" idx="34" hasCustomPrompt="1"/>
          </p:nvPr>
        </p:nvSpPr>
        <p:spPr>
          <a:xfrm>
            <a:off x="6502400" y="5023667"/>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6"/>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64" name="Text Placeholder 3"/>
          <p:cNvSpPr>
            <a:spLocks noGrp="1"/>
          </p:cNvSpPr>
          <p:nvPr>
            <p:ph type="body" sz="half" idx="35" hasCustomPrompt="1"/>
          </p:nvPr>
        </p:nvSpPr>
        <p:spPr>
          <a:xfrm>
            <a:off x="8229599" y="5719626"/>
            <a:ext cx="2540000" cy="827585"/>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87" name="Text Placeholder 3"/>
          <p:cNvSpPr>
            <a:spLocks noGrp="1"/>
          </p:cNvSpPr>
          <p:nvPr>
            <p:ph type="body" sz="half" idx="36" hasCustomPrompt="1"/>
          </p:nvPr>
        </p:nvSpPr>
        <p:spPr>
          <a:xfrm>
            <a:off x="8229599" y="5056456"/>
            <a:ext cx="2235200" cy="265617"/>
          </a:xfrm>
          <a:prstGeom prst="rect">
            <a:avLst/>
          </a:prstGeom>
        </p:spPr>
        <p:txBody>
          <a:bodyPr wrap="square" lIns="0" tIns="0" rIns="0" bIns="0" anchor="ctr">
            <a:noAutofit/>
          </a:bodyPr>
          <a:lstStyle>
            <a:lvl1pPr marL="0" indent="0" algn="l" rtl="0">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88" name="Text Placeholder 3"/>
          <p:cNvSpPr>
            <a:spLocks noGrp="1"/>
          </p:cNvSpPr>
          <p:nvPr>
            <p:ph type="body" sz="half" idx="37" hasCustomPrompt="1"/>
          </p:nvPr>
        </p:nvSpPr>
        <p:spPr>
          <a:xfrm>
            <a:off x="8229599" y="5342777"/>
            <a:ext cx="2235200" cy="265617"/>
          </a:xfrm>
          <a:prstGeom prst="rect">
            <a:avLst/>
          </a:prstGeom>
        </p:spPr>
        <p:txBody>
          <a:bodyPr wrap="square" lIns="0" tIns="0" rIns="0" bIns="0" anchor="ctr">
            <a:noAutofit/>
          </a:bodyPr>
          <a:lstStyle>
            <a:lvl1pPr marL="0" indent="0" algn="l" rtl="0">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Tree>
    <p:extLst>
      <p:ext uri="{BB962C8B-B14F-4D97-AF65-F5344CB8AC3E}">
        <p14:creationId xmlns:p14="http://schemas.microsoft.com/office/powerpoint/2010/main" val="62992399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grpId="0" nodeType="afterEffect">
                                  <p:stCondLst>
                                    <p:cond delay="0"/>
                                  </p:stCondLst>
                                  <p:childTnLst>
                                    <p:set>
                                      <p:cBhvr>
                                        <p:cTn id="6" dur="1" fill="hold">
                                          <p:stCondLst>
                                            <p:cond delay="0"/>
                                          </p:stCondLst>
                                        </p:cTn>
                                        <p:tgtEl>
                                          <p:spTgt spid="34"/>
                                        </p:tgtEl>
                                        <p:attrNameLst>
                                          <p:attrName>style.visibility</p:attrName>
                                        </p:attrNameLst>
                                      </p:cBhvr>
                                      <p:to>
                                        <p:strVal val="visible"/>
                                      </p:to>
                                    </p:set>
                                    <p:anim calcmode="lin" valueType="num">
                                      <p:cBhvr>
                                        <p:cTn id="7" dur="500" fill="hold"/>
                                        <p:tgtEl>
                                          <p:spTgt spid="34"/>
                                        </p:tgtEl>
                                        <p:attrNameLst>
                                          <p:attrName>ppt_w</p:attrName>
                                        </p:attrNameLst>
                                      </p:cBhvr>
                                      <p:tavLst>
                                        <p:tav tm="0">
                                          <p:val>
                                            <p:fltVal val="0"/>
                                          </p:val>
                                        </p:tav>
                                        <p:tav tm="100000">
                                          <p:val>
                                            <p:strVal val="#ppt_w"/>
                                          </p:val>
                                        </p:tav>
                                      </p:tavLst>
                                    </p:anim>
                                    <p:anim calcmode="lin" valueType="num">
                                      <p:cBhvr>
                                        <p:cTn id="8" dur="500" fill="hold"/>
                                        <p:tgtEl>
                                          <p:spTgt spid="34"/>
                                        </p:tgtEl>
                                        <p:attrNameLst>
                                          <p:attrName>ppt_h</p:attrName>
                                        </p:attrNameLst>
                                      </p:cBhvr>
                                      <p:tavLst>
                                        <p:tav tm="0">
                                          <p:val>
                                            <p:fltVal val="0"/>
                                          </p:val>
                                        </p:tav>
                                        <p:tav tm="100000">
                                          <p:val>
                                            <p:strVal val="#ppt_h"/>
                                          </p:val>
                                        </p:tav>
                                      </p:tavLst>
                                    </p:anim>
                                    <p:animEffect transition="in" filter="fade">
                                      <p:cBhvr>
                                        <p:cTn id="9" dur="500"/>
                                        <p:tgtEl>
                                          <p:spTgt spid="34"/>
                                        </p:tgtEl>
                                      </p:cBhvr>
                                    </p:animEffect>
                                  </p:childTnLst>
                                </p:cTn>
                              </p:par>
                            </p:childTnLst>
                          </p:cTn>
                        </p:par>
                        <p:par>
                          <p:cTn id="10" fill="hold">
                            <p:stCondLst>
                              <p:cond delay="500"/>
                            </p:stCondLst>
                            <p:childTnLst>
                              <p:par>
                                <p:cTn id="11" presetID="22" presetClass="entr" presetSubtype="8" fill="hold" grpId="0" nodeType="afterEffect">
                                  <p:stCondLst>
                                    <p:cond delay="0"/>
                                  </p:stCondLst>
                                  <p:childTnLst>
                                    <p:set>
                                      <p:cBhvr>
                                        <p:cTn id="12" dur="1" fill="hold">
                                          <p:stCondLst>
                                            <p:cond delay="0"/>
                                          </p:stCondLst>
                                        </p:cTn>
                                        <p:tgtEl>
                                          <p:spTgt spid="2"/>
                                        </p:tgtEl>
                                        <p:attrNameLst>
                                          <p:attrName>style.visibility</p:attrName>
                                        </p:attrNameLst>
                                      </p:cBhvr>
                                      <p:to>
                                        <p:strVal val="visible"/>
                                      </p:to>
                                    </p:set>
                                    <p:animEffect transition="in" filter="wipe(left)">
                                      <p:cBhvr>
                                        <p:cTn id="13" dur="500"/>
                                        <p:tgtEl>
                                          <p:spTgt spid="2"/>
                                        </p:tgtEl>
                                      </p:cBhvr>
                                    </p:animEffect>
                                  </p:childTnLst>
                                </p:cTn>
                              </p:par>
                            </p:childTnLst>
                          </p:cTn>
                        </p:par>
                        <p:par>
                          <p:cTn id="14" fill="hold">
                            <p:stCondLst>
                              <p:cond delay="1000"/>
                            </p:stCondLst>
                            <p:childTnLst>
                              <p:par>
                                <p:cTn id="15" presetID="22" presetClass="entr" presetSubtype="8" fill="hold" grpId="0" nodeType="afterEffect">
                                  <p:stCondLst>
                                    <p:cond delay="0"/>
                                  </p:stCondLst>
                                  <p:childTnLst>
                                    <p:set>
                                      <p:cBhvr>
                                        <p:cTn id="16" dur="1" fill="hold">
                                          <p:stCondLst>
                                            <p:cond delay="0"/>
                                          </p:stCondLst>
                                        </p:cTn>
                                        <p:tgtEl>
                                          <p:spTgt spid="36">
                                            <p:txEl>
                                              <p:pRg st="0" end="0"/>
                                            </p:txEl>
                                          </p:spTgt>
                                        </p:tgtEl>
                                        <p:attrNameLst>
                                          <p:attrName>style.visibility</p:attrName>
                                        </p:attrNameLst>
                                      </p:cBhvr>
                                      <p:to>
                                        <p:strVal val="visible"/>
                                      </p:to>
                                    </p:set>
                                    <p:animEffect transition="in" filter="wipe(left)">
                                      <p:cBhvr>
                                        <p:cTn id="17" dur="500"/>
                                        <p:tgtEl>
                                          <p:spTgt spid="36">
                                            <p:txEl>
                                              <p:pRg st="0" end="0"/>
                                            </p:txEl>
                                          </p:spTgt>
                                        </p:tgtEl>
                                      </p:cBhvr>
                                    </p:animEffect>
                                  </p:childTnLst>
                                </p:cTn>
                              </p:par>
                            </p:childTnLst>
                          </p:cTn>
                        </p:par>
                        <p:par>
                          <p:cTn id="18" fill="hold">
                            <p:stCondLst>
                              <p:cond delay="1500"/>
                            </p:stCondLst>
                            <p:childTnLst>
                              <p:par>
                                <p:cTn id="19" presetID="22" presetClass="entr" presetSubtype="8" fill="hold" grpId="0" nodeType="afterEffect">
                                  <p:stCondLst>
                                    <p:cond delay="0"/>
                                  </p:stCondLst>
                                  <p:childTnLst>
                                    <p:set>
                                      <p:cBhvr>
                                        <p:cTn id="20" dur="1" fill="hold">
                                          <p:stCondLst>
                                            <p:cond delay="0"/>
                                          </p:stCondLst>
                                        </p:cTn>
                                        <p:tgtEl>
                                          <p:spTgt spid="37">
                                            <p:txEl>
                                              <p:pRg st="0" end="0"/>
                                            </p:txEl>
                                          </p:spTgt>
                                        </p:tgtEl>
                                        <p:attrNameLst>
                                          <p:attrName>style.visibility</p:attrName>
                                        </p:attrNameLst>
                                      </p:cBhvr>
                                      <p:to>
                                        <p:strVal val="visible"/>
                                      </p:to>
                                    </p:set>
                                    <p:animEffect transition="in" filter="wipe(left)">
                                      <p:cBhvr>
                                        <p:cTn id="21" dur="500"/>
                                        <p:tgtEl>
                                          <p:spTgt spid="37">
                                            <p:txEl>
                                              <p:pRg st="0" end="0"/>
                                            </p:txEl>
                                          </p:spTgt>
                                        </p:tgtEl>
                                      </p:cBhvr>
                                    </p:animEffect>
                                  </p:childTnLst>
                                </p:cTn>
                              </p:par>
                            </p:childTnLst>
                          </p:cTn>
                        </p:par>
                        <p:par>
                          <p:cTn id="22" fill="hold">
                            <p:stCondLst>
                              <p:cond delay="2000"/>
                            </p:stCondLst>
                            <p:childTnLst>
                              <p:par>
                                <p:cTn id="23" presetID="22" presetClass="entr" presetSubtype="8" fill="hold" grpId="0" nodeType="afterEffect">
                                  <p:stCondLst>
                                    <p:cond delay="0"/>
                                  </p:stCondLst>
                                  <p:childTnLst>
                                    <p:set>
                                      <p:cBhvr>
                                        <p:cTn id="24" dur="1" fill="hold">
                                          <p:stCondLst>
                                            <p:cond delay="0"/>
                                          </p:stCondLst>
                                        </p:cTn>
                                        <p:tgtEl>
                                          <p:spTgt spid="35">
                                            <p:txEl>
                                              <p:pRg st="0" end="0"/>
                                            </p:txEl>
                                          </p:spTgt>
                                        </p:tgtEl>
                                        <p:attrNameLst>
                                          <p:attrName>style.visibility</p:attrName>
                                        </p:attrNameLst>
                                      </p:cBhvr>
                                      <p:to>
                                        <p:strVal val="visible"/>
                                      </p:to>
                                    </p:set>
                                    <p:animEffect transition="in" filter="wipe(left)">
                                      <p:cBhvr>
                                        <p:cTn id="25" dur="500"/>
                                        <p:tgtEl>
                                          <p:spTgt spid="35">
                                            <p:txEl>
                                              <p:pRg st="0" end="0"/>
                                            </p:txEl>
                                          </p:spTgt>
                                        </p:tgtEl>
                                      </p:cBhvr>
                                    </p:animEffect>
                                  </p:childTnLst>
                                </p:cTn>
                              </p:par>
                            </p:childTnLst>
                          </p:cTn>
                        </p:par>
                        <p:par>
                          <p:cTn id="26" fill="hold">
                            <p:stCondLst>
                              <p:cond delay="2500"/>
                            </p:stCondLst>
                            <p:childTnLst>
                              <p:par>
                                <p:cTn id="27" presetID="53" presetClass="entr" presetSubtype="0" fill="hold" grpId="0" nodeType="afterEffect">
                                  <p:stCondLst>
                                    <p:cond delay="0"/>
                                  </p:stCondLst>
                                  <p:childTnLst>
                                    <p:set>
                                      <p:cBhvr>
                                        <p:cTn id="28" dur="1" fill="hold">
                                          <p:stCondLst>
                                            <p:cond delay="0"/>
                                          </p:stCondLst>
                                        </p:cTn>
                                        <p:tgtEl>
                                          <p:spTgt spid="39"/>
                                        </p:tgtEl>
                                        <p:attrNameLst>
                                          <p:attrName>style.visibility</p:attrName>
                                        </p:attrNameLst>
                                      </p:cBhvr>
                                      <p:to>
                                        <p:strVal val="visible"/>
                                      </p:to>
                                    </p:set>
                                    <p:anim calcmode="lin" valueType="num">
                                      <p:cBhvr>
                                        <p:cTn id="29" dur="500" fill="hold"/>
                                        <p:tgtEl>
                                          <p:spTgt spid="39"/>
                                        </p:tgtEl>
                                        <p:attrNameLst>
                                          <p:attrName>ppt_w</p:attrName>
                                        </p:attrNameLst>
                                      </p:cBhvr>
                                      <p:tavLst>
                                        <p:tav tm="0">
                                          <p:val>
                                            <p:fltVal val="0"/>
                                          </p:val>
                                        </p:tav>
                                        <p:tav tm="100000">
                                          <p:val>
                                            <p:strVal val="#ppt_w"/>
                                          </p:val>
                                        </p:tav>
                                      </p:tavLst>
                                    </p:anim>
                                    <p:anim calcmode="lin" valueType="num">
                                      <p:cBhvr>
                                        <p:cTn id="30" dur="500" fill="hold"/>
                                        <p:tgtEl>
                                          <p:spTgt spid="39"/>
                                        </p:tgtEl>
                                        <p:attrNameLst>
                                          <p:attrName>ppt_h</p:attrName>
                                        </p:attrNameLst>
                                      </p:cBhvr>
                                      <p:tavLst>
                                        <p:tav tm="0">
                                          <p:val>
                                            <p:fltVal val="0"/>
                                          </p:val>
                                        </p:tav>
                                        <p:tav tm="100000">
                                          <p:val>
                                            <p:strVal val="#ppt_h"/>
                                          </p:val>
                                        </p:tav>
                                      </p:tavLst>
                                    </p:anim>
                                    <p:animEffect transition="in" filter="fade">
                                      <p:cBhvr>
                                        <p:cTn id="31" dur="500"/>
                                        <p:tgtEl>
                                          <p:spTgt spid="39"/>
                                        </p:tgtEl>
                                      </p:cBhvr>
                                    </p:animEffect>
                                  </p:childTnLst>
                                </p:cTn>
                              </p:par>
                            </p:childTnLst>
                          </p:cTn>
                        </p:par>
                        <p:par>
                          <p:cTn id="32" fill="hold">
                            <p:stCondLst>
                              <p:cond delay="3000"/>
                            </p:stCondLst>
                            <p:childTnLst>
                              <p:par>
                                <p:cTn id="33" presetID="22" presetClass="entr" presetSubtype="8" fill="hold" grpId="0" nodeType="afterEffect">
                                  <p:stCondLst>
                                    <p:cond delay="0"/>
                                  </p:stCondLst>
                                  <p:childTnLst>
                                    <p:set>
                                      <p:cBhvr>
                                        <p:cTn id="34" dur="1" fill="hold">
                                          <p:stCondLst>
                                            <p:cond delay="0"/>
                                          </p:stCondLst>
                                        </p:cTn>
                                        <p:tgtEl>
                                          <p:spTgt spid="38"/>
                                        </p:tgtEl>
                                        <p:attrNameLst>
                                          <p:attrName>style.visibility</p:attrName>
                                        </p:attrNameLst>
                                      </p:cBhvr>
                                      <p:to>
                                        <p:strVal val="visible"/>
                                      </p:to>
                                    </p:set>
                                    <p:animEffect transition="in" filter="wipe(left)">
                                      <p:cBhvr>
                                        <p:cTn id="35" dur="500"/>
                                        <p:tgtEl>
                                          <p:spTgt spid="38"/>
                                        </p:tgtEl>
                                      </p:cBhvr>
                                    </p:animEffect>
                                  </p:childTnLst>
                                </p:cTn>
                              </p:par>
                            </p:childTnLst>
                          </p:cTn>
                        </p:par>
                        <p:par>
                          <p:cTn id="36" fill="hold">
                            <p:stCondLst>
                              <p:cond delay="3500"/>
                            </p:stCondLst>
                            <p:childTnLst>
                              <p:par>
                                <p:cTn id="37" presetID="22" presetClass="entr" presetSubtype="8" fill="hold" grpId="0" nodeType="afterEffect">
                                  <p:stCondLst>
                                    <p:cond delay="0"/>
                                  </p:stCondLst>
                                  <p:childTnLst>
                                    <p:set>
                                      <p:cBhvr>
                                        <p:cTn id="38" dur="1" fill="hold">
                                          <p:stCondLst>
                                            <p:cond delay="0"/>
                                          </p:stCondLst>
                                        </p:cTn>
                                        <p:tgtEl>
                                          <p:spTgt spid="44">
                                            <p:txEl>
                                              <p:pRg st="0" end="0"/>
                                            </p:txEl>
                                          </p:spTgt>
                                        </p:tgtEl>
                                        <p:attrNameLst>
                                          <p:attrName>style.visibility</p:attrName>
                                        </p:attrNameLst>
                                      </p:cBhvr>
                                      <p:to>
                                        <p:strVal val="visible"/>
                                      </p:to>
                                    </p:set>
                                    <p:animEffect transition="in" filter="wipe(left)">
                                      <p:cBhvr>
                                        <p:cTn id="39" dur="500"/>
                                        <p:tgtEl>
                                          <p:spTgt spid="44">
                                            <p:txEl>
                                              <p:pRg st="0" end="0"/>
                                            </p:txEl>
                                          </p:spTgt>
                                        </p:tgtEl>
                                      </p:cBhvr>
                                    </p:animEffect>
                                  </p:childTnLst>
                                </p:cTn>
                              </p:par>
                            </p:childTnLst>
                          </p:cTn>
                        </p:par>
                        <p:par>
                          <p:cTn id="40" fill="hold">
                            <p:stCondLst>
                              <p:cond delay="4000"/>
                            </p:stCondLst>
                            <p:childTnLst>
                              <p:par>
                                <p:cTn id="41" presetID="22" presetClass="entr" presetSubtype="8" fill="hold" grpId="0" nodeType="afterEffect">
                                  <p:stCondLst>
                                    <p:cond delay="0"/>
                                  </p:stCondLst>
                                  <p:childTnLst>
                                    <p:set>
                                      <p:cBhvr>
                                        <p:cTn id="42" dur="1" fill="hold">
                                          <p:stCondLst>
                                            <p:cond delay="0"/>
                                          </p:stCondLst>
                                        </p:cTn>
                                        <p:tgtEl>
                                          <p:spTgt spid="46">
                                            <p:txEl>
                                              <p:pRg st="0" end="0"/>
                                            </p:txEl>
                                          </p:spTgt>
                                        </p:tgtEl>
                                        <p:attrNameLst>
                                          <p:attrName>style.visibility</p:attrName>
                                        </p:attrNameLst>
                                      </p:cBhvr>
                                      <p:to>
                                        <p:strVal val="visible"/>
                                      </p:to>
                                    </p:set>
                                    <p:animEffect transition="in" filter="wipe(left)">
                                      <p:cBhvr>
                                        <p:cTn id="43" dur="500"/>
                                        <p:tgtEl>
                                          <p:spTgt spid="46">
                                            <p:txEl>
                                              <p:pRg st="0" end="0"/>
                                            </p:txEl>
                                          </p:spTgt>
                                        </p:tgtEl>
                                      </p:cBhvr>
                                    </p:animEffect>
                                  </p:childTnLst>
                                </p:cTn>
                              </p:par>
                            </p:childTnLst>
                          </p:cTn>
                        </p:par>
                        <p:par>
                          <p:cTn id="44" fill="hold">
                            <p:stCondLst>
                              <p:cond delay="4500"/>
                            </p:stCondLst>
                            <p:childTnLst>
                              <p:par>
                                <p:cTn id="45" presetID="22" presetClass="entr" presetSubtype="8" fill="hold" grpId="0" nodeType="afterEffect">
                                  <p:stCondLst>
                                    <p:cond delay="0"/>
                                  </p:stCondLst>
                                  <p:childTnLst>
                                    <p:set>
                                      <p:cBhvr>
                                        <p:cTn id="46" dur="1" fill="hold">
                                          <p:stCondLst>
                                            <p:cond delay="0"/>
                                          </p:stCondLst>
                                        </p:cTn>
                                        <p:tgtEl>
                                          <p:spTgt spid="41">
                                            <p:txEl>
                                              <p:pRg st="0" end="0"/>
                                            </p:txEl>
                                          </p:spTgt>
                                        </p:tgtEl>
                                        <p:attrNameLst>
                                          <p:attrName>style.visibility</p:attrName>
                                        </p:attrNameLst>
                                      </p:cBhvr>
                                      <p:to>
                                        <p:strVal val="visible"/>
                                      </p:to>
                                    </p:set>
                                    <p:animEffect transition="in" filter="wipe(left)">
                                      <p:cBhvr>
                                        <p:cTn id="47" dur="500"/>
                                        <p:tgtEl>
                                          <p:spTgt spid="41">
                                            <p:txEl>
                                              <p:pRg st="0" end="0"/>
                                            </p:txEl>
                                          </p:spTgt>
                                        </p:tgtEl>
                                      </p:cBhvr>
                                    </p:animEffect>
                                  </p:childTnLst>
                                </p:cTn>
                              </p:par>
                            </p:childTnLst>
                          </p:cTn>
                        </p:par>
                        <p:par>
                          <p:cTn id="48" fill="hold">
                            <p:stCondLst>
                              <p:cond delay="5000"/>
                            </p:stCondLst>
                            <p:childTnLst>
                              <p:par>
                                <p:cTn id="49" presetID="53" presetClass="entr" presetSubtype="0" fill="hold" grpId="0" nodeType="afterEffect">
                                  <p:stCondLst>
                                    <p:cond delay="0"/>
                                  </p:stCondLst>
                                  <p:childTnLst>
                                    <p:set>
                                      <p:cBhvr>
                                        <p:cTn id="50" dur="1" fill="hold">
                                          <p:stCondLst>
                                            <p:cond delay="0"/>
                                          </p:stCondLst>
                                        </p:cTn>
                                        <p:tgtEl>
                                          <p:spTgt spid="48"/>
                                        </p:tgtEl>
                                        <p:attrNameLst>
                                          <p:attrName>style.visibility</p:attrName>
                                        </p:attrNameLst>
                                      </p:cBhvr>
                                      <p:to>
                                        <p:strVal val="visible"/>
                                      </p:to>
                                    </p:set>
                                    <p:anim calcmode="lin" valueType="num">
                                      <p:cBhvr>
                                        <p:cTn id="51" dur="500" fill="hold"/>
                                        <p:tgtEl>
                                          <p:spTgt spid="48"/>
                                        </p:tgtEl>
                                        <p:attrNameLst>
                                          <p:attrName>ppt_w</p:attrName>
                                        </p:attrNameLst>
                                      </p:cBhvr>
                                      <p:tavLst>
                                        <p:tav tm="0">
                                          <p:val>
                                            <p:fltVal val="0"/>
                                          </p:val>
                                        </p:tav>
                                        <p:tav tm="100000">
                                          <p:val>
                                            <p:strVal val="#ppt_w"/>
                                          </p:val>
                                        </p:tav>
                                      </p:tavLst>
                                    </p:anim>
                                    <p:anim calcmode="lin" valueType="num">
                                      <p:cBhvr>
                                        <p:cTn id="52" dur="500" fill="hold"/>
                                        <p:tgtEl>
                                          <p:spTgt spid="48"/>
                                        </p:tgtEl>
                                        <p:attrNameLst>
                                          <p:attrName>ppt_h</p:attrName>
                                        </p:attrNameLst>
                                      </p:cBhvr>
                                      <p:tavLst>
                                        <p:tav tm="0">
                                          <p:val>
                                            <p:fltVal val="0"/>
                                          </p:val>
                                        </p:tav>
                                        <p:tav tm="100000">
                                          <p:val>
                                            <p:strVal val="#ppt_h"/>
                                          </p:val>
                                        </p:tav>
                                      </p:tavLst>
                                    </p:anim>
                                    <p:animEffect transition="in" filter="fade">
                                      <p:cBhvr>
                                        <p:cTn id="53" dur="500"/>
                                        <p:tgtEl>
                                          <p:spTgt spid="48"/>
                                        </p:tgtEl>
                                      </p:cBhvr>
                                    </p:animEffect>
                                  </p:childTnLst>
                                </p:cTn>
                              </p:par>
                            </p:childTnLst>
                          </p:cTn>
                        </p:par>
                        <p:par>
                          <p:cTn id="54" fill="hold">
                            <p:stCondLst>
                              <p:cond delay="5500"/>
                            </p:stCondLst>
                            <p:childTnLst>
                              <p:par>
                                <p:cTn id="55" presetID="22" presetClass="entr" presetSubtype="8" fill="hold" grpId="0" nodeType="afterEffect">
                                  <p:stCondLst>
                                    <p:cond delay="0"/>
                                  </p:stCondLst>
                                  <p:childTnLst>
                                    <p:set>
                                      <p:cBhvr>
                                        <p:cTn id="56" dur="1" fill="hold">
                                          <p:stCondLst>
                                            <p:cond delay="0"/>
                                          </p:stCondLst>
                                        </p:cTn>
                                        <p:tgtEl>
                                          <p:spTgt spid="47"/>
                                        </p:tgtEl>
                                        <p:attrNameLst>
                                          <p:attrName>style.visibility</p:attrName>
                                        </p:attrNameLst>
                                      </p:cBhvr>
                                      <p:to>
                                        <p:strVal val="visible"/>
                                      </p:to>
                                    </p:set>
                                    <p:animEffect transition="in" filter="wipe(left)">
                                      <p:cBhvr>
                                        <p:cTn id="57" dur="500"/>
                                        <p:tgtEl>
                                          <p:spTgt spid="47"/>
                                        </p:tgtEl>
                                      </p:cBhvr>
                                    </p:animEffect>
                                  </p:childTnLst>
                                </p:cTn>
                              </p:par>
                            </p:childTnLst>
                          </p:cTn>
                        </p:par>
                        <p:par>
                          <p:cTn id="58" fill="hold">
                            <p:stCondLst>
                              <p:cond delay="6000"/>
                            </p:stCondLst>
                            <p:childTnLst>
                              <p:par>
                                <p:cTn id="59" presetID="22" presetClass="entr" presetSubtype="8" fill="hold" grpId="0" nodeType="afterEffect">
                                  <p:stCondLst>
                                    <p:cond delay="0"/>
                                  </p:stCondLst>
                                  <p:childTnLst>
                                    <p:set>
                                      <p:cBhvr>
                                        <p:cTn id="60" dur="1" fill="hold">
                                          <p:stCondLst>
                                            <p:cond delay="0"/>
                                          </p:stCondLst>
                                        </p:cTn>
                                        <p:tgtEl>
                                          <p:spTgt spid="50">
                                            <p:txEl>
                                              <p:pRg st="0" end="0"/>
                                            </p:txEl>
                                          </p:spTgt>
                                        </p:tgtEl>
                                        <p:attrNameLst>
                                          <p:attrName>style.visibility</p:attrName>
                                        </p:attrNameLst>
                                      </p:cBhvr>
                                      <p:to>
                                        <p:strVal val="visible"/>
                                      </p:to>
                                    </p:set>
                                    <p:animEffect transition="in" filter="wipe(left)">
                                      <p:cBhvr>
                                        <p:cTn id="61" dur="500"/>
                                        <p:tgtEl>
                                          <p:spTgt spid="50">
                                            <p:txEl>
                                              <p:pRg st="0" end="0"/>
                                            </p:txEl>
                                          </p:spTgt>
                                        </p:tgtEl>
                                      </p:cBhvr>
                                    </p:animEffect>
                                  </p:childTnLst>
                                </p:cTn>
                              </p:par>
                            </p:childTnLst>
                          </p:cTn>
                        </p:par>
                        <p:par>
                          <p:cTn id="62" fill="hold">
                            <p:stCondLst>
                              <p:cond delay="6500"/>
                            </p:stCondLst>
                            <p:childTnLst>
                              <p:par>
                                <p:cTn id="63" presetID="22" presetClass="entr" presetSubtype="8" fill="hold" grpId="0" nodeType="afterEffect">
                                  <p:stCondLst>
                                    <p:cond delay="0"/>
                                  </p:stCondLst>
                                  <p:childTnLst>
                                    <p:set>
                                      <p:cBhvr>
                                        <p:cTn id="64" dur="1" fill="hold">
                                          <p:stCondLst>
                                            <p:cond delay="0"/>
                                          </p:stCondLst>
                                        </p:cTn>
                                        <p:tgtEl>
                                          <p:spTgt spid="51">
                                            <p:txEl>
                                              <p:pRg st="0" end="0"/>
                                            </p:txEl>
                                          </p:spTgt>
                                        </p:tgtEl>
                                        <p:attrNameLst>
                                          <p:attrName>style.visibility</p:attrName>
                                        </p:attrNameLst>
                                      </p:cBhvr>
                                      <p:to>
                                        <p:strVal val="visible"/>
                                      </p:to>
                                    </p:set>
                                    <p:animEffect transition="in" filter="wipe(left)">
                                      <p:cBhvr>
                                        <p:cTn id="65" dur="500"/>
                                        <p:tgtEl>
                                          <p:spTgt spid="51">
                                            <p:txEl>
                                              <p:pRg st="0" end="0"/>
                                            </p:txEl>
                                          </p:spTgt>
                                        </p:tgtEl>
                                      </p:cBhvr>
                                    </p:animEffect>
                                  </p:childTnLst>
                                </p:cTn>
                              </p:par>
                            </p:childTnLst>
                          </p:cTn>
                        </p:par>
                        <p:par>
                          <p:cTn id="66" fill="hold">
                            <p:stCondLst>
                              <p:cond delay="7000"/>
                            </p:stCondLst>
                            <p:childTnLst>
                              <p:par>
                                <p:cTn id="67" presetID="22" presetClass="entr" presetSubtype="8" fill="hold" grpId="0" nodeType="afterEffect">
                                  <p:stCondLst>
                                    <p:cond delay="0"/>
                                  </p:stCondLst>
                                  <p:childTnLst>
                                    <p:set>
                                      <p:cBhvr>
                                        <p:cTn id="68" dur="1" fill="hold">
                                          <p:stCondLst>
                                            <p:cond delay="0"/>
                                          </p:stCondLst>
                                        </p:cTn>
                                        <p:tgtEl>
                                          <p:spTgt spid="49">
                                            <p:txEl>
                                              <p:pRg st="0" end="0"/>
                                            </p:txEl>
                                          </p:spTgt>
                                        </p:tgtEl>
                                        <p:attrNameLst>
                                          <p:attrName>style.visibility</p:attrName>
                                        </p:attrNameLst>
                                      </p:cBhvr>
                                      <p:to>
                                        <p:strVal val="visible"/>
                                      </p:to>
                                    </p:set>
                                    <p:animEffect transition="in" filter="wipe(left)">
                                      <p:cBhvr>
                                        <p:cTn id="69" dur="500"/>
                                        <p:tgtEl>
                                          <p:spTgt spid="49">
                                            <p:txEl>
                                              <p:pRg st="0" end="0"/>
                                            </p:txEl>
                                          </p:spTgt>
                                        </p:tgtEl>
                                      </p:cBhvr>
                                    </p:animEffect>
                                  </p:childTnLst>
                                </p:cTn>
                              </p:par>
                            </p:childTnLst>
                          </p:cTn>
                        </p:par>
                        <p:par>
                          <p:cTn id="70" fill="hold">
                            <p:stCondLst>
                              <p:cond delay="7500"/>
                            </p:stCondLst>
                            <p:childTnLst>
                              <p:par>
                                <p:cTn id="71" presetID="53" presetClass="entr" presetSubtype="0" fill="hold" grpId="0" nodeType="afterEffect">
                                  <p:stCondLst>
                                    <p:cond delay="0"/>
                                  </p:stCondLst>
                                  <p:childTnLst>
                                    <p:set>
                                      <p:cBhvr>
                                        <p:cTn id="72" dur="1" fill="hold">
                                          <p:stCondLst>
                                            <p:cond delay="0"/>
                                          </p:stCondLst>
                                        </p:cTn>
                                        <p:tgtEl>
                                          <p:spTgt spid="53"/>
                                        </p:tgtEl>
                                        <p:attrNameLst>
                                          <p:attrName>style.visibility</p:attrName>
                                        </p:attrNameLst>
                                      </p:cBhvr>
                                      <p:to>
                                        <p:strVal val="visible"/>
                                      </p:to>
                                    </p:set>
                                    <p:anim calcmode="lin" valueType="num">
                                      <p:cBhvr>
                                        <p:cTn id="73" dur="500" fill="hold"/>
                                        <p:tgtEl>
                                          <p:spTgt spid="53"/>
                                        </p:tgtEl>
                                        <p:attrNameLst>
                                          <p:attrName>ppt_w</p:attrName>
                                        </p:attrNameLst>
                                      </p:cBhvr>
                                      <p:tavLst>
                                        <p:tav tm="0">
                                          <p:val>
                                            <p:fltVal val="0"/>
                                          </p:val>
                                        </p:tav>
                                        <p:tav tm="100000">
                                          <p:val>
                                            <p:strVal val="#ppt_w"/>
                                          </p:val>
                                        </p:tav>
                                      </p:tavLst>
                                    </p:anim>
                                    <p:anim calcmode="lin" valueType="num">
                                      <p:cBhvr>
                                        <p:cTn id="74" dur="500" fill="hold"/>
                                        <p:tgtEl>
                                          <p:spTgt spid="53"/>
                                        </p:tgtEl>
                                        <p:attrNameLst>
                                          <p:attrName>ppt_h</p:attrName>
                                        </p:attrNameLst>
                                      </p:cBhvr>
                                      <p:tavLst>
                                        <p:tav tm="0">
                                          <p:val>
                                            <p:fltVal val="0"/>
                                          </p:val>
                                        </p:tav>
                                        <p:tav tm="100000">
                                          <p:val>
                                            <p:strVal val="#ppt_h"/>
                                          </p:val>
                                        </p:tav>
                                      </p:tavLst>
                                    </p:anim>
                                    <p:animEffect transition="in" filter="fade">
                                      <p:cBhvr>
                                        <p:cTn id="75" dur="500"/>
                                        <p:tgtEl>
                                          <p:spTgt spid="53"/>
                                        </p:tgtEl>
                                      </p:cBhvr>
                                    </p:animEffect>
                                  </p:childTnLst>
                                </p:cTn>
                              </p:par>
                            </p:childTnLst>
                          </p:cTn>
                        </p:par>
                        <p:par>
                          <p:cTn id="76" fill="hold">
                            <p:stCondLst>
                              <p:cond delay="8000"/>
                            </p:stCondLst>
                            <p:childTnLst>
                              <p:par>
                                <p:cTn id="77" presetID="22" presetClass="entr" presetSubtype="8" fill="hold" grpId="0" nodeType="afterEffect">
                                  <p:stCondLst>
                                    <p:cond delay="0"/>
                                  </p:stCondLst>
                                  <p:childTnLst>
                                    <p:set>
                                      <p:cBhvr>
                                        <p:cTn id="78" dur="1" fill="hold">
                                          <p:stCondLst>
                                            <p:cond delay="0"/>
                                          </p:stCondLst>
                                        </p:cTn>
                                        <p:tgtEl>
                                          <p:spTgt spid="52"/>
                                        </p:tgtEl>
                                        <p:attrNameLst>
                                          <p:attrName>style.visibility</p:attrName>
                                        </p:attrNameLst>
                                      </p:cBhvr>
                                      <p:to>
                                        <p:strVal val="visible"/>
                                      </p:to>
                                    </p:set>
                                    <p:animEffect transition="in" filter="wipe(left)">
                                      <p:cBhvr>
                                        <p:cTn id="79" dur="500"/>
                                        <p:tgtEl>
                                          <p:spTgt spid="52"/>
                                        </p:tgtEl>
                                      </p:cBhvr>
                                    </p:animEffect>
                                  </p:childTnLst>
                                </p:cTn>
                              </p:par>
                            </p:childTnLst>
                          </p:cTn>
                        </p:par>
                        <p:par>
                          <p:cTn id="80" fill="hold">
                            <p:stCondLst>
                              <p:cond delay="8500"/>
                            </p:stCondLst>
                            <p:childTnLst>
                              <p:par>
                                <p:cTn id="81" presetID="22" presetClass="entr" presetSubtype="8" fill="hold" grpId="0" nodeType="afterEffect">
                                  <p:stCondLst>
                                    <p:cond delay="0"/>
                                  </p:stCondLst>
                                  <p:childTnLst>
                                    <p:set>
                                      <p:cBhvr>
                                        <p:cTn id="82" dur="1" fill="hold">
                                          <p:stCondLst>
                                            <p:cond delay="0"/>
                                          </p:stCondLst>
                                        </p:cTn>
                                        <p:tgtEl>
                                          <p:spTgt spid="55">
                                            <p:txEl>
                                              <p:pRg st="0" end="0"/>
                                            </p:txEl>
                                          </p:spTgt>
                                        </p:tgtEl>
                                        <p:attrNameLst>
                                          <p:attrName>style.visibility</p:attrName>
                                        </p:attrNameLst>
                                      </p:cBhvr>
                                      <p:to>
                                        <p:strVal val="visible"/>
                                      </p:to>
                                    </p:set>
                                    <p:animEffect transition="in" filter="wipe(left)">
                                      <p:cBhvr>
                                        <p:cTn id="83" dur="500"/>
                                        <p:tgtEl>
                                          <p:spTgt spid="55">
                                            <p:txEl>
                                              <p:pRg st="0" end="0"/>
                                            </p:txEl>
                                          </p:spTgt>
                                        </p:tgtEl>
                                      </p:cBhvr>
                                    </p:animEffect>
                                  </p:childTnLst>
                                </p:cTn>
                              </p:par>
                            </p:childTnLst>
                          </p:cTn>
                        </p:par>
                        <p:par>
                          <p:cTn id="84" fill="hold">
                            <p:stCondLst>
                              <p:cond delay="9000"/>
                            </p:stCondLst>
                            <p:childTnLst>
                              <p:par>
                                <p:cTn id="85" presetID="22" presetClass="entr" presetSubtype="8" fill="hold" grpId="0" nodeType="afterEffect">
                                  <p:stCondLst>
                                    <p:cond delay="0"/>
                                  </p:stCondLst>
                                  <p:childTnLst>
                                    <p:set>
                                      <p:cBhvr>
                                        <p:cTn id="86" dur="1" fill="hold">
                                          <p:stCondLst>
                                            <p:cond delay="0"/>
                                          </p:stCondLst>
                                        </p:cTn>
                                        <p:tgtEl>
                                          <p:spTgt spid="56">
                                            <p:txEl>
                                              <p:pRg st="0" end="0"/>
                                            </p:txEl>
                                          </p:spTgt>
                                        </p:tgtEl>
                                        <p:attrNameLst>
                                          <p:attrName>style.visibility</p:attrName>
                                        </p:attrNameLst>
                                      </p:cBhvr>
                                      <p:to>
                                        <p:strVal val="visible"/>
                                      </p:to>
                                    </p:set>
                                    <p:animEffect transition="in" filter="wipe(left)">
                                      <p:cBhvr>
                                        <p:cTn id="87" dur="500"/>
                                        <p:tgtEl>
                                          <p:spTgt spid="56">
                                            <p:txEl>
                                              <p:pRg st="0" end="0"/>
                                            </p:txEl>
                                          </p:spTgt>
                                        </p:tgtEl>
                                      </p:cBhvr>
                                    </p:animEffect>
                                  </p:childTnLst>
                                </p:cTn>
                              </p:par>
                            </p:childTnLst>
                          </p:cTn>
                        </p:par>
                        <p:par>
                          <p:cTn id="88" fill="hold">
                            <p:stCondLst>
                              <p:cond delay="9500"/>
                            </p:stCondLst>
                            <p:childTnLst>
                              <p:par>
                                <p:cTn id="89" presetID="22" presetClass="entr" presetSubtype="8" fill="hold" grpId="0" nodeType="afterEffect">
                                  <p:stCondLst>
                                    <p:cond delay="0"/>
                                  </p:stCondLst>
                                  <p:childTnLst>
                                    <p:set>
                                      <p:cBhvr>
                                        <p:cTn id="90" dur="1" fill="hold">
                                          <p:stCondLst>
                                            <p:cond delay="0"/>
                                          </p:stCondLst>
                                        </p:cTn>
                                        <p:tgtEl>
                                          <p:spTgt spid="54">
                                            <p:txEl>
                                              <p:pRg st="0" end="0"/>
                                            </p:txEl>
                                          </p:spTgt>
                                        </p:tgtEl>
                                        <p:attrNameLst>
                                          <p:attrName>style.visibility</p:attrName>
                                        </p:attrNameLst>
                                      </p:cBhvr>
                                      <p:to>
                                        <p:strVal val="visible"/>
                                      </p:to>
                                    </p:set>
                                    <p:animEffect transition="in" filter="wipe(left)">
                                      <p:cBhvr>
                                        <p:cTn id="91" dur="500"/>
                                        <p:tgtEl>
                                          <p:spTgt spid="54">
                                            <p:txEl>
                                              <p:pRg st="0" end="0"/>
                                            </p:txEl>
                                          </p:spTgt>
                                        </p:tgtEl>
                                      </p:cBhvr>
                                    </p:animEffect>
                                  </p:childTnLst>
                                </p:cTn>
                              </p:par>
                            </p:childTnLst>
                          </p:cTn>
                        </p:par>
                        <p:par>
                          <p:cTn id="92" fill="hold">
                            <p:stCondLst>
                              <p:cond delay="10000"/>
                            </p:stCondLst>
                            <p:childTnLst>
                              <p:par>
                                <p:cTn id="93" presetID="53" presetClass="entr" presetSubtype="0" fill="hold" grpId="0" nodeType="afterEffect">
                                  <p:stCondLst>
                                    <p:cond delay="0"/>
                                  </p:stCondLst>
                                  <p:childTnLst>
                                    <p:set>
                                      <p:cBhvr>
                                        <p:cTn id="94" dur="1" fill="hold">
                                          <p:stCondLst>
                                            <p:cond delay="0"/>
                                          </p:stCondLst>
                                        </p:cTn>
                                        <p:tgtEl>
                                          <p:spTgt spid="58"/>
                                        </p:tgtEl>
                                        <p:attrNameLst>
                                          <p:attrName>style.visibility</p:attrName>
                                        </p:attrNameLst>
                                      </p:cBhvr>
                                      <p:to>
                                        <p:strVal val="visible"/>
                                      </p:to>
                                    </p:set>
                                    <p:anim calcmode="lin" valueType="num">
                                      <p:cBhvr>
                                        <p:cTn id="95" dur="500" fill="hold"/>
                                        <p:tgtEl>
                                          <p:spTgt spid="58"/>
                                        </p:tgtEl>
                                        <p:attrNameLst>
                                          <p:attrName>ppt_w</p:attrName>
                                        </p:attrNameLst>
                                      </p:cBhvr>
                                      <p:tavLst>
                                        <p:tav tm="0">
                                          <p:val>
                                            <p:fltVal val="0"/>
                                          </p:val>
                                        </p:tav>
                                        <p:tav tm="100000">
                                          <p:val>
                                            <p:strVal val="#ppt_w"/>
                                          </p:val>
                                        </p:tav>
                                      </p:tavLst>
                                    </p:anim>
                                    <p:anim calcmode="lin" valueType="num">
                                      <p:cBhvr>
                                        <p:cTn id="96" dur="500" fill="hold"/>
                                        <p:tgtEl>
                                          <p:spTgt spid="58"/>
                                        </p:tgtEl>
                                        <p:attrNameLst>
                                          <p:attrName>ppt_h</p:attrName>
                                        </p:attrNameLst>
                                      </p:cBhvr>
                                      <p:tavLst>
                                        <p:tav tm="0">
                                          <p:val>
                                            <p:fltVal val="0"/>
                                          </p:val>
                                        </p:tav>
                                        <p:tav tm="100000">
                                          <p:val>
                                            <p:strVal val="#ppt_h"/>
                                          </p:val>
                                        </p:tav>
                                      </p:tavLst>
                                    </p:anim>
                                    <p:animEffect transition="in" filter="fade">
                                      <p:cBhvr>
                                        <p:cTn id="97" dur="500"/>
                                        <p:tgtEl>
                                          <p:spTgt spid="58"/>
                                        </p:tgtEl>
                                      </p:cBhvr>
                                    </p:animEffect>
                                  </p:childTnLst>
                                </p:cTn>
                              </p:par>
                            </p:childTnLst>
                          </p:cTn>
                        </p:par>
                        <p:par>
                          <p:cTn id="98" fill="hold">
                            <p:stCondLst>
                              <p:cond delay="10500"/>
                            </p:stCondLst>
                            <p:childTnLst>
                              <p:par>
                                <p:cTn id="99" presetID="22" presetClass="entr" presetSubtype="8" fill="hold" grpId="0" nodeType="afterEffect">
                                  <p:stCondLst>
                                    <p:cond delay="0"/>
                                  </p:stCondLst>
                                  <p:childTnLst>
                                    <p:set>
                                      <p:cBhvr>
                                        <p:cTn id="100" dur="1" fill="hold">
                                          <p:stCondLst>
                                            <p:cond delay="0"/>
                                          </p:stCondLst>
                                        </p:cTn>
                                        <p:tgtEl>
                                          <p:spTgt spid="57"/>
                                        </p:tgtEl>
                                        <p:attrNameLst>
                                          <p:attrName>style.visibility</p:attrName>
                                        </p:attrNameLst>
                                      </p:cBhvr>
                                      <p:to>
                                        <p:strVal val="visible"/>
                                      </p:to>
                                    </p:set>
                                    <p:animEffect transition="in" filter="wipe(left)">
                                      <p:cBhvr>
                                        <p:cTn id="101" dur="500"/>
                                        <p:tgtEl>
                                          <p:spTgt spid="57"/>
                                        </p:tgtEl>
                                      </p:cBhvr>
                                    </p:animEffect>
                                  </p:childTnLst>
                                </p:cTn>
                              </p:par>
                            </p:childTnLst>
                          </p:cTn>
                        </p:par>
                        <p:par>
                          <p:cTn id="102" fill="hold">
                            <p:stCondLst>
                              <p:cond delay="11000"/>
                            </p:stCondLst>
                            <p:childTnLst>
                              <p:par>
                                <p:cTn id="103" presetID="22" presetClass="entr" presetSubtype="8" fill="hold" grpId="0" nodeType="afterEffect">
                                  <p:stCondLst>
                                    <p:cond delay="0"/>
                                  </p:stCondLst>
                                  <p:childTnLst>
                                    <p:set>
                                      <p:cBhvr>
                                        <p:cTn id="104" dur="1" fill="hold">
                                          <p:stCondLst>
                                            <p:cond delay="0"/>
                                          </p:stCondLst>
                                        </p:cTn>
                                        <p:tgtEl>
                                          <p:spTgt spid="60">
                                            <p:txEl>
                                              <p:pRg st="0" end="0"/>
                                            </p:txEl>
                                          </p:spTgt>
                                        </p:tgtEl>
                                        <p:attrNameLst>
                                          <p:attrName>style.visibility</p:attrName>
                                        </p:attrNameLst>
                                      </p:cBhvr>
                                      <p:to>
                                        <p:strVal val="visible"/>
                                      </p:to>
                                    </p:set>
                                    <p:animEffect transition="in" filter="wipe(left)">
                                      <p:cBhvr>
                                        <p:cTn id="105" dur="500"/>
                                        <p:tgtEl>
                                          <p:spTgt spid="60">
                                            <p:txEl>
                                              <p:pRg st="0" end="0"/>
                                            </p:txEl>
                                          </p:spTgt>
                                        </p:tgtEl>
                                      </p:cBhvr>
                                    </p:animEffect>
                                  </p:childTnLst>
                                </p:cTn>
                              </p:par>
                            </p:childTnLst>
                          </p:cTn>
                        </p:par>
                        <p:par>
                          <p:cTn id="106" fill="hold">
                            <p:stCondLst>
                              <p:cond delay="11500"/>
                            </p:stCondLst>
                            <p:childTnLst>
                              <p:par>
                                <p:cTn id="107" presetID="22" presetClass="entr" presetSubtype="8" fill="hold" grpId="0" nodeType="afterEffect">
                                  <p:stCondLst>
                                    <p:cond delay="0"/>
                                  </p:stCondLst>
                                  <p:childTnLst>
                                    <p:set>
                                      <p:cBhvr>
                                        <p:cTn id="108" dur="1" fill="hold">
                                          <p:stCondLst>
                                            <p:cond delay="0"/>
                                          </p:stCondLst>
                                        </p:cTn>
                                        <p:tgtEl>
                                          <p:spTgt spid="61">
                                            <p:txEl>
                                              <p:pRg st="0" end="0"/>
                                            </p:txEl>
                                          </p:spTgt>
                                        </p:tgtEl>
                                        <p:attrNameLst>
                                          <p:attrName>style.visibility</p:attrName>
                                        </p:attrNameLst>
                                      </p:cBhvr>
                                      <p:to>
                                        <p:strVal val="visible"/>
                                      </p:to>
                                    </p:set>
                                    <p:animEffect transition="in" filter="wipe(left)">
                                      <p:cBhvr>
                                        <p:cTn id="109" dur="500"/>
                                        <p:tgtEl>
                                          <p:spTgt spid="61">
                                            <p:txEl>
                                              <p:pRg st="0" end="0"/>
                                            </p:txEl>
                                          </p:spTgt>
                                        </p:tgtEl>
                                      </p:cBhvr>
                                    </p:animEffect>
                                  </p:childTnLst>
                                </p:cTn>
                              </p:par>
                            </p:childTnLst>
                          </p:cTn>
                        </p:par>
                        <p:par>
                          <p:cTn id="110" fill="hold">
                            <p:stCondLst>
                              <p:cond delay="12000"/>
                            </p:stCondLst>
                            <p:childTnLst>
                              <p:par>
                                <p:cTn id="111" presetID="22" presetClass="entr" presetSubtype="8" fill="hold" grpId="0" nodeType="afterEffect">
                                  <p:stCondLst>
                                    <p:cond delay="0"/>
                                  </p:stCondLst>
                                  <p:childTnLst>
                                    <p:set>
                                      <p:cBhvr>
                                        <p:cTn id="112" dur="1" fill="hold">
                                          <p:stCondLst>
                                            <p:cond delay="0"/>
                                          </p:stCondLst>
                                        </p:cTn>
                                        <p:tgtEl>
                                          <p:spTgt spid="59">
                                            <p:txEl>
                                              <p:pRg st="0" end="0"/>
                                            </p:txEl>
                                          </p:spTgt>
                                        </p:tgtEl>
                                        <p:attrNameLst>
                                          <p:attrName>style.visibility</p:attrName>
                                        </p:attrNameLst>
                                      </p:cBhvr>
                                      <p:to>
                                        <p:strVal val="visible"/>
                                      </p:to>
                                    </p:set>
                                    <p:animEffect transition="in" filter="wipe(left)">
                                      <p:cBhvr>
                                        <p:cTn id="113" dur="500"/>
                                        <p:tgtEl>
                                          <p:spTgt spid="59">
                                            <p:txEl>
                                              <p:pRg st="0" end="0"/>
                                            </p:txEl>
                                          </p:spTgt>
                                        </p:tgtEl>
                                      </p:cBhvr>
                                    </p:animEffect>
                                  </p:childTnLst>
                                </p:cTn>
                              </p:par>
                            </p:childTnLst>
                          </p:cTn>
                        </p:par>
                        <p:par>
                          <p:cTn id="114" fill="hold">
                            <p:stCondLst>
                              <p:cond delay="12500"/>
                            </p:stCondLst>
                            <p:childTnLst>
                              <p:par>
                                <p:cTn id="115" presetID="53" presetClass="entr" presetSubtype="0" fill="hold" grpId="0" nodeType="afterEffect">
                                  <p:stCondLst>
                                    <p:cond delay="0"/>
                                  </p:stCondLst>
                                  <p:childTnLst>
                                    <p:set>
                                      <p:cBhvr>
                                        <p:cTn id="116" dur="1" fill="hold">
                                          <p:stCondLst>
                                            <p:cond delay="0"/>
                                          </p:stCondLst>
                                        </p:cTn>
                                        <p:tgtEl>
                                          <p:spTgt spid="63"/>
                                        </p:tgtEl>
                                        <p:attrNameLst>
                                          <p:attrName>style.visibility</p:attrName>
                                        </p:attrNameLst>
                                      </p:cBhvr>
                                      <p:to>
                                        <p:strVal val="visible"/>
                                      </p:to>
                                    </p:set>
                                    <p:anim calcmode="lin" valueType="num">
                                      <p:cBhvr>
                                        <p:cTn id="117" dur="500" fill="hold"/>
                                        <p:tgtEl>
                                          <p:spTgt spid="63"/>
                                        </p:tgtEl>
                                        <p:attrNameLst>
                                          <p:attrName>ppt_w</p:attrName>
                                        </p:attrNameLst>
                                      </p:cBhvr>
                                      <p:tavLst>
                                        <p:tav tm="0">
                                          <p:val>
                                            <p:fltVal val="0"/>
                                          </p:val>
                                        </p:tav>
                                        <p:tav tm="100000">
                                          <p:val>
                                            <p:strVal val="#ppt_w"/>
                                          </p:val>
                                        </p:tav>
                                      </p:tavLst>
                                    </p:anim>
                                    <p:anim calcmode="lin" valueType="num">
                                      <p:cBhvr>
                                        <p:cTn id="118" dur="500" fill="hold"/>
                                        <p:tgtEl>
                                          <p:spTgt spid="63"/>
                                        </p:tgtEl>
                                        <p:attrNameLst>
                                          <p:attrName>ppt_h</p:attrName>
                                        </p:attrNameLst>
                                      </p:cBhvr>
                                      <p:tavLst>
                                        <p:tav tm="0">
                                          <p:val>
                                            <p:fltVal val="0"/>
                                          </p:val>
                                        </p:tav>
                                        <p:tav tm="100000">
                                          <p:val>
                                            <p:strVal val="#ppt_h"/>
                                          </p:val>
                                        </p:tav>
                                      </p:tavLst>
                                    </p:anim>
                                    <p:animEffect transition="in" filter="fade">
                                      <p:cBhvr>
                                        <p:cTn id="119" dur="500"/>
                                        <p:tgtEl>
                                          <p:spTgt spid="63"/>
                                        </p:tgtEl>
                                      </p:cBhvr>
                                    </p:animEffect>
                                  </p:childTnLst>
                                </p:cTn>
                              </p:par>
                            </p:childTnLst>
                          </p:cTn>
                        </p:par>
                        <p:par>
                          <p:cTn id="120" fill="hold">
                            <p:stCondLst>
                              <p:cond delay="13000"/>
                            </p:stCondLst>
                            <p:childTnLst>
                              <p:par>
                                <p:cTn id="121" presetID="22" presetClass="entr" presetSubtype="8" fill="hold" grpId="0" nodeType="afterEffect">
                                  <p:stCondLst>
                                    <p:cond delay="0"/>
                                  </p:stCondLst>
                                  <p:childTnLst>
                                    <p:set>
                                      <p:cBhvr>
                                        <p:cTn id="122" dur="1" fill="hold">
                                          <p:stCondLst>
                                            <p:cond delay="0"/>
                                          </p:stCondLst>
                                        </p:cTn>
                                        <p:tgtEl>
                                          <p:spTgt spid="62"/>
                                        </p:tgtEl>
                                        <p:attrNameLst>
                                          <p:attrName>style.visibility</p:attrName>
                                        </p:attrNameLst>
                                      </p:cBhvr>
                                      <p:to>
                                        <p:strVal val="visible"/>
                                      </p:to>
                                    </p:set>
                                    <p:animEffect transition="in" filter="wipe(left)">
                                      <p:cBhvr>
                                        <p:cTn id="123" dur="500"/>
                                        <p:tgtEl>
                                          <p:spTgt spid="62"/>
                                        </p:tgtEl>
                                      </p:cBhvr>
                                    </p:animEffect>
                                  </p:childTnLst>
                                </p:cTn>
                              </p:par>
                            </p:childTnLst>
                          </p:cTn>
                        </p:par>
                        <p:par>
                          <p:cTn id="124" fill="hold">
                            <p:stCondLst>
                              <p:cond delay="13500"/>
                            </p:stCondLst>
                            <p:childTnLst>
                              <p:par>
                                <p:cTn id="125" presetID="22" presetClass="entr" presetSubtype="8" fill="hold" grpId="0" nodeType="afterEffect">
                                  <p:stCondLst>
                                    <p:cond delay="0"/>
                                  </p:stCondLst>
                                  <p:childTnLst>
                                    <p:set>
                                      <p:cBhvr>
                                        <p:cTn id="126" dur="1" fill="hold">
                                          <p:stCondLst>
                                            <p:cond delay="0"/>
                                          </p:stCondLst>
                                        </p:cTn>
                                        <p:tgtEl>
                                          <p:spTgt spid="87">
                                            <p:txEl>
                                              <p:pRg st="0" end="0"/>
                                            </p:txEl>
                                          </p:spTgt>
                                        </p:tgtEl>
                                        <p:attrNameLst>
                                          <p:attrName>style.visibility</p:attrName>
                                        </p:attrNameLst>
                                      </p:cBhvr>
                                      <p:to>
                                        <p:strVal val="visible"/>
                                      </p:to>
                                    </p:set>
                                    <p:animEffect transition="in" filter="wipe(left)">
                                      <p:cBhvr>
                                        <p:cTn id="127" dur="500"/>
                                        <p:tgtEl>
                                          <p:spTgt spid="87">
                                            <p:txEl>
                                              <p:pRg st="0" end="0"/>
                                            </p:txEl>
                                          </p:spTgt>
                                        </p:tgtEl>
                                      </p:cBhvr>
                                    </p:animEffect>
                                  </p:childTnLst>
                                </p:cTn>
                              </p:par>
                            </p:childTnLst>
                          </p:cTn>
                        </p:par>
                        <p:par>
                          <p:cTn id="128" fill="hold">
                            <p:stCondLst>
                              <p:cond delay="14000"/>
                            </p:stCondLst>
                            <p:childTnLst>
                              <p:par>
                                <p:cTn id="129" presetID="22" presetClass="entr" presetSubtype="8" fill="hold" grpId="0" nodeType="afterEffect">
                                  <p:stCondLst>
                                    <p:cond delay="0"/>
                                  </p:stCondLst>
                                  <p:childTnLst>
                                    <p:set>
                                      <p:cBhvr>
                                        <p:cTn id="130" dur="1" fill="hold">
                                          <p:stCondLst>
                                            <p:cond delay="0"/>
                                          </p:stCondLst>
                                        </p:cTn>
                                        <p:tgtEl>
                                          <p:spTgt spid="88">
                                            <p:txEl>
                                              <p:pRg st="0" end="0"/>
                                            </p:txEl>
                                          </p:spTgt>
                                        </p:tgtEl>
                                        <p:attrNameLst>
                                          <p:attrName>style.visibility</p:attrName>
                                        </p:attrNameLst>
                                      </p:cBhvr>
                                      <p:to>
                                        <p:strVal val="visible"/>
                                      </p:to>
                                    </p:set>
                                    <p:animEffect transition="in" filter="wipe(left)">
                                      <p:cBhvr>
                                        <p:cTn id="131" dur="500"/>
                                        <p:tgtEl>
                                          <p:spTgt spid="88">
                                            <p:txEl>
                                              <p:pRg st="0" end="0"/>
                                            </p:txEl>
                                          </p:spTgt>
                                        </p:tgtEl>
                                      </p:cBhvr>
                                    </p:animEffect>
                                  </p:childTnLst>
                                </p:cTn>
                              </p:par>
                            </p:childTnLst>
                          </p:cTn>
                        </p:par>
                        <p:par>
                          <p:cTn id="132" fill="hold">
                            <p:stCondLst>
                              <p:cond delay="14500"/>
                            </p:stCondLst>
                            <p:childTnLst>
                              <p:par>
                                <p:cTn id="133" presetID="22" presetClass="entr" presetSubtype="8" fill="hold" grpId="0" nodeType="afterEffect">
                                  <p:stCondLst>
                                    <p:cond delay="0"/>
                                  </p:stCondLst>
                                  <p:childTnLst>
                                    <p:set>
                                      <p:cBhvr>
                                        <p:cTn id="134" dur="1" fill="hold">
                                          <p:stCondLst>
                                            <p:cond delay="0"/>
                                          </p:stCondLst>
                                        </p:cTn>
                                        <p:tgtEl>
                                          <p:spTgt spid="64">
                                            <p:txEl>
                                              <p:pRg st="0" end="0"/>
                                            </p:txEl>
                                          </p:spTgt>
                                        </p:tgtEl>
                                        <p:attrNameLst>
                                          <p:attrName>style.visibility</p:attrName>
                                        </p:attrNameLst>
                                      </p:cBhvr>
                                      <p:to>
                                        <p:strVal val="visible"/>
                                      </p:to>
                                    </p:set>
                                    <p:animEffect transition="in" filter="wipe(left)">
                                      <p:cBhvr>
                                        <p:cTn id="135" dur="500"/>
                                        <p:tgtEl>
                                          <p:spTgt spid="6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4" grpId="0" animBg="1"/>
      <p:bldP spid="35" grpId="0" build="p">
        <p:tmplLst>
          <p:tmpl lvl="1">
            <p:tnLst>
              <p:par>
                <p:cTn presetID="22" presetClass="entr" presetSubtype="8" fill="hold" nodeType="afterEffect">
                  <p:stCondLst>
                    <p:cond delay="0"/>
                  </p:stCondLst>
                  <p:childTnLst>
                    <p:set>
                      <p:cBhvr>
                        <p:cTn dur="1" fill="hold">
                          <p:stCondLst>
                            <p:cond delay="0"/>
                          </p:stCondLst>
                        </p:cTn>
                        <p:tgtEl>
                          <p:spTgt spid="35"/>
                        </p:tgtEl>
                        <p:attrNameLst>
                          <p:attrName>style.visibility</p:attrName>
                        </p:attrNameLst>
                      </p:cBhvr>
                      <p:to>
                        <p:strVal val="visible"/>
                      </p:to>
                    </p:set>
                    <p:animEffect transition="in" filter="wipe(left)">
                      <p:cBhvr>
                        <p:cTn dur="500"/>
                        <p:tgtEl>
                          <p:spTgt spid="35"/>
                        </p:tgtEl>
                      </p:cBhvr>
                    </p:animEffect>
                  </p:childTnLst>
                </p:cTn>
              </p:par>
            </p:tnLst>
          </p:tmpl>
        </p:tmplLst>
      </p:bldP>
      <p:bldP spid="36" grpId="0" build="p">
        <p:tmplLst>
          <p:tmpl lvl="1">
            <p:tnLst>
              <p:par>
                <p:cTn presetID="22" presetClass="entr" presetSubtype="8" fill="hold" nodeType="afterEffect">
                  <p:stCondLst>
                    <p:cond delay="0"/>
                  </p:stCondLst>
                  <p:childTnLst>
                    <p:set>
                      <p:cBhvr>
                        <p:cTn dur="1" fill="hold">
                          <p:stCondLst>
                            <p:cond delay="0"/>
                          </p:stCondLst>
                        </p:cTn>
                        <p:tgtEl>
                          <p:spTgt spid="36"/>
                        </p:tgtEl>
                        <p:attrNameLst>
                          <p:attrName>style.visibility</p:attrName>
                        </p:attrNameLst>
                      </p:cBhvr>
                      <p:to>
                        <p:strVal val="visible"/>
                      </p:to>
                    </p:set>
                    <p:animEffect transition="in" filter="wipe(left)">
                      <p:cBhvr>
                        <p:cTn dur="500"/>
                        <p:tgtEl>
                          <p:spTgt spid="36"/>
                        </p:tgtEl>
                      </p:cBhvr>
                    </p:animEffect>
                  </p:childTnLst>
                </p:cTn>
              </p:par>
            </p:tnLst>
          </p:tmpl>
        </p:tmplLst>
      </p:bldP>
      <p:bldP spid="37" grpId="0" build="p">
        <p:tmplLst>
          <p:tmpl lvl="1">
            <p:tnLst>
              <p:par>
                <p:cTn presetID="22" presetClass="entr" presetSubtype="8" fill="hold" nodeType="afterEffect">
                  <p:stCondLst>
                    <p:cond delay="0"/>
                  </p:stCondLst>
                  <p:childTnLst>
                    <p:set>
                      <p:cBhvr>
                        <p:cTn dur="1" fill="hold">
                          <p:stCondLst>
                            <p:cond delay="0"/>
                          </p:stCondLst>
                        </p:cTn>
                        <p:tgtEl>
                          <p:spTgt spid="37"/>
                        </p:tgtEl>
                        <p:attrNameLst>
                          <p:attrName>style.visibility</p:attrName>
                        </p:attrNameLst>
                      </p:cBhvr>
                      <p:to>
                        <p:strVal val="visible"/>
                      </p:to>
                    </p:set>
                    <p:animEffect transition="in" filter="wipe(left)">
                      <p:cBhvr>
                        <p:cTn dur="500"/>
                        <p:tgtEl>
                          <p:spTgt spid="37"/>
                        </p:tgtEl>
                      </p:cBhvr>
                    </p:animEffect>
                  </p:childTnLst>
                </p:cTn>
              </p:par>
            </p:tnLst>
          </p:tmpl>
        </p:tmplLst>
      </p:bldP>
      <p:bldP spid="38" grpId="0" animBg="1"/>
      <p:bldP spid="39" grpId="0" animBg="1"/>
      <p:bldP spid="41" grpId="0" build="p">
        <p:tmplLst>
          <p:tmpl lvl="1">
            <p:tnLst>
              <p:par>
                <p:cTn presetID="22" presetClass="entr" presetSubtype="8" fill="hold" nodeType="afterEffect">
                  <p:stCondLst>
                    <p:cond delay="0"/>
                  </p:stCondLst>
                  <p:childTnLst>
                    <p:set>
                      <p:cBhvr>
                        <p:cTn dur="1" fill="hold">
                          <p:stCondLst>
                            <p:cond delay="0"/>
                          </p:stCondLst>
                        </p:cTn>
                        <p:tgtEl>
                          <p:spTgt spid="41"/>
                        </p:tgtEl>
                        <p:attrNameLst>
                          <p:attrName>style.visibility</p:attrName>
                        </p:attrNameLst>
                      </p:cBhvr>
                      <p:to>
                        <p:strVal val="visible"/>
                      </p:to>
                    </p:set>
                    <p:animEffect transition="in" filter="wipe(left)">
                      <p:cBhvr>
                        <p:cTn dur="500"/>
                        <p:tgtEl>
                          <p:spTgt spid="41"/>
                        </p:tgtEl>
                      </p:cBhvr>
                    </p:animEffect>
                  </p:childTnLst>
                </p:cTn>
              </p:par>
            </p:tnLst>
          </p:tmpl>
        </p:tmplLst>
      </p:bldP>
      <p:bldP spid="44" grpId="0" build="p">
        <p:tmplLst>
          <p:tmpl lvl="1">
            <p:tnLst>
              <p:par>
                <p:cTn presetID="22" presetClass="entr" presetSubtype="8" fill="hold" nodeType="afterEffect">
                  <p:stCondLst>
                    <p:cond delay="0"/>
                  </p:stCondLst>
                  <p:childTnLst>
                    <p:set>
                      <p:cBhvr>
                        <p:cTn dur="1" fill="hold">
                          <p:stCondLst>
                            <p:cond delay="0"/>
                          </p:stCondLst>
                        </p:cTn>
                        <p:tgtEl>
                          <p:spTgt spid="44"/>
                        </p:tgtEl>
                        <p:attrNameLst>
                          <p:attrName>style.visibility</p:attrName>
                        </p:attrNameLst>
                      </p:cBhvr>
                      <p:to>
                        <p:strVal val="visible"/>
                      </p:to>
                    </p:set>
                    <p:animEffect transition="in" filter="wipe(left)">
                      <p:cBhvr>
                        <p:cTn dur="500"/>
                        <p:tgtEl>
                          <p:spTgt spid="44"/>
                        </p:tgtEl>
                      </p:cBhvr>
                    </p:animEffect>
                  </p:childTnLst>
                </p:cTn>
              </p:par>
            </p:tnLst>
          </p:tmpl>
        </p:tmplLst>
      </p:bldP>
      <p:bldP spid="46" grpId="0" build="p">
        <p:tmplLst>
          <p:tmpl lvl="1">
            <p:tnLst>
              <p:par>
                <p:cTn presetID="22" presetClass="entr" presetSubtype="8" fill="hold" nodeType="afterEffect">
                  <p:stCondLst>
                    <p:cond delay="0"/>
                  </p:stCondLst>
                  <p:childTnLst>
                    <p:set>
                      <p:cBhvr>
                        <p:cTn dur="1" fill="hold">
                          <p:stCondLst>
                            <p:cond delay="0"/>
                          </p:stCondLst>
                        </p:cTn>
                        <p:tgtEl>
                          <p:spTgt spid="46"/>
                        </p:tgtEl>
                        <p:attrNameLst>
                          <p:attrName>style.visibility</p:attrName>
                        </p:attrNameLst>
                      </p:cBhvr>
                      <p:to>
                        <p:strVal val="visible"/>
                      </p:to>
                    </p:set>
                    <p:animEffect transition="in" filter="wipe(left)">
                      <p:cBhvr>
                        <p:cTn dur="500"/>
                        <p:tgtEl>
                          <p:spTgt spid="46"/>
                        </p:tgtEl>
                      </p:cBhvr>
                    </p:animEffect>
                  </p:childTnLst>
                </p:cTn>
              </p:par>
            </p:tnLst>
          </p:tmpl>
        </p:tmplLst>
      </p:bldP>
      <p:bldP spid="47" grpId="0" animBg="1"/>
      <p:bldP spid="48" grpId="0" animBg="1"/>
      <p:bldP spid="49" grpId="0" build="p">
        <p:tmplLst>
          <p:tmpl lvl="1">
            <p:tnLst>
              <p:par>
                <p:cTn presetID="22" presetClass="entr" presetSubtype="8" fill="hold" nodeType="afterEffect">
                  <p:stCondLst>
                    <p:cond delay="0"/>
                  </p:stCondLst>
                  <p:childTnLst>
                    <p:set>
                      <p:cBhvr>
                        <p:cTn dur="1" fill="hold">
                          <p:stCondLst>
                            <p:cond delay="0"/>
                          </p:stCondLst>
                        </p:cTn>
                        <p:tgtEl>
                          <p:spTgt spid="49"/>
                        </p:tgtEl>
                        <p:attrNameLst>
                          <p:attrName>style.visibility</p:attrName>
                        </p:attrNameLst>
                      </p:cBhvr>
                      <p:to>
                        <p:strVal val="visible"/>
                      </p:to>
                    </p:set>
                    <p:animEffect transition="in" filter="wipe(left)">
                      <p:cBhvr>
                        <p:cTn dur="500"/>
                        <p:tgtEl>
                          <p:spTgt spid="49"/>
                        </p:tgtEl>
                      </p:cBhvr>
                    </p:animEffect>
                  </p:childTnLst>
                </p:cTn>
              </p:par>
            </p:tnLst>
          </p:tmpl>
        </p:tmplLst>
      </p:bldP>
      <p:bldP spid="50" grpId="0" build="p">
        <p:tmplLst>
          <p:tmpl lvl="1">
            <p:tnLst>
              <p:par>
                <p:cTn presetID="22" presetClass="entr" presetSubtype="8" fill="hold" nodeType="afterEffect">
                  <p:stCondLst>
                    <p:cond delay="0"/>
                  </p:stCondLst>
                  <p:childTnLst>
                    <p:set>
                      <p:cBhvr>
                        <p:cTn dur="1" fill="hold">
                          <p:stCondLst>
                            <p:cond delay="0"/>
                          </p:stCondLst>
                        </p:cTn>
                        <p:tgtEl>
                          <p:spTgt spid="50"/>
                        </p:tgtEl>
                        <p:attrNameLst>
                          <p:attrName>style.visibility</p:attrName>
                        </p:attrNameLst>
                      </p:cBhvr>
                      <p:to>
                        <p:strVal val="visible"/>
                      </p:to>
                    </p:set>
                    <p:animEffect transition="in" filter="wipe(left)">
                      <p:cBhvr>
                        <p:cTn dur="500"/>
                        <p:tgtEl>
                          <p:spTgt spid="50"/>
                        </p:tgtEl>
                      </p:cBhvr>
                    </p:animEffect>
                  </p:childTnLst>
                </p:cTn>
              </p:par>
            </p:tnLst>
          </p:tmpl>
        </p:tmplLst>
      </p:bldP>
      <p:bldP spid="51" grpId="0" build="p">
        <p:tmplLst>
          <p:tmpl lvl="1">
            <p:tnLst>
              <p:par>
                <p:cTn presetID="22" presetClass="entr" presetSubtype="8" fill="hold" nodeType="afterEffect">
                  <p:stCondLst>
                    <p:cond delay="0"/>
                  </p:stCondLst>
                  <p:childTnLst>
                    <p:set>
                      <p:cBhvr>
                        <p:cTn dur="1" fill="hold">
                          <p:stCondLst>
                            <p:cond delay="0"/>
                          </p:stCondLst>
                        </p:cTn>
                        <p:tgtEl>
                          <p:spTgt spid="51"/>
                        </p:tgtEl>
                        <p:attrNameLst>
                          <p:attrName>style.visibility</p:attrName>
                        </p:attrNameLst>
                      </p:cBhvr>
                      <p:to>
                        <p:strVal val="visible"/>
                      </p:to>
                    </p:set>
                    <p:animEffect transition="in" filter="wipe(left)">
                      <p:cBhvr>
                        <p:cTn dur="500"/>
                        <p:tgtEl>
                          <p:spTgt spid="51"/>
                        </p:tgtEl>
                      </p:cBhvr>
                    </p:animEffect>
                  </p:childTnLst>
                </p:cTn>
              </p:par>
            </p:tnLst>
          </p:tmpl>
        </p:tmplLst>
      </p:bldP>
      <p:bldP spid="52" grpId="0" animBg="1"/>
      <p:bldP spid="53" grpId="0" animBg="1"/>
      <p:bldP spid="54" grpId="0" build="p">
        <p:tmplLst>
          <p:tmpl lvl="1">
            <p:tnLst>
              <p:par>
                <p:cTn presetID="22" presetClass="entr" presetSubtype="8" fill="hold" nodeType="afterEffect">
                  <p:stCondLst>
                    <p:cond delay="0"/>
                  </p:stCondLst>
                  <p:childTnLst>
                    <p:set>
                      <p:cBhvr>
                        <p:cTn dur="1" fill="hold">
                          <p:stCondLst>
                            <p:cond delay="0"/>
                          </p:stCondLst>
                        </p:cTn>
                        <p:tgtEl>
                          <p:spTgt spid="54"/>
                        </p:tgtEl>
                        <p:attrNameLst>
                          <p:attrName>style.visibility</p:attrName>
                        </p:attrNameLst>
                      </p:cBhvr>
                      <p:to>
                        <p:strVal val="visible"/>
                      </p:to>
                    </p:set>
                    <p:animEffect transition="in" filter="wipe(left)">
                      <p:cBhvr>
                        <p:cTn dur="500"/>
                        <p:tgtEl>
                          <p:spTgt spid="54"/>
                        </p:tgtEl>
                      </p:cBhvr>
                    </p:animEffect>
                  </p:childTnLst>
                </p:cTn>
              </p:par>
            </p:tnLst>
          </p:tmpl>
        </p:tmplLst>
      </p:bldP>
      <p:bldP spid="55" grpId="0" build="p">
        <p:tmplLst>
          <p:tmpl lvl="1">
            <p:tnLst>
              <p:par>
                <p:cTn presetID="22" presetClass="entr" presetSubtype="8" fill="hold" nodeType="afterEffect">
                  <p:stCondLst>
                    <p:cond delay="0"/>
                  </p:stCondLst>
                  <p:childTnLst>
                    <p:set>
                      <p:cBhvr>
                        <p:cTn dur="1" fill="hold">
                          <p:stCondLst>
                            <p:cond delay="0"/>
                          </p:stCondLst>
                        </p:cTn>
                        <p:tgtEl>
                          <p:spTgt spid="55"/>
                        </p:tgtEl>
                        <p:attrNameLst>
                          <p:attrName>style.visibility</p:attrName>
                        </p:attrNameLst>
                      </p:cBhvr>
                      <p:to>
                        <p:strVal val="visible"/>
                      </p:to>
                    </p:set>
                    <p:animEffect transition="in" filter="wipe(left)">
                      <p:cBhvr>
                        <p:cTn dur="500"/>
                        <p:tgtEl>
                          <p:spTgt spid="55"/>
                        </p:tgtEl>
                      </p:cBhvr>
                    </p:animEffect>
                  </p:childTnLst>
                </p:cTn>
              </p:par>
            </p:tnLst>
          </p:tmpl>
        </p:tmplLst>
      </p:bldP>
      <p:bldP spid="56" grpId="0" build="p">
        <p:tmplLst>
          <p:tmpl lvl="1">
            <p:tnLst>
              <p:par>
                <p:cTn presetID="22" presetClass="entr" presetSubtype="8" fill="hold" nodeType="afterEffect">
                  <p:stCondLst>
                    <p:cond delay="0"/>
                  </p:stCondLst>
                  <p:childTnLst>
                    <p:set>
                      <p:cBhvr>
                        <p:cTn dur="1" fill="hold">
                          <p:stCondLst>
                            <p:cond delay="0"/>
                          </p:stCondLst>
                        </p:cTn>
                        <p:tgtEl>
                          <p:spTgt spid="56"/>
                        </p:tgtEl>
                        <p:attrNameLst>
                          <p:attrName>style.visibility</p:attrName>
                        </p:attrNameLst>
                      </p:cBhvr>
                      <p:to>
                        <p:strVal val="visible"/>
                      </p:to>
                    </p:set>
                    <p:animEffect transition="in" filter="wipe(left)">
                      <p:cBhvr>
                        <p:cTn dur="500"/>
                        <p:tgtEl>
                          <p:spTgt spid="56"/>
                        </p:tgtEl>
                      </p:cBhvr>
                    </p:animEffect>
                  </p:childTnLst>
                </p:cTn>
              </p:par>
            </p:tnLst>
          </p:tmpl>
        </p:tmplLst>
      </p:bldP>
      <p:bldP spid="57" grpId="0" animBg="1"/>
      <p:bldP spid="58" grpId="0" animBg="1"/>
      <p:bldP spid="59" grpId="0" build="p">
        <p:tmplLst>
          <p:tmpl lvl="1">
            <p:tnLst>
              <p:par>
                <p:cTn presetID="22" presetClass="entr" presetSubtype="8" fill="hold" nodeType="afterEffect">
                  <p:stCondLst>
                    <p:cond delay="0"/>
                  </p:stCondLst>
                  <p:childTnLst>
                    <p:set>
                      <p:cBhvr>
                        <p:cTn dur="1" fill="hold">
                          <p:stCondLst>
                            <p:cond delay="0"/>
                          </p:stCondLst>
                        </p:cTn>
                        <p:tgtEl>
                          <p:spTgt spid="59"/>
                        </p:tgtEl>
                        <p:attrNameLst>
                          <p:attrName>style.visibility</p:attrName>
                        </p:attrNameLst>
                      </p:cBhvr>
                      <p:to>
                        <p:strVal val="visible"/>
                      </p:to>
                    </p:set>
                    <p:animEffect transition="in" filter="wipe(left)">
                      <p:cBhvr>
                        <p:cTn dur="500"/>
                        <p:tgtEl>
                          <p:spTgt spid="59"/>
                        </p:tgtEl>
                      </p:cBhvr>
                    </p:animEffect>
                  </p:childTnLst>
                </p:cTn>
              </p:par>
            </p:tnLst>
          </p:tmpl>
        </p:tmplLst>
      </p:bldP>
      <p:bldP spid="60" grpId="0" build="p">
        <p:tmplLst>
          <p:tmpl lvl="1">
            <p:tnLst>
              <p:par>
                <p:cTn presetID="22" presetClass="entr" presetSubtype="8" fill="hold" nodeType="afterEffect">
                  <p:stCondLst>
                    <p:cond delay="0"/>
                  </p:stCondLst>
                  <p:childTnLst>
                    <p:set>
                      <p:cBhvr>
                        <p:cTn dur="1" fill="hold">
                          <p:stCondLst>
                            <p:cond delay="0"/>
                          </p:stCondLst>
                        </p:cTn>
                        <p:tgtEl>
                          <p:spTgt spid="60"/>
                        </p:tgtEl>
                        <p:attrNameLst>
                          <p:attrName>style.visibility</p:attrName>
                        </p:attrNameLst>
                      </p:cBhvr>
                      <p:to>
                        <p:strVal val="visible"/>
                      </p:to>
                    </p:set>
                    <p:animEffect transition="in" filter="wipe(left)">
                      <p:cBhvr>
                        <p:cTn dur="500"/>
                        <p:tgtEl>
                          <p:spTgt spid="60"/>
                        </p:tgtEl>
                      </p:cBhvr>
                    </p:animEffect>
                  </p:childTnLst>
                </p:cTn>
              </p:par>
            </p:tnLst>
          </p:tmpl>
        </p:tmplLst>
      </p:bldP>
      <p:bldP spid="61" grpId="0" build="p">
        <p:tmplLst>
          <p:tmpl lvl="1">
            <p:tnLst>
              <p:par>
                <p:cTn presetID="22" presetClass="entr" presetSubtype="8" fill="hold" nodeType="afterEffect">
                  <p:stCondLst>
                    <p:cond delay="0"/>
                  </p:stCondLst>
                  <p:childTnLst>
                    <p:set>
                      <p:cBhvr>
                        <p:cTn dur="1" fill="hold">
                          <p:stCondLst>
                            <p:cond delay="0"/>
                          </p:stCondLst>
                        </p:cTn>
                        <p:tgtEl>
                          <p:spTgt spid="61"/>
                        </p:tgtEl>
                        <p:attrNameLst>
                          <p:attrName>style.visibility</p:attrName>
                        </p:attrNameLst>
                      </p:cBhvr>
                      <p:to>
                        <p:strVal val="visible"/>
                      </p:to>
                    </p:set>
                    <p:animEffect transition="in" filter="wipe(left)">
                      <p:cBhvr>
                        <p:cTn dur="500"/>
                        <p:tgtEl>
                          <p:spTgt spid="61"/>
                        </p:tgtEl>
                      </p:cBhvr>
                    </p:animEffect>
                  </p:childTnLst>
                </p:cTn>
              </p:par>
            </p:tnLst>
          </p:tmpl>
        </p:tmplLst>
      </p:bldP>
      <p:bldP spid="62" grpId="0" animBg="1"/>
      <p:bldP spid="63" grpId="0" animBg="1"/>
      <p:bldP spid="64" grpId="0" build="p">
        <p:tmplLst>
          <p:tmpl lvl="1">
            <p:tnLst>
              <p:par>
                <p:cTn presetID="22" presetClass="entr" presetSubtype="8" fill="hold" nodeType="afterEffect">
                  <p:stCondLst>
                    <p:cond delay="0"/>
                  </p:stCondLst>
                  <p:childTnLst>
                    <p:set>
                      <p:cBhvr>
                        <p:cTn dur="1" fill="hold">
                          <p:stCondLst>
                            <p:cond delay="0"/>
                          </p:stCondLst>
                        </p:cTn>
                        <p:tgtEl>
                          <p:spTgt spid="64"/>
                        </p:tgtEl>
                        <p:attrNameLst>
                          <p:attrName>style.visibility</p:attrName>
                        </p:attrNameLst>
                      </p:cBhvr>
                      <p:to>
                        <p:strVal val="visible"/>
                      </p:to>
                    </p:set>
                    <p:animEffect transition="in" filter="wipe(left)">
                      <p:cBhvr>
                        <p:cTn dur="500"/>
                        <p:tgtEl>
                          <p:spTgt spid="64"/>
                        </p:tgtEl>
                      </p:cBhvr>
                    </p:animEffect>
                  </p:childTnLst>
                </p:cTn>
              </p:par>
            </p:tnLst>
          </p:tmpl>
        </p:tmplLst>
      </p:bldP>
      <p:bldP spid="87" grpId="0" build="p">
        <p:tmplLst>
          <p:tmpl lvl="1">
            <p:tnLst>
              <p:par>
                <p:cTn presetID="22" presetClass="entr" presetSubtype="8" fill="hold" nodeType="afterEffect">
                  <p:stCondLst>
                    <p:cond delay="0"/>
                  </p:stCondLst>
                  <p:childTnLst>
                    <p:set>
                      <p:cBhvr>
                        <p:cTn dur="1" fill="hold">
                          <p:stCondLst>
                            <p:cond delay="0"/>
                          </p:stCondLst>
                        </p:cTn>
                        <p:tgtEl>
                          <p:spTgt spid="87"/>
                        </p:tgtEl>
                        <p:attrNameLst>
                          <p:attrName>style.visibility</p:attrName>
                        </p:attrNameLst>
                      </p:cBhvr>
                      <p:to>
                        <p:strVal val="visible"/>
                      </p:to>
                    </p:set>
                    <p:animEffect transition="in" filter="wipe(left)">
                      <p:cBhvr>
                        <p:cTn dur="500"/>
                        <p:tgtEl>
                          <p:spTgt spid="87"/>
                        </p:tgtEl>
                      </p:cBhvr>
                    </p:animEffect>
                  </p:childTnLst>
                </p:cTn>
              </p:par>
            </p:tnLst>
          </p:tmpl>
        </p:tmplLst>
      </p:bldP>
      <p:bldP spid="88" grpId="0" build="p">
        <p:tmplLst>
          <p:tmpl lvl="1">
            <p:tnLst>
              <p:par>
                <p:cTn presetID="22" presetClass="entr" presetSubtype="8" fill="hold" nodeType="afterEffect">
                  <p:stCondLst>
                    <p:cond delay="0"/>
                  </p:stCondLst>
                  <p:childTnLst>
                    <p:set>
                      <p:cBhvr>
                        <p:cTn dur="1" fill="hold">
                          <p:stCondLst>
                            <p:cond delay="0"/>
                          </p:stCondLst>
                        </p:cTn>
                        <p:tgtEl>
                          <p:spTgt spid="88"/>
                        </p:tgtEl>
                        <p:attrNameLst>
                          <p:attrName>style.visibility</p:attrName>
                        </p:attrNameLst>
                      </p:cBhvr>
                      <p:to>
                        <p:strVal val="visible"/>
                      </p:to>
                    </p:set>
                    <p:animEffect transition="in" filter="wipe(left)">
                      <p:cBhvr>
                        <p:cTn dur="500"/>
                        <p:tgtEl>
                          <p:spTgt spid="88"/>
                        </p:tgtEl>
                      </p:cBhvr>
                    </p:animEffect>
                  </p:childTnLst>
                </p:cTn>
              </p:par>
            </p:tnLst>
          </p:tmpl>
        </p:tmplLst>
      </p:bldP>
    </p:bldLst>
  </p:timing>
</p:sldLayout>
</file>

<file path=ppt/slideLayouts/slideLayout213.xml><?xml version="1.0" encoding="utf-8"?>
<p:sldLayout xmlns:a="http://schemas.openxmlformats.org/drawingml/2006/main" xmlns:r="http://schemas.openxmlformats.org/officeDocument/2006/relationships" xmlns:p="http://schemas.openxmlformats.org/presentationml/2006/main" userDrawn="1">
  <p:cSld name="3_Team09">
    <p:spTree>
      <p:nvGrpSpPr>
        <p:cNvPr id="1" name=""/>
        <p:cNvGrpSpPr/>
        <p:nvPr/>
      </p:nvGrpSpPr>
      <p:grpSpPr>
        <a:xfrm>
          <a:off x="0" y="0"/>
          <a:ext cx="0" cy="0"/>
          <a:chOff x="0" y="0"/>
          <a:chExt cx="0" cy="0"/>
        </a:xfrm>
      </p:grpSpPr>
      <p:sp>
        <p:nvSpPr>
          <p:cNvPr id="31" name="Picture Placeholder 7"/>
          <p:cNvSpPr>
            <a:spLocks noGrp="1"/>
          </p:cNvSpPr>
          <p:nvPr>
            <p:ph type="pic" sz="quarter" idx="10" hasCustomPrompt="1"/>
          </p:nvPr>
        </p:nvSpPr>
        <p:spPr>
          <a:xfrm>
            <a:off x="609601" y="1600201"/>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1"/>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14" name="Text Placeholder 3"/>
          <p:cNvSpPr>
            <a:spLocks noGrp="1"/>
          </p:cNvSpPr>
          <p:nvPr>
            <p:ph type="body" sz="half" idx="15" hasCustomPrompt="1"/>
          </p:nvPr>
        </p:nvSpPr>
        <p:spPr>
          <a:xfrm>
            <a:off x="1820005" y="2270245"/>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22" name="Text Placeholder 3"/>
          <p:cNvSpPr>
            <a:spLocks noGrp="1"/>
          </p:cNvSpPr>
          <p:nvPr>
            <p:ph type="body" sz="half" idx="16" hasCustomPrompt="1"/>
          </p:nvPr>
        </p:nvSpPr>
        <p:spPr>
          <a:xfrm>
            <a:off x="1820005" y="1621137"/>
            <a:ext cx="2235200" cy="265617"/>
          </a:xfrm>
          <a:prstGeom prst="rect">
            <a:avLst/>
          </a:prstGeom>
        </p:spPr>
        <p:txBody>
          <a:bodyPr wrap="square" lIns="0" tIns="0" rIns="0" bIns="0" anchor="ctr">
            <a:noAutofit/>
          </a:bodyPr>
          <a:lstStyle>
            <a:lvl1pPr marL="0" indent="0" algn="l">
              <a:buNone/>
              <a:defRPr sz="1867" b="1" baseline="0">
                <a:solidFill>
                  <a:schemeClr val="accent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40"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2"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43" name="Text Placeholder 3"/>
          <p:cNvSpPr>
            <a:spLocks noGrp="1"/>
          </p:cNvSpPr>
          <p:nvPr>
            <p:ph type="body" sz="half" idx="17" hasCustomPrompt="1"/>
          </p:nvPr>
        </p:nvSpPr>
        <p:spPr>
          <a:xfrm>
            <a:off x="1820005" y="1932858"/>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45" name="Straight Connector 44"/>
          <p:cNvCxnSpPr/>
          <p:nvPr userDrawn="1"/>
        </p:nvCxnSpPr>
        <p:spPr>
          <a:xfrm flipV="1">
            <a:off x="4256507" y="1600200"/>
            <a:ext cx="0" cy="5042725"/>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userDrawn="1"/>
        </p:nvCxnSpPr>
        <p:spPr>
          <a:xfrm flipH="1">
            <a:off x="609600" y="3222877"/>
            <a:ext cx="11138475" cy="0"/>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66" name="Picture Placeholder 7"/>
          <p:cNvSpPr>
            <a:spLocks noGrp="1"/>
          </p:cNvSpPr>
          <p:nvPr>
            <p:ph type="pic" sz="quarter" idx="18" hasCustomPrompt="1"/>
          </p:nvPr>
        </p:nvSpPr>
        <p:spPr>
          <a:xfrm>
            <a:off x="4442678" y="1600201"/>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2"/>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67" name="Text Placeholder 3"/>
          <p:cNvSpPr>
            <a:spLocks noGrp="1"/>
          </p:cNvSpPr>
          <p:nvPr>
            <p:ph type="body" sz="half" idx="19" hasCustomPrompt="1"/>
          </p:nvPr>
        </p:nvSpPr>
        <p:spPr>
          <a:xfrm>
            <a:off x="5653083" y="2270245"/>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68" name="Text Placeholder 3"/>
          <p:cNvSpPr>
            <a:spLocks noGrp="1"/>
          </p:cNvSpPr>
          <p:nvPr>
            <p:ph type="body" sz="half" idx="20" hasCustomPrompt="1"/>
          </p:nvPr>
        </p:nvSpPr>
        <p:spPr>
          <a:xfrm>
            <a:off x="5653083" y="1621137"/>
            <a:ext cx="2235200" cy="265617"/>
          </a:xfrm>
          <a:prstGeom prst="rect">
            <a:avLst/>
          </a:prstGeom>
        </p:spPr>
        <p:txBody>
          <a:bodyPr wrap="square" lIns="0" tIns="0" rIns="0" bIns="0" anchor="ctr">
            <a:noAutofit/>
          </a:bodyPr>
          <a:lstStyle>
            <a:lvl1pPr marL="0" indent="0" algn="l">
              <a:buNone/>
              <a:defRPr sz="1867" b="1" baseline="0">
                <a:solidFill>
                  <a:schemeClr val="accent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9" name="Text Placeholder 3"/>
          <p:cNvSpPr>
            <a:spLocks noGrp="1"/>
          </p:cNvSpPr>
          <p:nvPr>
            <p:ph type="body" sz="half" idx="21" hasCustomPrompt="1"/>
          </p:nvPr>
        </p:nvSpPr>
        <p:spPr>
          <a:xfrm>
            <a:off x="5653083" y="1932858"/>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70" name="Straight Connector 69"/>
          <p:cNvCxnSpPr/>
          <p:nvPr userDrawn="1"/>
        </p:nvCxnSpPr>
        <p:spPr>
          <a:xfrm flipV="1">
            <a:off x="8115029" y="1600200"/>
            <a:ext cx="0" cy="5042725"/>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71" name="Picture Placeholder 7"/>
          <p:cNvSpPr>
            <a:spLocks noGrp="1"/>
          </p:cNvSpPr>
          <p:nvPr>
            <p:ph type="pic" sz="quarter" idx="22" hasCustomPrompt="1"/>
          </p:nvPr>
        </p:nvSpPr>
        <p:spPr>
          <a:xfrm>
            <a:off x="8302470" y="1600201"/>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3"/>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72" name="Text Placeholder 3"/>
          <p:cNvSpPr>
            <a:spLocks noGrp="1"/>
          </p:cNvSpPr>
          <p:nvPr>
            <p:ph type="body" sz="half" idx="23" hasCustomPrompt="1"/>
          </p:nvPr>
        </p:nvSpPr>
        <p:spPr>
          <a:xfrm>
            <a:off x="9512875" y="2270245"/>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73" name="Text Placeholder 3"/>
          <p:cNvSpPr>
            <a:spLocks noGrp="1"/>
          </p:cNvSpPr>
          <p:nvPr>
            <p:ph type="body" sz="half" idx="24" hasCustomPrompt="1"/>
          </p:nvPr>
        </p:nvSpPr>
        <p:spPr>
          <a:xfrm>
            <a:off x="9512875" y="1621137"/>
            <a:ext cx="2235200" cy="265617"/>
          </a:xfrm>
          <a:prstGeom prst="rect">
            <a:avLst/>
          </a:prstGeom>
        </p:spPr>
        <p:txBody>
          <a:bodyPr wrap="square" lIns="0" tIns="0" rIns="0" bIns="0" anchor="ctr">
            <a:noAutofit/>
          </a:bodyPr>
          <a:lstStyle>
            <a:lvl1pPr marL="0" indent="0" algn="l">
              <a:buNone/>
              <a:defRPr sz="1867" b="1" baseline="0">
                <a:solidFill>
                  <a:schemeClr val="accent3"/>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74" name="Text Placeholder 3"/>
          <p:cNvSpPr>
            <a:spLocks noGrp="1"/>
          </p:cNvSpPr>
          <p:nvPr>
            <p:ph type="body" sz="half" idx="25" hasCustomPrompt="1"/>
          </p:nvPr>
        </p:nvSpPr>
        <p:spPr>
          <a:xfrm>
            <a:off x="9512875" y="1932858"/>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49" name="Straight Connector 48"/>
          <p:cNvCxnSpPr/>
          <p:nvPr userDrawn="1"/>
        </p:nvCxnSpPr>
        <p:spPr>
          <a:xfrm flipH="1">
            <a:off x="609600" y="5054600"/>
            <a:ext cx="11138475" cy="0"/>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50" name="Picture Placeholder 7"/>
          <p:cNvSpPr>
            <a:spLocks noGrp="1"/>
          </p:cNvSpPr>
          <p:nvPr>
            <p:ph type="pic" sz="quarter" idx="26" hasCustomPrompt="1"/>
          </p:nvPr>
        </p:nvSpPr>
        <p:spPr>
          <a:xfrm>
            <a:off x="609601" y="3541102"/>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4"/>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51" name="Text Placeholder 3"/>
          <p:cNvSpPr>
            <a:spLocks noGrp="1"/>
          </p:cNvSpPr>
          <p:nvPr>
            <p:ph type="body" sz="half" idx="27" hasCustomPrompt="1"/>
          </p:nvPr>
        </p:nvSpPr>
        <p:spPr>
          <a:xfrm>
            <a:off x="1820005" y="4211147"/>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52" name="Text Placeholder 3"/>
          <p:cNvSpPr>
            <a:spLocks noGrp="1"/>
          </p:cNvSpPr>
          <p:nvPr>
            <p:ph type="body" sz="half" idx="28" hasCustomPrompt="1"/>
          </p:nvPr>
        </p:nvSpPr>
        <p:spPr>
          <a:xfrm>
            <a:off x="1820005" y="3562038"/>
            <a:ext cx="2235200" cy="265617"/>
          </a:xfrm>
          <a:prstGeom prst="rect">
            <a:avLst/>
          </a:prstGeom>
        </p:spPr>
        <p:txBody>
          <a:bodyPr wrap="square" lIns="0" tIns="0" rIns="0" bIns="0" anchor="ctr">
            <a:noAutofit/>
          </a:bodyPr>
          <a:lstStyle>
            <a:lvl1pPr marL="0" indent="0" algn="l" rtl="0">
              <a:buNone/>
              <a:defRPr sz="1867" b="1" baseline="0">
                <a:solidFill>
                  <a:schemeClr val="accent4"/>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3" name="Text Placeholder 3"/>
          <p:cNvSpPr>
            <a:spLocks noGrp="1"/>
          </p:cNvSpPr>
          <p:nvPr>
            <p:ph type="body" sz="half" idx="29" hasCustomPrompt="1"/>
          </p:nvPr>
        </p:nvSpPr>
        <p:spPr>
          <a:xfrm>
            <a:off x="1820005" y="3873759"/>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4" name="Picture Placeholder 7"/>
          <p:cNvSpPr>
            <a:spLocks noGrp="1"/>
          </p:cNvSpPr>
          <p:nvPr>
            <p:ph type="pic" sz="quarter" idx="30" hasCustomPrompt="1"/>
          </p:nvPr>
        </p:nvSpPr>
        <p:spPr>
          <a:xfrm>
            <a:off x="4442678" y="3541102"/>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5"/>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55" name="Text Placeholder 3"/>
          <p:cNvSpPr>
            <a:spLocks noGrp="1"/>
          </p:cNvSpPr>
          <p:nvPr>
            <p:ph type="body" sz="half" idx="31" hasCustomPrompt="1"/>
          </p:nvPr>
        </p:nvSpPr>
        <p:spPr>
          <a:xfrm>
            <a:off x="5653083" y="4211147"/>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56" name="Text Placeholder 3"/>
          <p:cNvSpPr>
            <a:spLocks noGrp="1"/>
          </p:cNvSpPr>
          <p:nvPr>
            <p:ph type="body" sz="half" idx="32" hasCustomPrompt="1"/>
          </p:nvPr>
        </p:nvSpPr>
        <p:spPr>
          <a:xfrm>
            <a:off x="5653083" y="3562038"/>
            <a:ext cx="2235200" cy="265617"/>
          </a:xfrm>
          <a:prstGeom prst="rect">
            <a:avLst/>
          </a:prstGeom>
        </p:spPr>
        <p:txBody>
          <a:bodyPr wrap="square" lIns="0" tIns="0" rIns="0" bIns="0" anchor="ctr">
            <a:noAutofit/>
          </a:bodyPr>
          <a:lstStyle>
            <a:lvl1pPr marL="0" indent="0" algn="l" rtl="0">
              <a:buNone/>
              <a:defRPr sz="1867" b="1" baseline="0">
                <a:solidFill>
                  <a:schemeClr val="accent5"/>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7" name="Text Placeholder 3"/>
          <p:cNvSpPr>
            <a:spLocks noGrp="1"/>
          </p:cNvSpPr>
          <p:nvPr>
            <p:ph type="body" sz="half" idx="33" hasCustomPrompt="1"/>
          </p:nvPr>
        </p:nvSpPr>
        <p:spPr>
          <a:xfrm>
            <a:off x="5653083" y="3873759"/>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8" name="Picture Placeholder 7"/>
          <p:cNvSpPr>
            <a:spLocks noGrp="1"/>
          </p:cNvSpPr>
          <p:nvPr>
            <p:ph type="pic" sz="quarter" idx="34" hasCustomPrompt="1"/>
          </p:nvPr>
        </p:nvSpPr>
        <p:spPr>
          <a:xfrm>
            <a:off x="8302470" y="3541102"/>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6"/>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59" name="Text Placeholder 3"/>
          <p:cNvSpPr>
            <a:spLocks noGrp="1"/>
          </p:cNvSpPr>
          <p:nvPr>
            <p:ph type="body" sz="half" idx="35" hasCustomPrompt="1"/>
          </p:nvPr>
        </p:nvSpPr>
        <p:spPr>
          <a:xfrm>
            <a:off x="9512875" y="4211147"/>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60" name="Text Placeholder 3"/>
          <p:cNvSpPr>
            <a:spLocks noGrp="1"/>
          </p:cNvSpPr>
          <p:nvPr>
            <p:ph type="body" sz="half" idx="36" hasCustomPrompt="1"/>
          </p:nvPr>
        </p:nvSpPr>
        <p:spPr>
          <a:xfrm>
            <a:off x="9512875" y="3562038"/>
            <a:ext cx="2235200" cy="265617"/>
          </a:xfrm>
          <a:prstGeom prst="rect">
            <a:avLst/>
          </a:prstGeom>
        </p:spPr>
        <p:txBody>
          <a:bodyPr wrap="square" lIns="0" tIns="0" rIns="0" bIns="0" anchor="ctr">
            <a:noAutofit/>
          </a:bodyPr>
          <a:lstStyle>
            <a:lvl1pPr marL="0" indent="0" algn="l" rtl="0">
              <a:buNone/>
              <a:defRPr sz="1867" b="1" baseline="0">
                <a:solidFill>
                  <a:schemeClr val="accent6"/>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1" name="Text Placeholder 3"/>
          <p:cNvSpPr>
            <a:spLocks noGrp="1"/>
          </p:cNvSpPr>
          <p:nvPr>
            <p:ph type="body" sz="half" idx="37" hasCustomPrompt="1"/>
          </p:nvPr>
        </p:nvSpPr>
        <p:spPr>
          <a:xfrm>
            <a:off x="9512875" y="3873759"/>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2" name="Picture Placeholder 7"/>
          <p:cNvSpPr>
            <a:spLocks noGrp="1"/>
          </p:cNvSpPr>
          <p:nvPr>
            <p:ph type="pic" sz="quarter" idx="38" hasCustomPrompt="1"/>
          </p:nvPr>
        </p:nvSpPr>
        <p:spPr>
          <a:xfrm>
            <a:off x="609601" y="5277169"/>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1"/>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63" name="Text Placeholder 3"/>
          <p:cNvSpPr>
            <a:spLocks noGrp="1"/>
          </p:cNvSpPr>
          <p:nvPr>
            <p:ph type="body" sz="half" idx="39" hasCustomPrompt="1"/>
          </p:nvPr>
        </p:nvSpPr>
        <p:spPr>
          <a:xfrm>
            <a:off x="1820005" y="5947213"/>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64" name="Text Placeholder 3"/>
          <p:cNvSpPr>
            <a:spLocks noGrp="1"/>
          </p:cNvSpPr>
          <p:nvPr>
            <p:ph type="body" sz="half" idx="40" hasCustomPrompt="1"/>
          </p:nvPr>
        </p:nvSpPr>
        <p:spPr>
          <a:xfrm>
            <a:off x="1820005" y="5298105"/>
            <a:ext cx="2235200" cy="265617"/>
          </a:xfrm>
          <a:prstGeom prst="rect">
            <a:avLst/>
          </a:prstGeom>
        </p:spPr>
        <p:txBody>
          <a:bodyPr wrap="square" lIns="0" tIns="0" rIns="0" bIns="0" anchor="ctr">
            <a:noAutofit/>
          </a:bodyPr>
          <a:lstStyle>
            <a:lvl1pPr marL="0" indent="0" algn="l">
              <a:buNone/>
              <a:defRPr sz="1867" b="1" baseline="0">
                <a:solidFill>
                  <a:schemeClr val="accent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87" name="Text Placeholder 3"/>
          <p:cNvSpPr>
            <a:spLocks noGrp="1"/>
          </p:cNvSpPr>
          <p:nvPr>
            <p:ph type="body" sz="half" idx="41" hasCustomPrompt="1"/>
          </p:nvPr>
        </p:nvSpPr>
        <p:spPr>
          <a:xfrm>
            <a:off x="1820005" y="5609826"/>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88" name="Straight Connector 87"/>
          <p:cNvCxnSpPr/>
          <p:nvPr userDrawn="1"/>
        </p:nvCxnSpPr>
        <p:spPr>
          <a:xfrm flipH="1">
            <a:off x="609600" y="6899845"/>
            <a:ext cx="11138475" cy="0"/>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89" name="Picture Placeholder 7"/>
          <p:cNvSpPr>
            <a:spLocks noGrp="1"/>
          </p:cNvSpPr>
          <p:nvPr>
            <p:ph type="pic" sz="quarter" idx="42" hasCustomPrompt="1"/>
          </p:nvPr>
        </p:nvSpPr>
        <p:spPr>
          <a:xfrm>
            <a:off x="4442678" y="5277169"/>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2"/>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90" name="Text Placeholder 3"/>
          <p:cNvSpPr>
            <a:spLocks noGrp="1"/>
          </p:cNvSpPr>
          <p:nvPr>
            <p:ph type="body" sz="half" idx="43" hasCustomPrompt="1"/>
          </p:nvPr>
        </p:nvSpPr>
        <p:spPr>
          <a:xfrm>
            <a:off x="5653083" y="5947213"/>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91" name="Text Placeholder 3"/>
          <p:cNvSpPr>
            <a:spLocks noGrp="1"/>
          </p:cNvSpPr>
          <p:nvPr>
            <p:ph type="body" sz="half" idx="44" hasCustomPrompt="1"/>
          </p:nvPr>
        </p:nvSpPr>
        <p:spPr>
          <a:xfrm>
            <a:off x="5653083" y="5298105"/>
            <a:ext cx="2235200" cy="265617"/>
          </a:xfrm>
          <a:prstGeom prst="rect">
            <a:avLst/>
          </a:prstGeom>
        </p:spPr>
        <p:txBody>
          <a:bodyPr wrap="square" lIns="0" tIns="0" rIns="0" bIns="0" anchor="ctr">
            <a:noAutofit/>
          </a:bodyPr>
          <a:lstStyle>
            <a:lvl1pPr marL="0" indent="0" algn="l">
              <a:buNone/>
              <a:defRPr sz="1867" b="1" baseline="0">
                <a:solidFill>
                  <a:schemeClr val="accent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92" name="Text Placeholder 3"/>
          <p:cNvSpPr>
            <a:spLocks noGrp="1"/>
          </p:cNvSpPr>
          <p:nvPr>
            <p:ph type="body" sz="half" idx="45" hasCustomPrompt="1"/>
          </p:nvPr>
        </p:nvSpPr>
        <p:spPr>
          <a:xfrm>
            <a:off x="5653083" y="5609826"/>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93" name="Picture Placeholder 7"/>
          <p:cNvSpPr>
            <a:spLocks noGrp="1"/>
          </p:cNvSpPr>
          <p:nvPr>
            <p:ph type="pic" sz="quarter" idx="46" hasCustomPrompt="1"/>
          </p:nvPr>
        </p:nvSpPr>
        <p:spPr>
          <a:xfrm>
            <a:off x="8302470" y="5277169"/>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3"/>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94" name="Text Placeholder 3"/>
          <p:cNvSpPr>
            <a:spLocks noGrp="1"/>
          </p:cNvSpPr>
          <p:nvPr>
            <p:ph type="body" sz="half" idx="47" hasCustomPrompt="1"/>
          </p:nvPr>
        </p:nvSpPr>
        <p:spPr>
          <a:xfrm>
            <a:off x="9512875" y="5947213"/>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95" name="Text Placeholder 3"/>
          <p:cNvSpPr>
            <a:spLocks noGrp="1"/>
          </p:cNvSpPr>
          <p:nvPr>
            <p:ph type="body" sz="half" idx="48" hasCustomPrompt="1"/>
          </p:nvPr>
        </p:nvSpPr>
        <p:spPr>
          <a:xfrm>
            <a:off x="9512875" y="5298105"/>
            <a:ext cx="2235200" cy="265617"/>
          </a:xfrm>
          <a:prstGeom prst="rect">
            <a:avLst/>
          </a:prstGeom>
        </p:spPr>
        <p:txBody>
          <a:bodyPr wrap="square" lIns="0" tIns="0" rIns="0" bIns="0" anchor="ctr">
            <a:noAutofit/>
          </a:bodyPr>
          <a:lstStyle>
            <a:lvl1pPr marL="0" indent="0" algn="l">
              <a:buNone/>
              <a:defRPr sz="1867" b="1" baseline="0">
                <a:solidFill>
                  <a:schemeClr val="accent3"/>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96" name="Text Placeholder 3"/>
          <p:cNvSpPr>
            <a:spLocks noGrp="1"/>
          </p:cNvSpPr>
          <p:nvPr>
            <p:ph type="body" sz="half" idx="49" hasCustomPrompt="1"/>
          </p:nvPr>
        </p:nvSpPr>
        <p:spPr>
          <a:xfrm>
            <a:off x="9512875" y="5609826"/>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Tree>
    <p:extLst>
      <p:ext uri="{BB962C8B-B14F-4D97-AF65-F5344CB8AC3E}">
        <p14:creationId xmlns:p14="http://schemas.microsoft.com/office/powerpoint/2010/main" val="323757323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45"/>
                                        </p:tgtEl>
                                        <p:attrNameLst>
                                          <p:attrName>style.visibility</p:attrName>
                                        </p:attrNameLst>
                                      </p:cBhvr>
                                      <p:to>
                                        <p:strVal val="visible"/>
                                      </p:to>
                                    </p:set>
                                    <p:animEffect transition="in" filter="wipe(down)">
                                      <p:cBhvr>
                                        <p:cTn id="7" dur="500"/>
                                        <p:tgtEl>
                                          <p:spTgt spid="45"/>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65"/>
                                        </p:tgtEl>
                                        <p:attrNameLst>
                                          <p:attrName>style.visibility</p:attrName>
                                        </p:attrNameLst>
                                      </p:cBhvr>
                                      <p:to>
                                        <p:strVal val="visible"/>
                                      </p:to>
                                    </p:set>
                                    <p:animEffect transition="in" filter="wipe(left)">
                                      <p:cBhvr>
                                        <p:cTn id="11" dur="500"/>
                                        <p:tgtEl>
                                          <p:spTgt spid="65"/>
                                        </p:tgtEl>
                                      </p:cBhvr>
                                    </p:animEffect>
                                  </p:childTnLst>
                                </p:cTn>
                              </p:par>
                            </p:childTnLst>
                          </p:cTn>
                        </p:par>
                        <p:par>
                          <p:cTn id="12" fill="hold">
                            <p:stCondLst>
                              <p:cond delay="1000"/>
                            </p:stCondLst>
                            <p:childTnLst>
                              <p:par>
                                <p:cTn id="13" presetID="53" presetClass="entr" presetSubtype="0" fill="hold" grpId="0" nodeType="afterEffect">
                                  <p:stCondLst>
                                    <p:cond delay="0"/>
                                  </p:stCondLst>
                                  <p:childTnLst>
                                    <p:set>
                                      <p:cBhvr>
                                        <p:cTn id="14" dur="1" fill="hold">
                                          <p:stCondLst>
                                            <p:cond delay="0"/>
                                          </p:stCondLst>
                                        </p:cTn>
                                        <p:tgtEl>
                                          <p:spTgt spid="31"/>
                                        </p:tgtEl>
                                        <p:attrNameLst>
                                          <p:attrName>style.visibility</p:attrName>
                                        </p:attrNameLst>
                                      </p:cBhvr>
                                      <p:to>
                                        <p:strVal val="visible"/>
                                      </p:to>
                                    </p:set>
                                    <p:anim calcmode="lin" valueType="num">
                                      <p:cBhvr>
                                        <p:cTn id="15" dur="500" fill="hold"/>
                                        <p:tgtEl>
                                          <p:spTgt spid="31"/>
                                        </p:tgtEl>
                                        <p:attrNameLst>
                                          <p:attrName>ppt_w</p:attrName>
                                        </p:attrNameLst>
                                      </p:cBhvr>
                                      <p:tavLst>
                                        <p:tav tm="0">
                                          <p:val>
                                            <p:fltVal val="0"/>
                                          </p:val>
                                        </p:tav>
                                        <p:tav tm="100000">
                                          <p:val>
                                            <p:strVal val="#ppt_w"/>
                                          </p:val>
                                        </p:tav>
                                      </p:tavLst>
                                    </p:anim>
                                    <p:anim calcmode="lin" valueType="num">
                                      <p:cBhvr>
                                        <p:cTn id="16" dur="500" fill="hold"/>
                                        <p:tgtEl>
                                          <p:spTgt spid="31"/>
                                        </p:tgtEl>
                                        <p:attrNameLst>
                                          <p:attrName>ppt_h</p:attrName>
                                        </p:attrNameLst>
                                      </p:cBhvr>
                                      <p:tavLst>
                                        <p:tav tm="0">
                                          <p:val>
                                            <p:fltVal val="0"/>
                                          </p:val>
                                        </p:tav>
                                        <p:tav tm="100000">
                                          <p:val>
                                            <p:strVal val="#ppt_h"/>
                                          </p:val>
                                        </p:tav>
                                      </p:tavLst>
                                    </p:anim>
                                    <p:animEffect transition="in" filter="fade">
                                      <p:cBhvr>
                                        <p:cTn id="17" dur="500"/>
                                        <p:tgtEl>
                                          <p:spTgt spid="31"/>
                                        </p:tgtEl>
                                      </p:cBhvr>
                                    </p:animEffect>
                                  </p:childTnLst>
                                </p:cTn>
                              </p:par>
                            </p:childTnLst>
                          </p:cTn>
                        </p:par>
                        <p:par>
                          <p:cTn id="18" fill="hold">
                            <p:stCondLst>
                              <p:cond delay="1500"/>
                            </p:stCondLst>
                            <p:childTnLst>
                              <p:par>
                                <p:cTn id="19" presetID="22" presetClass="entr" presetSubtype="8" fill="hold" grpId="0" nodeType="afterEffect">
                                  <p:stCondLst>
                                    <p:cond delay="0"/>
                                  </p:stCondLst>
                                  <p:childTnLst>
                                    <p:set>
                                      <p:cBhvr>
                                        <p:cTn id="20" dur="1" fill="hold">
                                          <p:stCondLst>
                                            <p:cond delay="0"/>
                                          </p:stCondLst>
                                        </p:cTn>
                                        <p:tgtEl>
                                          <p:spTgt spid="22">
                                            <p:txEl>
                                              <p:pRg st="0" end="0"/>
                                            </p:txEl>
                                          </p:spTgt>
                                        </p:tgtEl>
                                        <p:attrNameLst>
                                          <p:attrName>style.visibility</p:attrName>
                                        </p:attrNameLst>
                                      </p:cBhvr>
                                      <p:to>
                                        <p:strVal val="visible"/>
                                      </p:to>
                                    </p:set>
                                    <p:animEffect transition="in" filter="wipe(left)">
                                      <p:cBhvr>
                                        <p:cTn id="21" dur="500"/>
                                        <p:tgtEl>
                                          <p:spTgt spid="22">
                                            <p:txEl>
                                              <p:pRg st="0" end="0"/>
                                            </p:txEl>
                                          </p:spTgt>
                                        </p:tgtEl>
                                      </p:cBhvr>
                                    </p:animEffect>
                                  </p:childTnLst>
                                </p:cTn>
                              </p:par>
                            </p:childTnLst>
                          </p:cTn>
                        </p:par>
                        <p:par>
                          <p:cTn id="22" fill="hold">
                            <p:stCondLst>
                              <p:cond delay="2000"/>
                            </p:stCondLst>
                            <p:childTnLst>
                              <p:par>
                                <p:cTn id="23" presetID="22" presetClass="entr" presetSubtype="8" fill="hold" grpId="0" nodeType="afterEffect">
                                  <p:stCondLst>
                                    <p:cond delay="0"/>
                                  </p:stCondLst>
                                  <p:childTnLst>
                                    <p:set>
                                      <p:cBhvr>
                                        <p:cTn id="24" dur="1" fill="hold">
                                          <p:stCondLst>
                                            <p:cond delay="0"/>
                                          </p:stCondLst>
                                        </p:cTn>
                                        <p:tgtEl>
                                          <p:spTgt spid="43">
                                            <p:txEl>
                                              <p:pRg st="0" end="0"/>
                                            </p:txEl>
                                          </p:spTgt>
                                        </p:tgtEl>
                                        <p:attrNameLst>
                                          <p:attrName>style.visibility</p:attrName>
                                        </p:attrNameLst>
                                      </p:cBhvr>
                                      <p:to>
                                        <p:strVal val="visible"/>
                                      </p:to>
                                    </p:set>
                                    <p:animEffect transition="in" filter="wipe(left)">
                                      <p:cBhvr>
                                        <p:cTn id="25" dur="500"/>
                                        <p:tgtEl>
                                          <p:spTgt spid="43">
                                            <p:txEl>
                                              <p:pRg st="0" end="0"/>
                                            </p:txEl>
                                          </p:spTgt>
                                        </p:tgtEl>
                                      </p:cBhvr>
                                    </p:animEffect>
                                  </p:childTnLst>
                                </p:cTn>
                              </p:par>
                            </p:childTnLst>
                          </p:cTn>
                        </p:par>
                        <p:par>
                          <p:cTn id="26" fill="hold">
                            <p:stCondLst>
                              <p:cond delay="2500"/>
                            </p:stCondLst>
                            <p:childTnLst>
                              <p:par>
                                <p:cTn id="27" presetID="22" presetClass="entr" presetSubtype="8" fill="hold" grpId="0" nodeType="afterEffect">
                                  <p:stCondLst>
                                    <p:cond delay="0"/>
                                  </p:stCondLst>
                                  <p:childTnLst>
                                    <p:set>
                                      <p:cBhvr>
                                        <p:cTn id="28" dur="1" fill="hold">
                                          <p:stCondLst>
                                            <p:cond delay="0"/>
                                          </p:stCondLst>
                                        </p:cTn>
                                        <p:tgtEl>
                                          <p:spTgt spid="14">
                                            <p:txEl>
                                              <p:pRg st="0" end="0"/>
                                            </p:txEl>
                                          </p:spTgt>
                                        </p:tgtEl>
                                        <p:attrNameLst>
                                          <p:attrName>style.visibility</p:attrName>
                                        </p:attrNameLst>
                                      </p:cBhvr>
                                      <p:to>
                                        <p:strVal val="visible"/>
                                      </p:to>
                                    </p:set>
                                    <p:animEffect transition="in" filter="wipe(left)">
                                      <p:cBhvr>
                                        <p:cTn id="29" dur="500"/>
                                        <p:tgtEl>
                                          <p:spTgt spid="14">
                                            <p:txEl>
                                              <p:pRg st="0" end="0"/>
                                            </p:txEl>
                                          </p:spTgt>
                                        </p:tgtEl>
                                      </p:cBhvr>
                                    </p:animEffect>
                                  </p:childTnLst>
                                </p:cTn>
                              </p:par>
                            </p:childTnLst>
                          </p:cTn>
                        </p:par>
                        <p:par>
                          <p:cTn id="30" fill="hold">
                            <p:stCondLst>
                              <p:cond delay="3000"/>
                            </p:stCondLst>
                            <p:childTnLst>
                              <p:par>
                                <p:cTn id="31" presetID="53" presetClass="entr" presetSubtype="0" fill="hold" grpId="0" nodeType="afterEffect">
                                  <p:stCondLst>
                                    <p:cond delay="0"/>
                                  </p:stCondLst>
                                  <p:childTnLst>
                                    <p:set>
                                      <p:cBhvr>
                                        <p:cTn id="32" dur="1" fill="hold">
                                          <p:stCondLst>
                                            <p:cond delay="0"/>
                                          </p:stCondLst>
                                        </p:cTn>
                                        <p:tgtEl>
                                          <p:spTgt spid="66"/>
                                        </p:tgtEl>
                                        <p:attrNameLst>
                                          <p:attrName>style.visibility</p:attrName>
                                        </p:attrNameLst>
                                      </p:cBhvr>
                                      <p:to>
                                        <p:strVal val="visible"/>
                                      </p:to>
                                    </p:set>
                                    <p:anim calcmode="lin" valueType="num">
                                      <p:cBhvr>
                                        <p:cTn id="33" dur="500" fill="hold"/>
                                        <p:tgtEl>
                                          <p:spTgt spid="66"/>
                                        </p:tgtEl>
                                        <p:attrNameLst>
                                          <p:attrName>ppt_w</p:attrName>
                                        </p:attrNameLst>
                                      </p:cBhvr>
                                      <p:tavLst>
                                        <p:tav tm="0">
                                          <p:val>
                                            <p:fltVal val="0"/>
                                          </p:val>
                                        </p:tav>
                                        <p:tav tm="100000">
                                          <p:val>
                                            <p:strVal val="#ppt_w"/>
                                          </p:val>
                                        </p:tav>
                                      </p:tavLst>
                                    </p:anim>
                                    <p:anim calcmode="lin" valueType="num">
                                      <p:cBhvr>
                                        <p:cTn id="34" dur="500" fill="hold"/>
                                        <p:tgtEl>
                                          <p:spTgt spid="66"/>
                                        </p:tgtEl>
                                        <p:attrNameLst>
                                          <p:attrName>ppt_h</p:attrName>
                                        </p:attrNameLst>
                                      </p:cBhvr>
                                      <p:tavLst>
                                        <p:tav tm="0">
                                          <p:val>
                                            <p:fltVal val="0"/>
                                          </p:val>
                                        </p:tav>
                                        <p:tav tm="100000">
                                          <p:val>
                                            <p:strVal val="#ppt_h"/>
                                          </p:val>
                                        </p:tav>
                                      </p:tavLst>
                                    </p:anim>
                                    <p:animEffect transition="in" filter="fade">
                                      <p:cBhvr>
                                        <p:cTn id="35" dur="500"/>
                                        <p:tgtEl>
                                          <p:spTgt spid="66"/>
                                        </p:tgtEl>
                                      </p:cBhvr>
                                    </p:animEffect>
                                  </p:childTnLst>
                                </p:cTn>
                              </p:par>
                            </p:childTnLst>
                          </p:cTn>
                        </p:par>
                        <p:par>
                          <p:cTn id="36" fill="hold">
                            <p:stCondLst>
                              <p:cond delay="3500"/>
                            </p:stCondLst>
                            <p:childTnLst>
                              <p:par>
                                <p:cTn id="37" presetID="22" presetClass="entr" presetSubtype="8" fill="hold" grpId="0" nodeType="afterEffect">
                                  <p:stCondLst>
                                    <p:cond delay="0"/>
                                  </p:stCondLst>
                                  <p:childTnLst>
                                    <p:set>
                                      <p:cBhvr>
                                        <p:cTn id="38" dur="1" fill="hold">
                                          <p:stCondLst>
                                            <p:cond delay="0"/>
                                          </p:stCondLst>
                                        </p:cTn>
                                        <p:tgtEl>
                                          <p:spTgt spid="68">
                                            <p:txEl>
                                              <p:pRg st="0" end="0"/>
                                            </p:txEl>
                                          </p:spTgt>
                                        </p:tgtEl>
                                        <p:attrNameLst>
                                          <p:attrName>style.visibility</p:attrName>
                                        </p:attrNameLst>
                                      </p:cBhvr>
                                      <p:to>
                                        <p:strVal val="visible"/>
                                      </p:to>
                                    </p:set>
                                    <p:animEffect transition="in" filter="wipe(left)">
                                      <p:cBhvr>
                                        <p:cTn id="39" dur="500"/>
                                        <p:tgtEl>
                                          <p:spTgt spid="68">
                                            <p:txEl>
                                              <p:pRg st="0" end="0"/>
                                            </p:txEl>
                                          </p:spTgt>
                                        </p:tgtEl>
                                      </p:cBhvr>
                                    </p:animEffect>
                                  </p:childTnLst>
                                </p:cTn>
                              </p:par>
                            </p:childTnLst>
                          </p:cTn>
                        </p:par>
                        <p:par>
                          <p:cTn id="40" fill="hold">
                            <p:stCondLst>
                              <p:cond delay="4000"/>
                            </p:stCondLst>
                            <p:childTnLst>
                              <p:par>
                                <p:cTn id="41" presetID="22" presetClass="entr" presetSubtype="8" fill="hold" grpId="0" nodeType="afterEffect">
                                  <p:stCondLst>
                                    <p:cond delay="0"/>
                                  </p:stCondLst>
                                  <p:childTnLst>
                                    <p:set>
                                      <p:cBhvr>
                                        <p:cTn id="42" dur="1" fill="hold">
                                          <p:stCondLst>
                                            <p:cond delay="0"/>
                                          </p:stCondLst>
                                        </p:cTn>
                                        <p:tgtEl>
                                          <p:spTgt spid="69">
                                            <p:txEl>
                                              <p:pRg st="0" end="0"/>
                                            </p:txEl>
                                          </p:spTgt>
                                        </p:tgtEl>
                                        <p:attrNameLst>
                                          <p:attrName>style.visibility</p:attrName>
                                        </p:attrNameLst>
                                      </p:cBhvr>
                                      <p:to>
                                        <p:strVal val="visible"/>
                                      </p:to>
                                    </p:set>
                                    <p:animEffect transition="in" filter="wipe(left)">
                                      <p:cBhvr>
                                        <p:cTn id="43" dur="500"/>
                                        <p:tgtEl>
                                          <p:spTgt spid="69">
                                            <p:txEl>
                                              <p:pRg st="0" end="0"/>
                                            </p:txEl>
                                          </p:spTgt>
                                        </p:tgtEl>
                                      </p:cBhvr>
                                    </p:animEffect>
                                  </p:childTnLst>
                                </p:cTn>
                              </p:par>
                            </p:childTnLst>
                          </p:cTn>
                        </p:par>
                        <p:par>
                          <p:cTn id="44" fill="hold">
                            <p:stCondLst>
                              <p:cond delay="4500"/>
                            </p:stCondLst>
                            <p:childTnLst>
                              <p:par>
                                <p:cTn id="45" presetID="22" presetClass="entr" presetSubtype="8" fill="hold" grpId="0" nodeType="afterEffect">
                                  <p:stCondLst>
                                    <p:cond delay="0"/>
                                  </p:stCondLst>
                                  <p:childTnLst>
                                    <p:set>
                                      <p:cBhvr>
                                        <p:cTn id="46" dur="1" fill="hold">
                                          <p:stCondLst>
                                            <p:cond delay="0"/>
                                          </p:stCondLst>
                                        </p:cTn>
                                        <p:tgtEl>
                                          <p:spTgt spid="67">
                                            <p:txEl>
                                              <p:pRg st="0" end="0"/>
                                            </p:txEl>
                                          </p:spTgt>
                                        </p:tgtEl>
                                        <p:attrNameLst>
                                          <p:attrName>style.visibility</p:attrName>
                                        </p:attrNameLst>
                                      </p:cBhvr>
                                      <p:to>
                                        <p:strVal val="visible"/>
                                      </p:to>
                                    </p:set>
                                    <p:animEffect transition="in" filter="wipe(left)">
                                      <p:cBhvr>
                                        <p:cTn id="47" dur="500"/>
                                        <p:tgtEl>
                                          <p:spTgt spid="67">
                                            <p:txEl>
                                              <p:pRg st="0" end="0"/>
                                            </p:txEl>
                                          </p:spTgt>
                                        </p:tgtEl>
                                      </p:cBhvr>
                                    </p:animEffect>
                                  </p:childTnLst>
                                </p:cTn>
                              </p:par>
                            </p:childTnLst>
                          </p:cTn>
                        </p:par>
                        <p:par>
                          <p:cTn id="48" fill="hold">
                            <p:stCondLst>
                              <p:cond delay="5000"/>
                            </p:stCondLst>
                            <p:childTnLst>
                              <p:par>
                                <p:cTn id="49" presetID="22" presetClass="entr" presetSubtype="4" fill="hold" nodeType="afterEffect">
                                  <p:stCondLst>
                                    <p:cond delay="0"/>
                                  </p:stCondLst>
                                  <p:childTnLst>
                                    <p:set>
                                      <p:cBhvr>
                                        <p:cTn id="50" dur="1" fill="hold">
                                          <p:stCondLst>
                                            <p:cond delay="0"/>
                                          </p:stCondLst>
                                        </p:cTn>
                                        <p:tgtEl>
                                          <p:spTgt spid="70"/>
                                        </p:tgtEl>
                                        <p:attrNameLst>
                                          <p:attrName>style.visibility</p:attrName>
                                        </p:attrNameLst>
                                      </p:cBhvr>
                                      <p:to>
                                        <p:strVal val="visible"/>
                                      </p:to>
                                    </p:set>
                                    <p:animEffect transition="in" filter="wipe(down)">
                                      <p:cBhvr>
                                        <p:cTn id="51" dur="500"/>
                                        <p:tgtEl>
                                          <p:spTgt spid="70"/>
                                        </p:tgtEl>
                                      </p:cBhvr>
                                    </p:animEffect>
                                  </p:childTnLst>
                                </p:cTn>
                              </p:par>
                            </p:childTnLst>
                          </p:cTn>
                        </p:par>
                        <p:par>
                          <p:cTn id="52" fill="hold">
                            <p:stCondLst>
                              <p:cond delay="5500"/>
                            </p:stCondLst>
                            <p:childTnLst>
                              <p:par>
                                <p:cTn id="53" presetID="53" presetClass="entr" presetSubtype="0" fill="hold" grpId="0" nodeType="afterEffect">
                                  <p:stCondLst>
                                    <p:cond delay="0"/>
                                  </p:stCondLst>
                                  <p:childTnLst>
                                    <p:set>
                                      <p:cBhvr>
                                        <p:cTn id="54" dur="1" fill="hold">
                                          <p:stCondLst>
                                            <p:cond delay="0"/>
                                          </p:stCondLst>
                                        </p:cTn>
                                        <p:tgtEl>
                                          <p:spTgt spid="71"/>
                                        </p:tgtEl>
                                        <p:attrNameLst>
                                          <p:attrName>style.visibility</p:attrName>
                                        </p:attrNameLst>
                                      </p:cBhvr>
                                      <p:to>
                                        <p:strVal val="visible"/>
                                      </p:to>
                                    </p:set>
                                    <p:anim calcmode="lin" valueType="num">
                                      <p:cBhvr>
                                        <p:cTn id="55" dur="500" fill="hold"/>
                                        <p:tgtEl>
                                          <p:spTgt spid="71"/>
                                        </p:tgtEl>
                                        <p:attrNameLst>
                                          <p:attrName>ppt_w</p:attrName>
                                        </p:attrNameLst>
                                      </p:cBhvr>
                                      <p:tavLst>
                                        <p:tav tm="0">
                                          <p:val>
                                            <p:fltVal val="0"/>
                                          </p:val>
                                        </p:tav>
                                        <p:tav tm="100000">
                                          <p:val>
                                            <p:strVal val="#ppt_w"/>
                                          </p:val>
                                        </p:tav>
                                      </p:tavLst>
                                    </p:anim>
                                    <p:anim calcmode="lin" valueType="num">
                                      <p:cBhvr>
                                        <p:cTn id="56" dur="500" fill="hold"/>
                                        <p:tgtEl>
                                          <p:spTgt spid="71"/>
                                        </p:tgtEl>
                                        <p:attrNameLst>
                                          <p:attrName>ppt_h</p:attrName>
                                        </p:attrNameLst>
                                      </p:cBhvr>
                                      <p:tavLst>
                                        <p:tav tm="0">
                                          <p:val>
                                            <p:fltVal val="0"/>
                                          </p:val>
                                        </p:tav>
                                        <p:tav tm="100000">
                                          <p:val>
                                            <p:strVal val="#ppt_h"/>
                                          </p:val>
                                        </p:tav>
                                      </p:tavLst>
                                    </p:anim>
                                    <p:animEffect transition="in" filter="fade">
                                      <p:cBhvr>
                                        <p:cTn id="57" dur="500"/>
                                        <p:tgtEl>
                                          <p:spTgt spid="71"/>
                                        </p:tgtEl>
                                      </p:cBhvr>
                                    </p:animEffect>
                                  </p:childTnLst>
                                </p:cTn>
                              </p:par>
                            </p:childTnLst>
                          </p:cTn>
                        </p:par>
                        <p:par>
                          <p:cTn id="58" fill="hold">
                            <p:stCondLst>
                              <p:cond delay="6000"/>
                            </p:stCondLst>
                            <p:childTnLst>
                              <p:par>
                                <p:cTn id="59" presetID="22" presetClass="entr" presetSubtype="8" fill="hold" grpId="0" nodeType="afterEffect">
                                  <p:stCondLst>
                                    <p:cond delay="0"/>
                                  </p:stCondLst>
                                  <p:childTnLst>
                                    <p:set>
                                      <p:cBhvr>
                                        <p:cTn id="60" dur="1" fill="hold">
                                          <p:stCondLst>
                                            <p:cond delay="0"/>
                                          </p:stCondLst>
                                        </p:cTn>
                                        <p:tgtEl>
                                          <p:spTgt spid="73">
                                            <p:txEl>
                                              <p:pRg st="0" end="0"/>
                                            </p:txEl>
                                          </p:spTgt>
                                        </p:tgtEl>
                                        <p:attrNameLst>
                                          <p:attrName>style.visibility</p:attrName>
                                        </p:attrNameLst>
                                      </p:cBhvr>
                                      <p:to>
                                        <p:strVal val="visible"/>
                                      </p:to>
                                    </p:set>
                                    <p:animEffect transition="in" filter="wipe(left)">
                                      <p:cBhvr>
                                        <p:cTn id="61" dur="500"/>
                                        <p:tgtEl>
                                          <p:spTgt spid="73">
                                            <p:txEl>
                                              <p:pRg st="0" end="0"/>
                                            </p:txEl>
                                          </p:spTgt>
                                        </p:tgtEl>
                                      </p:cBhvr>
                                    </p:animEffect>
                                  </p:childTnLst>
                                </p:cTn>
                              </p:par>
                            </p:childTnLst>
                          </p:cTn>
                        </p:par>
                        <p:par>
                          <p:cTn id="62" fill="hold">
                            <p:stCondLst>
                              <p:cond delay="6500"/>
                            </p:stCondLst>
                            <p:childTnLst>
                              <p:par>
                                <p:cTn id="63" presetID="22" presetClass="entr" presetSubtype="8" fill="hold" grpId="0" nodeType="afterEffect">
                                  <p:stCondLst>
                                    <p:cond delay="0"/>
                                  </p:stCondLst>
                                  <p:childTnLst>
                                    <p:set>
                                      <p:cBhvr>
                                        <p:cTn id="64" dur="1" fill="hold">
                                          <p:stCondLst>
                                            <p:cond delay="0"/>
                                          </p:stCondLst>
                                        </p:cTn>
                                        <p:tgtEl>
                                          <p:spTgt spid="74">
                                            <p:txEl>
                                              <p:pRg st="0" end="0"/>
                                            </p:txEl>
                                          </p:spTgt>
                                        </p:tgtEl>
                                        <p:attrNameLst>
                                          <p:attrName>style.visibility</p:attrName>
                                        </p:attrNameLst>
                                      </p:cBhvr>
                                      <p:to>
                                        <p:strVal val="visible"/>
                                      </p:to>
                                    </p:set>
                                    <p:animEffect transition="in" filter="wipe(left)">
                                      <p:cBhvr>
                                        <p:cTn id="65" dur="500"/>
                                        <p:tgtEl>
                                          <p:spTgt spid="74">
                                            <p:txEl>
                                              <p:pRg st="0" end="0"/>
                                            </p:txEl>
                                          </p:spTgt>
                                        </p:tgtEl>
                                      </p:cBhvr>
                                    </p:animEffect>
                                  </p:childTnLst>
                                </p:cTn>
                              </p:par>
                            </p:childTnLst>
                          </p:cTn>
                        </p:par>
                        <p:par>
                          <p:cTn id="66" fill="hold">
                            <p:stCondLst>
                              <p:cond delay="7000"/>
                            </p:stCondLst>
                            <p:childTnLst>
                              <p:par>
                                <p:cTn id="67" presetID="22" presetClass="entr" presetSubtype="8" fill="hold" grpId="0" nodeType="afterEffect">
                                  <p:stCondLst>
                                    <p:cond delay="0"/>
                                  </p:stCondLst>
                                  <p:childTnLst>
                                    <p:set>
                                      <p:cBhvr>
                                        <p:cTn id="68" dur="1" fill="hold">
                                          <p:stCondLst>
                                            <p:cond delay="0"/>
                                          </p:stCondLst>
                                        </p:cTn>
                                        <p:tgtEl>
                                          <p:spTgt spid="72">
                                            <p:txEl>
                                              <p:pRg st="0" end="0"/>
                                            </p:txEl>
                                          </p:spTgt>
                                        </p:tgtEl>
                                        <p:attrNameLst>
                                          <p:attrName>style.visibility</p:attrName>
                                        </p:attrNameLst>
                                      </p:cBhvr>
                                      <p:to>
                                        <p:strVal val="visible"/>
                                      </p:to>
                                    </p:set>
                                    <p:animEffect transition="in" filter="wipe(left)">
                                      <p:cBhvr>
                                        <p:cTn id="69" dur="500"/>
                                        <p:tgtEl>
                                          <p:spTgt spid="72">
                                            <p:txEl>
                                              <p:pRg st="0" end="0"/>
                                            </p:txEl>
                                          </p:spTgt>
                                        </p:tgtEl>
                                      </p:cBhvr>
                                    </p:animEffect>
                                  </p:childTnLst>
                                </p:cTn>
                              </p:par>
                            </p:childTnLst>
                          </p:cTn>
                        </p:par>
                        <p:par>
                          <p:cTn id="70" fill="hold">
                            <p:stCondLst>
                              <p:cond delay="7500"/>
                            </p:stCondLst>
                            <p:childTnLst>
                              <p:par>
                                <p:cTn id="71" presetID="22" presetClass="entr" presetSubtype="8" fill="hold" nodeType="afterEffect">
                                  <p:stCondLst>
                                    <p:cond delay="0"/>
                                  </p:stCondLst>
                                  <p:childTnLst>
                                    <p:set>
                                      <p:cBhvr>
                                        <p:cTn id="72" dur="1" fill="hold">
                                          <p:stCondLst>
                                            <p:cond delay="0"/>
                                          </p:stCondLst>
                                        </p:cTn>
                                        <p:tgtEl>
                                          <p:spTgt spid="49"/>
                                        </p:tgtEl>
                                        <p:attrNameLst>
                                          <p:attrName>style.visibility</p:attrName>
                                        </p:attrNameLst>
                                      </p:cBhvr>
                                      <p:to>
                                        <p:strVal val="visible"/>
                                      </p:to>
                                    </p:set>
                                    <p:animEffect transition="in" filter="wipe(left)">
                                      <p:cBhvr>
                                        <p:cTn id="73" dur="500"/>
                                        <p:tgtEl>
                                          <p:spTgt spid="49"/>
                                        </p:tgtEl>
                                      </p:cBhvr>
                                    </p:animEffect>
                                  </p:childTnLst>
                                </p:cTn>
                              </p:par>
                            </p:childTnLst>
                          </p:cTn>
                        </p:par>
                        <p:par>
                          <p:cTn id="74" fill="hold">
                            <p:stCondLst>
                              <p:cond delay="8000"/>
                            </p:stCondLst>
                            <p:childTnLst>
                              <p:par>
                                <p:cTn id="75" presetID="53" presetClass="entr" presetSubtype="0" fill="hold" grpId="0" nodeType="afterEffect">
                                  <p:stCondLst>
                                    <p:cond delay="0"/>
                                  </p:stCondLst>
                                  <p:childTnLst>
                                    <p:set>
                                      <p:cBhvr>
                                        <p:cTn id="76" dur="1" fill="hold">
                                          <p:stCondLst>
                                            <p:cond delay="0"/>
                                          </p:stCondLst>
                                        </p:cTn>
                                        <p:tgtEl>
                                          <p:spTgt spid="50"/>
                                        </p:tgtEl>
                                        <p:attrNameLst>
                                          <p:attrName>style.visibility</p:attrName>
                                        </p:attrNameLst>
                                      </p:cBhvr>
                                      <p:to>
                                        <p:strVal val="visible"/>
                                      </p:to>
                                    </p:set>
                                    <p:anim calcmode="lin" valueType="num">
                                      <p:cBhvr>
                                        <p:cTn id="77" dur="500" fill="hold"/>
                                        <p:tgtEl>
                                          <p:spTgt spid="50"/>
                                        </p:tgtEl>
                                        <p:attrNameLst>
                                          <p:attrName>ppt_w</p:attrName>
                                        </p:attrNameLst>
                                      </p:cBhvr>
                                      <p:tavLst>
                                        <p:tav tm="0">
                                          <p:val>
                                            <p:fltVal val="0"/>
                                          </p:val>
                                        </p:tav>
                                        <p:tav tm="100000">
                                          <p:val>
                                            <p:strVal val="#ppt_w"/>
                                          </p:val>
                                        </p:tav>
                                      </p:tavLst>
                                    </p:anim>
                                    <p:anim calcmode="lin" valueType="num">
                                      <p:cBhvr>
                                        <p:cTn id="78" dur="500" fill="hold"/>
                                        <p:tgtEl>
                                          <p:spTgt spid="50"/>
                                        </p:tgtEl>
                                        <p:attrNameLst>
                                          <p:attrName>ppt_h</p:attrName>
                                        </p:attrNameLst>
                                      </p:cBhvr>
                                      <p:tavLst>
                                        <p:tav tm="0">
                                          <p:val>
                                            <p:fltVal val="0"/>
                                          </p:val>
                                        </p:tav>
                                        <p:tav tm="100000">
                                          <p:val>
                                            <p:strVal val="#ppt_h"/>
                                          </p:val>
                                        </p:tav>
                                      </p:tavLst>
                                    </p:anim>
                                    <p:animEffect transition="in" filter="fade">
                                      <p:cBhvr>
                                        <p:cTn id="79" dur="500"/>
                                        <p:tgtEl>
                                          <p:spTgt spid="50"/>
                                        </p:tgtEl>
                                      </p:cBhvr>
                                    </p:animEffect>
                                  </p:childTnLst>
                                </p:cTn>
                              </p:par>
                            </p:childTnLst>
                          </p:cTn>
                        </p:par>
                        <p:par>
                          <p:cTn id="80" fill="hold">
                            <p:stCondLst>
                              <p:cond delay="8500"/>
                            </p:stCondLst>
                            <p:childTnLst>
                              <p:par>
                                <p:cTn id="81" presetID="22" presetClass="entr" presetSubtype="8" fill="hold" grpId="0" nodeType="afterEffect">
                                  <p:stCondLst>
                                    <p:cond delay="0"/>
                                  </p:stCondLst>
                                  <p:childTnLst>
                                    <p:set>
                                      <p:cBhvr>
                                        <p:cTn id="82" dur="1" fill="hold">
                                          <p:stCondLst>
                                            <p:cond delay="0"/>
                                          </p:stCondLst>
                                        </p:cTn>
                                        <p:tgtEl>
                                          <p:spTgt spid="52">
                                            <p:txEl>
                                              <p:pRg st="0" end="0"/>
                                            </p:txEl>
                                          </p:spTgt>
                                        </p:tgtEl>
                                        <p:attrNameLst>
                                          <p:attrName>style.visibility</p:attrName>
                                        </p:attrNameLst>
                                      </p:cBhvr>
                                      <p:to>
                                        <p:strVal val="visible"/>
                                      </p:to>
                                    </p:set>
                                    <p:animEffect transition="in" filter="wipe(left)">
                                      <p:cBhvr>
                                        <p:cTn id="83" dur="500"/>
                                        <p:tgtEl>
                                          <p:spTgt spid="52">
                                            <p:txEl>
                                              <p:pRg st="0" end="0"/>
                                            </p:txEl>
                                          </p:spTgt>
                                        </p:tgtEl>
                                      </p:cBhvr>
                                    </p:animEffect>
                                  </p:childTnLst>
                                </p:cTn>
                              </p:par>
                            </p:childTnLst>
                          </p:cTn>
                        </p:par>
                        <p:par>
                          <p:cTn id="84" fill="hold">
                            <p:stCondLst>
                              <p:cond delay="9000"/>
                            </p:stCondLst>
                            <p:childTnLst>
                              <p:par>
                                <p:cTn id="85" presetID="22" presetClass="entr" presetSubtype="8" fill="hold" grpId="0" nodeType="afterEffect">
                                  <p:stCondLst>
                                    <p:cond delay="0"/>
                                  </p:stCondLst>
                                  <p:childTnLst>
                                    <p:set>
                                      <p:cBhvr>
                                        <p:cTn id="86" dur="1" fill="hold">
                                          <p:stCondLst>
                                            <p:cond delay="0"/>
                                          </p:stCondLst>
                                        </p:cTn>
                                        <p:tgtEl>
                                          <p:spTgt spid="53">
                                            <p:txEl>
                                              <p:pRg st="0" end="0"/>
                                            </p:txEl>
                                          </p:spTgt>
                                        </p:tgtEl>
                                        <p:attrNameLst>
                                          <p:attrName>style.visibility</p:attrName>
                                        </p:attrNameLst>
                                      </p:cBhvr>
                                      <p:to>
                                        <p:strVal val="visible"/>
                                      </p:to>
                                    </p:set>
                                    <p:animEffect transition="in" filter="wipe(left)">
                                      <p:cBhvr>
                                        <p:cTn id="87" dur="500"/>
                                        <p:tgtEl>
                                          <p:spTgt spid="53">
                                            <p:txEl>
                                              <p:pRg st="0" end="0"/>
                                            </p:txEl>
                                          </p:spTgt>
                                        </p:tgtEl>
                                      </p:cBhvr>
                                    </p:animEffect>
                                  </p:childTnLst>
                                </p:cTn>
                              </p:par>
                            </p:childTnLst>
                          </p:cTn>
                        </p:par>
                        <p:par>
                          <p:cTn id="88" fill="hold">
                            <p:stCondLst>
                              <p:cond delay="9500"/>
                            </p:stCondLst>
                            <p:childTnLst>
                              <p:par>
                                <p:cTn id="89" presetID="22" presetClass="entr" presetSubtype="8" fill="hold" grpId="0" nodeType="afterEffect">
                                  <p:stCondLst>
                                    <p:cond delay="0"/>
                                  </p:stCondLst>
                                  <p:childTnLst>
                                    <p:set>
                                      <p:cBhvr>
                                        <p:cTn id="90" dur="1" fill="hold">
                                          <p:stCondLst>
                                            <p:cond delay="0"/>
                                          </p:stCondLst>
                                        </p:cTn>
                                        <p:tgtEl>
                                          <p:spTgt spid="51">
                                            <p:txEl>
                                              <p:pRg st="0" end="0"/>
                                            </p:txEl>
                                          </p:spTgt>
                                        </p:tgtEl>
                                        <p:attrNameLst>
                                          <p:attrName>style.visibility</p:attrName>
                                        </p:attrNameLst>
                                      </p:cBhvr>
                                      <p:to>
                                        <p:strVal val="visible"/>
                                      </p:to>
                                    </p:set>
                                    <p:animEffect transition="in" filter="wipe(left)">
                                      <p:cBhvr>
                                        <p:cTn id="91" dur="500"/>
                                        <p:tgtEl>
                                          <p:spTgt spid="51">
                                            <p:txEl>
                                              <p:pRg st="0" end="0"/>
                                            </p:txEl>
                                          </p:spTgt>
                                        </p:tgtEl>
                                      </p:cBhvr>
                                    </p:animEffect>
                                  </p:childTnLst>
                                </p:cTn>
                              </p:par>
                            </p:childTnLst>
                          </p:cTn>
                        </p:par>
                        <p:par>
                          <p:cTn id="92" fill="hold">
                            <p:stCondLst>
                              <p:cond delay="10000"/>
                            </p:stCondLst>
                            <p:childTnLst>
                              <p:par>
                                <p:cTn id="93" presetID="53" presetClass="entr" presetSubtype="0" fill="hold" grpId="0" nodeType="afterEffect">
                                  <p:stCondLst>
                                    <p:cond delay="0"/>
                                  </p:stCondLst>
                                  <p:childTnLst>
                                    <p:set>
                                      <p:cBhvr>
                                        <p:cTn id="94" dur="1" fill="hold">
                                          <p:stCondLst>
                                            <p:cond delay="0"/>
                                          </p:stCondLst>
                                        </p:cTn>
                                        <p:tgtEl>
                                          <p:spTgt spid="54"/>
                                        </p:tgtEl>
                                        <p:attrNameLst>
                                          <p:attrName>style.visibility</p:attrName>
                                        </p:attrNameLst>
                                      </p:cBhvr>
                                      <p:to>
                                        <p:strVal val="visible"/>
                                      </p:to>
                                    </p:set>
                                    <p:anim calcmode="lin" valueType="num">
                                      <p:cBhvr>
                                        <p:cTn id="95" dur="500" fill="hold"/>
                                        <p:tgtEl>
                                          <p:spTgt spid="54"/>
                                        </p:tgtEl>
                                        <p:attrNameLst>
                                          <p:attrName>ppt_w</p:attrName>
                                        </p:attrNameLst>
                                      </p:cBhvr>
                                      <p:tavLst>
                                        <p:tav tm="0">
                                          <p:val>
                                            <p:fltVal val="0"/>
                                          </p:val>
                                        </p:tav>
                                        <p:tav tm="100000">
                                          <p:val>
                                            <p:strVal val="#ppt_w"/>
                                          </p:val>
                                        </p:tav>
                                      </p:tavLst>
                                    </p:anim>
                                    <p:anim calcmode="lin" valueType="num">
                                      <p:cBhvr>
                                        <p:cTn id="96" dur="500" fill="hold"/>
                                        <p:tgtEl>
                                          <p:spTgt spid="54"/>
                                        </p:tgtEl>
                                        <p:attrNameLst>
                                          <p:attrName>ppt_h</p:attrName>
                                        </p:attrNameLst>
                                      </p:cBhvr>
                                      <p:tavLst>
                                        <p:tav tm="0">
                                          <p:val>
                                            <p:fltVal val="0"/>
                                          </p:val>
                                        </p:tav>
                                        <p:tav tm="100000">
                                          <p:val>
                                            <p:strVal val="#ppt_h"/>
                                          </p:val>
                                        </p:tav>
                                      </p:tavLst>
                                    </p:anim>
                                    <p:animEffect transition="in" filter="fade">
                                      <p:cBhvr>
                                        <p:cTn id="97" dur="500"/>
                                        <p:tgtEl>
                                          <p:spTgt spid="54"/>
                                        </p:tgtEl>
                                      </p:cBhvr>
                                    </p:animEffect>
                                  </p:childTnLst>
                                </p:cTn>
                              </p:par>
                            </p:childTnLst>
                          </p:cTn>
                        </p:par>
                        <p:par>
                          <p:cTn id="98" fill="hold">
                            <p:stCondLst>
                              <p:cond delay="10500"/>
                            </p:stCondLst>
                            <p:childTnLst>
                              <p:par>
                                <p:cTn id="99" presetID="22" presetClass="entr" presetSubtype="8" fill="hold" grpId="0" nodeType="afterEffect">
                                  <p:stCondLst>
                                    <p:cond delay="0"/>
                                  </p:stCondLst>
                                  <p:childTnLst>
                                    <p:set>
                                      <p:cBhvr>
                                        <p:cTn id="100" dur="1" fill="hold">
                                          <p:stCondLst>
                                            <p:cond delay="0"/>
                                          </p:stCondLst>
                                        </p:cTn>
                                        <p:tgtEl>
                                          <p:spTgt spid="56">
                                            <p:txEl>
                                              <p:pRg st="0" end="0"/>
                                            </p:txEl>
                                          </p:spTgt>
                                        </p:tgtEl>
                                        <p:attrNameLst>
                                          <p:attrName>style.visibility</p:attrName>
                                        </p:attrNameLst>
                                      </p:cBhvr>
                                      <p:to>
                                        <p:strVal val="visible"/>
                                      </p:to>
                                    </p:set>
                                    <p:animEffect transition="in" filter="wipe(left)">
                                      <p:cBhvr>
                                        <p:cTn id="101" dur="500"/>
                                        <p:tgtEl>
                                          <p:spTgt spid="56">
                                            <p:txEl>
                                              <p:pRg st="0" end="0"/>
                                            </p:txEl>
                                          </p:spTgt>
                                        </p:tgtEl>
                                      </p:cBhvr>
                                    </p:animEffect>
                                  </p:childTnLst>
                                </p:cTn>
                              </p:par>
                            </p:childTnLst>
                          </p:cTn>
                        </p:par>
                        <p:par>
                          <p:cTn id="102" fill="hold">
                            <p:stCondLst>
                              <p:cond delay="11000"/>
                            </p:stCondLst>
                            <p:childTnLst>
                              <p:par>
                                <p:cTn id="103" presetID="22" presetClass="entr" presetSubtype="8" fill="hold" grpId="0" nodeType="afterEffect">
                                  <p:stCondLst>
                                    <p:cond delay="0"/>
                                  </p:stCondLst>
                                  <p:childTnLst>
                                    <p:set>
                                      <p:cBhvr>
                                        <p:cTn id="104" dur="1" fill="hold">
                                          <p:stCondLst>
                                            <p:cond delay="0"/>
                                          </p:stCondLst>
                                        </p:cTn>
                                        <p:tgtEl>
                                          <p:spTgt spid="57">
                                            <p:txEl>
                                              <p:pRg st="0" end="0"/>
                                            </p:txEl>
                                          </p:spTgt>
                                        </p:tgtEl>
                                        <p:attrNameLst>
                                          <p:attrName>style.visibility</p:attrName>
                                        </p:attrNameLst>
                                      </p:cBhvr>
                                      <p:to>
                                        <p:strVal val="visible"/>
                                      </p:to>
                                    </p:set>
                                    <p:animEffect transition="in" filter="wipe(left)">
                                      <p:cBhvr>
                                        <p:cTn id="105" dur="500"/>
                                        <p:tgtEl>
                                          <p:spTgt spid="57">
                                            <p:txEl>
                                              <p:pRg st="0" end="0"/>
                                            </p:txEl>
                                          </p:spTgt>
                                        </p:tgtEl>
                                      </p:cBhvr>
                                    </p:animEffect>
                                  </p:childTnLst>
                                </p:cTn>
                              </p:par>
                            </p:childTnLst>
                          </p:cTn>
                        </p:par>
                        <p:par>
                          <p:cTn id="106" fill="hold">
                            <p:stCondLst>
                              <p:cond delay="11500"/>
                            </p:stCondLst>
                            <p:childTnLst>
                              <p:par>
                                <p:cTn id="107" presetID="22" presetClass="entr" presetSubtype="8" fill="hold" grpId="0" nodeType="afterEffect">
                                  <p:stCondLst>
                                    <p:cond delay="0"/>
                                  </p:stCondLst>
                                  <p:childTnLst>
                                    <p:set>
                                      <p:cBhvr>
                                        <p:cTn id="108" dur="1" fill="hold">
                                          <p:stCondLst>
                                            <p:cond delay="0"/>
                                          </p:stCondLst>
                                        </p:cTn>
                                        <p:tgtEl>
                                          <p:spTgt spid="55">
                                            <p:txEl>
                                              <p:pRg st="0" end="0"/>
                                            </p:txEl>
                                          </p:spTgt>
                                        </p:tgtEl>
                                        <p:attrNameLst>
                                          <p:attrName>style.visibility</p:attrName>
                                        </p:attrNameLst>
                                      </p:cBhvr>
                                      <p:to>
                                        <p:strVal val="visible"/>
                                      </p:to>
                                    </p:set>
                                    <p:animEffect transition="in" filter="wipe(left)">
                                      <p:cBhvr>
                                        <p:cTn id="109" dur="500"/>
                                        <p:tgtEl>
                                          <p:spTgt spid="55">
                                            <p:txEl>
                                              <p:pRg st="0" end="0"/>
                                            </p:txEl>
                                          </p:spTgt>
                                        </p:tgtEl>
                                      </p:cBhvr>
                                    </p:animEffect>
                                  </p:childTnLst>
                                </p:cTn>
                              </p:par>
                            </p:childTnLst>
                          </p:cTn>
                        </p:par>
                        <p:par>
                          <p:cTn id="110" fill="hold">
                            <p:stCondLst>
                              <p:cond delay="12000"/>
                            </p:stCondLst>
                            <p:childTnLst>
                              <p:par>
                                <p:cTn id="111" presetID="53" presetClass="entr" presetSubtype="0" fill="hold" grpId="0" nodeType="afterEffect">
                                  <p:stCondLst>
                                    <p:cond delay="0"/>
                                  </p:stCondLst>
                                  <p:childTnLst>
                                    <p:set>
                                      <p:cBhvr>
                                        <p:cTn id="112" dur="1" fill="hold">
                                          <p:stCondLst>
                                            <p:cond delay="0"/>
                                          </p:stCondLst>
                                        </p:cTn>
                                        <p:tgtEl>
                                          <p:spTgt spid="58"/>
                                        </p:tgtEl>
                                        <p:attrNameLst>
                                          <p:attrName>style.visibility</p:attrName>
                                        </p:attrNameLst>
                                      </p:cBhvr>
                                      <p:to>
                                        <p:strVal val="visible"/>
                                      </p:to>
                                    </p:set>
                                    <p:anim calcmode="lin" valueType="num">
                                      <p:cBhvr>
                                        <p:cTn id="113" dur="500" fill="hold"/>
                                        <p:tgtEl>
                                          <p:spTgt spid="58"/>
                                        </p:tgtEl>
                                        <p:attrNameLst>
                                          <p:attrName>ppt_w</p:attrName>
                                        </p:attrNameLst>
                                      </p:cBhvr>
                                      <p:tavLst>
                                        <p:tav tm="0">
                                          <p:val>
                                            <p:fltVal val="0"/>
                                          </p:val>
                                        </p:tav>
                                        <p:tav tm="100000">
                                          <p:val>
                                            <p:strVal val="#ppt_w"/>
                                          </p:val>
                                        </p:tav>
                                      </p:tavLst>
                                    </p:anim>
                                    <p:anim calcmode="lin" valueType="num">
                                      <p:cBhvr>
                                        <p:cTn id="114" dur="500" fill="hold"/>
                                        <p:tgtEl>
                                          <p:spTgt spid="58"/>
                                        </p:tgtEl>
                                        <p:attrNameLst>
                                          <p:attrName>ppt_h</p:attrName>
                                        </p:attrNameLst>
                                      </p:cBhvr>
                                      <p:tavLst>
                                        <p:tav tm="0">
                                          <p:val>
                                            <p:fltVal val="0"/>
                                          </p:val>
                                        </p:tav>
                                        <p:tav tm="100000">
                                          <p:val>
                                            <p:strVal val="#ppt_h"/>
                                          </p:val>
                                        </p:tav>
                                      </p:tavLst>
                                    </p:anim>
                                    <p:animEffect transition="in" filter="fade">
                                      <p:cBhvr>
                                        <p:cTn id="115" dur="500"/>
                                        <p:tgtEl>
                                          <p:spTgt spid="58"/>
                                        </p:tgtEl>
                                      </p:cBhvr>
                                    </p:animEffect>
                                  </p:childTnLst>
                                </p:cTn>
                              </p:par>
                            </p:childTnLst>
                          </p:cTn>
                        </p:par>
                        <p:par>
                          <p:cTn id="116" fill="hold">
                            <p:stCondLst>
                              <p:cond delay="12500"/>
                            </p:stCondLst>
                            <p:childTnLst>
                              <p:par>
                                <p:cTn id="117" presetID="22" presetClass="entr" presetSubtype="8" fill="hold" grpId="0" nodeType="afterEffect">
                                  <p:stCondLst>
                                    <p:cond delay="0"/>
                                  </p:stCondLst>
                                  <p:childTnLst>
                                    <p:set>
                                      <p:cBhvr>
                                        <p:cTn id="118" dur="1" fill="hold">
                                          <p:stCondLst>
                                            <p:cond delay="0"/>
                                          </p:stCondLst>
                                        </p:cTn>
                                        <p:tgtEl>
                                          <p:spTgt spid="60">
                                            <p:txEl>
                                              <p:pRg st="0" end="0"/>
                                            </p:txEl>
                                          </p:spTgt>
                                        </p:tgtEl>
                                        <p:attrNameLst>
                                          <p:attrName>style.visibility</p:attrName>
                                        </p:attrNameLst>
                                      </p:cBhvr>
                                      <p:to>
                                        <p:strVal val="visible"/>
                                      </p:to>
                                    </p:set>
                                    <p:animEffect transition="in" filter="wipe(left)">
                                      <p:cBhvr>
                                        <p:cTn id="119" dur="500"/>
                                        <p:tgtEl>
                                          <p:spTgt spid="60">
                                            <p:txEl>
                                              <p:pRg st="0" end="0"/>
                                            </p:txEl>
                                          </p:spTgt>
                                        </p:tgtEl>
                                      </p:cBhvr>
                                    </p:animEffect>
                                  </p:childTnLst>
                                </p:cTn>
                              </p:par>
                            </p:childTnLst>
                          </p:cTn>
                        </p:par>
                        <p:par>
                          <p:cTn id="120" fill="hold">
                            <p:stCondLst>
                              <p:cond delay="13000"/>
                            </p:stCondLst>
                            <p:childTnLst>
                              <p:par>
                                <p:cTn id="121" presetID="22" presetClass="entr" presetSubtype="8" fill="hold" grpId="0" nodeType="afterEffect">
                                  <p:stCondLst>
                                    <p:cond delay="0"/>
                                  </p:stCondLst>
                                  <p:childTnLst>
                                    <p:set>
                                      <p:cBhvr>
                                        <p:cTn id="122" dur="1" fill="hold">
                                          <p:stCondLst>
                                            <p:cond delay="0"/>
                                          </p:stCondLst>
                                        </p:cTn>
                                        <p:tgtEl>
                                          <p:spTgt spid="61">
                                            <p:txEl>
                                              <p:pRg st="0" end="0"/>
                                            </p:txEl>
                                          </p:spTgt>
                                        </p:tgtEl>
                                        <p:attrNameLst>
                                          <p:attrName>style.visibility</p:attrName>
                                        </p:attrNameLst>
                                      </p:cBhvr>
                                      <p:to>
                                        <p:strVal val="visible"/>
                                      </p:to>
                                    </p:set>
                                    <p:animEffect transition="in" filter="wipe(left)">
                                      <p:cBhvr>
                                        <p:cTn id="123" dur="500"/>
                                        <p:tgtEl>
                                          <p:spTgt spid="61">
                                            <p:txEl>
                                              <p:pRg st="0" end="0"/>
                                            </p:txEl>
                                          </p:spTgt>
                                        </p:tgtEl>
                                      </p:cBhvr>
                                    </p:animEffect>
                                  </p:childTnLst>
                                </p:cTn>
                              </p:par>
                            </p:childTnLst>
                          </p:cTn>
                        </p:par>
                        <p:par>
                          <p:cTn id="124" fill="hold">
                            <p:stCondLst>
                              <p:cond delay="13500"/>
                            </p:stCondLst>
                            <p:childTnLst>
                              <p:par>
                                <p:cTn id="125" presetID="22" presetClass="entr" presetSubtype="8" fill="hold" grpId="0" nodeType="afterEffect">
                                  <p:stCondLst>
                                    <p:cond delay="0"/>
                                  </p:stCondLst>
                                  <p:childTnLst>
                                    <p:set>
                                      <p:cBhvr>
                                        <p:cTn id="126" dur="1" fill="hold">
                                          <p:stCondLst>
                                            <p:cond delay="0"/>
                                          </p:stCondLst>
                                        </p:cTn>
                                        <p:tgtEl>
                                          <p:spTgt spid="59">
                                            <p:txEl>
                                              <p:pRg st="0" end="0"/>
                                            </p:txEl>
                                          </p:spTgt>
                                        </p:tgtEl>
                                        <p:attrNameLst>
                                          <p:attrName>style.visibility</p:attrName>
                                        </p:attrNameLst>
                                      </p:cBhvr>
                                      <p:to>
                                        <p:strVal val="visible"/>
                                      </p:to>
                                    </p:set>
                                    <p:animEffect transition="in" filter="wipe(left)">
                                      <p:cBhvr>
                                        <p:cTn id="127" dur="500"/>
                                        <p:tgtEl>
                                          <p:spTgt spid="59">
                                            <p:txEl>
                                              <p:pRg st="0" end="0"/>
                                            </p:txEl>
                                          </p:spTgt>
                                        </p:tgtEl>
                                      </p:cBhvr>
                                    </p:animEffect>
                                  </p:childTnLst>
                                </p:cTn>
                              </p:par>
                            </p:childTnLst>
                          </p:cTn>
                        </p:par>
                        <p:par>
                          <p:cTn id="128" fill="hold">
                            <p:stCondLst>
                              <p:cond delay="14000"/>
                            </p:stCondLst>
                            <p:childTnLst>
                              <p:par>
                                <p:cTn id="129" presetID="22" presetClass="entr" presetSubtype="8" fill="hold" nodeType="afterEffect">
                                  <p:stCondLst>
                                    <p:cond delay="0"/>
                                  </p:stCondLst>
                                  <p:childTnLst>
                                    <p:set>
                                      <p:cBhvr>
                                        <p:cTn id="130" dur="1" fill="hold">
                                          <p:stCondLst>
                                            <p:cond delay="0"/>
                                          </p:stCondLst>
                                        </p:cTn>
                                        <p:tgtEl>
                                          <p:spTgt spid="88"/>
                                        </p:tgtEl>
                                        <p:attrNameLst>
                                          <p:attrName>style.visibility</p:attrName>
                                        </p:attrNameLst>
                                      </p:cBhvr>
                                      <p:to>
                                        <p:strVal val="visible"/>
                                      </p:to>
                                    </p:set>
                                    <p:animEffect transition="in" filter="wipe(left)">
                                      <p:cBhvr>
                                        <p:cTn id="131" dur="500"/>
                                        <p:tgtEl>
                                          <p:spTgt spid="88"/>
                                        </p:tgtEl>
                                      </p:cBhvr>
                                    </p:animEffect>
                                  </p:childTnLst>
                                </p:cTn>
                              </p:par>
                            </p:childTnLst>
                          </p:cTn>
                        </p:par>
                        <p:par>
                          <p:cTn id="132" fill="hold">
                            <p:stCondLst>
                              <p:cond delay="14500"/>
                            </p:stCondLst>
                            <p:childTnLst>
                              <p:par>
                                <p:cTn id="133" presetID="53" presetClass="entr" presetSubtype="0" fill="hold" grpId="0" nodeType="afterEffect">
                                  <p:stCondLst>
                                    <p:cond delay="0"/>
                                  </p:stCondLst>
                                  <p:childTnLst>
                                    <p:set>
                                      <p:cBhvr>
                                        <p:cTn id="134" dur="1" fill="hold">
                                          <p:stCondLst>
                                            <p:cond delay="0"/>
                                          </p:stCondLst>
                                        </p:cTn>
                                        <p:tgtEl>
                                          <p:spTgt spid="62"/>
                                        </p:tgtEl>
                                        <p:attrNameLst>
                                          <p:attrName>style.visibility</p:attrName>
                                        </p:attrNameLst>
                                      </p:cBhvr>
                                      <p:to>
                                        <p:strVal val="visible"/>
                                      </p:to>
                                    </p:set>
                                    <p:anim calcmode="lin" valueType="num">
                                      <p:cBhvr>
                                        <p:cTn id="135" dur="500" fill="hold"/>
                                        <p:tgtEl>
                                          <p:spTgt spid="62"/>
                                        </p:tgtEl>
                                        <p:attrNameLst>
                                          <p:attrName>ppt_w</p:attrName>
                                        </p:attrNameLst>
                                      </p:cBhvr>
                                      <p:tavLst>
                                        <p:tav tm="0">
                                          <p:val>
                                            <p:fltVal val="0"/>
                                          </p:val>
                                        </p:tav>
                                        <p:tav tm="100000">
                                          <p:val>
                                            <p:strVal val="#ppt_w"/>
                                          </p:val>
                                        </p:tav>
                                      </p:tavLst>
                                    </p:anim>
                                    <p:anim calcmode="lin" valueType="num">
                                      <p:cBhvr>
                                        <p:cTn id="136" dur="500" fill="hold"/>
                                        <p:tgtEl>
                                          <p:spTgt spid="62"/>
                                        </p:tgtEl>
                                        <p:attrNameLst>
                                          <p:attrName>ppt_h</p:attrName>
                                        </p:attrNameLst>
                                      </p:cBhvr>
                                      <p:tavLst>
                                        <p:tav tm="0">
                                          <p:val>
                                            <p:fltVal val="0"/>
                                          </p:val>
                                        </p:tav>
                                        <p:tav tm="100000">
                                          <p:val>
                                            <p:strVal val="#ppt_h"/>
                                          </p:val>
                                        </p:tav>
                                      </p:tavLst>
                                    </p:anim>
                                    <p:animEffect transition="in" filter="fade">
                                      <p:cBhvr>
                                        <p:cTn id="137" dur="500"/>
                                        <p:tgtEl>
                                          <p:spTgt spid="62"/>
                                        </p:tgtEl>
                                      </p:cBhvr>
                                    </p:animEffect>
                                  </p:childTnLst>
                                </p:cTn>
                              </p:par>
                            </p:childTnLst>
                          </p:cTn>
                        </p:par>
                        <p:par>
                          <p:cTn id="138" fill="hold">
                            <p:stCondLst>
                              <p:cond delay="15000"/>
                            </p:stCondLst>
                            <p:childTnLst>
                              <p:par>
                                <p:cTn id="139" presetID="22" presetClass="entr" presetSubtype="8" fill="hold" grpId="0" nodeType="afterEffect">
                                  <p:stCondLst>
                                    <p:cond delay="0"/>
                                  </p:stCondLst>
                                  <p:childTnLst>
                                    <p:set>
                                      <p:cBhvr>
                                        <p:cTn id="140" dur="1" fill="hold">
                                          <p:stCondLst>
                                            <p:cond delay="0"/>
                                          </p:stCondLst>
                                        </p:cTn>
                                        <p:tgtEl>
                                          <p:spTgt spid="64">
                                            <p:txEl>
                                              <p:pRg st="0" end="0"/>
                                            </p:txEl>
                                          </p:spTgt>
                                        </p:tgtEl>
                                        <p:attrNameLst>
                                          <p:attrName>style.visibility</p:attrName>
                                        </p:attrNameLst>
                                      </p:cBhvr>
                                      <p:to>
                                        <p:strVal val="visible"/>
                                      </p:to>
                                    </p:set>
                                    <p:animEffect transition="in" filter="wipe(left)">
                                      <p:cBhvr>
                                        <p:cTn id="141" dur="500"/>
                                        <p:tgtEl>
                                          <p:spTgt spid="64">
                                            <p:txEl>
                                              <p:pRg st="0" end="0"/>
                                            </p:txEl>
                                          </p:spTgt>
                                        </p:tgtEl>
                                      </p:cBhvr>
                                    </p:animEffect>
                                  </p:childTnLst>
                                </p:cTn>
                              </p:par>
                            </p:childTnLst>
                          </p:cTn>
                        </p:par>
                        <p:par>
                          <p:cTn id="142" fill="hold">
                            <p:stCondLst>
                              <p:cond delay="15500"/>
                            </p:stCondLst>
                            <p:childTnLst>
                              <p:par>
                                <p:cTn id="143" presetID="22" presetClass="entr" presetSubtype="8" fill="hold" grpId="0" nodeType="afterEffect">
                                  <p:stCondLst>
                                    <p:cond delay="0"/>
                                  </p:stCondLst>
                                  <p:childTnLst>
                                    <p:set>
                                      <p:cBhvr>
                                        <p:cTn id="144" dur="1" fill="hold">
                                          <p:stCondLst>
                                            <p:cond delay="0"/>
                                          </p:stCondLst>
                                        </p:cTn>
                                        <p:tgtEl>
                                          <p:spTgt spid="87">
                                            <p:txEl>
                                              <p:pRg st="0" end="0"/>
                                            </p:txEl>
                                          </p:spTgt>
                                        </p:tgtEl>
                                        <p:attrNameLst>
                                          <p:attrName>style.visibility</p:attrName>
                                        </p:attrNameLst>
                                      </p:cBhvr>
                                      <p:to>
                                        <p:strVal val="visible"/>
                                      </p:to>
                                    </p:set>
                                    <p:animEffect transition="in" filter="wipe(left)">
                                      <p:cBhvr>
                                        <p:cTn id="145" dur="500"/>
                                        <p:tgtEl>
                                          <p:spTgt spid="87">
                                            <p:txEl>
                                              <p:pRg st="0" end="0"/>
                                            </p:txEl>
                                          </p:spTgt>
                                        </p:tgtEl>
                                      </p:cBhvr>
                                    </p:animEffect>
                                  </p:childTnLst>
                                </p:cTn>
                              </p:par>
                            </p:childTnLst>
                          </p:cTn>
                        </p:par>
                        <p:par>
                          <p:cTn id="146" fill="hold">
                            <p:stCondLst>
                              <p:cond delay="16000"/>
                            </p:stCondLst>
                            <p:childTnLst>
                              <p:par>
                                <p:cTn id="147" presetID="22" presetClass="entr" presetSubtype="8" fill="hold" grpId="0" nodeType="afterEffect">
                                  <p:stCondLst>
                                    <p:cond delay="0"/>
                                  </p:stCondLst>
                                  <p:childTnLst>
                                    <p:set>
                                      <p:cBhvr>
                                        <p:cTn id="148" dur="1" fill="hold">
                                          <p:stCondLst>
                                            <p:cond delay="0"/>
                                          </p:stCondLst>
                                        </p:cTn>
                                        <p:tgtEl>
                                          <p:spTgt spid="63">
                                            <p:txEl>
                                              <p:pRg st="0" end="0"/>
                                            </p:txEl>
                                          </p:spTgt>
                                        </p:tgtEl>
                                        <p:attrNameLst>
                                          <p:attrName>style.visibility</p:attrName>
                                        </p:attrNameLst>
                                      </p:cBhvr>
                                      <p:to>
                                        <p:strVal val="visible"/>
                                      </p:to>
                                    </p:set>
                                    <p:animEffect transition="in" filter="wipe(left)">
                                      <p:cBhvr>
                                        <p:cTn id="149" dur="500"/>
                                        <p:tgtEl>
                                          <p:spTgt spid="63">
                                            <p:txEl>
                                              <p:pRg st="0" end="0"/>
                                            </p:txEl>
                                          </p:spTgt>
                                        </p:tgtEl>
                                      </p:cBhvr>
                                    </p:animEffect>
                                  </p:childTnLst>
                                </p:cTn>
                              </p:par>
                            </p:childTnLst>
                          </p:cTn>
                        </p:par>
                        <p:par>
                          <p:cTn id="150" fill="hold">
                            <p:stCondLst>
                              <p:cond delay="16500"/>
                            </p:stCondLst>
                            <p:childTnLst>
                              <p:par>
                                <p:cTn id="151" presetID="53" presetClass="entr" presetSubtype="0" fill="hold" grpId="0" nodeType="afterEffect">
                                  <p:stCondLst>
                                    <p:cond delay="0"/>
                                  </p:stCondLst>
                                  <p:childTnLst>
                                    <p:set>
                                      <p:cBhvr>
                                        <p:cTn id="152" dur="1" fill="hold">
                                          <p:stCondLst>
                                            <p:cond delay="0"/>
                                          </p:stCondLst>
                                        </p:cTn>
                                        <p:tgtEl>
                                          <p:spTgt spid="89"/>
                                        </p:tgtEl>
                                        <p:attrNameLst>
                                          <p:attrName>style.visibility</p:attrName>
                                        </p:attrNameLst>
                                      </p:cBhvr>
                                      <p:to>
                                        <p:strVal val="visible"/>
                                      </p:to>
                                    </p:set>
                                    <p:anim calcmode="lin" valueType="num">
                                      <p:cBhvr>
                                        <p:cTn id="153" dur="500" fill="hold"/>
                                        <p:tgtEl>
                                          <p:spTgt spid="89"/>
                                        </p:tgtEl>
                                        <p:attrNameLst>
                                          <p:attrName>ppt_w</p:attrName>
                                        </p:attrNameLst>
                                      </p:cBhvr>
                                      <p:tavLst>
                                        <p:tav tm="0">
                                          <p:val>
                                            <p:fltVal val="0"/>
                                          </p:val>
                                        </p:tav>
                                        <p:tav tm="100000">
                                          <p:val>
                                            <p:strVal val="#ppt_w"/>
                                          </p:val>
                                        </p:tav>
                                      </p:tavLst>
                                    </p:anim>
                                    <p:anim calcmode="lin" valueType="num">
                                      <p:cBhvr>
                                        <p:cTn id="154" dur="500" fill="hold"/>
                                        <p:tgtEl>
                                          <p:spTgt spid="89"/>
                                        </p:tgtEl>
                                        <p:attrNameLst>
                                          <p:attrName>ppt_h</p:attrName>
                                        </p:attrNameLst>
                                      </p:cBhvr>
                                      <p:tavLst>
                                        <p:tav tm="0">
                                          <p:val>
                                            <p:fltVal val="0"/>
                                          </p:val>
                                        </p:tav>
                                        <p:tav tm="100000">
                                          <p:val>
                                            <p:strVal val="#ppt_h"/>
                                          </p:val>
                                        </p:tav>
                                      </p:tavLst>
                                    </p:anim>
                                    <p:animEffect transition="in" filter="fade">
                                      <p:cBhvr>
                                        <p:cTn id="155" dur="500"/>
                                        <p:tgtEl>
                                          <p:spTgt spid="89"/>
                                        </p:tgtEl>
                                      </p:cBhvr>
                                    </p:animEffect>
                                  </p:childTnLst>
                                </p:cTn>
                              </p:par>
                            </p:childTnLst>
                          </p:cTn>
                        </p:par>
                        <p:par>
                          <p:cTn id="156" fill="hold">
                            <p:stCondLst>
                              <p:cond delay="17000"/>
                            </p:stCondLst>
                            <p:childTnLst>
                              <p:par>
                                <p:cTn id="157" presetID="22" presetClass="entr" presetSubtype="8" fill="hold" grpId="0" nodeType="afterEffect">
                                  <p:stCondLst>
                                    <p:cond delay="0"/>
                                  </p:stCondLst>
                                  <p:childTnLst>
                                    <p:set>
                                      <p:cBhvr>
                                        <p:cTn id="158" dur="1" fill="hold">
                                          <p:stCondLst>
                                            <p:cond delay="0"/>
                                          </p:stCondLst>
                                        </p:cTn>
                                        <p:tgtEl>
                                          <p:spTgt spid="91">
                                            <p:txEl>
                                              <p:pRg st="0" end="0"/>
                                            </p:txEl>
                                          </p:spTgt>
                                        </p:tgtEl>
                                        <p:attrNameLst>
                                          <p:attrName>style.visibility</p:attrName>
                                        </p:attrNameLst>
                                      </p:cBhvr>
                                      <p:to>
                                        <p:strVal val="visible"/>
                                      </p:to>
                                    </p:set>
                                    <p:animEffect transition="in" filter="wipe(left)">
                                      <p:cBhvr>
                                        <p:cTn id="159" dur="500"/>
                                        <p:tgtEl>
                                          <p:spTgt spid="91">
                                            <p:txEl>
                                              <p:pRg st="0" end="0"/>
                                            </p:txEl>
                                          </p:spTgt>
                                        </p:tgtEl>
                                      </p:cBhvr>
                                    </p:animEffect>
                                  </p:childTnLst>
                                </p:cTn>
                              </p:par>
                            </p:childTnLst>
                          </p:cTn>
                        </p:par>
                        <p:par>
                          <p:cTn id="160" fill="hold">
                            <p:stCondLst>
                              <p:cond delay="17500"/>
                            </p:stCondLst>
                            <p:childTnLst>
                              <p:par>
                                <p:cTn id="161" presetID="22" presetClass="entr" presetSubtype="8" fill="hold" grpId="0" nodeType="afterEffect">
                                  <p:stCondLst>
                                    <p:cond delay="0"/>
                                  </p:stCondLst>
                                  <p:childTnLst>
                                    <p:set>
                                      <p:cBhvr>
                                        <p:cTn id="162" dur="1" fill="hold">
                                          <p:stCondLst>
                                            <p:cond delay="0"/>
                                          </p:stCondLst>
                                        </p:cTn>
                                        <p:tgtEl>
                                          <p:spTgt spid="92">
                                            <p:txEl>
                                              <p:pRg st="0" end="0"/>
                                            </p:txEl>
                                          </p:spTgt>
                                        </p:tgtEl>
                                        <p:attrNameLst>
                                          <p:attrName>style.visibility</p:attrName>
                                        </p:attrNameLst>
                                      </p:cBhvr>
                                      <p:to>
                                        <p:strVal val="visible"/>
                                      </p:to>
                                    </p:set>
                                    <p:animEffect transition="in" filter="wipe(left)">
                                      <p:cBhvr>
                                        <p:cTn id="163" dur="500"/>
                                        <p:tgtEl>
                                          <p:spTgt spid="92">
                                            <p:txEl>
                                              <p:pRg st="0" end="0"/>
                                            </p:txEl>
                                          </p:spTgt>
                                        </p:tgtEl>
                                      </p:cBhvr>
                                    </p:animEffect>
                                  </p:childTnLst>
                                </p:cTn>
                              </p:par>
                            </p:childTnLst>
                          </p:cTn>
                        </p:par>
                        <p:par>
                          <p:cTn id="164" fill="hold">
                            <p:stCondLst>
                              <p:cond delay="18000"/>
                            </p:stCondLst>
                            <p:childTnLst>
                              <p:par>
                                <p:cTn id="165" presetID="22" presetClass="entr" presetSubtype="8" fill="hold" grpId="0" nodeType="afterEffect">
                                  <p:stCondLst>
                                    <p:cond delay="0"/>
                                  </p:stCondLst>
                                  <p:childTnLst>
                                    <p:set>
                                      <p:cBhvr>
                                        <p:cTn id="166" dur="1" fill="hold">
                                          <p:stCondLst>
                                            <p:cond delay="0"/>
                                          </p:stCondLst>
                                        </p:cTn>
                                        <p:tgtEl>
                                          <p:spTgt spid="90">
                                            <p:txEl>
                                              <p:pRg st="0" end="0"/>
                                            </p:txEl>
                                          </p:spTgt>
                                        </p:tgtEl>
                                        <p:attrNameLst>
                                          <p:attrName>style.visibility</p:attrName>
                                        </p:attrNameLst>
                                      </p:cBhvr>
                                      <p:to>
                                        <p:strVal val="visible"/>
                                      </p:to>
                                    </p:set>
                                    <p:animEffect transition="in" filter="wipe(left)">
                                      <p:cBhvr>
                                        <p:cTn id="167" dur="500"/>
                                        <p:tgtEl>
                                          <p:spTgt spid="90">
                                            <p:txEl>
                                              <p:pRg st="0" end="0"/>
                                            </p:txEl>
                                          </p:spTgt>
                                        </p:tgtEl>
                                      </p:cBhvr>
                                    </p:animEffect>
                                  </p:childTnLst>
                                </p:cTn>
                              </p:par>
                            </p:childTnLst>
                          </p:cTn>
                        </p:par>
                        <p:par>
                          <p:cTn id="168" fill="hold">
                            <p:stCondLst>
                              <p:cond delay="18500"/>
                            </p:stCondLst>
                            <p:childTnLst>
                              <p:par>
                                <p:cTn id="169" presetID="53" presetClass="entr" presetSubtype="0" fill="hold" grpId="0" nodeType="afterEffect">
                                  <p:stCondLst>
                                    <p:cond delay="0"/>
                                  </p:stCondLst>
                                  <p:childTnLst>
                                    <p:set>
                                      <p:cBhvr>
                                        <p:cTn id="170" dur="1" fill="hold">
                                          <p:stCondLst>
                                            <p:cond delay="0"/>
                                          </p:stCondLst>
                                        </p:cTn>
                                        <p:tgtEl>
                                          <p:spTgt spid="93"/>
                                        </p:tgtEl>
                                        <p:attrNameLst>
                                          <p:attrName>style.visibility</p:attrName>
                                        </p:attrNameLst>
                                      </p:cBhvr>
                                      <p:to>
                                        <p:strVal val="visible"/>
                                      </p:to>
                                    </p:set>
                                    <p:anim calcmode="lin" valueType="num">
                                      <p:cBhvr>
                                        <p:cTn id="171" dur="500" fill="hold"/>
                                        <p:tgtEl>
                                          <p:spTgt spid="93"/>
                                        </p:tgtEl>
                                        <p:attrNameLst>
                                          <p:attrName>ppt_w</p:attrName>
                                        </p:attrNameLst>
                                      </p:cBhvr>
                                      <p:tavLst>
                                        <p:tav tm="0">
                                          <p:val>
                                            <p:fltVal val="0"/>
                                          </p:val>
                                        </p:tav>
                                        <p:tav tm="100000">
                                          <p:val>
                                            <p:strVal val="#ppt_w"/>
                                          </p:val>
                                        </p:tav>
                                      </p:tavLst>
                                    </p:anim>
                                    <p:anim calcmode="lin" valueType="num">
                                      <p:cBhvr>
                                        <p:cTn id="172" dur="500" fill="hold"/>
                                        <p:tgtEl>
                                          <p:spTgt spid="93"/>
                                        </p:tgtEl>
                                        <p:attrNameLst>
                                          <p:attrName>ppt_h</p:attrName>
                                        </p:attrNameLst>
                                      </p:cBhvr>
                                      <p:tavLst>
                                        <p:tav tm="0">
                                          <p:val>
                                            <p:fltVal val="0"/>
                                          </p:val>
                                        </p:tav>
                                        <p:tav tm="100000">
                                          <p:val>
                                            <p:strVal val="#ppt_h"/>
                                          </p:val>
                                        </p:tav>
                                      </p:tavLst>
                                    </p:anim>
                                    <p:animEffect transition="in" filter="fade">
                                      <p:cBhvr>
                                        <p:cTn id="173" dur="500"/>
                                        <p:tgtEl>
                                          <p:spTgt spid="93"/>
                                        </p:tgtEl>
                                      </p:cBhvr>
                                    </p:animEffect>
                                  </p:childTnLst>
                                </p:cTn>
                              </p:par>
                            </p:childTnLst>
                          </p:cTn>
                        </p:par>
                        <p:par>
                          <p:cTn id="174" fill="hold">
                            <p:stCondLst>
                              <p:cond delay="19000"/>
                            </p:stCondLst>
                            <p:childTnLst>
                              <p:par>
                                <p:cTn id="175" presetID="22" presetClass="entr" presetSubtype="8" fill="hold" grpId="0" nodeType="afterEffect">
                                  <p:stCondLst>
                                    <p:cond delay="0"/>
                                  </p:stCondLst>
                                  <p:childTnLst>
                                    <p:set>
                                      <p:cBhvr>
                                        <p:cTn id="176" dur="1" fill="hold">
                                          <p:stCondLst>
                                            <p:cond delay="0"/>
                                          </p:stCondLst>
                                        </p:cTn>
                                        <p:tgtEl>
                                          <p:spTgt spid="95">
                                            <p:txEl>
                                              <p:pRg st="0" end="0"/>
                                            </p:txEl>
                                          </p:spTgt>
                                        </p:tgtEl>
                                        <p:attrNameLst>
                                          <p:attrName>style.visibility</p:attrName>
                                        </p:attrNameLst>
                                      </p:cBhvr>
                                      <p:to>
                                        <p:strVal val="visible"/>
                                      </p:to>
                                    </p:set>
                                    <p:animEffect transition="in" filter="wipe(left)">
                                      <p:cBhvr>
                                        <p:cTn id="177" dur="500"/>
                                        <p:tgtEl>
                                          <p:spTgt spid="95">
                                            <p:txEl>
                                              <p:pRg st="0" end="0"/>
                                            </p:txEl>
                                          </p:spTgt>
                                        </p:tgtEl>
                                      </p:cBhvr>
                                    </p:animEffect>
                                  </p:childTnLst>
                                </p:cTn>
                              </p:par>
                            </p:childTnLst>
                          </p:cTn>
                        </p:par>
                        <p:par>
                          <p:cTn id="178" fill="hold">
                            <p:stCondLst>
                              <p:cond delay="19500"/>
                            </p:stCondLst>
                            <p:childTnLst>
                              <p:par>
                                <p:cTn id="179" presetID="22" presetClass="entr" presetSubtype="8" fill="hold" grpId="0" nodeType="afterEffect">
                                  <p:stCondLst>
                                    <p:cond delay="0"/>
                                  </p:stCondLst>
                                  <p:childTnLst>
                                    <p:set>
                                      <p:cBhvr>
                                        <p:cTn id="180" dur="1" fill="hold">
                                          <p:stCondLst>
                                            <p:cond delay="0"/>
                                          </p:stCondLst>
                                        </p:cTn>
                                        <p:tgtEl>
                                          <p:spTgt spid="96">
                                            <p:txEl>
                                              <p:pRg st="0" end="0"/>
                                            </p:txEl>
                                          </p:spTgt>
                                        </p:tgtEl>
                                        <p:attrNameLst>
                                          <p:attrName>style.visibility</p:attrName>
                                        </p:attrNameLst>
                                      </p:cBhvr>
                                      <p:to>
                                        <p:strVal val="visible"/>
                                      </p:to>
                                    </p:set>
                                    <p:animEffect transition="in" filter="wipe(left)">
                                      <p:cBhvr>
                                        <p:cTn id="181" dur="500"/>
                                        <p:tgtEl>
                                          <p:spTgt spid="96">
                                            <p:txEl>
                                              <p:pRg st="0" end="0"/>
                                            </p:txEl>
                                          </p:spTgt>
                                        </p:tgtEl>
                                      </p:cBhvr>
                                    </p:animEffect>
                                  </p:childTnLst>
                                </p:cTn>
                              </p:par>
                            </p:childTnLst>
                          </p:cTn>
                        </p:par>
                        <p:par>
                          <p:cTn id="182" fill="hold">
                            <p:stCondLst>
                              <p:cond delay="20000"/>
                            </p:stCondLst>
                            <p:childTnLst>
                              <p:par>
                                <p:cTn id="183" presetID="22" presetClass="entr" presetSubtype="8" fill="hold" grpId="0" nodeType="afterEffect">
                                  <p:stCondLst>
                                    <p:cond delay="0"/>
                                  </p:stCondLst>
                                  <p:childTnLst>
                                    <p:set>
                                      <p:cBhvr>
                                        <p:cTn id="184" dur="1" fill="hold">
                                          <p:stCondLst>
                                            <p:cond delay="0"/>
                                          </p:stCondLst>
                                        </p:cTn>
                                        <p:tgtEl>
                                          <p:spTgt spid="94">
                                            <p:txEl>
                                              <p:pRg st="0" end="0"/>
                                            </p:txEl>
                                          </p:spTgt>
                                        </p:tgtEl>
                                        <p:attrNameLst>
                                          <p:attrName>style.visibility</p:attrName>
                                        </p:attrNameLst>
                                      </p:cBhvr>
                                      <p:to>
                                        <p:strVal val="visible"/>
                                      </p:to>
                                    </p:set>
                                    <p:animEffect transition="in" filter="wipe(left)">
                                      <p:cBhvr>
                                        <p:cTn id="185" dur="500"/>
                                        <p:tgtEl>
                                          <p:spTgt spid="9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14" grpId="0" build="p">
        <p:tmplLst>
          <p:tmpl lvl="1">
            <p:tnLst>
              <p:par>
                <p:cTn presetID="22" presetClass="entr" presetSubtype="8" fill="hold" nodeType="afterEffect">
                  <p:stCondLst>
                    <p:cond delay="0"/>
                  </p:stCondLst>
                  <p:childTnLst>
                    <p:set>
                      <p:cBhvr>
                        <p:cTn dur="1" fill="hold">
                          <p:stCondLst>
                            <p:cond delay="0"/>
                          </p:stCondLst>
                        </p:cTn>
                        <p:tgtEl>
                          <p:spTgt spid="14"/>
                        </p:tgtEl>
                        <p:attrNameLst>
                          <p:attrName>style.visibility</p:attrName>
                        </p:attrNameLst>
                      </p:cBhvr>
                      <p:to>
                        <p:strVal val="visible"/>
                      </p:to>
                    </p:set>
                    <p:animEffect transition="in" filter="wipe(left)">
                      <p:cBhvr>
                        <p:cTn dur="500"/>
                        <p:tgtEl>
                          <p:spTgt spid="14"/>
                        </p:tgtEl>
                      </p:cBhvr>
                    </p:animEffect>
                  </p:childTnLst>
                </p:cTn>
              </p:par>
            </p:tnLst>
          </p:tmpl>
        </p:tmplLst>
      </p:bldP>
      <p:bldP spid="22" grpId="0" build="p">
        <p:tmplLst>
          <p:tmpl lvl="1">
            <p:tnLst>
              <p:par>
                <p:cTn presetID="22" presetClass="entr" presetSubtype="8" fill="hold" nodeType="afterEffect">
                  <p:stCondLst>
                    <p:cond delay="0"/>
                  </p:stCondLst>
                  <p:childTnLst>
                    <p:set>
                      <p:cBhvr>
                        <p:cTn dur="1" fill="hold">
                          <p:stCondLst>
                            <p:cond delay="0"/>
                          </p:stCondLst>
                        </p:cTn>
                        <p:tgtEl>
                          <p:spTgt spid="22"/>
                        </p:tgtEl>
                        <p:attrNameLst>
                          <p:attrName>style.visibility</p:attrName>
                        </p:attrNameLst>
                      </p:cBhvr>
                      <p:to>
                        <p:strVal val="visible"/>
                      </p:to>
                    </p:set>
                    <p:animEffect transition="in" filter="wipe(left)">
                      <p:cBhvr>
                        <p:cTn dur="500"/>
                        <p:tgtEl>
                          <p:spTgt spid="22"/>
                        </p:tgtEl>
                      </p:cBhvr>
                    </p:animEffect>
                  </p:childTnLst>
                </p:cTn>
              </p:par>
            </p:tnLst>
          </p:tmpl>
        </p:tmplLst>
      </p:bldP>
      <p:bldP spid="43" grpId="0" build="p">
        <p:tmplLst>
          <p:tmpl lvl="1">
            <p:tnLst>
              <p:par>
                <p:cTn presetID="22" presetClass="entr" presetSubtype="8" fill="hold" nodeType="afterEffect">
                  <p:stCondLst>
                    <p:cond delay="0"/>
                  </p:stCondLst>
                  <p:childTnLst>
                    <p:set>
                      <p:cBhvr>
                        <p:cTn dur="1" fill="hold">
                          <p:stCondLst>
                            <p:cond delay="0"/>
                          </p:stCondLst>
                        </p:cTn>
                        <p:tgtEl>
                          <p:spTgt spid="43"/>
                        </p:tgtEl>
                        <p:attrNameLst>
                          <p:attrName>style.visibility</p:attrName>
                        </p:attrNameLst>
                      </p:cBhvr>
                      <p:to>
                        <p:strVal val="visible"/>
                      </p:to>
                    </p:set>
                    <p:animEffect transition="in" filter="wipe(left)">
                      <p:cBhvr>
                        <p:cTn dur="500"/>
                        <p:tgtEl>
                          <p:spTgt spid="43"/>
                        </p:tgtEl>
                      </p:cBhvr>
                    </p:animEffect>
                  </p:childTnLst>
                </p:cTn>
              </p:par>
            </p:tnLst>
          </p:tmpl>
        </p:tmplLst>
      </p:bldP>
      <p:bldP spid="66" grpId="0" animBg="1"/>
      <p:bldP spid="67" grpId="0" build="p">
        <p:tmplLst>
          <p:tmpl lvl="1">
            <p:tnLst>
              <p:par>
                <p:cTn presetID="22" presetClass="entr" presetSubtype="8" fill="hold" nodeType="afterEffect">
                  <p:stCondLst>
                    <p:cond delay="0"/>
                  </p:stCondLst>
                  <p:childTnLst>
                    <p:set>
                      <p:cBhvr>
                        <p:cTn dur="1" fill="hold">
                          <p:stCondLst>
                            <p:cond delay="0"/>
                          </p:stCondLst>
                        </p:cTn>
                        <p:tgtEl>
                          <p:spTgt spid="67"/>
                        </p:tgtEl>
                        <p:attrNameLst>
                          <p:attrName>style.visibility</p:attrName>
                        </p:attrNameLst>
                      </p:cBhvr>
                      <p:to>
                        <p:strVal val="visible"/>
                      </p:to>
                    </p:set>
                    <p:animEffect transition="in" filter="wipe(left)">
                      <p:cBhvr>
                        <p:cTn dur="500"/>
                        <p:tgtEl>
                          <p:spTgt spid="67"/>
                        </p:tgtEl>
                      </p:cBhvr>
                    </p:animEffect>
                  </p:childTnLst>
                </p:cTn>
              </p:par>
            </p:tnLst>
          </p:tmpl>
        </p:tmplLst>
      </p:bldP>
      <p:bldP spid="68" grpId="0" build="p">
        <p:tmplLst>
          <p:tmpl lvl="1">
            <p:tnLst>
              <p:par>
                <p:cTn presetID="22" presetClass="entr" presetSubtype="8" fill="hold" nodeType="afterEffect">
                  <p:stCondLst>
                    <p:cond delay="0"/>
                  </p:stCondLst>
                  <p:childTnLst>
                    <p:set>
                      <p:cBhvr>
                        <p:cTn dur="1" fill="hold">
                          <p:stCondLst>
                            <p:cond delay="0"/>
                          </p:stCondLst>
                        </p:cTn>
                        <p:tgtEl>
                          <p:spTgt spid="68"/>
                        </p:tgtEl>
                        <p:attrNameLst>
                          <p:attrName>style.visibility</p:attrName>
                        </p:attrNameLst>
                      </p:cBhvr>
                      <p:to>
                        <p:strVal val="visible"/>
                      </p:to>
                    </p:set>
                    <p:animEffect transition="in" filter="wipe(left)">
                      <p:cBhvr>
                        <p:cTn dur="500"/>
                        <p:tgtEl>
                          <p:spTgt spid="68"/>
                        </p:tgtEl>
                      </p:cBhvr>
                    </p:animEffect>
                  </p:childTnLst>
                </p:cTn>
              </p:par>
            </p:tnLst>
          </p:tmpl>
        </p:tmplLst>
      </p:bldP>
      <p:bldP spid="69" grpId="0" build="p">
        <p:tmplLst>
          <p:tmpl lvl="1">
            <p:tnLst>
              <p:par>
                <p:cTn presetID="22" presetClass="entr" presetSubtype="8" fill="hold" nodeType="afterEffect">
                  <p:stCondLst>
                    <p:cond delay="0"/>
                  </p:stCondLst>
                  <p:childTnLst>
                    <p:set>
                      <p:cBhvr>
                        <p:cTn dur="1" fill="hold">
                          <p:stCondLst>
                            <p:cond delay="0"/>
                          </p:stCondLst>
                        </p:cTn>
                        <p:tgtEl>
                          <p:spTgt spid="69"/>
                        </p:tgtEl>
                        <p:attrNameLst>
                          <p:attrName>style.visibility</p:attrName>
                        </p:attrNameLst>
                      </p:cBhvr>
                      <p:to>
                        <p:strVal val="visible"/>
                      </p:to>
                    </p:set>
                    <p:animEffect transition="in" filter="wipe(left)">
                      <p:cBhvr>
                        <p:cTn dur="500"/>
                        <p:tgtEl>
                          <p:spTgt spid="69"/>
                        </p:tgtEl>
                      </p:cBhvr>
                    </p:animEffect>
                  </p:childTnLst>
                </p:cTn>
              </p:par>
            </p:tnLst>
          </p:tmpl>
        </p:tmplLst>
      </p:bldP>
      <p:bldP spid="71" grpId="0" animBg="1"/>
      <p:bldP spid="72" grpId="0" build="p">
        <p:tmplLst>
          <p:tmpl lvl="1">
            <p:tnLst>
              <p:par>
                <p:cTn presetID="22" presetClass="entr" presetSubtype="8" fill="hold" nodeType="afterEffect">
                  <p:stCondLst>
                    <p:cond delay="0"/>
                  </p:stCondLst>
                  <p:childTnLst>
                    <p:set>
                      <p:cBhvr>
                        <p:cTn dur="1" fill="hold">
                          <p:stCondLst>
                            <p:cond delay="0"/>
                          </p:stCondLst>
                        </p:cTn>
                        <p:tgtEl>
                          <p:spTgt spid="72"/>
                        </p:tgtEl>
                        <p:attrNameLst>
                          <p:attrName>style.visibility</p:attrName>
                        </p:attrNameLst>
                      </p:cBhvr>
                      <p:to>
                        <p:strVal val="visible"/>
                      </p:to>
                    </p:set>
                    <p:animEffect transition="in" filter="wipe(left)">
                      <p:cBhvr>
                        <p:cTn dur="500"/>
                        <p:tgtEl>
                          <p:spTgt spid="72"/>
                        </p:tgtEl>
                      </p:cBhvr>
                    </p:animEffect>
                  </p:childTnLst>
                </p:cTn>
              </p:par>
            </p:tnLst>
          </p:tmpl>
        </p:tmplLst>
      </p:bldP>
      <p:bldP spid="73" grpId="0" build="p">
        <p:tmplLst>
          <p:tmpl lvl="1">
            <p:tnLst>
              <p:par>
                <p:cTn presetID="22" presetClass="entr" presetSubtype="8" fill="hold" nodeType="afterEffect">
                  <p:stCondLst>
                    <p:cond delay="0"/>
                  </p:stCondLst>
                  <p:childTnLst>
                    <p:set>
                      <p:cBhvr>
                        <p:cTn dur="1" fill="hold">
                          <p:stCondLst>
                            <p:cond delay="0"/>
                          </p:stCondLst>
                        </p:cTn>
                        <p:tgtEl>
                          <p:spTgt spid="73"/>
                        </p:tgtEl>
                        <p:attrNameLst>
                          <p:attrName>style.visibility</p:attrName>
                        </p:attrNameLst>
                      </p:cBhvr>
                      <p:to>
                        <p:strVal val="visible"/>
                      </p:to>
                    </p:set>
                    <p:animEffect transition="in" filter="wipe(left)">
                      <p:cBhvr>
                        <p:cTn dur="500"/>
                        <p:tgtEl>
                          <p:spTgt spid="73"/>
                        </p:tgtEl>
                      </p:cBhvr>
                    </p:animEffect>
                  </p:childTnLst>
                </p:cTn>
              </p:par>
            </p:tnLst>
          </p:tmpl>
        </p:tmplLst>
      </p:bldP>
      <p:bldP spid="74" grpId="0" build="p">
        <p:tmplLst>
          <p:tmpl lvl="1">
            <p:tnLst>
              <p:par>
                <p:cTn presetID="22" presetClass="entr" presetSubtype="8" fill="hold" nodeType="afterEffect">
                  <p:stCondLst>
                    <p:cond delay="0"/>
                  </p:stCondLst>
                  <p:childTnLst>
                    <p:set>
                      <p:cBhvr>
                        <p:cTn dur="1" fill="hold">
                          <p:stCondLst>
                            <p:cond delay="0"/>
                          </p:stCondLst>
                        </p:cTn>
                        <p:tgtEl>
                          <p:spTgt spid="74"/>
                        </p:tgtEl>
                        <p:attrNameLst>
                          <p:attrName>style.visibility</p:attrName>
                        </p:attrNameLst>
                      </p:cBhvr>
                      <p:to>
                        <p:strVal val="visible"/>
                      </p:to>
                    </p:set>
                    <p:animEffect transition="in" filter="wipe(left)">
                      <p:cBhvr>
                        <p:cTn dur="500"/>
                        <p:tgtEl>
                          <p:spTgt spid="74"/>
                        </p:tgtEl>
                      </p:cBhvr>
                    </p:animEffect>
                  </p:childTnLst>
                </p:cTn>
              </p:par>
            </p:tnLst>
          </p:tmpl>
        </p:tmplLst>
      </p:bldP>
      <p:bldP spid="50" grpId="0" animBg="1"/>
      <p:bldP spid="51" grpId="0" build="p">
        <p:tmplLst>
          <p:tmpl lvl="1">
            <p:tnLst>
              <p:par>
                <p:cTn presetID="22" presetClass="entr" presetSubtype="8" fill="hold" nodeType="afterEffect">
                  <p:stCondLst>
                    <p:cond delay="0"/>
                  </p:stCondLst>
                  <p:childTnLst>
                    <p:set>
                      <p:cBhvr>
                        <p:cTn dur="1" fill="hold">
                          <p:stCondLst>
                            <p:cond delay="0"/>
                          </p:stCondLst>
                        </p:cTn>
                        <p:tgtEl>
                          <p:spTgt spid="51"/>
                        </p:tgtEl>
                        <p:attrNameLst>
                          <p:attrName>style.visibility</p:attrName>
                        </p:attrNameLst>
                      </p:cBhvr>
                      <p:to>
                        <p:strVal val="visible"/>
                      </p:to>
                    </p:set>
                    <p:animEffect transition="in" filter="wipe(left)">
                      <p:cBhvr>
                        <p:cTn dur="500"/>
                        <p:tgtEl>
                          <p:spTgt spid="51"/>
                        </p:tgtEl>
                      </p:cBhvr>
                    </p:animEffect>
                  </p:childTnLst>
                </p:cTn>
              </p:par>
            </p:tnLst>
          </p:tmpl>
        </p:tmplLst>
      </p:bldP>
      <p:bldP spid="52" grpId="0" build="p">
        <p:tmplLst>
          <p:tmpl lvl="1">
            <p:tnLst>
              <p:par>
                <p:cTn presetID="22" presetClass="entr" presetSubtype="8" fill="hold" nodeType="afterEffect">
                  <p:stCondLst>
                    <p:cond delay="0"/>
                  </p:stCondLst>
                  <p:childTnLst>
                    <p:set>
                      <p:cBhvr>
                        <p:cTn dur="1" fill="hold">
                          <p:stCondLst>
                            <p:cond delay="0"/>
                          </p:stCondLst>
                        </p:cTn>
                        <p:tgtEl>
                          <p:spTgt spid="52"/>
                        </p:tgtEl>
                        <p:attrNameLst>
                          <p:attrName>style.visibility</p:attrName>
                        </p:attrNameLst>
                      </p:cBhvr>
                      <p:to>
                        <p:strVal val="visible"/>
                      </p:to>
                    </p:set>
                    <p:animEffect transition="in" filter="wipe(left)">
                      <p:cBhvr>
                        <p:cTn dur="500"/>
                        <p:tgtEl>
                          <p:spTgt spid="52"/>
                        </p:tgtEl>
                      </p:cBhvr>
                    </p:animEffect>
                  </p:childTnLst>
                </p:cTn>
              </p:par>
            </p:tnLst>
          </p:tmpl>
        </p:tmplLst>
      </p:bldP>
      <p:bldP spid="53" grpId="0" build="p">
        <p:tmplLst>
          <p:tmpl lvl="1">
            <p:tnLst>
              <p:par>
                <p:cTn presetID="22" presetClass="entr" presetSubtype="8" fill="hold" nodeType="afterEffect">
                  <p:stCondLst>
                    <p:cond delay="0"/>
                  </p:stCondLst>
                  <p:childTnLst>
                    <p:set>
                      <p:cBhvr>
                        <p:cTn dur="1" fill="hold">
                          <p:stCondLst>
                            <p:cond delay="0"/>
                          </p:stCondLst>
                        </p:cTn>
                        <p:tgtEl>
                          <p:spTgt spid="53"/>
                        </p:tgtEl>
                        <p:attrNameLst>
                          <p:attrName>style.visibility</p:attrName>
                        </p:attrNameLst>
                      </p:cBhvr>
                      <p:to>
                        <p:strVal val="visible"/>
                      </p:to>
                    </p:set>
                    <p:animEffect transition="in" filter="wipe(left)">
                      <p:cBhvr>
                        <p:cTn dur="500"/>
                        <p:tgtEl>
                          <p:spTgt spid="53"/>
                        </p:tgtEl>
                      </p:cBhvr>
                    </p:animEffect>
                  </p:childTnLst>
                </p:cTn>
              </p:par>
            </p:tnLst>
          </p:tmpl>
        </p:tmplLst>
      </p:bldP>
      <p:bldP spid="54" grpId="0" animBg="1"/>
      <p:bldP spid="55" grpId="0" build="p">
        <p:tmplLst>
          <p:tmpl lvl="1">
            <p:tnLst>
              <p:par>
                <p:cTn presetID="22" presetClass="entr" presetSubtype="8" fill="hold" nodeType="afterEffect">
                  <p:stCondLst>
                    <p:cond delay="0"/>
                  </p:stCondLst>
                  <p:childTnLst>
                    <p:set>
                      <p:cBhvr>
                        <p:cTn dur="1" fill="hold">
                          <p:stCondLst>
                            <p:cond delay="0"/>
                          </p:stCondLst>
                        </p:cTn>
                        <p:tgtEl>
                          <p:spTgt spid="55"/>
                        </p:tgtEl>
                        <p:attrNameLst>
                          <p:attrName>style.visibility</p:attrName>
                        </p:attrNameLst>
                      </p:cBhvr>
                      <p:to>
                        <p:strVal val="visible"/>
                      </p:to>
                    </p:set>
                    <p:animEffect transition="in" filter="wipe(left)">
                      <p:cBhvr>
                        <p:cTn dur="500"/>
                        <p:tgtEl>
                          <p:spTgt spid="55"/>
                        </p:tgtEl>
                      </p:cBhvr>
                    </p:animEffect>
                  </p:childTnLst>
                </p:cTn>
              </p:par>
            </p:tnLst>
          </p:tmpl>
        </p:tmplLst>
      </p:bldP>
      <p:bldP spid="56" grpId="0" build="p">
        <p:tmplLst>
          <p:tmpl lvl="1">
            <p:tnLst>
              <p:par>
                <p:cTn presetID="22" presetClass="entr" presetSubtype="8" fill="hold" nodeType="afterEffect">
                  <p:stCondLst>
                    <p:cond delay="0"/>
                  </p:stCondLst>
                  <p:childTnLst>
                    <p:set>
                      <p:cBhvr>
                        <p:cTn dur="1" fill="hold">
                          <p:stCondLst>
                            <p:cond delay="0"/>
                          </p:stCondLst>
                        </p:cTn>
                        <p:tgtEl>
                          <p:spTgt spid="56"/>
                        </p:tgtEl>
                        <p:attrNameLst>
                          <p:attrName>style.visibility</p:attrName>
                        </p:attrNameLst>
                      </p:cBhvr>
                      <p:to>
                        <p:strVal val="visible"/>
                      </p:to>
                    </p:set>
                    <p:animEffect transition="in" filter="wipe(left)">
                      <p:cBhvr>
                        <p:cTn dur="500"/>
                        <p:tgtEl>
                          <p:spTgt spid="56"/>
                        </p:tgtEl>
                      </p:cBhvr>
                    </p:animEffect>
                  </p:childTnLst>
                </p:cTn>
              </p:par>
            </p:tnLst>
          </p:tmpl>
        </p:tmplLst>
      </p:bldP>
      <p:bldP spid="57" grpId="0" build="p">
        <p:tmplLst>
          <p:tmpl lvl="1">
            <p:tnLst>
              <p:par>
                <p:cTn presetID="22" presetClass="entr" presetSubtype="8" fill="hold" nodeType="afterEffect">
                  <p:stCondLst>
                    <p:cond delay="0"/>
                  </p:stCondLst>
                  <p:childTnLst>
                    <p:set>
                      <p:cBhvr>
                        <p:cTn dur="1" fill="hold">
                          <p:stCondLst>
                            <p:cond delay="0"/>
                          </p:stCondLst>
                        </p:cTn>
                        <p:tgtEl>
                          <p:spTgt spid="57"/>
                        </p:tgtEl>
                        <p:attrNameLst>
                          <p:attrName>style.visibility</p:attrName>
                        </p:attrNameLst>
                      </p:cBhvr>
                      <p:to>
                        <p:strVal val="visible"/>
                      </p:to>
                    </p:set>
                    <p:animEffect transition="in" filter="wipe(left)">
                      <p:cBhvr>
                        <p:cTn dur="500"/>
                        <p:tgtEl>
                          <p:spTgt spid="57"/>
                        </p:tgtEl>
                      </p:cBhvr>
                    </p:animEffect>
                  </p:childTnLst>
                </p:cTn>
              </p:par>
            </p:tnLst>
          </p:tmpl>
        </p:tmplLst>
      </p:bldP>
      <p:bldP spid="58" grpId="0" animBg="1"/>
      <p:bldP spid="59" grpId="0" build="p">
        <p:tmplLst>
          <p:tmpl lvl="1">
            <p:tnLst>
              <p:par>
                <p:cTn presetID="22" presetClass="entr" presetSubtype="8" fill="hold" nodeType="afterEffect">
                  <p:stCondLst>
                    <p:cond delay="0"/>
                  </p:stCondLst>
                  <p:childTnLst>
                    <p:set>
                      <p:cBhvr>
                        <p:cTn dur="1" fill="hold">
                          <p:stCondLst>
                            <p:cond delay="0"/>
                          </p:stCondLst>
                        </p:cTn>
                        <p:tgtEl>
                          <p:spTgt spid="59"/>
                        </p:tgtEl>
                        <p:attrNameLst>
                          <p:attrName>style.visibility</p:attrName>
                        </p:attrNameLst>
                      </p:cBhvr>
                      <p:to>
                        <p:strVal val="visible"/>
                      </p:to>
                    </p:set>
                    <p:animEffect transition="in" filter="wipe(left)">
                      <p:cBhvr>
                        <p:cTn dur="500"/>
                        <p:tgtEl>
                          <p:spTgt spid="59"/>
                        </p:tgtEl>
                      </p:cBhvr>
                    </p:animEffect>
                  </p:childTnLst>
                </p:cTn>
              </p:par>
            </p:tnLst>
          </p:tmpl>
        </p:tmplLst>
      </p:bldP>
      <p:bldP spid="60" grpId="0" build="p">
        <p:tmplLst>
          <p:tmpl lvl="1">
            <p:tnLst>
              <p:par>
                <p:cTn presetID="22" presetClass="entr" presetSubtype="8" fill="hold" nodeType="afterEffect">
                  <p:stCondLst>
                    <p:cond delay="0"/>
                  </p:stCondLst>
                  <p:childTnLst>
                    <p:set>
                      <p:cBhvr>
                        <p:cTn dur="1" fill="hold">
                          <p:stCondLst>
                            <p:cond delay="0"/>
                          </p:stCondLst>
                        </p:cTn>
                        <p:tgtEl>
                          <p:spTgt spid="60"/>
                        </p:tgtEl>
                        <p:attrNameLst>
                          <p:attrName>style.visibility</p:attrName>
                        </p:attrNameLst>
                      </p:cBhvr>
                      <p:to>
                        <p:strVal val="visible"/>
                      </p:to>
                    </p:set>
                    <p:animEffect transition="in" filter="wipe(left)">
                      <p:cBhvr>
                        <p:cTn dur="500"/>
                        <p:tgtEl>
                          <p:spTgt spid="60"/>
                        </p:tgtEl>
                      </p:cBhvr>
                    </p:animEffect>
                  </p:childTnLst>
                </p:cTn>
              </p:par>
            </p:tnLst>
          </p:tmpl>
        </p:tmplLst>
      </p:bldP>
      <p:bldP spid="61" grpId="0" build="p">
        <p:tmplLst>
          <p:tmpl lvl="1">
            <p:tnLst>
              <p:par>
                <p:cTn presetID="22" presetClass="entr" presetSubtype="8" fill="hold" nodeType="afterEffect">
                  <p:stCondLst>
                    <p:cond delay="0"/>
                  </p:stCondLst>
                  <p:childTnLst>
                    <p:set>
                      <p:cBhvr>
                        <p:cTn dur="1" fill="hold">
                          <p:stCondLst>
                            <p:cond delay="0"/>
                          </p:stCondLst>
                        </p:cTn>
                        <p:tgtEl>
                          <p:spTgt spid="61"/>
                        </p:tgtEl>
                        <p:attrNameLst>
                          <p:attrName>style.visibility</p:attrName>
                        </p:attrNameLst>
                      </p:cBhvr>
                      <p:to>
                        <p:strVal val="visible"/>
                      </p:to>
                    </p:set>
                    <p:animEffect transition="in" filter="wipe(left)">
                      <p:cBhvr>
                        <p:cTn dur="500"/>
                        <p:tgtEl>
                          <p:spTgt spid="61"/>
                        </p:tgtEl>
                      </p:cBhvr>
                    </p:animEffect>
                  </p:childTnLst>
                </p:cTn>
              </p:par>
            </p:tnLst>
          </p:tmpl>
        </p:tmplLst>
      </p:bldP>
      <p:bldP spid="62" grpId="0" animBg="1"/>
      <p:bldP spid="63" grpId="0" build="p">
        <p:tmplLst>
          <p:tmpl lvl="1">
            <p:tnLst>
              <p:par>
                <p:cTn presetID="22" presetClass="entr" presetSubtype="8" fill="hold" nodeType="afterEffect">
                  <p:stCondLst>
                    <p:cond delay="0"/>
                  </p:stCondLst>
                  <p:childTnLst>
                    <p:set>
                      <p:cBhvr>
                        <p:cTn dur="1" fill="hold">
                          <p:stCondLst>
                            <p:cond delay="0"/>
                          </p:stCondLst>
                        </p:cTn>
                        <p:tgtEl>
                          <p:spTgt spid="63"/>
                        </p:tgtEl>
                        <p:attrNameLst>
                          <p:attrName>style.visibility</p:attrName>
                        </p:attrNameLst>
                      </p:cBhvr>
                      <p:to>
                        <p:strVal val="visible"/>
                      </p:to>
                    </p:set>
                    <p:animEffect transition="in" filter="wipe(left)">
                      <p:cBhvr>
                        <p:cTn dur="500"/>
                        <p:tgtEl>
                          <p:spTgt spid="63"/>
                        </p:tgtEl>
                      </p:cBhvr>
                    </p:animEffect>
                  </p:childTnLst>
                </p:cTn>
              </p:par>
            </p:tnLst>
          </p:tmpl>
        </p:tmplLst>
      </p:bldP>
      <p:bldP spid="64" grpId="0" build="p">
        <p:tmplLst>
          <p:tmpl lvl="1">
            <p:tnLst>
              <p:par>
                <p:cTn presetID="22" presetClass="entr" presetSubtype="8" fill="hold" nodeType="afterEffect">
                  <p:stCondLst>
                    <p:cond delay="0"/>
                  </p:stCondLst>
                  <p:childTnLst>
                    <p:set>
                      <p:cBhvr>
                        <p:cTn dur="1" fill="hold">
                          <p:stCondLst>
                            <p:cond delay="0"/>
                          </p:stCondLst>
                        </p:cTn>
                        <p:tgtEl>
                          <p:spTgt spid="64"/>
                        </p:tgtEl>
                        <p:attrNameLst>
                          <p:attrName>style.visibility</p:attrName>
                        </p:attrNameLst>
                      </p:cBhvr>
                      <p:to>
                        <p:strVal val="visible"/>
                      </p:to>
                    </p:set>
                    <p:animEffect transition="in" filter="wipe(left)">
                      <p:cBhvr>
                        <p:cTn dur="500"/>
                        <p:tgtEl>
                          <p:spTgt spid="64"/>
                        </p:tgtEl>
                      </p:cBhvr>
                    </p:animEffect>
                  </p:childTnLst>
                </p:cTn>
              </p:par>
            </p:tnLst>
          </p:tmpl>
        </p:tmplLst>
      </p:bldP>
      <p:bldP spid="87" grpId="0" build="p">
        <p:tmplLst>
          <p:tmpl lvl="1">
            <p:tnLst>
              <p:par>
                <p:cTn presetID="22" presetClass="entr" presetSubtype="8" fill="hold" nodeType="afterEffect">
                  <p:stCondLst>
                    <p:cond delay="0"/>
                  </p:stCondLst>
                  <p:childTnLst>
                    <p:set>
                      <p:cBhvr>
                        <p:cTn dur="1" fill="hold">
                          <p:stCondLst>
                            <p:cond delay="0"/>
                          </p:stCondLst>
                        </p:cTn>
                        <p:tgtEl>
                          <p:spTgt spid="87"/>
                        </p:tgtEl>
                        <p:attrNameLst>
                          <p:attrName>style.visibility</p:attrName>
                        </p:attrNameLst>
                      </p:cBhvr>
                      <p:to>
                        <p:strVal val="visible"/>
                      </p:to>
                    </p:set>
                    <p:animEffect transition="in" filter="wipe(left)">
                      <p:cBhvr>
                        <p:cTn dur="500"/>
                        <p:tgtEl>
                          <p:spTgt spid="87"/>
                        </p:tgtEl>
                      </p:cBhvr>
                    </p:animEffect>
                  </p:childTnLst>
                </p:cTn>
              </p:par>
            </p:tnLst>
          </p:tmpl>
        </p:tmplLst>
      </p:bldP>
      <p:bldP spid="89" grpId="0" animBg="1"/>
      <p:bldP spid="90" grpId="0" build="p">
        <p:tmplLst>
          <p:tmpl lvl="1">
            <p:tnLst>
              <p:par>
                <p:cTn presetID="22" presetClass="entr" presetSubtype="8" fill="hold" nodeType="afterEffect">
                  <p:stCondLst>
                    <p:cond delay="0"/>
                  </p:stCondLst>
                  <p:childTnLst>
                    <p:set>
                      <p:cBhvr>
                        <p:cTn dur="1" fill="hold">
                          <p:stCondLst>
                            <p:cond delay="0"/>
                          </p:stCondLst>
                        </p:cTn>
                        <p:tgtEl>
                          <p:spTgt spid="90"/>
                        </p:tgtEl>
                        <p:attrNameLst>
                          <p:attrName>style.visibility</p:attrName>
                        </p:attrNameLst>
                      </p:cBhvr>
                      <p:to>
                        <p:strVal val="visible"/>
                      </p:to>
                    </p:set>
                    <p:animEffect transition="in" filter="wipe(left)">
                      <p:cBhvr>
                        <p:cTn dur="500"/>
                        <p:tgtEl>
                          <p:spTgt spid="90"/>
                        </p:tgtEl>
                      </p:cBhvr>
                    </p:animEffect>
                  </p:childTnLst>
                </p:cTn>
              </p:par>
            </p:tnLst>
          </p:tmpl>
        </p:tmplLst>
      </p:bldP>
      <p:bldP spid="91" grpId="0" build="p">
        <p:tmplLst>
          <p:tmpl lvl="1">
            <p:tnLst>
              <p:par>
                <p:cTn presetID="22" presetClass="entr" presetSubtype="8" fill="hold" nodeType="afterEffect">
                  <p:stCondLst>
                    <p:cond delay="0"/>
                  </p:stCondLst>
                  <p:childTnLst>
                    <p:set>
                      <p:cBhvr>
                        <p:cTn dur="1" fill="hold">
                          <p:stCondLst>
                            <p:cond delay="0"/>
                          </p:stCondLst>
                        </p:cTn>
                        <p:tgtEl>
                          <p:spTgt spid="91"/>
                        </p:tgtEl>
                        <p:attrNameLst>
                          <p:attrName>style.visibility</p:attrName>
                        </p:attrNameLst>
                      </p:cBhvr>
                      <p:to>
                        <p:strVal val="visible"/>
                      </p:to>
                    </p:set>
                    <p:animEffect transition="in" filter="wipe(left)">
                      <p:cBhvr>
                        <p:cTn dur="500"/>
                        <p:tgtEl>
                          <p:spTgt spid="91"/>
                        </p:tgtEl>
                      </p:cBhvr>
                    </p:animEffect>
                  </p:childTnLst>
                </p:cTn>
              </p:par>
            </p:tnLst>
          </p:tmpl>
        </p:tmplLst>
      </p:bldP>
      <p:bldP spid="92" grpId="0" build="p">
        <p:tmplLst>
          <p:tmpl lvl="1">
            <p:tnLst>
              <p:par>
                <p:cTn presetID="22" presetClass="entr" presetSubtype="8" fill="hold" nodeType="afterEffect">
                  <p:stCondLst>
                    <p:cond delay="0"/>
                  </p:stCondLst>
                  <p:childTnLst>
                    <p:set>
                      <p:cBhvr>
                        <p:cTn dur="1" fill="hold">
                          <p:stCondLst>
                            <p:cond delay="0"/>
                          </p:stCondLst>
                        </p:cTn>
                        <p:tgtEl>
                          <p:spTgt spid="92"/>
                        </p:tgtEl>
                        <p:attrNameLst>
                          <p:attrName>style.visibility</p:attrName>
                        </p:attrNameLst>
                      </p:cBhvr>
                      <p:to>
                        <p:strVal val="visible"/>
                      </p:to>
                    </p:set>
                    <p:animEffect transition="in" filter="wipe(left)">
                      <p:cBhvr>
                        <p:cTn dur="500"/>
                        <p:tgtEl>
                          <p:spTgt spid="92"/>
                        </p:tgtEl>
                      </p:cBhvr>
                    </p:animEffect>
                  </p:childTnLst>
                </p:cTn>
              </p:par>
            </p:tnLst>
          </p:tmpl>
        </p:tmplLst>
      </p:bldP>
      <p:bldP spid="93" grpId="0" animBg="1"/>
      <p:bldP spid="94" grpId="0" build="p">
        <p:tmplLst>
          <p:tmpl lvl="1">
            <p:tnLst>
              <p:par>
                <p:cTn presetID="22" presetClass="entr" presetSubtype="8" fill="hold" nodeType="afterEffect">
                  <p:stCondLst>
                    <p:cond delay="0"/>
                  </p:stCondLst>
                  <p:childTnLst>
                    <p:set>
                      <p:cBhvr>
                        <p:cTn dur="1" fill="hold">
                          <p:stCondLst>
                            <p:cond delay="0"/>
                          </p:stCondLst>
                        </p:cTn>
                        <p:tgtEl>
                          <p:spTgt spid="94"/>
                        </p:tgtEl>
                        <p:attrNameLst>
                          <p:attrName>style.visibility</p:attrName>
                        </p:attrNameLst>
                      </p:cBhvr>
                      <p:to>
                        <p:strVal val="visible"/>
                      </p:to>
                    </p:set>
                    <p:animEffect transition="in" filter="wipe(left)">
                      <p:cBhvr>
                        <p:cTn dur="500"/>
                        <p:tgtEl>
                          <p:spTgt spid="94"/>
                        </p:tgtEl>
                      </p:cBhvr>
                    </p:animEffect>
                  </p:childTnLst>
                </p:cTn>
              </p:par>
            </p:tnLst>
          </p:tmpl>
        </p:tmplLst>
      </p:bldP>
      <p:bldP spid="95" grpId="0" build="p">
        <p:tmplLst>
          <p:tmpl lvl="1">
            <p:tnLst>
              <p:par>
                <p:cTn presetID="22" presetClass="entr" presetSubtype="8" fill="hold" nodeType="afterEffect">
                  <p:stCondLst>
                    <p:cond delay="0"/>
                  </p:stCondLst>
                  <p:childTnLst>
                    <p:set>
                      <p:cBhvr>
                        <p:cTn dur="1" fill="hold">
                          <p:stCondLst>
                            <p:cond delay="0"/>
                          </p:stCondLst>
                        </p:cTn>
                        <p:tgtEl>
                          <p:spTgt spid="95"/>
                        </p:tgtEl>
                        <p:attrNameLst>
                          <p:attrName>style.visibility</p:attrName>
                        </p:attrNameLst>
                      </p:cBhvr>
                      <p:to>
                        <p:strVal val="visible"/>
                      </p:to>
                    </p:set>
                    <p:animEffect transition="in" filter="wipe(left)">
                      <p:cBhvr>
                        <p:cTn dur="500"/>
                        <p:tgtEl>
                          <p:spTgt spid="95"/>
                        </p:tgtEl>
                      </p:cBhvr>
                    </p:animEffect>
                  </p:childTnLst>
                </p:cTn>
              </p:par>
            </p:tnLst>
          </p:tmpl>
        </p:tmplLst>
      </p:bldP>
      <p:bldP spid="96" grpId="0" build="p">
        <p:tmplLst>
          <p:tmpl lvl="1">
            <p:tnLst>
              <p:par>
                <p:cTn presetID="22" presetClass="entr" presetSubtype="8" fill="hold" nodeType="afterEffect">
                  <p:stCondLst>
                    <p:cond delay="0"/>
                  </p:stCondLst>
                  <p:childTnLst>
                    <p:set>
                      <p:cBhvr>
                        <p:cTn dur="1" fill="hold">
                          <p:stCondLst>
                            <p:cond delay="0"/>
                          </p:stCondLst>
                        </p:cTn>
                        <p:tgtEl>
                          <p:spTgt spid="96"/>
                        </p:tgtEl>
                        <p:attrNameLst>
                          <p:attrName>style.visibility</p:attrName>
                        </p:attrNameLst>
                      </p:cBhvr>
                      <p:to>
                        <p:strVal val="visible"/>
                      </p:to>
                    </p:set>
                    <p:animEffect transition="in" filter="wipe(left)">
                      <p:cBhvr>
                        <p:cTn dur="500"/>
                        <p:tgtEl>
                          <p:spTgt spid="96"/>
                        </p:tgtEl>
                      </p:cBhvr>
                    </p:animEffect>
                  </p:childTnLst>
                </p:cTn>
              </p:par>
            </p:tnLst>
          </p:tmpl>
        </p:tmplLst>
      </p:bldP>
    </p:bldLst>
  </p:timing>
</p:sldLayout>
</file>

<file path=ppt/slideLayouts/slideLayout214.xml><?xml version="1.0" encoding="utf-8"?>
<p:sldLayout xmlns:a="http://schemas.openxmlformats.org/drawingml/2006/main" xmlns:r="http://schemas.openxmlformats.org/officeDocument/2006/relationships" xmlns:p="http://schemas.openxmlformats.org/presentationml/2006/main" userDrawn="1">
  <p:cSld name="1_Team09">
    <p:spTree>
      <p:nvGrpSpPr>
        <p:cNvPr id="1" name=""/>
        <p:cNvGrpSpPr/>
        <p:nvPr/>
      </p:nvGrpSpPr>
      <p:grpSpPr>
        <a:xfrm>
          <a:off x="0" y="0"/>
          <a:ext cx="0" cy="0"/>
          <a:chOff x="0" y="0"/>
          <a:chExt cx="0" cy="0"/>
        </a:xfrm>
      </p:grpSpPr>
      <p:sp>
        <p:nvSpPr>
          <p:cNvPr id="31" name="Picture Placeholder 7"/>
          <p:cNvSpPr>
            <a:spLocks noGrp="1"/>
          </p:cNvSpPr>
          <p:nvPr>
            <p:ph type="pic" sz="quarter" idx="10" hasCustomPrompt="1"/>
          </p:nvPr>
        </p:nvSpPr>
        <p:spPr>
          <a:xfrm>
            <a:off x="609601" y="2453634"/>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1"/>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14" name="Text Placeholder 3"/>
          <p:cNvSpPr>
            <a:spLocks noGrp="1"/>
          </p:cNvSpPr>
          <p:nvPr>
            <p:ph type="body" sz="half" idx="15" hasCustomPrompt="1"/>
          </p:nvPr>
        </p:nvSpPr>
        <p:spPr>
          <a:xfrm>
            <a:off x="1820005" y="3123679"/>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22" name="Text Placeholder 3"/>
          <p:cNvSpPr>
            <a:spLocks noGrp="1"/>
          </p:cNvSpPr>
          <p:nvPr>
            <p:ph type="body" sz="half" idx="16" hasCustomPrompt="1"/>
          </p:nvPr>
        </p:nvSpPr>
        <p:spPr>
          <a:xfrm>
            <a:off x="1820005" y="2474570"/>
            <a:ext cx="2235200" cy="265617"/>
          </a:xfrm>
          <a:prstGeom prst="rect">
            <a:avLst/>
          </a:prstGeom>
        </p:spPr>
        <p:txBody>
          <a:bodyPr wrap="square" lIns="0" tIns="0" rIns="0" bIns="0" anchor="ctr">
            <a:noAutofit/>
          </a:bodyPr>
          <a:lstStyle>
            <a:lvl1pPr marL="0" indent="0" algn="l">
              <a:buNone/>
              <a:defRPr sz="1867" b="1" baseline="0">
                <a:solidFill>
                  <a:schemeClr val="accent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40"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2"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43" name="Text Placeholder 3"/>
          <p:cNvSpPr>
            <a:spLocks noGrp="1"/>
          </p:cNvSpPr>
          <p:nvPr>
            <p:ph type="body" sz="half" idx="17" hasCustomPrompt="1"/>
          </p:nvPr>
        </p:nvSpPr>
        <p:spPr>
          <a:xfrm>
            <a:off x="1820005" y="2786292"/>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45" name="Straight Connector 44"/>
          <p:cNvCxnSpPr/>
          <p:nvPr userDrawn="1"/>
        </p:nvCxnSpPr>
        <p:spPr>
          <a:xfrm flipV="1">
            <a:off x="4256507" y="2453633"/>
            <a:ext cx="0" cy="3306659"/>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userDrawn="1"/>
        </p:nvCxnSpPr>
        <p:spPr>
          <a:xfrm flipH="1">
            <a:off x="609600" y="4076311"/>
            <a:ext cx="11138475" cy="0"/>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66" name="Picture Placeholder 7"/>
          <p:cNvSpPr>
            <a:spLocks noGrp="1"/>
          </p:cNvSpPr>
          <p:nvPr>
            <p:ph type="pic" sz="quarter" idx="18" hasCustomPrompt="1"/>
          </p:nvPr>
        </p:nvSpPr>
        <p:spPr>
          <a:xfrm>
            <a:off x="4442678" y="2453634"/>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2"/>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67" name="Text Placeholder 3"/>
          <p:cNvSpPr>
            <a:spLocks noGrp="1"/>
          </p:cNvSpPr>
          <p:nvPr>
            <p:ph type="body" sz="half" idx="19" hasCustomPrompt="1"/>
          </p:nvPr>
        </p:nvSpPr>
        <p:spPr>
          <a:xfrm>
            <a:off x="5653083" y="3123679"/>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68" name="Text Placeholder 3"/>
          <p:cNvSpPr>
            <a:spLocks noGrp="1"/>
          </p:cNvSpPr>
          <p:nvPr>
            <p:ph type="body" sz="half" idx="20" hasCustomPrompt="1"/>
          </p:nvPr>
        </p:nvSpPr>
        <p:spPr>
          <a:xfrm>
            <a:off x="5653083" y="2474570"/>
            <a:ext cx="2235200" cy="265617"/>
          </a:xfrm>
          <a:prstGeom prst="rect">
            <a:avLst/>
          </a:prstGeom>
        </p:spPr>
        <p:txBody>
          <a:bodyPr wrap="square" lIns="0" tIns="0" rIns="0" bIns="0" anchor="ctr">
            <a:noAutofit/>
          </a:bodyPr>
          <a:lstStyle>
            <a:lvl1pPr marL="0" indent="0" algn="l">
              <a:buNone/>
              <a:defRPr sz="1867" b="1" baseline="0">
                <a:solidFill>
                  <a:schemeClr val="accent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9" name="Text Placeholder 3"/>
          <p:cNvSpPr>
            <a:spLocks noGrp="1"/>
          </p:cNvSpPr>
          <p:nvPr>
            <p:ph type="body" sz="half" idx="21" hasCustomPrompt="1"/>
          </p:nvPr>
        </p:nvSpPr>
        <p:spPr>
          <a:xfrm>
            <a:off x="5653083" y="2786292"/>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70" name="Straight Connector 69"/>
          <p:cNvCxnSpPr/>
          <p:nvPr userDrawn="1"/>
        </p:nvCxnSpPr>
        <p:spPr>
          <a:xfrm flipV="1">
            <a:off x="8115029" y="2453633"/>
            <a:ext cx="0" cy="3306659"/>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71" name="Picture Placeholder 7"/>
          <p:cNvSpPr>
            <a:spLocks noGrp="1"/>
          </p:cNvSpPr>
          <p:nvPr>
            <p:ph type="pic" sz="quarter" idx="22" hasCustomPrompt="1"/>
          </p:nvPr>
        </p:nvSpPr>
        <p:spPr>
          <a:xfrm>
            <a:off x="8302470" y="2453634"/>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3"/>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72" name="Text Placeholder 3"/>
          <p:cNvSpPr>
            <a:spLocks noGrp="1"/>
          </p:cNvSpPr>
          <p:nvPr>
            <p:ph type="body" sz="half" idx="23" hasCustomPrompt="1"/>
          </p:nvPr>
        </p:nvSpPr>
        <p:spPr>
          <a:xfrm>
            <a:off x="9512875" y="3123679"/>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73" name="Text Placeholder 3"/>
          <p:cNvSpPr>
            <a:spLocks noGrp="1"/>
          </p:cNvSpPr>
          <p:nvPr>
            <p:ph type="body" sz="half" idx="24" hasCustomPrompt="1"/>
          </p:nvPr>
        </p:nvSpPr>
        <p:spPr>
          <a:xfrm>
            <a:off x="9512875" y="2474570"/>
            <a:ext cx="2235200" cy="265617"/>
          </a:xfrm>
          <a:prstGeom prst="rect">
            <a:avLst/>
          </a:prstGeom>
        </p:spPr>
        <p:txBody>
          <a:bodyPr wrap="square" lIns="0" tIns="0" rIns="0" bIns="0" anchor="ctr">
            <a:noAutofit/>
          </a:bodyPr>
          <a:lstStyle>
            <a:lvl1pPr marL="0" indent="0" algn="l">
              <a:buNone/>
              <a:defRPr sz="1867" b="1" baseline="0">
                <a:solidFill>
                  <a:schemeClr val="accent3"/>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74" name="Text Placeholder 3"/>
          <p:cNvSpPr>
            <a:spLocks noGrp="1"/>
          </p:cNvSpPr>
          <p:nvPr>
            <p:ph type="body" sz="half" idx="25" hasCustomPrompt="1"/>
          </p:nvPr>
        </p:nvSpPr>
        <p:spPr>
          <a:xfrm>
            <a:off x="9512875" y="2786292"/>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75" name="Picture Placeholder 7"/>
          <p:cNvSpPr>
            <a:spLocks noGrp="1"/>
          </p:cNvSpPr>
          <p:nvPr>
            <p:ph type="pic" sz="quarter" idx="26" hasCustomPrompt="1"/>
          </p:nvPr>
        </p:nvSpPr>
        <p:spPr>
          <a:xfrm>
            <a:off x="609601" y="4394536"/>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4"/>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76" name="Text Placeholder 3"/>
          <p:cNvSpPr>
            <a:spLocks noGrp="1"/>
          </p:cNvSpPr>
          <p:nvPr>
            <p:ph type="body" sz="half" idx="27" hasCustomPrompt="1"/>
          </p:nvPr>
        </p:nvSpPr>
        <p:spPr>
          <a:xfrm>
            <a:off x="1820005" y="5064580"/>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77" name="Text Placeholder 3"/>
          <p:cNvSpPr>
            <a:spLocks noGrp="1"/>
          </p:cNvSpPr>
          <p:nvPr>
            <p:ph type="body" sz="half" idx="28" hasCustomPrompt="1"/>
          </p:nvPr>
        </p:nvSpPr>
        <p:spPr>
          <a:xfrm>
            <a:off x="1820005" y="4415472"/>
            <a:ext cx="2235200" cy="265617"/>
          </a:xfrm>
          <a:prstGeom prst="rect">
            <a:avLst/>
          </a:prstGeom>
        </p:spPr>
        <p:txBody>
          <a:bodyPr wrap="square" lIns="0" tIns="0" rIns="0" bIns="0" anchor="ctr">
            <a:noAutofit/>
          </a:bodyPr>
          <a:lstStyle>
            <a:lvl1pPr marL="0" indent="0" algn="l" rtl="0">
              <a:buNone/>
              <a:defRPr sz="1867" b="1" baseline="0">
                <a:solidFill>
                  <a:schemeClr val="accent4"/>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78" name="Text Placeholder 3"/>
          <p:cNvSpPr>
            <a:spLocks noGrp="1"/>
          </p:cNvSpPr>
          <p:nvPr>
            <p:ph type="body" sz="half" idx="29" hasCustomPrompt="1"/>
          </p:nvPr>
        </p:nvSpPr>
        <p:spPr>
          <a:xfrm>
            <a:off x="1820005" y="4727193"/>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79" name="Picture Placeholder 7"/>
          <p:cNvSpPr>
            <a:spLocks noGrp="1"/>
          </p:cNvSpPr>
          <p:nvPr>
            <p:ph type="pic" sz="quarter" idx="30" hasCustomPrompt="1"/>
          </p:nvPr>
        </p:nvSpPr>
        <p:spPr>
          <a:xfrm>
            <a:off x="4442678" y="4394536"/>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5"/>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80" name="Text Placeholder 3"/>
          <p:cNvSpPr>
            <a:spLocks noGrp="1"/>
          </p:cNvSpPr>
          <p:nvPr>
            <p:ph type="body" sz="half" idx="31" hasCustomPrompt="1"/>
          </p:nvPr>
        </p:nvSpPr>
        <p:spPr>
          <a:xfrm>
            <a:off x="5653083" y="5064580"/>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81" name="Text Placeholder 3"/>
          <p:cNvSpPr>
            <a:spLocks noGrp="1"/>
          </p:cNvSpPr>
          <p:nvPr>
            <p:ph type="body" sz="half" idx="32" hasCustomPrompt="1"/>
          </p:nvPr>
        </p:nvSpPr>
        <p:spPr>
          <a:xfrm>
            <a:off x="5653083" y="4415472"/>
            <a:ext cx="2235200" cy="265617"/>
          </a:xfrm>
          <a:prstGeom prst="rect">
            <a:avLst/>
          </a:prstGeom>
        </p:spPr>
        <p:txBody>
          <a:bodyPr wrap="square" lIns="0" tIns="0" rIns="0" bIns="0" anchor="ctr">
            <a:noAutofit/>
          </a:bodyPr>
          <a:lstStyle>
            <a:lvl1pPr marL="0" indent="0" algn="l" rtl="0">
              <a:buNone/>
              <a:defRPr sz="1867" b="1" baseline="0">
                <a:solidFill>
                  <a:schemeClr val="accent5"/>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82" name="Text Placeholder 3"/>
          <p:cNvSpPr>
            <a:spLocks noGrp="1"/>
          </p:cNvSpPr>
          <p:nvPr>
            <p:ph type="body" sz="half" idx="33" hasCustomPrompt="1"/>
          </p:nvPr>
        </p:nvSpPr>
        <p:spPr>
          <a:xfrm>
            <a:off x="5653083" y="4727193"/>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83" name="Picture Placeholder 7"/>
          <p:cNvSpPr>
            <a:spLocks noGrp="1"/>
          </p:cNvSpPr>
          <p:nvPr>
            <p:ph type="pic" sz="quarter" idx="34" hasCustomPrompt="1"/>
          </p:nvPr>
        </p:nvSpPr>
        <p:spPr>
          <a:xfrm>
            <a:off x="8302470" y="4394536"/>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6"/>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84" name="Text Placeholder 3"/>
          <p:cNvSpPr>
            <a:spLocks noGrp="1"/>
          </p:cNvSpPr>
          <p:nvPr>
            <p:ph type="body" sz="half" idx="35" hasCustomPrompt="1"/>
          </p:nvPr>
        </p:nvSpPr>
        <p:spPr>
          <a:xfrm>
            <a:off x="9512875" y="5064580"/>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85" name="Text Placeholder 3"/>
          <p:cNvSpPr>
            <a:spLocks noGrp="1"/>
          </p:cNvSpPr>
          <p:nvPr>
            <p:ph type="body" sz="half" idx="36" hasCustomPrompt="1"/>
          </p:nvPr>
        </p:nvSpPr>
        <p:spPr>
          <a:xfrm>
            <a:off x="9512875" y="4415472"/>
            <a:ext cx="2235200" cy="265617"/>
          </a:xfrm>
          <a:prstGeom prst="rect">
            <a:avLst/>
          </a:prstGeom>
        </p:spPr>
        <p:txBody>
          <a:bodyPr wrap="square" lIns="0" tIns="0" rIns="0" bIns="0" anchor="ctr">
            <a:noAutofit/>
          </a:bodyPr>
          <a:lstStyle>
            <a:lvl1pPr marL="0" indent="0" algn="l" rtl="0">
              <a:buNone/>
              <a:defRPr sz="1867" b="1" baseline="0">
                <a:solidFill>
                  <a:schemeClr val="accent6"/>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86" name="Text Placeholder 3"/>
          <p:cNvSpPr>
            <a:spLocks noGrp="1"/>
          </p:cNvSpPr>
          <p:nvPr>
            <p:ph type="body" sz="half" idx="37" hasCustomPrompt="1"/>
          </p:nvPr>
        </p:nvSpPr>
        <p:spPr>
          <a:xfrm>
            <a:off x="9512875" y="4727193"/>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Tree>
    <p:extLst>
      <p:ext uri="{BB962C8B-B14F-4D97-AF65-F5344CB8AC3E}">
        <p14:creationId xmlns:p14="http://schemas.microsoft.com/office/powerpoint/2010/main" val="270126902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45"/>
                                        </p:tgtEl>
                                        <p:attrNameLst>
                                          <p:attrName>style.visibility</p:attrName>
                                        </p:attrNameLst>
                                      </p:cBhvr>
                                      <p:to>
                                        <p:strVal val="visible"/>
                                      </p:to>
                                    </p:set>
                                    <p:animEffect transition="in" filter="wipe(down)">
                                      <p:cBhvr>
                                        <p:cTn id="7" dur="500"/>
                                        <p:tgtEl>
                                          <p:spTgt spid="45"/>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65"/>
                                        </p:tgtEl>
                                        <p:attrNameLst>
                                          <p:attrName>style.visibility</p:attrName>
                                        </p:attrNameLst>
                                      </p:cBhvr>
                                      <p:to>
                                        <p:strVal val="visible"/>
                                      </p:to>
                                    </p:set>
                                    <p:animEffect transition="in" filter="wipe(left)">
                                      <p:cBhvr>
                                        <p:cTn id="11" dur="500"/>
                                        <p:tgtEl>
                                          <p:spTgt spid="65"/>
                                        </p:tgtEl>
                                      </p:cBhvr>
                                    </p:animEffect>
                                  </p:childTnLst>
                                </p:cTn>
                              </p:par>
                            </p:childTnLst>
                          </p:cTn>
                        </p:par>
                        <p:par>
                          <p:cTn id="12" fill="hold">
                            <p:stCondLst>
                              <p:cond delay="1000"/>
                            </p:stCondLst>
                            <p:childTnLst>
                              <p:par>
                                <p:cTn id="13" presetID="53" presetClass="entr" presetSubtype="0" fill="hold" grpId="0" nodeType="afterEffect">
                                  <p:stCondLst>
                                    <p:cond delay="0"/>
                                  </p:stCondLst>
                                  <p:childTnLst>
                                    <p:set>
                                      <p:cBhvr>
                                        <p:cTn id="14" dur="1" fill="hold">
                                          <p:stCondLst>
                                            <p:cond delay="0"/>
                                          </p:stCondLst>
                                        </p:cTn>
                                        <p:tgtEl>
                                          <p:spTgt spid="31"/>
                                        </p:tgtEl>
                                        <p:attrNameLst>
                                          <p:attrName>style.visibility</p:attrName>
                                        </p:attrNameLst>
                                      </p:cBhvr>
                                      <p:to>
                                        <p:strVal val="visible"/>
                                      </p:to>
                                    </p:set>
                                    <p:anim calcmode="lin" valueType="num">
                                      <p:cBhvr>
                                        <p:cTn id="15" dur="500" fill="hold"/>
                                        <p:tgtEl>
                                          <p:spTgt spid="31"/>
                                        </p:tgtEl>
                                        <p:attrNameLst>
                                          <p:attrName>ppt_w</p:attrName>
                                        </p:attrNameLst>
                                      </p:cBhvr>
                                      <p:tavLst>
                                        <p:tav tm="0">
                                          <p:val>
                                            <p:fltVal val="0"/>
                                          </p:val>
                                        </p:tav>
                                        <p:tav tm="100000">
                                          <p:val>
                                            <p:strVal val="#ppt_w"/>
                                          </p:val>
                                        </p:tav>
                                      </p:tavLst>
                                    </p:anim>
                                    <p:anim calcmode="lin" valueType="num">
                                      <p:cBhvr>
                                        <p:cTn id="16" dur="500" fill="hold"/>
                                        <p:tgtEl>
                                          <p:spTgt spid="31"/>
                                        </p:tgtEl>
                                        <p:attrNameLst>
                                          <p:attrName>ppt_h</p:attrName>
                                        </p:attrNameLst>
                                      </p:cBhvr>
                                      <p:tavLst>
                                        <p:tav tm="0">
                                          <p:val>
                                            <p:fltVal val="0"/>
                                          </p:val>
                                        </p:tav>
                                        <p:tav tm="100000">
                                          <p:val>
                                            <p:strVal val="#ppt_h"/>
                                          </p:val>
                                        </p:tav>
                                      </p:tavLst>
                                    </p:anim>
                                    <p:animEffect transition="in" filter="fade">
                                      <p:cBhvr>
                                        <p:cTn id="17" dur="500"/>
                                        <p:tgtEl>
                                          <p:spTgt spid="31"/>
                                        </p:tgtEl>
                                      </p:cBhvr>
                                    </p:animEffect>
                                  </p:childTnLst>
                                </p:cTn>
                              </p:par>
                            </p:childTnLst>
                          </p:cTn>
                        </p:par>
                        <p:par>
                          <p:cTn id="18" fill="hold">
                            <p:stCondLst>
                              <p:cond delay="1500"/>
                            </p:stCondLst>
                            <p:childTnLst>
                              <p:par>
                                <p:cTn id="19" presetID="22" presetClass="entr" presetSubtype="8" fill="hold" grpId="0" nodeType="afterEffect">
                                  <p:stCondLst>
                                    <p:cond delay="0"/>
                                  </p:stCondLst>
                                  <p:childTnLst>
                                    <p:set>
                                      <p:cBhvr>
                                        <p:cTn id="20" dur="1" fill="hold">
                                          <p:stCondLst>
                                            <p:cond delay="0"/>
                                          </p:stCondLst>
                                        </p:cTn>
                                        <p:tgtEl>
                                          <p:spTgt spid="22">
                                            <p:txEl>
                                              <p:pRg st="0" end="0"/>
                                            </p:txEl>
                                          </p:spTgt>
                                        </p:tgtEl>
                                        <p:attrNameLst>
                                          <p:attrName>style.visibility</p:attrName>
                                        </p:attrNameLst>
                                      </p:cBhvr>
                                      <p:to>
                                        <p:strVal val="visible"/>
                                      </p:to>
                                    </p:set>
                                    <p:animEffect transition="in" filter="wipe(left)">
                                      <p:cBhvr>
                                        <p:cTn id="21" dur="500"/>
                                        <p:tgtEl>
                                          <p:spTgt spid="22">
                                            <p:txEl>
                                              <p:pRg st="0" end="0"/>
                                            </p:txEl>
                                          </p:spTgt>
                                        </p:tgtEl>
                                      </p:cBhvr>
                                    </p:animEffect>
                                  </p:childTnLst>
                                </p:cTn>
                              </p:par>
                            </p:childTnLst>
                          </p:cTn>
                        </p:par>
                        <p:par>
                          <p:cTn id="22" fill="hold">
                            <p:stCondLst>
                              <p:cond delay="2000"/>
                            </p:stCondLst>
                            <p:childTnLst>
                              <p:par>
                                <p:cTn id="23" presetID="22" presetClass="entr" presetSubtype="8" fill="hold" grpId="0" nodeType="afterEffect">
                                  <p:stCondLst>
                                    <p:cond delay="0"/>
                                  </p:stCondLst>
                                  <p:childTnLst>
                                    <p:set>
                                      <p:cBhvr>
                                        <p:cTn id="24" dur="1" fill="hold">
                                          <p:stCondLst>
                                            <p:cond delay="0"/>
                                          </p:stCondLst>
                                        </p:cTn>
                                        <p:tgtEl>
                                          <p:spTgt spid="43">
                                            <p:txEl>
                                              <p:pRg st="0" end="0"/>
                                            </p:txEl>
                                          </p:spTgt>
                                        </p:tgtEl>
                                        <p:attrNameLst>
                                          <p:attrName>style.visibility</p:attrName>
                                        </p:attrNameLst>
                                      </p:cBhvr>
                                      <p:to>
                                        <p:strVal val="visible"/>
                                      </p:to>
                                    </p:set>
                                    <p:animEffect transition="in" filter="wipe(left)">
                                      <p:cBhvr>
                                        <p:cTn id="25" dur="500"/>
                                        <p:tgtEl>
                                          <p:spTgt spid="43">
                                            <p:txEl>
                                              <p:pRg st="0" end="0"/>
                                            </p:txEl>
                                          </p:spTgt>
                                        </p:tgtEl>
                                      </p:cBhvr>
                                    </p:animEffect>
                                  </p:childTnLst>
                                </p:cTn>
                              </p:par>
                            </p:childTnLst>
                          </p:cTn>
                        </p:par>
                        <p:par>
                          <p:cTn id="26" fill="hold">
                            <p:stCondLst>
                              <p:cond delay="2500"/>
                            </p:stCondLst>
                            <p:childTnLst>
                              <p:par>
                                <p:cTn id="27" presetID="22" presetClass="entr" presetSubtype="8" fill="hold" grpId="0" nodeType="afterEffect">
                                  <p:stCondLst>
                                    <p:cond delay="0"/>
                                  </p:stCondLst>
                                  <p:childTnLst>
                                    <p:set>
                                      <p:cBhvr>
                                        <p:cTn id="28" dur="1" fill="hold">
                                          <p:stCondLst>
                                            <p:cond delay="0"/>
                                          </p:stCondLst>
                                        </p:cTn>
                                        <p:tgtEl>
                                          <p:spTgt spid="14">
                                            <p:txEl>
                                              <p:pRg st="0" end="0"/>
                                            </p:txEl>
                                          </p:spTgt>
                                        </p:tgtEl>
                                        <p:attrNameLst>
                                          <p:attrName>style.visibility</p:attrName>
                                        </p:attrNameLst>
                                      </p:cBhvr>
                                      <p:to>
                                        <p:strVal val="visible"/>
                                      </p:to>
                                    </p:set>
                                    <p:animEffect transition="in" filter="wipe(left)">
                                      <p:cBhvr>
                                        <p:cTn id="29" dur="500"/>
                                        <p:tgtEl>
                                          <p:spTgt spid="14">
                                            <p:txEl>
                                              <p:pRg st="0" end="0"/>
                                            </p:txEl>
                                          </p:spTgt>
                                        </p:tgtEl>
                                      </p:cBhvr>
                                    </p:animEffect>
                                  </p:childTnLst>
                                </p:cTn>
                              </p:par>
                            </p:childTnLst>
                          </p:cTn>
                        </p:par>
                        <p:par>
                          <p:cTn id="30" fill="hold">
                            <p:stCondLst>
                              <p:cond delay="3000"/>
                            </p:stCondLst>
                            <p:childTnLst>
                              <p:par>
                                <p:cTn id="31" presetID="53" presetClass="entr" presetSubtype="0" fill="hold" grpId="0" nodeType="afterEffect">
                                  <p:stCondLst>
                                    <p:cond delay="0"/>
                                  </p:stCondLst>
                                  <p:childTnLst>
                                    <p:set>
                                      <p:cBhvr>
                                        <p:cTn id="32" dur="1" fill="hold">
                                          <p:stCondLst>
                                            <p:cond delay="0"/>
                                          </p:stCondLst>
                                        </p:cTn>
                                        <p:tgtEl>
                                          <p:spTgt spid="66"/>
                                        </p:tgtEl>
                                        <p:attrNameLst>
                                          <p:attrName>style.visibility</p:attrName>
                                        </p:attrNameLst>
                                      </p:cBhvr>
                                      <p:to>
                                        <p:strVal val="visible"/>
                                      </p:to>
                                    </p:set>
                                    <p:anim calcmode="lin" valueType="num">
                                      <p:cBhvr>
                                        <p:cTn id="33" dur="500" fill="hold"/>
                                        <p:tgtEl>
                                          <p:spTgt spid="66"/>
                                        </p:tgtEl>
                                        <p:attrNameLst>
                                          <p:attrName>ppt_w</p:attrName>
                                        </p:attrNameLst>
                                      </p:cBhvr>
                                      <p:tavLst>
                                        <p:tav tm="0">
                                          <p:val>
                                            <p:fltVal val="0"/>
                                          </p:val>
                                        </p:tav>
                                        <p:tav tm="100000">
                                          <p:val>
                                            <p:strVal val="#ppt_w"/>
                                          </p:val>
                                        </p:tav>
                                      </p:tavLst>
                                    </p:anim>
                                    <p:anim calcmode="lin" valueType="num">
                                      <p:cBhvr>
                                        <p:cTn id="34" dur="500" fill="hold"/>
                                        <p:tgtEl>
                                          <p:spTgt spid="66"/>
                                        </p:tgtEl>
                                        <p:attrNameLst>
                                          <p:attrName>ppt_h</p:attrName>
                                        </p:attrNameLst>
                                      </p:cBhvr>
                                      <p:tavLst>
                                        <p:tav tm="0">
                                          <p:val>
                                            <p:fltVal val="0"/>
                                          </p:val>
                                        </p:tav>
                                        <p:tav tm="100000">
                                          <p:val>
                                            <p:strVal val="#ppt_h"/>
                                          </p:val>
                                        </p:tav>
                                      </p:tavLst>
                                    </p:anim>
                                    <p:animEffect transition="in" filter="fade">
                                      <p:cBhvr>
                                        <p:cTn id="35" dur="500"/>
                                        <p:tgtEl>
                                          <p:spTgt spid="66"/>
                                        </p:tgtEl>
                                      </p:cBhvr>
                                    </p:animEffect>
                                  </p:childTnLst>
                                </p:cTn>
                              </p:par>
                            </p:childTnLst>
                          </p:cTn>
                        </p:par>
                        <p:par>
                          <p:cTn id="36" fill="hold">
                            <p:stCondLst>
                              <p:cond delay="3500"/>
                            </p:stCondLst>
                            <p:childTnLst>
                              <p:par>
                                <p:cTn id="37" presetID="22" presetClass="entr" presetSubtype="8" fill="hold" grpId="0" nodeType="afterEffect">
                                  <p:stCondLst>
                                    <p:cond delay="0"/>
                                  </p:stCondLst>
                                  <p:childTnLst>
                                    <p:set>
                                      <p:cBhvr>
                                        <p:cTn id="38" dur="1" fill="hold">
                                          <p:stCondLst>
                                            <p:cond delay="0"/>
                                          </p:stCondLst>
                                        </p:cTn>
                                        <p:tgtEl>
                                          <p:spTgt spid="68">
                                            <p:txEl>
                                              <p:pRg st="0" end="0"/>
                                            </p:txEl>
                                          </p:spTgt>
                                        </p:tgtEl>
                                        <p:attrNameLst>
                                          <p:attrName>style.visibility</p:attrName>
                                        </p:attrNameLst>
                                      </p:cBhvr>
                                      <p:to>
                                        <p:strVal val="visible"/>
                                      </p:to>
                                    </p:set>
                                    <p:animEffect transition="in" filter="wipe(left)">
                                      <p:cBhvr>
                                        <p:cTn id="39" dur="500"/>
                                        <p:tgtEl>
                                          <p:spTgt spid="68">
                                            <p:txEl>
                                              <p:pRg st="0" end="0"/>
                                            </p:txEl>
                                          </p:spTgt>
                                        </p:tgtEl>
                                      </p:cBhvr>
                                    </p:animEffect>
                                  </p:childTnLst>
                                </p:cTn>
                              </p:par>
                            </p:childTnLst>
                          </p:cTn>
                        </p:par>
                        <p:par>
                          <p:cTn id="40" fill="hold">
                            <p:stCondLst>
                              <p:cond delay="4000"/>
                            </p:stCondLst>
                            <p:childTnLst>
                              <p:par>
                                <p:cTn id="41" presetID="22" presetClass="entr" presetSubtype="8" fill="hold" grpId="0" nodeType="afterEffect">
                                  <p:stCondLst>
                                    <p:cond delay="0"/>
                                  </p:stCondLst>
                                  <p:childTnLst>
                                    <p:set>
                                      <p:cBhvr>
                                        <p:cTn id="42" dur="1" fill="hold">
                                          <p:stCondLst>
                                            <p:cond delay="0"/>
                                          </p:stCondLst>
                                        </p:cTn>
                                        <p:tgtEl>
                                          <p:spTgt spid="69">
                                            <p:txEl>
                                              <p:pRg st="0" end="0"/>
                                            </p:txEl>
                                          </p:spTgt>
                                        </p:tgtEl>
                                        <p:attrNameLst>
                                          <p:attrName>style.visibility</p:attrName>
                                        </p:attrNameLst>
                                      </p:cBhvr>
                                      <p:to>
                                        <p:strVal val="visible"/>
                                      </p:to>
                                    </p:set>
                                    <p:animEffect transition="in" filter="wipe(left)">
                                      <p:cBhvr>
                                        <p:cTn id="43" dur="500"/>
                                        <p:tgtEl>
                                          <p:spTgt spid="69">
                                            <p:txEl>
                                              <p:pRg st="0" end="0"/>
                                            </p:txEl>
                                          </p:spTgt>
                                        </p:tgtEl>
                                      </p:cBhvr>
                                    </p:animEffect>
                                  </p:childTnLst>
                                </p:cTn>
                              </p:par>
                            </p:childTnLst>
                          </p:cTn>
                        </p:par>
                        <p:par>
                          <p:cTn id="44" fill="hold">
                            <p:stCondLst>
                              <p:cond delay="4500"/>
                            </p:stCondLst>
                            <p:childTnLst>
                              <p:par>
                                <p:cTn id="45" presetID="22" presetClass="entr" presetSubtype="8" fill="hold" grpId="0" nodeType="afterEffect">
                                  <p:stCondLst>
                                    <p:cond delay="0"/>
                                  </p:stCondLst>
                                  <p:childTnLst>
                                    <p:set>
                                      <p:cBhvr>
                                        <p:cTn id="46" dur="1" fill="hold">
                                          <p:stCondLst>
                                            <p:cond delay="0"/>
                                          </p:stCondLst>
                                        </p:cTn>
                                        <p:tgtEl>
                                          <p:spTgt spid="67">
                                            <p:txEl>
                                              <p:pRg st="0" end="0"/>
                                            </p:txEl>
                                          </p:spTgt>
                                        </p:tgtEl>
                                        <p:attrNameLst>
                                          <p:attrName>style.visibility</p:attrName>
                                        </p:attrNameLst>
                                      </p:cBhvr>
                                      <p:to>
                                        <p:strVal val="visible"/>
                                      </p:to>
                                    </p:set>
                                    <p:animEffect transition="in" filter="wipe(left)">
                                      <p:cBhvr>
                                        <p:cTn id="47" dur="500"/>
                                        <p:tgtEl>
                                          <p:spTgt spid="67">
                                            <p:txEl>
                                              <p:pRg st="0" end="0"/>
                                            </p:txEl>
                                          </p:spTgt>
                                        </p:tgtEl>
                                      </p:cBhvr>
                                    </p:animEffect>
                                  </p:childTnLst>
                                </p:cTn>
                              </p:par>
                            </p:childTnLst>
                          </p:cTn>
                        </p:par>
                        <p:par>
                          <p:cTn id="48" fill="hold">
                            <p:stCondLst>
                              <p:cond delay="5000"/>
                            </p:stCondLst>
                            <p:childTnLst>
                              <p:par>
                                <p:cTn id="49" presetID="22" presetClass="entr" presetSubtype="4" fill="hold" nodeType="afterEffect">
                                  <p:stCondLst>
                                    <p:cond delay="0"/>
                                  </p:stCondLst>
                                  <p:childTnLst>
                                    <p:set>
                                      <p:cBhvr>
                                        <p:cTn id="50" dur="1" fill="hold">
                                          <p:stCondLst>
                                            <p:cond delay="0"/>
                                          </p:stCondLst>
                                        </p:cTn>
                                        <p:tgtEl>
                                          <p:spTgt spid="70"/>
                                        </p:tgtEl>
                                        <p:attrNameLst>
                                          <p:attrName>style.visibility</p:attrName>
                                        </p:attrNameLst>
                                      </p:cBhvr>
                                      <p:to>
                                        <p:strVal val="visible"/>
                                      </p:to>
                                    </p:set>
                                    <p:animEffect transition="in" filter="wipe(down)">
                                      <p:cBhvr>
                                        <p:cTn id="51" dur="500"/>
                                        <p:tgtEl>
                                          <p:spTgt spid="70"/>
                                        </p:tgtEl>
                                      </p:cBhvr>
                                    </p:animEffect>
                                  </p:childTnLst>
                                </p:cTn>
                              </p:par>
                            </p:childTnLst>
                          </p:cTn>
                        </p:par>
                        <p:par>
                          <p:cTn id="52" fill="hold">
                            <p:stCondLst>
                              <p:cond delay="5500"/>
                            </p:stCondLst>
                            <p:childTnLst>
                              <p:par>
                                <p:cTn id="53" presetID="53" presetClass="entr" presetSubtype="0" fill="hold" grpId="0" nodeType="afterEffect">
                                  <p:stCondLst>
                                    <p:cond delay="0"/>
                                  </p:stCondLst>
                                  <p:childTnLst>
                                    <p:set>
                                      <p:cBhvr>
                                        <p:cTn id="54" dur="1" fill="hold">
                                          <p:stCondLst>
                                            <p:cond delay="0"/>
                                          </p:stCondLst>
                                        </p:cTn>
                                        <p:tgtEl>
                                          <p:spTgt spid="71"/>
                                        </p:tgtEl>
                                        <p:attrNameLst>
                                          <p:attrName>style.visibility</p:attrName>
                                        </p:attrNameLst>
                                      </p:cBhvr>
                                      <p:to>
                                        <p:strVal val="visible"/>
                                      </p:to>
                                    </p:set>
                                    <p:anim calcmode="lin" valueType="num">
                                      <p:cBhvr>
                                        <p:cTn id="55" dur="500" fill="hold"/>
                                        <p:tgtEl>
                                          <p:spTgt spid="71"/>
                                        </p:tgtEl>
                                        <p:attrNameLst>
                                          <p:attrName>ppt_w</p:attrName>
                                        </p:attrNameLst>
                                      </p:cBhvr>
                                      <p:tavLst>
                                        <p:tav tm="0">
                                          <p:val>
                                            <p:fltVal val="0"/>
                                          </p:val>
                                        </p:tav>
                                        <p:tav tm="100000">
                                          <p:val>
                                            <p:strVal val="#ppt_w"/>
                                          </p:val>
                                        </p:tav>
                                      </p:tavLst>
                                    </p:anim>
                                    <p:anim calcmode="lin" valueType="num">
                                      <p:cBhvr>
                                        <p:cTn id="56" dur="500" fill="hold"/>
                                        <p:tgtEl>
                                          <p:spTgt spid="71"/>
                                        </p:tgtEl>
                                        <p:attrNameLst>
                                          <p:attrName>ppt_h</p:attrName>
                                        </p:attrNameLst>
                                      </p:cBhvr>
                                      <p:tavLst>
                                        <p:tav tm="0">
                                          <p:val>
                                            <p:fltVal val="0"/>
                                          </p:val>
                                        </p:tav>
                                        <p:tav tm="100000">
                                          <p:val>
                                            <p:strVal val="#ppt_h"/>
                                          </p:val>
                                        </p:tav>
                                      </p:tavLst>
                                    </p:anim>
                                    <p:animEffect transition="in" filter="fade">
                                      <p:cBhvr>
                                        <p:cTn id="57" dur="500"/>
                                        <p:tgtEl>
                                          <p:spTgt spid="71"/>
                                        </p:tgtEl>
                                      </p:cBhvr>
                                    </p:animEffect>
                                  </p:childTnLst>
                                </p:cTn>
                              </p:par>
                            </p:childTnLst>
                          </p:cTn>
                        </p:par>
                        <p:par>
                          <p:cTn id="58" fill="hold">
                            <p:stCondLst>
                              <p:cond delay="6000"/>
                            </p:stCondLst>
                            <p:childTnLst>
                              <p:par>
                                <p:cTn id="59" presetID="22" presetClass="entr" presetSubtype="8" fill="hold" grpId="0" nodeType="afterEffect">
                                  <p:stCondLst>
                                    <p:cond delay="0"/>
                                  </p:stCondLst>
                                  <p:childTnLst>
                                    <p:set>
                                      <p:cBhvr>
                                        <p:cTn id="60" dur="1" fill="hold">
                                          <p:stCondLst>
                                            <p:cond delay="0"/>
                                          </p:stCondLst>
                                        </p:cTn>
                                        <p:tgtEl>
                                          <p:spTgt spid="73">
                                            <p:txEl>
                                              <p:pRg st="0" end="0"/>
                                            </p:txEl>
                                          </p:spTgt>
                                        </p:tgtEl>
                                        <p:attrNameLst>
                                          <p:attrName>style.visibility</p:attrName>
                                        </p:attrNameLst>
                                      </p:cBhvr>
                                      <p:to>
                                        <p:strVal val="visible"/>
                                      </p:to>
                                    </p:set>
                                    <p:animEffect transition="in" filter="wipe(left)">
                                      <p:cBhvr>
                                        <p:cTn id="61" dur="500"/>
                                        <p:tgtEl>
                                          <p:spTgt spid="73">
                                            <p:txEl>
                                              <p:pRg st="0" end="0"/>
                                            </p:txEl>
                                          </p:spTgt>
                                        </p:tgtEl>
                                      </p:cBhvr>
                                    </p:animEffect>
                                  </p:childTnLst>
                                </p:cTn>
                              </p:par>
                            </p:childTnLst>
                          </p:cTn>
                        </p:par>
                        <p:par>
                          <p:cTn id="62" fill="hold">
                            <p:stCondLst>
                              <p:cond delay="6500"/>
                            </p:stCondLst>
                            <p:childTnLst>
                              <p:par>
                                <p:cTn id="63" presetID="22" presetClass="entr" presetSubtype="8" fill="hold" grpId="0" nodeType="afterEffect">
                                  <p:stCondLst>
                                    <p:cond delay="0"/>
                                  </p:stCondLst>
                                  <p:childTnLst>
                                    <p:set>
                                      <p:cBhvr>
                                        <p:cTn id="64" dur="1" fill="hold">
                                          <p:stCondLst>
                                            <p:cond delay="0"/>
                                          </p:stCondLst>
                                        </p:cTn>
                                        <p:tgtEl>
                                          <p:spTgt spid="74">
                                            <p:txEl>
                                              <p:pRg st="0" end="0"/>
                                            </p:txEl>
                                          </p:spTgt>
                                        </p:tgtEl>
                                        <p:attrNameLst>
                                          <p:attrName>style.visibility</p:attrName>
                                        </p:attrNameLst>
                                      </p:cBhvr>
                                      <p:to>
                                        <p:strVal val="visible"/>
                                      </p:to>
                                    </p:set>
                                    <p:animEffect transition="in" filter="wipe(left)">
                                      <p:cBhvr>
                                        <p:cTn id="65" dur="500"/>
                                        <p:tgtEl>
                                          <p:spTgt spid="74">
                                            <p:txEl>
                                              <p:pRg st="0" end="0"/>
                                            </p:txEl>
                                          </p:spTgt>
                                        </p:tgtEl>
                                      </p:cBhvr>
                                    </p:animEffect>
                                  </p:childTnLst>
                                </p:cTn>
                              </p:par>
                            </p:childTnLst>
                          </p:cTn>
                        </p:par>
                        <p:par>
                          <p:cTn id="66" fill="hold">
                            <p:stCondLst>
                              <p:cond delay="7000"/>
                            </p:stCondLst>
                            <p:childTnLst>
                              <p:par>
                                <p:cTn id="67" presetID="22" presetClass="entr" presetSubtype="8" fill="hold" grpId="0" nodeType="afterEffect">
                                  <p:stCondLst>
                                    <p:cond delay="0"/>
                                  </p:stCondLst>
                                  <p:childTnLst>
                                    <p:set>
                                      <p:cBhvr>
                                        <p:cTn id="68" dur="1" fill="hold">
                                          <p:stCondLst>
                                            <p:cond delay="0"/>
                                          </p:stCondLst>
                                        </p:cTn>
                                        <p:tgtEl>
                                          <p:spTgt spid="72">
                                            <p:txEl>
                                              <p:pRg st="0" end="0"/>
                                            </p:txEl>
                                          </p:spTgt>
                                        </p:tgtEl>
                                        <p:attrNameLst>
                                          <p:attrName>style.visibility</p:attrName>
                                        </p:attrNameLst>
                                      </p:cBhvr>
                                      <p:to>
                                        <p:strVal val="visible"/>
                                      </p:to>
                                    </p:set>
                                    <p:animEffect transition="in" filter="wipe(left)">
                                      <p:cBhvr>
                                        <p:cTn id="69" dur="500"/>
                                        <p:tgtEl>
                                          <p:spTgt spid="72">
                                            <p:txEl>
                                              <p:pRg st="0" end="0"/>
                                            </p:txEl>
                                          </p:spTgt>
                                        </p:tgtEl>
                                      </p:cBhvr>
                                    </p:animEffect>
                                  </p:childTnLst>
                                </p:cTn>
                              </p:par>
                            </p:childTnLst>
                          </p:cTn>
                        </p:par>
                        <p:par>
                          <p:cTn id="70" fill="hold">
                            <p:stCondLst>
                              <p:cond delay="7500"/>
                            </p:stCondLst>
                            <p:childTnLst>
                              <p:par>
                                <p:cTn id="71" presetID="53" presetClass="entr" presetSubtype="0" fill="hold" grpId="0" nodeType="afterEffect">
                                  <p:stCondLst>
                                    <p:cond delay="0"/>
                                  </p:stCondLst>
                                  <p:childTnLst>
                                    <p:set>
                                      <p:cBhvr>
                                        <p:cTn id="72" dur="1" fill="hold">
                                          <p:stCondLst>
                                            <p:cond delay="0"/>
                                          </p:stCondLst>
                                        </p:cTn>
                                        <p:tgtEl>
                                          <p:spTgt spid="75"/>
                                        </p:tgtEl>
                                        <p:attrNameLst>
                                          <p:attrName>style.visibility</p:attrName>
                                        </p:attrNameLst>
                                      </p:cBhvr>
                                      <p:to>
                                        <p:strVal val="visible"/>
                                      </p:to>
                                    </p:set>
                                    <p:anim calcmode="lin" valueType="num">
                                      <p:cBhvr>
                                        <p:cTn id="73" dur="500" fill="hold"/>
                                        <p:tgtEl>
                                          <p:spTgt spid="75"/>
                                        </p:tgtEl>
                                        <p:attrNameLst>
                                          <p:attrName>ppt_w</p:attrName>
                                        </p:attrNameLst>
                                      </p:cBhvr>
                                      <p:tavLst>
                                        <p:tav tm="0">
                                          <p:val>
                                            <p:fltVal val="0"/>
                                          </p:val>
                                        </p:tav>
                                        <p:tav tm="100000">
                                          <p:val>
                                            <p:strVal val="#ppt_w"/>
                                          </p:val>
                                        </p:tav>
                                      </p:tavLst>
                                    </p:anim>
                                    <p:anim calcmode="lin" valueType="num">
                                      <p:cBhvr>
                                        <p:cTn id="74" dur="500" fill="hold"/>
                                        <p:tgtEl>
                                          <p:spTgt spid="75"/>
                                        </p:tgtEl>
                                        <p:attrNameLst>
                                          <p:attrName>ppt_h</p:attrName>
                                        </p:attrNameLst>
                                      </p:cBhvr>
                                      <p:tavLst>
                                        <p:tav tm="0">
                                          <p:val>
                                            <p:fltVal val="0"/>
                                          </p:val>
                                        </p:tav>
                                        <p:tav tm="100000">
                                          <p:val>
                                            <p:strVal val="#ppt_h"/>
                                          </p:val>
                                        </p:tav>
                                      </p:tavLst>
                                    </p:anim>
                                    <p:animEffect transition="in" filter="fade">
                                      <p:cBhvr>
                                        <p:cTn id="75" dur="500"/>
                                        <p:tgtEl>
                                          <p:spTgt spid="75"/>
                                        </p:tgtEl>
                                      </p:cBhvr>
                                    </p:animEffect>
                                  </p:childTnLst>
                                </p:cTn>
                              </p:par>
                            </p:childTnLst>
                          </p:cTn>
                        </p:par>
                        <p:par>
                          <p:cTn id="76" fill="hold">
                            <p:stCondLst>
                              <p:cond delay="8000"/>
                            </p:stCondLst>
                            <p:childTnLst>
                              <p:par>
                                <p:cTn id="77" presetID="22" presetClass="entr" presetSubtype="8" fill="hold" grpId="0" nodeType="afterEffect">
                                  <p:stCondLst>
                                    <p:cond delay="0"/>
                                  </p:stCondLst>
                                  <p:childTnLst>
                                    <p:set>
                                      <p:cBhvr>
                                        <p:cTn id="78" dur="1" fill="hold">
                                          <p:stCondLst>
                                            <p:cond delay="0"/>
                                          </p:stCondLst>
                                        </p:cTn>
                                        <p:tgtEl>
                                          <p:spTgt spid="77">
                                            <p:txEl>
                                              <p:pRg st="0" end="0"/>
                                            </p:txEl>
                                          </p:spTgt>
                                        </p:tgtEl>
                                        <p:attrNameLst>
                                          <p:attrName>style.visibility</p:attrName>
                                        </p:attrNameLst>
                                      </p:cBhvr>
                                      <p:to>
                                        <p:strVal val="visible"/>
                                      </p:to>
                                    </p:set>
                                    <p:animEffect transition="in" filter="wipe(left)">
                                      <p:cBhvr>
                                        <p:cTn id="79" dur="500"/>
                                        <p:tgtEl>
                                          <p:spTgt spid="77">
                                            <p:txEl>
                                              <p:pRg st="0" end="0"/>
                                            </p:txEl>
                                          </p:spTgt>
                                        </p:tgtEl>
                                      </p:cBhvr>
                                    </p:animEffect>
                                  </p:childTnLst>
                                </p:cTn>
                              </p:par>
                            </p:childTnLst>
                          </p:cTn>
                        </p:par>
                        <p:par>
                          <p:cTn id="80" fill="hold">
                            <p:stCondLst>
                              <p:cond delay="8500"/>
                            </p:stCondLst>
                            <p:childTnLst>
                              <p:par>
                                <p:cTn id="81" presetID="22" presetClass="entr" presetSubtype="8" fill="hold" grpId="0" nodeType="afterEffect">
                                  <p:stCondLst>
                                    <p:cond delay="0"/>
                                  </p:stCondLst>
                                  <p:childTnLst>
                                    <p:set>
                                      <p:cBhvr>
                                        <p:cTn id="82" dur="1" fill="hold">
                                          <p:stCondLst>
                                            <p:cond delay="0"/>
                                          </p:stCondLst>
                                        </p:cTn>
                                        <p:tgtEl>
                                          <p:spTgt spid="78">
                                            <p:txEl>
                                              <p:pRg st="0" end="0"/>
                                            </p:txEl>
                                          </p:spTgt>
                                        </p:tgtEl>
                                        <p:attrNameLst>
                                          <p:attrName>style.visibility</p:attrName>
                                        </p:attrNameLst>
                                      </p:cBhvr>
                                      <p:to>
                                        <p:strVal val="visible"/>
                                      </p:to>
                                    </p:set>
                                    <p:animEffect transition="in" filter="wipe(left)">
                                      <p:cBhvr>
                                        <p:cTn id="83" dur="500"/>
                                        <p:tgtEl>
                                          <p:spTgt spid="78">
                                            <p:txEl>
                                              <p:pRg st="0" end="0"/>
                                            </p:txEl>
                                          </p:spTgt>
                                        </p:tgtEl>
                                      </p:cBhvr>
                                    </p:animEffect>
                                  </p:childTnLst>
                                </p:cTn>
                              </p:par>
                            </p:childTnLst>
                          </p:cTn>
                        </p:par>
                        <p:par>
                          <p:cTn id="84" fill="hold">
                            <p:stCondLst>
                              <p:cond delay="9000"/>
                            </p:stCondLst>
                            <p:childTnLst>
                              <p:par>
                                <p:cTn id="85" presetID="22" presetClass="entr" presetSubtype="8" fill="hold" grpId="0" nodeType="afterEffect">
                                  <p:stCondLst>
                                    <p:cond delay="0"/>
                                  </p:stCondLst>
                                  <p:childTnLst>
                                    <p:set>
                                      <p:cBhvr>
                                        <p:cTn id="86" dur="1" fill="hold">
                                          <p:stCondLst>
                                            <p:cond delay="0"/>
                                          </p:stCondLst>
                                        </p:cTn>
                                        <p:tgtEl>
                                          <p:spTgt spid="76">
                                            <p:txEl>
                                              <p:pRg st="0" end="0"/>
                                            </p:txEl>
                                          </p:spTgt>
                                        </p:tgtEl>
                                        <p:attrNameLst>
                                          <p:attrName>style.visibility</p:attrName>
                                        </p:attrNameLst>
                                      </p:cBhvr>
                                      <p:to>
                                        <p:strVal val="visible"/>
                                      </p:to>
                                    </p:set>
                                    <p:animEffect transition="in" filter="wipe(left)">
                                      <p:cBhvr>
                                        <p:cTn id="87" dur="500"/>
                                        <p:tgtEl>
                                          <p:spTgt spid="76">
                                            <p:txEl>
                                              <p:pRg st="0" end="0"/>
                                            </p:txEl>
                                          </p:spTgt>
                                        </p:tgtEl>
                                      </p:cBhvr>
                                    </p:animEffect>
                                  </p:childTnLst>
                                </p:cTn>
                              </p:par>
                            </p:childTnLst>
                          </p:cTn>
                        </p:par>
                        <p:par>
                          <p:cTn id="88" fill="hold">
                            <p:stCondLst>
                              <p:cond delay="9500"/>
                            </p:stCondLst>
                            <p:childTnLst>
                              <p:par>
                                <p:cTn id="89" presetID="53" presetClass="entr" presetSubtype="0" fill="hold" grpId="0" nodeType="afterEffect">
                                  <p:stCondLst>
                                    <p:cond delay="0"/>
                                  </p:stCondLst>
                                  <p:childTnLst>
                                    <p:set>
                                      <p:cBhvr>
                                        <p:cTn id="90" dur="1" fill="hold">
                                          <p:stCondLst>
                                            <p:cond delay="0"/>
                                          </p:stCondLst>
                                        </p:cTn>
                                        <p:tgtEl>
                                          <p:spTgt spid="79"/>
                                        </p:tgtEl>
                                        <p:attrNameLst>
                                          <p:attrName>style.visibility</p:attrName>
                                        </p:attrNameLst>
                                      </p:cBhvr>
                                      <p:to>
                                        <p:strVal val="visible"/>
                                      </p:to>
                                    </p:set>
                                    <p:anim calcmode="lin" valueType="num">
                                      <p:cBhvr>
                                        <p:cTn id="91" dur="500" fill="hold"/>
                                        <p:tgtEl>
                                          <p:spTgt spid="79"/>
                                        </p:tgtEl>
                                        <p:attrNameLst>
                                          <p:attrName>ppt_w</p:attrName>
                                        </p:attrNameLst>
                                      </p:cBhvr>
                                      <p:tavLst>
                                        <p:tav tm="0">
                                          <p:val>
                                            <p:fltVal val="0"/>
                                          </p:val>
                                        </p:tav>
                                        <p:tav tm="100000">
                                          <p:val>
                                            <p:strVal val="#ppt_w"/>
                                          </p:val>
                                        </p:tav>
                                      </p:tavLst>
                                    </p:anim>
                                    <p:anim calcmode="lin" valueType="num">
                                      <p:cBhvr>
                                        <p:cTn id="92" dur="500" fill="hold"/>
                                        <p:tgtEl>
                                          <p:spTgt spid="79"/>
                                        </p:tgtEl>
                                        <p:attrNameLst>
                                          <p:attrName>ppt_h</p:attrName>
                                        </p:attrNameLst>
                                      </p:cBhvr>
                                      <p:tavLst>
                                        <p:tav tm="0">
                                          <p:val>
                                            <p:fltVal val="0"/>
                                          </p:val>
                                        </p:tav>
                                        <p:tav tm="100000">
                                          <p:val>
                                            <p:strVal val="#ppt_h"/>
                                          </p:val>
                                        </p:tav>
                                      </p:tavLst>
                                    </p:anim>
                                    <p:animEffect transition="in" filter="fade">
                                      <p:cBhvr>
                                        <p:cTn id="93" dur="500"/>
                                        <p:tgtEl>
                                          <p:spTgt spid="79"/>
                                        </p:tgtEl>
                                      </p:cBhvr>
                                    </p:animEffect>
                                  </p:childTnLst>
                                </p:cTn>
                              </p:par>
                            </p:childTnLst>
                          </p:cTn>
                        </p:par>
                        <p:par>
                          <p:cTn id="94" fill="hold">
                            <p:stCondLst>
                              <p:cond delay="10000"/>
                            </p:stCondLst>
                            <p:childTnLst>
                              <p:par>
                                <p:cTn id="95" presetID="22" presetClass="entr" presetSubtype="8" fill="hold" grpId="0" nodeType="afterEffect">
                                  <p:stCondLst>
                                    <p:cond delay="0"/>
                                  </p:stCondLst>
                                  <p:childTnLst>
                                    <p:set>
                                      <p:cBhvr>
                                        <p:cTn id="96" dur="1" fill="hold">
                                          <p:stCondLst>
                                            <p:cond delay="0"/>
                                          </p:stCondLst>
                                        </p:cTn>
                                        <p:tgtEl>
                                          <p:spTgt spid="81">
                                            <p:txEl>
                                              <p:pRg st="0" end="0"/>
                                            </p:txEl>
                                          </p:spTgt>
                                        </p:tgtEl>
                                        <p:attrNameLst>
                                          <p:attrName>style.visibility</p:attrName>
                                        </p:attrNameLst>
                                      </p:cBhvr>
                                      <p:to>
                                        <p:strVal val="visible"/>
                                      </p:to>
                                    </p:set>
                                    <p:animEffect transition="in" filter="wipe(left)">
                                      <p:cBhvr>
                                        <p:cTn id="97" dur="500"/>
                                        <p:tgtEl>
                                          <p:spTgt spid="81">
                                            <p:txEl>
                                              <p:pRg st="0" end="0"/>
                                            </p:txEl>
                                          </p:spTgt>
                                        </p:tgtEl>
                                      </p:cBhvr>
                                    </p:animEffect>
                                  </p:childTnLst>
                                </p:cTn>
                              </p:par>
                            </p:childTnLst>
                          </p:cTn>
                        </p:par>
                        <p:par>
                          <p:cTn id="98" fill="hold">
                            <p:stCondLst>
                              <p:cond delay="10500"/>
                            </p:stCondLst>
                            <p:childTnLst>
                              <p:par>
                                <p:cTn id="99" presetID="22" presetClass="entr" presetSubtype="8" fill="hold" grpId="0" nodeType="afterEffect">
                                  <p:stCondLst>
                                    <p:cond delay="0"/>
                                  </p:stCondLst>
                                  <p:childTnLst>
                                    <p:set>
                                      <p:cBhvr>
                                        <p:cTn id="100" dur="1" fill="hold">
                                          <p:stCondLst>
                                            <p:cond delay="0"/>
                                          </p:stCondLst>
                                        </p:cTn>
                                        <p:tgtEl>
                                          <p:spTgt spid="82">
                                            <p:txEl>
                                              <p:pRg st="0" end="0"/>
                                            </p:txEl>
                                          </p:spTgt>
                                        </p:tgtEl>
                                        <p:attrNameLst>
                                          <p:attrName>style.visibility</p:attrName>
                                        </p:attrNameLst>
                                      </p:cBhvr>
                                      <p:to>
                                        <p:strVal val="visible"/>
                                      </p:to>
                                    </p:set>
                                    <p:animEffect transition="in" filter="wipe(left)">
                                      <p:cBhvr>
                                        <p:cTn id="101" dur="500"/>
                                        <p:tgtEl>
                                          <p:spTgt spid="82">
                                            <p:txEl>
                                              <p:pRg st="0" end="0"/>
                                            </p:txEl>
                                          </p:spTgt>
                                        </p:tgtEl>
                                      </p:cBhvr>
                                    </p:animEffect>
                                  </p:childTnLst>
                                </p:cTn>
                              </p:par>
                            </p:childTnLst>
                          </p:cTn>
                        </p:par>
                        <p:par>
                          <p:cTn id="102" fill="hold">
                            <p:stCondLst>
                              <p:cond delay="11000"/>
                            </p:stCondLst>
                            <p:childTnLst>
                              <p:par>
                                <p:cTn id="103" presetID="22" presetClass="entr" presetSubtype="8" fill="hold" grpId="0" nodeType="afterEffect">
                                  <p:stCondLst>
                                    <p:cond delay="0"/>
                                  </p:stCondLst>
                                  <p:childTnLst>
                                    <p:set>
                                      <p:cBhvr>
                                        <p:cTn id="104" dur="1" fill="hold">
                                          <p:stCondLst>
                                            <p:cond delay="0"/>
                                          </p:stCondLst>
                                        </p:cTn>
                                        <p:tgtEl>
                                          <p:spTgt spid="80">
                                            <p:txEl>
                                              <p:pRg st="0" end="0"/>
                                            </p:txEl>
                                          </p:spTgt>
                                        </p:tgtEl>
                                        <p:attrNameLst>
                                          <p:attrName>style.visibility</p:attrName>
                                        </p:attrNameLst>
                                      </p:cBhvr>
                                      <p:to>
                                        <p:strVal val="visible"/>
                                      </p:to>
                                    </p:set>
                                    <p:animEffect transition="in" filter="wipe(left)">
                                      <p:cBhvr>
                                        <p:cTn id="105" dur="500"/>
                                        <p:tgtEl>
                                          <p:spTgt spid="80">
                                            <p:txEl>
                                              <p:pRg st="0" end="0"/>
                                            </p:txEl>
                                          </p:spTgt>
                                        </p:tgtEl>
                                      </p:cBhvr>
                                    </p:animEffect>
                                  </p:childTnLst>
                                </p:cTn>
                              </p:par>
                            </p:childTnLst>
                          </p:cTn>
                        </p:par>
                        <p:par>
                          <p:cTn id="106" fill="hold">
                            <p:stCondLst>
                              <p:cond delay="11500"/>
                            </p:stCondLst>
                            <p:childTnLst>
                              <p:par>
                                <p:cTn id="107" presetID="53" presetClass="entr" presetSubtype="0" fill="hold" grpId="0" nodeType="afterEffect">
                                  <p:stCondLst>
                                    <p:cond delay="0"/>
                                  </p:stCondLst>
                                  <p:childTnLst>
                                    <p:set>
                                      <p:cBhvr>
                                        <p:cTn id="108" dur="1" fill="hold">
                                          <p:stCondLst>
                                            <p:cond delay="0"/>
                                          </p:stCondLst>
                                        </p:cTn>
                                        <p:tgtEl>
                                          <p:spTgt spid="83"/>
                                        </p:tgtEl>
                                        <p:attrNameLst>
                                          <p:attrName>style.visibility</p:attrName>
                                        </p:attrNameLst>
                                      </p:cBhvr>
                                      <p:to>
                                        <p:strVal val="visible"/>
                                      </p:to>
                                    </p:set>
                                    <p:anim calcmode="lin" valueType="num">
                                      <p:cBhvr>
                                        <p:cTn id="109" dur="500" fill="hold"/>
                                        <p:tgtEl>
                                          <p:spTgt spid="83"/>
                                        </p:tgtEl>
                                        <p:attrNameLst>
                                          <p:attrName>ppt_w</p:attrName>
                                        </p:attrNameLst>
                                      </p:cBhvr>
                                      <p:tavLst>
                                        <p:tav tm="0">
                                          <p:val>
                                            <p:fltVal val="0"/>
                                          </p:val>
                                        </p:tav>
                                        <p:tav tm="100000">
                                          <p:val>
                                            <p:strVal val="#ppt_w"/>
                                          </p:val>
                                        </p:tav>
                                      </p:tavLst>
                                    </p:anim>
                                    <p:anim calcmode="lin" valueType="num">
                                      <p:cBhvr>
                                        <p:cTn id="110" dur="500" fill="hold"/>
                                        <p:tgtEl>
                                          <p:spTgt spid="83"/>
                                        </p:tgtEl>
                                        <p:attrNameLst>
                                          <p:attrName>ppt_h</p:attrName>
                                        </p:attrNameLst>
                                      </p:cBhvr>
                                      <p:tavLst>
                                        <p:tav tm="0">
                                          <p:val>
                                            <p:fltVal val="0"/>
                                          </p:val>
                                        </p:tav>
                                        <p:tav tm="100000">
                                          <p:val>
                                            <p:strVal val="#ppt_h"/>
                                          </p:val>
                                        </p:tav>
                                      </p:tavLst>
                                    </p:anim>
                                    <p:animEffect transition="in" filter="fade">
                                      <p:cBhvr>
                                        <p:cTn id="111" dur="500"/>
                                        <p:tgtEl>
                                          <p:spTgt spid="83"/>
                                        </p:tgtEl>
                                      </p:cBhvr>
                                    </p:animEffect>
                                  </p:childTnLst>
                                </p:cTn>
                              </p:par>
                            </p:childTnLst>
                          </p:cTn>
                        </p:par>
                        <p:par>
                          <p:cTn id="112" fill="hold">
                            <p:stCondLst>
                              <p:cond delay="12000"/>
                            </p:stCondLst>
                            <p:childTnLst>
                              <p:par>
                                <p:cTn id="113" presetID="22" presetClass="entr" presetSubtype="8" fill="hold" grpId="0" nodeType="afterEffect">
                                  <p:stCondLst>
                                    <p:cond delay="0"/>
                                  </p:stCondLst>
                                  <p:childTnLst>
                                    <p:set>
                                      <p:cBhvr>
                                        <p:cTn id="114" dur="1" fill="hold">
                                          <p:stCondLst>
                                            <p:cond delay="0"/>
                                          </p:stCondLst>
                                        </p:cTn>
                                        <p:tgtEl>
                                          <p:spTgt spid="85">
                                            <p:txEl>
                                              <p:pRg st="0" end="0"/>
                                            </p:txEl>
                                          </p:spTgt>
                                        </p:tgtEl>
                                        <p:attrNameLst>
                                          <p:attrName>style.visibility</p:attrName>
                                        </p:attrNameLst>
                                      </p:cBhvr>
                                      <p:to>
                                        <p:strVal val="visible"/>
                                      </p:to>
                                    </p:set>
                                    <p:animEffect transition="in" filter="wipe(left)">
                                      <p:cBhvr>
                                        <p:cTn id="115" dur="500"/>
                                        <p:tgtEl>
                                          <p:spTgt spid="85">
                                            <p:txEl>
                                              <p:pRg st="0" end="0"/>
                                            </p:txEl>
                                          </p:spTgt>
                                        </p:tgtEl>
                                      </p:cBhvr>
                                    </p:animEffect>
                                  </p:childTnLst>
                                </p:cTn>
                              </p:par>
                            </p:childTnLst>
                          </p:cTn>
                        </p:par>
                        <p:par>
                          <p:cTn id="116" fill="hold">
                            <p:stCondLst>
                              <p:cond delay="12500"/>
                            </p:stCondLst>
                            <p:childTnLst>
                              <p:par>
                                <p:cTn id="117" presetID="22" presetClass="entr" presetSubtype="8" fill="hold" grpId="0" nodeType="afterEffect">
                                  <p:stCondLst>
                                    <p:cond delay="0"/>
                                  </p:stCondLst>
                                  <p:childTnLst>
                                    <p:set>
                                      <p:cBhvr>
                                        <p:cTn id="118" dur="1" fill="hold">
                                          <p:stCondLst>
                                            <p:cond delay="0"/>
                                          </p:stCondLst>
                                        </p:cTn>
                                        <p:tgtEl>
                                          <p:spTgt spid="86">
                                            <p:txEl>
                                              <p:pRg st="0" end="0"/>
                                            </p:txEl>
                                          </p:spTgt>
                                        </p:tgtEl>
                                        <p:attrNameLst>
                                          <p:attrName>style.visibility</p:attrName>
                                        </p:attrNameLst>
                                      </p:cBhvr>
                                      <p:to>
                                        <p:strVal val="visible"/>
                                      </p:to>
                                    </p:set>
                                    <p:animEffect transition="in" filter="wipe(left)">
                                      <p:cBhvr>
                                        <p:cTn id="119" dur="500"/>
                                        <p:tgtEl>
                                          <p:spTgt spid="86">
                                            <p:txEl>
                                              <p:pRg st="0" end="0"/>
                                            </p:txEl>
                                          </p:spTgt>
                                        </p:tgtEl>
                                      </p:cBhvr>
                                    </p:animEffect>
                                  </p:childTnLst>
                                </p:cTn>
                              </p:par>
                            </p:childTnLst>
                          </p:cTn>
                        </p:par>
                        <p:par>
                          <p:cTn id="120" fill="hold">
                            <p:stCondLst>
                              <p:cond delay="13000"/>
                            </p:stCondLst>
                            <p:childTnLst>
                              <p:par>
                                <p:cTn id="121" presetID="22" presetClass="entr" presetSubtype="8" fill="hold" grpId="0" nodeType="afterEffect">
                                  <p:stCondLst>
                                    <p:cond delay="0"/>
                                  </p:stCondLst>
                                  <p:childTnLst>
                                    <p:set>
                                      <p:cBhvr>
                                        <p:cTn id="122" dur="1" fill="hold">
                                          <p:stCondLst>
                                            <p:cond delay="0"/>
                                          </p:stCondLst>
                                        </p:cTn>
                                        <p:tgtEl>
                                          <p:spTgt spid="84">
                                            <p:txEl>
                                              <p:pRg st="0" end="0"/>
                                            </p:txEl>
                                          </p:spTgt>
                                        </p:tgtEl>
                                        <p:attrNameLst>
                                          <p:attrName>style.visibility</p:attrName>
                                        </p:attrNameLst>
                                      </p:cBhvr>
                                      <p:to>
                                        <p:strVal val="visible"/>
                                      </p:to>
                                    </p:set>
                                    <p:animEffect transition="in" filter="wipe(left)">
                                      <p:cBhvr>
                                        <p:cTn id="123" dur="500"/>
                                        <p:tgtEl>
                                          <p:spTgt spid="8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14" grpId="0" build="p">
        <p:tmplLst>
          <p:tmpl lvl="1">
            <p:tnLst>
              <p:par>
                <p:cTn presetID="22" presetClass="entr" presetSubtype="8" fill="hold" nodeType="afterEffect">
                  <p:stCondLst>
                    <p:cond delay="0"/>
                  </p:stCondLst>
                  <p:childTnLst>
                    <p:set>
                      <p:cBhvr>
                        <p:cTn dur="1" fill="hold">
                          <p:stCondLst>
                            <p:cond delay="0"/>
                          </p:stCondLst>
                        </p:cTn>
                        <p:tgtEl>
                          <p:spTgt spid="14"/>
                        </p:tgtEl>
                        <p:attrNameLst>
                          <p:attrName>style.visibility</p:attrName>
                        </p:attrNameLst>
                      </p:cBhvr>
                      <p:to>
                        <p:strVal val="visible"/>
                      </p:to>
                    </p:set>
                    <p:animEffect transition="in" filter="wipe(left)">
                      <p:cBhvr>
                        <p:cTn dur="500"/>
                        <p:tgtEl>
                          <p:spTgt spid="14"/>
                        </p:tgtEl>
                      </p:cBhvr>
                    </p:animEffect>
                  </p:childTnLst>
                </p:cTn>
              </p:par>
            </p:tnLst>
          </p:tmpl>
        </p:tmplLst>
      </p:bldP>
      <p:bldP spid="22" grpId="0" build="p">
        <p:tmplLst>
          <p:tmpl lvl="1">
            <p:tnLst>
              <p:par>
                <p:cTn presetID="22" presetClass="entr" presetSubtype="8" fill="hold" nodeType="afterEffect">
                  <p:stCondLst>
                    <p:cond delay="0"/>
                  </p:stCondLst>
                  <p:childTnLst>
                    <p:set>
                      <p:cBhvr>
                        <p:cTn dur="1" fill="hold">
                          <p:stCondLst>
                            <p:cond delay="0"/>
                          </p:stCondLst>
                        </p:cTn>
                        <p:tgtEl>
                          <p:spTgt spid="22"/>
                        </p:tgtEl>
                        <p:attrNameLst>
                          <p:attrName>style.visibility</p:attrName>
                        </p:attrNameLst>
                      </p:cBhvr>
                      <p:to>
                        <p:strVal val="visible"/>
                      </p:to>
                    </p:set>
                    <p:animEffect transition="in" filter="wipe(left)">
                      <p:cBhvr>
                        <p:cTn dur="500"/>
                        <p:tgtEl>
                          <p:spTgt spid="22"/>
                        </p:tgtEl>
                      </p:cBhvr>
                    </p:animEffect>
                  </p:childTnLst>
                </p:cTn>
              </p:par>
            </p:tnLst>
          </p:tmpl>
        </p:tmplLst>
      </p:bldP>
      <p:bldP spid="43" grpId="0" build="p">
        <p:tmplLst>
          <p:tmpl lvl="1">
            <p:tnLst>
              <p:par>
                <p:cTn presetID="22" presetClass="entr" presetSubtype="8" fill="hold" nodeType="afterEffect">
                  <p:stCondLst>
                    <p:cond delay="0"/>
                  </p:stCondLst>
                  <p:childTnLst>
                    <p:set>
                      <p:cBhvr>
                        <p:cTn dur="1" fill="hold">
                          <p:stCondLst>
                            <p:cond delay="0"/>
                          </p:stCondLst>
                        </p:cTn>
                        <p:tgtEl>
                          <p:spTgt spid="43"/>
                        </p:tgtEl>
                        <p:attrNameLst>
                          <p:attrName>style.visibility</p:attrName>
                        </p:attrNameLst>
                      </p:cBhvr>
                      <p:to>
                        <p:strVal val="visible"/>
                      </p:to>
                    </p:set>
                    <p:animEffect transition="in" filter="wipe(left)">
                      <p:cBhvr>
                        <p:cTn dur="500"/>
                        <p:tgtEl>
                          <p:spTgt spid="43"/>
                        </p:tgtEl>
                      </p:cBhvr>
                    </p:animEffect>
                  </p:childTnLst>
                </p:cTn>
              </p:par>
            </p:tnLst>
          </p:tmpl>
        </p:tmplLst>
      </p:bldP>
      <p:bldP spid="66" grpId="0" animBg="1"/>
      <p:bldP spid="67" grpId="0" build="p">
        <p:tmplLst>
          <p:tmpl lvl="1">
            <p:tnLst>
              <p:par>
                <p:cTn presetID="22" presetClass="entr" presetSubtype="8" fill="hold" nodeType="afterEffect">
                  <p:stCondLst>
                    <p:cond delay="0"/>
                  </p:stCondLst>
                  <p:childTnLst>
                    <p:set>
                      <p:cBhvr>
                        <p:cTn dur="1" fill="hold">
                          <p:stCondLst>
                            <p:cond delay="0"/>
                          </p:stCondLst>
                        </p:cTn>
                        <p:tgtEl>
                          <p:spTgt spid="67"/>
                        </p:tgtEl>
                        <p:attrNameLst>
                          <p:attrName>style.visibility</p:attrName>
                        </p:attrNameLst>
                      </p:cBhvr>
                      <p:to>
                        <p:strVal val="visible"/>
                      </p:to>
                    </p:set>
                    <p:animEffect transition="in" filter="wipe(left)">
                      <p:cBhvr>
                        <p:cTn dur="500"/>
                        <p:tgtEl>
                          <p:spTgt spid="67"/>
                        </p:tgtEl>
                      </p:cBhvr>
                    </p:animEffect>
                  </p:childTnLst>
                </p:cTn>
              </p:par>
            </p:tnLst>
          </p:tmpl>
        </p:tmplLst>
      </p:bldP>
      <p:bldP spid="68" grpId="0" build="p">
        <p:tmplLst>
          <p:tmpl lvl="1">
            <p:tnLst>
              <p:par>
                <p:cTn presetID="22" presetClass="entr" presetSubtype="8" fill="hold" nodeType="afterEffect">
                  <p:stCondLst>
                    <p:cond delay="0"/>
                  </p:stCondLst>
                  <p:childTnLst>
                    <p:set>
                      <p:cBhvr>
                        <p:cTn dur="1" fill="hold">
                          <p:stCondLst>
                            <p:cond delay="0"/>
                          </p:stCondLst>
                        </p:cTn>
                        <p:tgtEl>
                          <p:spTgt spid="68"/>
                        </p:tgtEl>
                        <p:attrNameLst>
                          <p:attrName>style.visibility</p:attrName>
                        </p:attrNameLst>
                      </p:cBhvr>
                      <p:to>
                        <p:strVal val="visible"/>
                      </p:to>
                    </p:set>
                    <p:animEffect transition="in" filter="wipe(left)">
                      <p:cBhvr>
                        <p:cTn dur="500"/>
                        <p:tgtEl>
                          <p:spTgt spid="68"/>
                        </p:tgtEl>
                      </p:cBhvr>
                    </p:animEffect>
                  </p:childTnLst>
                </p:cTn>
              </p:par>
            </p:tnLst>
          </p:tmpl>
        </p:tmplLst>
      </p:bldP>
      <p:bldP spid="69" grpId="0" build="p">
        <p:tmplLst>
          <p:tmpl lvl="1">
            <p:tnLst>
              <p:par>
                <p:cTn presetID="22" presetClass="entr" presetSubtype="8" fill="hold" nodeType="afterEffect">
                  <p:stCondLst>
                    <p:cond delay="0"/>
                  </p:stCondLst>
                  <p:childTnLst>
                    <p:set>
                      <p:cBhvr>
                        <p:cTn dur="1" fill="hold">
                          <p:stCondLst>
                            <p:cond delay="0"/>
                          </p:stCondLst>
                        </p:cTn>
                        <p:tgtEl>
                          <p:spTgt spid="69"/>
                        </p:tgtEl>
                        <p:attrNameLst>
                          <p:attrName>style.visibility</p:attrName>
                        </p:attrNameLst>
                      </p:cBhvr>
                      <p:to>
                        <p:strVal val="visible"/>
                      </p:to>
                    </p:set>
                    <p:animEffect transition="in" filter="wipe(left)">
                      <p:cBhvr>
                        <p:cTn dur="500"/>
                        <p:tgtEl>
                          <p:spTgt spid="69"/>
                        </p:tgtEl>
                      </p:cBhvr>
                    </p:animEffect>
                  </p:childTnLst>
                </p:cTn>
              </p:par>
            </p:tnLst>
          </p:tmpl>
        </p:tmplLst>
      </p:bldP>
      <p:bldP spid="71" grpId="0" animBg="1"/>
      <p:bldP spid="72" grpId="0" build="p">
        <p:tmplLst>
          <p:tmpl lvl="1">
            <p:tnLst>
              <p:par>
                <p:cTn presetID="22" presetClass="entr" presetSubtype="8" fill="hold" nodeType="afterEffect">
                  <p:stCondLst>
                    <p:cond delay="0"/>
                  </p:stCondLst>
                  <p:childTnLst>
                    <p:set>
                      <p:cBhvr>
                        <p:cTn dur="1" fill="hold">
                          <p:stCondLst>
                            <p:cond delay="0"/>
                          </p:stCondLst>
                        </p:cTn>
                        <p:tgtEl>
                          <p:spTgt spid="72"/>
                        </p:tgtEl>
                        <p:attrNameLst>
                          <p:attrName>style.visibility</p:attrName>
                        </p:attrNameLst>
                      </p:cBhvr>
                      <p:to>
                        <p:strVal val="visible"/>
                      </p:to>
                    </p:set>
                    <p:animEffect transition="in" filter="wipe(left)">
                      <p:cBhvr>
                        <p:cTn dur="500"/>
                        <p:tgtEl>
                          <p:spTgt spid="72"/>
                        </p:tgtEl>
                      </p:cBhvr>
                    </p:animEffect>
                  </p:childTnLst>
                </p:cTn>
              </p:par>
            </p:tnLst>
          </p:tmpl>
        </p:tmplLst>
      </p:bldP>
      <p:bldP spid="73" grpId="0" build="p">
        <p:tmplLst>
          <p:tmpl lvl="1">
            <p:tnLst>
              <p:par>
                <p:cTn presetID="22" presetClass="entr" presetSubtype="8" fill="hold" nodeType="afterEffect">
                  <p:stCondLst>
                    <p:cond delay="0"/>
                  </p:stCondLst>
                  <p:childTnLst>
                    <p:set>
                      <p:cBhvr>
                        <p:cTn dur="1" fill="hold">
                          <p:stCondLst>
                            <p:cond delay="0"/>
                          </p:stCondLst>
                        </p:cTn>
                        <p:tgtEl>
                          <p:spTgt spid="73"/>
                        </p:tgtEl>
                        <p:attrNameLst>
                          <p:attrName>style.visibility</p:attrName>
                        </p:attrNameLst>
                      </p:cBhvr>
                      <p:to>
                        <p:strVal val="visible"/>
                      </p:to>
                    </p:set>
                    <p:animEffect transition="in" filter="wipe(left)">
                      <p:cBhvr>
                        <p:cTn dur="500"/>
                        <p:tgtEl>
                          <p:spTgt spid="73"/>
                        </p:tgtEl>
                      </p:cBhvr>
                    </p:animEffect>
                  </p:childTnLst>
                </p:cTn>
              </p:par>
            </p:tnLst>
          </p:tmpl>
        </p:tmplLst>
      </p:bldP>
      <p:bldP spid="74" grpId="0" build="p">
        <p:tmplLst>
          <p:tmpl lvl="1">
            <p:tnLst>
              <p:par>
                <p:cTn presetID="22" presetClass="entr" presetSubtype="8" fill="hold" nodeType="afterEffect">
                  <p:stCondLst>
                    <p:cond delay="0"/>
                  </p:stCondLst>
                  <p:childTnLst>
                    <p:set>
                      <p:cBhvr>
                        <p:cTn dur="1" fill="hold">
                          <p:stCondLst>
                            <p:cond delay="0"/>
                          </p:stCondLst>
                        </p:cTn>
                        <p:tgtEl>
                          <p:spTgt spid="74"/>
                        </p:tgtEl>
                        <p:attrNameLst>
                          <p:attrName>style.visibility</p:attrName>
                        </p:attrNameLst>
                      </p:cBhvr>
                      <p:to>
                        <p:strVal val="visible"/>
                      </p:to>
                    </p:set>
                    <p:animEffect transition="in" filter="wipe(left)">
                      <p:cBhvr>
                        <p:cTn dur="500"/>
                        <p:tgtEl>
                          <p:spTgt spid="74"/>
                        </p:tgtEl>
                      </p:cBhvr>
                    </p:animEffect>
                  </p:childTnLst>
                </p:cTn>
              </p:par>
            </p:tnLst>
          </p:tmpl>
        </p:tmplLst>
      </p:bldP>
      <p:bldP spid="75" grpId="0" animBg="1"/>
      <p:bldP spid="76" grpId="0" build="p">
        <p:tmplLst>
          <p:tmpl lvl="1">
            <p:tnLst>
              <p:par>
                <p:cTn presetID="22" presetClass="entr" presetSubtype="8" fill="hold" nodeType="afterEffect">
                  <p:stCondLst>
                    <p:cond delay="0"/>
                  </p:stCondLst>
                  <p:childTnLst>
                    <p:set>
                      <p:cBhvr>
                        <p:cTn dur="1" fill="hold">
                          <p:stCondLst>
                            <p:cond delay="0"/>
                          </p:stCondLst>
                        </p:cTn>
                        <p:tgtEl>
                          <p:spTgt spid="76"/>
                        </p:tgtEl>
                        <p:attrNameLst>
                          <p:attrName>style.visibility</p:attrName>
                        </p:attrNameLst>
                      </p:cBhvr>
                      <p:to>
                        <p:strVal val="visible"/>
                      </p:to>
                    </p:set>
                    <p:animEffect transition="in" filter="wipe(left)">
                      <p:cBhvr>
                        <p:cTn dur="500"/>
                        <p:tgtEl>
                          <p:spTgt spid="76"/>
                        </p:tgtEl>
                      </p:cBhvr>
                    </p:animEffect>
                  </p:childTnLst>
                </p:cTn>
              </p:par>
            </p:tnLst>
          </p:tmpl>
        </p:tmplLst>
      </p:bldP>
      <p:bldP spid="77" grpId="0" build="p">
        <p:tmplLst>
          <p:tmpl lvl="1">
            <p:tnLst>
              <p:par>
                <p:cTn presetID="22" presetClass="entr" presetSubtype="8" fill="hold" nodeType="afterEffect">
                  <p:stCondLst>
                    <p:cond delay="0"/>
                  </p:stCondLst>
                  <p:childTnLst>
                    <p:set>
                      <p:cBhvr>
                        <p:cTn dur="1" fill="hold">
                          <p:stCondLst>
                            <p:cond delay="0"/>
                          </p:stCondLst>
                        </p:cTn>
                        <p:tgtEl>
                          <p:spTgt spid="77"/>
                        </p:tgtEl>
                        <p:attrNameLst>
                          <p:attrName>style.visibility</p:attrName>
                        </p:attrNameLst>
                      </p:cBhvr>
                      <p:to>
                        <p:strVal val="visible"/>
                      </p:to>
                    </p:set>
                    <p:animEffect transition="in" filter="wipe(left)">
                      <p:cBhvr>
                        <p:cTn dur="500"/>
                        <p:tgtEl>
                          <p:spTgt spid="77"/>
                        </p:tgtEl>
                      </p:cBhvr>
                    </p:animEffect>
                  </p:childTnLst>
                </p:cTn>
              </p:par>
            </p:tnLst>
          </p:tmpl>
        </p:tmplLst>
      </p:bldP>
      <p:bldP spid="78" grpId="0" build="p">
        <p:tmplLst>
          <p:tmpl lvl="1">
            <p:tnLst>
              <p:par>
                <p:cTn presetID="22" presetClass="entr" presetSubtype="8" fill="hold" nodeType="afterEffect">
                  <p:stCondLst>
                    <p:cond delay="0"/>
                  </p:stCondLst>
                  <p:childTnLst>
                    <p:set>
                      <p:cBhvr>
                        <p:cTn dur="1" fill="hold">
                          <p:stCondLst>
                            <p:cond delay="0"/>
                          </p:stCondLst>
                        </p:cTn>
                        <p:tgtEl>
                          <p:spTgt spid="78"/>
                        </p:tgtEl>
                        <p:attrNameLst>
                          <p:attrName>style.visibility</p:attrName>
                        </p:attrNameLst>
                      </p:cBhvr>
                      <p:to>
                        <p:strVal val="visible"/>
                      </p:to>
                    </p:set>
                    <p:animEffect transition="in" filter="wipe(left)">
                      <p:cBhvr>
                        <p:cTn dur="500"/>
                        <p:tgtEl>
                          <p:spTgt spid="78"/>
                        </p:tgtEl>
                      </p:cBhvr>
                    </p:animEffect>
                  </p:childTnLst>
                </p:cTn>
              </p:par>
            </p:tnLst>
          </p:tmpl>
        </p:tmplLst>
      </p:bldP>
      <p:bldP spid="79" grpId="0" animBg="1"/>
      <p:bldP spid="80" grpId="0" build="p">
        <p:tmplLst>
          <p:tmpl lvl="1">
            <p:tnLst>
              <p:par>
                <p:cTn presetID="22" presetClass="entr" presetSubtype="8" fill="hold" nodeType="afterEffect">
                  <p:stCondLst>
                    <p:cond delay="0"/>
                  </p:stCondLst>
                  <p:childTnLst>
                    <p:set>
                      <p:cBhvr>
                        <p:cTn dur="1" fill="hold">
                          <p:stCondLst>
                            <p:cond delay="0"/>
                          </p:stCondLst>
                        </p:cTn>
                        <p:tgtEl>
                          <p:spTgt spid="80"/>
                        </p:tgtEl>
                        <p:attrNameLst>
                          <p:attrName>style.visibility</p:attrName>
                        </p:attrNameLst>
                      </p:cBhvr>
                      <p:to>
                        <p:strVal val="visible"/>
                      </p:to>
                    </p:set>
                    <p:animEffect transition="in" filter="wipe(left)">
                      <p:cBhvr>
                        <p:cTn dur="500"/>
                        <p:tgtEl>
                          <p:spTgt spid="80"/>
                        </p:tgtEl>
                      </p:cBhvr>
                    </p:animEffect>
                  </p:childTnLst>
                </p:cTn>
              </p:par>
            </p:tnLst>
          </p:tmpl>
        </p:tmplLst>
      </p:bldP>
      <p:bldP spid="81" grpId="0" build="p">
        <p:tmplLst>
          <p:tmpl lvl="1">
            <p:tnLst>
              <p:par>
                <p:cTn presetID="22" presetClass="entr" presetSubtype="8" fill="hold" nodeType="afterEffect">
                  <p:stCondLst>
                    <p:cond delay="0"/>
                  </p:stCondLst>
                  <p:childTnLst>
                    <p:set>
                      <p:cBhvr>
                        <p:cTn dur="1" fill="hold">
                          <p:stCondLst>
                            <p:cond delay="0"/>
                          </p:stCondLst>
                        </p:cTn>
                        <p:tgtEl>
                          <p:spTgt spid="81"/>
                        </p:tgtEl>
                        <p:attrNameLst>
                          <p:attrName>style.visibility</p:attrName>
                        </p:attrNameLst>
                      </p:cBhvr>
                      <p:to>
                        <p:strVal val="visible"/>
                      </p:to>
                    </p:set>
                    <p:animEffect transition="in" filter="wipe(left)">
                      <p:cBhvr>
                        <p:cTn dur="500"/>
                        <p:tgtEl>
                          <p:spTgt spid="81"/>
                        </p:tgtEl>
                      </p:cBhvr>
                    </p:animEffect>
                  </p:childTnLst>
                </p:cTn>
              </p:par>
            </p:tnLst>
          </p:tmpl>
        </p:tmplLst>
      </p:bldP>
      <p:bldP spid="82" grpId="0" build="p">
        <p:tmplLst>
          <p:tmpl lvl="1">
            <p:tnLst>
              <p:par>
                <p:cTn presetID="22" presetClass="entr" presetSubtype="8" fill="hold" nodeType="afterEffect">
                  <p:stCondLst>
                    <p:cond delay="0"/>
                  </p:stCondLst>
                  <p:childTnLst>
                    <p:set>
                      <p:cBhvr>
                        <p:cTn dur="1" fill="hold">
                          <p:stCondLst>
                            <p:cond delay="0"/>
                          </p:stCondLst>
                        </p:cTn>
                        <p:tgtEl>
                          <p:spTgt spid="82"/>
                        </p:tgtEl>
                        <p:attrNameLst>
                          <p:attrName>style.visibility</p:attrName>
                        </p:attrNameLst>
                      </p:cBhvr>
                      <p:to>
                        <p:strVal val="visible"/>
                      </p:to>
                    </p:set>
                    <p:animEffect transition="in" filter="wipe(left)">
                      <p:cBhvr>
                        <p:cTn dur="500"/>
                        <p:tgtEl>
                          <p:spTgt spid="82"/>
                        </p:tgtEl>
                      </p:cBhvr>
                    </p:animEffect>
                  </p:childTnLst>
                </p:cTn>
              </p:par>
            </p:tnLst>
          </p:tmpl>
        </p:tmplLst>
      </p:bldP>
      <p:bldP spid="83" grpId="0" animBg="1"/>
      <p:bldP spid="84" grpId="0" build="p">
        <p:tmplLst>
          <p:tmpl lvl="1">
            <p:tnLst>
              <p:par>
                <p:cTn presetID="22" presetClass="entr" presetSubtype="8" fill="hold" nodeType="afterEffect">
                  <p:stCondLst>
                    <p:cond delay="0"/>
                  </p:stCondLst>
                  <p:childTnLst>
                    <p:set>
                      <p:cBhvr>
                        <p:cTn dur="1" fill="hold">
                          <p:stCondLst>
                            <p:cond delay="0"/>
                          </p:stCondLst>
                        </p:cTn>
                        <p:tgtEl>
                          <p:spTgt spid="84"/>
                        </p:tgtEl>
                        <p:attrNameLst>
                          <p:attrName>style.visibility</p:attrName>
                        </p:attrNameLst>
                      </p:cBhvr>
                      <p:to>
                        <p:strVal val="visible"/>
                      </p:to>
                    </p:set>
                    <p:animEffect transition="in" filter="wipe(left)">
                      <p:cBhvr>
                        <p:cTn dur="500"/>
                        <p:tgtEl>
                          <p:spTgt spid="84"/>
                        </p:tgtEl>
                      </p:cBhvr>
                    </p:animEffect>
                  </p:childTnLst>
                </p:cTn>
              </p:par>
            </p:tnLst>
          </p:tmpl>
        </p:tmplLst>
      </p:bldP>
      <p:bldP spid="85" grpId="0" build="p">
        <p:tmplLst>
          <p:tmpl lvl="1">
            <p:tnLst>
              <p:par>
                <p:cTn presetID="22" presetClass="entr" presetSubtype="8" fill="hold" nodeType="afterEffect">
                  <p:stCondLst>
                    <p:cond delay="0"/>
                  </p:stCondLst>
                  <p:childTnLst>
                    <p:set>
                      <p:cBhvr>
                        <p:cTn dur="1" fill="hold">
                          <p:stCondLst>
                            <p:cond delay="0"/>
                          </p:stCondLst>
                        </p:cTn>
                        <p:tgtEl>
                          <p:spTgt spid="85"/>
                        </p:tgtEl>
                        <p:attrNameLst>
                          <p:attrName>style.visibility</p:attrName>
                        </p:attrNameLst>
                      </p:cBhvr>
                      <p:to>
                        <p:strVal val="visible"/>
                      </p:to>
                    </p:set>
                    <p:animEffect transition="in" filter="wipe(left)">
                      <p:cBhvr>
                        <p:cTn dur="500"/>
                        <p:tgtEl>
                          <p:spTgt spid="85"/>
                        </p:tgtEl>
                      </p:cBhvr>
                    </p:animEffect>
                  </p:childTnLst>
                </p:cTn>
              </p:par>
            </p:tnLst>
          </p:tmpl>
        </p:tmplLst>
      </p:bldP>
      <p:bldP spid="86" grpId="0" build="p">
        <p:tmplLst>
          <p:tmpl lvl="1">
            <p:tnLst>
              <p:par>
                <p:cTn presetID="22" presetClass="entr" presetSubtype="8" fill="hold" nodeType="afterEffect">
                  <p:stCondLst>
                    <p:cond delay="0"/>
                  </p:stCondLst>
                  <p:childTnLst>
                    <p:set>
                      <p:cBhvr>
                        <p:cTn dur="1" fill="hold">
                          <p:stCondLst>
                            <p:cond delay="0"/>
                          </p:stCondLst>
                        </p:cTn>
                        <p:tgtEl>
                          <p:spTgt spid="86"/>
                        </p:tgtEl>
                        <p:attrNameLst>
                          <p:attrName>style.visibility</p:attrName>
                        </p:attrNameLst>
                      </p:cBhvr>
                      <p:to>
                        <p:strVal val="visible"/>
                      </p:to>
                    </p:set>
                    <p:animEffect transition="in" filter="wipe(left)">
                      <p:cBhvr>
                        <p:cTn dur="500"/>
                        <p:tgtEl>
                          <p:spTgt spid="86"/>
                        </p:tgtEl>
                      </p:cBhvr>
                    </p:animEffect>
                  </p:childTnLst>
                </p:cTn>
              </p:par>
            </p:tnLst>
          </p:tmpl>
        </p:tmplLst>
      </p:bldP>
    </p:bldLst>
  </p:timing>
</p:sldLayout>
</file>

<file path=ppt/slideLayouts/slideLayout215.xml><?xml version="1.0" encoding="utf-8"?>
<p:sldLayout xmlns:a="http://schemas.openxmlformats.org/drawingml/2006/main" xmlns:r="http://schemas.openxmlformats.org/officeDocument/2006/relationships" xmlns:p="http://schemas.openxmlformats.org/presentationml/2006/main" userDrawn="1">
  <p:cSld name="3_mock_up">
    <p:spTree>
      <p:nvGrpSpPr>
        <p:cNvPr id="1" name=""/>
        <p:cNvGrpSpPr/>
        <p:nvPr/>
      </p:nvGrpSpPr>
      <p:grpSpPr>
        <a:xfrm>
          <a:off x="0" y="0"/>
          <a:ext cx="0" cy="0"/>
          <a:chOff x="0" y="0"/>
          <a:chExt cx="0" cy="0"/>
        </a:xfrm>
      </p:grpSpPr>
      <p:pic>
        <p:nvPicPr>
          <p:cNvPr id="9" name="Picture 8" descr="iPhone-Mockup-PSD.png"/>
          <p:cNvPicPr>
            <a:picLocks noChangeAspect="1"/>
          </p:cNvPicPr>
          <p:nvPr userDrawn="1"/>
        </p:nvPicPr>
        <p:blipFill>
          <a:blip r:embed="rId2" cstate="print"/>
          <a:stretch>
            <a:fillRect/>
          </a:stretch>
        </p:blipFill>
        <p:spPr>
          <a:xfrm>
            <a:off x="7245800" y="1038045"/>
            <a:ext cx="4946201" cy="5819955"/>
          </a:xfrm>
          <a:prstGeom prst="rect">
            <a:avLst/>
          </a:prstGeom>
        </p:spPr>
      </p:pic>
      <p:sp>
        <p:nvSpPr>
          <p:cNvPr id="8" name="Picture Placeholder 7"/>
          <p:cNvSpPr>
            <a:spLocks noGrp="1"/>
          </p:cNvSpPr>
          <p:nvPr>
            <p:ph type="pic" sz="quarter" idx="44" hasCustomPrompt="1"/>
          </p:nvPr>
        </p:nvSpPr>
        <p:spPr>
          <a:xfrm rot="20354325">
            <a:off x="8073533" y="1846781"/>
            <a:ext cx="1926336" cy="3401568"/>
          </a:xfrm>
          <a:prstGeom prst="rect">
            <a:avLst/>
          </a:prstGeom>
          <a:ln w="3175">
            <a:noFill/>
          </a:ln>
        </p:spPr>
        <p:txBody>
          <a:bodyPr wrap="none" tIns="0" bIns="640080" anchor="b"/>
          <a:lstStyle>
            <a:lvl1pPr algn="ctr" rtl="0">
              <a:buNone/>
              <a:defRPr sz="1467" b="1">
                <a:solidFill>
                  <a:schemeClr val="bg1"/>
                </a:solidFill>
              </a:defRPr>
            </a:lvl1pPr>
          </a:lstStyle>
          <a:p>
            <a:r>
              <a:rPr lang="en-US" dirty="0" smtClean="0"/>
              <a:t>Click Icon To Add Image </a:t>
            </a:r>
            <a:endParaRPr lang="en-US" dirty="0"/>
          </a:p>
        </p:txBody>
      </p:sp>
      <p:sp>
        <p:nvSpPr>
          <p:cNvPr id="10"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1"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5938430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2" fill="hold" nodeType="after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slide(fromRight)">
                                      <p:cBhvr>
                                        <p:cTn id="7" dur="500"/>
                                        <p:tgtEl>
                                          <p:spTgt spid="9"/>
                                        </p:tgtEl>
                                      </p:cBhvr>
                                    </p:animEffect>
                                  </p:childTnLst>
                                </p:cTn>
                              </p:par>
                            </p:childTnLst>
                          </p:cTn>
                        </p:par>
                        <p:par>
                          <p:cTn id="8" fill="hold">
                            <p:stCondLst>
                              <p:cond delay="500"/>
                            </p:stCondLst>
                            <p:childTnLst>
                              <p:par>
                                <p:cTn id="9" presetID="16" presetClass="entr" presetSubtype="42" fill="hold" grpId="0" nodeType="afterEffect">
                                  <p:stCondLst>
                                    <p:cond delay="0"/>
                                  </p:stCondLst>
                                  <p:childTnLst>
                                    <p:set>
                                      <p:cBhvr>
                                        <p:cTn id="10" dur="1" fill="hold">
                                          <p:stCondLst>
                                            <p:cond delay="0"/>
                                          </p:stCondLst>
                                        </p:cTn>
                                        <p:tgtEl>
                                          <p:spTgt spid="8"/>
                                        </p:tgtEl>
                                        <p:attrNameLst>
                                          <p:attrName>style.visibility</p:attrName>
                                        </p:attrNameLst>
                                      </p:cBhvr>
                                      <p:to>
                                        <p:strVal val="visible"/>
                                      </p:to>
                                    </p:set>
                                    <p:animEffect transition="in" filter="barn(outHorizontal)">
                                      <p:cBhvr>
                                        <p:cTn id="11"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Layout>
</file>

<file path=ppt/slideLayouts/slideLayout216.xml><?xml version="1.0" encoding="utf-8"?>
<p:sldLayout xmlns:a="http://schemas.openxmlformats.org/drawingml/2006/main" xmlns:r="http://schemas.openxmlformats.org/officeDocument/2006/relationships" xmlns:p="http://schemas.openxmlformats.org/presentationml/2006/main" userDrawn="1">
  <p:cSld name="MockUp02">
    <p:spTree>
      <p:nvGrpSpPr>
        <p:cNvPr id="1" name=""/>
        <p:cNvGrpSpPr/>
        <p:nvPr/>
      </p:nvGrpSpPr>
      <p:grpSpPr>
        <a:xfrm>
          <a:off x="0" y="0"/>
          <a:ext cx="0" cy="0"/>
          <a:chOff x="0" y="0"/>
          <a:chExt cx="0" cy="0"/>
        </a:xfrm>
      </p:grpSpPr>
      <p:grpSp>
        <p:nvGrpSpPr>
          <p:cNvPr id="14" name="Group 13"/>
          <p:cNvGrpSpPr/>
          <p:nvPr userDrawn="1"/>
        </p:nvGrpSpPr>
        <p:grpSpPr>
          <a:xfrm>
            <a:off x="1017225" y="1805652"/>
            <a:ext cx="2119568" cy="3947448"/>
            <a:chOff x="6140449" y="1116114"/>
            <a:chExt cx="1927226" cy="3589236"/>
          </a:xfrm>
        </p:grpSpPr>
        <p:sp>
          <p:nvSpPr>
            <p:cNvPr id="15" name="Rectangle 14"/>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18"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sp>
        <p:nvSpPr>
          <p:cNvPr id="20" name="Picture Placeholder 7"/>
          <p:cNvSpPr>
            <a:spLocks noGrp="1"/>
          </p:cNvSpPr>
          <p:nvPr>
            <p:ph type="pic" sz="quarter" idx="10" hasCustomPrompt="1"/>
          </p:nvPr>
        </p:nvSpPr>
        <p:spPr>
          <a:xfrm>
            <a:off x="1155154" y="2360476"/>
            <a:ext cx="1843707" cy="2793309"/>
          </a:xfrm>
          <a:prstGeom prst="rect">
            <a:avLst/>
          </a:prstGeom>
          <a:solidFill>
            <a:schemeClr val="bg1">
              <a:lumMod val="95000"/>
            </a:schemeClr>
          </a:solidFill>
          <a:ln>
            <a:noFill/>
          </a:ln>
        </p:spPr>
        <p:txBody>
          <a:bodyPr bIns="457200" anchor="b"/>
          <a:lstStyle>
            <a:lvl1pPr algn="ctr" rtl="0">
              <a:buNone/>
              <a:defRPr sz="1467">
                <a:solidFill>
                  <a:schemeClr val="tx1">
                    <a:lumMod val="50000"/>
                    <a:lumOff val="50000"/>
                  </a:schemeClr>
                </a:solidFill>
              </a:defRPr>
            </a:lvl1pPr>
          </a:lstStyle>
          <a:p>
            <a:r>
              <a:rPr lang="en-US" dirty="0" smtClean="0"/>
              <a:t>Image Holder</a:t>
            </a:r>
            <a:endParaRPr lang="en-US" dirty="0"/>
          </a:p>
        </p:txBody>
      </p:sp>
      <p:sp>
        <p:nvSpPr>
          <p:cNvPr id="8"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9"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12" name="Text Placeholder 3"/>
          <p:cNvSpPr>
            <a:spLocks noGrp="1"/>
          </p:cNvSpPr>
          <p:nvPr>
            <p:ph type="body" sz="half" idx="17" hasCustomPrompt="1"/>
          </p:nvPr>
        </p:nvSpPr>
        <p:spPr>
          <a:xfrm>
            <a:off x="959408" y="6017541"/>
            <a:ext cx="2235200" cy="265617"/>
          </a:xfrm>
          <a:prstGeom prst="rect">
            <a:avLst/>
          </a:prstGeom>
        </p:spPr>
        <p:txBody>
          <a:bodyPr wrap="square" lIns="0" tIns="0" rIns="0" bIns="0" anchor="ctr">
            <a:noAutofit/>
          </a:bodyPr>
          <a:lstStyle>
            <a:lvl1pPr marL="0" indent="0" algn="ctr">
              <a:buNone/>
              <a:defRPr sz="18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grpSp>
        <p:nvGrpSpPr>
          <p:cNvPr id="13" name="Group 12"/>
          <p:cNvGrpSpPr/>
          <p:nvPr userDrawn="1"/>
        </p:nvGrpSpPr>
        <p:grpSpPr>
          <a:xfrm>
            <a:off x="3581711" y="3376472"/>
            <a:ext cx="795864" cy="805808"/>
            <a:chOff x="6184901" y="4203700"/>
            <a:chExt cx="254000" cy="257175"/>
          </a:xfrm>
          <a:solidFill>
            <a:schemeClr val="bg1">
              <a:lumMod val="75000"/>
            </a:schemeClr>
          </a:solidFill>
        </p:grpSpPr>
        <p:sp>
          <p:nvSpPr>
            <p:cNvPr id="16" name="Freeform 238"/>
            <p:cNvSpPr>
              <a:spLocks noEditPoints="1"/>
            </p:cNvSpPr>
            <p:nvPr/>
          </p:nvSpPr>
          <p:spPr bwMode="auto">
            <a:xfrm>
              <a:off x="6184901" y="4203700"/>
              <a:ext cx="254000" cy="257175"/>
            </a:xfrm>
            <a:custGeom>
              <a:avLst/>
              <a:gdLst/>
              <a:ahLst/>
              <a:cxnLst>
                <a:cxn ang="0">
                  <a:pos x="51" y="7"/>
                </a:cxn>
                <a:cxn ang="0">
                  <a:pos x="94" y="51"/>
                </a:cxn>
                <a:cxn ang="0">
                  <a:pos x="51" y="94"/>
                </a:cxn>
                <a:cxn ang="0">
                  <a:pos x="7" y="51"/>
                </a:cxn>
                <a:cxn ang="0">
                  <a:pos x="51" y="7"/>
                </a:cxn>
                <a:cxn ang="0">
                  <a:pos x="51" y="0"/>
                </a:cxn>
                <a:cxn ang="0">
                  <a:pos x="0" y="51"/>
                </a:cxn>
                <a:cxn ang="0">
                  <a:pos x="51" y="102"/>
                </a:cxn>
                <a:cxn ang="0">
                  <a:pos x="101" y="51"/>
                </a:cxn>
                <a:cxn ang="0">
                  <a:pos x="51" y="0"/>
                </a:cxn>
              </a:cxnLst>
              <a:rect l="0" t="0" r="r" b="b"/>
              <a:pathLst>
                <a:path w="101" h="102">
                  <a:moveTo>
                    <a:pt x="51" y="7"/>
                  </a:moveTo>
                  <a:cubicBezTo>
                    <a:pt x="75" y="7"/>
                    <a:pt x="94" y="27"/>
                    <a:pt x="94" y="51"/>
                  </a:cubicBezTo>
                  <a:cubicBezTo>
                    <a:pt x="94" y="75"/>
                    <a:pt x="75" y="94"/>
                    <a:pt x="51" y="94"/>
                  </a:cubicBezTo>
                  <a:cubicBezTo>
                    <a:pt x="27" y="94"/>
                    <a:pt x="7" y="75"/>
                    <a:pt x="7" y="51"/>
                  </a:cubicBezTo>
                  <a:cubicBezTo>
                    <a:pt x="7" y="27"/>
                    <a:pt x="27" y="7"/>
                    <a:pt x="51" y="7"/>
                  </a:cubicBezTo>
                  <a:moveTo>
                    <a:pt x="51" y="0"/>
                  </a:moveTo>
                  <a:cubicBezTo>
                    <a:pt x="23" y="0"/>
                    <a:pt x="0" y="23"/>
                    <a:pt x="0" y="51"/>
                  </a:cubicBezTo>
                  <a:cubicBezTo>
                    <a:pt x="0" y="79"/>
                    <a:pt x="23" y="102"/>
                    <a:pt x="51" y="102"/>
                  </a:cubicBezTo>
                  <a:cubicBezTo>
                    <a:pt x="79" y="102"/>
                    <a:pt x="101" y="79"/>
                    <a:pt x="101" y="51"/>
                  </a:cubicBezTo>
                  <a:cubicBezTo>
                    <a:pt x="101" y="23"/>
                    <a:pt x="79" y="0"/>
                    <a:pt x="5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17" name="Freeform 239"/>
            <p:cNvSpPr>
              <a:spLocks/>
            </p:cNvSpPr>
            <p:nvPr/>
          </p:nvSpPr>
          <p:spPr bwMode="auto">
            <a:xfrm>
              <a:off x="6275388" y="4251325"/>
              <a:ext cx="90488" cy="153988"/>
            </a:xfrm>
            <a:custGeom>
              <a:avLst/>
              <a:gdLst/>
              <a:ahLst/>
              <a:cxnLst>
                <a:cxn ang="0">
                  <a:pos x="0" y="83"/>
                </a:cxn>
                <a:cxn ang="0">
                  <a:pos x="39" y="50"/>
                </a:cxn>
                <a:cxn ang="0">
                  <a:pos x="0" y="16"/>
                </a:cxn>
                <a:cxn ang="0">
                  <a:pos x="0" y="0"/>
                </a:cxn>
                <a:cxn ang="0">
                  <a:pos x="57" y="50"/>
                </a:cxn>
                <a:cxn ang="0">
                  <a:pos x="0" y="97"/>
                </a:cxn>
                <a:cxn ang="0">
                  <a:pos x="0" y="83"/>
                </a:cxn>
              </a:cxnLst>
              <a:rect l="0" t="0" r="r" b="b"/>
              <a:pathLst>
                <a:path w="57" h="97">
                  <a:moveTo>
                    <a:pt x="0" y="83"/>
                  </a:moveTo>
                  <a:lnTo>
                    <a:pt x="39" y="50"/>
                  </a:lnTo>
                  <a:lnTo>
                    <a:pt x="0" y="16"/>
                  </a:lnTo>
                  <a:lnTo>
                    <a:pt x="0" y="0"/>
                  </a:lnTo>
                  <a:lnTo>
                    <a:pt x="57" y="50"/>
                  </a:lnTo>
                  <a:lnTo>
                    <a:pt x="0" y="97"/>
                  </a:lnTo>
                  <a:lnTo>
                    <a:pt x="0" y="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grpSp>
        <p:nvGrpSpPr>
          <p:cNvPr id="19" name="Group 18"/>
          <p:cNvGrpSpPr/>
          <p:nvPr userDrawn="1"/>
        </p:nvGrpSpPr>
        <p:grpSpPr>
          <a:xfrm>
            <a:off x="5029812" y="1805652"/>
            <a:ext cx="2119568" cy="3947448"/>
            <a:chOff x="6140449" y="1116114"/>
            <a:chExt cx="1927226" cy="3589236"/>
          </a:xfrm>
        </p:grpSpPr>
        <p:sp>
          <p:nvSpPr>
            <p:cNvPr id="21" name="Rectangle 20"/>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22"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sp>
        <p:nvSpPr>
          <p:cNvPr id="23" name="Picture Placeholder 7"/>
          <p:cNvSpPr>
            <a:spLocks noGrp="1"/>
          </p:cNvSpPr>
          <p:nvPr>
            <p:ph type="pic" sz="quarter" idx="18" hasCustomPrompt="1"/>
          </p:nvPr>
        </p:nvSpPr>
        <p:spPr>
          <a:xfrm>
            <a:off x="5174147" y="2360476"/>
            <a:ext cx="1843707" cy="2793309"/>
          </a:xfrm>
          <a:prstGeom prst="rect">
            <a:avLst/>
          </a:prstGeom>
          <a:solidFill>
            <a:schemeClr val="bg1">
              <a:lumMod val="95000"/>
            </a:schemeClr>
          </a:solidFill>
          <a:ln>
            <a:noFill/>
          </a:ln>
        </p:spPr>
        <p:txBody>
          <a:bodyPr bIns="457200" anchor="b"/>
          <a:lstStyle>
            <a:lvl1pPr algn="ctr" rtl="0">
              <a:buNone/>
              <a:defRPr sz="1467">
                <a:solidFill>
                  <a:schemeClr val="tx1">
                    <a:lumMod val="50000"/>
                    <a:lumOff val="50000"/>
                  </a:schemeClr>
                </a:solidFill>
              </a:defRPr>
            </a:lvl1pPr>
          </a:lstStyle>
          <a:p>
            <a:r>
              <a:rPr lang="en-US" dirty="0" smtClean="0"/>
              <a:t>Image Holder</a:t>
            </a:r>
            <a:endParaRPr lang="en-US" dirty="0"/>
          </a:p>
        </p:txBody>
      </p:sp>
      <p:sp>
        <p:nvSpPr>
          <p:cNvPr id="24" name="Text Placeholder 3"/>
          <p:cNvSpPr>
            <a:spLocks noGrp="1"/>
          </p:cNvSpPr>
          <p:nvPr>
            <p:ph type="body" sz="half" idx="19" hasCustomPrompt="1"/>
          </p:nvPr>
        </p:nvSpPr>
        <p:spPr>
          <a:xfrm>
            <a:off x="4978400" y="6017541"/>
            <a:ext cx="2235200" cy="265617"/>
          </a:xfrm>
          <a:prstGeom prst="rect">
            <a:avLst/>
          </a:prstGeom>
        </p:spPr>
        <p:txBody>
          <a:bodyPr wrap="square" lIns="0" tIns="0" rIns="0" bIns="0" anchor="ctr">
            <a:noAutofit/>
          </a:bodyPr>
          <a:lstStyle>
            <a:lvl1pPr marL="0" indent="0" algn="ctr">
              <a:buNone/>
              <a:defRPr sz="18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grpSp>
        <p:nvGrpSpPr>
          <p:cNvPr id="25" name="Group 24"/>
          <p:cNvGrpSpPr/>
          <p:nvPr userDrawn="1"/>
        </p:nvGrpSpPr>
        <p:grpSpPr>
          <a:xfrm>
            <a:off x="7701160" y="3364037"/>
            <a:ext cx="795864" cy="805808"/>
            <a:chOff x="6184901" y="4203700"/>
            <a:chExt cx="254000" cy="257175"/>
          </a:xfrm>
          <a:solidFill>
            <a:schemeClr val="bg1">
              <a:lumMod val="75000"/>
            </a:schemeClr>
          </a:solidFill>
        </p:grpSpPr>
        <p:sp>
          <p:nvSpPr>
            <p:cNvPr id="26" name="Freeform 238"/>
            <p:cNvSpPr>
              <a:spLocks noEditPoints="1"/>
            </p:cNvSpPr>
            <p:nvPr/>
          </p:nvSpPr>
          <p:spPr bwMode="auto">
            <a:xfrm>
              <a:off x="6184901" y="4203700"/>
              <a:ext cx="254000" cy="257175"/>
            </a:xfrm>
            <a:custGeom>
              <a:avLst/>
              <a:gdLst/>
              <a:ahLst/>
              <a:cxnLst>
                <a:cxn ang="0">
                  <a:pos x="51" y="7"/>
                </a:cxn>
                <a:cxn ang="0">
                  <a:pos x="94" y="51"/>
                </a:cxn>
                <a:cxn ang="0">
                  <a:pos x="51" y="94"/>
                </a:cxn>
                <a:cxn ang="0">
                  <a:pos x="7" y="51"/>
                </a:cxn>
                <a:cxn ang="0">
                  <a:pos x="51" y="7"/>
                </a:cxn>
                <a:cxn ang="0">
                  <a:pos x="51" y="0"/>
                </a:cxn>
                <a:cxn ang="0">
                  <a:pos x="0" y="51"/>
                </a:cxn>
                <a:cxn ang="0">
                  <a:pos x="51" y="102"/>
                </a:cxn>
                <a:cxn ang="0">
                  <a:pos x="101" y="51"/>
                </a:cxn>
                <a:cxn ang="0">
                  <a:pos x="51" y="0"/>
                </a:cxn>
              </a:cxnLst>
              <a:rect l="0" t="0" r="r" b="b"/>
              <a:pathLst>
                <a:path w="101" h="102">
                  <a:moveTo>
                    <a:pt x="51" y="7"/>
                  </a:moveTo>
                  <a:cubicBezTo>
                    <a:pt x="75" y="7"/>
                    <a:pt x="94" y="27"/>
                    <a:pt x="94" y="51"/>
                  </a:cubicBezTo>
                  <a:cubicBezTo>
                    <a:pt x="94" y="75"/>
                    <a:pt x="75" y="94"/>
                    <a:pt x="51" y="94"/>
                  </a:cubicBezTo>
                  <a:cubicBezTo>
                    <a:pt x="27" y="94"/>
                    <a:pt x="7" y="75"/>
                    <a:pt x="7" y="51"/>
                  </a:cubicBezTo>
                  <a:cubicBezTo>
                    <a:pt x="7" y="27"/>
                    <a:pt x="27" y="7"/>
                    <a:pt x="51" y="7"/>
                  </a:cubicBezTo>
                  <a:moveTo>
                    <a:pt x="51" y="0"/>
                  </a:moveTo>
                  <a:cubicBezTo>
                    <a:pt x="23" y="0"/>
                    <a:pt x="0" y="23"/>
                    <a:pt x="0" y="51"/>
                  </a:cubicBezTo>
                  <a:cubicBezTo>
                    <a:pt x="0" y="79"/>
                    <a:pt x="23" y="102"/>
                    <a:pt x="51" y="102"/>
                  </a:cubicBezTo>
                  <a:cubicBezTo>
                    <a:pt x="79" y="102"/>
                    <a:pt x="101" y="79"/>
                    <a:pt x="101" y="51"/>
                  </a:cubicBezTo>
                  <a:cubicBezTo>
                    <a:pt x="101" y="23"/>
                    <a:pt x="79" y="0"/>
                    <a:pt x="5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27" name="Freeform 239"/>
            <p:cNvSpPr>
              <a:spLocks/>
            </p:cNvSpPr>
            <p:nvPr/>
          </p:nvSpPr>
          <p:spPr bwMode="auto">
            <a:xfrm>
              <a:off x="6275388" y="4251325"/>
              <a:ext cx="90488" cy="153988"/>
            </a:xfrm>
            <a:custGeom>
              <a:avLst/>
              <a:gdLst/>
              <a:ahLst/>
              <a:cxnLst>
                <a:cxn ang="0">
                  <a:pos x="0" y="83"/>
                </a:cxn>
                <a:cxn ang="0">
                  <a:pos x="39" y="50"/>
                </a:cxn>
                <a:cxn ang="0">
                  <a:pos x="0" y="16"/>
                </a:cxn>
                <a:cxn ang="0">
                  <a:pos x="0" y="0"/>
                </a:cxn>
                <a:cxn ang="0">
                  <a:pos x="57" y="50"/>
                </a:cxn>
                <a:cxn ang="0">
                  <a:pos x="0" y="97"/>
                </a:cxn>
                <a:cxn ang="0">
                  <a:pos x="0" y="83"/>
                </a:cxn>
              </a:cxnLst>
              <a:rect l="0" t="0" r="r" b="b"/>
              <a:pathLst>
                <a:path w="57" h="97">
                  <a:moveTo>
                    <a:pt x="0" y="83"/>
                  </a:moveTo>
                  <a:lnTo>
                    <a:pt x="39" y="50"/>
                  </a:lnTo>
                  <a:lnTo>
                    <a:pt x="0" y="16"/>
                  </a:lnTo>
                  <a:lnTo>
                    <a:pt x="0" y="0"/>
                  </a:lnTo>
                  <a:lnTo>
                    <a:pt x="57" y="50"/>
                  </a:lnTo>
                  <a:lnTo>
                    <a:pt x="0" y="97"/>
                  </a:lnTo>
                  <a:lnTo>
                    <a:pt x="0" y="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grpSp>
        <p:nvGrpSpPr>
          <p:cNvPr id="28" name="Group 27"/>
          <p:cNvGrpSpPr/>
          <p:nvPr userDrawn="1"/>
        </p:nvGrpSpPr>
        <p:grpSpPr>
          <a:xfrm>
            <a:off x="9042400" y="1805652"/>
            <a:ext cx="2119568" cy="3947448"/>
            <a:chOff x="6140449" y="1116114"/>
            <a:chExt cx="1927226" cy="3589236"/>
          </a:xfrm>
        </p:grpSpPr>
        <p:sp>
          <p:nvSpPr>
            <p:cNvPr id="29" name="Rectangle 28"/>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30"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sp>
        <p:nvSpPr>
          <p:cNvPr id="31" name="Picture Placeholder 7"/>
          <p:cNvSpPr>
            <a:spLocks noGrp="1"/>
          </p:cNvSpPr>
          <p:nvPr>
            <p:ph type="pic" sz="quarter" idx="20" hasCustomPrompt="1"/>
          </p:nvPr>
        </p:nvSpPr>
        <p:spPr>
          <a:xfrm>
            <a:off x="9180329" y="2360476"/>
            <a:ext cx="1843707" cy="2793309"/>
          </a:xfrm>
          <a:prstGeom prst="rect">
            <a:avLst/>
          </a:prstGeom>
          <a:solidFill>
            <a:schemeClr val="bg1">
              <a:lumMod val="95000"/>
            </a:schemeClr>
          </a:solidFill>
          <a:ln>
            <a:noFill/>
          </a:ln>
        </p:spPr>
        <p:txBody>
          <a:bodyPr bIns="457200" anchor="b"/>
          <a:lstStyle>
            <a:lvl1pPr algn="ctr" rtl="0">
              <a:buNone/>
              <a:defRPr sz="1467">
                <a:solidFill>
                  <a:schemeClr val="tx1">
                    <a:lumMod val="50000"/>
                    <a:lumOff val="50000"/>
                  </a:schemeClr>
                </a:solidFill>
              </a:defRPr>
            </a:lvl1pPr>
          </a:lstStyle>
          <a:p>
            <a:r>
              <a:rPr lang="en-US" dirty="0" smtClean="0"/>
              <a:t>Image Holder</a:t>
            </a:r>
            <a:endParaRPr lang="en-US" dirty="0"/>
          </a:p>
        </p:txBody>
      </p:sp>
      <p:sp>
        <p:nvSpPr>
          <p:cNvPr id="32" name="Text Placeholder 3"/>
          <p:cNvSpPr>
            <a:spLocks noGrp="1"/>
          </p:cNvSpPr>
          <p:nvPr>
            <p:ph type="body" sz="half" idx="21" hasCustomPrompt="1"/>
          </p:nvPr>
        </p:nvSpPr>
        <p:spPr>
          <a:xfrm>
            <a:off x="8984583" y="6017541"/>
            <a:ext cx="2235200" cy="265617"/>
          </a:xfrm>
          <a:prstGeom prst="rect">
            <a:avLst/>
          </a:prstGeom>
        </p:spPr>
        <p:txBody>
          <a:bodyPr wrap="square" lIns="0" tIns="0" rIns="0" bIns="0" anchor="ctr">
            <a:noAutofit/>
          </a:bodyPr>
          <a:lstStyle>
            <a:lvl1pPr marL="0" indent="0" algn="ctr">
              <a:buNone/>
              <a:defRPr sz="18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Tree>
    <p:extLst>
      <p:ext uri="{BB962C8B-B14F-4D97-AF65-F5344CB8AC3E}">
        <p14:creationId xmlns:p14="http://schemas.microsoft.com/office/powerpoint/2010/main" val="356593682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500" fill="hold"/>
                                        <p:tgtEl>
                                          <p:spTgt spid="14"/>
                                        </p:tgtEl>
                                        <p:attrNameLst>
                                          <p:attrName>ppt_x</p:attrName>
                                        </p:attrNameLst>
                                      </p:cBhvr>
                                      <p:tavLst>
                                        <p:tav tm="0">
                                          <p:val>
                                            <p:strVal val="#ppt_x"/>
                                          </p:val>
                                        </p:tav>
                                        <p:tav tm="100000">
                                          <p:val>
                                            <p:strVal val="#ppt_x"/>
                                          </p:val>
                                        </p:tav>
                                      </p:tavLst>
                                    </p:anim>
                                    <p:anim calcmode="lin" valueType="num">
                                      <p:cBhvr additive="base">
                                        <p:cTn id="8" dur="500" fill="hold"/>
                                        <p:tgtEl>
                                          <p:spTgt spid="14"/>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1" fill="hold" grpId="0" nodeType="after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wipe(up)">
                                      <p:cBhvr>
                                        <p:cTn id="12" dur="500"/>
                                        <p:tgtEl>
                                          <p:spTgt spid="20"/>
                                        </p:tgtEl>
                                      </p:cBhvr>
                                    </p:animEffect>
                                  </p:childTnLst>
                                </p:cTn>
                              </p:par>
                            </p:childTnLst>
                          </p:cTn>
                        </p:par>
                        <p:par>
                          <p:cTn id="13" fill="hold">
                            <p:stCondLst>
                              <p:cond delay="1000"/>
                            </p:stCondLst>
                            <p:childTnLst>
                              <p:par>
                                <p:cTn id="14" presetID="22" presetClass="entr" presetSubtype="1" fill="hold" grpId="0" nodeType="afterEffect">
                                  <p:stCondLst>
                                    <p:cond delay="0"/>
                                  </p:stCondLst>
                                  <p:childTnLst>
                                    <p:set>
                                      <p:cBhvr>
                                        <p:cTn id="15" dur="1" fill="hold">
                                          <p:stCondLst>
                                            <p:cond delay="0"/>
                                          </p:stCondLst>
                                        </p:cTn>
                                        <p:tgtEl>
                                          <p:spTgt spid="12">
                                            <p:txEl>
                                              <p:pRg st="0" end="0"/>
                                            </p:txEl>
                                          </p:spTgt>
                                        </p:tgtEl>
                                        <p:attrNameLst>
                                          <p:attrName>style.visibility</p:attrName>
                                        </p:attrNameLst>
                                      </p:cBhvr>
                                      <p:to>
                                        <p:strVal val="visible"/>
                                      </p:to>
                                    </p:set>
                                    <p:animEffect transition="in" filter="wipe(up)">
                                      <p:cBhvr>
                                        <p:cTn id="16" dur="500"/>
                                        <p:tgtEl>
                                          <p:spTgt spid="12">
                                            <p:txEl>
                                              <p:pRg st="0" end="0"/>
                                            </p:txEl>
                                          </p:spTgt>
                                        </p:tgtEl>
                                      </p:cBhvr>
                                    </p:animEffect>
                                  </p:childTnLst>
                                </p:cTn>
                              </p:par>
                            </p:childTnLst>
                          </p:cTn>
                        </p:par>
                        <p:par>
                          <p:cTn id="17" fill="hold">
                            <p:stCondLst>
                              <p:cond delay="1500"/>
                            </p:stCondLst>
                            <p:childTnLst>
                              <p:par>
                                <p:cTn id="18" presetID="53" presetClass="entr" presetSubtype="16" fill="hold" nodeType="afterEffect">
                                  <p:stCondLst>
                                    <p:cond delay="0"/>
                                  </p:stCondLst>
                                  <p:childTnLst>
                                    <p:set>
                                      <p:cBhvr>
                                        <p:cTn id="19" dur="1" fill="hold">
                                          <p:stCondLst>
                                            <p:cond delay="0"/>
                                          </p:stCondLst>
                                        </p:cTn>
                                        <p:tgtEl>
                                          <p:spTgt spid="13"/>
                                        </p:tgtEl>
                                        <p:attrNameLst>
                                          <p:attrName>style.visibility</p:attrName>
                                        </p:attrNameLst>
                                      </p:cBhvr>
                                      <p:to>
                                        <p:strVal val="visible"/>
                                      </p:to>
                                    </p:set>
                                    <p:anim calcmode="lin" valueType="num">
                                      <p:cBhvr>
                                        <p:cTn id="20" dur="500" fill="hold"/>
                                        <p:tgtEl>
                                          <p:spTgt spid="13"/>
                                        </p:tgtEl>
                                        <p:attrNameLst>
                                          <p:attrName>ppt_w</p:attrName>
                                        </p:attrNameLst>
                                      </p:cBhvr>
                                      <p:tavLst>
                                        <p:tav tm="0">
                                          <p:val>
                                            <p:fltVal val="0"/>
                                          </p:val>
                                        </p:tav>
                                        <p:tav tm="100000">
                                          <p:val>
                                            <p:strVal val="#ppt_w"/>
                                          </p:val>
                                        </p:tav>
                                      </p:tavLst>
                                    </p:anim>
                                    <p:anim calcmode="lin" valueType="num">
                                      <p:cBhvr>
                                        <p:cTn id="21" dur="500" fill="hold"/>
                                        <p:tgtEl>
                                          <p:spTgt spid="13"/>
                                        </p:tgtEl>
                                        <p:attrNameLst>
                                          <p:attrName>ppt_h</p:attrName>
                                        </p:attrNameLst>
                                      </p:cBhvr>
                                      <p:tavLst>
                                        <p:tav tm="0">
                                          <p:val>
                                            <p:fltVal val="0"/>
                                          </p:val>
                                        </p:tav>
                                        <p:tav tm="100000">
                                          <p:val>
                                            <p:strVal val="#ppt_h"/>
                                          </p:val>
                                        </p:tav>
                                      </p:tavLst>
                                    </p:anim>
                                    <p:animEffect transition="in" filter="fade">
                                      <p:cBhvr>
                                        <p:cTn id="22" dur="500"/>
                                        <p:tgtEl>
                                          <p:spTgt spid="13"/>
                                        </p:tgtEl>
                                      </p:cBhvr>
                                    </p:animEffect>
                                  </p:childTnLst>
                                </p:cTn>
                              </p:par>
                            </p:childTnLst>
                          </p:cTn>
                        </p:par>
                        <p:par>
                          <p:cTn id="23" fill="hold">
                            <p:stCondLst>
                              <p:cond delay="2000"/>
                            </p:stCondLst>
                            <p:childTnLst>
                              <p:par>
                                <p:cTn id="24" presetID="2" presetClass="entr" presetSubtype="4" accel="50000" decel="50000" fill="hold" nodeType="afterEffect">
                                  <p:stCondLst>
                                    <p:cond delay="0"/>
                                  </p:stCondLst>
                                  <p:childTnLst>
                                    <p:set>
                                      <p:cBhvr>
                                        <p:cTn id="25" dur="1" fill="hold">
                                          <p:stCondLst>
                                            <p:cond delay="0"/>
                                          </p:stCondLst>
                                        </p:cTn>
                                        <p:tgtEl>
                                          <p:spTgt spid="19"/>
                                        </p:tgtEl>
                                        <p:attrNameLst>
                                          <p:attrName>style.visibility</p:attrName>
                                        </p:attrNameLst>
                                      </p:cBhvr>
                                      <p:to>
                                        <p:strVal val="visible"/>
                                      </p:to>
                                    </p:set>
                                    <p:anim calcmode="lin" valueType="num">
                                      <p:cBhvr additive="base">
                                        <p:cTn id="26" dur="500" fill="hold"/>
                                        <p:tgtEl>
                                          <p:spTgt spid="19"/>
                                        </p:tgtEl>
                                        <p:attrNameLst>
                                          <p:attrName>ppt_x</p:attrName>
                                        </p:attrNameLst>
                                      </p:cBhvr>
                                      <p:tavLst>
                                        <p:tav tm="0">
                                          <p:val>
                                            <p:strVal val="#ppt_x"/>
                                          </p:val>
                                        </p:tav>
                                        <p:tav tm="100000">
                                          <p:val>
                                            <p:strVal val="#ppt_x"/>
                                          </p:val>
                                        </p:tav>
                                      </p:tavLst>
                                    </p:anim>
                                    <p:anim calcmode="lin" valueType="num">
                                      <p:cBhvr additive="base">
                                        <p:cTn id="27" dur="500" fill="hold"/>
                                        <p:tgtEl>
                                          <p:spTgt spid="19"/>
                                        </p:tgtEl>
                                        <p:attrNameLst>
                                          <p:attrName>ppt_y</p:attrName>
                                        </p:attrNameLst>
                                      </p:cBhvr>
                                      <p:tavLst>
                                        <p:tav tm="0">
                                          <p:val>
                                            <p:strVal val="1+#ppt_h/2"/>
                                          </p:val>
                                        </p:tav>
                                        <p:tav tm="100000">
                                          <p:val>
                                            <p:strVal val="#ppt_y"/>
                                          </p:val>
                                        </p:tav>
                                      </p:tavLst>
                                    </p:anim>
                                  </p:childTnLst>
                                </p:cTn>
                              </p:par>
                            </p:childTnLst>
                          </p:cTn>
                        </p:par>
                        <p:par>
                          <p:cTn id="28" fill="hold">
                            <p:stCondLst>
                              <p:cond delay="2500"/>
                            </p:stCondLst>
                            <p:childTnLst>
                              <p:par>
                                <p:cTn id="29" presetID="22" presetClass="entr" presetSubtype="1" fill="hold" grpId="0" nodeType="afterEffect">
                                  <p:stCondLst>
                                    <p:cond delay="0"/>
                                  </p:stCondLst>
                                  <p:childTnLst>
                                    <p:set>
                                      <p:cBhvr>
                                        <p:cTn id="30" dur="1" fill="hold">
                                          <p:stCondLst>
                                            <p:cond delay="0"/>
                                          </p:stCondLst>
                                        </p:cTn>
                                        <p:tgtEl>
                                          <p:spTgt spid="23"/>
                                        </p:tgtEl>
                                        <p:attrNameLst>
                                          <p:attrName>style.visibility</p:attrName>
                                        </p:attrNameLst>
                                      </p:cBhvr>
                                      <p:to>
                                        <p:strVal val="visible"/>
                                      </p:to>
                                    </p:set>
                                    <p:animEffect transition="in" filter="wipe(up)">
                                      <p:cBhvr>
                                        <p:cTn id="31" dur="500"/>
                                        <p:tgtEl>
                                          <p:spTgt spid="23"/>
                                        </p:tgtEl>
                                      </p:cBhvr>
                                    </p:animEffect>
                                  </p:childTnLst>
                                </p:cTn>
                              </p:par>
                            </p:childTnLst>
                          </p:cTn>
                        </p:par>
                        <p:par>
                          <p:cTn id="32" fill="hold">
                            <p:stCondLst>
                              <p:cond delay="3000"/>
                            </p:stCondLst>
                            <p:childTnLst>
                              <p:par>
                                <p:cTn id="33" presetID="22" presetClass="entr" presetSubtype="1" fill="hold" grpId="0" nodeType="afterEffect">
                                  <p:stCondLst>
                                    <p:cond delay="0"/>
                                  </p:stCondLst>
                                  <p:childTnLst>
                                    <p:set>
                                      <p:cBhvr>
                                        <p:cTn id="34" dur="1" fill="hold">
                                          <p:stCondLst>
                                            <p:cond delay="0"/>
                                          </p:stCondLst>
                                        </p:cTn>
                                        <p:tgtEl>
                                          <p:spTgt spid="24">
                                            <p:txEl>
                                              <p:pRg st="0" end="0"/>
                                            </p:txEl>
                                          </p:spTgt>
                                        </p:tgtEl>
                                        <p:attrNameLst>
                                          <p:attrName>style.visibility</p:attrName>
                                        </p:attrNameLst>
                                      </p:cBhvr>
                                      <p:to>
                                        <p:strVal val="visible"/>
                                      </p:to>
                                    </p:set>
                                    <p:animEffect transition="in" filter="wipe(up)">
                                      <p:cBhvr>
                                        <p:cTn id="35" dur="500"/>
                                        <p:tgtEl>
                                          <p:spTgt spid="24">
                                            <p:txEl>
                                              <p:pRg st="0" end="0"/>
                                            </p:txEl>
                                          </p:spTgt>
                                        </p:tgtEl>
                                      </p:cBhvr>
                                    </p:animEffect>
                                  </p:childTnLst>
                                </p:cTn>
                              </p:par>
                            </p:childTnLst>
                          </p:cTn>
                        </p:par>
                        <p:par>
                          <p:cTn id="36" fill="hold">
                            <p:stCondLst>
                              <p:cond delay="3500"/>
                            </p:stCondLst>
                            <p:childTnLst>
                              <p:par>
                                <p:cTn id="37" presetID="53" presetClass="entr" presetSubtype="16" fill="hold" nodeType="afterEffect">
                                  <p:stCondLst>
                                    <p:cond delay="0"/>
                                  </p:stCondLst>
                                  <p:childTnLst>
                                    <p:set>
                                      <p:cBhvr>
                                        <p:cTn id="38" dur="1" fill="hold">
                                          <p:stCondLst>
                                            <p:cond delay="0"/>
                                          </p:stCondLst>
                                        </p:cTn>
                                        <p:tgtEl>
                                          <p:spTgt spid="25"/>
                                        </p:tgtEl>
                                        <p:attrNameLst>
                                          <p:attrName>style.visibility</p:attrName>
                                        </p:attrNameLst>
                                      </p:cBhvr>
                                      <p:to>
                                        <p:strVal val="visible"/>
                                      </p:to>
                                    </p:set>
                                    <p:anim calcmode="lin" valueType="num">
                                      <p:cBhvr>
                                        <p:cTn id="39" dur="500" fill="hold"/>
                                        <p:tgtEl>
                                          <p:spTgt spid="25"/>
                                        </p:tgtEl>
                                        <p:attrNameLst>
                                          <p:attrName>ppt_w</p:attrName>
                                        </p:attrNameLst>
                                      </p:cBhvr>
                                      <p:tavLst>
                                        <p:tav tm="0">
                                          <p:val>
                                            <p:fltVal val="0"/>
                                          </p:val>
                                        </p:tav>
                                        <p:tav tm="100000">
                                          <p:val>
                                            <p:strVal val="#ppt_w"/>
                                          </p:val>
                                        </p:tav>
                                      </p:tavLst>
                                    </p:anim>
                                    <p:anim calcmode="lin" valueType="num">
                                      <p:cBhvr>
                                        <p:cTn id="40" dur="500" fill="hold"/>
                                        <p:tgtEl>
                                          <p:spTgt spid="25"/>
                                        </p:tgtEl>
                                        <p:attrNameLst>
                                          <p:attrName>ppt_h</p:attrName>
                                        </p:attrNameLst>
                                      </p:cBhvr>
                                      <p:tavLst>
                                        <p:tav tm="0">
                                          <p:val>
                                            <p:fltVal val="0"/>
                                          </p:val>
                                        </p:tav>
                                        <p:tav tm="100000">
                                          <p:val>
                                            <p:strVal val="#ppt_h"/>
                                          </p:val>
                                        </p:tav>
                                      </p:tavLst>
                                    </p:anim>
                                    <p:animEffect transition="in" filter="fade">
                                      <p:cBhvr>
                                        <p:cTn id="41" dur="500"/>
                                        <p:tgtEl>
                                          <p:spTgt spid="25"/>
                                        </p:tgtEl>
                                      </p:cBhvr>
                                    </p:animEffect>
                                  </p:childTnLst>
                                </p:cTn>
                              </p:par>
                            </p:childTnLst>
                          </p:cTn>
                        </p:par>
                        <p:par>
                          <p:cTn id="42" fill="hold">
                            <p:stCondLst>
                              <p:cond delay="4000"/>
                            </p:stCondLst>
                            <p:childTnLst>
                              <p:par>
                                <p:cTn id="43" presetID="2" presetClass="entr" presetSubtype="4" accel="50000" decel="50000" fill="hold" nodeType="afterEffect">
                                  <p:stCondLst>
                                    <p:cond delay="0"/>
                                  </p:stCondLst>
                                  <p:childTnLst>
                                    <p:set>
                                      <p:cBhvr>
                                        <p:cTn id="44" dur="1" fill="hold">
                                          <p:stCondLst>
                                            <p:cond delay="0"/>
                                          </p:stCondLst>
                                        </p:cTn>
                                        <p:tgtEl>
                                          <p:spTgt spid="28"/>
                                        </p:tgtEl>
                                        <p:attrNameLst>
                                          <p:attrName>style.visibility</p:attrName>
                                        </p:attrNameLst>
                                      </p:cBhvr>
                                      <p:to>
                                        <p:strVal val="visible"/>
                                      </p:to>
                                    </p:set>
                                    <p:anim calcmode="lin" valueType="num">
                                      <p:cBhvr additive="base">
                                        <p:cTn id="45" dur="500" fill="hold"/>
                                        <p:tgtEl>
                                          <p:spTgt spid="28"/>
                                        </p:tgtEl>
                                        <p:attrNameLst>
                                          <p:attrName>ppt_x</p:attrName>
                                        </p:attrNameLst>
                                      </p:cBhvr>
                                      <p:tavLst>
                                        <p:tav tm="0">
                                          <p:val>
                                            <p:strVal val="#ppt_x"/>
                                          </p:val>
                                        </p:tav>
                                        <p:tav tm="100000">
                                          <p:val>
                                            <p:strVal val="#ppt_x"/>
                                          </p:val>
                                        </p:tav>
                                      </p:tavLst>
                                    </p:anim>
                                    <p:anim calcmode="lin" valueType="num">
                                      <p:cBhvr additive="base">
                                        <p:cTn id="46" dur="500" fill="hold"/>
                                        <p:tgtEl>
                                          <p:spTgt spid="28"/>
                                        </p:tgtEl>
                                        <p:attrNameLst>
                                          <p:attrName>ppt_y</p:attrName>
                                        </p:attrNameLst>
                                      </p:cBhvr>
                                      <p:tavLst>
                                        <p:tav tm="0">
                                          <p:val>
                                            <p:strVal val="1+#ppt_h/2"/>
                                          </p:val>
                                        </p:tav>
                                        <p:tav tm="100000">
                                          <p:val>
                                            <p:strVal val="#ppt_y"/>
                                          </p:val>
                                        </p:tav>
                                      </p:tavLst>
                                    </p:anim>
                                  </p:childTnLst>
                                </p:cTn>
                              </p:par>
                            </p:childTnLst>
                          </p:cTn>
                        </p:par>
                        <p:par>
                          <p:cTn id="47" fill="hold">
                            <p:stCondLst>
                              <p:cond delay="4500"/>
                            </p:stCondLst>
                            <p:childTnLst>
                              <p:par>
                                <p:cTn id="48" presetID="22" presetClass="entr" presetSubtype="1" fill="hold" grpId="0" nodeType="afterEffect">
                                  <p:stCondLst>
                                    <p:cond delay="0"/>
                                  </p:stCondLst>
                                  <p:childTnLst>
                                    <p:set>
                                      <p:cBhvr>
                                        <p:cTn id="49" dur="1" fill="hold">
                                          <p:stCondLst>
                                            <p:cond delay="0"/>
                                          </p:stCondLst>
                                        </p:cTn>
                                        <p:tgtEl>
                                          <p:spTgt spid="31"/>
                                        </p:tgtEl>
                                        <p:attrNameLst>
                                          <p:attrName>style.visibility</p:attrName>
                                        </p:attrNameLst>
                                      </p:cBhvr>
                                      <p:to>
                                        <p:strVal val="visible"/>
                                      </p:to>
                                    </p:set>
                                    <p:animEffect transition="in" filter="wipe(up)">
                                      <p:cBhvr>
                                        <p:cTn id="50" dur="500"/>
                                        <p:tgtEl>
                                          <p:spTgt spid="31"/>
                                        </p:tgtEl>
                                      </p:cBhvr>
                                    </p:animEffect>
                                  </p:childTnLst>
                                </p:cTn>
                              </p:par>
                            </p:childTnLst>
                          </p:cTn>
                        </p:par>
                        <p:par>
                          <p:cTn id="51" fill="hold">
                            <p:stCondLst>
                              <p:cond delay="5000"/>
                            </p:stCondLst>
                            <p:childTnLst>
                              <p:par>
                                <p:cTn id="52" presetID="22" presetClass="entr" presetSubtype="1" fill="hold" grpId="0" nodeType="afterEffect">
                                  <p:stCondLst>
                                    <p:cond delay="0"/>
                                  </p:stCondLst>
                                  <p:childTnLst>
                                    <p:set>
                                      <p:cBhvr>
                                        <p:cTn id="53" dur="1" fill="hold">
                                          <p:stCondLst>
                                            <p:cond delay="0"/>
                                          </p:stCondLst>
                                        </p:cTn>
                                        <p:tgtEl>
                                          <p:spTgt spid="32">
                                            <p:txEl>
                                              <p:pRg st="0" end="0"/>
                                            </p:txEl>
                                          </p:spTgt>
                                        </p:tgtEl>
                                        <p:attrNameLst>
                                          <p:attrName>style.visibility</p:attrName>
                                        </p:attrNameLst>
                                      </p:cBhvr>
                                      <p:to>
                                        <p:strVal val="visible"/>
                                      </p:to>
                                    </p:set>
                                    <p:animEffect transition="in" filter="wipe(up)">
                                      <p:cBhvr>
                                        <p:cTn id="54" dur="500"/>
                                        <p:tgtEl>
                                          <p:spTgt spid="32">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12" grpId="0" build="p">
        <p:tmplLst>
          <p:tmpl lvl="1">
            <p:tnLst>
              <p:par>
                <p:cTn presetID="22" presetClass="entr" presetSubtype="1" fill="hold" nodeType="afterEffect">
                  <p:stCondLst>
                    <p:cond delay="0"/>
                  </p:stCondLst>
                  <p:childTnLst>
                    <p:set>
                      <p:cBhvr>
                        <p:cTn dur="1" fill="hold">
                          <p:stCondLst>
                            <p:cond delay="0"/>
                          </p:stCondLst>
                        </p:cTn>
                        <p:tgtEl>
                          <p:spTgt spid="12"/>
                        </p:tgtEl>
                        <p:attrNameLst>
                          <p:attrName>style.visibility</p:attrName>
                        </p:attrNameLst>
                      </p:cBhvr>
                      <p:to>
                        <p:strVal val="visible"/>
                      </p:to>
                    </p:set>
                    <p:animEffect transition="in" filter="wipe(up)">
                      <p:cBhvr>
                        <p:cTn dur="500"/>
                        <p:tgtEl>
                          <p:spTgt spid="12"/>
                        </p:tgtEl>
                      </p:cBhvr>
                    </p:animEffect>
                  </p:childTnLst>
                </p:cTn>
              </p:par>
            </p:tnLst>
          </p:tmpl>
        </p:tmplLst>
      </p:bldP>
      <p:bldP spid="23" grpId="0" animBg="1"/>
      <p:bldP spid="24" grpId="0" build="p">
        <p:tmplLst>
          <p:tmpl lvl="1">
            <p:tnLst>
              <p:par>
                <p:cTn presetID="22" presetClass="entr" presetSubtype="1" fill="hold" nodeType="afterEffect">
                  <p:stCondLst>
                    <p:cond delay="0"/>
                  </p:stCondLst>
                  <p:childTnLst>
                    <p:set>
                      <p:cBhvr>
                        <p:cTn dur="1" fill="hold">
                          <p:stCondLst>
                            <p:cond delay="0"/>
                          </p:stCondLst>
                        </p:cTn>
                        <p:tgtEl>
                          <p:spTgt spid="24"/>
                        </p:tgtEl>
                        <p:attrNameLst>
                          <p:attrName>style.visibility</p:attrName>
                        </p:attrNameLst>
                      </p:cBhvr>
                      <p:to>
                        <p:strVal val="visible"/>
                      </p:to>
                    </p:set>
                    <p:animEffect transition="in" filter="wipe(up)">
                      <p:cBhvr>
                        <p:cTn dur="500"/>
                        <p:tgtEl>
                          <p:spTgt spid="24"/>
                        </p:tgtEl>
                      </p:cBhvr>
                    </p:animEffect>
                  </p:childTnLst>
                </p:cTn>
              </p:par>
            </p:tnLst>
          </p:tmpl>
        </p:tmplLst>
      </p:bldP>
      <p:bldP spid="31" grpId="0" animBg="1"/>
      <p:bldP spid="32" grpId="0" build="p">
        <p:tmplLst>
          <p:tmpl lvl="1">
            <p:tnLst>
              <p:par>
                <p:cTn presetID="22" presetClass="entr" presetSubtype="1" fill="hold" nodeType="afterEffect">
                  <p:stCondLst>
                    <p:cond delay="0"/>
                  </p:stCondLst>
                  <p:childTnLst>
                    <p:set>
                      <p:cBhvr>
                        <p:cTn dur="1" fill="hold">
                          <p:stCondLst>
                            <p:cond delay="0"/>
                          </p:stCondLst>
                        </p:cTn>
                        <p:tgtEl>
                          <p:spTgt spid="32"/>
                        </p:tgtEl>
                        <p:attrNameLst>
                          <p:attrName>style.visibility</p:attrName>
                        </p:attrNameLst>
                      </p:cBhvr>
                      <p:to>
                        <p:strVal val="visible"/>
                      </p:to>
                    </p:set>
                    <p:animEffect transition="in" filter="wipe(up)">
                      <p:cBhvr>
                        <p:cTn dur="500"/>
                        <p:tgtEl>
                          <p:spTgt spid="32"/>
                        </p:tgtEl>
                      </p:cBhvr>
                    </p:animEffect>
                  </p:childTnLst>
                </p:cTn>
              </p:par>
            </p:tnLst>
          </p:tmpl>
        </p:tmplLst>
      </p:bldP>
    </p:bldLst>
  </p:timing>
</p:sldLayout>
</file>

<file path=ppt/slideLayouts/slideLayout217.xml><?xml version="1.0" encoding="utf-8"?>
<p:sldLayout xmlns:a="http://schemas.openxmlformats.org/drawingml/2006/main" xmlns:r="http://schemas.openxmlformats.org/officeDocument/2006/relationships" xmlns:p="http://schemas.openxmlformats.org/presentationml/2006/main" userDrawn="1">
  <p:cSld name="1_MockUp02">
    <p:spTree>
      <p:nvGrpSpPr>
        <p:cNvPr id="1" name=""/>
        <p:cNvGrpSpPr/>
        <p:nvPr/>
      </p:nvGrpSpPr>
      <p:grpSpPr>
        <a:xfrm>
          <a:off x="0" y="0"/>
          <a:ext cx="0" cy="0"/>
          <a:chOff x="0" y="0"/>
          <a:chExt cx="0" cy="0"/>
        </a:xfrm>
      </p:grpSpPr>
      <p:grpSp>
        <p:nvGrpSpPr>
          <p:cNvPr id="14" name="Group 13"/>
          <p:cNvGrpSpPr/>
          <p:nvPr userDrawn="1"/>
        </p:nvGrpSpPr>
        <p:grpSpPr>
          <a:xfrm>
            <a:off x="3888864" y="2072885"/>
            <a:ext cx="2119568" cy="3947448"/>
            <a:chOff x="6140449" y="1116114"/>
            <a:chExt cx="1927226" cy="3589236"/>
          </a:xfrm>
        </p:grpSpPr>
        <p:sp>
          <p:nvSpPr>
            <p:cNvPr id="15" name="Rectangle 14"/>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18"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sp>
        <p:nvSpPr>
          <p:cNvPr id="20" name="Picture Placeholder 7"/>
          <p:cNvSpPr>
            <a:spLocks noGrp="1"/>
          </p:cNvSpPr>
          <p:nvPr>
            <p:ph type="pic" sz="quarter" idx="10" hasCustomPrompt="1"/>
          </p:nvPr>
        </p:nvSpPr>
        <p:spPr>
          <a:xfrm>
            <a:off x="4026793" y="2627710"/>
            <a:ext cx="1843707" cy="2793309"/>
          </a:xfrm>
          <a:prstGeom prst="rect">
            <a:avLst/>
          </a:prstGeom>
          <a:solidFill>
            <a:schemeClr val="bg1">
              <a:lumMod val="95000"/>
            </a:schemeClr>
          </a:solidFill>
          <a:ln>
            <a:noFill/>
          </a:ln>
        </p:spPr>
        <p:txBody>
          <a:bodyPr bIns="457200" anchor="b"/>
          <a:lstStyle>
            <a:lvl1pPr algn="ctr" rtl="0">
              <a:buNone/>
              <a:defRPr sz="1467">
                <a:solidFill>
                  <a:schemeClr val="tx1">
                    <a:lumMod val="50000"/>
                    <a:lumOff val="50000"/>
                  </a:schemeClr>
                </a:solidFill>
              </a:defRPr>
            </a:lvl1pPr>
          </a:lstStyle>
          <a:p>
            <a:r>
              <a:rPr lang="en-US" dirty="0" smtClean="0"/>
              <a:t>Image Holder</a:t>
            </a:r>
            <a:endParaRPr lang="en-US" dirty="0"/>
          </a:p>
        </p:txBody>
      </p:sp>
      <p:sp>
        <p:nvSpPr>
          <p:cNvPr id="8"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9"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grpSp>
        <p:nvGrpSpPr>
          <p:cNvPr id="19" name="Group 18"/>
          <p:cNvGrpSpPr/>
          <p:nvPr userDrawn="1"/>
        </p:nvGrpSpPr>
        <p:grpSpPr>
          <a:xfrm>
            <a:off x="6211632" y="2072885"/>
            <a:ext cx="2119568" cy="3947448"/>
            <a:chOff x="6140449" y="1116114"/>
            <a:chExt cx="1927226" cy="3589236"/>
          </a:xfrm>
        </p:grpSpPr>
        <p:sp>
          <p:nvSpPr>
            <p:cNvPr id="21" name="Rectangle 20"/>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22"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sp>
        <p:nvSpPr>
          <p:cNvPr id="23" name="Picture Placeholder 7"/>
          <p:cNvSpPr>
            <a:spLocks noGrp="1"/>
          </p:cNvSpPr>
          <p:nvPr>
            <p:ph type="pic" sz="quarter" idx="18" hasCustomPrompt="1"/>
          </p:nvPr>
        </p:nvSpPr>
        <p:spPr>
          <a:xfrm>
            <a:off x="6355967" y="2627710"/>
            <a:ext cx="1843707" cy="2793309"/>
          </a:xfrm>
          <a:prstGeom prst="rect">
            <a:avLst/>
          </a:prstGeom>
          <a:solidFill>
            <a:schemeClr val="bg1">
              <a:lumMod val="95000"/>
            </a:schemeClr>
          </a:solidFill>
          <a:ln>
            <a:noFill/>
          </a:ln>
        </p:spPr>
        <p:txBody>
          <a:bodyPr bIns="457200" anchor="b"/>
          <a:lstStyle>
            <a:lvl1pPr algn="ctr" rtl="0">
              <a:buNone/>
              <a:defRPr sz="1467">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152147820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500" fill="hold"/>
                                        <p:tgtEl>
                                          <p:spTgt spid="14"/>
                                        </p:tgtEl>
                                        <p:attrNameLst>
                                          <p:attrName>ppt_x</p:attrName>
                                        </p:attrNameLst>
                                      </p:cBhvr>
                                      <p:tavLst>
                                        <p:tav tm="0">
                                          <p:val>
                                            <p:strVal val="#ppt_x"/>
                                          </p:val>
                                        </p:tav>
                                        <p:tav tm="100000">
                                          <p:val>
                                            <p:strVal val="#ppt_x"/>
                                          </p:val>
                                        </p:tav>
                                      </p:tavLst>
                                    </p:anim>
                                    <p:anim calcmode="lin" valueType="num">
                                      <p:cBhvr additive="base">
                                        <p:cTn id="8" dur="500" fill="hold"/>
                                        <p:tgtEl>
                                          <p:spTgt spid="14"/>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1" fill="hold" grpId="0" nodeType="after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wipe(up)">
                                      <p:cBhvr>
                                        <p:cTn id="12" dur="500"/>
                                        <p:tgtEl>
                                          <p:spTgt spid="20"/>
                                        </p:tgtEl>
                                      </p:cBhvr>
                                    </p:animEffect>
                                  </p:childTnLst>
                                </p:cTn>
                              </p:par>
                            </p:childTnLst>
                          </p:cTn>
                        </p:par>
                        <p:par>
                          <p:cTn id="13" fill="hold">
                            <p:stCondLst>
                              <p:cond delay="1000"/>
                            </p:stCondLst>
                            <p:childTnLst>
                              <p:par>
                                <p:cTn id="14" presetID="2" presetClass="entr" presetSubtype="4" accel="50000" decel="50000" fill="hold" nodeType="afterEffect">
                                  <p:stCondLst>
                                    <p:cond delay="0"/>
                                  </p:stCondLst>
                                  <p:childTnLst>
                                    <p:set>
                                      <p:cBhvr>
                                        <p:cTn id="15" dur="1" fill="hold">
                                          <p:stCondLst>
                                            <p:cond delay="0"/>
                                          </p:stCondLst>
                                        </p:cTn>
                                        <p:tgtEl>
                                          <p:spTgt spid="19"/>
                                        </p:tgtEl>
                                        <p:attrNameLst>
                                          <p:attrName>style.visibility</p:attrName>
                                        </p:attrNameLst>
                                      </p:cBhvr>
                                      <p:to>
                                        <p:strVal val="visible"/>
                                      </p:to>
                                    </p:set>
                                    <p:anim calcmode="lin" valueType="num">
                                      <p:cBhvr additive="base">
                                        <p:cTn id="16" dur="500" fill="hold"/>
                                        <p:tgtEl>
                                          <p:spTgt spid="19"/>
                                        </p:tgtEl>
                                        <p:attrNameLst>
                                          <p:attrName>ppt_x</p:attrName>
                                        </p:attrNameLst>
                                      </p:cBhvr>
                                      <p:tavLst>
                                        <p:tav tm="0">
                                          <p:val>
                                            <p:strVal val="#ppt_x"/>
                                          </p:val>
                                        </p:tav>
                                        <p:tav tm="100000">
                                          <p:val>
                                            <p:strVal val="#ppt_x"/>
                                          </p:val>
                                        </p:tav>
                                      </p:tavLst>
                                    </p:anim>
                                    <p:anim calcmode="lin" valueType="num">
                                      <p:cBhvr additive="base">
                                        <p:cTn id="17" dur="500" fill="hold"/>
                                        <p:tgtEl>
                                          <p:spTgt spid="19"/>
                                        </p:tgtEl>
                                        <p:attrNameLst>
                                          <p:attrName>ppt_y</p:attrName>
                                        </p:attrNameLst>
                                      </p:cBhvr>
                                      <p:tavLst>
                                        <p:tav tm="0">
                                          <p:val>
                                            <p:strVal val="1+#ppt_h/2"/>
                                          </p:val>
                                        </p:tav>
                                        <p:tav tm="100000">
                                          <p:val>
                                            <p:strVal val="#ppt_y"/>
                                          </p:val>
                                        </p:tav>
                                      </p:tavLst>
                                    </p:anim>
                                  </p:childTnLst>
                                </p:cTn>
                              </p:par>
                            </p:childTnLst>
                          </p:cTn>
                        </p:par>
                        <p:par>
                          <p:cTn id="18" fill="hold">
                            <p:stCondLst>
                              <p:cond delay="1500"/>
                            </p:stCondLst>
                            <p:childTnLst>
                              <p:par>
                                <p:cTn id="19" presetID="22" presetClass="entr" presetSubtype="1" fill="hold" grpId="0" nodeType="afterEffect">
                                  <p:stCondLst>
                                    <p:cond delay="0"/>
                                  </p:stCondLst>
                                  <p:childTnLst>
                                    <p:set>
                                      <p:cBhvr>
                                        <p:cTn id="20" dur="1" fill="hold">
                                          <p:stCondLst>
                                            <p:cond delay="0"/>
                                          </p:stCondLst>
                                        </p:cTn>
                                        <p:tgtEl>
                                          <p:spTgt spid="23"/>
                                        </p:tgtEl>
                                        <p:attrNameLst>
                                          <p:attrName>style.visibility</p:attrName>
                                        </p:attrNameLst>
                                      </p:cBhvr>
                                      <p:to>
                                        <p:strVal val="visible"/>
                                      </p:to>
                                    </p:set>
                                    <p:animEffect transition="in" filter="wipe(up)">
                                      <p:cBhvr>
                                        <p:cTn id="21"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23" grpId="0" animBg="1"/>
    </p:bldLst>
  </p:timing>
</p:sldLayout>
</file>

<file path=ppt/slideLayouts/slideLayout218.xml><?xml version="1.0" encoding="utf-8"?>
<p:sldLayout xmlns:a="http://schemas.openxmlformats.org/drawingml/2006/main" xmlns:r="http://schemas.openxmlformats.org/officeDocument/2006/relationships" xmlns:p="http://schemas.openxmlformats.org/presentationml/2006/main" userDrawn="1">
  <p:cSld name="2_MockUp02">
    <p:spTree>
      <p:nvGrpSpPr>
        <p:cNvPr id="1" name=""/>
        <p:cNvGrpSpPr/>
        <p:nvPr/>
      </p:nvGrpSpPr>
      <p:grpSpPr>
        <a:xfrm>
          <a:off x="0" y="0"/>
          <a:ext cx="0" cy="0"/>
          <a:chOff x="0" y="0"/>
          <a:chExt cx="0" cy="0"/>
        </a:xfrm>
      </p:grpSpPr>
      <p:grpSp>
        <p:nvGrpSpPr>
          <p:cNvPr id="2" name="Group 17"/>
          <p:cNvGrpSpPr/>
          <p:nvPr userDrawn="1"/>
        </p:nvGrpSpPr>
        <p:grpSpPr>
          <a:xfrm>
            <a:off x="3968595" y="2449780"/>
            <a:ext cx="4343760" cy="3456120"/>
            <a:chOff x="2094899" y="1081795"/>
            <a:chExt cx="4400683" cy="3501414"/>
          </a:xfrm>
        </p:grpSpPr>
        <p:sp>
          <p:nvSpPr>
            <p:cNvPr id="20" name="Rectangle 19"/>
            <p:cNvSpPr/>
            <p:nvPr/>
          </p:nvSpPr>
          <p:spPr>
            <a:xfrm>
              <a:off x="2261198" y="1247618"/>
              <a:ext cx="4081379" cy="225986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rtl="1" fontAlgn="auto">
                <a:spcBef>
                  <a:spcPts val="0"/>
                </a:spcBef>
                <a:spcAft>
                  <a:spcPts val="0"/>
                </a:spcAft>
              </a:pPr>
              <a:endParaRPr lang="en-US" sz="2667" dirty="0">
                <a:solidFill>
                  <a:srgbClr val="FFFFFF"/>
                </a:solidFill>
              </a:endParaRPr>
            </a:p>
          </p:txBody>
        </p:sp>
        <p:sp>
          <p:nvSpPr>
            <p:cNvPr id="31" name="Freeform 5"/>
            <p:cNvSpPr>
              <a:spLocks noEditPoints="1"/>
            </p:cNvSpPr>
            <p:nvPr/>
          </p:nvSpPr>
          <p:spPr bwMode="auto">
            <a:xfrm>
              <a:off x="2094899" y="1081795"/>
              <a:ext cx="4400683" cy="2608522"/>
            </a:xfrm>
            <a:custGeom>
              <a:avLst/>
              <a:gdLst/>
              <a:ahLst/>
              <a:cxnLst>
                <a:cxn ang="0">
                  <a:pos x="1757" y="0"/>
                </a:cxn>
                <a:cxn ang="0">
                  <a:pos x="921" y="0"/>
                </a:cxn>
                <a:cxn ang="0">
                  <a:pos x="893" y="0"/>
                </a:cxn>
                <a:cxn ang="0">
                  <a:pos x="56" y="0"/>
                </a:cxn>
                <a:cxn ang="0">
                  <a:pos x="0" y="47"/>
                </a:cxn>
                <a:cxn ang="0">
                  <a:pos x="0" y="1076"/>
                </a:cxn>
                <a:cxn ang="0">
                  <a:pos x="1816" y="1076"/>
                </a:cxn>
                <a:cxn ang="0">
                  <a:pos x="1816" y="47"/>
                </a:cxn>
                <a:cxn ang="0">
                  <a:pos x="1757" y="0"/>
                </a:cxn>
                <a:cxn ang="0">
                  <a:pos x="1732" y="1000"/>
                </a:cxn>
                <a:cxn ang="0">
                  <a:pos x="76" y="1000"/>
                </a:cxn>
                <a:cxn ang="0">
                  <a:pos x="76" y="68"/>
                </a:cxn>
                <a:cxn ang="0">
                  <a:pos x="1732" y="68"/>
                </a:cxn>
                <a:cxn ang="0">
                  <a:pos x="1732" y="1000"/>
                </a:cxn>
              </a:cxnLst>
              <a:rect l="0" t="0" r="r" b="b"/>
              <a:pathLst>
                <a:path w="1816" h="1076">
                  <a:moveTo>
                    <a:pt x="1757" y="0"/>
                  </a:moveTo>
                  <a:cubicBezTo>
                    <a:pt x="921" y="0"/>
                    <a:pt x="921" y="0"/>
                    <a:pt x="921" y="0"/>
                  </a:cubicBezTo>
                  <a:cubicBezTo>
                    <a:pt x="893" y="0"/>
                    <a:pt x="893" y="0"/>
                    <a:pt x="893" y="0"/>
                  </a:cubicBezTo>
                  <a:cubicBezTo>
                    <a:pt x="56" y="0"/>
                    <a:pt x="56" y="0"/>
                    <a:pt x="56" y="0"/>
                  </a:cubicBezTo>
                  <a:cubicBezTo>
                    <a:pt x="27" y="0"/>
                    <a:pt x="0" y="17"/>
                    <a:pt x="0" y="47"/>
                  </a:cubicBezTo>
                  <a:cubicBezTo>
                    <a:pt x="0" y="1076"/>
                    <a:pt x="0" y="1076"/>
                    <a:pt x="0" y="1076"/>
                  </a:cubicBezTo>
                  <a:cubicBezTo>
                    <a:pt x="1816" y="1076"/>
                    <a:pt x="1816" y="1076"/>
                    <a:pt x="1816" y="1076"/>
                  </a:cubicBezTo>
                  <a:cubicBezTo>
                    <a:pt x="1816" y="47"/>
                    <a:pt x="1816" y="47"/>
                    <a:pt x="1816" y="47"/>
                  </a:cubicBezTo>
                  <a:cubicBezTo>
                    <a:pt x="1816" y="17"/>
                    <a:pt x="1787" y="0"/>
                    <a:pt x="1757" y="0"/>
                  </a:cubicBezTo>
                  <a:moveTo>
                    <a:pt x="1732" y="1000"/>
                  </a:moveTo>
                  <a:cubicBezTo>
                    <a:pt x="76" y="1000"/>
                    <a:pt x="76" y="1000"/>
                    <a:pt x="76" y="1000"/>
                  </a:cubicBezTo>
                  <a:cubicBezTo>
                    <a:pt x="76" y="68"/>
                    <a:pt x="76" y="68"/>
                    <a:pt x="76" y="68"/>
                  </a:cubicBezTo>
                  <a:cubicBezTo>
                    <a:pt x="1732" y="68"/>
                    <a:pt x="1732" y="68"/>
                    <a:pt x="1732" y="68"/>
                  </a:cubicBezTo>
                  <a:cubicBezTo>
                    <a:pt x="1732" y="1000"/>
                    <a:pt x="1732" y="1000"/>
                    <a:pt x="1732" y="1000"/>
                  </a:cubicBezTo>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p>
              <a:pPr algn="r" defTabSz="1375467" rtl="1"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33" name="Freeform 23"/>
            <p:cNvSpPr>
              <a:spLocks/>
            </p:cNvSpPr>
            <p:nvPr/>
          </p:nvSpPr>
          <p:spPr bwMode="auto">
            <a:xfrm>
              <a:off x="2311744" y="1247618"/>
              <a:ext cx="3979748" cy="2259869"/>
            </a:xfrm>
            <a:custGeom>
              <a:avLst/>
              <a:gdLst/>
              <a:ahLst/>
              <a:cxnLst>
                <a:cxn ang="0">
                  <a:pos x="1872" y="0"/>
                </a:cxn>
                <a:cxn ang="0">
                  <a:pos x="0" y="0"/>
                </a:cxn>
                <a:cxn ang="0">
                  <a:pos x="1872" y="1063"/>
                </a:cxn>
                <a:cxn ang="0">
                  <a:pos x="1872" y="0"/>
                </a:cxn>
              </a:cxnLst>
              <a:rect l="0" t="0" r="r" b="b"/>
              <a:pathLst>
                <a:path w="1872" h="1063">
                  <a:moveTo>
                    <a:pt x="1872" y="0"/>
                  </a:moveTo>
                  <a:lnTo>
                    <a:pt x="0" y="0"/>
                  </a:lnTo>
                  <a:lnTo>
                    <a:pt x="1872" y="1063"/>
                  </a:lnTo>
                  <a:lnTo>
                    <a:pt x="1872" y="0"/>
                  </a:lnTo>
                  <a:close/>
                </a:path>
              </a:pathLst>
            </a:custGeom>
            <a:solidFill>
              <a:srgbClr val="FFFFFF">
                <a:alpha val="16000"/>
              </a:srgbClr>
            </a:solidFill>
            <a:ln w="9525">
              <a:noFill/>
              <a:round/>
              <a:headEnd/>
              <a:tailEnd/>
            </a:ln>
          </p:spPr>
          <p:txBody>
            <a:bodyPr vert="horz" wrap="square" lIns="91440" tIns="45720" rIns="91440" bIns="45720" numCol="1" anchor="t" anchorCtr="0" compatLnSpc="1">
              <a:prstTxWarp prst="textNoShape">
                <a:avLst/>
              </a:prstTxWarp>
            </a:bodyPr>
            <a:lstStyle/>
            <a:p>
              <a:pPr algn="r" defTabSz="1375467" rtl="1"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34" name="Freeform 27"/>
            <p:cNvSpPr>
              <a:spLocks/>
            </p:cNvSpPr>
            <p:nvPr/>
          </p:nvSpPr>
          <p:spPr bwMode="auto">
            <a:xfrm>
              <a:off x="2094899" y="3690315"/>
              <a:ext cx="4400683" cy="397550"/>
            </a:xfrm>
            <a:custGeom>
              <a:avLst/>
              <a:gdLst/>
              <a:ahLst/>
              <a:cxnLst>
                <a:cxn ang="0">
                  <a:pos x="0" y="0"/>
                </a:cxn>
                <a:cxn ang="0">
                  <a:pos x="0" y="100"/>
                </a:cxn>
                <a:cxn ang="0">
                  <a:pos x="56" y="164"/>
                </a:cxn>
                <a:cxn ang="0">
                  <a:pos x="893" y="164"/>
                </a:cxn>
                <a:cxn ang="0">
                  <a:pos x="921" y="164"/>
                </a:cxn>
                <a:cxn ang="0">
                  <a:pos x="1757" y="164"/>
                </a:cxn>
                <a:cxn ang="0">
                  <a:pos x="1816" y="100"/>
                </a:cxn>
                <a:cxn ang="0">
                  <a:pos x="1816" y="0"/>
                </a:cxn>
                <a:cxn ang="0">
                  <a:pos x="0" y="0"/>
                </a:cxn>
              </a:cxnLst>
              <a:rect l="0" t="0" r="r" b="b"/>
              <a:pathLst>
                <a:path w="1816" h="164">
                  <a:moveTo>
                    <a:pt x="0" y="0"/>
                  </a:moveTo>
                  <a:cubicBezTo>
                    <a:pt x="0" y="100"/>
                    <a:pt x="0" y="100"/>
                    <a:pt x="0" y="100"/>
                  </a:cubicBezTo>
                  <a:cubicBezTo>
                    <a:pt x="0" y="130"/>
                    <a:pt x="27" y="164"/>
                    <a:pt x="56" y="164"/>
                  </a:cubicBezTo>
                  <a:cubicBezTo>
                    <a:pt x="893" y="164"/>
                    <a:pt x="893" y="164"/>
                    <a:pt x="893" y="164"/>
                  </a:cubicBezTo>
                  <a:cubicBezTo>
                    <a:pt x="921" y="164"/>
                    <a:pt x="921" y="164"/>
                    <a:pt x="921" y="164"/>
                  </a:cubicBezTo>
                  <a:cubicBezTo>
                    <a:pt x="1757" y="164"/>
                    <a:pt x="1757" y="164"/>
                    <a:pt x="1757" y="164"/>
                  </a:cubicBezTo>
                  <a:cubicBezTo>
                    <a:pt x="1787" y="164"/>
                    <a:pt x="1816" y="130"/>
                    <a:pt x="1816" y="100"/>
                  </a:cubicBezTo>
                  <a:cubicBezTo>
                    <a:pt x="1816" y="0"/>
                    <a:pt x="1816" y="0"/>
                    <a:pt x="1816" y="0"/>
                  </a:cubicBezTo>
                  <a:lnTo>
                    <a:pt x="0" y="0"/>
                  </a:lnTo>
                  <a:close/>
                </a:path>
              </a:pathLst>
            </a:custGeom>
            <a:gradFill>
              <a:gsLst>
                <a:gs pos="83000">
                  <a:schemeClr val="bg1">
                    <a:lumMod val="75000"/>
                  </a:schemeClr>
                </a:gs>
                <a:gs pos="54000">
                  <a:schemeClr val="bg1">
                    <a:lumMod val="85000"/>
                  </a:schemeClr>
                </a:gs>
              </a:gsLst>
              <a:lin ang="1800000" scaled="0"/>
            </a:gradFill>
            <a:ln w="9525">
              <a:noFill/>
              <a:round/>
              <a:headEnd/>
              <a:tailEnd/>
            </a:ln>
          </p:spPr>
          <p:txBody>
            <a:bodyPr vert="horz" wrap="square" lIns="91440" tIns="45720" rIns="91440" bIns="45720" numCol="1" anchor="t" anchorCtr="0" compatLnSpc="1">
              <a:prstTxWarp prst="textNoShape">
                <a:avLst/>
              </a:prstTxWarp>
            </a:bodyPr>
            <a:lstStyle/>
            <a:p>
              <a:pPr algn="r" defTabSz="1375467" rtl="1" fontAlgn="auto">
                <a:spcBef>
                  <a:spcPts val="0"/>
                </a:spcBef>
                <a:spcAft>
                  <a:spcPts val="0"/>
                </a:spcAft>
              </a:pPr>
              <a:r>
                <a:rPr lang="en-US" sz="2667" dirty="0" smtClean="0">
                  <a:solidFill>
                    <a:srgbClr val="262626"/>
                  </a:solidFill>
                  <a:latin typeface="Roboto Condensed"/>
                  <a:cs typeface="Simplified Arabic" panose="02020603050405020304" pitchFamily="18" charset="-78"/>
                </a:rPr>
                <a:t> </a:t>
              </a:r>
              <a:endParaRPr lang="en-US" sz="2667" dirty="0">
                <a:solidFill>
                  <a:srgbClr val="262626"/>
                </a:solidFill>
                <a:latin typeface="Roboto Condensed"/>
                <a:cs typeface="Simplified Arabic" panose="02020603050405020304" pitchFamily="18" charset="-78"/>
              </a:endParaRPr>
            </a:p>
          </p:txBody>
        </p:sp>
        <p:sp>
          <p:nvSpPr>
            <p:cNvPr id="35" name="Freeform 29"/>
            <p:cNvSpPr>
              <a:spLocks/>
            </p:cNvSpPr>
            <p:nvPr/>
          </p:nvSpPr>
          <p:spPr bwMode="auto">
            <a:xfrm>
              <a:off x="3506519" y="4087866"/>
              <a:ext cx="1590198" cy="495343"/>
            </a:xfrm>
            <a:custGeom>
              <a:avLst/>
              <a:gdLst/>
              <a:ahLst/>
              <a:cxnLst>
                <a:cxn ang="0">
                  <a:pos x="335" y="0"/>
                </a:cxn>
                <a:cxn ang="0">
                  <a:pos x="322" y="0"/>
                </a:cxn>
                <a:cxn ang="0">
                  <a:pos x="143" y="0"/>
                </a:cxn>
                <a:cxn ang="0">
                  <a:pos x="102" y="128"/>
                </a:cxn>
                <a:cxn ang="0">
                  <a:pos x="108" y="204"/>
                </a:cxn>
                <a:cxn ang="0">
                  <a:pos x="322" y="204"/>
                </a:cxn>
                <a:cxn ang="0">
                  <a:pos x="335" y="204"/>
                </a:cxn>
                <a:cxn ang="0">
                  <a:pos x="549" y="204"/>
                </a:cxn>
                <a:cxn ang="0">
                  <a:pos x="555" y="128"/>
                </a:cxn>
                <a:cxn ang="0">
                  <a:pos x="513" y="0"/>
                </a:cxn>
                <a:cxn ang="0">
                  <a:pos x="335" y="0"/>
                </a:cxn>
              </a:cxnLst>
              <a:rect l="0" t="0" r="r" b="b"/>
              <a:pathLst>
                <a:path w="656" h="204">
                  <a:moveTo>
                    <a:pt x="335" y="0"/>
                  </a:moveTo>
                  <a:cubicBezTo>
                    <a:pt x="322" y="0"/>
                    <a:pt x="322" y="0"/>
                    <a:pt x="322" y="0"/>
                  </a:cubicBezTo>
                  <a:cubicBezTo>
                    <a:pt x="143" y="0"/>
                    <a:pt x="143" y="0"/>
                    <a:pt x="143" y="0"/>
                  </a:cubicBezTo>
                  <a:cubicBezTo>
                    <a:pt x="143" y="0"/>
                    <a:pt x="142" y="88"/>
                    <a:pt x="102" y="128"/>
                  </a:cubicBezTo>
                  <a:cubicBezTo>
                    <a:pt x="62" y="169"/>
                    <a:pt x="0" y="204"/>
                    <a:pt x="108" y="204"/>
                  </a:cubicBezTo>
                  <a:cubicBezTo>
                    <a:pt x="322" y="204"/>
                    <a:pt x="322" y="204"/>
                    <a:pt x="322" y="204"/>
                  </a:cubicBezTo>
                  <a:cubicBezTo>
                    <a:pt x="335" y="204"/>
                    <a:pt x="335" y="204"/>
                    <a:pt x="335" y="204"/>
                  </a:cubicBezTo>
                  <a:cubicBezTo>
                    <a:pt x="549" y="204"/>
                    <a:pt x="549" y="204"/>
                    <a:pt x="549" y="204"/>
                  </a:cubicBezTo>
                  <a:cubicBezTo>
                    <a:pt x="656" y="204"/>
                    <a:pt x="594" y="169"/>
                    <a:pt x="555" y="128"/>
                  </a:cubicBezTo>
                  <a:cubicBezTo>
                    <a:pt x="515" y="88"/>
                    <a:pt x="513" y="0"/>
                    <a:pt x="513" y="0"/>
                  </a:cubicBezTo>
                  <a:lnTo>
                    <a:pt x="335" y="0"/>
                  </a:lnTo>
                  <a:close/>
                </a:path>
              </a:pathLst>
            </a:custGeom>
            <a:gradFill>
              <a:gsLst>
                <a:gs pos="42000">
                  <a:schemeClr val="bg1">
                    <a:lumMod val="75000"/>
                  </a:schemeClr>
                </a:gs>
                <a:gs pos="6000">
                  <a:schemeClr val="bg1">
                    <a:lumMod val="85000"/>
                  </a:schemeClr>
                </a:gs>
                <a:gs pos="0">
                  <a:schemeClr val="bg1">
                    <a:lumMod val="65000"/>
                  </a:schemeClr>
                </a:gs>
              </a:gsLst>
              <a:lin ang="5400000" scaled="0"/>
            </a:gradFill>
            <a:ln w="9525">
              <a:noFill/>
              <a:round/>
              <a:headEnd/>
              <a:tailEnd/>
            </a:ln>
          </p:spPr>
          <p:txBody>
            <a:bodyPr vert="horz" wrap="square" lIns="91440" tIns="45720" rIns="91440" bIns="45720" numCol="1" anchor="t" anchorCtr="0" compatLnSpc="1">
              <a:prstTxWarp prst="textNoShape">
                <a:avLst/>
              </a:prstTxWarp>
            </a:bodyPr>
            <a:lstStyle/>
            <a:p>
              <a:pPr algn="r" defTabSz="1375467" rtl="1"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sp>
        <p:nvSpPr>
          <p:cNvPr id="36" name="Picture Placeholder 7"/>
          <p:cNvSpPr>
            <a:spLocks noGrp="1"/>
          </p:cNvSpPr>
          <p:nvPr>
            <p:ph type="pic" sz="quarter" idx="10" hasCustomPrompt="1"/>
          </p:nvPr>
        </p:nvSpPr>
        <p:spPr>
          <a:xfrm>
            <a:off x="4153968" y="2602772"/>
            <a:ext cx="3944649" cy="2230637"/>
          </a:xfrm>
          <a:prstGeom prst="rect">
            <a:avLst/>
          </a:prstGeom>
          <a:ln>
            <a:noFill/>
          </a:ln>
        </p:spPr>
        <p:txBody>
          <a:bodyPr tIns="0" bIns="27432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11"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2"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261193900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4" fill="hold" grpId="0" nodeType="afterEffect">
                                  <p:stCondLst>
                                    <p:cond delay="0"/>
                                  </p:stCondLst>
                                  <p:childTnLst>
                                    <p:set>
                                      <p:cBhvr>
                                        <p:cTn id="11" dur="1" fill="hold">
                                          <p:stCondLst>
                                            <p:cond delay="0"/>
                                          </p:stCondLst>
                                        </p:cTn>
                                        <p:tgtEl>
                                          <p:spTgt spid="36"/>
                                        </p:tgtEl>
                                        <p:attrNameLst>
                                          <p:attrName>style.visibility</p:attrName>
                                        </p:attrNameLst>
                                      </p:cBhvr>
                                      <p:to>
                                        <p:strVal val="visible"/>
                                      </p:to>
                                    </p:set>
                                    <p:animEffect transition="in" filter="wipe(down)">
                                      <p:cBhvr>
                                        <p:cTn id="12" dur="50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p:bldLst>
  </p:timing>
</p:sldLayout>
</file>

<file path=ppt/slideLayouts/slideLayout219.xml><?xml version="1.0" encoding="utf-8"?>
<p:sldLayout xmlns:a="http://schemas.openxmlformats.org/drawingml/2006/main" xmlns:r="http://schemas.openxmlformats.org/officeDocument/2006/relationships" xmlns:p="http://schemas.openxmlformats.org/presentationml/2006/main" userDrawn="1">
  <p:cSld name="3_MockUp02">
    <p:spTree>
      <p:nvGrpSpPr>
        <p:cNvPr id="1" name=""/>
        <p:cNvGrpSpPr/>
        <p:nvPr/>
      </p:nvGrpSpPr>
      <p:grpSpPr>
        <a:xfrm>
          <a:off x="0" y="0"/>
          <a:ext cx="0" cy="0"/>
          <a:chOff x="0" y="0"/>
          <a:chExt cx="0" cy="0"/>
        </a:xfrm>
      </p:grpSpPr>
      <p:grpSp>
        <p:nvGrpSpPr>
          <p:cNvPr id="14" name="Group 13"/>
          <p:cNvGrpSpPr/>
          <p:nvPr userDrawn="1"/>
        </p:nvGrpSpPr>
        <p:grpSpPr>
          <a:xfrm>
            <a:off x="4811183" y="1589752"/>
            <a:ext cx="2569636" cy="4785648"/>
            <a:chOff x="6140449" y="1116114"/>
            <a:chExt cx="1927226" cy="3589236"/>
          </a:xfrm>
        </p:grpSpPr>
        <p:sp>
          <p:nvSpPr>
            <p:cNvPr id="15" name="Rectangle 14"/>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18"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rgbClr val="7F8183"/>
            </a:solid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sp>
        <p:nvSpPr>
          <p:cNvPr id="20" name="Picture Placeholder 7"/>
          <p:cNvSpPr>
            <a:spLocks noGrp="1"/>
          </p:cNvSpPr>
          <p:nvPr>
            <p:ph type="pic" sz="quarter" idx="10" hasCustomPrompt="1"/>
          </p:nvPr>
        </p:nvSpPr>
        <p:spPr>
          <a:xfrm>
            <a:off x="4978400" y="2267109"/>
            <a:ext cx="2235200" cy="3386444"/>
          </a:xfrm>
          <a:prstGeom prst="rect">
            <a:avLst/>
          </a:prstGeom>
          <a:ln>
            <a:noFill/>
          </a:ln>
        </p:spPr>
        <p:txBody>
          <a:bodyPr bIns="45720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8"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9"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17826044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500" fill="hold"/>
                                        <p:tgtEl>
                                          <p:spTgt spid="14"/>
                                        </p:tgtEl>
                                        <p:attrNameLst>
                                          <p:attrName>ppt_x</p:attrName>
                                        </p:attrNameLst>
                                      </p:cBhvr>
                                      <p:tavLst>
                                        <p:tav tm="0">
                                          <p:val>
                                            <p:strVal val="#ppt_x"/>
                                          </p:val>
                                        </p:tav>
                                        <p:tav tm="100000">
                                          <p:val>
                                            <p:strVal val="#ppt_x"/>
                                          </p:val>
                                        </p:tav>
                                      </p:tavLst>
                                    </p:anim>
                                    <p:anim calcmode="lin" valueType="num">
                                      <p:cBhvr additive="base">
                                        <p:cTn id="8" dur="500" fill="hold"/>
                                        <p:tgtEl>
                                          <p:spTgt spid="14"/>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4" fill="hold" grpId="0" nodeType="after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wipe(down)">
                                      <p:cBhvr>
                                        <p:cTn id="12"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Lst>
  </p:timing>
</p:sldLayout>
</file>

<file path=ppt/slideLayouts/slideLayout220.xml><?xml version="1.0" encoding="utf-8"?>
<p:sldLayout xmlns:a="http://schemas.openxmlformats.org/drawingml/2006/main" xmlns:r="http://schemas.openxmlformats.org/officeDocument/2006/relationships" xmlns:p="http://schemas.openxmlformats.org/presentationml/2006/main" userDrawn="1">
  <p:cSld name="8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68579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15693937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Layout>
</file>

<file path=ppt/slideLayouts/slideLayout221.xml><?xml version="1.0" encoding="utf-8"?>
<p:sldLayout xmlns:a="http://schemas.openxmlformats.org/drawingml/2006/main" xmlns:r="http://schemas.openxmlformats.org/officeDocument/2006/relationships" xmlns:p="http://schemas.openxmlformats.org/presentationml/2006/main" userDrawn="1">
  <p:cSld name="1_Vertical Title and Text">
    <p:spTree>
      <p:nvGrpSpPr>
        <p:cNvPr id="1" name=""/>
        <p:cNvGrpSpPr/>
        <p:nvPr/>
      </p:nvGrpSpPr>
      <p:grpSpPr>
        <a:xfrm>
          <a:off x="0" y="0"/>
          <a:ext cx="0" cy="0"/>
          <a:chOff x="0" y="0"/>
          <a:chExt cx="0" cy="0"/>
        </a:xfrm>
      </p:grpSpPr>
      <p:sp>
        <p:nvSpPr>
          <p:cNvPr id="7"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8"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4" name="Picture Placeholder 7"/>
          <p:cNvSpPr>
            <a:spLocks noGrp="1"/>
          </p:cNvSpPr>
          <p:nvPr>
            <p:ph type="pic" sz="quarter" idx="29" hasCustomPrompt="1"/>
          </p:nvPr>
        </p:nvSpPr>
        <p:spPr>
          <a:xfrm>
            <a:off x="0" y="4241800"/>
            <a:ext cx="12192000" cy="26162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171490674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Layout>
</file>

<file path=ppt/slideLayouts/slideLayout222.xml><?xml version="1.0" encoding="utf-8"?>
<p:sldLayout xmlns:a="http://schemas.openxmlformats.org/drawingml/2006/main" xmlns:r="http://schemas.openxmlformats.org/officeDocument/2006/relationships" xmlns:p="http://schemas.openxmlformats.org/presentationml/2006/main" userDrawn="1">
  <p:cSld name="2_Vertical Title and Text">
    <p:spTree>
      <p:nvGrpSpPr>
        <p:cNvPr id="1" name=""/>
        <p:cNvGrpSpPr/>
        <p:nvPr/>
      </p:nvGrpSpPr>
      <p:grpSpPr>
        <a:xfrm>
          <a:off x="0" y="0"/>
          <a:ext cx="0" cy="0"/>
          <a:chOff x="0" y="0"/>
          <a:chExt cx="0" cy="0"/>
        </a:xfrm>
      </p:grpSpPr>
      <p:sp>
        <p:nvSpPr>
          <p:cNvPr id="7"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8"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4" name="Picture Placeholder 7"/>
          <p:cNvSpPr>
            <a:spLocks noGrp="1"/>
          </p:cNvSpPr>
          <p:nvPr>
            <p:ph type="pic" sz="quarter" idx="29" hasCustomPrompt="1"/>
          </p:nvPr>
        </p:nvSpPr>
        <p:spPr>
          <a:xfrm>
            <a:off x="0" y="4042611"/>
            <a:ext cx="12192000" cy="281538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67078022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Layout>
</file>

<file path=ppt/slideLayouts/slideLayout223.xml><?xml version="1.0" encoding="utf-8"?>
<p:sldLayout xmlns:a="http://schemas.openxmlformats.org/drawingml/2006/main" xmlns:r="http://schemas.openxmlformats.org/officeDocument/2006/relationships" xmlns:p="http://schemas.openxmlformats.org/presentationml/2006/main">
  <p:cSld name="Main Title+ SubTitle+Number">
    <p:spTree>
      <p:nvGrpSpPr>
        <p:cNvPr id="1" name=""/>
        <p:cNvGrpSpPr/>
        <p:nvPr/>
      </p:nvGrpSpPr>
      <p:grpSpPr>
        <a:xfrm>
          <a:off x="0" y="0"/>
          <a:ext cx="0" cy="0"/>
          <a:chOff x="0" y="0"/>
          <a:chExt cx="0" cy="0"/>
        </a:xfrm>
      </p:grpSpPr>
      <p:sp>
        <p:nvSpPr>
          <p:cNvPr id="10" name="Title 1"/>
          <p:cNvSpPr>
            <a:spLocks noGrp="1"/>
          </p:cNvSpPr>
          <p:nvPr>
            <p:ph type="title" hasCustomPrompt="1"/>
          </p:nvPr>
        </p:nvSpPr>
        <p:spPr>
          <a:xfrm>
            <a:off x="2336800" y="482600"/>
            <a:ext cx="7518400" cy="471365"/>
          </a:xfrm>
          <a:prstGeom prst="rect">
            <a:avLst/>
          </a:prstGeom>
        </p:spPr>
        <p:txBody>
          <a:bodyPr wrap="none" lIns="0" tIns="0" rIns="0" bIns="0" anchor="ctr">
            <a:noAutofit/>
          </a:bodyPr>
          <a:lstStyle>
            <a:lvl1pPr algn="ctr">
              <a:defRPr sz="3200" b="1" baseline="0">
                <a:solidFill>
                  <a:schemeClr val="tx1">
                    <a:lumMod val="50000"/>
                    <a:lumOff val="50000"/>
                  </a:schemeClr>
                </a:solidFill>
              </a:defRPr>
            </a:lvl1pPr>
          </a:lstStyle>
          <a:p>
            <a:r>
              <a:rPr lang="en-US" dirty="0" smtClean="0"/>
              <a:t>Click To Edit Master Title Style</a:t>
            </a:r>
            <a:endParaRPr lang="en-US" dirty="0"/>
          </a:p>
        </p:txBody>
      </p:sp>
      <p:sp>
        <p:nvSpPr>
          <p:cNvPr id="11" name="Text Placeholder 3"/>
          <p:cNvSpPr>
            <a:spLocks noGrp="1"/>
          </p:cNvSpPr>
          <p:nvPr>
            <p:ph type="body" sz="half" idx="2" hasCustomPrompt="1"/>
          </p:nvPr>
        </p:nvSpPr>
        <p:spPr>
          <a:xfrm>
            <a:off x="3352800" y="951922"/>
            <a:ext cx="5486400" cy="267661"/>
          </a:xfrm>
          <a:prstGeom prst="rect">
            <a:avLst/>
          </a:prstGeom>
        </p:spPr>
        <p:txBody>
          <a:bodyPr wrap="none" lIns="0" tIns="0" rIns="0" bIns="0" anchor="ctr">
            <a:noAutofit/>
          </a:bodyPr>
          <a:lstStyle>
            <a:lvl1pPr marL="0" indent="0" algn="ctr">
              <a:buNone/>
              <a:defRPr sz="1600" b="1" baseline="0">
                <a:solidFill>
                  <a:schemeClr val="bg1">
                    <a:lumMod val="75000"/>
                  </a:schemeClr>
                </a:solidFill>
              </a:defRPr>
            </a:lvl1pPr>
            <a:lvl2pPr marL="609585" indent="0">
              <a:buNone/>
              <a:defRPr sz="1600"/>
            </a:lvl2pPr>
            <a:lvl3pPr marL="1219170" indent="0">
              <a:buNone/>
              <a:defRPr sz="1333"/>
            </a:lvl3pPr>
            <a:lvl4pPr marL="1828754" indent="0">
              <a:buNone/>
              <a:defRPr sz="1200"/>
            </a:lvl4pPr>
            <a:lvl5pPr marL="2438339" indent="0">
              <a:buNone/>
              <a:defRPr sz="1200"/>
            </a:lvl5pPr>
            <a:lvl6pPr marL="3047924" indent="0">
              <a:buNone/>
              <a:defRPr sz="1200"/>
            </a:lvl6pPr>
            <a:lvl7pPr marL="3657509" indent="0">
              <a:buNone/>
              <a:defRPr sz="1200"/>
            </a:lvl7pPr>
            <a:lvl8pPr marL="4267093" indent="0">
              <a:buNone/>
              <a:defRPr sz="1200"/>
            </a:lvl8pPr>
            <a:lvl9pPr marL="4876678" indent="0">
              <a:buNone/>
              <a:defRPr sz="1200"/>
            </a:lvl9pPr>
          </a:lstStyle>
          <a:p>
            <a:pPr lvl="0"/>
            <a:r>
              <a:rPr lang="en-US" dirty="0" smtClean="0"/>
              <a:t>Subtext Goes Here</a:t>
            </a:r>
          </a:p>
        </p:txBody>
      </p:sp>
    </p:spTree>
    <p:extLst>
      <p:ext uri="{BB962C8B-B14F-4D97-AF65-F5344CB8AC3E}">
        <p14:creationId xmlns:p14="http://schemas.microsoft.com/office/powerpoint/2010/main" val="368769657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1">
                                            <p:txEl>
                                              <p:pRg st="0" end="0"/>
                                            </p:txEl>
                                          </p:spTgt>
                                        </p:tgtEl>
                                        <p:attrNameLst>
                                          <p:attrName>style.visibility</p:attrName>
                                        </p:attrNameLst>
                                      </p:cBhvr>
                                      <p:to>
                                        <p:strVal val="visible"/>
                                      </p:to>
                                    </p:set>
                                    <p:animEffect transition="in" filter="fade">
                                      <p:cBhvr>
                                        <p:cTn id="11" dur="500"/>
                                        <p:tgtEl>
                                          <p:spTgt spid="11">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1" grpId="0" build="p">
        <p:tmplLst>
          <p:tmpl lvl="1">
            <p:tnLst>
              <p:par>
                <p:cTn presetID="10" presetClass="entr" presetSubtype="0" fill="hold" nodeType="afterEffect">
                  <p:stCondLst>
                    <p:cond delay="0"/>
                  </p:stCondLst>
                  <p:childTnLst>
                    <p:set>
                      <p:cBhvr>
                        <p:cTn dur="1" fill="hold">
                          <p:stCondLst>
                            <p:cond delay="0"/>
                          </p:stCondLst>
                        </p:cTn>
                        <p:tgtEl>
                          <p:spTgt spid="11"/>
                        </p:tgtEl>
                        <p:attrNameLst>
                          <p:attrName>style.visibility</p:attrName>
                        </p:attrNameLst>
                      </p:cBhvr>
                      <p:to>
                        <p:strVal val="visible"/>
                      </p:to>
                    </p:set>
                    <p:animEffect transition="in" filter="fade">
                      <p:cBhvr>
                        <p:cTn dur="500"/>
                        <p:tgtEl>
                          <p:spTgt spid="11"/>
                        </p:tgtEl>
                      </p:cBhvr>
                    </p:animEffect>
                  </p:childTnLst>
                </p:cTn>
              </p:par>
            </p:tnLst>
          </p:tmpl>
        </p:tmplLst>
      </p:bldP>
    </p:bldLst>
  </p:timing>
  <p:hf hdr="0" ftr="0" dt="0"/>
</p:sldLayout>
</file>

<file path=ppt/slideLayouts/slideLayout224.xml><?xml version="1.0" encoding="utf-8"?>
<p:sldLayout xmlns:a="http://schemas.openxmlformats.org/drawingml/2006/main" xmlns:r="http://schemas.openxmlformats.org/officeDocument/2006/relationships" xmlns:p="http://schemas.openxmlformats.org/presentationml/2006/main" userDrawn="1">
  <p:cSld name="3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1" y="2"/>
            <a:ext cx="6265332" cy="68579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Picture Placeholder 7"/>
          <p:cNvSpPr>
            <a:spLocks noGrp="1"/>
          </p:cNvSpPr>
          <p:nvPr>
            <p:ph type="pic" sz="quarter" idx="11" hasCustomPrompt="1"/>
          </p:nvPr>
        </p:nvSpPr>
        <p:spPr>
          <a:xfrm>
            <a:off x="6265333" y="0"/>
            <a:ext cx="5926667" cy="68580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95646800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500" fill="hold"/>
                                        <p:tgtEl>
                                          <p:spTgt spid="5"/>
                                        </p:tgtEl>
                                        <p:attrNameLst>
                                          <p:attrName>ppt_x</p:attrName>
                                        </p:attrNameLst>
                                      </p:cBhvr>
                                      <p:tavLst>
                                        <p:tav tm="0">
                                          <p:val>
                                            <p:strVal val="#ppt_x"/>
                                          </p:val>
                                        </p:tav>
                                        <p:tav tm="100000">
                                          <p:val>
                                            <p:strVal val="#ppt_x"/>
                                          </p:val>
                                        </p:tav>
                                      </p:tavLst>
                                    </p:anim>
                                    <p:anim calcmode="lin" valueType="num">
                                      <p:cBhvr additive="base">
                                        <p:cTn id="12"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5" grpId="0"/>
    </p:bldLst>
  </p:timing>
</p:sldLayout>
</file>

<file path=ppt/slideLayouts/slideLayout225.xml><?xml version="1.0" encoding="utf-8"?>
<p:sldLayout xmlns:a="http://schemas.openxmlformats.org/drawingml/2006/main" xmlns:r="http://schemas.openxmlformats.org/officeDocument/2006/relationships" xmlns:p="http://schemas.openxmlformats.org/presentationml/2006/main" userDrawn="1">
  <p:cSld name="1_Pic05">
    <p:spTree>
      <p:nvGrpSpPr>
        <p:cNvPr id="1" name=""/>
        <p:cNvGrpSpPr/>
        <p:nvPr/>
      </p:nvGrpSpPr>
      <p:grpSpPr>
        <a:xfrm>
          <a:off x="0" y="0"/>
          <a:ext cx="0" cy="0"/>
          <a:chOff x="0" y="0"/>
          <a:chExt cx="0" cy="0"/>
        </a:xfrm>
      </p:grpSpPr>
      <p:sp>
        <p:nvSpPr>
          <p:cNvPr id="20" name="Picture Placeholder 7"/>
          <p:cNvSpPr>
            <a:spLocks noGrp="1"/>
          </p:cNvSpPr>
          <p:nvPr>
            <p:ph type="pic" sz="quarter" idx="15" hasCustomPrompt="1"/>
          </p:nvPr>
        </p:nvSpPr>
        <p:spPr>
          <a:xfrm>
            <a:off x="0" y="0"/>
            <a:ext cx="4572000" cy="6858000"/>
          </a:xfrm>
          <a:prstGeom prst="rect">
            <a:avLst/>
          </a:prstGeom>
          <a:solidFill>
            <a:schemeClr val="bg1">
              <a:lumMod val="95000"/>
            </a:schemeClr>
          </a:solidFill>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282758693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Lst>
  </p:timing>
</p:sldLayout>
</file>

<file path=ppt/slideLayouts/slideLayout226.xml><?xml version="1.0" encoding="utf-8"?>
<p:sldLayout xmlns:a="http://schemas.openxmlformats.org/drawingml/2006/main" xmlns:r="http://schemas.openxmlformats.org/officeDocument/2006/relationships" xmlns:p="http://schemas.openxmlformats.org/presentationml/2006/main" userDrawn="1">
  <p:cSld name="2_FullPic">
    <p:spTree>
      <p:nvGrpSpPr>
        <p:cNvPr id="1" name=""/>
        <p:cNvGrpSpPr/>
        <p:nvPr/>
      </p:nvGrpSpPr>
      <p:grpSpPr>
        <a:xfrm>
          <a:off x="0" y="0"/>
          <a:ext cx="0" cy="0"/>
          <a:chOff x="0" y="0"/>
          <a:chExt cx="0" cy="0"/>
        </a:xfrm>
      </p:grpSpPr>
      <p:sp>
        <p:nvSpPr>
          <p:cNvPr id="5" name="Picture Placeholder 7"/>
          <p:cNvSpPr>
            <a:spLocks noGrp="1"/>
          </p:cNvSpPr>
          <p:nvPr>
            <p:ph type="pic" sz="quarter" idx="11" hasCustomPrompt="1"/>
          </p:nvPr>
        </p:nvSpPr>
        <p:spPr>
          <a:xfrm>
            <a:off x="0" y="0"/>
            <a:ext cx="12192000" cy="68580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4" name="Picture Placeholder 7"/>
          <p:cNvSpPr>
            <a:spLocks noGrp="1"/>
          </p:cNvSpPr>
          <p:nvPr>
            <p:ph type="pic" sz="quarter" idx="10" hasCustomPrompt="1"/>
          </p:nvPr>
        </p:nvSpPr>
        <p:spPr>
          <a:xfrm>
            <a:off x="7112000" y="2696632"/>
            <a:ext cx="5080000" cy="1464736"/>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298684233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par>
                          <p:cTn id="8" fill="hold">
                            <p:stCondLst>
                              <p:cond delay="500"/>
                            </p:stCondLst>
                            <p:childTnLst>
                              <p:par>
                                <p:cTn id="9" presetID="22" presetClass="entr" presetSubtype="2" fill="hold" grpId="0" nodeType="afterEffect">
                                  <p:stCondLst>
                                    <p:cond delay="0"/>
                                  </p:stCondLst>
                                  <p:childTnLst>
                                    <p:set>
                                      <p:cBhvr>
                                        <p:cTn id="10" dur="1" fill="hold">
                                          <p:stCondLst>
                                            <p:cond delay="0"/>
                                          </p:stCondLst>
                                        </p:cTn>
                                        <p:tgtEl>
                                          <p:spTgt spid="4"/>
                                        </p:tgtEl>
                                        <p:attrNameLst>
                                          <p:attrName>style.visibility</p:attrName>
                                        </p:attrNameLst>
                                      </p:cBhvr>
                                      <p:to>
                                        <p:strVal val="visible"/>
                                      </p:to>
                                    </p:set>
                                    <p:animEffect transition="in" filter="wipe(right)">
                                      <p:cBhvr>
                                        <p:cTn id="11"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4" grpId="0"/>
    </p:bldLst>
  </p:timing>
</p:sldLayout>
</file>

<file path=ppt/slideLayouts/slideLayout227.xml><?xml version="1.0" encoding="utf-8"?>
<p:sldLayout xmlns:a="http://schemas.openxmlformats.org/drawingml/2006/main" xmlns:r="http://schemas.openxmlformats.org/officeDocument/2006/relationships" xmlns:p="http://schemas.openxmlformats.org/presentationml/2006/main" userDrawn="1">
  <p:cSld name="1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28193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Picture Placeholder 7"/>
          <p:cNvSpPr>
            <a:spLocks noGrp="1"/>
          </p:cNvSpPr>
          <p:nvPr>
            <p:ph type="pic" sz="quarter" idx="11" hasCustomPrompt="1"/>
          </p:nvPr>
        </p:nvSpPr>
        <p:spPr>
          <a:xfrm>
            <a:off x="0" y="2819400"/>
            <a:ext cx="12192000" cy="40386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269827608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500" fill="hold"/>
                                        <p:tgtEl>
                                          <p:spTgt spid="5"/>
                                        </p:tgtEl>
                                        <p:attrNameLst>
                                          <p:attrName>ppt_x</p:attrName>
                                        </p:attrNameLst>
                                      </p:cBhvr>
                                      <p:tavLst>
                                        <p:tav tm="0">
                                          <p:val>
                                            <p:strVal val="#ppt_x"/>
                                          </p:val>
                                        </p:tav>
                                        <p:tav tm="100000">
                                          <p:val>
                                            <p:strVal val="#ppt_x"/>
                                          </p:val>
                                        </p:tav>
                                      </p:tavLst>
                                    </p:anim>
                                    <p:anim calcmode="lin" valueType="num">
                                      <p:cBhvr additive="base">
                                        <p:cTn id="12"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5" grpId="0"/>
    </p:bldLst>
  </p:timing>
</p:sldLayout>
</file>

<file path=ppt/slideLayouts/slideLayout228.xml><?xml version="1.0" encoding="utf-8"?>
<p:sldLayout xmlns:a="http://schemas.openxmlformats.org/drawingml/2006/main" xmlns:r="http://schemas.openxmlformats.org/officeDocument/2006/relationships" xmlns:p="http://schemas.openxmlformats.org/presentationml/2006/main" userDrawn="1">
  <p:cSld name="4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4851400"/>
            <a:ext cx="12192000" cy="2015067"/>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Picture Placeholder 7"/>
          <p:cNvSpPr>
            <a:spLocks noGrp="1"/>
          </p:cNvSpPr>
          <p:nvPr>
            <p:ph type="pic" sz="quarter" idx="11" hasCustomPrompt="1"/>
          </p:nvPr>
        </p:nvSpPr>
        <p:spPr>
          <a:xfrm>
            <a:off x="0" y="0"/>
            <a:ext cx="12192000" cy="48514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108010283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0-#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additive="base">
                                        <p:cTn id="11" dur="500" fill="hold"/>
                                        <p:tgtEl>
                                          <p:spTgt spid="2"/>
                                        </p:tgtEl>
                                        <p:attrNameLst>
                                          <p:attrName>ppt_x</p:attrName>
                                        </p:attrNameLst>
                                      </p:cBhvr>
                                      <p:tavLst>
                                        <p:tav tm="0">
                                          <p:val>
                                            <p:strVal val="#ppt_x"/>
                                          </p:val>
                                        </p:tav>
                                        <p:tav tm="100000">
                                          <p:val>
                                            <p:strVal val="#ppt_x"/>
                                          </p:val>
                                        </p:tav>
                                      </p:tavLst>
                                    </p:anim>
                                    <p:anim calcmode="lin" valueType="num">
                                      <p:cBhvr additive="base">
                                        <p:cTn id="12" dur="500" fill="hold"/>
                                        <p:tgtEl>
                                          <p:spTgt spid="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5" grpId="0"/>
    </p:bldLst>
  </p:timing>
</p:sldLayout>
</file>

<file path=ppt/slideLayouts/slideLayout229.xml><?xml version="1.0" encoding="utf-8"?>
<p:sldLayout xmlns:a="http://schemas.openxmlformats.org/drawingml/2006/main" xmlns:r="http://schemas.openxmlformats.org/officeDocument/2006/relationships" xmlns:p="http://schemas.openxmlformats.org/presentationml/2006/main" userDrawn="1">
  <p:cSld name="6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68579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187668001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Layout>
</file>

<file path=ppt/slideLayouts/slideLayout230.xml><?xml version="1.0" encoding="utf-8"?>
<p:sldLayout xmlns:a="http://schemas.openxmlformats.org/drawingml/2006/main" xmlns:r="http://schemas.openxmlformats.org/officeDocument/2006/relationships" xmlns:p="http://schemas.openxmlformats.org/presentationml/2006/main" userDrawn="1">
  <p:cSld name="7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68579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5106955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Layout>
</file>

<file path=ppt/slideLayouts/slideLayout231.xml><?xml version="1.0" encoding="utf-8"?>
<p:sldLayout xmlns:a="http://schemas.openxmlformats.org/drawingml/2006/main" xmlns:r="http://schemas.openxmlformats.org/officeDocument/2006/relationships" xmlns:p="http://schemas.openxmlformats.org/presentationml/2006/main" userDrawn="1">
  <p:cSld name="Pic05">
    <p:spTree>
      <p:nvGrpSpPr>
        <p:cNvPr id="1" name=""/>
        <p:cNvGrpSpPr/>
        <p:nvPr/>
      </p:nvGrpSpPr>
      <p:grpSpPr>
        <a:xfrm>
          <a:off x="0" y="0"/>
          <a:ext cx="0" cy="0"/>
          <a:chOff x="0" y="0"/>
          <a:chExt cx="0" cy="0"/>
        </a:xfrm>
      </p:grpSpPr>
      <p:sp>
        <p:nvSpPr>
          <p:cNvPr id="20" name="Picture Placeholder 7"/>
          <p:cNvSpPr>
            <a:spLocks noGrp="1"/>
          </p:cNvSpPr>
          <p:nvPr>
            <p:ph type="pic" sz="quarter" idx="15" hasCustomPrompt="1"/>
          </p:nvPr>
        </p:nvSpPr>
        <p:spPr>
          <a:xfrm>
            <a:off x="0" y="0"/>
            <a:ext cx="12192000" cy="4953000"/>
          </a:xfrm>
          <a:prstGeom prst="rect">
            <a:avLst/>
          </a:prstGeom>
          <a:solidFill>
            <a:schemeClr val="bg1">
              <a:lumMod val="95000"/>
            </a:schemeClr>
          </a:solidFill>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292288699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Lst>
  </p:timing>
</p:sldLayout>
</file>

<file path=ppt/slideLayouts/slideLayout232.xml><?xml version="1.0" encoding="utf-8"?>
<p:sldLayout xmlns:a="http://schemas.openxmlformats.org/drawingml/2006/main" xmlns:r="http://schemas.openxmlformats.org/officeDocument/2006/relationships" xmlns:p="http://schemas.openxmlformats.org/presentationml/2006/main" userDrawn="1">
  <p:cSld name="2_Pic05">
    <p:spTree>
      <p:nvGrpSpPr>
        <p:cNvPr id="1" name=""/>
        <p:cNvGrpSpPr/>
        <p:nvPr/>
      </p:nvGrpSpPr>
      <p:grpSpPr>
        <a:xfrm>
          <a:off x="0" y="0"/>
          <a:ext cx="0" cy="0"/>
          <a:chOff x="0" y="0"/>
          <a:chExt cx="0" cy="0"/>
        </a:xfrm>
      </p:grpSpPr>
      <p:sp>
        <p:nvSpPr>
          <p:cNvPr id="20" name="Picture Placeholder 7"/>
          <p:cNvSpPr>
            <a:spLocks noGrp="1"/>
          </p:cNvSpPr>
          <p:nvPr>
            <p:ph type="pic" sz="quarter" idx="15" hasCustomPrompt="1"/>
          </p:nvPr>
        </p:nvSpPr>
        <p:spPr>
          <a:xfrm>
            <a:off x="0" y="3259667"/>
            <a:ext cx="12192000" cy="3589867"/>
          </a:xfrm>
          <a:prstGeom prst="rect">
            <a:avLst/>
          </a:prstGeom>
          <a:solidFill>
            <a:schemeClr val="bg1">
              <a:lumMod val="95000"/>
            </a:schemeClr>
          </a:solidFill>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156972734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Lst>
  </p:timing>
</p:sldLayout>
</file>

<file path=ppt/slideLayouts/slideLayout233.xml><?xml version="1.0" encoding="utf-8"?>
<p:sldLayout xmlns:a="http://schemas.openxmlformats.org/drawingml/2006/main" xmlns:r="http://schemas.openxmlformats.org/officeDocument/2006/relationships" xmlns:p="http://schemas.openxmlformats.org/presentationml/2006/main" userDrawn="1">
  <p:cSld name="Pic09">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880609" y="1870880"/>
            <a:ext cx="4908153" cy="4301321"/>
          </a:xfrm>
          <a:prstGeom prst="rect">
            <a:avLst/>
          </a:prstGeom>
          <a:ln>
            <a:solidFill>
              <a:schemeClr val="accent1"/>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426607505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Layout>
</file>

<file path=ppt/slideLayouts/slideLayout234.xml><?xml version="1.0" encoding="utf-8"?>
<p:sldLayout xmlns:a="http://schemas.openxmlformats.org/drawingml/2006/main" xmlns:r="http://schemas.openxmlformats.org/officeDocument/2006/relationships" xmlns:p="http://schemas.openxmlformats.org/presentationml/2006/main" userDrawn="1">
  <p:cSld name="Pic11">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6385125" y="1870880"/>
            <a:ext cx="4908153" cy="4301321"/>
          </a:xfrm>
          <a:prstGeom prst="rect">
            <a:avLst/>
          </a:prstGeom>
          <a:solidFill>
            <a:schemeClr val="bg1">
              <a:lumMod val="95000"/>
            </a:schemeClr>
          </a:solidFill>
          <a:ln>
            <a:solidFill>
              <a:schemeClr val="bg1">
                <a:lumMod val="95000"/>
              </a:schemeClr>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10383211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Layout>
</file>

<file path=ppt/slideLayouts/slideLayout235.xml><?xml version="1.0" encoding="utf-8"?>
<p:sldLayout xmlns:a="http://schemas.openxmlformats.org/drawingml/2006/main" xmlns:r="http://schemas.openxmlformats.org/officeDocument/2006/relationships" xmlns:p="http://schemas.openxmlformats.org/presentationml/2006/main" userDrawn="1">
  <p:cSld name="1_Pic11">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7315200" y="1532467"/>
            <a:ext cx="4267200" cy="4876800"/>
          </a:xfrm>
          <a:prstGeom prst="rect">
            <a:avLst/>
          </a:prstGeom>
          <a:solidFill>
            <a:schemeClr val="bg1">
              <a:lumMod val="95000"/>
            </a:schemeClr>
          </a:solidFill>
          <a:ln>
            <a:solidFill>
              <a:schemeClr val="bg1">
                <a:lumMod val="95000"/>
              </a:schemeClr>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402930185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Layout>
</file>

<file path=ppt/slideLayouts/slideLayout236.xml><?xml version="1.0" encoding="utf-8"?>
<p:sldLayout xmlns:a="http://schemas.openxmlformats.org/drawingml/2006/main" xmlns:r="http://schemas.openxmlformats.org/officeDocument/2006/relationships" xmlns:p="http://schemas.openxmlformats.org/presentationml/2006/main" userDrawn="1">
  <p:cSld name="1_Pic09">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880608" y="4343400"/>
            <a:ext cx="5074221" cy="2032000"/>
          </a:xfrm>
          <a:prstGeom prst="rect">
            <a:avLst/>
          </a:prstGeom>
          <a:ln>
            <a:solidFill>
              <a:schemeClr val="bg1">
                <a:lumMod val="65000"/>
              </a:schemeClr>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8" name="Picture Placeholder 7"/>
          <p:cNvSpPr>
            <a:spLocks noGrp="1"/>
          </p:cNvSpPr>
          <p:nvPr>
            <p:ph type="pic" sz="quarter" idx="16" hasCustomPrompt="1"/>
          </p:nvPr>
        </p:nvSpPr>
        <p:spPr>
          <a:xfrm>
            <a:off x="6223267" y="4343400"/>
            <a:ext cx="5074221" cy="2032000"/>
          </a:xfrm>
          <a:prstGeom prst="rect">
            <a:avLst/>
          </a:prstGeom>
          <a:ln>
            <a:solidFill>
              <a:schemeClr val="bg1">
                <a:lumMod val="65000"/>
              </a:schemeClr>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274054975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par>
                          <p:cTn id="9" fill="hold">
                            <p:stCondLst>
                              <p:cond delay="1000"/>
                            </p:stCondLst>
                            <p:childTnLst>
                              <p:par>
                                <p:cTn id="10" presetID="2" presetClass="entr" presetSubtype="4" accel="50000" decel="50000" fill="hold" grpId="0" nodeType="afterEffect">
                                  <p:stCondLst>
                                    <p:cond delay="0"/>
                                  </p:stCondLst>
                                  <p:childTnLst>
                                    <p:set>
                                      <p:cBhvr>
                                        <p:cTn id="11" dur="1" fill="hold">
                                          <p:stCondLst>
                                            <p:cond delay="0"/>
                                          </p:stCondLst>
                                        </p:cTn>
                                        <p:tgtEl>
                                          <p:spTgt spid="8"/>
                                        </p:tgtEl>
                                        <p:attrNameLst>
                                          <p:attrName>style.visibility</p:attrName>
                                        </p:attrNameLst>
                                      </p:cBhvr>
                                      <p:to>
                                        <p:strVal val="visible"/>
                                      </p:to>
                                    </p:set>
                                    <p:anim calcmode="lin" valueType="num">
                                      <p:cBhvr additive="base">
                                        <p:cTn id="12" dur="1000" fill="hold"/>
                                        <p:tgtEl>
                                          <p:spTgt spid="8"/>
                                        </p:tgtEl>
                                        <p:attrNameLst>
                                          <p:attrName>ppt_x</p:attrName>
                                        </p:attrNameLst>
                                      </p:cBhvr>
                                      <p:tavLst>
                                        <p:tav tm="0">
                                          <p:val>
                                            <p:strVal val="#ppt_x"/>
                                          </p:val>
                                        </p:tav>
                                        <p:tav tm="100000">
                                          <p:val>
                                            <p:strVal val="#ppt_x"/>
                                          </p:val>
                                        </p:tav>
                                      </p:tavLst>
                                    </p:anim>
                                    <p:anim calcmode="lin" valueType="num">
                                      <p:cBhvr additive="base">
                                        <p:cTn id="13" dur="1000" fill="hold"/>
                                        <p:tgtEl>
                                          <p:spTgt spid="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Lst>
  </p:timing>
</p:sldLayout>
</file>

<file path=ppt/slideLayouts/slideLayout237.xml><?xml version="1.0" encoding="utf-8"?>
<p:sldLayout xmlns:a="http://schemas.openxmlformats.org/drawingml/2006/main" xmlns:r="http://schemas.openxmlformats.org/officeDocument/2006/relationships" xmlns:p="http://schemas.openxmlformats.org/presentationml/2006/main" userDrawn="1">
  <p:cSld name="2_Pic09">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880608" y="1711037"/>
            <a:ext cx="4471039" cy="3352800"/>
          </a:xfrm>
          <a:prstGeom prst="rect">
            <a:avLst/>
          </a:prstGeom>
          <a:ln>
            <a:solidFill>
              <a:schemeClr val="bg1">
                <a:lumMod val="65000"/>
              </a:schemeClr>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8" name="Picture Placeholder 7"/>
          <p:cNvSpPr>
            <a:spLocks noGrp="1"/>
          </p:cNvSpPr>
          <p:nvPr>
            <p:ph type="pic" sz="quarter" idx="16" hasCustomPrompt="1"/>
          </p:nvPr>
        </p:nvSpPr>
        <p:spPr>
          <a:xfrm>
            <a:off x="852803" y="5215853"/>
            <a:ext cx="1391635" cy="1067184"/>
          </a:xfrm>
          <a:prstGeom prst="rect">
            <a:avLst/>
          </a:prstGeom>
          <a:ln>
            <a:solidFill>
              <a:schemeClr val="bg1">
                <a:lumMod val="65000"/>
              </a:schemeClr>
            </a:solidFill>
          </a:ln>
        </p:spPr>
        <p:txBody>
          <a:bodyPr bIns="91440" anchor="b"/>
          <a:lstStyle>
            <a:lvl1pPr algn="ctr">
              <a:buNone/>
              <a:defRPr sz="1067">
                <a:solidFill>
                  <a:schemeClr val="tx1">
                    <a:lumMod val="50000"/>
                    <a:lumOff val="50000"/>
                  </a:schemeClr>
                </a:solidFill>
              </a:defRPr>
            </a:lvl1pPr>
          </a:lstStyle>
          <a:p>
            <a:r>
              <a:rPr lang="en-US" dirty="0" smtClean="0"/>
              <a:t>Image Holder</a:t>
            </a:r>
            <a:endParaRPr lang="en-US" dirty="0"/>
          </a:p>
        </p:txBody>
      </p:sp>
      <p:sp>
        <p:nvSpPr>
          <p:cNvPr id="13" name="Picture Placeholder 7"/>
          <p:cNvSpPr>
            <a:spLocks noGrp="1"/>
          </p:cNvSpPr>
          <p:nvPr>
            <p:ph type="pic" sz="quarter" idx="17" hasCustomPrompt="1"/>
          </p:nvPr>
        </p:nvSpPr>
        <p:spPr>
          <a:xfrm>
            <a:off x="2406407" y="5215853"/>
            <a:ext cx="1391635" cy="1067184"/>
          </a:xfrm>
          <a:prstGeom prst="rect">
            <a:avLst/>
          </a:prstGeom>
          <a:ln>
            <a:solidFill>
              <a:schemeClr val="bg1">
                <a:lumMod val="65000"/>
              </a:schemeClr>
            </a:solidFill>
          </a:ln>
        </p:spPr>
        <p:txBody>
          <a:bodyPr bIns="91440" anchor="b"/>
          <a:lstStyle>
            <a:lvl1pPr algn="ctr">
              <a:buNone/>
              <a:defRPr sz="1067">
                <a:solidFill>
                  <a:schemeClr val="tx1">
                    <a:lumMod val="50000"/>
                    <a:lumOff val="50000"/>
                  </a:schemeClr>
                </a:solidFill>
              </a:defRPr>
            </a:lvl1pPr>
          </a:lstStyle>
          <a:p>
            <a:r>
              <a:rPr lang="en-US" dirty="0" smtClean="0"/>
              <a:t>Image Holder</a:t>
            </a:r>
            <a:endParaRPr lang="en-US" dirty="0"/>
          </a:p>
        </p:txBody>
      </p:sp>
      <p:sp>
        <p:nvSpPr>
          <p:cNvPr id="14" name="Picture Placeholder 7"/>
          <p:cNvSpPr>
            <a:spLocks noGrp="1"/>
          </p:cNvSpPr>
          <p:nvPr>
            <p:ph type="pic" sz="quarter" idx="18" hasCustomPrompt="1"/>
          </p:nvPr>
        </p:nvSpPr>
        <p:spPr>
          <a:xfrm>
            <a:off x="3960012" y="5215853"/>
            <a:ext cx="1391635" cy="1067184"/>
          </a:xfrm>
          <a:prstGeom prst="rect">
            <a:avLst/>
          </a:prstGeom>
          <a:ln>
            <a:solidFill>
              <a:schemeClr val="bg1">
                <a:lumMod val="65000"/>
              </a:schemeClr>
            </a:solidFill>
          </a:ln>
        </p:spPr>
        <p:txBody>
          <a:bodyPr bIns="91440" anchor="b"/>
          <a:lstStyle>
            <a:lvl1pPr algn="ctr">
              <a:buNone/>
              <a:defRPr sz="1067">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163799680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par>
                          <p:cTn id="9" fill="hold">
                            <p:stCondLst>
                              <p:cond delay="1000"/>
                            </p:stCondLst>
                            <p:childTnLst>
                              <p:par>
                                <p:cTn id="10" presetID="2" presetClass="entr" presetSubtype="4" accel="50000" decel="50000" fill="hold" grpId="0" nodeType="afterEffect">
                                  <p:stCondLst>
                                    <p:cond delay="0"/>
                                  </p:stCondLst>
                                  <p:childTnLst>
                                    <p:set>
                                      <p:cBhvr>
                                        <p:cTn id="11" dur="1" fill="hold">
                                          <p:stCondLst>
                                            <p:cond delay="0"/>
                                          </p:stCondLst>
                                        </p:cTn>
                                        <p:tgtEl>
                                          <p:spTgt spid="8"/>
                                        </p:tgtEl>
                                        <p:attrNameLst>
                                          <p:attrName>style.visibility</p:attrName>
                                        </p:attrNameLst>
                                      </p:cBhvr>
                                      <p:to>
                                        <p:strVal val="visible"/>
                                      </p:to>
                                    </p:set>
                                    <p:anim calcmode="lin" valueType="num">
                                      <p:cBhvr additive="base">
                                        <p:cTn id="12" dur="1000" fill="hold"/>
                                        <p:tgtEl>
                                          <p:spTgt spid="8"/>
                                        </p:tgtEl>
                                        <p:attrNameLst>
                                          <p:attrName>ppt_x</p:attrName>
                                        </p:attrNameLst>
                                      </p:cBhvr>
                                      <p:tavLst>
                                        <p:tav tm="0">
                                          <p:val>
                                            <p:strVal val="#ppt_x"/>
                                          </p:val>
                                        </p:tav>
                                        <p:tav tm="100000">
                                          <p:val>
                                            <p:strVal val="#ppt_x"/>
                                          </p:val>
                                        </p:tav>
                                      </p:tavLst>
                                    </p:anim>
                                    <p:anim calcmode="lin" valueType="num">
                                      <p:cBhvr additive="base">
                                        <p:cTn id="13" dur="1000" fill="hold"/>
                                        <p:tgtEl>
                                          <p:spTgt spid="8"/>
                                        </p:tgtEl>
                                        <p:attrNameLst>
                                          <p:attrName>ppt_y</p:attrName>
                                        </p:attrNameLst>
                                      </p:cBhvr>
                                      <p:tavLst>
                                        <p:tav tm="0">
                                          <p:val>
                                            <p:strVal val="1+#ppt_h/2"/>
                                          </p:val>
                                        </p:tav>
                                        <p:tav tm="100000">
                                          <p:val>
                                            <p:strVal val="#ppt_y"/>
                                          </p:val>
                                        </p:tav>
                                      </p:tavLst>
                                    </p:anim>
                                  </p:childTnLst>
                                </p:cTn>
                              </p:par>
                            </p:childTnLst>
                          </p:cTn>
                        </p:par>
                        <p:par>
                          <p:cTn id="14" fill="hold">
                            <p:stCondLst>
                              <p:cond delay="2000"/>
                            </p:stCondLst>
                            <p:childTnLst>
                              <p:par>
                                <p:cTn id="15" presetID="2" presetClass="entr" presetSubtype="4" accel="50000" decel="50000" fill="hold" grpId="0" nodeType="afterEffect">
                                  <p:stCondLst>
                                    <p:cond delay="0"/>
                                  </p:stCondLst>
                                  <p:childTnLst>
                                    <p:set>
                                      <p:cBhvr>
                                        <p:cTn id="16" dur="1" fill="hold">
                                          <p:stCondLst>
                                            <p:cond delay="0"/>
                                          </p:stCondLst>
                                        </p:cTn>
                                        <p:tgtEl>
                                          <p:spTgt spid="13"/>
                                        </p:tgtEl>
                                        <p:attrNameLst>
                                          <p:attrName>style.visibility</p:attrName>
                                        </p:attrNameLst>
                                      </p:cBhvr>
                                      <p:to>
                                        <p:strVal val="visible"/>
                                      </p:to>
                                    </p:set>
                                    <p:anim calcmode="lin" valueType="num">
                                      <p:cBhvr additive="base">
                                        <p:cTn id="17" dur="1000" fill="hold"/>
                                        <p:tgtEl>
                                          <p:spTgt spid="13"/>
                                        </p:tgtEl>
                                        <p:attrNameLst>
                                          <p:attrName>ppt_x</p:attrName>
                                        </p:attrNameLst>
                                      </p:cBhvr>
                                      <p:tavLst>
                                        <p:tav tm="0">
                                          <p:val>
                                            <p:strVal val="#ppt_x"/>
                                          </p:val>
                                        </p:tav>
                                        <p:tav tm="100000">
                                          <p:val>
                                            <p:strVal val="#ppt_x"/>
                                          </p:val>
                                        </p:tav>
                                      </p:tavLst>
                                    </p:anim>
                                    <p:anim calcmode="lin" valueType="num">
                                      <p:cBhvr additive="base">
                                        <p:cTn id="18" dur="1000" fill="hold"/>
                                        <p:tgtEl>
                                          <p:spTgt spid="13"/>
                                        </p:tgtEl>
                                        <p:attrNameLst>
                                          <p:attrName>ppt_y</p:attrName>
                                        </p:attrNameLst>
                                      </p:cBhvr>
                                      <p:tavLst>
                                        <p:tav tm="0">
                                          <p:val>
                                            <p:strVal val="1+#ppt_h/2"/>
                                          </p:val>
                                        </p:tav>
                                        <p:tav tm="100000">
                                          <p:val>
                                            <p:strVal val="#ppt_y"/>
                                          </p:val>
                                        </p:tav>
                                      </p:tavLst>
                                    </p:anim>
                                  </p:childTnLst>
                                </p:cTn>
                              </p:par>
                            </p:childTnLst>
                          </p:cTn>
                        </p:par>
                        <p:par>
                          <p:cTn id="19" fill="hold">
                            <p:stCondLst>
                              <p:cond delay="3000"/>
                            </p:stCondLst>
                            <p:childTnLst>
                              <p:par>
                                <p:cTn id="20" presetID="2" presetClass="entr" presetSubtype="4" accel="50000" decel="50000" fill="hold" grpId="0" nodeType="afterEffect">
                                  <p:stCondLst>
                                    <p:cond delay="0"/>
                                  </p:stCondLst>
                                  <p:childTnLst>
                                    <p:set>
                                      <p:cBhvr>
                                        <p:cTn id="21" dur="1" fill="hold">
                                          <p:stCondLst>
                                            <p:cond delay="0"/>
                                          </p:stCondLst>
                                        </p:cTn>
                                        <p:tgtEl>
                                          <p:spTgt spid="14"/>
                                        </p:tgtEl>
                                        <p:attrNameLst>
                                          <p:attrName>style.visibility</p:attrName>
                                        </p:attrNameLst>
                                      </p:cBhvr>
                                      <p:to>
                                        <p:strVal val="visible"/>
                                      </p:to>
                                    </p:set>
                                    <p:anim calcmode="lin" valueType="num">
                                      <p:cBhvr additive="base">
                                        <p:cTn id="22" dur="1000" fill="hold"/>
                                        <p:tgtEl>
                                          <p:spTgt spid="14"/>
                                        </p:tgtEl>
                                        <p:attrNameLst>
                                          <p:attrName>ppt_x</p:attrName>
                                        </p:attrNameLst>
                                      </p:cBhvr>
                                      <p:tavLst>
                                        <p:tav tm="0">
                                          <p:val>
                                            <p:strVal val="#ppt_x"/>
                                          </p:val>
                                        </p:tav>
                                        <p:tav tm="100000">
                                          <p:val>
                                            <p:strVal val="#ppt_x"/>
                                          </p:val>
                                        </p:tav>
                                      </p:tavLst>
                                    </p:anim>
                                    <p:anim calcmode="lin" valueType="num">
                                      <p:cBhvr additive="base">
                                        <p:cTn id="23" dur="1000" fill="hold"/>
                                        <p:tgtEl>
                                          <p:spTgt spid="1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13" grpId="0" animBg="1"/>
      <p:bldP spid="14" grpId="0" animBg="1"/>
    </p:bldLst>
  </p:timing>
</p:sldLayout>
</file>

<file path=ppt/slideLayouts/slideLayout238.xml><?xml version="1.0" encoding="utf-8"?>
<p:sldLayout xmlns:a="http://schemas.openxmlformats.org/drawingml/2006/main" xmlns:r="http://schemas.openxmlformats.org/officeDocument/2006/relationships" xmlns:p="http://schemas.openxmlformats.org/presentationml/2006/main" userDrawn="1">
  <p:cSld name="5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28193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89779575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Layout>
</file>

<file path=ppt/slideLayouts/slideLayout239.xml><?xml version="1.0" encoding="utf-8"?>
<p:sldLayout xmlns:a="http://schemas.openxmlformats.org/drawingml/2006/main" xmlns:r="http://schemas.openxmlformats.org/officeDocument/2006/relationships" xmlns:p="http://schemas.openxmlformats.org/presentationml/2006/main" userDrawn="1">
  <p:cSld name="2_Team09">
    <p:spTree>
      <p:nvGrpSpPr>
        <p:cNvPr id="1" name=""/>
        <p:cNvGrpSpPr/>
        <p:nvPr/>
      </p:nvGrpSpPr>
      <p:grpSpPr>
        <a:xfrm>
          <a:off x="0" y="0"/>
          <a:ext cx="0" cy="0"/>
          <a:chOff x="0" y="0"/>
          <a:chExt cx="0" cy="0"/>
        </a:xfrm>
      </p:grpSpPr>
      <p:sp>
        <p:nvSpPr>
          <p:cNvPr id="21" name="Picture Placeholder 7"/>
          <p:cNvSpPr>
            <a:spLocks noGrp="1"/>
          </p:cNvSpPr>
          <p:nvPr>
            <p:ph type="pic" sz="quarter" idx="29" hasCustomPrompt="1"/>
          </p:nvPr>
        </p:nvSpPr>
        <p:spPr>
          <a:xfrm>
            <a:off x="0" y="2964581"/>
            <a:ext cx="12192000" cy="389341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1" name="Picture Placeholder 7"/>
          <p:cNvSpPr>
            <a:spLocks noGrp="1"/>
          </p:cNvSpPr>
          <p:nvPr>
            <p:ph type="pic" sz="quarter" idx="10" hasCustomPrompt="1"/>
          </p:nvPr>
        </p:nvSpPr>
        <p:spPr>
          <a:xfrm>
            <a:off x="876172" y="2006600"/>
            <a:ext cx="1895355" cy="1894789"/>
          </a:xfrm>
          <a:prstGeom prst="ellipse">
            <a:avLst/>
          </a:prstGeom>
          <a:ln w="19050">
            <a:solidFill>
              <a:schemeClr val="accent1"/>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14" name="Text Placeholder 3"/>
          <p:cNvSpPr>
            <a:spLocks noGrp="1"/>
          </p:cNvSpPr>
          <p:nvPr>
            <p:ph type="body" sz="half" idx="15"/>
          </p:nvPr>
        </p:nvSpPr>
        <p:spPr>
          <a:xfrm>
            <a:off x="849403" y="4644196"/>
            <a:ext cx="1948892" cy="1231107"/>
          </a:xfrm>
          <a:prstGeom prst="rect">
            <a:avLst/>
          </a:prstGeom>
        </p:spPr>
        <p:txBody>
          <a:bodyPr wrap="square" lIns="0" tIns="0" rIns="0" bIns="0" anchor="t">
            <a:noAutofit/>
          </a:bodyPr>
          <a:lstStyle>
            <a:lvl1pPr marL="0" indent="0" algn="ctr">
              <a:buNone/>
              <a:defRPr sz="1467" b="0"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3" name="Picture Placeholder 7"/>
          <p:cNvSpPr>
            <a:spLocks noGrp="1"/>
          </p:cNvSpPr>
          <p:nvPr>
            <p:ph type="pic" sz="quarter" idx="17" hasCustomPrompt="1"/>
          </p:nvPr>
        </p:nvSpPr>
        <p:spPr>
          <a:xfrm>
            <a:off x="3011255" y="2006600"/>
            <a:ext cx="1895355" cy="1894789"/>
          </a:xfrm>
          <a:prstGeom prst="ellipse">
            <a:avLst/>
          </a:prstGeom>
          <a:ln w="19050">
            <a:solidFill>
              <a:schemeClr val="accent2"/>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24" name="Text Placeholder 3"/>
          <p:cNvSpPr>
            <a:spLocks noGrp="1"/>
          </p:cNvSpPr>
          <p:nvPr>
            <p:ph type="body" sz="half" idx="18"/>
          </p:nvPr>
        </p:nvSpPr>
        <p:spPr>
          <a:xfrm>
            <a:off x="2984486" y="4644196"/>
            <a:ext cx="1948892" cy="1231107"/>
          </a:xfrm>
          <a:prstGeom prst="rect">
            <a:avLst/>
          </a:prstGeom>
        </p:spPr>
        <p:txBody>
          <a:bodyPr wrap="square" lIns="0" tIns="0" rIns="0" bIns="0" anchor="t">
            <a:noAutofit/>
          </a:bodyPr>
          <a:lstStyle>
            <a:lvl1pPr marL="0" indent="0" algn="ctr">
              <a:buNone/>
              <a:defRPr sz="1467" b="0"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7" name="Picture Placeholder 7"/>
          <p:cNvSpPr>
            <a:spLocks noGrp="1"/>
          </p:cNvSpPr>
          <p:nvPr>
            <p:ph type="pic" sz="quarter" idx="20" hasCustomPrompt="1"/>
          </p:nvPr>
        </p:nvSpPr>
        <p:spPr>
          <a:xfrm>
            <a:off x="5131884" y="2006600"/>
            <a:ext cx="1895355" cy="1894789"/>
          </a:xfrm>
          <a:prstGeom prst="ellipse">
            <a:avLst/>
          </a:prstGeom>
          <a:ln w="19050">
            <a:solidFill>
              <a:schemeClr val="accent3"/>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28" name="Text Placeholder 3"/>
          <p:cNvSpPr>
            <a:spLocks noGrp="1"/>
          </p:cNvSpPr>
          <p:nvPr>
            <p:ph type="body" sz="half" idx="21"/>
          </p:nvPr>
        </p:nvSpPr>
        <p:spPr>
          <a:xfrm>
            <a:off x="5105115" y="4644196"/>
            <a:ext cx="1948892" cy="1231107"/>
          </a:xfrm>
          <a:prstGeom prst="rect">
            <a:avLst/>
          </a:prstGeom>
        </p:spPr>
        <p:txBody>
          <a:bodyPr wrap="square" lIns="0" tIns="0" rIns="0" bIns="0" anchor="t">
            <a:noAutofit/>
          </a:bodyPr>
          <a:lstStyle>
            <a:lvl1pPr marL="0" indent="0" algn="ctr">
              <a:buNone/>
              <a:defRPr sz="1467" b="0"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32" name="Picture Placeholder 7"/>
          <p:cNvSpPr>
            <a:spLocks noGrp="1"/>
          </p:cNvSpPr>
          <p:nvPr>
            <p:ph type="pic" sz="quarter" idx="23" hasCustomPrompt="1"/>
          </p:nvPr>
        </p:nvSpPr>
        <p:spPr>
          <a:xfrm>
            <a:off x="7241708" y="2006600"/>
            <a:ext cx="1895355" cy="1894789"/>
          </a:xfrm>
          <a:prstGeom prst="ellipse">
            <a:avLst/>
          </a:prstGeom>
          <a:ln w="19050">
            <a:solidFill>
              <a:schemeClr val="accent4"/>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33" name="Text Placeholder 3"/>
          <p:cNvSpPr>
            <a:spLocks noGrp="1"/>
          </p:cNvSpPr>
          <p:nvPr>
            <p:ph type="body" sz="half" idx="24"/>
          </p:nvPr>
        </p:nvSpPr>
        <p:spPr>
          <a:xfrm>
            <a:off x="7214939" y="4644196"/>
            <a:ext cx="1948892" cy="1231107"/>
          </a:xfrm>
          <a:prstGeom prst="rect">
            <a:avLst/>
          </a:prstGeom>
        </p:spPr>
        <p:txBody>
          <a:bodyPr wrap="square" lIns="0" tIns="0" rIns="0" bIns="0" anchor="t">
            <a:noAutofit/>
          </a:bodyPr>
          <a:lstStyle>
            <a:lvl1pPr marL="0" indent="0" algn="ctr">
              <a:buNone/>
              <a:defRPr sz="1467" b="0"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38" name="Picture Placeholder 7"/>
          <p:cNvSpPr>
            <a:spLocks noGrp="1"/>
          </p:cNvSpPr>
          <p:nvPr>
            <p:ph type="pic" sz="quarter" idx="26" hasCustomPrompt="1"/>
          </p:nvPr>
        </p:nvSpPr>
        <p:spPr>
          <a:xfrm>
            <a:off x="9373143" y="2006600"/>
            <a:ext cx="1895355" cy="1894789"/>
          </a:xfrm>
          <a:prstGeom prst="ellipse">
            <a:avLst/>
          </a:prstGeom>
          <a:ln w="19050">
            <a:solidFill>
              <a:schemeClr val="accent5"/>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39" name="Text Placeholder 3"/>
          <p:cNvSpPr>
            <a:spLocks noGrp="1"/>
          </p:cNvSpPr>
          <p:nvPr>
            <p:ph type="body" sz="half" idx="27"/>
          </p:nvPr>
        </p:nvSpPr>
        <p:spPr>
          <a:xfrm>
            <a:off x="9346374" y="4644196"/>
            <a:ext cx="1948892" cy="1231107"/>
          </a:xfrm>
          <a:prstGeom prst="rect">
            <a:avLst/>
          </a:prstGeom>
        </p:spPr>
        <p:txBody>
          <a:bodyPr wrap="square" lIns="0" tIns="0" rIns="0" bIns="0" anchor="t">
            <a:noAutofit/>
          </a:bodyPr>
          <a:lstStyle>
            <a:lvl1pPr marL="0" indent="0" algn="ctr">
              <a:buNone/>
              <a:defRPr sz="1467" b="0"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2" name="Text Placeholder 3"/>
          <p:cNvSpPr>
            <a:spLocks noGrp="1"/>
          </p:cNvSpPr>
          <p:nvPr>
            <p:ph type="body" sz="half" idx="16"/>
          </p:nvPr>
        </p:nvSpPr>
        <p:spPr>
          <a:xfrm>
            <a:off x="1140228" y="3980808"/>
            <a:ext cx="1367243" cy="508973"/>
          </a:xfrm>
          <a:prstGeom prst="rect">
            <a:avLst/>
          </a:prstGeom>
        </p:spPr>
        <p:txBody>
          <a:bodyPr wrap="squar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26" name="Text Placeholder 3"/>
          <p:cNvSpPr>
            <a:spLocks noGrp="1"/>
          </p:cNvSpPr>
          <p:nvPr>
            <p:ph type="body" sz="half" idx="19"/>
          </p:nvPr>
        </p:nvSpPr>
        <p:spPr>
          <a:xfrm>
            <a:off x="3275311" y="3980808"/>
            <a:ext cx="1367243" cy="508973"/>
          </a:xfrm>
          <a:prstGeom prst="rect">
            <a:avLst/>
          </a:prstGeom>
        </p:spPr>
        <p:txBody>
          <a:bodyPr wrap="squar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30" name="Text Placeholder 3"/>
          <p:cNvSpPr>
            <a:spLocks noGrp="1"/>
          </p:cNvSpPr>
          <p:nvPr>
            <p:ph type="body" sz="half" idx="22"/>
          </p:nvPr>
        </p:nvSpPr>
        <p:spPr>
          <a:xfrm>
            <a:off x="5395940" y="3980808"/>
            <a:ext cx="1367243" cy="508973"/>
          </a:xfrm>
          <a:prstGeom prst="rect">
            <a:avLst/>
          </a:prstGeom>
        </p:spPr>
        <p:txBody>
          <a:bodyPr wrap="squar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36" name="Text Placeholder 3"/>
          <p:cNvSpPr>
            <a:spLocks noGrp="1"/>
          </p:cNvSpPr>
          <p:nvPr>
            <p:ph type="body" sz="half" idx="25"/>
          </p:nvPr>
        </p:nvSpPr>
        <p:spPr>
          <a:xfrm>
            <a:off x="7505764" y="3980808"/>
            <a:ext cx="1367243" cy="508973"/>
          </a:xfrm>
          <a:prstGeom prst="rect">
            <a:avLst/>
          </a:prstGeom>
        </p:spPr>
        <p:txBody>
          <a:bodyPr wrap="squar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44" name="Text Placeholder 3"/>
          <p:cNvSpPr>
            <a:spLocks noGrp="1"/>
          </p:cNvSpPr>
          <p:nvPr>
            <p:ph type="body" sz="half" idx="28"/>
          </p:nvPr>
        </p:nvSpPr>
        <p:spPr>
          <a:xfrm>
            <a:off x="9637199" y="3980808"/>
            <a:ext cx="1367243" cy="508973"/>
          </a:xfrm>
          <a:prstGeom prst="rect">
            <a:avLst/>
          </a:prstGeom>
        </p:spPr>
        <p:txBody>
          <a:bodyPr wrap="squar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19"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20"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76186474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1"/>
                                        </p:tgtEl>
                                        <p:attrNameLst>
                                          <p:attrName>style.visibility</p:attrName>
                                        </p:attrNameLst>
                                      </p:cBhvr>
                                      <p:to>
                                        <p:strVal val="visible"/>
                                      </p:to>
                                    </p:set>
                                    <p:animEffect transition="in" filter="fade">
                                      <p:cBhvr>
                                        <p:cTn id="7" dur="1000"/>
                                        <p:tgtEl>
                                          <p:spTgt spid="21"/>
                                        </p:tgtEl>
                                      </p:cBhvr>
                                    </p:animEffect>
                                  </p:childTnLst>
                                </p:cTn>
                              </p:par>
                            </p:childTnLst>
                          </p:cTn>
                        </p:par>
                        <p:par>
                          <p:cTn id="8" fill="hold">
                            <p:stCondLst>
                              <p:cond delay="1000"/>
                            </p:stCondLst>
                            <p:childTnLst>
                              <p:par>
                                <p:cTn id="9" presetID="53" presetClass="entr" presetSubtype="0" fill="hold" grpId="0" nodeType="afterEffect">
                                  <p:stCondLst>
                                    <p:cond delay="0"/>
                                  </p:stCondLst>
                                  <p:childTnLst>
                                    <p:set>
                                      <p:cBhvr>
                                        <p:cTn id="10" dur="1" fill="hold">
                                          <p:stCondLst>
                                            <p:cond delay="0"/>
                                          </p:stCondLst>
                                        </p:cTn>
                                        <p:tgtEl>
                                          <p:spTgt spid="31"/>
                                        </p:tgtEl>
                                        <p:attrNameLst>
                                          <p:attrName>style.visibility</p:attrName>
                                        </p:attrNameLst>
                                      </p:cBhvr>
                                      <p:to>
                                        <p:strVal val="visible"/>
                                      </p:to>
                                    </p:set>
                                    <p:anim calcmode="lin" valueType="num">
                                      <p:cBhvr>
                                        <p:cTn id="11" dur="500" fill="hold"/>
                                        <p:tgtEl>
                                          <p:spTgt spid="31"/>
                                        </p:tgtEl>
                                        <p:attrNameLst>
                                          <p:attrName>ppt_w</p:attrName>
                                        </p:attrNameLst>
                                      </p:cBhvr>
                                      <p:tavLst>
                                        <p:tav tm="0">
                                          <p:val>
                                            <p:fltVal val="0"/>
                                          </p:val>
                                        </p:tav>
                                        <p:tav tm="100000">
                                          <p:val>
                                            <p:strVal val="#ppt_w"/>
                                          </p:val>
                                        </p:tav>
                                      </p:tavLst>
                                    </p:anim>
                                    <p:anim calcmode="lin" valueType="num">
                                      <p:cBhvr>
                                        <p:cTn id="12" dur="500" fill="hold"/>
                                        <p:tgtEl>
                                          <p:spTgt spid="31"/>
                                        </p:tgtEl>
                                        <p:attrNameLst>
                                          <p:attrName>ppt_h</p:attrName>
                                        </p:attrNameLst>
                                      </p:cBhvr>
                                      <p:tavLst>
                                        <p:tav tm="0">
                                          <p:val>
                                            <p:fltVal val="0"/>
                                          </p:val>
                                        </p:tav>
                                        <p:tav tm="100000">
                                          <p:val>
                                            <p:strVal val="#ppt_h"/>
                                          </p:val>
                                        </p:tav>
                                      </p:tavLst>
                                    </p:anim>
                                    <p:animEffect transition="in" filter="fade">
                                      <p:cBhvr>
                                        <p:cTn id="13" dur="500"/>
                                        <p:tgtEl>
                                          <p:spTgt spid="31"/>
                                        </p:tgtEl>
                                      </p:cBhvr>
                                    </p:animEffect>
                                  </p:childTnLst>
                                </p:cTn>
                              </p:par>
                            </p:childTnLst>
                          </p:cTn>
                        </p:par>
                        <p:par>
                          <p:cTn id="14" fill="hold">
                            <p:stCondLst>
                              <p:cond delay="1500"/>
                            </p:stCondLst>
                            <p:childTnLst>
                              <p:par>
                                <p:cTn id="15" presetID="22" presetClass="entr" presetSubtype="4" fill="hold" grpId="0" nodeType="afterEffect" nodePh="1">
                                  <p:stCondLst>
                                    <p:cond delay="0"/>
                                  </p:stCondLst>
                                  <p:endCondLst>
                                    <p:cond evt="begin" delay="0">
                                      <p:tn val="15"/>
                                    </p:cond>
                                  </p:endCondLst>
                                  <p:childTnLst>
                                    <p:set>
                                      <p:cBhvr>
                                        <p:cTn id="16" dur="1" fill="hold">
                                          <p:stCondLst>
                                            <p:cond delay="0"/>
                                          </p:stCondLst>
                                        </p:cTn>
                                        <p:tgtEl>
                                          <p:spTgt spid="22">
                                            <p:txEl>
                                              <p:pRg st="0" end="0"/>
                                            </p:txEl>
                                          </p:spTgt>
                                        </p:tgtEl>
                                        <p:attrNameLst>
                                          <p:attrName>style.visibility</p:attrName>
                                        </p:attrNameLst>
                                      </p:cBhvr>
                                      <p:to>
                                        <p:strVal val="visible"/>
                                      </p:to>
                                    </p:set>
                                    <p:animEffect transition="in" filter="wipe(down)">
                                      <p:cBhvr>
                                        <p:cTn id="17" dur="500"/>
                                        <p:tgtEl>
                                          <p:spTgt spid="22">
                                            <p:txEl>
                                              <p:pRg st="0" end="0"/>
                                            </p:txEl>
                                          </p:spTgt>
                                        </p:tgtEl>
                                      </p:cBhvr>
                                    </p:animEffect>
                                  </p:childTnLst>
                                </p:cTn>
                              </p:par>
                            </p:childTnLst>
                          </p:cTn>
                        </p:par>
                        <p:par>
                          <p:cTn id="18" fill="hold">
                            <p:stCondLst>
                              <p:cond delay="2000"/>
                            </p:stCondLst>
                            <p:childTnLst>
                              <p:par>
                                <p:cTn id="19" presetID="2" presetClass="entr" presetSubtype="4" accel="50000" decel="50000" fill="hold" grpId="0" nodeType="afterEffect" nodePh="1">
                                  <p:stCondLst>
                                    <p:cond delay="0"/>
                                  </p:stCondLst>
                                  <p:endCondLst>
                                    <p:cond evt="begin" delay="0">
                                      <p:tn val="19"/>
                                    </p:cond>
                                  </p:endCondLst>
                                  <p:childTnLst>
                                    <p:set>
                                      <p:cBhvr>
                                        <p:cTn id="20" dur="1" fill="hold">
                                          <p:stCondLst>
                                            <p:cond delay="0"/>
                                          </p:stCondLst>
                                        </p:cTn>
                                        <p:tgtEl>
                                          <p:spTgt spid="14">
                                            <p:txEl>
                                              <p:pRg st="0" end="0"/>
                                            </p:txEl>
                                          </p:spTgt>
                                        </p:tgtEl>
                                        <p:attrNameLst>
                                          <p:attrName>style.visibility</p:attrName>
                                        </p:attrNameLst>
                                      </p:cBhvr>
                                      <p:to>
                                        <p:strVal val="visible"/>
                                      </p:to>
                                    </p:set>
                                    <p:anim calcmode="lin" valueType="num">
                                      <p:cBhvr additive="base">
                                        <p:cTn id="21" dur="500" fill="hold"/>
                                        <p:tgtEl>
                                          <p:spTgt spid="14">
                                            <p:txEl>
                                              <p:pRg st="0" end="0"/>
                                            </p:txEl>
                                          </p:spTgt>
                                        </p:tgtEl>
                                        <p:attrNameLst>
                                          <p:attrName>ppt_x</p:attrName>
                                        </p:attrNameLst>
                                      </p:cBhvr>
                                      <p:tavLst>
                                        <p:tav tm="0">
                                          <p:val>
                                            <p:strVal val="#ppt_x"/>
                                          </p:val>
                                        </p:tav>
                                        <p:tav tm="100000">
                                          <p:val>
                                            <p:strVal val="#ppt_x"/>
                                          </p:val>
                                        </p:tav>
                                      </p:tavLst>
                                    </p:anim>
                                    <p:anim calcmode="lin" valueType="num">
                                      <p:cBhvr additive="base">
                                        <p:cTn id="22" dur="500" fill="hold"/>
                                        <p:tgtEl>
                                          <p:spTgt spid="14">
                                            <p:txEl>
                                              <p:pRg st="0" end="0"/>
                                            </p:txEl>
                                          </p:spTgt>
                                        </p:tgtEl>
                                        <p:attrNameLst>
                                          <p:attrName>ppt_y</p:attrName>
                                        </p:attrNameLst>
                                      </p:cBhvr>
                                      <p:tavLst>
                                        <p:tav tm="0">
                                          <p:val>
                                            <p:strVal val="1+#ppt_h/2"/>
                                          </p:val>
                                        </p:tav>
                                        <p:tav tm="100000">
                                          <p:val>
                                            <p:strVal val="#ppt_y"/>
                                          </p:val>
                                        </p:tav>
                                      </p:tavLst>
                                    </p:anim>
                                  </p:childTnLst>
                                </p:cTn>
                              </p:par>
                            </p:childTnLst>
                          </p:cTn>
                        </p:par>
                        <p:par>
                          <p:cTn id="23" fill="hold">
                            <p:stCondLst>
                              <p:cond delay="2500"/>
                            </p:stCondLst>
                            <p:childTnLst>
                              <p:par>
                                <p:cTn id="24" presetID="53" presetClass="entr" presetSubtype="0" fill="hold" grpId="0" nodeType="afterEffect">
                                  <p:stCondLst>
                                    <p:cond delay="0"/>
                                  </p:stCondLst>
                                  <p:childTnLst>
                                    <p:set>
                                      <p:cBhvr>
                                        <p:cTn id="25" dur="1" fill="hold">
                                          <p:stCondLst>
                                            <p:cond delay="0"/>
                                          </p:stCondLst>
                                        </p:cTn>
                                        <p:tgtEl>
                                          <p:spTgt spid="23"/>
                                        </p:tgtEl>
                                        <p:attrNameLst>
                                          <p:attrName>style.visibility</p:attrName>
                                        </p:attrNameLst>
                                      </p:cBhvr>
                                      <p:to>
                                        <p:strVal val="visible"/>
                                      </p:to>
                                    </p:set>
                                    <p:anim calcmode="lin" valueType="num">
                                      <p:cBhvr>
                                        <p:cTn id="26" dur="500" fill="hold"/>
                                        <p:tgtEl>
                                          <p:spTgt spid="23"/>
                                        </p:tgtEl>
                                        <p:attrNameLst>
                                          <p:attrName>ppt_w</p:attrName>
                                        </p:attrNameLst>
                                      </p:cBhvr>
                                      <p:tavLst>
                                        <p:tav tm="0">
                                          <p:val>
                                            <p:fltVal val="0"/>
                                          </p:val>
                                        </p:tav>
                                        <p:tav tm="100000">
                                          <p:val>
                                            <p:strVal val="#ppt_w"/>
                                          </p:val>
                                        </p:tav>
                                      </p:tavLst>
                                    </p:anim>
                                    <p:anim calcmode="lin" valueType="num">
                                      <p:cBhvr>
                                        <p:cTn id="27" dur="500" fill="hold"/>
                                        <p:tgtEl>
                                          <p:spTgt spid="23"/>
                                        </p:tgtEl>
                                        <p:attrNameLst>
                                          <p:attrName>ppt_h</p:attrName>
                                        </p:attrNameLst>
                                      </p:cBhvr>
                                      <p:tavLst>
                                        <p:tav tm="0">
                                          <p:val>
                                            <p:fltVal val="0"/>
                                          </p:val>
                                        </p:tav>
                                        <p:tav tm="100000">
                                          <p:val>
                                            <p:strVal val="#ppt_h"/>
                                          </p:val>
                                        </p:tav>
                                      </p:tavLst>
                                    </p:anim>
                                    <p:animEffect transition="in" filter="fade">
                                      <p:cBhvr>
                                        <p:cTn id="28" dur="500"/>
                                        <p:tgtEl>
                                          <p:spTgt spid="23"/>
                                        </p:tgtEl>
                                      </p:cBhvr>
                                    </p:animEffect>
                                  </p:childTnLst>
                                </p:cTn>
                              </p:par>
                            </p:childTnLst>
                          </p:cTn>
                        </p:par>
                        <p:par>
                          <p:cTn id="29" fill="hold">
                            <p:stCondLst>
                              <p:cond delay="3000"/>
                            </p:stCondLst>
                            <p:childTnLst>
                              <p:par>
                                <p:cTn id="30" presetID="22" presetClass="entr" presetSubtype="4" fill="hold" grpId="0" nodeType="afterEffect" nodePh="1">
                                  <p:stCondLst>
                                    <p:cond delay="0"/>
                                  </p:stCondLst>
                                  <p:endCondLst>
                                    <p:cond evt="begin" delay="0">
                                      <p:tn val="30"/>
                                    </p:cond>
                                  </p:endCondLst>
                                  <p:childTnLst>
                                    <p:set>
                                      <p:cBhvr>
                                        <p:cTn id="31" dur="1" fill="hold">
                                          <p:stCondLst>
                                            <p:cond delay="0"/>
                                          </p:stCondLst>
                                        </p:cTn>
                                        <p:tgtEl>
                                          <p:spTgt spid="26">
                                            <p:txEl>
                                              <p:pRg st="0" end="0"/>
                                            </p:txEl>
                                          </p:spTgt>
                                        </p:tgtEl>
                                        <p:attrNameLst>
                                          <p:attrName>style.visibility</p:attrName>
                                        </p:attrNameLst>
                                      </p:cBhvr>
                                      <p:to>
                                        <p:strVal val="visible"/>
                                      </p:to>
                                    </p:set>
                                    <p:animEffect transition="in" filter="wipe(down)">
                                      <p:cBhvr>
                                        <p:cTn id="32" dur="500"/>
                                        <p:tgtEl>
                                          <p:spTgt spid="26">
                                            <p:txEl>
                                              <p:pRg st="0" end="0"/>
                                            </p:txEl>
                                          </p:spTgt>
                                        </p:tgtEl>
                                      </p:cBhvr>
                                    </p:animEffect>
                                  </p:childTnLst>
                                </p:cTn>
                              </p:par>
                            </p:childTnLst>
                          </p:cTn>
                        </p:par>
                        <p:par>
                          <p:cTn id="33" fill="hold">
                            <p:stCondLst>
                              <p:cond delay="3500"/>
                            </p:stCondLst>
                            <p:childTnLst>
                              <p:par>
                                <p:cTn id="34" presetID="2" presetClass="entr" presetSubtype="4" accel="50000" decel="50000" fill="hold" grpId="0" nodeType="afterEffect" nodePh="1">
                                  <p:stCondLst>
                                    <p:cond delay="0"/>
                                  </p:stCondLst>
                                  <p:endCondLst>
                                    <p:cond evt="begin" delay="0">
                                      <p:tn val="34"/>
                                    </p:cond>
                                  </p:endCondLst>
                                  <p:childTnLst>
                                    <p:set>
                                      <p:cBhvr>
                                        <p:cTn id="35" dur="1" fill="hold">
                                          <p:stCondLst>
                                            <p:cond delay="0"/>
                                          </p:stCondLst>
                                        </p:cTn>
                                        <p:tgtEl>
                                          <p:spTgt spid="24">
                                            <p:txEl>
                                              <p:pRg st="0" end="0"/>
                                            </p:txEl>
                                          </p:spTgt>
                                        </p:tgtEl>
                                        <p:attrNameLst>
                                          <p:attrName>style.visibility</p:attrName>
                                        </p:attrNameLst>
                                      </p:cBhvr>
                                      <p:to>
                                        <p:strVal val="visible"/>
                                      </p:to>
                                    </p:set>
                                    <p:anim calcmode="lin" valueType="num">
                                      <p:cBhvr additive="base">
                                        <p:cTn id="36"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additive="base">
                                        <p:cTn id="37" dur="500" fill="hold"/>
                                        <p:tgtEl>
                                          <p:spTgt spid="24">
                                            <p:txEl>
                                              <p:pRg st="0" end="0"/>
                                            </p:txEl>
                                          </p:spTgt>
                                        </p:tgtEl>
                                        <p:attrNameLst>
                                          <p:attrName>ppt_y</p:attrName>
                                        </p:attrNameLst>
                                      </p:cBhvr>
                                      <p:tavLst>
                                        <p:tav tm="0">
                                          <p:val>
                                            <p:strVal val="1+#ppt_h/2"/>
                                          </p:val>
                                        </p:tav>
                                        <p:tav tm="100000">
                                          <p:val>
                                            <p:strVal val="#ppt_y"/>
                                          </p:val>
                                        </p:tav>
                                      </p:tavLst>
                                    </p:anim>
                                  </p:childTnLst>
                                </p:cTn>
                              </p:par>
                            </p:childTnLst>
                          </p:cTn>
                        </p:par>
                        <p:par>
                          <p:cTn id="38" fill="hold">
                            <p:stCondLst>
                              <p:cond delay="4000"/>
                            </p:stCondLst>
                            <p:childTnLst>
                              <p:par>
                                <p:cTn id="39" presetID="53" presetClass="entr" presetSubtype="0" fill="hold" grpId="0" nodeType="afterEffect">
                                  <p:stCondLst>
                                    <p:cond delay="0"/>
                                  </p:stCondLst>
                                  <p:childTnLst>
                                    <p:set>
                                      <p:cBhvr>
                                        <p:cTn id="40" dur="1" fill="hold">
                                          <p:stCondLst>
                                            <p:cond delay="0"/>
                                          </p:stCondLst>
                                        </p:cTn>
                                        <p:tgtEl>
                                          <p:spTgt spid="27"/>
                                        </p:tgtEl>
                                        <p:attrNameLst>
                                          <p:attrName>style.visibility</p:attrName>
                                        </p:attrNameLst>
                                      </p:cBhvr>
                                      <p:to>
                                        <p:strVal val="visible"/>
                                      </p:to>
                                    </p:set>
                                    <p:anim calcmode="lin" valueType="num">
                                      <p:cBhvr>
                                        <p:cTn id="41" dur="500" fill="hold"/>
                                        <p:tgtEl>
                                          <p:spTgt spid="27"/>
                                        </p:tgtEl>
                                        <p:attrNameLst>
                                          <p:attrName>ppt_w</p:attrName>
                                        </p:attrNameLst>
                                      </p:cBhvr>
                                      <p:tavLst>
                                        <p:tav tm="0">
                                          <p:val>
                                            <p:fltVal val="0"/>
                                          </p:val>
                                        </p:tav>
                                        <p:tav tm="100000">
                                          <p:val>
                                            <p:strVal val="#ppt_w"/>
                                          </p:val>
                                        </p:tav>
                                      </p:tavLst>
                                    </p:anim>
                                    <p:anim calcmode="lin" valueType="num">
                                      <p:cBhvr>
                                        <p:cTn id="42" dur="500" fill="hold"/>
                                        <p:tgtEl>
                                          <p:spTgt spid="27"/>
                                        </p:tgtEl>
                                        <p:attrNameLst>
                                          <p:attrName>ppt_h</p:attrName>
                                        </p:attrNameLst>
                                      </p:cBhvr>
                                      <p:tavLst>
                                        <p:tav tm="0">
                                          <p:val>
                                            <p:fltVal val="0"/>
                                          </p:val>
                                        </p:tav>
                                        <p:tav tm="100000">
                                          <p:val>
                                            <p:strVal val="#ppt_h"/>
                                          </p:val>
                                        </p:tav>
                                      </p:tavLst>
                                    </p:anim>
                                    <p:animEffect transition="in" filter="fade">
                                      <p:cBhvr>
                                        <p:cTn id="43" dur="500"/>
                                        <p:tgtEl>
                                          <p:spTgt spid="27"/>
                                        </p:tgtEl>
                                      </p:cBhvr>
                                    </p:animEffect>
                                  </p:childTnLst>
                                </p:cTn>
                              </p:par>
                            </p:childTnLst>
                          </p:cTn>
                        </p:par>
                        <p:par>
                          <p:cTn id="44" fill="hold">
                            <p:stCondLst>
                              <p:cond delay="4500"/>
                            </p:stCondLst>
                            <p:childTnLst>
                              <p:par>
                                <p:cTn id="45" presetID="22" presetClass="entr" presetSubtype="4" fill="hold" grpId="0" nodeType="afterEffect" nodePh="1">
                                  <p:stCondLst>
                                    <p:cond delay="0"/>
                                  </p:stCondLst>
                                  <p:endCondLst>
                                    <p:cond evt="begin" delay="0">
                                      <p:tn val="45"/>
                                    </p:cond>
                                  </p:endCondLst>
                                  <p:childTnLst>
                                    <p:set>
                                      <p:cBhvr>
                                        <p:cTn id="46" dur="1" fill="hold">
                                          <p:stCondLst>
                                            <p:cond delay="0"/>
                                          </p:stCondLst>
                                        </p:cTn>
                                        <p:tgtEl>
                                          <p:spTgt spid="30">
                                            <p:txEl>
                                              <p:pRg st="0" end="0"/>
                                            </p:txEl>
                                          </p:spTgt>
                                        </p:tgtEl>
                                        <p:attrNameLst>
                                          <p:attrName>style.visibility</p:attrName>
                                        </p:attrNameLst>
                                      </p:cBhvr>
                                      <p:to>
                                        <p:strVal val="visible"/>
                                      </p:to>
                                    </p:set>
                                    <p:animEffect transition="in" filter="wipe(down)">
                                      <p:cBhvr>
                                        <p:cTn id="47" dur="500"/>
                                        <p:tgtEl>
                                          <p:spTgt spid="30">
                                            <p:txEl>
                                              <p:pRg st="0" end="0"/>
                                            </p:txEl>
                                          </p:spTgt>
                                        </p:tgtEl>
                                      </p:cBhvr>
                                    </p:animEffect>
                                  </p:childTnLst>
                                </p:cTn>
                              </p:par>
                            </p:childTnLst>
                          </p:cTn>
                        </p:par>
                        <p:par>
                          <p:cTn id="48" fill="hold">
                            <p:stCondLst>
                              <p:cond delay="5000"/>
                            </p:stCondLst>
                            <p:childTnLst>
                              <p:par>
                                <p:cTn id="49" presetID="2" presetClass="entr" presetSubtype="4" accel="50000" decel="50000" fill="hold" grpId="0" nodeType="afterEffect" nodePh="1">
                                  <p:stCondLst>
                                    <p:cond delay="0"/>
                                  </p:stCondLst>
                                  <p:endCondLst>
                                    <p:cond evt="begin" delay="0">
                                      <p:tn val="49"/>
                                    </p:cond>
                                  </p:endCondLst>
                                  <p:childTnLst>
                                    <p:set>
                                      <p:cBhvr>
                                        <p:cTn id="50" dur="1" fill="hold">
                                          <p:stCondLst>
                                            <p:cond delay="0"/>
                                          </p:stCondLst>
                                        </p:cTn>
                                        <p:tgtEl>
                                          <p:spTgt spid="28">
                                            <p:txEl>
                                              <p:pRg st="0" end="0"/>
                                            </p:txEl>
                                          </p:spTgt>
                                        </p:tgtEl>
                                        <p:attrNameLst>
                                          <p:attrName>style.visibility</p:attrName>
                                        </p:attrNameLst>
                                      </p:cBhvr>
                                      <p:to>
                                        <p:strVal val="visible"/>
                                      </p:to>
                                    </p:set>
                                    <p:anim calcmode="lin" valueType="num">
                                      <p:cBhvr additive="base">
                                        <p:cTn id="51" dur="500" fill="hold"/>
                                        <p:tgtEl>
                                          <p:spTgt spid="28">
                                            <p:txEl>
                                              <p:pRg st="0" end="0"/>
                                            </p:txEl>
                                          </p:spTgt>
                                        </p:tgtEl>
                                        <p:attrNameLst>
                                          <p:attrName>ppt_x</p:attrName>
                                        </p:attrNameLst>
                                      </p:cBhvr>
                                      <p:tavLst>
                                        <p:tav tm="0">
                                          <p:val>
                                            <p:strVal val="#ppt_x"/>
                                          </p:val>
                                        </p:tav>
                                        <p:tav tm="100000">
                                          <p:val>
                                            <p:strVal val="#ppt_x"/>
                                          </p:val>
                                        </p:tav>
                                      </p:tavLst>
                                    </p:anim>
                                    <p:anim calcmode="lin" valueType="num">
                                      <p:cBhvr additive="base">
                                        <p:cTn id="52" dur="500" fill="hold"/>
                                        <p:tgtEl>
                                          <p:spTgt spid="28">
                                            <p:txEl>
                                              <p:pRg st="0" end="0"/>
                                            </p:txEl>
                                          </p:spTgt>
                                        </p:tgtEl>
                                        <p:attrNameLst>
                                          <p:attrName>ppt_y</p:attrName>
                                        </p:attrNameLst>
                                      </p:cBhvr>
                                      <p:tavLst>
                                        <p:tav tm="0">
                                          <p:val>
                                            <p:strVal val="1+#ppt_h/2"/>
                                          </p:val>
                                        </p:tav>
                                        <p:tav tm="100000">
                                          <p:val>
                                            <p:strVal val="#ppt_y"/>
                                          </p:val>
                                        </p:tav>
                                      </p:tavLst>
                                    </p:anim>
                                  </p:childTnLst>
                                </p:cTn>
                              </p:par>
                            </p:childTnLst>
                          </p:cTn>
                        </p:par>
                        <p:par>
                          <p:cTn id="53" fill="hold">
                            <p:stCondLst>
                              <p:cond delay="5500"/>
                            </p:stCondLst>
                            <p:childTnLst>
                              <p:par>
                                <p:cTn id="54" presetID="53" presetClass="entr" presetSubtype="0" fill="hold" grpId="0" nodeType="afterEffect">
                                  <p:stCondLst>
                                    <p:cond delay="0"/>
                                  </p:stCondLst>
                                  <p:childTnLst>
                                    <p:set>
                                      <p:cBhvr>
                                        <p:cTn id="55" dur="1" fill="hold">
                                          <p:stCondLst>
                                            <p:cond delay="0"/>
                                          </p:stCondLst>
                                        </p:cTn>
                                        <p:tgtEl>
                                          <p:spTgt spid="32"/>
                                        </p:tgtEl>
                                        <p:attrNameLst>
                                          <p:attrName>style.visibility</p:attrName>
                                        </p:attrNameLst>
                                      </p:cBhvr>
                                      <p:to>
                                        <p:strVal val="visible"/>
                                      </p:to>
                                    </p:set>
                                    <p:anim calcmode="lin" valueType="num">
                                      <p:cBhvr>
                                        <p:cTn id="56" dur="500" fill="hold"/>
                                        <p:tgtEl>
                                          <p:spTgt spid="32"/>
                                        </p:tgtEl>
                                        <p:attrNameLst>
                                          <p:attrName>ppt_w</p:attrName>
                                        </p:attrNameLst>
                                      </p:cBhvr>
                                      <p:tavLst>
                                        <p:tav tm="0">
                                          <p:val>
                                            <p:fltVal val="0"/>
                                          </p:val>
                                        </p:tav>
                                        <p:tav tm="100000">
                                          <p:val>
                                            <p:strVal val="#ppt_w"/>
                                          </p:val>
                                        </p:tav>
                                      </p:tavLst>
                                    </p:anim>
                                    <p:anim calcmode="lin" valueType="num">
                                      <p:cBhvr>
                                        <p:cTn id="57" dur="500" fill="hold"/>
                                        <p:tgtEl>
                                          <p:spTgt spid="32"/>
                                        </p:tgtEl>
                                        <p:attrNameLst>
                                          <p:attrName>ppt_h</p:attrName>
                                        </p:attrNameLst>
                                      </p:cBhvr>
                                      <p:tavLst>
                                        <p:tav tm="0">
                                          <p:val>
                                            <p:fltVal val="0"/>
                                          </p:val>
                                        </p:tav>
                                        <p:tav tm="100000">
                                          <p:val>
                                            <p:strVal val="#ppt_h"/>
                                          </p:val>
                                        </p:tav>
                                      </p:tavLst>
                                    </p:anim>
                                    <p:animEffect transition="in" filter="fade">
                                      <p:cBhvr>
                                        <p:cTn id="58" dur="500"/>
                                        <p:tgtEl>
                                          <p:spTgt spid="32"/>
                                        </p:tgtEl>
                                      </p:cBhvr>
                                    </p:animEffect>
                                  </p:childTnLst>
                                </p:cTn>
                              </p:par>
                            </p:childTnLst>
                          </p:cTn>
                        </p:par>
                        <p:par>
                          <p:cTn id="59" fill="hold">
                            <p:stCondLst>
                              <p:cond delay="6000"/>
                            </p:stCondLst>
                            <p:childTnLst>
                              <p:par>
                                <p:cTn id="60" presetID="22" presetClass="entr" presetSubtype="4" fill="hold" grpId="0" nodeType="afterEffect" nodePh="1">
                                  <p:stCondLst>
                                    <p:cond delay="0"/>
                                  </p:stCondLst>
                                  <p:endCondLst>
                                    <p:cond evt="begin" delay="0">
                                      <p:tn val="60"/>
                                    </p:cond>
                                  </p:endCondLst>
                                  <p:childTnLst>
                                    <p:set>
                                      <p:cBhvr>
                                        <p:cTn id="61" dur="1" fill="hold">
                                          <p:stCondLst>
                                            <p:cond delay="0"/>
                                          </p:stCondLst>
                                        </p:cTn>
                                        <p:tgtEl>
                                          <p:spTgt spid="36">
                                            <p:txEl>
                                              <p:pRg st="0" end="0"/>
                                            </p:txEl>
                                          </p:spTgt>
                                        </p:tgtEl>
                                        <p:attrNameLst>
                                          <p:attrName>style.visibility</p:attrName>
                                        </p:attrNameLst>
                                      </p:cBhvr>
                                      <p:to>
                                        <p:strVal val="visible"/>
                                      </p:to>
                                    </p:set>
                                    <p:animEffect transition="in" filter="wipe(down)">
                                      <p:cBhvr>
                                        <p:cTn id="62" dur="500"/>
                                        <p:tgtEl>
                                          <p:spTgt spid="36">
                                            <p:txEl>
                                              <p:pRg st="0" end="0"/>
                                            </p:txEl>
                                          </p:spTgt>
                                        </p:tgtEl>
                                      </p:cBhvr>
                                    </p:animEffect>
                                  </p:childTnLst>
                                </p:cTn>
                              </p:par>
                            </p:childTnLst>
                          </p:cTn>
                        </p:par>
                        <p:par>
                          <p:cTn id="63" fill="hold">
                            <p:stCondLst>
                              <p:cond delay="6500"/>
                            </p:stCondLst>
                            <p:childTnLst>
                              <p:par>
                                <p:cTn id="64" presetID="2" presetClass="entr" presetSubtype="4" accel="50000" decel="50000" fill="hold" grpId="0" nodeType="afterEffect" nodePh="1">
                                  <p:stCondLst>
                                    <p:cond delay="0"/>
                                  </p:stCondLst>
                                  <p:endCondLst>
                                    <p:cond evt="begin" delay="0">
                                      <p:tn val="64"/>
                                    </p:cond>
                                  </p:endCondLst>
                                  <p:childTnLst>
                                    <p:set>
                                      <p:cBhvr>
                                        <p:cTn id="65" dur="1" fill="hold">
                                          <p:stCondLst>
                                            <p:cond delay="0"/>
                                          </p:stCondLst>
                                        </p:cTn>
                                        <p:tgtEl>
                                          <p:spTgt spid="33">
                                            <p:txEl>
                                              <p:pRg st="0" end="0"/>
                                            </p:txEl>
                                          </p:spTgt>
                                        </p:tgtEl>
                                        <p:attrNameLst>
                                          <p:attrName>style.visibility</p:attrName>
                                        </p:attrNameLst>
                                      </p:cBhvr>
                                      <p:to>
                                        <p:strVal val="visible"/>
                                      </p:to>
                                    </p:set>
                                    <p:anim calcmode="lin" valueType="num">
                                      <p:cBhvr additive="base">
                                        <p:cTn id="66" dur="500" fill="hold"/>
                                        <p:tgtEl>
                                          <p:spTgt spid="33">
                                            <p:txEl>
                                              <p:pRg st="0" end="0"/>
                                            </p:txEl>
                                          </p:spTgt>
                                        </p:tgtEl>
                                        <p:attrNameLst>
                                          <p:attrName>ppt_x</p:attrName>
                                        </p:attrNameLst>
                                      </p:cBhvr>
                                      <p:tavLst>
                                        <p:tav tm="0">
                                          <p:val>
                                            <p:strVal val="#ppt_x"/>
                                          </p:val>
                                        </p:tav>
                                        <p:tav tm="100000">
                                          <p:val>
                                            <p:strVal val="#ppt_x"/>
                                          </p:val>
                                        </p:tav>
                                      </p:tavLst>
                                    </p:anim>
                                    <p:anim calcmode="lin" valueType="num">
                                      <p:cBhvr additive="base">
                                        <p:cTn id="67" dur="500" fill="hold"/>
                                        <p:tgtEl>
                                          <p:spTgt spid="33">
                                            <p:txEl>
                                              <p:pRg st="0" end="0"/>
                                            </p:txEl>
                                          </p:spTgt>
                                        </p:tgtEl>
                                        <p:attrNameLst>
                                          <p:attrName>ppt_y</p:attrName>
                                        </p:attrNameLst>
                                      </p:cBhvr>
                                      <p:tavLst>
                                        <p:tav tm="0">
                                          <p:val>
                                            <p:strVal val="1+#ppt_h/2"/>
                                          </p:val>
                                        </p:tav>
                                        <p:tav tm="100000">
                                          <p:val>
                                            <p:strVal val="#ppt_y"/>
                                          </p:val>
                                        </p:tav>
                                      </p:tavLst>
                                    </p:anim>
                                  </p:childTnLst>
                                </p:cTn>
                              </p:par>
                            </p:childTnLst>
                          </p:cTn>
                        </p:par>
                        <p:par>
                          <p:cTn id="68" fill="hold">
                            <p:stCondLst>
                              <p:cond delay="7000"/>
                            </p:stCondLst>
                            <p:childTnLst>
                              <p:par>
                                <p:cTn id="69" presetID="53" presetClass="entr" presetSubtype="0" fill="hold" grpId="0" nodeType="afterEffect">
                                  <p:stCondLst>
                                    <p:cond delay="0"/>
                                  </p:stCondLst>
                                  <p:childTnLst>
                                    <p:set>
                                      <p:cBhvr>
                                        <p:cTn id="70" dur="1" fill="hold">
                                          <p:stCondLst>
                                            <p:cond delay="0"/>
                                          </p:stCondLst>
                                        </p:cTn>
                                        <p:tgtEl>
                                          <p:spTgt spid="38"/>
                                        </p:tgtEl>
                                        <p:attrNameLst>
                                          <p:attrName>style.visibility</p:attrName>
                                        </p:attrNameLst>
                                      </p:cBhvr>
                                      <p:to>
                                        <p:strVal val="visible"/>
                                      </p:to>
                                    </p:set>
                                    <p:anim calcmode="lin" valueType="num">
                                      <p:cBhvr>
                                        <p:cTn id="71" dur="500" fill="hold"/>
                                        <p:tgtEl>
                                          <p:spTgt spid="38"/>
                                        </p:tgtEl>
                                        <p:attrNameLst>
                                          <p:attrName>ppt_w</p:attrName>
                                        </p:attrNameLst>
                                      </p:cBhvr>
                                      <p:tavLst>
                                        <p:tav tm="0">
                                          <p:val>
                                            <p:fltVal val="0"/>
                                          </p:val>
                                        </p:tav>
                                        <p:tav tm="100000">
                                          <p:val>
                                            <p:strVal val="#ppt_w"/>
                                          </p:val>
                                        </p:tav>
                                      </p:tavLst>
                                    </p:anim>
                                    <p:anim calcmode="lin" valueType="num">
                                      <p:cBhvr>
                                        <p:cTn id="72" dur="500" fill="hold"/>
                                        <p:tgtEl>
                                          <p:spTgt spid="38"/>
                                        </p:tgtEl>
                                        <p:attrNameLst>
                                          <p:attrName>ppt_h</p:attrName>
                                        </p:attrNameLst>
                                      </p:cBhvr>
                                      <p:tavLst>
                                        <p:tav tm="0">
                                          <p:val>
                                            <p:fltVal val="0"/>
                                          </p:val>
                                        </p:tav>
                                        <p:tav tm="100000">
                                          <p:val>
                                            <p:strVal val="#ppt_h"/>
                                          </p:val>
                                        </p:tav>
                                      </p:tavLst>
                                    </p:anim>
                                    <p:animEffect transition="in" filter="fade">
                                      <p:cBhvr>
                                        <p:cTn id="73" dur="500"/>
                                        <p:tgtEl>
                                          <p:spTgt spid="38"/>
                                        </p:tgtEl>
                                      </p:cBhvr>
                                    </p:animEffect>
                                  </p:childTnLst>
                                </p:cTn>
                              </p:par>
                            </p:childTnLst>
                          </p:cTn>
                        </p:par>
                        <p:par>
                          <p:cTn id="74" fill="hold">
                            <p:stCondLst>
                              <p:cond delay="7500"/>
                            </p:stCondLst>
                            <p:childTnLst>
                              <p:par>
                                <p:cTn id="75" presetID="22" presetClass="entr" presetSubtype="4" fill="hold" grpId="0" nodeType="afterEffect" nodePh="1">
                                  <p:stCondLst>
                                    <p:cond delay="0"/>
                                  </p:stCondLst>
                                  <p:endCondLst>
                                    <p:cond evt="begin" delay="0">
                                      <p:tn val="75"/>
                                    </p:cond>
                                  </p:endCondLst>
                                  <p:childTnLst>
                                    <p:set>
                                      <p:cBhvr>
                                        <p:cTn id="76" dur="1" fill="hold">
                                          <p:stCondLst>
                                            <p:cond delay="0"/>
                                          </p:stCondLst>
                                        </p:cTn>
                                        <p:tgtEl>
                                          <p:spTgt spid="44">
                                            <p:txEl>
                                              <p:pRg st="0" end="0"/>
                                            </p:txEl>
                                          </p:spTgt>
                                        </p:tgtEl>
                                        <p:attrNameLst>
                                          <p:attrName>style.visibility</p:attrName>
                                        </p:attrNameLst>
                                      </p:cBhvr>
                                      <p:to>
                                        <p:strVal val="visible"/>
                                      </p:to>
                                    </p:set>
                                    <p:animEffect transition="in" filter="wipe(down)">
                                      <p:cBhvr>
                                        <p:cTn id="77" dur="500"/>
                                        <p:tgtEl>
                                          <p:spTgt spid="44">
                                            <p:txEl>
                                              <p:pRg st="0" end="0"/>
                                            </p:txEl>
                                          </p:spTgt>
                                        </p:tgtEl>
                                      </p:cBhvr>
                                    </p:animEffect>
                                  </p:childTnLst>
                                </p:cTn>
                              </p:par>
                            </p:childTnLst>
                          </p:cTn>
                        </p:par>
                        <p:par>
                          <p:cTn id="78" fill="hold">
                            <p:stCondLst>
                              <p:cond delay="8000"/>
                            </p:stCondLst>
                            <p:childTnLst>
                              <p:par>
                                <p:cTn id="79" presetID="2" presetClass="entr" presetSubtype="4" accel="50000" decel="50000" fill="hold" grpId="0" nodeType="afterEffect" nodePh="1">
                                  <p:stCondLst>
                                    <p:cond delay="0"/>
                                  </p:stCondLst>
                                  <p:endCondLst>
                                    <p:cond evt="begin" delay="0">
                                      <p:tn val="79"/>
                                    </p:cond>
                                  </p:endCondLst>
                                  <p:childTnLst>
                                    <p:set>
                                      <p:cBhvr>
                                        <p:cTn id="80" dur="1" fill="hold">
                                          <p:stCondLst>
                                            <p:cond delay="0"/>
                                          </p:stCondLst>
                                        </p:cTn>
                                        <p:tgtEl>
                                          <p:spTgt spid="39">
                                            <p:txEl>
                                              <p:pRg st="0" end="0"/>
                                            </p:txEl>
                                          </p:spTgt>
                                        </p:tgtEl>
                                        <p:attrNameLst>
                                          <p:attrName>style.visibility</p:attrName>
                                        </p:attrNameLst>
                                      </p:cBhvr>
                                      <p:to>
                                        <p:strVal val="visible"/>
                                      </p:to>
                                    </p:set>
                                    <p:anim calcmode="lin" valueType="num">
                                      <p:cBhvr additive="base">
                                        <p:cTn id="81" dur="500" fill="hold"/>
                                        <p:tgtEl>
                                          <p:spTgt spid="39">
                                            <p:txEl>
                                              <p:pRg st="0" end="0"/>
                                            </p:txEl>
                                          </p:spTgt>
                                        </p:tgtEl>
                                        <p:attrNameLst>
                                          <p:attrName>ppt_x</p:attrName>
                                        </p:attrNameLst>
                                      </p:cBhvr>
                                      <p:tavLst>
                                        <p:tav tm="0">
                                          <p:val>
                                            <p:strVal val="#ppt_x"/>
                                          </p:val>
                                        </p:tav>
                                        <p:tav tm="100000">
                                          <p:val>
                                            <p:strVal val="#ppt_x"/>
                                          </p:val>
                                        </p:tav>
                                      </p:tavLst>
                                    </p:anim>
                                    <p:anim calcmode="lin" valueType="num">
                                      <p:cBhvr additive="base">
                                        <p:cTn id="82" dur="500" fill="hold"/>
                                        <p:tgtEl>
                                          <p:spTgt spid="39">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P spid="31" grpId="0" animBg="1"/>
      <p:bldP spid="14"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14"/>
                        </p:tgtEl>
                        <p:attrNameLst>
                          <p:attrName>style.visibility</p:attrName>
                        </p:attrNameLst>
                      </p:cBhvr>
                      <p:to>
                        <p:strVal val="visible"/>
                      </p:to>
                    </p:set>
                    <p:anim calcmode="lin" valueType="num">
                      <p:cBhvr additive="base">
                        <p:cTn dur="500" fill="hold"/>
                        <p:tgtEl>
                          <p:spTgt spid="14"/>
                        </p:tgtEl>
                        <p:attrNameLst>
                          <p:attrName>ppt_x</p:attrName>
                        </p:attrNameLst>
                      </p:cBhvr>
                      <p:tavLst>
                        <p:tav tm="0">
                          <p:val>
                            <p:strVal val="#ppt_x"/>
                          </p:val>
                        </p:tav>
                        <p:tav tm="100000">
                          <p:val>
                            <p:strVal val="#ppt_x"/>
                          </p:val>
                        </p:tav>
                      </p:tavLst>
                    </p:anim>
                    <p:anim calcmode="lin" valueType="num">
                      <p:cBhvr additive="base">
                        <p:cTn dur="500" fill="hold"/>
                        <p:tgtEl>
                          <p:spTgt spid="14"/>
                        </p:tgtEl>
                        <p:attrNameLst>
                          <p:attrName>ppt_y</p:attrName>
                        </p:attrNameLst>
                      </p:cBhvr>
                      <p:tavLst>
                        <p:tav tm="0">
                          <p:val>
                            <p:strVal val="1+#ppt_h/2"/>
                          </p:val>
                        </p:tav>
                        <p:tav tm="100000">
                          <p:val>
                            <p:strVal val="#ppt_y"/>
                          </p:val>
                        </p:tav>
                      </p:tavLst>
                    </p:anim>
                  </p:childTnLst>
                </p:cTn>
              </p:par>
            </p:tnLst>
          </p:tmpl>
        </p:tmplLst>
      </p:bldP>
      <p:bldP spid="23" grpId="0" animBg="1"/>
      <p:bldP spid="24"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24"/>
                        </p:tgtEl>
                        <p:attrNameLst>
                          <p:attrName>style.visibility</p:attrName>
                        </p:attrNameLst>
                      </p:cBhvr>
                      <p:to>
                        <p:strVal val="visible"/>
                      </p:to>
                    </p:set>
                    <p:anim calcmode="lin" valueType="num">
                      <p:cBhvr additive="base">
                        <p:cTn dur="500" fill="hold"/>
                        <p:tgtEl>
                          <p:spTgt spid="24"/>
                        </p:tgtEl>
                        <p:attrNameLst>
                          <p:attrName>ppt_x</p:attrName>
                        </p:attrNameLst>
                      </p:cBhvr>
                      <p:tavLst>
                        <p:tav tm="0">
                          <p:val>
                            <p:strVal val="#ppt_x"/>
                          </p:val>
                        </p:tav>
                        <p:tav tm="100000">
                          <p:val>
                            <p:strVal val="#ppt_x"/>
                          </p:val>
                        </p:tav>
                      </p:tavLst>
                    </p:anim>
                    <p:anim calcmode="lin" valueType="num">
                      <p:cBhvr additive="base">
                        <p:cTn dur="500" fill="hold"/>
                        <p:tgtEl>
                          <p:spTgt spid="24"/>
                        </p:tgtEl>
                        <p:attrNameLst>
                          <p:attrName>ppt_y</p:attrName>
                        </p:attrNameLst>
                      </p:cBhvr>
                      <p:tavLst>
                        <p:tav tm="0">
                          <p:val>
                            <p:strVal val="1+#ppt_h/2"/>
                          </p:val>
                        </p:tav>
                        <p:tav tm="100000">
                          <p:val>
                            <p:strVal val="#ppt_y"/>
                          </p:val>
                        </p:tav>
                      </p:tavLst>
                    </p:anim>
                  </p:childTnLst>
                </p:cTn>
              </p:par>
            </p:tnLst>
          </p:tmpl>
        </p:tmplLst>
      </p:bldP>
      <p:bldP spid="27" grpId="0" animBg="1"/>
      <p:bldP spid="28"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28"/>
                        </p:tgtEl>
                        <p:attrNameLst>
                          <p:attrName>style.visibility</p:attrName>
                        </p:attrNameLst>
                      </p:cBhvr>
                      <p:to>
                        <p:strVal val="visible"/>
                      </p:to>
                    </p:set>
                    <p:anim calcmode="lin" valueType="num">
                      <p:cBhvr additive="base">
                        <p:cTn dur="500" fill="hold"/>
                        <p:tgtEl>
                          <p:spTgt spid="28"/>
                        </p:tgtEl>
                        <p:attrNameLst>
                          <p:attrName>ppt_x</p:attrName>
                        </p:attrNameLst>
                      </p:cBhvr>
                      <p:tavLst>
                        <p:tav tm="0">
                          <p:val>
                            <p:strVal val="#ppt_x"/>
                          </p:val>
                        </p:tav>
                        <p:tav tm="100000">
                          <p:val>
                            <p:strVal val="#ppt_x"/>
                          </p:val>
                        </p:tav>
                      </p:tavLst>
                    </p:anim>
                    <p:anim calcmode="lin" valueType="num">
                      <p:cBhvr additive="base">
                        <p:cTn dur="500" fill="hold"/>
                        <p:tgtEl>
                          <p:spTgt spid="28"/>
                        </p:tgtEl>
                        <p:attrNameLst>
                          <p:attrName>ppt_y</p:attrName>
                        </p:attrNameLst>
                      </p:cBhvr>
                      <p:tavLst>
                        <p:tav tm="0">
                          <p:val>
                            <p:strVal val="1+#ppt_h/2"/>
                          </p:val>
                        </p:tav>
                        <p:tav tm="100000">
                          <p:val>
                            <p:strVal val="#ppt_y"/>
                          </p:val>
                        </p:tav>
                      </p:tavLst>
                    </p:anim>
                  </p:childTnLst>
                </p:cTn>
              </p:par>
            </p:tnLst>
          </p:tmpl>
        </p:tmplLst>
      </p:bldP>
      <p:bldP spid="32" grpId="0" animBg="1"/>
      <p:bldP spid="33"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33"/>
                        </p:tgtEl>
                        <p:attrNameLst>
                          <p:attrName>style.visibility</p:attrName>
                        </p:attrNameLst>
                      </p:cBhvr>
                      <p:to>
                        <p:strVal val="visible"/>
                      </p:to>
                    </p:set>
                    <p:anim calcmode="lin" valueType="num">
                      <p:cBhvr additive="base">
                        <p:cTn dur="500" fill="hold"/>
                        <p:tgtEl>
                          <p:spTgt spid="33"/>
                        </p:tgtEl>
                        <p:attrNameLst>
                          <p:attrName>ppt_x</p:attrName>
                        </p:attrNameLst>
                      </p:cBhvr>
                      <p:tavLst>
                        <p:tav tm="0">
                          <p:val>
                            <p:strVal val="#ppt_x"/>
                          </p:val>
                        </p:tav>
                        <p:tav tm="100000">
                          <p:val>
                            <p:strVal val="#ppt_x"/>
                          </p:val>
                        </p:tav>
                      </p:tavLst>
                    </p:anim>
                    <p:anim calcmode="lin" valueType="num">
                      <p:cBhvr additive="base">
                        <p:cTn dur="500" fill="hold"/>
                        <p:tgtEl>
                          <p:spTgt spid="33"/>
                        </p:tgtEl>
                        <p:attrNameLst>
                          <p:attrName>ppt_y</p:attrName>
                        </p:attrNameLst>
                      </p:cBhvr>
                      <p:tavLst>
                        <p:tav tm="0">
                          <p:val>
                            <p:strVal val="1+#ppt_h/2"/>
                          </p:val>
                        </p:tav>
                        <p:tav tm="100000">
                          <p:val>
                            <p:strVal val="#ppt_y"/>
                          </p:val>
                        </p:tav>
                      </p:tavLst>
                    </p:anim>
                  </p:childTnLst>
                </p:cTn>
              </p:par>
            </p:tnLst>
          </p:tmpl>
        </p:tmplLst>
      </p:bldP>
      <p:bldP spid="38" grpId="0" animBg="1"/>
      <p:bldP spid="39"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39"/>
                        </p:tgtEl>
                        <p:attrNameLst>
                          <p:attrName>style.visibility</p:attrName>
                        </p:attrNameLst>
                      </p:cBhvr>
                      <p:to>
                        <p:strVal val="visible"/>
                      </p:to>
                    </p:set>
                    <p:anim calcmode="lin" valueType="num">
                      <p:cBhvr additive="base">
                        <p:cTn dur="500" fill="hold"/>
                        <p:tgtEl>
                          <p:spTgt spid="39"/>
                        </p:tgtEl>
                        <p:attrNameLst>
                          <p:attrName>ppt_x</p:attrName>
                        </p:attrNameLst>
                      </p:cBhvr>
                      <p:tavLst>
                        <p:tav tm="0">
                          <p:val>
                            <p:strVal val="#ppt_x"/>
                          </p:val>
                        </p:tav>
                        <p:tav tm="100000">
                          <p:val>
                            <p:strVal val="#ppt_x"/>
                          </p:val>
                        </p:tav>
                      </p:tavLst>
                    </p:anim>
                    <p:anim calcmode="lin" valueType="num">
                      <p:cBhvr additive="base">
                        <p:cTn dur="500" fill="hold"/>
                        <p:tgtEl>
                          <p:spTgt spid="39"/>
                        </p:tgtEl>
                        <p:attrNameLst>
                          <p:attrName>ppt_y</p:attrName>
                        </p:attrNameLst>
                      </p:cBhvr>
                      <p:tavLst>
                        <p:tav tm="0">
                          <p:val>
                            <p:strVal val="1+#ppt_h/2"/>
                          </p:val>
                        </p:tav>
                        <p:tav tm="100000">
                          <p:val>
                            <p:strVal val="#ppt_y"/>
                          </p:val>
                        </p:tav>
                      </p:tavLst>
                    </p:anim>
                  </p:childTnLst>
                </p:cTn>
              </p:par>
            </p:tnLst>
          </p:tmpl>
        </p:tmplLst>
      </p:bldP>
      <p:bldP spid="22"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2"/>
                        </p:tgtEl>
                        <p:attrNameLst>
                          <p:attrName>style.visibility</p:attrName>
                        </p:attrNameLst>
                      </p:cBhvr>
                      <p:to>
                        <p:strVal val="visible"/>
                      </p:to>
                    </p:set>
                    <p:animEffect transition="in" filter="wipe(down)">
                      <p:cBhvr>
                        <p:cTn dur="500"/>
                        <p:tgtEl>
                          <p:spTgt spid="22"/>
                        </p:tgtEl>
                      </p:cBhvr>
                    </p:animEffect>
                  </p:childTnLst>
                </p:cTn>
              </p:par>
            </p:tnLst>
          </p:tmpl>
        </p:tmplLst>
      </p:bldP>
      <p:bldP spid="26"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6"/>
                        </p:tgtEl>
                        <p:attrNameLst>
                          <p:attrName>style.visibility</p:attrName>
                        </p:attrNameLst>
                      </p:cBhvr>
                      <p:to>
                        <p:strVal val="visible"/>
                      </p:to>
                    </p:set>
                    <p:animEffect transition="in" filter="wipe(down)">
                      <p:cBhvr>
                        <p:cTn dur="500"/>
                        <p:tgtEl>
                          <p:spTgt spid="26"/>
                        </p:tgtEl>
                      </p:cBhvr>
                    </p:animEffect>
                  </p:childTnLst>
                </p:cTn>
              </p:par>
            </p:tnLst>
          </p:tmpl>
        </p:tmplLst>
      </p:bldP>
      <p:bldP spid="30"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30"/>
                        </p:tgtEl>
                        <p:attrNameLst>
                          <p:attrName>style.visibility</p:attrName>
                        </p:attrNameLst>
                      </p:cBhvr>
                      <p:to>
                        <p:strVal val="visible"/>
                      </p:to>
                    </p:set>
                    <p:animEffect transition="in" filter="wipe(down)">
                      <p:cBhvr>
                        <p:cTn dur="500"/>
                        <p:tgtEl>
                          <p:spTgt spid="30"/>
                        </p:tgtEl>
                      </p:cBhvr>
                    </p:animEffect>
                  </p:childTnLst>
                </p:cTn>
              </p:par>
            </p:tnLst>
          </p:tmpl>
        </p:tmplLst>
      </p:bldP>
      <p:bldP spid="36"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36"/>
                        </p:tgtEl>
                        <p:attrNameLst>
                          <p:attrName>style.visibility</p:attrName>
                        </p:attrNameLst>
                      </p:cBhvr>
                      <p:to>
                        <p:strVal val="visible"/>
                      </p:to>
                    </p:set>
                    <p:animEffect transition="in" filter="wipe(down)">
                      <p:cBhvr>
                        <p:cTn dur="500"/>
                        <p:tgtEl>
                          <p:spTgt spid="36"/>
                        </p:tgtEl>
                      </p:cBhvr>
                    </p:animEffect>
                  </p:childTnLst>
                </p:cTn>
              </p:par>
            </p:tnLst>
          </p:tmpl>
        </p:tmplLst>
      </p:bldP>
      <p:bldP spid="44"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44"/>
                        </p:tgtEl>
                        <p:attrNameLst>
                          <p:attrName>style.visibility</p:attrName>
                        </p:attrNameLst>
                      </p:cBhvr>
                      <p:to>
                        <p:strVal val="visible"/>
                      </p:to>
                    </p:set>
                    <p:animEffect transition="in" filter="wipe(down)">
                      <p:cBhvr>
                        <p:cTn dur="500"/>
                        <p:tgtEl>
                          <p:spTgt spid="44"/>
                        </p:tgtEl>
                      </p:cBhvr>
                    </p:animEffect>
                  </p:childTnLst>
                </p:cTn>
              </p:par>
            </p:tnLst>
          </p:tmpl>
        </p:tmplLst>
      </p:bldP>
    </p:bldLst>
  </p:timing>
</p:sldLayout>
</file>

<file path=ppt/slideLayouts/slideLayout240.xml><?xml version="1.0" encoding="utf-8"?>
<p:sldLayout xmlns:a="http://schemas.openxmlformats.org/drawingml/2006/main" xmlns:r="http://schemas.openxmlformats.org/officeDocument/2006/relationships" xmlns:p="http://schemas.openxmlformats.org/presentationml/2006/main" userDrawn="1">
  <p:cSld name="4_Team09">
    <p:spTree>
      <p:nvGrpSpPr>
        <p:cNvPr id="1" name=""/>
        <p:cNvGrpSpPr/>
        <p:nvPr/>
      </p:nvGrpSpPr>
      <p:grpSpPr>
        <a:xfrm>
          <a:off x="0" y="0"/>
          <a:ext cx="0" cy="0"/>
          <a:chOff x="0" y="0"/>
          <a:chExt cx="0" cy="0"/>
        </a:xfrm>
      </p:grpSpPr>
      <p:sp>
        <p:nvSpPr>
          <p:cNvPr id="2" name="Rectangle 1"/>
          <p:cNvSpPr/>
          <p:nvPr userDrawn="1"/>
        </p:nvSpPr>
        <p:spPr>
          <a:xfrm>
            <a:off x="3035302" y="1592349"/>
            <a:ext cx="2743199" cy="65470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40"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2"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34" name="Picture Placeholder 7"/>
          <p:cNvSpPr>
            <a:spLocks noGrp="1"/>
          </p:cNvSpPr>
          <p:nvPr>
            <p:ph type="pic" sz="quarter" idx="10" hasCustomPrompt="1"/>
          </p:nvPr>
        </p:nvSpPr>
        <p:spPr>
          <a:xfrm>
            <a:off x="1511301" y="1600201"/>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1"/>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35" name="Text Placeholder 3"/>
          <p:cNvSpPr>
            <a:spLocks noGrp="1"/>
          </p:cNvSpPr>
          <p:nvPr>
            <p:ph type="body" sz="half" idx="15" hasCustomPrompt="1"/>
          </p:nvPr>
        </p:nvSpPr>
        <p:spPr>
          <a:xfrm>
            <a:off x="3238500" y="2296161"/>
            <a:ext cx="2540000" cy="827585"/>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36" name="Text Placeholder 3"/>
          <p:cNvSpPr>
            <a:spLocks noGrp="1"/>
          </p:cNvSpPr>
          <p:nvPr>
            <p:ph type="body" sz="half" idx="16" hasCustomPrompt="1"/>
          </p:nvPr>
        </p:nvSpPr>
        <p:spPr>
          <a:xfrm>
            <a:off x="3238500" y="1632990"/>
            <a:ext cx="2235200" cy="265617"/>
          </a:xfrm>
          <a:prstGeom prst="rect">
            <a:avLst/>
          </a:prstGeom>
        </p:spPr>
        <p:txBody>
          <a:bodyPr wrap="square" lIns="0" tIns="0" rIns="0" bIns="0" anchor="ctr">
            <a:noAutofit/>
          </a:bodyPr>
          <a:lstStyle>
            <a:lvl1pPr marL="0" indent="0" algn="l">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37" name="Text Placeholder 3"/>
          <p:cNvSpPr>
            <a:spLocks noGrp="1"/>
          </p:cNvSpPr>
          <p:nvPr>
            <p:ph type="body" sz="half" idx="17" hasCustomPrompt="1"/>
          </p:nvPr>
        </p:nvSpPr>
        <p:spPr>
          <a:xfrm>
            <a:off x="3238500" y="1919312"/>
            <a:ext cx="2235200" cy="265617"/>
          </a:xfrm>
          <a:prstGeom prst="rect">
            <a:avLst/>
          </a:prstGeom>
        </p:spPr>
        <p:txBody>
          <a:bodyPr wrap="square" lIns="0" tIns="0" rIns="0" bIns="0" anchor="ctr">
            <a:noAutofit/>
          </a:bodyPr>
          <a:lstStyle>
            <a:lvl1pPr marL="0" indent="0" algn="l">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38" name="Rectangle 37"/>
          <p:cNvSpPr/>
          <p:nvPr userDrawn="1"/>
        </p:nvSpPr>
        <p:spPr>
          <a:xfrm>
            <a:off x="3035302" y="3296689"/>
            <a:ext cx="2743199" cy="65470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39" name="Picture Placeholder 7"/>
          <p:cNvSpPr>
            <a:spLocks noGrp="1"/>
          </p:cNvSpPr>
          <p:nvPr>
            <p:ph type="pic" sz="quarter" idx="18" hasCustomPrompt="1"/>
          </p:nvPr>
        </p:nvSpPr>
        <p:spPr>
          <a:xfrm>
            <a:off x="1511301" y="3304541"/>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2"/>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41" name="Text Placeholder 3"/>
          <p:cNvSpPr>
            <a:spLocks noGrp="1"/>
          </p:cNvSpPr>
          <p:nvPr>
            <p:ph type="body" sz="half" idx="19" hasCustomPrompt="1"/>
          </p:nvPr>
        </p:nvSpPr>
        <p:spPr>
          <a:xfrm>
            <a:off x="3238500" y="4000501"/>
            <a:ext cx="2540000" cy="827585"/>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44" name="Text Placeholder 3"/>
          <p:cNvSpPr>
            <a:spLocks noGrp="1"/>
          </p:cNvSpPr>
          <p:nvPr>
            <p:ph type="body" sz="half" idx="20" hasCustomPrompt="1"/>
          </p:nvPr>
        </p:nvSpPr>
        <p:spPr>
          <a:xfrm>
            <a:off x="3238500" y="3337330"/>
            <a:ext cx="2235200" cy="265617"/>
          </a:xfrm>
          <a:prstGeom prst="rect">
            <a:avLst/>
          </a:prstGeom>
        </p:spPr>
        <p:txBody>
          <a:bodyPr wrap="square" lIns="0" tIns="0" rIns="0" bIns="0" anchor="ctr">
            <a:noAutofit/>
          </a:bodyPr>
          <a:lstStyle>
            <a:lvl1pPr marL="0" indent="0" algn="l">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46" name="Text Placeholder 3"/>
          <p:cNvSpPr>
            <a:spLocks noGrp="1"/>
          </p:cNvSpPr>
          <p:nvPr>
            <p:ph type="body" sz="half" idx="21" hasCustomPrompt="1"/>
          </p:nvPr>
        </p:nvSpPr>
        <p:spPr>
          <a:xfrm>
            <a:off x="3238500" y="3623651"/>
            <a:ext cx="2235200" cy="265617"/>
          </a:xfrm>
          <a:prstGeom prst="rect">
            <a:avLst/>
          </a:prstGeom>
        </p:spPr>
        <p:txBody>
          <a:bodyPr wrap="square" lIns="0" tIns="0" rIns="0" bIns="0" anchor="ctr">
            <a:noAutofit/>
          </a:bodyPr>
          <a:lstStyle>
            <a:lvl1pPr marL="0" indent="0" algn="l">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47" name="Rectangle 46"/>
          <p:cNvSpPr/>
          <p:nvPr userDrawn="1"/>
        </p:nvSpPr>
        <p:spPr>
          <a:xfrm>
            <a:off x="3035302" y="5015815"/>
            <a:ext cx="2743199" cy="654704"/>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48" name="Picture Placeholder 7"/>
          <p:cNvSpPr>
            <a:spLocks noGrp="1"/>
          </p:cNvSpPr>
          <p:nvPr>
            <p:ph type="pic" sz="quarter" idx="22" hasCustomPrompt="1"/>
          </p:nvPr>
        </p:nvSpPr>
        <p:spPr>
          <a:xfrm>
            <a:off x="1511301" y="5023667"/>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3"/>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49" name="Text Placeholder 3"/>
          <p:cNvSpPr>
            <a:spLocks noGrp="1"/>
          </p:cNvSpPr>
          <p:nvPr>
            <p:ph type="body" sz="half" idx="23" hasCustomPrompt="1"/>
          </p:nvPr>
        </p:nvSpPr>
        <p:spPr>
          <a:xfrm>
            <a:off x="3238500" y="5719626"/>
            <a:ext cx="2540000" cy="827585"/>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50" name="Text Placeholder 3"/>
          <p:cNvSpPr>
            <a:spLocks noGrp="1"/>
          </p:cNvSpPr>
          <p:nvPr>
            <p:ph type="body" sz="half" idx="24" hasCustomPrompt="1"/>
          </p:nvPr>
        </p:nvSpPr>
        <p:spPr>
          <a:xfrm>
            <a:off x="3238500" y="5056456"/>
            <a:ext cx="2235200" cy="265617"/>
          </a:xfrm>
          <a:prstGeom prst="rect">
            <a:avLst/>
          </a:prstGeom>
        </p:spPr>
        <p:txBody>
          <a:bodyPr wrap="square" lIns="0" tIns="0" rIns="0" bIns="0" anchor="ctr">
            <a:noAutofit/>
          </a:bodyPr>
          <a:lstStyle>
            <a:lvl1pPr marL="0" indent="0" algn="l" rtl="0">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1" name="Text Placeholder 3"/>
          <p:cNvSpPr>
            <a:spLocks noGrp="1"/>
          </p:cNvSpPr>
          <p:nvPr>
            <p:ph type="body" sz="half" idx="25" hasCustomPrompt="1"/>
          </p:nvPr>
        </p:nvSpPr>
        <p:spPr>
          <a:xfrm>
            <a:off x="3238500" y="5342777"/>
            <a:ext cx="2235200" cy="265617"/>
          </a:xfrm>
          <a:prstGeom prst="rect">
            <a:avLst/>
          </a:prstGeom>
        </p:spPr>
        <p:txBody>
          <a:bodyPr wrap="square" lIns="0" tIns="0" rIns="0" bIns="0" anchor="ctr">
            <a:noAutofit/>
          </a:bodyPr>
          <a:lstStyle>
            <a:lvl1pPr marL="0" indent="0" algn="l" rtl="0">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2" name="Rectangle 51"/>
          <p:cNvSpPr/>
          <p:nvPr userDrawn="1"/>
        </p:nvSpPr>
        <p:spPr>
          <a:xfrm>
            <a:off x="8026401" y="1592349"/>
            <a:ext cx="2743199" cy="654704"/>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53" name="Picture Placeholder 7"/>
          <p:cNvSpPr>
            <a:spLocks noGrp="1"/>
          </p:cNvSpPr>
          <p:nvPr>
            <p:ph type="pic" sz="quarter" idx="26" hasCustomPrompt="1"/>
          </p:nvPr>
        </p:nvSpPr>
        <p:spPr>
          <a:xfrm>
            <a:off x="6502400" y="1600201"/>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4"/>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54" name="Text Placeholder 3"/>
          <p:cNvSpPr>
            <a:spLocks noGrp="1"/>
          </p:cNvSpPr>
          <p:nvPr>
            <p:ph type="body" sz="half" idx="27" hasCustomPrompt="1"/>
          </p:nvPr>
        </p:nvSpPr>
        <p:spPr>
          <a:xfrm>
            <a:off x="8229599" y="2296161"/>
            <a:ext cx="2540000" cy="827585"/>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55" name="Text Placeholder 3"/>
          <p:cNvSpPr>
            <a:spLocks noGrp="1"/>
          </p:cNvSpPr>
          <p:nvPr>
            <p:ph type="body" sz="half" idx="28" hasCustomPrompt="1"/>
          </p:nvPr>
        </p:nvSpPr>
        <p:spPr>
          <a:xfrm>
            <a:off x="8229599" y="1632990"/>
            <a:ext cx="2235200" cy="265617"/>
          </a:xfrm>
          <a:prstGeom prst="rect">
            <a:avLst/>
          </a:prstGeom>
        </p:spPr>
        <p:txBody>
          <a:bodyPr wrap="square" lIns="0" tIns="0" rIns="0" bIns="0" anchor="ctr">
            <a:noAutofit/>
          </a:bodyPr>
          <a:lstStyle>
            <a:lvl1pPr marL="0" indent="0" algn="l">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6" name="Text Placeholder 3"/>
          <p:cNvSpPr>
            <a:spLocks noGrp="1"/>
          </p:cNvSpPr>
          <p:nvPr>
            <p:ph type="body" sz="half" idx="29" hasCustomPrompt="1"/>
          </p:nvPr>
        </p:nvSpPr>
        <p:spPr>
          <a:xfrm>
            <a:off x="8229599" y="1919312"/>
            <a:ext cx="2235200" cy="265617"/>
          </a:xfrm>
          <a:prstGeom prst="rect">
            <a:avLst/>
          </a:prstGeom>
        </p:spPr>
        <p:txBody>
          <a:bodyPr wrap="square" lIns="0" tIns="0" rIns="0" bIns="0" anchor="ctr">
            <a:noAutofit/>
          </a:bodyPr>
          <a:lstStyle>
            <a:lvl1pPr marL="0" indent="0" algn="l">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7" name="Rectangle 56"/>
          <p:cNvSpPr/>
          <p:nvPr userDrawn="1"/>
        </p:nvSpPr>
        <p:spPr>
          <a:xfrm>
            <a:off x="8026401" y="3296689"/>
            <a:ext cx="2743199" cy="654704"/>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58" name="Picture Placeholder 7"/>
          <p:cNvSpPr>
            <a:spLocks noGrp="1"/>
          </p:cNvSpPr>
          <p:nvPr>
            <p:ph type="pic" sz="quarter" idx="30" hasCustomPrompt="1"/>
          </p:nvPr>
        </p:nvSpPr>
        <p:spPr>
          <a:xfrm>
            <a:off x="6502400" y="3304541"/>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5"/>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59" name="Text Placeholder 3"/>
          <p:cNvSpPr>
            <a:spLocks noGrp="1"/>
          </p:cNvSpPr>
          <p:nvPr>
            <p:ph type="body" sz="half" idx="31" hasCustomPrompt="1"/>
          </p:nvPr>
        </p:nvSpPr>
        <p:spPr>
          <a:xfrm>
            <a:off x="8229599" y="4000501"/>
            <a:ext cx="2540000" cy="827585"/>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60" name="Text Placeholder 3"/>
          <p:cNvSpPr>
            <a:spLocks noGrp="1"/>
          </p:cNvSpPr>
          <p:nvPr>
            <p:ph type="body" sz="half" idx="32" hasCustomPrompt="1"/>
          </p:nvPr>
        </p:nvSpPr>
        <p:spPr>
          <a:xfrm>
            <a:off x="8229599" y="3337330"/>
            <a:ext cx="2235200" cy="265617"/>
          </a:xfrm>
          <a:prstGeom prst="rect">
            <a:avLst/>
          </a:prstGeom>
        </p:spPr>
        <p:txBody>
          <a:bodyPr wrap="square" lIns="0" tIns="0" rIns="0" bIns="0" anchor="ctr">
            <a:noAutofit/>
          </a:bodyPr>
          <a:lstStyle>
            <a:lvl1pPr marL="0" indent="0" algn="l">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1" name="Text Placeholder 3"/>
          <p:cNvSpPr>
            <a:spLocks noGrp="1"/>
          </p:cNvSpPr>
          <p:nvPr>
            <p:ph type="body" sz="half" idx="33" hasCustomPrompt="1"/>
          </p:nvPr>
        </p:nvSpPr>
        <p:spPr>
          <a:xfrm>
            <a:off x="8229599" y="3623651"/>
            <a:ext cx="2235200" cy="265617"/>
          </a:xfrm>
          <a:prstGeom prst="rect">
            <a:avLst/>
          </a:prstGeom>
        </p:spPr>
        <p:txBody>
          <a:bodyPr wrap="square" lIns="0" tIns="0" rIns="0" bIns="0" anchor="ctr">
            <a:noAutofit/>
          </a:bodyPr>
          <a:lstStyle>
            <a:lvl1pPr marL="0" indent="0" algn="l">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2" name="Rectangle 61"/>
          <p:cNvSpPr/>
          <p:nvPr userDrawn="1"/>
        </p:nvSpPr>
        <p:spPr>
          <a:xfrm>
            <a:off x="8026401" y="5015815"/>
            <a:ext cx="2743199" cy="654704"/>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63" name="Picture Placeholder 7"/>
          <p:cNvSpPr>
            <a:spLocks noGrp="1"/>
          </p:cNvSpPr>
          <p:nvPr>
            <p:ph type="pic" sz="quarter" idx="34" hasCustomPrompt="1"/>
          </p:nvPr>
        </p:nvSpPr>
        <p:spPr>
          <a:xfrm>
            <a:off x="6502400" y="5023667"/>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6"/>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64" name="Text Placeholder 3"/>
          <p:cNvSpPr>
            <a:spLocks noGrp="1"/>
          </p:cNvSpPr>
          <p:nvPr>
            <p:ph type="body" sz="half" idx="35" hasCustomPrompt="1"/>
          </p:nvPr>
        </p:nvSpPr>
        <p:spPr>
          <a:xfrm>
            <a:off x="8229599" y="5719626"/>
            <a:ext cx="2540000" cy="827585"/>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87" name="Text Placeholder 3"/>
          <p:cNvSpPr>
            <a:spLocks noGrp="1"/>
          </p:cNvSpPr>
          <p:nvPr>
            <p:ph type="body" sz="half" idx="36" hasCustomPrompt="1"/>
          </p:nvPr>
        </p:nvSpPr>
        <p:spPr>
          <a:xfrm>
            <a:off x="8229599" y="5056456"/>
            <a:ext cx="2235200" cy="265617"/>
          </a:xfrm>
          <a:prstGeom prst="rect">
            <a:avLst/>
          </a:prstGeom>
        </p:spPr>
        <p:txBody>
          <a:bodyPr wrap="square" lIns="0" tIns="0" rIns="0" bIns="0" anchor="ctr">
            <a:noAutofit/>
          </a:bodyPr>
          <a:lstStyle>
            <a:lvl1pPr marL="0" indent="0" algn="l" rtl="0">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88" name="Text Placeholder 3"/>
          <p:cNvSpPr>
            <a:spLocks noGrp="1"/>
          </p:cNvSpPr>
          <p:nvPr>
            <p:ph type="body" sz="half" idx="37" hasCustomPrompt="1"/>
          </p:nvPr>
        </p:nvSpPr>
        <p:spPr>
          <a:xfrm>
            <a:off x="8229599" y="5342777"/>
            <a:ext cx="2235200" cy="265617"/>
          </a:xfrm>
          <a:prstGeom prst="rect">
            <a:avLst/>
          </a:prstGeom>
        </p:spPr>
        <p:txBody>
          <a:bodyPr wrap="square" lIns="0" tIns="0" rIns="0" bIns="0" anchor="ctr">
            <a:noAutofit/>
          </a:bodyPr>
          <a:lstStyle>
            <a:lvl1pPr marL="0" indent="0" algn="l" rtl="0">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Tree>
    <p:extLst>
      <p:ext uri="{BB962C8B-B14F-4D97-AF65-F5344CB8AC3E}">
        <p14:creationId xmlns:p14="http://schemas.microsoft.com/office/powerpoint/2010/main" val="139137491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grpId="0" nodeType="afterEffect">
                                  <p:stCondLst>
                                    <p:cond delay="0"/>
                                  </p:stCondLst>
                                  <p:childTnLst>
                                    <p:set>
                                      <p:cBhvr>
                                        <p:cTn id="6" dur="1" fill="hold">
                                          <p:stCondLst>
                                            <p:cond delay="0"/>
                                          </p:stCondLst>
                                        </p:cTn>
                                        <p:tgtEl>
                                          <p:spTgt spid="34"/>
                                        </p:tgtEl>
                                        <p:attrNameLst>
                                          <p:attrName>style.visibility</p:attrName>
                                        </p:attrNameLst>
                                      </p:cBhvr>
                                      <p:to>
                                        <p:strVal val="visible"/>
                                      </p:to>
                                    </p:set>
                                    <p:anim calcmode="lin" valueType="num">
                                      <p:cBhvr>
                                        <p:cTn id="7" dur="500" fill="hold"/>
                                        <p:tgtEl>
                                          <p:spTgt spid="34"/>
                                        </p:tgtEl>
                                        <p:attrNameLst>
                                          <p:attrName>ppt_w</p:attrName>
                                        </p:attrNameLst>
                                      </p:cBhvr>
                                      <p:tavLst>
                                        <p:tav tm="0">
                                          <p:val>
                                            <p:fltVal val="0"/>
                                          </p:val>
                                        </p:tav>
                                        <p:tav tm="100000">
                                          <p:val>
                                            <p:strVal val="#ppt_w"/>
                                          </p:val>
                                        </p:tav>
                                      </p:tavLst>
                                    </p:anim>
                                    <p:anim calcmode="lin" valueType="num">
                                      <p:cBhvr>
                                        <p:cTn id="8" dur="500" fill="hold"/>
                                        <p:tgtEl>
                                          <p:spTgt spid="34"/>
                                        </p:tgtEl>
                                        <p:attrNameLst>
                                          <p:attrName>ppt_h</p:attrName>
                                        </p:attrNameLst>
                                      </p:cBhvr>
                                      <p:tavLst>
                                        <p:tav tm="0">
                                          <p:val>
                                            <p:fltVal val="0"/>
                                          </p:val>
                                        </p:tav>
                                        <p:tav tm="100000">
                                          <p:val>
                                            <p:strVal val="#ppt_h"/>
                                          </p:val>
                                        </p:tav>
                                      </p:tavLst>
                                    </p:anim>
                                    <p:animEffect transition="in" filter="fade">
                                      <p:cBhvr>
                                        <p:cTn id="9" dur="500"/>
                                        <p:tgtEl>
                                          <p:spTgt spid="34"/>
                                        </p:tgtEl>
                                      </p:cBhvr>
                                    </p:animEffect>
                                  </p:childTnLst>
                                </p:cTn>
                              </p:par>
                            </p:childTnLst>
                          </p:cTn>
                        </p:par>
                        <p:par>
                          <p:cTn id="10" fill="hold">
                            <p:stCondLst>
                              <p:cond delay="500"/>
                            </p:stCondLst>
                            <p:childTnLst>
                              <p:par>
                                <p:cTn id="11" presetID="22" presetClass="entr" presetSubtype="8" fill="hold" grpId="0" nodeType="afterEffect">
                                  <p:stCondLst>
                                    <p:cond delay="0"/>
                                  </p:stCondLst>
                                  <p:childTnLst>
                                    <p:set>
                                      <p:cBhvr>
                                        <p:cTn id="12" dur="1" fill="hold">
                                          <p:stCondLst>
                                            <p:cond delay="0"/>
                                          </p:stCondLst>
                                        </p:cTn>
                                        <p:tgtEl>
                                          <p:spTgt spid="2"/>
                                        </p:tgtEl>
                                        <p:attrNameLst>
                                          <p:attrName>style.visibility</p:attrName>
                                        </p:attrNameLst>
                                      </p:cBhvr>
                                      <p:to>
                                        <p:strVal val="visible"/>
                                      </p:to>
                                    </p:set>
                                    <p:animEffect transition="in" filter="wipe(left)">
                                      <p:cBhvr>
                                        <p:cTn id="13" dur="500"/>
                                        <p:tgtEl>
                                          <p:spTgt spid="2"/>
                                        </p:tgtEl>
                                      </p:cBhvr>
                                    </p:animEffect>
                                  </p:childTnLst>
                                </p:cTn>
                              </p:par>
                            </p:childTnLst>
                          </p:cTn>
                        </p:par>
                        <p:par>
                          <p:cTn id="14" fill="hold">
                            <p:stCondLst>
                              <p:cond delay="1000"/>
                            </p:stCondLst>
                            <p:childTnLst>
                              <p:par>
                                <p:cTn id="15" presetID="22" presetClass="entr" presetSubtype="8" fill="hold" grpId="0" nodeType="afterEffect">
                                  <p:stCondLst>
                                    <p:cond delay="0"/>
                                  </p:stCondLst>
                                  <p:childTnLst>
                                    <p:set>
                                      <p:cBhvr>
                                        <p:cTn id="16" dur="1" fill="hold">
                                          <p:stCondLst>
                                            <p:cond delay="0"/>
                                          </p:stCondLst>
                                        </p:cTn>
                                        <p:tgtEl>
                                          <p:spTgt spid="36">
                                            <p:txEl>
                                              <p:pRg st="0" end="0"/>
                                            </p:txEl>
                                          </p:spTgt>
                                        </p:tgtEl>
                                        <p:attrNameLst>
                                          <p:attrName>style.visibility</p:attrName>
                                        </p:attrNameLst>
                                      </p:cBhvr>
                                      <p:to>
                                        <p:strVal val="visible"/>
                                      </p:to>
                                    </p:set>
                                    <p:animEffect transition="in" filter="wipe(left)">
                                      <p:cBhvr>
                                        <p:cTn id="17" dur="500"/>
                                        <p:tgtEl>
                                          <p:spTgt spid="36">
                                            <p:txEl>
                                              <p:pRg st="0" end="0"/>
                                            </p:txEl>
                                          </p:spTgt>
                                        </p:tgtEl>
                                      </p:cBhvr>
                                    </p:animEffect>
                                  </p:childTnLst>
                                </p:cTn>
                              </p:par>
                            </p:childTnLst>
                          </p:cTn>
                        </p:par>
                        <p:par>
                          <p:cTn id="18" fill="hold">
                            <p:stCondLst>
                              <p:cond delay="1500"/>
                            </p:stCondLst>
                            <p:childTnLst>
                              <p:par>
                                <p:cTn id="19" presetID="22" presetClass="entr" presetSubtype="8" fill="hold" grpId="0" nodeType="afterEffect">
                                  <p:stCondLst>
                                    <p:cond delay="0"/>
                                  </p:stCondLst>
                                  <p:childTnLst>
                                    <p:set>
                                      <p:cBhvr>
                                        <p:cTn id="20" dur="1" fill="hold">
                                          <p:stCondLst>
                                            <p:cond delay="0"/>
                                          </p:stCondLst>
                                        </p:cTn>
                                        <p:tgtEl>
                                          <p:spTgt spid="37">
                                            <p:txEl>
                                              <p:pRg st="0" end="0"/>
                                            </p:txEl>
                                          </p:spTgt>
                                        </p:tgtEl>
                                        <p:attrNameLst>
                                          <p:attrName>style.visibility</p:attrName>
                                        </p:attrNameLst>
                                      </p:cBhvr>
                                      <p:to>
                                        <p:strVal val="visible"/>
                                      </p:to>
                                    </p:set>
                                    <p:animEffect transition="in" filter="wipe(left)">
                                      <p:cBhvr>
                                        <p:cTn id="21" dur="500"/>
                                        <p:tgtEl>
                                          <p:spTgt spid="37">
                                            <p:txEl>
                                              <p:pRg st="0" end="0"/>
                                            </p:txEl>
                                          </p:spTgt>
                                        </p:tgtEl>
                                      </p:cBhvr>
                                    </p:animEffect>
                                  </p:childTnLst>
                                </p:cTn>
                              </p:par>
                            </p:childTnLst>
                          </p:cTn>
                        </p:par>
                        <p:par>
                          <p:cTn id="22" fill="hold">
                            <p:stCondLst>
                              <p:cond delay="2000"/>
                            </p:stCondLst>
                            <p:childTnLst>
                              <p:par>
                                <p:cTn id="23" presetID="22" presetClass="entr" presetSubtype="8" fill="hold" grpId="0" nodeType="afterEffect">
                                  <p:stCondLst>
                                    <p:cond delay="0"/>
                                  </p:stCondLst>
                                  <p:childTnLst>
                                    <p:set>
                                      <p:cBhvr>
                                        <p:cTn id="24" dur="1" fill="hold">
                                          <p:stCondLst>
                                            <p:cond delay="0"/>
                                          </p:stCondLst>
                                        </p:cTn>
                                        <p:tgtEl>
                                          <p:spTgt spid="35">
                                            <p:txEl>
                                              <p:pRg st="0" end="0"/>
                                            </p:txEl>
                                          </p:spTgt>
                                        </p:tgtEl>
                                        <p:attrNameLst>
                                          <p:attrName>style.visibility</p:attrName>
                                        </p:attrNameLst>
                                      </p:cBhvr>
                                      <p:to>
                                        <p:strVal val="visible"/>
                                      </p:to>
                                    </p:set>
                                    <p:animEffect transition="in" filter="wipe(left)">
                                      <p:cBhvr>
                                        <p:cTn id="25" dur="500"/>
                                        <p:tgtEl>
                                          <p:spTgt spid="35">
                                            <p:txEl>
                                              <p:pRg st="0" end="0"/>
                                            </p:txEl>
                                          </p:spTgt>
                                        </p:tgtEl>
                                      </p:cBhvr>
                                    </p:animEffect>
                                  </p:childTnLst>
                                </p:cTn>
                              </p:par>
                            </p:childTnLst>
                          </p:cTn>
                        </p:par>
                        <p:par>
                          <p:cTn id="26" fill="hold">
                            <p:stCondLst>
                              <p:cond delay="2500"/>
                            </p:stCondLst>
                            <p:childTnLst>
                              <p:par>
                                <p:cTn id="27" presetID="53" presetClass="entr" presetSubtype="0" fill="hold" grpId="0" nodeType="afterEffect">
                                  <p:stCondLst>
                                    <p:cond delay="0"/>
                                  </p:stCondLst>
                                  <p:childTnLst>
                                    <p:set>
                                      <p:cBhvr>
                                        <p:cTn id="28" dur="1" fill="hold">
                                          <p:stCondLst>
                                            <p:cond delay="0"/>
                                          </p:stCondLst>
                                        </p:cTn>
                                        <p:tgtEl>
                                          <p:spTgt spid="39"/>
                                        </p:tgtEl>
                                        <p:attrNameLst>
                                          <p:attrName>style.visibility</p:attrName>
                                        </p:attrNameLst>
                                      </p:cBhvr>
                                      <p:to>
                                        <p:strVal val="visible"/>
                                      </p:to>
                                    </p:set>
                                    <p:anim calcmode="lin" valueType="num">
                                      <p:cBhvr>
                                        <p:cTn id="29" dur="500" fill="hold"/>
                                        <p:tgtEl>
                                          <p:spTgt spid="39"/>
                                        </p:tgtEl>
                                        <p:attrNameLst>
                                          <p:attrName>ppt_w</p:attrName>
                                        </p:attrNameLst>
                                      </p:cBhvr>
                                      <p:tavLst>
                                        <p:tav tm="0">
                                          <p:val>
                                            <p:fltVal val="0"/>
                                          </p:val>
                                        </p:tav>
                                        <p:tav tm="100000">
                                          <p:val>
                                            <p:strVal val="#ppt_w"/>
                                          </p:val>
                                        </p:tav>
                                      </p:tavLst>
                                    </p:anim>
                                    <p:anim calcmode="lin" valueType="num">
                                      <p:cBhvr>
                                        <p:cTn id="30" dur="500" fill="hold"/>
                                        <p:tgtEl>
                                          <p:spTgt spid="39"/>
                                        </p:tgtEl>
                                        <p:attrNameLst>
                                          <p:attrName>ppt_h</p:attrName>
                                        </p:attrNameLst>
                                      </p:cBhvr>
                                      <p:tavLst>
                                        <p:tav tm="0">
                                          <p:val>
                                            <p:fltVal val="0"/>
                                          </p:val>
                                        </p:tav>
                                        <p:tav tm="100000">
                                          <p:val>
                                            <p:strVal val="#ppt_h"/>
                                          </p:val>
                                        </p:tav>
                                      </p:tavLst>
                                    </p:anim>
                                    <p:animEffect transition="in" filter="fade">
                                      <p:cBhvr>
                                        <p:cTn id="31" dur="500"/>
                                        <p:tgtEl>
                                          <p:spTgt spid="39"/>
                                        </p:tgtEl>
                                      </p:cBhvr>
                                    </p:animEffect>
                                  </p:childTnLst>
                                </p:cTn>
                              </p:par>
                            </p:childTnLst>
                          </p:cTn>
                        </p:par>
                        <p:par>
                          <p:cTn id="32" fill="hold">
                            <p:stCondLst>
                              <p:cond delay="3000"/>
                            </p:stCondLst>
                            <p:childTnLst>
                              <p:par>
                                <p:cTn id="33" presetID="22" presetClass="entr" presetSubtype="8" fill="hold" grpId="0" nodeType="afterEffect">
                                  <p:stCondLst>
                                    <p:cond delay="0"/>
                                  </p:stCondLst>
                                  <p:childTnLst>
                                    <p:set>
                                      <p:cBhvr>
                                        <p:cTn id="34" dur="1" fill="hold">
                                          <p:stCondLst>
                                            <p:cond delay="0"/>
                                          </p:stCondLst>
                                        </p:cTn>
                                        <p:tgtEl>
                                          <p:spTgt spid="38"/>
                                        </p:tgtEl>
                                        <p:attrNameLst>
                                          <p:attrName>style.visibility</p:attrName>
                                        </p:attrNameLst>
                                      </p:cBhvr>
                                      <p:to>
                                        <p:strVal val="visible"/>
                                      </p:to>
                                    </p:set>
                                    <p:animEffect transition="in" filter="wipe(left)">
                                      <p:cBhvr>
                                        <p:cTn id="35" dur="500"/>
                                        <p:tgtEl>
                                          <p:spTgt spid="38"/>
                                        </p:tgtEl>
                                      </p:cBhvr>
                                    </p:animEffect>
                                  </p:childTnLst>
                                </p:cTn>
                              </p:par>
                            </p:childTnLst>
                          </p:cTn>
                        </p:par>
                        <p:par>
                          <p:cTn id="36" fill="hold">
                            <p:stCondLst>
                              <p:cond delay="3500"/>
                            </p:stCondLst>
                            <p:childTnLst>
                              <p:par>
                                <p:cTn id="37" presetID="22" presetClass="entr" presetSubtype="8" fill="hold" grpId="0" nodeType="afterEffect">
                                  <p:stCondLst>
                                    <p:cond delay="0"/>
                                  </p:stCondLst>
                                  <p:childTnLst>
                                    <p:set>
                                      <p:cBhvr>
                                        <p:cTn id="38" dur="1" fill="hold">
                                          <p:stCondLst>
                                            <p:cond delay="0"/>
                                          </p:stCondLst>
                                        </p:cTn>
                                        <p:tgtEl>
                                          <p:spTgt spid="44">
                                            <p:txEl>
                                              <p:pRg st="0" end="0"/>
                                            </p:txEl>
                                          </p:spTgt>
                                        </p:tgtEl>
                                        <p:attrNameLst>
                                          <p:attrName>style.visibility</p:attrName>
                                        </p:attrNameLst>
                                      </p:cBhvr>
                                      <p:to>
                                        <p:strVal val="visible"/>
                                      </p:to>
                                    </p:set>
                                    <p:animEffect transition="in" filter="wipe(left)">
                                      <p:cBhvr>
                                        <p:cTn id="39" dur="500"/>
                                        <p:tgtEl>
                                          <p:spTgt spid="44">
                                            <p:txEl>
                                              <p:pRg st="0" end="0"/>
                                            </p:txEl>
                                          </p:spTgt>
                                        </p:tgtEl>
                                      </p:cBhvr>
                                    </p:animEffect>
                                  </p:childTnLst>
                                </p:cTn>
                              </p:par>
                            </p:childTnLst>
                          </p:cTn>
                        </p:par>
                        <p:par>
                          <p:cTn id="40" fill="hold">
                            <p:stCondLst>
                              <p:cond delay="4000"/>
                            </p:stCondLst>
                            <p:childTnLst>
                              <p:par>
                                <p:cTn id="41" presetID="22" presetClass="entr" presetSubtype="8" fill="hold" grpId="0" nodeType="afterEffect">
                                  <p:stCondLst>
                                    <p:cond delay="0"/>
                                  </p:stCondLst>
                                  <p:childTnLst>
                                    <p:set>
                                      <p:cBhvr>
                                        <p:cTn id="42" dur="1" fill="hold">
                                          <p:stCondLst>
                                            <p:cond delay="0"/>
                                          </p:stCondLst>
                                        </p:cTn>
                                        <p:tgtEl>
                                          <p:spTgt spid="46">
                                            <p:txEl>
                                              <p:pRg st="0" end="0"/>
                                            </p:txEl>
                                          </p:spTgt>
                                        </p:tgtEl>
                                        <p:attrNameLst>
                                          <p:attrName>style.visibility</p:attrName>
                                        </p:attrNameLst>
                                      </p:cBhvr>
                                      <p:to>
                                        <p:strVal val="visible"/>
                                      </p:to>
                                    </p:set>
                                    <p:animEffect transition="in" filter="wipe(left)">
                                      <p:cBhvr>
                                        <p:cTn id="43" dur="500"/>
                                        <p:tgtEl>
                                          <p:spTgt spid="46">
                                            <p:txEl>
                                              <p:pRg st="0" end="0"/>
                                            </p:txEl>
                                          </p:spTgt>
                                        </p:tgtEl>
                                      </p:cBhvr>
                                    </p:animEffect>
                                  </p:childTnLst>
                                </p:cTn>
                              </p:par>
                            </p:childTnLst>
                          </p:cTn>
                        </p:par>
                        <p:par>
                          <p:cTn id="44" fill="hold">
                            <p:stCondLst>
                              <p:cond delay="4500"/>
                            </p:stCondLst>
                            <p:childTnLst>
                              <p:par>
                                <p:cTn id="45" presetID="22" presetClass="entr" presetSubtype="8" fill="hold" grpId="0" nodeType="afterEffect">
                                  <p:stCondLst>
                                    <p:cond delay="0"/>
                                  </p:stCondLst>
                                  <p:childTnLst>
                                    <p:set>
                                      <p:cBhvr>
                                        <p:cTn id="46" dur="1" fill="hold">
                                          <p:stCondLst>
                                            <p:cond delay="0"/>
                                          </p:stCondLst>
                                        </p:cTn>
                                        <p:tgtEl>
                                          <p:spTgt spid="41">
                                            <p:txEl>
                                              <p:pRg st="0" end="0"/>
                                            </p:txEl>
                                          </p:spTgt>
                                        </p:tgtEl>
                                        <p:attrNameLst>
                                          <p:attrName>style.visibility</p:attrName>
                                        </p:attrNameLst>
                                      </p:cBhvr>
                                      <p:to>
                                        <p:strVal val="visible"/>
                                      </p:to>
                                    </p:set>
                                    <p:animEffect transition="in" filter="wipe(left)">
                                      <p:cBhvr>
                                        <p:cTn id="47" dur="500"/>
                                        <p:tgtEl>
                                          <p:spTgt spid="41">
                                            <p:txEl>
                                              <p:pRg st="0" end="0"/>
                                            </p:txEl>
                                          </p:spTgt>
                                        </p:tgtEl>
                                      </p:cBhvr>
                                    </p:animEffect>
                                  </p:childTnLst>
                                </p:cTn>
                              </p:par>
                            </p:childTnLst>
                          </p:cTn>
                        </p:par>
                        <p:par>
                          <p:cTn id="48" fill="hold">
                            <p:stCondLst>
                              <p:cond delay="5000"/>
                            </p:stCondLst>
                            <p:childTnLst>
                              <p:par>
                                <p:cTn id="49" presetID="53" presetClass="entr" presetSubtype="0" fill="hold" grpId="0" nodeType="afterEffect">
                                  <p:stCondLst>
                                    <p:cond delay="0"/>
                                  </p:stCondLst>
                                  <p:childTnLst>
                                    <p:set>
                                      <p:cBhvr>
                                        <p:cTn id="50" dur="1" fill="hold">
                                          <p:stCondLst>
                                            <p:cond delay="0"/>
                                          </p:stCondLst>
                                        </p:cTn>
                                        <p:tgtEl>
                                          <p:spTgt spid="48"/>
                                        </p:tgtEl>
                                        <p:attrNameLst>
                                          <p:attrName>style.visibility</p:attrName>
                                        </p:attrNameLst>
                                      </p:cBhvr>
                                      <p:to>
                                        <p:strVal val="visible"/>
                                      </p:to>
                                    </p:set>
                                    <p:anim calcmode="lin" valueType="num">
                                      <p:cBhvr>
                                        <p:cTn id="51" dur="500" fill="hold"/>
                                        <p:tgtEl>
                                          <p:spTgt spid="48"/>
                                        </p:tgtEl>
                                        <p:attrNameLst>
                                          <p:attrName>ppt_w</p:attrName>
                                        </p:attrNameLst>
                                      </p:cBhvr>
                                      <p:tavLst>
                                        <p:tav tm="0">
                                          <p:val>
                                            <p:fltVal val="0"/>
                                          </p:val>
                                        </p:tav>
                                        <p:tav tm="100000">
                                          <p:val>
                                            <p:strVal val="#ppt_w"/>
                                          </p:val>
                                        </p:tav>
                                      </p:tavLst>
                                    </p:anim>
                                    <p:anim calcmode="lin" valueType="num">
                                      <p:cBhvr>
                                        <p:cTn id="52" dur="500" fill="hold"/>
                                        <p:tgtEl>
                                          <p:spTgt spid="48"/>
                                        </p:tgtEl>
                                        <p:attrNameLst>
                                          <p:attrName>ppt_h</p:attrName>
                                        </p:attrNameLst>
                                      </p:cBhvr>
                                      <p:tavLst>
                                        <p:tav tm="0">
                                          <p:val>
                                            <p:fltVal val="0"/>
                                          </p:val>
                                        </p:tav>
                                        <p:tav tm="100000">
                                          <p:val>
                                            <p:strVal val="#ppt_h"/>
                                          </p:val>
                                        </p:tav>
                                      </p:tavLst>
                                    </p:anim>
                                    <p:animEffect transition="in" filter="fade">
                                      <p:cBhvr>
                                        <p:cTn id="53" dur="500"/>
                                        <p:tgtEl>
                                          <p:spTgt spid="48"/>
                                        </p:tgtEl>
                                      </p:cBhvr>
                                    </p:animEffect>
                                  </p:childTnLst>
                                </p:cTn>
                              </p:par>
                            </p:childTnLst>
                          </p:cTn>
                        </p:par>
                        <p:par>
                          <p:cTn id="54" fill="hold">
                            <p:stCondLst>
                              <p:cond delay="5500"/>
                            </p:stCondLst>
                            <p:childTnLst>
                              <p:par>
                                <p:cTn id="55" presetID="22" presetClass="entr" presetSubtype="8" fill="hold" grpId="0" nodeType="afterEffect">
                                  <p:stCondLst>
                                    <p:cond delay="0"/>
                                  </p:stCondLst>
                                  <p:childTnLst>
                                    <p:set>
                                      <p:cBhvr>
                                        <p:cTn id="56" dur="1" fill="hold">
                                          <p:stCondLst>
                                            <p:cond delay="0"/>
                                          </p:stCondLst>
                                        </p:cTn>
                                        <p:tgtEl>
                                          <p:spTgt spid="47"/>
                                        </p:tgtEl>
                                        <p:attrNameLst>
                                          <p:attrName>style.visibility</p:attrName>
                                        </p:attrNameLst>
                                      </p:cBhvr>
                                      <p:to>
                                        <p:strVal val="visible"/>
                                      </p:to>
                                    </p:set>
                                    <p:animEffect transition="in" filter="wipe(left)">
                                      <p:cBhvr>
                                        <p:cTn id="57" dur="500"/>
                                        <p:tgtEl>
                                          <p:spTgt spid="47"/>
                                        </p:tgtEl>
                                      </p:cBhvr>
                                    </p:animEffect>
                                  </p:childTnLst>
                                </p:cTn>
                              </p:par>
                            </p:childTnLst>
                          </p:cTn>
                        </p:par>
                        <p:par>
                          <p:cTn id="58" fill="hold">
                            <p:stCondLst>
                              <p:cond delay="6000"/>
                            </p:stCondLst>
                            <p:childTnLst>
                              <p:par>
                                <p:cTn id="59" presetID="22" presetClass="entr" presetSubtype="8" fill="hold" grpId="0" nodeType="afterEffect">
                                  <p:stCondLst>
                                    <p:cond delay="0"/>
                                  </p:stCondLst>
                                  <p:childTnLst>
                                    <p:set>
                                      <p:cBhvr>
                                        <p:cTn id="60" dur="1" fill="hold">
                                          <p:stCondLst>
                                            <p:cond delay="0"/>
                                          </p:stCondLst>
                                        </p:cTn>
                                        <p:tgtEl>
                                          <p:spTgt spid="50">
                                            <p:txEl>
                                              <p:pRg st="0" end="0"/>
                                            </p:txEl>
                                          </p:spTgt>
                                        </p:tgtEl>
                                        <p:attrNameLst>
                                          <p:attrName>style.visibility</p:attrName>
                                        </p:attrNameLst>
                                      </p:cBhvr>
                                      <p:to>
                                        <p:strVal val="visible"/>
                                      </p:to>
                                    </p:set>
                                    <p:animEffect transition="in" filter="wipe(left)">
                                      <p:cBhvr>
                                        <p:cTn id="61" dur="500"/>
                                        <p:tgtEl>
                                          <p:spTgt spid="50">
                                            <p:txEl>
                                              <p:pRg st="0" end="0"/>
                                            </p:txEl>
                                          </p:spTgt>
                                        </p:tgtEl>
                                      </p:cBhvr>
                                    </p:animEffect>
                                  </p:childTnLst>
                                </p:cTn>
                              </p:par>
                            </p:childTnLst>
                          </p:cTn>
                        </p:par>
                        <p:par>
                          <p:cTn id="62" fill="hold">
                            <p:stCondLst>
                              <p:cond delay="6500"/>
                            </p:stCondLst>
                            <p:childTnLst>
                              <p:par>
                                <p:cTn id="63" presetID="22" presetClass="entr" presetSubtype="8" fill="hold" grpId="0" nodeType="afterEffect">
                                  <p:stCondLst>
                                    <p:cond delay="0"/>
                                  </p:stCondLst>
                                  <p:childTnLst>
                                    <p:set>
                                      <p:cBhvr>
                                        <p:cTn id="64" dur="1" fill="hold">
                                          <p:stCondLst>
                                            <p:cond delay="0"/>
                                          </p:stCondLst>
                                        </p:cTn>
                                        <p:tgtEl>
                                          <p:spTgt spid="51">
                                            <p:txEl>
                                              <p:pRg st="0" end="0"/>
                                            </p:txEl>
                                          </p:spTgt>
                                        </p:tgtEl>
                                        <p:attrNameLst>
                                          <p:attrName>style.visibility</p:attrName>
                                        </p:attrNameLst>
                                      </p:cBhvr>
                                      <p:to>
                                        <p:strVal val="visible"/>
                                      </p:to>
                                    </p:set>
                                    <p:animEffect transition="in" filter="wipe(left)">
                                      <p:cBhvr>
                                        <p:cTn id="65" dur="500"/>
                                        <p:tgtEl>
                                          <p:spTgt spid="51">
                                            <p:txEl>
                                              <p:pRg st="0" end="0"/>
                                            </p:txEl>
                                          </p:spTgt>
                                        </p:tgtEl>
                                      </p:cBhvr>
                                    </p:animEffect>
                                  </p:childTnLst>
                                </p:cTn>
                              </p:par>
                            </p:childTnLst>
                          </p:cTn>
                        </p:par>
                        <p:par>
                          <p:cTn id="66" fill="hold">
                            <p:stCondLst>
                              <p:cond delay="7000"/>
                            </p:stCondLst>
                            <p:childTnLst>
                              <p:par>
                                <p:cTn id="67" presetID="22" presetClass="entr" presetSubtype="8" fill="hold" grpId="0" nodeType="afterEffect">
                                  <p:stCondLst>
                                    <p:cond delay="0"/>
                                  </p:stCondLst>
                                  <p:childTnLst>
                                    <p:set>
                                      <p:cBhvr>
                                        <p:cTn id="68" dur="1" fill="hold">
                                          <p:stCondLst>
                                            <p:cond delay="0"/>
                                          </p:stCondLst>
                                        </p:cTn>
                                        <p:tgtEl>
                                          <p:spTgt spid="49">
                                            <p:txEl>
                                              <p:pRg st="0" end="0"/>
                                            </p:txEl>
                                          </p:spTgt>
                                        </p:tgtEl>
                                        <p:attrNameLst>
                                          <p:attrName>style.visibility</p:attrName>
                                        </p:attrNameLst>
                                      </p:cBhvr>
                                      <p:to>
                                        <p:strVal val="visible"/>
                                      </p:to>
                                    </p:set>
                                    <p:animEffect transition="in" filter="wipe(left)">
                                      <p:cBhvr>
                                        <p:cTn id="69" dur="500"/>
                                        <p:tgtEl>
                                          <p:spTgt spid="49">
                                            <p:txEl>
                                              <p:pRg st="0" end="0"/>
                                            </p:txEl>
                                          </p:spTgt>
                                        </p:tgtEl>
                                      </p:cBhvr>
                                    </p:animEffect>
                                  </p:childTnLst>
                                </p:cTn>
                              </p:par>
                            </p:childTnLst>
                          </p:cTn>
                        </p:par>
                        <p:par>
                          <p:cTn id="70" fill="hold">
                            <p:stCondLst>
                              <p:cond delay="7500"/>
                            </p:stCondLst>
                            <p:childTnLst>
                              <p:par>
                                <p:cTn id="71" presetID="53" presetClass="entr" presetSubtype="0" fill="hold" grpId="0" nodeType="afterEffect">
                                  <p:stCondLst>
                                    <p:cond delay="0"/>
                                  </p:stCondLst>
                                  <p:childTnLst>
                                    <p:set>
                                      <p:cBhvr>
                                        <p:cTn id="72" dur="1" fill="hold">
                                          <p:stCondLst>
                                            <p:cond delay="0"/>
                                          </p:stCondLst>
                                        </p:cTn>
                                        <p:tgtEl>
                                          <p:spTgt spid="53"/>
                                        </p:tgtEl>
                                        <p:attrNameLst>
                                          <p:attrName>style.visibility</p:attrName>
                                        </p:attrNameLst>
                                      </p:cBhvr>
                                      <p:to>
                                        <p:strVal val="visible"/>
                                      </p:to>
                                    </p:set>
                                    <p:anim calcmode="lin" valueType="num">
                                      <p:cBhvr>
                                        <p:cTn id="73" dur="500" fill="hold"/>
                                        <p:tgtEl>
                                          <p:spTgt spid="53"/>
                                        </p:tgtEl>
                                        <p:attrNameLst>
                                          <p:attrName>ppt_w</p:attrName>
                                        </p:attrNameLst>
                                      </p:cBhvr>
                                      <p:tavLst>
                                        <p:tav tm="0">
                                          <p:val>
                                            <p:fltVal val="0"/>
                                          </p:val>
                                        </p:tav>
                                        <p:tav tm="100000">
                                          <p:val>
                                            <p:strVal val="#ppt_w"/>
                                          </p:val>
                                        </p:tav>
                                      </p:tavLst>
                                    </p:anim>
                                    <p:anim calcmode="lin" valueType="num">
                                      <p:cBhvr>
                                        <p:cTn id="74" dur="500" fill="hold"/>
                                        <p:tgtEl>
                                          <p:spTgt spid="53"/>
                                        </p:tgtEl>
                                        <p:attrNameLst>
                                          <p:attrName>ppt_h</p:attrName>
                                        </p:attrNameLst>
                                      </p:cBhvr>
                                      <p:tavLst>
                                        <p:tav tm="0">
                                          <p:val>
                                            <p:fltVal val="0"/>
                                          </p:val>
                                        </p:tav>
                                        <p:tav tm="100000">
                                          <p:val>
                                            <p:strVal val="#ppt_h"/>
                                          </p:val>
                                        </p:tav>
                                      </p:tavLst>
                                    </p:anim>
                                    <p:animEffect transition="in" filter="fade">
                                      <p:cBhvr>
                                        <p:cTn id="75" dur="500"/>
                                        <p:tgtEl>
                                          <p:spTgt spid="53"/>
                                        </p:tgtEl>
                                      </p:cBhvr>
                                    </p:animEffect>
                                  </p:childTnLst>
                                </p:cTn>
                              </p:par>
                            </p:childTnLst>
                          </p:cTn>
                        </p:par>
                        <p:par>
                          <p:cTn id="76" fill="hold">
                            <p:stCondLst>
                              <p:cond delay="8000"/>
                            </p:stCondLst>
                            <p:childTnLst>
                              <p:par>
                                <p:cTn id="77" presetID="22" presetClass="entr" presetSubtype="8" fill="hold" grpId="0" nodeType="afterEffect">
                                  <p:stCondLst>
                                    <p:cond delay="0"/>
                                  </p:stCondLst>
                                  <p:childTnLst>
                                    <p:set>
                                      <p:cBhvr>
                                        <p:cTn id="78" dur="1" fill="hold">
                                          <p:stCondLst>
                                            <p:cond delay="0"/>
                                          </p:stCondLst>
                                        </p:cTn>
                                        <p:tgtEl>
                                          <p:spTgt spid="52"/>
                                        </p:tgtEl>
                                        <p:attrNameLst>
                                          <p:attrName>style.visibility</p:attrName>
                                        </p:attrNameLst>
                                      </p:cBhvr>
                                      <p:to>
                                        <p:strVal val="visible"/>
                                      </p:to>
                                    </p:set>
                                    <p:animEffect transition="in" filter="wipe(left)">
                                      <p:cBhvr>
                                        <p:cTn id="79" dur="500"/>
                                        <p:tgtEl>
                                          <p:spTgt spid="52"/>
                                        </p:tgtEl>
                                      </p:cBhvr>
                                    </p:animEffect>
                                  </p:childTnLst>
                                </p:cTn>
                              </p:par>
                            </p:childTnLst>
                          </p:cTn>
                        </p:par>
                        <p:par>
                          <p:cTn id="80" fill="hold">
                            <p:stCondLst>
                              <p:cond delay="8500"/>
                            </p:stCondLst>
                            <p:childTnLst>
                              <p:par>
                                <p:cTn id="81" presetID="22" presetClass="entr" presetSubtype="8" fill="hold" grpId="0" nodeType="afterEffect">
                                  <p:stCondLst>
                                    <p:cond delay="0"/>
                                  </p:stCondLst>
                                  <p:childTnLst>
                                    <p:set>
                                      <p:cBhvr>
                                        <p:cTn id="82" dur="1" fill="hold">
                                          <p:stCondLst>
                                            <p:cond delay="0"/>
                                          </p:stCondLst>
                                        </p:cTn>
                                        <p:tgtEl>
                                          <p:spTgt spid="55">
                                            <p:txEl>
                                              <p:pRg st="0" end="0"/>
                                            </p:txEl>
                                          </p:spTgt>
                                        </p:tgtEl>
                                        <p:attrNameLst>
                                          <p:attrName>style.visibility</p:attrName>
                                        </p:attrNameLst>
                                      </p:cBhvr>
                                      <p:to>
                                        <p:strVal val="visible"/>
                                      </p:to>
                                    </p:set>
                                    <p:animEffect transition="in" filter="wipe(left)">
                                      <p:cBhvr>
                                        <p:cTn id="83" dur="500"/>
                                        <p:tgtEl>
                                          <p:spTgt spid="55">
                                            <p:txEl>
                                              <p:pRg st="0" end="0"/>
                                            </p:txEl>
                                          </p:spTgt>
                                        </p:tgtEl>
                                      </p:cBhvr>
                                    </p:animEffect>
                                  </p:childTnLst>
                                </p:cTn>
                              </p:par>
                            </p:childTnLst>
                          </p:cTn>
                        </p:par>
                        <p:par>
                          <p:cTn id="84" fill="hold">
                            <p:stCondLst>
                              <p:cond delay="9000"/>
                            </p:stCondLst>
                            <p:childTnLst>
                              <p:par>
                                <p:cTn id="85" presetID="22" presetClass="entr" presetSubtype="8" fill="hold" grpId="0" nodeType="afterEffect">
                                  <p:stCondLst>
                                    <p:cond delay="0"/>
                                  </p:stCondLst>
                                  <p:childTnLst>
                                    <p:set>
                                      <p:cBhvr>
                                        <p:cTn id="86" dur="1" fill="hold">
                                          <p:stCondLst>
                                            <p:cond delay="0"/>
                                          </p:stCondLst>
                                        </p:cTn>
                                        <p:tgtEl>
                                          <p:spTgt spid="56">
                                            <p:txEl>
                                              <p:pRg st="0" end="0"/>
                                            </p:txEl>
                                          </p:spTgt>
                                        </p:tgtEl>
                                        <p:attrNameLst>
                                          <p:attrName>style.visibility</p:attrName>
                                        </p:attrNameLst>
                                      </p:cBhvr>
                                      <p:to>
                                        <p:strVal val="visible"/>
                                      </p:to>
                                    </p:set>
                                    <p:animEffect transition="in" filter="wipe(left)">
                                      <p:cBhvr>
                                        <p:cTn id="87" dur="500"/>
                                        <p:tgtEl>
                                          <p:spTgt spid="56">
                                            <p:txEl>
                                              <p:pRg st="0" end="0"/>
                                            </p:txEl>
                                          </p:spTgt>
                                        </p:tgtEl>
                                      </p:cBhvr>
                                    </p:animEffect>
                                  </p:childTnLst>
                                </p:cTn>
                              </p:par>
                            </p:childTnLst>
                          </p:cTn>
                        </p:par>
                        <p:par>
                          <p:cTn id="88" fill="hold">
                            <p:stCondLst>
                              <p:cond delay="9500"/>
                            </p:stCondLst>
                            <p:childTnLst>
                              <p:par>
                                <p:cTn id="89" presetID="22" presetClass="entr" presetSubtype="8" fill="hold" grpId="0" nodeType="afterEffect">
                                  <p:stCondLst>
                                    <p:cond delay="0"/>
                                  </p:stCondLst>
                                  <p:childTnLst>
                                    <p:set>
                                      <p:cBhvr>
                                        <p:cTn id="90" dur="1" fill="hold">
                                          <p:stCondLst>
                                            <p:cond delay="0"/>
                                          </p:stCondLst>
                                        </p:cTn>
                                        <p:tgtEl>
                                          <p:spTgt spid="54">
                                            <p:txEl>
                                              <p:pRg st="0" end="0"/>
                                            </p:txEl>
                                          </p:spTgt>
                                        </p:tgtEl>
                                        <p:attrNameLst>
                                          <p:attrName>style.visibility</p:attrName>
                                        </p:attrNameLst>
                                      </p:cBhvr>
                                      <p:to>
                                        <p:strVal val="visible"/>
                                      </p:to>
                                    </p:set>
                                    <p:animEffect transition="in" filter="wipe(left)">
                                      <p:cBhvr>
                                        <p:cTn id="91" dur="500"/>
                                        <p:tgtEl>
                                          <p:spTgt spid="54">
                                            <p:txEl>
                                              <p:pRg st="0" end="0"/>
                                            </p:txEl>
                                          </p:spTgt>
                                        </p:tgtEl>
                                      </p:cBhvr>
                                    </p:animEffect>
                                  </p:childTnLst>
                                </p:cTn>
                              </p:par>
                            </p:childTnLst>
                          </p:cTn>
                        </p:par>
                        <p:par>
                          <p:cTn id="92" fill="hold">
                            <p:stCondLst>
                              <p:cond delay="10000"/>
                            </p:stCondLst>
                            <p:childTnLst>
                              <p:par>
                                <p:cTn id="93" presetID="53" presetClass="entr" presetSubtype="0" fill="hold" grpId="0" nodeType="afterEffect">
                                  <p:stCondLst>
                                    <p:cond delay="0"/>
                                  </p:stCondLst>
                                  <p:childTnLst>
                                    <p:set>
                                      <p:cBhvr>
                                        <p:cTn id="94" dur="1" fill="hold">
                                          <p:stCondLst>
                                            <p:cond delay="0"/>
                                          </p:stCondLst>
                                        </p:cTn>
                                        <p:tgtEl>
                                          <p:spTgt spid="58"/>
                                        </p:tgtEl>
                                        <p:attrNameLst>
                                          <p:attrName>style.visibility</p:attrName>
                                        </p:attrNameLst>
                                      </p:cBhvr>
                                      <p:to>
                                        <p:strVal val="visible"/>
                                      </p:to>
                                    </p:set>
                                    <p:anim calcmode="lin" valueType="num">
                                      <p:cBhvr>
                                        <p:cTn id="95" dur="500" fill="hold"/>
                                        <p:tgtEl>
                                          <p:spTgt spid="58"/>
                                        </p:tgtEl>
                                        <p:attrNameLst>
                                          <p:attrName>ppt_w</p:attrName>
                                        </p:attrNameLst>
                                      </p:cBhvr>
                                      <p:tavLst>
                                        <p:tav tm="0">
                                          <p:val>
                                            <p:fltVal val="0"/>
                                          </p:val>
                                        </p:tav>
                                        <p:tav tm="100000">
                                          <p:val>
                                            <p:strVal val="#ppt_w"/>
                                          </p:val>
                                        </p:tav>
                                      </p:tavLst>
                                    </p:anim>
                                    <p:anim calcmode="lin" valueType="num">
                                      <p:cBhvr>
                                        <p:cTn id="96" dur="500" fill="hold"/>
                                        <p:tgtEl>
                                          <p:spTgt spid="58"/>
                                        </p:tgtEl>
                                        <p:attrNameLst>
                                          <p:attrName>ppt_h</p:attrName>
                                        </p:attrNameLst>
                                      </p:cBhvr>
                                      <p:tavLst>
                                        <p:tav tm="0">
                                          <p:val>
                                            <p:fltVal val="0"/>
                                          </p:val>
                                        </p:tav>
                                        <p:tav tm="100000">
                                          <p:val>
                                            <p:strVal val="#ppt_h"/>
                                          </p:val>
                                        </p:tav>
                                      </p:tavLst>
                                    </p:anim>
                                    <p:animEffect transition="in" filter="fade">
                                      <p:cBhvr>
                                        <p:cTn id="97" dur="500"/>
                                        <p:tgtEl>
                                          <p:spTgt spid="58"/>
                                        </p:tgtEl>
                                      </p:cBhvr>
                                    </p:animEffect>
                                  </p:childTnLst>
                                </p:cTn>
                              </p:par>
                            </p:childTnLst>
                          </p:cTn>
                        </p:par>
                        <p:par>
                          <p:cTn id="98" fill="hold">
                            <p:stCondLst>
                              <p:cond delay="10500"/>
                            </p:stCondLst>
                            <p:childTnLst>
                              <p:par>
                                <p:cTn id="99" presetID="22" presetClass="entr" presetSubtype="8" fill="hold" grpId="0" nodeType="afterEffect">
                                  <p:stCondLst>
                                    <p:cond delay="0"/>
                                  </p:stCondLst>
                                  <p:childTnLst>
                                    <p:set>
                                      <p:cBhvr>
                                        <p:cTn id="100" dur="1" fill="hold">
                                          <p:stCondLst>
                                            <p:cond delay="0"/>
                                          </p:stCondLst>
                                        </p:cTn>
                                        <p:tgtEl>
                                          <p:spTgt spid="57"/>
                                        </p:tgtEl>
                                        <p:attrNameLst>
                                          <p:attrName>style.visibility</p:attrName>
                                        </p:attrNameLst>
                                      </p:cBhvr>
                                      <p:to>
                                        <p:strVal val="visible"/>
                                      </p:to>
                                    </p:set>
                                    <p:animEffect transition="in" filter="wipe(left)">
                                      <p:cBhvr>
                                        <p:cTn id="101" dur="500"/>
                                        <p:tgtEl>
                                          <p:spTgt spid="57"/>
                                        </p:tgtEl>
                                      </p:cBhvr>
                                    </p:animEffect>
                                  </p:childTnLst>
                                </p:cTn>
                              </p:par>
                            </p:childTnLst>
                          </p:cTn>
                        </p:par>
                        <p:par>
                          <p:cTn id="102" fill="hold">
                            <p:stCondLst>
                              <p:cond delay="11000"/>
                            </p:stCondLst>
                            <p:childTnLst>
                              <p:par>
                                <p:cTn id="103" presetID="22" presetClass="entr" presetSubtype="8" fill="hold" grpId="0" nodeType="afterEffect">
                                  <p:stCondLst>
                                    <p:cond delay="0"/>
                                  </p:stCondLst>
                                  <p:childTnLst>
                                    <p:set>
                                      <p:cBhvr>
                                        <p:cTn id="104" dur="1" fill="hold">
                                          <p:stCondLst>
                                            <p:cond delay="0"/>
                                          </p:stCondLst>
                                        </p:cTn>
                                        <p:tgtEl>
                                          <p:spTgt spid="60">
                                            <p:txEl>
                                              <p:pRg st="0" end="0"/>
                                            </p:txEl>
                                          </p:spTgt>
                                        </p:tgtEl>
                                        <p:attrNameLst>
                                          <p:attrName>style.visibility</p:attrName>
                                        </p:attrNameLst>
                                      </p:cBhvr>
                                      <p:to>
                                        <p:strVal val="visible"/>
                                      </p:to>
                                    </p:set>
                                    <p:animEffect transition="in" filter="wipe(left)">
                                      <p:cBhvr>
                                        <p:cTn id="105" dur="500"/>
                                        <p:tgtEl>
                                          <p:spTgt spid="60">
                                            <p:txEl>
                                              <p:pRg st="0" end="0"/>
                                            </p:txEl>
                                          </p:spTgt>
                                        </p:tgtEl>
                                      </p:cBhvr>
                                    </p:animEffect>
                                  </p:childTnLst>
                                </p:cTn>
                              </p:par>
                            </p:childTnLst>
                          </p:cTn>
                        </p:par>
                        <p:par>
                          <p:cTn id="106" fill="hold">
                            <p:stCondLst>
                              <p:cond delay="11500"/>
                            </p:stCondLst>
                            <p:childTnLst>
                              <p:par>
                                <p:cTn id="107" presetID="22" presetClass="entr" presetSubtype="8" fill="hold" grpId="0" nodeType="afterEffect">
                                  <p:stCondLst>
                                    <p:cond delay="0"/>
                                  </p:stCondLst>
                                  <p:childTnLst>
                                    <p:set>
                                      <p:cBhvr>
                                        <p:cTn id="108" dur="1" fill="hold">
                                          <p:stCondLst>
                                            <p:cond delay="0"/>
                                          </p:stCondLst>
                                        </p:cTn>
                                        <p:tgtEl>
                                          <p:spTgt spid="61">
                                            <p:txEl>
                                              <p:pRg st="0" end="0"/>
                                            </p:txEl>
                                          </p:spTgt>
                                        </p:tgtEl>
                                        <p:attrNameLst>
                                          <p:attrName>style.visibility</p:attrName>
                                        </p:attrNameLst>
                                      </p:cBhvr>
                                      <p:to>
                                        <p:strVal val="visible"/>
                                      </p:to>
                                    </p:set>
                                    <p:animEffect transition="in" filter="wipe(left)">
                                      <p:cBhvr>
                                        <p:cTn id="109" dur="500"/>
                                        <p:tgtEl>
                                          <p:spTgt spid="61">
                                            <p:txEl>
                                              <p:pRg st="0" end="0"/>
                                            </p:txEl>
                                          </p:spTgt>
                                        </p:tgtEl>
                                      </p:cBhvr>
                                    </p:animEffect>
                                  </p:childTnLst>
                                </p:cTn>
                              </p:par>
                            </p:childTnLst>
                          </p:cTn>
                        </p:par>
                        <p:par>
                          <p:cTn id="110" fill="hold">
                            <p:stCondLst>
                              <p:cond delay="12000"/>
                            </p:stCondLst>
                            <p:childTnLst>
                              <p:par>
                                <p:cTn id="111" presetID="22" presetClass="entr" presetSubtype="8" fill="hold" grpId="0" nodeType="afterEffect">
                                  <p:stCondLst>
                                    <p:cond delay="0"/>
                                  </p:stCondLst>
                                  <p:childTnLst>
                                    <p:set>
                                      <p:cBhvr>
                                        <p:cTn id="112" dur="1" fill="hold">
                                          <p:stCondLst>
                                            <p:cond delay="0"/>
                                          </p:stCondLst>
                                        </p:cTn>
                                        <p:tgtEl>
                                          <p:spTgt spid="59">
                                            <p:txEl>
                                              <p:pRg st="0" end="0"/>
                                            </p:txEl>
                                          </p:spTgt>
                                        </p:tgtEl>
                                        <p:attrNameLst>
                                          <p:attrName>style.visibility</p:attrName>
                                        </p:attrNameLst>
                                      </p:cBhvr>
                                      <p:to>
                                        <p:strVal val="visible"/>
                                      </p:to>
                                    </p:set>
                                    <p:animEffect transition="in" filter="wipe(left)">
                                      <p:cBhvr>
                                        <p:cTn id="113" dur="500"/>
                                        <p:tgtEl>
                                          <p:spTgt spid="59">
                                            <p:txEl>
                                              <p:pRg st="0" end="0"/>
                                            </p:txEl>
                                          </p:spTgt>
                                        </p:tgtEl>
                                      </p:cBhvr>
                                    </p:animEffect>
                                  </p:childTnLst>
                                </p:cTn>
                              </p:par>
                            </p:childTnLst>
                          </p:cTn>
                        </p:par>
                        <p:par>
                          <p:cTn id="114" fill="hold">
                            <p:stCondLst>
                              <p:cond delay="12500"/>
                            </p:stCondLst>
                            <p:childTnLst>
                              <p:par>
                                <p:cTn id="115" presetID="53" presetClass="entr" presetSubtype="0" fill="hold" grpId="0" nodeType="afterEffect">
                                  <p:stCondLst>
                                    <p:cond delay="0"/>
                                  </p:stCondLst>
                                  <p:childTnLst>
                                    <p:set>
                                      <p:cBhvr>
                                        <p:cTn id="116" dur="1" fill="hold">
                                          <p:stCondLst>
                                            <p:cond delay="0"/>
                                          </p:stCondLst>
                                        </p:cTn>
                                        <p:tgtEl>
                                          <p:spTgt spid="63"/>
                                        </p:tgtEl>
                                        <p:attrNameLst>
                                          <p:attrName>style.visibility</p:attrName>
                                        </p:attrNameLst>
                                      </p:cBhvr>
                                      <p:to>
                                        <p:strVal val="visible"/>
                                      </p:to>
                                    </p:set>
                                    <p:anim calcmode="lin" valueType="num">
                                      <p:cBhvr>
                                        <p:cTn id="117" dur="500" fill="hold"/>
                                        <p:tgtEl>
                                          <p:spTgt spid="63"/>
                                        </p:tgtEl>
                                        <p:attrNameLst>
                                          <p:attrName>ppt_w</p:attrName>
                                        </p:attrNameLst>
                                      </p:cBhvr>
                                      <p:tavLst>
                                        <p:tav tm="0">
                                          <p:val>
                                            <p:fltVal val="0"/>
                                          </p:val>
                                        </p:tav>
                                        <p:tav tm="100000">
                                          <p:val>
                                            <p:strVal val="#ppt_w"/>
                                          </p:val>
                                        </p:tav>
                                      </p:tavLst>
                                    </p:anim>
                                    <p:anim calcmode="lin" valueType="num">
                                      <p:cBhvr>
                                        <p:cTn id="118" dur="500" fill="hold"/>
                                        <p:tgtEl>
                                          <p:spTgt spid="63"/>
                                        </p:tgtEl>
                                        <p:attrNameLst>
                                          <p:attrName>ppt_h</p:attrName>
                                        </p:attrNameLst>
                                      </p:cBhvr>
                                      <p:tavLst>
                                        <p:tav tm="0">
                                          <p:val>
                                            <p:fltVal val="0"/>
                                          </p:val>
                                        </p:tav>
                                        <p:tav tm="100000">
                                          <p:val>
                                            <p:strVal val="#ppt_h"/>
                                          </p:val>
                                        </p:tav>
                                      </p:tavLst>
                                    </p:anim>
                                    <p:animEffect transition="in" filter="fade">
                                      <p:cBhvr>
                                        <p:cTn id="119" dur="500"/>
                                        <p:tgtEl>
                                          <p:spTgt spid="63"/>
                                        </p:tgtEl>
                                      </p:cBhvr>
                                    </p:animEffect>
                                  </p:childTnLst>
                                </p:cTn>
                              </p:par>
                            </p:childTnLst>
                          </p:cTn>
                        </p:par>
                        <p:par>
                          <p:cTn id="120" fill="hold">
                            <p:stCondLst>
                              <p:cond delay="13000"/>
                            </p:stCondLst>
                            <p:childTnLst>
                              <p:par>
                                <p:cTn id="121" presetID="22" presetClass="entr" presetSubtype="8" fill="hold" grpId="0" nodeType="afterEffect">
                                  <p:stCondLst>
                                    <p:cond delay="0"/>
                                  </p:stCondLst>
                                  <p:childTnLst>
                                    <p:set>
                                      <p:cBhvr>
                                        <p:cTn id="122" dur="1" fill="hold">
                                          <p:stCondLst>
                                            <p:cond delay="0"/>
                                          </p:stCondLst>
                                        </p:cTn>
                                        <p:tgtEl>
                                          <p:spTgt spid="62"/>
                                        </p:tgtEl>
                                        <p:attrNameLst>
                                          <p:attrName>style.visibility</p:attrName>
                                        </p:attrNameLst>
                                      </p:cBhvr>
                                      <p:to>
                                        <p:strVal val="visible"/>
                                      </p:to>
                                    </p:set>
                                    <p:animEffect transition="in" filter="wipe(left)">
                                      <p:cBhvr>
                                        <p:cTn id="123" dur="500"/>
                                        <p:tgtEl>
                                          <p:spTgt spid="62"/>
                                        </p:tgtEl>
                                      </p:cBhvr>
                                    </p:animEffect>
                                  </p:childTnLst>
                                </p:cTn>
                              </p:par>
                            </p:childTnLst>
                          </p:cTn>
                        </p:par>
                        <p:par>
                          <p:cTn id="124" fill="hold">
                            <p:stCondLst>
                              <p:cond delay="13500"/>
                            </p:stCondLst>
                            <p:childTnLst>
                              <p:par>
                                <p:cTn id="125" presetID="22" presetClass="entr" presetSubtype="8" fill="hold" grpId="0" nodeType="afterEffect">
                                  <p:stCondLst>
                                    <p:cond delay="0"/>
                                  </p:stCondLst>
                                  <p:childTnLst>
                                    <p:set>
                                      <p:cBhvr>
                                        <p:cTn id="126" dur="1" fill="hold">
                                          <p:stCondLst>
                                            <p:cond delay="0"/>
                                          </p:stCondLst>
                                        </p:cTn>
                                        <p:tgtEl>
                                          <p:spTgt spid="87">
                                            <p:txEl>
                                              <p:pRg st="0" end="0"/>
                                            </p:txEl>
                                          </p:spTgt>
                                        </p:tgtEl>
                                        <p:attrNameLst>
                                          <p:attrName>style.visibility</p:attrName>
                                        </p:attrNameLst>
                                      </p:cBhvr>
                                      <p:to>
                                        <p:strVal val="visible"/>
                                      </p:to>
                                    </p:set>
                                    <p:animEffect transition="in" filter="wipe(left)">
                                      <p:cBhvr>
                                        <p:cTn id="127" dur="500"/>
                                        <p:tgtEl>
                                          <p:spTgt spid="87">
                                            <p:txEl>
                                              <p:pRg st="0" end="0"/>
                                            </p:txEl>
                                          </p:spTgt>
                                        </p:tgtEl>
                                      </p:cBhvr>
                                    </p:animEffect>
                                  </p:childTnLst>
                                </p:cTn>
                              </p:par>
                            </p:childTnLst>
                          </p:cTn>
                        </p:par>
                        <p:par>
                          <p:cTn id="128" fill="hold">
                            <p:stCondLst>
                              <p:cond delay="14000"/>
                            </p:stCondLst>
                            <p:childTnLst>
                              <p:par>
                                <p:cTn id="129" presetID="22" presetClass="entr" presetSubtype="8" fill="hold" grpId="0" nodeType="afterEffect">
                                  <p:stCondLst>
                                    <p:cond delay="0"/>
                                  </p:stCondLst>
                                  <p:childTnLst>
                                    <p:set>
                                      <p:cBhvr>
                                        <p:cTn id="130" dur="1" fill="hold">
                                          <p:stCondLst>
                                            <p:cond delay="0"/>
                                          </p:stCondLst>
                                        </p:cTn>
                                        <p:tgtEl>
                                          <p:spTgt spid="88">
                                            <p:txEl>
                                              <p:pRg st="0" end="0"/>
                                            </p:txEl>
                                          </p:spTgt>
                                        </p:tgtEl>
                                        <p:attrNameLst>
                                          <p:attrName>style.visibility</p:attrName>
                                        </p:attrNameLst>
                                      </p:cBhvr>
                                      <p:to>
                                        <p:strVal val="visible"/>
                                      </p:to>
                                    </p:set>
                                    <p:animEffect transition="in" filter="wipe(left)">
                                      <p:cBhvr>
                                        <p:cTn id="131" dur="500"/>
                                        <p:tgtEl>
                                          <p:spTgt spid="88">
                                            <p:txEl>
                                              <p:pRg st="0" end="0"/>
                                            </p:txEl>
                                          </p:spTgt>
                                        </p:tgtEl>
                                      </p:cBhvr>
                                    </p:animEffect>
                                  </p:childTnLst>
                                </p:cTn>
                              </p:par>
                            </p:childTnLst>
                          </p:cTn>
                        </p:par>
                        <p:par>
                          <p:cTn id="132" fill="hold">
                            <p:stCondLst>
                              <p:cond delay="14500"/>
                            </p:stCondLst>
                            <p:childTnLst>
                              <p:par>
                                <p:cTn id="133" presetID="22" presetClass="entr" presetSubtype="8" fill="hold" grpId="0" nodeType="afterEffect">
                                  <p:stCondLst>
                                    <p:cond delay="0"/>
                                  </p:stCondLst>
                                  <p:childTnLst>
                                    <p:set>
                                      <p:cBhvr>
                                        <p:cTn id="134" dur="1" fill="hold">
                                          <p:stCondLst>
                                            <p:cond delay="0"/>
                                          </p:stCondLst>
                                        </p:cTn>
                                        <p:tgtEl>
                                          <p:spTgt spid="64">
                                            <p:txEl>
                                              <p:pRg st="0" end="0"/>
                                            </p:txEl>
                                          </p:spTgt>
                                        </p:tgtEl>
                                        <p:attrNameLst>
                                          <p:attrName>style.visibility</p:attrName>
                                        </p:attrNameLst>
                                      </p:cBhvr>
                                      <p:to>
                                        <p:strVal val="visible"/>
                                      </p:to>
                                    </p:set>
                                    <p:animEffect transition="in" filter="wipe(left)">
                                      <p:cBhvr>
                                        <p:cTn id="135" dur="500"/>
                                        <p:tgtEl>
                                          <p:spTgt spid="6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4" grpId="0" animBg="1"/>
      <p:bldP spid="35" grpId="0" build="p">
        <p:tmplLst>
          <p:tmpl lvl="1">
            <p:tnLst>
              <p:par>
                <p:cTn presetID="22" presetClass="entr" presetSubtype="8" fill="hold" nodeType="afterEffect">
                  <p:stCondLst>
                    <p:cond delay="0"/>
                  </p:stCondLst>
                  <p:childTnLst>
                    <p:set>
                      <p:cBhvr>
                        <p:cTn dur="1" fill="hold">
                          <p:stCondLst>
                            <p:cond delay="0"/>
                          </p:stCondLst>
                        </p:cTn>
                        <p:tgtEl>
                          <p:spTgt spid="35"/>
                        </p:tgtEl>
                        <p:attrNameLst>
                          <p:attrName>style.visibility</p:attrName>
                        </p:attrNameLst>
                      </p:cBhvr>
                      <p:to>
                        <p:strVal val="visible"/>
                      </p:to>
                    </p:set>
                    <p:animEffect transition="in" filter="wipe(left)">
                      <p:cBhvr>
                        <p:cTn dur="500"/>
                        <p:tgtEl>
                          <p:spTgt spid="35"/>
                        </p:tgtEl>
                      </p:cBhvr>
                    </p:animEffect>
                  </p:childTnLst>
                </p:cTn>
              </p:par>
            </p:tnLst>
          </p:tmpl>
        </p:tmplLst>
      </p:bldP>
      <p:bldP spid="36" grpId="0" build="p">
        <p:tmplLst>
          <p:tmpl lvl="1">
            <p:tnLst>
              <p:par>
                <p:cTn presetID="22" presetClass="entr" presetSubtype="8" fill="hold" nodeType="afterEffect">
                  <p:stCondLst>
                    <p:cond delay="0"/>
                  </p:stCondLst>
                  <p:childTnLst>
                    <p:set>
                      <p:cBhvr>
                        <p:cTn dur="1" fill="hold">
                          <p:stCondLst>
                            <p:cond delay="0"/>
                          </p:stCondLst>
                        </p:cTn>
                        <p:tgtEl>
                          <p:spTgt spid="36"/>
                        </p:tgtEl>
                        <p:attrNameLst>
                          <p:attrName>style.visibility</p:attrName>
                        </p:attrNameLst>
                      </p:cBhvr>
                      <p:to>
                        <p:strVal val="visible"/>
                      </p:to>
                    </p:set>
                    <p:animEffect transition="in" filter="wipe(left)">
                      <p:cBhvr>
                        <p:cTn dur="500"/>
                        <p:tgtEl>
                          <p:spTgt spid="36"/>
                        </p:tgtEl>
                      </p:cBhvr>
                    </p:animEffect>
                  </p:childTnLst>
                </p:cTn>
              </p:par>
            </p:tnLst>
          </p:tmpl>
        </p:tmplLst>
      </p:bldP>
      <p:bldP spid="37" grpId="0" build="p">
        <p:tmplLst>
          <p:tmpl lvl="1">
            <p:tnLst>
              <p:par>
                <p:cTn presetID="22" presetClass="entr" presetSubtype="8" fill="hold" nodeType="afterEffect">
                  <p:stCondLst>
                    <p:cond delay="0"/>
                  </p:stCondLst>
                  <p:childTnLst>
                    <p:set>
                      <p:cBhvr>
                        <p:cTn dur="1" fill="hold">
                          <p:stCondLst>
                            <p:cond delay="0"/>
                          </p:stCondLst>
                        </p:cTn>
                        <p:tgtEl>
                          <p:spTgt spid="37"/>
                        </p:tgtEl>
                        <p:attrNameLst>
                          <p:attrName>style.visibility</p:attrName>
                        </p:attrNameLst>
                      </p:cBhvr>
                      <p:to>
                        <p:strVal val="visible"/>
                      </p:to>
                    </p:set>
                    <p:animEffect transition="in" filter="wipe(left)">
                      <p:cBhvr>
                        <p:cTn dur="500"/>
                        <p:tgtEl>
                          <p:spTgt spid="37"/>
                        </p:tgtEl>
                      </p:cBhvr>
                    </p:animEffect>
                  </p:childTnLst>
                </p:cTn>
              </p:par>
            </p:tnLst>
          </p:tmpl>
        </p:tmplLst>
      </p:bldP>
      <p:bldP spid="38" grpId="0" animBg="1"/>
      <p:bldP spid="39" grpId="0" animBg="1"/>
      <p:bldP spid="41" grpId="0" build="p">
        <p:tmplLst>
          <p:tmpl lvl="1">
            <p:tnLst>
              <p:par>
                <p:cTn presetID="22" presetClass="entr" presetSubtype="8" fill="hold" nodeType="afterEffect">
                  <p:stCondLst>
                    <p:cond delay="0"/>
                  </p:stCondLst>
                  <p:childTnLst>
                    <p:set>
                      <p:cBhvr>
                        <p:cTn dur="1" fill="hold">
                          <p:stCondLst>
                            <p:cond delay="0"/>
                          </p:stCondLst>
                        </p:cTn>
                        <p:tgtEl>
                          <p:spTgt spid="41"/>
                        </p:tgtEl>
                        <p:attrNameLst>
                          <p:attrName>style.visibility</p:attrName>
                        </p:attrNameLst>
                      </p:cBhvr>
                      <p:to>
                        <p:strVal val="visible"/>
                      </p:to>
                    </p:set>
                    <p:animEffect transition="in" filter="wipe(left)">
                      <p:cBhvr>
                        <p:cTn dur="500"/>
                        <p:tgtEl>
                          <p:spTgt spid="41"/>
                        </p:tgtEl>
                      </p:cBhvr>
                    </p:animEffect>
                  </p:childTnLst>
                </p:cTn>
              </p:par>
            </p:tnLst>
          </p:tmpl>
        </p:tmplLst>
      </p:bldP>
      <p:bldP spid="44" grpId="0" build="p">
        <p:tmplLst>
          <p:tmpl lvl="1">
            <p:tnLst>
              <p:par>
                <p:cTn presetID="22" presetClass="entr" presetSubtype="8" fill="hold" nodeType="afterEffect">
                  <p:stCondLst>
                    <p:cond delay="0"/>
                  </p:stCondLst>
                  <p:childTnLst>
                    <p:set>
                      <p:cBhvr>
                        <p:cTn dur="1" fill="hold">
                          <p:stCondLst>
                            <p:cond delay="0"/>
                          </p:stCondLst>
                        </p:cTn>
                        <p:tgtEl>
                          <p:spTgt spid="44"/>
                        </p:tgtEl>
                        <p:attrNameLst>
                          <p:attrName>style.visibility</p:attrName>
                        </p:attrNameLst>
                      </p:cBhvr>
                      <p:to>
                        <p:strVal val="visible"/>
                      </p:to>
                    </p:set>
                    <p:animEffect transition="in" filter="wipe(left)">
                      <p:cBhvr>
                        <p:cTn dur="500"/>
                        <p:tgtEl>
                          <p:spTgt spid="44"/>
                        </p:tgtEl>
                      </p:cBhvr>
                    </p:animEffect>
                  </p:childTnLst>
                </p:cTn>
              </p:par>
            </p:tnLst>
          </p:tmpl>
        </p:tmplLst>
      </p:bldP>
      <p:bldP spid="46" grpId="0" build="p">
        <p:tmplLst>
          <p:tmpl lvl="1">
            <p:tnLst>
              <p:par>
                <p:cTn presetID="22" presetClass="entr" presetSubtype="8" fill="hold" nodeType="afterEffect">
                  <p:stCondLst>
                    <p:cond delay="0"/>
                  </p:stCondLst>
                  <p:childTnLst>
                    <p:set>
                      <p:cBhvr>
                        <p:cTn dur="1" fill="hold">
                          <p:stCondLst>
                            <p:cond delay="0"/>
                          </p:stCondLst>
                        </p:cTn>
                        <p:tgtEl>
                          <p:spTgt spid="46"/>
                        </p:tgtEl>
                        <p:attrNameLst>
                          <p:attrName>style.visibility</p:attrName>
                        </p:attrNameLst>
                      </p:cBhvr>
                      <p:to>
                        <p:strVal val="visible"/>
                      </p:to>
                    </p:set>
                    <p:animEffect transition="in" filter="wipe(left)">
                      <p:cBhvr>
                        <p:cTn dur="500"/>
                        <p:tgtEl>
                          <p:spTgt spid="46"/>
                        </p:tgtEl>
                      </p:cBhvr>
                    </p:animEffect>
                  </p:childTnLst>
                </p:cTn>
              </p:par>
            </p:tnLst>
          </p:tmpl>
        </p:tmplLst>
      </p:bldP>
      <p:bldP spid="47" grpId="0" animBg="1"/>
      <p:bldP spid="48" grpId="0" animBg="1"/>
      <p:bldP spid="49" grpId="0" build="p">
        <p:tmplLst>
          <p:tmpl lvl="1">
            <p:tnLst>
              <p:par>
                <p:cTn presetID="22" presetClass="entr" presetSubtype="8" fill="hold" nodeType="afterEffect">
                  <p:stCondLst>
                    <p:cond delay="0"/>
                  </p:stCondLst>
                  <p:childTnLst>
                    <p:set>
                      <p:cBhvr>
                        <p:cTn dur="1" fill="hold">
                          <p:stCondLst>
                            <p:cond delay="0"/>
                          </p:stCondLst>
                        </p:cTn>
                        <p:tgtEl>
                          <p:spTgt spid="49"/>
                        </p:tgtEl>
                        <p:attrNameLst>
                          <p:attrName>style.visibility</p:attrName>
                        </p:attrNameLst>
                      </p:cBhvr>
                      <p:to>
                        <p:strVal val="visible"/>
                      </p:to>
                    </p:set>
                    <p:animEffect transition="in" filter="wipe(left)">
                      <p:cBhvr>
                        <p:cTn dur="500"/>
                        <p:tgtEl>
                          <p:spTgt spid="49"/>
                        </p:tgtEl>
                      </p:cBhvr>
                    </p:animEffect>
                  </p:childTnLst>
                </p:cTn>
              </p:par>
            </p:tnLst>
          </p:tmpl>
        </p:tmplLst>
      </p:bldP>
      <p:bldP spid="50" grpId="0" build="p">
        <p:tmplLst>
          <p:tmpl lvl="1">
            <p:tnLst>
              <p:par>
                <p:cTn presetID="22" presetClass="entr" presetSubtype="8" fill="hold" nodeType="afterEffect">
                  <p:stCondLst>
                    <p:cond delay="0"/>
                  </p:stCondLst>
                  <p:childTnLst>
                    <p:set>
                      <p:cBhvr>
                        <p:cTn dur="1" fill="hold">
                          <p:stCondLst>
                            <p:cond delay="0"/>
                          </p:stCondLst>
                        </p:cTn>
                        <p:tgtEl>
                          <p:spTgt spid="50"/>
                        </p:tgtEl>
                        <p:attrNameLst>
                          <p:attrName>style.visibility</p:attrName>
                        </p:attrNameLst>
                      </p:cBhvr>
                      <p:to>
                        <p:strVal val="visible"/>
                      </p:to>
                    </p:set>
                    <p:animEffect transition="in" filter="wipe(left)">
                      <p:cBhvr>
                        <p:cTn dur="500"/>
                        <p:tgtEl>
                          <p:spTgt spid="50"/>
                        </p:tgtEl>
                      </p:cBhvr>
                    </p:animEffect>
                  </p:childTnLst>
                </p:cTn>
              </p:par>
            </p:tnLst>
          </p:tmpl>
        </p:tmplLst>
      </p:bldP>
      <p:bldP spid="51" grpId="0" build="p">
        <p:tmplLst>
          <p:tmpl lvl="1">
            <p:tnLst>
              <p:par>
                <p:cTn presetID="22" presetClass="entr" presetSubtype="8" fill="hold" nodeType="afterEffect">
                  <p:stCondLst>
                    <p:cond delay="0"/>
                  </p:stCondLst>
                  <p:childTnLst>
                    <p:set>
                      <p:cBhvr>
                        <p:cTn dur="1" fill="hold">
                          <p:stCondLst>
                            <p:cond delay="0"/>
                          </p:stCondLst>
                        </p:cTn>
                        <p:tgtEl>
                          <p:spTgt spid="51"/>
                        </p:tgtEl>
                        <p:attrNameLst>
                          <p:attrName>style.visibility</p:attrName>
                        </p:attrNameLst>
                      </p:cBhvr>
                      <p:to>
                        <p:strVal val="visible"/>
                      </p:to>
                    </p:set>
                    <p:animEffect transition="in" filter="wipe(left)">
                      <p:cBhvr>
                        <p:cTn dur="500"/>
                        <p:tgtEl>
                          <p:spTgt spid="51"/>
                        </p:tgtEl>
                      </p:cBhvr>
                    </p:animEffect>
                  </p:childTnLst>
                </p:cTn>
              </p:par>
            </p:tnLst>
          </p:tmpl>
        </p:tmplLst>
      </p:bldP>
      <p:bldP spid="52" grpId="0" animBg="1"/>
      <p:bldP spid="53" grpId="0" animBg="1"/>
      <p:bldP spid="54" grpId="0" build="p">
        <p:tmplLst>
          <p:tmpl lvl="1">
            <p:tnLst>
              <p:par>
                <p:cTn presetID="22" presetClass="entr" presetSubtype="8" fill="hold" nodeType="afterEffect">
                  <p:stCondLst>
                    <p:cond delay="0"/>
                  </p:stCondLst>
                  <p:childTnLst>
                    <p:set>
                      <p:cBhvr>
                        <p:cTn dur="1" fill="hold">
                          <p:stCondLst>
                            <p:cond delay="0"/>
                          </p:stCondLst>
                        </p:cTn>
                        <p:tgtEl>
                          <p:spTgt spid="54"/>
                        </p:tgtEl>
                        <p:attrNameLst>
                          <p:attrName>style.visibility</p:attrName>
                        </p:attrNameLst>
                      </p:cBhvr>
                      <p:to>
                        <p:strVal val="visible"/>
                      </p:to>
                    </p:set>
                    <p:animEffect transition="in" filter="wipe(left)">
                      <p:cBhvr>
                        <p:cTn dur="500"/>
                        <p:tgtEl>
                          <p:spTgt spid="54"/>
                        </p:tgtEl>
                      </p:cBhvr>
                    </p:animEffect>
                  </p:childTnLst>
                </p:cTn>
              </p:par>
            </p:tnLst>
          </p:tmpl>
        </p:tmplLst>
      </p:bldP>
      <p:bldP spid="55" grpId="0" build="p">
        <p:tmplLst>
          <p:tmpl lvl="1">
            <p:tnLst>
              <p:par>
                <p:cTn presetID="22" presetClass="entr" presetSubtype="8" fill="hold" nodeType="afterEffect">
                  <p:stCondLst>
                    <p:cond delay="0"/>
                  </p:stCondLst>
                  <p:childTnLst>
                    <p:set>
                      <p:cBhvr>
                        <p:cTn dur="1" fill="hold">
                          <p:stCondLst>
                            <p:cond delay="0"/>
                          </p:stCondLst>
                        </p:cTn>
                        <p:tgtEl>
                          <p:spTgt spid="55"/>
                        </p:tgtEl>
                        <p:attrNameLst>
                          <p:attrName>style.visibility</p:attrName>
                        </p:attrNameLst>
                      </p:cBhvr>
                      <p:to>
                        <p:strVal val="visible"/>
                      </p:to>
                    </p:set>
                    <p:animEffect transition="in" filter="wipe(left)">
                      <p:cBhvr>
                        <p:cTn dur="500"/>
                        <p:tgtEl>
                          <p:spTgt spid="55"/>
                        </p:tgtEl>
                      </p:cBhvr>
                    </p:animEffect>
                  </p:childTnLst>
                </p:cTn>
              </p:par>
            </p:tnLst>
          </p:tmpl>
        </p:tmplLst>
      </p:bldP>
      <p:bldP spid="56" grpId="0" build="p">
        <p:tmplLst>
          <p:tmpl lvl="1">
            <p:tnLst>
              <p:par>
                <p:cTn presetID="22" presetClass="entr" presetSubtype="8" fill="hold" nodeType="afterEffect">
                  <p:stCondLst>
                    <p:cond delay="0"/>
                  </p:stCondLst>
                  <p:childTnLst>
                    <p:set>
                      <p:cBhvr>
                        <p:cTn dur="1" fill="hold">
                          <p:stCondLst>
                            <p:cond delay="0"/>
                          </p:stCondLst>
                        </p:cTn>
                        <p:tgtEl>
                          <p:spTgt spid="56"/>
                        </p:tgtEl>
                        <p:attrNameLst>
                          <p:attrName>style.visibility</p:attrName>
                        </p:attrNameLst>
                      </p:cBhvr>
                      <p:to>
                        <p:strVal val="visible"/>
                      </p:to>
                    </p:set>
                    <p:animEffect transition="in" filter="wipe(left)">
                      <p:cBhvr>
                        <p:cTn dur="500"/>
                        <p:tgtEl>
                          <p:spTgt spid="56"/>
                        </p:tgtEl>
                      </p:cBhvr>
                    </p:animEffect>
                  </p:childTnLst>
                </p:cTn>
              </p:par>
            </p:tnLst>
          </p:tmpl>
        </p:tmplLst>
      </p:bldP>
      <p:bldP spid="57" grpId="0" animBg="1"/>
      <p:bldP spid="58" grpId="0" animBg="1"/>
      <p:bldP spid="59" grpId="0" build="p">
        <p:tmplLst>
          <p:tmpl lvl="1">
            <p:tnLst>
              <p:par>
                <p:cTn presetID="22" presetClass="entr" presetSubtype="8" fill="hold" nodeType="afterEffect">
                  <p:stCondLst>
                    <p:cond delay="0"/>
                  </p:stCondLst>
                  <p:childTnLst>
                    <p:set>
                      <p:cBhvr>
                        <p:cTn dur="1" fill="hold">
                          <p:stCondLst>
                            <p:cond delay="0"/>
                          </p:stCondLst>
                        </p:cTn>
                        <p:tgtEl>
                          <p:spTgt spid="59"/>
                        </p:tgtEl>
                        <p:attrNameLst>
                          <p:attrName>style.visibility</p:attrName>
                        </p:attrNameLst>
                      </p:cBhvr>
                      <p:to>
                        <p:strVal val="visible"/>
                      </p:to>
                    </p:set>
                    <p:animEffect transition="in" filter="wipe(left)">
                      <p:cBhvr>
                        <p:cTn dur="500"/>
                        <p:tgtEl>
                          <p:spTgt spid="59"/>
                        </p:tgtEl>
                      </p:cBhvr>
                    </p:animEffect>
                  </p:childTnLst>
                </p:cTn>
              </p:par>
            </p:tnLst>
          </p:tmpl>
        </p:tmplLst>
      </p:bldP>
      <p:bldP spid="60" grpId="0" build="p">
        <p:tmplLst>
          <p:tmpl lvl="1">
            <p:tnLst>
              <p:par>
                <p:cTn presetID="22" presetClass="entr" presetSubtype="8" fill="hold" nodeType="afterEffect">
                  <p:stCondLst>
                    <p:cond delay="0"/>
                  </p:stCondLst>
                  <p:childTnLst>
                    <p:set>
                      <p:cBhvr>
                        <p:cTn dur="1" fill="hold">
                          <p:stCondLst>
                            <p:cond delay="0"/>
                          </p:stCondLst>
                        </p:cTn>
                        <p:tgtEl>
                          <p:spTgt spid="60"/>
                        </p:tgtEl>
                        <p:attrNameLst>
                          <p:attrName>style.visibility</p:attrName>
                        </p:attrNameLst>
                      </p:cBhvr>
                      <p:to>
                        <p:strVal val="visible"/>
                      </p:to>
                    </p:set>
                    <p:animEffect transition="in" filter="wipe(left)">
                      <p:cBhvr>
                        <p:cTn dur="500"/>
                        <p:tgtEl>
                          <p:spTgt spid="60"/>
                        </p:tgtEl>
                      </p:cBhvr>
                    </p:animEffect>
                  </p:childTnLst>
                </p:cTn>
              </p:par>
            </p:tnLst>
          </p:tmpl>
        </p:tmplLst>
      </p:bldP>
      <p:bldP spid="61" grpId="0" build="p">
        <p:tmplLst>
          <p:tmpl lvl="1">
            <p:tnLst>
              <p:par>
                <p:cTn presetID="22" presetClass="entr" presetSubtype="8" fill="hold" nodeType="afterEffect">
                  <p:stCondLst>
                    <p:cond delay="0"/>
                  </p:stCondLst>
                  <p:childTnLst>
                    <p:set>
                      <p:cBhvr>
                        <p:cTn dur="1" fill="hold">
                          <p:stCondLst>
                            <p:cond delay="0"/>
                          </p:stCondLst>
                        </p:cTn>
                        <p:tgtEl>
                          <p:spTgt spid="61"/>
                        </p:tgtEl>
                        <p:attrNameLst>
                          <p:attrName>style.visibility</p:attrName>
                        </p:attrNameLst>
                      </p:cBhvr>
                      <p:to>
                        <p:strVal val="visible"/>
                      </p:to>
                    </p:set>
                    <p:animEffect transition="in" filter="wipe(left)">
                      <p:cBhvr>
                        <p:cTn dur="500"/>
                        <p:tgtEl>
                          <p:spTgt spid="61"/>
                        </p:tgtEl>
                      </p:cBhvr>
                    </p:animEffect>
                  </p:childTnLst>
                </p:cTn>
              </p:par>
            </p:tnLst>
          </p:tmpl>
        </p:tmplLst>
      </p:bldP>
      <p:bldP spid="62" grpId="0" animBg="1"/>
      <p:bldP spid="63" grpId="0" animBg="1"/>
      <p:bldP spid="64" grpId="0" build="p">
        <p:tmplLst>
          <p:tmpl lvl="1">
            <p:tnLst>
              <p:par>
                <p:cTn presetID="22" presetClass="entr" presetSubtype="8" fill="hold" nodeType="afterEffect">
                  <p:stCondLst>
                    <p:cond delay="0"/>
                  </p:stCondLst>
                  <p:childTnLst>
                    <p:set>
                      <p:cBhvr>
                        <p:cTn dur="1" fill="hold">
                          <p:stCondLst>
                            <p:cond delay="0"/>
                          </p:stCondLst>
                        </p:cTn>
                        <p:tgtEl>
                          <p:spTgt spid="64"/>
                        </p:tgtEl>
                        <p:attrNameLst>
                          <p:attrName>style.visibility</p:attrName>
                        </p:attrNameLst>
                      </p:cBhvr>
                      <p:to>
                        <p:strVal val="visible"/>
                      </p:to>
                    </p:set>
                    <p:animEffect transition="in" filter="wipe(left)">
                      <p:cBhvr>
                        <p:cTn dur="500"/>
                        <p:tgtEl>
                          <p:spTgt spid="64"/>
                        </p:tgtEl>
                      </p:cBhvr>
                    </p:animEffect>
                  </p:childTnLst>
                </p:cTn>
              </p:par>
            </p:tnLst>
          </p:tmpl>
        </p:tmplLst>
      </p:bldP>
      <p:bldP spid="87" grpId="0" build="p">
        <p:tmplLst>
          <p:tmpl lvl="1">
            <p:tnLst>
              <p:par>
                <p:cTn presetID="22" presetClass="entr" presetSubtype="8" fill="hold" nodeType="afterEffect">
                  <p:stCondLst>
                    <p:cond delay="0"/>
                  </p:stCondLst>
                  <p:childTnLst>
                    <p:set>
                      <p:cBhvr>
                        <p:cTn dur="1" fill="hold">
                          <p:stCondLst>
                            <p:cond delay="0"/>
                          </p:stCondLst>
                        </p:cTn>
                        <p:tgtEl>
                          <p:spTgt spid="87"/>
                        </p:tgtEl>
                        <p:attrNameLst>
                          <p:attrName>style.visibility</p:attrName>
                        </p:attrNameLst>
                      </p:cBhvr>
                      <p:to>
                        <p:strVal val="visible"/>
                      </p:to>
                    </p:set>
                    <p:animEffect transition="in" filter="wipe(left)">
                      <p:cBhvr>
                        <p:cTn dur="500"/>
                        <p:tgtEl>
                          <p:spTgt spid="87"/>
                        </p:tgtEl>
                      </p:cBhvr>
                    </p:animEffect>
                  </p:childTnLst>
                </p:cTn>
              </p:par>
            </p:tnLst>
          </p:tmpl>
        </p:tmplLst>
      </p:bldP>
      <p:bldP spid="88" grpId="0" build="p">
        <p:tmplLst>
          <p:tmpl lvl="1">
            <p:tnLst>
              <p:par>
                <p:cTn presetID="22" presetClass="entr" presetSubtype="8" fill="hold" nodeType="afterEffect">
                  <p:stCondLst>
                    <p:cond delay="0"/>
                  </p:stCondLst>
                  <p:childTnLst>
                    <p:set>
                      <p:cBhvr>
                        <p:cTn dur="1" fill="hold">
                          <p:stCondLst>
                            <p:cond delay="0"/>
                          </p:stCondLst>
                        </p:cTn>
                        <p:tgtEl>
                          <p:spTgt spid="88"/>
                        </p:tgtEl>
                        <p:attrNameLst>
                          <p:attrName>style.visibility</p:attrName>
                        </p:attrNameLst>
                      </p:cBhvr>
                      <p:to>
                        <p:strVal val="visible"/>
                      </p:to>
                    </p:set>
                    <p:animEffect transition="in" filter="wipe(left)">
                      <p:cBhvr>
                        <p:cTn dur="500"/>
                        <p:tgtEl>
                          <p:spTgt spid="88"/>
                        </p:tgtEl>
                      </p:cBhvr>
                    </p:animEffect>
                  </p:childTnLst>
                </p:cTn>
              </p:par>
            </p:tnLst>
          </p:tmpl>
        </p:tmplLst>
      </p:bldP>
    </p:bldLst>
  </p:timing>
</p:sldLayout>
</file>

<file path=ppt/slideLayouts/slideLayout241.xml><?xml version="1.0" encoding="utf-8"?>
<p:sldLayout xmlns:a="http://schemas.openxmlformats.org/drawingml/2006/main" xmlns:r="http://schemas.openxmlformats.org/officeDocument/2006/relationships" xmlns:p="http://schemas.openxmlformats.org/presentationml/2006/main" userDrawn="1">
  <p:cSld name="3_Team09">
    <p:spTree>
      <p:nvGrpSpPr>
        <p:cNvPr id="1" name=""/>
        <p:cNvGrpSpPr/>
        <p:nvPr/>
      </p:nvGrpSpPr>
      <p:grpSpPr>
        <a:xfrm>
          <a:off x="0" y="0"/>
          <a:ext cx="0" cy="0"/>
          <a:chOff x="0" y="0"/>
          <a:chExt cx="0" cy="0"/>
        </a:xfrm>
      </p:grpSpPr>
      <p:sp>
        <p:nvSpPr>
          <p:cNvPr id="31" name="Picture Placeholder 7"/>
          <p:cNvSpPr>
            <a:spLocks noGrp="1"/>
          </p:cNvSpPr>
          <p:nvPr>
            <p:ph type="pic" sz="quarter" idx="10" hasCustomPrompt="1"/>
          </p:nvPr>
        </p:nvSpPr>
        <p:spPr>
          <a:xfrm>
            <a:off x="609601" y="1600201"/>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1"/>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14" name="Text Placeholder 3"/>
          <p:cNvSpPr>
            <a:spLocks noGrp="1"/>
          </p:cNvSpPr>
          <p:nvPr>
            <p:ph type="body" sz="half" idx="15" hasCustomPrompt="1"/>
          </p:nvPr>
        </p:nvSpPr>
        <p:spPr>
          <a:xfrm>
            <a:off x="1820005" y="2270245"/>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22" name="Text Placeholder 3"/>
          <p:cNvSpPr>
            <a:spLocks noGrp="1"/>
          </p:cNvSpPr>
          <p:nvPr>
            <p:ph type="body" sz="half" idx="16" hasCustomPrompt="1"/>
          </p:nvPr>
        </p:nvSpPr>
        <p:spPr>
          <a:xfrm>
            <a:off x="1820005" y="1621137"/>
            <a:ext cx="2235200" cy="265617"/>
          </a:xfrm>
          <a:prstGeom prst="rect">
            <a:avLst/>
          </a:prstGeom>
        </p:spPr>
        <p:txBody>
          <a:bodyPr wrap="square" lIns="0" tIns="0" rIns="0" bIns="0" anchor="ctr">
            <a:noAutofit/>
          </a:bodyPr>
          <a:lstStyle>
            <a:lvl1pPr marL="0" indent="0" algn="l">
              <a:buNone/>
              <a:defRPr sz="1867" b="1" baseline="0">
                <a:solidFill>
                  <a:schemeClr val="accent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40"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2"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43" name="Text Placeholder 3"/>
          <p:cNvSpPr>
            <a:spLocks noGrp="1"/>
          </p:cNvSpPr>
          <p:nvPr>
            <p:ph type="body" sz="half" idx="17" hasCustomPrompt="1"/>
          </p:nvPr>
        </p:nvSpPr>
        <p:spPr>
          <a:xfrm>
            <a:off x="1820005" y="1932858"/>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45" name="Straight Connector 44"/>
          <p:cNvCxnSpPr/>
          <p:nvPr userDrawn="1"/>
        </p:nvCxnSpPr>
        <p:spPr>
          <a:xfrm flipV="1">
            <a:off x="4256507" y="1600200"/>
            <a:ext cx="0" cy="5042725"/>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userDrawn="1"/>
        </p:nvCxnSpPr>
        <p:spPr>
          <a:xfrm flipH="1">
            <a:off x="609600" y="3222877"/>
            <a:ext cx="11138475" cy="0"/>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66" name="Picture Placeholder 7"/>
          <p:cNvSpPr>
            <a:spLocks noGrp="1"/>
          </p:cNvSpPr>
          <p:nvPr>
            <p:ph type="pic" sz="quarter" idx="18" hasCustomPrompt="1"/>
          </p:nvPr>
        </p:nvSpPr>
        <p:spPr>
          <a:xfrm>
            <a:off x="4442678" y="1600201"/>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2"/>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67" name="Text Placeholder 3"/>
          <p:cNvSpPr>
            <a:spLocks noGrp="1"/>
          </p:cNvSpPr>
          <p:nvPr>
            <p:ph type="body" sz="half" idx="19" hasCustomPrompt="1"/>
          </p:nvPr>
        </p:nvSpPr>
        <p:spPr>
          <a:xfrm>
            <a:off x="5653083" y="2270245"/>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68" name="Text Placeholder 3"/>
          <p:cNvSpPr>
            <a:spLocks noGrp="1"/>
          </p:cNvSpPr>
          <p:nvPr>
            <p:ph type="body" sz="half" idx="20" hasCustomPrompt="1"/>
          </p:nvPr>
        </p:nvSpPr>
        <p:spPr>
          <a:xfrm>
            <a:off x="5653083" y="1621137"/>
            <a:ext cx="2235200" cy="265617"/>
          </a:xfrm>
          <a:prstGeom prst="rect">
            <a:avLst/>
          </a:prstGeom>
        </p:spPr>
        <p:txBody>
          <a:bodyPr wrap="square" lIns="0" tIns="0" rIns="0" bIns="0" anchor="ctr">
            <a:noAutofit/>
          </a:bodyPr>
          <a:lstStyle>
            <a:lvl1pPr marL="0" indent="0" algn="l">
              <a:buNone/>
              <a:defRPr sz="1867" b="1" baseline="0">
                <a:solidFill>
                  <a:schemeClr val="accent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9" name="Text Placeholder 3"/>
          <p:cNvSpPr>
            <a:spLocks noGrp="1"/>
          </p:cNvSpPr>
          <p:nvPr>
            <p:ph type="body" sz="half" idx="21" hasCustomPrompt="1"/>
          </p:nvPr>
        </p:nvSpPr>
        <p:spPr>
          <a:xfrm>
            <a:off x="5653083" y="1932858"/>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70" name="Straight Connector 69"/>
          <p:cNvCxnSpPr/>
          <p:nvPr userDrawn="1"/>
        </p:nvCxnSpPr>
        <p:spPr>
          <a:xfrm flipV="1">
            <a:off x="8115029" y="1600200"/>
            <a:ext cx="0" cy="5042725"/>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71" name="Picture Placeholder 7"/>
          <p:cNvSpPr>
            <a:spLocks noGrp="1"/>
          </p:cNvSpPr>
          <p:nvPr>
            <p:ph type="pic" sz="quarter" idx="22" hasCustomPrompt="1"/>
          </p:nvPr>
        </p:nvSpPr>
        <p:spPr>
          <a:xfrm>
            <a:off x="8302470" y="1600201"/>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3"/>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72" name="Text Placeholder 3"/>
          <p:cNvSpPr>
            <a:spLocks noGrp="1"/>
          </p:cNvSpPr>
          <p:nvPr>
            <p:ph type="body" sz="half" idx="23" hasCustomPrompt="1"/>
          </p:nvPr>
        </p:nvSpPr>
        <p:spPr>
          <a:xfrm>
            <a:off x="9512875" y="2270245"/>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73" name="Text Placeholder 3"/>
          <p:cNvSpPr>
            <a:spLocks noGrp="1"/>
          </p:cNvSpPr>
          <p:nvPr>
            <p:ph type="body" sz="half" idx="24" hasCustomPrompt="1"/>
          </p:nvPr>
        </p:nvSpPr>
        <p:spPr>
          <a:xfrm>
            <a:off x="9512875" y="1621137"/>
            <a:ext cx="2235200" cy="265617"/>
          </a:xfrm>
          <a:prstGeom prst="rect">
            <a:avLst/>
          </a:prstGeom>
        </p:spPr>
        <p:txBody>
          <a:bodyPr wrap="square" lIns="0" tIns="0" rIns="0" bIns="0" anchor="ctr">
            <a:noAutofit/>
          </a:bodyPr>
          <a:lstStyle>
            <a:lvl1pPr marL="0" indent="0" algn="l">
              <a:buNone/>
              <a:defRPr sz="1867" b="1" baseline="0">
                <a:solidFill>
                  <a:schemeClr val="accent3"/>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74" name="Text Placeholder 3"/>
          <p:cNvSpPr>
            <a:spLocks noGrp="1"/>
          </p:cNvSpPr>
          <p:nvPr>
            <p:ph type="body" sz="half" idx="25" hasCustomPrompt="1"/>
          </p:nvPr>
        </p:nvSpPr>
        <p:spPr>
          <a:xfrm>
            <a:off x="9512875" y="1932858"/>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49" name="Straight Connector 48"/>
          <p:cNvCxnSpPr/>
          <p:nvPr userDrawn="1"/>
        </p:nvCxnSpPr>
        <p:spPr>
          <a:xfrm flipH="1">
            <a:off x="609600" y="5054600"/>
            <a:ext cx="11138475" cy="0"/>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50" name="Picture Placeholder 7"/>
          <p:cNvSpPr>
            <a:spLocks noGrp="1"/>
          </p:cNvSpPr>
          <p:nvPr>
            <p:ph type="pic" sz="quarter" idx="26" hasCustomPrompt="1"/>
          </p:nvPr>
        </p:nvSpPr>
        <p:spPr>
          <a:xfrm>
            <a:off x="609601" y="3541102"/>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4"/>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51" name="Text Placeholder 3"/>
          <p:cNvSpPr>
            <a:spLocks noGrp="1"/>
          </p:cNvSpPr>
          <p:nvPr>
            <p:ph type="body" sz="half" idx="27" hasCustomPrompt="1"/>
          </p:nvPr>
        </p:nvSpPr>
        <p:spPr>
          <a:xfrm>
            <a:off x="1820005" y="4211147"/>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52" name="Text Placeholder 3"/>
          <p:cNvSpPr>
            <a:spLocks noGrp="1"/>
          </p:cNvSpPr>
          <p:nvPr>
            <p:ph type="body" sz="half" idx="28" hasCustomPrompt="1"/>
          </p:nvPr>
        </p:nvSpPr>
        <p:spPr>
          <a:xfrm>
            <a:off x="1820005" y="3562038"/>
            <a:ext cx="2235200" cy="265617"/>
          </a:xfrm>
          <a:prstGeom prst="rect">
            <a:avLst/>
          </a:prstGeom>
        </p:spPr>
        <p:txBody>
          <a:bodyPr wrap="square" lIns="0" tIns="0" rIns="0" bIns="0" anchor="ctr">
            <a:noAutofit/>
          </a:bodyPr>
          <a:lstStyle>
            <a:lvl1pPr marL="0" indent="0" algn="l" rtl="0">
              <a:buNone/>
              <a:defRPr sz="1867" b="1" baseline="0">
                <a:solidFill>
                  <a:schemeClr val="accent4"/>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3" name="Text Placeholder 3"/>
          <p:cNvSpPr>
            <a:spLocks noGrp="1"/>
          </p:cNvSpPr>
          <p:nvPr>
            <p:ph type="body" sz="half" idx="29" hasCustomPrompt="1"/>
          </p:nvPr>
        </p:nvSpPr>
        <p:spPr>
          <a:xfrm>
            <a:off x="1820005" y="3873759"/>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4" name="Picture Placeholder 7"/>
          <p:cNvSpPr>
            <a:spLocks noGrp="1"/>
          </p:cNvSpPr>
          <p:nvPr>
            <p:ph type="pic" sz="quarter" idx="30" hasCustomPrompt="1"/>
          </p:nvPr>
        </p:nvSpPr>
        <p:spPr>
          <a:xfrm>
            <a:off x="4442678" y="3541102"/>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5"/>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55" name="Text Placeholder 3"/>
          <p:cNvSpPr>
            <a:spLocks noGrp="1"/>
          </p:cNvSpPr>
          <p:nvPr>
            <p:ph type="body" sz="half" idx="31" hasCustomPrompt="1"/>
          </p:nvPr>
        </p:nvSpPr>
        <p:spPr>
          <a:xfrm>
            <a:off x="5653083" y="4211147"/>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56" name="Text Placeholder 3"/>
          <p:cNvSpPr>
            <a:spLocks noGrp="1"/>
          </p:cNvSpPr>
          <p:nvPr>
            <p:ph type="body" sz="half" idx="32" hasCustomPrompt="1"/>
          </p:nvPr>
        </p:nvSpPr>
        <p:spPr>
          <a:xfrm>
            <a:off x="5653083" y="3562038"/>
            <a:ext cx="2235200" cy="265617"/>
          </a:xfrm>
          <a:prstGeom prst="rect">
            <a:avLst/>
          </a:prstGeom>
        </p:spPr>
        <p:txBody>
          <a:bodyPr wrap="square" lIns="0" tIns="0" rIns="0" bIns="0" anchor="ctr">
            <a:noAutofit/>
          </a:bodyPr>
          <a:lstStyle>
            <a:lvl1pPr marL="0" indent="0" algn="l" rtl="0">
              <a:buNone/>
              <a:defRPr sz="1867" b="1" baseline="0">
                <a:solidFill>
                  <a:schemeClr val="accent5"/>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7" name="Text Placeholder 3"/>
          <p:cNvSpPr>
            <a:spLocks noGrp="1"/>
          </p:cNvSpPr>
          <p:nvPr>
            <p:ph type="body" sz="half" idx="33" hasCustomPrompt="1"/>
          </p:nvPr>
        </p:nvSpPr>
        <p:spPr>
          <a:xfrm>
            <a:off x="5653083" y="3873759"/>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8" name="Picture Placeholder 7"/>
          <p:cNvSpPr>
            <a:spLocks noGrp="1"/>
          </p:cNvSpPr>
          <p:nvPr>
            <p:ph type="pic" sz="quarter" idx="34" hasCustomPrompt="1"/>
          </p:nvPr>
        </p:nvSpPr>
        <p:spPr>
          <a:xfrm>
            <a:off x="8302470" y="3541102"/>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6"/>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59" name="Text Placeholder 3"/>
          <p:cNvSpPr>
            <a:spLocks noGrp="1"/>
          </p:cNvSpPr>
          <p:nvPr>
            <p:ph type="body" sz="half" idx="35" hasCustomPrompt="1"/>
          </p:nvPr>
        </p:nvSpPr>
        <p:spPr>
          <a:xfrm>
            <a:off x="9512875" y="4211147"/>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60" name="Text Placeholder 3"/>
          <p:cNvSpPr>
            <a:spLocks noGrp="1"/>
          </p:cNvSpPr>
          <p:nvPr>
            <p:ph type="body" sz="half" idx="36" hasCustomPrompt="1"/>
          </p:nvPr>
        </p:nvSpPr>
        <p:spPr>
          <a:xfrm>
            <a:off x="9512875" y="3562038"/>
            <a:ext cx="2235200" cy="265617"/>
          </a:xfrm>
          <a:prstGeom prst="rect">
            <a:avLst/>
          </a:prstGeom>
        </p:spPr>
        <p:txBody>
          <a:bodyPr wrap="square" lIns="0" tIns="0" rIns="0" bIns="0" anchor="ctr">
            <a:noAutofit/>
          </a:bodyPr>
          <a:lstStyle>
            <a:lvl1pPr marL="0" indent="0" algn="l" rtl="0">
              <a:buNone/>
              <a:defRPr sz="1867" b="1" baseline="0">
                <a:solidFill>
                  <a:schemeClr val="accent6"/>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1" name="Text Placeholder 3"/>
          <p:cNvSpPr>
            <a:spLocks noGrp="1"/>
          </p:cNvSpPr>
          <p:nvPr>
            <p:ph type="body" sz="half" idx="37" hasCustomPrompt="1"/>
          </p:nvPr>
        </p:nvSpPr>
        <p:spPr>
          <a:xfrm>
            <a:off x="9512875" y="3873759"/>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2" name="Picture Placeholder 7"/>
          <p:cNvSpPr>
            <a:spLocks noGrp="1"/>
          </p:cNvSpPr>
          <p:nvPr>
            <p:ph type="pic" sz="quarter" idx="38" hasCustomPrompt="1"/>
          </p:nvPr>
        </p:nvSpPr>
        <p:spPr>
          <a:xfrm>
            <a:off x="609601" y="5277169"/>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1"/>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63" name="Text Placeholder 3"/>
          <p:cNvSpPr>
            <a:spLocks noGrp="1"/>
          </p:cNvSpPr>
          <p:nvPr>
            <p:ph type="body" sz="half" idx="39" hasCustomPrompt="1"/>
          </p:nvPr>
        </p:nvSpPr>
        <p:spPr>
          <a:xfrm>
            <a:off x="1820005" y="5947213"/>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64" name="Text Placeholder 3"/>
          <p:cNvSpPr>
            <a:spLocks noGrp="1"/>
          </p:cNvSpPr>
          <p:nvPr>
            <p:ph type="body" sz="half" idx="40" hasCustomPrompt="1"/>
          </p:nvPr>
        </p:nvSpPr>
        <p:spPr>
          <a:xfrm>
            <a:off x="1820005" y="5298105"/>
            <a:ext cx="2235200" cy="265617"/>
          </a:xfrm>
          <a:prstGeom prst="rect">
            <a:avLst/>
          </a:prstGeom>
        </p:spPr>
        <p:txBody>
          <a:bodyPr wrap="square" lIns="0" tIns="0" rIns="0" bIns="0" anchor="ctr">
            <a:noAutofit/>
          </a:bodyPr>
          <a:lstStyle>
            <a:lvl1pPr marL="0" indent="0" algn="l">
              <a:buNone/>
              <a:defRPr sz="1867" b="1" baseline="0">
                <a:solidFill>
                  <a:schemeClr val="accent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87" name="Text Placeholder 3"/>
          <p:cNvSpPr>
            <a:spLocks noGrp="1"/>
          </p:cNvSpPr>
          <p:nvPr>
            <p:ph type="body" sz="half" idx="41" hasCustomPrompt="1"/>
          </p:nvPr>
        </p:nvSpPr>
        <p:spPr>
          <a:xfrm>
            <a:off x="1820005" y="5609826"/>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88" name="Straight Connector 87"/>
          <p:cNvCxnSpPr/>
          <p:nvPr userDrawn="1"/>
        </p:nvCxnSpPr>
        <p:spPr>
          <a:xfrm flipH="1">
            <a:off x="609600" y="6899845"/>
            <a:ext cx="11138475" cy="0"/>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89" name="Picture Placeholder 7"/>
          <p:cNvSpPr>
            <a:spLocks noGrp="1"/>
          </p:cNvSpPr>
          <p:nvPr>
            <p:ph type="pic" sz="quarter" idx="42" hasCustomPrompt="1"/>
          </p:nvPr>
        </p:nvSpPr>
        <p:spPr>
          <a:xfrm>
            <a:off x="4442678" y="5277169"/>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2"/>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90" name="Text Placeholder 3"/>
          <p:cNvSpPr>
            <a:spLocks noGrp="1"/>
          </p:cNvSpPr>
          <p:nvPr>
            <p:ph type="body" sz="half" idx="43" hasCustomPrompt="1"/>
          </p:nvPr>
        </p:nvSpPr>
        <p:spPr>
          <a:xfrm>
            <a:off x="5653083" y="5947213"/>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91" name="Text Placeholder 3"/>
          <p:cNvSpPr>
            <a:spLocks noGrp="1"/>
          </p:cNvSpPr>
          <p:nvPr>
            <p:ph type="body" sz="half" idx="44" hasCustomPrompt="1"/>
          </p:nvPr>
        </p:nvSpPr>
        <p:spPr>
          <a:xfrm>
            <a:off x="5653083" y="5298105"/>
            <a:ext cx="2235200" cy="265617"/>
          </a:xfrm>
          <a:prstGeom prst="rect">
            <a:avLst/>
          </a:prstGeom>
        </p:spPr>
        <p:txBody>
          <a:bodyPr wrap="square" lIns="0" tIns="0" rIns="0" bIns="0" anchor="ctr">
            <a:noAutofit/>
          </a:bodyPr>
          <a:lstStyle>
            <a:lvl1pPr marL="0" indent="0" algn="l">
              <a:buNone/>
              <a:defRPr sz="1867" b="1" baseline="0">
                <a:solidFill>
                  <a:schemeClr val="accent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92" name="Text Placeholder 3"/>
          <p:cNvSpPr>
            <a:spLocks noGrp="1"/>
          </p:cNvSpPr>
          <p:nvPr>
            <p:ph type="body" sz="half" idx="45" hasCustomPrompt="1"/>
          </p:nvPr>
        </p:nvSpPr>
        <p:spPr>
          <a:xfrm>
            <a:off x="5653083" y="5609826"/>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93" name="Picture Placeholder 7"/>
          <p:cNvSpPr>
            <a:spLocks noGrp="1"/>
          </p:cNvSpPr>
          <p:nvPr>
            <p:ph type="pic" sz="quarter" idx="46" hasCustomPrompt="1"/>
          </p:nvPr>
        </p:nvSpPr>
        <p:spPr>
          <a:xfrm>
            <a:off x="8302470" y="5277169"/>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3"/>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94" name="Text Placeholder 3"/>
          <p:cNvSpPr>
            <a:spLocks noGrp="1"/>
          </p:cNvSpPr>
          <p:nvPr>
            <p:ph type="body" sz="half" idx="47" hasCustomPrompt="1"/>
          </p:nvPr>
        </p:nvSpPr>
        <p:spPr>
          <a:xfrm>
            <a:off x="9512875" y="5947213"/>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95" name="Text Placeholder 3"/>
          <p:cNvSpPr>
            <a:spLocks noGrp="1"/>
          </p:cNvSpPr>
          <p:nvPr>
            <p:ph type="body" sz="half" idx="48" hasCustomPrompt="1"/>
          </p:nvPr>
        </p:nvSpPr>
        <p:spPr>
          <a:xfrm>
            <a:off x="9512875" y="5298105"/>
            <a:ext cx="2235200" cy="265617"/>
          </a:xfrm>
          <a:prstGeom prst="rect">
            <a:avLst/>
          </a:prstGeom>
        </p:spPr>
        <p:txBody>
          <a:bodyPr wrap="square" lIns="0" tIns="0" rIns="0" bIns="0" anchor="ctr">
            <a:noAutofit/>
          </a:bodyPr>
          <a:lstStyle>
            <a:lvl1pPr marL="0" indent="0" algn="l">
              <a:buNone/>
              <a:defRPr sz="1867" b="1" baseline="0">
                <a:solidFill>
                  <a:schemeClr val="accent3"/>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96" name="Text Placeholder 3"/>
          <p:cNvSpPr>
            <a:spLocks noGrp="1"/>
          </p:cNvSpPr>
          <p:nvPr>
            <p:ph type="body" sz="half" idx="49" hasCustomPrompt="1"/>
          </p:nvPr>
        </p:nvSpPr>
        <p:spPr>
          <a:xfrm>
            <a:off x="9512875" y="5609826"/>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Tree>
    <p:extLst>
      <p:ext uri="{BB962C8B-B14F-4D97-AF65-F5344CB8AC3E}">
        <p14:creationId xmlns:p14="http://schemas.microsoft.com/office/powerpoint/2010/main" val="375629110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45"/>
                                        </p:tgtEl>
                                        <p:attrNameLst>
                                          <p:attrName>style.visibility</p:attrName>
                                        </p:attrNameLst>
                                      </p:cBhvr>
                                      <p:to>
                                        <p:strVal val="visible"/>
                                      </p:to>
                                    </p:set>
                                    <p:animEffect transition="in" filter="wipe(down)">
                                      <p:cBhvr>
                                        <p:cTn id="7" dur="500"/>
                                        <p:tgtEl>
                                          <p:spTgt spid="45"/>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65"/>
                                        </p:tgtEl>
                                        <p:attrNameLst>
                                          <p:attrName>style.visibility</p:attrName>
                                        </p:attrNameLst>
                                      </p:cBhvr>
                                      <p:to>
                                        <p:strVal val="visible"/>
                                      </p:to>
                                    </p:set>
                                    <p:animEffect transition="in" filter="wipe(left)">
                                      <p:cBhvr>
                                        <p:cTn id="11" dur="500"/>
                                        <p:tgtEl>
                                          <p:spTgt spid="65"/>
                                        </p:tgtEl>
                                      </p:cBhvr>
                                    </p:animEffect>
                                  </p:childTnLst>
                                </p:cTn>
                              </p:par>
                            </p:childTnLst>
                          </p:cTn>
                        </p:par>
                        <p:par>
                          <p:cTn id="12" fill="hold">
                            <p:stCondLst>
                              <p:cond delay="1000"/>
                            </p:stCondLst>
                            <p:childTnLst>
                              <p:par>
                                <p:cTn id="13" presetID="53" presetClass="entr" presetSubtype="0" fill="hold" grpId="0" nodeType="afterEffect">
                                  <p:stCondLst>
                                    <p:cond delay="0"/>
                                  </p:stCondLst>
                                  <p:childTnLst>
                                    <p:set>
                                      <p:cBhvr>
                                        <p:cTn id="14" dur="1" fill="hold">
                                          <p:stCondLst>
                                            <p:cond delay="0"/>
                                          </p:stCondLst>
                                        </p:cTn>
                                        <p:tgtEl>
                                          <p:spTgt spid="31"/>
                                        </p:tgtEl>
                                        <p:attrNameLst>
                                          <p:attrName>style.visibility</p:attrName>
                                        </p:attrNameLst>
                                      </p:cBhvr>
                                      <p:to>
                                        <p:strVal val="visible"/>
                                      </p:to>
                                    </p:set>
                                    <p:anim calcmode="lin" valueType="num">
                                      <p:cBhvr>
                                        <p:cTn id="15" dur="500" fill="hold"/>
                                        <p:tgtEl>
                                          <p:spTgt spid="31"/>
                                        </p:tgtEl>
                                        <p:attrNameLst>
                                          <p:attrName>ppt_w</p:attrName>
                                        </p:attrNameLst>
                                      </p:cBhvr>
                                      <p:tavLst>
                                        <p:tav tm="0">
                                          <p:val>
                                            <p:fltVal val="0"/>
                                          </p:val>
                                        </p:tav>
                                        <p:tav tm="100000">
                                          <p:val>
                                            <p:strVal val="#ppt_w"/>
                                          </p:val>
                                        </p:tav>
                                      </p:tavLst>
                                    </p:anim>
                                    <p:anim calcmode="lin" valueType="num">
                                      <p:cBhvr>
                                        <p:cTn id="16" dur="500" fill="hold"/>
                                        <p:tgtEl>
                                          <p:spTgt spid="31"/>
                                        </p:tgtEl>
                                        <p:attrNameLst>
                                          <p:attrName>ppt_h</p:attrName>
                                        </p:attrNameLst>
                                      </p:cBhvr>
                                      <p:tavLst>
                                        <p:tav tm="0">
                                          <p:val>
                                            <p:fltVal val="0"/>
                                          </p:val>
                                        </p:tav>
                                        <p:tav tm="100000">
                                          <p:val>
                                            <p:strVal val="#ppt_h"/>
                                          </p:val>
                                        </p:tav>
                                      </p:tavLst>
                                    </p:anim>
                                    <p:animEffect transition="in" filter="fade">
                                      <p:cBhvr>
                                        <p:cTn id="17" dur="500"/>
                                        <p:tgtEl>
                                          <p:spTgt spid="31"/>
                                        </p:tgtEl>
                                      </p:cBhvr>
                                    </p:animEffect>
                                  </p:childTnLst>
                                </p:cTn>
                              </p:par>
                            </p:childTnLst>
                          </p:cTn>
                        </p:par>
                        <p:par>
                          <p:cTn id="18" fill="hold">
                            <p:stCondLst>
                              <p:cond delay="1500"/>
                            </p:stCondLst>
                            <p:childTnLst>
                              <p:par>
                                <p:cTn id="19" presetID="22" presetClass="entr" presetSubtype="8" fill="hold" grpId="0" nodeType="afterEffect">
                                  <p:stCondLst>
                                    <p:cond delay="0"/>
                                  </p:stCondLst>
                                  <p:childTnLst>
                                    <p:set>
                                      <p:cBhvr>
                                        <p:cTn id="20" dur="1" fill="hold">
                                          <p:stCondLst>
                                            <p:cond delay="0"/>
                                          </p:stCondLst>
                                        </p:cTn>
                                        <p:tgtEl>
                                          <p:spTgt spid="22">
                                            <p:txEl>
                                              <p:pRg st="0" end="0"/>
                                            </p:txEl>
                                          </p:spTgt>
                                        </p:tgtEl>
                                        <p:attrNameLst>
                                          <p:attrName>style.visibility</p:attrName>
                                        </p:attrNameLst>
                                      </p:cBhvr>
                                      <p:to>
                                        <p:strVal val="visible"/>
                                      </p:to>
                                    </p:set>
                                    <p:animEffect transition="in" filter="wipe(left)">
                                      <p:cBhvr>
                                        <p:cTn id="21" dur="500"/>
                                        <p:tgtEl>
                                          <p:spTgt spid="22">
                                            <p:txEl>
                                              <p:pRg st="0" end="0"/>
                                            </p:txEl>
                                          </p:spTgt>
                                        </p:tgtEl>
                                      </p:cBhvr>
                                    </p:animEffect>
                                  </p:childTnLst>
                                </p:cTn>
                              </p:par>
                            </p:childTnLst>
                          </p:cTn>
                        </p:par>
                        <p:par>
                          <p:cTn id="22" fill="hold">
                            <p:stCondLst>
                              <p:cond delay="2000"/>
                            </p:stCondLst>
                            <p:childTnLst>
                              <p:par>
                                <p:cTn id="23" presetID="22" presetClass="entr" presetSubtype="8" fill="hold" grpId="0" nodeType="afterEffect">
                                  <p:stCondLst>
                                    <p:cond delay="0"/>
                                  </p:stCondLst>
                                  <p:childTnLst>
                                    <p:set>
                                      <p:cBhvr>
                                        <p:cTn id="24" dur="1" fill="hold">
                                          <p:stCondLst>
                                            <p:cond delay="0"/>
                                          </p:stCondLst>
                                        </p:cTn>
                                        <p:tgtEl>
                                          <p:spTgt spid="43">
                                            <p:txEl>
                                              <p:pRg st="0" end="0"/>
                                            </p:txEl>
                                          </p:spTgt>
                                        </p:tgtEl>
                                        <p:attrNameLst>
                                          <p:attrName>style.visibility</p:attrName>
                                        </p:attrNameLst>
                                      </p:cBhvr>
                                      <p:to>
                                        <p:strVal val="visible"/>
                                      </p:to>
                                    </p:set>
                                    <p:animEffect transition="in" filter="wipe(left)">
                                      <p:cBhvr>
                                        <p:cTn id="25" dur="500"/>
                                        <p:tgtEl>
                                          <p:spTgt spid="43">
                                            <p:txEl>
                                              <p:pRg st="0" end="0"/>
                                            </p:txEl>
                                          </p:spTgt>
                                        </p:tgtEl>
                                      </p:cBhvr>
                                    </p:animEffect>
                                  </p:childTnLst>
                                </p:cTn>
                              </p:par>
                            </p:childTnLst>
                          </p:cTn>
                        </p:par>
                        <p:par>
                          <p:cTn id="26" fill="hold">
                            <p:stCondLst>
                              <p:cond delay="2500"/>
                            </p:stCondLst>
                            <p:childTnLst>
                              <p:par>
                                <p:cTn id="27" presetID="22" presetClass="entr" presetSubtype="8" fill="hold" grpId="0" nodeType="afterEffect">
                                  <p:stCondLst>
                                    <p:cond delay="0"/>
                                  </p:stCondLst>
                                  <p:childTnLst>
                                    <p:set>
                                      <p:cBhvr>
                                        <p:cTn id="28" dur="1" fill="hold">
                                          <p:stCondLst>
                                            <p:cond delay="0"/>
                                          </p:stCondLst>
                                        </p:cTn>
                                        <p:tgtEl>
                                          <p:spTgt spid="14">
                                            <p:txEl>
                                              <p:pRg st="0" end="0"/>
                                            </p:txEl>
                                          </p:spTgt>
                                        </p:tgtEl>
                                        <p:attrNameLst>
                                          <p:attrName>style.visibility</p:attrName>
                                        </p:attrNameLst>
                                      </p:cBhvr>
                                      <p:to>
                                        <p:strVal val="visible"/>
                                      </p:to>
                                    </p:set>
                                    <p:animEffect transition="in" filter="wipe(left)">
                                      <p:cBhvr>
                                        <p:cTn id="29" dur="500"/>
                                        <p:tgtEl>
                                          <p:spTgt spid="14">
                                            <p:txEl>
                                              <p:pRg st="0" end="0"/>
                                            </p:txEl>
                                          </p:spTgt>
                                        </p:tgtEl>
                                      </p:cBhvr>
                                    </p:animEffect>
                                  </p:childTnLst>
                                </p:cTn>
                              </p:par>
                            </p:childTnLst>
                          </p:cTn>
                        </p:par>
                        <p:par>
                          <p:cTn id="30" fill="hold">
                            <p:stCondLst>
                              <p:cond delay="3000"/>
                            </p:stCondLst>
                            <p:childTnLst>
                              <p:par>
                                <p:cTn id="31" presetID="53" presetClass="entr" presetSubtype="0" fill="hold" grpId="0" nodeType="afterEffect">
                                  <p:stCondLst>
                                    <p:cond delay="0"/>
                                  </p:stCondLst>
                                  <p:childTnLst>
                                    <p:set>
                                      <p:cBhvr>
                                        <p:cTn id="32" dur="1" fill="hold">
                                          <p:stCondLst>
                                            <p:cond delay="0"/>
                                          </p:stCondLst>
                                        </p:cTn>
                                        <p:tgtEl>
                                          <p:spTgt spid="66"/>
                                        </p:tgtEl>
                                        <p:attrNameLst>
                                          <p:attrName>style.visibility</p:attrName>
                                        </p:attrNameLst>
                                      </p:cBhvr>
                                      <p:to>
                                        <p:strVal val="visible"/>
                                      </p:to>
                                    </p:set>
                                    <p:anim calcmode="lin" valueType="num">
                                      <p:cBhvr>
                                        <p:cTn id="33" dur="500" fill="hold"/>
                                        <p:tgtEl>
                                          <p:spTgt spid="66"/>
                                        </p:tgtEl>
                                        <p:attrNameLst>
                                          <p:attrName>ppt_w</p:attrName>
                                        </p:attrNameLst>
                                      </p:cBhvr>
                                      <p:tavLst>
                                        <p:tav tm="0">
                                          <p:val>
                                            <p:fltVal val="0"/>
                                          </p:val>
                                        </p:tav>
                                        <p:tav tm="100000">
                                          <p:val>
                                            <p:strVal val="#ppt_w"/>
                                          </p:val>
                                        </p:tav>
                                      </p:tavLst>
                                    </p:anim>
                                    <p:anim calcmode="lin" valueType="num">
                                      <p:cBhvr>
                                        <p:cTn id="34" dur="500" fill="hold"/>
                                        <p:tgtEl>
                                          <p:spTgt spid="66"/>
                                        </p:tgtEl>
                                        <p:attrNameLst>
                                          <p:attrName>ppt_h</p:attrName>
                                        </p:attrNameLst>
                                      </p:cBhvr>
                                      <p:tavLst>
                                        <p:tav tm="0">
                                          <p:val>
                                            <p:fltVal val="0"/>
                                          </p:val>
                                        </p:tav>
                                        <p:tav tm="100000">
                                          <p:val>
                                            <p:strVal val="#ppt_h"/>
                                          </p:val>
                                        </p:tav>
                                      </p:tavLst>
                                    </p:anim>
                                    <p:animEffect transition="in" filter="fade">
                                      <p:cBhvr>
                                        <p:cTn id="35" dur="500"/>
                                        <p:tgtEl>
                                          <p:spTgt spid="66"/>
                                        </p:tgtEl>
                                      </p:cBhvr>
                                    </p:animEffect>
                                  </p:childTnLst>
                                </p:cTn>
                              </p:par>
                            </p:childTnLst>
                          </p:cTn>
                        </p:par>
                        <p:par>
                          <p:cTn id="36" fill="hold">
                            <p:stCondLst>
                              <p:cond delay="3500"/>
                            </p:stCondLst>
                            <p:childTnLst>
                              <p:par>
                                <p:cTn id="37" presetID="22" presetClass="entr" presetSubtype="8" fill="hold" grpId="0" nodeType="afterEffect">
                                  <p:stCondLst>
                                    <p:cond delay="0"/>
                                  </p:stCondLst>
                                  <p:childTnLst>
                                    <p:set>
                                      <p:cBhvr>
                                        <p:cTn id="38" dur="1" fill="hold">
                                          <p:stCondLst>
                                            <p:cond delay="0"/>
                                          </p:stCondLst>
                                        </p:cTn>
                                        <p:tgtEl>
                                          <p:spTgt spid="68">
                                            <p:txEl>
                                              <p:pRg st="0" end="0"/>
                                            </p:txEl>
                                          </p:spTgt>
                                        </p:tgtEl>
                                        <p:attrNameLst>
                                          <p:attrName>style.visibility</p:attrName>
                                        </p:attrNameLst>
                                      </p:cBhvr>
                                      <p:to>
                                        <p:strVal val="visible"/>
                                      </p:to>
                                    </p:set>
                                    <p:animEffect transition="in" filter="wipe(left)">
                                      <p:cBhvr>
                                        <p:cTn id="39" dur="500"/>
                                        <p:tgtEl>
                                          <p:spTgt spid="68">
                                            <p:txEl>
                                              <p:pRg st="0" end="0"/>
                                            </p:txEl>
                                          </p:spTgt>
                                        </p:tgtEl>
                                      </p:cBhvr>
                                    </p:animEffect>
                                  </p:childTnLst>
                                </p:cTn>
                              </p:par>
                            </p:childTnLst>
                          </p:cTn>
                        </p:par>
                        <p:par>
                          <p:cTn id="40" fill="hold">
                            <p:stCondLst>
                              <p:cond delay="4000"/>
                            </p:stCondLst>
                            <p:childTnLst>
                              <p:par>
                                <p:cTn id="41" presetID="22" presetClass="entr" presetSubtype="8" fill="hold" grpId="0" nodeType="afterEffect">
                                  <p:stCondLst>
                                    <p:cond delay="0"/>
                                  </p:stCondLst>
                                  <p:childTnLst>
                                    <p:set>
                                      <p:cBhvr>
                                        <p:cTn id="42" dur="1" fill="hold">
                                          <p:stCondLst>
                                            <p:cond delay="0"/>
                                          </p:stCondLst>
                                        </p:cTn>
                                        <p:tgtEl>
                                          <p:spTgt spid="69">
                                            <p:txEl>
                                              <p:pRg st="0" end="0"/>
                                            </p:txEl>
                                          </p:spTgt>
                                        </p:tgtEl>
                                        <p:attrNameLst>
                                          <p:attrName>style.visibility</p:attrName>
                                        </p:attrNameLst>
                                      </p:cBhvr>
                                      <p:to>
                                        <p:strVal val="visible"/>
                                      </p:to>
                                    </p:set>
                                    <p:animEffect transition="in" filter="wipe(left)">
                                      <p:cBhvr>
                                        <p:cTn id="43" dur="500"/>
                                        <p:tgtEl>
                                          <p:spTgt spid="69">
                                            <p:txEl>
                                              <p:pRg st="0" end="0"/>
                                            </p:txEl>
                                          </p:spTgt>
                                        </p:tgtEl>
                                      </p:cBhvr>
                                    </p:animEffect>
                                  </p:childTnLst>
                                </p:cTn>
                              </p:par>
                            </p:childTnLst>
                          </p:cTn>
                        </p:par>
                        <p:par>
                          <p:cTn id="44" fill="hold">
                            <p:stCondLst>
                              <p:cond delay="4500"/>
                            </p:stCondLst>
                            <p:childTnLst>
                              <p:par>
                                <p:cTn id="45" presetID="22" presetClass="entr" presetSubtype="8" fill="hold" grpId="0" nodeType="afterEffect">
                                  <p:stCondLst>
                                    <p:cond delay="0"/>
                                  </p:stCondLst>
                                  <p:childTnLst>
                                    <p:set>
                                      <p:cBhvr>
                                        <p:cTn id="46" dur="1" fill="hold">
                                          <p:stCondLst>
                                            <p:cond delay="0"/>
                                          </p:stCondLst>
                                        </p:cTn>
                                        <p:tgtEl>
                                          <p:spTgt spid="67">
                                            <p:txEl>
                                              <p:pRg st="0" end="0"/>
                                            </p:txEl>
                                          </p:spTgt>
                                        </p:tgtEl>
                                        <p:attrNameLst>
                                          <p:attrName>style.visibility</p:attrName>
                                        </p:attrNameLst>
                                      </p:cBhvr>
                                      <p:to>
                                        <p:strVal val="visible"/>
                                      </p:to>
                                    </p:set>
                                    <p:animEffect transition="in" filter="wipe(left)">
                                      <p:cBhvr>
                                        <p:cTn id="47" dur="500"/>
                                        <p:tgtEl>
                                          <p:spTgt spid="67">
                                            <p:txEl>
                                              <p:pRg st="0" end="0"/>
                                            </p:txEl>
                                          </p:spTgt>
                                        </p:tgtEl>
                                      </p:cBhvr>
                                    </p:animEffect>
                                  </p:childTnLst>
                                </p:cTn>
                              </p:par>
                            </p:childTnLst>
                          </p:cTn>
                        </p:par>
                        <p:par>
                          <p:cTn id="48" fill="hold">
                            <p:stCondLst>
                              <p:cond delay="5000"/>
                            </p:stCondLst>
                            <p:childTnLst>
                              <p:par>
                                <p:cTn id="49" presetID="22" presetClass="entr" presetSubtype="4" fill="hold" nodeType="afterEffect">
                                  <p:stCondLst>
                                    <p:cond delay="0"/>
                                  </p:stCondLst>
                                  <p:childTnLst>
                                    <p:set>
                                      <p:cBhvr>
                                        <p:cTn id="50" dur="1" fill="hold">
                                          <p:stCondLst>
                                            <p:cond delay="0"/>
                                          </p:stCondLst>
                                        </p:cTn>
                                        <p:tgtEl>
                                          <p:spTgt spid="70"/>
                                        </p:tgtEl>
                                        <p:attrNameLst>
                                          <p:attrName>style.visibility</p:attrName>
                                        </p:attrNameLst>
                                      </p:cBhvr>
                                      <p:to>
                                        <p:strVal val="visible"/>
                                      </p:to>
                                    </p:set>
                                    <p:animEffect transition="in" filter="wipe(down)">
                                      <p:cBhvr>
                                        <p:cTn id="51" dur="500"/>
                                        <p:tgtEl>
                                          <p:spTgt spid="70"/>
                                        </p:tgtEl>
                                      </p:cBhvr>
                                    </p:animEffect>
                                  </p:childTnLst>
                                </p:cTn>
                              </p:par>
                            </p:childTnLst>
                          </p:cTn>
                        </p:par>
                        <p:par>
                          <p:cTn id="52" fill="hold">
                            <p:stCondLst>
                              <p:cond delay="5500"/>
                            </p:stCondLst>
                            <p:childTnLst>
                              <p:par>
                                <p:cTn id="53" presetID="53" presetClass="entr" presetSubtype="0" fill="hold" grpId="0" nodeType="afterEffect">
                                  <p:stCondLst>
                                    <p:cond delay="0"/>
                                  </p:stCondLst>
                                  <p:childTnLst>
                                    <p:set>
                                      <p:cBhvr>
                                        <p:cTn id="54" dur="1" fill="hold">
                                          <p:stCondLst>
                                            <p:cond delay="0"/>
                                          </p:stCondLst>
                                        </p:cTn>
                                        <p:tgtEl>
                                          <p:spTgt spid="71"/>
                                        </p:tgtEl>
                                        <p:attrNameLst>
                                          <p:attrName>style.visibility</p:attrName>
                                        </p:attrNameLst>
                                      </p:cBhvr>
                                      <p:to>
                                        <p:strVal val="visible"/>
                                      </p:to>
                                    </p:set>
                                    <p:anim calcmode="lin" valueType="num">
                                      <p:cBhvr>
                                        <p:cTn id="55" dur="500" fill="hold"/>
                                        <p:tgtEl>
                                          <p:spTgt spid="71"/>
                                        </p:tgtEl>
                                        <p:attrNameLst>
                                          <p:attrName>ppt_w</p:attrName>
                                        </p:attrNameLst>
                                      </p:cBhvr>
                                      <p:tavLst>
                                        <p:tav tm="0">
                                          <p:val>
                                            <p:fltVal val="0"/>
                                          </p:val>
                                        </p:tav>
                                        <p:tav tm="100000">
                                          <p:val>
                                            <p:strVal val="#ppt_w"/>
                                          </p:val>
                                        </p:tav>
                                      </p:tavLst>
                                    </p:anim>
                                    <p:anim calcmode="lin" valueType="num">
                                      <p:cBhvr>
                                        <p:cTn id="56" dur="500" fill="hold"/>
                                        <p:tgtEl>
                                          <p:spTgt spid="71"/>
                                        </p:tgtEl>
                                        <p:attrNameLst>
                                          <p:attrName>ppt_h</p:attrName>
                                        </p:attrNameLst>
                                      </p:cBhvr>
                                      <p:tavLst>
                                        <p:tav tm="0">
                                          <p:val>
                                            <p:fltVal val="0"/>
                                          </p:val>
                                        </p:tav>
                                        <p:tav tm="100000">
                                          <p:val>
                                            <p:strVal val="#ppt_h"/>
                                          </p:val>
                                        </p:tav>
                                      </p:tavLst>
                                    </p:anim>
                                    <p:animEffect transition="in" filter="fade">
                                      <p:cBhvr>
                                        <p:cTn id="57" dur="500"/>
                                        <p:tgtEl>
                                          <p:spTgt spid="71"/>
                                        </p:tgtEl>
                                      </p:cBhvr>
                                    </p:animEffect>
                                  </p:childTnLst>
                                </p:cTn>
                              </p:par>
                            </p:childTnLst>
                          </p:cTn>
                        </p:par>
                        <p:par>
                          <p:cTn id="58" fill="hold">
                            <p:stCondLst>
                              <p:cond delay="6000"/>
                            </p:stCondLst>
                            <p:childTnLst>
                              <p:par>
                                <p:cTn id="59" presetID="22" presetClass="entr" presetSubtype="8" fill="hold" grpId="0" nodeType="afterEffect">
                                  <p:stCondLst>
                                    <p:cond delay="0"/>
                                  </p:stCondLst>
                                  <p:childTnLst>
                                    <p:set>
                                      <p:cBhvr>
                                        <p:cTn id="60" dur="1" fill="hold">
                                          <p:stCondLst>
                                            <p:cond delay="0"/>
                                          </p:stCondLst>
                                        </p:cTn>
                                        <p:tgtEl>
                                          <p:spTgt spid="73">
                                            <p:txEl>
                                              <p:pRg st="0" end="0"/>
                                            </p:txEl>
                                          </p:spTgt>
                                        </p:tgtEl>
                                        <p:attrNameLst>
                                          <p:attrName>style.visibility</p:attrName>
                                        </p:attrNameLst>
                                      </p:cBhvr>
                                      <p:to>
                                        <p:strVal val="visible"/>
                                      </p:to>
                                    </p:set>
                                    <p:animEffect transition="in" filter="wipe(left)">
                                      <p:cBhvr>
                                        <p:cTn id="61" dur="500"/>
                                        <p:tgtEl>
                                          <p:spTgt spid="73">
                                            <p:txEl>
                                              <p:pRg st="0" end="0"/>
                                            </p:txEl>
                                          </p:spTgt>
                                        </p:tgtEl>
                                      </p:cBhvr>
                                    </p:animEffect>
                                  </p:childTnLst>
                                </p:cTn>
                              </p:par>
                            </p:childTnLst>
                          </p:cTn>
                        </p:par>
                        <p:par>
                          <p:cTn id="62" fill="hold">
                            <p:stCondLst>
                              <p:cond delay="6500"/>
                            </p:stCondLst>
                            <p:childTnLst>
                              <p:par>
                                <p:cTn id="63" presetID="22" presetClass="entr" presetSubtype="8" fill="hold" grpId="0" nodeType="afterEffect">
                                  <p:stCondLst>
                                    <p:cond delay="0"/>
                                  </p:stCondLst>
                                  <p:childTnLst>
                                    <p:set>
                                      <p:cBhvr>
                                        <p:cTn id="64" dur="1" fill="hold">
                                          <p:stCondLst>
                                            <p:cond delay="0"/>
                                          </p:stCondLst>
                                        </p:cTn>
                                        <p:tgtEl>
                                          <p:spTgt spid="74">
                                            <p:txEl>
                                              <p:pRg st="0" end="0"/>
                                            </p:txEl>
                                          </p:spTgt>
                                        </p:tgtEl>
                                        <p:attrNameLst>
                                          <p:attrName>style.visibility</p:attrName>
                                        </p:attrNameLst>
                                      </p:cBhvr>
                                      <p:to>
                                        <p:strVal val="visible"/>
                                      </p:to>
                                    </p:set>
                                    <p:animEffect transition="in" filter="wipe(left)">
                                      <p:cBhvr>
                                        <p:cTn id="65" dur="500"/>
                                        <p:tgtEl>
                                          <p:spTgt spid="74">
                                            <p:txEl>
                                              <p:pRg st="0" end="0"/>
                                            </p:txEl>
                                          </p:spTgt>
                                        </p:tgtEl>
                                      </p:cBhvr>
                                    </p:animEffect>
                                  </p:childTnLst>
                                </p:cTn>
                              </p:par>
                            </p:childTnLst>
                          </p:cTn>
                        </p:par>
                        <p:par>
                          <p:cTn id="66" fill="hold">
                            <p:stCondLst>
                              <p:cond delay="7000"/>
                            </p:stCondLst>
                            <p:childTnLst>
                              <p:par>
                                <p:cTn id="67" presetID="22" presetClass="entr" presetSubtype="8" fill="hold" grpId="0" nodeType="afterEffect">
                                  <p:stCondLst>
                                    <p:cond delay="0"/>
                                  </p:stCondLst>
                                  <p:childTnLst>
                                    <p:set>
                                      <p:cBhvr>
                                        <p:cTn id="68" dur="1" fill="hold">
                                          <p:stCondLst>
                                            <p:cond delay="0"/>
                                          </p:stCondLst>
                                        </p:cTn>
                                        <p:tgtEl>
                                          <p:spTgt spid="72">
                                            <p:txEl>
                                              <p:pRg st="0" end="0"/>
                                            </p:txEl>
                                          </p:spTgt>
                                        </p:tgtEl>
                                        <p:attrNameLst>
                                          <p:attrName>style.visibility</p:attrName>
                                        </p:attrNameLst>
                                      </p:cBhvr>
                                      <p:to>
                                        <p:strVal val="visible"/>
                                      </p:to>
                                    </p:set>
                                    <p:animEffect transition="in" filter="wipe(left)">
                                      <p:cBhvr>
                                        <p:cTn id="69" dur="500"/>
                                        <p:tgtEl>
                                          <p:spTgt spid="72">
                                            <p:txEl>
                                              <p:pRg st="0" end="0"/>
                                            </p:txEl>
                                          </p:spTgt>
                                        </p:tgtEl>
                                      </p:cBhvr>
                                    </p:animEffect>
                                  </p:childTnLst>
                                </p:cTn>
                              </p:par>
                            </p:childTnLst>
                          </p:cTn>
                        </p:par>
                        <p:par>
                          <p:cTn id="70" fill="hold">
                            <p:stCondLst>
                              <p:cond delay="7500"/>
                            </p:stCondLst>
                            <p:childTnLst>
                              <p:par>
                                <p:cTn id="71" presetID="22" presetClass="entr" presetSubtype="8" fill="hold" nodeType="afterEffect">
                                  <p:stCondLst>
                                    <p:cond delay="0"/>
                                  </p:stCondLst>
                                  <p:childTnLst>
                                    <p:set>
                                      <p:cBhvr>
                                        <p:cTn id="72" dur="1" fill="hold">
                                          <p:stCondLst>
                                            <p:cond delay="0"/>
                                          </p:stCondLst>
                                        </p:cTn>
                                        <p:tgtEl>
                                          <p:spTgt spid="49"/>
                                        </p:tgtEl>
                                        <p:attrNameLst>
                                          <p:attrName>style.visibility</p:attrName>
                                        </p:attrNameLst>
                                      </p:cBhvr>
                                      <p:to>
                                        <p:strVal val="visible"/>
                                      </p:to>
                                    </p:set>
                                    <p:animEffect transition="in" filter="wipe(left)">
                                      <p:cBhvr>
                                        <p:cTn id="73" dur="500"/>
                                        <p:tgtEl>
                                          <p:spTgt spid="49"/>
                                        </p:tgtEl>
                                      </p:cBhvr>
                                    </p:animEffect>
                                  </p:childTnLst>
                                </p:cTn>
                              </p:par>
                            </p:childTnLst>
                          </p:cTn>
                        </p:par>
                        <p:par>
                          <p:cTn id="74" fill="hold">
                            <p:stCondLst>
                              <p:cond delay="8000"/>
                            </p:stCondLst>
                            <p:childTnLst>
                              <p:par>
                                <p:cTn id="75" presetID="53" presetClass="entr" presetSubtype="0" fill="hold" grpId="0" nodeType="afterEffect">
                                  <p:stCondLst>
                                    <p:cond delay="0"/>
                                  </p:stCondLst>
                                  <p:childTnLst>
                                    <p:set>
                                      <p:cBhvr>
                                        <p:cTn id="76" dur="1" fill="hold">
                                          <p:stCondLst>
                                            <p:cond delay="0"/>
                                          </p:stCondLst>
                                        </p:cTn>
                                        <p:tgtEl>
                                          <p:spTgt spid="50"/>
                                        </p:tgtEl>
                                        <p:attrNameLst>
                                          <p:attrName>style.visibility</p:attrName>
                                        </p:attrNameLst>
                                      </p:cBhvr>
                                      <p:to>
                                        <p:strVal val="visible"/>
                                      </p:to>
                                    </p:set>
                                    <p:anim calcmode="lin" valueType="num">
                                      <p:cBhvr>
                                        <p:cTn id="77" dur="500" fill="hold"/>
                                        <p:tgtEl>
                                          <p:spTgt spid="50"/>
                                        </p:tgtEl>
                                        <p:attrNameLst>
                                          <p:attrName>ppt_w</p:attrName>
                                        </p:attrNameLst>
                                      </p:cBhvr>
                                      <p:tavLst>
                                        <p:tav tm="0">
                                          <p:val>
                                            <p:fltVal val="0"/>
                                          </p:val>
                                        </p:tav>
                                        <p:tav tm="100000">
                                          <p:val>
                                            <p:strVal val="#ppt_w"/>
                                          </p:val>
                                        </p:tav>
                                      </p:tavLst>
                                    </p:anim>
                                    <p:anim calcmode="lin" valueType="num">
                                      <p:cBhvr>
                                        <p:cTn id="78" dur="500" fill="hold"/>
                                        <p:tgtEl>
                                          <p:spTgt spid="50"/>
                                        </p:tgtEl>
                                        <p:attrNameLst>
                                          <p:attrName>ppt_h</p:attrName>
                                        </p:attrNameLst>
                                      </p:cBhvr>
                                      <p:tavLst>
                                        <p:tav tm="0">
                                          <p:val>
                                            <p:fltVal val="0"/>
                                          </p:val>
                                        </p:tav>
                                        <p:tav tm="100000">
                                          <p:val>
                                            <p:strVal val="#ppt_h"/>
                                          </p:val>
                                        </p:tav>
                                      </p:tavLst>
                                    </p:anim>
                                    <p:animEffect transition="in" filter="fade">
                                      <p:cBhvr>
                                        <p:cTn id="79" dur="500"/>
                                        <p:tgtEl>
                                          <p:spTgt spid="50"/>
                                        </p:tgtEl>
                                      </p:cBhvr>
                                    </p:animEffect>
                                  </p:childTnLst>
                                </p:cTn>
                              </p:par>
                            </p:childTnLst>
                          </p:cTn>
                        </p:par>
                        <p:par>
                          <p:cTn id="80" fill="hold">
                            <p:stCondLst>
                              <p:cond delay="8500"/>
                            </p:stCondLst>
                            <p:childTnLst>
                              <p:par>
                                <p:cTn id="81" presetID="22" presetClass="entr" presetSubtype="8" fill="hold" grpId="0" nodeType="afterEffect">
                                  <p:stCondLst>
                                    <p:cond delay="0"/>
                                  </p:stCondLst>
                                  <p:childTnLst>
                                    <p:set>
                                      <p:cBhvr>
                                        <p:cTn id="82" dur="1" fill="hold">
                                          <p:stCondLst>
                                            <p:cond delay="0"/>
                                          </p:stCondLst>
                                        </p:cTn>
                                        <p:tgtEl>
                                          <p:spTgt spid="52">
                                            <p:txEl>
                                              <p:pRg st="0" end="0"/>
                                            </p:txEl>
                                          </p:spTgt>
                                        </p:tgtEl>
                                        <p:attrNameLst>
                                          <p:attrName>style.visibility</p:attrName>
                                        </p:attrNameLst>
                                      </p:cBhvr>
                                      <p:to>
                                        <p:strVal val="visible"/>
                                      </p:to>
                                    </p:set>
                                    <p:animEffect transition="in" filter="wipe(left)">
                                      <p:cBhvr>
                                        <p:cTn id="83" dur="500"/>
                                        <p:tgtEl>
                                          <p:spTgt spid="52">
                                            <p:txEl>
                                              <p:pRg st="0" end="0"/>
                                            </p:txEl>
                                          </p:spTgt>
                                        </p:tgtEl>
                                      </p:cBhvr>
                                    </p:animEffect>
                                  </p:childTnLst>
                                </p:cTn>
                              </p:par>
                            </p:childTnLst>
                          </p:cTn>
                        </p:par>
                        <p:par>
                          <p:cTn id="84" fill="hold">
                            <p:stCondLst>
                              <p:cond delay="9000"/>
                            </p:stCondLst>
                            <p:childTnLst>
                              <p:par>
                                <p:cTn id="85" presetID="22" presetClass="entr" presetSubtype="8" fill="hold" grpId="0" nodeType="afterEffect">
                                  <p:stCondLst>
                                    <p:cond delay="0"/>
                                  </p:stCondLst>
                                  <p:childTnLst>
                                    <p:set>
                                      <p:cBhvr>
                                        <p:cTn id="86" dur="1" fill="hold">
                                          <p:stCondLst>
                                            <p:cond delay="0"/>
                                          </p:stCondLst>
                                        </p:cTn>
                                        <p:tgtEl>
                                          <p:spTgt spid="53">
                                            <p:txEl>
                                              <p:pRg st="0" end="0"/>
                                            </p:txEl>
                                          </p:spTgt>
                                        </p:tgtEl>
                                        <p:attrNameLst>
                                          <p:attrName>style.visibility</p:attrName>
                                        </p:attrNameLst>
                                      </p:cBhvr>
                                      <p:to>
                                        <p:strVal val="visible"/>
                                      </p:to>
                                    </p:set>
                                    <p:animEffect transition="in" filter="wipe(left)">
                                      <p:cBhvr>
                                        <p:cTn id="87" dur="500"/>
                                        <p:tgtEl>
                                          <p:spTgt spid="53">
                                            <p:txEl>
                                              <p:pRg st="0" end="0"/>
                                            </p:txEl>
                                          </p:spTgt>
                                        </p:tgtEl>
                                      </p:cBhvr>
                                    </p:animEffect>
                                  </p:childTnLst>
                                </p:cTn>
                              </p:par>
                            </p:childTnLst>
                          </p:cTn>
                        </p:par>
                        <p:par>
                          <p:cTn id="88" fill="hold">
                            <p:stCondLst>
                              <p:cond delay="9500"/>
                            </p:stCondLst>
                            <p:childTnLst>
                              <p:par>
                                <p:cTn id="89" presetID="22" presetClass="entr" presetSubtype="8" fill="hold" grpId="0" nodeType="afterEffect">
                                  <p:stCondLst>
                                    <p:cond delay="0"/>
                                  </p:stCondLst>
                                  <p:childTnLst>
                                    <p:set>
                                      <p:cBhvr>
                                        <p:cTn id="90" dur="1" fill="hold">
                                          <p:stCondLst>
                                            <p:cond delay="0"/>
                                          </p:stCondLst>
                                        </p:cTn>
                                        <p:tgtEl>
                                          <p:spTgt spid="51">
                                            <p:txEl>
                                              <p:pRg st="0" end="0"/>
                                            </p:txEl>
                                          </p:spTgt>
                                        </p:tgtEl>
                                        <p:attrNameLst>
                                          <p:attrName>style.visibility</p:attrName>
                                        </p:attrNameLst>
                                      </p:cBhvr>
                                      <p:to>
                                        <p:strVal val="visible"/>
                                      </p:to>
                                    </p:set>
                                    <p:animEffect transition="in" filter="wipe(left)">
                                      <p:cBhvr>
                                        <p:cTn id="91" dur="500"/>
                                        <p:tgtEl>
                                          <p:spTgt spid="51">
                                            <p:txEl>
                                              <p:pRg st="0" end="0"/>
                                            </p:txEl>
                                          </p:spTgt>
                                        </p:tgtEl>
                                      </p:cBhvr>
                                    </p:animEffect>
                                  </p:childTnLst>
                                </p:cTn>
                              </p:par>
                            </p:childTnLst>
                          </p:cTn>
                        </p:par>
                        <p:par>
                          <p:cTn id="92" fill="hold">
                            <p:stCondLst>
                              <p:cond delay="10000"/>
                            </p:stCondLst>
                            <p:childTnLst>
                              <p:par>
                                <p:cTn id="93" presetID="53" presetClass="entr" presetSubtype="0" fill="hold" grpId="0" nodeType="afterEffect">
                                  <p:stCondLst>
                                    <p:cond delay="0"/>
                                  </p:stCondLst>
                                  <p:childTnLst>
                                    <p:set>
                                      <p:cBhvr>
                                        <p:cTn id="94" dur="1" fill="hold">
                                          <p:stCondLst>
                                            <p:cond delay="0"/>
                                          </p:stCondLst>
                                        </p:cTn>
                                        <p:tgtEl>
                                          <p:spTgt spid="54"/>
                                        </p:tgtEl>
                                        <p:attrNameLst>
                                          <p:attrName>style.visibility</p:attrName>
                                        </p:attrNameLst>
                                      </p:cBhvr>
                                      <p:to>
                                        <p:strVal val="visible"/>
                                      </p:to>
                                    </p:set>
                                    <p:anim calcmode="lin" valueType="num">
                                      <p:cBhvr>
                                        <p:cTn id="95" dur="500" fill="hold"/>
                                        <p:tgtEl>
                                          <p:spTgt spid="54"/>
                                        </p:tgtEl>
                                        <p:attrNameLst>
                                          <p:attrName>ppt_w</p:attrName>
                                        </p:attrNameLst>
                                      </p:cBhvr>
                                      <p:tavLst>
                                        <p:tav tm="0">
                                          <p:val>
                                            <p:fltVal val="0"/>
                                          </p:val>
                                        </p:tav>
                                        <p:tav tm="100000">
                                          <p:val>
                                            <p:strVal val="#ppt_w"/>
                                          </p:val>
                                        </p:tav>
                                      </p:tavLst>
                                    </p:anim>
                                    <p:anim calcmode="lin" valueType="num">
                                      <p:cBhvr>
                                        <p:cTn id="96" dur="500" fill="hold"/>
                                        <p:tgtEl>
                                          <p:spTgt spid="54"/>
                                        </p:tgtEl>
                                        <p:attrNameLst>
                                          <p:attrName>ppt_h</p:attrName>
                                        </p:attrNameLst>
                                      </p:cBhvr>
                                      <p:tavLst>
                                        <p:tav tm="0">
                                          <p:val>
                                            <p:fltVal val="0"/>
                                          </p:val>
                                        </p:tav>
                                        <p:tav tm="100000">
                                          <p:val>
                                            <p:strVal val="#ppt_h"/>
                                          </p:val>
                                        </p:tav>
                                      </p:tavLst>
                                    </p:anim>
                                    <p:animEffect transition="in" filter="fade">
                                      <p:cBhvr>
                                        <p:cTn id="97" dur="500"/>
                                        <p:tgtEl>
                                          <p:spTgt spid="54"/>
                                        </p:tgtEl>
                                      </p:cBhvr>
                                    </p:animEffect>
                                  </p:childTnLst>
                                </p:cTn>
                              </p:par>
                            </p:childTnLst>
                          </p:cTn>
                        </p:par>
                        <p:par>
                          <p:cTn id="98" fill="hold">
                            <p:stCondLst>
                              <p:cond delay="10500"/>
                            </p:stCondLst>
                            <p:childTnLst>
                              <p:par>
                                <p:cTn id="99" presetID="22" presetClass="entr" presetSubtype="8" fill="hold" grpId="0" nodeType="afterEffect">
                                  <p:stCondLst>
                                    <p:cond delay="0"/>
                                  </p:stCondLst>
                                  <p:childTnLst>
                                    <p:set>
                                      <p:cBhvr>
                                        <p:cTn id="100" dur="1" fill="hold">
                                          <p:stCondLst>
                                            <p:cond delay="0"/>
                                          </p:stCondLst>
                                        </p:cTn>
                                        <p:tgtEl>
                                          <p:spTgt spid="56">
                                            <p:txEl>
                                              <p:pRg st="0" end="0"/>
                                            </p:txEl>
                                          </p:spTgt>
                                        </p:tgtEl>
                                        <p:attrNameLst>
                                          <p:attrName>style.visibility</p:attrName>
                                        </p:attrNameLst>
                                      </p:cBhvr>
                                      <p:to>
                                        <p:strVal val="visible"/>
                                      </p:to>
                                    </p:set>
                                    <p:animEffect transition="in" filter="wipe(left)">
                                      <p:cBhvr>
                                        <p:cTn id="101" dur="500"/>
                                        <p:tgtEl>
                                          <p:spTgt spid="56">
                                            <p:txEl>
                                              <p:pRg st="0" end="0"/>
                                            </p:txEl>
                                          </p:spTgt>
                                        </p:tgtEl>
                                      </p:cBhvr>
                                    </p:animEffect>
                                  </p:childTnLst>
                                </p:cTn>
                              </p:par>
                            </p:childTnLst>
                          </p:cTn>
                        </p:par>
                        <p:par>
                          <p:cTn id="102" fill="hold">
                            <p:stCondLst>
                              <p:cond delay="11000"/>
                            </p:stCondLst>
                            <p:childTnLst>
                              <p:par>
                                <p:cTn id="103" presetID="22" presetClass="entr" presetSubtype="8" fill="hold" grpId="0" nodeType="afterEffect">
                                  <p:stCondLst>
                                    <p:cond delay="0"/>
                                  </p:stCondLst>
                                  <p:childTnLst>
                                    <p:set>
                                      <p:cBhvr>
                                        <p:cTn id="104" dur="1" fill="hold">
                                          <p:stCondLst>
                                            <p:cond delay="0"/>
                                          </p:stCondLst>
                                        </p:cTn>
                                        <p:tgtEl>
                                          <p:spTgt spid="57">
                                            <p:txEl>
                                              <p:pRg st="0" end="0"/>
                                            </p:txEl>
                                          </p:spTgt>
                                        </p:tgtEl>
                                        <p:attrNameLst>
                                          <p:attrName>style.visibility</p:attrName>
                                        </p:attrNameLst>
                                      </p:cBhvr>
                                      <p:to>
                                        <p:strVal val="visible"/>
                                      </p:to>
                                    </p:set>
                                    <p:animEffect transition="in" filter="wipe(left)">
                                      <p:cBhvr>
                                        <p:cTn id="105" dur="500"/>
                                        <p:tgtEl>
                                          <p:spTgt spid="57">
                                            <p:txEl>
                                              <p:pRg st="0" end="0"/>
                                            </p:txEl>
                                          </p:spTgt>
                                        </p:tgtEl>
                                      </p:cBhvr>
                                    </p:animEffect>
                                  </p:childTnLst>
                                </p:cTn>
                              </p:par>
                            </p:childTnLst>
                          </p:cTn>
                        </p:par>
                        <p:par>
                          <p:cTn id="106" fill="hold">
                            <p:stCondLst>
                              <p:cond delay="11500"/>
                            </p:stCondLst>
                            <p:childTnLst>
                              <p:par>
                                <p:cTn id="107" presetID="22" presetClass="entr" presetSubtype="8" fill="hold" grpId="0" nodeType="afterEffect">
                                  <p:stCondLst>
                                    <p:cond delay="0"/>
                                  </p:stCondLst>
                                  <p:childTnLst>
                                    <p:set>
                                      <p:cBhvr>
                                        <p:cTn id="108" dur="1" fill="hold">
                                          <p:stCondLst>
                                            <p:cond delay="0"/>
                                          </p:stCondLst>
                                        </p:cTn>
                                        <p:tgtEl>
                                          <p:spTgt spid="55">
                                            <p:txEl>
                                              <p:pRg st="0" end="0"/>
                                            </p:txEl>
                                          </p:spTgt>
                                        </p:tgtEl>
                                        <p:attrNameLst>
                                          <p:attrName>style.visibility</p:attrName>
                                        </p:attrNameLst>
                                      </p:cBhvr>
                                      <p:to>
                                        <p:strVal val="visible"/>
                                      </p:to>
                                    </p:set>
                                    <p:animEffect transition="in" filter="wipe(left)">
                                      <p:cBhvr>
                                        <p:cTn id="109" dur="500"/>
                                        <p:tgtEl>
                                          <p:spTgt spid="55">
                                            <p:txEl>
                                              <p:pRg st="0" end="0"/>
                                            </p:txEl>
                                          </p:spTgt>
                                        </p:tgtEl>
                                      </p:cBhvr>
                                    </p:animEffect>
                                  </p:childTnLst>
                                </p:cTn>
                              </p:par>
                            </p:childTnLst>
                          </p:cTn>
                        </p:par>
                        <p:par>
                          <p:cTn id="110" fill="hold">
                            <p:stCondLst>
                              <p:cond delay="12000"/>
                            </p:stCondLst>
                            <p:childTnLst>
                              <p:par>
                                <p:cTn id="111" presetID="53" presetClass="entr" presetSubtype="0" fill="hold" grpId="0" nodeType="afterEffect">
                                  <p:stCondLst>
                                    <p:cond delay="0"/>
                                  </p:stCondLst>
                                  <p:childTnLst>
                                    <p:set>
                                      <p:cBhvr>
                                        <p:cTn id="112" dur="1" fill="hold">
                                          <p:stCondLst>
                                            <p:cond delay="0"/>
                                          </p:stCondLst>
                                        </p:cTn>
                                        <p:tgtEl>
                                          <p:spTgt spid="58"/>
                                        </p:tgtEl>
                                        <p:attrNameLst>
                                          <p:attrName>style.visibility</p:attrName>
                                        </p:attrNameLst>
                                      </p:cBhvr>
                                      <p:to>
                                        <p:strVal val="visible"/>
                                      </p:to>
                                    </p:set>
                                    <p:anim calcmode="lin" valueType="num">
                                      <p:cBhvr>
                                        <p:cTn id="113" dur="500" fill="hold"/>
                                        <p:tgtEl>
                                          <p:spTgt spid="58"/>
                                        </p:tgtEl>
                                        <p:attrNameLst>
                                          <p:attrName>ppt_w</p:attrName>
                                        </p:attrNameLst>
                                      </p:cBhvr>
                                      <p:tavLst>
                                        <p:tav tm="0">
                                          <p:val>
                                            <p:fltVal val="0"/>
                                          </p:val>
                                        </p:tav>
                                        <p:tav tm="100000">
                                          <p:val>
                                            <p:strVal val="#ppt_w"/>
                                          </p:val>
                                        </p:tav>
                                      </p:tavLst>
                                    </p:anim>
                                    <p:anim calcmode="lin" valueType="num">
                                      <p:cBhvr>
                                        <p:cTn id="114" dur="500" fill="hold"/>
                                        <p:tgtEl>
                                          <p:spTgt spid="58"/>
                                        </p:tgtEl>
                                        <p:attrNameLst>
                                          <p:attrName>ppt_h</p:attrName>
                                        </p:attrNameLst>
                                      </p:cBhvr>
                                      <p:tavLst>
                                        <p:tav tm="0">
                                          <p:val>
                                            <p:fltVal val="0"/>
                                          </p:val>
                                        </p:tav>
                                        <p:tav tm="100000">
                                          <p:val>
                                            <p:strVal val="#ppt_h"/>
                                          </p:val>
                                        </p:tav>
                                      </p:tavLst>
                                    </p:anim>
                                    <p:animEffect transition="in" filter="fade">
                                      <p:cBhvr>
                                        <p:cTn id="115" dur="500"/>
                                        <p:tgtEl>
                                          <p:spTgt spid="58"/>
                                        </p:tgtEl>
                                      </p:cBhvr>
                                    </p:animEffect>
                                  </p:childTnLst>
                                </p:cTn>
                              </p:par>
                            </p:childTnLst>
                          </p:cTn>
                        </p:par>
                        <p:par>
                          <p:cTn id="116" fill="hold">
                            <p:stCondLst>
                              <p:cond delay="12500"/>
                            </p:stCondLst>
                            <p:childTnLst>
                              <p:par>
                                <p:cTn id="117" presetID="22" presetClass="entr" presetSubtype="8" fill="hold" grpId="0" nodeType="afterEffect">
                                  <p:stCondLst>
                                    <p:cond delay="0"/>
                                  </p:stCondLst>
                                  <p:childTnLst>
                                    <p:set>
                                      <p:cBhvr>
                                        <p:cTn id="118" dur="1" fill="hold">
                                          <p:stCondLst>
                                            <p:cond delay="0"/>
                                          </p:stCondLst>
                                        </p:cTn>
                                        <p:tgtEl>
                                          <p:spTgt spid="60">
                                            <p:txEl>
                                              <p:pRg st="0" end="0"/>
                                            </p:txEl>
                                          </p:spTgt>
                                        </p:tgtEl>
                                        <p:attrNameLst>
                                          <p:attrName>style.visibility</p:attrName>
                                        </p:attrNameLst>
                                      </p:cBhvr>
                                      <p:to>
                                        <p:strVal val="visible"/>
                                      </p:to>
                                    </p:set>
                                    <p:animEffect transition="in" filter="wipe(left)">
                                      <p:cBhvr>
                                        <p:cTn id="119" dur="500"/>
                                        <p:tgtEl>
                                          <p:spTgt spid="60">
                                            <p:txEl>
                                              <p:pRg st="0" end="0"/>
                                            </p:txEl>
                                          </p:spTgt>
                                        </p:tgtEl>
                                      </p:cBhvr>
                                    </p:animEffect>
                                  </p:childTnLst>
                                </p:cTn>
                              </p:par>
                            </p:childTnLst>
                          </p:cTn>
                        </p:par>
                        <p:par>
                          <p:cTn id="120" fill="hold">
                            <p:stCondLst>
                              <p:cond delay="13000"/>
                            </p:stCondLst>
                            <p:childTnLst>
                              <p:par>
                                <p:cTn id="121" presetID="22" presetClass="entr" presetSubtype="8" fill="hold" grpId="0" nodeType="afterEffect">
                                  <p:stCondLst>
                                    <p:cond delay="0"/>
                                  </p:stCondLst>
                                  <p:childTnLst>
                                    <p:set>
                                      <p:cBhvr>
                                        <p:cTn id="122" dur="1" fill="hold">
                                          <p:stCondLst>
                                            <p:cond delay="0"/>
                                          </p:stCondLst>
                                        </p:cTn>
                                        <p:tgtEl>
                                          <p:spTgt spid="61">
                                            <p:txEl>
                                              <p:pRg st="0" end="0"/>
                                            </p:txEl>
                                          </p:spTgt>
                                        </p:tgtEl>
                                        <p:attrNameLst>
                                          <p:attrName>style.visibility</p:attrName>
                                        </p:attrNameLst>
                                      </p:cBhvr>
                                      <p:to>
                                        <p:strVal val="visible"/>
                                      </p:to>
                                    </p:set>
                                    <p:animEffect transition="in" filter="wipe(left)">
                                      <p:cBhvr>
                                        <p:cTn id="123" dur="500"/>
                                        <p:tgtEl>
                                          <p:spTgt spid="61">
                                            <p:txEl>
                                              <p:pRg st="0" end="0"/>
                                            </p:txEl>
                                          </p:spTgt>
                                        </p:tgtEl>
                                      </p:cBhvr>
                                    </p:animEffect>
                                  </p:childTnLst>
                                </p:cTn>
                              </p:par>
                            </p:childTnLst>
                          </p:cTn>
                        </p:par>
                        <p:par>
                          <p:cTn id="124" fill="hold">
                            <p:stCondLst>
                              <p:cond delay="13500"/>
                            </p:stCondLst>
                            <p:childTnLst>
                              <p:par>
                                <p:cTn id="125" presetID="22" presetClass="entr" presetSubtype="8" fill="hold" grpId="0" nodeType="afterEffect">
                                  <p:stCondLst>
                                    <p:cond delay="0"/>
                                  </p:stCondLst>
                                  <p:childTnLst>
                                    <p:set>
                                      <p:cBhvr>
                                        <p:cTn id="126" dur="1" fill="hold">
                                          <p:stCondLst>
                                            <p:cond delay="0"/>
                                          </p:stCondLst>
                                        </p:cTn>
                                        <p:tgtEl>
                                          <p:spTgt spid="59">
                                            <p:txEl>
                                              <p:pRg st="0" end="0"/>
                                            </p:txEl>
                                          </p:spTgt>
                                        </p:tgtEl>
                                        <p:attrNameLst>
                                          <p:attrName>style.visibility</p:attrName>
                                        </p:attrNameLst>
                                      </p:cBhvr>
                                      <p:to>
                                        <p:strVal val="visible"/>
                                      </p:to>
                                    </p:set>
                                    <p:animEffect transition="in" filter="wipe(left)">
                                      <p:cBhvr>
                                        <p:cTn id="127" dur="500"/>
                                        <p:tgtEl>
                                          <p:spTgt spid="59">
                                            <p:txEl>
                                              <p:pRg st="0" end="0"/>
                                            </p:txEl>
                                          </p:spTgt>
                                        </p:tgtEl>
                                      </p:cBhvr>
                                    </p:animEffect>
                                  </p:childTnLst>
                                </p:cTn>
                              </p:par>
                            </p:childTnLst>
                          </p:cTn>
                        </p:par>
                        <p:par>
                          <p:cTn id="128" fill="hold">
                            <p:stCondLst>
                              <p:cond delay="14000"/>
                            </p:stCondLst>
                            <p:childTnLst>
                              <p:par>
                                <p:cTn id="129" presetID="22" presetClass="entr" presetSubtype="8" fill="hold" nodeType="afterEffect">
                                  <p:stCondLst>
                                    <p:cond delay="0"/>
                                  </p:stCondLst>
                                  <p:childTnLst>
                                    <p:set>
                                      <p:cBhvr>
                                        <p:cTn id="130" dur="1" fill="hold">
                                          <p:stCondLst>
                                            <p:cond delay="0"/>
                                          </p:stCondLst>
                                        </p:cTn>
                                        <p:tgtEl>
                                          <p:spTgt spid="88"/>
                                        </p:tgtEl>
                                        <p:attrNameLst>
                                          <p:attrName>style.visibility</p:attrName>
                                        </p:attrNameLst>
                                      </p:cBhvr>
                                      <p:to>
                                        <p:strVal val="visible"/>
                                      </p:to>
                                    </p:set>
                                    <p:animEffect transition="in" filter="wipe(left)">
                                      <p:cBhvr>
                                        <p:cTn id="131" dur="500"/>
                                        <p:tgtEl>
                                          <p:spTgt spid="88"/>
                                        </p:tgtEl>
                                      </p:cBhvr>
                                    </p:animEffect>
                                  </p:childTnLst>
                                </p:cTn>
                              </p:par>
                            </p:childTnLst>
                          </p:cTn>
                        </p:par>
                        <p:par>
                          <p:cTn id="132" fill="hold">
                            <p:stCondLst>
                              <p:cond delay="14500"/>
                            </p:stCondLst>
                            <p:childTnLst>
                              <p:par>
                                <p:cTn id="133" presetID="53" presetClass="entr" presetSubtype="0" fill="hold" grpId="0" nodeType="afterEffect">
                                  <p:stCondLst>
                                    <p:cond delay="0"/>
                                  </p:stCondLst>
                                  <p:childTnLst>
                                    <p:set>
                                      <p:cBhvr>
                                        <p:cTn id="134" dur="1" fill="hold">
                                          <p:stCondLst>
                                            <p:cond delay="0"/>
                                          </p:stCondLst>
                                        </p:cTn>
                                        <p:tgtEl>
                                          <p:spTgt spid="62"/>
                                        </p:tgtEl>
                                        <p:attrNameLst>
                                          <p:attrName>style.visibility</p:attrName>
                                        </p:attrNameLst>
                                      </p:cBhvr>
                                      <p:to>
                                        <p:strVal val="visible"/>
                                      </p:to>
                                    </p:set>
                                    <p:anim calcmode="lin" valueType="num">
                                      <p:cBhvr>
                                        <p:cTn id="135" dur="500" fill="hold"/>
                                        <p:tgtEl>
                                          <p:spTgt spid="62"/>
                                        </p:tgtEl>
                                        <p:attrNameLst>
                                          <p:attrName>ppt_w</p:attrName>
                                        </p:attrNameLst>
                                      </p:cBhvr>
                                      <p:tavLst>
                                        <p:tav tm="0">
                                          <p:val>
                                            <p:fltVal val="0"/>
                                          </p:val>
                                        </p:tav>
                                        <p:tav tm="100000">
                                          <p:val>
                                            <p:strVal val="#ppt_w"/>
                                          </p:val>
                                        </p:tav>
                                      </p:tavLst>
                                    </p:anim>
                                    <p:anim calcmode="lin" valueType="num">
                                      <p:cBhvr>
                                        <p:cTn id="136" dur="500" fill="hold"/>
                                        <p:tgtEl>
                                          <p:spTgt spid="62"/>
                                        </p:tgtEl>
                                        <p:attrNameLst>
                                          <p:attrName>ppt_h</p:attrName>
                                        </p:attrNameLst>
                                      </p:cBhvr>
                                      <p:tavLst>
                                        <p:tav tm="0">
                                          <p:val>
                                            <p:fltVal val="0"/>
                                          </p:val>
                                        </p:tav>
                                        <p:tav tm="100000">
                                          <p:val>
                                            <p:strVal val="#ppt_h"/>
                                          </p:val>
                                        </p:tav>
                                      </p:tavLst>
                                    </p:anim>
                                    <p:animEffect transition="in" filter="fade">
                                      <p:cBhvr>
                                        <p:cTn id="137" dur="500"/>
                                        <p:tgtEl>
                                          <p:spTgt spid="62"/>
                                        </p:tgtEl>
                                      </p:cBhvr>
                                    </p:animEffect>
                                  </p:childTnLst>
                                </p:cTn>
                              </p:par>
                            </p:childTnLst>
                          </p:cTn>
                        </p:par>
                        <p:par>
                          <p:cTn id="138" fill="hold">
                            <p:stCondLst>
                              <p:cond delay="15000"/>
                            </p:stCondLst>
                            <p:childTnLst>
                              <p:par>
                                <p:cTn id="139" presetID="22" presetClass="entr" presetSubtype="8" fill="hold" grpId="0" nodeType="afterEffect">
                                  <p:stCondLst>
                                    <p:cond delay="0"/>
                                  </p:stCondLst>
                                  <p:childTnLst>
                                    <p:set>
                                      <p:cBhvr>
                                        <p:cTn id="140" dur="1" fill="hold">
                                          <p:stCondLst>
                                            <p:cond delay="0"/>
                                          </p:stCondLst>
                                        </p:cTn>
                                        <p:tgtEl>
                                          <p:spTgt spid="64">
                                            <p:txEl>
                                              <p:pRg st="0" end="0"/>
                                            </p:txEl>
                                          </p:spTgt>
                                        </p:tgtEl>
                                        <p:attrNameLst>
                                          <p:attrName>style.visibility</p:attrName>
                                        </p:attrNameLst>
                                      </p:cBhvr>
                                      <p:to>
                                        <p:strVal val="visible"/>
                                      </p:to>
                                    </p:set>
                                    <p:animEffect transition="in" filter="wipe(left)">
                                      <p:cBhvr>
                                        <p:cTn id="141" dur="500"/>
                                        <p:tgtEl>
                                          <p:spTgt spid="64">
                                            <p:txEl>
                                              <p:pRg st="0" end="0"/>
                                            </p:txEl>
                                          </p:spTgt>
                                        </p:tgtEl>
                                      </p:cBhvr>
                                    </p:animEffect>
                                  </p:childTnLst>
                                </p:cTn>
                              </p:par>
                            </p:childTnLst>
                          </p:cTn>
                        </p:par>
                        <p:par>
                          <p:cTn id="142" fill="hold">
                            <p:stCondLst>
                              <p:cond delay="15500"/>
                            </p:stCondLst>
                            <p:childTnLst>
                              <p:par>
                                <p:cTn id="143" presetID="22" presetClass="entr" presetSubtype="8" fill="hold" grpId="0" nodeType="afterEffect">
                                  <p:stCondLst>
                                    <p:cond delay="0"/>
                                  </p:stCondLst>
                                  <p:childTnLst>
                                    <p:set>
                                      <p:cBhvr>
                                        <p:cTn id="144" dur="1" fill="hold">
                                          <p:stCondLst>
                                            <p:cond delay="0"/>
                                          </p:stCondLst>
                                        </p:cTn>
                                        <p:tgtEl>
                                          <p:spTgt spid="87">
                                            <p:txEl>
                                              <p:pRg st="0" end="0"/>
                                            </p:txEl>
                                          </p:spTgt>
                                        </p:tgtEl>
                                        <p:attrNameLst>
                                          <p:attrName>style.visibility</p:attrName>
                                        </p:attrNameLst>
                                      </p:cBhvr>
                                      <p:to>
                                        <p:strVal val="visible"/>
                                      </p:to>
                                    </p:set>
                                    <p:animEffect transition="in" filter="wipe(left)">
                                      <p:cBhvr>
                                        <p:cTn id="145" dur="500"/>
                                        <p:tgtEl>
                                          <p:spTgt spid="87">
                                            <p:txEl>
                                              <p:pRg st="0" end="0"/>
                                            </p:txEl>
                                          </p:spTgt>
                                        </p:tgtEl>
                                      </p:cBhvr>
                                    </p:animEffect>
                                  </p:childTnLst>
                                </p:cTn>
                              </p:par>
                            </p:childTnLst>
                          </p:cTn>
                        </p:par>
                        <p:par>
                          <p:cTn id="146" fill="hold">
                            <p:stCondLst>
                              <p:cond delay="16000"/>
                            </p:stCondLst>
                            <p:childTnLst>
                              <p:par>
                                <p:cTn id="147" presetID="22" presetClass="entr" presetSubtype="8" fill="hold" grpId="0" nodeType="afterEffect">
                                  <p:stCondLst>
                                    <p:cond delay="0"/>
                                  </p:stCondLst>
                                  <p:childTnLst>
                                    <p:set>
                                      <p:cBhvr>
                                        <p:cTn id="148" dur="1" fill="hold">
                                          <p:stCondLst>
                                            <p:cond delay="0"/>
                                          </p:stCondLst>
                                        </p:cTn>
                                        <p:tgtEl>
                                          <p:spTgt spid="63">
                                            <p:txEl>
                                              <p:pRg st="0" end="0"/>
                                            </p:txEl>
                                          </p:spTgt>
                                        </p:tgtEl>
                                        <p:attrNameLst>
                                          <p:attrName>style.visibility</p:attrName>
                                        </p:attrNameLst>
                                      </p:cBhvr>
                                      <p:to>
                                        <p:strVal val="visible"/>
                                      </p:to>
                                    </p:set>
                                    <p:animEffect transition="in" filter="wipe(left)">
                                      <p:cBhvr>
                                        <p:cTn id="149" dur="500"/>
                                        <p:tgtEl>
                                          <p:spTgt spid="63">
                                            <p:txEl>
                                              <p:pRg st="0" end="0"/>
                                            </p:txEl>
                                          </p:spTgt>
                                        </p:tgtEl>
                                      </p:cBhvr>
                                    </p:animEffect>
                                  </p:childTnLst>
                                </p:cTn>
                              </p:par>
                            </p:childTnLst>
                          </p:cTn>
                        </p:par>
                        <p:par>
                          <p:cTn id="150" fill="hold">
                            <p:stCondLst>
                              <p:cond delay="16500"/>
                            </p:stCondLst>
                            <p:childTnLst>
                              <p:par>
                                <p:cTn id="151" presetID="53" presetClass="entr" presetSubtype="0" fill="hold" grpId="0" nodeType="afterEffect">
                                  <p:stCondLst>
                                    <p:cond delay="0"/>
                                  </p:stCondLst>
                                  <p:childTnLst>
                                    <p:set>
                                      <p:cBhvr>
                                        <p:cTn id="152" dur="1" fill="hold">
                                          <p:stCondLst>
                                            <p:cond delay="0"/>
                                          </p:stCondLst>
                                        </p:cTn>
                                        <p:tgtEl>
                                          <p:spTgt spid="89"/>
                                        </p:tgtEl>
                                        <p:attrNameLst>
                                          <p:attrName>style.visibility</p:attrName>
                                        </p:attrNameLst>
                                      </p:cBhvr>
                                      <p:to>
                                        <p:strVal val="visible"/>
                                      </p:to>
                                    </p:set>
                                    <p:anim calcmode="lin" valueType="num">
                                      <p:cBhvr>
                                        <p:cTn id="153" dur="500" fill="hold"/>
                                        <p:tgtEl>
                                          <p:spTgt spid="89"/>
                                        </p:tgtEl>
                                        <p:attrNameLst>
                                          <p:attrName>ppt_w</p:attrName>
                                        </p:attrNameLst>
                                      </p:cBhvr>
                                      <p:tavLst>
                                        <p:tav tm="0">
                                          <p:val>
                                            <p:fltVal val="0"/>
                                          </p:val>
                                        </p:tav>
                                        <p:tav tm="100000">
                                          <p:val>
                                            <p:strVal val="#ppt_w"/>
                                          </p:val>
                                        </p:tav>
                                      </p:tavLst>
                                    </p:anim>
                                    <p:anim calcmode="lin" valueType="num">
                                      <p:cBhvr>
                                        <p:cTn id="154" dur="500" fill="hold"/>
                                        <p:tgtEl>
                                          <p:spTgt spid="89"/>
                                        </p:tgtEl>
                                        <p:attrNameLst>
                                          <p:attrName>ppt_h</p:attrName>
                                        </p:attrNameLst>
                                      </p:cBhvr>
                                      <p:tavLst>
                                        <p:tav tm="0">
                                          <p:val>
                                            <p:fltVal val="0"/>
                                          </p:val>
                                        </p:tav>
                                        <p:tav tm="100000">
                                          <p:val>
                                            <p:strVal val="#ppt_h"/>
                                          </p:val>
                                        </p:tav>
                                      </p:tavLst>
                                    </p:anim>
                                    <p:animEffect transition="in" filter="fade">
                                      <p:cBhvr>
                                        <p:cTn id="155" dur="500"/>
                                        <p:tgtEl>
                                          <p:spTgt spid="89"/>
                                        </p:tgtEl>
                                      </p:cBhvr>
                                    </p:animEffect>
                                  </p:childTnLst>
                                </p:cTn>
                              </p:par>
                            </p:childTnLst>
                          </p:cTn>
                        </p:par>
                        <p:par>
                          <p:cTn id="156" fill="hold">
                            <p:stCondLst>
                              <p:cond delay="17000"/>
                            </p:stCondLst>
                            <p:childTnLst>
                              <p:par>
                                <p:cTn id="157" presetID="22" presetClass="entr" presetSubtype="8" fill="hold" grpId="0" nodeType="afterEffect">
                                  <p:stCondLst>
                                    <p:cond delay="0"/>
                                  </p:stCondLst>
                                  <p:childTnLst>
                                    <p:set>
                                      <p:cBhvr>
                                        <p:cTn id="158" dur="1" fill="hold">
                                          <p:stCondLst>
                                            <p:cond delay="0"/>
                                          </p:stCondLst>
                                        </p:cTn>
                                        <p:tgtEl>
                                          <p:spTgt spid="91">
                                            <p:txEl>
                                              <p:pRg st="0" end="0"/>
                                            </p:txEl>
                                          </p:spTgt>
                                        </p:tgtEl>
                                        <p:attrNameLst>
                                          <p:attrName>style.visibility</p:attrName>
                                        </p:attrNameLst>
                                      </p:cBhvr>
                                      <p:to>
                                        <p:strVal val="visible"/>
                                      </p:to>
                                    </p:set>
                                    <p:animEffect transition="in" filter="wipe(left)">
                                      <p:cBhvr>
                                        <p:cTn id="159" dur="500"/>
                                        <p:tgtEl>
                                          <p:spTgt spid="91">
                                            <p:txEl>
                                              <p:pRg st="0" end="0"/>
                                            </p:txEl>
                                          </p:spTgt>
                                        </p:tgtEl>
                                      </p:cBhvr>
                                    </p:animEffect>
                                  </p:childTnLst>
                                </p:cTn>
                              </p:par>
                            </p:childTnLst>
                          </p:cTn>
                        </p:par>
                        <p:par>
                          <p:cTn id="160" fill="hold">
                            <p:stCondLst>
                              <p:cond delay="17500"/>
                            </p:stCondLst>
                            <p:childTnLst>
                              <p:par>
                                <p:cTn id="161" presetID="22" presetClass="entr" presetSubtype="8" fill="hold" grpId="0" nodeType="afterEffect">
                                  <p:stCondLst>
                                    <p:cond delay="0"/>
                                  </p:stCondLst>
                                  <p:childTnLst>
                                    <p:set>
                                      <p:cBhvr>
                                        <p:cTn id="162" dur="1" fill="hold">
                                          <p:stCondLst>
                                            <p:cond delay="0"/>
                                          </p:stCondLst>
                                        </p:cTn>
                                        <p:tgtEl>
                                          <p:spTgt spid="92">
                                            <p:txEl>
                                              <p:pRg st="0" end="0"/>
                                            </p:txEl>
                                          </p:spTgt>
                                        </p:tgtEl>
                                        <p:attrNameLst>
                                          <p:attrName>style.visibility</p:attrName>
                                        </p:attrNameLst>
                                      </p:cBhvr>
                                      <p:to>
                                        <p:strVal val="visible"/>
                                      </p:to>
                                    </p:set>
                                    <p:animEffect transition="in" filter="wipe(left)">
                                      <p:cBhvr>
                                        <p:cTn id="163" dur="500"/>
                                        <p:tgtEl>
                                          <p:spTgt spid="92">
                                            <p:txEl>
                                              <p:pRg st="0" end="0"/>
                                            </p:txEl>
                                          </p:spTgt>
                                        </p:tgtEl>
                                      </p:cBhvr>
                                    </p:animEffect>
                                  </p:childTnLst>
                                </p:cTn>
                              </p:par>
                            </p:childTnLst>
                          </p:cTn>
                        </p:par>
                        <p:par>
                          <p:cTn id="164" fill="hold">
                            <p:stCondLst>
                              <p:cond delay="18000"/>
                            </p:stCondLst>
                            <p:childTnLst>
                              <p:par>
                                <p:cTn id="165" presetID="22" presetClass="entr" presetSubtype="8" fill="hold" grpId="0" nodeType="afterEffect">
                                  <p:stCondLst>
                                    <p:cond delay="0"/>
                                  </p:stCondLst>
                                  <p:childTnLst>
                                    <p:set>
                                      <p:cBhvr>
                                        <p:cTn id="166" dur="1" fill="hold">
                                          <p:stCondLst>
                                            <p:cond delay="0"/>
                                          </p:stCondLst>
                                        </p:cTn>
                                        <p:tgtEl>
                                          <p:spTgt spid="90">
                                            <p:txEl>
                                              <p:pRg st="0" end="0"/>
                                            </p:txEl>
                                          </p:spTgt>
                                        </p:tgtEl>
                                        <p:attrNameLst>
                                          <p:attrName>style.visibility</p:attrName>
                                        </p:attrNameLst>
                                      </p:cBhvr>
                                      <p:to>
                                        <p:strVal val="visible"/>
                                      </p:to>
                                    </p:set>
                                    <p:animEffect transition="in" filter="wipe(left)">
                                      <p:cBhvr>
                                        <p:cTn id="167" dur="500"/>
                                        <p:tgtEl>
                                          <p:spTgt spid="90">
                                            <p:txEl>
                                              <p:pRg st="0" end="0"/>
                                            </p:txEl>
                                          </p:spTgt>
                                        </p:tgtEl>
                                      </p:cBhvr>
                                    </p:animEffect>
                                  </p:childTnLst>
                                </p:cTn>
                              </p:par>
                            </p:childTnLst>
                          </p:cTn>
                        </p:par>
                        <p:par>
                          <p:cTn id="168" fill="hold">
                            <p:stCondLst>
                              <p:cond delay="18500"/>
                            </p:stCondLst>
                            <p:childTnLst>
                              <p:par>
                                <p:cTn id="169" presetID="53" presetClass="entr" presetSubtype="0" fill="hold" grpId="0" nodeType="afterEffect">
                                  <p:stCondLst>
                                    <p:cond delay="0"/>
                                  </p:stCondLst>
                                  <p:childTnLst>
                                    <p:set>
                                      <p:cBhvr>
                                        <p:cTn id="170" dur="1" fill="hold">
                                          <p:stCondLst>
                                            <p:cond delay="0"/>
                                          </p:stCondLst>
                                        </p:cTn>
                                        <p:tgtEl>
                                          <p:spTgt spid="93"/>
                                        </p:tgtEl>
                                        <p:attrNameLst>
                                          <p:attrName>style.visibility</p:attrName>
                                        </p:attrNameLst>
                                      </p:cBhvr>
                                      <p:to>
                                        <p:strVal val="visible"/>
                                      </p:to>
                                    </p:set>
                                    <p:anim calcmode="lin" valueType="num">
                                      <p:cBhvr>
                                        <p:cTn id="171" dur="500" fill="hold"/>
                                        <p:tgtEl>
                                          <p:spTgt spid="93"/>
                                        </p:tgtEl>
                                        <p:attrNameLst>
                                          <p:attrName>ppt_w</p:attrName>
                                        </p:attrNameLst>
                                      </p:cBhvr>
                                      <p:tavLst>
                                        <p:tav tm="0">
                                          <p:val>
                                            <p:fltVal val="0"/>
                                          </p:val>
                                        </p:tav>
                                        <p:tav tm="100000">
                                          <p:val>
                                            <p:strVal val="#ppt_w"/>
                                          </p:val>
                                        </p:tav>
                                      </p:tavLst>
                                    </p:anim>
                                    <p:anim calcmode="lin" valueType="num">
                                      <p:cBhvr>
                                        <p:cTn id="172" dur="500" fill="hold"/>
                                        <p:tgtEl>
                                          <p:spTgt spid="93"/>
                                        </p:tgtEl>
                                        <p:attrNameLst>
                                          <p:attrName>ppt_h</p:attrName>
                                        </p:attrNameLst>
                                      </p:cBhvr>
                                      <p:tavLst>
                                        <p:tav tm="0">
                                          <p:val>
                                            <p:fltVal val="0"/>
                                          </p:val>
                                        </p:tav>
                                        <p:tav tm="100000">
                                          <p:val>
                                            <p:strVal val="#ppt_h"/>
                                          </p:val>
                                        </p:tav>
                                      </p:tavLst>
                                    </p:anim>
                                    <p:animEffect transition="in" filter="fade">
                                      <p:cBhvr>
                                        <p:cTn id="173" dur="500"/>
                                        <p:tgtEl>
                                          <p:spTgt spid="93"/>
                                        </p:tgtEl>
                                      </p:cBhvr>
                                    </p:animEffect>
                                  </p:childTnLst>
                                </p:cTn>
                              </p:par>
                            </p:childTnLst>
                          </p:cTn>
                        </p:par>
                        <p:par>
                          <p:cTn id="174" fill="hold">
                            <p:stCondLst>
                              <p:cond delay="19000"/>
                            </p:stCondLst>
                            <p:childTnLst>
                              <p:par>
                                <p:cTn id="175" presetID="22" presetClass="entr" presetSubtype="8" fill="hold" grpId="0" nodeType="afterEffect">
                                  <p:stCondLst>
                                    <p:cond delay="0"/>
                                  </p:stCondLst>
                                  <p:childTnLst>
                                    <p:set>
                                      <p:cBhvr>
                                        <p:cTn id="176" dur="1" fill="hold">
                                          <p:stCondLst>
                                            <p:cond delay="0"/>
                                          </p:stCondLst>
                                        </p:cTn>
                                        <p:tgtEl>
                                          <p:spTgt spid="95">
                                            <p:txEl>
                                              <p:pRg st="0" end="0"/>
                                            </p:txEl>
                                          </p:spTgt>
                                        </p:tgtEl>
                                        <p:attrNameLst>
                                          <p:attrName>style.visibility</p:attrName>
                                        </p:attrNameLst>
                                      </p:cBhvr>
                                      <p:to>
                                        <p:strVal val="visible"/>
                                      </p:to>
                                    </p:set>
                                    <p:animEffect transition="in" filter="wipe(left)">
                                      <p:cBhvr>
                                        <p:cTn id="177" dur="500"/>
                                        <p:tgtEl>
                                          <p:spTgt spid="95">
                                            <p:txEl>
                                              <p:pRg st="0" end="0"/>
                                            </p:txEl>
                                          </p:spTgt>
                                        </p:tgtEl>
                                      </p:cBhvr>
                                    </p:animEffect>
                                  </p:childTnLst>
                                </p:cTn>
                              </p:par>
                            </p:childTnLst>
                          </p:cTn>
                        </p:par>
                        <p:par>
                          <p:cTn id="178" fill="hold">
                            <p:stCondLst>
                              <p:cond delay="19500"/>
                            </p:stCondLst>
                            <p:childTnLst>
                              <p:par>
                                <p:cTn id="179" presetID="22" presetClass="entr" presetSubtype="8" fill="hold" grpId="0" nodeType="afterEffect">
                                  <p:stCondLst>
                                    <p:cond delay="0"/>
                                  </p:stCondLst>
                                  <p:childTnLst>
                                    <p:set>
                                      <p:cBhvr>
                                        <p:cTn id="180" dur="1" fill="hold">
                                          <p:stCondLst>
                                            <p:cond delay="0"/>
                                          </p:stCondLst>
                                        </p:cTn>
                                        <p:tgtEl>
                                          <p:spTgt spid="96">
                                            <p:txEl>
                                              <p:pRg st="0" end="0"/>
                                            </p:txEl>
                                          </p:spTgt>
                                        </p:tgtEl>
                                        <p:attrNameLst>
                                          <p:attrName>style.visibility</p:attrName>
                                        </p:attrNameLst>
                                      </p:cBhvr>
                                      <p:to>
                                        <p:strVal val="visible"/>
                                      </p:to>
                                    </p:set>
                                    <p:animEffect transition="in" filter="wipe(left)">
                                      <p:cBhvr>
                                        <p:cTn id="181" dur="500"/>
                                        <p:tgtEl>
                                          <p:spTgt spid="96">
                                            <p:txEl>
                                              <p:pRg st="0" end="0"/>
                                            </p:txEl>
                                          </p:spTgt>
                                        </p:tgtEl>
                                      </p:cBhvr>
                                    </p:animEffect>
                                  </p:childTnLst>
                                </p:cTn>
                              </p:par>
                            </p:childTnLst>
                          </p:cTn>
                        </p:par>
                        <p:par>
                          <p:cTn id="182" fill="hold">
                            <p:stCondLst>
                              <p:cond delay="20000"/>
                            </p:stCondLst>
                            <p:childTnLst>
                              <p:par>
                                <p:cTn id="183" presetID="22" presetClass="entr" presetSubtype="8" fill="hold" grpId="0" nodeType="afterEffect">
                                  <p:stCondLst>
                                    <p:cond delay="0"/>
                                  </p:stCondLst>
                                  <p:childTnLst>
                                    <p:set>
                                      <p:cBhvr>
                                        <p:cTn id="184" dur="1" fill="hold">
                                          <p:stCondLst>
                                            <p:cond delay="0"/>
                                          </p:stCondLst>
                                        </p:cTn>
                                        <p:tgtEl>
                                          <p:spTgt spid="94">
                                            <p:txEl>
                                              <p:pRg st="0" end="0"/>
                                            </p:txEl>
                                          </p:spTgt>
                                        </p:tgtEl>
                                        <p:attrNameLst>
                                          <p:attrName>style.visibility</p:attrName>
                                        </p:attrNameLst>
                                      </p:cBhvr>
                                      <p:to>
                                        <p:strVal val="visible"/>
                                      </p:to>
                                    </p:set>
                                    <p:animEffect transition="in" filter="wipe(left)">
                                      <p:cBhvr>
                                        <p:cTn id="185" dur="500"/>
                                        <p:tgtEl>
                                          <p:spTgt spid="9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14" grpId="0" build="p">
        <p:tmplLst>
          <p:tmpl lvl="1">
            <p:tnLst>
              <p:par>
                <p:cTn presetID="22" presetClass="entr" presetSubtype="8" fill="hold" nodeType="afterEffect">
                  <p:stCondLst>
                    <p:cond delay="0"/>
                  </p:stCondLst>
                  <p:childTnLst>
                    <p:set>
                      <p:cBhvr>
                        <p:cTn dur="1" fill="hold">
                          <p:stCondLst>
                            <p:cond delay="0"/>
                          </p:stCondLst>
                        </p:cTn>
                        <p:tgtEl>
                          <p:spTgt spid="14"/>
                        </p:tgtEl>
                        <p:attrNameLst>
                          <p:attrName>style.visibility</p:attrName>
                        </p:attrNameLst>
                      </p:cBhvr>
                      <p:to>
                        <p:strVal val="visible"/>
                      </p:to>
                    </p:set>
                    <p:animEffect transition="in" filter="wipe(left)">
                      <p:cBhvr>
                        <p:cTn dur="500"/>
                        <p:tgtEl>
                          <p:spTgt spid="14"/>
                        </p:tgtEl>
                      </p:cBhvr>
                    </p:animEffect>
                  </p:childTnLst>
                </p:cTn>
              </p:par>
            </p:tnLst>
          </p:tmpl>
        </p:tmplLst>
      </p:bldP>
      <p:bldP spid="22" grpId="0" build="p">
        <p:tmplLst>
          <p:tmpl lvl="1">
            <p:tnLst>
              <p:par>
                <p:cTn presetID="22" presetClass="entr" presetSubtype="8" fill="hold" nodeType="afterEffect">
                  <p:stCondLst>
                    <p:cond delay="0"/>
                  </p:stCondLst>
                  <p:childTnLst>
                    <p:set>
                      <p:cBhvr>
                        <p:cTn dur="1" fill="hold">
                          <p:stCondLst>
                            <p:cond delay="0"/>
                          </p:stCondLst>
                        </p:cTn>
                        <p:tgtEl>
                          <p:spTgt spid="22"/>
                        </p:tgtEl>
                        <p:attrNameLst>
                          <p:attrName>style.visibility</p:attrName>
                        </p:attrNameLst>
                      </p:cBhvr>
                      <p:to>
                        <p:strVal val="visible"/>
                      </p:to>
                    </p:set>
                    <p:animEffect transition="in" filter="wipe(left)">
                      <p:cBhvr>
                        <p:cTn dur="500"/>
                        <p:tgtEl>
                          <p:spTgt spid="22"/>
                        </p:tgtEl>
                      </p:cBhvr>
                    </p:animEffect>
                  </p:childTnLst>
                </p:cTn>
              </p:par>
            </p:tnLst>
          </p:tmpl>
        </p:tmplLst>
      </p:bldP>
      <p:bldP spid="43" grpId="0" build="p">
        <p:tmplLst>
          <p:tmpl lvl="1">
            <p:tnLst>
              <p:par>
                <p:cTn presetID="22" presetClass="entr" presetSubtype="8" fill="hold" nodeType="afterEffect">
                  <p:stCondLst>
                    <p:cond delay="0"/>
                  </p:stCondLst>
                  <p:childTnLst>
                    <p:set>
                      <p:cBhvr>
                        <p:cTn dur="1" fill="hold">
                          <p:stCondLst>
                            <p:cond delay="0"/>
                          </p:stCondLst>
                        </p:cTn>
                        <p:tgtEl>
                          <p:spTgt spid="43"/>
                        </p:tgtEl>
                        <p:attrNameLst>
                          <p:attrName>style.visibility</p:attrName>
                        </p:attrNameLst>
                      </p:cBhvr>
                      <p:to>
                        <p:strVal val="visible"/>
                      </p:to>
                    </p:set>
                    <p:animEffect transition="in" filter="wipe(left)">
                      <p:cBhvr>
                        <p:cTn dur="500"/>
                        <p:tgtEl>
                          <p:spTgt spid="43"/>
                        </p:tgtEl>
                      </p:cBhvr>
                    </p:animEffect>
                  </p:childTnLst>
                </p:cTn>
              </p:par>
            </p:tnLst>
          </p:tmpl>
        </p:tmplLst>
      </p:bldP>
      <p:bldP spid="66" grpId="0" animBg="1"/>
      <p:bldP spid="67" grpId="0" build="p">
        <p:tmplLst>
          <p:tmpl lvl="1">
            <p:tnLst>
              <p:par>
                <p:cTn presetID="22" presetClass="entr" presetSubtype="8" fill="hold" nodeType="afterEffect">
                  <p:stCondLst>
                    <p:cond delay="0"/>
                  </p:stCondLst>
                  <p:childTnLst>
                    <p:set>
                      <p:cBhvr>
                        <p:cTn dur="1" fill="hold">
                          <p:stCondLst>
                            <p:cond delay="0"/>
                          </p:stCondLst>
                        </p:cTn>
                        <p:tgtEl>
                          <p:spTgt spid="67"/>
                        </p:tgtEl>
                        <p:attrNameLst>
                          <p:attrName>style.visibility</p:attrName>
                        </p:attrNameLst>
                      </p:cBhvr>
                      <p:to>
                        <p:strVal val="visible"/>
                      </p:to>
                    </p:set>
                    <p:animEffect transition="in" filter="wipe(left)">
                      <p:cBhvr>
                        <p:cTn dur="500"/>
                        <p:tgtEl>
                          <p:spTgt spid="67"/>
                        </p:tgtEl>
                      </p:cBhvr>
                    </p:animEffect>
                  </p:childTnLst>
                </p:cTn>
              </p:par>
            </p:tnLst>
          </p:tmpl>
        </p:tmplLst>
      </p:bldP>
      <p:bldP spid="68" grpId="0" build="p">
        <p:tmplLst>
          <p:tmpl lvl="1">
            <p:tnLst>
              <p:par>
                <p:cTn presetID="22" presetClass="entr" presetSubtype="8" fill="hold" nodeType="afterEffect">
                  <p:stCondLst>
                    <p:cond delay="0"/>
                  </p:stCondLst>
                  <p:childTnLst>
                    <p:set>
                      <p:cBhvr>
                        <p:cTn dur="1" fill="hold">
                          <p:stCondLst>
                            <p:cond delay="0"/>
                          </p:stCondLst>
                        </p:cTn>
                        <p:tgtEl>
                          <p:spTgt spid="68"/>
                        </p:tgtEl>
                        <p:attrNameLst>
                          <p:attrName>style.visibility</p:attrName>
                        </p:attrNameLst>
                      </p:cBhvr>
                      <p:to>
                        <p:strVal val="visible"/>
                      </p:to>
                    </p:set>
                    <p:animEffect transition="in" filter="wipe(left)">
                      <p:cBhvr>
                        <p:cTn dur="500"/>
                        <p:tgtEl>
                          <p:spTgt spid="68"/>
                        </p:tgtEl>
                      </p:cBhvr>
                    </p:animEffect>
                  </p:childTnLst>
                </p:cTn>
              </p:par>
            </p:tnLst>
          </p:tmpl>
        </p:tmplLst>
      </p:bldP>
      <p:bldP spid="69" grpId="0" build="p">
        <p:tmplLst>
          <p:tmpl lvl="1">
            <p:tnLst>
              <p:par>
                <p:cTn presetID="22" presetClass="entr" presetSubtype="8" fill="hold" nodeType="afterEffect">
                  <p:stCondLst>
                    <p:cond delay="0"/>
                  </p:stCondLst>
                  <p:childTnLst>
                    <p:set>
                      <p:cBhvr>
                        <p:cTn dur="1" fill="hold">
                          <p:stCondLst>
                            <p:cond delay="0"/>
                          </p:stCondLst>
                        </p:cTn>
                        <p:tgtEl>
                          <p:spTgt spid="69"/>
                        </p:tgtEl>
                        <p:attrNameLst>
                          <p:attrName>style.visibility</p:attrName>
                        </p:attrNameLst>
                      </p:cBhvr>
                      <p:to>
                        <p:strVal val="visible"/>
                      </p:to>
                    </p:set>
                    <p:animEffect transition="in" filter="wipe(left)">
                      <p:cBhvr>
                        <p:cTn dur="500"/>
                        <p:tgtEl>
                          <p:spTgt spid="69"/>
                        </p:tgtEl>
                      </p:cBhvr>
                    </p:animEffect>
                  </p:childTnLst>
                </p:cTn>
              </p:par>
            </p:tnLst>
          </p:tmpl>
        </p:tmplLst>
      </p:bldP>
      <p:bldP spid="71" grpId="0" animBg="1"/>
      <p:bldP spid="72" grpId="0" build="p">
        <p:tmplLst>
          <p:tmpl lvl="1">
            <p:tnLst>
              <p:par>
                <p:cTn presetID="22" presetClass="entr" presetSubtype="8" fill="hold" nodeType="afterEffect">
                  <p:stCondLst>
                    <p:cond delay="0"/>
                  </p:stCondLst>
                  <p:childTnLst>
                    <p:set>
                      <p:cBhvr>
                        <p:cTn dur="1" fill="hold">
                          <p:stCondLst>
                            <p:cond delay="0"/>
                          </p:stCondLst>
                        </p:cTn>
                        <p:tgtEl>
                          <p:spTgt spid="72"/>
                        </p:tgtEl>
                        <p:attrNameLst>
                          <p:attrName>style.visibility</p:attrName>
                        </p:attrNameLst>
                      </p:cBhvr>
                      <p:to>
                        <p:strVal val="visible"/>
                      </p:to>
                    </p:set>
                    <p:animEffect transition="in" filter="wipe(left)">
                      <p:cBhvr>
                        <p:cTn dur="500"/>
                        <p:tgtEl>
                          <p:spTgt spid="72"/>
                        </p:tgtEl>
                      </p:cBhvr>
                    </p:animEffect>
                  </p:childTnLst>
                </p:cTn>
              </p:par>
            </p:tnLst>
          </p:tmpl>
        </p:tmplLst>
      </p:bldP>
      <p:bldP spid="73" grpId="0" build="p">
        <p:tmplLst>
          <p:tmpl lvl="1">
            <p:tnLst>
              <p:par>
                <p:cTn presetID="22" presetClass="entr" presetSubtype="8" fill="hold" nodeType="afterEffect">
                  <p:stCondLst>
                    <p:cond delay="0"/>
                  </p:stCondLst>
                  <p:childTnLst>
                    <p:set>
                      <p:cBhvr>
                        <p:cTn dur="1" fill="hold">
                          <p:stCondLst>
                            <p:cond delay="0"/>
                          </p:stCondLst>
                        </p:cTn>
                        <p:tgtEl>
                          <p:spTgt spid="73"/>
                        </p:tgtEl>
                        <p:attrNameLst>
                          <p:attrName>style.visibility</p:attrName>
                        </p:attrNameLst>
                      </p:cBhvr>
                      <p:to>
                        <p:strVal val="visible"/>
                      </p:to>
                    </p:set>
                    <p:animEffect transition="in" filter="wipe(left)">
                      <p:cBhvr>
                        <p:cTn dur="500"/>
                        <p:tgtEl>
                          <p:spTgt spid="73"/>
                        </p:tgtEl>
                      </p:cBhvr>
                    </p:animEffect>
                  </p:childTnLst>
                </p:cTn>
              </p:par>
            </p:tnLst>
          </p:tmpl>
        </p:tmplLst>
      </p:bldP>
      <p:bldP spid="74" grpId="0" build="p">
        <p:tmplLst>
          <p:tmpl lvl="1">
            <p:tnLst>
              <p:par>
                <p:cTn presetID="22" presetClass="entr" presetSubtype="8" fill="hold" nodeType="afterEffect">
                  <p:stCondLst>
                    <p:cond delay="0"/>
                  </p:stCondLst>
                  <p:childTnLst>
                    <p:set>
                      <p:cBhvr>
                        <p:cTn dur="1" fill="hold">
                          <p:stCondLst>
                            <p:cond delay="0"/>
                          </p:stCondLst>
                        </p:cTn>
                        <p:tgtEl>
                          <p:spTgt spid="74"/>
                        </p:tgtEl>
                        <p:attrNameLst>
                          <p:attrName>style.visibility</p:attrName>
                        </p:attrNameLst>
                      </p:cBhvr>
                      <p:to>
                        <p:strVal val="visible"/>
                      </p:to>
                    </p:set>
                    <p:animEffect transition="in" filter="wipe(left)">
                      <p:cBhvr>
                        <p:cTn dur="500"/>
                        <p:tgtEl>
                          <p:spTgt spid="74"/>
                        </p:tgtEl>
                      </p:cBhvr>
                    </p:animEffect>
                  </p:childTnLst>
                </p:cTn>
              </p:par>
            </p:tnLst>
          </p:tmpl>
        </p:tmplLst>
      </p:bldP>
      <p:bldP spid="50" grpId="0" animBg="1"/>
      <p:bldP spid="51" grpId="0" build="p">
        <p:tmplLst>
          <p:tmpl lvl="1">
            <p:tnLst>
              <p:par>
                <p:cTn presetID="22" presetClass="entr" presetSubtype="8" fill="hold" nodeType="afterEffect">
                  <p:stCondLst>
                    <p:cond delay="0"/>
                  </p:stCondLst>
                  <p:childTnLst>
                    <p:set>
                      <p:cBhvr>
                        <p:cTn dur="1" fill="hold">
                          <p:stCondLst>
                            <p:cond delay="0"/>
                          </p:stCondLst>
                        </p:cTn>
                        <p:tgtEl>
                          <p:spTgt spid="51"/>
                        </p:tgtEl>
                        <p:attrNameLst>
                          <p:attrName>style.visibility</p:attrName>
                        </p:attrNameLst>
                      </p:cBhvr>
                      <p:to>
                        <p:strVal val="visible"/>
                      </p:to>
                    </p:set>
                    <p:animEffect transition="in" filter="wipe(left)">
                      <p:cBhvr>
                        <p:cTn dur="500"/>
                        <p:tgtEl>
                          <p:spTgt spid="51"/>
                        </p:tgtEl>
                      </p:cBhvr>
                    </p:animEffect>
                  </p:childTnLst>
                </p:cTn>
              </p:par>
            </p:tnLst>
          </p:tmpl>
        </p:tmplLst>
      </p:bldP>
      <p:bldP spid="52" grpId="0" build="p">
        <p:tmplLst>
          <p:tmpl lvl="1">
            <p:tnLst>
              <p:par>
                <p:cTn presetID="22" presetClass="entr" presetSubtype="8" fill="hold" nodeType="afterEffect">
                  <p:stCondLst>
                    <p:cond delay="0"/>
                  </p:stCondLst>
                  <p:childTnLst>
                    <p:set>
                      <p:cBhvr>
                        <p:cTn dur="1" fill="hold">
                          <p:stCondLst>
                            <p:cond delay="0"/>
                          </p:stCondLst>
                        </p:cTn>
                        <p:tgtEl>
                          <p:spTgt spid="52"/>
                        </p:tgtEl>
                        <p:attrNameLst>
                          <p:attrName>style.visibility</p:attrName>
                        </p:attrNameLst>
                      </p:cBhvr>
                      <p:to>
                        <p:strVal val="visible"/>
                      </p:to>
                    </p:set>
                    <p:animEffect transition="in" filter="wipe(left)">
                      <p:cBhvr>
                        <p:cTn dur="500"/>
                        <p:tgtEl>
                          <p:spTgt spid="52"/>
                        </p:tgtEl>
                      </p:cBhvr>
                    </p:animEffect>
                  </p:childTnLst>
                </p:cTn>
              </p:par>
            </p:tnLst>
          </p:tmpl>
        </p:tmplLst>
      </p:bldP>
      <p:bldP spid="53" grpId="0" build="p">
        <p:tmplLst>
          <p:tmpl lvl="1">
            <p:tnLst>
              <p:par>
                <p:cTn presetID="22" presetClass="entr" presetSubtype="8" fill="hold" nodeType="afterEffect">
                  <p:stCondLst>
                    <p:cond delay="0"/>
                  </p:stCondLst>
                  <p:childTnLst>
                    <p:set>
                      <p:cBhvr>
                        <p:cTn dur="1" fill="hold">
                          <p:stCondLst>
                            <p:cond delay="0"/>
                          </p:stCondLst>
                        </p:cTn>
                        <p:tgtEl>
                          <p:spTgt spid="53"/>
                        </p:tgtEl>
                        <p:attrNameLst>
                          <p:attrName>style.visibility</p:attrName>
                        </p:attrNameLst>
                      </p:cBhvr>
                      <p:to>
                        <p:strVal val="visible"/>
                      </p:to>
                    </p:set>
                    <p:animEffect transition="in" filter="wipe(left)">
                      <p:cBhvr>
                        <p:cTn dur="500"/>
                        <p:tgtEl>
                          <p:spTgt spid="53"/>
                        </p:tgtEl>
                      </p:cBhvr>
                    </p:animEffect>
                  </p:childTnLst>
                </p:cTn>
              </p:par>
            </p:tnLst>
          </p:tmpl>
        </p:tmplLst>
      </p:bldP>
      <p:bldP spid="54" grpId="0" animBg="1"/>
      <p:bldP spid="55" grpId="0" build="p">
        <p:tmplLst>
          <p:tmpl lvl="1">
            <p:tnLst>
              <p:par>
                <p:cTn presetID="22" presetClass="entr" presetSubtype="8" fill="hold" nodeType="afterEffect">
                  <p:stCondLst>
                    <p:cond delay="0"/>
                  </p:stCondLst>
                  <p:childTnLst>
                    <p:set>
                      <p:cBhvr>
                        <p:cTn dur="1" fill="hold">
                          <p:stCondLst>
                            <p:cond delay="0"/>
                          </p:stCondLst>
                        </p:cTn>
                        <p:tgtEl>
                          <p:spTgt spid="55"/>
                        </p:tgtEl>
                        <p:attrNameLst>
                          <p:attrName>style.visibility</p:attrName>
                        </p:attrNameLst>
                      </p:cBhvr>
                      <p:to>
                        <p:strVal val="visible"/>
                      </p:to>
                    </p:set>
                    <p:animEffect transition="in" filter="wipe(left)">
                      <p:cBhvr>
                        <p:cTn dur="500"/>
                        <p:tgtEl>
                          <p:spTgt spid="55"/>
                        </p:tgtEl>
                      </p:cBhvr>
                    </p:animEffect>
                  </p:childTnLst>
                </p:cTn>
              </p:par>
            </p:tnLst>
          </p:tmpl>
        </p:tmplLst>
      </p:bldP>
      <p:bldP spid="56" grpId="0" build="p">
        <p:tmplLst>
          <p:tmpl lvl="1">
            <p:tnLst>
              <p:par>
                <p:cTn presetID="22" presetClass="entr" presetSubtype="8" fill="hold" nodeType="afterEffect">
                  <p:stCondLst>
                    <p:cond delay="0"/>
                  </p:stCondLst>
                  <p:childTnLst>
                    <p:set>
                      <p:cBhvr>
                        <p:cTn dur="1" fill="hold">
                          <p:stCondLst>
                            <p:cond delay="0"/>
                          </p:stCondLst>
                        </p:cTn>
                        <p:tgtEl>
                          <p:spTgt spid="56"/>
                        </p:tgtEl>
                        <p:attrNameLst>
                          <p:attrName>style.visibility</p:attrName>
                        </p:attrNameLst>
                      </p:cBhvr>
                      <p:to>
                        <p:strVal val="visible"/>
                      </p:to>
                    </p:set>
                    <p:animEffect transition="in" filter="wipe(left)">
                      <p:cBhvr>
                        <p:cTn dur="500"/>
                        <p:tgtEl>
                          <p:spTgt spid="56"/>
                        </p:tgtEl>
                      </p:cBhvr>
                    </p:animEffect>
                  </p:childTnLst>
                </p:cTn>
              </p:par>
            </p:tnLst>
          </p:tmpl>
        </p:tmplLst>
      </p:bldP>
      <p:bldP spid="57" grpId="0" build="p">
        <p:tmplLst>
          <p:tmpl lvl="1">
            <p:tnLst>
              <p:par>
                <p:cTn presetID="22" presetClass="entr" presetSubtype="8" fill="hold" nodeType="afterEffect">
                  <p:stCondLst>
                    <p:cond delay="0"/>
                  </p:stCondLst>
                  <p:childTnLst>
                    <p:set>
                      <p:cBhvr>
                        <p:cTn dur="1" fill="hold">
                          <p:stCondLst>
                            <p:cond delay="0"/>
                          </p:stCondLst>
                        </p:cTn>
                        <p:tgtEl>
                          <p:spTgt spid="57"/>
                        </p:tgtEl>
                        <p:attrNameLst>
                          <p:attrName>style.visibility</p:attrName>
                        </p:attrNameLst>
                      </p:cBhvr>
                      <p:to>
                        <p:strVal val="visible"/>
                      </p:to>
                    </p:set>
                    <p:animEffect transition="in" filter="wipe(left)">
                      <p:cBhvr>
                        <p:cTn dur="500"/>
                        <p:tgtEl>
                          <p:spTgt spid="57"/>
                        </p:tgtEl>
                      </p:cBhvr>
                    </p:animEffect>
                  </p:childTnLst>
                </p:cTn>
              </p:par>
            </p:tnLst>
          </p:tmpl>
        </p:tmplLst>
      </p:bldP>
      <p:bldP spid="58" grpId="0" animBg="1"/>
      <p:bldP spid="59" grpId="0" build="p">
        <p:tmplLst>
          <p:tmpl lvl="1">
            <p:tnLst>
              <p:par>
                <p:cTn presetID="22" presetClass="entr" presetSubtype="8" fill="hold" nodeType="afterEffect">
                  <p:stCondLst>
                    <p:cond delay="0"/>
                  </p:stCondLst>
                  <p:childTnLst>
                    <p:set>
                      <p:cBhvr>
                        <p:cTn dur="1" fill="hold">
                          <p:stCondLst>
                            <p:cond delay="0"/>
                          </p:stCondLst>
                        </p:cTn>
                        <p:tgtEl>
                          <p:spTgt spid="59"/>
                        </p:tgtEl>
                        <p:attrNameLst>
                          <p:attrName>style.visibility</p:attrName>
                        </p:attrNameLst>
                      </p:cBhvr>
                      <p:to>
                        <p:strVal val="visible"/>
                      </p:to>
                    </p:set>
                    <p:animEffect transition="in" filter="wipe(left)">
                      <p:cBhvr>
                        <p:cTn dur="500"/>
                        <p:tgtEl>
                          <p:spTgt spid="59"/>
                        </p:tgtEl>
                      </p:cBhvr>
                    </p:animEffect>
                  </p:childTnLst>
                </p:cTn>
              </p:par>
            </p:tnLst>
          </p:tmpl>
        </p:tmplLst>
      </p:bldP>
      <p:bldP spid="60" grpId="0" build="p">
        <p:tmplLst>
          <p:tmpl lvl="1">
            <p:tnLst>
              <p:par>
                <p:cTn presetID="22" presetClass="entr" presetSubtype="8" fill="hold" nodeType="afterEffect">
                  <p:stCondLst>
                    <p:cond delay="0"/>
                  </p:stCondLst>
                  <p:childTnLst>
                    <p:set>
                      <p:cBhvr>
                        <p:cTn dur="1" fill="hold">
                          <p:stCondLst>
                            <p:cond delay="0"/>
                          </p:stCondLst>
                        </p:cTn>
                        <p:tgtEl>
                          <p:spTgt spid="60"/>
                        </p:tgtEl>
                        <p:attrNameLst>
                          <p:attrName>style.visibility</p:attrName>
                        </p:attrNameLst>
                      </p:cBhvr>
                      <p:to>
                        <p:strVal val="visible"/>
                      </p:to>
                    </p:set>
                    <p:animEffect transition="in" filter="wipe(left)">
                      <p:cBhvr>
                        <p:cTn dur="500"/>
                        <p:tgtEl>
                          <p:spTgt spid="60"/>
                        </p:tgtEl>
                      </p:cBhvr>
                    </p:animEffect>
                  </p:childTnLst>
                </p:cTn>
              </p:par>
            </p:tnLst>
          </p:tmpl>
        </p:tmplLst>
      </p:bldP>
      <p:bldP spid="61" grpId="0" build="p">
        <p:tmplLst>
          <p:tmpl lvl="1">
            <p:tnLst>
              <p:par>
                <p:cTn presetID="22" presetClass="entr" presetSubtype="8" fill="hold" nodeType="afterEffect">
                  <p:stCondLst>
                    <p:cond delay="0"/>
                  </p:stCondLst>
                  <p:childTnLst>
                    <p:set>
                      <p:cBhvr>
                        <p:cTn dur="1" fill="hold">
                          <p:stCondLst>
                            <p:cond delay="0"/>
                          </p:stCondLst>
                        </p:cTn>
                        <p:tgtEl>
                          <p:spTgt spid="61"/>
                        </p:tgtEl>
                        <p:attrNameLst>
                          <p:attrName>style.visibility</p:attrName>
                        </p:attrNameLst>
                      </p:cBhvr>
                      <p:to>
                        <p:strVal val="visible"/>
                      </p:to>
                    </p:set>
                    <p:animEffect transition="in" filter="wipe(left)">
                      <p:cBhvr>
                        <p:cTn dur="500"/>
                        <p:tgtEl>
                          <p:spTgt spid="61"/>
                        </p:tgtEl>
                      </p:cBhvr>
                    </p:animEffect>
                  </p:childTnLst>
                </p:cTn>
              </p:par>
            </p:tnLst>
          </p:tmpl>
        </p:tmplLst>
      </p:bldP>
      <p:bldP spid="62" grpId="0" animBg="1"/>
      <p:bldP spid="63" grpId="0" build="p">
        <p:tmplLst>
          <p:tmpl lvl="1">
            <p:tnLst>
              <p:par>
                <p:cTn presetID="22" presetClass="entr" presetSubtype="8" fill="hold" nodeType="afterEffect">
                  <p:stCondLst>
                    <p:cond delay="0"/>
                  </p:stCondLst>
                  <p:childTnLst>
                    <p:set>
                      <p:cBhvr>
                        <p:cTn dur="1" fill="hold">
                          <p:stCondLst>
                            <p:cond delay="0"/>
                          </p:stCondLst>
                        </p:cTn>
                        <p:tgtEl>
                          <p:spTgt spid="63"/>
                        </p:tgtEl>
                        <p:attrNameLst>
                          <p:attrName>style.visibility</p:attrName>
                        </p:attrNameLst>
                      </p:cBhvr>
                      <p:to>
                        <p:strVal val="visible"/>
                      </p:to>
                    </p:set>
                    <p:animEffect transition="in" filter="wipe(left)">
                      <p:cBhvr>
                        <p:cTn dur="500"/>
                        <p:tgtEl>
                          <p:spTgt spid="63"/>
                        </p:tgtEl>
                      </p:cBhvr>
                    </p:animEffect>
                  </p:childTnLst>
                </p:cTn>
              </p:par>
            </p:tnLst>
          </p:tmpl>
        </p:tmplLst>
      </p:bldP>
      <p:bldP spid="64" grpId="0" build="p">
        <p:tmplLst>
          <p:tmpl lvl="1">
            <p:tnLst>
              <p:par>
                <p:cTn presetID="22" presetClass="entr" presetSubtype="8" fill="hold" nodeType="afterEffect">
                  <p:stCondLst>
                    <p:cond delay="0"/>
                  </p:stCondLst>
                  <p:childTnLst>
                    <p:set>
                      <p:cBhvr>
                        <p:cTn dur="1" fill="hold">
                          <p:stCondLst>
                            <p:cond delay="0"/>
                          </p:stCondLst>
                        </p:cTn>
                        <p:tgtEl>
                          <p:spTgt spid="64"/>
                        </p:tgtEl>
                        <p:attrNameLst>
                          <p:attrName>style.visibility</p:attrName>
                        </p:attrNameLst>
                      </p:cBhvr>
                      <p:to>
                        <p:strVal val="visible"/>
                      </p:to>
                    </p:set>
                    <p:animEffect transition="in" filter="wipe(left)">
                      <p:cBhvr>
                        <p:cTn dur="500"/>
                        <p:tgtEl>
                          <p:spTgt spid="64"/>
                        </p:tgtEl>
                      </p:cBhvr>
                    </p:animEffect>
                  </p:childTnLst>
                </p:cTn>
              </p:par>
            </p:tnLst>
          </p:tmpl>
        </p:tmplLst>
      </p:bldP>
      <p:bldP spid="87" grpId="0" build="p">
        <p:tmplLst>
          <p:tmpl lvl="1">
            <p:tnLst>
              <p:par>
                <p:cTn presetID="22" presetClass="entr" presetSubtype="8" fill="hold" nodeType="afterEffect">
                  <p:stCondLst>
                    <p:cond delay="0"/>
                  </p:stCondLst>
                  <p:childTnLst>
                    <p:set>
                      <p:cBhvr>
                        <p:cTn dur="1" fill="hold">
                          <p:stCondLst>
                            <p:cond delay="0"/>
                          </p:stCondLst>
                        </p:cTn>
                        <p:tgtEl>
                          <p:spTgt spid="87"/>
                        </p:tgtEl>
                        <p:attrNameLst>
                          <p:attrName>style.visibility</p:attrName>
                        </p:attrNameLst>
                      </p:cBhvr>
                      <p:to>
                        <p:strVal val="visible"/>
                      </p:to>
                    </p:set>
                    <p:animEffect transition="in" filter="wipe(left)">
                      <p:cBhvr>
                        <p:cTn dur="500"/>
                        <p:tgtEl>
                          <p:spTgt spid="87"/>
                        </p:tgtEl>
                      </p:cBhvr>
                    </p:animEffect>
                  </p:childTnLst>
                </p:cTn>
              </p:par>
            </p:tnLst>
          </p:tmpl>
        </p:tmplLst>
      </p:bldP>
      <p:bldP spid="89" grpId="0" animBg="1"/>
      <p:bldP spid="90" grpId="0" build="p">
        <p:tmplLst>
          <p:tmpl lvl="1">
            <p:tnLst>
              <p:par>
                <p:cTn presetID="22" presetClass="entr" presetSubtype="8" fill="hold" nodeType="afterEffect">
                  <p:stCondLst>
                    <p:cond delay="0"/>
                  </p:stCondLst>
                  <p:childTnLst>
                    <p:set>
                      <p:cBhvr>
                        <p:cTn dur="1" fill="hold">
                          <p:stCondLst>
                            <p:cond delay="0"/>
                          </p:stCondLst>
                        </p:cTn>
                        <p:tgtEl>
                          <p:spTgt spid="90"/>
                        </p:tgtEl>
                        <p:attrNameLst>
                          <p:attrName>style.visibility</p:attrName>
                        </p:attrNameLst>
                      </p:cBhvr>
                      <p:to>
                        <p:strVal val="visible"/>
                      </p:to>
                    </p:set>
                    <p:animEffect transition="in" filter="wipe(left)">
                      <p:cBhvr>
                        <p:cTn dur="500"/>
                        <p:tgtEl>
                          <p:spTgt spid="90"/>
                        </p:tgtEl>
                      </p:cBhvr>
                    </p:animEffect>
                  </p:childTnLst>
                </p:cTn>
              </p:par>
            </p:tnLst>
          </p:tmpl>
        </p:tmplLst>
      </p:bldP>
      <p:bldP spid="91" grpId="0" build="p">
        <p:tmplLst>
          <p:tmpl lvl="1">
            <p:tnLst>
              <p:par>
                <p:cTn presetID="22" presetClass="entr" presetSubtype="8" fill="hold" nodeType="afterEffect">
                  <p:stCondLst>
                    <p:cond delay="0"/>
                  </p:stCondLst>
                  <p:childTnLst>
                    <p:set>
                      <p:cBhvr>
                        <p:cTn dur="1" fill="hold">
                          <p:stCondLst>
                            <p:cond delay="0"/>
                          </p:stCondLst>
                        </p:cTn>
                        <p:tgtEl>
                          <p:spTgt spid="91"/>
                        </p:tgtEl>
                        <p:attrNameLst>
                          <p:attrName>style.visibility</p:attrName>
                        </p:attrNameLst>
                      </p:cBhvr>
                      <p:to>
                        <p:strVal val="visible"/>
                      </p:to>
                    </p:set>
                    <p:animEffect transition="in" filter="wipe(left)">
                      <p:cBhvr>
                        <p:cTn dur="500"/>
                        <p:tgtEl>
                          <p:spTgt spid="91"/>
                        </p:tgtEl>
                      </p:cBhvr>
                    </p:animEffect>
                  </p:childTnLst>
                </p:cTn>
              </p:par>
            </p:tnLst>
          </p:tmpl>
        </p:tmplLst>
      </p:bldP>
      <p:bldP spid="92" grpId="0" build="p">
        <p:tmplLst>
          <p:tmpl lvl="1">
            <p:tnLst>
              <p:par>
                <p:cTn presetID="22" presetClass="entr" presetSubtype="8" fill="hold" nodeType="afterEffect">
                  <p:stCondLst>
                    <p:cond delay="0"/>
                  </p:stCondLst>
                  <p:childTnLst>
                    <p:set>
                      <p:cBhvr>
                        <p:cTn dur="1" fill="hold">
                          <p:stCondLst>
                            <p:cond delay="0"/>
                          </p:stCondLst>
                        </p:cTn>
                        <p:tgtEl>
                          <p:spTgt spid="92"/>
                        </p:tgtEl>
                        <p:attrNameLst>
                          <p:attrName>style.visibility</p:attrName>
                        </p:attrNameLst>
                      </p:cBhvr>
                      <p:to>
                        <p:strVal val="visible"/>
                      </p:to>
                    </p:set>
                    <p:animEffect transition="in" filter="wipe(left)">
                      <p:cBhvr>
                        <p:cTn dur="500"/>
                        <p:tgtEl>
                          <p:spTgt spid="92"/>
                        </p:tgtEl>
                      </p:cBhvr>
                    </p:animEffect>
                  </p:childTnLst>
                </p:cTn>
              </p:par>
            </p:tnLst>
          </p:tmpl>
        </p:tmplLst>
      </p:bldP>
      <p:bldP spid="93" grpId="0" animBg="1"/>
      <p:bldP spid="94" grpId="0" build="p">
        <p:tmplLst>
          <p:tmpl lvl="1">
            <p:tnLst>
              <p:par>
                <p:cTn presetID="22" presetClass="entr" presetSubtype="8" fill="hold" nodeType="afterEffect">
                  <p:stCondLst>
                    <p:cond delay="0"/>
                  </p:stCondLst>
                  <p:childTnLst>
                    <p:set>
                      <p:cBhvr>
                        <p:cTn dur="1" fill="hold">
                          <p:stCondLst>
                            <p:cond delay="0"/>
                          </p:stCondLst>
                        </p:cTn>
                        <p:tgtEl>
                          <p:spTgt spid="94"/>
                        </p:tgtEl>
                        <p:attrNameLst>
                          <p:attrName>style.visibility</p:attrName>
                        </p:attrNameLst>
                      </p:cBhvr>
                      <p:to>
                        <p:strVal val="visible"/>
                      </p:to>
                    </p:set>
                    <p:animEffect transition="in" filter="wipe(left)">
                      <p:cBhvr>
                        <p:cTn dur="500"/>
                        <p:tgtEl>
                          <p:spTgt spid="94"/>
                        </p:tgtEl>
                      </p:cBhvr>
                    </p:animEffect>
                  </p:childTnLst>
                </p:cTn>
              </p:par>
            </p:tnLst>
          </p:tmpl>
        </p:tmplLst>
      </p:bldP>
      <p:bldP spid="95" grpId="0" build="p">
        <p:tmplLst>
          <p:tmpl lvl="1">
            <p:tnLst>
              <p:par>
                <p:cTn presetID="22" presetClass="entr" presetSubtype="8" fill="hold" nodeType="afterEffect">
                  <p:stCondLst>
                    <p:cond delay="0"/>
                  </p:stCondLst>
                  <p:childTnLst>
                    <p:set>
                      <p:cBhvr>
                        <p:cTn dur="1" fill="hold">
                          <p:stCondLst>
                            <p:cond delay="0"/>
                          </p:stCondLst>
                        </p:cTn>
                        <p:tgtEl>
                          <p:spTgt spid="95"/>
                        </p:tgtEl>
                        <p:attrNameLst>
                          <p:attrName>style.visibility</p:attrName>
                        </p:attrNameLst>
                      </p:cBhvr>
                      <p:to>
                        <p:strVal val="visible"/>
                      </p:to>
                    </p:set>
                    <p:animEffect transition="in" filter="wipe(left)">
                      <p:cBhvr>
                        <p:cTn dur="500"/>
                        <p:tgtEl>
                          <p:spTgt spid="95"/>
                        </p:tgtEl>
                      </p:cBhvr>
                    </p:animEffect>
                  </p:childTnLst>
                </p:cTn>
              </p:par>
            </p:tnLst>
          </p:tmpl>
        </p:tmplLst>
      </p:bldP>
      <p:bldP spid="96" grpId="0" build="p">
        <p:tmplLst>
          <p:tmpl lvl="1">
            <p:tnLst>
              <p:par>
                <p:cTn presetID="22" presetClass="entr" presetSubtype="8" fill="hold" nodeType="afterEffect">
                  <p:stCondLst>
                    <p:cond delay="0"/>
                  </p:stCondLst>
                  <p:childTnLst>
                    <p:set>
                      <p:cBhvr>
                        <p:cTn dur="1" fill="hold">
                          <p:stCondLst>
                            <p:cond delay="0"/>
                          </p:stCondLst>
                        </p:cTn>
                        <p:tgtEl>
                          <p:spTgt spid="96"/>
                        </p:tgtEl>
                        <p:attrNameLst>
                          <p:attrName>style.visibility</p:attrName>
                        </p:attrNameLst>
                      </p:cBhvr>
                      <p:to>
                        <p:strVal val="visible"/>
                      </p:to>
                    </p:set>
                    <p:animEffect transition="in" filter="wipe(left)">
                      <p:cBhvr>
                        <p:cTn dur="500"/>
                        <p:tgtEl>
                          <p:spTgt spid="96"/>
                        </p:tgtEl>
                      </p:cBhvr>
                    </p:animEffect>
                  </p:childTnLst>
                </p:cTn>
              </p:par>
            </p:tnLst>
          </p:tmpl>
        </p:tmplLst>
      </p:bldP>
    </p:bldLst>
  </p:timing>
</p:sldLayout>
</file>

<file path=ppt/slideLayouts/slideLayout242.xml><?xml version="1.0" encoding="utf-8"?>
<p:sldLayout xmlns:a="http://schemas.openxmlformats.org/drawingml/2006/main" xmlns:r="http://schemas.openxmlformats.org/officeDocument/2006/relationships" xmlns:p="http://schemas.openxmlformats.org/presentationml/2006/main" userDrawn="1">
  <p:cSld name="1_Team09">
    <p:spTree>
      <p:nvGrpSpPr>
        <p:cNvPr id="1" name=""/>
        <p:cNvGrpSpPr/>
        <p:nvPr/>
      </p:nvGrpSpPr>
      <p:grpSpPr>
        <a:xfrm>
          <a:off x="0" y="0"/>
          <a:ext cx="0" cy="0"/>
          <a:chOff x="0" y="0"/>
          <a:chExt cx="0" cy="0"/>
        </a:xfrm>
      </p:grpSpPr>
      <p:sp>
        <p:nvSpPr>
          <p:cNvPr id="31" name="Picture Placeholder 7"/>
          <p:cNvSpPr>
            <a:spLocks noGrp="1"/>
          </p:cNvSpPr>
          <p:nvPr>
            <p:ph type="pic" sz="quarter" idx="10" hasCustomPrompt="1"/>
          </p:nvPr>
        </p:nvSpPr>
        <p:spPr>
          <a:xfrm>
            <a:off x="609601" y="2453634"/>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1"/>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14" name="Text Placeholder 3"/>
          <p:cNvSpPr>
            <a:spLocks noGrp="1"/>
          </p:cNvSpPr>
          <p:nvPr>
            <p:ph type="body" sz="half" idx="15" hasCustomPrompt="1"/>
          </p:nvPr>
        </p:nvSpPr>
        <p:spPr>
          <a:xfrm>
            <a:off x="1820005" y="3123679"/>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22" name="Text Placeholder 3"/>
          <p:cNvSpPr>
            <a:spLocks noGrp="1"/>
          </p:cNvSpPr>
          <p:nvPr>
            <p:ph type="body" sz="half" idx="16" hasCustomPrompt="1"/>
          </p:nvPr>
        </p:nvSpPr>
        <p:spPr>
          <a:xfrm>
            <a:off x="1820005" y="2474570"/>
            <a:ext cx="2235200" cy="265617"/>
          </a:xfrm>
          <a:prstGeom prst="rect">
            <a:avLst/>
          </a:prstGeom>
        </p:spPr>
        <p:txBody>
          <a:bodyPr wrap="square" lIns="0" tIns="0" rIns="0" bIns="0" anchor="ctr">
            <a:noAutofit/>
          </a:bodyPr>
          <a:lstStyle>
            <a:lvl1pPr marL="0" indent="0" algn="l">
              <a:buNone/>
              <a:defRPr sz="1867" b="1" baseline="0">
                <a:solidFill>
                  <a:schemeClr val="accent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40"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2"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43" name="Text Placeholder 3"/>
          <p:cNvSpPr>
            <a:spLocks noGrp="1"/>
          </p:cNvSpPr>
          <p:nvPr>
            <p:ph type="body" sz="half" idx="17" hasCustomPrompt="1"/>
          </p:nvPr>
        </p:nvSpPr>
        <p:spPr>
          <a:xfrm>
            <a:off x="1820005" y="2786292"/>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45" name="Straight Connector 44"/>
          <p:cNvCxnSpPr/>
          <p:nvPr userDrawn="1"/>
        </p:nvCxnSpPr>
        <p:spPr>
          <a:xfrm flipV="1">
            <a:off x="4256507" y="2453633"/>
            <a:ext cx="0" cy="3306659"/>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userDrawn="1"/>
        </p:nvCxnSpPr>
        <p:spPr>
          <a:xfrm flipH="1">
            <a:off x="609600" y="4076311"/>
            <a:ext cx="11138475" cy="0"/>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66" name="Picture Placeholder 7"/>
          <p:cNvSpPr>
            <a:spLocks noGrp="1"/>
          </p:cNvSpPr>
          <p:nvPr>
            <p:ph type="pic" sz="quarter" idx="18" hasCustomPrompt="1"/>
          </p:nvPr>
        </p:nvSpPr>
        <p:spPr>
          <a:xfrm>
            <a:off x="4442678" y="2453634"/>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2"/>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67" name="Text Placeholder 3"/>
          <p:cNvSpPr>
            <a:spLocks noGrp="1"/>
          </p:cNvSpPr>
          <p:nvPr>
            <p:ph type="body" sz="half" idx="19" hasCustomPrompt="1"/>
          </p:nvPr>
        </p:nvSpPr>
        <p:spPr>
          <a:xfrm>
            <a:off x="5653083" y="3123679"/>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68" name="Text Placeholder 3"/>
          <p:cNvSpPr>
            <a:spLocks noGrp="1"/>
          </p:cNvSpPr>
          <p:nvPr>
            <p:ph type="body" sz="half" idx="20" hasCustomPrompt="1"/>
          </p:nvPr>
        </p:nvSpPr>
        <p:spPr>
          <a:xfrm>
            <a:off x="5653083" y="2474570"/>
            <a:ext cx="2235200" cy="265617"/>
          </a:xfrm>
          <a:prstGeom prst="rect">
            <a:avLst/>
          </a:prstGeom>
        </p:spPr>
        <p:txBody>
          <a:bodyPr wrap="square" lIns="0" tIns="0" rIns="0" bIns="0" anchor="ctr">
            <a:noAutofit/>
          </a:bodyPr>
          <a:lstStyle>
            <a:lvl1pPr marL="0" indent="0" algn="l">
              <a:buNone/>
              <a:defRPr sz="1867" b="1" baseline="0">
                <a:solidFill>
                  <a:schemeClr val="accent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9" name="Text Placeholder 3"/>
          <p:cNvSpPr>
            <a:spLocks noGrp="1"/>
          </p:cNvSpPr>
          <p:nvPr>
            <p:ph type="body" sz="half" idx="21" hasCustomPrompt="1"/>
          </p:nvPr>
        </p:nvSpPr>
        <p:spPr>
          <a:xfrm>
            <a:off x="5653083" y="2786292"/>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70" name="Straight Connector 69"/>
          <p:cNvCxnSpPr/>
          <p:nvPr userDrawn="1"/>
        </p:nvCxnSpPr>
        <p:spPr>
          <a:xfrm flipV="1">
            <a:off x="8115029" y="2453633"/>
            <a:ext cx="0" cy="3306659"/>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71" name="Picture Placeholder 7"/>
          <p:cNvSpPr>
            <a:spLocks noGrp="1"/>
          </p:cNvSpPr>
          <p:nvPr>
            <p:ph type="pic" sz="quarter" idx="22" hasCustomPrompt="1"/>
          </p:nvPr>
        </p:nvSpPr>
        <p:spPr>
          <a:xfrm>
            <a:off x="8302470" y="2453634"/>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3"/>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72" name="Text Placeholder 3"/>
          <p:cNvSpPr>
            <a:spLocks noGrp="1"/>
          </p:cNvSpPr>
          <p:nvPr>
            <p:ph type="body" sz="half" idx="23" hasCustomPrompt="1"/>
          </p:nvPr>
        </p:nvSpPr>
        <p:spPr>
          <a:xfrm>
            <a:off x="9512875" y="3123679"/>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73" name="Text Placeholder 3"/>
          <p:cNvSpPr>
            <a:spLocks noGrp="1"/>
          </p:cNvSpPr>
          <p:nvPr>
            <p:ph type="body" sz="half" idx="24" hasCustomPrompt="1"/>
          </p:nvPr>
        </p:nvSpPr>
        <p:spPr>
          <a:xfrm>
            <a:off x="9512875" y="2474570"/>
            <a:ext cx="2235200" cy="265617"/>
          </a:xfrm>
          <a:prstGeom prst="rect">
            <a:avLst/>
          </a:prstGeom>
        </p:spPr>
        <p:txBody>
          <a:bodyPr wrap="square" lIns="0" tIns="0" rIns="0" bIns="0" anchor="ctr">
            <a:noAutofit/>
          </a:bodyPr>
          <a:lstStyle>
            <a:lvl1pPr marL="0" indent="0" algn="l">
              <a:buNone/>
              <a:defRPr sz="1867" b="1" baseline="0">
                <a:solidFill>
                  <a:schemeClr val="accent3"/>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74" name="Text Placeholder 3"/>
          <p:cNvSpPr>
            <a:spLocks noGrp="1"/>
          </p:cNvSpPr>
          <p:nvPr>
            <p:ph type="body" sz="half" idx="25" hasCustomPrompt="1"/>
          </p:nvPr>
        </p:nvSpPr>
        <p:spPr>
          <a:xfrm>
            <a:off x="9512875" y="2786292"/>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75" name="Picture Placeholder 7"/>
          <p:cNvSpPr>
            <a:spLocks noGrp="1"/>
          </p:cNvSpPr>
          <p:nvPr>
            <p:ph type="pic" sz="quarter" idx="26" hasCustomPrompt="1"/>
          </p:nvPr>
        </p:nvSpPr>
        <p:spPr>
          <a:xfrm>
            <a:off x="609601" y="4394536"/>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4"/>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76" name="Text Placeholder 3"/>
          <p:cNvSpPr>
            <a:spLocks noGrp="1"/>
          </p:cNvSpPr>
          <p:nvPr>
            <p:ph type="body" sz="half" idx="27" hasCustomPrompt="1"/>
          </p:nvPr>
        </p:nvSpPr>
        <p:spPr>
          <a:xfrm>
            <a:off x="1820005" y="5064580"/>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77" name="Text Placeholder 3"/>
          <p:cNvSpPr>
            <a:spLocks noGrp="1"/>
          </p:cNvSpPr>
          <p:nvPr>
            <p:ph type="body" sz="half" idx="28" hasCustomPrompt="1"/>
          </p:nvPr>
        </p:nvSpPr>
        <p:spPr>
          <a:xfrm>
            <a:off x="1820005" y="4415472"/>
            <a:ext cx="2235200" cy="265617"/>
          </a:xfrm>
          <a:prstGeom prst="rect">
            <a:avLst/>
          </a:prstGeom>
        </p:spPr>
        <p:txBody>
          <a:bodyPr wrap="square" lIns="0" tIns="0" rIns="0" bIns="0" anchor="ctr">
            <a:noAutofit/>
          </a:bodyPr>
          <a:lstStyle>
            <a:lvl1pPr marL="0" indent="0" algn="l" rtl="0">
              <a:buNone/>
              <a:defRPr sz="1867" b="1" baseline="0">
                <a:solidFill>
                  <a:schemeClr val="accent4"/>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78" name="Text Placeholder 3"/>
          <p:cNvSpPr>
            <a:spLocks noGrp="1"/>
          </p:cNvSpPr>
          <p:nvPr>
            <p:ph type="body" sz="half" idx="29" hasCustomPrompt="1"/>
          </p:nvPr>
        </p:nvSpPr>
        <p:spPr>
          <a:xfrm>
            <a:off x="1820005" y="4727193"/>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79" name="Picture Placeholder 7"/>
          <p:cNvSpPr>
            <a:spLocks noGrp="1"/>
          </p:cNvSpPr>
          <p:nvPr>
            <p:ph type="pic" sz="quarter" idx="30" hasCustomPrompt="1"/>
          </p:nvPr>
        </p:nvSpPr>
        <p:spPr>
          <a:xfrm>
            <a:off x="4442678" y="4394536"/>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5"/>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80" name="Text Placeholder 3"/>
          <p:cNvSpPr>
            <a:spLocks noGrp="1"/>
          </p:cNvSpPr>
          <p:nvPr>
            <p:ph type="body" sz="half" idx="31" hasCustomPrompt="1"/>
          </p:nvPr>
        </p:nvSpPr>
        <p:spPr>
          <a:xfrm>
            <a:off x="5653083" y="5064580"/>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81" name="Text Placeholder 3"/>
          <p:cNvSpPr>
            <a:spLocks noGrp="1"/>
          </p:cNvSpPr>
          <p:nvPr>
            <p:ph type="body" sz="half" idx="32" hasCustomPrompt="1"/>
          </p:nvPr>
        </p:nvSpPr>
        <p:spPr>
          <a:xfrm>
            <a:off x="5653083" y="4415472"/>
            <a:ext cx="2235200" cy="265617"/>
          </a:xfrm>
          <a:prstGeom prst="rect">
            <a:avLst/>
          </a:prstGeom>
        </p:spPr>
        <p:txBody>
          <a:bodyPr wrap="square" lIns="0" tIns="0" rIns="0" bIns="0" anchor="ctr">
            <a:noAutofit/>
          </a:bodyPr>
          <a:lstStyle>
            <a:lvl1pPr marL="0" indent="0" algn="l" rtl="0">
              <a:buNone/>
              <a:defRPr sz="1867" b="1" baseline="0">
                <a:solidFill>
                  <a:schemeClr val="accent5"/>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82" name="Text Placeholder 3"/>
          <p:cNvSpPr>
            <a:spLocks noGrp="1"/>
          </p:cNvSpPr>
          <p:nvPr>
            <p:ph type="body" sz="half" idx="33" hasCustomPrompt="1"/>
          </p:nvPr>
        </p:nvSpPr>
        <p:spPr>
          <a:xfrm>
            <a:off x="5653083" y="4727193"/>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83" name="Picture Placeholder 7"/>
          <p:cNvSpPr>
            <a:spLocks noGrp="1"/>
          </p:cNvSpPr>
          <p:nvPr>
            <p:ph type="pic" sz="quarter" idx="34" hasCustomPrompt="1"/>
          </p:nvPr>
        </p:nvSpPr>
        <p:spPr>
          <a:xfrm>
            <a:off x="8302470" y="4394536"/>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6"/>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84" name="Text Placeholder 3"/>
          <p:cNvSpPr>
            <a:spLocks noGrp="1"/>
          </p:cNvSpPr>
          <p:nvPr>
            <p:ph type="body" sz="half" idx="35" hasCustomPrompt="1"/>
          </p:nvPr>
        </p:nvSpPr>
        <p:spPr>
          <a:xfrm>
            <a:off x="9512875" y="5064580"/>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85" name="Text Placeholder 3"/>
          <p:cNvSpPr>
            <a:spLocks noGrp="1"/>
          </p:cNvSpPr>
          <p:nvPr>
            <p:ph type="body" sz="half" idx="36" hasCustomPrompt="1"/>
          </p:nvPr>
        </p:nvSpPr>
        <p:spPr>
          <a:xfrm>
            <a:off x="9512875" y="4415472"/>
            <a:ext cx="2235200" cy="265617"/>
          </a:xfrm>
          <a:prstGeom prst="rect">
            <a:avLst/>
          </a:prstGeom>
        </p:spPr>
        <p:txBody>
          <a:bodyPr wrap="square" lIns="0" tIns="0" rIns="0" bIns="0" anchor="ctr">
            <a:noAutofit/>
          </a:bodyPr>
          <a:lstStyle>
            <a:lvl1pPr marL="0" indent="0" algn="l" rtl="0">
              <a:buNone/>
              <a:defRPr sz="1867" b="1" baseline="0">
                <a:solidFill>
                  <a:schemeClr val="accent6"/>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86" name="Text Placeholder 3"/>
          <p:cNvSpPr>
            <a:spLocks noGrp="1"/>
          </p:cNvSpPr>
          <p:nvPr>
            <p:ph type="body" sz="half" idx="37" hasCustomPrompt="1"/>
          </p:nvPr>
        </p:nvSpPr>
        <p:spPr>
          <a:xfrm>
            <a:off x="9512875" y="4727193"/>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Tree>
    <p:extLst>
      <p:ext uri="{BB962C8B-B14F-4D97-AF65-F5344CB8AC3E}">
        <p14:creationId xmlns:p14="http://schemas.microsoft.com/office/powerpoint/2010/main" val="251481264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45"/>
                                        </p:tgtEl>
                                        <p:attrNameLst>
                                          <p:attrName>style.visibility</p:attrName>
                                        </p:attrNameLst>
                                      </p:cBhvr>
                                      <p:to>
                                        <p:strVal val="visible"/>
                                      </p:to>
                                    </p:set>
                                    <p:animEffect transition="in" filter="wipe(down)">
                                      <p:cBhvr>
                                        <p:cTn id="7" dur="500"/>
                                        <p:tgtEl>
                                          <p:spTgt spid="45"/>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65"/>
                                        </p:tgtEl>
                                        <p:attrNameLst>
                                          <p:attrName>style.visibility</p:attrName>
                                        </p:attrNameLst>
                                      </p:cBhvr>
                                      <p:to>
                                        <p:strVal val="visible"/>
                                      </p:to>
                                    </p:set>
                                    <p:animEffect transition="in" filter="wipe(left)">
                                      <p:cBhvr>
                                        <p:cTn id="11" dur="500"/>
                                        <p:tgtEl>
                                          <p:spTgt spid="65"/>
                                        </p:tgtEl>
                                      </p:cBhvr>
                                    </p:animEffect>
                                  </p:childTnLst>
                                </p:cTn>
                              </p:par>
                            </p:childTnLst>
                          </p:cTn>
                        </p:par>
                        <p:par>
                          <p:cTn id="12" fill="hold">
                            <p:stCondLst>
                              <p:cond delay="1000"/>
                            </p:stCondLst>
                            <p:childTnLst>
                              <p:par>
                                <p:cTn id="13" presetID="53" presetClass="entr" presetSubtype="0" fill="hold" grpId="0" nodeType="afterEffect">
                                  <p:stCondLst>
                                    <p:cond delay="0"/>
                                  </p:stCondLst>
                                  <p:childTnLst>
                                    <p:set>
                                      <p:cBhvr>
                                        <p:cTn id="14" dur="1" fill="hold">
                                          <p:stCondLst>
                                            <p:cond delay="0"/>
                                          </p:stCondLst>
                                        </p:cTn>
                                        <p:tgtEl>
                                          <p:spTgt spid="31"/>
                                        </p:tgtEl>
                                        <p:attrNameLst>
                                          <p:attrName>style.visibility</p:attrName>
                                        </p:attrNameLst>
                                      </p:cBhvr>
                                      <p:to>
                                        <p:strVal val="visible"/>
                                      </p:to>
                                    </p:set>
                                    <p:anim calcmode="lin" valueType="num">
                                      <p:cBhvr>
                                        <p:cTn id="15" dur="500" fill="hold"/>
                                        <p:tgtEl>
                                          <p:spTgt spid="31"/>
                                        </p:tgtEl>
                                        <p:attrNameLst>
                                          <p:attrName>ppt_w</p:attrName>
                                        </p:attrNameLst>
                                      </p:cBhvr>
                                      <p:tavLst>
                                        <p:tav tm="0">
                                          <p:val>
                                            <p:fltVal val="0"/>
                                          </p:val>
                                        </p:tav>
                                        <p:tav tm="100000">
                                          <p:val>
                                            <p:strVal val="#ppt_w"/>
                                          </p:val>
                                        </p:tav>
                                      </p:tavLst>
                                    </p:anim>
                                    <p:anim calcmode="lin" valueType="num">
                                      <p:cBhvr>
                                        <p:cTn id="16" dur="500" fill="hold"/>
                                        <p:tgtEl>
                                          <p:spTgt spid="31"/>
                                        </p:tgtEl>
                                        <p:attrNameLst>
                                          <p:attrName>ppt_h</p:attrName>
                                        </p:attrNameLst>
                                      </p:cBhvr>
                                      <p:tavLst>
                                        <p:tav tm="0">
                                          <p:val>
                                            <p:fltVal val="0"/>
                                          </p:val>
                                        </p:tav>
                                        <p:tav tm="100000">
                                          <p:val>
                                            <p:strVal val="#ppt_h"/>
                                          </p:val>
                                        </p:tav>
                                      </p:tavLst>
                                    </p:anim>
                                    <p:animEffect transition="in" filter="fade">
                                      <p:cBhvr>
                                        <p:cTn id="17" dur="500"/>
                                        <p:tgtEl>
                                          <p:spTgt spid="31"/>
                                        </p:tgtEl>
                                      </p:cBhvr>
                                    </p:animEffect>
                                  </p:childTnLst>
                                </p:cTn>
                              </p:par>
                            </p:childTnLst>
                          </p:cTn>
                        </p:par>
                        <p:par>
                          <p:cTn id="18" fill="hold">
                            <p:stCondLst>
                              <p:cond delay="1500"/>
                            </p:stCondLst>
                            <p:childTnLst>
                              <p:par>
                                <p:cTn id="19" presetID="22" presetClass="entr" presetSubtype="8" fill="hold" grpId="0" nodeType="afterEffect">
                                  <p:stCondLst>
                                    <p:cond delay="0"/>
                                  </p:stCondLst>
                                  <p:childTnLst>
                                    <p:set>
                                      <p:cBhvr>
                                        <p:cTn id="20" dur="1" fill="hold">
                                          <p:stCondLst>
                                            <p:cond delay="0"/>
                                          </p:stCondLst>
                                        </p:cTn>
                                        <p:tgtEl>
                                          <p:spTgt spid="22">
                                            <p:txEl>
                                              <p:pRg st="0" end="0"/>
                                            </p:txEl>
                                          </p:spTgt>
                                        </p:tgtEl>
                                        <p:attrNameLst>
                                          <p:attrName>style.visibility</p:attrName>
                                        </p:attrNameLst>
                                      </p:cBhvr>
                                      <p:to>
                                        <p:strVal val="visible"/>
                                      </p:to>
                                    </p:set>
                                    <p:animEffect transition="in" filter="wipe(left)">
                                      <p:cBhvr>
                                        <p:cTn id="21" dur="500"/>
                                        <p:tgtEl>
                                          <p:spTgt spid="22">
                                            <p:txEl>
                                              <p:pRg st="0" end="0"/>
                                            </p:txEl>
                                          </p:spTgt>
                                        </p:tgtEl>
                                      </p:cBhvr>
                                    </p:animEffect>
                                  </p:childTnLst>
                                </p:cTn>
                              </p:par>
                            </p:childTnLst>
                          </p:cTn>
                        </p:par>
                        <p:par>
                          <p:cTn id="22" fill="hold">
                            <p:stCondLst>
                              <p:cond delay="2000"/>
                            </p:stCondLst>
                            <p:childTnLst>
                              <p:par>
                                <p:cTn id="23" presetID="22" presetClass="entr" presetSubtype="8" fill="hold" grpId="0" nodeType="afterEffect">
                                  <p:stCondLst>
                                    <p:cond delay="0"/>
                                  </p:stCondLst>
                                  <p:childTnLst>
                                    <p:set>
                                      <p:cBhvr>
                                        <p:cTn id="24" dur="1" fill="hold">
                                          <p:stCondLst>
                                            <p:cond delay="0"/>
                                          </p:stCondLst>
                                        </p:cTn>
                                        <p:tgtEl>
                                          <p:spTgt spid="43">
                                            <p:txEl>
                                              <p:pRg st="0" end="0"/>
                                            </p:txEl>
                                          </p:spTgt>
                                        </p:tgtEl>
                                        <p:attrNameLst>
                                          <p:attrName>style.visibility</p:attrName>
                                        </p:attrNameLst>
                                      </p:cBhvr>
                                      <p:to>
                                        <p:strVal val="visible"/>
                                      </p:to>
                                    </p:set>
                                    <p:animEffect transition="in" filter="wipe(left)">
                                      <p:cBhvr>
                                        <p:cTn id="25" dur="500"/>
                                        <p:tgtEl>
                                          <p:spTgt spid="43">
                                            <p:txEl>
                                              <p:pRg st="0" end="0"/>
                                            </p:txEl>
                                          </p:spTgt>
                                        </p:tgtEl>
                                      </p:cBhvr>
                                    </p:animEffect>
                                  </p:childTnLst>
                                </p:cTn>
                              </p:par>
                            </p:childTnLst>
                          </p:cTn>
                        </p:par>
                        <p:par>
                          <p:cTn id="26" fill="hold">
                            <p:stCondLst>
                              <p:cond delay="2500"/>
                            </p:stCondLst>
                            <p:childTnLst>
                              <p:par>
                                <p:cTn id="27" presetID="22" presetClass="entr" presetSubtype="8" fill="hold" grpId="0" nodeType="afterEffect">
                                  <p:stCondLst>
                                    <p:cond delay="0"/>
                                  </p:stCondLst>
                                  <p:childTnLst>
                                    <p:set>
                                      <p:cBhvr>
                                        <p:cTn id="28" dur="1" fill="hold">
                                          <p:stCondLst>
                                            <p:cond delay="0"/>
                                          </p:stCondLst>
                                        </p:cTn>
                                        <p:tgtEl>
                                          <p:spTgt spid="14">
                                            <p:txEl>
                                              <p:pRg st="0" end="0"/>
                                            </p:txEl>
                                          </p:spTgt>
                                        </p:tgtEl>
                                        <p:attrNameLst>
                                          <p:attrName>style.visibility</p:attrName>
                                        </p:attrNameLst>
                                      </p:cBhvr>
                                      <p:to>
                                        <p:strVal val="visible"/>
                                      </p:to>
                                    </p:set>
                                    <p:animEffect transition="in" filter="wipe(left)">
                                      <p:cBhvr>
                                        <p:cTn id="29" dur="500"/>
                                        <p:tgtEl>
                                          <p:spTgt spid="14">
                                            <p:txEl>
                                              <p:pRg st="0" end="0"/>
                                            </p:txEl>
                                          </p:spTgt>
                                        </p:tgtEl>
                                      </p:cBhvr>
                                    </p:animEffect>
                                  </p:childTnLst>
                                </p:cTn>
                              </p:par>
                            </p:childTnLst>
                          </p:cTn>
                        </p:par>
                        <p:par>
                          <p:cTn id="30" fill="hold">
                            <p:stCondLst>
                              <p:cond delay="3000"/>
                            </p:stCondLst>
                            <p:childTnLst>
                              <p:par>
                                <p:cTn id="31" presetID="53" presetClass="entr" presetSubtype="0" fill="hold" grpId="0" nodeType="afterEffect">
                                  <p:stCondLst>
                                    <p:cond delay="0"/>
                                  </p:stCondLst>
                                  <p:childTnLst>
                                    <p:set>
                                      <p:cBhvr>
                                        <p:cTn id="32" dur="1" fill="hold">
                                          <p:stCondLst>
                                            <p:cond delay="0"/>
                                          </p:stCondLst>
                                        </p:cTn>
                                        <p:tgtEl>
                                          <p:spTgt spid="66"/>
                                        </p:tgtEl>
                                        <p:attrNameLst>
                                          <p:attrName>style.visibility</p:attrName>
                                        </p:attrNameLst>
                                      </p:cBhvr>
                                      <p:to>
                                        <p:strVal val="visible"/>
                                      </p:to>
                                    </p:set>
                                    <p:anim calcmode="lin" valueType="num">
                                      <p:cBhvr>
                                        <p:cTn id="33" dur="500" fill="hold"/>
                                        <p:tgtEl>
                                          <p:spTgt spid="66"/>
                                        </p:tgtEl>
                                        <p:attrNameLst>
                                          <p:attrName>ppt_w</p:attrName>
                                        </p:attrNameLst>
                                      </p:cBhvr>
                                      <p:tavLst>
                                        <p:tav tm="0">
                                          <p:val>
                                            <p:fltVal val="0"/>
                                          </p:val>
                                        </p:tav>
                                        <p:tav tm="100000">
                                          <p:val>
                                            <p:strVal val="#ppt_w"/>
                                          </p:val>
                                        </p:tav>
                                      </p:tavLst>
                                    </p:anim>
                                    <p:anim calcmode="lin" valueType="num">
                                      <p:cBhvr>
                                        <p:cTn id="34" dur="500" fill="hold"/>
                                        <p:tgtEl>
                                          <p:spTgt spid="66"/>
                                        </p:tgtEl>
                                        <p:attrNameLst>
                                          <p:attrName>ppt_h</p:attrName>
                                        </p:attrNameLst>
                                      </p:cBhvr>
                                      <p:tavLst>
                                        <p:tav tm="0">
                                          <p:val>
                                            <p:fltVal val="0"/>
                                          </p:val>
                                        </p:tav>
                                        <p:tav tm="100000">
                                          <p:val>
                                            <p:strVal val="#ppt_h"/>
                                          </p:val>
                                        </p:tav>
                                      </p:tavLst>
                                    </p:anim>
                                    <p:animEffect transition="in" filter="fade">
                                      <p:cBhvr>
                                        <p:cTn id="35" dur="500"/>
                                        <p:tgtEl>
                                          <p:spTgt spid="66"/>
                                        </p:tgtEl>
                                      </p:cBhvr>
                                    </p:animEffect>
                                  </p:childTnLst>
                                </p:cTn>
                              </p:par>
                            </p:childTnLst>
                          </p:cTn>
                        </p:par>
                        <p:par>
                          <p:cTn id="36" fill="hold">
                            <p:stCondLst>
                              <p:cond delay="3500"/>
                            </p:stCondLst>
                            <p:childTnLst>
                              <p:par>
                                <p:cTn id="37" presetID="22" presetClass="entr" presetSubtype="8" fill="hold" grpId="0" nodeType="afterEffect">
                                  <p:stCondLst>
                                    <p:cond delay="0"/>
                                  </p:stCondLst>
                                  <p:childTnLst>
                                    <p:set>
                                      <p:cBhvr>
                                        <p:cTn id="38" dur="1" fill="hold">
                                          <p:stCondLst>
                                            <p:cond delay="0"/>
                                          </p:stCondLst>
                                        </p:cTn>
                                        <p:tgtEl>
                                          <p:spTgt spid="68">
                                            <p:txEl>
                                              <p:pRg st="0" end="0"/>
                                            </p:txEl>
                                          </p:spTgt>
                                        </p:tgtEl>
                                        <p:attrNameLst>
                                          <p:attrName>style.visibility</p:attrName>
                                        </p:attrNameLst>
                                      </p:cBhvr>
                                      <p:to>
                                        <p:strVal val="visible"/>
                                      </p:to>
                                    </p:set>
                                    <p:animEffect transition="in" filter="wipe(left)">
                                      <p:cBhvr>
                                        <p:cTn id="39" dur="500"/>
                                        <p:tgtEl>
                                          <p:spTgt spid="68">
                                            <p:txEl>
                                              <p:pRg st="0" end="0"/>
                                            </p:txEl>
                                          </p:spTgt>
                                        </p:tgtEl>
                                      </p:cBhvr>
                                    </p:animEffect>
                                  </p:childTnLst>
                                </p:cTn>
                              </p:par>
                            </p:childTnLst>
                          </p:cTn>
                        </p:par>
                        <p:par>
                          <p:cTn id="40" fill="hold">
                            <p:stCondLst>
                              <p:cond delay="4000"/>
                            </p:stCondLst>
                            <p:childTnLst>
                              <p:par>
                                <p:cTn id="41" presetID="22" presetClass="entr" presetSubtype="8" fill="hold" grpId="0" nodeType="afterEffect">
                                  <p:stCondLst>
                                    <p:cond delay="0"/>
                                  </p:stCondLst>
                                  <p:childTnLst>
                                    <p:set>
                                      <p:cBhvr>
                                        <p:cTn id="42" dur="1" fill="hold">
                                          <p:stCondLst>
                                            <p:cond delay="0"/>
                                          </p:stCondLst>
                                        </p:cTn>
                                        <p:tgtEl>
                                          <p:spTgt spid="69">
                                            <p:txEl>
                                              <p:pRg st="0" end="0"/>
                                            </p:txEl>
                                          </p:spTgt>
                                        </p:tgtEl>
                                        <p:attrNameLst>
                                          <p:attrName>style.visibility</p:attrName>
                                        </p:attrNameLst>
                                      </p:cBhvr>
                                      <p:to>
                                        <p:strVal val="visible"/>
                                      </p:to>
                                    </p:set>
                                    <p:animEffect transition="in" filter="wipe(left)">
                                      <p:cBhvr>
                                        <p:cTn id="43" dur="500"/>
                                        <p:tgtEl>
                                          <p:spTgt spid="69">
                                            <p:txEl>
                                              <p:pRg st="0" end="0"/>
                                            </p:txEl>
                                          </p:spTgt>
                                        </p:tgtEl>
                                      </p:cBhvr>
                                    </p:animEffect>
                                  </p:childTnLst>
                                </p:cTn>
                              </p:par>
                            </p:childTnLst>
                          </p:cTn>
                        </p:par>
                        <p:par>
                          <p:cTn id="44" fill="hold">
                            <p:stCondLst>
                              <p:cond delay="4500"/>
                            </p:stCondLst>
                            <p:childTnLst>
                              <p:par>
                                <p:cTn id="45" presetID="22" presetClass="entr" presetSubtype="8" fill="hold" grpId="0" nodeType="afterEffect">
                                  <p:stCondLst>
                                    <p:cond delay="0"/>
                                  </p:stCondLst>
                                  <p:childTnLst>
                                    <p:set>
                                      <p:cBhvr>
                                        <p:cTn id="46" dur="1" fill="hold">
                                          <p:stCondLst>
                                            <p:cond delay="0"/>
                                          </p:stCondLst>
                                        </p:cTn>
                                        <p:tgtEl>
                                          <p:spTgt spid="67">
                                            <p:txEl>
                                              <p:pRg st="0" end="0"/>
                                            </p:txEl>
                                          </p:spTgt>
                                        </p:tgtEl>
                                        <p:attrNameLst>
                                          <p:attrName>style.visibility</p:attrName>
                                        </p:attrNameLst>
                                      </p:cBhvr>
                                      <p:to>
                                        <p:strVal val="visible"/>
                                      </p:to>
                                    </p:set>
                                    <p:animEffect transition="in" filter="wipe(left)">
                                      <p:cBhvr>
                                        <p:cTn id="47" dur="500"/>
                                        <p:tgtEl>
                                          <p:spTgt spid="67">
                                            <p:txEl>
                                              <p:pRg st="0" end="0"/>
                                            </p:txEl>
                                          </p:spTgt>
                                        </p:tgtEl>
                                      </p:cBhvr>
                                    </p:animEffect>
                                  </p:childTnLst>
                                </p:cTn>
                              </p:par>
                            </p:childTnLst>
                          </p:cTn>
                        </p:par>
                        <p:par>
                          <p:cTn id="48" fill="hold">
                            <p:stCondLst>
                              <p:cond delay="5000"/>
                            </p:stCondLst>
                            <p:childTnLst>
                              <p:par>
                                <p:cTn id="49" presetID="22" presetClass="entr" presetSubtype="4" fill="hold" nodeType="afterEffect">
                                  <p:stCondLst>
                                    <p:cond delay="0"/>
                                  </p:stCondLst>
                                  <p:childTnLst>
                                    <p:set>
                                      <p:cBhvr>
                                        <p:cTn id="50" dur="1" fill="hold">
                                          <p:stCondLst>
                                            <p:cond delay="0"/>
                                          </p:stCondLst>
                                        </p:cTn>
                                        <p:tgtEl>
                                          <p:spTgt spid="70"/>
                                        </p:tgtEl>
                                        <p:attrNameLst>
                                          <p:attrName>style.visibility</p:attrName>
                                        </p:attrNameLst>
                                      </p:cBhvr>
                                      <p:to>
                                        <p:strVal val="visible"/>
                                      </p:to>
                                    </p:set>
                                    <p:animEffect transition="in" filter="wipe(down)">
                                      <p:cBhvr>
                                        <p:cTn id="51" dur="500"/>
                                        <p:tgtEl>
                                          <p:spTgt spid="70"/>
                                        </p:tgtEl>
                                      </p:cBhvr>
                                    </p:animEffect>
                                  </p:childTnLst>
                                </p:cTn>
                              </p:par>
                            </p:childTnLst>
                          </p:cTn>
                        </p:par>
                        <p:par>
                          <p:cTn id="52" fill="hold">
                            <p:stCondLst>
                              <p:cond delay="5500"/>
                            </p:stCondLst>
                            <p:childTnLst>
                              <p:par>
                                <p:cTn id="53" presetID="53" presetClass="entr" presetSubtype="0" fill="hold" grpId="0" nodeType="afterEffect">
                                  <p:stCondLst>
                                    <p:cond delay="0"/>
                                  </p:stCondLst>
                                  <p:childTnLst>
                                    <p:set>
                                      <p:cBhvr>
                                        <p:cTn id="54" dur="1" fill="hold">
                                          <p:stCondLst>
                                            <p:cond delay="0"/>
                                          </p:stCondLst>
                                        </p:cTn>
                                        <p:tgtEl>
                                          <p:spTgt spid="71"/>
                                        </p:tgtEl>
                                        <p:attrNameLst>
                                          <p:attrName>style.visibility</p:attrName>
                                        </p:attrNameLst>
                                      </p:cBhvr>
                                      <p:to>
                                        <p:strVal val="visible"/>
                                      </p:to>
                                    </p:set>
                                    <p:anim calcmode="lin" valueType="num">
                                      <p:cBhvr>
                                        <p:cTn id="55" dur="500" fill="hold"/>
                                        <p:tgtEl>
                                          <p:spTgt spid="71"/>
                                        </p:tgtEl>
                                        <p:attrNameLst>
                                          <p:attrName>ppt_w</p:attrName>
                                        </p:attrNameLst>
                                      </p:cBhvr>
                                      <p:tavLst>
                                        <p:tav tm="0">
                                          <p:val>
                                            <p:fltVal val="0"/>
                                          </p:val>
                                        </p:tav>
                                        <p:tav tm="100000">
                                          <p:val>
                                            <p:strVal val="#ppt_w"/>
                                          </p:val>
                                        </p:tav>
                                      </p:tavLst>
                                    </p:anim>
                                    <p:anim calcmode="lin" valueType="num">
                                      <p:cBhvr>
                                        <p:cTn id="56" dur="500" fill="hold"/>
                                        <p:tgtEl>
                                          <p:spTgt spid="71"/>
                                        </p:tgtEl>
                                        <p:attrNameLst>
                                          <p:attrName>ppt_h</p:attrName>
                                        </p:attrNameLst>
                                      </p:cBhvr>
                                      <p:tavLst>
                                        <p:tav tm="0">
                                          <p:val>
                                            <p:fltVal val="0"/>
                                          </p:val>
                                        </p:tav>
                                        <p:tav tm="100000">
                                          <p:val>
                                            <p:strVal val="#ppt_h"/>
                                          </p:val>
                                        </p:tav>
                                      </p:tavLst>
                                    </p:anim>
                                    <p:animEffect transition="in" filter="fade">
                                      <p:cBhvr>
                                        <p:cTn id="57" dur="500"/>
                                        <p:tgtEl>
                                          <p:spTgt spid="71"/>
                                        </p:tgtEl>
                                      </p:cBhvr>
                                    </p:animEffect>
                                  </p:childTnLst>
                                </p:cTn>
                              </p:par>
                            </p:childTnLst>
                          </p:cTn>
                        </p:par>
                        <p:par>
                          <p:cTn id="58" fill="hold">
                            <p:stCondLst>
                              <p:cond delay="6000"/>
                            </p:stCondLst>
                            <p:childTnLst>
                              <p:par>
                                <p:cTn id="59" presetID="22" presetClass="entr" presetSubtype="8" fill="hold" grpId="0" nodeType="afterEffect">
                                  <p:stCondLst>
                                    <p:cond delay="0"/>
                                  </p:stCondLst>
                                  <p:childTnLst>
                                    <p:set>
                                      <p:cBhvr>
                                        <p:cTn id="60" dur="1" fill="hold">
                                          <p:stCondLst>
                                            <p:cond delay="0"/>
                                          </p:stCondLst>
                                        </p:cTn>
                                        <p:tgtEl>
                                          <p:spTgt spid="73">
                                            <p:txEl>
                                              <p:pRg st="0" end="0"/>
                                            </p:txEl>
                                          </p:spTgt>
                                        </p:tgtEl>
                                        <p:attrNameLst>
                                          <p:attrName>style.visibility</p:attrName>
                                        </p:attrNameLst>
                                      </p:cBhvr>
                                      <p:to>
                                        <p:strVal val="visible"/>
                                      </p:to>
                                    </p:set>
                                    <p:animEffect transition="in" filter="wipe(left)">
                                      <p:cBhvr>
                                        <p:cTn id="61" dur="500"/>
                                        <p:tgtEl>
                                          <p:spTgt spid="73">
                                            <p:txEl>
                                              <p:pRg st="0" end="0"/>
                                            </p:txEl>
                                          </p:spTgt>
                                        </p:tgtEl>
                                      </p:cBhvr>
                                    </p:animEffect>
                                  </p:childTnLst>
                                </p:cTn>
                              </p:par>
                            </p:childTnLst>
                          </p:cTn>
                        </p:par>
                        <p:par>
                          <p:cTn id="62" fill="hold">
                            <p:stCondLst>
                              <p:cond delay="6500"/>
                            </p:stCondLst>
                            <p:childTnLst>
                              <p:par>
                                <p:cTn id="63" presetID="22" presetClass="entr" presetSubtype="8" fill="hold" grpId="0" nodeType="afterEffect">
                                  <p:stCondLst>
                                    <p:cond delay="0"/>
                                  </p:stCondLst>
                                  <p:childTnLst>
                                    <p:set>
                                      <p:cBhvr>
                                        <p:cTn id="64" dur="1" fill="hold">
                                          <p:stCondLst>
                                            <p:cond delay="0"/>
                                          </p:stCondLst>
                                        </p:cTn>
                                        <p:tgtEl>
                                          <p:spTgt spid="74">
                                            <p:txEl>
                                              <p:pRg st="0" end="0"/>
                                            </p:txEl>
                                          </p:spTgt>
                                        </p:tgtEl>
                                        <p:attrNameLst>
                                          <p:attrName>style.visibility</p:attrName>
                                        </p:attrNameLst>
                                      </p:cBhvr>
                                      <p:to>
                                        <p:strVal val="visible"/>
                                      </p:to>
                                    </p:set>
                                    <p:animEffect transition="in" filter="wipe(left)">
                                      <p:cBhvr>
                                        <p:cTn id="65" dur="500"/>
                                        <p:tgtEl>
                                          <p:spTgt spid="74">
                                            <p:txEl>
                                              <p:pRg st="0" end="0"/>
                                            </p:txEl>
                                          </p:spTgt>
                                        </p:tgtEl>
                                      </p:cBhvr>
                                    </p:animEffect>
                                  </p:childTnLst>
                                </p:cTn>
                              </p:par>
                            </p:childTnLst>
                          </p:cTn>
                        </p:par>
                        <p:par>
                          <p:cTn id="66" fill="hold">
                            <p:stCondLst>
                              <p:cond delay="7000"/>
                            </p:stCondLst>
                            <p:childTnLst>
                              <p:par>
                                <p:cTn id="67" presetID="22" presetClass="entr" presetSubtype="8" fill="hold" grpId="0" nodeType="afterEffect">
                                  <p:stCondLst>
                                    <p:cond delay="0"/>
                                  </p:stCondLst>
                                  <p:childTnLst>
                                    <p:set>
                                      <p:cBhvr>
                                        <p:cTn id="68" dur="1" fill="hold">
                                          <p:stCondLst>
                                            <p:cond delay="0"/>
                                          </p:stCondLst>
                                        </p:cTn>
                                        <p:tgtEl>
                                          <p:spTgt spid="72">
                                            <p:txEl>
                                              <p:pRg st="0" end="0"/>
                                            </p:txEl>
                                          </p:spTgt>
                                        </p:tgtEl>
                                        <p:attrNameLst>
                                          <p:attrName>style.visibility</p:attrName>
                                        </p:attrNameLst>
                                      </p:cBhvr>
                                      <p:to>
                                        <p:strVal val="visible"/>
                                      </p:to>
                                    </p:set>
                                    <p:animEffect transition="in" filter="wipe(left)">
                                      <p:cBhvr>
                                        <p:cTn id="69" dur="500"/>
                                        <p:tgtEl>
                                          <p:spTgt spid="72">
                                            <p:txEl>
                                              <p:pRg st="0" end="0"/>
                                            </p:txEl>
                                          </p:spTgt>
                                        </p:tgtEl>
                                      </p:cBhvr>
                                    </p:animEffect>
                                  </p:childTnLst>
                                </p:cTn>
                              </p:par>
                            </p:childTnLst>
                          </p:cTn>
                        </p:par>
                        <p:par>
                          <p:cTn id="70" fill="hold">
                            <p:stCondLst>
                              <p:cond delay="7500"/>
                            </p:stCondLst>
                            <p:childTnLst>
                              <p:par>
                                <p:cTn id="71" presetID="53" presetClass="entr" presetSubtype="0" fill="hold" grpId="0" nodeType="afterEffect">
                                  <p:stCondLst>
                                    <p:cond delay="0"/>
                                  </p:stCondLst>
                                  <p:childTnLst>
                                    <p:set>
                                      <p:cBhvr>
                                        <p:cTn id="72" dur="1" fill="hold">
                                          <p:stCondLst>
                                            <p:cond delay="0"/>
                                          </p:stCondLst>
                                        </p:cTn>
                                        <p:tgtEl>
                                          <p:spTgt spid="75"/>
                                        </p:tgtEl>
                                        <p:attrNameLst>
                                          <p:attrName>style.visibility</p:attrName>
                                        </p:attrNameLst>
                                      </p:cBhvr>
                                      <p:to>
                                        <p:strVal val="visible"/>
                                      </p:to>
                                    </p:set>
                                    <p:anim calcmode="lin" valueType="num">
                                      <p:cBhvr>
                                        <p:cTn id="73" dur="500" fill="hold"/>
                                        <p:tgtEl>
                                          <p:spTgt spid="75"/>
                                        </p:tgtEl>
                                        <p:attrNameLst>
                                          <p:attrName>ppt_w</p:attrName>
                                        </p:attrNameLst>
                                      </p:cBhvr>
                                      <p:tavLst>
                                        <p:tav tm="0">
                                          <p:val>
                                            <p:fltVal val="0"/>
                                          </p:val>
                                        </p:tav>
                                        <p:tav tm="100000">
                                          <p:val>
                                            <p:strVal val="#ppt_w"/>
                                          </p:val>
                                        </p:tav>
                                      </p:tavLst>
                                    </p:anim>
                                    <p:anim calcmode="lin" valueType="num">
                                      <p:cBhvr>
                                        <p:cTn id="74" dur="500" fill="hold"/>
                                        <p:tgtEl>
                                          <p:spTgt spid="75"/>
                                        </p:tgtEl>
                                        <p:attrNameLst>
                                          <p:attrName>ppt_h</p:attrName>
                                        </p:attrNameLst>
                                      </p:cBhvr>
                                      <p:tavLst>
                                        <p:tav tm="0">
                                          <p:val>
                                            <p:fltVal val="0"/>
                                          </p:val>
                                        </p:tav>
                                        <p:tav tm="100000">
                                          <p:val>
                                            <p:strVal val="#ppt_h"/>
                                          </p:val>
                                        </p:tav>
                                      </p:tavLst>
                                    </p:anim>
                                    <p:animEffect transition="in" filter="fade">
                                      <p:cBhvr>
                                        <p:cTn id="75" dur="500"/>
                                        <p:tgtEl>
                                          <p:spTgt spid="75"/>
                                        </p:tgtEl>
                                      </p:cBhvr>
                                    </p:animEffect>
                                  </p:childTnLst>
                                </p:cTn>
                              </p:par>
                            </p:childTnLst>
                          </p:cTn>
                        </p:par>
                        <p:par>
                          <p:cTn id="76" fill="hold">
                            <p:stCondLst>
                              <p:cond delay="8000"/>
                            </p:stCondLst>
                            <p:childTnLst>
                              <p:par>
                                <p:cTn id="77" presetID="22" presetClass="entr" presetSubtype="8" fill="hold" grpId="0" nodeType="afterEffect">
                                  <p:stCondLst>
                                    <p:cond delay="0"/>
                                  </p:stCondLst>
                                  <p:childTnLst>
                                    <p:set>
                                      <p:cBhvr>
                                        <p:cTn id="78" dur="1" fill="hold">
                                          <p:stCondLst>
                                            <p:cond delay="0"/>
                                          </p:stCondLst>
                                        </p:cTn>
                                        <p:tgtEl>
                                          <p:spTgt spid="77">
                                            <p:txEl>
                                              <p:pRg st="0" end="0"/>
                                            </p:txEl>
                                          </p:spTgt>
                                        </p:tgtEl>
                                        <p:attrNameLst>
                                          <p:attrName>style.visibility</p:attrName>
                                        </p:attrNameLst>
                                      </p:cBhvr>
                                      <p:to>
                                        <p:strVal val="visible"/>
                                      </p:to>
                                    </p:set>
                                    <p:animEffect transition="in" filter="wipe(left)">
                                      <p:cBhvr>
                                        <p:cTn id="79" dur="500"/>
                                        <p:tgtEl>
                                          <p:spTgt spid="77">
                                            <p:txEl>
                                              <p:pRg st="0" end="0"/>
                                            </p:txEl>
                                          </p:spTgt>
                                        </p:tgtEl>
                                      </p:cBhvr>
                                    </p:animEffect>
                                  </p:childTnLst>
                                </p:cTn>
                              </p:par>
                            </p:childTnLst>
                          </p:cTn>
                        </p:par>
                        <p:par>
                          <p:cTn id="80" fill="hold">
                            <p:stCondLst>
                              <p:cond delay="8500"/>
                            </p:stCondLst>
                            <p:childTnLst>
                              <p:par>
                                <p:cTn id="81" presetID="22" presetClass="entr" presetSubtype="8" fill="hold" grpId="0" nodeType="afterEffect">
                                  <p:stCondLst>
                                    <p:cond delay="0"/>
                                  </p:stCondLst>
                                  <p:childTnLst>
                                    <p:set>
                                      <p:cBhvr>
                                        <p:cTn id="82" dur="1" fill="hold">
                                          <p:stCondLst>
                                            <p:cond delay="0"/>
                                          </p:stCondLst>
                                        </p:cTn>
                                        <p:tgtEl>
                                          <p:spTgt spid="78">
                                            <p:txEl>
                                              <p:pRg st="0" end="0"/>
                                            </p:txEl>
                                          </p:spTgt>
                                        </p:tgtEl>
                                        <p:attrNameLst>
                                          <p:attrName>style.visibility</p:attrName>
                                        </p:attrNameLst>
                                      </p:cBhvr>
                                      <p:to>
                                        <p:strVal val="visible"/>
                                      </p:to>
                                    </p:set>
                                    <p:animEffect transition="in" filter="wipe(left)">
                                      <p:cBhvr>
                                        <p:cTn id="83" dur="500"/>
                                        <p:tgtEl>
                                          <p:spTgt spid="78">
                                            <p:txEl>
                                              <p:pRg st="0" end="0"/>
                                            </p:txEl>
                                          </p:spTgt>
                                        </p:tgtEl>
                                      </p:cBhvr>
                                    </p:animEffect>
                                  </p:childTnLst>
                                </p:cTn>
                              </p:par>
                            </p:childTnLst>
                          </p:cTn>
                        </p:par>
                        <p:par>
                          <p:cTn id="84" fill="hold">
                            <p:stCondLst>
                              <p:cond delay="9000"/>
                            </p:stCondLst>
                            <p:childTnLst>
                              <p:par>
                                <p:cTn id="85" presetID="22" presetClass="entr" presetSubtype="8" fill="hold" grpId="0" nodeType="afterEffect">
                                  <p:stCondLst>
                                    <p:cond delay="0"/>
                                  </p:stCondLst>
                                  <p:childTnLst>
                                    <p:set>
                                      <p:cBhvr>
                                        <p:cTn id="86" dur="1" fill="hold">
                                          <p:stCondLst>
                                            <p:cond delay="0"/>
                                          </p:stCondLst>
                                        </p:cTn>
                                        <p:tgtEl>
                                          <p:spTgt spid="76">
                                            <p:txEl>
                                              <p:pRg st="0" end="0"/>
                                            </p:txEl>
                                          </p:spTgt>
                                        </p:tgtEl>
                                        <p:attrNameLst>
                                          <p:attrName>style.visibility</p:attrName>
                                        </p:attrNameLst>
                                      </p:cBhvr>
                                      <p:to>
                                        <p:strVal val="visible"/>
                                      </p:to>
                                    </p:set>
                                    <p:animEffect transition="in" filter="wipe(left)">
                                      <p:cBhvr>
                                        <p:cTn id="87" dur="500"/>
                                        <p:tgtEl>
                                          <p:spTgt spid="76">
                                            <p:txEl>
                                              <p:pRg st="0" end="0"/>
                                            </p:txEl>
                                          </p:spTgt>
                                        </p:tgtEl>
                                      </p:cBhvr>
                                    </p:animEffect>
                                  </p:childTnLst>
                                </p:cTn>
                              </p:par>
                            </p:childTnLst>
                          </p:cTn>
                        </p:par>
                        <p:par>
                          <p:cTn id="88" fill="hold">
                            <p:stCondLst>
                              <p:cond delay="9500"/>
                            </p:stCondLst>
                            <p:childTnLst>
                              <p:par>
                                <p:cTn id="89" presetID="53" presetClass="entr" presetSubtype="0" fill="hold" grpId="0" nodeType="afterEffect">
                                  <p:stCondLst>
                                    <p:cond delay="0"/>
                                  </p:stCondLst>
                                  <p:childTnLst>
                                    <p:set>
                                      <p:cBhvr>
                                        <p:cTn id="90" dur="1" fill="hold">
                                          <p:stCondLst>
                                            <p:cond delay="0"/>
                                          </p:stCondLst>
                                        </p:cTn>
                                        <p:tgtEl>
                                          <p:spTgt spid="79"/>
                                        </p:tgtEl>
                                        <p:attrNameLst>
                                          <p:attrName>style.visibility</p:attrName>
                                        </p:attrNameLst>
                                      </p:cBhvr>
                                      <p:to>
                                        <p:strVal val="visible"/>
                                      </p:to>
                                    </p:set>
                                    <p:anim calcmode="lin" valueType="num">
                                      <p:cBhvr>
                                        <p:cTn id="91" dur="500" fill="hold"/>
                                        <p:tgtEl>
                                          <p:spTgt spid="79"/>
                                        </p:tgtEl>
                                        <p:attrNameLst>
                                          <p:attrName>ppt_w</p:attrName>
                                        </p:attrNameLst>
                                      </p:cBhvr>
                                      <p:tavLst>
                                        <p:tav tm="0">
                                          <p:val>
                                            <p:fltVal val="0"/>
                                          </p:val>
                                        </p:tav>
                                        <p:tav tm="100000">
                                          <p:val>
                                            <p:strVal val="#ppt_w"/>
                                          </p:val>
                                        </p:tav>
                                      </p:tavLst>
                                    </p:anim>
                                    <p:anim calcmode="lin" valueType="num">
                                      <p:cBhvr>
                                        <p:cTn id="92" dur="500" fill="hold"/>
                                        <p:tgtEl>
                                          <p:spTgt spid="79"/>
                                        </p:tgtEl>
                                        <p:attrNameLst>
                                          <p:attrName>ppt_h</p:attrName>
                                        </p:attrNameLst>
                                      </p:cBhvr>
                                      <p:tavLst>
                                        <p:tav tm="0">
                                          <p:val>
                                            <p:fltVal val="0"/>
                                          </p:val>
                                        </p:tav>
                                        <p:tav tm="100000">
                                          <p:val>
                                            <p:strVal val="#ppt_h"/>
                                          </p:val>
                                        </p:tav>
                                      </p:tavLst>
                                    </p:anim>
                                    <p:animEffect transition="in" filter="fade">
                                      <p:cBhvr>
                                        <p:cTn id="93" dur="500"/>
                                        <p:tgtEl>
                                          <p:spTgt spid="79"/>
                                        </p:tgtEl>
                                      </p:cBhvr>
                                    </p:animEffect>
                                  </p:childTnLst>
                                </p:cTn>
                              </p:par>
                            </p:childTnLst>
                          </p:cTn>
                        </p:par>
                        <p:par>
                          <p:cTn id="94" fill="hold">
                            <p:stCondLst>
                              <p:cond delay="10000"/>
                            </p:stCondLst>
                            <p:childTnLst>
                              <p:par>
                                <p:cTn id="95" presetID="22" presetClass="entr" presetSubtype="8" fill="hold" grpId="0" nodeType="afterEffect">
                                  <p:stCondLst>
                                    <p:cond delay="0"/>
                                  </p:stCondLst>
                                  <p:childTnLst>
                                    <p:set>
                                      <p:cBhvr>
                                        <p:cTn id="96" dur="1" fill="hold">
                                          <p:stCondLst>
                                            <p:cond delay="0"/>
                                          </p:stCondLst>
                                        </p:cTn>
                                        <p:tgtEl>
                                          <p:spTgt spid="81">
                                            <p:txEl>
                                              <p:pRg st="0" end="0"/>
                                            </p:txEl>
                                          </p:spTgt>
                                        </p:tgtEl>
                                        <p:attrNameLst>
                                          <p:attrName>style.visibility</p:attrName>
                                        </p:attrNameLst>
                                      </p:cBhvr>
                                      <p:to>
                                        <p:strVal val="visible"/>
                                      </p:to>
                                    </p:set>
                                    <p:animEffect transition="in" filter="wipe(left)">
                                      <p:cBhvr>
                                        <p:cTn id="97" dur="500"/>
                                        <p:tgtEl>
                                          <p:spTgt spid="81">
                                            <p:txEl>
                                              <p:pRg st="0" end="0"/>
                                            </p:txEl>
                                          </p:spTgt>
                                        </p:tgtEl>
                                      </p:cBhvr>
                                    </p:animEffect>
                                  </p:childTnLst>
                                </p:cTn>
                              </p:par>
                            </p:childTnLst>
                          </p:cTn>
                        </p:par>
                        <p:par>
                          <p:cTn id="98" fill="hold">
                            <p:stCondLst>
                              <p:cond delay="10500"/>
                            </p:stCondLst>
                            <p:childTnLst>
                              <p:par>
                                <p:cTn id="99" presetID="22" presetClass="entr" presetSubtype="8" fill="hold" grpId="0" nodeType="afterEffect">
                                  <p:stCondLst>
                                    <p:cond delay="0"/>
                                  </p:stCondLst>
                                  <p:childTnLst>
                                    <p:set>
                                      <p:cBhvr>
                                        <p:cTn id="100" dur="1" fill="hold">
                                          <p:stCondLst>
                                            <p:cond delay="0"/>
                                          </p:stCondLst>
                                        </p:cTn>
                                        <p:tgtEl>
                                          <p:spTgt spid="82">
                                            <p:txEl>
                                              <p:pRg st="0" end="0"/>
                                            </p:txEl>
                                          </p:spTgt>
                                        </p:tgtEl>
                                        <p:attrNameLst>
                                          <p:attrName>style.visibility</p:attrName>
                                        </p:attrNameLst>
                                      </p:cBhvr>
                                      <p:to>
                                        <p:strVal val="visible"/>
                                      </p:to>
                                    </p:set>
                                    <p:animEffect transition="in" filter="wipe(left)">
                                      <p:cBhvr>
                                        <p:cTn id="101" dur="500"/>
                                        <p:tgtEl>
                                          <p:spTgt spid="82">
                                            <p:txEl>
                                              <p:pRg st="0" end="0"/>
                                            </p:txEl>
                                          </p:spTgt>
                                        </p:tgtEl>
                                      </p:cBhvr>
                                    </p:animEffect>
                                  </p:childTnLst>
                                </p:cTn>
                              </p:par>
                            </p:childTnLst>
                          </p:cTn>
                        </p:par>
                        <p:par>
                          <p:cTn id="102" fill="hold">
                            <p:stCondLst>
                              <p:cond delay="11000"/>
                            </p:stCondLst>
                            <p:childTnLst>
                              <p:par>
                                <p:cTn id="103" presetID="22" presetClass="entr" presetSubtype="8" fill="hold" grpId="0" nodeType="afterEffect">
                                  <p:stCondLst>
                                    <p:cond delay="0"/>
                                  </p:stCondLst>
                                  <p:childTnLst>
                                    <p:set>
                                      <p:cBhvr>
                                        <p:cTn id="104" dur="1" fill="hold">
                                          <p:stCondLst>
                                            <p:cond delay="0"/>
                                          </p:stCondLst>
                                        </p:cTn>
                                        <p:tgtEl>
                                          <p:spTgt spid="80">
                                            <p:txEl>
                                              <p:pRg st="0" end="0"/>
                                            </p:txEl>
                                          </p:spTgt>
                                        </p:tgtEl>
                                        <p:attrNameLst>
                                          <p:attrName>style.visibility</p:attrName>
                                        </p:attrNameLst>
                                      </p:cBhvr>
                                      <p:to>
                                        <p:strVal val="visible"/>
                                      </p:to>
                                    </p:set>
                                    <p:animEffect transition="in" filter="wipe(left)">
                                      <p:cBhvr>
                                        <p:cTn id="105" dur="500"/>
                                        <p:tgtEl>
                                          <p:spTgt spid="80">
                                            <p:txEl>
                                              <p:pRg st="0" end="0"/>
                                            </p:txEl>
                                          </p:spTgt>
                                        </p:tgtEl>
                                      </p:cBhvr>
                                    </p:animEffect>
                                  </p:childTnLst>
                                </p:cTn>
                              </p:par>
                            </p:childTnLst>
                          </p:cTn>
                        </p:par>
                        <p:par>
                          <p:cTn id="106" fill="hold">
                            <p:stCondLst>
                              <p:cond delay="11500"/>
                            </p:stCondLst>
                            <p:childTnLst>
                              <p:par>
                                <p:cTn id="107" presetID="53" presetClass="entr" presetSubtype="0" fill="hold" grpId="0" nodeType="afterEffect">
                                  <p:stCondLst>
                                    <p:cond delay="0"/>
                                  </p:stCondLst>
                                  <p:childTnLst>
                                    <p:set>
                                      <p:cBhvr>
                                        <p:cTn id="108" dur="1" fill="hold">
                                          <p:stCondLst>
                                            <p:cond delay="0"/>
                                          </p:stCondLst>
                                        </p:cTn>
                                        <p:tgtEl>
                                          <p:spTgt spid="83"/>
                                        </p:tgtEl>
                                        <p:attrNameLst>
                                          <p:attrName>style.visibility</p:attrName>
                                        </p:attrNameLst>
                                      </p:cBhvr>
                                      <p:to>
                                        <p:strVal val="visible"/>
                                      </p:to>
                                    </p:set>
                                    <p:anim calcmode="lin" valueType="num">
                                      <p:cBhvr>
                                        <p:cTn id="109" dur="500" fill="hold"/>
                                        <p:tgtEl>
                                          <p:spTgt spid="83"/>
                                        </p:tgtEl>
                                        <p:attrNameLst>
                                          <p:attrName>ppt_w</p:attrName>
                                        </p:attrNameLst>
                                      </p:cBhvr>
                                      <p:tavLst>
                                        <p:tav tm="0">
                                          <p:val>
                                            <p:fltVal val="0"/>
                                          </p:val>
                                        </p:tav>
                                        <p:tav tm="100000">
                                          <p:val>
                                            <p:strVal val="#ppt_w"/>
                                          </p:val>
                                        </p:tav>
                                      </p:tavLst>
                                    </p:anim>
                                    <p:anim calcmode="lin" valueType="num">
                                      <p:cBhvr>
                                        <p:cTn id="110" dur="500" fill="hold"/>
                                        <p:tgtEl>
                                          <p:spTgt spid="83"/>
                                        </p:tgtEl>
                                        <p:attrNameLst>
                                          <p:attrName>ppt_h</p:attrName>
                                        </p:attrNameLst>
                                      </p:cBhvr>
                                      <p:tavLst>
                                        <p:tav tm="0">
                                          <p:val>
                                            <p:fltVal val="0"/>
                                          </p:val>
                                        </p:tav>
                                        <p:tav tm="100000">
                                          <p:val>
                                            <p:strVal val="#ppt_h"/>
                                          </p:val>
                                        </p:tav>
                                      </p:tavLst>
                                    </p:anim>
                                    <p:animEffect transition="in" filter="fade">
                                      <p:cBhvr>
                                        <p:cTn id="111" dur="500"/>
                                        <p:tgtEl>
                                          <p:spTgt spid="83"/>
                                        </p:tgtEl>
                                      </p:cBhvr>
                                    </p:animEffect>
                                  </p:childTnLst>
                                </p:cTn>
                              </p:par>
                            </p:childTnLst>
                          </p:cTn>
                        </p:par>
                        <p:par>
                          <p:cTn id="112" fill="hold">
                            <p:stCondLst>
                              <p:cond delay="12000"/>
                            </p:stCondLst>
                            <p:childTnLst>
                              <p:par>
                                <p:cTn id="113" presetID="22" presetClass="entr" presetSubtype="8" fill="hold" grpId="0" nodeType="afterEffect">
                                  <p:stCondLst>
                                    <p:cond delay="0"/>
                                  </p:stCondLst>
                                  <p:childTnLst>
                                    <p:set>
                                      <p:cBhvr>
                                        <p:cTn id="114" dur="1" fill="hold">
                                          <p:stCondLst>
                                            <p:cond delay="0"/>
                                          </p:stCondLst>
                                        </p:cTn>
                                        <p:tgtEl>
                                          <p:spTgt spid="85">
                                            <p:txEl>
                                              <p:pRg st="0" end="0"/>
                                            </p:txEl>
                                          </p:spTgt>
                                        </p:tgtEl>
                                        <p:attrNameLst>
                                          <p:attrName>style.visibility</p:attrName>
                                        </p:attrNameLst>
                                      </p:cBhvr>
                                      <p:to>
                                        <p:strVal val="visible"/>
                                      </p:to>
                                    </p:set>
                                    <p:animEffect transition="in" filter="wipe(left)">
                                      <p:cBhvr>
                                        <p:cTn id="115" dur="500"/>
                                        <p:tgtEl>
                                          <p:spTgt spid="85">
                                            <p:txEl>
                                              <p:pRg st="0" end="0"/>
                                            </p:txEl>
                                          </p:spTgt>
                                        </p:tgtEl>
                                      </p:cBhvr>
                                    </p:animEffect>
                                  </p:childTnLst>
                                </p:cTn>
                              </p:par>
                            </p:childTnLst>
                          </p:cTn>
                        </p:par>
                        <p:par>
                          <p:cTn id="116" fill="hold">
                            <p:stCondLst>
                              <p:cond delay="12500"/>
                            </p:stCondLst>
                            <p:childTnLst>
                              <p:par>
                                <p:cTn id="117" presetID="22" presetClass="entr" presetSubtype="8" fill="hold" grpId="0" nodeType="afterEffect">
                                  <p:stCondLst>
                                    <p:cond delay="0"/>
                                  </p:stCondLst>
                                  <p:childTnLst>
                                    <p:set>
                                      <p:cBhvr>
                                        <p:cTn id="118" dur="1" fill="hold">
                                          <p:stCondLst>
                                            <p:cond delay="0"/>
                                          </p:stCondLst>
                                        </p:cTn>
                                        <p:tgtEl>
                                          <p:spTgt spid="86">
                                            <p:txEl>
                                              <p:pRg st="0" end="0"/>
                                            </p:txEl>
                                          </p:spTgt>
                                        </p:tgtEl>
                                        <p:attrNameLst>
                                          <p:attrName>style.visibility</p:attrName>
                                        </p:attrNameLst>
                                      </p:cBhvr>
                                      <p:to>
                                        <p:strVal val="visible"/>
                                      </p:to>
                                    </p:set>
                                    <p:animEffect transition="in" filter="wipe(left)">
                                      <p:cBhvr>
                                        <p:cTn id="119" dur="500"/>
                                        <p:tgtEl>
                                          <p:spTgt spid="86">
                                            <p:txEl>
                                              <p:pRg st="0" end="0"/>
                                            </p:txEl>
                                          </p:spTgt>
                                        </p:tgtEl>
                                      </p:cBhvr>
                                    </p:animEffect>
                                  </p:childTnLst>
                                </p:cTn>
                              </p:par>
                            </p:childTnLst>
                          </p:cTn>
                        </p:par>
                        <p:par>
                          <p:cTn id="120" fill="hold">
                            <p:stCondLst>
                              <p:cond delay="13000"/>
                            </p:stCondLst>
                            <p:childTnLst>
                              <p:par>
                                <p:cTn id="121" presetID="22" presetClass="entr" presetSubtype="8" fill="hold" grpId="0" nodeType="afterEffect">
                                  <p:stCondLst>
                                    <p:cond delay="0"/>
                                  </p:stCondLst>
                                  <p:childTnLst>
                                    <p:set>
                                      <p:cBhvr>
                                        <p:cTn id="122" dur="1" fill="hold">
                                          <p:stCondLst>
                                            <p:cond delay="0"/>
                                          </p:stCondLst>
                                        </p:cTn>
                                        <p:tgtEl>
                                          <p:spTgt spid="84">
                                            <p:txEl>
                                              <p:pRg st="0" end="0"/>
                                            </p:txEl>
                                          </p:spTgt>
                                        </p:tgtEl>
                                        <p:attrNameLst>
                                          <p:attrName>style.visibility</p:attrName>
                                        </p:attrNameLst>
                                      </p:cBhvr>
                                      <p:to>
                                        <p:strVal val="visible"/>
                                      </p:to>
                                    </p:set>
                                    <p:animEffect transition="in" filter="wipe(left)">
                                      <p:cBhvr>
                                        <p:cTn id="123" dur="500"/>
                                        <p:tgtEl>
                                          <p:spTgt spid="8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14" grpId="0" build="p">
        <p:tmplLst>
          <p:tmpl lvl="1">
            <p:tnLst>
              <p:par>
                <p:cTn presetID="22" presetClass="entr" presetSubtype="8" fill="hold" nodeType="afterEffect">
                  <p:stCondLst>
                    <p:cond delay="0"/>
                  </p:stCondLst>
                  <p:childTnLst>
                    <p:set>
                      <p:cBhvr>
                        <p:cTn dur="1" fill="hold">
                          <p:stCondLst>
                            <p:cond delay="0"/>
                          </p:stCondLst>
                        </p:cTn>
                        <p:tgtEl>
                          <p:spTgt spid="14"/>
                        </p:tgtEl>
                        <p:attrNameLst>
                          <p:attrName>style.visibility</p:attrName>
                        </p:attrNameLst>
                      </p:cBhvr>
                      <p:to>
                        <p:strVal val="visible"/>
                      </p:to>
                    </p:set>
                    <p:animEffect transition="in" filter="wipe(left)">
                      <p:cBhvr>
                        <p:cTn dur="500"/>
                        <p:tgtEl>
                          <p:spTgt spid="14"/>
                        </p:tgtEl>
                      </p:cBhvr>
                    </p:animEffect>
                  </p:childTnLst>
                </p:cTn>
              </p:par>
            </p:tnLst>
          </p:tmpl>
        </p:tmplLst>
      </p:bldP>
      <p:bldP spid="22" grpId="0" build="p">
        <p:tmplLst>
          <p:tmpl lvl="1">
            <p:tnLst>
              <p:par>
                <p:cTn presetID="22" presetClass="entr" presetSubtype="8" fill="hold" nodeType="afterEffect">
                  <p:stCondLst>
                    <p:cond delay="0"/>
                  </p:stCondLst>
                  <p:childTnLst>
                    <p:set>
                      <p:cBhvr>
                        <p:cTn dur="1" fill="hold">
                          <p:stCondLst>
                            <p:cond delay="0"/>
                          </p:stCondLst>
                        </p:cTn>
                        <p:tgtEl>
                          <p:spTgt spid="22"/>
                        </p:tgtEl>
                        <p:attrNameLst>
                          <p:attrName>style.visibility</p:attrName>
                        </p:attrNameLst>
                      </p:cBhvr>
                      <p:to>
                        <p:strVal val="visible"/>
                      </p:to>
                    </p:set>
                    <p:animEffect transition="in" filter="wipe(left)">
                      <p:cBhvr>
                        <p:cTn dur="500"/>
                        <p:tgtEl>
                          <p:spTgt spid="22"/>
                        </p:tgtEl>
                      </p:cBhvr>
                    </p:animEffect>
                  </p:childTnLst>
                </p:cTn>
              </p:par>
            </p:tnLst>
          </p:tmpl>
        </p:tmplLst>
      </p:bldP>
      <p:bldP spid="43" grpId="0" build="p">
        <p:tmplLst>
          <p:tmpl lvl="1">
            <p:tnLst>
              <p:par>
                <p:cTn presetID="22" presetClass="entr" presetSubtype="8" fill="hold" nodeType="afterEffect">
                  <p:stCondLst>
                    <p:cond delay="0"/>
                  </p:stCondLst>
                  <p:childTnLst>
                    <p:set>
                      <p:cBhvr>
                        <p:cTn dur="1" fill="hold">
                          <p:stCondLst>
                            <p:cond delay="0"/>
                          </p:stCondLst>
                        </p:cTn>
                        <p:tgtEl>
                          <p:spTgt spid="43"/>
                        </p:tgtEl>
                        <p:attrNameLst>
                          <p:attrName>style.visibility</p:attrName>
                        </p:attrNameLst>
                      </p:cBhvr>
                      <p:to>
                        <p:strVal val="visible"/>
                      </p:to>
                    </p:set>
                    <p:animEffect transition="in" filter="wipe(left)">
                      <p:cBhvr>
                        <p:cTn dur="500"/>
                        <p:tgtEl>
                          <p:spTgt spid="43"/>
                        </p:tgtEl>
                      </p:cBhvr>
                    </p:animEffect>
                  </p:childTnLst>
                </p:cTn>
              </p:par>
            </p:tnLst>
          </p:tmpl>
        </p:tmplLst>
      </p:bldP>
      <p:bldP spid="66" grpId="0" animBg="1"/>
      <p:bldP spid="67" grpId="0" build="p">
        <p:tmplLst>
          <p:tmpl lvl="1">
            <p:tnLst>
              <p:par>
                <p:cTn presetID="22" presetClass="entr" presetSubtype="8" fill="hold" nodeType="afterEffect">
                  <p:stCondLst>
                    <p:cond delay="0"/>
                  </p:stCondLst>
                  <p:childTnLst>
                    <p:set>
                      <p:cBhvr>
                        <p:cTn dur="1" fill="hold">
                          <p:stCondLst>
                            <p:cond delay="0"/>
                          </p:stCondLst>
                        </p:cTn>
                        <p:tgtEl>
                          <p:spTgt spid="67"/>
                        </p:tgtEl>
                        <p:attrNameLst>
                          <p:attrName>style.visibility</p:attrName>
                        </p:attrNameLst>
                      </p:cBhvr>
                      <p:to>
                        <p:strVal val="visible"/>
                      </p:to>
                    </p:set>
                    <p:animEffect transition="in" filter="wipe(left)">
                      <p:cBhvr>
                        <p:cTn dur="500"/>
                        <p:tgtEl>
                          <p:spTgt spid="67"/>
                        </p:tgtEl>
                      </p:cBhvr>
                    </p:animEffect>
                  </p:childTnLst>
                </p:cTn>
              </p:par>
            </p:tnLst>
          </p:tmpl>
        </p:tmplLst>
      </p:bldP>
      <p:bldP spid="68" grpId="0" build="p">
        <p:tmplLst>
          <p:tmpl lvl="1">
            <p:tnLst>
              <p:par>
                <p:cTn presetID="22" presetClass="entr" presetSubtype="8" fill="hold" nodeType="afterEffect">
                  <p:stCondLst>
                    <p:cond delay="0"/>
                  </p:stCondLst>
                  <p:childTnLst>
                    <p:set>
                      <p:cBhvr>
                        <p:cTn dur="1" fill="hold">
                          <p:stCondLst>
                            <p:cond delay="0"/>
                          </p:stCondLst>
                        </p:cTn>
                        <p:tgtEl>
                          <p:spTgt spid="68"/>
                        </p:tgtEl>
                        <p:attrNameLst>
                          <p:attrName>style.visibility</p:attrName>
                        </p:attrNameLst>
                      </p:cBhvr>
                      <p:to>
                        <p:strVal val="visible"/>
                      </p:to>
                    </p:set>
                    <p:animEffect transition="in" filter="wipe(left)">
                      <p:cBhvr>
                        <p:cTn dur="500"/>
                        <p:tgtEl>
                          <p:spTgt spid="68"/>
                        </p:tgtEl>
                      </p:cBhvr>
                    </p:animEffect>
                  </p:childTnLst>
                </p:cTn>
              </p:par>
            </p:tnLst>
          </p:tmpl>
        </p:tmplLst>
      </p:bldP>
      <p:bldP spid="69" grpId="0" build="p">
        <p:tmplLst>
          <p:tmpl lvl="1">
            <p:tnLst>
              <p:par>
                <p:cTn presetID="22" presetClass="entr" presetSubtype="8" fill="hold" nodeType="afterEffect">
                  <p:stCondLst>
                    <p:cond delay="0"/>
                  </p:stCondLst>
                  <p:childTnLst>
                    <p:set>
                      <p:cBhvr>
                        <p:cTn dur="1" fill="hold">
                          <p:stCondLst>
                            <p:cond delay="0"/>
                          </p:stCondLst>
                        </p:cTn>
                        <p:tgtEl>
                          <p:spTgt spid="69"/>
                        </p:tgtEl>
                        <p:attrNameLst>
                          <p:attrName>style.visibility</p:attrName>
                        </p:attrNameLst>
                      </p:cBhvr>
                      <p:to>
                        <p:strVal val="visible"/>
                      </p:to>
                    </p:set>
                    <p:animEffect transition="in" filter="wipe(left)">
                      <p:cBhvr>
                        <p:cTn dur="500"/>
                        <p:tgtEl>
                          <p:spTgt spid="69"/>
                        </p:tgtEl>
                      </p:cBhvr>
                    </p:animEffect>
                  </p:childTnLst>
                </p:cTn>
              </p:par>
            </p:tnLst>
          </p:tmpl>
        </p:tmplLst>
      </p:bldP>
      <p:bldP spid="71" grpId="0" animBg="1"/>
      <p:bldP spid="72" grpId="0" build="p">
        <p:tmplLst>
          <p:tmpl lvl="1">
            <p:tnLst>
              <p:par>
                <p:cTn presetID="22" presetClass="entr" presetSubtype="8" fill="hold" nodeType="afterEffect">
                  <p:stCondLst>
                    <p:cond delay="0"/>
                  </p:stCondLst>
                  <p:childTnLst>
                    <p:set>
                      <p:cBhvr>
                        <p:cTn dur="1" fill="hold">
                          <p:stCondLst>
                            <p:cond delay="0"/>
                          </p:stCondLst>
                        </p:cTn>
                        <p:tgtEl>
                          <p:spTgt spid="72"/>
                        </p:tgtEl>
                        <p:attrNameLst>
                          <p:attrName>style.visibility</p:attrName>
                        </p:attrNameLst>
                      </p:cBhvr>
                      <p:to>
                        <p:strVal val="visible"/>
                      </p:to>
                    </p:set>
                    <p:animEffect transition="in" filter="wipe(left)">
                      <p:cBhvr>
                        <p:cTn dur="500"/>
                        <p:tgtEl>
                          <p:spTgt spid="72"/>
                        </p:tgtEl>
                      </p:cBhvr>
                    </p:animEffect>
                  </p:childTnLst>
                </p:cTn>
              </p:par>
            </p:tnLst>
          </p:tmpl>
        </p:tmplLst>
      </p:bldP>
      <p:bldP spid="73" grpId="0" build="p">
        <p:tmplLst>
          <p:tmpl lvl="1">
            <p:tnLst>
              <p:par>
                <p:cTn presetID="22" presetClass="entr" presetSubtype="8" fill="hold" nodeType="afterEffect">
                  <p:stCondLst>
                    <p:cond delay="0"/>
                  </p:stCondLst>
                  <p:childTnLst>
                    <p:set>
                      <p:cBhvr>
                        <p:cTn dur="1" fill="hold">
                          <p:stCondLst>
                            <p:cond delay="0"/>
                          </p:stCondLst>
                        </p:cTn>
                        <p:tgtEl>
                          <p:spTgt spid="73"/>
                        </p:tgtEl>
                        <p:attrNameLst>
                          <p:attrName>style.visibility</p:attrName>
                        </p:attrNameLst>
                      </p:cBhvr>
                      <p:to>
                        <p:strVal val="visible"/>
                      </p:to>
                    </p:set>
                    <p:animEffect transition="in" filter="wipe(left)">
                      <p:cBhvr>
                        <p:cTn dur="500"/>
                        <p:tgtEl>
                          <p:spTgt spid="73"/>
                        </p:tgtEl>
                      </p:cBhvr>
                    </p:animEffect>
                  </p:childTnLst>
                </p:cTn>
              </p:par>
            </p:tnLst>
          </p:tmpl>
        </p:tmplLst>
      </p:bldP>
      <p:bldP spid="74" grpId="0" build="p">
        <p:tmplLst>
          <p:tmpl lvl="1">
            <p:tnLst>
              <p:par>
                <p:cTn presetID="22" presetClass="entr" presetSubtype="8" fill="hold" nodeType="afterEffect">
                  <p:stCondLst>
                    <p:cond delay="0"/>
                  </p:stCondLst>
                  <p:childTnLst>
                    <p:set>
                      <p:cBhvr>
                        <p:cTn dur="1" fill="hold">
                          <p:stCondLst>
                            <p:cond delay="0"/>
                          </p:stCondLst>
                        </p:cTn>
                        <p:tgtEl>
                          <p:spTgt spid="74"/>
                        </p:tgtEl>
                        <p:attrNameLst>
                          <p:attrName>style.visibility</p:attrName>
                        </p:attrNameLst>
                      </p:cBhvr>
                      <p:to>
                        <p:strVal val="visible"/>
                      </p:to>
                    </p:set>
                    <p:animEffect transition="in" filter="wipe(left)">
                      <p:cBhvr>
                        <p:cTn dur="500"/>
                        <p:tgtEl>
                          <p:spTgt spid="74"/>
                        </p:tgtEl>
                      </p:cBhvr>
                    </p:animEffect>
                  </p:childTnLst>
                </p:cTn>
              </p:par>
            </p:tnLst>
          </p:tmpl>
        </p:tmplLst>
      </p:bldP>
      <p:bldP spid="75" grpId="0" animBg="1"/>
      <p:bldP spid="76" grpId="0" build="p">
        <p:tmplLst>
          <p:tmpl lvl="1">
            <p:tnLst>
              <p:par>
                <p:cTn presetID="22" presetClass="entr" presetSubtype="8" fill="hold" nodeType="afterEffect">
                  <p:stCondLst>
                    <p:cond delay="0"/>
                  </p:stCondLst>
                  <p:childTnLst>
                    <p:set>
                      <p:cBhvr>
                        <p:cTn dur="1" fill="hold">
                          <p:stCondLst>
                            <p:cond delay="0"/>
                          </p:stCondLst>
                        </p:cTn>
                        <p:tgtEl>
                          <p:spTgt spid="76"/>
                        </p:tgtEl>
                        <p:attrNameLst>
                          <p:attrName>style.visibility</p:attrName>
                        </p:attrNameLst>
                      </p:cBhvr>
                      <p:to>
                        <p:strVal val="visible"/>
                      </p:to>
                    </p:set>
                    <p:animEffect transition="in" filter="wipe(left)">
                      <p:cBhvr>
                        <p:cTn dur="500"/>
                        <p:tgtEl>
                          <p:spTgt spid="76"/>
                        </p:tgtEl>
                      </p:cBhvr>
                    </p:animEffect>
                  </p:childTnLst>
                </p:cTn>
              </p:par>
            </p:tnLst>
          </p:tmpl>
        </p:tmplLst>
      </p:bldP>
      <p:bldP spid="77" grpId="0" build="p">
        <p:tmplLst>
          <p:tmpl lvl="1">
            <p:tnLst>
              <p:par>
                <p:cTn presetID="22" presetClass="entr" presetSubtype="8" fill="hold" nodeType="afterEffect">
                  <p:stCondLst>
                    <p:cond delay="0"/>
                  </p:stCondLst>
                  <p:childTnLst>
                    <p:set>
                      <p:cBhvr>
                        <p:cTn dur="1" fill="hold">
                          <p:stCondLst>
                            <p:cond delay="0"/>
                          </p:stCondLst>
                        </p:cTn>
                        <p:tgtEl>
                          <p:spTgt spid="77"/>
                        </p:tgtEl>
                        <p:attrNameLst>
                          <p:attrName>style.visibility</p:attrName>
                        </p:attrNameLst>
                      </p:cBhvr>
                      <p:to>
                        <p:strVal val="visible"/>
                      </p:to>
                    </p:set>
                    <p:animEffect transition="in" filter="wipe(left)">
                      <p:cBhvr>
                        <p:cTn dur="500"/>
                        <p:tgtEl>
                          <p:spTgt spid="77"/>
                        </p:tgtEl>
                      </p:cBhvr>
                    </p:animEffect>
                  </p:childTnLst>
                </p:cTn>
              </p:par>
            </p:tnLst>
          </p:tmpl>
        </p:tmplLst>
      </p:bldP>
      <p:bldP spid="78" grpId="0" build="p">
        <p:tmplLst>
          <p:tmpl lvl="1">
            <p:tnLst>
              <p:par>
                <p:cTn presetID="22" presetClass="entr" presetSubtype="8" fill="hold" nodeType="afterEffect">
                  <p:stCondLst>
                    <p:cond delay="0"/>
                  </p:stCondLst>
                  <p:childTnLst>
                    <p:set>
                      <p:cBhvr>
                        <p:cTn dur="1" fill="hold">
                          <p:stCondLst>
                            <p:cond delay="0"/>
                          </p:stCondLst>
                        </p:cTn>
                        <p:tgtEl>
                          <p:spTgt spid="78"/>
                        </p:tgtEl>
                        <p:attrNameLst>
                          <p:attrName>style.visibility</p:attrName>
                        </p:attrNameLst>
                      </p:cBhvr>
                      <p:to>
                        <p:strVal val="visible"/>
                      </p:to>
                    </p:set>
                    <p:animEffect transition="in" filter="wipe(left)">
                      <p:cBhvr>
                        <p:cTn dur="500"/>
                        <p:tgtEl>
                          <p:spTgt spid="78"/>
                        </p:tgtEl>
                      </p:cBhvr>
                    </p:animEffect>
                  </p:childTnLst>
                </p:cTn>
              </p:par>
            </p:tnLst>
          </p:tmpl>
        </p:tmplLst>
      </p:bldP>
      <p:bldP spid="79" grpId="0" animBg="1"/>
      <p:bldP spid="80" grpId="0" build="p">
        <p:tmplLst>
          <p:tmpl lvl="1">
            <p:tnLst>
              <p:par>
                <p:cTn presetID="22" presetClass="entr" presetSubtype="8" fill="hold" nodeType="afterEffect">
                  <p:stCondLst>
                    <p:cond delay="0"/>
                  </p:stCondLst>
                  <p:childTnLst>
                    <p:set>
                      <p:cBhvr>
                        <p:cTn dur="1" fill="hold">
                          <p:stCondLst>
                            <p:cond delay="0"/>
                          </p:stCondLst>
                        </p:cTn>
                        <p:tgtEl>
                          <p:spTgt spid="80"/>
                        </p:tgtEl>
                        <p:attrNameLst>
                          <p:attrName>style.visibility</p:attrName>
                        </p:attrNameLst>
                      </p:cBhvr>
                      <p:to>
                        <p:strVal val="visible"/>
                      </p:to>
                    </p:set>
                    <p:animEffect transition="in" filter="wipe(left)">
                      <p:cBhvr>
                        <p:cTn dur="500"/>
                        <p:tgtEl>
                          <p:spTgt spid="80"/>
                        </p:tgtEl>
                      </p:cBhvr>
                    </p:animEffect>
                  </p:childTnLst>
                </p:cTn>
              </p:par>
            </p:tnLst>
          </p:tmpl>
        </p:tmplLst>
      </p:bldP>
      <p:bldP spid="81" grpId="0" build="p">
        <p:tmplLst>
          <p:tmpl lvl="1">
            <p:tnLst>
              <p:par>
                <p:cTn presetID="22" presetClass="entr" presetSubtype="8" fill="hold" nodeType="afterEffect">
                  <p:stCondLst>
                    <p:cond delay="0"/>
                  </p:stCondLst>
                  <p:childTnLst>
                    <p:set>
                      <p:cBhvr>
                        <p:cTn dur="1" fill="hold">
                          <p:stCondLst>
                            <p:cond delay="0"/>
                          </p:stCondLst>
                        </p:cTn>
                        <p:tgtEl>
                          <p:spTgt spid="81"/>
                        </p:tgtEl>
                        <p:attrNameLst>
                          <p:attrName>style.visibility</p:attrName>
                        </p:attrNameLst>
                      </p:cBhvr>
                      <p:to>
                        <p:strVal val="visible"/>
                      </p:to>
                    </p:set>
                    <p:animEffect transition="in" filter="wipe(left)">
                      <p:cBhvr>
                        <p:cTn dur="500"/>
                        <p:tgtEl>
                          <p:spTgt spid="81"/>
                        </p:tgtEl>
                      </p:cBhvr>
                    </p:animEffect>
                  </p:childTnLst>
                </p:cTn>
              </p:par>
            </p:tnLst>
          </p:tmpl>
        </p:tmplLst>
      </p:bldP>
      <p:bldP spid="82" grpId="0" build="p">
        <p:tmplLst>
          <p:tmpl lvl="1">
            <p:tnLst>
              <p:par>
                <p:cTn presetID="22" presetClass="entr" presetSubtype="8" fill="hold" nodeType="afterEffect">
                  <p:stCondLst>
                    <p:cond delay="0"/>
                  </p:stCondLst>
                  <p:childTnLst>
                    <p:set>
                      <p:cBhvr>
                        <p:cTn dur="1" fill="hold">
                          <p:stCondLst>
                            <p:cond delay="0"/>
                          </p:stCondLst>
                        </p:cTn>
                        <p:tgtEl>
                          <p:spTgt spid="82"/>
                        </p:tgtEl>
                        <p:attrNameLst>
                          <p:attrName>style.visibility</p:attrName>
                        </p:attrNameLst>
                      </p:cBhvr>
                      <p:to>
                        <p:strVal val="visible"/>
                      </p:to>
                    </p:set>
                    <p:animEffect transition="in" filter="wipe(left)">
                      <p:cBhvr>
                        <p:cTn dur="500"/>
                        <p:tgtEl>
                          <p:spTgt spid="82"/>
                        </p:tgtEl>
                      </p:cBhvr>
                    </p:animEffect>
                  </p:childTnLst>
                </p:cTn>
              </p:par>
            </p:tnLst>
          </p:tmpl>
        </p:tmplLst>
      </p:bldP>
      <p:bldP spid="83" grpId="0" animBg="1"/>
      <p:bldP spid="84" grpId="0" build="p">
        <p:tmplLst>
          <p:tmpl lvl="1">
            <p:tnLst>
              <p:par>
                <p:cTn presetID="22" presetClass="entr" presetSubtype="8" fill="hold" nodeType="afterEffect">
                  <p:stCondLst>
                    <p:cond delay="0"/>
                  </p:stCondLst>
                  <p:childTnLst>
                    <p:set>
                      <p:cBhvr>
                        <p:cTn dur="1" fill="hold">
                          <p:stCondLst>
                            <p:cond delay="0"/>
                          </p:stCondLst>
                        </p:cTn>
                        <p:tgtEl>
                          <p:spTgt spid="84"/>
                        </p:tgtEl>
                        <p:attrNameLst>
                          <p:attrName>style.visibility</p:attrName>
                        </p:attrNameLst>
                      </p:cBhvr>
                      <p:to>
                        <p:strVal val="visible"/>
                      </p:to>
                    </p:set>
                    <p:animEffect transition="in" filter="wipe(left)">
                      <p:cBhvr>
                        <p:cTn dur="500"/>
                        <p:tgtEl>
                          <p:spTgt spid="84"/>
                        </p:tgtEl>
                      </p:cBhvr>
                    </p:animEffect>
                  </p:childTnLst>
                </p:cTn>
              </p:par>
            </p:tnLst>
          </p:tmpl>
        </p:tmplLst>
      </p:bldP>
      <p:bldP spid="85" grpId="0" build="p">
        <p:tmplLst>
          <p:tmpl lvl="1">
            <p:tnLst>
              <p:par>
                <p:cTn presetID="22" presetClass="entr" presetSubtype="8" fill="hold" nodeType="afterEffect">
                  <p:stCondLst>
                    <p:cond delay="0"/>
                  </p:stCondLst>
                  <p:childTnLst>
                    <p:set>
                      <p:cBhvr>
                        <p:cTn dur="1" fill="hold">
                          <p:stCondLst>
                            <p:cond delay="0"/>
                          </p:stCondLst>
                        </p:cTn>
                        <p:tgtEl>
                          <p:spTgt spid="85"/>
                        </p:tgtEl>
                        <p:attrNameLst>
                          <p:attrName>style.visibility</p:attrName>
                        </p:attrNameLst>
                      </p:cBhvr>
                      <p:to>
                        <p:strVal val="visible"/>
                      </p:to>
                    </p:set>
                    <p:animEffect transition="in" filter="wipe(left)">
                      <p:cBhvr>
                        <p:cTn dur="500"/>
                        <p:tgtEl>
                          <p:spTgt spid="85"/>
                        </p:tgtEl>
                      </p:cBhvr>
                    </p:animEffect>
                  </p:childTnLst>
                </p:cTn>
              </p:par>
            </p:tnLst>
          </p:tmpl>
        </p:tmplLst>
      </p:bldP>
      <p:bldP spid="86" grpId="0" build="p">
        <p:tmplLst>
          <p:tmpl lvl="1">
            <p:tnLst>
              <p:par>
                <p:cTn presetID="22" presetClass="entr" presetSubtype="8" fill="hold" nodeType="afterEffect">
                  <p:stCondLst>
                    <p:cond delay="0"/>
                  </p:stCondLst>
                  <p:childTnLst>
                    <p:set>
                      <p:cBhvr>
                        <p:cTn dur="1" fill="hold">
                          <p:stCondLst>
                            <p:cond delay="0"/>
                          </p:stCondLst>
                        </p:cTn>
                        <p:tgtEl>
                          <p:spTgt spid="86"/>
                        </p:tgtEl>
                        <p:attrNameLst>
                          <p:attrName>style.visibility</p:attrName>
                        </p:attrNameLst>
                      </p:cBhvr>
                      <p:to>
                        <p:strVal val="visible"/>
                      </p:to>
                    </p:set>
                    <p:animEffect transition="in" filter="wipe(left)">
                      <p:cBhvr>
                        <p:cTn dur="500"/>
                        <p:tgtEl>
                          <p:spTgt spid="86"/>
                        </p:tgtEl>
                      </p:cBhvr>
                    </p:animEffect>
                  </p:childTnLst>
                </p:cTn>
              </p:par>
            </p:tnLst>
          </p:tmpl>
        </p:tmplLst>
      </p:bldP>
    </p:bldLst>
  </p:timing>
</p:sldLayout>
</file>

<file path=ppt/slideLayouts/slideLayout243.xml><?xml version="1.0" encoding="utf-8"?>
<p:sldLayout xmlns:a="http://schemas.openxmlformats.org/drawingml/2006/main" xmlns:r="http://schemas.openxmlformats.org/officeDocument/2006/relationships" xmlns:p="http://schemas.openxmlformats.org/presentationml/2006/main" userDrawn="1">
  <p:cSld name="3_mock_up">
    <p:spTree>
      <p:nvGrpSpPr>
        <p:cNvPr id="1" name=""/>
        <p:cNvGrpSpPr/>
        <p:nvPr/>
      </p:nvGrpSpPr>
      <p:grpSpPr>
        <a:xfrm>
          <a:off x="0" y="0"/>
          <a:ext cx="0" cy="0"/>
          <a:chOff x="0" y="0"/>
          <a:chExt cx="0" cy="0"/>
        </a:xfrm>
      </p:grpSpPr>
      <p:pic>
        <p:nvPicPr>
          <p:cNvPr id="9" name="Picture 8" descr="iPhone-Mockup-PSD.png"/>
          <p:cNvPicPr>
            <a:picLocks noChangeAspect="1"/>
          </p:cNvPicPr>
          <p:nvPr userDrawn="1"/>
        </p:nvPicPr>
        <p:blipFill>
          <a:blip r:embed="rId2" cstate="print"/>
          <a:stretch>
            <a:fillRect/>
          </a:stretch>
        </p:blipFill>
        <p:spPr>
          <a:xfrm>
            <a:off x="7245800" y="1038045"/>
            <a:ext cx="4946201" cy="5819955"/>
          </a:xfrm>
          <a:prstGeom prst="rect">
            <a:avLst/>
          </a:prstGeom>
        </p:spPr>
      </p:pic>
      <p:sp>
        <p:nvSpPr>
          <p:cNvPr id="8" name="Picture Placeholder 7"/>
          <p:cNvSpPr>
            <a:spLocks noGrp="1"/>
          </p:cNvSpPr>
          <p:nvPr>
            <p:ph type="pic" sz="quarter" idx="44" hasCustomPrompt="1"/>
          </p:nvPr>
        </p:nvSpPr>
        <p:spPr>
          <a:xfrm rot="20354325">
            <a:off x="8073533" y="1846781"/>
            <a:ext cx="1926336" cy="3401568"/>
          </a:xfrm>
          <a:prstGeom prst="rect">
            <a:avLst/>
          </a:prstGeom>
          <a:ln w="3175">
            <a:noFill/>
          </a:ln>
        </p:spPr>
        <p:txBody>
          <a:bodyPr wrap="none" tIns="0" bIns="640080" anchor="b"/>
          <a:lstStyle>
            <a:lvl1pPr algn="ctr" rtl="0">
              <a:buNone/>
              <a:defRPr sz="1467" b="1">
                <a:solidFill>
                  <a:schemeClr val="bg1"/>
                </a:solidFill>
              </a:defRPr>
            </a:lvl1pPr>
          </a:lstStyle>
          <a:p>
            <a:r>
              <a:rPr lang="en-US" dirty="0" smtClean="0"/>
              <a:t>Click Icon To Add Image </a:t>
            </a:r>
            <a:endParaRPr lang="en-US" dirty="0"/>
          </a:p>
        </p:txBody>
      </p:sp>
      <p:sp>
        <p:nvSpPr>
          <p:cNvPr id="10"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1"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88380266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2" fill="hold" nodeType="after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slide(fromRight)">
                                      <p:cBhvr>
                                        <p:cTn id="7" dur="500"/>
                                        <p:tgtEl>
                                          <p:spTgt spid="9"/>
                                        </p:tgtEl>
                                      </p:cBhvr>
                                    </p:animEffect>
                                  </p:childTnLst>
                                </p:cTn>
                              </p:par>
                            </p:childTnLst>
                          </p:cTn>
                        </p:par>
                        <p:par>
                          <p:cTn id="8" fill="hold">
                            <p:stCondLst>
                              <p:cond delay="500"/>
                            </p:stCondLst>
                            <p:childTnLst>
                              <p:par>
                                <p:cTn id="9" presetID="16" presetClass="entr" presetSubtype="42" fill="hold" grpId="0" nodeType="afterEffect">
                                  <p:stCondLst>
                                    <p:cond delay="0"/>
                                  </p:stCondLst>
                                  <p:childTnLst>
                                    <p:set>
                                      <p:cBhvr>
                                        <p:cTn id="10" dur="1" fill="hold">
                                          <p:stCondLst>
                                            <p:cond delay="0"/>
                                          </p:stCondLst>
                                        </p:cTn>
                                        <p:tgtEl>
                                          <p:spTgt spid="8"/>
                                        </p:tgtEl>
                                        <p:attrNameLst>
                                          <p:attrName>style.visibility</p:attrName>
                                        </p:attrNameLst>
                                      </p:cBhvr>
                                      <p:to>
                                        <p:strVal val="visible"/>
                                      </p:to>
                                    </p:set>
                                    <p:animEffect transition="in" filter="barn(outHorizontal)">
                                      <p:cBhvr>
                                        <p:cTn id="11"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Layout>
</file>

<file path=ppt/slideLayouts/slideLayout244.xml><?xml version="1.0" encoding="utf-8"?>
<p:sldLayout xmlns:a="http://schemas.openxmlformats.org/drawingml/2006/main" xmlns:r="http://schemas.openxmlformats.org/officeDocument/2006/relationships" xmlns:p="http://schemas.openxmlformats.org/presentationml/2006/main" userDrawn="1">
  <p:cSld name="MockUp02">
    <p:spTree>
      <p:nvGrpSpPr>
        <p:cNvPr id="1" name=""/>
        <p:cNvGrpSpPr/>
        <p:nvPr/>
      </p:nvGrpSpPr>
      <p:grpSpPr>
        <a:xfrm>
          <a:off x="0" y="0"/>
          <a:ext cx="0" cy="0"/>
          <a:chOff x="0" y="0"/>
          <a:chExt cx="0" cy="0"/>
        </a:xfrm>
      </p:grpSpPr>
      <p:grpSp>
        <p:nvGrpSpPr>
          <p:cNvPr id="14" name="Group 13"/>
          <p:cNvGrpSpPr/>
          <p:nvPr userDrawn="1"/>
        </p:nvGrpSpPr>
        <p:grpSpPr>
          <a:xfrm>
            <a:off x="1017225" y="1805652"/>
            <a:ext cx="2119568" cy="3947448"/>
            <a:chOff x="6140449" y="1116114"/>
            <a:chExt cx="1927226" cy="3589236"/>
          </a:xfrm>
        </p:grpSpPr>
        <p:sp>
          <p:nvSpPr>
            <p:cNvPr id="15" name="Rectangle 14"/>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18"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sp>
        <p:nvSpPr>
          <p:cNvPr id="20" name="Picture Placeholder 7"/>
          <p:cNvSpPr>
            <a:spLocks noGrp="1"/>
          </p:cNvSpPr>
          <p:nvPr>
            <p:ph type="pic" sz="quarter" idx="10" hasCustomPrompt="1"/>
          </p:nvPr>
        </p:nvSpPr>
        <p:spPr>
          <a:xfrm>
            <a:off x="1155154" y="2360476"/>
            <a:ext cx="1843707" cy="2793309"/>
          </a:xfrm>
          <a:prstGeom prst="rect">
            <a:avLst/>
          </a:prstGeom>
          <a:solidFill>
            <a:schemeClr val="bg1">
              <a:lumMod val="95000"/>
            </a:schemeClr>
          </a:solidFill>
          <a:ln>
            <a:noFill/>
          </a:ln>
        </p:spPr>
        <p:txBody>
          <a:bodyPr bIns="457200" anchor="b"/>
          <a:lstStyle>
            <a:lvl1pPr algn="ctr" rtl="0">
              <a:buNone/>
              <a:defRPr sz="1467">
                <a:solidFill>
                  <a:schemeClr val="tx1">
                    <a:lumMod val="50000"/>
                    <a:lumOff val="50000"/>
                  </a:schemeClr>
                </a:solidFill>
              </a:defRPr>
            </a:lvl1pPr>
          </a:lstStyle>
          <a:p>
            <a:r>
              <a:rPr lang="en-US" dirty="0" smtClean="0"/>
              <a:t>Image Holder</a:t>
            </a:r>
            <a:endParaRPr lang="en-US" dirty="0"/>
          </a:p>
        </p:txBody>
      </p:sp>
      <p:sp>
        <p:nvSpPr>
          <p:cNvPr id="8"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9"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12" name="Text Placeholder 3"/>
          <p:cNvSpPr>
            <a:spLocks noGrp="1"/>
          </p:cNvSpPr>
          <p:nvPr>
            <p:ph type="body" sz="half" idx="17" hasCustomPrompt="1"/>
          </p:nvPr>
        </p:nvSpPr>
        <p:spPr>
          <a:xfrm>
            <a:off x="959408" y="6017541"/>
            <a:ext cx="2235200" cy="265617"/>
          </a:xfrm>
          <a:prstGeom prst="rect">
            <a:avLst/>
          </a:prstGeom>
        </p:spPr>
        <p:txBody>
          <a:bodyPr wrap="square" lIns="0" tIns="0" rIns="0" bIns="0" anchor="ctr">
            <a:noAutofit/>
          </a:bodyPr>
          <a:lstStyle>
            <a:lvl1pPr marL="0" indent="0" algn="ctr">
              <a:buNone/>
              <a:defRPr sz="18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grpSp>
        <p:nvGrpSpPr>
          <p:cNvPr id="13" name="Group 12"/>
          <p:cNvGrpSpPr/>
          <p:nvPr userDrawn="1"/>
        </p:nvGrpSpPr>
        <p:grpSpPr>
          <a:xfrm>
            <a:off x="3581711" y="3376472"/>
            <a:ext cx="795864" cy="805808"/>
            <a:chOff x="6184901" y="4203700"/>
            <a:chExt cx="254000" cy="257175"/>
          </a:xfrm>
          <a:solidFill>
            <a:schemeClr val="bg1">
              <a:lumMod val="75000"/>
            </a:schemeClr>
          </a:solidFill>
        </p:grpSpPr>
        <p:sp>
          <p:nvSpPr>
            <p:cNvPr id="16" name="Freeform 238"/>
            <p:cNvSpPr>
              <a:spLocks noEditPoints="1"/>
            </p:cNvSpPr>
            <p:nvPr/>
          </p:nvSpPr>
          <p:spPr bwMode="auto">
            <a:xfrm>
              <a:off x="6184901" y="4203700"/>
              <a:ext cx="254000" cy="257175"/>
            </a:xfrm>
            <a:custGeom>
              <a:avLst/>
              <a:gdLst/>
              <a:ahLst/>
              <a:cxnLst>
                <a:cxn ang="0">
                  <a:pos x="51" y="7"/>
                </a:cxn>
                <a:cxn ang="0">
                  <a:pos x="94" y="51"/>
                </a:cxn>
                <a:cxn ang="0">
                  <a:pos x="51" y="94"/>
                </a:cxn>
                <a:cxn ang="0">
                  <a:pos x="7" y="51"/>
                </a:cxn>
                <a:cxn ang="0">
                  <a:pos x="51" y="7"/>
                </a:cxn>
                <a:cxn ang="0">
                  <a:pos x="51" y="0"/>
                </a:cxn>
                <a:cxn ang="0">
                  <a:pos x="0" y="51"/>
                </a:cxn>
                <a:cxn ang="0">
                  <a:pos x="51" y="102"/>
                </a:cxn>
                <a:cxn ang="0">
                  <a:pos x="101" y="51"/>
                </a:cxn>
                <a:cxn ang="0">
                  <a:pos x="51" y="0"/>
                </a:cxn>
              </a:cxnLst>
              <a:rect l="0" t="0" r="r" b="b"/>
              <a:pathLst>
                <a:path w="101" h="102">
                  <a:moveTo>
                    <a:pt x="51" y="7"/>
                  </a:moveTo>
                  <a:cubicBezTo>
                    <a:pt x="75" y="7"/>
                    <a:pt x="94" y="27"/>
                    <a:pt x="94" y="51"/>
                  </a:cubicBezTo>
                  <a:cubicBezTo>
                    <a:pt x="94" y="75"/>
                    <a:pt x="75" y="94"/>
                    <a:pt x="51" y="94"/>
                  </a:cubicBezTo>
                  <a:cubicBezTo>
                    <a:pt x="27" y="94"/>
                    <a:pt x="7" y="75"/>
                    <a:pt x="7" y="51"/>
                  </a:cubicBezTo>
                  <a:cubicBezTo>
                    <a:pt x="7" y="27"/>
                    <a:pt x="27" y="7"/>
                    <a:pt x="51" y="7"/>
                  </a:cubicBezTo>
                  <a:moveTo>
                    <a:pt x="51" y="0"/>
                  </a:moveTo>
                  <a:cubicBezTo>
                    <a:pt x="23" y="0"/>
                    <a:pt x="0" y="23"/>
                    <a:pt x="0" y="51"/>
                  </a:cubicBezTo>
                  <a:cubicBezTo>
                    <a:pt x="0" y="79"/>
                    <a:pt x="23" y="102"/>
                    <a:pt x="51" y="102"/>
                  </a:cubicBezTo>
                  <a:cubicBezTo>
                    <a:pt x="79" y="102"/>
                    <a:pt x="101" y="79"/>
                    <a:pt x="101" y="51"/>
                  </a:cubicBezTo>
                  <a:cubicBezTo>
                    <a:pt x="101" y="23"/>
                    <a:pt x="79" y="0"/>
                    <a:pt x="5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17" name="Freeform 239"/>
            <p:cNvSpPr>
              <a:spLocks/>
            </p:cNvSpPr>
            <p:nvPr/>
          </p:nvSpPr>
          <p:spPr bwMode="auto">
            <a:xfrm>
              <a:off x="6275388" y="4251325"/>
              <a:ext cx="90488" cy="153988"/>
            </a:xfrm>
            <a:custGeom>
              <a:avLst/>
              <a:gdLst/>
              <a:ahLst/>
              <a:cxnLst>
                <a:cxn ang="0">
                  <a:pos x="0" y="83"/>
                </a:cxn>
                <a:cxn ang="0">
                  <a:pos x="39" y="50"/>
                </a:cxn>
                <a:cxn ang="0">
                  <a:pos x="0" y="16"/>
                </a:cxn>
                <a:cxn ang="0">
                  <a:pos x="0" y="0"/>
                </a:cxn>
                <a:cxn ang="0">
                  <a:pos x="57" y="50"/>
                </a:cxn>
                <a:cxn ang="0">
                  <a:pos x="0" y="97"/>
                </a:cxn>
                <a:cxn ang="0">
                  <a:pos x="0" y="83"/>
                </a:cxn>
              </a:cxnLst>
              <a:rect l="0" t="0" r="r" b="b"/>
              <a:pathLst>
                <a:path w="57" h="97">
                  <a:moveTo>
                    <a:pt x="0" y="83"/>
                  </a:moveTo>
                  <a:lnTo>
                    <a:pt x="39" y="50"/>
                  </a:lnTo>
                  <a:lnTo>
                    <a:pt x="0" y="16"/>
                  </a:lnTo>
                  <a:lnTo>
                    <a:pt x="0" y="0"/>
                  </a:lnTo>
                  <a:lnTo>
                    <a:pt x="57" y="50"/>
                  </a:lnTo>
                  <a:lnTo>
                    <a:pt x="0" y="97"/>
                  </a:lnTo>
                  <a:lnTo>
                    <a:pt x="0" y="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grpSp>
        <p:nvGrpSpPr>
          <p:cNvPr id="19" name="Group 18"/>
          <p:cNvGrpSpPr/>
          <p:nvPr userDrawn="1"/>
        </p:nvGrpSpPr>
        <p:grpSpPr>
          <a:xfrm>
            <a:off x="5029812" y="1805652"/>
            <a:ext cx="2119568" cy="3947448"/>
            <a:chOff x="6140449" y="1116114"/>
            <a:chExt cx="1927226" cy="3589236"/>
          </a:xfrm>
        </p:grpSpPr>
        <p:sp>
          <p:nvSpPr>
            <p:cNvPr id="21" name="Rectangle 20"/>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22"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sp>
        <p:nvSpPr>
          <p:cNvPr id="23" name="Picture Placeholder 7"/>
          <p:cNvSpPr>
            <a:spLocks noGrp="1"/>
          </p:cNvSpPr>
          <p:nvPr>
            <p:ph type="pic" sz="quarter" idx="18" hasCustomPrompt="1"/>
          </p:nvPr>
        </p:nvSpPr>
        <p:spPr>
          <a:xfrm>
            <a:off x="5174147" y="2360476"/>
            <a:ext cx="1843707" cy="2793309"/>
          </a:xfrm>
          <a:prstGeom prst="rect">
            <a:avLst/>
          </a:prstGeom>
          <a:solidFill>
            <a:schemeClr val="bg1">
              <a:lumMod val="95000"/>
            </a:schemeClr>
          </a:solidFill>
          <a:ln>
            <a:noFill/>
          </a:ln>
        </p:spPr>
        <p:txBody>
          <a:bodyPr bIns="457200" anchor="b"/>
          <a:lstStyle>
            <a:lvl1pPr algn="ctr" rtl="0">
              <a:buNone/>
              <a:defRPr sz="1467">
                <a:solidFill>
                  <a:schemeClr val="tx1">
                    <a:lumMod val="50000"/>
                    <a:lumOff val="50000"/>
                  </a:schemeClr>
                </a:solidFill>
              </a:defRPr>
            </a:lvl1pPr>
          </a:lstStyle>
          <a:p>
            <a:r>
              <a:rPr lang="en-US" dirty="0" smtClean="0"/>
              <a:t>Image Holder</a:t>
            </a:r>
            <a:endParaRPr lang="en-US" dirty="0"/>
          </a:p>
        </p:txBody>
      </p:sp>
      <p:sp>
        <p:nvSpPr>
          <p:cNvPr id="24" name="Text Placeholder 3"/>
          <p:cNvSpPr>
            <a:spLocks noGrp="1"/>
          </p:cNvSpPr>
          <p:nvPr>
            <p:ph type="body" sz="half" idx="19" hasCustomPrompt="1"/>
          </p:nvPr>
        </p:nvSpPr>
        <p:spPr>
          <a:xfrm>
            <a:off x="4978400" y="6017541"/>
            <a:ext cx="2235200" cy="265617"/>
          </a:xfrm>
          <a:prstGeom prst="rect">
            <a:avLst/>
          </a:prstGeom>
        </p:spPr>
        <p:txBody>
          <a:bodyPr wrap="square" lIns="0" tIns="0" rIns="0" bIns="0" anchor="ctr">
            <a:noAutofit/>
          </a:bodyPr>
          <a:lstStyle>
            <a:lvl1pPr marL="0" indent="0" algn="ctr">
              <a:buNone/>
              <a:defRPr sz="18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grpSp>
        <p:nvGrpSpPr>
          <p:cNvPr id="25" name="Group 24"/>
          <p:cNvGrpSpPr/>
          <p:nvPr userDrawn="1"/>
        </p:nvGrpSpPr>
        <p:grpSpPr>
          <a:xfrm>
            <a:off x="7701160" y="3364037"/>
            <a:ext cx="795864" cy="805808"/>
            <a:chOff x="6184901" y="4203700"/>
            <a:chExt cx="254000" cy="257175"/>
          </a:xfrm>
          <a:solidFill>
            <a:schemeClr val="bg1">
              <a:lumMod val="75000"/>
            </a:schemeClr>
          </a:solidFill>
        </p:grpSpPr>
        <p:sp>
          <p:nvSpPr>
            <p:cNvPr id="26" name="Freeform 238"/>
            <p:cNvSpPr>
              <a:spLocks noEditPoints="1"/>
            </p:cNvSpPr>
            <p:nvPr/>
          </p:nvSpPr>
          <p:spPr bwMode="auto">
            <a:xfrm>
              <a:off x="6184901" y="4203700"/>
              <a:ext cx="254000" cy="257175"/>
            </a:xfrm>
            <a:custGeom>
              <a:avLst/>
              <a:gdLst/>
              <a:ahLst/>
              <a:cxnLst>
                <a:cxn ang="0">
                  <a:pos x="51" y="7"/>
                </a:cxn>
                <a:cxn ang="0">
                  <a:pos x="94" y="51"/>
                </a:cxn>
                <a:cxn ang="0">
                  <a:pos x="51" y="94"/>
                </a:cxn>
                <a:cxn ang="0">
                  <a:pos x="7" y="51"/>
                </a:cxn>
                <a:cxn ang="0">
                  <a:pos x="51" y="7"/>
                </a:cxn>
                <a:cxn ang="0">
                  <a:pos x="51" y="0"/>
                </a:cxn>
                <a:cxn ang="0">
                  <a:pos x="0" y="51"/>
                </a:cxn>
                <a:cxn ang="0">
                  <a:pos x="51" y="102"/>
                </a:cxn>
                <a:cxn ang="0">
                  <a:pos x="101" y="51"/>
                </a:cxn>
                <a:cxn ang="0">
                  <a:pos x="51" y="0"/>
                </a:cxn>
              </a:cxnLst>
              <a:rect l="0" t="0" r="r" b="b"/>
              <a:pathLst>
                <a:path w="101" h="102">
                  <a:moveTo>
                    <a:pt x="51" y="7"/>
                  </a:moveTo>
                  <a:cubicBezTo>
                    <a:pt x="75" y="7"/>
                    <a:pt x="94" y="27"/>
                    <a:pt x="94" y="51"/>
                  </a:cubicBezTo>
                  <a:cubicBezTo>
                    <a:pt x="94" y="75"/>
                    <a:pt x="75" y="94"/>
                    <a:pt x="51" y="94"/>
                  </a:cubicBezTo>
                  <a:cubicBezTo>
                    <a:pt x="27" y="94"/>
                    <a:pt x="7" y="75"/>
                    <a:pt x="7" y="51"/>
                  </a:cubicBezTo>
                  <a:cubicBezTo>
                    <a:pt x="7" y="27"/>
                    <a:pt x="27" y="7"/>
                    <a:pt x="51" y="7"/>
                  </a:cubicBezTo>
                  <a:moveTo>
                    <a:pt x="51" y="0"/>
                  </a:moveTo>
                  <a:cubicBezTo>
                    <a:pt x="23" y="0"/>
                    <a:pt x="0" y="23"/>
                    <a:pt x="0" y="51"/>
                  </a:cubicBezTo>
                  <a:cubicBezTo>
                    <a:pt x="0" y="79"/>
                    <a:pt x="23" y="102"/>
                    <a:pt x="51" y="102"/>
                  </a:cubicBezTo>
                  <a:cubicBezTo>
                    <a:pt x="79" y="102"/>
                    <a:pt x="101" y="79"/>
                    <a:pt x="101" y="51"/>
                  </a:cubicBezTo>
                  <a:cubicBezTo>
                    <a:pt x="101" y="23"/>
                    <a:pt x="79" y="0"/>
                    <a:pt x="5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27" name="Freeform 239"/>
            <p:cNvSpPr>
              <a:spLocks/>
            </p:cNvSpPr>
            <p:nvPr/>
          </p:nvSpPr>
          <p:spPr bwMode="auto">
            <a:xfrm>
              <a:off x="6275388" y="4251325"/>
              <a:ext cx="90488" cy="153988"/>
            </a:xfrm>
            <a:custGeom>
              <a:avLst/>
              <a:gdLst/>
              <a:ahLst/>
              <a:cxnLst>
                <a:cxn ang="0">
                  <a:pos x="0" y="83"/>
                </a:cxn>
                <a:cxn ang="0">
                  <a:pos x="39" y="50"/>
                </a:cxn>
                <a:cxn ang="0">
                  <a:pos x="0" y="16"/>
                </a:cxn>
                <a:cxn ang="0">
                  <a:pos x="0" y="0"/>
                </a:cxn>
                <a:cxn ang="0">
                  <a:pos x="57" y="50"/>
                </a:cxn>
                <a:cxn ang="0">
                  <a:pos x="0" y="97"/>
                </a:cxn>
                <a:cxn ang="0">
                  <a:pos x="0" y="83"/>
                </a:cxn>
              </a:cxnLst>
              <a:rect l="0" t="0" r="r" b="b"/>
              <a:pathLst>
                <a:path w="57" h="97">
                  <a:moveTo>
                    <a:pt x="0" y="83"/>
                  </a:moveTo>
                  <a:lnTo>
                    <a:pt x="39" y="50"/>
                  </a:lnTo>
                  <a:lnTo>
                    <a:pt x="0" y="16"/>
                  </a:lnTo>
                  <a:lnTo>
                    <a:pt x="0" y="0"/>
                  </a:lnTo>
                  <a:lnTo>
                    <a:pt x="57" y="50"/>
                  </a:lnTo>
                  <a:lnTo>
                    <a:pt x="0" y="97"/>
                  </a:lnTo>
                  <a:lnTo>
                    <a:pt x="0" y="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grpSp>
        <p:nvGrpSpPr>
          <p:cNvPr id="28" name="Group 27"/>
          <p:cNvGrpSpPr/>
          <p:nvPr userDrawn="1"/>
        </p:nvGrpSpPr>
        <p:grpSpPr>
          <a:xfrm>
            <a:off x="9042400" y="1805652"/>
            <a:ext cx="2119568" cy="3947448"/>
            <a:chOff x="6140449" y="1116114"/>
            <a:chExt cx="1927226" cy="3589236"/>
          </a:xfrm>
        </p:grpSpPr>
        <p:sp>
          <p:nvSpPr>
            <p:cNvPr id="29" name="Rectangle 28"/>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30"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sp>
        <p:nvSpPr>
          <p:cNvPr id="31" name="Picture Placeholder 7"/>
          <p:cNvSpPr>
            <a:spLocks noGrp="1"/>
          </p:cNvSpPr>
          <p:nvPr>
            <p:ph type="pic" sz="quarter" idx="20" hasCustomPrompt="1"/>
          </p:nvPr>
        </p:nvSpPr>
        <p:spPr>
          <a:xfrm>
            <a:off x="9180329" y="2360476"/>
            <a:ext cx="1843707" cy="2793309"/>
          </a:xfrm>
          <a:prstGeom prst="rect">
            <a:avLst/>
          </a:prstGeom>
          <a:solidFill>
            <a:schemeClr val="bg1">
              <a:lumMod val="95000"/>
            </a:schemeClr>
          </a:solidFill>
          <a:ln>
            <a:noFill/>
          </a:ln>
        </p:spPr>
        <p:txBody>
          <a:bodyPr bIns="457200" anchor="b"/>
          <a:lstStyle>
            <a:lvl1pPr algn="ctr" rtl="0">
              <a:buNone/>
              <a:defRPr sz="1467">
                <a:solidFill>
                  <a:schemeClr val="tx1">
                    <a:lumMod val="50000"/>
                    <a:lumOff val="50000"/>
                  </a:schemeClr>
                </a:solidFill>
              </a:defRPr>
            </a:lvl1pPr>
          </a:lstStyle>
          <a:p>
            <a:r>
              <a:rPr lang="en-US" dirty="0" smtClean="0"/>
              <a:t>Image Holder</a:t>
            </a:r>
            <a:endParaRPr lang="en-US" dirty="0"/>
          </a:p>
        </p:txBody>
      </p:sp>
      <p:sp>
        <p:nvSpPr>
          <p:cNvPr id="32" name="Text Placeholder 3"/>
          <p:cNvSpPr>
            <a:spLocks noGrp="1"/>
          </p:cNvSpPr>
          <p:nvPr>
            <p:ph type="body" sz="half" idx="21" hasCustomPrompt="1"/>
          </p:nvPr>
        </p:nvSpPr>
        <p:spPr>
          <a:xfrm>
            <a:off x="8984583" y="6017541"/>
            <a:ext cx="2235200" cy="265617"/>
          </a:xfrm>
          <a:prstGeom prst="rect">
            <a:avLst/>
          </a:prstGeom>
        </p:spPr>
        <p:txBody>
          <a:bodyPr wrap="square" lIns="0" tIns="0" rIns="0" bIns="0" anchor="ctr">
            <a:noAutofit/>
          </a:bodyPr>
          <a:lstStyle>
            <a:lvl1pPr marL="0" indent="0" algn="ctr">
              <a:buNone/>
              <a:defRPr sz="18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Tree>
    <p:extLst>
      <p:ext uri="{BB962C8B-B14F-4D97-AF65-F5344CB8AC3E}">
        <p14:creationId xmlns:p14="http://schemas.microsoft.com/office/powerpoint/2010/main" val="343378050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500" fill="hold"/>
                                        <p:tgtEl>
                                          <p:spTgt spid="14"/>
                                        </p:tgtEl>
                                        <p:attrNameLst>
                                          <p:attrName>ppt_x</p:attrName>
                                        </p:attrNameLst>
                                      </p:cBhvr>
                                      <p:tavLst>
                                        <p:tav tm="0">
                                          <p:val>
                                            <p:strVal val="#ppt_x"/>
                                          </p:val>
                                        </p:tav>
                                        <p:tav tm="100000">
                                          <p:val>
                                            <p:strVal val="#ppt_x"/>
                                          </p:val>
                                        </p:tav>
                                      </p:tavLst>
                                    </p:anim>
                                    <p:anim calcmode="lin" valueType="num">
                                      <p:cBhvr additive="base">
                                        <p:cTn id="8" dur="500" fill="hold"/>
                                        <p:tgtEl>
                                          <p:spTgt spid="14"/>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1" fill="hold" grpId="0" nodeType="after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wipe(up)">
                                      <p:cBhvr>
                                        <p:cTn id="12" dur="500"/>
                                        <p:tgtEl>
                                          <p:spTgt spid="20"/>
                                        </p:tgtEl>
                                      </p:cBhvr>
                                    </p:animEffect>
                                  </p:childTnLst>
                                </p:cTn>
                              </p:par>
                            </p:childTnLst>
                          </p:cTn>
                        </p:par>
                        <p:par>
                          <p:cTn id="13" fill="hold">
                            <p:stCondLst>
                              <p:cond delay="1000"/>
                            </p:stCondLst>
                            <p:childTnLst>
                              <p:par>
                                <p:cTn id="14" presetID="22" presetClass="entr" presetSubtype="1" fill="hold" grpId="0" nodeType="afterEffect">
                                  <p:stCondLst>
                                    <p:cond delay="0"/>
                                  </p:stCondLst>
                                  <p:childTnLst>
                                    <p:set>
                                      <p:cBhvr>
                                        <p:cTn id="15" dur="1" fill="hold">
                                          <p:stCondLst>
                                            <p:cond delay="0"/>
                                          </p:stCondLst>
                                        </p:cTn>
                                        <p:tgtEl>
                                          <p:spTgt spid="12">
                                            <p:txEl>
                                              <p:pRg st="0" end="0"/>
                                            </p:txEl>
                                          </p:spTgt>
                                        </p:tgtEl>
                                        <p:attrNameLst>
                                          <p:attrName>style.visibility</p:attrName>
                                        </p:attrNameLst>
                                      </p:cBhvr>
                                      <p:to>
                                        <p:strVal val="visible"/>
                                      </p:to>
                                    </p:set>
                                    <p:animEffect transition="in" filter="wipe(up)">
                                      <p:cBhvr>
                                        <p:cTn id="16" dur="500"/>
                                        <p:tgtEl>
                                          <p:spTgt spid="12">
                                            <p:txEl>
                                              <p:pRg st="0" end="0"/>
                                            </p:txEl>
                                          </p:spTgt>
                                        </p:tgtEl>
                                      </p:cBhvr>
                                    </p:animEffect>
                                  </p:childTnLst>
                                </p:cTn>
                              </p:par>
                            </p:childTnLst>
                          </p:cTn>
                        </p:par>
                        <p:par>
                          <p:cTn id="17" fill="hold">
                            <p:stCondLst>
                              <p:cond delay="1500"/>
                            </p:stCondLst>
                            <p:childTnLst>
                              <p:par>
                                <p:cTn id="18" presetID="53" presetClass="entr" presetSubtype="16" fill="hold" nodeType="afterEffect">
                                  <p:stCondLst>
                                    <p:cond delay="0"/>
                                  </p:stCondLst>
                                  <p:childTnLst>
                                    <p:set>
                                      <p:cBhvr>
                                        <p:cTn id="19" dur="1" fill="hold">
                                          <p:stCondLst>
                                            <p:cond delay="0"/>
                                          </p:stCondLst>
                                        </p:cTn>
                                        <p:tgtEl>
                                          <p:spTgt spid="13"/>
                                        </p:tgtEl>
                                        <p:attrNameLst>
                                          <p:attrName>style.visibility</p:attrName>
                                        </p:attrNameLst>
                                      </p:cBhvr>
                                      <p:to>
                                        <p:strVal val="visible"/>
                                      </p:to>
                                    </p:set>
                                    <p:anim calcmode="lin" valueType="num">
                                      <p:cBhvr>
                                        <p:cTn id="20" dur="500" fill="hold"/>
                                        <p:tgtEl>
                                          <p:spTgt spid="13"/>
                                        </p:tgtEl>
                                        <p:attrNameLst>
                                          <p:attrName>ppt_w</p:attrName>
                                        </p:attrNameLst>
                                      </p:cBhvr>
                                      <p:tavLst>
                                        <p:tav tm="0">
                                          <p:val>
                                            <p:fltVal val="0"/>
                                          </p:val>
                                        </p:tav>
                                        <p:tav tm="100000">
                                          <p:val>
                                            <p:strVal val="#ppt_w"/>
                                          </p:val>
                                        </p:tav>
                                      </p:tavLst>
                                    </p:anim>
                                    <p:anim calcmode="lin" valueType="num">
                                      <p:cBhvr>
                                        <p:cTn id="21" dur="500" fill="hold"/>
                                        <p:tgtEl>
                                          <p:spTgt spid="13"/>
                                        </p:tgtEl>
                                        <p:attrNameLst>
                                          <p:attrName>ppt_h</p:attrName>
                                        </p:attrNameLst>
                                      </p:cBhvr>
                                      <p:tavLst>
                                        <p:tav tm="0">
                                          <p:val>
                                            <p:fltVal val="0"/>
                                          </p:val>
                                        </p:tav>
                                        <p:tav tm="100000">
                                          <p:val>
                                            <p:strVal val="#ppt_h"/>
                                          </p:val>
                                        </p:tav>
                                      </p:tavLst>
                                    </p:anim>
                                    <p:animEffect transition="in" filter="fade">
                                      <p:cBhvr>
                                        <p:cTn id="22" dur="500"/>
                                        <p:tgtEl>
                                          <p:spTgt spid="13"/>
                                        </p:tgtEl>
                                      </p:cBhvr>
                                    </p:animEffect>
                                  </p:childTnLst>
                                </p:cTn>
                              </p:par>
                            </p:childTnLst>
                          </p:cTn>
                        </p:par>
                        <p:par>
                          <p:cTn id="23" fill="hold">
                            <p:stCondLst>
                              <p:cond delay="2000"/>
                            </p:stCondLst>
                            <p:childTnLst>
                              <p:par>
                                <p:cTn id="24" presetID="2" presetClass="entr" presetSubtype="4" accel="50000" decel="50000" fill="hold" nodeType="afterEffect">
                                  <p:stCondLst>
                                    <p:cond delay="0"/>
                                  </p:stCondLst>
                                  <p:childTnLst>
                                    <p:set>
                                      <p:cBhvr>
                                        <p:cTn id="25" dur="1" fill="hold">
                                          <p:stCondLst>
                                            <p:cond delay="0"/>
                                          </p:stCondLst>
                                        </p:cTn>
                                        <p:tgtEl>
                                          <p:spTgt spid="19"/>
                                        </p:tgtEl>
                                        <p:attrNameLst>
                                          <p:attrName>style.visibility</p:attrName>
                                        </p:attrNameLst>
                                      </p:cBhvr>
                                      <p:to>
                                        <p:strVal val="visible"/>
                                      </p:to>
                                    </p:set>
                                    <p:anim calcmode="lin" valueType="num">
                                      <p:cBhvr additive="base">
                                        <p:cTn id="26" dur="500" fill="hold"/>
                                        <p:tgtEl>
                                          <p:spTgt spid="19"/>
                                        </p:tgtEl>
                                        <p:attrNameLst>
                                          <p:attrName>ppt_x</p:attrName>
                                        </p:attrNameLst>
                                      </p:cBhvr>
                                      <p:tavLst>
                                        <p:tav tm="0">
                                          <p:val>
                                            <p:strVal val="#ppt_x"/>
                                          </p:val>
                                        </p:tav>
                                        <p:tav tm="100000">
                                          <p:val>
                                            <p:strVal val="#ppt_x"/>
                                          </p:val>
                                        </p:tav>
                                      </p:tavLst>
                                    </p:anim>
                                    <p:anim calcmode="lin" valueType="num">
                                      <p:cBhvr additive="base">
                                        <p:cTn id="27" dur="500" fill="hold"/>
                                        <p:tgtEl>
                                          <p:spTgt spid="19"/>
                                        </p:tgtEl>
                                        <p:attrNameLst>
                                          <p:attrName>ppt_y</p:attrName>
                                        </p:attrNameLst>
                                      </p:cBhvr>
                                      <p:tavLst>
                                        <p:tav tm="0">
                                          <p:val>
                                            <p:strVal val="1+#ppt_h/2"/>
                                          </p:val>
                                        </p:tav>
                                        <p:tav tm="100000">
                                          <p:val>
                                            <p:strVal val="#ppt_y"/>
                                          </p:val>
                                        </p:tav>
                                      </p:tavLst>
                                    </p:anim>
                                  </p:childTnLst>
                                </p:cTn>
                              </p:par>
                            </p:childTnLst>
                          </p:cTn>
                        </p:par>
                        <p:par>
                          <p:cTn id="28" fill="hold">
                            <p:stCondLst>
                              <p:cond delay="2500"/>
                            </p:stCondLst>
                            <p:childTnLst>
                              <p:par>
                                <p:cTn id="29" presetID="22" presetClass="entr" presetSubtype="1" fill="hold" grpId="0" nodeType="afterEffect">
                                  <p:stCondLst>
                                    <p:cond delay="0"/>
                                  </p:stCondLst>
                                  <p:childTnLst>
                                    <p:set>
                                      <p:cBhvr>
                                        <p:cTn id="30" dur="1" fill="hold">
                                          <p:stCondLst>
                                            <p:cond delay="0"/>
                                          </p:stCondLst>
                                        </p:cTn>
                                        <p:tgtEl>
                                          <p:spTgt spid="23"/>
                                        </p:tgtEl>
                                        <p:attrNameLst>
                                          <p:attrName>style.visibility</p:attrName>
                                        </p:attrNameLst>
                                      </p:cBhvr>
                                      <p:to>
                                        <p:strVal val="visible"/>
                                      </p:to>
                                    </p:set>
                                    <p:animEffect transition="in" filter="wipe(up)">
                                      <p:cBhvr>
                                        <p:cTn id="31" dur="500"/>
                                        <p:tgtEl>
                                          <p:spTgt spid="23"/>
                                        </p:tgtEl>
                                      </p:cBhvr>
                                    </p:animEffect>
                                  </p:childTnLst>
                                </p:cTn>
                              </p:par>
                            </p:childTnLst>
                          </p:cTn>
                        </p:par>
                        <p:par>
                          <p:cTn id="32" fill="hold">
                            <p:stCondLst>
                              <p:cond delay="3000"/>
                            </p:stCondLst>
                            <p:childTnLst>
                              <p:par>
                                <p:cTn id="33" presetID="22" presetClass="entr" presetSubtype="1" fill="hold" grpId="0" nodeType="afterEffect">
                                  <p:stCondLst>
                                    <p:cond delay="0"/>
                                  </p:stCondLst>
                                  <p:childTnLst>
                                    <p:set>
                                      <p:cBhvr>
                                        <p:cTn id="34" dur="1" fill="hold">
                                          <p:stCondLst>
                                            <p:cond delay="0"/>
                                          </p:stCondLst>
                                        </p:cTn>
                                        <p:tgtEl>
                                          <p:spTgt spid="24">
                                            <p:txEl>
                                              <p:pRg st="0" end="0"/>
                                            </p:txEl>
                                          </p:spTgt>
                                        </p:tgtEl>
                                        <p:attrNameLst>
                                          <p:attrName>style.visibility</p:attrName>
                                        </p:attrNameLst>
                                      </p:cBhvr>
                                      <p:to>
                                        <p:strVal val="visible"/>
                                      </p:to>
                                    </p:set>
                                    <p:animEffect transition="in" filter="wipe(up)">
                                      <p:cBhvr>
                                        <p:cTn id="35" dur="500"/>
                                        <p:tgtEl>
                                          <p:spTgt spid="24">
                                            <p:txEl>
                                              <p:pRg st="0" end="0"/>
                                            </p:txEl>
                                          </p:spTgt>
                                        </p:tgtEl>
                                      </p:cBhvr>
                                    </p:animEffect>
                                  </p:childTnLst>
                                </p:cTn>
                              </p:par>
                            </p:childTnLst>
                          </p:cTn>
                        </p:par>
                        <p:par>
                          <p:cTn id="36" fill="hold">
                            <p:stCondLst>
                              <p:cond delay="3500"/>
                            </p:stCondLst>
                            <p:childTnLst>
                              <p:par>
                                <p:cTn id="37" presetID="53" presetClass="entr" presetSubtype="16" fill="hold" nodeType="afterEffect">
                                  <p:stCondLst>
                                    <p:cond delay="0"/>
                                  </p:stCondLst>
                                  <p:childTnLst>
                                    <p:set>
                                      <p:cBhvr>
                                        <p:cTn id="38" dur="1" fill="hold">
                                          <p:stCondLst>
                                            <p:cond delay="0"/>
                                          </p:stCondLst>
                                        </p:cTn>
                                        <p:tgtEl>
                                          <p:spTgt spid="25"/>
                                        </p:tgtEl>
                                        <p:attrNameLst>
                                          <p:attrName>style.visibility</p:attrName>
                                        </p:attrNameLst>
                                      </p:cBhvr>
                                      <p:to>
                                        <p:strVal val="visible"/>
                                      </p:to>
                                    </p:set>
                                    <p:anim calcmode="lin" valueType="num">
                                      <p:cBhvr>
                                        <p:cTn id="39" dur="500" fill="hold"/>
                                        <p:tgtEl>
                                          <p:spTgt spid="25"/>
                                        </p:tgtEl>
                                        <p:attrNameLst>
                                          <p:attrName>ppt_w</p:attrName>
                                        </p:attrNameLst>
                                      </p:cBhvr>
                                      <p:tavLst>
                                        <p:tav tm="0">
                                          <p:val>
                                            <p:fltVal val="0"/>
                                          </p:val>
                                        </p:tav>
                                        <p:tav tm="100000">
                                          <p:val>
                                            <p:strVal val="#ppt_w"/>
                                          </p:val>
                                        </p:tav>
                                      </p:tavLst>
                                    </p:anim>
                                    <p:anim calcmode="lin" valueType="num">
                                      <p:cBhvr>
                                        <p:cTn id="40" dur="500" fill="hold"/>
                                        <p:tgtEl>
                                          <p:spTgt spid="25"/>
                                        </p:tgtEl>
                                        <p:attrNameLst>
                                          <p:attrName>ppt_h</p:attrName>
                                        </p:attrNameLst>
                                      </p:cBhvr>
                                      <p:tavLst>
                                        <p:tav tm="0">
                                          <p:val>
                                            <p:fltVal val="0"/>
                                          </p:val>
                                        </p:tav>
                                        <p:tav tm="100000">
                                          <p:val>
                                            <p:strVal val="#ppt_h"/>
                                          </p:val>
                                        </p:tav>
                                      </p:tavLst>
                                    </p:anim>
                                    <p:animEffect transition="in" filter="fade">
                                      <p:cBhvr>
                                        <p:cTn id="41" dur="500"/>
                                        <p:tgtEl>
                                          <p:spTgt spid="25"/>
                                        </p:tgtEl>
                                      </p:cBhvr>
                                    </p:animEffect>
                                  </p:childTnLst>
                                </p:cTn>
                              </p:par>
                            </p:childTnLst>
                          </p:cTn>
                        </p:par>
                        <p:par>
                          <p:cTn id="42" fill="hold">
                            <p:stCondLst>
                              <p:cond delay="4000"/>
                            </p:stCondLst>
                            <p:childTnLst>
                              <p:par>
                                <p:cTn id="43" presetID="2" presetClass="entr" presetSubtype="4" accel="50000" decel="50000" fill="hold" nodeType="afterEffect">
                                  <p:stCondLst>
                                    <p:cond delay="0"/>
                                  </p:stCondLst>
                                  <p:childTnLst>
                                    <p:set>
                                      <p:cBhvr>
                                        <p:cTn id="44" dur="1" fill="hold">
                                          <p:stCondLst>
                                            <p:cond delay="0"/>
                                          </p:stCondLst>
                                        </p:cTn>
                                        <p:tgtEl>
                                          <p:spTgt spid="28"/>
                                        </p:tgtEl>
                                        <p:attrNameLst>
                                          <p:attrName>style.visibility</p:attrName>
                                        </p:attrNameLst>
                                      </p:cBhvr>
                                      <p:to>
                                        <p:strVal val="visible"/>
                                      </p:to>
                                    </p:set>
                                    <p:anim calcmode="lin" valueType="num">
                                      <p:cBhvr additive="base">
                                        <p:cTn id="45" dur="500" fill="hold"/>
                                        <p:tgtEl>
                                          <p:spTgt spid="28"/>
                                        </p:tgtEl>
                                        <p:attrNameLst>
                                          <p:attrName>ppt_x</p:attrName>
                                        </p:attrNameLst>
                                      </p:cBhvr>
                                      <p:tavLst>
                                        <p:tav tm="0">
                                          <p:val>
                                            <p:strVal val="#ppt_x"/>
                                          </p:val>
                                        </p:tav>
                                        <p:tav tm="100000">
                                          <p:val>
                                            <p:strVal val="#ppt_x"/>
                                          </p:val>
                                        </p:tav>
                                      </p:tavLst>
                                    </p:anim>
                                    <p:anim calcmode="lin" valueType="num">
                                      <p:cBhvr additive="base">
                                        <p:cTn id="46" dur="500" fill="hold"/>
                                        <p:tgtEl>
                                          <p:spTgt spid="28"/>
                                        </p:tgtEl>
                                        <p:attrNameLst>
                                          <p:attrName>ppt_y</p:attrName>
                                        </p:attrNameLst>
                                      </p:cBhvr>
                                      <p:tavLst>
                                        <p:tav tm="0">
                                          <p:val>
                                            <p:strVal val="1+#ppt_h/2"/>
                                          </p:val>
                                        </p:tav>
                                        <p:tav tm="100000">
                                          <p:val>
                                            <p:strVal val="#ppt_y"/>
                                          </p:val>
                                        </p:tav>
                                      </p:tavLst>
                                    </p:anim>
                                  </p:childTnLst>
                                </p:cTn>
                              </p:par>
                            </p:childTnLst>
                          </p:cTn>
                        </p:par>
                        <p:par>
                          <p:cTn id="47" fill="hold">
                            <p:stCondLst>
                              <p:cond delay="4500"/>
                            </p:stCondLst>
                            <p:childTnLst>
                              <p:par>
                                <p:cTn id="48" presetID="22" presetClass="entr" presetSubtype="1" fill="hold" grpId="0" nodeType="afterEffect">
                                  <p:stCondLst>
                                    <p:cond delay="0"/>
                                  </p:stCondLst>
                                  <p:childTnLst>
                                    <p:set>
                                      <p:cBhvr>
                                        <p:cTn id="49" dur="1" fill="hold">
                                          <p:stCondLst>
                                            <p:cond delay="0"/>
                                          </p:stCondLst>
                                        </p:cTn>
                                        <p:tgtEl>
                                          <p:spTgt spid="31"/>
                                        </p:tgtEl>
                                        <p:attrNameLst>
                                          <p:attrName>style.visibility</p:attrName>
                                        </p:attrNameLst>
                                      </p:cBhvr>
                                      <p:to>
                                        <p:strVal val="visible"/>
                                      </p:to>
                                    </p:set>
                                    <p:animEffect transition="in" filter="wipe(up)">
                                      <p:cBhvr>
                                        <p:cTn id="50" dur="500"/>
                                        <p:tgtEl>
                                          <p:spTgt spid="31"/>
                                        </p:tgtEl>
                                      </p:cBhvr>
                                    </p:animEffect>
                                  </p:childTnLst>
                                </p:cTn>
                              </p:par>
                            </p:childTnLst>
                          </p:cTn>
                        </p:par>
                        <p:par>
                          <p:cTn id="51" fill="hold">
                            <p:stCondLst>
                              <p:cond delay="5000"/>
                            </p:stCondLst>
                            <p:childTnLst>
                              <p:par>
                                <p:cTn id="52" presetID="22" presetClass="entr" presetSubtype="1" fill="hold" grpId="0" nodeType="afterEffect">
                                  <p:stCondLst>
                                    <p:cond delay="0"/>
                                  </p:stCondLst>
                                  <p:childTnLst>
                                    <p:set>
                                      <p:cBhvr>
                                        <p:cTn id="53" dur="1" fill="hold">
                                          <p:stCondLst>
                                            <p:cond delay="0"/>
                                          </p:stCondLst>
                                        </p:cTn>
                                        <p:tgtEl>
                                          <p:spTgt spid="32">
                                            <p:txEl>
                                              <p:pRg st="0" end="0"/>
                                            </p:txEl>
                                          </p:spTgt>
                                        </p:tgtEl>
                                        <p:attrNameLst>
                                          <p:attrName>style.visibility</p:attrName>
                                        </p:attrNameLst>
                                      </p:cBhvr>
                                      <p:to>
                                        <p:strVal val="visible"/>
                                      </p:to>
                                    </p:set>
                                    <p:animEffect transition="in" filter="wipe(up)">
                                      <p:cBhvr>
                                        <p:cTn id="54" dur="500"/>
                                        <p:tgtEl>
                                          <p:spTgt spid="32">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12" grpId="0" build="p">
        <p:tmplLst>
          <p:tmpl lvl="1">
            <p:tnLst>
              <p:par>
                <p:cTn presetID="22" presetClass="entr" presetSubtype="1" fill="hold" nodeType="afterEffect">
                  <p:stCondLst>
                    <p:cond delay="0"/>
                  </p:stCondLst>
                  <p:childTnLst>
                    <p:set>
                      <p:cBhvr>
                        <p:cTn dur="1" fill="hold">
                          <p:stCondLst>
                            <p:cond delay="0"/>
                          </p:stCondLst>
                        </p:cTn>
                        <p:tgtEl>
                          <p:spTgt spid="12"/>
                        </p:tgtEl>
                        <p:attrNameLst>
                          <p:attrName>style.visibility</p:attrName>
                        </p:attrNameLst>
                      </p:cBhvr>
                      <p:to>
                        <p:strVal val="visible"/>
                      </p:to>
                    </p:set>
                    <p:animEffect transition="in" filter="wipe(up)">
                      <p:cBhvr>
                        <p:cTn dur="500"/>
                        <p:tgtEl>
                          <p:spTgt spid="12"/>
                        </p:tgtEl>
                      </p:cBhvr>
                    </p:animEffect>
                  </p:childTnLst>
                </p:cTn>
              </p:par>
            </p:tnLst>
          </p:tmpl>
        </p:tmplLst>
      </p:bldP>
      <p:bldP spid="23" grpId="0" animBg="1"/>
      <p:bldP spid="24" grpId="0" build="p">
        <p:tmplLst>
          <p:tmpl lvl="1">
            <p:tnLst>
              <p:par>
                <p:cTn presetID="22" presetClass="entr" presetSubtype="1" fill="hold" nodeType="afterEffect">
                  <p:stCondLst>
                    <p:cond delay="0"/>
                  </p:stCondLst>
                  <p:childTnLst>
                    <p:set>
                      <p:cBhvr>
                        <p:cTn dur="1" fill="hold">
                          <p:stCondLst>
                            <p:cond delay="0"/>
                          </p:stCondLst>
                        </p:cTn>
                        <p:tgtEl>
                          <p:spTgt spid="24"/>
                        </p:tgtEl>
                        <p:attrNameLst>
                          <p:attrName>style.visibility</p:attrName>
                        </p:attrNameLst>
                      </p:cBhvr>
                      <p:to>
                        <p:strVal val="visible"/>
                      </p:to>
                    </p:set>
                    <p:animEffect transition="in" filter="wipe(up)">
                      <p:cBhvr>
                        <p:cTn dur="500"/>
                        <p:tgtEl>
                          <p:spTgt spid="24"/>
                        </p:tgtEl>
                      </p:cBhvr>
                    </p:animEffect>
                  </p:childTnLst>
                </p:cTn>
              </p:par>
            </p:tnLst>
          </p:tmpl>
        </p:tmplLst>
      </p:bldP>
      <p:bldP spid="31" grpId="0" animBg="1"/>
      <p:bldP spid="32" grpId="0" build="p">
        <p:tmplLst>
          <p:tmpl lvl="1">
            <p:tnLst>
              <p:par>
                <p:cTn presetID="22" presetClass="entr" presetSubtype="1" fill="hold" nodeType="afterEffect">
                  <p:stCondLst>
                    <p:cond delay="0"/>
                  </p:stCondLst>
                  <p:childTnLst>
                    <p:set>
                      <p:cBhvr>
                        <p:cTn dur="1" fill="hold">
                          <p:stCondLst>
                            <p:cond delay="0"/>
                          </p:stCondLst>
                        </p:cTn>
                        <p:tgtEl>
                          <p:spTgt spid="32"/>
                        </p:tgtEl>
                        <p:attrNameLst>
                          <p:attrName>style.visibility</p:attrName>
                        </p:attrNameLst>
                      </p:cBhvr>
                      <p:to>
                        <p:strVal val="visible"/>
                      </p:to>
                    </p:set>
                    <p:animEffect transition="in" filter="wipe(up)">
                      <p:cBhvr>
                        <p:cTn dur="500"/>
                        <p:tgtEl>
                          <p:spTgt spid="32"/>
                        </p:tgtEl>
                      </p:cBhvr>
                    </p:animEffect>
                  </p:childTnLst>
                </p:cTn>
              </p:par>
            </p:tnLst>
          </p:tmpl>
        </p:tmplLst>
      </p:bldP>
    </p:bldLst>
  </p:timing>
</p:sldLayout>
</file>

<file path=ppt/slideLayouts/slideLayout245.xml><?xml version="1.0" encoding="utf-8"?>
<p:sldLayout xmlns:a="http://schemas.openxmlformats.org/drawingml/2006/main" xmlns:r="http://schemas.openxmlformats.org/officeDocument/2006/relationships" xmlns:p="http://schemas.openxmlformats.org/presentationml/2006/main" userDrawn="1">
  <p:cSld name="1_MockUp02">
    <p:spTree>
      <p:nvGrpSpPr>
        <p:cNvPr id="1" name=""/>
        <p:cNvGrpSpPr/>
        <p:nvPr/>
      </p:nvGrpSpPr>
      <p:grpSpPr>
        <a:xfrm>
          <a:off x="0" y="0"/>
          <a:ext cx="0" cy="0"/>
          <a:chOff x="0" y="0"/>
          <a:chExt cx="0" cy="0"/>
        </a:xfrm>
      </p:grpSpPr>
      <p:grpSp>
        <p:nvGrpSpPr>
          <p:cNvPr id="14" name="Group 13"/>
          <p:cNvGrpSpPr/>
          <p:nvPr userDrawn="1"/>
        </p:nvGrpSpPr>
        <p:grpSpPr>
          <a:xfrm>
            <a:off x="3888864" y="2072885"/>
            <a:ext cx="2119568" cy="3947448"/>
            <a:chOff x="6140449" y="1116114"/>
            <a:chExt cx="1927226" cy="3589236"/>
          </a:xfrm>
        </p:grpSpPr>
        <p:sp>
          <p:nvSpPr>
            <p:cNvPr id="15" name="Rectangle 14"/>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18"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sp>
        <p:nvSpPr>
          <p:cNvPr id="20" name="Picture Placeholder 7"/>
          <p:cNvSpPr>
            <a:spLocks noGrp="1"/>
          </p:cNvSpPr>
          <p:nvPr>
            <p:ph type="pic" sz="quarter" idx="10" hasCustomPrompt="1"/>
          </p:nvPr>
        </p:nvSpPr>
        <p:spPr>
          <a:xfrm>
            <a:off x="4026793" y="2627710"/>
            <a:ext cx="1843707" cy="2793309"/>
          </a:xfrm>
          <a:prstGeom prst="rect">
            <a:avLst/>
          </a:prstGeom>
          <a:solidFill>
            <a:schemeClr val="bg1">
              <a:lumMod val="95000"/>
            </a:schemeClr>
          </a:solidFill>
          <a:ln>
            <a:noFill/>
          </a:ln>
        </p:spPr>
        <p:txBody>
          <a:bodyPr bIns="457200" anchor="b"/>
          <a:lstStyle>
            <a:lvl1pPr algn="ctr" rtl="0">
              <a:buNone/>
              <a:defRPr sz="1467">
                <a:solidFill>
                  <a:schemeClr val="tx1">
                    <a:lumMod val="50000"/>
                    <a:lumOff val="50000"/>
                  </a:schemeClr>
                </a:solidFill>
              </a:defRPr>
            </a:lvl1pPr>
          </a:lstStyle>
          <a:p>
            <a:r>
              <a:rPr lang="en-US" dirty="0" smtClean="0"/>
              <a:t>Image Holder</a:t>
            </a:r>
            <a:endParaRPr lang="en-US" dirty="0"/>
          </a:p>
        </p:txBody>
      </p:sp>
      <p:sp>
        <p:nvSpPr>
          <p:cNvPr id="8"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9"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grpSp>
        <p:nvGrpSpPr>
          <p:cNvPr id="19" name="Group 18"/>
          <p:cNvGrpSpPr/>
          <p:nvPr userDrawn="1"/>
        </p:nvGrpSpPr>
        <p:grpSpPr>
          <a:xfrm>
            <a:off x="6211632" y="2072885"/>
            <a:ext cx="2119568" cy="3947448"/>
            <a:chOff x="6140449" y="1116114"/>
            <a:chExt cx="1927226" cy="3589236"/>
          </a:xfrm>
        </p:grpSpPr>
        <p:sp>
          <p:nvSpPr>
            <p:cNvPr id="21" name="Rectangle 20"/>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22"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sp>
        <p:nvSpPr>
          <p:cNvPr id="23" name="Picture Placeholder 7"/>
          <p:cNvSpPr>
            <a:spLocks noGrp="1"/>
          </p:cNvSpPr>
          <p:nvPr>
            <p:ph type="pic" sz="quarter" idx="18" hasCustomPrompt="1"/>
          </p:nvPr>
        </p:nvSpPr>
        <p:spPr>
          <a:xfrm>
            <a:off x="6355967" y="2627710"/>
            <a:ext cx="1843707" cy="2793309"/>
          </a:xfrm>
          <a:prstGeom prst="rect">
            <a:avLst/>
          </a:prstGeom>
          <a:solidFill>
            <a:schemeClr val="bg1">
              <a:lumMod val="95000"/>
            </a:schemeClr>
          </a:solidFill>
          <a:ln>
            <a:noFill/>
          </a:ln>
        </p:spPr>
        <p:txBody>
          <a:bodyPr bIns="457200" anchor="b"/>
          <a:lstStyle>
            <a:lvl1pPr algn="ctr" rtl="0">
              <a:buNone/>
              <a:defRPr sz="1467">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174727057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500" fill="hold"/>
                                        <p:tgtEl>
                                          <p:spTgt spid="14"/>
                                        </p:tgtEl>
                                        <p:attrNameLst>
                                          <p:attrName>ppt_x</p:attrName>
                                        </p:attrNameLst>
                                      </p:cBhvr>
                                      <p:tavLst>
                                        <p:tav tm="0">
                                          <p:val>
                                            <p:strVal val="#ppt_x"/>
                                          </p:val>
                                        </p:tav>
                                        <p:tav tm="100000">
                                          <p:val>
                                            <p:strVal val="#ppt_x"/>
                                          </p:val>
                                        </p:tav>
                                      </p:tavLst>
                                    </p:anim>
                                    <p:anim calcmode="lin" valueType="num">
                                      <p:cBhvr additive="base">
                                        <p:cTn id="8" dur="500" fill="hold"/>
                                        <p:tgtEl>
                                          <p:spTgt spid="14"/>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1" fill="hold" grpId="0" nodeType="after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wipe(up)">
                                      <p:cBhvr>
                                        <p:cTn id="12" dur="500"/>
                                        <p:tgtEl>
                                          <p:spTgt spid="20"/>
                                        </p:tgtEl>
                                      </p:cBhvr>
                                    </p:animEffect>
                                  </p:childTnLst>
                                </p:cTn>
                              </p:par>
                            </p:childTnLst>
                          </p:cTn>
                        </p:par>
                        <p:par>
                          <p:cTn id="13" fill="hold">
                            <p:stCondLst>
                              <p:cond delay="1000"/>
                            </p:stCondLst>
                            <p:childTnLst>
                              <p:par>
                                <p:cTn id="14" presetID="2" presetClass="entr" presetSubtype="4" accel="50000" decel="50000" fill="hold" nodeType="afterEffect">
                                  <p:stCondLst>
                                    <p:cond delay="0"/>
                                  </p:stCondLst>
                                  <p:childTnLst>
                                    <p:set>
                                      <p:cBhvr>
                                        <p:cTn id="15" dur="1" fill="hold">
                                          <p:stCondLst>
                                            <p:cond delay="0"/>
                                          </p:stCondLst>
                                        </p:cTn>
                                        <p:tgtEl>
                                          <p:spTgt spid="19"/>
                                        </p:tgtEl>
                                        <p:attrNameLst>
                                          <p:attrName>style.visibility</p:attrName>
                                        </p:attrNameLst>
                                      </p:cBhvr>
                                      <p:to>
                                        <p:strVal val="visible"/>
                                      </p:to>
                                    </p:set>
                                    <p:anim calcmode="lin" valueType="num">
                                      <p:cBhvr additive="base">
                                        <p:cTn id="16" dur="500" fill="hold"/>
                                        <p:tgtEl>
                                          <p:spTgt spid="19"/>
                                        </p:tgtEl>
                                        <p:attrNameLst>
                                          <p:attrName>ppt_x</p:attrName>
                                        </p:attrNameLst>
                                      </p:cBhvr>
                                      <p:tavLst>
                                        <p:tav tm="0">
                                          <p:val>
                                            <p:strVal val="#ppt_x"/>
                                          </p:val>
                                        </p:tav>
                                        <p:tav tm="100000">
                                          <p:val>
                                            <p:strVal val="#ppt_x"/>
                                          </p:val>
                                        </p:tav>
                                      </p:tavLst>
                                    </p:anim>
                                    <p:anim calcmode="lin" valueType="num">
                                      <p:cBhvr additive="base">
                                        <p:cTn id="17" dur="500" fill="hold"/>
                                        <p:tgtEl>
                                          <p:spTgt spid="19"/>
                                        </p:tgtEl>
                                        <p:attrNameLst>
                                          <p:attrName>ppt_y</p:attrName>
                                        </p:attrNameLst>
                                      </p:cBhvr>
                                      <p:tavLst>
                                        <p:tav tm="0">
                                          <p:val>
                                            <p:strVal val="1+#ppt_h/2"/>
                                          </p:val>
                                        </p:tav>
                                        <p:tav tm="100000">
                                          <p:val>
                                            <p:strVal val="#ppt_y"/>
                                          </p:val>
                                        </p:tav>
                                      </p:tavLst>
                                    </p:anim>
                                  </p:childTnLst>
                                </p:cTn>
                              </p:par>
                            </p:childTnLst>
                          </p:cTn>
                        </p:par>
                        <p:par>
                          <p:cTn id="18" fill="hold">
                            <p:stCondLst>
                              <p:cond delay="1500"/>
                            </p:stCondLst>
                            <p:childTnLst>
                              <p:par>
                                <p:cTn id="19" presetID="22" presetClass="entr" presetSubtype="1" fill="hold" grpId="0" nodeType="afterEffect">
                                  <p:stCondLst>
                                    <p:cond delay="0"/>
                                  </p:stCondLst>
                                  <p:childTnLst>
                                    <p:set>
                                      <p:cBhvr>
                                        <p:cTn id="20" dur="1" fill="hold">
                                          <p:stCondLst>
                                            <p:cond delay="0"/>
                                          </p:stCondLst>
                                        </p:cTn>
                                        <p:tgtEl>
                                          <p:spTgt spid="23"/>
                                        </p:tgtEl>
                                        <p:attrNameLst>
                                          <p:attrName>style.visibility</p:attrName>
                                        </p:attrNameLst>
                                      </p:cBhvr>
                                      <p:to>
                                        <p:strVal val="visible"/>
                                      </p:to>
                                    </p:set>
                                    <p:animEffect transition="in" filter="wipe(up)">
                                      <p:cBhvr>
                                        <p:cTn id="21"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23" grpId="0" animBg="1"/>
    </p:bldLst>
  </p:timing>
</p:sldLayout>
</file>

<file path=ppt/slideLayouts/slideLayout246.xml><?xml version="1.0" encoding="utf-8"?>
<p:sldLayout xmlns:a="http://schemas.openxmlformats.org/drawingml/2006/main" xmlns:r="http://schemas.openxmlformats.org/officeDocument/2006/relationships" xmlns:p="http://schemas.openxmlformats.org/presentationml/2006/main" userDrawn="1">
  <p:cSld name="2_MockUp02">
    <p:spTree>
      <p:nvGrpSpPr>
        <p:cNvPr id="1" name=""/>
        <p:cNvGrpSpPr/>
        <p:nvPr/>
      </p:nvGrpSpPr>
      <p:grpSpPr>
        <a:xfrm>
          <a:off x="0" y="0"/>
          <a:ext cx="0" cy="0"/>
          <a:chOff x="0" y="0"/>
          <a:chExt cx="0" cy="0"/>
        </a:xfrm>
      </p:grpSpPr>
      <p:grpSp>
        <p:nvGrpSpPr>
          <p:cNvPr id="2" name="Group 17"/>
          <p:cNvGrpSpPr/>
          <p:nvPr userDrawn="1"/>
        </p:nvGrpSpPr>
        <p:grpSpPr>
          <a:xfrm>
            <a:off x="3968595" y="2449780"/>
            <a:ext cx="4343760" cy="3456120"/>
            <a:chOff x="2094899" y="1081795"/>
            <a:chExt cx="4400683" cy="3501414"/>
          </a:xfrm>
        </p:grpSpPr>
        <p:sp>
          <p:nvSpPr>
            <p:cNvPr id="20" name="Rectangle 19"/>
            <p:cNvSpPr/>
            <p:nvPr/>
          </p:nvSpPr>
          <p:spPr>
            <a:xfrm>
              <a:off x="2261198" y="1247618"/>
              <a:ext cx="4081379" cy="225986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rtl="1" fontAlgn="auto">
                <a:spcBef>
                  <a:spcPts val="0"/>
                </a:spcBef>
                <a:spcAft>
                  <a:spcPts val="0"/>
                </a:spcAft>
              </a:pPr>
              <a:endParaRPr lang="en-US" sz="2667" dirty="0">
                <a:solidFill>
                  <a:srgbClr val="FFFFFF"/>
                </a:solidFill>
              </a:endParaRPr>
            </a:p>
          </p:txBody>
        </p:sp>
        <p:sp>
          <p:nvSpPr>
            <p:cNvPr id="31" name="Freeform 5"/>
            <p:cNvSpPr>
              <a:spLocks noEditPoints="1"/>
            </p:cNvSpPr>
            <p:nvPr/>
          </p:nvSpPr>
          <p:spPr bwMode="auto">
            <a:xfrm>
              <a:off x="2094899" y="1081795"/>
              <a:ext cx="4400683" cy="2608522"/>
            </a:xfrm>
            <a:custGeom>
              <a:avLst/>
              <a:gdLst/>
              <a:ahLst/>
              <a:cxnLst>
                <a:cxn ang="0">
                  <a:pos x="1757" y="0"/>
                </a:cxn>
                <a:cxn ang="0">
                  <a:pos x="921" y="0"/>
                </a:cxn>
                <a:cxn ang="0">
                  <a:pos x="893" y="0"/>
                </a:cxn>
                <a:cxn ang="0">
                  <a:pos x="56" y="0"/>
                </a:cxn>
                <a:cxn ang="0">
                  <a:pos x="0" y="47"/>
                </a:cxn>
                <a:cxn ang="0">
                  <a:pos x="0" y="1076"/>
                </a:cxn>
                <a:cxn ang="0">
                  <a:pos x="1816" y="1076"/>
                </a:cxn>
                <a:cxn ang="0">
                  <a:pos x="1816" y="47"/>
                </a:cxn>
                <a:cxn ang="0">
                  <a:pos x="1757" y="0"/>
                </a:cxn>
                <a:cxn ang="0">
                  <a:pos x="1732" y="1000"/>
                </a:cxn>
                <a:cxn ang="0">
                  <a:pos x="76" y="1000"/>
                </a:cxn>
                <a:cxn ang="0">
                  <a:pos x="76" y="68"/>
                </a:cxn>
                <a:cxn ang="0">
                  <a:pos x="1732" y="68"/>
                </a:cxn>
                <a:cxn ang="0">
                  <a:pos x="1732" y="1000"/>
                </a:cxn>
              </a:cxnLst>
              <a:rect l="0" t="0" r="r" b="b"/>
              <a:pathLst>
                <a:path w="1816" h="1076">
                  <a:moveTo>
                    <a:pt x="1757" y="0"/>
                  </a:moveTo>
                  <a:cubicBezTo>
                    <a:pt x="921" y="0"/>
                    <a:pt x="921" y="0"/>
                    <a:pt x="921" y="0"/>
                  </a:cubicBezTo>
                  <a:cubicBezTo>
                    <a:pt x="893" y="0"/>
                    <a:pt x="893" y="0"/>
                    <a:pt x="893" y="0"/>
                  </a:cubicBezTo>
                  <a:cubicBezTo>
                    <a:pt x="56" y="0"/>
                    <a:pt x="56" y="0"/>
                    <a:pt x="56" y="0"/>
                  </a:cubicBezTo>
                  <a:cubicBezTo>
                    <a:pt x="27" y="0"/>
                    <a:pt x="0" y="17"/>
                    <a:pt x="0" y="47"/>
                  </a:cubicBezTo>
                  <a:cubicBezTo>
                    <a:pt x="0" y="1076"/>
                    <a:pt x="0" y="1076"/>
                    <a:pt x="0" y="1076"/>
                  </a:cubicBezTo>
                  <a:cubicBezTo>
                    <a:pt x="1816" y="1076"/>
                    <a:pt x="1816" y="1076"/>
                    <a:pt x="1816" y="1076"/>
                  </a:cubicBezTo>
                  <a:cubicBezTo>
                    <a:pt x="1816" y="47"/>
                    <a:pt x="1816" y="47"/>
                    <a:pt x="1816" y="47"/>
                  </a:cubicBezTo>
                  <a:cubicBezTo>
                    <a:pt x="1816" y="17"/>
                    <a:pt x="1787" y="0"/>
                    <a:pt x="1757" y="0"/>
                  </a:cubicBezTo>
                  <a:moveTo>
                    <a:pt x="1732" y="1000"/>
                  </a:moveTo>
                  <a:cubicBezTo>
                    <a:pt x="76" y="1000"/>
                    <a:pt x="76" y="1000"/>
                    <a:pt x="76" y="1000"/>
                  </a:cubicBezTo>
                  <a:cubicBezTo>
                    <a:pt x="76" y="68"/>
                    <a:pt x="76" y="68"/>
                    <a:pt x="76" y="68"/>
                  </a:cubicBezTo>
                  <a:cubicBezTo>
                    <a:pt x="1732" y="68"/>
                    <a:pt x="1732" y="68"/>
                    <a:pt x="1732" y="68"/>
                  </a:cubicBezTo>
                  <a:cubicBezTo>
                    <a:pt x="1732" y="1000"/>
                    <a:pt x="1732" y="1000"/>
                    <a:pt x="1732" y="1000"/>
                  </a:cubicBezTo>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p>
              <a:pPr algn="r" defTabSz="1375467" rtl="1"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33" name="Freeform 23"/>
            <p:cNvSpPr>
              <a:spLocks/>
            </p:cNvSpPr>
            <p:nvPr/>
          </p:nvSpPr>
          <p:spPr bwMode="auto">
            <a:xfrm>
              <a:off x="2311744" y="1247618"/>
              <a:ext cx="3979748" cy="2259869"/>
            </a:xfrm>
            <a:custGeom>
              <a:avLst/>
              <a:gdLst/>
              <a:ahLst/>
              <a:cxnLst>
                <a:cxn ang="0">
                  <a:pos x="1872" y="0"/>
                </a:cxn>
                <a:cxn ang="0">
                  <a:pos x="0" y="0"/>
                </a:cxn>
                <a:cxn ang="0">
                  <a:pos x="1872" y="1063"/>
                </a:cxn>
                <a:cxn ang="0">
                  <a:pos x="1872" y="0"/>
                </a:cxn>
              </a:cxnLst>
              <a:rect l="0" t="0" r="r" b="b"/>
              <a:pathLst>
                <a:path w="1872" h="1063">
                  <a:moveTo>
                    <a:pt x="1872" y="0"/>
                  </a:moveTo>
                  <a:lnTo>
                    <a:pt x="0" y="0"/>
                  </a:lnTo>
                  <a:lnTo>
                    <a:pt x="1872" y="1063"/>
                  </a:lnTo>
                  <a:lnTo>
                    <a:pt x="1872" y="0"/>
                  </a:lnTo>
                  <a:close/>
                </a:path>
              </a:pathLst>
            </a:custGeom>
            <a:solidFill>
              <a:srgbClr val="FFFFFF">
                <a:alpha val="16000"/>
              </a:srgbClr>
            </a:solidFill>
            <a:ln w="9525">
              <a:noFill/>
              <a:round/>
              <a:headEnd/>
              <a:tailEnd/>
            </a:ln>
          </p:spPr>
          <p:txBody>
            <a:bodyPr vert="horz" wrap="square" lIns="91440" tIns="45720" rIns="91440" bIns="45720" numCol="1" anchor="t" anchorCtr="0" compatLnSpc="1">
              <a:prstTxWarp prst="textNoShape">
                <a:avLst/>
              </a:prstTxWarp>
            </a:bodyPr>
            <a:lstStyle/>
            <a:p>
              <a:pPr algn="r" defTabSz="1375467" rtl="1"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34" name="Freeform 27"/>
            <p:cNvSpPr>
              <a:spLocks/>
            </p:cNvSpPr>
            <p:nvPr/>
          </p:nvSpPr>
          <p:spPr bwMode="auto">
            <a:xfrm>
              <a:off x="2094899" y="3690315"/>
              <a:ext cx="4400683" cy="397550"/>
            </a:xfrm>
            <a:custGeom>
              <a:avLst/>
              <a:gdLst/>
              <a:ahLst/>
              <a:cxnLst>
                <a:cxn ang="0">
                  <a:pos x="0" y="0"/>
                </a:cxn>
                <a:cxn ang="0">
                  <a:pos x="0" y="100"/>
                </a:cxn>
                <a:cxn ang="0">
                  <a:pos x="56" y="164"/>
                </a:cxn>
                <a:cxn ang="0">
                  <a:pos x="893" y="164"/>
                </a:cxn>
                <a:cxn ang="0">
                  <a:pos x="921" y="164"/>
                </a:cxn>
                <a:cxn ang="0">
                  <a:pos x="1757" y="164"/>
                </a:cxn>
                <a:cxn ang="0">
                  <a:pos x="1816" y="100"/>
                </a:cxn>
                <a:cxn ang="0">
                  <a:pos x="1816" y="0"/>
                </a:cxn>
                <a:cxn ang="0">
                  <a:pos x="0" y="0"/>
                </a:cxn>
              </a:cxnLst>
              <a:rect l="0" t="0" r="r" b="b"/>
              <a:pathLst>
                <a:path w="1816" h="164">
                  <a:moveTo>
                    <a:pt x="0" y="0"/>
                  </a:moveTo>
                  <a:cubicBezTo>
                    <a:pt x="0" y="100"/>
                    <a:pt x="0" y="100"/>
                    <a:pt x="0" y="100"/>
                  </a:cubicBezTo>
                  <a:cubicBezTo>
                    <a:pt x="0" y="130"/>
                    <a:pt x="27" y="164"/>
                    <a:pt x="56" y="164"/>
                  </a:cubicBezTo>
                  <a:cubicBezTo>
                    <a:pt x="893" y="164"/>
                    <a:pt x="893" y="164"/>
                    <a:pt x="893" y="164"/>
                  </a:cubicBezTo>
                  <a:cubicBezTo>
                    <a:pt x="921" y="164"/>
                    <a:pt x="921" y="164"/>
                    <a:pt x="921" y="164"/>
                  </a:cubicBezTo>
                  <a:cubicBezTo>
                    <a:pt x="1757" y="164"/>
                    <a:pt x="1757" y="164"/>
                    <a:pt x="1757" y="164"/>
                  </a:cubicBezTo>
                  <a:cubicBezTo>
                    <a:pt x="1787" y="164"/>
                    <a:pt x="1816" y="130"/>
                    <a:pt x="1816" y="100"/>
                  </a:cubicBezTo>
                  <a:cubicBezTo>
                    <a:pt x="1816" y="0"/>
                    <a:pt x="1816" y="0"/>
                    <a:pt x="1816" y="0"/>
                  </a:cubicBezTo>
                  <a:lnTo>
                    <a:pt x="0" y="0"/>
                  </a:lnTo>
                  <a:close/>
                </a:path>
              </a:pathLst>
            </a:custGeom>
            <a:gradFill>
              <a:gsLst>
                <a:gs pos="83000">
                  <a:schemeClr val="bg1">
                    <a:lumMod val="75000"/>
                  </a:schemeClr>
                </a:gs>
                <a:gs pos="54000">
                  <a:schemeClr val="bg1">
                    <a:lumMod val="85000"/>
                  </a:schemeClr>
                </a:gs>
              </a:gsLst>
              <a:lin ang="1800000" scaled="0"/>
            </a:gradFill>
            <a:ln w="9525">
              <a:noFill/>
              <a:round/>
              <a:headEnd/>
              <a:tailEnd/>
            </a:ln>
          </p:spPr>
          <p:txBody>
            <a:bodyPr vert="horz" wrap="square" lIns="91440" tIns="45720" rIns="91440" bIns="45720" numCol="1" anchor="t" anchorCtr="0" compatLnSpc="1">
              <a:prstTxWarp prst="textNoShape">
                <a:avLst/>
              </a:prstTxWarp>
            </a:bodyPr>
            <a:lstStyle/>
            <a:p>
              <a:pPr algn="r" defTabSz="1375467" rtl="1" fontAlgn="auto">
                <a:spcBef>
                  <a:spcPts val="0"/>
                </a:spcBef>
                <a:spcAft>
                  <a:spcPts val="0"/>
                </a:spcAft>
              </a:pPr>
              <a:r>
                <a:rPr lang="en-US" sz="2667" dirty="0" smtClean="0">
                  <a:solidFill>
                    <a:srgbClr val="262626"/>
                  </a:solidFill>
                  <a:latin typeface="Roboto Condensed"/>
                  <a:cs typeface="Simplified Arabic" panose="02020603050405020304" pitchFamily="18" charset="-78"/>
                </a:rPr>
                <a:t> </a:t>
              </a:r>
              <a:endParaRPr lang="en-US" sz="2667" dirty="0">
                <a:solidFill>
                  <a:srgbClr val="262626"/>
                </a:solidFill>
                <a:latin typeface="Roboto Condensed"/>
                <a:cs typeface="Simplified Arabic" panose="02020603050405020304" pitchFamily="18" charset="-78"/>
              </a:endParaRPr>
            </a:p>
          </p:txBody>
        </p:sp>
        <p:sp>
          <p:nvSpPr>
            <p:cNvPr id="35" name="Freeform 29"/>
            <p:cNvSpPr>
              <a:spLocks/>
            </p:cNvSpPr>
            <p:nvPr/>
          </p:nvSpPr>
          <p:spPr bwMode="auto">
            <a:xfrm>
              <a:off x="3506519" y="4087866"/>
              <a:ext cx="1590198" cy="495343"/>
            </a:xfrm>
            <a:custGeom>
              <a:avLst/>
              <a:gdLst/>
              <a:ahLst/>
              <a:cxnLst>
                <a:cxn ang="0">
                  <a:pos x="335" y="0"/>
                </a:cxn>
                <a:cxn ang="0">
                  <a:pos x="322" y="0"/>
                </a:cxn>
                <a:cxn ang="0">
                  <a:pos x="143" y="0"/>
                </a:cxn>
                <a:cxn ang="0">
                  <a:pos x="102" y="128"/>
                </a:cxn>
                <a:cxn ang="0">
                  <a:pos x="108" y="204"/>
                </a:cxn>
                <a:cxn ang="0">
                  <a:pos x="322" y="204"/>
                </a:cxn>
                <a:cxn ang="0">
                  <a:pos x="335" y="204"/>
                </a:cxn>
                <a:cxn ang="0">
                  <a:pos x="549" y="204"/>
                </a:cxn>
                <a:cxn ang="0">
                  <a:pos x="555" y="128"/>
                </a:cxn>
                <a:cxn ang="0">
                  <a:pos x="513" y="0"/>
                </a:cxn>
                <a:cxn ang="0">
                  <a:pos x="335" y="0"/>
                </a:cxn>
              </a:cxnLst>
              <a:rect l="0" t="0" r="r" b="b"/>
              <a:pathLst>
                <a:path w="656" h="204">
                  <a:moveTo>
                    <a:pt x="335" y="0"/>
                  </a:moveTo>
                  <a:cubicBezTo>
                    <a:pt x="322" y="0"/>
                    <a:pt x="322" y="0"/>
                    <a:pt x="322" y="0"/>
                  </a:cubicBezTo>
                  <a:cubicBezTo>
                    <a:pt x="143" y="0"/>
                    <a:pt x="143" y="0"/>
                    <a:pt x="143" y="0"/>
                  </a:cubicBezTo>
                  <a:cubicBezTo>
                    <a:pt x="143" y="0"/>
                    <a:pt x="142" y="88"/>
                    <a:pt x="102" y="128"/>
                  </a:cubicBezTo>
                  <a:cubicBezTo>
                    <a:pt x="62" y="169"/>
                    <a:pt x="0" y="204"/>
                    <a:pt x="108" y="204"/>
                  </a:cubicBezTo>
                  <a:cubicBezTo>
                    <a:pt x="322" y="204"/>
                    <a:pt x="322" y="204"/>
                    <a:pt x="322" y="204"/>
                  </a:cubicBezTo>
                  <a:cubicBezTo>
                    <a:pt x="335" y="204"/>
                    <a:pt x="335" y="204"/>
                    <a:pt x="335" y="204"/>
                  </a:cubicBezTo>
                  <a:cubicBezTo>
                    <a:pt x="549" y="204"/>
                    <a:pt x="549" y="204"/>
                    <a:pt x="549" y="204"/>
                  </a:cubicBezTo>
                  <a:cubicBezTo>
                    <a:pt x="656" y="204"/>
                    <a:pt x="594" y="169"/>
                    <a:pt x="555" y="128"/>
                  </a:cubicBezTo>
                  <a:cubicBezTo>
                    <a:pt x="515" y="88"/>
                    <a:pt x="513" y="0"/>
                    <a:pt x="513" y="0"/>
                  </a:cubicBezTo>
                  <a:lnTo>
                    <a:pt x="335" y="0"/>
                  </a:lnTo>
                  <a:close/>
                </a:path>
              </a:pathLst>
            </a:custGeom>
            <a:gradFill>
              <a:gsLst>
                <a:gs pos="42000">
                  <a:schemeClr val="bg1">
                    <a:lumMod val="75000"/>
                  </a:schemeClr>
                </a:gs>
                <a:gs pos="6000">
                  <a:schemeClr val="bg1">
                    <a:lumMod val="85000"/>
                  </a:schemeClr>
                </a:gs>
                <a:gs pos="0">
                  <a:schemeClr val="bg1">
                    <a:lumMod val="65000"/>
                  </a:schemeClr>
                </a:gs>
              </a:gsLst>
              <a:lin ang="5400000" scaled="0"/>
            </a:gradFill>
            <a:ln w="9525">
              <a:noFill/>
              <a:round/>
              <a:headEnd/>
              <a:tailEnd/>
            </a:ln>
          </p:spPr>
          <p:txBody>
            <a:bodyPr vert="horz" wrap="square" lIns="91440" tIns="45720" rIns="91440" bIns="45720" numCol="1" anchor="t" anchorCtr="0" compatLnSpc="1">
              <a:prstTxWarp prst="textNoShape">
                <a:avLst/>
              </a:prstTxWarp>
            </a:bodyPr>
            <a:lstStyle/>
            <a:p>
              <a:pPr algn="r" defTabSz="1375467" rtl="1"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sp>
        <p:nvSpPr>
          <p:cNvPr id="36" name="Picture Placeholder 7"/>
          <p:cNvSpPr>
            <a:spLocks noGrp="1"/>
          </p:cNvSpPr>
          <p:nvPr>
            <p:ph type="pic" sz="quarter" idx="10" hasCustomPrompt="1"/>
          </p:nvPr>
        </p:nvSpPr>
        <p:spPr>
          <a:xfrm>
            <a:off x="4153968" y="2602772"/>
            <a:ext cx="3944649" cy="2230637"/>
          </a:xfrm>
          <a:prstGeom prst="rect">
            <a:avLst/>
          </a:prstGeom>
          <a:ln>
            <a:noFill/>
          </a:ln>
        </p:spPr>
        <p:txBody>
          <a:bodyPr tIns="0" bIns="27432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11"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2"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23348220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4" fill="hold" grpId="0" nodeType="afterEffect">
                                  <p:stCondLst>
                                    <p:cond delay="0"/>
                                  </p:stCondLst>
                                  <p:childTnLst>
                                    <p:set>
                                      <p:cBhvr>
                                        <p:cTn id="11" dur="1" fill="hold">
                                          <p:stCondLst>
                                            <p:cond delay="0"/>
                                          </p:stCondLst>
                                        </p:cTn>
                                        <p:tgtEl>
                                          <p:spTgt spid="36"/>
                                        </p:tgtEl>
                                        <p:attrNameLst>
                                          <p:attrName>style.visibility</p:attrName>
                                        </p:attrNameLst>
                                      </p:cBhvr>
                                      <p:to>
                                        <p:strVal val="visible"/>
                                      </p:to>
                                    </p:set>
                                    <p:animEffect transition="in" filter="wipe(down)">
                                      <p:cBhvr>
                                        <p:cTn id="12" dur="50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p:bldLst>
  </p:timing>
</p:sldLayout>
</file>

<file path=ppt/slideLayouts/slideLayout247.xml><?xml version="1.0" encoding="utf-8"?>
<p:sldLayout xmlns:a="http://schemas.openxmlformats.org/drawingml/2006/main" xmlns:r="http://schemas.openxmlformats.org/officeDocument/2006/relationships" xmlns:p="http://schemas.openxmlformats.org/presentationml/2006/main" userDrawn="1">
  <p:cSld name="3_MockUp02">
    <p:spTree>
      <p:nvGrpSpPr>
        <p:cNvPr id="1" name=""/>
        <p:cNvGrpSpPr/>
        <p:nvPr/>
      </p:nvGrpSpPr>
      <p:grpSpPr>
        <a:xfrm>
          <a:off x="0" y="0"/>
          <a:ext cx="0" cy="0"/>
          <a:chOff x="0" y="0"/>
          <a:chExt cx="0" cy="0"/>
        </a:xfrm>
      </p:grpSpPr>
      <p:grpSp>
        <p:nvGrpSpPr>
          <p:cNvPr id="14" name="Group 13"/>
          <p:cNvGrpSpPr/>
          <p:nvPr userDrawn="1"/>
        </p:nvGrpSpPr>
        <p:grpSpPr>
          <a:xfrm>
            <a:off x="4811183" y="1589752"/>
            <a:ext cx="2569636" cy="4785648"/>
            <a:chOff x="6140449" y="1116114"/>
            <a:chExt cx="1927226" cy="3589236"/>
          </a:xfrm>
        </p:grpSpPr>
        <p:sp>
          <p:nvSpPr>
            <p:cNvPr id="15" name="Rectangle 14"/>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18"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rgbClr val="7F8183"/>
            </a:solid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sp>
        <p:nvSpPr>
          <p:cNvPr id="20" name="Picture Placeholder 7"/>
          <p:cNvSpPr>
            <a:spLocks noGrp="1"/>
          </p:cNvSpPr>
          <p:nvPr>
            <p:ph type="pic" sz="quarter" idx="10" hasCustomPrompt="1"/>
          </p:nvPr>
        </p:nvSpPr>
        <p:spPr>
          <a:xfrm>
            <a:off x="4978400" y="2267109"/>
            <a:ext cx="2235200" cy="3386444"/>
          </a:xfrm>
          <a:prstGeom prst="rect">
            <a:avLst/>
          </a:prstGeom>
          <a:ln>
            <a:noFill/>
          </a:ln>
        </p:spPr>
        <p:txBody>
          <a:bodyPr bIns="45720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8"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9"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149635667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500" fill="hold"/>
                                        <p:tgtEl>
                                          <p:spTgt spid="14"/>
                                        </p:tgtEl>
                                        <p:attrNameLst>
                                          <p:attrName>ppt_x</p:attrName>
                                        </p:attrNameLst>
                                      </p:cBhvr>
                                      <p:tavLst>
                                        <p:tav tm="0">
                                          <p:val>
                                            <p:strVal val="#ppt_x"/>
                                          </p:val>
                                        </p:tav>
                                        <p:tav tm="100000">
                                          <p:val>
                                            <p:strVal val="#ppt_x"/>
                                          </p:val>
                                        </p:tav>
                                      </p:tavLst>
                                    </p:anim>
                                    <p:anim calcmode="lin" valueType="num">
                                      <p:cBhvr additive="base">
                                        <p:cTn id="8" dur="500" fill="hold"/>
                                        <p:tgtEl>
                                          <p:spTgt spid="14"/>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4" fill="hold" grpId="0" nodeType="after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wipe(down)">
                                      <p:cBhvr>
                                        <p:cTn id="12"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Lst>
  </p:timing>
</p:sldLayout>
</file>

<file path=ppt/slideLayouts/slideLayout248.xml><?xml version="1.0" encoding="utf-8"?>
<p:sldLayout xmlns:a="http://schemas.openxmlformats.org/drawingml/2006/main" xmlns:r="http://schemas.openxmlformats.org/officeDocument/2006/relationships" xmlns:p="http://schemas.openxmlformats.org/presentationml/2006/main" userDrawn="1">
  <p:cSld name="8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68579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90597949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Layout>
</file>

<file path=ppt/slideLayouts/slideLayout249.xml><?xml version="1.0" encoding="utf-8"?>
<p:sldLayout xmlns:a="http://schemas.openxmlformats.org/drawingml/2006/main" xmlns:r="http://schemas.openxmlformats.org/officeDocument/2006/relationships" xmlns:p="http://schemas.openxmlformats.org/presentationml/2006/main" userDrawn="1">
  <p:cSld name="1_Vertical Title and Text">
    <p:spTree>
      <p:nvGrpSpPr>
        <p:cNvPr id="1" name=""/>
        <p:cNvGrpSpPr/>
        <p:nvPr/>
      </p:nvGrpSpPr>
      <p:grpSpPr>
        <a:xfrm>
          <a:off x="0" y="0"/>
          <a:ext cx="0" cy="0"/>
          <a:chOff x="0" y="0"/>
          <a:chExt cx="0" cy="0"/>
        </a:xfrm>
      </p:grpSpPr>
      <p:sp>
        <p:nvSpPr>
          <p:cNvPr id="7"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8"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4" name="Picture Placeholder 7"/>
          <p:cNvSpPr>
            <a:spLocks noGrp="1"/>
          </p:cNvSpPr>
          <p:nvPr>
            <p:ph type="pic" sz="quarter" idx="29" hasCustomPrompt="1"/>
          </p:nvPr>
        </p:nvSpPr>
        <p:spPr>
          <a:xfrm>
            <a:off x="0" y="4241800"/>
            <a:ext cx="12192000" cy="26162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340576522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Layout>
</file>

<file path=ppt/slideLayouts/slideLayout250.xml><?xml version="1.0" encoding="utf-8"?>
<p:sldLayout xmlns:a="http://schemas.openxmlformats.org/drawingml/2006/main" xmlns:r="http://schemas.openxmlformats.org/officeDocument/2006/relationships" xmlns:p="http://schemas.openxmlformats.org/presentationml/2006/main" userDrawn="1">
  <p:cSld name="2_Vertical Title and Text">
    <p:spTree>
      <p:nvGrpSpPr>
        <p:cNvPr id="1" name=""/>
        <p:cNvGrpSpPr/>
        <p:nvPr/>
      </p:nvGrpSpPr>
      <p:grpSpPr>
        <a:xfrm>
          <a:off x="0" y="0"/>
          <a:ext cx="0" cy="0"/>
          <a:chOff x="0" y="0"/>
          <a:chExt cx="0" cy="0"/>
        </a:xfrm>
      </p:grpSpPr>
      <p:sp>
        <p:nvSpPr>
          <p:cNvPr id="7"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8"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4" name="Picture Placeholder 7"/>
          <p:cNvSpPr>
            <a:spLocks noGrp="1"/>
          </p:cNvSpPr>
          <p:nvPr>
            <p:ph type="pic" sz="quarter" idx="29" hasCustomPrompt="1"/>
          </p:nvPr>
        </p:nvSpPr>
        <p:spPr>
          <a:xfrm>
            <a:off x="0" y="4042611"/>
            <a:ext cx="12192000" cy="281538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88323037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Layout>
</file>

<file path=ppt/slideLayouts/slideLayout251.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
        <p:nvSpPr>
          <p:cNvPr id="8" name="Picture Placeholder 7"/>
          <p:cNvSpPr>
            <a:spLocks noGrp="1"/>
          </p:cNvSpPr>
          <p:nvPr>
            <p:ph type="pic" sz="quarter" idx="13"/>
          </p:nvPr>
        </p:nvSpPr>
        <p:spPr>
          <a:xfrm>
            <a:off x="0" y="0"/>
            <a:ext cx="12192000" cy="6858000"/>
          </a:xfrm>
          <a:solidFill>
            <a:schemeClr val="bg1">
              <a:lumMod val="85000"/>
            </a:schemeClr>
          </a:solidFill>
        </p:spPr>
        <p:txBody>
          <a:bodyPr/>
          <a:lstStyle/>
          <a:p>
            <a:endParaRPr lang="en-AU"/>
          </a:p>
        </p:txBody>
      </p:sp>
      <p:sp>
        <p:nvSpPr>
          <p:cNvPr id="9" name="Picture Placeholder 7"/>
          <p:cNvSpPr>
            <a:spLocks noGrp="1"/>
          </p:cNvSpPr>
          <p:nvPr>
            <p:ph type="pic" sz="quarter" idx="14"/>
          </p:nvPr>
        </p:nvSpPr>
        <p:spPr>
          <a:xfrm>
            <a:off x="3028950" y="1943100"/>
            <a:ext cx="6096000" cy="4914900"/>
          </a:xfrm>
          <a:solidFill>
            <a:schemeClr val="bg2">
              <a:lumMod val="25000"/>
            </a:schemeClr>
          </a:solidFill>
        </p:spPr>
        <p:txBody>
          <a:bodyPr/>
          <a:lstStyle/>
          <a:p>
            <a:endParaRPr lang="en-AU"/>
          </a:p>
        </p:txBody>
      </p:sp>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smtClean="0"/>
              <a:t>Click to edit Master title style</a:t>
            </a:r>
            <a:endParaRPr lang="en-AU"/>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smtClean="0"/>
              <a:t>Click to edit Master subtitle style</a:t>
            </a:r>
            <a:endParaRPr lang="en-AU" dirty="0"/>
          </a:p>
        </p:txBody>
      </p:sp>
      <p:sp>
        <p:nvSpPr>
          <p:cNvPr id="4" name="Date Placeholder 3"/>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5" name="Footer Placeholder 4"/>
          <p:cNvSpPr>
            <a:spLocks noGrp="1"/>
          </p:cNvSpPr>
          <p:nvPr>
            <p:ph type="ftr" sz="quarter" idx="11"/>
          </p:nvPr>
        </p:nvSpPr>
        <p:spPr/>
        <p:txBody>
          <a:bodyPr/>
          <a:lstStyle/>
          <a:p>
            <a:endParaRPr lang="en-AU">
              <a:solidFill>
                <a:prstClr val="black">
                  <a:tint val="75000"/>
                </a:prstClr>
              </a:solidFill>
            </a:endParaRPr>
          </a:p>
        </p:txBody>
      </p:sp>
      <p:sp>
        <p:nvSpPr>
          <p:cNvPr id="6" name="Slide Number Placeholder 5"/>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372895030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after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wipe(down)">
                                      <p:cBhvr>
                                        <p:cTn id="7" dur="500"/>
                                        <p:tgtEl>
                                          <p:spTgt spid="9"/>
                                        </p:tgtEl>
                                      </p:cBhvr>
                                    </p:animEffect>
                                  </p:childTnLst>
                                </p:cTn>
                              </p:par>
                            </p:childTnLst>
                          </p:cTn>
                        </p:par>
                        <p:par>
                          <p:cTn id="8" fill="hold">
                            <p:stCondLst>
                              <p:cond delay="500"/>
                            </p:stCondLst>
                            <p:childTnLst>
                              <p:par>
                                <p:cTn id="9" presetID="42"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anim calcmode="lin" valueType="num">
                                      <p:cBhvr>
                                        <p:cTn id="12" dur="500" fill="hold"/>
                                        <p:tgtEl>
                                          <p:spTgt spid="2"/>
                                        </p:tgtEl>
                                        <p:attrNameLst>
                                          <p:attrName>ppt_x</p:attrName>
                                        </p:attrNameLst>
                                      </p:cBhvr>
                                      <p:tavLst>
                                        <p:tav tm="0">
                                          <p:val>
                                            <p:strVal val="#ppt_x"/>
                                          </p:val>
                                        </p:tav>
                                        <p:tav tm="100000">
                                          <p:val>
                                            <p:strVal val="#ppt_x"/>
                                          </p:val>
                                        </p:tav>
                                      </p:tavLst>
                                    </p:anim>
                                    <p:anim calcmode="lin" valueType="num">
                                      <p:cBhvr>
                                        <p:cTn id="13" dur="500" fill="hold"/>
                                        <p:tgtEl>
                                          <p:spTgt spid="2"/>
                                        </p:tgtEl>
                                        <p:attrNameLst>
                                          <p:attrName>ppt_y</p:attrName>
                                        </p:attrNameLst>
                                      </p:cBhvr>
                                      <p:tavLst>
                                        <p:tav tm="0">
                                          <p:val>
                                            <p:strVal val="#ppt_y+.1"/>
                                          </p:val>
                                        </p:tav>
                                        <p:tav tm="100000">
                                          <p:val>
                                            <p:strVal val="#ppt_y"/>
                                          </p:val>
                                        </p:tav>
                                      </p:tavLst>
                                    </p:anim>
                                  </p:childTnLst>
                                </p:cTn>
                              </p:par>
                            </p:childTnLst>
                          </p:cTn>
                        </p:par>
                        <p:par>
                          <p:cTn id="14" fill="hold">
                            <p:stCondLst>
                              <p:cond delay="1000"/>
                            </p:stCondLst>
                            <p:childTnLst>
                              <p:par>
                                <p:cTn id="15" presetID="10" presetClass="entr" presetSubtype="0" fill="hold" grpId="0" nodeType="afterEffect">
                                  <p:stCondLst>
                                    <p:cond delay="0"/>
                                  </p:stCondLst>
                                  <p:childTnLst>
                                    <p:set>
                                      <p:cBhvr>
                                        <p:cTn id="16" dur="1" fill="hold">
                                          <p:stCondLst>
                                            <p:cond delay="0"/>
                                          </p:stCondLst>
                                        </p:cTn>
                                        <p:tgtEl>
                                          <p:spTgt spid="3">
                                            <p:txEl>
                                              <p:pRg st="0" end="0"/>
                                            </p:txEl>
                                          </p:spTgt>
                                        </p:tgtEl>
                                        <p:attrNameLst>
                                          <p:attrName>style.visibility</p:attrName>
                                        </p:attrNameLst>
                                      </p:cBhvr>
                                      <p:to>
                                        <p:strVal val="visible"/>
                                      </p:to>
                                    </p:set>
                                    <p:animEffect transition="in" filter="fade">
                                      <p:cBhvr>
                                        <p:cTn id="17" dur="500"/>
                                        <p:tgtEl>
                                          <p:spTgt spid="3">
                                            <p:txEl>
                                              <p:pRg st="0" end="0"/>
                                            </p:txEl>
                                          </p:spTgt>
                                        </p:tgtEl>
                                      </p:cBhvr>
                                    </p:animEffect>
                                  </p:childTnLst>
                                </p:cTn>
                              </p:par>
                            </p:childTnLst>
                          </p:cTn>
                        </p:par>
                        <p:par>
                          <p:cTn id="18" fill="hold">
                            <p:stCondLst>
                              <p:cond delay="1500"/>
                            </p:stCondLst>
                            <p:childTnLst>
                              <p:par>
                                <p:cTn id="19" presetID="53" presetClass="entr" presetSubtype="16" fill="hold" grpId="0" nodeType="afterEffect">
                                  <p:stCondLst>
                                    <p:cond delay="0"/>
                                  </p:stCondLst>
                                  <p:childTnLst>
                                    <p:set>
                                      <p:cBhvr>
                                        <p:cTn id="20" dur="1" fill="hold">
                                          <p:stCondLst>
                                            <p:cond delay="0"/>
                                          </p:stCondLst>
                                        </p:cTn>
                                        <p:tgtEl>
                                          <p:spTgt spid="8"/>
                                        </p:tgtEl>
                                        <p:attrNameLst>
                                          <p:attrName>style.visibility</p:attrName>
                                        </p:attrNameLst>
                                      </p:cBhvr>
                                      <p:to>
                                        <p:strVal val="visible"/>
                                      </p:to>
                                    </p:set>
                                    <p:anim calcmode="lin" valueType="num">
                                      <p:cBhvr>
                                        <p:cTn id="21" dur="500" fill="hold"/>
                                        <p:tgtEl>
                                          <p:spTgt spid="8"/>
                                        </p:tgtEl>
                                        <p:attrNameLst>
                                          <p:attrName>ppt_w</p:attrName>
                                        </p:attrNameLst>
                                      </p:cBhvr>
                                      <p:tavLst>
                                        <p:tav tm="0">
                                          <p:val>
                                            <p:fltVal val="0"/>
                                          </p:val>
                                        </p:tav>
                                        <p:tav tm="100000">
                                          <p:val>
                                            <p:strVal val="#ppt_w"/>
                                          </p:val>
                                        </p:tav>
                                      </p:tavLst>
                                    </p:anim>
                                    <p:anim calcmode="lin" valueType="num">
                                      <p:cBhvr>
                                        <p:cTn id="22" dur="500" fill="hold"/>
                                        <p:tgtEl>
                                          <p:spTgt spid="8"/>
                                        </p:tgtEl>
                                        <p:attrNameLst>
                                          <p:attrName>ppt_h</p:attrName>
                                        </p:attrNameLst>
                                      </p:cBhvr>
                                      <p:tavLst>
                                        <p:tav tm="0">
                                          <p:val>
                                            <p:fltVal val="0"/>
                                          </p:val>
                                        </p:tav>
                                        <p:tav tm="100000">
                                          <p:val>
                                            <p:strVal val="#ppt_h"/>
                                          </p:val>
                                        </p:tav>
                                      </p:tavLst>
                                    </p:anim>
                                    <p:animEffect transition="in" filter="fade">
                                      <p:cBhvr>
                                        <p:cTn id="23"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P spid="2" grpId="0"/>
      <p:bldP spid="3" grpId="0" build="p">
        <p:tmplLst>
          <p:tmpl lvl="1">
            <p:tnLst>
              <p:par>
                <p:cTn presetID="10" presetClass="entr" presetSubtype="0" fill="hold" nodeType="afterEffect">
                  <p:stCondLst>
                    <p:cond delay="0"/>
                  </p:stCondLst>
                  <p:childTnLst>
                    <p:set>
                      <p:cBhvr>
                        <p:cTn dur="1" fill="hold">
                          <p:stCondLst>
                            <p:cond delay="0"/>
                          </p:stCondLst>
                        </p:cTn>
                        <p:tgtEl>
                          <p:spTgt spid="3"/>
                        </p:tgtEl>
                        <p:attrNameLst>
                          <p:attrName>style.visibility</p:attrName>
                        </p:attrNameLst>
                      </p:cBhvr>
                      <p:to>
                        <p:strVal val="visible"/>
                      </p:to>
                    </p:set>
                    <p:animEffect transition="in" filter="fade">
                      <p:cBhvr>
                        <p:cTn dur="500"/>
                        <p:tgtEl>
                          <p:spTgt spid="3"/>
                        </p:tgtEl>
                      </p:cBhvr>
                    </p:animEffect>
                  </p:childTnLst>
                </p:cTn>
              </p:par>
            </p:tnLst>
          </p:tmpl>
        </p:tmplLst>
      </p:bldP>
    </p:bldLst>
  </p:timing>
</p:sldLayout>
</file>

<file path=ppt/slideLayouts/slideLayout252.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1778000" y="1996719"/>
            <a:ext cx="4307472" cy="839020"/>
          </a:xfrm>
        </p:spPr>
        <p:txBody>
          <a:bodyPr>
            <a:noAutofit/>
          </a:bodyPr>
          <a:lstStyle>
            <a:lvl1pPr algn="r">
              <a:defRPr sz="6000">
                <a:solidFill>
                  <a:schemeClr val="tx1">
                    <a:lumMod val="75000"/>
                    <a:lumOff val="25000"/>
                  </a:schemeClr>
                </a:solidFill>
              </a:defRPr>
            </a:lvl1pPr>
          </a:lstStyle>
          <a:p>
            <a:r>
              <a:rPr lang="id-ID" dirty="0" smtClean="0"/>
              <a:t>TITLE</a:t>
            </a:r>
            <a:endParaRPr lang="en-AU" dirty="0"/>
          </a:p>
        </p:txBody>
      </p:sp>
      <p:sp>
        <p:nvSpPr>
          <p:cNvPr id="3" name="Content Placeholder 2"/>
          <p:cNvSpPr>
            <a:spLocks noGrp="1"/>
          </p:cNvSpPr>
          <p:nvPr>
            <p:ph idx="1"/>
          </p:nvPr>
        </p:nvSpPr>
        <p:spPr>
          <a:xfrm>
            <a:off x="1788528" y="2758235"/>
            <a:ext cx="4307472" cy="1425158"/>
          </a:xfrm>
        </p:spPr>
        <p:txBody>
          <a:bodyPr>
            <a:normAutofit/>
          </a:bodyPr>
          <a:lstStyle>
            <a:lvl1pPr algn="r">
              <a:defRPr sz="2000">
                <a:solidFill>
                  <a:schemeClr val="tx1">
                    <a:lumMod val="50000"/>
                    <a:lumOff val="50000"/>
                  </a:schemeClr>
                </a:solidFill>
              </a:defRPr>
            </a:lvl1pPr>
          </a:lstStyle>
          <a:p>
            <a:pPr lvl="0"/>
            <a:r>
              <a:rPr lang="en-US" dirty="0" smtClean="0"/>
              <a:t>Click to edit Master text styles</a:t>
            </a:r>
          </a:p>
        </p:txBody>
      </p:sp>
      <p:sp>
        <p:nvSpPr>
          <p:cNvPr id="4" name="Date Placeholder 3"/>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5" name="Footer Placeholder 4"/>
          <p:cNvSpPr>
            <a:spLocks noGrp="1"/>
          </p:cNvSpPr>
          <p:nvPr>
            <p:ph type="ftr" sz="quarter" idx="11"/>
          </p:nvPr>
        </p:nvSpPr>
        <p:spPr/>
        <p:txBody>
          <a:bodyPr/>
          <a:lstStyle/>
          <a:p>
            <a:endParaRPr lang="en-AU">
              <a:solidFill>
                <a:prstClr val="black">
                  <a:tint val="75000"/>
                </a:prstClr>
              </a:solidFill>
            </a:endParaRPr>
          </a:p>
        </p:txBody>
      </p:sp>
      <p:sp>
        <p:nvSpPr>
          <p:cNvPr id="6" name="Slide Number Placeholder 5"/>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8" name="Picture Placeholder 7"/>
          <p:cNvSpPr>
            <a:spLocks noGrp="1"/>
          </p:cNvSpPr>
          <p:nvPr>
            <p:ph type="pic" sz="quarter" idx="13" hasCustomPrompt="1"/>
          </p:nvPr>
        </p:nvSpPr>
        <p:spPr>
          <a:xfrm>
            <a:off x="0" y="0"/>
            <a:ext cx="12192000" cy="1989138"/>
          </a:xfrm>
          <a:solidFill>
            <a:schemeClr val="bg1">
              <a:lumMod val="85000"/>
            </a:schemeClr>
          </a:solidFill>
        </p:spPr>
        <p:txBody>
          <a:bodyPr>
            <a:normAutofit/>
          </a:bodyPr>
          <a:lstStyle>
            <a:lvl1pPr>
              <a:defRPr sz="1000"/>
            </a:lvl1pPr>
          </a:lstStyle>
          <a:p>
            <a:r>
              <a:rPr lang="id-ID" dirty="0" smtClean="0"/>
              <a:t>Pic here</a:t>
            </a:r>
            <a:endParaRPr lang="en-AU" dirty="0"/>
          </a:p>
        </p:txBody>
      </p:sp>
      <p:sp>
        <p:nvSpPr>
          <p:cNvPr id="10" name="Picture Placeholder 9"/>
          <p:cNvSpPr>
            <a:spLocks noGrp="1"/>
          </p:cNvSpPr>
          <p:nvPr>
            <p:ph type="pic" sz="quarter" idx="14"/>
          </p:nvPr>
        </p:nvSpPr>
        <p:spPr>
          <a:xfrm rot="21079909">
            <a:off x="7010400" y="1587500"/>
            <a:ext cx="1976438" cy="1976438"/>
          </a:xfrm>
          <a:solidFill>
            <a:schemeClr val="bg1">
              <a:lumMod val="75000"/>
            </a:schemeClr>
          </a:solidFill>
        </p:spPr>
        <p:txBody>
          <a:bodyPr/>
          <a:lstStyle/>
          <a:p>
            <a:endParaRPr lang="en-AU"/>
          </a:p>
        </p:txBody>
      </p:sp>
      <p:sp>
        <p:nvSpPr>
          <p:cNvPr id="16" name="Picture Placeholder 15"/>
          <p:cNvSpPr>
            <a:spLocks noGrp="1"/>
          </p:cNvSpPr>
          <p:nvPr>
            <p:ph type="pic" sz="quarter" idx="16" hasCustomPrompt="1"/>
          </p:nvPr>
        </p:nvSpPr>
        <p:spPr>
          <a:xfrm>
            <a:off x="7010400" y="1583575"/>
            <a:ext cx="1976438" cy="63291"/>
          </a:xfrm>
          <a:solidFill>
            <a:schemeClr val="accent1"/>
          </a:solidFill>
        </p:spPr>
        <p:txBody>
          <a:bodyPr>
            <a:noAutofit/>
          </a:bodyPr>
          <a:lstStyle>
            <a:lvl1pPr algn="r">
              <a:defRPr sz="500"/>
            </a:lvl1pPr>
          </a:lstStyle>
          <a:p>
            <a:r>
              <a:rPr lang="id-ID" dirty="0" smtClean="0"/>
              <a:t>Nopic</a:t>
            </a:r>
            <a:endParaRPr lang="en-AU" dirty="0"/>
          </a:p>
        </p:txBody>
      </p:sp>
      <p:sp>
        <p:nvSpPr>
          <p:cNvPr id="18" name="Picture Placeholder 15"/>
          <p:cNvSpPr>
            <a:spLocks noGrp="1"/>
          </p:cNvSpPr>
          <p:nvPr>
            <p:ph type="pic" sz="quarter" idx="17" hasCustomPrompt="1"/>
          </p:nvPr>
        </p:nvSpPr>
        <p:spPr>
          <a:xfrm rot="16200000">
            <a:off x="6053827" y="2538457"/>
            <a:ext cx="1976438" cy="63291"/>
          </a:xfrm>
          <a:solidFill>
            <a:schemeClr val="accent2"/>
          </a:solidFill>
        </p:spPr>
        <p:txBody>
          <a:bodyPr>
            <a:noAutofit/>
          </a:bodyPr>
          <a:lstStyle>
            <a:lvl1pPr algn="r">
              <a:defRPr sz="500"/>
            </a:lvl1pPr>
          </a:lstStyle>
          <a:p>
            <a:r>
              <a:rPr lang="id-ID" dirty="0" smtClean="0"/>
              <a:t>Nopic</a:t>
            </a:r>
            <a:endParaRPr lang="en-AU" dirty="0"/>
          </a:p>
        </p:txBody>
      </p:sp>
      <p:sp>
        <p:nvSpPr>
          <p:cNvPr id="19" name="Picture Placeholder 15"/>
          <p:cNvSpPr>
            <a:spLocks noGrp="1"/>
          </p:cNvSpPr>
          <p:nvPr>
            <p:ph type="pic" sz="quarter" idx="18" hasCustomPrompt="1"/>
          </p:nvPr>
        </p:nvSpPr>
        <p:spPr>
          <a:xfrm rot="16200000">
            <a:off x="7966974" y="2538458"/>
            <a:ext cx="1976438" cy="63291"/>
          </a:xfrm>
          <a:solidFill>
            <a:schemeClr val="accent4"/>
          </a:solidFill>
        </p:spPr>
        <p:txBody>
          <a:bodyPr>
            <a:noAutofit/>
          </a:bodyPr>
          <a:lstStyle>
            <a:lvl1pPr algn="r">
              <a:defRPr sz="500"/>
            </a:lvl1pPr>
          </a:lstStyle>
          <a:p>
            <a:r>
              <a:rPr lang="id-ID" dirty="0" smtClean="0"/>
              <a:t>Nopic</a:t>
            </a:r>
            <a:endParaRPr lang="en-AU" dirty="0"/>
          </a:p>
        </p:txBody>
      </p:sp>
      <p:sp>
        <p:nvSpPr>
          <p:cNvPr id="20" name="Picture Placeholder 15"/>
          <p:cNvSpPr>
            <a:spLocks noGrp="1"/>
          </p:cNvSpPr>
          <p:nvPr>
            <p:ph type="pic" sz="quarter" idx="19" hasCustomPrompt="1"/>
          </p:nvPr>
        </p:nvSpPr>
        <p:spPr>
          <a:xfrm>
            <a:off x="7010400" y="3523186"/>
            <a:ext cx="1976438" cy="63291"/>
          </a:xfrm>
          <a:solidFill>
            <a:schemeClr val="accent5"/>
          </a:solidFill>
        </p:spPr>
        <p:txBody>
          <a:bodyPr>
            <a:noAutofit/>
          </a:bodyPr>
          <a:lstStyle>
            <a:lvl1pPr algn="r">
              <a:defRPr sz="500"/>
            </a:lvl1pPr>
          </a:lstStyle>
          <a:p>
            <a:r>
              <a:rPr lang="id-ID" dirty="0" smtClean="0"/>
              <a:t>Nopic</a:t>
            </a:r>
            <a:endParaRPr lang="en-AU" dirty="0"/>
          </a:p>
        </p:txBody>
      </p:sp>
      <p:sp>
        <p:nvSpPr>
          <p:cNvPr id="22" name="Text Placeholder 21"/>
          <p:cNvSpPr>
            <a:spLocks noGrp="1"/>
          </p:cNvSpPr>
          <p:nvPr>
            <p:ph type="body" sz="quarter" idx="20"/>
          </p:nvPr>
        </p:nvSpPr>
        <p:spPr>
          <a:xfrm>
            <a:off x="6872288" y="4073525"/>
            <a:ext cx="3109912" cy="360363"/>
          </a:xfrm>
        </p:spPr>
        <p:txBody>
          <a:bodyPr/>
          <a:lstStyle>
            <a:lvl1pP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3" name="Text Placeholder 21"/>
          <p:cNvSpPr>
            <a:spLocks noGrp="1"/>
          </p:cNvSpPr>
          <p:nvPr>
            <p:ph type="body" sz="quarter" idx="21"/>
          </p:nvPr>
        </p:nvSpPr>
        <p:spPr>
          <a:xfrm>
            <a:off x="6872288" y="4482636"/>
            <a:ext cx="3109912" cy="1391908"/>
          </a:xfrm>
        </p:spPr>
        <p:txBody>
          <a:bodyPr>
            <a:normAutofit/>
          </a:bodyPr>
          <a:lstStyle>
            <a:lvl1pP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4" name="Text Placeholder 6"/>
          <p:cNvSpPr>
            <a:spLocks noGrp="1"/>
          </p:cNvSpPr>
          <p:nvPr>
            <p:ph type="body" sz="quarter" idx="22"/>
          </p:nvPr>
        </p:nvSpPr>
        <p:spPr>
          <a:xfrm>
            <a:off x="2526297" y="1603582"/>
            <a:ext cx="3559175" cy="372856"/>
          </a:xfrm>
        </p:spPr>
        <p:txBody>
          <a:bodyPr>
            <a:noAutofit/>
          </a:bodyPr>
          <a:lstStyle>
            <a:lvl1pPr algn="r">
              <a:defRPr sz="2800">
                <a:solidFill>
                  <a:schemeClr val="tx1">
                    <a:lumMod val="65000"/>
                    <a:lumOff val="35000"/>
                  </a:schemeClr>
                </a:solidFill>
                <a:latin typeface="+mj-lt"/>
              </a:defRPr>
            </a:lvl1pPr>
          </a:lstStyle>
          <a:p>
            <a:pPr lvl="0"/>
            <a:endParaRPr lang="en-AU" dirty="0"/>
          </a:p>
        </p:txBody>
      </p:sp>
    </p:spTree>
    <p:extLst>
      <p:ext uri="{BB962C8B-B14F-4D97-AF65-F5344CB8AC3E}">
        <p14:creationId xmlns:p14="http://schemas.microsoft.com/office/powerpoint/2010/main" val="408980295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after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p:cTn id="7" dur="500" fill="hold"/>
                                        <p:tgtEl>
                                          <p:spTgt spid="8"/>
                                        </p:tgtEl>
                                        <p:attrNameLst>
                                          <p:attrName>ppt_w</p:attrName>
                                        </p:attrNameLst>
                                      </p:cBhvr>
                                      <p:tavLst>
                                        <p:tav tm="0">
                                          <p:val>
                                            <p:fltVal val="0"/>
                                          </p:val>
                                        </p:tav>
                                        <p:tav tm="100000">
                                          <p:val>
                                            <p:strVal val="#ppt_w"/>
                                          </p:val>
                                        </p:tav>
                                      </p:tavLst>
                                    </p:anim>
                                    <p:anim calcmode="lin" valueType="num">
                                      <p:cBhvr>
                                        <p:cTn id="8" dur="500" fill="hold"/>
                                        <p:tgtEl>
                                          <p:spTgt spid="8"/>
                                        </p:tgtEl>
                                        <p:attrNameLst>
                                          <p:attrName>ppt_h</p:attrName>
                                        </p:attrNameLst>
                                      </p:cBhvr>
                                      <p:tavLst>
                                        <p:tav tm="0">
                                          <p:val>
                                            <p:fltVal val="0"/>
                                          </p:val>
                                        </p:tav>
                                        <p:tav tm="100000">
                                          <p:val>
                                            <p:strVal val="#ppt_h"/>
                                          </p:val>
                                        </p:tav>
                                      </p:tavLst>
                                    </p:anim>
                                    <p:animEffect transition="in" filter="fade">
                                      <p:cBhvr>
                                        <p:cTn id="9" dur="500"/>
                                        <p:tgtEl>
                                          <p:spTgt spid="8"/>
                                        </p:tgtEl>
                                      </p:cBhvr>
                                    </p:animEffect>
                                  </p:childTnLst>
                                </p:cTn>
                              </p:par>
                            </p:childTnLst>
                          </p:cTn>
                        </p:par>
                        <p:par>
                          <p:cTn id="10" fill="hold">
                            <p:stCondLst>
                              <p:cond delay="500"/>
                            </p:stCondLst>
                            <p:childTnLst>
                              <p:par>
                                <p:cTn id="11" presetID="10" presetClass="entr" presetSubtype="0" fill="hold" grpId="0" nodeType="afterEffect" nodePh="1">
                                  <p:stCondLst>
                                    <p:cond delay="0"/>
                                  </p:stCondLst>
                                  <p:endCondLst>
                                    <p:cond evt="begin" delay="0">
                                      <p:tn val="11"/>
                                    </p:cond>
                                  </p:endCondLst>
                                  <p:childTnLst>
                                    <p:set>
                                      <p:cBhvr>
                                        <p:cTn id="12" dur="1" fill="hold">
                                          <p:stCondLst>
                                            <p:cond delay="0"/>
                                          </p:stCondLst>
                                        </p:cTn>
                                        <p:tgtEl>
                                          <p:spTgt spid="24">
                                            <p:txEl>
                                              <p:pRg st="0" end="0"/>
                                            </p:txEl>
                                          </p:spTgt>
                                        </p:tgtEl>
                                        <p:attrNameLst>
                                          <p:attrName>style.visibility</p:attrName>
                                        </p:attrNameLst>
                                      </p:cBhvr>
                                      <p:to>
                                        <p:strVal val="visible"/>
                                      </p:to>
                                    </p:set>
                                    <p:animEffect transition="in" filter="fade">
                                      <p:cBhvr>
                                        <p:cTn id="13" dur="500"/>
                                        <p:tgtEl>
                                          <p:spTgt spid="24">
                                            <p:txEl>
                                              <p:pRg st="0" end="0"/>
                                            </p:txEl>
                                          </p:spTgt>
                                        </p:tgtEl>
                                      </p:cBhvr>
                                    </p:animEffect>
                                  </p:childTnLst>
                                </p:cTn>
                              </p:par>
                            </p:childTnLst>
                          </p:cTn>
                        </p:par>
                        <p:par>
                          <p:cTn id="14" fill="hold">
                            <p:stCondLst>
                              <p:cond delay="1000"/>
                            </p:stCondLst>
                            <p:childTnLst>
                              <p:par>
                                <p:cTn id="15" presetID="42" presetClass="entr" presetSubtype="0" fill="hold" grpId="0" nodeType="afterEffect">
                                  <p:stCondLst>
                                    <p:cond delay="0"/>
                                  </p:stCondLst>
                                  <p:childTnLst>
                                    <p:set>
                                      <p:cBhvr>
                                        <p:cTn id="16" dur="1" fill="hold">
                                          <p:stCondLst>
                                            <p:cond delay="0"/>
                                          </p:stCondLst>
                                        </p:cTn>
                                        <p:tgtEl>
                                          <p:spTgt spid="2"/>
                                        </p:tgtEl>
                                        <p:attrNameLst>
                                          <p:attrName>style.visibility</p:attrName>
                                        </p:attrNameLst>
                                      </p:cBhvr>
                                      <p:to>
                                        <p:strVal val="visible"/>
                                      </p:to>
                                    </p:set>
                                    <p:animEffect transition="in" filter="fade">
                                      <p:cBhvr>
                                        <p:cTn id="17" dur="500"/>
                                        <p:tgtEl>
                                          <p:spTgt spid="2"/>
                                        </p:tgtEl>
                                      </p:cBhvr>
                                    </p:animEffect>
                                    <p:anim calcmode="lin" valueType="num">
                                      <p:cBhvr>
                                        <p:cTn id="18" dur="500" fill="hold"/>
                                        <p:tgtEl>
                                          <p:spTgt spid="2"/>
                                        </p:tgtEl>
                                        <p:attrNameLst>
                                          <p:attrName>ppt_x</p:attrName>
                                        </p:attrNameLst>
                                      </p:cBhvr>
                                      <p:tavLst>
                                        <p:tav tm="0">
                                          <p:val>
                                            <p:strVal val="#ppt_x"/>
                                          </p:val>
                                        </p:tav>
                                        <p:tav tm="100000">
                                          <p:val>
                                            <p:strVal val="#ppt_x"/>
                                          </p:val>
                                        </p:tav>
                                      </p:tavLst>
                                    </p:anim>
                                    <p:anim calcmode="lin" valueType="num">
                                      <p:cBhvr>
                                        <p:cTn id="19" dur="500" fill="hold"/>
                                        <p:tgtEl>
                                          <p:spTgt spid="2"/>
                                        </p:tgtEl>
                                        <p:attrNameLst>
                                          <p:attrName>ppt_y</p:attrName>
                                        </p:attrNameLst>
                                      </p:cBhvr>
                                      <p:tavLst>
                                        <p:tav tm="0">
                                          <p:val>
                                            <p:strVal val="#ppt_y+.1"/>
                                          </p:val>
                                        </p:tav>
                                        <p:tav tm="100000">
                                          <p:val>
                                            <p:strVal val="#ppt_y"/>
                                          </p:val>
                                        </p:tav>
                                      </p:tavLst>
                                    </p:anim>
                                  </p:childTnLst>
                                </p:cTn>
                              </p:par>
                            </p:childTnLst>
                          </p:cTn>
                        </p:par>
                        <p:par>
                          <p:cTn id="20" fill="hold">
                            <p:stCondLst>
                              <p:cond delay="1500"/>
                            </p:stCondLst>
                            <p:childTnLst>
                              <p:par>
                                <p:cTn id="21" presetID="10" presetClass="entr" presetSubtype="0" fill="hold" grpId="0" nodeType="afterEffect">
                                  <p:stCondLst>
                                    <p:cond delay="0"/>
                                  </p:stCondLst>
                                  <p:childTnLst>
                                    <p:set>
                                      <p:cBhvr>
                                        <p:cTn id="22" dur="1" fill="hold">
                                          <p:stCondLst>
                                            <p:cond delay="0"/>
                                          </p:stCondLst>
                                        </p:cTn>
                                        <p:tgtEl>
                                          <p:spTgt spid="3">
                                            <p:txEl>
                                              <p:pRg st="0" end="0"/>
                                            </p:txEl>
                                          </p:spTgt>
                                        </p:tgtEl>
                                        <p:attrNameLst>
                                          <p:attrName>style.visibility</p:attrName>
                                        </p:attrNameLst>
                                      </p:cBhvr>
                                      <p:to>
                                        <p:strVal val="visible"/>
                                      </p:to>
                                    </p:set>
                                    <p:animEffect transition="in" filter="fade">
                                      <p:cBhvr>
                                        <p:cTn id="23" dur="500"/>
                                        <p:tgtEl>
                                          <p:spTgt spid="3">
                                            <p:txEl>
                                              <p:pRg st="0" end="0"/>
                                            </p:txEl>
                                          </p:spTgt>
                                        </p:tgtEl>
                                      </p:cBhvr>
                                    </p:animEffect>
                                  </p:childTnLst>
                                </p:cTn>
                              </p:par>
                            </p:childTnLst>
                          </p:cTn>
                        </p:par>
                        <p:par>
                          <p:cTn id="24" fill="hold">
                            <p:stCondLst>
                              <p:cond delay="2000"/>
                            </p:stCondLst>
                            <p:childTnLst>
                              <p:par>
                                <p:cTn id="25" presetID="10" presetClass="entr" presetSubtype="0" fill="hold" grpId="0" nodeType="after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fade">
                                      <p:cBhvr>
                                        <p:cTn id="27" dur="500"/>
                                        <p:tgtEl>
                                          <p:spTgt spid="10"/>
                                        </p:tgtEl>
                                      </p:cBhvr>
                                    </p:animEffect>
                                  </p:childTnLst>
                                </p:cTn>
                              </p:par>
                            </p:childTnLst>
                          </p:cTn>
                        </p:par>
                        <p:par>
                          <p:cTn id="28" fill="hold">
                            <p:stCondLst>
                              <p:cond delay="2500"/>
                            </p:stCondLst>
                            <p:childTnLst>
                              <p:par>
                                <p:cTn id="29" presetID="22" presetClass="entr" presetSubtype="8" fill="hold" grpId="0" nodeType="afterEffect">
                                  <p:stCondLst>
                                    <p:cond delay="0"/>
                                  </p:stCondLst>
                                  <p:childTnLst>
                                    <p:set>
                                      <p:cBhvr>
                                        <p:cTn id="30" dur="1" fill="hold">
                                          <p:stCondLst>
                                            <p:cond delay="0"/>
                                          </p:stCondLst>
                                        </p:cTn>
                                        <p:tgtEl>
                                          <p:spTgt spid="16"/>
                                        </p:tgtEl>
                                        <p:attrNameLst>
                                          <p:attrName>style.visibility</p:attrName>
                                        </p:attrNameLst>
                                      </p:cBhvr>
                                      <p:to>
                                        <p:strVal val="visible"/>
                                      </p:to>
                                    </p:set>
                                    <p:animEffect transition="in" filter="wipe(left)">
                                      <p:cBhvr>
                                        <p:cTn id="31" dur="500"/>
                                        <p:tgtEl>
                                          <p:spTgt spid="16"/>
                                        </p:tgtEl>
                                      </p:cBhvr>
                                    </p:animEffect>
                                  </p:childTnLst>
                                </p:cTn>
                              </p:par>
                              <p:par>
                                <p:cTn id="32" presetID="22" presetClass="entr" presetSubtype="1" fill="hold" grpId="0" nodeType="withEffect">
                                  <p:stCondLst>
                                    <p:cond delay="0"/>
                                  </p:stCondLst>
                                  <p:childTnLst>
                                    <p:set>
                                      <p:cBhvr>
                                        <p:cTn id="33" dur="1" fill="hold">
                                          <p:stCondLst>
                                            <p:cond delay="0"/>
                                          </p:stCondLst>
                                        </p:cTn>
                                        <p:tgtEl>
                                          <p:spTgt spid="19"/>
                                        </p:tgtEl>
                                        <p:attrNameLst>
                                          <p:attrName>style.visibility</p:attrName>
                                        </p:attrNameLst>
                                      </p:cBhvr>
                                      <p:to>
                                        <p:strVal val="visible"/>
                                      </p:to>
                                    </p:set>
                                    <p:animEffect transition="in" filter="wipe(up)">
                                      <p:cBhvr>
                                        <p:cTn id="34" dur="500"/>
                                        <p:tgtEl>
                                          <p:spTgt spid="19"/>
                                        </p:tgtEl>
                                      </p:cBhvr>
                                    </p:animEffect>
                                  </p:childTnLst>
                                </p:cTn>
                              </p:par>
                              <p:par>
                                <p:cTn id="35" presetID="22" presetClass="entr" presetSubtype="2" fill="hold" grpId="0" nodeType="withEffect">
                                  <p:stCondLst>
                                    <p:cond delay="0"/>
                                  </p:stCondLst>
                                  <p:childTnLst>
                                    <p:set>
                                      <p:cBhvr>
                                        <p:cTn id="36" dur="1" fill="hold">
                                          <p:stCondLst>
                                            <p:cond delay="0"/>
                                          </p:stCondLst>
                                        </p:cTn>
                                        <p:tgtEl>
                                          <p:spTgt spid="20"/>
                                        </p:tgtEl>
                                        <p:attrNameLst>
                                          <p:attrName>style.visibility</p:attrName>
                                        </p:attrNameLst>
                                      </p:cBhvr>
                                      <p:to>
                                        <p:strVal val="visible"/>
                                      </p:to>
                                    </p:set>
                                    <p:animEffect transition="in" filter="wipe(right)">
                                      <p:cBhvr>
                                        <p:cTn id="37" dur="500"/>
                                        <p:tgtEl>
                                          <p:spTgt spid="20"/>
                                        </p:tgtEl>
                                      </p:cBhvr>
                                    </p:animEffect>
                                  </p:childTnLst>
                                </p:cTn>
                              </p:par>
                              <p:par>
                                <p:cTn id="38" presetID="22" presetClass="entr" presetSubtype="4" fill="hold" grpId="0" nodeType="withEffect">
                                  <p:stCondLst>
                                    <p:cond delay="0"/>
                                  </p:stCondLst>
                                  <p:childTnLst>
                                    <p:set>
                                      <p:cBhvr>
                                        <p:cTn id="39" dur="1" fill="hold">
                                          <p:stCondLst>
                                            <p:cond delay="0"/>
                                          </p:stCondLst>
                                        </p:cTn>
                                        <p:tgtEl>
                                          <p:spTgt spid="18"/>
                                        </p:tgtEl>
                                        <p:attrNameLst>
                                          <p:attrName>style.visibility</p:attrName>
                                        </p:attrNameLst>
                                      </p:cBhvr>
                                      <p:to>
                                        <p:strVal val="visible"/>
                                      </p:to>
                                    </p:set>
                                    <p:animEffect transition="in" filter="wipe(down)">
                                      <p:cBhvr>
                                        <p:cTn id="40" dur="500"/>
                                        <p:tgtEl>
                                          <p:spTgt spid="18"/>
                                        </p:tgtEl>
                                      </p:cBhvr>
                                    </p:animEffect>
                                  </p:childTnLst>
                                </p:cTn>
                              </p:par>
                            </p:childTnLst>
                          </p:cTn>
                        </p:par>
                        <p:par>
                          <p:cTn id="41" fill="hold">
                            <p:stCondLst>
                              <p:cond delay="3000"/>
                            </p:stCondLst>
                            <p:childTnLst>
                              <p:par>
                                <p:cTn id="42" presetID="53" presetClass="entr" presetSubtype="16" fill="hold" grpId="0" nodeType="afterEffect" nodePh="1">
                                  <p:stCondLst>
                                    <p:cond delay="0"/>
                                  </p:stCondLst>
                                  <p:endCondLst>
                                    <p:cond evt="begin" delay="0">
                                      <p:tn val="42"/>
                                    </p:cond>
                                  </p:endCondLst>
                                  <p:childTnLst>
                                    <p:set>
                                      <p:cBhvr>
                                        <p:cTn id="43" dur="1" fill="hold">
                                          <p:stCondLst>
                                            <p:cond delay="0"/>
                                          </p:stCondLst>
                                        </p:cTn>
                                        <p:tgtEl>
                                          <p:spTgt spid="22">
                                            <p:txEl>
                                              <p:pRg st="0" end="0"/>
                                            </p:txEl>
                                          </p:spTgt>
                                        </p:tgtEl>
                                        <p:attrNameLst>
                                          <p:attrName>style.visibility</p:attrName>
                                        </p:attrNameLst>
                                      </p:cBhvr>
                                      <p:to>
                                        <p:strVal val="visible"/>
                                      </p:to>
                                    </p:set>
                                    <p:anim calcmode="lin" valueType="num">
                                      <p:cBhvr>
                                        <p:cTn id="44" dur="500" fill="hold"/>
                                        <p:tgtEl>
                                          <p:spTgt spid="22">
                                            <p:txEl>
                                              <p:pRg st="0" end="0"/>
                                            </p:txEl>
                                          </p:spTgt>
                                        </p:tgtEl>
                                        <p:attrNameLst>
                                          <p:attrName>ppt_w</p:attrName>
                                        </p:attrNameLst>
                                      </p:cBhvr>
                                      <p:tavLst>
                                        <p:tav tm="0">
                                          <p:val>
                                            <p:fltVal val="0"/>
                                          </p:val>
                                        </p:tav>
                                        <p:tav tm="100000">
                                          <p:val>
                                            <p:strVal val="#ppt_w"/>
                                          </p:val>
                                        </p:tav>
                                      </p:tavLst>
                                    </p:anim>
                                    <p:anim calcmode="lin" valueType="num">
                                      <p:cBhvr>
                                        <p:cTn id="45" dur="500" fill="hold"/>
                                        <p:tgtEl>
                                          <p:spTgt spid="22">
                                            <p:txEl>
                                              <p:pRg st="0" end="0"/>
                                            </p:txEl>
                                          </p:spTgt>
                                        </p:tgtEl>
                                        <p:attrNameLst>
                                          <p:attrName>ppt_h</p:attrName>
                                        </p:attrNameLst>
                                      </p:cBhvr>
                                      <p:tavLst>
                                        <p:tav tm="0">
                                          <p:val>
                                            <p:fltVal val="0"/>
                                          </p:val>
                                        </p:tav>
                                        <p:tav tm="100000">
                                          <p:val>
                                            <p:strVal val="#ppt_h"/>
                                          </p:val>
                                        </p:tav>
                                      </p:tavLst>
                                    </p:anim>
                                    <p:animEffect transition="in" filter="fade">
                                      <p:cBhvr>
                                        <p:cTn id="46" dur="500"/>
                                        <p:tgtEl>
                                          <p:spTgt spid="22">
                                            <p:txEl>
                                              <p:pRg st="0" end="0"/>
                                            </p:txEl>
                                          </p:spTgt>
                                        </p:tgtEl>
                                      </p:cBhvr>
                                    </p:animEffect>
                                  </p:childTnLst>
                                </p:cTn>
                              </p:par>
                            </p:childTnLst>
                          </p:cTn>
                        </p:par>
                        <p:par>
                          <p:cTn id="47" fill="hold">
                            <p:stCondLst>
                              <p:cond delay="3500"/>
                            </p:stCondLst>
                            <p:childTnLst>
                              <p:par>
                                <p:cTn id="48" presetID="42" presetClass="entr" presetSubtype="0" fill="hold" grpId="0" nodeType="afterEffect" nodePh="1">
                                  <p:stCondLst>
                                    <p:cond delay="0"/>
                                  </p:stCondLst>
                                  <p:endCondLst>
                                    <p:cond evt="begin" delay="0">
                                      <p:tn val="48"/>
                                    </p:cond>
                                  </p:endCondLst>
                                  <p:childTnLst>
                                    <p:set>
                                      <p:cBhvr>
                                        <p:cTn id="49" dur="1" fill="hold">
                                          <p:stCondLst>
                                            <p:cond delay="0"/>
                                          </p:stCondLst>
                                        </p:cTn>
                                        <p:tgtEl>
                                          <p:spTgt spid="23">
                                            <p:txEl>
                                              <p:pRg st="0" end="0"/>
                                            </p:txEl>
                                          </p:spTgt>
                                        </p:tgtEl>
                                        <p:attrNameLst>
                                          <p:attrName>style.visibility</p:attrName>
                                        </p:attrNameLst>
                                      </p:cBhvr>
                                      <p:to>
                                        <p:strVal val="visible"/>
                                      </p:to>
                                    </p:set>
                                    <p:animEffect transition="in" filter="fade">
                                      <p:cBhvr>
                                        <p:cTn id="50" dur="500"/>
                                        <p:tgtEl>
                                          <p:spTgt spid="23">
                                            <p:txEl>
                                              <p:pRg st="0" end="0"/>
                                            </p:txEl>
                                          </p:spTgt>
                                        </p:tgtEl>
                                      </p:cBhvr>
                                    </p:animEffect>
                                    <p:anim calcmode="lin" valueType="num">
                                      <p:cBhvr>
                                        <p:cTn id="51" dur="500" fill="hold"/>
                                        <p:tgtEl>
                                          <p:spTgt spid="23">
                                            <p:txEl>
                                              <p:pRg st="0" end="0"/>
                                            </p:txEl>
                                          </p:spTgt>
                                        </p:tgtEl>
                                        <p:attrNameLst>
                                          <p:attrName>ppt_x</p:attrName>
                                        </p:attrNameLst>
                                      </p:cBhvr>
                                      <p:tavLst>
                                        <p:tav tm="0">
                                          <p:val>
                                            <p:strVal val="#ppt_x"/>
                                          </p:val>
                                        </p:tav>
                                        <p:tav tm="100000">
                                          <p:val>
                                            <p:strVal val="#ppt_x"/>
                                          </p:val>
                                        </p:tav>
                                      </p:tavLst>
                                    </p:anim>
                                    <p:anim calcmode="lin" valueType="num">
                                      <p:cBhvr>
                                        <p:cTn id="52" dur="500" fill="hold"/>
                                        <p:tgtEl>
                                          <p:spTgt spid="23">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build="p">
        <p:tmplLst>
          <p:tmpl lvl="1">
            <p:tnLst>
              <p:par>
                <p:cTn presetID="10" presetClass="entr" presetSubtype="0" fill="hold" nodeType="afterEffect">
                  <p:stCondLst>
                    <p:cond delay="0"/>
                  </p:stCondLst>
                  <p:childTnLst>
                    <p:set>
                      <p:cBhvr>
                        <p:cTn dur="1" fill="hold">
                          <p:stCondLst>
                            <p:cond delay="0"/>
                          </p:stCondLst>
                        </p:cTn>
                        <p:tgtEl>
                          <p:spTgt spid="3"/>
                        </p:tgtEl>
                        <p:attrNameLst>
                          <p:attrName>style.visibility</p:attrName>
                        </p:attrNameLst>
                      </p:cBhvr>
                      <p:to>
                        <p:strVal val="visible"/>
                      </p:to>
                    </p:set>
                    <p:animEffect transition="in" filter="fade">
                      <p:cBhvr>
                        <p:cTn dur="500"/>
                        <p:tgtEl>
                          <p:spTgt spid="3"/>
                        </p:tgtEl>
                      </p:cBhvr>
                    </p:animEffect>
                  </p:childTnLst>
                </p:cTn>
              </p:par>
            </p:tnLst>
          </p:tmpl>
        </p:tmplLst>
      </p:bldP>
      <p:bldP spid="8" grpId="0" animBg="1"/>
      <p:bldP spid="10" grpId="0" animBg="1"/>
      <p:bldP spid="16" grpId="0" animBg="1"/>
      <p:bldP spid="18" grpId="0" animBg="1"/>
      <p:bldP spid="19" grpId="0" animBg="1"/>
      <p:bldP spid="20" grpId="0" animBg="1"/>
      <p:bldP spid="22"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2"/>
                        </p:tgtEl>
                        <p:attrNameLst>
                          <p:attrName>style.visibility</p:attrName>
                        </p:attrNameLst>
                      </p:cBhvr>
                      <p:to>
                        <p:strVal val="visible"/>
                      </p:to>
                    </p:set>
                    <p:anim calcmode="lin" valueType="num">
                      <p:cBhvr>
                        <p:cTn dur="500" fill="hold"/>
                        <p:tgtEl>
                          <p:spTgt spid="22"/>
                        </p:tgtEl>
                        <p:attrNameLst>
                          <p:attrName>ppt_w</p:attrName>
                        </p:attrNameLst>
                      </p:cBhvr>
                      <p:tavLst>
                        <p:tav tm="0">
                          <p:val>
                            <p:fltVal val="0"/>
                          </p:val>
                        </p:tav>
                        <p:tav tm="100000">
                          <p:val>
                            <p:strVal val="#ppt_w"/>
                          </p:val>
                        </p:tav>
                      </p:tavLst>
                    </p:anim>
                    <p:anim calcmode="lin" valueType="num">
                      <p:cBhvr>
                        <p:cTn dur="500" fill="hold"/>
                        <p:tgtEl>
                          <p:spTgt spid="22"/>
                        </p:tgtEl>
                        <p:attrNameLst>
                          <p:attrName>ppt_h</p:attrName>
                        </p:attrNameLst>
                      </p:cBhvr>
                      <p:tavLst>
                        <p:tav tm="0">
                          <p:val>
                            <p:fltVal val="0"/>
                          </p:val>
                        </p:tav>
                        <p:tav tm="100000">
                          <p:val>
                            <p:strVal val="#ppt_h"/>
                          </p:val>
                        </p:tav>
                      </p:tavLst>
                    </p:anim>
                    <p:animEffect transition="in" filter="fade">
                      <p:cBhvr>
                        <p:cTn dur="500"/>
                        <p:tgtEl>
                          <p:spTgt spid="22"/>
                        </p:tgtEl>
                      </p:cBhvr>
                    </p:animEffect>
                  </p:childTnLst>
                </p:cTn>
              </p:par>
            </p:tnLst>
          </p:tmpl>
        </p:tmplLst>
      </p:bldP>
      <p:bldP spid="23"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3"/>
                        </p:tgtEl>
                        <p:attrNameLst>
                          <p:attrName>style.visibility</p:attrName>
                        </p:attrNameLst>
                      </p:cBhvr>
                      <p:to>
                        <p:strVal val="visible"/>
                      </p:to>
                    </p:set>
                    <p:animEffect transition="in" filter="fade">
                      <p:cBhvr>
                        <p:cTn dur="500"/>
                        <p:tgtEl>
                          <p:spTgt spid="23"/>
                        </p:tgtEl>
                      </p:cBhvr>
                    </p:animEffect>
                    <p:anim calcmode="lin" valueType="num">
                      <p:cBhvr>
                        <p:cTn dur="500" fill="hold"/>
                        <p:tgtEl>
                          <p:spTgt spid="23"/>
                        </p:tgtEl>
                        <p:attrNameLst>
                          <p:attrName>ppt_x</p:attrName>
                        </p:attrNameLst>
                      </p:cBhvr>
                      <p:tavLst>
                        <p:tav tm="0">
                          <p:val>
                            <p:strVal val="#ppt_x"/>
                          </p:val>
                        </p:tav>
                        <p:tav tm="100000">
                          <p:val>
                            <p:strVal val="#ppt_x"/>
                          </p:val>
                        </p:tav>
                      </p:tavLst>
                    </p:anim>
                    <p:anim calcmode="lin" valueType="num">
                      <p:cBhvr>
                        <p:cTn dur="500" fill="hold"/>
                        <p:tgtEl>
                          <p:spTgt spid="23"/>
                        </p:tgtEl>
                        <p:attrNameLst>
                          <p:attrName>ppt_y</p:attrName>
                        </p:attrNameLst>
                      </p:cBhvr>
                      <p:tavLst>
                        <p:tav tm="0">
                          <p:val>
                            <p:strVal val="#ppt_y+.1"/>
                          </p:val>
                        </p:tav>
                        <p:tav tm="100000">
                          <p:val>
                            <p:strVal val="#ppt_y"/>
                          </p:val>
                        </p:tav>
                      </p:tavLst>
                    </p:anim>
                  </p:childTnLst>
                </p:cTn>
              </p:par>
            </p:tnLst>
          </p:tmpl>
        </p:tmplLst>
      </p:bldP>
      <p:bldP spid="24"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24"/>
                        </p:tgtEl>
                        <p:attrNameLst>
                          <p:attrName>style.visibility</p:attrName>
                        </p:attrNameLst>
                      </p:cBhvr>
                      <p:to>
                        <p:strVal val="visible"/>
                      </p:to>
                    </p:set>
                    <p:animEffect transition="in" filter="fade">
                      <p:cBhvr>
                        <p:cTn dur="500"/>
                        <p:tgtEl>
                          <p:spTgt spid="24"/>
                        </p:tgtEl>
                      </p:cBhvr>
                    </p:animEffect>
                  </p:childTnLst>
                </p:cTn>
              </p:par>
            </p:tnLst>
          </p:tmpl>
        </p:tmplLst>
      </p:bldP>
    </p:bldLst>
  </p:timing>
</p:sldLayout>
</file>

<file path=ppt/slideLayouts/slideLayout253.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Tree>
    <p:extLst>
      <p:ext uri="{BB962C8B-B14F-4D97-AF65-F5344CB8AC3E}">
        <p14:creationId xmlns:p14="http://schemas.microsoft.com/office/powerpoint/2010/main" val="363046138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254.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17" name="Picture Placeholder 16"/>
          <p:cNvSpPr>
            <a:spLocks noGrp="1"/>
          </p:cNvSpPr>
          <p:nvPr>
            <p:ph type="pic" sz="quarter" idx="14" hasCustomPrompt="1"/>
          </p:nvPr>
        </p:nvSpPr>
        <p:spPr>
          <a:xfrm>
            <a:off x="1839095" y="2048259"/>
            <a:ext cx="2886714" cy="3313449"/>
          </a:xfrm>
          <a:custGeom>
            <a:avLst/>
            <a:gdLst>
              <a:gd name="connsiteX0" fmla="*/ 947087 w 3533533"/>
              <a:gd name="connsiteY0" fmla="*/ 1224307 h 4055885"/>
              <a:gd name="connsiteX1" fmla="*/ 1170091 w 3533533"/>
              <a:gd name="connsiteY1" fmla="*/ 1352331 h 4055885"/>
              <a:gd name="connsiteX2" fmla="*/ 2355380 w 3533533"/>
              <a:gd name="connsiteY2" fmla="*/ 3719063 h 4055885"/>
              <a:gd name="connsiteX3" fmla="*/ 2251556 w 3533533"/>
              <a:gd name="connsiteY3" fmla="*/ 4031211 h 4055885"/>
              <a:gd name="connsiteX4" fmla="*/ 2251557 w 3533533"/>
              <a:gd name="connsiteY4" fmla="*/ 4031210 h 4055885"/>
              <a:gd name="connsiteX5" fmla="*/ 1939409 w 3533533"/>
              <a:gd name="connsiteY5" fmla="*/ 3927386 h 4055885"/>
              <a:gd name="connsiteX6" fmla="*/ 754120 w 3533533"/>
              <a:gd name="connsiteY6" fmla="*/ 1560655 h 4055885"/>
              <a:gd name="connsiteX7" fmla="*/ 857943 w 3533533"/>
              <a:gd name="connsiteY7" fmla="*/ 1248507 h 4055885"/>
              <a:gd name="connsiteX8" fmla="*/ 947087 w 3533533"/>
              <a:gd name="connsiteY8" fmla="*/ 1224307 h 4055885"/>
              <a:gd name="connsiteX9" fmla="*/ 217642 w 3533533"/>
              <a:gd name="connsiteY9" fmla="*/ 943467 h 4055885"/>
              <a:gd name="connsiteX10" fmla="*/ 440647 w 3533533"/>
              <a:gd name="connsiteY10" fmla="*/ 1071491 h 4055885"/>
              <a:gd name="connsiteX11" fmla="*/ 1625936 w 3533533"/>
              <a:gd name="connsiteY11" fmla="*/ 3438223 h 4055885"/>
              <a:gd name="connsiteX12" fmla="*/ 1522111 w 3533533"/>
              <a:gd name="connsiteY12" fmla="*/ 3750371 h 4055885"/>
              <a:gd name="connsiteX13" fmla="*/ 1522112 w 3533533"/>
              <a:gd name="connsiteY13" fmla="*/ 3750370 h 4055885"/>
              <a:gd name="connsiteX14" fmla="*/ 1209964 w 3533533"/>
              <a:gd name="connsiteY14" fmla="*/ 3646546 h 4055885"/>
              <a:gd name="connsiteX15" fmla="*/ 24675 w 3533533"/>
              <a:gd name="connsiteY15" fmla="*/ 1279815 h 4055885"/>
              <a:gd name="connsiteX16" fmla="*/ 128499 w 3533533"/>
              <a:gd name="connsiteY16" fmla="*/ 967667 h 4055885"/>
              <a:gd name="connsiteX17" fmla="*/ 217642 w 3533533"/>
              <a:gd name="connsiteY17" fmla="*/ 943467 h 4055885"/>
              <a:gd name="connsiteX18" fmla="*/ 1888548 w 3533533"/>
              <a:gd name="connsiteY18" fmla="*/ 752811 h 4055885"/>
              <a:gd name="connsiteX19" fmla="*/ 2111553 w 3533533"/>
              <a:gd name="connsiteY19" fmla="*/ 880835 h 4055885"/>
              <a:gd name="connsiteX20" fmla="*/ 3296841 w 3533533"/>
              <a:gd name="connsiteY20" fmla="*/ 3247567 h 4055885"/>
              <a:gd name="connsiteX21" fmla="*/ 3193017 w 3533533"/>
              <a:gd name="connsiteY21" fmla="*/ 3559715 h 4055885"/>
              <a:gd name="connsiteX22" fmla="*/ 3193018 w 3533533"/>
              <a:gd name="connsiteY22" fmla="*/ 3559714 h 4055885"/>
              <a:gd name="connsiteX23" fmla="*/ 2880870 w 3533533"/>
              <a:gd name="connsiteY23" fmla="*/ 3455890 h 4055885"/>
              <a:gd name="connsiteX24" fmla="*/ 1695581 w 3533533"/>
              <a:gd name="connsiteY24" fmla="*/ 1089159 h 4055885"/>
              <a:gd name="connsiteX25" fmla="*/ 1799405 w 3533533"/>
              <a:gd name="connsiteY25" fmla="*/ 777011 h 4055885"/>
              <a:gd name="connsiteX26" fmla="*/ 1888548 w 3533533"/>
              <a:gd name="connsiteY26" fmla="*/ 752811 h 4055885"/>
              <a:gd name="connsiteX27" fmla="*/ 1011122 w 3533533"/>
              <a:gd name="connsiteY27" fmla="*/ 176488 h 4055885"/>
              <a:gd name="connsiteX28" fmla="*/ 1234126 w 3533533"/>
              <a:gd name="connsiteY28" fmla="*/ 304512 h 4055885"/>
              <a:gd name="connsiteX29" fmla="*/ 2419415 w 3533533"/>
              <a:gd name="connsiteY29" fmla="*/ 2671244 h 4055885"/>
              <a:gd name="connsiteX30" fmla="*/ 2315591 w 3533533"/>
              <a:gd name="connsiteY30" fmla="*/ 2983392 h 4055885"/>
              <a:gd name="connsiteX31" fmla="*/ 2315592 w 3533533"/>
              <a:gd name="connsiteY31" fmla="*/ 2983391 h 4055885"/>
              <a:gd name="connsiteX32" fmla="*/ 2003444 w 3533533"/>
              <a:gd name="connsiteY32" fmla="*/ 2879567 h 4055885"/>
              <a:gd name="connsiteX33" fmla="*/ 818154 w 3533533"/>
              <a:gd name="connsiteY33" fmla="*/ 512836 h 4055885"/>
              <a:gd name="connsiteX34" fmla="*/ 921978 w 3533533"/>
              <a:gd name="connsiteY34" fmla="*/ 200688 h 4055885"/>
              <a:gd name="connsiteX35" fmla="*/ 1011122 w 3533533"/>
              <a:gd name="connsiteY35" fmla="*/ 176488 h 4055885"/>
              <a:gd name="connsiteX36" fmla="*/ 2100564 w 3533533"/>
              <a:gd name="connsiteY36" fmla="*/ 475 h 4055885"/>
              <a:gd name="connsiteX37" fmla="*/ 2323569 w 3533533"/>
              <a:gd name="connsiteY37" fmla="*/ 128499 h 4055885"/>
              <a:gd name="connsiteX38" fmla="*/ 3508858 w 3533533"/>
              <a:gd name="connsiteY38" fmla="*/ 2495231 h 4055885"/>
              <a:gd name="connsiteX39" fmla="*/ 3405034 w 3533533"/>
              <a:gd name="connsiteY39" fmla="*/ 2807379 h 4055885"/>
              <a:gd name="connsiteX40" fmla="*/ 3405034 w 3533533"/>
              <a:gd name="connsiteY40" fmla="*/ 2807378 h 4055885"/>
              <a:gd name="connsiteX41" fmla="*/ 3092887 w 3533533"/>
              <a:gd name="connsiteY41" fmla="*/ 2703554 h 4055885"/>
              <a:gd name="connsiteX42" fmla="*/ 1907597 w 3533533"/>
              <a:gd name="connsiteY42" fmla="*/ 336823 h 4055885"/>
              <a:gd name="connsiteX43" fmla="*/ 2011421 w 3533533"/>
              <a:gd name="connsiteY43" fmla="*/ 24675 h 4055885"/>
              <a:gd name="connsiteX44" fmla="*/ 2100564 w 3533533"/>
              <a:gd name="connsiteY44" fmla="*/ 475 h 4055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3533533" h="4055885">
                <a:moveTo>
                  <a:pt x="947087" y="1224307"/>
                </a:moveTo>
                <a:cubicBezTo>
                  <a:pt x="1037548" y="1218495"/>
                  <a:pt x="1126946" y="1266180"/>
                  <a:pt x="1170091" y="1352331"/>
                </a:cubicBezTo>
                <a:cubicBezTo>
                  <a:pt x="1565188" y="2141242"/>
                  <a:pt x="1960283" y="2930152"/>
                  <a:pt x="2355380" y="3719063"/>
                </a:cubicBezTo>
                <a:cubicBezTo>
                  <a:pt x="2412907" y="3833931"/>
                  <a:pt x="2366424" y="3973684"/>
                  <a:pt x="2251556" y="4031211"/>
                </a:cubicBezTo>
                <a:lnTo>
                  <a:pt x="2251557" y="4031210"/>
                </a:lnTo>
                <a:cubicBezTo>
                  <a:pt x="2136689" y="4088737"/>
                  <a:pt x="1996936" y="4042254"/>
                  <a:pt x="1939409" y="3927386"/>
                </a:cubicBezTo>
                <a:lnTo>
                  <a:pt x="754120" y="1560655"/>
                </a:lnTo>
                <a:cubicBezTo>
                  <a:pt x="696592" y="1445787"/>
                  <a:pt x="743075" y="1306034"/>
                  <a:pt x="857943" y="1248507"/>
                </a:cubicBezTo>
                <a:cubicBezTo>
                  <a:pt x="886660" y="1234125"/>
                  <a:pt x="916933" y="1226244"/>
                  <a:pt x="947087" y="1224307"/>
                </a:cubicBezTo>
                <a:close/>
                <a:moveTo>
                  <a:pt x="217642" y="943467"/>
                </a:moveTo>
                <a:cubicBezTo>
                  <a:pt x="308104" y="937655"/>
                  <a:pt x="397501" y="985340"/>
                  <a:pt x="440647" y="1071491"/>
                </a:cubicBezTo>
                <a:cubicBezTo>
                  <a:pt x="835743" y="1860402"/>
                  <a:pt x="1230839" y="2649312"/>
                  <a:pt x="1625936" y="3438223"/>
                </a:cubicBezTo>
                <a:cubicBezTo>
                  <a:pt x="1683463" y="3553091"/>
                  <a:pt x="1636980" y="3692844"/>
                  <a:pt x="1522111" y="3750371"/>
                </a:cubicBezTo>
                <a:lnTo>
                  <a:pt x="1522112" y="3750370"/>
                </a:lnTo>
                <a:cubicBezTo>
                  <a:pt x="1407244" y="3807897"/>
                  <a:pt x="1267491" y="3761414"/>
                  <a:pt x="1209964" y="3646546"/>
                </a:cubicBezTo>
                <a:lnTo>
                  <a:pt x="24675" y="1279815"/>
                </a:lnTo>
                <a:cubicBezTo>
                  <a:pt x="-32852" y="1164947"/>
                  <a:pt x="13631" y="1025194"/>
                  <a:pt x="128499" y="967667"/>
                </a:cubicBezTo>
                <a:cubicBezTo>
                  <a:pt x="157216" y="953285"/>
                  <a:pt x="187488" y="945404"/>
                  <a:pt x="217642" y="943467"/>
                </a:cubicBezTo>
                <a:close/>
                <a:moveTo>
                  <a:pt x="1888548" y="752811"/>
                </a:moveTo>
                <a:cubicBezTo>
                  <a:pt x="1979010" y="747000"/>
                  <a:pt x="2068407" y="794684"/>
                  <a:pt x="2111553" y="880835"/>
                </a:cubicBezTo>
                <a:cubicBezTo>
                  <a:pt x="2506649" y="1669746"/>
                  <a:pt x="2901745" y="2458656"/>
                  <a:pt x="3296841" y="3247567"/>
                </a:cubicBezTo>
                <a:cubicBezTo>
                  <a:pt x="3354369" y="3362435"/>
                  <a:pt x="3307885" y="3502188"/>
                  <a:pt x="3193017" y="3559715"/>
                </a:cubicBezTo>
                <a:lnTo>
                  <a:pt x="3193018" y="3559714"/>
                </a:lnTo>
                <a:cubicBezTo>
                  <a:pt x="3078150" y="3617241"/>
                  <a:pt x="2938397" y="3570758"/>
                  <a:pt x="2880870" y="3455890"/>
                </a:cubicBezTo>
                <a:lnTo>
                  <a:pt x="1695581" y="1089159"/>
                </a:lnTo>
                <a:cubicBezTo>
                  <a:pt x="1638053" y="974291"/>
                  <a:pt x="1684537" y="834539"/>
                  <a:pt x="1799405" y="777011"/>
                </a:cubicBezTo>
                <a:cubicBezTo>
                  <a:pt x="1828122" y="762629"/>
                  <a:pt x="1858394" y="754748"/>
                  <a:pt x="1888548" y="752811"/>
                </a:cubicBezTo>
                <a:close/>
                <a:moveTo>
                  <a:pt x="1011122" y="176488"/>
                </a:moveTo>
                <a:cubicBezTo>
                  <a:pt x="1101583" y="170677"/>
                  <a:pt x="1190981" y="218361"/>
                  <a:pt x="1234126" y="304512"/>
                </a:cubicBezTo>
                <a:cubicBezTo>
                  <a:pt x="1629223" y="1093423"/>
                  <a:pt x="2024319" y="1882334"/>
                  <a:pt x="2419415" y="2671244"/>
                </a:cubicBezTo>
                <a:cubicBezTo>
                  <a:pt x="2476943" y="2786112"/>
                  <a:pt x="2430459" y="2925865"/>
                  <a:pt x="2315591" y="2983392"/>
                </a:cubicBezTo>
                <a:lnTo>
                  <a:pt x="2315592" y="2983391"/>
                </a:lnTo>
                <a:cubicBezTo>
                  <a:pt x="2200724" y="3040918"/>
                  <a:pt x="2060971" y="2994435"/>
                  <a:pt x="2003444" y="2879567"/>
                </a:cubicBezTo>
                <a:lnTo>
                  <a:pt x="818154" y="512836"/>
                </a:lnTo>
                <a:cubicBezTo>
                  <a:pt x="760627" y="397969"/>
                  <a:pt x="807110" y="258216"/>
                  <a:pt x="921978" y="200688"/>
                </a:cubicBezTo>
                <a:cubicBezTo>
                  <a:pt x="950695" y="186307"/>
                  <a:pt x="980968" y="178425"/>
                  <a:pt x="1011122" y="176488"/>
                </a:cubicBezTo>
                <a:close/>
                <a:moveTo>
                  <a:pt x="2100564" y="475"/>
                </a:moveTo>
                <a:cubicBezTo>
                  <a:pt x="2191026" y="-5336"/>
                  <a:pt x="2280424" y="42348"/>
                  <a:pt x="2323569" y="128499"/>
                </a:cubicBezTo>
                <a:cubicBezTo>
                  <a:pt x="2718666" y="917410"/>
                  <a:pt x="3113761" y="1706320"/>
                  <a:pt x="3508858" y="2495231"/>
                </a:cubicBezTo>
                <a:cubicBezTo>
                  <a:pt x="3566385" y="2610099"/>
                  <a:pt x="3519902" y="2749852"/>
                  <a:pt x="3405034" y="2807379"/>
                </a:cubicBezTo>
                <a:lnTo>
                  <a:pt x="3405034" y="2807378"/>
                </a:lnTo>
                <a:cubicBezTo>
                  <a:pt x="3290167" y="2864905"/>
                  <a:pt x="3150414" y="2818422"/>
                  <a:pt x="3092887" y="2703554"/>
                </a:cubicBezTo>
                <a:lnTo>
                  <a:pt x="1907597" y="336823"/>
                </a:lnTo>
                <a:cubicBezTo>
                  <a:pt x="1850070" y="221955"/>
                  <a:pt x="1896553" y="82203"/>
                  <a:pt x="2011421" y="24675"/>
                </a:cubicBezTo>
                <a:cubicBezTo>
                  <a:pt x="2040138" y="10293"/>
                  <a:pt x="2070410" y="2412"/>
                  <a:pt x="2100564" y="475"/>
                </a:cubicBezTo>
                <a:close/>
              </a:path>
            </a:pathLst>
          </a:custGeom>
          <a:solidFill>
            <a:schemeClr val="bg1">
              <a:lumMod val="85000"/>
            </a:schemeClr>
          </a:solidFill>
        </p:spPr>
        <p:txBody>
          <a:bodyPr wrap="square">
            <a:noAutofit/>
          </a:bodyPr>
          <a:lstStyle>
            <a:lvl1pPr>
              <a:defRPr baseline="0"/>
            </a:lvl1pPr>
          </a:lstStyle>
          <a:p>
            <a:r>
              <a:rPr lang="id-ID" dirty="0" smtClean="0"/>
              <a:t>Pic here</a:t>
            </a:r>
            <a:endParaRPr lang="en-AU" dirty="0"/>
          </a:p>
        </p:txBody>
      </p:sp>
      <p:sp>
        <p:nvSpPr>
          <p:cNvPr id="18" name="Text Placeholder 21"/>
          <p:cNvSpPr>
            <a:spLocks noGrp="1"/>
          </p:cNvSpPr>
          <p:nvPr>
            <p:ph type="body" sz="quarter" idx="21"/>
          </p:nvPr>
        </p:nvSpPr>
        <p:spPr>
          <a:xfrm>
            <a:off x="1727496" y="5567867"/>
            <a:ext cx="3109912" cy="291162"/>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4" name="Text Placeholder 21"/>
          <p:cNvSpPr>
            <a:spLocks noGrp="1"/>
          </p:cNvSpPr>
          <p:nvPr>
            <p:ph type="body" sz="quarter" idx="20"/>
          </p:nvPr>
        </p:nvSpPr>
        <p:spPr>
          <a:xfrm>
            <a:off x="7315633" y="2417115"/>
            <a:ext cx="4396942" cy="256811"/>
          </a:xfrm>
        </p:spPr>
        <p:txBody>
          <a:bodyPr/>
          <a:lstStyle>
            <a:lvl1pP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5" name="Text Placeholder 21"/>
          <p:cNvSpPr>
            <a:spLocks noGrp="1"/>
          </p:cNvSpPr>
          <p:nvPr>
            <p:ph type="body" sz="quarter" idx="22"/>
          </p:nvPr>
        </p:nvSpPr>
        <p:spPr>
          <a:xfrm>
            <a:off x="7315633" y="2715386"/>
            <a:ext cx="4396942" cy="448573"/>
          </a:xfrm>
        </p:spPr>
        <p:txBody>
          <a:bodyPr>
            <a:normAutofit/>
          </a:bodyPr>
          <a:lstStyle>
            <a:lvl1pP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1" name="Text Placeholder 21"/>
          <p:cNvSpPr>
            <a:spLocks noGrp="1"/>
          </p:cNvSpPr>
          <p:nvPr>
            <p:ph type="body" sz="quarter" idx="23"/>
          </p:nvPr>
        </p:nvSpPr>
        <p:spPr>
          <a:xfrm>
            <a:off x="7315633" y="3436112"/>
            <a:ext cx="4396942" cy="256811"/>
          </a:xfrm>
        </p:spPr>
        <p:txBody>
          <a:bodyPr/>
          <a:lstStyle>
            <a:lvl1pP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2" name="Text Placeholder 21"/>
          <p:cNvSpPr>
            <a:spLocks noGrp="1"/>
          </p:cNvSpPr>
          <p:nvPr>
            <p:ph type="body" sz="quarter" idx="24"/>
          </p:nvPr>
        </p:nvSpPr>
        <p:spPr>
          <a:xfrm>
            <a:off x="7315633" y="3734383"/>
            <a:ext cx="4396942" cy="448573"/>
          </a:xfrm>
        </p:spPr>
        <p:txBody>
          <a:bodyPr>
            <a:normAutofit/>
          </a:bodyPr>
          <a:lstStyle>
            <a:lvl1pP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3" name="Text Placeholder 21"/>
          <p:cNvSpPr>
            <a:spLocks noGrp="1"/>
          </p:cNvSpPr>
          <p:nvPr>
            <p:ph type="body" sz="quarter" idx="25"/>
          </p:nvPr>
        </p:nvSpPr>
        <p:spPr>
          <a:xfrm>
            <a:off x="7315633" y="4449520"/>
            <a:ext cx="4396942" cy="256811"/>
          </a:xfrm>
        </p:spPr>
        <p:txBody>
          <a:bodyPr/>
          <a:lstStyle>
            <a:lvl1pP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4" name="Text Placeholder 21"/>
          <p:cNvSpPr>
            <a:spLocks noGrp="1"/>
          </p:cNvSpPr>
          <p:nvPr>
            <p:ph type="body" sz="quarter" idx="26"/>
          </p:nvPr>
        </p:nvSpPr>
        <p:spPr>
          <a:xfrm>
            <a:off x="7315633" y="4747791"/>
            <a:ext cx="4396942" cy="448573"/>
          </a:xfrm>
        </p:spPr>
        <p:txBody>
          <a:bodyPr>
            <a:normAutofit/>
          </a:bodyPr>
          <a:lstStyle>
            <a:lvl1pP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5" name="Oval 24"/>
          <p:cNvSpPr/>
          <p:nvPr userDrawn="1"/>
        </p:nvSpPr>
        <p:spPr>
          <a:xfrm>
            <a:off x="6059039" y="6567361"/>
            <a:ext cx="130810" cy="13081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6" name="Oval 25"/>
          <p:cNvSpPr/>
          <p:nvPr userDrawn="1"/>
        </p:nvSpPr>
        <p:spPr>
          <a:xfrm>
            <a:off x="5867450" y="6278852"/>
            <a:ext cx="196034" cy="196034"/>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7" name="Oval 26"/>
          <p:cNvSpPr/>
          <p:nvPr userDrawn="1"/>
        </p:nvSpPr>
        <p:spPr>
          <a:xfrm>
            <a:off x="6104759" y="6188934"/>
            <a:ext cx="130810" cy="13081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8" name="Oval 27"/>
          <p:cNvSpPr/>
          <p:nvPr userDrawn="1"/>
        </p:nvSpPr>
        <p:spPr>
          <a:xfrm>
            <a:off x="6276844" y="6207097"/>
            <a:ext cx="196034" cy="196034"/>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9" name="Oval 28"/>
          <p:cNvSpPr/>
          <p:nvPr userDrawn="1"/>
        </p:nvSpPr>
        <p:spPr>
          <a:xfrm>
            <a:off x="5932674" y="5972031"/>
            <a:ext cx="196034" cy="196034"/>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0" name="Oval 29"/>
          <p:cNvSpPr/>
          <p:nvPr userDrawn="1"/>
        </p:nvSpPr>
        <p:spPr>
          <a:xfrm>
            <a:off x="6194113" y="5651678"/>
            <a:ext cx="414701" cy="414701"/>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1" name="Oval 30"/>
          <p:cNvSpPr/>
          <p:nvPr userDrawn="1"/>
        </p:nvSpPr>
        <p:spPr>
          <a:xfrm>
            <a:off x="5655825" y="5288725"/>
            <a:ext cx="538288" cy="53828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Tree>
    <p:extLst>
      <p:ext uri="{BB962C8B-B14F-4D97-AF65-F5344CB8AC3E}">
        <p14:creationId xmlns:p14="http://schemas.microsoft.com/office/powerpoint/2010/main" val="316621745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10" presetClass="entr" presetSubtype="0" fill="hold" grpId="0" nodeType="afterEffect">
                                  <p:stCondLst>
                                    <p:cond delay="0"/>
                                  </p:stCondLst>
                                  <p:childTnLst>
                                    <p:set>
                                      <p:cBhvr>
                                        <p:cTn id="20" dur="1" fill="hold">
                                          <p:stCondLst>
                                            <p:cond delay="0"/>
                                          </p:stCondLst>
                                        </p:cTn>
                                        <p:tgtEl>
                                          <p:spTgt spid="17"/>
                                        </p:tgtEl>
                                        <p:attrNameLst>
                                          <p:attrName>style.visibility</p:attrName>
                                        </p:attrNameLst>
                                      </p:cBhvr>
                                      <p:to>
                                        <p:strVal val="visible"/>
                                      </p:to>
                                    </p:set>
                                    <p:animEffect transition="in" filter="fade">
                                      <p:cBhvr>
                                        <p:cTn id="21" dur="500"/>
                                        <p:tgtEl>
                                          <p:spTgt spid="17"/>
                                        </p:tgtEl>
                                      </p:cBhvr>
                                    </p:animEffect>
                                  </p:childTnLst>
                                </p:cTn>
                              </p:par>
                            </p:childTnLst>
                          </p:cTn>
                        </p:par>
                        <p:par>
                          <p:cTn id="22" fill="hold">
                            <p:stCondLst>
                              <p:cond delay="2000"/>
                            </p:stCondLst>
                            <p:childTnLst>
                              <p:par>
                                <p:cTn id="23" presetID="42" presetClass="entr" presetSubtype="0" fill="hold" grpId="0" nodeType="afterEffect" nodePh="1">
                                  <p:stCondLst>
                                    <p:cond delay="0"/>
                                  </p:stCondLst>
                                  <p:endCondLst>
                                    <p:cond evt="begin" delay="0">
                                      <p:tn val="23"/>
                                    </p:cond>
                                  </p:endCondLst>
                                  <p:childTnLst>
                                    <p:set>
                                      <p:cBhvr>
                                        <p:cTn id="24" dur="1" fill="hold">
                                          <p:stCondLst>
                                            <p:cond delay="0"/>
                                          </p:stCondLst>
                                        </p:cTn>
                                        <p:tgtEl>
                                          <p:spTgt spid="18">
                                            <p:txEl>
                                              <p:pRg st="0" end="0"/>
                                            </p:txEl>
                                          </p:spTgt>
                                        </p:tgtEl>
                                        <p:attrNameLst>
                                          <p:attrName>style.visibility</p:attrName>
                                        </p:attrNameLst>
                                      </p:cBhvr>
                                      <p:to>
                                        <p:strVal val="visible"/>
                                      </p:to>
                                    </p:set>
                                    <p:animEffect transition="in" filter="fade">
                                      <p:cBhvr>
                                        <p:cTn id="25" dur="500"/>
                                        <p:tgtEl>
                                          <p:spTgt spid="18">
                                            <p:txEl>
                                              <p:pRg st="0" end="0"/>
                                            </p:txEl>
                                          </p:spTgt>
                                        </p:tgtEl>
                                      </p:cBhvr>
                                    </p:animEffect>
                                    <p:anim calcmode="lin" valueType="num">
                                      <p:cBhvr>
                                        <p:cTn id="26" dur="500" fill="hold"/>
                                        <p:tgtEl>
                                          <p:spTgt spid="18">
                                            <p:txEl>
                                              <p:pRg st="0" end="0"/>
                                            </p:txEl>
                                          </p:spTgt>
                                        </p:tgtEl>
                                        <p:attrNameLst>
                                          <p:attrName>ppt_x</p:attrName>
                                        </p:attrNameLst>
                                      </p:cBhvr>
                                      <p:tavLst>
                                        <p:tav tm="0">
                                          <p:val>
                                            <p:strVal val="#ppt_x"/>
                                          </p:val>
                                        </p:tav>
                                        <p:tav tm="100000">
                                          <p:val>
                                            <p:strVal val="#ppt_x"/>
                                          </p:val>
                                        </p:tav>
                                      </p:tavLst>
                                    </p:anim>
                                    <p:anim calcmode="lin" valueType="num">
                                      <p:cBhvr>
                                        <p:cTn id="27" dur="500" fill="hold"/>
                                        <p:tgtEl>
                                          <p:spTgt spid="18">
                                            <p:txEl>
                                              <p:pRg st="0" end="0"/>
                                            </p:txEl>
                                          </p:spTgt>
                                        </p:tgtEl>
                                        <p:attrNameLst>
                                          <p:attrName>ppt_y</p:attrName>
                                        </p:attrNameLst>
                                      </p:cBhvr>
                                      <p:tavLst>
                                        <p:tav tm="0">
                                          <p:val>
                                            <p:strVal val="#ppt_y+.1"/>
                                          </p:val>
                                        </p:tav>
                                        <p:tav tm="100000">
                                          <p:val>
                                            <p:strVal val="#ppt_y"/>
                                          </p:val>
                                        </p:tav>
                                      </p:tavLst>
                                    </p:anim>
                                  </p:childTnLst>
                                </p:cTn>
                              </p:par>
                            </p:childTnLst>
                          </p:cTn>
                        </p:par>
                        <p:par>
                          <p:cTn id="28" fill="hold">
                            <p:stCondLst>
                              <p:cond delay="2500"/>
                            </p:stCondLst>
                            <p:childTnLst>
                              <p:par>
                                <p:cTn id="29" presetID="53" presetClass="entr" presetSubtype="16" fill="hold" grpId="0" nodeType="afterEffect" nodePh="1">
                                  <p:stCondLst>
                                    <p:cond delay="0"/>
                                  </p:stCondLst>
                                  <p:endCondLst>
                                    <p:cond evt="begin" delay="0">
                                      <p:tn val="29"/>
                                    </p:cond>
                                  </p:endCondLst>
                                  <p:childTnLst>
                                    <p:set>
                                      <p:cBhvr>
                                        <p:cTn id="30" dur="1" fill="hold">
                                          <p:stCondLst>
                                            <p:cond delay="0"/>
                                          </p:stCondLst>
                                        </p:cTn>
                                        <p:tgtEl>
                                          <p:spTgt spid="14">
                                            <p:txEl>
                                              <p:pRg st="0" end="0"/>
                                            </p:txEl>
                                          </p:spTgt>
                                        </p:tgtEl>
                                        <p:attrNameLst>
                                          <p:attrName>style.visibility</p:attrName>
                                        </p:attrNameLst>
                                      </p:cBhvr>
                                      <p:to>
                                        <p:strVal val="visible"/>
                                      </p:to>
                                    </p:set>
                                    <p:anim calcmode="lin" valueType="num">
                                      <p:cBhvr>
                                        <p:cTn id="31" dur="500" fill="hold"/>
                                        <p:tgtEl>
                                          <p:spTgt spid="14">
                                            <p:txEl>
                                              <p:pRg st="0" end="0"/>
                                            </p:txEl>
                                          </p:spTgt>
                                        </p:tgtEl>
                                        <p:attrNameLst>
                                          <p:attrName>ppt_w</p:attrName>
                                        </p:attrNameLst>
                                      </p:cBhvr>
                                      <p:tavLst>
                                        <p:tav tm="0">
                                          <p:val>
                                            <p:fltVal val="0"/>
                                          </p:val>
                                        </p:tav>
                                        <p:tav tm="100000">
                                          <p:val>
                                            <p:strVal val="#ppt_w"/>
                                          </p:val>
                                        </p:tav>
                                      </p:tavLst>
                                    </p:anim>
                                    <p:anim calcmode="lin" valueType="num">
                                      <p:cBhvr>
                                        <p:cTn id="32" dur="500" fill="hold"/>
                                        <p:tgtEl>
                                          <p:spTgt spid="14">
                                            <p:txEl>
                                              <p:pRg st="0" end="0"/>
                                            </p:txEl>
                                          </p:spTgt>
                                        </p:tgtEl>
                                        <p:attrNameLst>
                                          <p:attrName>ppt_h</p:attrName>
                                        </p:attrNameLst>
                                      </p:cBhvr>
                                      <p:tavLst>
                                        <p:tav tm="0">
                                          <p:val>
                                            <p:fltVal val="0"/>
                                          </p:val>
                                        </p:tav>
                                        <p:tav tm="100000">
                                          <p:val>
                                            <p:strVal val="#ppt_h"/>
                                          </p:val>
                                        </p:tav>
                                      </p:tavLst>
                                    </p:anim>
                                    <p:animEffect transition="in" filter="fade">
                                      <p:cBhvr>
                                        <p:cTn id="33" dur="500"/>
                                        <p:tgtEl>
                                          <p:spTgt spid="14">
                                            <p:txEl>
                                              <p:pRg st="0" end="0"/>
                                            </p:txEl>
                                          </p:spTgt>
                                        </p:tgtEl>
                                      </p:cBhvr>
                                    </p:animEffect>
                                  </p:childTnLst>
                                </p:cTn>
                              </p:par>
                            </p:childTnLst>
                          </p:cTn>
                        </p:par>
                        <p:par>
                          <p:cTn id="34" fill="hold">
                            <p:stCondLst>
                              <p:cond delay="3000"/>
                            </p:stCondLst>
                            <p:childTnLst>
                              <p:par>
                                <p:cTn id="35" presetID="42" presetClass="entr" presetSubtype="0" fill="hold" grpId="0" nodeType="afterEffect" nodePh="1">
                                  <p:stCondLst>
                                    <p:cond delay="0"/>
                                  </p:stCondLst>
                                  <p:endCondLst>
                                    <p:cond evt="begin" delay="0">
                                      <p:tn val="35"/>
                                    </p:cond>
                                  </p:endCondLst>
                                  <p:childTnLst>
                                    <p:set>
                                      <p:cBhvr>
                                        <p:cTn id="36" dur="1" fill="hold">
                                          <p:stCondLst>
                                            <p:cond delay="0"/>
                                          </p:stCondLst>
                                        </p:cTn>
                                        <p:tgtEl>
                                          <p:spTgt spid="15">
                                            <p:txEl>
                                              <p:pRg st="0" end="0"/>
                                            </p:txEl>
                                          </p:spTgt>
                                        </p:tgtEl>
                                        <p:attrNameLst>
                                          <p:attrName>style.visibility</p:attrName>
                                        </p:attrNameLst>
                                      </p:cBhvr>
                                      <p:to>
                                        <p:strVal val="visible"/>
                                      </p:to>
                                    </p:set>
                                    <p:animEffect transition="in" filter="fade">
                                      <p:cBhvr>
                                        <p:cTn id="37" dur="500"/>
                                        <p:tgtEl>
                                          <p:spTgt spid="15">
                                            <p:txEl>
                                              <p:pRg st="0" end="0"/>
                                            </p:txEl>
                                          </p:spTgt>
                                        </p:tgtEl>
                                      </p:cBhvr>
                                    </p:animEffect>
                                    <p:anim calcmode="lin" valueType="num">
                                      <p:cBhvr>
                                        <p:cTn id="38" dur="500" fill="hold"/>
                                        <p:tgtEl>
                                          <p:spTgt spid="15">
                                            <p:txEl>
                                              <p:pRg st="0" end="0"/>
                                            </p:txEl>
                                          </p:spTgt>
                                        </p:tgtEl>
                                        <p:attrNameLst>
                                          <p:attrName>ppt_x</p:attrName>
                                        </p:attrNameLst>
                                      </p:cBhvr>
                                      <p:tavLst>
                                        <p:tav tm="0">
                                          <p:val>
                                            <p:strVal val="#ppt_x"/>
                                          </p:val>
                                        </p:tav>
                                        <p:tav tm="100000">
                                          <p:val>
                                            <p:strVal val="#ppt_x"/>
                                          </p:val>
                                        </p:tav>
                                      </p:tavLst>
                                    </p:anim>
                                    <p:anim calcmode="lin" valueType="num">
                                      <p:cBhvr>
                                        <p:cTn id="39" dur="500" fill="hold"/>
                                        <p:tgtEl>
                                          <p:spTgt spid="15">
                                            <p:txEl>
                                              <p:pRg st="0" end="0"/>
                                            </p:txEl>
                                          </p:spTgt>
                                        </p:tgtEl>
                                        <p:attrNameLst>
                                          <p:attrName>ppt_y</p:attrName>
                                        </p:attrNameLst>
                                      </p:cBhvr>
                                      <p:tavLst>
                                        <p:tav tm="0">
                                          <p:val>
                                            <p:strVal val="#ppt_y+.1"/>
                                          </p:val>
                                        </p:tav>
                                        <p:tav tm="100000">
                                          <p:val>
                                            <p:strVal val="#ppt_y"/>
                                          </p:val>
                                        </p:tav>
                                      </p:tavLst>
                                    </p:anim>
                                  </p:childTnLst>
                                </p:cTn>
                              </p:par>
                            </p:childTnLst>
                          </p:cTn>
                        </p:par>
                        <p:par>
                          <p:cTn id="40" fill="hold">
                            <p:stCondLst>
                              <p:cond delay="3500"/>
                            </p:stCondLst>
                            <p:childTnLst>
                              <p:par>
                                <p:cTn id="41" presetID="53" presetClass="entr" presetSubtype="16" fill="hold" grpId="0" nodeType="afterEffect" nodePh="1">
                                  <p:stCondLst>
                                    <p:cond delay="0"/>
                                  </p:stCondLst>
                                  <p:endCondLst>
                                    <p:cond evt="begin" delay="0">
                                      <p:tn val="41"/>
                                    </p:cond>
                                  </p:endCondLst>
                                  <p:childTnLst>
                                    <p:set>
                                      <p:cBhvr>
                                        <p:cTn id="42" dur="1" fill="hold">
                                          <p:stCondLst>
                                            <p:cond delay="0"/>
                                          </p:stCondLst>
                                        </p:cTn>
                                        <p:tgtEl>
                                          <p:spTgt spid="21">
                                            <p:txEl>
                                              <p:pRg st="0" end="0"/>
                                            </p:txEl>
                                          </p:spTgt>
                                        </p:tgtEl>
                                        <p:attrNameLst>
                                          <p:attrName>style.visibility</p:attrName>
                                        </p:attrNameLst>
                                      </p:cBhvr>
                                      <p:to>
                                        <p:strVal val="visible"/>
                                      </p:to>
                                    </p:set>
                                    <p:anim calcmode="lin" valueType="num">
                                      <p:cBhvr>
                                        <p:cTn id="43" dur="500" fill="hold"/>
                                        <p:tgtEl>
                                          <p:spTgt spid="21">
                                            <p:txEl>
                                              <p:pRg st="0" end="0"/>
                                            </p:txEl>
                                          </p:spTgt>
                                        </p:tgtEl>
                                        <p:attrNameLst>
                                          <p:attrName>ppt_w</p:attrName>
                                        </p:attrNameLst>
                                      </p:cBhvr>
                                      <p:tavLst>
                                        <p:tav tm="0">
                                          <p:val>
                                            <p:fltVal val="0"/>
                                          </p:val>
                                        </p:tav>
                                        <p:tav tm="100000">
                                          <p:val>
                                            <p:strVal val="#ppt_w"/>
                                          </p:val>
                                        </p:tav>
                                      </p:tavLst>
                                    </p:anim>
                                    <p:anim calcmode="lin" valueType="num">
                                      <p:cBhvr>
                                        <p:cTn id="44" dur="500" fill="hold"/>
                                        <p:tgtEl>
                                          <p:spTgt spid="21">
                                            <p:txEl>
                                              <p:pRg st="0" end="0"/>
                                            </p:txEl>
                                          </p:spTgt>
                                        </p:tgtEl>
                                        <p:attrNameLst>
                                          <p:attrName>ppt_h</p:attrName>
                                        </p:attrNameLst>
                                      </p:cBhvr>
                                      <p:tavLst>
                                        <p:tav tm="0">
                                          <p:val>
                                            <p:fltVal val="0"/>
                                          </p:val>
                                        </p:tav>
                                        <p:tav tm="100000">
                                          <p:val>
                                            <p:strVal val="#ppt_h"/>
                                          </p:val>
                                        </p:tav>
                                      </p:tavLst>
                                    </p:anim>
                                    <p:animEffect transition="in" filter="fade">
                                      <p:cBhvr>
                                        <p:cTn id="45" dur="500"/>
                                        <p:tgtEl>
                                          <p:spTgt spid="21">
                                            <p:txEl>
                                              <p:pRg st="0" end="0"/>
                                            </p:txEl>
                                          </p:spTgt>
                                        </p:tgtEl>
                                      </p:cBhvr>
                                    </p:animEffect>
                                  </p:childTnLst>
                                </p:cTn>
                              </p:par>
                            </p:childTnLst>
                          </p:cTn>
                        </p:par>
                        <p:par>
                          <p:cTn id="46" fill="hold">
                            <p:stCondLst>
                              <p:cond delay="4000"/>
                            </p:stCondLst>
                            <p:childTnLst>
                              <p:par>
                                <p:cTn id="47" presetID="42" presetClass="entr" presetSubtype="0" fill="hold" grpId="0" nodeType="afterEffect" nodePh="1">
                                  <p:stCondLst>
                                    <p:cond delay="0"/>
                                  </p:stCondLst>
                                  <p:endCondLst>
                                    <p:cond evt="begin" delay="0">
                                      <p:tn val="47"/>
                                    </p:cond>
                                  </p:endCondLst>
                                  <p:childTnLst>
                                    <p:set>
                                      <p:cBhvr>
                                        <p:cTn id="48" dur="1" fill="hold">
                                          <p:stCondLst>
                                            <p:cond delay="0"/>
                                          </p:stCondLst>
                                        </p:cTn>
                                        <p:tgtEl>
                                          <p:spTgt spid="22">
                                            <p:txEl>
                                              <p:pRg st="0" end="0"/>
                                            </p:txEl>
                                          </p:spTgt>
                                        </p:tgtEl>
                                        <p:attrNameLst>
                                          <p:attrName>style.visibility</p:attrName>
                                        </p:attrNameLst>
                                      </p:cBhvr>
                                      <p:to>
                                        <p:strVal val="visible"/>
                                      </p:to>
                                    </p:set>
                                    <p:animEffect transition="in" filter="fade">
                                      <p:cBhvr>
                                        <p:cTn id="49" dur="500"/>
                                        <p:tgtEl>
                                          <p:spTgt spid="22">
                                            <p:txEl>
                                              <p:pRg st="0" end="0"/>
                                            </p:txEl>
                                          </p:spTgt>
                                        </p:tgtEl>
                                      </p:cBhvr>
                                    </p:animEffect>
                                    <p:anim calcmode="lin" valueType="num">
                                      <p:cBhvr>
                                        <p:cTn id="50" dur="500" fill="hold"/>
                                        <p:tgtEl>
                                          <p:spTgt spid="22">
                                            <p:txEl>
                                              <p:pRg st="0" end="0"/>
                                            </p:txEl>
                                          </p:spTgt>
                                        </p:tgtEl>
                                        <p:attrNameLst>
                                          <p:attrName>ppt_x</p:attrName>
                                        </p:attrNameLst>
                                      </p:cBhvr>
                                      <p:tavLst>
                                        <p:tav tm="0">
                                          <p:val>
                                            <p:strVal val="#ppt_x"/>
                                          </p:val>
                                        </p:tav>
                                        <p:tav tm="100000">
                                          <p:val>
                                            <p:strVal val="#ppt_x"/>
                                          </p:val>
                                        </p:tav>
                                      </p:tavLst>
                                    </p:anim>
                                    <p:anim calcmode="lin" valueType="num">
                                      <p:cBhvr>
                                        <p:cTn id="51" dur="500" fill="hold"/>
                                        <p:tgtEl>
                                          <p:spTgt spid="22">
                                            <p:txEl>
                                              <p:pRg st="0" end="0"/>
                                            </p:txEl>
                                          </p:spTgt>
                                        </p:tgtEl>
                                        <p:attrNameLst>
                                          <p:attrName>ppt_y</p:attrName>
                                        </p:attrNameLst>
                                      </p:cBhvr>
                                      <p:tavLst>
                                        <p:tav tm="0">
                                          <p:val>
                                            <p:strVal val="#ppt_y+.1"/>
                                          </p:val>
                                        </p:tav>
                                        <p:tav tm="100000">
                                          <p:val>
                                            <p:strVal val="#ppt_y"/>
                                          </p:val>
                                        </p:tav>
                                      </p:tavLst>
                                    </p:anim>
                                  </p:childTnLst>
                                </p:cTn>
                              </p:par>
                            </p:childTnLst>
                          </p:cTn>
                        </p:par>
                        <p:par>
                          <p:cTn id="52" fill="hold">
                            <p:stCondLst>
                              <p:cond delay="4500"/>
                            </p:stCondLst>
                            <p:childTnLst>
                              <p:par>
                                <p:cTn id="53" presetID="53" presetClass="entr" presetSubtype="16" fill="hold" grpId="0" nodeType="afterEffect" nodePh="1">
                                  <p:stCondLst>
                                    <p:cond delay="0"/>
                                  </p:stCondLst>
                                  <p:endCondLst>
                                    <p:cond evt="begin" delay="0">
                                      <p:tn val="53"/>
                                    </p:cond>
                                  </p:endCondLst>
                                  <p:childTnLst>
                                    <p:set>
                                      <p:cBhvr>
                                        <p:cTn id="54" dur="1" fill="hold">
                                          <p:stCondLst>
                                            <p:cond delay="0"/>
                                          </p:stCondLst>
                                        </p:cTn>
                                        <p:tgtEl>
                                          <p:spTgt spid="23">
                                            <p:txEl>
                                              <p:pRg st="0" end="0"/>
                                            </p:txEl>
                                          </p:spTgt>
                                        </p:tgtEl>
                                        <p:attrNameLst>
                                          <p:attrName>style.visibility</p:attrName>
                                        </p:attrNameLst>
                                      </p:cBhvr>
                                      <p:to>
                                        <p:strVal val="visible"/>
                                      </p:to>
                                    </p:set>
                                    <p:anim calcmode="lin" valueType="num">
                                      <p:cBhvr>
                                        <p:cTn id="55" dur="500" fill="hold"/>
                                        <p:tgtEl>
                                          <p:spTgt spid="23">
                                            <p:txEl>
                                              <p:pRg st="0" end="0"/>
                                            </p:txEl>
                                          </p:spTgt>
                                        </p:tgtEl>
                                        <p:attrNameLst>
                                          <p:attrName>ppt_w</p:attrName>
                                        </p:attrNameLst>
                                      </p:cBhvr>
                                      <p:tavLst>
                                        <p:tav tm="0">
                                          <p:val>
                                            <p:fltVal val="0"/>
                                          </p:val>
                                        </p:tav>
                                        <p:tav tm="100000">
                                          <p:val>
                                            <p:strVal val="#ppt_w"/>
                                          </p:val>
                                        </p:tav>
                                      </p:tavLst>
                                    </p:anim>
                                    <p:anim calcmode="lin" valueType="num">
                                      <p:cBhvr>
                                        <p:cTn id="56" dur="500" fill="hold"/>
                                        <p:tgtEl>
                                          <p:spTgt spid="23">
                                            <p:txEl>
                                              <p:pRg st="0" end="0"/>
                                            </p:txEl>
                                          </p:spTgt>
                                        </p:tgtEl>
                                        <p:attrNameLst>
                                          <p:attrName>ppt_h</p:attrName>
                                        </p:attrNameLst>
                                      </p:cBhvr>
                                      <p:tavLst>
                                        <p:tav tm="0">
                                          <p:val>
                                            <p:fltVal val="0"/>
                                          </p:val>
                                        </p:tav>
                                        <p:tav tm="100000">
                                          <p:val>
                                            <p:strVal val="#ppt_h"/>
                                          </p:val>
                                        </p:tav>
                                      </p:tavLst>
                                    </p:anim>
                                    <p:animEffect transition="in" filter="fade">
                                      <p:cBhvr>
                                        <p:cTn id="57" dur="500"/>
                                        <p:tgtEl>
                                          <p:spTgt spid="23">
                                            <p:txEl>
                                              <p:pRg st="0" end="0"/>
                                            </p:txEl>
                                          </p:spTgt>
                                        </p:tgtEl>
                                      </p:cBhvr>
                                    </p:animEffect>
                                  </p:childTnLst>
                                </p:cTn>
                              </p:par>
                            </p:childTnLst>
                          </p:cTn>
                        </p:par>
                        <p:par>
                          <p:cTn id="58" fill="hold">
                            <p:stCondLst>
                              <p:cond delay="5000"/>
                            </p:stCondLst>
                            <p:childTnLst>
                              <p:par>
                                <p:cTn id="59" presetID="42" presetClass="entr" presetSubtype="0" fill="hold" grpId="0" nodeType="afterEffect" nodePh="1">
                                  <p:stCondLst>
                                    <p:cond delay="0"/>
                                  </p:stCondLst>
                                  <p:endCondLst>
                                    <p:cond evt="begin" delay="0">
                                      <p:tn val="59"/>
                                    </p:cond>
                                  </p:endCondLst>
                                  <p:childTnLst>
                                    <p:set>
                                      <p:cBhvr>
                                        <p:cTn id="60" dur="1" fill="hold">
                                          <p:stCondLst>
                                            <p:cond delay="0"/>
                                          </p:stCondLst>
                                        </p:cTn>
                                        <p:tgtEl>
                                          <p:spTgt spid="24">
                                            <p:txEl>
                                              <p:pRg st="0" end="0"/>
                                            </p:txEl>
                                          </p:spTgt>
                                        </p:tgtEl>
                                        <p:attrNameLst>
                                          <p:attrName>style.visibility</p:attrName>
                                        </p:attrNameLst>
                                      </p:cBhvr>
                                      <p:to>
                                        <p:strVal val="visible"/>
                                      </p:to>
                                    </p:set>
                                    <p:animEffect transition="in" filter="fade">
                                      <p:cBhvr>
                                        <p:cTn id="61" dur="500"/>
                                        <p:tgtEl>
                                          <p:spTgt spid="24">
                                            <p:txEl>
                                              <p:pRg st="0" end="0"/>
                                            </p:txEl>
                                          </p:spTgt>
                                        </p:tgtEl>
                                      </p:cBhvr>
                                    </p:animEffect>
                                    <p:anim calcmode="lin" valueType="num">
                                      <p:cBhvr>
                                        <p:cTn id="62"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p:cTn id="63" dur="500" fill="hold"/>
                                        <p:tgtEl>
                                          <p:spTgt spid="24">
                                            <p:txEl>
                                              <p:pRg st="0" end="0"/>
                                            </p:txEl>
                                          </p:spTgt>
                                        </p:tgtEl>
                                        <p:attrNameLst>
                                          <p:attrName>ppt_y</p:attrName>
                                        </p:attrNameLst>
                                      </p:cBhvr>
                                      <p:tavLst>
                                        <p:tav tm="0">
                                          <p:val>
                                            <p:strVal val="#ppt_y+.1"/>
                                          </p:val>
                                        </p:tav>
                                        <p:tav tm="100000">
                                          <p:val>
                                            <p:strVal val="#ppt_y"/>
                                          </p:val>
                                        </p:tav>
                                      </p:tavLst>
                                    </p:anim>
                                  </p:childTnLst>
                                </p:cTn>
                              </p:par>
                            </p:childTnLst>
                          </p:cTn>
                        </p:par>
                        <p:par>
                          <p:cTn id="64" fill="hold">
                            <p:stCondLst>
                              <p:cond delay="5500"/>
                            </p:stCondLst>
                            <p:childTnLst>
                              <p:par>
                                <p:cTn id="65" presetID="42" presetClass="entr" presetSubtype="0" fill="hold" grpId="0" nodeType="afterEffect">
                                  <p:stCondLst>
                                    <p:cond delay="0"/>
                                  </p:stCondLst>
                                  <p:childTnLst>
                                    <p:set>
                                      <p:cBhvr>
                                        <p:cTn id="66" dur="1" fill="hold">
                                          <p:stCondLst>
                                            <p:cond delay="0"/>
                                          </p:stCondLst>
                                        </p:cTn>
                                        <p:tgtEl>
                                          <p:spTgt spid="25"/>
                                        </p:tgtEl>
                                        <p:attrNameLst>
                                          <p:attrName>style.visibility</p:attrName>
                                        </p:attrNameLst>
                                      </p:cBhvr>
                                      <p:to>
                                        <p:strVal val="visible"/>
                                      </p:to>
                                    </p:set>
                                    <p:animEffect transition="in" filter="fade">
                                      <p:cBhvr>
                                        <p:cTn id="67" dur="500"/>
                                        <p:tgtEl>
                                          <p:spTgt spid="25"/>
                                        </p:tgtEl>
                                      </p:cBhvr>
                                    </p:animEffect>
                                    <p:anim calcmode="lin" valueType="num">
                                      <p:cBhvr>
                                        <p:cTn id="68" dur="500" fill="hold"/>
                                        <p:tgtEl>
                                          <p:spTgt spid="25"/>
                                        </p:tgtEl>
                                        <p:attrNameLst>
                                          <p:attrName>ppt_x</p:attrName>
                                        </p:attrNameLst>
                                      </p:cBhvr>
                                      <p:tavLst>
                                        <p:tav tm="0">
                                          <p:val>
                                            <p:strVal val="#ppt_x"/>
                                          </p:val>
                                        </p:tav>
                                        <p:tav tm="100000">
                                          <p:val>
                                            <p:strVal val="#ppt_x"/>
                                          </p:val>
                                        </p:tav>
                                      </p:tavLst>
                                    </p:anim>
                                    <p:anim calcmode="lin" valueType="num">
                                      <p:cBhvr>
                                        <p:cTn id="69" dur="500" fill="hold"/>
                                        <p:tgtEl>
                                          <p:spTgt spid="25"/>
                                        </p:tgtEl>
                                        <p:attrNameLst>
                                          <p:attrName>ppt_y</p:attrName>
                                        </p:attrNameLst>
                                      </p:cBhvr>
                                      <p:tavLst>
                                        <p:tav tm="0">
                                          <p:val>
                                            <p:strVal val="#ppt_y+.1"/>
                                          </p:val>
                                        </p:tav>
                                        <p:tav tm="100000">
                                          <p:val>
                                            <p:strVal val="#ppt_y"/>
                                          </p:val>
                                        </p:tav>
                                      </p:tavLst>
                                    </p:anim>
                                  </p:childTnLst>
                                </p:cTn>
                              </p:par>
                              <p:par>
                                <p:cTn id="70" presetID="42" presetClass="entr" presetSubtype="0" fill="hold" grpId="0" nodeType="withEffect">
                                  <p:stCondLst>
                                    <p:cond delay="0"/>
                                  </p:stCondLst>
                                  <p:childTnLst>
                                    <p:set>
                                      <p:cBhvr>
                                        <p:cTn id="71" dur="1" fill="hold">
                                          <p:stCondLst>
                                            <p:cond delay="0"/>
                                          </p:stCondLst>
                                        </p:cTn>
                                        <p:tgtEl>
                                          <p:spTgt spid="26"/>
                                        </p:tgtEl>
                                        <p:attrNameLst>
                                          <p:attrName>style.visibility</p:attrName>
                                        </p:attrNameLst>
                                      </p:cBhvr>
                                      <p:to>
                                        <p:strVal val="visible"/>
                                      </p:to>
                                    </p:set>
                                    <p:animEffect transition="in" filter="fade">
                                      <p:cBhvr>
                                        <p:cTn id="72" dur="500"/>
                                        <p:tgtEl>
                                          <p:spTgt spid="26"/>
                                        </p:tgtEl>
                                      </p:cBhvr>
                                    </p:animEffect>
                                    <p:anim calcmode="lin" valueType="num">
                                      <p:cBhvr>
                                        <p:cTn id="73" dur="500" fill="hold"/>
                                        <p:tgtEl>
                                          <p:spTgt spid="26"/>
                                        </p:tgtEl>
                                        <p:attrNameLst>
                                          <p:attrName>ppt_x</p:attrName>
                                        </p:attrNameLst>
                                      </p:cBhvr>
                                      <p:tavLst>
                                        <p:tav tm="0">
                                          <p:val>
                                            <p:strVal val="#ppt_x"/>
                                          </p:val>
                                        </p:tav>
                                        <p:tav tm="100000">
                                          <p:val>
                                            <p:strVal val="#ppt_x"/>
                                          </p:val>
                                        </p:tav>
                                      </p:tavLst>
                                    </p:anim>
                                    <p:anim calcmode="lin" valueType="num">
                                      <p:cBhvr>
                                        <p:cTn id="74" dur="500" fill="hold"/>
                                        <p:tgtEl>
                                          <p:spTgt spid="26"/>
                                        </p:tgtEl>
                                        <p:attrNameLst>
                                          <p:attrName>ppt_y</p:attrName>
                                        </p:attrNameLst>
                                      </p:cBhvr>
                                      <p:tavLst>
                                        <p:tav tm="0">
                                          <p:val>
                                            <p:strVal val="#ppt_y+.1"/>
                                          </p:val>
                                        </p:tav>
                                        <p:tav tm="100000">
                                          <p:val>
                                            <p:strVal val="#ppt_y"/>
                                          </p:val>
                                        </p:tav>
                                      </p:tavLst>
                                    </p:anim>
                                  </p:childTnLst>
                                </p:cTn>
                              </p:par>
                              <p:par>
                                <p:cTn id="75" presetID="42" presetClass="entr" presetSubtype="0" fill="hold" grpId="0" nodeType="withEffect">
                                  <p:stCondLst>
                                    <p:cond delay="0"/>
                                  </p:stCondLst>
                                  <p:childTnLst>
                                    <p:set>
                                      <p:cBhvr>
                                        <p:cTn id="76" dur="1" fill="hold">
                                          <p:stCondLst>
                                            <p:cond delay="0"/>
                                          </p:stCondLst>
                                        </p:cTn>
                                        <p:tgtEl>
                                          <p:spTgt spid="27"/>
                                        </p:tgtEl>
                                        <p:attrNameLst>
                                          <p:attrName>style.visibility</p:attrName>
                                        </p:attrNameLst>
                                      </p:cBhvr>
                                      <p:to>
                                        <p:strVal val="visible"/>
                                      </p:to>
                                    </p:set>
                                    <p:animEffect transition="in" filter="fade">
                                      <p:cBhvr>
                                        <p:cTn id="77" dur="500"/>
                                        <p:tgtEl>
                                          <p:spTgt spid="27"/>
                                        </p:tgtEl>
                                      </p:cBhvr>
                                    </p:animEffect>
                                    <p:anim calcmode="lin" valueType="num">
                                      <p:cBhvr>
                                        <p:cTn id="78" dur="500" fill="hold"/>
                                        <p:tgtEl>
                                          <p:spTgt spid="27"/>
                                        </p:tgtEl>
                                        <p:attrNameLst>
                                          <p:attrName>ppt_x</p:attrName>
                                        </p:attrNameLst>
                                      </p:cBhvr>
                                      <p:tavLst>
                                        <p:tav tm="0">
                                          <p:val>
                                            <p:strVal val="#ppt_x"/>
                                          </p:val>
                                        </p:tav>
                                        <p:tav tm="100000">
                                          <p:val>
                                            <p:strVal val="#ppt_x"/>
                                          </p:val>
                                        </p:tav>
                                      </p:tavLst>
                                    </p:anim>
                                    <p:anim calcmode="lin" valueType="num">
                                      <p:cBhvr>
                                        <p:cTn id="79" dur="500" fill="hold"/>
                                        <p:tgtEl>
                                          <p:spTgt spid="27"/>
                                        </p:tgtEl>
                                        <p:attrNameLst>
                                          <p:attrName>ppt_y</p:attrName>
                                        </p:attrNameLst>
                                      </p:cBhvr>
                                      <p:tavLst>
                                        <p:tav tm="0">
                                          <p:val>
                                            <p:strVal val="#ppt_y+.1"/>
                                          </p:val>
                                        </p:tav>
                                        <p:tav tm="100000">
                                          <p:val>
                                            <p:strVal val="#ppt_y"/>
                                          </p:val>
                                        </p:tav>
                                      </p:tavLst>
                                    </p:anim>
                                  </p:childTnLst>
                                </p:cTn>
                              </p:par>
                              <p:par>
                                <p:cTn id="80" presetID="42" presetClass="entr" presetSubtype="0" fill="hold" grpId="0" nodeType="withEffect">
                                  <p:stCondLst>
                                    <p:cond delay="0"/>
                                  </p:stCondLst>
                                  <p:childTnLst>
                                    <p:set>
                                      <p:cBhvr>
                                        <p:cTn id="81" dur="1" fill="hold">
                                          <p:stCondLst>
                                            <p:cond delay="0"/>
                                          </p:stCondLst>
                                        </p:cTn>
                                        <p:tgtEl>
                                          <p:spTgt spid="28"/>
                                        </p:tgtEl>
                                        <p:attrNameLst>
                                          <p:attrName>style.visibility</p:attrName>
                                        </p:attrNameLst>
                                      </p:cBhvr>
                                      <p:to>
                                        <p:strVal val="visible"/>
                                      </p:to>
                                    </p:set>
                                    <p:animEffect transition="in" filter="fade">
                                      <p:cBhvr>
                                        <p:cTn id="82" dur="500"/>
                                        <p:tgtEl>
                                          <p:spTgt spid="28"/>
                                        </p:tgtEl>
                                      </p:cBhvr>
                                    </p:animEffect>
                                    <p:anim calcmode="lin" valueType="num">
                                      <p:cBhvr>
                                        <p:cTn id="83" dur="500" fill="hold"/>
                                        <p:tgtEl>
                                          <p:spTgt spid="28"/>
                                        </p:tgtEl>
                                        <p:attrNameLst>
                                          <p:attrName>ppt_x</p:attrName>
                                        </p:attrNameLst>
                                      </p:cBhvr>
                                      <p:tavLst>
                                        <p:tav tm="0">
                                          <p:val>
                                            <p:strVal val="#ppt_x"/>
                                          </p:val>
                                        </p:tav>
                                        <p:tav tm="100000">
                                          <p:val>
                                            <p:strVal val="#ppt_x"/>
                                          </p:val>
                                        </p:tav>
                                      </p:tavLst>
                                    </p:anim>
                                    <p:anim calcmode="lin" valueType="num">
                                      <p:cBhvr>
                                        <p:cTn id="84" dur="500" fill="hold"/>
                                        <p:tgtEl>
                                          <p:spTgt spid="28"/>
                                        </p:tgtEl>
                                        <p:attrNameLst>
                                          <p:attrName>ppt_y</p:attrName>
                                        </p:attrNameLst>
                                      </p:cBhvr>
                                      <p:tavLst>
                                        <p:tav tm="0">
                                          <p:val>
                                            <p:strVal val="#ppt_y+.1"/>
                                          </p:val>
                                        </p:tav>
                                        <p:tav tm="100000">
                                          <p:val>
                                            <p:strVal val="#ppt_y"/>
                                          </p:val>
                                        </p:tav>
                                      </p:tavLst>
                                    </p:anim>
                                  </p:childTnLst>
                                </p:cTn>
                              </p:par>
                              <p:par>
                                <p:cTn id="85" presetID="42" presetClass="entr" presetSubtype="0" fill="hold" grpId="0" nodeType="withEffect">
                                  <p:stCondLst>
                                    <p:cond delay="0"/>
                                  </p:stCondLst>
                                  <p:childTnLst>
                                    <p:set>
                                      <p:cBhvr>
                                        <p:cTn id="86" dur="1" fill="hold">
                                          <p:stCondLst>
                                            <p:cond delay="0"/>
                                          </p:stCondLst>
                                        </p:cTn>
                                        <p:tgtEl>
                                          <p:spTgt spid="29"/>
                                        </p:tgtEl>
                                        <p:attrNameLst>
                                          <p:attrName>style.visibility</p:attrName>
                                        </p:attrNameLst>
                                      </p:cBhvr>
                                      <p:to>
                                        <p:strVal val="visible"/>
                                      </p:to>
                                    </p:set>
                                    <p:animEffect transition="in" filter="fade">
                                      <p:cBhvr>
                                        <p:cTn id="87" dur="500"/>
                                        <p:tgtEl>
                                          <p:spTgt spid="29"/>
                                        </p:tgtEl>
                                      </p:cBhvr>
                                    </p:animEffect>
                                    <p:anim calcmode="lin" valueType="num">
                                      <p:cBhvr>
                                        <p:cTn id="88" dur="500" fill="hold"/>
                                        <p:tgtEl>
                                          <p:spTgt spid="29"/>
                                        </p:tgtEl>
                                        <p:attrNameLst>
                                          <p:attrName>ppt_x</p:attrName>
                                        </p:attrNameLst>
                                      </p:cBhvr>
                                      <p:tavLst>
                                        <p:tav tm="0">
                                          <p:val>
                                            <p:strVal val="#ppt_x"/>
                                          </p:val>
                                        </p:tav>
                                        <p:tav tm="100000">
                                          <p:val>
                                            <p:strVal val="#ppt_x"/>
                                          </p:val>
                                        </p:tav>
                                      </p:tavLst>
                                    </p:anim>
                                    <p:anim calcmode="lin" valueType="num">
                                      <p:cBhvr>
                                        <p:cTn id="89" dur="500" fill="hold"/>
                                        <p:tgtEl>
                                          <p:spTgt spid="29"/>
                                        </p:tgtEl>
                                        <p:attrNameLst>
                                          <p:attrName>ppt_y</p:attrName>
                                        </p:attrNameLst>
                                      </p:cBhvr>
                                      <p:tavLst>
                                        <p:tav tm="0">
                                          <p:val>
                                            <p:strVal val="#ppt_y+.1"/>
                                          </p:val>
                                        </p:tav>
                                        <p:tav tm="100000">
                                          <p:val>
                                            <p:strVal val="#ppt_y"/>
                                          </p:val>
                                        </p:tav>
                                      </p:tavLst>
                                    </p:anim>
                                  </p:childTnLst>
                                </p:cTn>
                              </p:par>
                              <p:par>
                                <p:cTn id="90" presetID="42" presetClass="entr" presetSubtype="0" fill="hold" grpId="0" nodeType="withEffect">
                                  <p:stCondLst>
                                    <p:cond delay="0"/>
                                  </p:stCondLst>
                                  <p:childTnLst>
                                    <p:set>
                                      <p:cBhvr>
                                        <p:cTn id="91" dur="1" fill="hold">
                                          <p:stCondLst>
                                            <p:cond delay="0"/>
                                          </p:stCondLst>
                                        </p:cTn>
                                        <p:tgtEl>
                                          <p:spTgt spid="30"/>
                                        </p:tgtEl>
                                        <p:attrNameLst>
                                          <p:attrName>style.visibility</p:attrName>
                                        </p:attrNameLst>
                                      </p:cBhvr>
                                      <p:to>
                                        <p:strVal val="visible"/>
                                      </p:to>
                                    </p:set>
                                    <p:animEffect transition="in" filter="fade">
                                      <p:cBhvr>
                                        <p:cTn id="92" dur="500"/>
                                        <p:tgtEl>
                                          <p:spTgt spid="30"/>
                                        </p:tgtEl>
                                      </p:cBhvr>
                                    </p:animEffect>
                                    <p:anim calcmode="lin" valueType="num">
                                      <p:cBhvr>
                                        <p:cTn id="93" dur="500" fill="hold"/>
                                        <p:tgtEl>
                                          <p:spTgt spid="30"/>
                                        </p:tgtEl>
                                        <p:attrNameLst>
                                          <p:attrName>ppt_x</p:attrName>
                                        </p:attrNameLst>
                                      </p:cBhvr>
                                      <p:tavLst>
                                        <p:tav tm="0">
                                          <p:val>
                                            <p:strVal val="#ppt_x"/>
                                          </p:val>
                                        </p:tav>
                                        <p:tav tm="100000">
                                          <p:val>
                                            <p:strVal val="#ppt_x"/>
                                          </p:val>
                                        </p:tav>
                                      </p:tavLst>
                                    </p:anim>
                                    <p:anim calcmode="lin" valueType="num">
                                      <p:cBhvr>
                                        <p:cTn id="94" dur="500" fill="hold"/>
                                        <p:tgtEl>
                                          <p:spTgt spid="30"/>
                                        </p:tgtEl>
                                        <p:attrNameLst>
                                          <p:attrName>ppt_y</p:attrName>
                                        </p:attrNameLst>
                                      </p:cBhvr>
                                      <p:tavLst>
                                        <p:tav tm="0">
                                          <p:val>
                                            <p:strVal val="#ppt_y+.1"/>
                                          </p:val>
                                        </p:tav>
                                        <p:tav tm="100000">
                                          <p:val>
                                            <p:strVal val="#ppt_y"/>
                                          </p:val>
                                        </p:tav>
                                      </p:tavLst>
                                    </p:anim>
                                  </p:childTnLst>
                                </p:cTn>
                              </p:par>
                              <p:par>
                                <p:cTn id="95" presetID="42" presetClass="entr" presetSubtype="0" fill="hold" grpId="0" nodeType="withEffect">
                                  <p:stCondLst>
                                    <p:cond delay="0"/>
                                  </p:stCondLst>
                                  <p:childTnLst>
                                    <p:set>
                                      <p:cBhvr>
                                        <p:cTn id="96" dur="1" fill="hold">
                                          <p:stCondLst>
                                            <p:cond delay="0"/>
                                          </p:stCondLst>
                                        </p:cTn>
                                        <p:tgtEl>
                                          <p:spTgt spid="31"/>
                                        </p:tgtEl>
                                        <p:attrNameLst>
                                          <p:attrName>style.visibility</p:attrName>
                                        </p:attrNameLst>
                                      </p:cBhvr>
                                      <p:to>
                                        <p:strVal val="visible"/>
                                      </p:to>
                                    </p:set>
                                    <p:animEffect transition="in" filter="fade">
                                      <p:cBhvr>
                                        <p:cTn id="97" dur="500"/>
                                        <p:tgtEl>
                                          <p:spTgt spid="31"/>
                                        </p:tgtEl>
                                      </p:cBhvr>
                                    </p:animEffect>
                                    <p:anim calcmode="lin" valueType="num">
                                      <p:cBhvr>
                                        <p:cTn id="98" dur="500" fill="hold"/>
                                        <p:tgtEl>
                                          <p:spTgt spid="31"/>
                                        </p:tgtEl>
                                        <p:attrNameLst>
                                          <p:attrName>ppt_x</p:attrName>
                                        </p:attrNameLst>
                                      </p:cBhvr>
                                      <p:tavLst>
                                        <p:tav tm="0">
                                          <p:val>
                                            <p:strVal val="#ppt_x"/>
                                          </p:val>
                                        </p:tav>
                                        <p:tav tm="100000">
                                          <p:val>
                                            <p:strVal val="#ppt_x"/>
                                          </p:val>
                                        </p:tav>
                                      </p:tavLst>
                                    </p:anim>
                                    <p:anim calcmode="lin" valueType="num">
                                      <p:cBhvr>
                                        <p:cTn id="99" dur="500" fill="hold"/>
                                        <p:tgtEl>
                                          <p:spTgt spid="3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17" grpId="0" animBg="1"/>
      <p:bldP spid="18"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8"/>
                        </p:tgtEl>
                        <p:attrNameLst>
                          <p:attrName>style.visibility</p:attrName>
                        </p:attrNameLst>
                      </p:cBhvr>
                      <p:to>
                        <p:strVal val="visible"/>
                      </p:to>
                    </p:set>
                    <p:animEffect transition="in" filter="fade">
                      <p:cBhvr>
                        <p:cTn dur="500"/>
                        <p:tgtEl>
                          <p:spTgt spid="18"/>
                        </p:tgtEl>
                      </p:cBhvr>
                    </p:animEffect>
                    <p:anim calcmode="lin" valueType="num">
                      <p:cBhvr>
                        <p:cTn dur="500" fill="hold"/>
                        <p:tgtEl>
                          <p:spTgt spid="18"/>
                        </p:tgtEl>
                        <p:attrNameLst>
                          <p:attrName>ppt_x</p:attrName>
                        </p:attrNameLst>
                      </p:cBhvr>
                      <p:tavLst>
                        <p:tav tm="0">
                          <p:val>
                            <p:strVal val="#ppt_x"/>
                          </p:val>
                        </p:tav>
                        <p:tav tm="100000">
                          <p:val>
                            <p:strVal val="#ppt_x"/>
                          </p:val>
                        </p:tav>
                      </p:tavLst>
                    </p:anim>
                    <p:anim calcmode="lin" valueType="num">
                      <p:cBhvr>
                        <p:cTn dur="500" fill="hold"/>
                        <p:tgtEl>
                          <p:spTgt spid="18"/>
                        </p:tgtEl>
                        <p:attrNameLst>
                          <p:attrName>ppt_y</p:attrName>
                        </p:attrNameLst>
                      </p:cBhvr>
                      <p:tavLst>
                        <p:tav tm="0">
                          <p:val>
                            <p:strVal val="#ppt_y+.1"/>
                          </p:val>
                        </p:tav>
                        <p:tav tm="100000">
                          <p:val>
                            <p:strVal val="#ppt_y"/>
                          </p:val>
                        </p:tav>
                      </p:tavLst>
                    </p:anim>
                  </p:childTnLst>
                </p:cTn>
              </p:par>
            </p:tnLst>
          </p:tmpl>
        </p:tmplLst>
      </p:bldP>
      <p:bldP spid="14"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4"/>
                        </p:tgtEl>
                        <p:attrNameLst>
                          <p:attrName>style.visibility</p:attrName>
                        </p:attrNameLst>
                      </p:cBhvr>
                      <p:to>
                        <p:strVal val="visible"/>
                      </p:to>
                    </p:set>
                    <p:anim calcmode="lin" valueType="num">
                      <p:cBhvr>
                        <p:cTn dur="500" fill="hold"/>
                        <p:tgtEl>
                          <p:spTgt spid="14"/>
                        </p:tgtEl>
                        <p:attrNameLst>
                          <p:attrName>ppt_w</p:attrName>
                        </p:attrNameLst>
                      </p:cBhvr>
                      <p:tavLst>
                        <p:tav tm="0">
                          <p:val>
                            <p:fltVal val="0"/>
                          </p:val>
                        </p:tav>
                        <p:tav tm="100000">
                          <p:val>
                            <p:strVal val="#ppt_w"/>
                          </p:val>
                        </p:tav>
                      </p:tavLst>
                    </p:anim>
                    <p:anim calcmode="lin" valueType="num">
                      <p:cBhvr>
                        <p:cTn dur="500" fill="hold"/>
                        <p:tgtEl>
                          <p:spTgt spid="14"/>
                        </p:tgtEl>
                        <p:attrNameLst>
                          <p:attrName>ppt_h</p:attrName>
                        </p:attrNameLst>
                      </p:cBhvr>
                      <p:tavLst>
                        <p:tav tm="0">
                          <p:val>
                            <p:fltVal val="0"/>
                          </p:val>
                        </p:tav>
                        <p:tav tm="100000">
                          <p:val>
                            <p:strVal val="#ppt_h"/>
                          </p:val>
                        </p:tav>
                      </p:tavLst>
                    </p:anim>
                    <p:animEffect transition="in" filter="fade">
                      <p:cBhvr>
                        <p:cTn dur="500"/>
                        <p:tgtEl>
                          <p:spTgt spid="14"/>
                        </p:tgtEl>
                      </p:cBhvr>
                    </p:animEffect>
                  </p:childTnLst>
                </p:cTn>
              </p:par>
            </p:tnLst>
          </p:tmpl>
        </p:tmplLst>
      </p:bldP>
      <p:bldP spid="15"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5"/>
                        </p:tgtEl>
                        <p:attrNameLst>
                          <p:attrName>style.visibility</p:attrName>
                        </p:attrNameLst>
                      </p:cBhvr>
                      <p:to>
                        <p:strVal val="visible"/>
                      </p:to>
                    </p:set>
                    <p:animEffect transition="in" filter="fade">
                      <p:cBhvr>
                        <p:cTn dur="500"/>
                        <p:tgtEl>
                          <p:spTgt spid="15"/>
                        </p:tgtEl>
                      </p:cBhvr>
                    </p:animEffect>
                    <p:anim calcmode="lin" valueType="num">
                      <p:cBhvr>
                        <p:cTn dur="500" fill="hold"/>
                        <p:tgtEl>
                          <p:spTgt spid="15"/>
                        </p:tgtEl>
                        <p:attrNameLst>
                          <p:attrName>ppt_x</p:attrName>
                        </p:attrNameLst>
                      </p:cBhvr>
                      <p:tavLst>
                        <p:tav tm="0">
                          <p:val>
                            <p:strVal val="#ppt_x"/>
                          </p:val>
                        </p:tav>
                        <p:tav tm="100000">
                          <p:val>
                            <p:strVal val="#ppt_x"/>
                          </p:val>
                        </p:tav>
                      </p:tavLst>
                    </p:anim>
                    <p:anim calcmode="lin" valueType="num">
                      <p:cBhvr>
                        <p:cTn dur="500" fill="hold"/>
                        <p:tgtEl>
                          <p:spTgt spid="15"/>
                        </p:tgtEl>
                        <p:attrNameLst>
                          <p:attrName>ppt_y</p:attrName>
                        </p:attrNameLst>
                      </p:cBhvr>
                      <p:tavLst>
                        <p:tav tm="0">
                          <p:val>
                            <p:strVal val="#ppt_y+.1"/>
                          </p:val>
                        </p:tav>
                        <p:tav tm="100000">
                          <p:val>
                            <p:strVal val="#ppt_y"/>
                          </p:val>
                        </p:tav>
                      </p:tavLst>
                    </p:anim>
                  </p:childTnLst>
                </p:cTn>
              </p:par>
            </p:tnLst>
          </p:tmpl>
        </p:tmplLst>
      </p:bldP>
      <p:bldP spid="21"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1"/>
                        </p:tgtEl>
                        <p:attrNameLst>
                          <p:attrName>style.visibility</p:attrName>
                        </p:attrNameLst>
                      </p:cBhvr>
                      <p:to>
                        <p:strVal val="visible"/>
                      </p:to>
                    </p:set>
                    <p:anim calcmode="lin" valueType="num">
                      <p:cBhvr>
                        <p:cTn dur="500" fill="hold"/>
                        <p:tgtEl>
                          <p:spTgt spid="21"/>
                        </p:tgtEl>
                        <p:attrNameLst>
                          <p:attrName>ppt_w</p:attrName>
                        </p:attrNameLst>
                      </p:cBhvr>
                      <p:tavLst>
                        <p:tav tm="0">
                          <p:val>
                            <p:fltVal val="0"/>
                          </p:val>
                        </p:tav>
                        <p:tav tm="100000">
                          <p:val>
                            <p:strVal val="#ppt_w"/>
                          </p:val>
                        </p:tav>
                      </p:tavLst>
                    </p:anim>
                    <p:anim calcmode="lin" valueType="num">
                      <p:cBhvr>
                        <p:cTn dur="500" fill="hold"/>
                        <p:tgtEl>
                          <p:spTgt spid="21"/>
                        </p:tgtEl>
                        <p:attrNameLst>
                          <p:attrName>ppt_h</p:attrName>
                        </p:attrNameLst>
                      </p:cBhvr>
                      <p:tavLst>
                        <p:tav tm="0">
                          <p:val>
                            <p:fltVal val="0"/>
                          </p:val>
                        </p:tav>
                        <p:tav tm="100000">
                          <p:val>
                            <p:strVal val="#ppt_h"/>
                          </p:val>
                        </p:tav>
                      </p:tavLst>
                    </p:anim>
                    <p:animEffect transition="in" filter="fade">
                      <p:cBhvr>
                        <p:cTn dur="500"/>
                        <p:tgtEl>
                          <p:spTgt spid="21"/>
                        </p:tgtEl>
                      </p:cBhvr>
                    </p:animEffect>
                  </p:childTnLst>
                </p:cTn>
              </p:par>
            </p:tnLst>
          </p:tmpl>
        </p:tmplLst>
      </p:bldP>
      <p:bldP spid="22"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2"/>
                        </p:tgtEl>
                        <p:attrNameLst>
                          <p:attrName>style.visibility</p:attrName>
                        </p:attrNameLst>
                      </p:cBhvr>
                      <p:to>
                        <p:strVal val="visible"/>
                      </p:to>
                    </p:set>
                    <p:animEffect transition="in" filter="fade">
                      <p:cBhvr>
                        <p:cTn dur="500"/>
                        <p:tgtEl>
                          <p:spTgt spid="22"/>
                        </p:tgtEl>
                      </p:cBhvr>
                    </p:animEffect>
                    <p:anim calcmode="lin" valueType="num">
                      <p:cBhvr>
                        <p:cTn dur="500" fill="hold"/>
                        <p:tgtEl>
                          <p:spTgt spid="22"/>
                        </p:tgtEl>
                        <p:attrNameLst>
                          <p:attrName>ppt_x</p:attrName>
                        </p:attrNameLst>
                      </p:cBhvr>
                      <p:tavLst>
                        <p:tav tm="0">
                          <p:val>
                            <p:strVal val="#ppt_x"/>
                          </p:val>
                        </p:tav>
                        <p:tav tm="100000">
                          <p:val>
                            <p:strVal val="#ppt_x"/>
                          </p:val>
                        </p:tav>
                      </p:tavLst>
                    </p:anim>
                    <p:anim calcmode="lin" valueType="num">
                      <p:cBhvr>
                        <p:cTn dur="500" fill="hold"/>
                        <p:tgtEl>
                          <p:spTgt spid="22"/>
                        </p:tgtEl>
                        <p:attrNameLst>
                          <p:attrName>ppt_y</p:attrName>
                        </p:attrNameLst>
                      </p:cBhvr>
                      <p:tavLst>
                        <p:tav tm="0">
                          <p:val>
                            <p:strVal val="#ppt_y+.1"/>
                          </p:val>
                        </p:tav>
                        <p:tav tm="100000">
                          <p:val>
                            <p:strVal val="#ppt_y"/>
                          </p:val>
                        </p:tav>
                      </p:tavLst>
                    </p:anim>
                  </p:childTnLst>
                </p:cTn>
              </p:par>
            </p:tnLst>
          </p:tmpl>
        </p:tmplLst>
      </p:bldP>
      <p:bldP spid="23"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3"/>
                        </p:tgtEl>
                        <p:attrNameLst>
                          <p:attrName>style.visibility</p:attrName>
                        </p:attrNameLst>
                      </p:cBhvr>
                      <p:to>
                        <p:strVal val="visible"/>
                      </p:to>
                    </p:set>
                    <p:anim calcmode="lin" valueType="num">
                      <p:cBhvr>
                        <p:cTn dur="500" fill="hold"/>
                        <p:tgtEl>
                          <p:spTgt spid="23"/>
                        </p:tgtEl>
                        <p:attrNameLst>
                          <p:attrName>ppt_w</p:attrName>
                        </p:attrNameLst>
                      </p:cBhvr>
                      <p:tavLst>
                        <p:tav tm="0">
                          <p:val>
                            <p:fltVal val="0"/>
                          </p:val>
                        </p:tav>
                        <p:tav tm="100000">
                          <p:val>
                            <p:strVal val="#ppt_w"/>
                          </p:val>
                        </p:tav>
                      </p:tavLst>
                    </p:anim>
                    <p:anim calcmode="lin" valueType="num">
                      <p:cBhvr>
                        <p:cTn dur="500" fill="hold"/>
                        <p:tgtEl>
                          <p:spTgt spid="23"/>
                        </p:tgtEl>
                        <p:attrNameLst>
                          <p:attrName>ppt_h</p:attrName>
                        </p:attrNameLst>
                      </p:cBhvr>
                      <p:tavLst>
                        <p:tav tm="0">
                          <p:val>
                            <p:fltVal val="0"/>
                          </p:val>
                        </p:tav>
                        <p:tav tm="100000">
                          <p:val>
                            <p:strVal val="#ppt_h"/>
                          </p:val>
                        </p:tav>
                      </p:tavLst>
                    </p:anim>
                    <p:animEffect transition="in" filter="fade">
                      <p:cBhvr>
                        <p:cTn dur="500"/>
                        <p:tgtEl>
                          <p:spTgt spid="23"/>
                        </p:tgtEl>
                      </p:cBhvr>
                    </p:animEffect>
                  </p:childTnLst>
                </p:cTn>
              </p:par>
            </p:tnLst>
          </p:tmpl>
        </p:tmplLst>
      </p:bldP>
      <p:bldP spid="24"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4"/>
                        </p:tgtEl>
                        <p:attrNameLst>
                          <p:attrName>style.visibility</p:attrName>
                        </p:attrNameLst>
                      </p:cBhvr>
                      <p:to>
                        <p:strVal val="visible"/>
                      </p:to>
                    </p:set>
                    <p:animEffect transition="in" filter="fade">
                      <p:cBhvr>
                        <p:cTn dur="500"/>
                        <p:tgtEl>
                          <p:spTgt spid="24"/>
                        </p:tgtEl>
                      </p:cBhvr>
                    </p:animEffect>
                    <p:anim calcmode="lin" valueType="num">
                      <p:cBhvr>
                        <p:cTn dur="500" fill="hold"/>
                        <p:tgtEl>
                          <p:spTgt spid="24"/>
                        </p:tgtEl>
                        <p:attrNameLst>
                          <p:attrName>ppt_x</p:attrName>
                        </p:attrNameLst>
                      </p:cBhvr>
                      <p:tavLst>
                        <p:tav tm="0">
                          <p:val>
                            <p:strVal val="#ppt_x"/>
                          </p:val>
                        </p:tav>
                        <p:tav tm="100000">
                          <p:val>
                            <p:strVal val="#ppt_x"/>
                          </p:val>
                        </p:tav>
                      </p:tavLst>
                    </p:anim>
                    <p:anim calcmode="lin" valueType="num">
                      <p:cBhvr>
                        <p:cTn dur="500" fill="hold"/>
                        <p:tgtEl>
                          <p:spTgt spid="24"/>
                        </p:tgtEl>
                        <p:attrNameLst>
                          <p:attrName>ppt_y</p:attrName>
                        </p:attrNameLst>
                      </p:cBhvr>
                      <p:tavLst>
                        <p:tav tm="0">
                          <p:val>
                            <p:strVal val="#ppt_y+.1"/>
                          </p:val>
                        </p:tav>
                        <p:tav tm="100000">
                          <p:val>
                            <p:strVal val="#ppt_y"/>
                          </p:val>
                        </p:tav>
                      </p:tavLst>
                    </p:anim>
                  </p:childTnLst>
                </p:cTn>
              </p:par>
            </p:tnLst>
          </p:tmpl>
        </p:tmplLst>
      </p:bldP>
      <p:bldP spid="25" grpId="0" animBg="1"/>
      <p:bldP spid="26" grpId="0" animBg="1"/>
      <p:bldP spid="27" grpId="0" animBg="1"/>
      <p:bldP spid="28" grpId="0" animBg="1"/>
      <p:bldP spid="29" grpId="0" animBg="1"/>
      <p:bldP spid="30" grpId="0" animBg="1"/>
      <p:bldP spid="31" grpId="0" animBg="1"/>
    </p:bldLst>
  </p:timing>
</p:sldLayout>
</file>

<file path=ppt/slideLayouts/slideLayout255.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Tree>
    <p:extLst>
      <p:ext uri="{BB962C8B-B14F-4D97-AF65-F5344CB8AC3E}">
        <p14:creationId xmlns:p14="http://schemas.microsoft.com/office/powerpoint/2010/main" val="66131332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42" presetClass="entr" presetSubtype="0" fill="hold" grpId="0" nodeType="afterEffect">
                                  <p:stCondLst>
                                    <p:cond delay="0"/>
                                  </p:stCondLst>
                                  <p:childTnLst>
                                    <p:set>
                                      <p:cBhvr>
                                        <p:cTn id="10" dur="1" fill="hold">
                                          <p:stCondLst>
                                            <p:cond delay="0"/>
                                          </p:stCondLst>
                                        </p:cTn>
                                        <p:tgtEl>
                                          <p:spTgt spid="8">
                                            <p:txEl>
                                              <p:pRg st="0" end="0"/>
                                            </p:txEl>
                                          </p:spTgt>
                                        </p:tgtEl>
                                        <p:attrNameLst>
                                          <p:attrName>style.visibility</p:attrName>
                                        </p:attrNameLst>
                                      </p:cBhvr>
                                      <p:to>
                                        <p:strVal val="visible"/>
                                      </p:to>
                                    </p:set>
                                    <p:animEffect transition="in" filter="fade">
                                      <p:cBhvr>
                                        <p:cTn id="11" dur="500"/>
                                        <p:tgtEl>
                                          <p:spTgt spid="8">
                                            <p:txEl>
                                              <p:pRg st="0" end="0"/>
                                            </p:txEl>
                                          </p:spTgt>
                                        </p:tgtEl>
                                      </p:cBhvr>
                                    </p:animEffect>
                                    <p:anim calcmode="lin" valueType="num">
                                      <p:cBhvr>
                                        <p:cTn id="12"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256.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9" name="Picture Placeholder 7"/>
          <p:cNvSpPr>
            <a:spLocks noGrp="1"/>
          </p:cNvSpPr>
          <p:nvPr>
            <p:ph type="pic" sz="quarter" idx="14" hasCustomPrompt="1"/>
          </p:nvPr>
        </p:nvSpPr>
        <p:spPr>
          <a:xfrm>
            <a:off x="0" y="0"/>
            <a:ext cx="4038600" cy="6858000"/>
          </a:xfrm>
          <a:solidFill>
            <a:schemeClr val="bg1">
              <a:lumMod val="85000"/>
            </a:schemeClr>
          </a:solidFill>
        </p:spPr>
        <p:txBody>
          <a:bodyPr>
            <a:normAutofit/>
          </a:bodyPr>
          <a:lstStyle>
            <a:lvl1pPr>
              <a:defRPr sz="1000" baseline="0"/>
            </a:lvl1pPr>
          </a:lstStyle>
          <a:p>
            <a:r>
              <a:rPr lang="id-ID" dirty="0" smtClean="0"/>
              <a:t>Pic here</a:t>
            </a:r>
            <a:endParaRPr lang="en-AU" dirty="0"/>
          </a:p>
        </p:txBody>
      </p:sp>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35" name="Picture Placeholder 34"/>
          <p:cNvSpPr>
            <a:spLocks noGrp="1"/>
          </p:cNvSpPr>
          <p:nvPr>
            <p:ph type="pic" sz="quarter" idx="15" hasCustomPrompt="1"/>
          </p:nvPr>
        </p:nvSpPr>
        <p:spPr>
          <a:xfrm>
            <a:off x="2768558" y="2247607"/>
            <a:ext cx="1435225" cy="1418415"/>
          </a:xfrm>
          <a:custGeom>
            <a:avLst/>
            <a:gdLst>
              <a:gd name="connsiteX0" fmla="*/ 1419184 w 1435225"/>
              <a:gd name="connsiteY0" fmla="*/ 0 h 1418415"/>
              <a:gd name="connsiteX1" fmla="*/ 1435225 w 1435225"/>
              <a:gd name="connsiteY1" fmla="*/ 810 h 1418415"/>
              <a:gd name="connsiteX2" fmla="*/ 1435225 w 1435225"/>
              <a:gd name="connsiteY2" fmla="*/ 138129 h 1418415"/>
              <a:gd name="connsiteX3" fmla="*/ 1419184 w 1435225"/>
              <a:gd name="connsiteY3" fmla="*/ 137319 h 1418415"/>
              <a:gd name="connsiteX4" fmla="*/ 143897 w 1435225"/>
              <a:gd name="connsiteY4" fmla="*/ 1288158 h 1418415"/>
              <a:gd name="connsiteX5" fmla="*/ 137319 w 1435225"/>
              <a:gd name="connsiteY5" fmla="*/ 1418415 h 1418415"/>
              <a:gd name="connsiteX6" fmla="*/ 0 w 1435225"/>
              <a:gd name="connsiteY6" fmla="*/ 1418415 h 1418415"/>
              <a:gd name="connsiteX7" fmla="*/ 7287 w 1435225"/>
              <a:gd name="connsiteY7" fmla="*/ 1274118 h 1418415"/>
              <a:gd name="connsiteX8" fmla="*/ 1419184 w 1435225"/>
              <a:gd name="connsiteY8" fmla="*/ 0 h 1418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5225" h="1418415">
                <a:moveTo>
                  <a:pt x="1419184" y="0"/>
                </a:moveTo>
                <a:lnTo>
                  <a:pt x="1435225" y="810"/>
                </a:lnTo>
                <a:lnTo>
                  <a:pt x="1435225" y="138129"/>
                </a:lnTo>
                <a:lnTo>
                  <a:pt x="1419184" y="137319"/>
                </a:lnTo>
                <a:cubicBezTo>
                  <a:pt x="755456" y="137319"/>
                  <a:pt x="209543" y="641749"/>
                  <a:pt x="143897" y="1288158"/>
                </a:cubicBezTo>
                <a:lnTo>
                  <a:pt x="137319" y="1418415"/>
                </a:lnTo>
                <a:lnTo>
                  <a:pt x="0" y="1418415"/>
                </a:lnTo>
                <a:lnTo>
                  <a:pt x="7287" y="1274118"/>
                </a:lnTo>
                <a:cubicBezTo>
                  <a:pt x="79965" y="558465"/>
                  <a:pt x="684357" y="0"/>
                  <a:pt x="1419184" y="0"/>
                </a:cubicBezTo>
                <a:close/>
              </a:path>
            </a:pathLst>
          </a:custGeom>
          <a:solidFill>
            <a:schemeClr val="accent2"/>
          </a:solidFill>
          <a:ln>
            <a:noFill/>
          </a:ln>
        </p:spPr>
        <p:txBody>
          <a:bodyPr wrap="square">
            <a:noAutofit/>
          </a:bodyPr>
          <a:lstStyle>
            <a:lvl1pPr>
              <a:defRPr sz="800"/>
            </a:lvl1pPr>
          </a:lstStyle>
          <a:p>
            <a:r>
              <a:rPr lang="id-ID" dirty="0" smtClean="0"/>
              <a:t>Nopic</a:t>
            </a:r>
            <a:endParaRPr lang="en-AU" dirty="0"/>
          </a:p>
        </p:txBody>
      </p:sp>
      <p:sp>
        <p:nvSpPr>
          <p:cNvPr id="40" name="Picture Placeholder 39"/>
          <p:cNvSpPr>
            <a:spLocks noGrp="1"/>
          </p:cNvSpPr>
          <p:nvPr>
            <p:ph type="pic" sz="quarter" idx="16" hasCustomPrompt="1"/>
          </p:nvPr>
        </p:nvSpPr>
        <p:spPr>
          <a:xfrm>
            <a:off x="4203783" y="2247608"/>
            <a:ext cx="1403184" cy="1418415"/>
          </a:xfrm>
          <a:custGeom>
            <a:avLst/>
            <a:gdLst>
              <a:gd name="connsiteX0" fmla="*/ 0 w 1403184"/>
              <a:gd name="connsiteY0" fmla="*/ 0 h 1418415"/>
              <a:gd name="connsiteX1" fmla="*/ 129067 w 1403184"/>
              <a:gd name="connsiteY1" fmla="*/ 6517 h 1418415"/>
              <a:gd name="connsiteX2" fmla="*/ 1403184 w 1403184"/>
              <a:gd name="connsiteY2" fmla="*/ 1418415 h 1418415"/>
              <a:gd name="connsiteX3" fmla="*/ 1265865 w 1403184"/>
              <a:gd name="connsiteY3" fmla="*/ 1418415 h 1418415"/>
              <a:gd name="connsiteX4" fmla="*/ 115027 w 1403184"/>
              <a:gd name="connsiteY4" fmla="*/ 143128 h 1418415"/>
              <a:gd name="connsiteX5" fmla="*/ 0 w 1403184"/>
              <a:gd name="connsiteY5" fmla="*/ 137319 h 1418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3184" h="1418415">
                <a:moveTo>
                  <a:pt x="0" y="0"/>
                </a:moveTo>
                <a:lnTo>
                  <a:pt x="129067" y="6517"/>
                </a:lnTo>
                <a:cubicBezTo>
                  <a:pt x="844719" y="79196"/>
                  <a:pt x="1403184" y="683588"/>
                  <a:pt x="1403184" y="1418415"/>
                </a:cubicBezTo>
                <a:lnTo>
                  <a:pt x="1265865" y="1418415"/>
                </a:lnTo>
                <a:cubicBezTo>
                  <a:pt x="1265865" y="754687"/>
                  <a:pt x="761435" y="208774"/>
                  <a:pt x="115027" y="143128"/>
                </a:cubicBezTo>
                <a:lnTo>
                  <a:pt x="0" y="137319"/>
                </a:lnTo>
                <a:close/>
              </a:path>
            </a:pathLst>
          </a:custGeom>
          <a:solidFill>
            <a:schemeClr val="accent4"/>
          </a:solidFill>
          <a:ln>
            <a:noFill/>
          </a:ln>
        </p:spPr>
        <p:txBody>
          <a:bodyPr wrap="square">
            <a:noAutofit/>
          </a:bodyPr>
          <a:lstStyle>
            <a:lvl1pPr algn="r">
              <a:defRPr sz="800"/>
            </a:lvl1pPr>
          </a:lstStyle>
          <a:p>
            <a:r>
              <a:rPr lang="id-ID" dirty="0" smtClean="0"/>
              <a:t>Nopic</a:t>
            </a:r>
            <a:endParaRPr lang="en-AU" dirty="0"/>
          </a:p>
        </p:txBody>
      </p:sp>
      <p:sp>
        <p:nvSpPr>
          <p:cNvPr id="43" name="Picture Placeholder 42"/>
          <p:cNvSpPr>
            <a:spLocks noGrp="1"/>
          </p:cNvSpPr>
          <p:nvPr>
            <p:ph type="pic" sz="quarter" idx="17" hasCustomPrompt="1"/>
          </p:nvPr>
        </p:nvSpPr>
        <p:spPr>
          <a:xfrm>
            <a:off x="2768517" y="3664402"/>
            <a:ext cx="1435266" cy="1420035"/>
          </a:xfrm>
          <a:custGeom>
            <a:avLst/>
            <a:gdLst>
              <a:gd name="connsiteX0" fmla="*/ 41 w 1435266"/>
              <a:gd name="connsiteY0" fmla="*/ 0 h 1420035"/>
              <a:gd name="connsiteX1" fmla="*/ 137360 w 1435266"/>
              <a:gd name="connsiteY1" fmla="*/ 0 h 1420035"/>
              <a:gd name="connsiteX2" fmla="*/ 137319 w 1435266"/>
              <a:gd name="connsiteY2" fmla="*/ 810 h 1420035"/>
              <a:gd name="connsiteX3" fmla="*/ 1419225 w 1435266"/>
              <a:gd name="connsiteY3" fmla="*/ 1282716 h 1420035"/>
              <a:gd name="connsiteX4" fmla="*/ 1435266 w 1435266"/>
              <a:gd name="connsiteY4" fmla="*/ 1281906 h 1420035"/>
              <a:gd name="connsiteX5" fmla="*/ 1435266 w 1435266"/>
              <a:gd name="connsiteY5" fmla="*/ 1419225 h 1420035"/>
              <a:gd name="connsiteX6" fmla="*/ 1419225 w 1435266"/>
              <a:gd name="connsiteY6" fmla="*/ 1420035 h 1420035"/>
              <a:gd name="connsiteX7" fmla="*/ 0 w 1435266"/>
              <a:gd name="connsiteY7" fmla="*/ 810 h 1420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35266" h="1420035">
                <a:moveTo>
                  <a:pt x="41" y="0"/>
                </a:moveTo>
                <a:lnTo>
                  <a:pt x="137360" y="0"/>
                </a:lnTo>
                <a:lnTo>
                  <a:pt x="137319" y="810"/>
                </a:lnTo>
                <a:cubicBezTo>
                  <a:pt x="137319" y="708787"/>
                  <a:pt x="711248" y="1282716"/>
                  <a:pt x="1419225" y="1282716"/>
                </a:cubicBezTo>
                <a:lnTo>
                  <a:pt x="1435266" y="1281906"/>
                </a:lnTo>
                <a:lnTo>
                  <a:pt x="1435266" y="1419225"/>
                </a:lnTo>
                <a:lnTo>
                  <a:pt x="1419225" y="1420035"/>
                </a:lnTo>
                <a:cubicBezTo>
                  <a:pt x="635409" y="1420035"/>
                  <a:pt x="0" y="784626"/>
                  <a:pt x="0" y="810"/>
                </a:cubicBezTo>
                <a:close/>
              </a:path>
            </a:pathLst>
          </a:custGeom>
          <a:solidFill>
            <a:schemeClr val="accent1"/>
          </a:solidFill>
          <a:ln>
            <a:noFill/>
          </a:ln>
        </p:spPr>
        <p:txBody>
          <a:bodyPr wrap="square">
            <a:noAutofit/>
          </a:bodyPr>
          <a:lstStyle>
            <a:lvl1pPr>
              <a:defRPr sz="800"/>
            </a:lvl1pPr>
          </a:lstStyle>
          <a:p>
            <a:r>
              <a:rPr lang="id-ID" dirty="0" smtClean="0"/>
              <a:t>Nopic</a:t>
            </a:r>
            <a:endParaRPr lang="en-AU" dirty="0"/>
          </a:p>
        </p:txBody>
      </p:sp>
      <p:sp>
        <p:nvSpPr>
          <p:cNvPr id="46" name="Picture Placeholder 45"/>
          <p:cNvSpPr>
            <a:spLocks noGrp="1"/>
          </p:cNvSpPr>
          <p:nvPr>
            <p:ph type="pic" sz="quarter" idx="18" hasCustomPrompt="1"/>
          </p:nvPr>
        </p:nvSpPr>
        <p:spPr>
          <a:xfrm>
            <a:off x="4203783" y="3666022"/>
            <a:ext cx="1403184" cy="1418415"/>
          </a:xfrm>
          <a:custGeom>
            <a:avLst/>
            <a:gdLst>
              <a:gd name="connsiteX0" fmla="*/ 1265865 w 1403184"/>
              <a:gd name="connsiteY0" fmla="*/ 0 h 1418415"/>
              <a:gd name="connsiteX1" fmla="*/ 1403184 w 1403184"/>
              <a:gd name="connsiteY1" fmla="*/ 0 h 1418415"/>
              <a:gd name="connsiteX2" fmla="*/ 129067 w 1403184"/>
              <a:gd name="connsiteY2" fmla="*/ 1411898 h 1418415"/>
              <a:gd name="connsiteX3" fmla="*/ 0 w 1403184"/>
              <a:gd name="connsiteY3" fmla="*/ 1418415 h 1418415"/>
              <a:gd name="connsiteX4" fmla="*/ 0 w 1403184"/>
              <a:gd name="connsiteY4" fmla="*/ 1281096 h 1418415"/>
              <a:gd name="connsiteX5" fmla="*/ 115027 w 1403184"/>
              <a:gd name="connsiteY5" fmla="*/ 1275288 h 1418415"/>
              <a:gd name="connsiteX6" fmla="*/ 1265865 w 1403184"/>
              <a:gd name="connsiteY6" fmla="*/ 0 h 1418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03184" h="1418415">
                <a:moveTo>
                  <a:pt x="1265865" y="0"/>
                </a:moveTo>
                <a:lnTo>
                  <a:pt x="1403184" y="0"/>
                </a:lnTo>
                <a:cubicBezTo>
                  <a:pt x="1403184" y="734828"/>
                  <a:pt x="844719" y="1339219"/>
                  <a:pt x="129067" y="1411898"/>
                </a:cubicBezTo>
                <a:lnTo>
                  <a:pt x="0" y="1418415"/>
                </a:lnTo>
                <a:lnTo>
                  <a:pt x="0" y="1281096"/>
                </a:lnTo>
                <a:lnTo>
                  <a:pt x="115027" y="1275288"/>
                </a:lnTo>
                <a:cubicBezTo>
                  <a:pt x="761435" y="1209641"/>
                  <a:pt x="1265865" y="663729"/>
                  <a:pt x="1265865" y="0"/>
                </a:cubicBezTo>
                <a:close/>
              </a:path>
            </a:pathLst>
          </a:custGeom>
          <a:solidFill>
            <a:schemeClr val="accent5"/>
          </a:solidFill>
          <a:ln>
            <a:noFill/>
          </a:ln>
        </p:spPr>
        <p:txBody>
          <a:bodyPr wrap="square">
            <a:noAutofit/>
          </a:bodyPr>
          <a:lstStyle>
            <a:lvl1pPr>
              <a:defRPr sz="800"/>
            </a:lvl1pPr>
          </a:lstStyle>
          <a:p>
            <a:r>
              <a:rPr lang="id-ID" dirty="0" smtClean="0"/>
              <a:t>Nopic</a:t>
            </a:r>
            <a:endParaRPr lang="en-AU" dirty="0"/>
          </a:p>
        </p:txBody>
      </p:sp>
      <p:sp>
        <p:nvSpPr>
          <p:cNvPr id="50" name="Picture Placeholder 49"/>
          <p:cNvSpPr>
            <a:spLocks noGrp="1"/>
          </p:cNvSpPr>
          <p:nvPr>
            <p:ph type="pic" sz="quarter" idx="19" hasCustomPrompt="1"/>
          </p:nvPr>
        </p:nvSpPr>
        <p:spPr>
          <a:xfrm>
            <a:off x="2941304" y="2416943"/>
            <a:ext cx="2492875" cy="2494587"/>
          </a:xfrm>
          <a:custGeom>
            <a:avLst/>
            <a:gdLst>
              <a:gd name="connsiteX0" fmla="*/ 1103672 w 2207344"/>
              <a:gd name="connsiteY0" fmla="*/ 0 h 2208860"/>
              <a:gd name="connsiteX1" fmla="*/ 2207344 w 2207344"/>
              <a:gd name="connsiteY1" fmla="*/ 1104430 h 2208860"/>
              <a:gd name="connsiteX2" fmla="*/ 1103672 w 2207344"/>
              <a:gd name="connsiteY2" fmla="*/ 2208860 h 2208860"/>
              <a:gd name="connsiteX3" fmla="*/ 0 w 2207344"/>
              <a:gd name="connsiteY3" fmla="*/ 1104430 h 2208860"/>
              <a:gd name="connsiteX4" fmla="*/ 1103672 w 2207344"/>
              <a:gd name="connsiteY4" fmla="*/ 0 h 2208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7344" h="2208860">
                <a:moveTo>
                  <a:pt x="1103672" y="0"/>
                </a:moveTo>
                <a:cubicBezTo>
                  <a:pt x="1713213" y="0"/>
                  <a:pt x="2207344" y="494470"/>
                  <a:pt x="2207344" y="1104430"/>
                </a:cubicBezTo>
                <a:cubicBezTo>
                  <a:pt x="2207344" y="1714390"/>
                  <a:pt x="1713213" y="2208860"/>
                  <a:pt x="1103672" y="2208860"/>
                </a:cubicBezTo>
                <a:cubicBezTo>
                  <a:pt x="494131" y="2208860"/>
                  <a:pt x="0" y="1714390"/>
                  <a:pt x="0" y="1104430"/>
                </a:cubicBezTo>
                <a:cubicBezTo>
                  <a:pt x="0" y="494470"/>
                  <a:pt x="494131" y="0"/>
                  <a:pt x="1103672" y="0"/>
                </a:cubicBezTo>
                <a:close/>
              </a:path>
            </a:pathLst>
          </a:custGeom>
          <a:solidFill>
            <a:schemeClr val="accent3"/>
          </a:solidFill>
        </p:spPr>
        <p:txBody>
          <a:bodyPr wrap="square">
            <a:noAutofit/>
          </a:bodyPr>
          <a:lstStyle>
            <a:lvl1pPr>
              <a:defRPr/>
            </a:lvl1pPr>
          </a:lstStyle>
          <a:p>
            <a:r>
              <a:rPr lang="id-ID" dirty="0" smtClean="0"/>
              <a:t>Nopic</a:t>
            </a:r>
            <a:endParaRPr lang="en-AU" dirty="0"/>
          </a:p>
        </p:txBody>
      </p:sp>
      <p:sp>
        <p:nvSpPr>
          <p:cNvPr id="51" name="Text Placeholder 21"/>
          <p:cNvSpPr>
            <a:spLocks noGrp="1"/>
          </p:cNvSpPr>
          <p:nvPr>
            <p:ph type="body" sz="quarter" idx="20"/>
          </p:nvPr>
        </p:nvSpPr>
        <p:spPr>
          <a:xfrm>
            <a:off x="6095999" y="1986588"/>
            <a:ext cx="5616575" cy="360363"/>
          </a:xfrm>
        </p:spPr>
        <p:txBody>
          <a:bodyPr/>
          <a:lstStyle>
            <a:lvl1pP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52" name="Text Placeholder 21"/>
          <p:cNvSpPr>
            <a:spLocks noGrp="1"/>
          </p:cNvSpPr>
          <p:nvPr>
            <p:ph type="body" sz="quarter" idx="21"/>
          </p:nvPr>
        </p:nvSpPr>
        <p:spPr>
          <a:xfrm>
            <a:off x="6095999" y="2395699"/>
            <a:ext cx="5616575" cy="1391908"/>
          </a:xfrm>
        </p:spPr>
        <p:txBody>
          <a:bodyPr>
            <a:normAutofit/>
          </a:bodyPr>
          <a:lstStyle>
            <a:lvl1pP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53" name="Text Placeholder 21"/>
          <p:cNvSpPr>
            <a:spLocks noGrp="1"/>
          </p:cNvSpPr>
          <p:nvPr>
            <p:ph type="body" sz="quarter" idx="22" hasCustomPrompt="1"/>
          </p:nvPr>
        </p:nvSpPr>
        <p:spPr>
          <a:xfrm>
            <a:off x="6122109" y="4374419"/>
            <a:ext cx="5616575" cy="360363"/>
          </a:xfrm>
        </p:spPr>
        <p:txBody>
          <a:bodyPr>
            <a:noAutofit/>
          </a:bodyPr>
          <a:lstStyle>
            <a:lvl1pPr>
              <a:defRPr sz="60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a:t>
            </a:r>
            <a:endParaRPr lang="en-AU" dirty="0"/>
          </a:p>
        </p:txBody>
      </p:sp>
      <p:sp>
        <p:nvSpPr>
          <p:cNvPr id="54" name="Text Placeholder 21"/>
          <p:cNvSpPr>
            <a:spLocks noGrp="1"/>
          </p:cNvSpPr>
          <p:nvPr>
            <p:ph type="body" sz="quarter" idx="23"/>
          </p:nvPr>
        </p:nvSpPr>
        <p:spPr>
          <a:xfrm>
            <a:off x="6122109" y="4828372"/>
            <a:ext cx="5616575" cy="1337478"/>
          </a:xfrm>
        </p:spPr>
        <p:txBody>
          <a:bodyPr>
            <a:normAutofit/>
          </a:bodyPr>
          <a:lstStyle>
            <a:lvl1pPr>
              <a:defRPr sz="1400" i="1">
                <a:solidFill>
                  <a:schemeClr val="tx1">
                    <a:lumMod val="75000"/>
                    <a:lumOff val="25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Tree>
    <p:extLst>
      <p:ext uri="{BB962C8B-B14F-4D97-AF65-F5344CB8AC3E}">
        <p14:creationId xmlns:p14="http://schemas.microsoft.com/office/powerpoint/2010/main" val="315508884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53" presetClass="entr" presetSubtype="16" fill="hold" grpId="0" nodeType="afterEffect">
                                  <p:stCondLst>
                                    <p:cond delay="0"/>
                                  </p:stCondLst>
                                  <p:childTnLst>
                                    <p:set>
                                      <p:cBhvr>
                                        <p:cTn id="20" dur="1" fill="hold">
                                          <p:stCondLst>
                                            <p:cond delay="0"/>
                                          </p:stCondLst>
                                        </p:cTn>
                                        <p:tgtEl>
                                          <p:spTgt spid="9"/>
                                        </p:tgtEl>
                                        <p:attrNameLst>
                                          <p:attrName>style.visibility</p:attrName>
                                        </p:attrNameLst>
                                      </p:cBhvr>
                                      <p:to>
                                        <p:strVal val="visible"/>
                                      </p:to>
                                    </p:set>
                                    <p:anim calcmode="lin" valueType="num">
                                      <p:cBhvr>
                                        <p:cTn id="21" dur="500" fill="hold"/>
                                        <p:tgtEl>
                                          <p:spTgt spid="9"/>
                                        </p:tgtEl>
                                        <p:attrNameLst>
                                          <p:attrName>ppt_w</p:attrName>
                                        </p:attrNameLst>
                                      </p:cBhvr>
                                      <p:tavLst>
                                        <p:tav tm="0">
                                          <p:val>
                                            <p:fltVal val="0"/>
                                          </p:val>
                                        </p:tav>
                                        <p:tav tm="100000">
                                          <p:val>
                                            <p:strVal val="#ppt_w"/>
                                          </p:val>
                                        </p:tav>
                                      </p:tavLst>
                                    </p:anim>
                                    <p:anim calcmode="lin" valueType="num">
                                      <p:cBhvr>
                                        <p:cTn id="22" dur="500" fill="hold"/>
                                        <p:tgtEl>
                                          <p:spTgt spid="9"/>
                                        </p:tgtEl>
                                        <p:attrNameLst>
                                          <p:attrName>ppt_h</p:attrName>
                                        </p:attrNameLst>
                                      </p:cBhvr>
                                      <p:tavLst>
                                        <p:tav tm="0">
                                          <p:val>
                                            <p:fltVal val="0"/>
                                          </p:val>
                                        </p:tav>
                                        <p:tav tm="100000">
                                          <p:val>
                                            <p:strVal val="#ppt_h"/>
                                          </p:val>
                                        </p:tav>
                                      </p:tavLst>
                                    </p:anim>
                                    <p:animEffect transition="in" filter="fade">
                                      <p:cBhvr>
                                        <p:cTn id="23" dur="500"/>
                                        <p:tgtEl>
                                          <p:spTgt spid="9"/>
                                        </p:tgtEl>
                                      </p:cBhvr>
                                    </p:animEffect>
                                  </p:childTnLst>
                                </p:cTn>
                              </p:par>
                            </p:childTnLst>
                          </p:cTn>
                        </p:par>
                        <p:par>
                          <p:cTn id="24" fill="hold">
                            <p:stCondLst>
                              <p:cond delay="2000"/>
                            </p:stCondLst>
                            <p:childTnLst>
                              <p:par>
                                <p:cTn id="25" presetID="10" presetClass="entr" presetSubtype="0" fill="hold" grpId="0" nodeType="afterEffect">
                                  <p:stCondLst>
                                    <p:cond delay="0"/>
                                  </p:stCondLst>
                                  <p:childTnLst>
                                    <p:set>
                                      <p:cBhvr>
                                        <p:cTn id="26" dur="1" fill="hold">
                                          <p:stCondLst>
                                            <p:cond delay="0"/>
                                          </p:stCondLst>
                                        </p:cTn>
                                        <p:tgtEl>
                                          <p:spTgt spid="50"/>
                                        </p:tgtEl>
                                        <p:attrNameLst>
                                          <p:attrName>style.visibility</p:attrName>
                                        </p:attrNameLst>
                                      </p:cBhvr>
                                      <p:to>
                                        <p:strVal val="visible"/>
                                      </p:to>
                                    </p:set>
                                    <p:animEffect transition="in" filter="fade">
                                      <p:cBhvr>
                                        <p:cTn id="27" dur="500"/>
                                        <p:tgtEl>
                                          <p:spTgt spid="50"/>
                                        </p:tgtEl>
                                      </p:cBhvr>
                                    </p:animEffect>
                                  </p:childTnLst>
                                </p:cTn>
                              </p:par>
                            </p:childTnLst>
                          </p:cTn>
                        </p:par>
                        <p:par>
                          <p:cTn id="28" fill="hold">
                            <p:stCondLst>
                              <p:cond delay="2500"/>
                            </p:stCondLst>
                            <p:childTnLst>
                              <p:par>
                                <p:cTn id="29" presetID="22" presetClass="entr" presetSubtype="4" fill="hold" grpId="0" nodeType="afterEffect">
                                  <p:stCondLst>
                                    <p:cond delay="0"/>
                                  </p:stCondLst>
                                  <p:childTnLst>
                                    <p:set>
                                      <p:cBhvr>
                                        <p:cTn id="30" dur="1" fill="hold">
                                          <p:stCondLst>
                                            <p:cond delay="0"/>
                                          </p:stCondLst>
                                        </p:cTn>
                                        <p:tgtEl>
                                          <p:spTgt spid="35"/>
                                        </p:tgtEl>
                                        <p:attrNameLst>
                                          <p:attrName>style.visibility</p:attrName>
                                        </p:attrNameLst>
                                      </p:cBhvr>
                                      <p:to>
                                        <p:strVal val="visible"/>
                                      </p:to>
                                    </p:set>
                                    <p:animEffect transition="in" filter="wipe(down)">
                                      <p:cBhvr>
                                        <p:cTn id="31" dur="500"/>
                                        <p:tgtEl>
                                          <p:spTgt spid="35"/>
                                        </p:tgtEl>
                                      </p:cBhvr>
                                    </p:animEffect>
                                  </p:childTnLst>
                                </p:cTn>
                              </p:par>
                              <p:par>
                                <p:cTn id="32" presetID="22" presetClass="entr" presetSubtype="1" fill="hold" grpId="0" nodeType="withEffect">
                                  <p:stCondLst>
                                    <p:cond delay="0"/>
                                  </p:stCondLst>
                                  <p:childTnLst>
                                    <p:set>
                                      <p:cBhvr>
                                        <p:cTn id="33" dur="1" fill="hold">
                                          <p:stCondLst>
                                            <p:cond delay="0"/>
                                          </p:stCondLst>
                                        </p:cTn>
                                        <p:tgtEl>
                                          <p:spTgt spid="40"/>
                                        </p:tgtEl>
                                        <p:attrNameLst>
                                          <p:attrName>style.visibility</p:attrName>
                                        </p:attrNameLst>
                                      </p:cBhvr>
                                      <p:to>
                                        <p:strVal val="visible"/>
                                      </p:to>
                                    </p:set>
                                    <p:animEffect transition="in" filter="wipe(up)">
                                      <p:cBhvr>
                                        <p:cTn id="34" dur="500"/>
                                        <p:tgtEl>
                                          <p:spTgt spid="40"/>
                                        </p:tgtEl>
                                      </p:cBhvr>
                                    </p:animEffect>
                                  </p:childTnLst>
                                </p:cTn>
                              </p:par>
                              <p:par>
                                <p:cTn id="35" presetID="22" presetClass="entr" presetSubtype="1" fill="hold" grpId="0" nodeType="withEffect">
                                  <p:stCondLst>
                                    <p:cond delay="0"/>
                                  </p:stCondLst>
                                  <p:childTnLst>
                                    <p:set>
                                      <p:cBhvr>
                                        <p:cTn id="36" dur="1" fill="hold">
                                          <p:stCondLst>
                                            <p:cond delay="0"/>
                                          </p:stCondLst>
                                        </p:cTn>
                                        <p:tgtEl>
                                          <p:spTgt spid="46"/>
                                        </p:tgtEl>
                                        <p:attrNameLst>
                                          <p:attrName>style.visibility</p:attrName>
                                        </p:attrNameLst>
                                      </p:cBhvr>
                                      <p:to>
                                        <p:strVal val="visible"/>
                                      </p:to>
                                    </p:set>
                                    <p:animEffect transition="in" filter="wipe(up)">
                                      <p:cBhvr>
                                        <p:cTn id="37" dur="500"/>
                                        <p:tgtEl>
                                          <p:spTgt spid="46"/>
                                        </p:tgtEl>
                                      </p:cBhvr>
                                    </p:animEffect>
                                  </p:childTnLst>
                                </p:cTn>
                              </p:par>
                              <p:par>
                                <p:cTn id="38" presetID="22" presetClass="entr" presetSubtype="4" fill="hold" grpId="0" nodeType="withEffect">
                                  <p:stCondLst>
                                    <p:cond delay="0"/>
                                  </p:stCondLst>
                                  <p:childTnLst>
                                    <p:set>
                                      <p:cBhvr>
                                        <p:cTn id="39" dur="1" fill="hold">
                                          <p:stCondLst>
                                            <p:cond delay="0"/>
                                          </p:stCondLst>
                                        </p:cTn>
                                        <p:tgtEl>
                                          <p:spTgt spid="43"/>
                                        </p:tgtEl>
                                        <p:attrNameLst>
                                          <p:attrName>style.visibility</p:attrName>
                                        </p:attrNameLst>
                                      </p:cBhvr>
                                      <p:to>
                                        <p:strVal val="visible"/>
                                      </p:to>
                                    </p:set>
                                    <p:animEffect transition="in" filter="wipe(down)">
                                      <p:cBhvr>
                                        <p:cTn id="40" dur="500"/>
                                        <p:tgtEl>
                                          <p:spTgt spid="43"/>
                                        </p:tgtEl>
                                      </p:cBhvr>
                                    </p:animEffect>
                                  </p:childTnLst>
                                </p:cTn>
                              </p:par>
                            </p:childTnLst>
                          </p:cTn>
                        </p:par>
                        <p:par>
                          <p:cTn id="41" fill="hold">
                            <p:stCondLst>
                              <p:cond delay="3000"/>
                            </p:stCondLst>
                            <p:childTnLst>
                              <p:par>
                                <p:cTn id="42" presetID="53" presetClass="entr" presetSubtype="16" fill="hold" grpId="0" nodeType="afterEffect" nodePh="1">
                                  <p:stCondLst>
                                    <p:cond delay="0"/>
                                  </p:stCondLst>
                                  <p:endCondLst>
                                    <p:cond evt="begin" delay="0">
                                      <p:tn val="42"/>
                                    </p:cond>
                                  </p:endCondLst>
                                  <p:childTnLst>
                                    <p:set>
                                      <p:cBhvr>
                                        <p:cTn id="43" dur="1" fill="hold">
                                          <p:stCondLst>
                                            <p:cond delay="0"/>
                                          </p:stCondLst>
                                        </p:cTn>
                                        <p:tgtEl>
                                          <p:spTgt spid="51">
                                            <p:txEl>
                                              <p:pRg st="0" end="0"/>
                                            </p:txEl>
                                          </p:spTgt>
                                        </p:tgtEl>
                                        <p:attrNameLst>
                                          <p:attrName>style.visibility</p:attrName>
                                        </p:attrNameLst>
                                      </p:cBhvr>
                                      <p:to>
                                        <p:strVal val="visible"/>
                                      </p:to>
                                    </p:set>
                                    <p:anim calcmode="lin" valueType="num">
                                      <p:cBhvr>
                                        <p:cTn id="44" dur="500" fill="hold"/>
                                        <p:tgtEl>
                                          <p:spTgt spid="51">
                                            <p:txEl>
                                              <p:pRg st="0" end="0"/>
                                            </p:txEl>
                                          </p:spTgt>
                                        </p:tgtEl>
                                        <p:attrNameLst>
                                          <p:attrName>ppt_w</p:attrName>
                                        </p:attrNameLst>
                                      </p:cBhvr>
                                      <p:tavLst>
                                        <p:tav tm="0">
                                          <p:val>
                                            <p:fltVal val="0"/>
                                          </p:val>
                                        </p:tav>
                                        <p:tav tm="100000">
                                          <p:val>
                                            <p:strVal val="#ppt_w"/>
                                          </p:val>
                                        </p:tav>
                                      </p:tavLst>
                                    </p:anim>
                                    <p:anim calcmode="lin" valueType="num">
                                      <p:cBhvr>
                                        <p:cTn id="45" dur="500" fill="hold"/>
                                        <p:tgtEl>
                                          <p:spTgt spid="51">
                                            <p:txEl>
                                              <p:pRg st="0" end="0"/>
                                            </p:txEl>
                                          </p:spTgt>
                                        </p:tgtEl>
                                        <p:attrNameLst>
                                          <p:attrName>ppt_h</p:attrName>
                                        </p:attrNameLst>
                                      </p:cBhvr>
                                      <p:tavLst>
                                        <p:tav tm="0">
                                          <p:val>
                                            <p:fltVal val="0"/>
                                          </p:val>
                                        </p:tav>
                                        <p:tav tm="100000">
                                          <p:val>
                                            <p:strVal val="#ppt_h"/>
                                          </p:val>
                                        </p:tav>
                                      </p:tavLst>
                                    </p:anim>
                                    <p:animEffect transition="in" filter="fade">
                                      <p:cBhvr>
                                        <p:cTn id="46" dur="500"/>
                                        <p:tgtEl>
                                          <p:spTgt spid="51">
                                            <p:txEl>
                                              <p:pRg st="0" end="0"/>
                                            </p:txEl>
                                          </p:spTgt>
                                        </p:tgtEl>
                                      </p:cBhvr>
                                    </p:animEffect>
                                  </p:childTnLst>
                                </p:cTn>
                              </p:par>
                            </p:childTnLst>
                          </p:cTn>
                        </p:par>
                        <p:par>
                          <p:cTn id="47" fill="hold">
                            <p:stCondLst>
                              <p:cond delay="3500"/>
                            </p:stCondLst>
                            <p:childTnLst>
                              <p:par>
                                <p:cTn id="48" presetID="42" presetClass="entr" presetSubtype="0" fill="hold" grpId="0" nodeType="afterEffect" nodePh="1">
                                  <p:stCondLst>
                                    <p:cond delay="0"/>
                                  </p:stCondLst>
                                  <p:endCondLst>
                                    <p:cond evt="begin" delay="0">
                                      <p:tn val="48"/>
                                    </p:cond>
                                  </p:endCondLst>
                                  <p:childTnLst>
                                    <p:set>
                                      <p:cBhvr>
                                        <p:cTn id="49" dur="1" fill="hold">
                                          <p:stCondLst>
                                            <p:cond delay="0"/>
                                          </p:stCondLst>
                                        </p:cTn>
                                        <p:tgtEl>
                                          <p:spTgt spid="52">
                                            <p:txEl>
                                              <p:pRg st="0" end="0"/>
                                            </p:txEl>
                                          </p:spTgt>
                                        </p:tgtEl>
                                        <p:attrNameLst>
                                          <p:attrName>style.visibility</p:attrName>
                                        </p:attrNameLst>
                                      </p:cBhvr>
                                      <p:to>
                                        <p:strVal val="visible"/>
                                      </p:to>
                                    </p:set>
                                    <p:animEffect transition="in" filter="fade">
                                      <p:cBhvr>
                                        <p:cTn id="50" dur="500"/>
                                        <p:tgtEl>
                                          <p:spTgt spid="52">
                                            <p:txEl>
                                              <p:pRg st="0" end="0"/>
                                            </p:txEl>
                                          </p:spTgt>
                                        </p:tgtEl>
                                      </p:cBhvr>
                                    </p:animEffect>
                                    <p:anim calcmode="lin" valueType="num">
                                      <p:cBhvr>
                                        <p:cTn id="51" dur="500" fill="hold"/>
                                        <p:tgtEl>
                                          <p:spTgt spid="52">
                                            <p:txEl>
                                              <p:pRg st="0" end="0"/>
                                            </p:txEl>
                                          </p:spTgt>
                                        </p:tgtEl>
                                        <p:attrNameLst>
                                          <p:attrName>ppt_x</p:attrName>
                                        </p:attrNameLst>
                                      </p:cBhvr>
                                      <p:tavLst>
                                        <p:tav tm="0">
                                          <p:val>
                                            <p:strVal val="#ppt_x"/>
                                          </p:val>
                                        </p:tav>
                                        <p:tav tm="100000">
                                          <p:val>
                                            <p:strVal val="#ppt_x"/>
                                          </p:val>
                                        </p:tav>
                                      </p:tavLst>
                                    </p:anim>
                                    <p:anim calcmode="lin" valueType="num">
                                      <p:cBhvr>
                                        <p:cTn id="52" dur="500" fill="hold"/>
                                        <p:tgtEl>
                                          <p:spTgt spid="52">
                                            <p:txEl>
                                              <p:pRg st="0" end="0"/>
                                            </p:txEl>
                                          </p:spTgt>
                                        </p:tgtEl>
                                        <p:attrNameLst>
                                          <p:attrName>ppt_y</p:attrName>
                                        </p:attrNameLst>
                                      </p:cBhvr>
                                      <p:tavLst>
                                        <p:tav tm="0">
                                          <p:val>
                                            <p:strVal val="#ppt_y+.1"/>
                                          </p:val>
                                        </p:tav>
                                        <p:tav tm="100000">
                                          <p:val>
                                            <p:strVal val="#ppt_y"/>
                                          </p:val>
                                        </p:tav>
                                      </p:tavLst>
                                    </p:anim>
                                  </p:childTnLst>
                                </p:cTn>
                              </p:par>
                            </p:childTnLst>
                          </p:cTn>
                        </p:par>
                        <p:par>
                          <p:cTn id="53" fill="hold">
                            <p:stCondLst>
                              <p:cond delay="4000"/>
                            </p:stCondLst>
                            <p:childTnLst>
                              <p:par>
                                <p:cTn id="54" presetID="53" presetClass="entr" presetSubtype="16" fill="hold" grpId="0" nodeType="afterEffect">
                                  <p:stCondLst>
                                    <p:cond delay="0"/>
                                  </p:stCondLst>
                                  <p:childTnLst>
                                    <p:set>
                                      <p:cBhvr>
                                        <p:cTn id="55" dur="1" fill="hold">
                                          <p:stCondLst>
                                            <p:cond delay="0"/>
                                          </p:stCondLst>
                                        </p:cTn>
                                        <p:tgtEl>
                                          <p:spTgt spid="53">
                                            <p:txEl>
                                              <p:pRg st="0" end="0"/>
                                            </p:txEl>
                                          </p:spTgt>
                                        </p:tgtEl>
                                        <p:attrNameLst>
                                          <p:attrName>style.visibility</p:attrName>
                                        </p:attrNameLst>
                                      </p:cBhvr>
                                      <p:to>
                                        <p:strVal val="visible"/>
                                      </p:to>
                                    </p:set>
                                    <p:anim calcmode="lin" valueType="num">
                                      <p:cBhvr>
                                        <p:cTn id="56" dur="500" fill="hold"/>
                                        <p:tgtEl>
                                          <p:spTgt spid="53">
                                            <p:txEl>
                                              <p:pRg st="0" end="0"/>
                                            </p:txEl>
                                          </p:spTgt>
                                        </p:tgtEl>
                                        <p:attrNameLst>
                                          <p:attrName>ppt_w</p:attrName>
                                        </p:attrNameLst>
                                      </p:cBhvr>
                                      <p:tavLst>
                                        <p:tav tm="0">
                                          <p:val>
                                            <p:fltVal val="0"/>
                                          </p:val>
                                        </p:tav>
                                        <p:tav tm="100000">
                                          <p:val>
                                            <p:strVal val="#ppt_w"/>
                                          </p:val>
                                        </p:tav>
                                      </p:tavLst>
                                    </p:anim>
                                    <p:anim calcmode="lin" valueType="num">
                                      <p:cBhvr>
                                        <p:cTn id="57" dur="500" fill="hold"/>
                                        <p:tgtEl>
                                          <p:spTgt spid="53">
                                            <p:txEl>
                                              <p:pRg st="0" end="0"/>
                                            </p:txEl>
                                          </p:spTgt>
                                        </p:tgtEl>
                                        <p:attrNameLst>
                                          <p:attrName>ppt_h</p:attrName>
                                        </p:attrNameLst>
                                      </p:cBhvr>
                                      <p:tavLst>
                                        <p:tav tm="0">
                                          <p:val>
                                            <p:fltVal val="0"/>
                                          </p:val>
                                        </p:tav>
                                        <p:tav tm="100000">
                                          <p:val>
                                            <p:strVal val="#ppt_h"/>
                                          </p:val>
                                        </p:tav>
                                      </p:tavLst>
                                    </p:anim>
                                    <p:animEffect transition="in" filter="fade">
                                      <p:cBhvr>
                                        <p:cTn id="58" dur="500"/>
                                        <p:tgtEl>
                                          <p:spTgt spid="53">
                                            <p:txEl>
                                              <p:pRg st="0" end="0"/>
                                            </p:txEl>
                                          </p:spTgt>
                                        </p:tgtEl>
                                      </p:cBhvr>
                                    </p:animEffect>
                                  </p:childTnLst>
                                </p:cTn>
                              </p:par>
                            </p:childTnLst>
                          </p:cTn>
                        </p:par>
                        <p:par>
                          <p:cTn id="59" fill="hold">
                            <p:stCondLst>
                              <p:cond delay="4500"/>
                            </p:stCondLst>
                            <p:childTnLst>
                              <p:par>
                                <p:cTn id="60" presetID="53" presetClass="entr" presetSubtype="16" fill="hold" grpId="0" nodeType="afterEffect" nodePh="1">
                                  <p:stCondLst>
                                    <p:cond delay="0"/>
                                  </p:stCondLst>
                                  <p:endCondLst>
                                    <p:cond evt="begin" delay="0">
                                      <p:tn val="60"/>
                                    </p:cond>
                                  </p:endCondLst>
                                  <p:childTnLst>
                                    <p:set>
                                      <p:cBhvr>
                                        <p:cTn id="61" dur="1" fill="hold">
                                          <p:stCondLst>
                                            <p:cond delay="0"/>
                                          </p:stCondLst>
                                        </p:cTn>
                                        <p:tgtEl>
                                          <p:spTgt spid="54">
                                            <p:txEl>
                                              <p:pRg st="0" end="0"/>
                                            </p:txEl>
                                          </p:spTgt>
                                        </p:tgtEl>
                                        <p:attrNameLst>
                                          <p:attrName>style.visibility</p:attrName>
                                        </p:attrNameLst>
                                      </p:cBhvr>
                                      <p:to>
                                        <p:strVal val="visible"/>
                                      </p:to>
                                    </p:set>
                                    <p:anim calcmode="lin" valueType="num">
                                      <p:cBhvr>
                                        <p:cTn id="62" dur="500" fill="hold"/>
                                        <p:tgtEl>
                                          <p:spTgt spid="54">
                                            <p:txEl>
                                              <p:pRg st="0" end="0"/>
                                            </p:txEl>
                                          </p:spTgt>
                                        </p:tgtEl>
                                        <p:attrNameLst>
                                          <p:attrName>ppt_w</p:attrName>
                                        </p:attrNameLst>
                                      </p:cBhvr>
                                      <p:tavLst>
                                        <p:tav tm="0">
                                          <p:val>
                                            <p:fltVal val="0"/>
                                          </p:val>
                                        </p:tav>
                                        <p:tav tm="100000">
                                          <p:val>
                                            <p:strVal val="#ppt_w"/>
                                          </p:val>
                                        </p:tav>
                                      </p:tavLst>
                                    </p:anim>
                                    <p:anim calcmode="lin" valueType="num">
                                      <p:cBhvr>
                                        <p:cTn id="63" dur="500" fill="hold"/>
                                        <p:tgtEl>
                                          <p:spTgt spid="54">
                                            <p:txEl>
                                              <p:pRg st="0" end="0"/>
                                            </p:txEl>
                                          </p:spTgt>
                                        </p:tgtEl>
                                        <p:attrNameLst>
                                          <p:attrName>ppt_h</p:attrName>
                                        </p:attrNameLst>
                                      </p:cBhvr>
                                      <p:tavLst>
                                        <p:tav tm="0">
                                          <p:val>
                                            <p:fltVal val="0"/>
                                          </p:val>
                                        </p:tav>
                                        <p:tav tm="100000">
                                          <p:val>
                                            <p:strVal val="#ppt_h"/>
                                          </p:val>
                                        </p:tav>
                                      </p:tavLst>
                                    </p:anim>
                                    <p:animEffect transition="in" filter="fade">
                                      <p:cBhvr>
                                        <p:cTn id="64" dur="500"/>
                                        <p:tgtEl>
                                          <p:spTgt spid="5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35" grpId="0" animBg="1"/>
      <p:bldP spid="40" grpId="0" animBg="1"/>
      <p:bldP spid="43" grpId="0" animBg="1"/>
      <p:bldP spid="46" grpId="0" animBg="1"/>
      <p:bldP spid="50" grpId="0" animBg="1"/>
      <p:bldP spid="51"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51"/>
                        </p:tgtEl>
                        <p:attrNameLst>
                          <p:attrName>style.visibility</p:attrName>
                        </p:attrNameLst>
                      </p:cBhvr>
                      <p:to>
                        <p:strVal val="visible"/>
                      </p:to>
                    </p:set>
                    <p:anim calcmode="lin" valueType="num">
                      <p:cBhvr>
                        <p:cTn dur="500" fill="hold"/>
                        <p:tgtEl>
                          <p:spTgt spid="51"/>
                        </p:tgtEl>
                        <p:attrNameLst>
                          <p:attrName>ppt_w</p:attrName>
                        </p:attrNameLst>
                      </p:cBhvr>
                      <p:tavLst>
                        <p:tav tm="0">
                          <p:val>
                            <p:fltVal val="0"/>
                          </p:val>
                        </p:tav>
                        <p:tav tm="100000">
                          <p:val>
                            <p:strVal val="#ppt_w"/>
                          </p:val>
                        </p:tav>
                      </p:tavLst>
                    </p:anim>
                    <p:anim calcmode="lin" valueType="num">
                      <p:cBhvr>
                        <p:cTn dur="500" fill="hold"/>
                        <p:tgtEl>
                          <p:spTgt spid="51"/>
                        </p:tgtEl>
                        <p:attrNameLst>
                          <p:attrName>ppt_h</p:attrName>
                        </p:attrNameLst>
                      </p:cBhvr>
                      <p:tavLst>
                        <p:tav tm="0">
                          <p:val>
                            <p:fltVal val="0"/>
                          </p:val>
                        </p:tav>
                        <p:tav tm="100000">
                          <p:val>
                            <p:strVal val="#ppt_h"/>
                          </p:val>
                        </p:tav>
                      </p:tavLst>
                    </p:anim>
                    <p:animEffect transition="in" filter="fade">
                      <p:cBhvr>
                        <p:cTn dur="500"/>
                        <p:tgtEl>
                          <p:spTgt spid="51"/>
                        </p:tgtEl>
                      </p:cBhvr>
                    </p:animEffect>
                  </p:childTnLst>
                </p:cTn>
              </p:par>
            </p:tnLst>
          </p:tmpl>
        </p:tmplLst>
      </p:bldP>
      <p:bldP spid="52"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52"/>
                        </p:tgtEl>
                        <p:attrNameLst>
                          <p:attrName>style.visibility</p:attrName>
                        </p:attrNameLst>
                      </p:cBhvr>
                      <p:to>
                        <p:strVal val="visible"/>
                      </p:to>
                    </p:set>
                    <p:animEffect transition="in" filter="fade">
                      <p:cBhvr>
                        <p:cTn dur="500"/>
                        <p:tgtEl>
                          <p:spTgt spid="52"/>
                        </p:tgtEl>
                      </p:cBhvr>
                    </p:animEffect>
                    <p:anim calcmode="lin" valueType="num">
                      <p:cBhvr>
                        <p:cTn dur="500" fill="hold"/>
                        <p:tgtEl>
                          <p:spTgt spid="52"/>
                        </p:tgtEl>
                        <p:attrNameLst>
                          <p:attrName>ppt_x</p:attrName>
                        </p:attrNameLst>
                      </p:cBhvr>
                      <p:tavLst>
                        <p:tav tm="0">
                          <p:val>
                            <p:strVal val="#ppt_x"/>
                          </p:val>
                        </p:tav>
                        <p:tav tm="100000">
                          <p:val>
                            <p:strVal val="#ppt_x"/>
                          </p:val>
                        </p:tav>
                      </p:tavLst>
                    </p:anim>
                    <p:anim calcmode="lin" valueType="num">
                      <p:cBhvr>
                        <p:cTn dur="500" fill="hold"/>
                        <p:tgtEl>
                          <p:spTgt spid="52"/>
                        </p:tgtEl>
                        <p:attrNameLst>
                          <p:attrName>ppt_y</p:attrName>
                        </p:attrNameLst>
                      </p:cBhvr>
                      <p:tavLst>
                        <p:tav tm="0">
                          <p:val>
                            <p:strVal val="#ppt_y+.1"/>
                          </p:val>
                        </p:tav>
                        <p:tav tm="100000">
                          <p:val>
                            <p:strVal val="#ppt_y"/>
                          </p:val>
                        </p:tav>
                      </p:tavLst>
                    </p:anim>
                  </p:childTnLst>
                </p:cTn>
              </p:par>
            </p:tnLst>
          </p:tmpl>
        </p:tmplLst>
      </p:bldP>
      <p:bldP spid="53" grpId="0" build="p">
        <p:tmplLst>
          <p:tmpl lvl="1">
            <p:tnLst>
              <p:par>
                <p:cTn presetID="53" presetClass="entr" presetSubtype="16" fill="hold" nodeType="afterEffect">
                  <p:stCondLst>
                    <p:cond delay="0"/>
                  </p:stCondLst>
                  <p:childTnLst>
                    <p:set>
                      <p:cBhvr>
                        <p:cTn dur="1" fill="hold">
                          <p:stCondLst>
                            <p:cond delay="0"/>
                          </p:stCondLst>
                        </p:cTn>
                        <p:tgtEl>
                          <p:spTgt spid="53"/>
                        </p:tgtEl>
                        <p:attrNameLst>
                          <p:attrName>style.visibility</p:attrName>
                        </p:attrNameLst>
                      </p:cBhvr>
                      <p:to>
                        <p:strVal val="visible"/>
                      </p:to>
                    </p:set>
                    <p:anim calcmode="lin" valueType="num">
                      <p:cBhvr>
                        <p:cTn dur="500" fill="hold"/>
                        <p:tgtEl>
                          <p:spTgt spid="53"/>
                        </p:tgtEl>
                        <p:attrNameLst>
                          <p:attrName>ppt_w</p:attrName>
                        </p:attrNameLst>
                      </p:cBhvr>
                      <p:tavLst>
                        <p:tav tm="0">
                          <p:val>
                            <p:fltVal val="0"/>
                          </p:val>
                        </p:tav>
                        <p:tav tm="100000">
                          <p:val>
                            <p:strVal val="#ppt_w"/>
                          </p:val>
                        </p:tav>
                      </p:tavLst>
                    </p:anim>
                    <p:anim calcmode="lin" valueType="num">
                      <p:cBhvr>
                        <p:cTn dur="500" fill="hold"/>
                        <p:tgtEl>
                          <p:spTgt spid="53"/>
                        </p:tgtEl>
                        <p:attrNameLst>
                          <p:attrName>ppt_h</p:attrName>
                        </p:attrNameLst>
                      </p:cBhvr>
                      <p:tavLst>
                        <p:tav tm="0">
                          <p:val>
                            <p:fltVal val="0"/>
                          </p:val>
                        </p:tav>
                        <p:tav tm="100000">
                          <p:val>
                            <p:strVal val="#ppt_h"/>
                          </p:val>
                        </p:tav>
                      </p:tavLst>
                    </p:anim>
                    <p:animEffect transition="in" filter="fade">
                      <p:cBhvr>
                        <p:cTn dur="500"/>
                        <p:tgtEl>
                          <p:spTgt spid="53"/>
                        </p:tgtEl>
                      </p:cBhvr>
                    </p:animEffect>
                  </p:childTnLst>
                </p:cTn>
              </p:par>
            </p:tnLst>
          </p:tmpl>
        </p:tmplLst>
      </p:bldP>
      <p:bldP spid="54"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54"/>
                        </p:tgtEl>
                        <p:attrNameLst>
                          <p:attrName>style.visibility</p:attrName>
                        </p:attrNameLst>
                      </p:cBhvr>
                      <p:to>
                        <p:strVal val="visible"/>
                      </p:to>
                    </p:set>
                    <p:anim calcmode="lin" valueType="num">
                      <p:cBhvr>
                        <p:cTn dur="500" fill="hold"/>
                        <p:tgtEl>
                          <p:spTgt spid="54"/>
                        </p:tgtEl>
                        <p:attrNameLst>
                          <p:attrName>ppt_w</p:attrName>
                        </p:attrNameLst>
                      </p:cBhvr>
                      <p:tavLst>
                        <p:tav tm="0">
                          <p:val>
                            <p:fltVal val="0"/>
                          </p:val>
                        </p:tav>
                        <p:tav tm="100000">
                          <p:val>
                            <p:strVal val="#ppt_w"/>
                          </p:val>
                        </p:tav>
                      </p:tavLst>
                    </p:anim>
                    <p:anim calcmode="lin" valueType="num">
                      <p:cBhvr>
                        <p:cTn dur="500" fill="hold"/>
                        <p:tgtEl>
                          <p:spTgt spid="54"/>
                        </p:tgtEl>
                        <p:attrNameLst>
                          <p:attrName>ppt_h</p:attrName>
                        </p:attrNameLst>
                      </p:cBhvr>
                      <p:tavLst>
                        <p:tav tm="0">
                          <p:val>
                            <p:fltVal val="0"/>
                          </p:val>
                        </p:tav>
                        <p:tav tm="100000">
                          <p:val>
                            <p:strVal val="#ppt_h"/>
                          </p:val>
                        </p:tav>
                      </p:tavLst>
                    </p:anim>
                    <p:animEffect transition="in" filter="fade">
                      <p:cBhvr>
                        <p:cTn dur="500"/>
                        <p:tgtEl>
                          <p:spTgt spid="54"/>
                        </p:tgtEl>
                      </p:cBhvr>
                    </p:animEffect>
                  </p:childTnLst>
                </p:cTn>
              </p:par>
            </p:tnLst>
          </p:tmpl>
        </p:tmplLst>
      </p:bldP>
    </p:bldLst>
  </p:timing>
</p:sldLayout>
</file>

<file path=ppt/slideLayouts/slideLayout257.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9" name="Picture Placeholder 24"/>
          <p:cNvSpPr>
            <a:spLocks noGrp="1"/>
          </p:cNvSpPr>
          <p:nvPr>
            <p:ph type="pic" sz="quarter" idx="14" hasCustomPrompt="1"/>
          </p:nvPr>
        </p:nvSpPr>
        <p:spPr>
          <a:xfrm>
            <a:off x="775852" y="1921135"/>
            <a:ext cx="2166842" cy="2166842"/>
          </a:xfrm>
          <a:custGeom>
            <a:avLst/>
            <a:gdLst>
              <a:gd name="connsiteX0" fmla="*/ 1342864 w 2685728"/>
              <a:gd name="connsiteY0" fmla="*/ 0 h 2685728"/>
              <a:gd name="connsiteX1" fmla="*/ 1590895 w 2685728"/>
              <a:gd name="connsiteY1" fmla="*/ 102738 h 2685728"/>
              <a:gd name="connsiteX2" fmla="*/ 2582990 w 2685728"/>
              <a:gd name="connsiteY2" fmla="*/ 1094833 h 2685728"/>
              <a:gd name="connsiteX3" fmla="*/ 2582990 w 2685728"/>
              <a:gd name="connsiteY3" fmla="*/ 1590895 h 2685728"/>
              <a:gd name="connsiteX4" fmla="*/ 1590895 w 2685728"/>
              <a:gd name="connsiteY4" fmla="*/ 2582990 h 2685728"/>
              <a:gd name="connsiteX5" fmla="*/ 1094833 w 2685728"/>
              <a:gd name="connsiteY5" fmla="*/ 2582990 h 2685728"/>
              <a:gd name="connsiteX6" fmla="*/ 102738 w 2685728"/>
              <a:gd name="connsiteY6" fmla="*/ 1590895 h 2685728"/>
              <a:gd name="connsiteX7" fmla="*/ 102738 w 2685728"/>
              <a:gd name="connsiteY7" fmla="*/ 1094833 h 2685728"/>
              <a:gd name="connsiteX8" fmla="*/ 1094833 w 2685728"/>
              <a:gd name="connsiteY8" fmla="*/ 102738 h 2685728"/>
              <a:gd name="connsiteX9" fmla="*/ 1342864 w 2685728"/>
              <a:gd name="connsiteY9" fmla="*/ 0 h 2685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5728" h="2685728">
                <a:moveTo>
                  <a:pt x="1342864" y="0"/>
                </a:moveTo>
                <a:cubicBezTo>
                  <a:pt x="1432634" y="0"/>
                  <a:pt x="1522403" y="34246"/>
                  <a:pt x="1590895" y="102738"/>
                </a:cubicBezTo>
                <a:lnTo>
                  <a:pt x="2582990" y="1094833"/>
                </a:lnTo>
                <a:cubicBezTo>
                  <a:pt x="2719974" y="1231817"/>
                  <a:pt x="2719974" y="1453912"/>
                  <a:pt x="2582990" y="1590895"/>
                </a:cubicBezTo>
                <a:lnTo>
                  <a:pt x="1590895" y="2582990"/>
                </a:lnTo>
                <a:cubicBezTo>
                  <a:pt x="1453912" y="2719974"/>
                  <a:pt x="1231817" y="2719974"/>
                  <a:pt x="1094833" y="2582990"/>
                </a:cubicBezTo>
                <a:lnTo>
                  <a:pt x="102738" y="1590895"/>
                </a:lnTo>
                <a:cubicBezTo>
                  <a:pt x="-34246" y="1453912"/>
                  <a:pt x="-34246" y="1231817"/>
                  <a:pt x="102738" y="1094833"/>
                </a:cubicBezTo>
                <a:lnTo>
                  <a:pt x="1094833" y="102738"/>
                </a:lnTo>
                <a:cubicBezTo>
                  <a:pt x="1163325" y="34246"/>
                  <a:pt x="1253094" y="0"/>
                  <a:pt x="1342864" y="0"/>
                </a:cubicBezTo>
                <a:close/>
              </a:path>
            </a:pathLst>
          </a:custGeom>
          <a:solidFill>
            <a:schemeClr val="bg1">
              <a:lumMod val="85000"/>
            </a:schemeClr>
          </a:solidFill>
          <a:ln w="76200">
            <a:solidFill>
              <a:schemeClr val="bg1"/>
            </a:solidFill>
          </a:ln>
          <a:effectLst>
            <a:outerShdw blurRad="50800" dist="38100" dir="2700000" algn="tl" rotWithShape="0">
              <a:prstClr val="black">
                <a:alpha val="40000"/>
              </a:prstClr>
            </a:outerShdw>
          </a:effectLst>
        </p:spPr>
        <p:txBody>
          <a:bodyPr wrap="square">
            <a:noAutofit/>
          </a:bodyPr>
          <a:lstStyle>
            <a:lvl1pPr>
              <a:defRPr baseline="0"/>
            </a:lvl1pPr>
          </a:lstStyle>
          <a:p>
            <a:r>
              <a:rPr lang="id-ID" dirty="0" smtClean="0"/>
              <a:t>Pic here</a:t>
            </a:r>
            <a:endParaRPr lang="en-AU" dirty="0"/>
          </a:p>
        </p:txBody>
      </p:sp>
      <p:sp>
        <p:nvSpPr>
          <p:cNvPr id="10" name="Picture Placeholder 24"/>
          <p:cNvSpPr>
            <a:spLocks noGrp="1"/>
          </p:cNvSpPr>
          <p:nvPr>
            <p:ph type="pic" sz="quarter" idx="15" hasCustomPrompt="1"/>
          </p:nvPr>
        </p:nvSpPr>
        <p:spPr>
          <a:xfrm>
            <a:off x="3595252" y="1921135"/>
            <a:ext cx="2166842" cy="2166842"/>
          </a:xfrm>
          <a:custGeom>
            <a:avLst/>
            <a:gdLst>
              <a:gd name="connsiteX0" fmla="*/ 1342864 w 2685728"/>
              <a:gd name="connsiteY0" fmla="*/ 0 h 2685728"/>
              <a:gd name="connsiteX1" fmla="*/ 1590895 w 2685728"/>
              <a:gd name="connsiteY1" fmla="*/ 102738 h 2685728"/>
              <a:gd name="connsiteX2" fmla="*/ 2582990 w 2685728"/>
              <a:gd name="connsiteY2" fmla="*/ 1094833 h 2685728"/>
              <a:gd name="connsiteX3" fmla="*/ 2582990 w 2685728"/>
              <a:gd name="connsiteY3" fmla="*/ 1590895 h 2685728"/>
              <a:gd name="connsiteX4" fmla="*/ 1590895 w 2685728"/>
              <a:gd name="connsiteY4" fmla="*/ 2582990 h 2685728"/>
              <a:gd name="connsiteX5" fmla="*/ 1094833 w 2685728"/>
              <a:gd name="connsiteY5" fmla="*/ 2582990 h 2685728"/>
              <a:gd name="connsiteX6" fmla="*/ 102738 w 2685728"/>
              <a:gd name="connsiteY6" fmla="*/ 1590895 h 2685728"/>
              <a:gd name="connsiteX7" fmla="*/ 102738 w 2685728"/>
              <a:gd name="connsiteY7" fmla="*/ 1094833 h 2685728"/>
              <a:gd name="connsiteX8" fmla="*/ 1094833 w 2685728"/>
              <a:gd name="connsiteY8" fmla="*/ 102738 h 2685728"/>
              <a:gd name="connsiteX9" fmla="*/ 1342864 w 2685728"/>
              <a:gd name="connsiteY9" fmla="*/ 0 h 2685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5728" h="2685728">
                <a:moveTo>
                  <a:pt x="1342864" y="0"/>
                </a:moveTo>
                <a:cubicBezTo>
                  <a:pt x="1432634" y="0"/>
                  <a:pt x="1522403" y="34246"/>
                  <a:pt x="1590895" y="102738"/>
                </a:cubicBezTo>
                <a:lnTo>
                  <a:pt x="2582990" y="1094833"/>
                </a:lnTo>
                <a:cubicBezTo>
                  <a:pt x="2719974" y="1231817"/>
                  <a:pt x="2719974" y="1453912"/>
                  <a:pt x="2582990" y="1590895"/>
                </a:cubicBezTo>
                <a:lnTo>
                  <a:pt x="1590895" y="2582990"/>
                </a:lnTo>
                <a:cubicBezTo>
                  <a:pt x="1453912" y="2719974"/>
                  <a:pt x="1231817" y="2719974"/>
                  <a:pt x="1094833" y="2582990"/>
                </a:cubicBezTo>
                <a:lnTo>
                  <a:pt x="102738" y="1590895"/>
                </a:lnTo>
                <a:cubicBezTo>
                  <a:pt x="-34246" y="1453912"/>
                  <a:pt x="-34246" y="1231817"/>
                  <a:pt x="102738" y="1094833"/>
                </a:cubicBezTo>
                <a:lnTo>
                  <a:pt x="1094833" y="102738"/>
                </a:lnTo>
                <a:cubicBezTo>
                  <a:pt x="1163325" y="34246"/>
                  <a:pt x="1253094" y="0"/>
                  <a:pt x="1342864" y="0"/>
                </a:cubicBezTo>
                <a:close/>
              </a:path>
            </a:pathLst>
          </a:custGeom>
          <a:solidFill>
            <a:schemeClr val="bg1">
              <a:lumMod val="85000"/>
            </a:schemeClr>
          </a:solidFill>
          <a:ln w="76200">
            <a:solidFill>
              <a:schemeClr val="bg1"/>
            </a:solidFill>
          </a:ln>
          <a:effectLst>
            <a:outerShdw blurRad="50800" dist="38100" dir="2700000" algn="tl" rotWithShape="0">
              <a:prstClr val="black">
                <a:alpha val="40000"/>
              </a:prstClr>
            </a:outerShdw>
          </a:effectLst>
        </p:spPr>
        <p:txBody>
          <a:bodyPr wrap="square">
            <a:noAutofit/>
          </a:bodyPr>
          <a:lstStyle>
            <a:lvl1pPr>
              <a:defRPr baseline="0"/>
            </a:lvl1pPr>
          </a:lstStyle>
          <a:p>
            <a:r>
              <a:rPr lang="id-ID" dirty="0" smtClean="0"/>
              <a:t>Pic here</a:t>
            </a:r>
            <a:endParaRPr lang="en-AU" dirty="0"/>
          </a:p>
        </p:txBody>
      </p:sp>
      <p:sp>
        <p:nvSpPr>
          <p:cNvPr id="11" name="Picture Placeholder 24"/>
          <p:cNvSpPr>
            <a:spLocks noGrp="1"/>
          </p:cNvSpPr>
          <p:nvPr>
            <p:ph type="pic" sz="quarter" idx="16" hasCustomPrompt="1"/>
          </p:nvPr>
        </p:nvSpPr>
        <p:spPr>
          <a:xfrm>
            <a:off x="6414652" y="1921135"/>
            <a:ext cx="2166842" cy="2166842"/>
          </a:xfrm>
          <a:custGeom>
            <a:avLst/>
            <a:gdLst>
              <a:gd name="connsiteX0" fmla="*/ 1342864 w 2685728"/>
              <a:gd name="connsiteY0" fmla="*/ 0 h 2685728"/>
              <a:gd name="connsiteX1" fmla="*/ 1590895 w 2685728"/>
              <a:gd name="connsiteY1" fmla="*/ 102738 h 2685728"/>
              <a:gd name="connsiteX2" fmla="*/ 2582990 w 2685728"/>
              <a:gd name="connsiteY2" fmla="*/ 1094833 h 2685728"/>
              <a:gd name="connsiteX3" fmla="*/ 2582990 w 2685728"/>
              <a:gd name="connsiteY3" fmla="*/ 1590895 h 2685728"/>
              <a:gd name="connsiteX4" fmla="*/ 1590895 w 2685728"/>
              <a:gd name="connsiteY4" fmla="*/ 2582990 h 2685728"/>
              <a:gd name="connsiteX5" fmla="*/ 1094833 w 2685728"/>
              <a:gd name="connsiteY5" fmla="*/ 2582990 h 2685728"/>
              <a:gd name="connsiteX6" fmla="*/ 102738 w 2685728"/>
              <a:gd name="connsiteY6" fmla="*/ 1590895 h 2685728"/>
              <a:gd name="connsiteX7" fmla="*/ 102738 w 2685728"/>
              <a:gd name="connsiteY7" fmla="*/ 1094833 h 2685728"/>
              <a:gd name="connsiteX8" fmla="*/ 1094833 w 2685728"/>
              <a:gd name="connsiteY8" fmla="*/ 102738 h 2685728"/>
              <a:gd name="connsiteX9" fmla="*/ 1342864 w 2685728"/>
              <a:gd name="connsiteY9" fmla="*/ 0 h 2685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5728" h="2685728">
                <a:moveTo>
                  <a:pt x="1342864" y="0"/>
                </a:moveTo>
                <a:cubicBezTo>
                  <a:pt x="1432634" y="0"/>
                  <a:pt x="1522403" y="34246"/>
                  <a:pt x="1590895" y="102738"/>
                </a:cubicBezTo>
                <a:lnTo>
                  <a:pt x="2582990" y="1094833"/>
                </a:lnTo>
                <a:cubicBezTo>
                  <a:pt x="2719974" y="1231817"/>
                  <a:pt x="2719974" y="1453912"/>
                  <a:pt x="2582990" y="1590895"/>
                </a:cubicBezTo>
                <a:lnTo>
                  <a:pt x="1590895" y="2582990"/>
                </a:lnTo>
                <a:cubicBezTo>
                  <a:pt x="1453912" y="2719974"/>
                  <a:pt x="1231817" y="2719974"/>
                  <a:pt x="1094833" y="2582990"/>
                </a:cubicBezTo>
                <a:lnTo>
                  <a:pt x="102738" y="1590895"/>
                </a:lnTo>
                <a:cubicBezTo>
                  <a:pt x="-34246" y="1453912"/>
                  <a:pt x="-34246" y="1231817"/>
                  <a:pt x="102738" y="1094833"/>
                </a:cubicBezTo>
                <a:lnTo>
                  <a:pt x="1094833" y="102738"/>
                </a:lnTo>
                <a:cubicBezTo>
                  <a:pt x="1163325" y="34246"/>
                  <a:pt x="1253094" y="0"/>
                  <a:pt x="1342864" y="0"/>
                </a:cubicBezTo>
                <a:close/>
              </a:path>
            </a:pathLst>
          </a:custGeom>
          <a:solidFill>
            <a:schemeClr val="bg1">
              <a:lumMod val="85000"/>
            </a:schemeClr>
          </a:solidFill>
          <a:ln w="76200">
            <a:solidFill>
              <a:schemeClr val="bg1"/>
            </a:solidFill>
          </a:ln>
          <a:effectLst>
            <a:outerShdw blurRad="50800" dist="38100" dir="2700000" algn="tl" rotWithShape="0">
              <a:prstClr val="black">
                <a:alpha val="40000"/>
              </a:prstClr>
            </a:outerShdw>
          </a:effectLst>
        </p:spPr>
        <p:txBody>
          <a:bodyPr wrap="square">
            <a:noAutofit/>
          </a:bodyPr>
          <a:lstStyle>
            <a:lvl1pPr>
              <a:defRPr baseline="0"/>
            </a:lvl1pPr>
          </a:lstStyle>
          <a:p>
            <a:r>
              <a:rPr lang="id-ID" dirty="0" smtClean="0"/>
              <a:t>Pic here</a:t>
            </a:r>
            <a:endParaRPr lang="en-AU" dirty="0"/>
          </a:p>
        </p:txBody>
      </p:sp>
      <p:sp>
        <p:nvSpPr>
          <p:cNvPr id="12" name="Picture Placeholder 24"/>
          <p:cNvSpPr>
            <a:spLocks noGrp="1"/>
          </p:cNvSpPr>
          <p:nvPr>
            <p:ph type="pic" sz="quarter" idx="17" hasCustomPrompt="1"/>
          </p:nvPr>
        </p:nvSpPr>
        <p:spPr>
          <a:xfrm>
            <a:off x="9234052" y="1921135"/>
            <a:ext cx="2166842" cy="2166842"/>
          </a:xfrm>
          <a:custGeom>
            <a:avLst/>
            <a:gdLst>
              <a:gd name="connsiteX0" fmla="*/ 1342864 w 2685728"/>
              <a:gd name="connsiteY0" fmla="*/ 0 h 2685728"/>
              <a:gd name="connsiteX1" fmla="*/ 1590895 w 2685728"/>
              <a:gd name="connsiteY1" fmla="*/ 102738 h 2685728"/>
              <a:gd name="connsiteX2" fmla="*/ 2582990 w 2685728"/>
              <a:gd name="connsiteY2" fmla="*/ 1094833 h 2685728"/>
              <a:gd name="connsiteX3" fmla="*/ 2582990 w 2685728"/>
              <a:gd name="connsiteY3" fmla="*/ 1590895 h 2685728"/>
              <a:gd name="connsiteX4" fmla="*/ 1590895 w 2685728"/>
              <a:gd name="connsiteY4" fmla="*/ 2582990 h 2685728"/>
              <a:gd name="connsiteX5" fmla="*/ 1094833 w 2685728"/>
              <a:gd name="connsiteY5" fmla="*/ 2582990 h 2685728"/>
              <a:gd name="connsiteX6" fmla="*/ 102738 w 2685728"/>
              <a:gd name="connsiteY6" fmla="*/ 1590895 h 2685728"/>
              <a:gd name="connsiteX7" fmla="*/ 102738 w 2685728"/>
              <a:gd name="connsiteY7" fmla="*/ 1094833 h 2685728"/>
              <a:gd name="connsiteX8" fmla="*/ 1094833 w 2685728"/>
              <a:gd name="connsiteY8" fmla="*/ 102738 h 2685728"/>
              <a:gd name="connsiteX9" fmla="*/ 1342864 w 2685728"/>
              <a:gd name="connsiteY9" fmla="*/ 0 h 2685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5728" h="2685728">
                <a:moveTo>
                  <a:pt x="1342864" y="0"/>
                </a:moveTo>
                <a:cubicBezTo>
                  <a:pt x="1432634" y="0"/>
                  <a:pt x="1522403" y="34246"/>
                  <a:pt x="1590895" y="102738"/>
                </a:cubicBezTo>
                <a:lnTo>
                  <a:pt x="2582990" y="1094833"/>
                </a:lnTo>
                <a:cubicBezTo>
                  <a:pt x="2719974" y="1231817"/>
                  <a:pt x="2719974" y="1453912"/>
                  <a:pt x="2582990" y="1590895"/>
                </a:cubicBezTo>
                <a:lnTo>
                  <a:pt x="1590895" y="2582990"/>
                </a:lnTo>
                <a:cubicBezTo>
                  <a:pt x="1453912" y="2719974"/>
                  <a:pt x="1231817" y="2719974"/>
                  <a:pt x="1094833" y="2582990"/>
                </a:cubicBezTo>
                <a:lnTo>
                  <a:pt x="102738" y="1590895"/>
                </a:lnTo>
                <a:cubicBezTo>
                  <a:pt x="-34246" y="1453912"/>
                  <a:pt x="-34246" y="1231817"/>
                  <a:pt x="102738" y="1094833"/>
                </a:cubicBezTo>
                <a:lnTo>
                  <a:pt x="1094833" y="102738"/>
                </a:lnTo>
                <a:cubicBezTo>
                  <a:pt x="1163325" y="34246"/>
                  <a:pt x="1253094" y="0"/>
                  <a:pt x="1342864" y="0"/>
                </a:cubicBezTo>
                <a:close/>
              </a:path>
            </a:pathLst>
          </a:custGeom>
          <a:solidFill>
            <a:schemeClr val="bg1">
              <a:lumMod val="85000"/>
            </a:schemeClr>
          </a:solidFill>
          <a:ln w="76200">
            <a:solidFill>
              <a:schemeClr val="bg1"/>
            </a:solidFill>
          </a:ln>
          <a:effectLst>
            <a:outerShdw blurRad="50800" dist="38100" dir="2700000" algn="tl" rotWithShape="0">
              <a:prstClr val="black">
                <a:alpha val="40000"/>
              </a:prstClr>
            </a:outerShdw>
          </a:effectLst>
        </p:spPr>
        <p:txBody>
          <a:bodyPr wrap="square">
            <a:noAutofit/>
          </a:bodyPr>
          <a:lstStyle>
            <a:lvl1pPr>
              <a:defRPr baseline="0"/>
            </a:lvl1pPr>
          </a:lstStyle>
          <a:p>
            <a:r>
              <a:rPr lang="id-ID" dirty="0" smtClean="0"/>
              <a:t>Pic here</a:t>
            </a:r>
            <a:endParaRPr lang="en-AU" dirty="0"/>
          </a:p>
        </p:txBody>
      </p:sp>
      <p:sp>
        <p:nvSpPr>
          <p:cNvPr id="13" name="Text Placeholder 21"/>
          <p:cNvSpPr>
            <a:spLocks noGrp="1"/>
          </p:cNvSpPr>
          <p:nvPr>
            <p:ph type="body" sz="quarter" idx="20"/>
          </p:nvPr>
        </p:nvSpPr>
        <p:spPr>
          <a:xfrm>
            <a:off x="928685" y="4388730"/>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4" name="Text Placeholder 21"/>
          <p:cNvSpPr>
            <a:spLocks noGrp="1"/>
          </p:cNvSpPr>
          <p:nvPr>
            <p:ph type="body" sz="quarter" idx="22"/>
          </p:nvPr>
        </p:nvSpPr>
        <p:spPr>
          <a:xfrm>
            <a:off x="928685" y="4687002"/>
            <a:ext cx="1814513" cy="284472"/>
          </a:xfrm>
        </p:spPr>
        <p:txBody>
          <a:bodyPr>
            <a:normAutofit/>
          </a:bodyPr>
          <a:lstStyle>
            <a:lvl1pPr algn="ctr">
              <a:defRPr sz="1000" b="1" i="1">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5" name="Text Placeholder 21"/>
          <p:cNvSpPr>
            <a:spLocks noGrp="1"/>
          </p:cNvSpPr>
          <p:nvPr>
            <p:ph type="body" sz="quarter" idx="23"/>
          </p:nvPr>
        </p:nvSpPr>
        <p:spPr>
          <a:xfrm>
            <a:off x="3741157" y="4388730"/>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6" name="Text Placeholder 21"/>
          <p:cNvSpPr>
            <a:spLocks noGrp="1"/>
          </p:cNvSpPr>
          <p:nvPr>
            <p:ph type="body" sz="quarter" idx="24"/>
          </p:nvPr>
        </p:nvSpPr>
        <p:spPr>
          <a:xfrm>
            <a:off x="3741157" y="4687002"/>
            <a:ext cx="1814513" cy="284472"/>
          </a:xfrm>
        </p:spPr>
        <p:txBody>
          <a:bodyPr>
            <a:normAutofit/>
          </a:bodyPr>
          <a:lstStyle>
            <a:lvl1pPr algn="ctr">
              <a:defRPr sz="1000" b="1" i="1">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7" name="Text Placeholder 21"/>
          <p:cNvSpPr>
            <a:spLocks noGrp="1"/>
          </p:cNvSpPr>
          <p:nvPr>
            <p:ph type="body" sz="quarter" idx="25"/>
          </p:nvPr>
        </p:nvSpPr>
        <p:spPr>
          <a:xfrm>
            <a:off x="6609049" y="4388730"/>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8" name="Text Placeholder 21"/>
          <p:cNvSpPr>
            <a:spLocks noGrp="1"/>
          </p:cNvSpPr>
          <p:nvPr>
            <p:ph type="body" sz="quarter" idx="26"/>
          </p:nvPr>
        </p:nvSpPr>
        <p:spPr>
          <a:xfrm>
            <a:off x="6609049" y="4687002"/>
            <a:ext cx="1814513" cy="284472"/>
          </a:xfrm>
        </p:spPr>
        <p:txBody>
          <a:bodyPr>
            <a:normAutofit/>
          </a:bodyPr>
          <a:lstStyle>
            <a:lvl1pPr algn="ctr">
              <a:defRPr sz="1000" b="1" i="1">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9" name="Text Placeholder 21"/>
          <p:cNvSpPr>
            <a:spLocks noGrp="1"/>
          </p:cNvSpPr>
          <p:nvPr>
            <p:ph type="body" sz="quarter" idx="27"/>
          </p:nvPr>
        </p:nvSpPr>
        <p:spPr>
          <a:xfrm>
            <a:off x="9428447" y="4388730"/>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0" name="Text Placeholder 21"/>
          <p:cNvSpPr>
            <a:spLocks noGrp="1"/>
          </p:cNvSpPr>
          <p:nvPr>
            <p:ph type="body" sz="quarter" idx="28"/>
          </p:nvPr>
        </p:nvSpPr>
        <p:spPr>
          <a:xfrm>
            <a:off x="9428447" y="4687002"/>
            <a:ext cx="1814513" cy="284472"/>
          </a:xfrm>
        </p:spPr>
        <p:txBody>
          <a:bodyPr>
            <a:normAutofit/>
          </a:bodyPr>
          <a:lstStyle>
            <a:lvl1pPr algn="ctr">
              <a:defRPr sz="1000" b="1" i="1">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1" name="Text Placeholder 21"/>
          <p:cNvSpPr>
            <a:spLocks noGrp="1"/>
          </p:cNvSpPr>
          <p:nvPr>
            <p:ph type="body" sz="quarter" idx="29"/>
          </p:nvPr>
        </p:nvSpPr>
        <p:spPr>
          <a:xfrm>
            <a:off x="928685" y="5012934"/>
            <a:ext cx="1814513" cy="87351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2" name="Text Placeholder 21"/>
          <p:cNvSpPr>
            <a:spLocks noGrp="1"/>
          </p:cNvSpPr>
          <p:nvPr>
            <p:ph type="body" sz="quarter" idx="30"/>
          </p:nvPr>
        </p:nvSpPr>
        <p:spPr>
          <a:xfrm>
            <a:off x="3741157" y="5012934"/>
            <a:ext cx="1814513" cy="87351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3" name="Text Placeholder 21"/>
          <p:cNvSpPr>
            <a:spLocks noGrp="1"/>
          </p:cNvSpPr>
          <p:nvPr>
            <p:ph type="body" sz="quarter" idx="31"/>
          </p:nvPr>
        </p:nvSpPr>
        <p:spPr>
          <a:xfrm>
            <a:off x="6609049" y="5012934"/>
            <a:ext cx="1814513" cy="87351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4" name="Text Placeholder 21"/>
          <p:cNvSpPr>
            <a:spLocks noGrp="1"/>
          </p:cNvSpPr>
          <p:nvPr>
            <p:ph type="body" sz="quarter" idx="32"/>
          </p:nvPr>
        </p:nvSpPr>
        <p:spPr>
          <a:xfrm>
            <a:off x="9428447" y="5012934"/>
            <a:ext cx="1814513" cy="87351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grpSp>
        <p:nvGrpSpPr>
          <p:cNvPr id="25" name="Group 24"/>
          <p:cNvGrpSpPr/>
          <p:nvPr userDrawn="1"/>
        </p:nvGrpSpPr>
        <p:grpSpPr>
          <a:xfrm>
            <a:off x="1548795" y="5922241"/>
            <a:ext cx="615286" cy="184176"/>
            <a:chOff x="3872969" y="5806923"/>
            <a:chExt cx="1724341" cy="516155"/>
          </a:xfrm>
        </p:grpSpPr>
        <p:sp>
          <p:nvSpPr>
            <p:cNvPr id="26" name="Oval 25"/>
            <p:cNvSpPr/>
            <p:nvPr/>
          </p:nvSpPr>
          <p:spPr>
            <a:xfrm>
              <a:off x="3872969"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27" name="Oval 26"/>
            <p:cNvSpPr/>
            <p:nvPr/>
          </p:nvSpPr>
          <p:spPr>
            <a:xfrm>
              <a:off x="4477062"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28" name="Oval 27"/>
            <p:cNvSpPr/>
            <p:nvPr/>
          </p:nvSpPr>
          <p:spPr>
            <a:xfrm>
              <a:off x="5081155"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29" name="Freeform 63"/>
            <p:cNvSpPr>
              <a:spLocks/>
            </p:cNvSpPr>
            <p:nvPr/>
          </p:nvSpPr>
          <p:spPr bwMode="auto">
            <a:xfrm>
              <a:off x="4576091" y="5937921"/>
              <a:ext cx="318095" cy="261714"/>
            </a:xfrm>
            <a:custGeom>
              <a:avLst/>
              <a:gdLst>
                <a:gd name="T0" fmla="*/ 160 w 160"/>
                <a:gd name="T1" fmla="*/ 16 h 131"/>
                <a:gd name="T2" fmla="*/ 159 w 160"/>
                <a:gd name="T3" fmla="*/ 16 h 131"/>
                <a:gd name="T4" fmla="*/ 144 w 160"/>
                <a:gd name="T5" fmla="*/ 20 h 131"/>
                <a:gd name="T6" fmla="*/ 156 w 160"/>
                <a:gd name="T7" fmla="*/ 4 h 131"/>
                <a:gd name="T8" fmla="*/ 156 w 160"/>
                <a:gd name="T9" fmla="*/ 3 h 131"/>
                <a:gd name="T10" fmla="*/ 155 w 160"/>
                <a:gd name="T11" fmla="*/ 3 h 131"/>
                <a:gd name="T12" fmla="*/ 135 w 160"/>
                <a:gd name="T13" fmla="*/ 11 h 131"/>
                <a:gd name="T14" fmla="*/ 111 w 160"/>
                <a:gd name="T15" fmla="*/ 0 h 131"/>
                <a:gd name="T16" fmla="*/ 77 w 160"/>
                <a:gd name="T17" fmla="*/ 34 h 131"/>
                <a:gd name="T18" fmla="*/ 78 w 160"/>
                <a:gd name="T19" fmla="*/ 40 h 131"/>
                <a:gd name="T20" fmla="*/ 12 w 160"/>
                <a:gd name="T21" fmla="*/ 7 h 131"/>
                <a:gd name="T22" fmla="*/ 12 w 160"/>
                <a:gd name="T23" fmla="*/ 6 h 131"/>
                <a:gd name="T24" fmla="*/ 11 w 160"/>
                <a:gd name="T25" fmla="*/ 7 h 131"/>
                <a:gd name="T26" fmla="*/ 7 w 160"/>
                <a:gd name="T27" fmla="*/ 23 h 131"/>
                <a:gd name="T28" fmla="*/ 19 w 160"/>
                <a:gd name="T29" fmla="*/ 50 h 131"/>
                <a:gd name="T30" fmla="*/ 7 w 160"/>
                <a:gd name="T31" fmla="*/ 46 h 131"/>
                <a:gd name="T32" fmla="*/ 7 w 160"/>
                <a:gd name="T33" fmla="*/ 46 h 131"/>
                <a:gd name="T34" fmla="*/ 6 w 160"/>
                <a:gd name="T35" fmla="*/ 47 h 131"/>
                <a:gd name="T36" fmla="*/ 6 w 160"/>
                <a:gd name="T37" fmla="*/ 47 h 131"/>
                <a:gd name="T38" fmla="*/ 30 w 160"/>
                <a:gd name="T39" fmla="*/ 79 h 131"/>
                <a:gd name="T40" fmla="*/ 19 w 160"/>
                <a:gd name="T41" fmla="*/ 79 h 131"/>
                <a:gd name="T42" fmla="*/ 18 w 160"/>
                <a:gd name="T43" fmla="*/ 79 h 131"/>
                <a:gd name="T44" fmla="*/ 18 w 160"/>
                <a:gd name="T45" fmla="*/ 80 h 131"/>
                <a:gd name="T46" fmla="*/ 47 w 160"/>
                <a:gd name="T47" fmla="*/ 103 h 131"/>
                <a:gd name="T48" fmla="*/ 8 w 160"/>
                <a:gd name="T49" fmla="*/ 115 h 131"/>
                <a:gd name="T50" fmla="*/ 1 w 160"/>
                <a:gd name="T51" fmla="*/ 115 h 131"/>
                <a:gd name="T52" fmla="*/ 0 w 160"/>
                <a:gd name="T53" fmla="*/ 115 h 131"/>
                <a:gd name="T54" fmla="*/ 0 w 160"/>
                <a:gd name="T55" fmla="*/ 116 h 131"/>
                <a:gd name="T56" fmla="*/ 51 w 160"/>
                <a:gd name="T57" fmla="*/ 131 h 131"/>
                <a:gd name="T58" fmla="*/ 144 w 160"/>
                <a:gd name="T59" fmla="*/ 38 h 131"/>
                <a:gd name="T60" fmla="*/ 144 w 160"/>
                <a:gd name="T61" fmla="*/ 34 h 131"/>
                <a:gd name="T62" fmla="*/ 160 w 160"/>
                <a:gd name="T63" fmla="*/ 17 h 131"/>
                <a:gd name="T64" fmla="*/ 160 w 160"/>
                <a:gd name="T65" fmla="*/ 1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0" h="131">
                  <a:moveTo>
                    <a:pt x="160" y="16"/>
                  </a:moveTo>
                  <a:cubicBezTo>
                    <a:pt x="160" y="16"/>
                    <a:pt x="160" y="16"/>
                    <a:pt x="159" y="16"/>
                  </a:cubicBezTo>
                  <a:cubicBezTo>
                    <a:pt x="154" y="18"/>
                    <a:pt x="149" y="19"/>
                    <a:pt x="144" y="20"/>
                  </a:cubicBezTo>
                  <a:cubicBezTo>
                    <a:pt x="150" y="16"/>
                    <a:pt x="154" y="10"/>
                    <a:pt x="156" y="4"/>
                  </a:cubicBezTo>
                  <a:cubicBezTo>
                    <a:pt x="156" y="3"/>
                    <a:pt x="156" y="3"/>
                    <a:pt x="156" y="3"/>
                  </a:cubicBezTo>
                  <a:cubicBezTo>
                    <a:pt x="155" y="3"/>
                    <a:pt x="155" y="3"/>
                    <a:pt x="155" y="3"/>
                  </a:cubicBezTo>
                  <a:cubicBezTo>
                    <a:pt x="149" y="7"/>
                    <a:pt x="142" y="9"/>
                    <a:pt x="135" y="11"/>
                  </a:cubicBezTo>
                  <a:cubicBezTo>
                    <a:pt x="128" y="4"/>
                    <a:pt x="120" y="0"/>
                    <a:pt x="111" y="0"/>
                  </a:cubicBezTo>
                  <a:cubicBezTo>
                    <a:pt x="92" y="0"/>
                    <a:pt x="77" y="15"/>
                    <a:pt x="77" y="34"/>
                  </a:cubicBezTo>
                  <a:cubicBezTo>
                    <a:pt x="77" y="36"/>
                    <a:pt x="77" y="38"/>
                    <a:pt x="78" y="40"/>
                  </a:cubicBezTo>
                  <a:cubicBezTo>
                    <a:pt x="52" y="39"/>
                    <a:pt x="29" y="26"/>
                    <a:pt x="12" y="7"/>
                  </a:cubicBezTo>
                  <a:cubicBezTo>
                    <a:pt x="12" y="6"/>
                    <a:pt x="12" y="6"/>
                    <a:pt x="12" y="6"/>
                  </a:cubicBezTo>
                  <a:cubicBezTo>
                    <a:pt x="11" y="6"/>
                    <a:pt x="11" y="6"/>
                    <a:pt x="11" y="7"/>
                  </a:cubicBezTo>
                  <a:cubicBezTo>
                    <a:pt x="8" y="12"/>
                    <a:pt x="7" y="18"/>
                    <a:pt x="7" y="23"/>
                  </a:cubicBezTo>
                  <a:cubicBezTo>
                    <a:pt x="7" y="34"/>
                    <a:pt x="11" y="43"/>
                    <a:pt x="19" y="50"/>
                  </a:cubicBezTo>
                  <a:cubicBezTo>
                    <a:pt x="15" y="49"/>
                    <a:pt x="11" y="48"/>
                    <a:pt x="7" y="46"/>
                  </a:cubicBezTo>
                  <a:cubicBezTo>
                    <a:pt x="7" y="46"/>
                    <a:pt x="7" y="46"/>
                    <a:pt x="7" y="46"/>
                  </a:cubicBezTo>
                  <a:cubicBezTo>
                    <a:pt x="6" y="46"/>
                    <a:pt x="6" y="46"/>
                    <a:pt x="6" y="47"/>
                  </a:cubicBezTo>
                  <a:cubicBezTo>
                    <a:pt x="6" y="47"/>
                    <a:pt x="6" y="47"/>
                    <a:pt x="6" y="47"/>
                  </a:cubicBezTo>
                  <a:cubicBezTo>
                    <a:pt x="6" y="62"/>
                    <a:pt x="16" y="75"/>
                    <a:pt x="30" y="79"/>
                  </a:cubicBezTo>
                  <a:cubicBezTo>
                    <a:pt x="26" y="79"/>
                    <a:pt x="22" y="79"/>
                    <a:pt x="19" y="79"/>
                  </a:cubicBezTo>
                  <a:cubicBezTo>
                    <a:pt x="18" y="79"/>
                    <a:pt x="18" y="79"/>
                    <a:pt x="18" y="79"/>
                  </a:cubicBezTo>
                  <a:cubicBezTo>
                    <a:pt x="18" y="79"/>
                    <a:pt x="18" y="79"/>
                    <a:pt x="18" y="80"/>
                  </a:cubicBezTo>
                  <a:cubicBezTo>
                    <a:pt x="22" y="93"/>
                    <a:pt x="33" y="102"/>
                    <a:pt x="47" y="103"/>
                  </a:cubicBezTo>
                  <a:cubicBezTo>
                    <a:pt x="36" y="111"/>
                    <a:pt x="22" y="115"/>
                    <a:pt x="8" y="115"/>
                  </a:cubicBezTo>
                  <a:cubicBezTo>
                    <a:pt x="6" y="115"/>
                    <a:pt x="3" y="115"/>
                    <a:pt x="1" y="115"/>
                  </a:cubicBezTo>
                  <a:cubicBezTo>
                    <a:pt x="0" y="115"/>
                    <a:pt x="0" y="115"/>
                    <a:pt x="0" y="115"/>
                  </a:cubicBezTo>
                  <a:cubicBezTo>
                    <a:pt x="0" y="116"/>
                    <a:pt x="0" y="116"/>
                    <a:pt x="0" y="116"/>
                  </a:cubicBezTo>
                  <a:cubicBezTo>
                    <a:pt x="15" y="126"/>
                    <a:pt x="33" y="131"/>
                    <a:pt x="51" y="131"/>
                  </a:cubicBezTo>
                  <a:cubicBezTo>
                    <a:pt x="109" y="131"/>
                    <a:pt x="144" y="83"/>
                    <a:pt x="144" y="38"/>
                  </a:cubicBezTo>
                  <a:cubicBezTo>
                    <a:pt x="144" y="36"/>
                    <a:pt x="144" y="35"/>
                    <a:pt x="144" y="34"/>
                  </a:cubicBezTo>
                  <a:cubicBezTo>
                    <a:pt x="150" y="29"/>
                    <a:pt x="156" y="23"/>
                    <a:pt x="160" y="17"/>
                  </a:cubicBezTo>
                  <a:cubicBezTo>
                    <a:pt x="160" y="17"/>
                    <a:pt x="160" y="16"/>
                    <a:pt x="160" y="16"/>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30" name="Freeform 21"/>
            <p:cNvSpPr>
              <a:spLocks/>
            </p:cNvSpPr>
            <p:nvPr/>
          </p:nvSpPr>
          <p:spPr bwMode="auto">
            <a:xfrm>
              <a:off x="5235659" y="5934143"/>
              <a:ext cx="207145" cy="261714"/>
            </a:xfrm>
            <a:custGeom>
              <a:avLst/>
              <a:gdLst>
                <a:gd name="T0" fmla="*/ 129 w 323"/>
                <a:gd name="T1" fmla="*/ 272 h 408"/>
                <a:gd name="T2" fmla="*/ 68 w 323"/>
                <a:gd name="T3" fmla="*/ 408 h 408"/>
                <a:gd name="T4" fmla="*/ 98 w 323"/>
                <a:gd name="T5" fmla="*/ 196 h 408"/>
                <a:gd name="T6" fmla="*/ 149 w 323"/>
                <a:gd name="T7" fmla="*/ 99 h 408"/>
                <a:gd name="T8" fmla="*/ 172 w 323"/>
                <a:gd name="T9" fmla="*/ 257 h 408"/>
                <a:gd name="T10" fmla="*/ 234 w 323"/>
                <a:gd name="T11" fmla="*/ 73 h 408"/>
                <a:gd name="T12" fmla="*/ 47 w 323"/>
                <a:gd name="T13" fmla="*/ 173 h 408"/>
                <a:gd name="T14" fmla="*/ 57 w 323"/>
                <a:gd name="T15" fmla="*/ 239 h 408"/>
                <a:gd name="T16" fmla="*/ 1 w 323"/>
                <a:gd name="T17" fmla="*/ 147 h 408"/>
                <a:gd name="T18" fmla="*/ 137 w 323"/>
                <a:gd name="T19" fmla="*/ 9 h 408"/>
                <a:gd name="T20" fmla="*/ 310 w 323"/>
                <a:gd name="T21" fmla="*/ 119 h 408"/>
                <a:gd name="T22" fmla="*/ 183 w 323"/>
                <a:gd name="T23" fmla="*/ 298 h 408"/>
                <a:gd name="T24" fmla="*/ 129 w 323"/>
                <a:gd name="T25" fmla="*/ 272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3" h="408">
                  <a:moveTo>
                    <a:pt x="129" y="272"/>
                  </a:moveTo>
                  <a:cubicBezTo>
                    <a:pt x="118" y="328"/>
                    <a:pt x="106" y="380"/>
                    <a:pt x="68" y="408"/>
                  </a:cubicBezTo>
                  <a:cubicBezTo>
                    <a:pt x="56" y="325"/>
                    <a:pt x="85" y="262"/>
                    <a:pt x="98" y="196"/>
                  </a:cubicBezTo>
                  <a:cubicBezTo>
                    <a:pt x="75" y="157"/>
                    <a:pt x="101" y="80"/>
                    <a:pt x="149" y="99"/>
                  </a:cubicBezTo>
                  <a:cubicBezTo>
                    <a:pt x="209" y="122"/>
                    <a:pt x="98" y="242"/>
                    <a:pt x="172" y="257"/>
                  </a:cubicBezTo>
                  <a:cubicBezTo>
                    <a:pt x="250" y="273"/>
                    <a:pt x="282" y="122"/>
                    <a:pt x="234" y="73"/>
                  </a:cubicBezTo>
                  <a:cubicBezTo>
                    <a:pt x="164" y="2"/>
                    <a:pt x="31" y="72"/>
                    <a:pt x="47" y="173"/>
                  </a:cubicBezTo>
                  <a:cubicBezTo>
                    <a:pt x="51" y="198"/>
                    <a:pt x="77" y="205"/>
                    <a:pt x="57" y="239"/>
                  </a:cubicBezTo>
                  <a:cubicBezTo>
                    <a:pt x="13" y="229"/>
                    <a:pt x="0" y="194"/>
                    <a:pt x="1" y="147"/>
                  </a:cubicBezTo>
                  <a:cubicBezTo>
                    <a:pt x="4" y="70"/>
                    <a:pt x="70" y="17"/>
                    <a:pt x="137" y="9"/>
                  </a:cubicBezTo>
                  <a:cubicBezTo>
                    <a:pt x="221" y="0"/>
                    <a:pt x="300" y="40"/>
                    <a:pt x="310" y="119"/>
                  </a:cubicBezTo>
                  <a:cubicBezTo>
                    <a:pt x="323" y="208"/>
                    <a:pt x="273" y="305"/>
                    <a:pt x="183" y="298"/>
                  </a:cubicBezTo>
                  <a:cubicBezTo>
                    <a:pt x="158" y="296"/>
                    <a:pt x="148" y="284"/>
                    <a:pt x="129" y="272"/>
                  </a:cubicBezTo>
                  <a:close/>
                </a:path>
              </a:pathLst>
            </a:custGeom>
            <a:solidFill>
              <a:schemeClr val="bg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Simplified Arabic" panose="02020603050405020304" pitchFamily="18" charset="-78"/>
              </a:endParaRPr>
            </a:p>
          </p:txBody>
        </p:sp>
        <p:sp>
          <p:nvSpPr>
            <p:cNvPr id="31" name="Freeform 62"/>
            <p:cNvSpPr>
              <a:spLocks/>
            </p:cNvSpPr>
            <p:nvPr/>
          </p:nvSpPr>
          <p:spPr bwMode="auto">
            <a:xfrm>
              <a:off x="4063583" y="5934143"/>
              <a:ext cx="134925" cy="261714"/>
            </a:xfrm>
            <a:custGeom>
              <a:avLst/>
              <a:gdLst>
                <a:gd name="T0" fmla="*/ 84 w 84"/>
                <a:gd name="T1" fmla="*/ 27 h 163"/>
                <a:gd name="T2" fmla="*/ 69 w 84"/>
                <a:gd name="T3" fmla="*/ 27 h 163"/>
                <a:gd name="T4" fmla="*/ 54 w 84"/>
                <a:gd name="T5" fmla="*/ 41 h 163"/>
                <a:gd name="T6" fmla="*/ 54 w 84"/>
                <a:gd name="T7" fmla="*/ 60 h 163"/>
                <a:gd name="T8" fmla="*/ 83 w 84"/>
                <a:gd name="T9" fmla="*/ 60 h 163"/>
                <a:gd name="T10" fmla="*/ 83 w 84"/>
                <a:gd name="T11" fmla="*/ 88 h 163"/>
                <a:gd name="T12" fmla="*/ 54 w 84"/>
                <a:gd name="T13" fmla="*/ 88 h 163"/>
                <a:gd name="T14" fmla="*/ 54 w 84"/>
                <a:gd name="T15" fmla="*/ 163 h 163"/>
                <a:gd name="T16" fmla="*/ 25 w 84"/>
                <a:gd name="T17" fmla="*/ 163 h 163"/>
                <a:gd name="T18" fmla="*/ 25 w 84"/>
                <a:gd name="T19" fmla="*/ 88 h 163"/>
                <a:gd name="T20" fmla="*/ 0 w 84"/>
                <a:gd name="T21" fmla="*/ 88 h 163"/>
                <a:gd name="T22" fmla="*/ 0 w 84"/>
                <a:gd name="T23" fmla="*/ 60 h 163"/>
                <a:gd name="T24" fmla="*/ 25 w 84"/>
                <a:gd name="T25" fmla="*/ 60 h 163"/>
                <a:gd name="T26" fmla="*/ 25 w 84"/>
                <a:gd name="T27" fmla="*/ 38 h 163"/>
                <a:gd name="T28" fmla="*/ 62 w 84"/>
                <a:gd name="T29" fmla="*/ 0 h 163"/>
                <a:gd name="T30" fmla="*/ 84 w 84"/>
                <a:gd name="T31" fmla="*/ 0 h 163"/>
                <a:gd name="T32" fmla="*/ 84 w 84"/>
                <a:gd name="T33" fmla="*/ 27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63">
                  <a:moveTo>
                    <a:pt x="84" y="27"/>
                  </a:moveTo>
                  <a:cubicBezTo>
                    <a:pt x="69" y="27"/>
                    <a:pt x="69" y="27"/>
                    <a:pt x="69" y="27"/>
                  </a:cubicBezTo>
                  <a:cubicBezTo>
                    <a:pt x="57" y="27"/>
                    <a:pt x="54" y="33"/>
                    <a:pt x="54" y="41"/>
                  </a:cubicBezTo>
                  <a:cubicBezTo>
                    <a:pt x="54" y="60"/>
                    <a:pt x="54" y="60"/>
                    <a:pt x="54" y="60"/>
                  </a:cubicBezTo>
                  <a:cubicBezTo>
                    <a:pt x="83" y="60"/>
                    <a:pt x="83" y="60"/>
                    <a:pt x="83" y="60"/>
                  </a:cubicBezTo>
                  <a:cubicBezTo>
                    <a:pt x="83" y="88"/>
                    <a:pt x="83" y="88"/>
                    <a:pt x="83" y="88"/>
                  </a:cubicBezTo>
                  <a:cubicBezTo>
                    <a:pt x="54" y="88"/>
                    <a:pt x="54" y="88"/>
                    <a:pt x="54" y="88"/>
                  </a:cubicBezTo>
                  <a:cubicBezTo>
                    <a:pt x="54" y="163"/>
                    <a:pt x="54" y="163"/>
                    <a:pt x="54" y="163"/>
                  </a:cubicBezTo>
                  <a:cubicBezTo>
                    <a:pt x="25" y="163"/>
                    <a:pt x="25" y="163"/>
                    <a:pt x="25" y="163"/>
                  </a:cubicBezTo>
                  <a:cubicBezTo>
                    <a:pt x="25" y="88"/>
                    <a:pt x="25" y="88"/>
                    <a:pt x="25" y="88"/>
                  </a:cubicBezTo>
                  <a:cubicBezTo>
                    <a:pt x="0" y="88"/>
                    <a:pt x="0" y="88"/>
                    <a:pt x="0" y="88"/>
                  </a:cubicBezTo>
                  <a:cubicBezTo>
                    <a:pt x="0" y="60"/>
                    <a:pt x="0" y="60"/>
                    <a:pt x="0" y="60"/>
                  </a:cubicBezTo>
                  <a:cubicBezTo>
                    <a:pt x="25" y="60"/>
                    <a:pt x="25" y="60"/>
                    <a:pt x="25" y="60"/>
                  </a:cubicBezTo>
                  <a:cubicBezTo>
                    <a:pt x="25" y="38"/>
                    <a:pt x="25" y="38"/>
                    <a:pt x="25" y="38"/>
                  </a:cubicBezTo>
                  <a:cubicBezTo>
                    <a:pt x="25" y="13"/>
                    <a:pt x="40" y="0"/>
                    <a:pt x="62" y="0"/>
                  </a:cubicBezTo>
                  <a:cubicBezTo>
                    <a:pt x="84" y="0"/>
                    <a:pt x="84" y="0"/>
                    <a:pt x="84" y="0"/>
                  </a:cubicBezTo>
                  <a:lnTo>
                    <a:pt x="84" y="27"/>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grpSp>
      <p:grpSp>
        <p:nvGrpSpPr>
          <p:cNvPr id="32" name="Group 31"/>
          <p:cNvGrpSpPr/>
          <p:nvPr userDrawn="1"/>
        </p:nvGrpSpPr>
        <p:grpSpPr>
          <a:xfrm>
            <a:off x="4371030" y="5929154"/>
            <a:ext cx="615286" cy="184176"/>
            <a:chOff x="3872969" y="5806923"/>
            <a:chExt cx="1724341" cy="516155"/>
          </a:xfrm>
        </p:grpSpPr>
        <p:sp>
          <p:nvSpPr>
            <p:cNvPr id="33" name="Oval 32"/>
            <p:cNvSpPr/>
            <p:nvPr/>
          </p:nvSpPr>
          <p:spPr>
            <a:xfrm>
              <a:off x="3872969"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34" name="Oval 33"/>
            <p:cNvSpPr/>
            <p:nvPr/>
          </p:nvSpPr>
          <p:spPr>
            <a:xfrm>
              <a:off x="4477062"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35" name="Oval 34"/>
            <p:cNvSpPr/>
            <p:nvPr/>
          </p:nvSpPr>
          <p:spPr>
            <a:xfrm>
              <a:off x="5081155"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36" name="Freeform 63"/>
            <p:cNvSpPr>
              <a:spLocks/>
            </p:cNvSpPr>
            <p:nvPr/>
          </p:nvSpPr>
          <p:spPr bwMode="auto">
            <a:xfrm>
              <a:off x="4576091" y="5937921"/>
              <a:ext cx="318095" cy="261714"/>
            </a:xfrm>
            <a:custGeom>
              <a:avLst/>
              <a:gdLst>
                <a:gd name="T0" fmla="*/ 160 w 160"/>
                <a:gd name="T1" fmla="*/ 16 h 131"/>
                <a:gd name="T2" fmla="*/ 159 w 160"/>
                <a:gd name="T3" fmla="*/ 16 h 131"/>
                <a:gd name="T4" fmla="*/ 144 w 160"/>
                <a:gd name="T5" fmla="*/ 20 h 131"/>
                <a:gd name="T6" fmla="*/ 156 w 160"/>
                <a:gd name="T7" fmla="*/ 4 h 131"/>
                <a:gd name="T8" fmla="*/ 156 w 160"/>
                <a:gd name="T9" fmla="*/ 3 h 131"/>
                <a:gd name="T10" fmla="*/ 155 w 160"/>
                <a:gd name="T11" fmla="*/ 3 h 131"/>
                <a:gd name="T12" fmla="*/ 135 w 160"/>
                <a:gd name="T13" fmla="*/ 11 h 131"/>
                <a:gd name="T14" fmla="*/ 111 w 160"/>
                <a:gd name="T15" fmla="*/ 0 h 131"/>
                <a:gd name="T16" fmla="*/ 77 w 160"/>
                <a:gd name="T17" fmla="*/ 34 h 131"/>
                <a:gd name="T18" fmla="*/ 78 w 160"/>
                <a:gd name="T19" fmla="*/ 40 h 131"/>
                <a:gd name="T20" fmla="*/ 12 w 160"/>
                <a:gd name="T21" fmla="*/ 7 h 131"/>
                <a:gd name="T22" fmla="*/ 12 w 160"/>
                <a:gd name="T23" fmla="*/ 6 h 131"/>
                <a:gd name="T24" fmla="*/ 11 w 160"/>
                <a:gd name="T25" fmla="*/ 7 h 131"/>
                <a:gd name="T26" fmla="*/ 7 w 160"/>
                <a:gd name="T27" fmla="*/ 23 h 131"/>
                <a:gd name="T28" fmla="*/ 19 w 160"/>
                <a:gd name="T29" fmla="*/ 50 h 131"/>
                <a:gd name="T30" fmla="*/ 7 w 160"/>
                <a:gd name="T31" fmla="*/ 46 h 131"/>
                <a:gd name="T32" fmla="*/ 7 w 160"/>
                <a:gd name="T33" fmla="*/ 46 h 131"/>
                <a:gd name="T34" fmla="*/ 6 w 160"/>
                <a:gd name="T35" fmla="*/ 47 h 131"/>
                <a:gd name="T36" fmla="*/ 6 w 160"/>
                <a:gd name="T37" fmla="*/ 47 h 131"/>
                <a:gd name="T38" fmla="*/ 30 w 160"/>
                <a:gd name="T39" fmla="*/ 79 h 131"/>
                <a:gd name="T40" fmla="*/ 19 w 160"/>
                <a:gd name="T41" fmla="*/ 79 h 131"/>
                <a:gd name="T42" fmla="*/ 18 w 160"/>
                <a:gd name="T43" fmla="*/ 79 h 131"/>
                <a:gd name="T44" fmla="*/ 18 w 160"/>
                <a:gd name="T45" fmla="*/ 80 h 131"/>
                <a:gd name="T46" fmla="*/ 47 w 160"/>
                <a:gd name="T47" fmla="*/ 103 h 131"/>
                <a:gd name="T48" fmla="*/ 8 w 160"/>
                <a:gd name="T49" fmla="*/ 115 h 131"/>
                <a:gd name="T50" fmla="*/ 1 w 160"/>
                <a:gd name="T51" fmla="*/ 115 h 131"/>
                <a:gd name="T52" fmla="*/ 0 w 160"/>
                <a:gd name="T53" fmla="*/ 115 h 131"/>
                <a:gd name="T54" fmla="*/ 0 w 160"/>
                <a:gd name="T55" fmla="*/ 116 h 131"/>
                <a:gd name="T56" fmla="*/ 51 w 160"/>
                <a:gd name="T57" fmla="*/ 131 h 131"/>
                <a:gd name="T58" fmla="*/ 144 w 160"/>
                <a:gd name="T59" fmla="*/ 38 h 131"/>
                <a:gd name="T60" fmla="*/ 144 w 160"/>
                <a:gd name="T61" fmla="*/ 34 h 131"/>
                <a:gd name="T62" fmla="*/ 160 w 160"/>
                <a:gd name="T63" fmla="*/ 17 h 131"/>
                <a:gd name="T64" fmla="*/ 160 w 160"/>
                <a:gd name="T65" fmla="*/ 1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0" h="131">
                  <a:moveTo>
                    <a:pt x="160" y="16"/>
                  </a:moveTo>
                  <a:cubicBezTo>
                    <a:pt x="160" y="16"/>
                    <a:pt x="160" y="16"/>
                    <a:pt x="159" y="16"/>
                  </a:cubicBezTo>
                  <a:cubicBezTo>
                    <a:pt x="154" y="18"/>
                    <a:pt x="149" y="19"/>
                    <a:pt x="144" y="20"/>
                  </a:cubicBezTo>
                  <a:cubicBezTo>
                    <a:pt x="150" y="16"/>
                    <a:pt x="154" y="10"/>
                    <a:pt x="156" y="4"/>
                  </a:cubicBezTo>
                  <a:cubicBezTo>
                    <a:pt x="156" y="3"/>
                    <a:pt x="156" y="3"/>
                    <a:pt x="156" y="3"/>
                  </a:cubicBezTo>
                  <a:cubicBezTo>
                    <a:pt x="155" y="3"/>
                    <a:pt x="155" y="3"/>
                    <a:pt x="155" y="3"/>
                  </a:cubicBezTo>
                  <a:cubicBezTo>
                    <a:pt x="149" y="7"/>
                    <a:pt x="142" y="9"/>
                    <a:pt x="135" y="11"/>
                  </a:cubicBezTo>
                  <a:cubicBezTo>
                    <a:pt x="128" y="4"/>
                    <a:pt x="120" y="0"/>
                    <a:pt x="111" y="0"/>
                  </a:cubicBezTo>
                  <a:cubicBezTo>
                    <a:pt x="92" y="0"/>
                    <a:pt x="77" y="15"/>
                    <a:pt x="77" y="34"/>
                  </a:cubicBezTo>
                  <a:cubicBezTo>
                    <a:pt x="77" y="36"/>
                    <a:pt x="77" y="38"/>
                    <a:pt x="78" y="40"/>
                  </a:cubicBezTo>
                  <a:cubicBezTo>
                    <a:pt x="52" y="39"/>
                    <a:pt x="29" y="26"/>
                    <a:pt x="12" y="7"/>
                  </a:cubicBezTo>
                  <a:cubicBezTo>
                    <a:pt x="12" y="6"/>
                    <a:pt x="12" y="6"/>
                    <a:pt x="12" y="6"/>
                  </a:cubicBezTo>
                  <a:cubicBezTo>
                    <a:pt x="11" y="6"/>
                    <a:pt x="11" y="6"/>
                    <a:pt x="11" y="7"/>
                  </a:cubicBezTo>
                  <a:cubicBezTo>
                    <a:pt x="8" y="12"/>
                    <a:pt x="7" y="18"/>
                    <a:pt x="7" y="23"/>
                  </a:cubicBezTo>
                  <a:cubicBezTo>
                    <a:pt x="7" y="34"/>
                    <a:pt x="11" y="43"/>
                    <a:pt x="19" y="50"/>
                  </a:cubicBezTo>
                  <a:cubicBezTo>
                    <a:pt x="15" y="49"/>
                    <a:pt x="11" y="48"/>
                    <a:pt x="7" y="46"/>
                  </a:cubicBezTo>
                  <a:cubicBezTo>
                    <a:pt x="7" y="46"/>
                    <a:pt x="7" y="46"/>
                    <a:pt x="7" y="46"/>
                  </a:cubicBezTo>
                  <a:cubicBezTo>
                    <a:pt x="6" y="46"/>
                    <a:pt x="6" y="46"/>
                    <a:pt x="6" y="47"/>
                  </a:cubicBezTo>
                  <a:cubicBezTo>
                    <a:pt x="6" y="47"/>
                    <a:pt x="6" y="47"/>
                    <a:pt x="6" y="47"/>
                  </a:cubicBezTo>
                  <a:cubicBezTo>
                    <a:pt x="6" y="62"/>
                    <a:pt x="16" y="75"/>
                    <a:pt x="30" y="79"/>
                  </a:cubicBezTo>
                  <a:cubicBezTo>
                    <a:pt x="26" y="79"/>
                    <a:pt x="22" y="79"/>
                    <a:pt x="19" y="79"/>
                  </a:cubicBezTo>
                  <a:cubicBezTo>
                    <a:pt x="18" y="79"/>
                    <a:pt x="18" y="79"/>
                    <a:pt x="18" y="79"/>
                  </a:cubicBezTo>
                  <a:cubicBezTo>
                    <a:pt x="18" y="79"/>
                    <a:pt x="18" y="79"/>
                    <a:pt x="18" y="80"/>
                  </a:cubicBezTo>
                  <a:cubicBezTo>
                    <a:pt x="22" y="93"/>
                    <a:pt x="33" y="102"/>
                    <a:pt x="47" y="103"/>
                  </a:cubicBezTo>
                  <a:cubicBezTo>
                    <a:pt x="36" y="111"/>
                    <a:pt x="22" y="115"/>
                    <a:pt x="8" y="115"/>
                  </a:cubicBezTo>
                  <a:cubicBezTo>
                    <a:pt x="6" y="115"/>
                    <a:pt x="3" y="115"/>
                    <a:pt x="1" y="115"/>
                  </a:cubicBezTo>
                  <a:cubicBezTo>
                    <a:pt x="0" y="115"/>
                    <a:pt x="0" y="115"/>
                    <a:pt x="0" y="115"/>
                  </a:cubicBezTo>
                  <a:cubicBezTo>
                    <a:pt x="0" y="116"/>
                    <a:pt x="0" y="116"/>
                    <a:pt x="0" y="116"/>
                  </a:cubicBezTo>
                  <a:cubicBezTo>
                    <a:pt x="15" y="126"/>
                    <a:pt x="33" y="131"/>
                    <a:pt x="51" y="131"/>
                  </a:cubicBezTo>
                  <a:cubicBezTo>
                    <a:pt x="109" y="131"/>
                    <a:pt x="144" y="83"/>
                    <a:pt x="144" y="38"/>
                  </a:cubicBezTo>
                  <a:cubicBezTo>
                    <a:pt x="144" y="36"/>
                    <a:pt x="144" y="35"/>
                    <a:pt x="144" y="34"/>
                  </a:cubicBezTo>
                  <a:cubicBezTo>
                    <a:pt x="150" y="29"/>
                    <a:pt x="156" y="23"/>
                    <a:pt x="160" y="17"/>
                  </a:cubicBezTo>
                  <a:cubicBezTo>
                    <a:pt x="160" y="17"/>
                    <a:pt x="160" y="16"/>
                    <a:pt x="160" y="16"/>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37" name="Freeform 21"/>
            <p:cNvSpPr>
              <a:spLocks/>
            </p:cNvSpPr>
            <p:nvPr/>
          </p:nvSpPr>
          <p:spPr bwMode="auto">
            <a:xfrm>
              <a:off x="5235659" y="5934143"/>
              <a:ext cx="207145" cy="261714"/>
            </a:xfrm>
            <a:custGeom>
              <a:avLst/>
              <a:gdLst>
                <a:gd name="T0" fmla="*/ 129 w 323"/>
                <a:gd name="T1" fmla="*/ 272 h 408"/>
                <a:gd name="T2" fmla="*/ 68 w 323"/>
                <a:gd name="T3" fmla="*/ 408 h 408"/>
                <a:gd name="T4" fmla="*/ 98 w 323"/>
                <a:gd name="T5" fmla="*/ 196 h 408"/>
                <a:gd name="T6" fmla="*/ 149 w 323"/>
                <a:gd name="T7" fmla="*/ 99 h 408"/>
                <a:gd name="T8" fmla="*/ 172 w 323"/>
                <a:gd name="T9" fmla="*/ 257 h 408"/>
                <a:gd name="T10" fmla="*/ 234 w 323"/>
                <a:gd name="T11" fmla="*/ 73 h 408"/>
                <a:gd name="T12" fmla="*/ 47 w 323"/>
                <a:gd name="T13" fmla="*/ 173 h 408"/>
                <a:gd name="T14" fmla="*/ 57 w 323"/>
                <a:gd name="T15" fmla="*/ 239 h 408"/>
                <a:gd name="T16" fmla="*/ 1 w 323"/>
                <a:gd name="T17" fmla="*/ 147 h 408"/>
                <a:gd name="T18" fmla="*/ 137 w 323"/>
                <a:gd name="T19" fmla="*/ 9 h 408"/>
                <a:gd name="T20" fmla="*/ 310 w 323"/>
                <a:gd name="T21" fmla="*/ 119 h 408"/>
                <a:gd name="T22" fmla="*/ 183 w 323"/>
                <a:gd name="T23" fmla="*/ 298 h 408"/>
                <a:gd name="T24" fmla="*/ 129 w 323"/>
                <a:gd name="T25" fmla="*/ 272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3" h="408">
                  <a:moveTo>
                    <a:pt x="129" y="272"/>
                  </a:moveTo>
                  <a:cubicBezTo>
                    <a:pt x="118" y="328"/>
                    <a:pt x="106" y="380"/>
                    <a:pt x="68" y="408"/>
                  </a:cubicBezTo>
                  <a:cubicBezTo>
                    <a:pt x="56" y="325"/>
                    <a:pt x="85" y="262"/>
                    <a:pt x="98" y="196"/>
                  </a:cubicBezTo>
                  <a:cubicBezTo>
                    <a:pt x="75" y="157"/>
                    <a:pt x="101" y="80"/>
                    <a:pt x="149" y="99"/>
                  </a:cubicBezTo>
                  <a:cubicBezTo>
                    <a:pt x="209" y="122"/>
                    <a:pt x="98" y="242"/>
                    <a:pt x="172" y="257"/>
                  </a:cubicBezTo>
                  <a:cubicBezTo>
                    <a:pt x="250" y="273"/>
                    <a:pt x="282" y="122"/>
                    <a:pt x="234" y="73"/>
                  </a:cubicBezTo>
                  <a:cubicBezTo>
                    <a:pt x="164" y="2"/>
                    <a:pt x="31" y="72"/>
                    <a:pt x="47" y="173"/>
                  </a:cubicBezTo>
                  <a:cubicBezTo>
                    <a:pt x="51" y="198"/>
                    <a:pt x="77" y="205"/>
                    <a:pt x="57" y="239"/>
                  </a:cubicBezTo>
                  <a:cubicBezTo>
                    <a:pt x="13" y="229"/>
                    <a:pt x="0" y="194"/>
                    <a:pt x="1" y="147"/>
                  </a:cubicBezTo>
                  <a:cubicBezTo>
                    <a:pt x="4" y="70"/>
                    <a:pt x="70" y="17"/>
                    <a:pt x="137" y="9"/>
                  </a:cubicBezTo>
                  <a:cubicBezTo>
                    <a:pt x="221" y="0"/>
                    <a:pt x="300" y="40"/>
                    <a:pt x="310" y="119"/>
                  </a:cubicBezTo>
                  <a:cubicBezTo>
                    <a:pt x="323" y="208"/>
                    <a:pt x="273" y="305"/>
                    <a:pt x="183" y="298"/>
                  </a:cubicBezTo>
                  <a:cubicBezTo>
                    <a:pt x="158" y="296"/>
                    <a:pt x="148" y="284"/>
                    <a:pt x="129" y="272"/>
                  </a:cubicBezTo>
                  <a:close/>
                </a:path>
              </a:pathLst>
            </a:custGeom>
            <a:solidFill>
              <a:schemeClr val="bg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Simplified Arabic" panose="02020603050405020304" pitchFamily="18" charset="-78"/>
              </a:endParaRPr>
            </a:p>
          </p:txBody>
        </p:sp>
        <p:sp>
          <p:nvSpPr>
            <p:cNvPr id="38" name="Freeform 62"/>
            <p:cNvSpPr>
              <a:spLocks/>
            </p:cNvSpPr>
            <p:nvPr/>
          </p:nvSpPr>
          <p:spPr bwMode="auto">
            <a:xfrm>
              <a:off x="4063583" y="5934143"/>
              <a:ext cx="134925" cy="261714"/>
            </a:xfrm>
            <a:custGeom>
              <a:avLst/>
              <a:gdLst>
                <a:gd name="T0" fmla="*/ 84 w 84"/>
                <a:gd name="T1" fmla="*/ 27 h 163"/>
                <a:gd name="T2" fmla="*/ 69 w 84"/>
                <a:gd name="T3" fmla="*/ 27 h 163"/>
                <a:gd name="T4" fmla="*/ 54 w 84"/>
                <a:gd name="T5" fmla="*/ 41 h 163"/>
                <a:gd name="T6" fmla="*/ 54 w 84"/>
                <a:gd name="T7" fmla="*/ 60 h 163"/>
                <a:gd name="T8" fmla="*/ 83 w 84"/>
                <a:gd name="T9" fmla="*/ 60 h 163"/>
                <a:gd name="T10" fmla="*/ 83 w 84"/>
                <a:gd name="T11" fmla="*/ 88 h 163"/>
                <a:gd name="T12" fmla="*/ 54 w 84"/>
                <a:gd name="T13" fmla="*/ 88 h 163"/>
                <a:gd name="T14" fmla="*/ 54 w 84"/>
                <a:gd name="T15" fmla="*/ 163 h 163"/>
                <a:gd name="T16" fmla="*/ 25 w 84"/>
                <a:gd name="T17" fmla="*/ 163 h 163"/>
                <a:gd name="T18" fmla="*/ 25 w 84"/>
                <a:gd name="T19" fmla="*/ 88 h 163"/>
                <a:gd name="T20" fmla="*/ 0 w 84"/>
                <a:gd name="T21" fmla="*/ 88 h 163"/>
                <a:gd name="T22" fmla="*/ 0 w 84"/>
                <a:gd name="T23" fmla="*/ 60 h 163"/>
                <a:gd name="T24" fmla="*/ 25 w 84"/>
                <a:gd name="T25" fmla="*/ 60 h 163"/>
                <a:gd name="T26" fmla="*/ 25 w 84"/>
                <a:gd name="T27" fmla="*/ 38 h 163"/>
                <a:gd name="T28" fmla="*/ 62 w 84"/>
                <a:gd name="T29" fmla="*/ 0 h 163"/>
                <a:gd name="T30" fmla="*/ 84 w 84"/>
                <a:gd name="T31" fmla="*/ 0 h 163"/>
                <a:gd name="T32" fmla="*/ 84 w 84"/>
                <a:gd name="T33" fmla="*/ 27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63">
                  <a:moveTo>
                    <a:pt x="84" y="27"/>
                  </a:moveTo>
                  <a:cubicBezTo>
                    <a:pt x="69" y="27"/>
                    <a:pt x="69" y="27"/>
                    <a:pt x="69" y="27"/>
                  </a:cubicBezTo>
                  <a:cubicBezTo>
                    <a:pt x="57" y="27"/>
                    <a:pt x="54" y="33"/>
                    <a:pt x="54" y="41"/>
                  </a:cubicBezTo>
                  <a:cubicBezTo>
                    <a:pt x="54" y="60"/>
                    <a:pt x="54" y="60"/>
                    <a:pt x="54" y="60"/>
                  </a:cubicBezTo>
                  <a:cubicBezTo>
                    <a:pt x="83" y="60"/>
                    <a:pt x="83" y="60"/>
                    <a:pt x="83" y="60"/>
                  </a:cubicBezTo>
                  <a:cubicBezTo>
                    <a:pt x="83" y="88"/>
                    <a:pt x="83" y="88"/>
                    <a:pt x="83" y="88"/>
                  </a:cubicBezTo>
                  <a:cubicBezTo>
                    <a:pt x="54" y="88"/>
                    <a:pt x="54" y="88"/>
                    <a:pt x="54" y="88"/>
                  </a:cubicBezTo>
                  <a:cubicBezTo>
                    <a:pt x="54" y="163"/>
                    <a:pt x="54" y="163"/>
                    <a:pt x="54" y="163"/>
                  </a:cubicBezTo>
                  <a:cubicBezTo>
                    <a:pt x="25" y="163"/>
                    <a:pt x="25" y="163"/>
                    <a:pt x="25" y="163"/>
                  </a:cubicBezTo>
                  <a:cubicBezTo>
                    <a:pt x="25" y="88"/>
                    <a:pt x="25" y="88"/>
                    <a:pt x="25" y="88"/>
                  </a:cubicBezTo>
                  <a:cubicBezTo>
                    <a:pt x="0" y="88"/>
                    <a:pt x="0" y="88"/>
                    <a:pt x="0" y="88"/>
                  </a:cubicBezTo>
                  <a:cubicBezTo>
                    <a:pt x="0" y="60"/>
                    <a:pt x="0" y="60"/>
                    <a:pt x="0" y="60"/>
                  </a:cubicBezTo>
                  <a:cubicBezTo>
                    <a:pt x="25" y="60"/>
                    <a:pt x="25" y="60"/>
                    <a:pt x="25" y="60"/>
                  </a:cubicBezTo>
                  <a:cubicBezTo>
                    <a:pt x="25" y="38"/>
                    <a:pt x="25" y="38"/>
                    <a:pt x="25" y="38"/>
                  </a:cubicBezTo>
                  <a:cubicBezTo>
                    <a:pt x="25" y="13"/>
                    <a:pt x="40" y="0"/>
                    <a:pt x="62" y="0"/>
                  </a:cubicBezTo>
                  <a:cubicBezTo>
                    <a:pt x="84" y="0"/>
                    <a:pt x="84" y="0"/>
                    <a:pt x="84" y="0"/>
                  </a:cubicBezTo>
                  <a:lnTo>
                    <a:pt x="84" y="27"/>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grpSp>
      <p:grpSp>
        <p:nvGrpSpPr>
          <p:cNvPr id="39" name="Group 38"/>
          <p:cNvGrpSpPr/>
          <p:nvPr userDrawn="1"/>
        </p:nvGrpSpPr>
        <p:grpSpPr>
          <a:xfrm>
            <a:off x="7190430" y="5922241"/>
            <a:ext cx="615286" cy="184176"/>
            <a:chOff x="3872969" y="5806923"/>
            <a:chExt cx="1724341" cy="516155"/>
          </a:xfrm>
        </p:grpSpPr>
        <p:sp>
          <p:nvSpPr>
            <p:cNvPr id="40" name="Oval 39"/>
            <p:cNvSpPr/>
            <p:nvPr/>
          </p:nvSpPr>
          <p:spPr>
            <a:xfrm>
              <a:off x="3872969"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1" name="Oval 40"/>
            <p:cNvSpPr/>
            <p:nvPr/>
          </p:nvSpPr>
          <p:spPr>
            <a:xfrm>
              <a:off x="4477062"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2" name="Oval 41"/>
            <p:cNvSpPr/>
            <p:nvPr/>
          </p:nvSpPr>
          <p:spPr>
            <a:xfrm>
              <a:off x="5081155"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3" name="Freeform 63"/>
            <p:cNvSpPr>
              <a:spLocks/>
            </p:cNvSpPr>
            <p:nvPr/>
          </p:nvSpPr>
          <p:spPr bwMode="auto">
            <a:xfrm>
              <a:off x="4576091" y="5937921"/>
              <a:ext cx="318095" cy="261714"/>
            </a:xfrm>
            <a:custGeom>
              <a:avLst/>
              <a:gdLst>
                <a:gd name="T0" fmla="*/ 160 w 160"/>
                <a:gd name="T1" fmla="*/ 16 h 131"/>
                <a:gd name="T2" fmla="*/ 159 w 160"/>
                <a:gd name="T3" fmla="*/ 16 h 131"/>
                <a:gd name="T4" fmla="*/ 144 w 160"/>
                <a:gd name="T5" fmla="*/ 20 h 131"/>
                <a:gd name="T6" fmla="*/ 156 w 160"/>
                <a:gd name="T7" fmla="*/ 4 h 131"/>
                <a:gd name="T8" fmla="*/ 156 w 160"/>
                <a:gd name="T9" fmla="*/ 3 h 131"/>
                <a:gd name="T10" fmla="*/ 155 w 160"/>
                <a:gd name="T11" fmla="*/ 3 h 131"/>
                <a:gd name="T12" fmla="*/ 135 w 160"/>
                <a:gd name="T13" fmla="*/ 11 h 131"/>
                <a:gd name="T14" fmla="*/ 111 w 160"/>
                <a:gd name="T15" fmla="*/ 0 h 131"/>
                <a:gd name="T16" fmla="*/ 77 w 160"/>
                <a:gd name="T17" fmla="*/ 34 h 131"/>
                <a:gd name="T18" fmla="*/ 78 w 160"/>
                <a:gd name="T19" fmla="*/ 40 h 131"/>
                <a:gd name="T20" fmla="*/ 12 w 160"/>
                <a:gd name="T21" fmla="*/ 7 h 131"/>
                <a:gd name="T22" fmla="*/ 12 w 160"/>
                <a:gd name="T23" fmla="*/ 6 h 131"/>
                <a:gd name="T24" fmla="*/ 11 w 160"/>
                <a:gd name="T25" fmla="*/ 7 h 131"/>
                <a:gd name="T26" fmla="*/ 7 w 160"/>
                <a:gd name="T27" fmla="*/ 23 h 131"/>
                <a:gd name="T28" fmla="*/ 19 w 160"/>
                <a:gd name="T29" fmla="*/ 50 h 131"/>
                <a:gd name="T30" fmla="*/ 7 w 160"/>
                <a:gd name="T31" fmla="*/ 46 h 131"/>
                <a:gd name="T32" fmla="*/ 7 w 160"/>
                <a:gd name="T33" fmla="*/ 46 h 131"/>
                <a:gd name="T34" fmla="*/ 6 w 160"/>
                <a:gd name="T35" fmla="*/ 47 h 131"/>
                <a:gd name="T36" fmla="*/ 6 w 160"/>
                <a:gd name="T37" fmla="*/ 47 h 131"/>
                <a:gd name="T38" fmla="*/ 30 w 160"/>
                <a:gd name="T39" fmla="*/ 79 h 131"/>
                <a:gd name="T40" fmla="*/ 19 w 160"/>
                <a:gd name="T41" fmla="*/ 79 h 131"/>
                <a:gd name="T42" fmla="*/ 18 w 160"/>
                <a:gd name="T43" fmla="*/ 79 h 131"/>
                <a:gd name="T44" fmla="*/ 18 w 160"/>
                <a:gd name="T45" fmla="*/ 80 h 131"/>
                <a:gd name="T46" fmla="*/ 47 w 160"/>
                <a:gd name="T47" fmla="*/ 103 h 131"/>
                <a:gd name="T48" fmla="*/ 8 w 160"/>
                <a:gd name="T49" fmla="*/ 115 h 131"/>
                <a:gd name="T50" fmla="*/ 1 w 160"/>
                <a:gd name="T51" fmla="*/ 115 h 131"/>
                <a:gd name="T52" fmla="*/ 0 w 160"/>
                <a:gd name="T53" fmla="*/ 115 h 131"/>
                <a:gd name="T54" fmla="*/ 0 w 160"/>
                <a:gd name="T55" fmla="*/ 116 h 131"/>
                <a:gd name="T56" fmla="*/ 51 w 160"/>
                <a:gd name="T57" fmla="*/ 131 h 131"/>
                <a:gd name="T58" fmla="*/ 144 w 160"/>
                <a:gd name="T59" fmla="*/ 38 h 131"/>
                <a:gd name="T60" fmla="*/ 144 w 160"/>
                <a:gd name="T61" fmla="*/ 34 h 131"/>
                <a:gd name="T62" fmla="*/ 160 w 160"/>
                <a:gd name="T63" fmla="*/ 17 h 131"/>
                <a:gd name="T64" fmla="*/ 160 w 160"/>
                <a:gd name="T65" fmla="*/ 1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0" h="131">
                  <a:moveTo>
                    <a:pt x="160" y="16"/>
                  </a:moveTo>
                  <a:cubicBezTo>
                    <a:pt x="160" y="16"/>
                    <a:pt x="160" y="16"/>
                    <a:pt x="159" y="16"/>
                  </a:cubicBezTo>
                  <a:cubicBezTo>
                    <a:pt x="154" y="18"/>
                    <a:pt x="149" y="19"/>
                    <a:pt x="144" y="20"/>
                  </a:cubicBezTo>
                  <a:cubicBezTo>
                    <a:pt x="150" y="16"/>
                    <a:pt x="154" y="10"/>
                    <a:pt x="156" y="4"/>
                  </a:cubicBezTo>
                  <a:cubicBezTo>
                    <a:pt x="156" y="3"/>
                    <a:pt x="156" y="3"/>
                    <a:pt x="156" y="3"/>
                  </a:cubicBezTo>
                  <a:cubicBezTo>
                    <a:pt x="155" y="3"/>
                    <a:pt x="155" y="3"/>
                    <a:pt x="155" y="3"/>
                  </a:cubicBezTo>
                  <a:cubicBezTo>
                    <a:pt x="149" y="7"/>
                    <a:pt x="142" y="9"/>
                    <a:pt x="135" y="11"/>
                  </a:cubicBezTo>
                  <a:cubicBezTo>
                    <a:pt x="128" y="4"/>
                    <a:pt x="120" y="0"/>
                    <a:pt x="111" y="0"/>
                  </a:cubicBezTo>
                  <a:cubicBezTo>
                    <a:pt x="92" y="0"/>
                    <a:pt x="77" y="15"/>
                    <a:pt x="77" y="34"/>
                  </a:cubicBezTo>
                  <a:cubicBezTo>
                    <a:pt x="77" y="36"/>
                    <a:pt x="77" y="38"/>
                    <a:pt x="78" y="40"/>
                  </a:cubicBezTo>
                  <a:cubicBezTo>
                    <a:pt x="52" y="39"/>
                    <a:pt x="29" y="26"/>
                    <a:pt x="12" y="7"/>
                  </a:cubicBezTo>
                  <a:cubicBezTo>
                    <a:pt x="12" y="6"/>
                    <a:pt x="12" y="6"/>
                    <a:pt x="12" y="6"/>
                  </a:cubicBezTo>
                  <a:cubicBezTo>
                    <a:pt x="11" y="6"/>
                    <a:pt x="11" y="6"/>
                    <a:pt x="11" y="7"/>
                  </a:cubicBezTo>
                  <a:cubicBezTo>
                    <a:pt x="8" y="12"/>
                    <a:pt x="7" y="18"/>
                    <a:pt x="7" y="23"/>
                  </a:cubicBezTo>
                  <a:cubicBezTo>
                    <a:pt x="7" y="34"/>
                    <a:pt x="11" y="43"/>
                    <a:pt x="19" y="50"/>
                  </a:cubicBezTo>
                  <a:cubicBezTo>
                    <a:pt x="15" y="49"/>
                    <a:pt x="11" y="48"/>
                    <a:pt x="7" y="46"/>
                  </a:cubicBezTo>
                  <a:cubicBezTo>
                    <a:pt x="7" y="46"/>
                    <a:pt x="7" y="46"/>
                    <a:pt x="7" y="46"/>
                  </a:cubicBezTo>
                  <a:cubicBezTo>
                    <a:pt x="6" y="46"/>
                    <a:pt x="6" y="46"/>
                    <a:pt x="6" y="47"/>
                  </a:cubicBezTo>
                  <a:cubicBezTo>
                    <a:pt x="6" y="47"/>
                    <a:pt x="6" y="47"/>
                    <a:pt x="6" y="47"/>
                  </a:cubicBezTo>
                  <a:cubicBezTo>
                    <a:pt x="6" y="62"/>
                    <a:pt x="16" y="75"/>
                    <a:pt x="30" y="79"/>
                  </a:cubicBezTo>
                  <a:cubicBezTo>
                    <a:pt x="26" y="79"/>
                    <a:pt x="22" y="79"/>
                    <a:pt x="19" y="79"/>
                  </a:cubicBezTo>
                  <a:cubicBezTo>
                    <a:pt x="18" y="79"/>
                    <a:pt x="18" y="79"/>
                    <a:pt x="18" y="79"/>
                  </a:cubicBezTo>
                  <a:cubicBezTo>
                    <a:pt x="18" y="79"/>
                    <a:pt x="18" y="79"/>
                    <a:pt x="18" y="80"/>
                  </a:cubicBezTo>
                  <a:cubicBezTo>
                    <a:pt x="22" y="93"/>
                    <a:pt x="33" y="102"/>
                    <a:pt x="47" y="103"/>
                  </a:cubicBezTo>
                  <a:cubicBezTo>
                    <a:pt x="36" y="111"/>
                    <a:pt x="22" y="115"/>
                    <a:pt x="8" y="115"/>
                  </a:cubicBezTo>
                  <a:cubicBezTo>
                    <a:pt x="6" y="115"/>
                    <a:pt x="3" y="115"/>
                    <a:pt x="1" y="115"/>
                  </a:cubicBezTo>
                  <a:cubicBezTo>
                    <a:pt x="0" y="115"/>
                    <a:pt x="0" y="115"/>
                    <a:pt x="0" y="115"/>
                  </a:cubicBezTo>
                  <a:cubicBezTo>
                    <a:pt x="0" y="116"/>
                    <a:pt x="0" y="116"/>
                    <a:pt x="0" y="116"/>
                  </a:cubicBezTo>
                  <a:cubicBezTo>
                    <a:pt x="15" y="126"/>
                    <a:pt x="33" y="131"/>
                    <a:pt x="51" y="131"/>
                  </a:cubicBezTo>
                  <a:cubicBezTo>
                    <a:pt x="109" y="131"/>
                    <a:pt x="144" y="83"/>
                    <a:pt x="144" y="38"/>
                  </a:cubicBezTo>
                  <a:cubicBezTo>
                    <a:pt x="144" y="36"/>
                    <a:pt x="144" y="35"/>
                    <a:pt x="144" y="34"/>
                  </a:cubicBezTo>
                  <a:cubicBezTo>
                    <a:pt x="150" y="29"/>
                    <a:pt x="156" y="23"/>
                    <a:pt x="160" y="17"/>
                  </a:cubicBezTo>
                  <a:cubicBezTo>
                    <a:pt x="160" y="17"/>
                    <a:pt x="160" y="16"/>
                    <a:pt x="160" y="16"/>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44" name="Freeform 21"/>
            <p:cNvSpPr>
              <a:spLocks/>
            </p:cNvSpPr>
            <p:nvPr/>
          </p:nvSpPr>
          <p:spPr bwMode="auto">
            <a:xfrm>
              <a:off x="5235659" y="5934143"/>
              <a:ext cx="207145" cy="261714"/>
            </a:xfrm>
            <a:custGeom>
              <a:avLst/>
              <a:gdLst>
                <a:gd name="T0" fmla="*/ 129 w 323"/>
                <a:gd name="T1" fmla="*/ 272 h 408"/>
                <a:gd name="T2" fmla="*/ 68 w 323"/>
                <a:gd name="T3" fmla="*/ 408 h 408"/>
                <a:gd name="T4" fmla="*/ 98 w 323"/>
                <a:gd name="T5" fmla="*/ 196 h 408"/>
                <a:gd name="T6" fmla="*/ 149 w 323"/>
                <a:gd name="T7" fmla="*/ 99 h 408"/>
                <a:gd name="T8" fmla="*/ 172 w 323"/>
                <a:gd name="T9" fmla="*/ 257 h 408"/>
                <a:gd name="T10" fmla="*/ 234 w 323"/>
                <a:gd name="T11" fmla="*/ 73 h 408"/>
                <a:gd name="T12" fmla="*/ 47 w 323"/>
                <a:gd name="T13" fmla="*/ 173 h 408"/>
                <a:gd name="T14" fmla="*/ 57 w 323"/>
                <a:gd name="T15" fmla="*/ 239 h 408"/>
                <a:gd name="T16" fmla="*/ 1 w 323"/>
                <a:gd name="T17" fmla="*/ 147 h 408"/>
                <a:gd name="T18" fmla="*/ 137 w 323"/>
                <a:gd name="T19" fmla="*/ 9 h 408"/>
                <a:gd name="T20" fmla="*/ 310 w 323"/>
                <a:gd name="T21" fmla="*/ 119 h 408"/>
                <a:gd name="T22" fmla="*/ 183 w 323"/>
                <a:gd name="T23" fmla="*/ 298 h 408"/>
                <a:gd name="T24" fmla="*/ 129 w 323"/>
                <a:gd name="T25" fmla="*/ 272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3" h="408">
                  <a:moveTo>
                    <a:pt x="129" y="272"/>
                  </a:moveTo>
                  <a:cubicBezTo>
                    <a:pt x="118" y="328"/>
                    <a:pt x="106" y="380"/>
                    <a:pt x="68" y="408"/>
                  </a:cubicBezTo>
                  <a:cubicBezTo>
                    <a:pt x="56" y="325"/>
                    <a:pt x="85" y="262"/>
                    <a:pt x="98" y="196"/>
                  </a:cubicBezTo>
                  <a:cubicBezTo>
                    <a:pt x="75" y="157"/>
                    <a:pt x="101" y="80"/>
                    <a:pt x="149" y="99"/>
                  </a:cubicBezTo>
                  <a:cubicBezTo>
                    <a:pt x="209" y="122"/>
                    <a:pt x="98" y="242"/>
                    <a:pt x="172" y="257"/>
                  </a:cubicBezTo>
                  <a:cubicBezTo>
                    <a:pt x="250" y="273"/>
                    <a:pt x="282" y="122"/>
                    <a:pt x="234" y="73"/>
                  </a:cubicBezTo>
                  <a:cubicBezTo>
                    <a:pt x="164" y="2"/>
                    <a:pt x="31" y="72"/>
                    <a:pt x="47" y="173"/>
                  </a:cubicBezTo>
                  <a:cubicBezTo>
                    <a:pt x="51" y="198"/>
                    <a:pt x="77" y="205"/>
                    <a:pt x="57" y="239"/>
                  </a:cubicBezTo>
                  <a:cubicBezTo>
                    <a:pt x="13" y="229"/>
                    <a:pt x="0" y="194"/>
                    <a:pt x="1" y="147"/>
                  </a:cubicBezTo>
                  <a:cubicBezTo>
                    <a:pt x="4" y="70"/>
                    <a:pt x="70" y="17"/>
                    <a:pt x="137" y="9"/>
                  </a:cubicBezTo>
                  <a:cubicBezTo>
                    <a:pt x="221" y="0"/>
                    <a:pt x="300" y="40"/>
                    <a:pt x="310" y="119"/>
                  </a:cubicBezTo>
                  <a:cubicBezTo>
                    <a:pt x="323" y="208"/>
                    <a:pt x="273" y="305"/>
                    <a:pt x="183" y="298"/>
                  </a:cubicBezTo>
                  <a:cubicBezTo>
                    <a:pt x="158" y="296"/>
                    <a:pt x="148" y="284"/>
                    <a:pt x="129" y="272"/>
                  </a:cubicBezTo>
                  <a:close/>
                </a:path>
              </a:pathLst>
            </a:custGeom>
            <a:solidFill>
              <a:schemeClr val="bg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Simplified Arabic" panose="02020603050405020304" pitchFamily="18" charset="-78"/>
              </a:endParaRPr>
            </a:p>
          </p:txBody>
        </p:sp>
        <p:sp>
          <p:nvSpPr>
            <p:cNvPr id="45" name="Freeform 62"/>
            <p:cNvSpPr>
              <a:spLocks/>
            </p:cNvSpPr>
            <p:nvPr/>
          </p:nvSpPr>
          <p:spPr bwMode="auto">
            <a:xfrm>
              <a:off x="4063583" y="5934143"/>
              <a:ext cx="134925" cy="261714"/>
            </a:xfrm>
            <a:custGeom>
              <a:avLst/>
              <a:gdLst>
                <a:gd name="T0" fmla="*/ 84 w 84"/>
                <a:gd name="T1" fmla="*/ 27 h 163"/>
                <a:gd name="T2" fmla="*/ 69 w 84"/>
                <a:gd name="T3" fmla="*/ 27 h 163"/>
                <a:gd name="T4" fmla="*/ 54 w 84"/>
                <a:gd name="T5" fmla="*/ 41 h 163"/>
                <a:gd name="T6" fmla="*/ 54 w 84"/>
                <a:gd name="T7" fmla="*/ 60 h 163"/>
                <a:gd name="T8" fmla="*/ 83 w 84"/>
                <a:gd name="T9" fmla="*/ 60 h 163"/>
                <a:gd name="T10" fmla="*/ 83 w 84"/>
                <a:gd name="T11" fmla="*/ 88 h 163"/>
                <a:gd name="T12" fmla="*/ 54 w 84"/>
                <a:gd name="T13" fmla="*/ 88 h 163"/>
                <a:gd name="T14" fmla="*/ 54 w 84"/>
                <a:gd name="T15" fmla="*/ 163 h 163"/>
                <a:gd name="T16" fmla="*/ 25 w 84"/>
                <a:gd name="T17" fmla="*/ 163 h 163"/>
                <a:gd name="T18" fmla="*/ 25 w 84"/>
                <a:gd name="T19" fmla="*/ 88 h 163"/>
                <a:gd name="T20" fmla="*/ 0 w 84"/>
                <a:gd name="T21" fmla="*/ 88 h 163"/>
                <a:gd name="T22" fmla="*/ 0 w 84"/>
                <a:gd name="T23" fmla="*/ 60 h 163"/>
                <a:gd name="T24" fmla="*/ 25 w 84"/>
                <a:gd name="T25" fmla="*/ 60 h 163"/>
                <a:gd name="T26" fmla="*/ 25 w 84"/>
                <a:gd name="T27" fmla="*/ 38 h 163"/>
                <a:gd name="T28" fmla="*/ 62 w 84"/>
                <a:gd name="T29" fmla="*/ 0 h 163"/>
                <a:gd name="T30" fmla="*/ 84 w 84"/>
                <a:gd name="T31" fmla="*/ 0 h 163"/>
                <a:gd name="T32" fmla="*/ 84 w 84"/>
                <a:gd name="T33" fmla="*/ 27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63">
                  <a:moveTo>
                    <a:pt x="84" y="27"/>
                  </a:moveTo>
                  <a:cubicBezTo>
                    <a:pt x="69" y="27"/>
                    <a:pt x="69" y="27"/>
                    <a:pt x="69" y="27"/>
                  </a:cubicBezTo>
                  <a:cubicBezTo>
                    <a:pt x="57" y="27"/>
                    <a:pt x="54" y="33"/>
                    <a:pt x="54" y="41"/>
                  </a:cubicBezTo>
                  <a:cubicBezTo>
                    <a:pt x="54" y="60"/>
                    <a:pt x="54" y="60"/>
                    <a:pt x="54" y="60"/>
                  </a:cubicBezTo>
                  <a:cubicBezTo>
                    <a:pt x="83" y="60"/>
                    <a:pt x="83" y="60"/>
                    <a:pt x="83" y="60"/>
                  </a:cubicBezTo>
                  <a:cubicBezTo>
                    <a:pt x="83" y="88"/>
                    <a:pt x="83" y="88"/>
                    <a:pt x="83" y="88"/>
                  </a:cubicBezTo>
                  <a:cubicBezTo>
                    <a:pt x="54" y="88"/>
                    <a:pt x="54" y="88"/>
                    <a:pt x="54" y="88"/>
                  </a:cubicBezTo>
                  <a:cubicBezTo>
                    <a:pt x="54" y="163"/>
                    <a:pt x="54" y="163"/>
                    <a:pt x="54" y="163"/>
                  </a:cubicBezTo>
                  <a:cubicBezTo>
                    <a:pt x="25" y="163"/>
                    <a:pt x="25" y="163"/>
                    <a:pt x="25" y="163"/>
                  </a:cubicBezTo>
                  <a:cubicBezTo>
                    <a:pt x="25" y="88"/>
                    <a:pt x="25" y="88"/>
                    <a:pt x="25" y="88"/>
                  </a:cubicBezTo>
                  <a:cubicBezTo>
                    <a:pt x="0" y="88"/>
                    <a:pt x="0" y="88"/>
                    <a:pt x="0" y="88"/>
                  </a:cubicBezTo>
                  <a:cubicBezTo>
                    <a:pt x="0" y="60"/>
                    <a:pt x="0" y="60"/>
                    <a:pt x="0" y="60"/>
                  </a:cubicBezTo>
                  <a:cubicBezTo>
                    <a:pt x="25" y="60"/>
                    <a:pt x="25" y="60"/>
                    <a:pt x="25" y="60"/>
                  </a:cubicBezTo>
                  <a:cubicBezTo>
                    <a:pt x="25" y="38"/>
                    <a:pt x="25" y="38"/>
                    <a:pt x="25" y="38"/>
                  </a:cubicBezTo>
                  <a:cubicBezTo>
                    <a:pt x="25" y="13"/>
                    <a:pt x="40" y="0"/>
                    <a:pt x="62" y="0"/>
                  </a:cubicBezTo>
                  <a:cubicBezTo>
                    <a:pt x="84" y="0"/>
                    <a:pt x="84" y="0"/>
                    <a:pt x="84" y="0"/>
                  </a:cubicBezTo>
                  <a:lnTo>
                    <a:pt x="84" y="27"/>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grpSp>
      <p:grpSp>
        <p:nvGrpSpPr>
          <p:cNvPr id="46" name="Group 45"/>
          <p:cNvGrpSpPr/>
          <p:nvPr userDrawn="1"/>
        </p:nvGrpSpPr>
        <p:grpSpPr>
          <a:xfrm>
            <a:off x="10028060" y="5922241"/>
            <a:ext cx="615286" cy="184176"/>
            <a:chOff x="3872969" y="5806923"/>
            <a:chExt cx="1724341" cy="516155"/>
          </a:xfrm>
        </p:grpSpPr>
        <p:sp>
          <p:nvSpPr>
            <p:cNvPr id="47" name="Oval 46"/>
            <p:cNvSpPr/>
            <p:nvPr/>
          </p:nvSpPr>
          <p:spPr>
            <a:xfrm>
              <a:off x="3872969"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8" name="Oval 47"/>
            <p:cNvSpPr/>
            <p:nvPr/>
          </p:nvSpPr>
          <p:spPr>
            <a:xfrm>
              <a:off x="4477062"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9" name="Oval 48"/>
            <p:cNvSpPr/>
            <p:nvPr/>
          </p:nvSpPr>
          <p:spPr>
            <a:xfrm>
              <a:off x="5081155"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50" name="Freeform 63"/>
            <p:cNvSpPr>
              <a:spLocks/>
            </p:cNvSpPr>
            <p:nvPr/>
          </p:nvSpPr>
          <p:spPr bwMode="auto">
            <a:xfrm>
              <a:off x="4576091" y="5937921"/>
              <a:ext cx="318095" cy="261714"/>
            </a:xfrm>
            <a:custGeom>
              <a:avLst/>
              <a:gdLst>
                <a:gd name="T0" fmla="*/ 160 w 160"/>
                <a:gd name="T1" fmla="*/ 16 h 131"/>
                <a:gd name="T2" fmla="*/ 159 w 160"/>
                <a:gd name="T3" fmla="*/ 16 h 131"/>
                <a:gd name="T4" fmla="*/ 144 w 160"/>
                <a:gd name="T5" fmla="*/ 20 h 131"/>
                <a:gd name="T6" fmla="*/ 156 w 160"/>
                <a:gd name="T7" fmla="*/ 4 h 131"/>
                <a:gd name="T8" fmla="*/ 156 w 160"/>
                <a:gd name="T9" fmla="*/ 3 h 131"/>
                <a:gd name="T10" fmla="*/ 155 w 160"/>
                <a:gd name="T11" fmla="*/ 3 h 131"/>
                <a:gd name="T12" fmla="*/ 135 w 160"/>
                <a:gd name="T13" fmla="*/ 11 h 131"/>
                <a:gd name="T14" fmla="*/ 111 w 160"/>
                <a:gd name="T15" fmla="*/ 0 h 131"/>
                <a:gd name="T16" fmla="*/ 77 w 160"/>
                <a:gd name="T17" fmla="*/ 34 h 131"/>
                <a:gd name="T18" fmla="*/ 78 w 160"/>
                <a:gd name="T19" fmla="*/ 40 h 131"/>
                <a:gd name="T20" fmla="*/ 12 w 160"/>
                <a:gd name="T21" fmla="*/ 7 h 131"/>
                <a:gd name="T22" fmla="*/ 12 w 160"/>
                <a:gd name="T23" fmla="*/ 6 h 131"/>
                <a:gd name="T24" fmla="*/ 11 w 160"/>
                <a:gd name="T25" fmla="*/ 7 h 131"/>
                <a:gd name="T26" fmla="*/ 7 w 160"/>
                <a:gd name="T27" fmla="*/ 23 h 131"/>
                <a:gd name="T28" fmla="*/ 19 w 160"/>
                <a:gd name="T29" fmla="*/ 50 h 131"/>
                <a:gd name="T30" fmla="*/ 7 w 160"/>
                <a:gd name="T31" fmla="*/ 46 h 131"/>
                <a:gd name="T32" fmla="*/ 7 w 160"/>
                <a:gd name="T33" fmla="*/ 46 h 131"/>
                <a:gd name="T34" fmla="*/ 6 w 160"/>
                <a:gd name="T35" fmla="*/ 47 h 131"/>
                <a:gd name="T36" fmla="*/ 6 w 160"/>
                <a:gd name="T37" fmla="*/ 47 h 131"/>
                <a:gd name="T38" fmla="*/ 30 w 160"/>
                <a:gd name="T39" fmla="*/ 79 h 131"/>
                <a:gd name="T40" fmla="*/ 19 w 160"/>
                <a:gd name="T41" fmla="*/ 79 h 131"/>
                <a:gd name="T42" fmla="*/ 18 w 160"/>
                <a:gd name="T43" fmla="*/ 79 h 131"/>
                <a:gd name="T44" fmla="*/ 18 w 160"/>
                <a:gd name="T45" fmla="*/ 80 h 131"/>
                <a:gd name="T46" fmla="*/ 47 w 160"/>
                <a:gd name="T47" fmla="*/ 103 h 131"/>
                <a:gd name="T48" fmla="*/ 8 w 160"/>
                <a:gd name="T49" fmla="*/ 115 h 131"/>
                <a:gd name="T50" fmla="*/ 1 w 160"/>
                <a:gd name="T51" fmla="*/ 115 h 131"/>
                <a:gd name="T52" fmla="*/ 0 w 160"/>
                <a:gd name="T53" fmla="*/ 115 h 131"/>
                <a:gd name="T54" fmla="*/ 0 w 160"/>
                <a:gd name="T55" fmla="*/ 116 h 131"/>
                <a:gd name="T56" fmla="*/ 51 w 160"/>
                <a:gd name="T57" fmla="*/ 131 h 131"/>
                <a:gd name="T58" fmla="*/ 144 w 160"/>
                <a:gd name="T59" fmla="*/ 38 h 131"/>
                <a:gd name="T60" fmla="*/ 144 w 160"/>
                <a:gd name="T61" fmla="*/ 34 h 131"/>
                <a:gd name="T62" fmla="*/ 160 w 160"/>
                <a:gd name="T63" fmla="*/ 17 h 131"/>
                <a:gd name="T64" fmla="*/ 160 w 160"/>
                <a:gd name="T65" fmla="*/ 1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0" h="131">
                  <a:moveTo>
                    <a:pt x="160" y="16"/>
                  </a:moveTo>
                  <a:cubicBezTo>
                    <a:pt x="160" y="16"/>
                    <a:pt x="160" y="16"/>
                    <a:pt x="159" y="16"/>
                  </a:cubicBezTo>
                  <a:cubicBezTo>
                    <a:pt x="154" y="18"/>
                    <a:pt x="149" y="19"/>
                    <a:pt x="144" y="20"/>
                  </a:cubicBezTo>
                  <a:cubicBezTo>
                    <a:pt x="150" y="16"/>
                    <a:pt x="154" y="10"/>
                    <a:pt x="156" y="4"/>
                  </a:cubicBezTo>
                  <a:cubicBezTo>
                    <a:pt x="156" y="3"/>
                    <a:pt x="156" y="3"/>
                    <a:pt x="156" y="3"/>
                  </a:cubicBezTo>
                  <a:cubicBezTo>
                    <a:pt x="155" y="3"/>
                    <a:pt x="155" y="3"/>
                    <a:pt x="155" y="3"/>
                  </a:cubicBezTo>
                  <a:cubicBezTo>
                    <a:pt x="149" y="7"/>
                    <a:pt x="142" y="9"/>
                    <a:pt x="135" y="11"/>
                  </a:cubicBezTo>
                  <a:cubicBezTo>
                    <a:pt x="128" y="4"/>
                    <a:pt x="120" y="0"/>
                    <a:pt x="111" y="0"/>
                  </a:cubicBezTo>
                  <a:cubicBezTo>
                    <a:pt x="92" y="0"/>
                    <a:pt x="77" y="15"/>
                    <a:pt x="77" y="34"/>
                  </a:cubicBezTo>
                  <a:cubicBezTo>
                    <a:pt x="77" y="36"/>
                    <a:pt x="77" y="38"/>
                    <a:pt x="78" y="40"/>
                  </a:cubicBezTo>
                  <a:cubicBezTo>
                    <a:pt x="52" y="39"/>
                    <a:pt x="29" y="26"/>
                    <a:pt x="12" y="7"/>
                  </a:cubicBezTo>
                  <a:cubicBezTo>
                    <a:pt x="12" y="6"/>
                    <a:pt x="12" y="6"/>
                    <a:pt x="12" y="6"/>
                  </a:cubicBezTo>
                  <a:cubicBezTo>
                    <a:pt x="11" y="6"/>
                    <a:pt x="11" y="6"/>
                    <a:pt x="11" y="7"/>
                  </a:cubicBezTo>
                  <a:cubicBezTo>
                    <a:pt x="8" y="12"/>
                    <a:pt x="7" y="18"/>
                    <a:pt x="7" y="23"/>
                  </a:cubicBezTo>
                  <a:cubicBezTo>
                    <a:pt x="7" y="34"/>
                    <a:pt x="11" y="43"/>
                    <a:pt x="19" y="50"/>
                  </a:cubicBezTo>
                  <a:cubicBezTo>
                    <a:pt x="15" y="49"/>
                    <a:pt x="11" y="48"/>
                    <a:pt x="7" y="46"/>
                  </a:cubicBezTo>
                  <a:cubicBezTo>
                    <a:pt x="7" y="46"/>
                    <a:pt x="7" y="46"/>
                    <a:pt x="7" y="46"/>
                  </a:cubicBezTo>
                  <a:cubicBezTo>
                    <a:pt x="6" y="46"/>
                    <a:pt x="6" y="46"/>
                    <a:pt x="6" y="47"/>
                  </a:cubicBezTo>
                  <a:cubicBezTo>
                    <a:pt x="6" y="47"/>
                    <a:pt x="6" y="47"/>
                    <a:pt x="6" y="47"/>
                  </a:cubicBezTo>
                  <a:cubicBezTo>
                    <a:pt x="6" y="62"/>
                    <a:pt x="16" y="75"/>
                    <a:pt x="30" y="79"/>
                  </a:cubicBezTo>
                  <a:cubicBezTo>
                    <a:pt x="26" y="79"/>
                    <a:pt x="22" y="79"/>
                    <a:pt x="19" y="79"/>
                  </a:cubicBezTo>
                  <a:cubicBezTo>
                    <a:pt x="18" y="79"/>
                    <a:pt x="18" y="79"/>
                    <a:pt x="18" y="79"/>
                  </a:cubicBezTo>
                  <a:cubicBezTo>
                    <a:pt x="18" y="79"/>
                    <a:pt x="18" y="79"/>
                    <a:pt x="18" y="80"/>
                  </a:cubicBezTo>
                  <a:cubicBezTo>
                    <a:pt x="22" y="93"/>
                    <a:pt x="33" y="102"/>
                    <a:pt x="47" y="103"/>
                  </a:cubicBezTo>
                  <a:cubicBezTo>
                    <a:pt x="36" y="111"/>
                    <a:pt x="22" y="115"/>
                    <a:pt x="8" y="115"/>
                  </a:cubicBezTo>
                  <a:cubicBezTo>
                    <a:pt x="6" y="115"/>
                    <a:pt x="3" y="115"/>
                    <a:pt x="1" y="115"/>
                  </a:cubicBezTo>
                  <a:cubicBezTo>
                    <a:pt x="0" y="115"/>
                    <a:pt x="0" y="115"/>
                    <a:pt x="0" y="115"/>
                  </a:cubicBezTo>
                  <a:cubicBezTo>
                    <a:pt x="0" y="116"/>
                    <a:pt x="0" y="116"/>
                    <a:pt x="0" y="116"/>
                  </a:cubicBezTo>
                  <a:cubicBezTo>
                    <a:pt x="15" y="126"/>
                    <a:pt x="33" y="131"/>
                    <a:pt x="51" y="131"/>
                  </a:cubicBezTo>
                  <a:cubicBezTo>
                    <a:pt x="109" y="131"/>
                    <a:pt x="144" y="83"/>
                    <a:pt x="144" y="38"/>
                  </a:cubicBezTo>
                  <a:cubicBezTo>
                    <a:pt x="144" y="36"/>
                    <a:pt x="144" y="35"/>
                    <a:pt x="144" y="34"/>
                  </a:cubicBezTo>
                  <a:cubicBezTo>
                    <a:pt x="150" y="29"/>
                    <a:pt x="156" y="23"/>
                    <a:pt x="160" y="17"/>
                  </a:cubicBezTo>
                  <a:cubicBezTo>
                    <a:pt x="160" y="17"/>
                    <a:pt x="160" y="16"/>
                    <a:pt x="160" y="16"/>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51" name="Freeform 21"/>
            <p:cNvSpPr>
              <a:spLocks/>
            </p:cNvSpPr>
            <p:nvPr/>
          </p:nvSpPr>
          <p:spPr bwMode="auto">
            <a:xfrm>
              <a:off x="5235659" y="5934143"/>
              <a:ext cx="207145" cy="261714"/>
            </a:xfrm>
            <a:custGeom>
              <a:avLst/>
              <a:gdLst>
                <a:gd name="T0" fmla="*/ 129 w 323"/>
                <a:gd name="T1" fmla="*/ 272 h 408"/>
                <a:gd name="T2" fmla="*/ 68 w 323"/>
                <a:gd name="T3" fmla="*/ 408 h 408"/>
                <a:gd name="T4" fmla="*/ 98 w 323"/>
                <a:gd name="T5" fmla="*/ 196 h 408"/>
                <a:gd name="T6" fmla="*/ 149 w 323"/>
                <a:gd name="T7" fmla="*/ 99 h 408"/>
                <a:gd name="T8" fmla="*/ 172 w 323"/>
                <a:gd name="T9" fmla="*/ 257 h 408"/>
                <a:gd name="T10" fmla="*/ 234 w 323"/>
                <a:gd name="T11" fmla="*/ 73 h 408"/>
                <a:gd name="T12" fmla="*/ 47 w 323"/>
                <a:gd name="T13" fmla="*/ 173 h 408"/>
                <a:gd name="T14" fmla="*/ 57 w 323"/>
                <a:gd name="T15" fmla="*/ 239 h 408"/>
                <a:gd name="T16" fmla="*/ 1 w 323"/>
                <a:gd name="T17" fmla="*/ 147 h 408"/>
                <a:gd name="T18" fmla="*/ 137 w 323"/>
                <a:gd name="T19" fmla="*/ 9 h 408"/>
                <a:gd name="T20" fmla="*/ 310 w 323"/>
                <a:gd name="T21" fmla="*/ 119 h 408"/>
                <a:gd name="T22" fmla="*/ 183 w 323"/>
                <a:gd name="T23" fmla="*/ 298 h 408"/>
                <a:gd name="T24" fmla="*/ 129 w 323"/>
                <a:gd name="T25" fmla="*/ 272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3" h="408">
                  <a:moveTo>
                    <a:pt x="129" y="272"/>
                  </a:moveTo>
                  <a:cubicBezTo>
                    <a:pt x="118" y="328"/>
                    <a:pt x="106" y="380"/>
                    <a:pt x="68" y="408"/>
                  </a:cubicBezTo>
                  <a:cubicBezTo>
                    <a:pt x="56" y="325"/>
                    <a:pt x="85" y="262"/>
                    <a:pt x="98" y="196"/>
                  </a:cubicBezTo>
                  <a:cubicBezTo>
                    <a:pt x="75" y="157"/>
                    <a:pt x="101" y="80"/>
                    <a:pt x="149" y="99"/>
                  </a:cubicBezTo>
                  <a:cubicBezTo>
                    <a:pt x="209" y="122"/>
                    <a:pt x="98" y="242"/>
                    <a:pt x="172" y="257"/>
                  </a:cubicBezTo>
                  <a:cubicBezTo>
                    <a:pt x="250" y="273"/>
                    <a:pt x="282" y="122"/>
                    <a:pt x="234" y="73"/>
                  </a:cubicBezTo>
                  <a:cubicBezTo>
                    <a:pt x="164" y="2"/>
                    <a:pt x="31" y="72"/>
                    <a:pt x="47" y="173"/>
                  </a:cubicBezTo>
                  <a:cubicBezTo>
                    <a:pt x="51" y="198"/>
                    <a:pt x="77" y="205"/>
                    <a:pt x="57" y="239"/>
                  </a:cubicBezTo>
                  <a:cubicBezTo>
                    <a:pt x="13" y="229"/>
                    <a:pt x="0" y="194"/>
                    <a:pt x="1" y="147"/>
                  </a:cubicBezTo>
                  <a:cubicBezTo>
                    <a:pt x="4" y="70"/>
                    <a:pt x="70" y="17"/>
                    <a:pt x="137" y="9"/>
                  </a:cubicBezTo>
                  <a:cubicBezTo>
                    <a:pt x="221" y="0"/>
                    <a:pt x="300" y="40"/>
                    <a:pt x="310" y="119"/>
                  </a:cubicBezTo>
                  <a:cubicBezTo>
                    <a:pt x="323" y="208"/>
                    <a:pt x="273" y="305"/>
                    <a:pt x="183" y="298"/>
                  </a:cubicBezTo>
                  <a:cubicBezTo>
                    <a:pt x="158" y="296"/>
                    <a:pt x="148" y="284"/>
                    <a:pt x="129" y="272"/>
                  </a:cubicBezTo>
                  <a:close/>
                </a:path>
              </a:pathLst>
            </a:custGeom>
            <a:solidFill>
              <a:schemeClr val="bg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Simplified Arabic" panose="02020603050405020304" pitchFamily="18" charset="-78"/>
              </a:endParaRPr>
            </a:p>
          </p:txBody>
        </p:sp>
        <p:sp>
          <p:nvSpPr>
            <p:cNvPr id="52" name="Freeform 62"/>
            <p:cNvSpPr>
              <a:spLocks/>
            </p:cNvSpPr>
            <p:nvPr/>
          </p:nvSpPr>
          <p:spPr bwMode="auto">
            <a:xfrm>
              <a:off x="4063583" y="5934143"/>
              <a:ext cx="134925" cy="261714"/>
            </a:xfrm>
            <a:custGeom>
              <a:avLst/>
              <a:gdLst>
                <a:gd name="T0" fmla="*/ 84 w 84"/>
                <a:gd name="T1" fmla="*/ 27 h 163"/>
                <a:gd name="T2" fmla="*/ 69 w 84"/>
                <a:gd name="T3" fmla="*/ 27 h 163"/>
                <a:gd name="T4" fmla="*/ 54 w 84"/>
                <a:gd name="T5" fmla="*/ 41 h 163"/>
                <a:gd name="T6" fmla="*/ 54 w 84"/>
                <a:gd name="T7" fmla="*/ 60 h 163"/>
                <a:gd name="T8" fmla="*/ 83 w 84"/>
                <a:gd name="T9" fmla="*/ 60 h 163"/>
                <a:gd name="T10" fmla="*/ 83 w 84"/>
                <a:gd name="T11" fmla="*/ 88 h 163"/>
                <a:gd name="T12" fmla="*/ 54 w 84"/>
                <a:gd name="T13" fmla="*/ 88 h 163"/>
                <a:gd name="T14" fmla="*/ 54 w 84"/>
                <a:gd name="T15" fmla="*/ 163 h 163"/>
                <a:gd name="T16" fmla="*/ 25 w 84"/>
                <a:gd name="T17" fmla="*/ 163 h 163"/>
                <a:gd name="T18" fmla="*/ 25 w 84"/>
                <a:gd name="T19" fmla="*/ 88 h 163"/>
                <a:gd name="T20" fmla="*/ 0 w 84"/>
                <a:gd name="T21" fmla="*/ 88 h 163"/>
                <a:gd name="T22" fmla="*/ 0 w 84"/>
                <a:gd name="T23" fmla="*/ 60 h 163"/>
                <a:gd name="T24" fmla="*/ 25 w 84"/>
                <a:gd name="T25" fmla="*/ 60 h 163"/>
                <a:gd name="T26" fmla="*/ 25 w 84"/>
                <a:gd name="T27" fmla="*/ 38 h 163"/>
                <a:gd name="T28" fmla="*/ 62 w 84"/>
                <a:gd name="T29" fmla="*/ 0 h 163"/>
                <a:gd name="T30" fmla="*/ 84 w 84"/>
                <a:gd name="T31" fmla="*/ 0 h 163"/>
                <a:gd name="T32" fmla="*/ 84 w 84"/>
                <a:gd name="T33" fmla="*/ 27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63">
                  <a:moveTo>
                    <a:pt x="84" y="27"/>
                  </a:moveTo>
                  <a:cubicBezTo>
                    <a:pt x="69" y="27"/>
                    <a:pt x="69" y="27"/>
                    <a:pt x="69" y="27"/>
                  </a:cubicBezTo>
                  <a:cubicBezTo>
                    <a:pt x="57" y="27"/>
                    <a:pt x="54" y="33"/>
                    <a:pt x="54" y="41"/>
                  </a:cubicBezTo>
                  <a:cubicBezTo>
                    <a:pt x="54" y="60"/>
                    <a:pt x="54" y="60"/>
                    <a:pt x="54" y="60"/>
                  </a:cubicBezTo>
                  <a:cubicBezTo>
                    <a:pt x="83" y="60"/>
                    <a:pt x="83" y="60"/>
                    <a:pt x="83" y="60"/>
                  </a:cubicBezTo>
                  <a:cubicBezTo>
                    <a:pt x="83" y="88"/>
                    <a:pt x="83" y="88"/>
                    <a:pt x="83" y="88"/>
                  </a:cubicBezTo>
                  <a:cubicBezTo>
                    <a:pt x="54" y="88"/>
                    <a:pt x="54" y="88"/>
                    <a:pt x="54" y="88"/>
                  </a:cubicBezTo>
                  <a:cubicBezTo>
                    <a:pt x="54" y="163"/>
                    <a:pt x="54" y="163"/>
                    <a:pt x="54" y="163"/>
                  </a:cubicBezTo>
                  <a:cubicBezTo>
                    <a:pt x="25" y="163"/>
                    <a:pt x="25" y="163"/>
                    <a:pt x="25" y="163"/>
                  </a:cubicBezTo>
                  <a:cubicBezTo>
                    <a:pt x="25" y="88"/>
                    <a:pt x="25" y="88"/>
                    <a:pt x="25" y="88"/>
                  </a:cubicBezTo>
                  <a:cubicBezTo>
                    <a:pt x="0" y="88"/>
                    <a:pt x="0" y="88"/>
                    <a:pt x="0" y="88"/>
                  </a:cubicBezTo>
                  <a:cubicBezTo>
                    <a:pt x="0" y="60"/>
                    <a:pt x="0" y="60"/>
                    <a:pt x="0" y="60"/>
                  </a:cubicBezTo>
                  <a:cubicBezTo>
                    <a:pt x="25" y="60"/>
                    <a:pt x="25" y="60"/>
                    <a:pt x="25" y="60"/>
                  </a:cubicBezTo>
                  <a:cubicBezTo>
                    <a:pt x="25" y="38"/>
                    <a:pt x="25" y="38"/>
                    <a:pt x="25" y="38"/>
                  </a:cubicBezTo>
                  <a:cubicBezTo>
                    <a:pt x="25" y="13"/>
                    <a:pt x="40" y="0"/>
                    <a:pt x="62" y="0"/>
                  </a:cubicBezTo>
                  <a:cubicBezTo>
                    <a:pt x="84" y="0"/>
                    <a:pt x="84" y="0"/>
                    <a:pt x="84" y="0"/>
                  </a:cubicBezTo>
                  <a:lnTo>
                    <a:pt x="84" y="27"/>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grpSp>
    </p:spTree>
    <p:extLst>
      <p:ext uri="{BB962C8B-B14F-4D97-AF65-F5344CB8AC3E}">
        <p14:creationId xmlns:p14="http://schemas.microsoft.com/office/powerpoint/2010/main" val="82351770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53" presetClass="entr" presetSubtype="16" fill="hold" grpId="0" nodeType="afterEffect">
                                  <p:stCondLst>
                                    <p:cond delay="0"/>
                                  </p:stCondLst>
                                  <p:childTnLst>
                                    <p:set>
                                      <p:cBhvr>
                                        <p:cTn id="20" dur="1" fill="hold">
                                          <p:stCondLst>
                                            <p:cond delay="0"/>
                                          </p:stCondLst>
                                        </p:cTn>
                                        <p:tgtEl>
                                          <p:spTgt spid="9"/>
                                        </p:tgtEl>
                                        <p:attrNameLst>
                                          <p:attrName>style.visibility</p:attrName>
                                        </p:attrNameLst>
                                      </p:cBhvr>
                                      <p:to>
                                        <p:strVal val="visible"/>
                                      </p:to>
                                    </p:set>
                                    <p:anim calcmode="lin" valueType="num">
                                      <p:cBhvr>
                                        <p:cTn id="21" dur="500" fill="hold"/>
                                        <p:tgtEl>
                                          <p:spTgt spid="9"/>
                                        </p:tgtEl>
                                        <p:attrNameLst>
                                          <p:attrName>ppt_w</p:attrName>
                                        </p:attrNameLst>
                                      </p:cBhvr>
                                      <p:tavLst>
                                        <p:tav tm="0">
                                          <p:val>
                                            <p:fltVal val="0"/>
                                          </p:val>
                                        </p:tav>
                                        <p:tav tm="100000">
                                          <p:val>
                                            <p:strVal val="#ppt_w"/>
                                          </p:val>
                                        </p:tav>
                                      </p:tavLst>
                                    </p:anim>
                                    <p:anim calcmode="lin" valueType="num">
                                      <p:cBhvr>
                                        <p:cTn id="22" dur="500" fill="hold"/>
                                        <p:tgtEl>
                                          <p:spTgt spid="9"/>
                                        </p:tgtEl>
                                        <p:attrNameLst>
                                          <p:attrName>ppt_h</p:attrName>
                                        </p:attrNameLst>
                                      </p:cBhvr>
                                      <p:tavLst>
                                        <p:tav tm="0">
                                          <p:val>
                                            <p:fltVal val="0"/>
                                          </p:val>
                                        </p:tav>
                                        <p:tav tm="100000">
                                          <p:val>
                                            <p:strVal val="#ppt_h"/>
                                          </p:val>
                                        </p:tav>
                                      </p:tavLst>
                                    </p:anim>
                                    <p:animEffect transition="in" filter="fade">
                                      <p:cBhvr>
                                        <p:cTn id="23" dur="500"/>
                                        <p:tgtEl>
                                          <p:spTgt spid="9"/>
                                        </p:tgtEl>
                                      </p:cBhvr>
                                    </p:animEffect>
                                  </p:childTnLst>
                                </p:cTn>
                              </p:par>
                            </p:childTnLst>
                          </p:cTn>
                        </p:par>
                        <p:par>
                          <p:cTn id="24" fill="hold">
                            <p:stCondLst>
                              <p:cond delay="2000"/>
                            </p:stCondLst>
                            <p:childTnLst>
                              <p:par>
                                <p:cTn id="25" presetID="53" presetClass="entr" presetSubtype="16" fill="hold" grpId="0" nodeType="afterEffect">
                                  <p:stCondLst>
                                    <p:cond delay="0"/>
                                  </p:stCondLst>
                                  <p:childTnLst>
                                    <p:set>
                                      <p:cBhvr>
                                        <p:cTn id="26" dur="1" fill="hold">
                                          <p:stCondLst>
                                            <p:cond delay="0"/>
                                          </p:stCondLst>
                                        </p:cTn>
                                        <p:tgtEl>
                                          <p:spTgt spid="10"/>
                                        </p:tgtEl>
                                        <p:attrNameLst>
                                          <p:attrName>style.visibility</p:attrName>
                                        </p:attrNameLst>
                                      </p:cBhvr>
                                      <p:to>
                                        <p:strVal val="visible"/>
                                      </p:to>
                                    </p:set>
                                    <p:anim calcmode="lin" valueType="num">
                                      <p:cBhvr>
                                        <p:cTn id="27" dur="500" fill="hold"/>
                                        <p:tgtEl>
                                          <p:spTgt spid="10"/>
                                        </p:tgtEl>
                                        <p:attrNameLst>
                                          <p:attrName>ppt_w</p:attrName>
                                        </p:attrNameLst>
                                      </p:cBhvr>
                                      <p:tavLst>
                                        <p:tav tm="0">
                                          <p:val>
                                            <p:fltVal val="0"/>
                                          </p:val>
                                        </p:tav>
                                        <p:tav tm="100000">
                                          <p:val>
                                            <p:strVal val="#ppt_w"/>
                                          </p:val>
                                        </p:tav>
                                      </p:tavLst>
                                    </p:anim>
                                    <p:anim calcmode="lin" valueType="num">
                                      <p:cBhvr>
                                        <p:cTn id="28" dur="500" fill="hold"/>
                                        <p:tgtEl>
                                          <p:spTgt spid="10"/>
                                        </p:tgtEl>
                                        <p:attrNameLst>
                                          <p:attrName>ppt_h</p:attrName>
                                        </p:attrNameLst>
                                      </p:cBhvr>
                                      <p:tavLst>
                                        <p:tav tm="0">
                                          <p:val>
                                            <p:fltVal val="0"/>
                                          </p:val>
                                        </p:tav>
                                        <p:tav tm="100000">
                                          <p:val>
                                            <p:strVal val="#ppt_h"/>
                                          </p:val>
                                        </p:tav>
                                      </p:tavLst>
                                    </p:anim>
                                    <p:animEffect transition="in" filter="fade">
                                      <p:cBhvr>
                                        <p:cTn id="29" dur="500"/>
                                        <p:tgtEl>
                                          <p:spTgt spid="10"/>
                                        </p:tgtEl>
                                      </p:cBhvr>
                                    </p:animEffect>
                                  </p:childTnLst>
                                </p:cTn>
                              </p:par>
                            </p:childTnLst>
                          </p:cTn>
                        </p:par>
                        <p:par>
                          <p:cTn id="30" fill="hold">
                            <p:stCondLst>
                              <p:cond delay="2500"/>
                            </p:stCondLst>
                            <p:childTnLst>
                              <p:par>
                                <p:cTn id="31" presetID="53" presetClass="entr" presetSubtype="16" fill="hold" grpId="0" nodeType="afterEffect">
                                  <p:stCondLst>
                                    <p:cond delay="0"/>
                                  </p:stCondLst>
                                  <p:childTnLst>
                                    <p:set>
                                      <p:cBhvr>
                                        <p:cTn id="32" dur="1" fill="hold">
                                          <p:stCondLst>
                                            <p:cond delay="0"/>
                                          </p:stCondLst>
                                        </p:cTn>
                                        <p:tgtEl>
                                          <p:spTgt spid="11"/>
                                        </p:tgtEl>
                                        <p:attrNameLst>
                                          <p:attrName>style.visibility</p:attrName>
                                        </p:attrNameLst>
                                      </p:cBhvr>
                                      <p:to>
                                        <p:strVal val="visible"/>
                                      </p:to>
                                    </p:set>
                                    <p:anim calcmode="lin" valueType="num">
                                      <p:cBhvr>
                                        <p:cTn id="33" dur="500" fill="hold"/>
                                        <p:tgtEl>
                                          <p:spTgt spid="11"/>
                                        </p:tgtEl>
                                        <p:attrNameLst>
                                          <p:attrName>ppt_w</p:attrName>
                                        </p:attrNameLst>
                                      </p:cBhvr>
                                      <p:tavLst>
                                        <p:tav tm="0">
                                          <p:val>
                                            <p:fltVal val="0"/>
                                          </p:val>
                                        </p:tav>
                                        <p:tav tm="100000">
                                          <p:val>
                                            <p:strVal val="#ppt_w"/>
                                          </p:val>
                                        </p:tav>
                                      </p:tavLst>
                                    </p:anim>
                                    <p:anim calcmode="lin" valueType="num">
                                      <p:cBhvr>
                                        <p:cTn id="34" dur="500" fill="hold"/>
                                        <p:tgtEl>
                                          <p:spTgt spid="11"/>
                                        </p:tgtEl>
                                        <p:attrNameLst>
                                          <p:attrName>ppt_h</p:attrName>
                                        </p:attrNameLst>
                                      </p:cBhvr>
                                      <p:tavLst>
                                        <p:tav tm="0">
                                          <p:val>
                                            <p:fltVal val="0"/>
                                          </p:val>
                                        </p:tav>
                                        <p:tav tm="100000">
                                          <p:val>
                                            <p:strVal val="#ppt_h"/>
                                          </p:val>
                                        </p:tav>
                                      </p:tavLst>
                                    </p:anim>
                                    <p:animEffect transition="in" filter="fade">
                                      <p:cBhvr>
                                        <p:cTn id="35" dur="500"/>
                                        <p:tgtEl>
                                          <p:spTgt spid="11"/>
                                        </p:tgtEl>
                                      </p:cBhvr>
                                    </p:animEffect>
                                  </p:childTnLst>
                                </p:cTn>
                              </p:par>
                            </p:childTnLst>
                          </p:cTn>
                        </p:par>
                        <p:par>
                          <p:cTn id="36" fill="hold">
                            <p:stCondLst>
                              <p:cond delay="3000"/>
                            </p:stCondLst>
                            <p:childTnLst>
                              <p:par>
                                <p:cTn id="37" presetID="53" presetClass="entr" presetSubtype="16" fill="hold" grpId="0" nodeType="afterEffect">
                                  <p:stCondLst>
                                    <p:cond delay="0"/>
                                  </p:stCondLst>
                                  <p:childTnLst>
                                    <p:set>
                                      <p:cBhvr>
                                        <p:cTn id="38" dur="1" fill="hold">
                                          <p:stCondLst>
                                            <p:cond delay="0"/>
                                          </p:stCondLst>
                                        </p:cTn>
                                        <p:tgtEl>
                                          <p:spTgt spid="12"/>
                                        </p:tgtEl>
                                        <p:attrNameLst>
                                          <p:attrName>style.visibility</p:attrName>
                                        </p:attrNameLst>
                                      </p:cBhvr>
                                      <p:to>
                                        <p:strVal val="visible"/>
                                      </p:to>
                                    </p:set>
                                    <p:anim calcmode="lin" valueType="num">
                                      <p:cBhvr>
                                        <p:cTn id="39" dur="500" fill="hold"/>
                                        <p:tgtEl>
                                          <p:spTgt spid="12"/>
                                        </p:tgtEl>
                                        <p:attrNameLst>
                                          <p:attrName>ppt_w</p:attrName>
                                        </p:attrNameLst>
                                      </p:cBhvr>
                                      <p:tavLst>
                                        <p:tav tm="0">
                                          <p:val>
                                            <p:fltVal val="0"/>
                                          </p:val>
                                        </p:tav>
                                        <p:tav tm="100000">
                                          <p:val>
                                            <p:strVal val="#ppt_w"/>
                                          </p:val>
                                        </p:tav>
                                      </p:tavLst>
                                    </p:anim>
                                    <p:anim calcmode="lin" valueType="num">
                                      <p:cBhvr>
                                        <p:cTn id="40" dur="500" fill="hold"/>
                                        <p:tgtEl>
                                          <p:spTgt spid="12"/>
                                        </p:tgtEl>
                                        <p:attrNameLst>
                                          <p:attrName>ppt_h</p:attrName>
                                        </p:attrNameLst>
                                      </p:cBhvr>
                                      <p:tavLst>
                                        <p:tav tm="0">
                                          <p:val>
                                            <p:fltVal val="0"/>
                                          </p:val>
                                        </p:tav>
                                        <p:tav tm="100000">
                                          <p:val>
                                            <p:strVal val="#ppt_h"/>
                                          </p:val>
                                        </p:tav>
                                      </p:tavLst>
                                    </p:anim>
                                    <p:animEffect transition="in" filter="fade">
                                      <p:cBhvr>
                                        <p:cTn id="41" dur="500"/>
                                        <p:tgtEl>
                                          <p:spTgt spid="12"/>
                                        </p:tgtEl>
                                      </p:cBhvr>
                                    </p:animEffect>
                                  </p:childTnLst>
                                </p:cTn>
                              </p:par>
                            </p:childTnLst>
                          </p:cTn>
                        </p:par>
                        <p:par>
                          <p:cTn id="42" fill="hold">
                            <p:stCondLst>
                              <p:cond delay="3500"/>
                            </p:stCondLst>
                            <p:childTnLst>
                              <p:par>
                                <p:cTn id="43" presetID="53" presetClass="entr" presetSubtype="16" fill="hold" grpId="0" nodeType="afterEffect" nodePh="1">
                                  <p:stCondLst>
                                    <p:cond delay="0"/>
                                  </p:stCondLst>
                                  <p:endCondLst>
                                    <p:cond evt="begin" delay="0">
                                      <p:tn val="43"/>
                                    </p:cond>
                                  </p:endCondLst>
                                  <p:childTnLst>
                                    <p:set>
                                      <p:cBhvr>
                                        <p:cTn id="44" dur="1" fill="hold">
                                          <p:stCondLst>
                                            <p:cond delay="0"/>
                                          </p:stCondLst>
                                        </p:cTn>
                                        <p:tgtEl>
                                          <p:spTgt spid="13">
                                            <p:txEl>
                                              <p:pRg st="0" end="0"/>
                                            </p:txEl>
                                          </p:spTgt>
                                        </p:tgtEl>
                                        <p:attrNameLst>
                                          <p:attrName>style.visibility</p:attrName>
                                        </p:attrNameLst>
                                      </p:cBhvr>
                                      <p:to>
                                        <p:strVal val="visible"/>
                                      </p:to>
                                    </p:set>
                                    <p:anim calcmode="lin" valueType="num">
                                      <p:cBhvr>
                                        <p:cTn id="45" dur="500" fill="hold"/>
                                        <p:tgtEl>
                                          <p:spTgt spid="13">
                                            <p:txEl>
                                              <p:pRg st="0" end="0"/>
                                            </p:txEl>
                                          </p:spTgt>
                                        </p:tgtEl>
                                        <p:attrNameLst>
                                          <p:attrName>ppt_w</p:attrName>
                                        </p:attrNameLst>
                                      </p:cBhvr>
                                      <p:tavLst>
                                        <p:tav tm="0">
                                          <p:val>
                                            <p:fltVal val="0"/>
                                          </p:val>
                                        </p:tav>
                                        <p:tav tm="100000">
                                          <p:val>
                                            <p:strVal val="#ppt_w"/>
                                          </p:val>
                                        </p:tav>
                                      </p:tavLst>
                                    </p:anim>
                                    <p:anim calcmode="lin" valueType="num">
                                      <p:cBhvr>
                                        <p:cTn id="46" dur="500" fill="hold"/>
                                        <p:tgtEl>
                                          <p:spTgt spid="13">
                                            <p:txEl>
                                              <p:pRg st="0" end="0"/>
                                            </p:txEl>
                                          </p:spTgt>
                                        </p:tgtEl>
                                        <p:attrNameLst>
                                          <p:attrName>ppt_h</p:attrName>
                                        </p:attrNameLst>
                                      </p:cBhvr>
                                      <p:tavLst>
                                        <p:tav tm="0">
                                          <p:val>
                                            <p:fltVal val="0"/>
                                          </p:val>
                                        </p:tav>
                                        <p:tav tm="100000">
                                          <p:val>
                                            <p:strVal val="#ppt_h"/>
                                          </p:val>
                                        </p:tav>
                                      </p:tavLst>
                                    </p:anim>
                                    <p:animEffect transition="in" filter="fade">
                                      <p:cBhvr>
                                        <p:cTn id="47" dur="500"/>
                                        <p:tgtEl>
                                          <p:spTgt spid="13">
                                            <p:txEl>
                                              <p:pRg st="0" end="0"/>
                                            </p:txEl>
                                          </p:spTgt>
                                        </p:tgtEl>
                                      </p:cBhvr>
                                    </p:animEffect>
                                  </p:childTnLst>
                                </p:cTn>
                              </p:par>
                            </p:childTnLst>
                          </p:cTn>
                        </p:par>
                        <p:par>
                          <p:cTn id="48" fill="hold">
                            <p:stCondLst>
                              <p:cond delay="4000"/>
                            </p:stCondLst>
                            <p:childTnLst>
                              <p:par>
                                <p:cTn id="49" presetID="42" presetClass="entr" presetSubtype="0" fill="hold" grpId="0" nodeType="afterEffect" nodePh="1">
                                  <p:stCondLst>
                                    <p:cond delay="0"/>
                                  </p:stCondLst>
                                  <p:endCondLst>
                                    <p:cond evt="begin" delay="0">
                                      <p:tn val="49"/>
                                    </p:cond>
                                  </p:endCondLst>
                                  <p:childTnLst>
                                    <p:set>
                                      <p:cBhvr>
                                        <p:cTn id="50" dur="1" fill="hold">
                                          <p:stCondLst>
                                            <p:cond delay="0"/>
                                          </p:stCondLst>
                                        </p:cTn>
                                        <p:tgtEl>
                                          <p:spTgt spid="14">
                                            <p:txEl>
                                              <p:pRg st="0" end="0"/>
                                            </p:txEl>
                                          </p:spTgt>
                                        </p:tgtEl>
                                        <p:attrNameLst>
                                          <p:attrName>style.visibility</p:attrName>
                                        </p:attrNameLst>
                                      </p:cBhvr>
                                      <p:to>
                                        <p:strVal val="visible"/>
                                      </p:to>
                                    </p:set>
                                    <p:animEffect transition="in" filter="fade">
                                      <p:cBhvr>
                                        <p:cTn id="51" dur="500"/>
                                        <p:tgtEl>
                                          <p:spTgt spid="14">
                                            <p:txEl>
                                              <p:pRg st="0" end="0"/>
                                            </p:txEl>
                                          </p:spTgt>
                                        </p:tgtEl>
                                      </p:cBhvr>
                                    </p:animEffect>
                                    <p:anim calcmode="lin" valueType="num">
                                      <p:cBhvr>
                                        <p:cTn id="52" dur="500" fill="hold"/>
                                        <p:tgtEl>
                                          <p:spTgt spid="14">
                                            <p:txEl>
                                              <p:pRg st="0" end="0"/>
                                            </p:txEl>
                                          </p:spTgt>
                                        </p:tgtEl>
                                        <p:attrNameLst>
                                          <p:attrName>ppt_x</p:attrName>
                                        </p:attrNameLst>
                                      </p:cBhvr>
                                      <p:tavLst>
                                        <p:tav tm="0">
                                          <p:val>
                                            <p:strVal val="#ppt_x"/>
                                          </p:val>
                                        </p:tav>
                                        <p:tav tm="100000">
                                          <p:val>
                                            <p:strVal val="#ppt_x"/>
                                          </p:val>
                                        </p:tav>
                                      </p:tavLst>
                                    </p:anim>
                                    <p:anim calcmode="lin" valueType="num">
                                      <p:cBhvr>
                                        <p:cTn id="53" dur="500" fill="hold"/>
                                        <p:tgtEl>
                                          <p:spTgt spid="14">
                                            <p:txEl>
                                              <p:pRg st="0" end="0"/>
                                            </p:txEl>
                                          </p:spTgt>
                                        </p:tgtEl>
                                        <p:attrNameLst>
                                          <p:attrName>ppt_y</p:attrName>
                                        </p:attrNameLst>
                                      </p:cBhvr>
                                      <p:tavLst>
                                        <p:tav tm="0">
                                          <p:val>
                                            <p:strVal val="#ppt_y+.1"/>
                                          </p:val>
                                        </p:tav>
                                        <p:tav tm="100000">
                                          <p:val>
                                            <p:strVal val="#ppt_y"/>
                                          </p:val>
                                        </p:tav>
                                      </p:tavLst>
                                    </p:anim>
                                  </p:childTnLst>
                                </p:cTn>
                              </p:par>
                            </p:childTnLst>
                          </p:cTn>
                        </p:par>
                        <p:par>
                          <p:cTn id="54" fill="hold">
                            <p:stCondLst>
                              <p:cond delay="4500"/>
                            </p:stCondLst>
                            <p:childTnLst>
                              <p:par>
                                <p:cTn id="55" presetID="42" presetClass="entr" presetSubtype="0" fill="hold" grpId="0" nodeType="afterEffect" nodePh="1">
                                  <p:stCondLst>
                                    <p:cond delay="0"/>
                                  </p:stCondLst>
                                  <p:endCondLst>
                                    <p:cond evt="begin" delay="0">
                                      <p:tn val="55"/>
                                    </p:cond>
                                  </p:endCondLst>
                                  <p:childTnLst>
                                    <p:set>
                                      <p:cBhvr>
                                        <p:cTn id="56" dur="1" fill="hold">
                                          <p:stCondLst>
                                            <p:cond delay="0"/>
                                          </p:stCondLst>
                                        </p:cTn>
                                        <p:tgtEl>
                                          <p:spTgt spid="21">
                                            <p:txEl>
                                              <p:pRg st="0" end="0"/>
                                            </p:txEl>
                                          </p:spTgt>
                                        </p:tgtEl>
                                        <p:attrNameLst>
                                          <p:attrName>style.visibility</p:attrName>
                                        </p:attrNameLst>
                                      </p:cBhvr>
                                      <p:to>
                                        <p:strVal val="visible"/>
                                      </p:to>
                                    </p:set>
                                    <p:animEffect transition="in" filter="fade">
                                      <p:cBhvr>
                                        <p:cTn id="57" dur="500"/>
                                        <p:tgtEl>
                                          <p:spTgt spid="21">
                                            <p:txEl>
                                              <p:pRg st="0" end="0"/>
                                            </p:txEl>
                                          </p:spTgt>
                                        </p:tgtEl>
                                      </p:cBhvr>
                                    </p:animEffect>
                                    <p:anim calcmode="lin" valueType="num">
                                      <p:cBhvr>
                                        <p:cTn id="58" dur="500" fill="hold"/>
                                        <p:tgtEl>
                                          <p:spTgt spid="21">
                                            <p:txEl>
                                              <p:pRg st="0" end="0"/>
                                            </p:txEl>
                                          </p:spTgt>
                                        </p:tgtEl>
                                        <p:attrNameLst>
                                          <p:attrName>ppt_x</p:attrName>
                                        </p:attrNameLst>
                                      </p:cBhvr>
                                      <p:tavLst>
                                        <p:tav tm="0">
                                          <p:val>
                                            <p:strVal val="#ppt_x"/>
                                          </p:val>
                                        </p:tav>
                                        <p:tav tm="100000">
                                          <p:val>
                                            <p:strVal val="#ppt_x"/>
                                          </p:val>
                                        </p:tav>
                                      </p:tavLst>
                                    </p:anim>
                                    <p:anim calcmode="lin" valueType="num">
                                      <p:cBhvr>
                                        <p:cTn id="59" dur="500" fill="hold"/>
                                        <p:tgtEl>
                                          <p:spTgt spid="21">
                                            <p:txEl>
                                              <p:pRg st="0" end="0"/>
                                            </p:txEl>
                                          </p:spTgt>
                                        </p:tgtEl>
                                        <p:attrNameLst>
                                          <p:attrName>ppt_y</p:attrName>
                                        </p:attrNameLst>
                                      </p:cBhvr>
                                      <p:tavLst>
                                        <p:tav tm="0">
                                          <p:val>
                                            <p:strVal val="#ppt_y+.1"/>
                                          </p:val>
                                        </p:tav>
                                        <p:tav tm="100000">
                                          <p:val>
                                            <p:strVal val="#ppt_y"/>
                                          </p:val>
                                        </p:tav>
                                      </p:tavLst>
                                    </p:anim>
                                  </p:childTnLst>
                                </p:cTn>
                              </p:par>
                            </p:childTnLst>
                          </p:cTn>
                        </p:par>
                        <p:par>
                          <p:cTn id="60" fill="hold">
                            <p:stCondLst>
                              <p:cond delay="5000"/>
                            </p:stCondLst>
                            <p:childTnLst>
                              <p:par>
                                <p:cTn id="61" presetID="10" presetClass="entr" presetSubtype="0" fill="hold" nodeType="afterEffect">
                                  <p:stCondLst>
                                    <p:cond delay="0"/>
                                  </p:stCondLst>
                                  <p:childTnLst>
                                    <p:set>
                                      <p:cBhvr>
                                        <p:cTn id="62" dur="1" fill="hold">
                                          <p:stCondLst>
                                            <p:cond delay="0"/>
                                          </p:stCondLst>
                                        </p:cTn>
                                        <p:tgtEl>
                                          <p:spTgt spid="25"/>
                                        </p:tgtEl>
                                        <p:attrNameLst>
                                          <p:attrName>style.visibility</p:attrName>
                                        </p:attrNameLst>
                                      </p:cBhvr>
                                      <p:to>
                                        <p:strVal val="visible"/>
                                      </p:to>
                                    </p:set>
                                    <p:animEffect transition="in" filter="fade">
                                      <p:cBhvr>
                                        <p:cTn id="63" dur="500"/>
                                        <p:tgtEl>
                                          <p:spTgt spid="25"/>
                                        </p:tgtEl>
                                      </p:cBhvr>
                                    </p:animEffect>
                                  </p:childTnLst>
                                </p:cTn>
                              </p:par>
                            </p:childTnLst>
                          </p:cTn>
                        </p:par>
                        <p:par>
                          <p:cTn id="64" fill="hold">
                            <p:stCondLst>
                              <p:cond delay="5500"/>
                            </p:stCondLst>
                            <p:childTnLst>
                              <p:par>
                                <p:cTn id="65" presetID="53" presetClass="entr" presetSubtype="16" fill="hold" grpId="0" nodeType="afterEffect" nodePh="1">
                                  <p:stCondLst>
                                    <p:cond delay="0"/>
                                  </p:stCondLst>
                                  <p:endCondLst>
                                    <p:cond evt="begin" delay="0">
                                      <p:tn val="65"/>
                                    </p:cond>
                                  </p:endCondLst>
                                  <p:childTnLst>
                                    <p:set>
                                      <p:cBhvr>
                                        <p:cTn id="66" dur="1" fill="hold">
                                          <p:stCondLst>
                                            <p:cond delay="0"/>
                                          </p:stCondLst>
                                        </p:cTn>
                                        <p:tgtEl>
                                          <p:spTgt spid="15">
                                            <p:txEl>
                                              <p:pRg st="0" end="0"/>
                                            </p:txEl>
                                          </p:spTgt>
                                        </p:tgtEl>
                                        <p:attrNameLst>
                                          <p:attrName>style.visibility</p:attrName>
                                        </p:attrNameLst>
                                      </p:cBhvr>
                                      <p:to>
                                        <p:strVal val="visible"/>
                                      </p:to>
                                    </p:set>
                                    <p:anim calcmode="lin" valueType="num">
                                      <p:cBhvr>
                                        <p:cTn id="67" dur="500" fill="hold"/>
                                        <p:tgtEl>
                                          <p:spTgt spid="15">
                                            <p:txEl>
                                              <p:pRg st="0" end="0"/>
                                            </p:txEl>
                                          </p:spTgt>
                                        </p:tgtEl>
                                        <p:attrNameLst>
                                          <p:attrName>ppt_w</p:attrName>
                                        </p:attrNameLst>
                                      </p:cBhvr>
                                      <p:tavLst>
                                        <p:tav tm="0">
                                          <p:val>
                                            <p:fltVal val="0"/>
                                          </p:val>
                                        </p:tav>
                                        <p:tav tm="100000">
                                          <p:val>
                                            <p:strVal val="#ppt_w"/>
                                          </p:val>
                                        </p:tav>
                                      </p:tavLst>
                                    </p:anim>
                                    <p:anim calcmode="lin" valueType="num">
                                      <p:cBhvr>
                                        <p:cTn id="68" dur="500" fill="hold"/>
                                        <p:tgtEl>
                                          <p:spTgt spid="15">
                                            <p:txEl>
                                              <p:pRg st="0" end="0"/>
                                            </p:txEl>
                                          </p:spTgt>
                                        </p:tgtEl>
                                        <p:attrNameLst>
                                          <p:attrName>ppt_h</p:attrName>
                                        </p:attrNameLst>
                                      </p:cBhvr>
                                      <p:tavLst>
                                        <p:tav tm="0">
                                          <p:val>
                                            <p:fltVal val="0"/>
                                          </p:val>
                                        </p:tav>
                                        <p:tav tm="100000">
                                          <p:val>
                                            <p:strVal val="#ppt_h"/>
                                          </p:val>
                                        </p:tav>
                                      </p:tavLst>
                                    </p:anim>
                                    <p:animEffect transition="in" filter="fade">
                                      <p:cBhvr>
                                        <p:cTn id="69" dur="500"/>
                                        <p:tgtEl>
                                          <p:spTgt spid="15">
                                            <p:txEl>
                                              <p:pRg st="0" end="0"/>
                                            </p:txEl>
                                          </p:spTgt>
                                        </p:tgtEl>
                                      </p:cBhvr>
                                    </p:animEffect>
                                  </p:childTnLst>
                                </p:cTn>
                              </p:par>
                            </p:childTnLst>
                          </p:cTn>
                        </p:par>
                        <p:par>
                          <p:cTn id="70" fill="hold">
                            <p:stCondLst>
                              <p:cond delay="6000"/>
                            </p:stCondLst>
                            <p:childTnLst>
                              <p:par>
                                <p:cTn id="71" presetID="42" presetClass="entr" presetSubtype="0" fill="hold" grpId="0" nodeType="afterEffect" nodePh="1">
                                  <p:stCondLst>
                                    <p:cond delay="0"/>
                                  </p:stCondLst>
                                  <p:endCondLst>
                                    <p:cond evt="begin" delay="0">
                                      <p:tn val="71"/>
                                    </p:cond>
                                  </p:endCondLst>
                                  <p:childTnLst>
                                    <p:set>
                                      <p:cBhvr>
                                        <p:cTn id="72" dur="1" fill="hold">
                                          <p:stCondLst>
                                            <p:cond delay="0"/>
                                          </p:stCondLst>
                                        </p:cTn>
                                        <p:tgtEl>
                                          <p:spTgt spid="16">
                                            <p:txEl>
                                              <p:pRg st="0" end="0"/>
                                            </p:txEl>
                                          </p:spTgt>
                                        </p:tgtEl>
                                        <p:attrNameLst>
                                          <p:attrName>style.visibility</p:attrName>
                                        </p:attrNameLst>
                                      </p:cBhvr>
                                      <p:to>
                                        <p:strVal val="visible"/>
                                      </p:to>
                                    </p:set>
                                    <p:animEffect transition="in" filter="fade">
                                      <p:cBhvr>
                                        <p:cTn id="73" dur="500"/>
                                        <p:tgtEl>
                                          <p:spTgt spid="16">
                                            <p:txEl>
                                              <p:pRg st="0" end="0"/>
                                            </p:txEl>
                                          </p:spTgt>
                                        </p:tgtEl>
                                      </p:cBhvr>
                                    </p:animEffect>
                                    <p:anim calcmode="lin" valueType="num">
                                      <p:cBhvr>
                                        <p:cTn id="74" dur="500" fill="hold"/>
                                        <p:tgtEl>
                                          <p:spTgt spid="16">
                                            <p:txEl>
                                              <p:pRg st="0" end="0"/>
                                            </p:txEl>
                                          </p:spTgt>
                                        </p:tgtEl>
                                        <p:attrNameLst>
                                          <p:attrName>ppt_x</p:attrName>
                                        </p:attrNameLst>
                                      </p:cBhvr>
                                      <p:tavLst>
                                        <p:tav tm="0">
                                          <p:val>
                                            <p:strVal val="#ppt_x"/>
                                          </p:val>
                                        </p:tav>
                                        <p:tav tm="100000">
                                          <p:val>
                                            <p:strVal val="#ppt_x"/>
                                          </p:val>
                                        </p:tav>
                                      </p:tavLst>
                                    </p:anim>
                                    <p:anim calcmode="lin" valueType="num">
                                      <p:cBhvr>
                                        <p:cTn id="75" dur="500" fill="hold"/>
                                        <p:tgtEl>
                                          <p:spTgt spid="16">
                                            <p:txEl>
                                              <p:pRg st="0" end="0"/>
                                            </p:txEl>
                                          </p:spTgt>
                                        </p:tgtEl>
                                        <p:attrNameLst>
                                          <p:attrName>ppt_y</p:attrName>
                                        </p:attrNameLst>
                                      </p:cBhvr>
                                      <p:tavLst>
                                        <p:tav tm="0">
                                          <p:val>
                                            <p:strVal val="#ppt_y+.1"/>
                                          </p:val>
                                        </p:tav>
                                        <p:tav tm="100000">
                                          <p:val>
                                            <p:strVal val="#ppt_y"/>
                                          </p:val>
                                        </p:tav>
                                      </p:tavLst>
                                    </p:anim>
                                  </p:childTnLst>
                                </p:cTn>
                              </p:par>
                            </p:childTnLst>
                          </p:cTn>
                        </p:par>
                        <p:par>
                          <p:cTn id="76" fill="hold">
                            <p:stCondLst>
                              <p:cond delay="6500"/>
                            </p:stCondLst>
                            <p:childTnLst>
                              <p:par>
                                <p:cTn id="77" presetID="42" presetClass="entr" presetSubtype="0" fill="hold" grpId="0" nodeType="afterEffect" nodePh="1">
                                  <p:stCondLst>
                                    <p:cond delay="0"/>
                                  </p:stCondLst>
                                  <p:endCondLst>
                                    <p:cond evt="begin" delay="0">
                                      <p:tn val="77"/>
                                    </p:cond>
                                  </p:endCondLst>
                                  <p:childTnLst>
                                    <p:set>
                                      <p:cBhvr>
                                        <p:cTn id="78" dur="1" fill="hold">
                                          <p:stCondLst>
                                            <p:cond delay="0"/>
                                          </p:stCondLst>
                                        </p:cTn>
                                        <p:tgtEl>
                                          <p:spTgt spid="22">
                                            <p:txEl>
                                              <p:pRg st="0" end="0"/>
                                            </p:txEl>
                                          </p:spTgt>
                                        </p:tgtEl>
                                        <p:attrNameLst>
                                          <p:attrName>style.visibility</p:attrName>
                                        </p:attrNameLst>
                                      </p:cBhvr>
                                      <p:to>
                                        <p:strVal val="visible"/>
                                      </p:to>
                                    </p:set>
                                    <p:animEffect transition="in" filter="fade">
                                      <p:cBhvr>
                                        <p:cTn id="79" dur="500"/>
                                        <p:tgtEl>
                                          <p:spTgt spid="22">
                                            <p:txEl>
                                              <p:pRg st="0" end="0"/>
                                            </p:txEl>
                                          </p:spTgt>
                                        </p:tgtEl>
                                      </p:cBhvr>
                                    </p:animEffect>
                                    <p:anim calcmode="lin" valueType="num">
                                      <p:cBhvr>
                                        <p:cTn id="80" dur="500" fill="hold"/>
                                        <p:tgtEl>
                                          <p:spTgt spid="22">
                                            <p:txEl>
                                              <p:pRg st="0" end="0"/>
                                            </p:txEl>
                                          </p:spTgt>
                                        </p:tgtEl>
                                        <p:attrNameLst>
                                          <p:attrName>ppt_x</p:attrName>
                                        </p:attrNameLst>
                                      </p:cBhvr>
                                      <p:tavLst>
                                        <p:tav tm="0">
                                          <p:val>
                                            <p:strVal val="#ppt_x"/>
                                          </p:val>
                                        </p:tav>
                                        <p:tav tm="100000">
                                          <p:val>
                                            <p:strVal val="#ppt_x"/>
                                          </p:val>
                                        </p:tav>
                                      </p:tavLst>
                                    </p:anim>
                                    <p:anim calcmode="lin" valueType="num">
                                      <p:cBhvr>
                                        <p:cTn id="81" dur="500" fill="hold"/>
                                        <p:tgtEl>
                                          <p:spTgt spid="22">
                                            <p:txEl>
                                              <p:pRg st="0" end="0"/>
                                            </p:txEl>
                                          </p:spTgt>
                                        </p:tgtEl>
                                        <p:attrNameLst>
                                          <p:attrName>ppt_y</p:attrName>
                                        </p:attrNameLst>
                                      </p:cBhvr>
                                      <p:tavLst>
                                        <p:tav tm="0">
                                          <p:val>
                                            <p:strVal val="#ppt_y+.1"/>
                                          </p:val>
                                        </p:tav>
                                        <p:tav tm="100000">
                                          <p:val>
                                            <p:strVal val="#ppt_y"/>
                                          </p:val>
                                        </p:tav>
                                      </p:tavLst>
                                    </p:anim>
                                  </p:childTnLst>
                                </p:cTn>
                              </p:par>
                            </p:childTnLst>
                          </p:cTn>
                        </p:par>
                        <p:par>
                          <p:cTn id="82" fill="hold">
                            <p:stCondLst>
                              <p:cond delay="7000"/>
                            </p:stCondLst>
                            <p:childTnLst>
                              <p:par>
                                <p:cTn id="83" presetID="10" presetClass="entr" presetSubtype="0" fill="hold" nodeType="afterEffect">
                                  <p:stCondLst>
                                    <p:cond delay="0"/>
                                  </p:stCondLst>
                                  <p:childTnLst>
                                    <p:set>
                                      <p:cBhvr>
                                        <p:cTn id="84" dur="1" fill="hold">
                                          <p:stCondLst>
                                            <p:cond delay="0"/>
                                          </p:stCondLst>
                                        </p:cTn>
                                        <p:tgtEl>
                                          <p:spTgt spid="32"/>
                                        </p:tgtEl>
                                        <p:attrNameLst>
                                          <p:attrName>style.visibility</p:attrName>
                                        </p:attrNameLst>
                                      </p:cBhvr>
                                      <p:to>
                                        <p:strVal val="visible"/>
                                      </p:to>
                                    </p:set>
                                    <p:animEffect transition="in" filter="fade">
                                      <p:cBhvr>
                                        <p:cTn id="85" dur="500"/>
                                        <p:tgtEl>
                                          <p:spTgt spid="32"/>
                                        </p:tgtEl>
                                      </p:cBhvr>
                                    </p:animEffect>
                                  </p:childTnLst>
                                </p:cTn>
                              </p:par>
                            </p:childTnLst>
                          </p:cTn>
                        </p:par>
                        <p:par>
                          <p:cTn id="86" fill="hold">
                            <p:stCondLst>
                              <p:cond delay="7500"/>
                            </p:stCondLst>
                            <p:childTnLst>
                              <p:par>
                                <p:cTn id="87" presetID="53" presetClass="entr" presetSubtype="16" fill="hold" grpId="0" nodeType="afterEffect" nodePh="1">
                                  <p:stCondLst>
                                    <p:cond delay="0"/>
                                  </p:stCondLst>
                                  <p:endCondLst>
                                    <p:cond evt="begin" delay="0">
                                      <p:tn val="87"/>
                                    </p:cond>
                                  </p:endCondLst>
                                  <p:childTnLst>
                                    <p:set>
                                      <p:cBhvr>
                                        <p:cTn id="88" dur="1" fill="hold">
                                          <p:stCondLst>
                                            <p:cond delay="0"/>
                                          </p:stCondLst>
                                        </p:cTn>
                                        <p:tgtEl>
                                          <p:spTgt spid="17">
                                            <p:txEl>
                                              <p:pRg st="0" end="0"/>
                                            </p:txEl>
                                          </p:spTgt>
                                        </p:tgtEl>
                                        <p:attrNameLst>
                                          <p:attrName>style.visibility</p:attrName>
                                        </p:attrNameLst>
                                      </p:cBhvr>
                                      <p:to>
                                        <p:strVal val="visible"/>
                                      </p:to>
                                    </p:set>
                                    <p:anim calcmode="lin" valueType="num">
                                      <p:cBhvr>
                                        <p:cTn id="89" dur="500" fill="hold"/>
                                        <p:tgtEl>
                                          <p:spTgt spid="17">
                                            <p:txEl>
                                              <p:pRg st="0" end="0"/>
                                            </p:txEl>
                                          </p:spTgt>
                                        </p:tgtEl>
                                        <p:attrNameLst>
                                          <p:attrName>ppt_w</p:attrName>
                                        </p:attrNameLst>
                                      </p:cBhvr>
                                      <p:tavLst>
                                        <p:tav tm="0">
                                          <p:val>
                                            <p:fltVal val="0"/>
                                          </p:val>
                                        </p:tav>
                                        <p:tav tm="100000">
                                          <p:val>
                                            <p:strVal val="#ppt_w"/>
                                          </p:val>
                                        </p:tav>
                                      </p:tavLst>
                                    </p:anim>
                                    <p:anim calcmode="lin" valueType="num">
                                      <p:cBhvr>
                                        <p:cTn id="90" dur="500" fill="hold"/>
                                        <p:tgtEl>
                                          <p:spTgt spid="17">
                                            <p:txEl>
                                              <p:pRg st="0" end="0"/>
                                            </p:txEl>
                                          </p:spTgt>
                                        </p:tgtEl>
                                        <p:attrNameLst>
                                          <p:attrName>ppt_h</p:attrName>
                                        </p:attrNameLst>
                                      </p:cBhvr>
                                      <p:tavLst>
                                        <p:tav tm="0">
                                          <p:val>
                                            <p:fltVal val="0"/>
                                          </p:val>
                                        </p:tav>
                                        <p:tav tm="100000">
                                          <p:val>
                                            <p:strVal val="#ppt_h"/>
                                          </p:val>
                                        </p:tav>
                                      </p:tavLst>
                                    </p:anim>
                                    <p:animEffect transition="in" filter="fade">
                                      <p:cBhvr>
                                        <p:cTn id="91" dur="500"/>
                                        <p:tgtEl>
                                          <p:spTgt spid="17">
                                            <p:txEl>
                                              <p:pRg st="0" end="0"/>
                                            </p:txEl>
                                          </p:spTgt>
                                        </p:tgtEl>
                                      </p:cBhvr>
                                    </p:animEffect>
                                  </p:childTnLst>
                                </p:cTn>
                              </p:par>
                            </p:childTnLst>
                          </p:cTn>
                        </p:par>
                        <p:par>
                          <p:cTn id="92" fill="hold">
                            <p:stCondLst>
                              <p:cond delay="8000"/>
                            </p:stCondLst>
                            <p:childTnLst>
                              <p:par>
                                <p:cTn id="93" presetID="42" presetClass="entr" presetSubtype="0" fill="hold" grpId="0" nodeType="afterEffect" nodePh="1">
                                  <p:stCondLst>
                                    <p:cond delay="0"/>
                                  </p:stCondLst>
                                  <p:endCondLst>
                                    <p:cond evt="begin" delay="0">
                                      <p:tn val="93"/>
                                    </p:cond>
                                  </p:endCondLst>
                                  <p:childTnLst>
                                    <p:set>
                                      <p:cBhvr>
                                        <p:cTn id="94" dur="1" fill="hold">
                                          <p:stCondLst>
                                            <p:cond delay="0"/>
                                          </p:stCondLst>
                                        </p:cTn>
                                        <p:tgtEl>
                                          <p:spTgt spid="18">
                                            <p:txEl>
                                              <p:pRg st="0" end="0"/>
                                            </p:txEl>
                                          </p:spTgt>
                                        </p:tgtEl>
                                        <p:attrNameLst>
                                          <p:attrName>style.visibility</p:attrName>
                                        </p:attrNameLst>
                                      </p:cBhvr>
                                      <p:to>
                                        <p:strVal val="visible"/>
                                      </p:to>
                                    </p:set>
                                    <p:animEffect transition="in" filter="fade">
                                      <p:cBhvr>
                                        <p:cTn id="95" dur="500"/>
                                        <p:tgtEl>
                                          <p:spTgt spid="18">
                                            <p:txEl>
                                              <p:pRg st="0" end="0"/>
                                            </p:txEl>
                                          </p:spTgt>
                                        </p:tgtEl>
                                      </p:cBhvr>
                                    </p:animEffect>
                                    <p:anim calcmode="lin" valueType="num">
                                      <p:cBhvr>
                                        <p:cTn id="96" dur="500" fill="hold"/>
                                        <p:tgtEl>
                                          <p:spTgt spid="18">
                                            <p:txEl>
                                              <p:pRg st="0" end="0"/>
                                            </p:txEl>
                                          </p:spTgt>
                                        </p:tgtEl>
                                        <p:attrNameLst>
                                          <p:attrName>ppt_x</p:attrName>
                                        </p:attrNameLst>
                                      </p:cBhvr>
                                      <p:tavLst>
                                        <p:tav tm="0">
                                          <p:val>
                                            <p:strVal val="#ppt_x"/>
                                          </p:val>
                                        </p:tav>
                                        <p:tav tm="100000">
                                          <p:val>
                                            <p:strVal val="#ppt_x"/>
                                          </p:val>
                                        </p:tav>
                                      </p:tavLst>
                                    </p:anim>
                                    <p:anim calcmode="lin" valueType="num">
                                      <p:cBhvr>
                                        <p:cTn id="97" dur="500" fill="hold"/>
                                        <p:tgtEl>
                                          <p:spTgt spid="18">
                                            <p:txEl>
                                              <p:pRg st="0" end="0"/>
                                            </p:txEl>
                                          </p:spTgt>
                                        </p:tgtEl>
                                        <p:attrNameLst>
                                          <p:attrName>ppt_y</p:attrName>
                                        </p:attrNameLst>
                                      </p:cBhvr>
                                      <p:tavLst>
                                        <p:tav tm="0">
                                          <p:val>
                                            <p:strVal val="#ppt_y+.1"/>
                                          </p:val>
                                        </p:tav>
                                        <p:tav tm="100000">
                                          <p:val>
                                            <p:strVal val="#ppt_y"/>
                                          </p:val>
                                        </p:tav>
                                      </p:tavLst>
                                    </p:anim>
                                  </p:childTnLst>
                                </p:cTn>
                              </p:par>
                            </p:childTnLst>
                          </p:cTn>
                        </p:par>
                        <p:par>
                          <p:cTn id="98" fill="hold">
                            <p:stCondLst>
                              <p:cond delay="8500"/>
                            </p:stCondLst>
                            <p:childTnLst>
                              <p:par>
                                <p:cTn id="99" presetID="42" presetClass="entr" presetSubtype="0" fill="hold" grpId="0" nodeType="afterEffect" nodePh="1">
                                  <p:stCondLst>
                                    <p:cond delay="0"/>
                                  </p:stCondLst>
                                  <p:endCondLst>
                                    <p:cond evt="begin" delay="0">
                                      <p:tn val="99"/>
                                    </p:cond>
                                  </p:endCondLst>
                                  <p:childTnLst>
                                    <p:set>
                                      <p:cBhvr>
                                        <p:cTn id="100" dur="1" fill="hold">
                                          <p:stCondLst>
                                            <p:cond delay="0"/>
                                          </p:stCondLst>
                                        </p:cTn>
                                        <p:tgtEl>
                                          <p:spTgt spid="23">
                                            <p:txEl>
                                              <p:pRg st="0" end="0"/>
                                            </p:txEl>
                                          </p:spTgt>
                                        </p:tgtEl>
                                        <p:attrNameLst>
                                          <p:attrName>style.visibility</p:attrName>
                                        </p:attrNameLst>
                                      </p:cBhvr>
                                      <p:to>
                                        <p:strVal val="visible"/>
                                      </p:to>
                                    </p:set>
                                    <p:animEffect transition="in" filter="fade">
                                      <p:cBhvr>
                                        <p:cTn id="101" dur="500"/>
                                        <p:tgtEl>
                                          <p:spTgt spid="23">
                                            <p:txEl>
                                              <p:pRg st="0" end="0"/>
                                            </p:txEl>
                                          </p:spTgt>
                                        </p:tgtEl>
                                      </p:cBhvr>
                                    </p:animEffect>
                                    <p:anim calcmode="lin" valueType="num">
                                      <p:cBhvr>
                                        <p:cTn id="102" dur="500" fill="hold"/>
                                        <p:tgtEl>
                                          <p:spTgt spid="23">
                                            <p:txEl>
                                              <p:pRg st="0" end="0"/>
                                            </p:txEl>
                                          </p:spTgt>
                                        </p:tgtEl>
                                        <p:attrNameLst>
                                          <p:attrName>ppt_x</p:attrName>
                                        </p:attrNameLst>
                                      </p:cBhvr>
                                      <p:tavLst>
                                        <p:tav tm="0">
                                          <p:val>
                                            <p:strVal val="#ppt_x"/>
                                          </p:val>
                                        </p:tav>
                                        <p:tav tm="100000">
                                          <p:val>
                                            <p:strVal val="#ppt_x"/>
                                          </p:val>
                                        </p:tav>
                                      </p:tavLst>
                                    </p:anim>
                                    <p:anim calcmode="lin" valueType="num">
                                      <p:cBhvr>
                                        <p:cTn id="103" dur="500" fill="hold"/>
                                        <p:tgtEl>
                                          <p:spTgt spid="23">
                                            <p:txEl>
                                              <p:pRg st="0" end="0"/>
                                            </p:txEl>
                                          </p:spTgt>
                                        </p:tgtEl>
                                        <p:attrNameLst>
                                          <p:attrName>ppt_y</p:attrName>
                                        </p:attrNameLst>
                                      </p:cBhvr>
                                      <p:tavLst>
                                        <p:tav tm="0">
                                          <p:val>
                                            <p:strVal val="#ppt_y+.1"/>
                                          </p:val>
                                        </p:tav>
                                        <p:tav tm="100000">
                                          <p:val>
                                            <p:strVal val="#ppt_y"/>
                                          </p:val>
                                        </p:tav>
                                      </p:tavLst>
                                    </p:anim>
                                  </p:childTnLst>
                                </p:cTn>
                              </p:par>
                            </p:childTnLst>
                          </p:cTn>
                        </p:par>
                        <p:par>
                          <p:cTn id="104" fill="hold">
                            <p:stCondLst>
                              <p:cond delay="9000"/>
                            </p:stCondLst>
                            <p:childTnLst>
                              <p:par>
                                <p:cTn id="105" presetID="10" presetClass="entr" presetSubtype="0" fill="hold" nodeType="afterEffect">
                                  <p:stCondLst>
                                    <p:cond delay="0"/>
                                  </p:stCondLst>
                                  <p:childTnLst>
                                    <p:set>
                                      <p:cBhvr>
                                        <p:cTn id="106" dur="1" fill="hold">
                                          <p:stCondLst>
                                            <p:cond delay="0"/>
                                          </p:stCondLst>
                                        </p:cTn>
                                        <p:tgtEl>
                                          <p:spTgt spid="39"/>
                                        </p:tgtEl>
                                        <p:attrNameLst>
                                          <p:attrName>style.visibility</p:attrName>
                                        </p:attrNameLst>
                                      </p:cBhvr>
                                      <p:to>
                                        <p:strVal val="visible"/>
                                      </p:to>
                                    </p:set>
                                    <p:animEffect transition="in" filter="fade">
                                      <p:cBhvr>
                                        <p:cTn id="107" dur="500"/>
                                        <p:tgtEl>
                                          <p:spTgt spid="39"/>
                                        </p:tgtEl>
                                      </p:cBhvr>
                                    </p:animEffect>
                                  </p:childTnLst>
                                </p:cTn>
                              </p:par>
                            </p:childTnLst>
                          </p:cTn>
                        </p:par>
                        <p:par>
                          <p:cTn id="108" fill="hold">
                            <p:stCondLst>
                              <p:cond delay="9500"/>
                            </p:stCondLst>
                            <p:childTnLst>
                              <p:par>
                                <p:cTn id="109" presetID="53" presetClass="entr" presetSubtype="16" fill="hold" grpId="0" nodeType="afterEffect" nodePh="1">
                                  <p:stCondLst>
                                    <p:cond delay="0"/>
                                  </p:stCondLst>
                                  <p:endCondLst>
                                    <p:cond evt="begin" delay="0">
                                      <p:tn val="109"/>
                                    </p:cond>
                                  </p:endCondLst>
                                  <p:childTnLst>
                                    <p:set>
                                      <p:cBhvr>
                                        <p:cTn id="110" dur="1" fill="hold">
                                          <p:stCondLst>
                                            <p:cond delay="0"/>
                                          </p:stCondLst>
                                        </p:cTn>
                                        <p:tgtEl>
                                          <p:spTgt spid="19">
                                            <p:txEl>
                                              <p:pRg st="0" end="0"/>
                                            </p:txEl>
                                          </p:spTgt>
                                        </p:tgtEl>
                                        <p:attrNameLst>
                                          <p:attrName>style.visibility</p:attrName>
                                        </p:attrNameLst>
                                      </p:cBhvr>
                                      <p:to>
                                        <p:strVal val="visible"/>
                                      </p:to>
                                    </p:set>
                                    <p:anim calcmode="lin" valueType="num">
                                      <p:cBhvr>
                                        <p:cTn id="111" dur="500" fill="hold"/>
                                        <p:tgtEl>
                                          <p:spTgt spid="19">
                                            <p:txEl>
                                              <p:pRg st="0" end="0"/>
                                            </p:txEl>
                                          </p:spTgt>
                                        </p:tgtEl>
                                        <p:attrNameLst>
                                          <p:attrName>ppt_w</p:attrName>
                                        </p:attrNameLst>
                                      </p:cBhvr>
                                      <p:tavLst>
                                        <p:tav tm="0">
                                          <p:val>
                                            <p:fltVal val="0"/>
                                          </p:val>
                                        </p:tav>
                                        <p:tav tm="100000">
                                          <p:val>
                                            <p:strVal val="#ppt_w"/>
                                          </p:val>
                                        </p:tav>
                                      </p:tavLst>
                                    </p:anim>
                                    <p:anim calcmode="lin" valueType="num">
                                      <p:cBhvr>
                                        <p:cTn id="112" dur="500" fill="hold"/>
                                        <p:tgtEl>
                                          <p:spTgt spid="19">
                                            <p:txEl>
                                              <p:pRg st="0" end="0"/>
                                            </p:txEl>
                                          </p:spTgt>
                                        </p:tgtEl>
                                        <p:attrNameLst>
                                          <p:attrName>ppt_h</p:attrName>
                                        </p:attrNameLst>
                                      </p:cBhvr>
                                      <p:tavLst>
                                        <p:tav tm="0">
                                          <p:val>
                                            <p:fltVal val="0"/>
                                          </p:val>
                                        </p:tav>
                                        <p:tav tm="100000">
                                          <p:val>
                                            <p:strVal val="#ppt_h"/>
                                          </p:val>
                                        </p:tav>
                                      </p:tavLst>
                                    </p:anim>
                                    <p:animEffect transition="in" filter="fade">
                                      <p:cBhvr>
                                        <p:cTn id="113" dur="500"/>
                                        <p:tgtEl>
                                          <p:spTgt spid="19">
                                            <p:txEl>
                                              <p:pRg st="0" end="0"/>
                                            </p:txEl>
                                          </p:spTgt>
                                        </p:tgtEl>
                                      </p:cBhvr>
                                    </p:animEffect>
                                  </p:childTnLst>
                                </p:cTn>
                              </p:par>
                            </p:childTnLst>
                          </p:cTn>
                        </p:par>
                        <p:par>
                          <p:cTn id="114" fill="hold">
                            <p:stCondLst>
                              <p:cond delay="10000"/>
                            </p:stCondLst>
                            <p:childTnLst>
                              <p:par>
                                <p:cTn id="115" presetID="42" presetClass="entr" presetSubtype="0" fill="hold" grpId="0" nodeType="afterEffect" nodePh="1">
                                  <p:stCondLst>
                                    <p:cond delay="0"/>
                                  </p:stCondLst>
                                  <p:endCondLst>
                                    <p:cond evt="begin" delay="0">
                                      <p:tn val="115"/>
                                    </p:cond>
                                  </p:endCondLst>
                                  <p:childTnLst>
                                    <p:set>
                                      <p:cBhvr>
                                        <p:cTn id="116" dur="1" fill="hold">
                                          <p:stCondLst>
                                            <p:cond delay="0"/>
                                          </p:stCondLst>
                                        </p:cTn>
                                        <p:tgtEl>
                                          <p:spTgt spid="20">
                                            <p:txEl>
                                              <p:pRg st="0" end="0"/>
                                            </p:txEl>
                                          </p:spTgt>
                                        </p:tgtEl>
                                        <p:attrNameLst>
                                          <p:attrName>style.visibility</p:attrName>
                                        </p:attrNameLst>
                                      </p:cBhvr>
                                      <p:to>
                                        <p:strVal val="visible"/>
                                      </p:to>
                                    </p:set>
                                    <p:animEffect transition="in" filter="fade">
                                      <p:cBhvr>
                                        <p:cTn id="117" dur="500"/>
                                        <p:tgtEl>
                                          <p:spTgt spid="20">
                                            <p:txEl>
                                              <p:pRg st="0" end="0"/>
                                            </p:txEl>
                                          </p:spTgt>
                                        </p:tgtEl>
                                      </p:cBhvr>
                                    </p:animEffect>
                                    <p:anim calcmode="lin" valueType="num">
                                      <p:cBhvr>
                                        <p:cTn id="118" dur="500" fill="hold"/>
                                        <p:tgtEl>
                                          <p:spTgt spid="20">
                                            <p:txEl>
                                              <p:pRg st="0" end="0"/>
                                            </p:txEl>
                                          </p:spTgt>
                                        </p:tgtEl>
                                        <p:attrNameLst>
                                          <p:attrName>ppt_x</p:attrName>
                                        </p:attrNameLst>
                                      </p:cBhvr>
                                      <p:tavLst>
                                        <p:tav tm="0">
                                          <p:val>
                                            <p:strVal val="#ppt_x"/>
                                          </p:val>
                                        </p:tav>
                                        <p:tav tm="100000">
                                          <p:val>
                                            <p:strVal val="#ppt_x"/>
                                          </p:val>
                                        </p:tav>
                                      </p:tavLst>
                                    </p:anim>
                                    <p:anim calcmode="lin" valueType="num">
                                      <p:cBhvr>
                                        <p:cTn id="119" dur="500" fill="hold"/>
                                        <p:tgtEl>
                                          <p:spTgt spid="20">
                                            <p:txEl>
                                              <p:pRg st="0" end="0"/>
                                            </p:txEl>
                                          </p:spTgt>
                                        </p:tgtEl>
                                        <p:attrNameLst>
                                          <p:attrName>ppt_y</p:attrName>
                                        </p:attrNameLst>
                                      </p:cBhvr>
                                      <p:tavLst>
                                        <p:tav tm="0">
                                          <p:val>
                                            <p:strVal val="#ppt_y+.1"/>
                                          </p:val>
                                        </p:tav>
                                        <p:tav tm="100000">
                                          <p:val>
                                            <p:strVal val="#ppt_y"/>
                                          </p:val>
                                        </p:tav>
                                      </p:tavLst>
                                    </p:anim>
                                  </p:childTnLst>
                                </p:cTn>
                              </p:par>
                            </p:childTnLst>
                          </p:cTn>
                        </p:par>
                        <p:par>
                          <p:cTn id="120" fill="hold">
                            <p:stCondLst>
                              <p:cond delay="10500"/>
                            </p:stCondLst>
                            <p:childTnLst>
                              <p:par>
                                <p:cTn id="121" presetID="42" presetClass="entr" presetSubtype="0" fill="hold" grpId="0" nodeType="afterEffect" nodePh="1">
                                  <p:stCondLst>
                                    <p:cond delay="0"/>
                                  </p:stCondLst>
                                  <p:endCondLst>
                                    <p:cond evt="begin" delay="0">
                                      <p:tn val="121"/>
                                    </p:cond>
                                  </p:endCondLst>
                                  <p:childTnLst>
                                    <p:set>
                                      <p:cBhvr>
                                        <p:cTn id="122" dur="1" fill="hold">
                                          <p:stCondLst>
                                            <p:cond delay="0"/>
                                          </p:stCondLst>
                                        </p:cTn>
                                        <p:tgtEl>
                                          <p:spTgt spid="24">
                                            <p:txEl>
                                              <p:pRg st="0" end="0"/>
                                            </p:txEl>
                                          </p:spTgt>
                                        </p:tgtEl>
                                        <p:attrNameLst>
                                          <p:attrName>style.visibility</p:attrName>
                                        </p:attrNameLst>
                                      </p:cBhvr>
                                      <p:to>
                                        <p:strVal val="visible"/>
                                      </p:to>
                                    </p:set>
                                    <p:animEffect transition="in" filter="fade">
                                      <p:cBhvr>
                                        <p:cTn id="123" dur="500"/>
                                        <p:tgtEl>
                                          <p:spTgt spid="24">
                                            <p:txEl>
                                              <p:pRg st="0" end="0"/>
                                            </p:txEl>
                                          </p:spTgt>
                                        </p:tgtEl>
                                      </p:cBhvr>
                                    </p:animEffect>
                                    <p:anim calcmode="lin" valueType="num">
                                      <p:cBhvr>
                                        <p:cTn id="124"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p:cTn id="125" dur="500" fill="hold"/>
                                        <p:tgtEl>
                                          <p:spTgt spid="24">
                                            <p:txEl>
                                              <p:pRg st="0" end="0"/>
                                            </p:txEl>
                                          </p:spTgt>
                                        </p:tgtEl>
                                        <p:attrNameLst>
                                          <p:attrName>ppt_y</p:attrName>
                                        </p:attrNameLst>
                                      </p:cBhvr>
                                      <p:tavLst>
                                        <p:tav tm="0">
                                          <p:val>
                                            <p:strVal val="#ppt_y+.1"/>
                                          </p:val>
                                        </p:tav>
                                        <p:tav tm="100000">
                                          <p:val>
                                            <p:strVal val="#ppt_y"/>
                                          </p:val>
                                        </p:tav>
                                      </p:tavLst>
                                    </p:anim>
                                  </p:childTnLst>
                                </p:cTn>
                              </p:par>
                            </p:childTnLst>
                          </p:cTn>
                        </p:par>
                        <p:par>
                          <p:cTn id="126" fill="hold">
                            <p:stCondLst>
                              <p:cond delay="11000"/>
                            </p:stCondLst>
                            <p:childTnLst>
                              <p:par>
                                <p:cTn id="127" presetID="10" presetClass="entr" presetSubtype="0" fill="hold" nodeType="afterEffect">
                                  <p:stCondLst>
                                    <p:cond delay="0"/>
                                  </p:stCondLst>
                                  <p:childTnLst>
                                    <p:set>
                                      <p:cBhvr>
                                        <p:cTn id="128" dur="1" fill="hold">
                                          <p:stCondLst>
                                            <p:cond delay="0"/>
                                          </p:stCondLst>
                                        </p:cTn>
                                        <p:tgtEl>
                                          <p:spTgt spid="46"/>
                                        </p:tgtEl>
                                        <p:attrNameLst>
                                          <p:attrName>style.visibility</p:attrName>
                                        </p:attrNameLst>
                                      </p:cBhvr>
                                      <p:to>
                                        <p:strVal val="visible"/>
                                      </p:to>
                                    </p:set>
                                    <p:animEffect transition="in" filter="fade">
                                      <p:cBhvr>
                                        <p:cTn id="129" dur="500"/>
                                        <p:tgtEl>
                                          <p:spTgt spid="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9" grpId="0" animBg="1"/>
      <p:bldP spid="10" grpId="0" animBg="1"/>
      <p:bldP spid="11" grpId="0" animBg="1"/>
      <p:bldP spid="12" grpId="0" animBg="1"/>
      <p:bldP spid="13"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3"/>
                        </p:tgtEl>
                        <p:attrNameLst>
                          <p:attrName>style.visibility</p:attrName>
                        </p:attrNameLst>
                      </p:cBhvr>
                      <p:to>
                        <p:strVal val="visible"/>
                      </p:to>
                    </p:set>
                    <p:anim calcmode="lin" valueType="num">
                      <p:cBhvr>
                        <p:cTn dur="500" fill="hold"/>
                        <p:tgtEl>
                          <p:spTgt spid="13"/>
                        </p:tgtEl>
                        <p:attrNameLst>
                          <p:attrName>ppt_w</p:attrName>
                        </p:attrNameLst>
                      </p:cBhvr>
                      <p:tavLst>
                        <p:tav tm="0">
                          <p:val>
                            <p:fltVal val="0"/>
                          </p:val>
                        </p:tav>
                        <p:tav tm="100000">
                          <p:val>
                            <p:strVal val="#ppt_w"/>
                          </p:val>
                        </p:tav>
                      </p:tavLst>
                    </p:anim>
                    <p:anim calcmode="lin" valueType="num">
                      <p:cBhvr>
                        <p:cTn dur="500" fill="hold"/>
                        <p:tgtEl>
                          <p:spTgt spid="13"/>
                        </p:tgtEl>
                        <p:attrNameLst>
                          <p:attrName>ppt_h</p:attrName>
                        </p:attrNameLst>
                      </p:cBhvr>
                      <p:tavLst>
                        <p:tav tm="0">
                          <p:val>
                            <p:fltVal val="0"/>
                          </p:val>
                        </p:tav>
                        <p:tav tm="100000">
                          <p:val>
                            <p:strVal val="#ppt_h"/>
                          </p:val>
                        </p:tav>
                      </p:tavLst>
                    </p:anim>
                    <p:animEffect transition="in" filter="fade">
                      <p:cBhvr>
                        <p:cTn dur="500"/>
                        <p:tgtEl>
                          <p:spTgt spid="13"/>
                        </p:tgtEl>
                      </p:cBhvr>
                    </p:animEffect>
                  </p:childTnLst>
                </p:cTn>
              </p:par>
            </p:tnLst>
          </p:tmpl>
        </p:tmplLst>
      </p:bldP>
      <p:bldP spid="14"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4"/>
                        </p:tgtEl>
                        <p:attrNameLst>
                          <p:attrName>style.visibility</p:attrName>
                        </p:attrNameLst>
                      </p:cBhvr>
                      <p:to>
                        <p:strVal val="visible"/>
                      </p:to>
                    </p:set>
                    <p:animEffect transition="in" filter="fade">
                      <p:cBhvr>
                        <p:cTn dur="500"/>
                        <p:tgtEl>
                          <p:spTgt spid="14"/>
                        </p:tgtEl>
                      </p:cBhvr>
                    </p:animEffect>
                    <p:anim calcmode="lin" valueType="num">
                      <p:cBhvr>
                        <p:cTn dur="500" fill="hold"/>
                        <p:tgtEl>
                          <p:spTgt spid="14"/>
                        </p:tgtEl>
                        <p:attrNameLst>
                          <p:attrName>ppt_x</p:attrName>
                        </p:attrNameLst>
                      </p:cBhvr>
                      <p:tavLst>
                        <p:tav tm="0">
                          <p:val>
                            <p:strVal val="#ppt_x"/>
                          </p:val>
                        </p:tav>
                        <p:tav tm="100000">
                          <p:val>
                            <p:strVal val="#ppt_x"/>
                          </p:val>
                        </p:tav>
                      </p:tavLst>
                    </p:anim>
                    <p:anim calcmode="lin" valueType="num">
                      <p:cBhvr>
                        <p:cTn dur="500" fill="hold"/>
                        <p:tgtEl>
                          <p:spTgt spid="14"/>
                        </p:tgtEl>
                        <p:attrNameLst>
                          <p:attrName>ppt_y</p:attrName>
                        </p:attrNameLst>
                      </p:cBhvr>
                      <p:tavLst>
                        <p:tav tm="0">
                          <p:val>
                            <p:strVal val="#ppt_y+.1"/>
                          </p:val>
                        </p:tav>
                        <p:tav tm="100000">
                          <p:val>
                            <p:strVal val="#ppt_y"/>
                          </p:val>
                        </p:tav>
                      </p:tavLst>
                    </p:anim>
                  </p:childTnLst>
                </p:cTn>
              </p:par>
            </p:tnLst>
          </p:tmpl>
        </p:tmplLst>
      </p:bldP>
      <p:bldP spid="15"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5"/>
                        </p:tgtEl>
                        <p:attrNameLst>
                          <p:attrName>style.visibility</p:attrName>
                        </p:attrNameLst>
                      </p:cBhvr>
                      <p:to>
                        <p:strVal val="visible"/>
                      </p:to>
                    </p:set>
                    <p:anim calcmode="lin" valueType="num">
                      <p:cBhvr>
                        <p:cTn dur="500" fill="hold"/>
                        <p:tgtEl>
                          <p:spTgt spid="15"/>
                        </p:tgtEl>
                        <p:attrNameLst>
                          <p:attrName>ppt_w</p:attrName>
                        </p:attrNameLst>
                      </p:cBhvr>
                      <p:tavLst>
                        <p:tav tm="0">
                          <p:val>
                            <p:fltVal val="0"/>
                          </p:val>
                        </p:tav>
                        <p:tav tm="100000">
                          <p:val>
                            <p:strVal val="#ppt_w"/>
                          </p:val>
                        </p:tav>
                      </p:tavLst>
                    </p:anim>
                    <p:anim calcmode="lin" valueType="num">
                      <p:cBhvr>
                        <p:cTn dur="500" fill="hold"/>
                        <p:tgtEl>
                          <p:spTgt spid="15"/>
                        </p:tgtEl>
                        <p:attrNameLst>
                          <p:attrName>ppt_h</p:attrName>
                        </p:attrNameLst>
                      </p:cBhvr>
                      <p:tavLst>
                        <p:tav tm="0">
                          <p:val>
                            <p:fltVal val="0"/>
                          </p:val>
                        </p:tav>
                        <p:tav tm="100000">
                          <p:val>
                            <p:strVal val="#ppt_h"/>
                          </p:val>
                        </p:tav>
                      </p:tavLst>
                    </p:anim>
                    <p:animEffect transition="in" filter="fade">
                      <p:cBhvr>
                        <p:cTn dur="500"/>
                        <p:tgtEl>
                          <p:spTgt spid="15"/>
                        </p:tgtEl>
                      </p:cBhvr>
                    </p:animEffect>
                  </p:childTnLst>
                </p:cTn>
              </p:par>
            </p:tnLst>
          </p:tmpl>
        </p:tmplLst>
      </p:bldP>
      <p:bldP spid="16"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6"/>
                        </p:tgtEl>
                        <p:attrNameLst>
                          <p:attrName>style.visibility</p:attrName>
                        </p:attrNameLst>
                      </p:cBhvr>
                      <p:to>
                        <p:strVal val="visible"/>
                      </p:to>
                    </p:set>
                    <p:animEffect transition="in" filter="fade">
                      <p:cBhvr>
                        <p:cTn dur="500"/>
                        <p:tgtEl>
                          <p:spTgt spid="16"/>
                        </p:tgtEl>
                      </p:cBhvr>
                    </p:animEffect>
                    <p:anim calcmode="lin" valueType="num">
                      <p:cBhvr>
                        <p:cTn dur="500" fill="hold"/>
                        <p:tgtEl>
                          <p:spTgt spid="16"/>
                        </p:tgtEl>
                        <p:attrNameLst>
                          <p:attrName>ppt_x</p:attrName>
                        </p:attrNameLst>
                      </p:cBhvr>
                      <p:tavLst>
                        <p:tav tm="0">
                          <p:val>
                            <p:strVal val="#ppt_x"/>
                          </p:val>
                        </p:tav>
                        <p:tav tm="100000">
                          <p:val>
                            <p:strVal val="#ppt_x"/>
                          </p:val>
                        </p:tav>
                      </p:tavLst>
                    </p:anim>
                    <p:anim calcmode="lin" valueType="num">
                      <p:cBhvr>
                        <p:cTn dur="500" fill="hold"/>
                        <p:tgtEl>
                          <p:spTgt spid="16"/>
                        </p:tgtEl>
                        <p:attrNameLst>
                          <p:attrName>ppt_y</p:attrName>
                        </p:attrNameLst>
                      </p:cBhvr>
                      <p:tavLst>
                        <p:tav tm="0">
                          <p:val>
                            <p:strVal val="#ppt_y+.1"/>
                          </p:val>
                        </p:tav>
                        <p:tav tm="100000">
                          <p:val>
                            <p:strVal val="#ppt_y"/>
                          </p:val>
                        </p:tav>
                      </p:tavLst>
                    </p:anim>
                  </p:childTnLst>
                </p:cTn>
              </p:par>
            </p:tnLst>
          </p:tmpl>
        </p:tmplLst>
      </p:bldP>
      <p:bldP spid="17"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7"/>
                        </p:tgtEl>
                        <p:attrNameLst>
                          <p:attrName>style.visibility</p:attrName>
                        </p:attrNameLst>
                      </p:cBhvr>
                      <p:to>
                        <p:strVal val="visible"/>
                      </p:to>
                    </p:set>
                    <p:anim calcmode="lin" valueType="num">
                      <p:cBhvr>
                        <p:cTn dur="500" fill="hold"/>
                        <p:tgtEl>
                          <p:spTgt spid="17"/>
                        </p:tgtEl>
                        <p:attrNameLst>
                          <p:attrName>ppt_w</p:attrName>
                        </p:attrNameLst>
                      </p:cBhvr>
                      <p:tavLst>
                        <p:tav tm="0">
                          <p:val>
                            <p:fltVal val="0"/>
                          </p:val>
                        </p:tav>
                        <p:tav tm="100000">
                          <p:val>
                            <p:strVal val="#ppt_w"/>
                          </p:val>
                        </p:tav>
                      </p:tavLst>
                    </p:anim>
                    <p:anim calcmode="lin" valueType="num">
                      <p:cBhvr>
                        <p:cTn dur="500" fill="hold"/>
                        <p:tgtEl>
                          <p:spTgt spid="17"/>
                        </p:tgtEl>
                        <p:attrNameLst>
                          <p:attrName>ppt_h</p:attrName>
                        </p:attrNameLst>
                      </p:cBhvr>
                      <p:tavLst>
                        <p:tav tm="0">
                          <p:val>
                            <p:fltVal val="0"/>
                          </p:val>
                        </p:tav>
                        <p:tav tm="100000">
                          <p:val>
                            <p:strVal val="#ppt_h"/>
                          </p:val>
                        </p:tav>
                      </p:tavLst>
                    </p:anim>
                    <p:animEffect transition="in" filter="fade">
                      <p:cBhvr>
                        <p:cTn dur="500"/>
                        <p:tgtEl>
                          <p:spTgt spid="17"/>
                        </p:tgtEl>
                      </p:cBhvr>
                    </p:animEffect>
                  </p:childTnLst>
                </p:cTn>
              </p:par>
            </p:tnLst>
          </p:tmpl>
        </p:tmplLst>
      </p:bldP>
      <p:bldP spid="18"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8"/>
                        </p:tgtEl>
                        <p:attrNameLst>
                          <p:attrName>style.visibility</p:attrName>
                        </p:attrNameLst>
                      </p:cBhvr>
                      <p:to>
                        <p:strVal val="visible"/>
                      </p:to>
                    </p:set>
                    <p:animEffect transition="in" filter="fade">
                      <p:cBhvr>
                        <p:cTn dur="500"/>
                        <p:tgtEl>
                          <p:spTgt spid="18"/>
                        </p:tgtEl>
                      </p:cBhvr>
                    </p:animEffect>
                    <p:anim calcmode="lin" valueType="num">
                      <p:cBhvr>
                        <p:cTn dur="500" fill="hold"/>
                        <p:tgtEl>
                          <p:spTgt spid="18"/>
                        </p:tgtEl>
                        <p:attrNameLst>
                          <p:attrName>ppt_x</p:attrName>
                        </p:attrNameLst>
                      </p:cBhvr>
                      <p:tavLst>
                        <p:tav tm="0">
                          <p:val>
                            <p:strVal val="#ppt_x"/>
                          </p:val>
                        </p:tav>
                        <p:tav tm="100000">
                          <p:val>
                            <p:strVal val="#ppt_x"/>
                          </p:val>
                        </p:tav>
                      </p:tavLst>
                    </p:anim>
                    <p:anim calcmode="lin" valueType="num">
                      <p:cBhvr>
                        <p:cTn dur="500" fill="hold"/>
                        <p:tgtEl>
                          <p:spTgt spid="18"/>
                        </p:tgtEl>
                        <p:attrNameLst>
                          <p:attrName>ppt_y</p:attrName>
                        </p:attrNameLst>
                      </p:cBhvr>
                      <p:tavLst>
                        <p:tav tm="0">
                          <p:val>
                            <p:strVal val="#ppt_y+.1"/>
                          </p:val>
                        </p:tav>
                        <p:tav tm="100000">
                          <p:val>
                            <p:strVal val="#ppt_y"/>
                          </p:val>
                        </p:tav>
                      </p:tavLst>
                    </p:anim>
                  </p:childTnLst>
                </p:cTn>
              </p:par>
            </p:tnLst>
          </p:tmpl>
        </p:tmplLst>
      </p:bldP>
      <p:bldP spid="19"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9"/>
                        </p:tgtEl>
                        <p:attrNameLst>
                          <p:attrName>style.visibility</p:attrName>
                        </p:attrNameLst>
                      </p:cBhvr>
                      <p:to>
                        <p:strVal val="visible"/>
                      </p:to>
                    </p:set>
                    <p:anim calcmode="lin" valueType="num">
                      <p:cBhvr>
                        <p:cTn dur="500" fill="hold"/>
                        <p:tgtEl>
                          <p:spTgt spid="19"/>
                        </p:tgtEl>
                        <p:attrNameLst>
                          <p:attrName>ppt_w</p:attrName>
                        </p:attrNameLst>
                      </p:cBhvr>
                      <p:tavLst>
                        <p:tav tm="0">
                          <p:val>
                            <p:fltVal val="0"/>
                          </p:val>
                        </p:tav>
                        <p:tav tm="100000">
                          <p:val>
                            <p:strVal val="#ppt_w"/>
                          </p:val>
                        </p:tav>
                      </p:tavLst>
                    </p:anim>
                    <p:anim calcmode="lin" valueType="num">
                      <p:cBhvr>
                        <p:cTn dur="500" fill="hold"/>
                        <p:tgtEl>
                          <p:spTgt spid="19"/>
                        </p:tgtEl>
                        <p:attrNameLst>
                          <p:attrName>ppt_h</p:attrName>
                        </p:attrNameLst>
                      </p:cBhvr>
                      <p:tavLst>
                        <p:tav tm="0">
                          <p:val>
                            <p:fltVal val="0"/>
                          </p:val>
                        </p:tav>
                        <p:tav tm="100000">
                          <p:val>
                            <p:strVal val="#ppt_h"/>
                          </p:val>
                        </p:tav>
                      </p:tavLst>
                    </p:anim>
                    <p:animEffect transition="in" filter="fade">
                      <p:cBhvr>
                        <p:cTn dur="500"/>
                        <p:tgtEl>
                          <p:spTgt spid="19"/>
                        </p:tgtEl>
                      </p:cBhvr>
                    </p:animEffect>
                  </p:childTnLst>
                </p:cTn>
              </p:par>
            </p:tnLst>
          </p:tmpl>
        </p:tmplLst>
      </p:bldP>
      <p:bldP spid="20"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0"/>
                        </p:tgtEl>
                        <p:attrNameLst>
                          <p:attrName>style.visibility</p:attrName>
                        </p:attrNameLst>
                      </p:cBhvr>
                      <p:to>
                        <p:strVal val="visible"/>
                      </p:to>
                    </p:set>
                    <p:animEffect transition="in" filter="fade">
                      <p:cBhvr>
                        <p:cTn dur="500"/>
                        <p:tgtEl>
                          <p:spTgt spid="20"/>
                        </p:tgtEl>
                      </p:cBhvr>
                    </p:animEffect>
                    <p:anim calcmode="lin" valueType="num">
                      <p:cBhvr>
                        <p:cTn dur="500" fill="hold"/>
                        <p:tgtEl>
                          <p:spTgt spid="20"/>
                        </p:tgtEl>
                        <p:attrNameLst>
                          <p:attrName>ppt_x</p:attrName>
                        </p:attrNameLst>
                      </p:cBhvr>
                      <p:tavLst>
                        <p:tav tm="0">
                          <p:val>
                            <p:strVal val="#ppt_x"/>
                          </p:val>
                        </p:tav>
                        <p:tav tm="100000">
                          <p:val>
                            <p:strVal val="#ppt_x"/>
                          </p:val>
                        </p:tav>
                      </p:tavLst>
                    </p:anim>
                    <p:anim calcmode="lin" valueType="num">
                      <p:cBhvr>
                        <p:cTn dur="500" fill="hold"/>
                        <p:tgtEl>
                          <p:spTgt spid="20"/>
                        </p:tgtEl>
                        <p:attrNameLst>
                          <p:attrName>ppt_y</p:attrName>
                        </p:attrNameLst>
                      </p:cBhvr>
                      <p:tavLst>
                        <p:tav tm="0">
                          <p:val>
                            <p:strVal val="#ppt_y+.1"/>
                          </p:val>
                        </p:tav>
                        <p:tav tm="100000">
                          <p:val>
                            <p:strVal val="#ppt_y"/>
                          </p:val>
                        </p:tav>
                      </p:tavLst>
                    </p:anim>
                  </p:childTnLst>
                </p:cTn>
              </p:par>
            </p:tnLst>
          </p:tmpl>
        </p:tmplLst>
      </p:bldP>
      <p:bldP spid="21"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1"/>
                        </p:tgtEl>
                        <p:attrNameLst>
                          <p:attrName>style.visibility</p:attrName>
                        </p:attrNameLst>
                      </p:cBhvr>
                      <p:to>
                        <p:strVal val="visible"/>
                      </p:to>
                    </p:set>
                    <p:animEffect transition="in" filter="fade">
                      <p:cBhvr>
                        <p:cTn dur="500"/>
                        <p:tgtEl>
                          <p:spTgt spid="21"/>
                        </p:tgtEl>
                      </p:cBhvr>
                    </p:animEffect>
                    <p:anim calcmode="lin" valueType="num">
                      <p:cBhvr>
                        <p:cTn dur="500" fill="hold"/>
                        <p:tgtEl>
                          <p:spTgt spid="21"/>
                        </p:tgtEl>
                        <p:attrNameLst>
                          <p:attrName>ppt_x</p:attrName>
                        </p:attrNameLst>
                      </p:cBhvr>
                      <p:tavLst>
                        <p:tav tm="0">
                          <p:val>
                            <p:strVal val="#ppt_x"/>
                          </p:val>
                        </p:tav>
                        <p:tav tm="100000">
                          <p:val>
                            <p:strVal val="#ppt_x"/>
                          </p:val>
                        </p:tav>
                      </p:tavLst>
                    </p:anim>
                    <p:anim calcmode="lin" valueType="num">
                      <p:cBhvr>
                        <p:cTn dur="500" fill="hold"/>
                        <p:tgtEl>
                          <p:spTgt spid="21"/>
                        </p:tgtEl>
                        <p:attrNameLst>
                          <p:attrName>ppt_y</p:attrName>
                        </p:attrNameLst>
                      </p:cBhvr>
                      <p:tavLst>
                        <p:tav tm="0">
                          <p:val>
                            <p:strVal val="#ppt_y+.1"/>
                          </p:val>
                        </p:tav>
                        <p:tav tm="100000">
                          <p:val>
                            <p:strVal val="#ppt_y"/>
                          </p:val>
                        </p:tav>
                      </p:tavLst>
                    </p:anim>
                  </p:childTnLst>
                </p:cTn>
              </p:par>
            </p:tnLst>
          </p:tmpl>
        </p:tmplLst>
      </p:bldP>
      <p:bldP spid="22"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2"/>
                        </p:tgtEl>
                        <p:attrNameLst>
                          <p:attrName>style.visibility</p:attrName>
                        </p:attrNameLst>
                      </p:cBhvr>
                      <p:to>
                        <p:strVal val="visible"/>
                      </p:to>
                    </p:set>
                    <p:animEffect transition="in" filter="fade">
                      <p:cBhvr>
                        <p:cTn dur="500"/>
                        <p:tgtEl>
                          <p:spTgt spid="22"/>
                        </p:tgtEl>
                      </p:cBhvr>
                    </p:animEffect>
                    <p:anim calcmode="lin" valueType="num">
                      <p:cBhvr>
                        <p:cTn dur="500" fill="hold"/>
                        <p:tgtEl>
                          <p:spTgt spid="22"/>
                        </p:tgtEl>
                        <p:attrNameLst>
                          <p:attrName>ppt_x</p:attrName>
                        </p:attrNameLst>
                      </p:cBhvr>
                      <p:tavLst>
                        <p:tav tm="0">
                          <p:val>
                            <p:strVal val="#ppt_x"/>
                          </p:val>
                        </p:tav>
                        <p:tav tm="100000">
                          <p:val>
                            <p:strVal val="#ppt_x"/>
                          </p:val>
                        </p:tav>
                      </p:tavLst>
                    </p:anim>
                    <p:anim calcmode="lin" valueType="num">
                      <p:cBhvr>
                        <p:cTn dur="500" fill="hold"/>
                        <p:tgtEl>
                          <p:spTgt spid="22"/>
                        </p:tgtEl>
                        <p:attrNameLst>
                          <p:attrName>ppt_y</p:attrName>
                        </p:attrNameLst>
                      </p:cBhvr>
                      <p:tavLst>
                        <p:tav tm="0">
                          <p:val>
                            <p:strVal val="#ppt_y+.1"/>
                          </p:val>
                        </p:tav>
                        <p:tav tm="100000">
                          <p:val>
                            <p:strVal val="#ppt_y"/>
                          </p:val>
                        </p:tav>
                      </p:tavLst>
                    </p:anim>
                  </p:childTnLst>
                </p:cTn>
              </p:par>
            </p:tnLst>
          </p:tmpl>
        </p:tmplLst>
      </p:bldP>
      <p:bldP spid="23"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3"/>
                        </p:tgtEl>
                        <p:attrNameLst>
                          <p:attrName>style.visibility</p:attrName>
                        </p:attrNameLst>
                      </p:cBhvr>
                      <p:to>
                        <p:strVal val="visible"/>
                      </p:to>
                    </p:set>
                    <p:animEffect transition="in" filter="fade">
                      <p:cBhvr>
                        <p:cTn dur="500"/>
                        <p:tgtEl>
                          <p:spTgt spid="23"/>
                        </p:tgtEl>
                      </p:cBhvr>
                    </p:animEffect>
                    <p:anim calcmode="lin" valueType="num">
                      <p:cBhvr>
                        <p:cTn dur="500" fill="hold"/>
                        <p:tgtEl>
                          <p:spTgt spid="23"/>
                        </p:tgtEl>
                        <p:attrNameLst>
                          <p:attrName>ppt_x</p:attrName>
                        </p:attrNameLst>
                      </p:cBhvr>
                      <p:tavLst>
                        <p:tav tm="0">
                          <p:val>
                            <p:strVal val="#ppt_x"/>
                          </p:val>
                        </p:tav>
                        <p:tav tm="100000">
                          <p:val>
                            <p:strVal val="#ppt_x"/>
                          </p:val>
                        </p:tav>
                      </p:tavLst>
                    </p:anim>
                    <p:anim calcmode="lin" valueType="num">
                      <p:cBhvr>
                        <p:cTn dur="500" fill="hold"/>
                        <p:tgtEl>
                          <p:spTgt spid="23"/>
                        </p:tgtEl>
                        <p:attrNameLst>
                          <p:attrName>ppt_y</p:attrName>
                        </p:attrNameLst>
                      </p:cBhvr>
                      <p:tavLst>
                        <p:tav tm="0">
                          <p:val>
                            <p:strVal val="#ppt_y+.1"/>
                          </p:val>
                        </p:tav>
                        <p:tav tm="100000">
                          <p:val>
                            <p:strVal val="#ppt_y"/>
                          </p:val>
                        </p:tav>
                      </p:tavLst>
                    </p:anim>
                  </p:childTnLst>
                </p:cTn>
              </p:par>
            </p:tnLst>
          </p:tmpl>
        </p:tmplLst>
      </p:bldP>
      <p:bldP spid="24"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4"/>
                        </p:tgtEl>
                        <p:attrNameLst>
                          <p:attrName>style.visibility</p:attrName>
                        </p:attrNameLst>
                      </p:cBhvr>
                      <p:to>
                        <p:strVal val="visible"/>
                      </p:to>
                    </p:set>
                    <p:animEffect transition="in" filter="fade">
                      <p:cBhvr>
                        <p:cTn dur="500"/>
                        <p:tgtEl>
                          <p:spTgt spid="24"/>
                        </p:tgtEl>
                      </p:cBhvr>
                    </p:animEffect>
                    <p:anim calcmode="lin" valueType="num">
                      <p:cBhvr>
                        <p:cTn dur="500" fill="hold"/>
                        <p:tgtEl>
                          <p:spTgt spid="24"/>
                        </p:tgtEl>
                        <p:attrNameLst>
                          <p:attrName>ppt_x</p:attrName>
                        </p:attrNameLst>
                      </p:cBhvr>
                      <p:tavLst>
                        <p:tav tm="0">
                          <p:val>
                            <p:strVal val="#ppt_x"/>
                          </p:val>
                        </p:tav>
                        <p:tav tm="100000">
                          <p:val>
                            <p:strVal val="#ppt_x"/>
                          </p:val>
                        </p:tav>
                      </p:tavLst>
                    </p:anim>
                    <p:anim calcmode="lin" valueType="num">
                      <p:cBhvr>
                        <p:cTn dur="500" fill="hold"/>
                        <p:tgtEl>
                          <p:spTgt spid="24"/>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258.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13" name="Text Placeholder 21"/>
          <p:cNvSpPr>
            <a:spLocks noGrp="1"/>
          </p:cNvSpPr>
          <p:nvPr>
            <p:ph type="body" sz="quarter" idx="20"/>
          </p:nvPr>
        </p:nvSpPr>
        <p:spPr>
          <a:xfrm>
            <a:off x="928685" y="4122030"/>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5" name="Text Placeholder 21"/>
          <p:cNvSpPr>
            <a:spLocks noGrp="1"/>
          </p:cNvSpPr>
          <p:nvPr>
            <p:ph type="body" sz="quarter" idx="23"/>
          </p:nvPr>
        </p:nvSpPr>
        <p:spPr>
          <a:xfrm>
            <a:off x="3741157" y="4122030"/>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7" name="Text Placeholder 21"/>
          <p:cNvSpPr>
            <a:spLocks noGrp="1"/>
          </p:cNvSpPr>
          <p:nvPr>
            <p:ph type="body" sz="quarter" idx="25"/>
          </p:nvPr>
        </p:nvSpPr>
        <p:spPr>
          <a:xfrm>
            <a:off x="6609049" y="4122030"/>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9" name="Text Placeholder 21"/>
          <p:cNvSpPr>
            <a:spLocks noGrp="1"/>
          </p:cNvSpPr>
          <p:nvPr>
            <p:ph type="body" sz="quarter" idx="27"/>
          </p:nvPr>
        </p:nvSpPr>
        <p:spPr>
          <a:xfrm>
            <a:off x="9428447" y="4122030"/>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1" name="Text Placeholder 21"/>
          <p:cNvSpPr>
            <a:spLocks noGrp="1"/>
          </p:cNvSpPr>
          <p:nvPr>
            <p:ph type="body" sz="quarter" idx="29"/>
          </p:nvPr>
        </p:nvSpPr>
        <p:spPr>
          <a:xfrm>
            <a:off x="928685" y="4428734"/>
            <a:ext cx="1814513" cy="87351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2" name="Text Placeholder 21"/>
          <p:cNvSpPr>
            <a:spLocks noGrp="1"/>
          </p:cNvSpPr>
          <p:nvPr>
            <p:ph type="body" sz="quarter" idx="30"/>
          </p:nvPr>
        </p:nvSpPr>
        <p:spPr>
          <a:xfrm>
            <a:off x="3741157" y="4428734"/>
            <a:ext cx="1814513" cy="87351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3" name="Text Placeholder 21"/>
          <p:cNvSpPr>
            <a:spLocks noGrp="1"/>
          </p:cNvSpPr>
          <p:nvPr>
            <p:ph type="body" sz="quarter" idx="31"/>
          </p:nvPr>
        </p:nvSpPr>
        <p:spPr>
          <a:xfrm>
            <a:off x="6609049" y="4428734"/>
            <a:ext cx="1814513" cy="87351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4" name="Text Placeholder 21"/>
          <p:cNvSpPr>
            <a:spLocks noGrp="1"/>
          </p:cNvSpPr>
          <p:nvPr>
            <p:ph type="body" sz="quarter" idx="32"/>
          </p:nvPr>
        </p:nvSpPr>
        <p:spPr>
          <a:xfrm>
            <a:off x="9428447" y="4428734"/>
            <a:ext cx="1814513" cy="87351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1" name="Picture Placeholder 30"/>
          <p:cNvSpPr>
            <a:spLocks noGrp="1"/>
          </p:cNvSpPr>
          <p:nvPr>
            <p:ph type="pic" sz="quarter" idx="33" hasCustomPrompt="1"/>
          </p:nvPr>
        </p:nvSpPr>
        <p:spPr>
          <a:xfrm>
            <a:off x="1246070" y="2009148"/>
            <a:ext cx="1233487" cy="1695450"/>
          </a:xfrm>
          <a:solidFill>
            <a:schemeClr val="bg1">
              <a:lumMod val="85000"/>
            </a:schemeClr>
          </a:solidFill>
        </p:spPr>
        <p:txBody>
          <a:bodyPr/>
          <a:lstStyle>
            <a:lvl1pPr>
              <a:defRPr/>
            </a:lvl1pPr>
          </a:lstStyle>
          <a:p>
            <a:r>
              <a:rPr lang="id-ID" dirty="0" smtClean="0"/>
              <a:t>Pic here</a:t>
            </a:r>
            <a:endParaRPr lang="en-AU" dirty="0"/>
          </a:p>
        </p:txBody>
      </p:sp>
      <p:sp>
        <p:nvSpPr>
          <p:cNvPr id="33" name="Picture Placeholder 30"/>
          <p:cNvSpPr>
            <a:spLocks noGrp="1"/>
          </p:cNvSpPr>
          <p:nvPr>
            <p:ph type="pic" sz="quarter" idx="34" hasCustomPrompt="1"/>
          </p:nvPr>
        </p:nvSpPr>
        <p:spPr>
          <a:xfrm>
            <a:off x="4038600" y="2009148"/>
            <a:ext cx="1233487" cy="1695450"/>
          </a:xfrm>
          <a:solidFill>
            <a:schemeClr val="bg1">
              <a:lumMod val="85000"/>
            </a:schemeClr>
          </a:solidFill>
        </p:spPr>
        <p:txBody>
          <a:bodyPr/>
          <a:lstStyle>
            <a:lvl1pPr>
              <a:defRPr/>
            </a:lvl1pPr>
          </a:lstStyle>
          <a:p>
            <a:r>
              <a:rPr lang="id-ID" dirty="0" smtClean="0"/>
              <a:t>Pic here</a:t>
            </a:r>
            <a:endParaRPr lang="en-AU" dirty="0"/>
          </a:p>
        </p:txBody>
      </p:sp>
      <p:sp>
        <p:nvSpPr>
          <p:cNvPr id="35" name="Picture Placeholder 30"/>
          <p:cNvSpPr>
            <a:spLocks noGrp="1"/>
          </p:cNvSpPr>
          <p:nvPr>
            <p:ph type="pic" sz="quarter" idx="35" hasCustomPrompt="1"/>
          </p:nvPr>
        </p:nvSpPr>
        <p:spPr>
          <a:xfrm>
            <a:off x="6834187" y="2009148"/>
            <a:ext cx="1233487" cy="1695450"/>
          </a:xfrm>
          <a:solidFill>
            <a:schemeClr val="bg1">
              <a:lumMod val="85000"/>
            </a:schemeClr>
          </a:solidFill>
        </p:spPr>
        <p:txBody>
          <a:bodyPr/>
          <a:lstStyle>
            <a:lvl1pPr>
              <a:defRPr/>
            </a:lvl1pPr>
          </a:lstStyle>
          <a:p>
            <a:r>
              <a:rPr lang="id-ID" dirty="0" smtClean="0"/>
              <a:t>Pic here</a:t>
            </a:r>
            <a:endParaRPr lang="en-AU" dirty="0"/>
          </a:p>
        </p:txBody>
      </p:sp>
      <p:sp>
        <p:nvSpPr>
          <p:cNvPr id="37" name="Picture Placeholder 30"/>
          <p:cNvSpPr>
            <a:spLocks noGrp="1"/>
          </p:cNvSpPr>
          <p:nvPr>
            <p:ph type="pic" sz="quarter" idx="36" hasCustomPrompt="1"/>
          </p:nvPr>
        </p:nvSpPr>
        <p:spPr>
          <a:xfrm>
            <a:off x="9712442" y="2009148"/>
            <a:ext cx="1233487" cy="1695450"/>
          </a:xfrm>
          <a:solidFill>
            <a:schemeClr val="bg1">
              <a:lumMod val="85000"/>
            </a:schemeClr>
          </a:solidFill>
        </p:spPr>
        <p:txBody>
          <a:bodyPr/>
          <a:lstStyle>
            <a:lvl1pPr>
              <a:defRPr/>
            </a:lvl1pPr>
          </a:lstStyle>
          <a:p>
            <a:r>
              <a:rPr lang="id-ID" dirty="0" smtClean="0"/>
              <a:t>Pic here</a:t>
            </a:r>
            <a:endParaRPr lang="en-AU" dirty="0"/>
          </a:p>
        </p:txBody>
      </p:sp>
      <p:grpSp>
        <p:nvGrpSpPr>
          <p:cNvPr id="25" name="Group 24"/>
          <p:cNvGrpSpPr/>
          <p:nvPr userDrawn="1"/>
        </p:nvGrpSpPr>
        <p:grpSpPr>
          <a:xfrm>
            <a:off x="973770" y="5352142"/>
            <a:ext cx="1724341" cy="516155"/>
            <a:chOff x="3872969" y="5806923"/>
            <a:chExt cx="1724341" cy="516155"/>
          </a:xfrm>
        </p:grpSpPr>
        <p:sp>
          <p:nvSpPr>
            <p:cNvPr id="26" name="Oval 25"/>
            <p:cNvSpPr/>
            <p:nvPr/>
          </p:nvSpPr>
          <p:spPr>
            <a:xfrm>
              <a:off x="3872969"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27" name="Oval 26"/>
            <p:cNvSpPr/>
            <p:nvPr/>
          </p:nvSpPr>
          <p:spPr>
            <a:xfrm>
              <a:off x="4477062"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28" name="Oval 27"/>
            <p:cNvSpPr/>
            <p:nvPr/>
          </p:nvSpPr>
          <p:spPr>
            <a:xfrm>
              <a:off x="5081155"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30" name="Freeform 63"/>
            <p:cNvSpPr>
              <a:spLocks/>
            </p:cNvSpPr>
            <p:nvPr/>
          </p:nvSpPr>
          <p:spPr bwMode="auto">
            <a:xfrm>
              <a:off x="4576091" y="5937921"/>
              <a:ext cx="318095" cy="261714"/>
            </a:xfrm>
            <a:custGeom>
              <a:avLst/>
              <a:gdLst>
                <a:gd name="T0" fmla="*/ 160 w 160"/>
                <a:gd name="T1" fmla="*/ 16 h 131"/>
                <a:gd name="T2" fmla="*/ 159 w 160"/>
                <a:gd name="T3" fmla="*/ 16 h 131"/>
                <a:gd name="T4" fmla="*/ 144 w 160"/>
                <a:gd name="T5" fmla="*/ 20 h 131"/>
                <a:gd name="T6" fmla="*/ 156 w 160"/>
                <a:gd name="T7" fmla="*/ 4 h 131"/>
                <a:gd name="T8" fmla="*/ 156 w 160"/>
                <a:gd name="T9" fmla="*/ 3 h 131"/>
                <a:gd name="T10" fmla="*/ 155 w 160"/>
                <a:gd name="T11" fmla="*/ 3 h 131"/>
                <a:gd name="T12" fmla="*/ 135 w 160"/>
                <a:gd name="T13" fmla="*/ 11 h 131"/>
                <a:gd name="T14" fmla="*/ 111 w 160"/>
                <a:gd name="T15" fmla="*/ 0 h 131"/>
                <a:gd name="T16" fmla="*/ 77 w 160"/>
                <a:gd name="T17" fmla="*/ 34 h 131"/>
                <a:gd name="T18" fmla="*/ 78 w 160"/>
                <a:gd name="T19" fmla="*/ 40 h 131"/>
                <a:gd name="T20" fmla="*/ 12 w 160"/>
                <a:gd name="T21" fmla="*/ 7 h 131"/>
                <a:gd name="T22" fmla="*/ 12 w 160"/>
                <a:gd name="T23" fmla="*/ 6 h 131"/>
                <a:gd name="T24" fmla="*/ 11 w 160"/>
                <a:gd name="T25" fmla="*/ 7 h 131"/>
                <a:gd name="T26" fmla="*/ 7 w 160"/>
                <a:gd name="T27" fmla="*/ 23 h 131"/>
                <a:gd name="T28" fmla="*/ 19 w 160"/>
                <a:gd name="T29" fmla="*/ 50 h 131"/>
                <a:gd name="T30" fmla="*/ 7 w 160"/>
                <a:gd name="T31" fmla="*/ 46 h 131"/>
                <a:gd name="T32" fmla="*/ 7 w 160"/>
                <a:gd name="T33" fmla="*/ 46 h 131"/>
                <a:gd name="T34" fmla="*/ 6 w 160"/>
                <a:gd name="T35" fmla="*/ 47 h 131"/>
                <a:gd name="T36" fmla="*/ 6 w 160"/>
                <a:gd name="T37" fmla="*/ 47 h 131"/>
                <a:gd name="T38" fmla="*/ 30 w 160"/>
                <a:gd name="T39" fmla="*/ 79 h 131"/>
                <a:gd name="T40" fmla="*/ 19 w 160"/>
                <a:gd name="T41" fmla="*/ 79 h 131"/>
                <a:gd name="T42" fmla="*/ 18 w 160"/>
                <a:gd name="T43" fmla="*/ 79 h 131"/>
                <a:gd name="T44" fmla="*/ 18 w 160"/>
                <a:gd name="T45" fmla="*/ 80 h 131"/>
                <a:gd name="T46" fmla="*/ 47 w 160"/>
                <a:gd name="T47" fmla="*/ 103 h 131"/>
                <a:gd name="T48" fmla="*/ 8 w 160"/>
                <a:gd name="T49" fmla="*/ 115 h 131"/>
                <a:gd name="T50" fmla="*/ 1 w 160"/>
                <a:gd name="T51" fmla="*/ 115 h 131"/>
                <a:gd name="T52" fmla="*/ 0 w 160"/>
                <a:gd name="T53" fmla="*/ 115 h 131"/>
                <a:gd name="T54" fmla="*/ 0 w 160"/>
                <a:gd name="T55" fmla="*/ 116 h 131"/>
                <a:gd name="T56" fmla="*/ 51 w 160"/>
                <a:gd name="T57" fmla="*/ 131 h 131"/>
                <a:gd name="T58" fmla="*/ 144 w 160"/>
                <a:gd name="T59" fmla="*/ 38 h 131"/>
                <a:gd name="T60" fmla="*/ 144 w 160"/>
                <a:gd name="T61" fmla="*/ 34 h 131"/>
                <a:gd name="T62" fmla="*/ 160 w 160"/>
                <a:gd name="T63" fmla="*/ 17 h 131"/>
                <a:gd name="T64" fmla="*/ 160 w 160"/>
                <a:gd name="T65" fmla="*/ 1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0" h="131">
                  <a:moveTo>
                    <a:pt x="160" y="16"/>
                  </a:moveTo>
                  <a:cubicBezTo>
                    <a:pt x="160" y="16"/>
                    <a:pt x="160" y="16"/>
                    <a:pt x="159" y="16"/>
                  </a:cubicBezTo>
                  <a:cubicBezTo>
                    <a:pt x="154" y="18"/>
                    <a:pt x="149" y="19"/>
                    <a:pt x="144" y="20"/>
                  </a:cubicBezTo>
                  <a:cubicBezTo>
                    <a:pt x="150" y="16"/>
                    <a:pt x="154" y="10"/>
                    <a:pt x="156" y="4"/>
                  </a:cubicBezTo>
                  <a:cubicBezTo>
                    <a:pt x="156" y="3"/>
                    <a:pt x="156" y="3"/>
                    <a:pt x="156" y="3"/>
                  </a:cubicBezTo>
                  <a:cubicBezTo>
                    <a:pt x="155" y="3"/>
                    <a:pt x="155" y="3"/>
                    <a:pt x="155" y="3"/>
                  </a:cubicBezTo>
                  <a:cubicBezTo>
                    <a:pt x="149" y="7"/>
                    <a:pt x="142" y="9"/>
                    <a:pt x="135" y="11"/>
                  </a:cubicBezTo>
                  <a:cubicBezTo>
                    <a:pt x="128" y="4"/>
                    <a:pt x="120" y="0"/>
                    <a:pt x="111" y="0"/>
                  </a:cubicBezTo>
                  <a:cubicBezTo>
                    <a:pt x="92" y="0"/>
                    <a:pt x="77" y="15"/>
                    <a:pt x="77" y="34"/>
                  </a:cubicBezTo>
                  <a:cubicBezTo>
                    <a:pt x="77" y="36"/>
                    <a:pt x="77" y="38"/>
                    <a:pt x="78" y="40"/>
                  </a:cubicBezTo>
                  <a:cubicBezTo>
                    <a:pt x="52" y="39"/>
                    <a:pt x="29" y="26"/>
                    <a:pt x="12" y="7"/>
                  </a:cubicBezTo>
                  <a:cubicBezTo>
                    <a:pt x="12" y="6"/>
                    <a:pt x="12" y="6"/>
                    <a:pt x="12" y="6"/>
                  </a:cubicBezTo>
                  <a:cubicBezTo>
                    <a:pt x="11" y="6"/>
                    <a:pt x="11" y="6"/>
                    <a:pt x="11" y="7"/>
                  </a:cubicBezTo>
                  <a:cubicBezTo>
                    <a:pt x="8" y="12"/>
                    <a:pt x="7" y="18"/>
                    <a:pt x="7" y="23"/>
                  </a:cubicBezTo>
                  <a:cubicBezTo>
                    <a:pt x="7" y="34"/>
                    <a:pt x="11" y="43"/>
                    <a:pt x="19" y="50"/>
                  </a:cubicBezTo>
                  <a:cubicBezTo>
                    <a:pt x="15" y="49"/>
                    <a:pt x="11" y="48"/>
                    <a:pt x="7" y="46"/>
                  </a:cubicBezTo>
                  <a:cubicBezTo>
                    <a:pt x="7" y="46"/>
                    <a:pt x="7" y="46"/>
                    <a:pt x="7" y="46"/>
                  </a:cubicBezTo>
                  <a:cubicBezTo>
                    <a:pt x="6" y="46"/>
                    <a:pt x="6" y="46"/>
                    <a:pt x="6" y="47"/>
                  </a:cubicBezTo>
                  <a:cubicBezTo>
                    <a:pt x="6" y="47"/>
                    <a:pt x="6" y="47"/>
                    <a:pt x="6" y="47"/>
                  </a:cubicBezTo>
                  <a:cubicBezTo>
                    <a:pt x="6" y="62"/>
                    <a:pt x="16" y="75"/>
                    <a:pt x="30" y="79"/>
                  </a:cubicBezTo>
                  <a:cubicBezTo>
                    <a:pt x="26" y="79"/>
                    <a:pt x="22" y="79"/>
                    <a:pt x="19" y="79"/>
                  </a:cubicBezTo>
                  <a:cubicBezTo>
                    <a:pt x="18" y="79"/>
                    <a:pt x="18" y="79"/>
                    <a:pt x="18" y="79"/>
                  </a:cubicBezTo>
                  <a:cubicBezTo>
                    <a:pt x="18" y="79"/>
                    <a:pt x="18" y="79"/>
                    <a:pt x="18" y="80"/>
                  </a:cubicBezTo>
                  <a:cubicBezTo>
                    <a:pt x="22" y="93"/>
                    <a:pt x="33" y="102"/>
                    <a:pt x="47" y="103"/>
                  </a:cubicBezTo>
                  <a:cubicBezTo>
                    <a:pt x="36" y="111"/>
                    <a:pt x="22" y="115"/>
                    <a:pt x="8" y="115"/>
                  </a:cubicBezTo>
                  <a:cubicBezTo>
                    <a:pt x="6" y="115"/>
                    <a:pt x="3" y="115"/>
                    <a:pt x="1" y="115"/>
                  </a:cubicBezTo>
                  <a:cubicBezTo>
                    <a:pt x="0" y="115"/>
                    <a:pt x="0" y="115"/>
                    <a:pt x="0" y="115"/>
                  </a:cubicBezTo>
                  <a:cubicBezTo>
                    <a:pt x="0" y="116"/>
                    <a:pt x="0" y="116"/>
                    <a:pt x="0" y="116"/>
                  </a:cubicBezTo>
                  <a:cubicBezTo>
                    <a:pt x="15" y="126"/>
                    <a:pt x="33" y="131"/>
                    <a:pt x="51" y="131"/>
                  </a:cubicBezTo>
                  <a:cubicBezTo>
                    <a:pt x="109" y="131"/>
                    <a:pt x="144" y="83"/>
                    <a:pt x="144" y="38"/>
                  </a:cubicBezTo>
                  <a:cubicBezTo>
                    <a:pt x="144" y="36"/>
                    <a:pt x="144" y="35"/>
                    <a:pt x="144" y="34"/>
                  </a:cubicBezTo>
                  <a:cubicBezTo>
                    <a:pt x="150" y="29"/>
                    <a:pt x="156" y="23"/>
                    <a:pt x="160" y="17"/>
                  </a:cubicBezTo>
                  <a:cubicBezTo>
                    <a:pt x="160" y="17"/>
                    <a:pt x="160" y="16"/>
                    <a:pt x="160" y="16"/>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38" name="Freeform 21"/>
            <p:cNvSpPr>
              <a:spLocks/>
            </p:cNvSpPr>
            <p:nvPr/>
          </p:nvSpPr>
          <p:spPr bwMode="auto">
            <a:xfrm>
              <a:off x="5235659" y="5934143"/>
              <a:ext cx="207145" cy="261714"/>
            </a:xfrm>
            <a:custGeom>
              <a:avLst/>
              <a:gdLst>
                <a:gd name="T0" fmla="*/ 129 w 323"/>
                <a:gd name="T1" fmla="*/ 272 h 408"/>
                <a:gd name="T2" fmla="*/ 68 w 323"/>
                <a:gd name="T3" fmla="*/ 408 h 408"/>
                <a:gd name="T4" fmla="*/ 98 w 323"/>
                <a:gd name="T5" fmla="*/ 196 h 408"/>
                <a:gd name="T6" fmla="*/ 149 w 323"/>
                <a:gd name="T7" fmla="*/ 99 h 408"/>
                <a:gd name="T8" fmla="*/ 172 w 323"/>
                <a:gd name="T9" fmla="*/ 257 h 408"/>
                <a:gd name="T10" fmla="*/ 234 w 323"/>
                <a:gd name="T11" fmla="*/ 73 h 408"/>
                <a:gd name="T12" fmla="*/ 47 w 323"/>
                <a:gd name="T13" fmla="*/ 173 h 408"/>
                <a:gd name="T14" fmla="*/ 57 w 323"/>
                <a:gd name="T15" fmla="*/ 239 h 408"/>
                <a:gd name="T16" fmla="*/ 1 w 323"/>
                <a:gd name="T17" fmla="*/ 147 h 408"/>
                <a:gd name="T18" fmla="*/ 137 w 323"/>
                <a:gd name="T19" fmla="*/ 9 h 408"/>
                <a:gd name="T20" fmla="*/ 310 w 323"/>
                <a:gd name="T21" fmla="*/ 119 h 408"/>
                <a:gd name="T22" fmla="*/ 183 w 323"/>
                <a:gd name="T23" fmla="*/ 298 h 408"/>
                <a:gd name="T24" fmla="*/ 129 w 323"/>
                <a:gd name="T25" fmla="*/ 272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3" h="408">
                  <a:moveTo>
                    <a:pt x="129" y="272"/>
                  </a:moveTo>
                  <a:cubicBezTo>
                    <a:pt x="118" y="328"/>
                    <a:pt x="106" y="380"/>
                    <a:pt x="68" y="408"/>
                  </a:cubicBezTo>
                  <a:cubicBezTo>
                    <a:pt x="56" y="325"/>
                    <a:pt x="85" y="262"/>
                    <a:pt x="98" y="196"/>
                  </a:cubicBezTo>
                  <a:cubicBezTo>
                    <a:pt x="75" y="157"/>
                    <a:pt x="101" y="80"/>
                    <a:pt x="149" y="99"/>
                  </a:cubicBezTo>
                  <a:cubicBezTo>
                    <a:pt x="209" y="122"/>
                    <a:pt x="98" y="242"/>
                    <a:pt x="172" y="257"/>
                  </a:cubicBezTo>
                  <a:cubicBezTo>
                    <a:pt x="250" y="273"/>
                    <a:pt x="282" y="122"/>
                    <a:pt x="234" y="73"/>
                  </a:cubicBezTo>
                  <a:cubicBezTo>
                    <a:pt x="164" y="2"/>
                    <a:pt x="31" y="72"/>
                    <a:pt x="47" y="173"/>
                  </a:cubicBezTo>
                  <a:cubicBezTo>
                    <a:pt x="51" y="198"/>
                    <a:pt x="77" y="205"/>
                    <a:pt x="57" y="239"/>
                  </a:cubicBezTo>
                  <a:cubicBezTo>
                    <a:pt x="13" y="229"/>
                    <a:pt x="0" y="194"/>
                    <a:pt x="1" y="147"/>
                  </a:cubicBezTo>
                  <a:cubicBezTo>
                    <a:pt x="4" y="70"/>
                    <a:pt x="70" y="17"/>
                    <a:pt x="137" y="9"/>
                  </a:cubicBezTo>
                  <a:cubicBezTo>
                    <a:pt x="221" y="0"/>
                    <a:pt x="300" y="40"/>
                    <a:pt x="310" y="119"/>
                  </a:cubicBezTo>
                  <a:cubicBezTo>
                    <a:pt x="323" y="208"/>
                    <a:pt x="273" y="305"/>
                    <a:pt x="183" y="298"/>
                  </a:cubicBezTo>
                  <a:cubicBezTo>
                    <a:pt x="158" y="296"/>
                    <a:pt x="148" y="284"/>
                    <a:pt x="129" y="272"/>
                  </a:cubicBezTo>
                  <a:close/>
                </a:path>
              </a:pathLst>
            </a:custGeom>
            <a:solidFill>
              <a:schemeClr val="bg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Simplified Arabic" panose="02020603050405020304" pitchFamily="18" charset="-78"/>
              </a:endParaRPr>
            </a:p>
          </p:txBody>
        </p:sp>
        <p:sp>
          <p:nvSpPr>
            <p:cNvPr id="39" name="Freeform 62"/>
            <p:cNvSpPr>
              <a:spLocks/>
            </p:cNvSpPr>
            <p:nvPr/>
          </p:nvSpPr>
          <p:spPr bwMode="auto">
            <a:xfrm>
              <a:off x="4063583" y="5934143"/>
              <a:ext cx="134925" cy="261714"/>
            </a:xfrm>
            <a:custGeom>
              <a:avLst/>
              <a:gdLst>
                <a:gd name="T0" fmla="*/ 84 w 84"/>
                <a:gd name="T1" fmla="*/ 27 h 163"/>
                <a:gd name="T2" fmla="*/ 69 w 84"/>
                <a:gd name="T3" fmla="*/ 27 h 163"/>
                <a:gd name="T4" fmla="*/ 54 w 84"/>
                <a:gd name="T5" fmla="*/ 41 h 163"/>
                <a:gd name="T6" fmla="*/ 54 w 84"/>
                <a:gd name="T7" fmla="*/ 60 h 163"/>
                <a:gd name="T8" fmla="*/ 83 w 84"/>
                <a:gd name="T9" fmla="*/ 60 h 163"/>
                <a:gd name="T10" fmla="*/ 83 w 84"/>
                <a:gd name="T11" fmla="*/ 88 h 163"/>
                <a:gd name="T12" fmla="*/ 54 w 84"/>
                <a:gd name="T13" fmla="*/ 88 h 163"/>
                <a:gd name="T14" fmla="*/ 54 w 84"/>
                <a:gd name="T15" fmla="*/ 163 h 163"/>
                <a:gd name="T16" fmla="*/ 25 w 84"/>
                <a:gd name="T17" fmla="*/ 163 h 163"/>
                <a:gd name="T18" fmla="*/ 25 w 84"/>
                <a:gd name="T19" fmla="*/ 88 h 163"/>
                <a:gd name="T20" fmla="*/ 0 w 84"/>
                <a:gd name="T21" fmla="*/ 88 h 163"/>
                <a:gd name="T22" fmla="*/ 0 w 84"/>
                <a:gd name="T23" fmla="*/ 60 h 163"/>
                <a:gd name="T24" fmla="*/ 25 w 84"/>
                <a:gd name="T25" fmla="*/ 60 h 163"/>
                <a:gd name="T26" fmla="*/ 25 w 84"/>
                <a:gd name="T27" fmla="*/ 38 h 163"/>
                <a:gd name="T28" fmla="*/ 62 w 84"/>
                <a:gd name="T29" fmla="*/ 0 h 163"/>
                <a:gd name="T30" fmla="*/ 84 w 84"/>
                <a:gd name="T31" fmla="*/ 0 h 163"/>
                <a:gd name="T32" fmla="*/ 84 w 84"/>
                <a:gd name="T33" fmla="*/ 27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63">
                  <a:moveTo>
                    <a:pt x="84" y="27"/>
                  </a:moveTo>
                  <a:cubicBezTo>
                    <a:pt x="69" y="27"/>
                    <a:pt x="69" y="27"/>
                    <a:pt x="69" y="27"/>
                  </a:cubicBezTo>
                  <a:cubicBezTo>
                    <a:pt x="57" y="27"/>
                    <a:pt x="54" y="33"/>
                    <a:pt x="54" y="41"/>
                  </a:cubicBezTo>
                  <a:cubicBezTo>
                    <a:pt x="54" y="60"/>
                    <a:pt x="54" y="60"/>
                    <a:pt x="54" y="60"/>
                  </a:cubicBezTo>
                  <a:cubicBezTo>
                    <a:pt x="83" y="60"/>
                    <a:pt x="83" y="60"/>
                    <a:pt x="83" y="60"/>
                  </a:cubicBezTo>
                  <a:cubicBezTo>
                    <a:pt x="83" y="88"/>
                    <a:pt x="83" y="88"/>
                    <a:pt x="83" y="88"/>
                  </a:cubicBezTo>
                  <a:cubicBezTo>
                    <a:pt x="54" y="88"/>
                    <a:pt x="54" y="88"/>
                    <a:pt x="54" y="88"/>
                  </a:cubicBezTo>
                  <a:cubicBezTo>
                    <a:pt x="54" y="163"/>
                    <a:pt x="54" y="163"/>
                    <a:pt x="54" y="163"/>
                  </a:cubicBezTo>
                  <a:cubicBezTo>
                    <a:pt x="25" y="163"/>
                    <a:pt x="25" y="163"/>
                    <a:pt x="25" y="163"/>
                  </a:cubicBezTo>
                  <a:cubicBezTo>
                    <a:pt x="25" y="88"/>
                    <a:pt x="25" y="88"/>
                    <a:pt x="25" y="88"/>
                  </a:cubicBezTo>
                  <a:cubicBezTo>
                    <a:pt x="0" y="88"/>
                    <a:pt x="0" y="88"/>
                    <a:pt x="0" y="88"/>
                  </a:cubicBezTo>
                  <a:cubicBezTo>
                    <a:pt x="0" y="60"/>
                    <a:pt x="0" y="60"/>
                    <a:pt x="0" y="60"/>
                  </a:cubicBezTo>
                  <a:cubicBezTo>
                    <a:pt x="25" y="60"/>
                    <a:pt x="25" y="60"/>
                    <a:pt x="25" y="60"/>
                  </a:cubicBezTo>
                  <a:cubicBezTo>
                    <a:pt x="25" y="38"/>
                    <a:pt x="25" y="38"/>
                    <a:pt x="25" y="38"/>
                  </a:cubicBezTo>
                  <a:cubicBezTo>
                    <a:pt x="25" y="13"/>
                    <a:pt x="40" y="0"/>
                    <a:pt x="62" y="0"/>
                  </a:cubicBezTo>
                  <a:cubicBezTo>
                    <a:pt x="84" y="0"/>
                    <a:pt x="84" y="0"/>
                    <a:pt x="84" y="0"/>
                  </a:cubicBezTo>
                  <a:lnTo>
                    <a:pt x="84" y="27"/>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grpSp>
      <p:grpSp>
        <p:nvGrpSpPr>
          <p:cNvPr id="40" name="Group 39"/>
          <p:cNvGrpSpPr/>
          <p:nvPr userDrawn="1"/>
        </p:nvGrpSpPr>
        <p:grpSpPr>
          <a:xfrm>
            <a:off x="3793172" y="5361672"/>
            <a:ext cx="1724341" cy="516155"/>
            <a:chOff x="3872969" y="5806923"/>
            <a:chExt cx="1724341" cy="516155"/>
          </a:xfrm>
        </p:grpSpPr>
        <p:sp>
          <p:nvSpPr>
            <p:cNvPr id="41" name="Oval 40"/>
            <p:cNvSpPr/>
            <p:nvPr/>
          </p:nvSpPr>
          <p:spPr>
            <a:xfrm>
              <a:off x="3872969"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2" name="Oval 41"/>
            <p:cNvSpPr/>
            <p:nvPr/>
          </p:nvSpPr>
          <p:spPr>
            <a:xfrm>
              <a:off x="4477062"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3" name="Oval 42"/>
            <p:cNvSpPr/>
            <p:nvPr/>
          </p:nvSpPr>
          <p:spPr>
            <a:xfrm>
              <a:off x="5081155"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4" name="Freeform 63"/>
            <p:cNvSpPr>
              <a:spLocks/>
            </p:cNvSpPr>
            <p:nvPr/>
          </p:nvSpPr>
          <p:spPr bwMode="auto">
            <a:xfrm>
              <a:off x="4576091" y="5937921"/>
              <a:ext cx="318095" cy="261714"/>
            </a:xfrm>
            <a:custGeom>
              <a:avLst/>
              <a:gdLst>
                <a:gd name="T0" fmla="*/ 160 w 160"/>
                <a:gd name="T1" fmla="*/ 16 h 131"/>
                <a:gd name="T2" fmla="*/ 159 w 160"/>
                <a:gd name="T3" fmla="*/ 16 h 131"/>
                <a:gd name="T4" fmla="*/ 144 w 160"/>
                <a:gd name="T5" fmla="*/ 20 h 131"/>
                <a:gd name="T6" fmla="*/ 156 w 160"/>
                <a:gd name="T7" fmla="*/ 4 h 131"/>
                <a:gd name="T8" fmla="*/ 156 w 160"/>
                <a:gd name="T9" fmla="*/ 3 h 131"/>
                <a:gd name="T10" fmla="*/ 155 w 160"/>
                <a:gd name="T11" fmla="*/ 3 h 131"/>
                <a:gd name="T12" fmla="*/ 135 w 160"/>
                <a:gd name="T13" fmla="*/ 11 h 131"/>
                <a:gd name="T14" fmla="*/ 111 w 160"/>
                <a:gd name="T15" fmla="*/ 0 h 131"/>
                <a:gd name="T16" fmla="*/ 77 w 160"/>
                <a:gd name="T17" fmla="*/ 34 h 131"/>
                <a:gd name="T18" fmla="*/ 78 w 160"/>
                <a:gd name="T19" fmla="*/ 40 h 131"/>
                <a:gd name="T20" fmla="*/ 12 w 160"/>
                <a:gd name="T21" fmla="*/ 7 h 131"/>
                <a:gd name="T22" fmla="*/ 12 w 160"/>
                <a:gd name="T23" fmla="*/ 6 h 131"/>
                <a:gd name="T24" fmla="*/ 11 w 160"/>
                <a:gd name="T25" fmla="*/ 7 h 131"/>
                <a:gd name="T26" fmla="*/ 7 w 160"/>
                <a:gd name="T27" fmla="*/ 23 h 131"/>
                <a:gd name="T28" fmla="*/ 19 w 160"/>
                <a:gd name="T29" fmla="*/ 50 h 131"/>
                <a:gd name="T30" fmla="*/ 7 w 160"/>
                <a:gd name="T31" fmla="*/ 46 h 131"/>
                <a:gd name="T32" fmla="*/ 7 w 160"/>
                <a:gd name="T33" fmla="*/ 46 h 131"/>
                <a:gd name="T34" fmla="*/ 6 w 160"/>
                <a:gd name="T35" fmla="*/ 47 h 131"/>
                <a:gd name="T36" fmla="*/ 6 w 160"/>
                <a:gd name="T37" fmla="*/ 47 h 131"/>
                <a:gd name="T38" fmla="*/ 30 w 160"/>
                <a:gd name="T39" fmla="*/ 79 h 131"/>
                <a:gd name="T40" fmla="*/ 19 w 160"/>
                <a:gd name="T41" fmla="*/ 79 h 131"/>
                <a:gd name="T42" fmla="*/ 18 w 160"/>
                <a:gd name="T43" fmla="*/ 79 h 131"/>
                <a:gd name="T44" fmla="*/ 18 w 160"/>
                <a:gd name="T45" fmla="*/ 80 h 131"/>
                <a:gd name="T46" fmla="*/ 47 w 160"/>
                <a:gd name="T47" fmla="*/ 103 h 131"/>
                <a:gd name="T48" fmla="*/ 8 w 160"/>
                <a:gd name="T49" fmla="*/ 115 h 131"/>
                <a:gd name="T50" fmla="*/ 1 w 160"/>
                <a:gd name="T51" fmla="*/ 115 h 131"/>
                <a:gd name="T52" fmla="*/ 0 w 160"/>
                <a:gd name="T53" fmla="*/ 115 h 131"/>
                <a:gd name="T54" fmla="*/ 0 w 160"/>
                <a:gd name="T55" fmla="*/ 116 h 131"/>
                <a:gd name="T56" fmla="*/ 51 w 160"/>
                <a:gd name="T57" fmla="*/ 131 h 131"/>
                <a:gd name="T58" fmla="*/ 144 w 160"/>
                <a:gd name="T59" fmla="*/ 38 h 131"/>
                <a:gd name="T60" fmla="*/ 144 w 160"/>
                <a:gd name="T61" fmla="*/ 34 h 131"/>
                <a:gd name="T62" fmla="*/ 160 w 160"/>
                <a:gd name="T63" fmla="*/ 17 h 131"/>
                <a:gd name="T64" fmla="*/ 160 w 160"/>
                <a:gd name="T65" fmla="*/ 1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0" h="131">
                  <a:moveTo>
                    <a:pt x="160" y="16"/>
                  </a:moveTo>
                  <a:cubicBezTo>
                    <a:pt x="160" y="16"/>
                    <a:pt x="160" y="16"/>
                    <a:pt x="159" y="16"/>
                  </a:cubicBezTo>
                  <a:cubicBezTo>
                    <a:pt x="154" y="18"/>
                    <a:pt x="149" y="19"/>
                    <a:pt x="144" y="20"/>
                  </a:cubicBezTo>
                  <a:cubicBezTo>
                    <a:pt x="150" y="16"/>
                    <a:pt x="154" y="10"/>
                    <a:pt x="156" y="4"/>
                  </a:cubicBezTo>
                  <a:cubicBezTo>
                    <a:pt x="156" y="3"/>
                    <a:pt x="156" y="3"/>
                    <a:pt x="156" y="3"/>
                  </a:cubicBezTo>
                  <a:cubicBezTo>
                    <a:pt x="155" y="3"/>
                    <a:pt x="155" y="3"/>
                    <a:pt x="155" y="3"/>
                  </a:cubicBezTo>
                  <a:cubicBezTo>
                    <a:pt x="149" y="7"/>
                    <a:pt x="142" y="9"/>
                    <a:pt x="135" y="11"/>
                  </a:cubicBezTo>
                  <a:cubicBezTo>
                    <a:pt x="128" y="4"/>
                    <a:pt x="120" y="0"/>
                    <a:pt x="111" y="0"/>
                  </a:cubicBezTo>
                  <a:cubicBezTo>
                    <a:pt x="92" y="0"/>
                    <a:pt x="77" y="15"/>
                    <a:pt x="77" y="34"/>
                  </a:cubicBezTo>
                  <a:cubicBezTo>
                    <a:pt x="77" y="36"/>
                    <a:pt x="77" y="38"/>
                    <a:pt x="78" y="40"/>
                  </a:cubicBezTo>
                  <a:cubicBezTo>
                    <a:pt x="52" y="39"/>
                    <a:pt x="29" y="26"/>
                    <a:pt x="12" y="7"/>
                  </a:cubicBezTo>
                  <a:cubicBezTo>
                    <a:pt x="12" y="6"/>
                    <a:pt x="12" y="6"/>
                    <a:pt x="12" y="6"/>
                  </a:cubicBezTo>
                  <a:cubicBezTo>
                    <a:pt x="11" y="6"/>
                    <a:pt x="11" y="6"/>
                    <a:pt x="11" y="7"/>
                  </a:cubicBezTo>
                  <a:cubicBezTo>
                    <a:pt x="8" y="12"/>
                    <a:pt x="7" y="18"/>
                    <a:pt x="7" y="23"/>
                  </a:cubicBezTo>
                  <a:cubicBezTo>
                    <a:pt x="7" y="34"/>
                    <a:pt x="11" y="43"/>
                    <a:pt x="19" y="50"/>
                  </a:cubicBezTo>
                  <a:cubicBezTo>
                    <a:pt x="15" y="49"/>
                    <a:pt x="11" y="48"/>
                    <a:pt x="7" y="46"/>
                  </a:cubicBezTo>
                  <a:cubicBezTo>
                    <a:pt x="7" y="46"/>
                    <a:pt x="7" y="46"/>
                    <a:pt x="7" y="46"/>
                  </a:cubicBezTo>
                  <a:cubicBezTo>
                    <a:pt x="6" y="46"/>
                    <a:pt x="6" y="46"/>
                    <a:pt x="6" y="47"/>
                  </a:cubicBezTo>
                  <a:cubicBezTo>
                    <a:pt x="6" y="47"/>
                    <a:pt x="6" y="47"/>
                    <a:pt x="6" y="47"/>
                  </a:cubicBezTo>
                  <a:cubicBezTo>
                    <a:pt x="6" y="62"/>
                    <a:pt x="16" y="75"/>
                    <a:pt x="30" y="79"/>
                  </a:cubicBezTo>
                  <a:cubicBezTo>
                    <a:pt x="26" y="79"/>
                    <a:pt x="22" y="79"/>
                    <a:pt x="19" y="79"/>
                  </a:cubicBezTo>
                  <a:cubicBezTo>
                    <a:pt x="18" y="79"/>
                    <a:pt x="18" y="79"/>
                    <a:pt x="18" y="79"/>
                  </a:cubicBezTo>
                  <a:cubicBezTo>
                    <a:pt x="18" y="79"/>
                    <a:pt x="18" y="79"/>
                    <a:pt x="18" y="80"/>
                  </a:cubicBezTo>
                  <a:cubicBezTo>
                    <a:pt x="22" y="93"/>
                    <a:pt x="33" y="102"/>
                    <a:pt x="47" y="103"/>
                  </a:cubicBezTo>
                  <a:cubicBezTo>
                    <a:pt x="36" y="111"/>
                    <a:pt x="22" y="115"/>
                    <a:pt x="8" y="115"/>
                  </a:cubicBezTo>
                  <a:cubicBezTo>
                    <a:pt x="6" y="115"/>
                    <a:pt x="3" y="115"/>
                    <a:pt x="1" y="115"/>
                  </a:cubicBezTo>
                  <a:cubicBezTo>
                    <a:pt x="0" y="115"/>
                    <a:pt x="0" y="115"/>
                    <a:pt x="0" y="115"/>
                  </a:cubicBezTo>
                  <a:cubicBezTo>
                    <a:pt x="0" y="116"/>
                    <a:pt x="0" y="116"/>
                    <a:pt x="0" y="116"/>
                  </a:cubicBezTo>
                  <a:cubicBezTo>
                    <a:pt x="15" y="126"/>
                    <a:pt x="33" y="131"/>
                    <a:pt x="51" y="131"/>
                  </a:cubicBezTo>
                  <a:cubicBezTo>
                    <a:pt x="109" y="131"/>
                    <a:pt x="144" y="83"/>
                    <a:pt x="144" y="38"/>
                  </a:cubicBezTo>
                  <a:cubicBezTo>
                    <a:pt x="144" y="36"/>
                    <a:pt x="144" y="35"/>
                    <a:pt x="144" y="34"/>
                  </a:cubicBezTo>
                  <a:cubicBezTo>
                    <a:pt x="150" y="29"/>
                    <a:pt x="156" y="23"/>
                    <a:pt x="160" y="17"/>
                  </a:cubicBezTo>
                  <a:cubicBezTo>
                    <a:pt x="160" y="17"/>
                    <a:pt x="160" y="16"/>
                    <a:pt x="160" y="16"/>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45" name="Freeform 21"/>
            <p:cNvSpPr>
              <a:spLocks/>
            </p:cNvSpPr>
            <p:nvPr/>
          </p:nvSpPr>
          <p:spPr bwMode="auto">
            <a:xfrm>
              <a:off x="5235659" y="5934143"/>
              <a:ext cx="207145" cy="261714"/>
            </a:xfrm>
            <a:custGeom>
              <a:avLst/>
              <a:gdLst>
                <a:gd name="T0" fmla="*/ 129 w 323"/>
                <a:gd name="T1" fmla="*/ 272 h 408"/>
                <a:gd name="T2" fmla="*/ 68 w 323"/>
                <a:gd name="T3" fmla="*/ 408 h 408"/>
                <a:gd name="T4" fmla="*/ 98 w 323"/>
                <a:gd name="T5" fmla="*/ 196 h 408"/>
                <a:gd name="T6" fmla="*/ 149 w 323"/>
                <a:gd name="T7" fmla="*/ 99 h 408"/>
                <a:gd name="T8" fmla="*/ 172 w 323"/>
                <a:gd name="T9" fmla="*/ 257 h 408"/>
                <a:gd name="T10" fmla="*/ 234 w 323"/>
                <a:gd name="T11" fmla="*/ 73 h 408"/>
                <a:gd name="T12" fmla="*/ 47 w 323"/>
                <a:gd name="T13" fmla="*/ 173 h 408"/>
                <a:gd name="T14" fmla="*/ 57 w 323"/>
                <a:gd name="T15" fmla="*/ 239 h 408"/>
                <a:gd name="T16" fmla="*/ 1 w 323"/>
                <a:gd name="T17" fmla="*/ 147 h 408"/>
                <a:gd name="T18" fmla="*/ 137 w 323"/>
                <a:gd name="T19" fmla="*/ 9 h 408"/>
                <a:gd name="T20" fmla="*/ 310 w 323"/>
                <a:gd name="T21" fmla="*/ 119 h 408"/>
                <a:gd name="T22" fmla="*/ 183 w 323"/>
                <a:gd name="T23" fmla="*/ 298 h 408"/>
                <a:gd name="T24" fmla="*/ 129 w 323"/>
                <a:gd name="T25" fmla="*/ 272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3" h="408">
                  <a:moveTo>
                    <a:pt x="129" y="272"/>
                  </a:moveTo>
                  <a:cubicBezTo>
                    <a:pt x="118" y="328"/>
                    <a:pt x="106" y="380"/>
                    <a:pt x="68" y="408"/>
                  </a:cubicBezTo>
                  <a:cubicBezTo>
                    <a:pt x="56" y="325"/>
                    <a:pt x="85" y="262"/>
                    <a:pt x="98" y="196"/>
                  </a:cubicBezTo>
                  <a:cubicBezTo>
                    <a:pt x="75" y="157"/>
                    <a:pt x="101" y="80"/>
                    <a:pt x="149" y="99"/>
                  </a:cubicBezTo>
                  <a:cubicBezTo>
                    <a:pt x="209" y="122"/>
                    <a:pt x="98" y="242"/>
                    <a:pt x="172" y="257"/>
                  </a:cubicBezTo>
                  <a:cubicBezTo>
                    <a:pt x="250" y="273"/>
                    <a:pt x="282" y="122"/>
                    <a:pt x="234" y="73"/>
                  </a:cubicBezTo>
                  <a:cubicBezTo>
                    <a:pt x="164" y="2"/>
                    <a:pt x="31" y="72"/>
                    <a:pt x="47" y="173"/>
                  </a:cubicBezTo>
                  <a:cubicBezTo>
                    <a:pt x="51" y="198"/>
                    <a:pt x="77" y="205"/>
                    <a:pt x="57" y="239"/>
                  </a:cubicBezTo>
                  <a:cubicBezTo>
                    <a:pt x="13" y="229"/>
                    <a:pt x="0" y="194"/>
                    <a:pt x="1" y="147"/>
                  </a:cubicBezTo>
                  <a:cubicBezTo>
                    <a:pt x="4" y="70"/>
                    <a:pt x="70" y="17"/>
                    <a:pt x="137" y="9"/>
                  </a:cubicBezTo>
                  <a:cubicBezTo>
                    <a:pt x="221" y="0"/>
                    <a:pt x="300" y="40"/>
                    <a:pt x="310" y="119"/>
                  </a:cubicBezTo>
                  <a:cubicBezTo>
                    <a:pt x="323" y="208"/>
                    <a:pt x="273" y="305"/>
                    <a:pt x="183" y="298"/>
                  </a:cubicBezTo>
                  <a:cubicBezTo>
                    <a:pt x="158" y="296"/>
                    <a:pt x="148" y="284"/>
                    <a:pt x="129" y="272"/>
                  </a:cubicBezTo>
                  <a:close/>
                </a:path>
              </a:pathLst>
            </a:custGeom>
            <a:solidFill>
              <a:schemeClr val="bg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Simplified Arabic" panose="02020603050405020304" pitchFamily="18" charset="-78"/>
              </a:endParaRPr>
            </a:p>
          </p:txBody>
        </p:sp>
        <p:sp>
          <p:nvSpPr>
            <p:cNvPr id="46" name="Freeform 62"/>
            <p:cNvSpPr>
              <a:spLocks/>
            </p:cNvSpPr>
            <p:nvPr/>
          </p:nvSpPr>
          <p:spPr bwMode="auto">
            <a:xfrm>
              <a:off x="4063583" y="5934143"/>
              <a:ext cx="134925" cy="261714"/>
            </a:xfrm>
            <a:custGeom>
              <a:avLst/>
              <a:gdLst>
                <a:gd name="T0" fmla="*/ 84 w 84"/>
                <a:gd name="T1" fmla="*/ 27 h 163"/>
                <a:gd name="T2" fmla="*/ 69 w 84"/>
                <a:gd name="T3" fmla="*/ 27 h 163"/>
                <a:gd name="T4" fmla="*/ 54 w 84"/>
                <a:gd name="T5" fmla="*/ 41 h 163"/>
                <a:gd name="T6" fmla="*/ 54 w 84"/>
                <a:gd name="T7" fmla="*/ 60 h 163"/>
                <a:gd name="T8" fmla="*/ 83 w 84"/>
                <a:gd name="T9" fmla="*/ 60 h 163"/>
                <a:gd name="T10" fmla="*/ 83 w 84"/>
                <a:gd name="T11" fmla="*/ 88 h 163"/>
                <a:gd name="T12" fmla="*/ 54 w 84"/>
                <a:gd name="T13" fmla="*/ 88 h 163"/>
                <a:gd name="T14" fmla="*/ 54 w 84"/>
                <a:gd name="T15" fmla="*/ 163 h 163"/>
                <a:gd name="T16" fmla="*/ 25 w 84"/>
                <a:gd name="T17" fmla="*/ 163 h 163"/>
                <a:gd name="T18" fmla="*/ 25 w 84"/>
                <a:gd name="T19" fmla="*/ 88 h 163"/>
                <a:gd name="T20" fmla="*/ 0 w 84"/>
                <a:gd name="T21" fmla="*/ 88 h 163"/>
                <a:gd name="T22" fmla="*/ 0 w 84"/>
                <a:gd name="T23" fmla="*/ 60 h 163"/>
                <a:gd name="T24" fmla="*/ 25 w 84"/>
                <a:gd name="T25" fmla="*/ 60 h 163"/>
                <a:gd name="T26" fmla="*/ 25 w 84"/>
                <a:gd name="T27" fmla="*/ 38 h 163"/>
                <a:gd name="T28" fmla="*/ 62 w 84"/>
                <a:gd name="T29" fmla="*/ 0 h 163"/>
                <a:gd name="T30" fmla="*/ 84 w 84"/>
                <a:gd name="T31" fmla="*/ 0 h 163"/>
                <a:gd name="T32" fmla="*/ 84 w 84"/>
                <a:gd name="T33" fmla="*/ 27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63">
                  <a:moveTo>
                    <a:pt x="84" y="27"/>
                  </a:moveTo>
                  <a:cubicBezTo>
                    <a:pt x="69" y="27"/>
                    <a:pt x="69" y="27"/>
                    <a:pt x="69" y="27"/>
                  </a:cubicBezTo>
                  <a:cubicBezTo>
                    <a:pt x="57" y="27"/>
                    <a:pt x="54" y="33"/>
                    <a:pt x="54" y="41"/>
                  </a:cubicBezTo>
                  <a:cubicBezTo>
                    <a:pt x="54" y="60"/>
                    <a:pt x="54" y="60"/>
                    <a:pt x="54" y="60"/>
                  </a:cubicBezTo>
                  <a:cubicBezTo>
                    <a:pt x="83" y="60"/>
                    <a:pt x="83" y="60"/>
                    <a:pt x="83" y="60"/>
                  </a:cubicBezTo>
                  <a:cubicBezTo>
                    <a:pt x="83" y="88"/>
                    <a:pt x="83" y="88"/>
                    <a:pt x="83" y="88"/>
                  </a:cubicBezTo>
                  <a:cubicBezTo>
                    <a:pt x="54" y="88"/>
                    <a:pt x="54" y="88"/>
                    <a:pt x="54" y="88"/>
                  </a:cubicBezTo>
                  <a:cubicBezTo>
                    <a:pt x="54" y="163"/>
                    <a:pt x="54" y="163"/>
                    <a:pt x="54" y="163"/>
                  </a:cubicBezTo>
                  <a:cubicBezTo>
                    <a:pt x="25" y="163"/>
                    <a:pt x="25" y="163"/>
                    <a:pt x="25" y="163"/>
                  </a:cubicBezTo>
                  <a:cubicBezTo>
                    <a:pt x="25" y="88"/>
                    <a:pt x="25" y="88"/>
                    <a:pt x="25" y="88"/>
                  </a:cubicBezTo>
                  <a:cubicBezTo>
                    <a:pt x="0" y="88"/>
                    <a:pt x="0" y="88"/>
                    <a:pt x="0" y="88"/>
                  </a:cubicBezTo>
                  <a:cubicBezTo>
                    <a:pt x="0" y="60"/>
                    <a:pt x="0" y="60"/>
                    <a:pt x="0" y="60"/>
                  </a:cubicBezTo>
                  <a:cubicBezTo>
                    <a:pt x="25" y="60"/>
                    <a:pt x="25" y="60"/>
                    <a:pt x="25" y="60"/>
                  </a:cubicBezTo>
                  <a:cubicBezTo>
                    <a:pt x="25" y="38"/>
                    <a:pt x="25" y="38"/>
                    <a:pt x="25" y="38"/>
                  </a:cubicBezTo>
                  <a:cubicBezTo>
                    <a:pt x="25" y="13"/>
                    <a:pt x="40" y="0"/>
                    <a:pt x="62" y="0"/>
                  </a:cubicBezTo>
                  <a:cubicBezTo>
                    <a:pt x="84" y="0"/>
                    <a:pt x="84" y="0"/>
                    <a:pt x="84" y="0"/>
                  </a:cubicBezTo>
                  <a:lnTo>
                    <a:pt x="84" y="27"/>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grpSp>
      <p:grpSp>
        <p:nvGrpSpPr>
          <p:cNvPr id="47" name="Group 46"/>
          <p:cNvGrpSpPr/>
          <p:nvPr userDrawn="1"/>
        </p:nvGrpSpPr>
        <p:grpSpPr>
          <a:xfrm>
            <a:off x="6654134" y="5352141"/>
            <a:ext cx="1724341" cy="516155"/>
            <a:chOff x="3872969" y="5806923"/>
            <a:chExt cx="1724341" cy="516155"/>
          </a:xfrm>
        </p:grpSpPr>
        <p:sp>
          <p:nvSpPr>
            <p:cNvPr id="48" name="Oval 47"/>
            <p:cNvSpPr/>
            <p:nvPr/>
          </p:nvSpPr>
          <p:spPr>
            <a:xfrm>
              <a:off x="3872969"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9" name="Oval 48"/>
            <p:cNvSpPr/>
            <p:nvPr/>
          </p:nvSpPr>
          <p:spPr>
            <a:xfrm>
              <a:off x="4477062"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50" name="Oval 49"/>
            <p:cNvSpPr/>
            <p:nvPr/>
          </p:nvSpPr>
          <p:spPr>
            <a:xfrm>
              <a:off x="5081155"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51" name="Freeform 63"/>
            <p:cNvSpPr>
              <a:spLocks/>
            </p:cNvSpPr>
            <p:nvPr/>
          </p:nvSpPr>
          <p:spPr bwMode="auto">
            <a:xfrm>
              <a:off x="4576091" y="5937921"/>
              <a:ext cx="318095" cy="261714"/>
            </a:xfrm>
            <a:custGeom>
              <a:avLst/>
              <a:gdLst>
                <a:gd name="T0" fmla="*/ 160 w 160"/>
                <a:gd name="T1" fmla="*/ 16 h 131"/>
                <a:gd name="T2" fmla="*/ 159 w 160"/>
                <a:gd name="T3" fmla="*/ 16 h 131"/>
                <a:gd name="T4" fmla="*/ 144 w 160"/>
                <a:gd name="T5" fmla="*/ 20 h 131"/>
                <a:gd name="T6" fmla="*/ 156 w 160"/>
                <a:gd name="T7" fmla="*/ 4 h 131"/>
                <a:gd name="T8" fmla="*/ 156 w 160"/>
                <a:gd name="T9" fmla="*/ 3 h 131"/>
                <a:gd name="T10" fmla="*/ 155 w 160"/>
                <a:gd name="T11" fmla="*/ 3 h 131"/>
                <a:gd name="T12" fmla="*/ 135 w 160"/>
                <a:gd name="T13" fmla="*/ 11 h 131"/>
                <a:gd name="T14" fmla="*/ 111 w 160"/>
                <a:gd name="T15" fmla="*/ 0 h 131"/>
                <a:gd name="T16" fmla="*/ 77 w 160"/>
                <a:gd name="T17" fmla="*/ 34 h 131"/>
                <a:gd name="T18" fmla="*/ 78 w 160"/>
                <a:gd name="T19" fmla="*/ 40 h 131"/>
                <a:gd name="T20" fmla="*/ 12 w 160"/>
                <a:gd name="T21" fmla="*/ 7 h 131"/>
                <a:gd name="T22" fmla="*/ 12 w 160"/>
                <a:gd name="T23" fmla="*/ 6 h 131"/>
                <a:gd name="T24" fmla="*/ 11 w 160"/>
                <a:gd name="T25" fmla="*/ 7 h 131"/>
                <a:gd name="T26" fmla="*/ 7 w 160"/>
                <a:gd name="T27" fmla="*/ 23 h 131"/>
                <a:gd name="T28" fmla="*/ 19 w 160"/>
                <a:gd name="T29" fmla="*/ 50 h 131"/>
                <a:gd name="T30" fmla="*/ 7 w 160"/>
                <a:gd name="T31" fmla="*/ 46 h 131"/>
                <a:gd name="T32" fmla="*/ 7 w 160"/>
                <a:gd name="T33" fmla="*/ 46 h 131"/>
                <a:gd name="T34" fmla="*/ 6 w 160"/>
                <a:gd name="T35" fmla="*/ 47 h 131"/>
                <a:gd name="T36" fmla="*/ 6 w 160"/>
                <a:gd name="T37" fmla="*/ 47 h 131"/>
                <a:gd name="T38" fmla="*/ 30 w 160"/>
                <a:gd name="T39" fmla="*/ 79 h 131"/>
                <a:gd name="T40" fmla="*/ 19 w 160"/>
                <a:gd name="T41" fmla="*/ 79 h 131"/>
                <a:gd name="T42" fmla="*/ 18 w 160"/>
                <a:gd name="T43" fmla="*/ 79 h 131"/>
                <a:gd name="T44" fmla="*/ 18 w 160"/>
                <a:gd name="T45" fmla="*/ 80 h 131"/>
                <a:gd name="T46" fmla="*/ 47 w 160"/>
                <a:gd name="T47" fmla="*/ 103 h 131"/>
                <a:gd name="T48" fmla="*/ 8 w 160"/>
                <a:gd name="T49" fmla="*/ 115 h 131"/>
                <a:gd name="T50" fmla="*/ 1 w 160"/>
                <a:gd name="T51" fmla="*/ 115 h 131"/>
                <a:gd name="T52" fmla="*/ 0 w 160"/>
                <a:gd name="T53" fmla="*/ 115 h 131"/>
                <a:gd name="T54" fmla="*/ 0 w 160"/>
                <a:gd name="T55" fmla="*/ 116 h 131"/>
                <a:gd name="T56" fmla="*/ 51 w 160"/>
                <a:gd name="T57" fmla="*/ 131 h 131"/>
                <a:gd name="T58" fmla="*/ 144 w 160"/>
                <a:gd name="T59" fmla="*/ 38 h 131"/>
                <a:gd name="T60" fmla="*/ 144 w 160"/>
                <a:gd name="T61" fmla="*/ 34 h 131"/>
                <a:gd name="T62" fmla="*/ 160 w 160"/>
                <a:gd name="T63" fmla="*/ 17 h 131"/>
                <a:gd name="T64" fmla="*/ 160 w 160"/>
                <a:gd name="T65" fmla="*/ 1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0" h="131">
                  <a:moveTo>
                    <a:pt x="160" y="16"/>
                  </a:moveTo>
                  <a:cubicBezTo>
                    <a:pt x="160" y="16"/>
                    <a:pt x="160" y="16"/>
                    <a:pt x="159" y="16"/>
                  </a:cubicBezTo>
                  <a:cubicBezTo>
                    <a:pt x="154" y="18"/>
                    <a:pt x="149" y="19"/>
                    <a:pt x="144" y="20"/>
                  </a:cubicBezTo>
                  <a:cubicBezTo>
                    <a:pt x="150" y="16"/>
                    <a:pt x="154" y="10"/>
                    <a:pt x="156" y="4"/>
                  </a:cubicBezTo>
                  <a:cubicBezTo>
                    <a:pt x="156" y="3"/>
                    <a:pt x="156" y="3"/>
                    <a:pt x="156" y="3"/>
                  </a:cubicBezTo>
                  <a:cubicBezTo>
                    <a:pt x="155" y="3"/>
                    <a:pt x="155" y="3"/>
                    <a:pt x="155" y="3"/>
                  </a:cubicBezTo>
                  <a:cubicBezTo>
                    <a:pt x="149" y="7"/>
                    <a:pt x="142" y="9"/>
                    <a:pt x="135" y="11"/>
                  </a:cubicBezTo>
                  <a:cubicBezTo>
                    <a:pt x="128" y="4"/>
                    <a:pt x="120" y="0"/>
                    <a:pt x="111" y="0"/>
                  </a:cubicBezTo>
                  <a:cubicBezTo>
                    <a:pt x="92" y="0"/>
                    <a:pt x="77" y="15"/>
                    <a:pt x="77" y="34"/>
                  </a:cubicBezTo>
                  <a:cubicBezTo>
                    <a:pt x="77" y="36"/>
                    <a:pt x="77" y="38"/>
                    <a:pt x="78" y="40"/>
                  </a:cubicBezTo>
                  <a:cubicBezTo>
                    <a:pt x="52" y="39"/>
                    <a:pt x="29" y="26"/>
                    <a:pt x="12" y="7"/>
                  </a:cubicBezTo>
                  <a:cubicBezTo>
                    <a:pt x="12" y="6"/>
                    <a:pt x="12" y="6"/>
                    <a:pt x="12" y="6"/>
                  </a:cubicBezTo>
                  <a:cubicBezTo>
                    <a:pt x="11" y="6"/>
                    <a:pt x="11" y="6"/>
                    <a:pt x="11" y="7"/>
                  </a:cubicBezTo>
                  <a:cubicBezTo>
                    <a:pt x="8" y="12"/>
                    <a:pt x="7" y="18"/>
                    <a:pt x="7" y="23"/>
                  </a:cubicBezTo>
                  <a:cubicBezTo>
                    <a:pt x="7" y="34"/>
                    <a:pt x="11" y="43"/>
                    <a:pt x="19" y="50"/>
                  </a:cubicBezTo>
                  <a:cubicBezTo>
                    <a:pt x="15" y="49"/>
                    <a:pt x="11" y="48"/>
                    <a:pt x="7" y="46"/>
                  </a:cubicBezTo>
                  <a:cubicBezTo>
                    <a:pt x="7" y="46"/>
                    <a:pt x="7" y="46"/>
                    <a:pt x="7" y="46"/>
                  </a:cubicBezTo>
                  <a:cubicBezTo>
                    <a:pt x="6" y="46"/>
                    <a:pt x="6" y="46"/>
                    <a:pt x="6" y="47"/>
                  </a:cubicBezTo>
                  <a:cubicBezTo>
                    <a:pt x="6" y="47"/>
                    <a:pt x="6" y="47"/>
                    <a:pt x="6" y="47"/>
                  </a:cubicBezTo>
                  <a:cubicBezTo>
                    <a:pt x="6" y="62"/>
                    <a:pt x="16" y="75"/>
                    <a:pt x="30" y="79"/>
                  </a:cubicBezTo>
                  <a:cubicBezTo>
                    <a:pt x="26" y="79"/>
                    <a:pt x="22" y="79"/>
                    <a:pt x="19" y="79"/>
                  </a:cubicBezTo>
                  <a:cubicBezTo>
                    <a:pt x="18" y="79"/>
                    <a:pt x="18" y="79"/>
                    <a:pt x="18" y="79"/>
                  </a:cubicBezTo>
                  <a:cubicBezTo>
                    <a:pt x="18" y="79"/>
                    <a:pt x="18" y="79"/>
                    <a:pt x="18" y="80"/>
                  </a:cubicBezTo>
                  <a:cubicBezTo>
                    <a:pt x="22" y="93"/>
                    <a:pt x="33" y="102"/>
                    <a:pt x="47" y="103"/>
                  </a:cubicBezTo>
                  <a:cubicBezTo>
                    <a:pt x="36" y="111"/>
                    <a:pt x="22" y="115"/>
                    <a:pt x="8" y="115"/>
                  </a:cubicBezTo>
                  <a:cubicBezTo>
                    <a:pt x="6" y="115"/>
                    <a:pt x="3" y="115"/>
                    <a:pt x="1" y="115"/>
                  </a:cubicBezTo>
                  <a:cubicBezTo>
                    <a:pt x="0" y="115"/>
                    <a:pt x="0" y="115"/>
                    <a:pt x="0" y="115"/>
                  </a:cubicBezTo>
                  <a:cubicBezTo>
                    <a:pt x="0" y="116"/>
                    <a:pt x="0" y="116"/>
                    <a:pt x="0" y="116"/>
                  </a:cubicBezTo>
                  <a:cubicBezTo>
                    <a:pt x="15" y="126"/>
                    <a:pt x="33" y="131"/>
                    <a:pt x="51" y="131"/>
                  </a:cubicBezTo>
                  <a:cubicBezTo>
                    <a:pt x="109" y="131"/>
                    <a:pt x="144" y="83"/>
                    <a:pt x="144" y="38"/>
                  </a:cubicBezTo>
                  <a:cubicBezTo>
                    <a:pt x="144" y="36"/>
                    <a:pt x="144" y="35"/>
                    <a:pt x="144" y="34"/>
                  </a:cubicBezTo>
                  <a:cubicBezTo>
                    <a:pt x="150" y="29"/>
                    <a:pt x="156" y="23"/>
                    <a:pt x="160" y="17"/>
                  </a:cubicBezTo>
                  <a:cubicBezTo>
                    <a:pt x="160" y="17"/>
                    <a:pt x="160" y="16"/>
                    <a:pt x="160" y="16"/>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52" name="Freeform 21"/>
            <p:cNvSpPr>
              <a:spLocks/>
            </p:cNvSpPr>
            <p:nvPr/>
          </p:nvSpPr>
          <p:spPr bwMode="auto">
            <a:xfrm>
              <a:off x="5235659" y="5934143"/>
              <a:ext cx="207145" cy="261714"/>
            </a:xfrm>
            <a:custGeom>
              <a:avLst/>
              <a:gdLst>
                <a:gd name="T0" fmla="*/ 129 w 323"/>
                <a:gd name="T1" fmla="*/ 272 h 408"/>
                <a:gd name="T2" fmla="*/ 68 w 323"/>
                <a:gd name="T3" fmla="*/ 408 h 408"/>
                <a:gd name="T4" fmla="*/ 98 w 323"/>
                <a:gd name="T5" fmla="*/ 196 h 408"/>
                <a:gd name="T6" fmla="*/ 149 w 323"/>
                <a:gd name="T7" fmla="*/ 99 h 408"/>
                <a:gd name="T8" fmla="*/ 172 w 323"/>
                <a:gd name="T9" fmla="*/ 257 h 408"/>
                <a:gd name="T10" fmla="*/ 234 w 323"/>
                <a:gd name="T11" fmla="*/ 73 h 408"/>
                <a:gd name="T12" fmla="*/ 47 w 323"/>
                <a:gd name="T13" fmla="*/ 173 h 408"/>
                <a:gd name="T14" fmla="*/ 57 w 323"/>
                <a:gd name="T15" fmla="*/ 239 h 408"/>
                <a:gd name="T16" fmla="*/ 1 w 323"/>
                <a:gd name="T17" fmla="*/ 147 h 408"/>
                <a:gd name="T18" fmla="*/ 137 w 323"/>
                <a:gd name="T19" fmla="*/ 9 h 408"/>
                <a:gd name="T20" fmla="*/ 310 w 323"/>
                <a:gd name="T21" fmla="*/ 119 h 408"/>
                <a:gd name="T22" fmla="*/ 183 w 323"/>
                <a:gd name="T23" fmla="*/ 298 h 408"/>
                <a:gd name="T24" fmla="*/ 129 w 323"/>
                <a:gd name="T25" fmla="*/ 272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3" h="408">
                  <a:moveTo>
                    <a:pt x="129" y="272"/>
                  </a:moveTo>
                  <a:cubicBezTo>
                    <a:pt x="118" y="328"/>
                    <a:pt x="106" y="380"/>
                    <a:pt x="68" y="408"/>
                  </a:cubicBezTo>
                  <a:cubicBezTo>
                    <a:pt x="56" y="325"/>
                    <a:pt x="85" y="262"/>
                    <a:pt x="98" y="196"/>
                  </a:cubicBezTo>
                  <a:cubicBezTo>
                    <a:pt x="75" y="157"/>
                    <a:pt x="101" y="80"/>
                    <a:pt x="149" y="99"/>
                  </a:cubicBezTo>
                  <a:cubicBezTo>
                    <a:pt x="209" y="122"/>
                    <a:pt x="98" y="242"/>
                    <a:pt x="172" y="257"/>
                  </a:cubicBezTo>
                  <a:cubicBezTo>
                    <a:pt x="250" y="273"/>
                    <a:pt x="282" y="122"/>
                    <a:pt x="234" y="73"/>
                  </a:cubicBezTo>
                  <a:cubicBezTo>
                    <a:pt x="164" y="2"/>
                    <a:pt x="31" y="72"/>
                    <a:pt x="47" y="173"/>
                  </a:cubicBezTo>
                  <a:cubicBezTo>
                    <a:pt x="51" y="198"/>
                    <a:pt x="77" y="205"/>
                    <a:pt x="57" y="239"/>
                  </a:cubicBezTo>
                  <a:cubicBezTo>
                    <a:pt x="13" y="229"/>
                    <a:pt x="0" y="194"/>
                    <a:pt x="1" y="147"/>
                  </a:cubicBezTo>
                  <a:cubicBezTo>
                    <a:pt x="4" y="70"/>
                    <a:pt x="70" y="17"/>
                    <a:pt x="137" y="9"/>
                  </a:cubicBezTo>
                  <a:cubicBezTo>
                    <a:pt x="221" y="0"/>
                    <a:pt x="300" y="40"/>
                    <a:pt x="310" y="119"/>
                  </a:cubicBezTo>
                  <a:cubicBezTo>
                    <a:pt x="323" y="208"/>
                    <a:pt x="273" y="305"/>
                    <a:pt x="183" y="298"/>
                  </a:cubicBezTo>
                  <a:cubicBezTo>
                    <a:pt x="158" y="296"/>
                    <a:pt x="148" y="284"/>
                    <a:pt x="129" y="272"/>
                  </a:cubicBezTo>
                  <a:close/>
                </a:path>
              </a:pathLst>
            </a:custGeom>
            <a:solidFill>
              <a:schemeClr val="bg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Simplified Arabic" panose="02020603050405020304" pitchFamily="18" charset="-78"/>
              </a:endParaRPr>
            </a:p>
          </p:txBody>
        </p:sp>
        <p:sp>
          <p:nvSpPr>
            <p:cNvPr id="53" name="Freeform 62"/>
            <p:cNvSpPr>
              <a:spLocks/>
            </p:cNvSpPr>
            <p:nvPr/>
          </p:nvSpPr>
          <p:spPr bwMode="auto">
            <a:xfrm>
              <a:off x="4063583" y="5934143"/>
              <a:ext cx="134925" cy="261714"/>
            </a:xfrm>
            <a:custGeom>
              <a:avLst/>
              <a:gdLst>
                <a:gd name="T0" fmla="*/ 84 w 84"/>
                <a:gd name="T1" fmla="*/ 27 h 163"/>
                <a:gd name="T2" fmla="*/ 69 w 84"/>
                <a:gd name="T3" fmla="*/ 27 h 163"/>
                <a:gd name="T4" fmla="*/ 54 w 84"/>
                <a:gd name="T5" fmla="*/ 41 h 163"/>
                <a:gd name="T6" fmla="*/ 54 w 84"/>
                <a:gd name="T7" fmla="*/ 60 h 163"/>
                <a:gd name="T8" fmla="*/ 83 w 84"/>
                <a:gd name="T9" fmla="*/ 60 h 163"/>
                <a:gd name="T10" fmla="*/ 83 w 84"/>
                <a:gd name="T11" fmla="*/ 88 h 163"/>
                <a:gd name="T12" fmla="*/ 54 w 84"/>
                <a:gd name="T13" fmla="*/ 88 h 163"/>
                <a:gd name="T14" fmla="*/ 54 w 84"/>
                <a:gd name="T15" fmla="*/ 163 h 163"/>
                <a:gd name="T16" fmla="*/ 25 w 84"/>
                <a:gd name="T17" fmla="*/ 163 h 163"/>
                <a:gd name="T18" fmla="*/ 25 w 84"/>
                <a:gd name="T19" fmla="*/ 88 h 163"/>
                <a:gd name="T20" fmla="*/ 0 w 84"/>
                <a:gd name="T21" fmla="*/ 88 h 163"/>
                <a:gd name="T22" fmla="*/ 0 w 84"/>
                <a:gd name="T23" fmla="*/ 60 h 163"/>
                <a:gd name="T24" fmla="*/ 25 w 84"/>
                <a:gd name="T25" fmla="*/ 60 h 163"/>
                <a:gd name="T26" fmla="*/ 25 w 84"/>
                <a:gd name="T27" fmla="*/ 38 h 163"/>
                <a:gd name="T28" fmla="*/ 62 w 84"/>
                <a:gd name="T29" fmla="*/ 0 h 163"/>
                <a:gd name="T30" fmla="*/ 84 w 84"/>
                <a:gd name="T31" fmla="*/ 0 h 163"/>
                <a:gd name="T32" fmla="*/ 84 w 84"/>
                <a:gd name="T33" fmla="*/ 27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63">
                  <a:moveTo>
                    <a:pt x="84" y="27"/>
                  </a:moveTo>
                  <a:cubicBezTo>
                    <a:pt x="69" y="27"/>
                    <a:pt x="69" y="27"/>
                    <a:pt x="69" y="27"/>
                  </a:cubicBezTo>
                  <a:cubicBezTo>
                    <a:pt x="57" y="27"/>
                    <a:pt x="54" y="33"/>
                    <a:pt x="54" y="41"/>
                  </a:cubicBezTo>
                  <a:cubicBezTo>
                    <a:pt x="54" y="60"/>
                    <a:pt x="54" y="60"/>
                    <a:pt x="54" y="60"/>
                  </a:cubicBezTo>
                  <a:cubicBezTo>
                    <a:pt x="83" y="60"/>
                    <a:pt x="83" y="60"/>
                    <a:pt x="83" y="60"/>
                  </a:cubicBezTo>
                  <a:cubicBezTo>
                    <a:pt x="83" y="88"/>
                    <a:pt x="83" y="88"/>
                    <a:pt x="83" y="88"/>
                  </a:cubicBezTo>
                  <a:cubicBezTo>
                    <a:pt x="54" y="88"/>
                    <a:pt x="54" y="88"/>
                    <a:pt x="54" y="88"/>
                  </a:cubicBezTo>
                  <a:cubicBezTo>
                    <a:pt x="54" y="163"/>
                    <a:pt x="54" y="163"/>
                    <a:pt x="54" y="163"/>
                  </a:cubicBezTo>
                  <a:cubicBezTo>
                    <a:pt x="25" y="163"/>
                    <a:pt x="25" y="163"/>
                    <a:pt x="25" y="163"/>
                  </a:cubicBezTo>
                  <a:cubicBezTo>
                    <a:pt x="25" y="88"/>
                    <a:pt x="25" y="88"/>
                    <a:pt x="25" y="88"/>
                  </a:cubicBezTo>
                  <a:cubicBezTo>
                    <a:pt x="0" y="88"/>
                    <a:pt x="0" y="88"/>
                    <a:pt x="0" y="88"/>
                  </a:cubicBezTo>
                  <a:cubicBezTo>
                    <a:pt x="0" y="60"/>
                    <a:pt x="0" y="60"/>
                    <a:pt x="0" y="60"/>
                  </a:cubicBezTo>
                  <a:cubicBezTo>
                    <a:pt x="25" y="60"/>
                    <a:pt x="25" y="60"/>
                    <a:pt x="25" y="60"/>
                  </a:cubicBezTo>
                  <a:cubicBezTo>
                    <a:pt x="25" y="38"/>
                    <a:pt x="25" y="38"/>
                    <a:pt x="25" y="38"/>
                  </a:cubicBezTo>
                  <a:cubicBezTo>
                    <a:pt x="25" y="13"/>
                    <a:pt x="40" y="0"/>
                    <a:pt x="62" y="0"/>
                  </a:cubicBezTo>
                  <a:cubicBezTo>
                    <a:pt x="84" y="0"/>
                    <a:pt x="84" y="0"/>
                    <a:pt x="84" y="0"/>
                  </a:cubicBezTo>
                  <a:lnTo>
                    <a:pt x="84" y="27"/>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grpSp>
      <p:grpSp>
        <p:nvGrpSpPr>
          <p:cNvPr id="54" name="Group 53"/>
          <p:cNvGrpSpPr/>
          <p:nvPr userDrawn="1"/>
        </p:nvGrpSpPr>
        <p:grpSpPr>
          <a:xfrm>
            <a:off x="9473536" y="5361672"/>
            <a:ext cx="1724341" cy="516155"/>
            <a:chOff x="3872969" y="5806923"/>
            <a:chExt cx="1724341" cy="516155"/>
          </a:xfrm>
        </p:grpSpPr>
        <p:sp>
          <p:nvSpPr>
            <p:cNvPr id="55" name="Oval 54"/>
            <p:cNvSpPr/>
            <p:nvPr/>
          </p:nvSpPr>
          <p:spPr>
            <a:xfrm>
              <a:off x="3872969"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56" name="Oval 55"/>
            <p:cNvSpPr/>
            <p:nvPr/>
          </p:nvSpPr>
          <p:spPr>
            <a:xfrm>
              <a:off x="4477062"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57" name="Oval 56"/>
            <p:cNvSpPr/>
            <p:nvPr/>
          </p:nvSpPr>
          <p:spPr>
            <a:xfrm>
              <a:off x="5081155"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58" name="Freeform 63"/>
            <p:cNvSpPr>
              <a:spLocks/>
            </p:cNvSpPr>
            <p:nvPr/>
          </p:nvSpPr>
          <p:spPr bwMode="auto">
            <a:xfrm>
              <a:off x="4576091" y="5937921"/>
              <a:ext cx="318095" cy="261714"/>
            </a:xfrm>
            <a:custGeom>
              <a:avLst/>
              <a:gdLst>
                <a:gd name="T0" fmla="*/ 160 w 160"/>
                <a:gd name="T1" fmla="*/ 16 h 131"/>
                <a:gd name="T2" fmla="*/ 159 w 160"/>
                <a:gd name="T3" fmla="*/ 16 h 131"/>
                <a:gd name="T4" fmla="*/ 144 w 160"/>
                <a:gd name="T5" fmla="*/ 20 h 131"/>
                <a:gd name="T6" fmla="*/ 156 w 160"/>
                <a:gd name="T7" fmla="*/ 4 h 131"/>
                <a:gd name="T8" fmla="*/ 156 w 160"/>
                <a:gd name="T9" fmla="*/ 3 h 131"/>
                <a:gd name="T10" fmla="*/ 155 w 160"/>
                <a:gd name="T11" fmla="*/ 3 h 131"/>
                <a:gd name="T12" fmla="*/ 135 w 160"/>
                <a:gd name="T13" fmla="*/ 11 h 131"/>
                <a:gd name="T14" fmla="*/ 111 w 160"/>
                <a:gd name="T15" fmla="*/ 0 h 131"/>
                <a:gd name="T16" fmla="*/ 77 w 160"/>
                <a:gd name="T17" fmla="*/ 34 h 131"/>
                <a:gd name="T18" fmla="*/ 78 w 160"/>
                <a:gd name="T19" fmla="*/ 40 h 131"/>
                <a:gd name="T20" fmla="*/ 12 w 160"/>
                <a:gd name="T21" fmla="*/ 7 h 131"/>
                <a:gd name="T22" fmla="*/ 12 w 160"/>
                <a:gd name="T23" fmla="*/ 6 h 131"/>
                <a:gd name="T24" fmla="*/ 11 w 160"/>
                <a:gd name="T25" fmla="*/ 7 h 131"/>
                <a:gd name="T26" fmla="*/ 7 w 160"/>
                <a:gd name="T27" fmla="*/ 23 h 131"/>
                <a:gd name="T28" fmla="*/ 19 w 160"/>
                <a:gd name="T29" fmla="*/ 50 h 131"/>
                <a:gd name="T30" fmla="*/ 7 w 160"/>
                <a:gd name="T31" fmla="*/ 46 h 131"/>
                <a:gd name="T32" fmla="*/ 7 w 160"/>
                <a:gd name="T33" fmla="*/ 46 h 131"/>
                <a:gd name="T34" fmla="*/ 6 w 160"/>
                <a:gd name="T35" fmla="*/ 47 h 131"/>
                <a:gd name="T36" fmla="*/ 6 w 160"/>
                <a:gd name="T37" fmla="*/ 47 h 131"/>
                <a:gd name="T38" fmla="*/ 30 w 160"/>
                <a:gd name="T39" fmla="*/ 79 h 131"/>
                <a:gd name="T40" fmla="*/ 19 w 160"/>
                <a:gd name="T41" fmla="*/ 79 h 131"/>
                <a:gd name="T42" fmla="*/ 18 w 160"/>
                <a:gd name="T43" fmla="*/ 79 h 131"/>
                <a:gd name="T44" fmla="*/ 18 w 160"/>
                <a:gd name="T45" fmla="*/ 80 h 131"/>
                <a:gd name="T46" fmla="*/ 47 w 160"/>
                <a:gd name="T47" fmla="*/ 103 h 131"/>
                <a:gd name="T48" fmla="*/ 8 w 160"/>
                <a:gd name="T49" fmla="*/ 115 h 131"/>
                <a:gd name="T50" fmla="*/ 1 w 160"/>
                <a:gd name="T51" fmla="*/ 115 h 131"/>
                <a:gd name="T52" fmla="*/ 0 w 160"/>
                <a:gd name="T53" fmla="*/ 115 h 131"/>
                <a:gd name="T54" fmla="*/ 0 w 160"/>
                <a:gd name="T55" fmla="*/ 116 h 131"/>
                <a:gd name="T56" fmla="*/ 51 w 160"/>
                <a:gd name="T57" fmla="*/ 131 h 131"/>
                <a:gd name="T58" fmla="*/ 144 w 160"/>
                <a:gd name="T59" fmla="*/ 38 h 131"/>
                <a:gd name="T60" fmla="*/ 144 w 160"/>
                <a:gd name="T61" fmla="*/ 34 h 131"/>
                <a:gd name="T62" fmla="*/ 160 w 160"/>
                <a:gd name="T63" fmla="*/ 17 h 131"/>
                <a:gd name="T64" fmla="*/ 160 w 160"/>
                <a:gd name="T65" fmla="*/ 1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0" h="131">
                  <a:moveTo>
                    <a:pt x="160" y="16"/>
                  </a:moveTo>
                  <a:cubicBezTo>
                    <a:pt x="160" y="16"/>
                    <a:pt x="160" y="16"/>
                    <a:pt x="159" y="16"/>
                  </a:cubicBezTo>
                  <a:cubicBezTo>
                    <a:pt x="154" y="18"/>
                    <a:pt x="149" y="19"/>
                    <a:pt x="144" y="20"/>
                  </a:cubicBezTo>
                  <a:cubicBezTo>
                    <a:pt x="150" y="16"/>
                    <a:pt x="154" y="10"/>
                    <a:pt x="156" y="4"/>
                  </a:cubicBezTo>
                  <a:cubicBezTo>
                    <a:pt x="156" y="3"/>
                    <a:pt x="156" y="3"/>
                    <a:pt x="156" y="3"/>
                  </a:cubicBezTo>
                  <a:cubicBezTo>
                    <a:pt x="155" y="3"/>
                    <a:pt x="155" y="3"/>
                    <a:pt x="155" y="3"/>
                  </a:cubicBezTo>
                  <a:cubicBezTo>
                    <a:pt x="149" y="7"/>
                    <a:pt x="142" y="9"/>
                    <a:pt x="135" y="11"/>
                  </a:cubicBezTo>
                  <a:cubicBezTo>
                    <a:pt x="128" y="4"/>
                    <a:pt x="120" y="0"/>
                    <a:pt x="111" y="0"/>
                  </a:cubicBezTo>
                  <a:cubicBezTo>
                    <a:pt x="92" y="0"/>
                    <a:pt x="77" y="15"/>
                    <a:pt x="77" y="34"/>
                  </a:cubicBezTo>
                  <a:cubicBezTo>
                    <a:pt x="77" y="36"/>
                    <a:pt x="77" y="38"/>
                    <a:pt x="78" y="40"/>
                  </a:cubicBezTo>
                  <a:cubicBezTo>
                    <a:pt x="52" y="39"/>
                    <a:pt x="29" y="26"/>
                    <a:pt x="12" y="7"/>
                  </a:cubicBezTo>
                  <a:cubicBezTo>
                    <a:pt x="12" y="6"/>
                    <a:pt x="12" y="6"/>
                    <a:pt x="12" y="6"/>
                  </a:cubicBezTo>
                  <a:cubicBezTo>
                    <a:pt x="11" y="6"/>
                    <a:pt x="11" y="6"/>
                    <a:pt x="11" y="7"/>
                  </a:cubicBezTo>
                  <a:cubicBezTo>
                    <a:pt x="8" y="12"/>
                    <a:pt x="7" y="18"/>
                    <a:pt x="7" y="23"/>
                  </a:cubicBezTo>
                  <a:cubicBezTo>
                    <a:pt x="7" y="34"/>
                    <a:pt x="11" y="43"/>
                    <a:pt x="19" y="50"/>
                  </a:cubicBezTo>
                  <a:cubicBezTo>
                    <a:pt x="15" y="49"/>
                    <a:pt x="11" y="48"/>
                    <a:pt x="7" y="46"/>
                  </a:cubicBezTo>
                  <a:cubicBezTo>
                    <a:pt x="7" y="46"/>
                    <a:pt x="7" y="46"/>
                    <a:pt x="7" y="46"/>
                  </a:cubicBezTo>
                  <a:cubicBezTo>
                    <a:pt x="6" y="46"/>
                    <a:pt x="6" y="46"/>
                    <a:pt x="6" y="47"/>
                  </a:cubicBezTo>
                  <a:cubicBezTo>
                    <a:pt x="6" y="47"/>
                    <a:pt x="6" y="47"/>
                    <a:pt x="6" y="47"/>
                  </a:cubicBezTo>
                  <a:cubicBezTo>
                    <a:pt x="6" y="62"/>
                    <a:pt x="16" y="75"/>
                    <a:pt x="30" y="79"/>
                  </a:cubicBezTo>
                  <a:cubicBezTo>
                    <a:pt x="26" y="79"/>
                    <a:pt x="22" y="79"/>
                    <a:pt x="19" y="79"/>
                  </a:cubicBezTo>
                  <a:cubicBezTo>
                    <a:pt x="18" y="79"/>
                    <a:pt x="18" y="79"/>
                    <a:pt x="18" y="79"/>
                  </a:cubicBezTo>
                  <a:cubicBezTo>
                    <a:pt x="18" y="79"/>
                    <a:pt x="18" y="79"/>
                    <a:pt x="18" y="80"/>
                  </a:cubicBezTo>
                  <a:cubicBezTo>
                    <a:pt x="22" y="93"/>
                    <a:pt x="33" y="102"/>
                    <a:pt x="47" y="103"/>
                  </a:cubicBezTo>
                  <a:cubicBezTo>
                    <a:pt x="36" y="111"/>
                    <a:pt x="22" y="115"/>
                    <a:pt x="8" y="115"/>
                  </a:cubicBezTo>
                  <a:cubicBezTo>
                    <a:pt x="6" y="115"/>
                    <a:pt x="3" y="115"/>
                    <a:pt x="1" y="115"/>
                  </a:cubicBezTo>
                  <a:cubicBezTo>
                    <a:pt x="0" y="115"/>
                    <a:pt x="0" y="115"/>
                    <a:pt x="0" y="115"/>
                  </a:cubicBezTo>
                  <a:cubicBezTo>
                    <a:pt x="0" y="116"/>
                    <a:pt x="0" y="116"/>
                    <a:pt x="0" y="116"/>
                  </a:cubicBezTo>
                  <a:cubicBezTo>
                    <a:pt x="15" y="126"/>
                    <a:pt x="33" y="131"/>
                    <a:pt x="51" y="131"/>
                  </a:cubicBezTo>
                  <a:cubicBezTo>
                    <a:pt x="109" y="131"/>
                    <a:pt x="144" y="83"/>
                    <a:pt x="144" y="38"/>
                  </a:cubicBezTo>
                  <a:cubicBezTo>
                    <a:pt x="144" y="36"/>
                    <a:pt x="144" y="35"/>
                    <a:pt x="144" y="34"/>
                  </a:cubicBezTo>
                  <a:cubicBezTo>
                    <a:pt x="150" y="29"/>
                    <a:pt x="156" y="23"/>
                    <a:pt x="160" y="17"/>
                  </a:cubicBezTo>
                  <a:cubicBezTo>
                    <a:pt x="160" y="17"/>
                    <a:pt x="160" y="16"/>
                    <a:pt x="160" y="16"/>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59" name="Freeform 21"/>
            <p:cNvSpPr>
              <a:spLocks/>
            </p:cNvSpPr>
            <p:nvPr/>
          </p:nvSpPr>
          <p:spPr bwMode="auto">
            <a:xfrm>
              <a:off x="5235659" y="5934143"/>
              <a:ext cx="207145" cy="261714"/>
            </a:xfrm>
            <a:custGeom>
              <a:avLst/>
              <a:gdLst>
                <a:gd name="T0" fmla="*/ 129 w 323"/>
                <a:gd name="T1" fmla="*/ 272 h 408"/>
                <a:gd name="T2" fmla="*/ 68 w 323"/>
                <a:gd name="T3" fmla="*/ 408 h 408"/>
                <a:gd name="T4" fmla="*/ 98 w 323"/>
                <a:gd name="T5" fmla="*/ 196 h 408"/>
                <a:gd name="T6" fmla="*/ 149 w 323"/>
                <a:gd name="T7" fmla="*/ 99 h 408"/>
                <a:gd name="T8" fmla="*/ 172 w 323"/>
                <a:gd name="T9" fmla="*/ 257 h 408"/>
                <a:gd name="T10" fmla="*/ 234 w 323"/>
                <a:gd name="T11" fmla="*/ 73 h 408"/>
                <a:gd name="T12" fmla="*/ 47 w 323"/>
                <a:gd name="T13" fmla="*/ 173 h 408"/>
                <a:gd name="T14" fmla="*/ 57 w 323"/>
                <a:gd name="T15" fmla="*/ 239 h 408"/>
                <a:gd name="T16" fmla="*/ 1 w 323"/>
                <a:gd name="T17" fmla="*/ 147 h 408"/>
                <a:gd name="T18" fmla="*/ 137 w 323"/>
                <a:gd name="T19" fmla="*/ 9 h 408"/>
                <a:gd name="T20" fmla="*/ 310 w 323"/>
                <a:gd name="T21" fmla="*/ 119 h 408"/>
                <a:gd name="T22" fmla="*/ 183 w 323"/>
                <a:gd name="T23" fmla="*/ 298 h 408"/>
                <a:gd name="T24" fmla="*/ 129 w 323"/>
                <a:gd name="T25" fmla="*/ 272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3" h="408">
                  <a:moveTo>
                    <a:pt x="129" y="272"/>
                  </a:moveTo>
                  <a:cubicBezTo>
                    <a:pt x="118" y="328"/>
                    <a:pt x="106" y="380"/>
                    <a:pt x="68" y="408"/>
                  </a:cubicBezTo>
                  <a:cubicBezTo>
                    <a:pt x="56" y="325"/>
                    <a:pt x="85" y="262"/>
                    <a:pt x="98" y="196"/>
                  </a:cubicBezTo>
                  <a:cubicBezTo>
                    <a:pt x="75" y="157"/>
                    <a:pt x="101" y="80"/>
                    <a:pt x="149" y="99"/>
                  </a:cubicBezTo>
                  <a:cubicBezTo>
                    <a:pt x="209" y="122"/>
                    <a:pt x="98" y="242"/>
                    <a:pt x="172" y="257"/>
                  </a:cubicBezTo>
                  <a:cubicBezTo>
                    <a:pt x="250" y="273"/>
                    <a:pt x="282" y="122"/>
                    <a:pt x="234" y="73"/>
                  </a:cubicBezTo>
                  <a:cubicBezTo>
                    <a:pt x="164" y="2"/>
                    <a:pt x="31" y="72"/>
                    <a:pt x="47" y="173"/>
                  </a:cubicBezTo>
                  <a:cubicBezTo>
                    <a:pt x="51" y="198"/>
                    <a:pt x="77" y="205"/>
                    <a:pt x="57" y="239"/>
                  </a:cubicBezTo>
                  <a:cubicBezTo>
                    <a:pt x="13" y="229"/>
                    <a:pt x="0" y="194"/>
                    <a:pt x="1" y="147"/>
                  </a:cubicBezTo>
                  <a:cubicBezTo>
                    <a:pt x="4" y="70"/>
                    <a:pt x="70" y="17"/>
                    <a:pt x="137" y="9"/>
                  </a:cubicBezTo>
                  <a:cubicBezTo>
                    <a:pt x="221" y="0"/>
                    <a:pt x="300" y="40"/>
                    <a:pt x="310" y="119"/>
                  </a:cubicBezTo>
                  <a:cubicBezTo>
                    <a:pt x="323" y="208"/>
                    <a:pt x="273" y="305"/>
                    <a:pt x="183" y="298"/>
                  </a:cubicBezTo>
                  <a:cubicBezTo>
                    <a:pt x="158" y="296"/>
                    <a:pt x="148" y="284"/>
                    <a:pt x="129" y="272"/>
                  </a:cubicBezTo>
                  <a:close/>
                </a:path>
              </a:pathLst>
            </a:custGeom>
            <a:solidFill>
              <a:schemeClr val="bg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Simplified Arabic" panose="02020603050405020304" pitchFamily="18" charset="-78"/>
              </a:endParaRPr>
            </a:p>
          </p:txBody>
        </p:sp>
        <p:sp>
          <p:nvSpPr>
            <p:cNvPr id="60" name="Freeform 62"/>
            <p:cNvSpPr>
              <a:spLocks/>
            </p:cNvSpPr>
            <p:nvPr/>
          </p:nvSpPr>
          <p:spPr bwMode="auto">
            <a:xfrm>
              <a:off x="4063583" y="5934143"/>
              <a:ext cx="134925" cy="261714"/>
            </a:xfrm>
            <a:custGeom>
              <a:avLst/>
              <a:gdLst>
                <a:gd name="T0" fmla="*/ 84 w 84"/>
                <a:gd name="T1" fmla="*/ 27 h 163"/>
                <a:gd name="T2" fmla="*/ 69 w 84"/>
                <a:gd name="T3" fmla="*/ 27 h 163"/>
                <a:gd name="T4" fmla="*/ 54 w 84"/>
                <a:gd name="T5" fmla="*/ 41 h 163"/>
                <a:gd name="T6" fmla="*/ 54 w 84"/>
                <a:gd name="T7" fmla="*/ 60 h 163"/>
                <a:gd name="T8" fmla="*/ 83 w 84"/>
                <a:gd name="T9" fmla="*/ 60 h 163"/>
                <a:gd name="T10" fmla="*/ 83 w 84"/>
                <a:gd name="T11" fmla="*/ 88 h 163"/>
                <a:gd name="T12" fmla="*/ 54 w 84"/>
                <a:gd name="T13" fmla="*/ 88 h 163"/>
                <a:gd name="T14" fmla="*/ 54 w 84"/>
                <a:gd name="T15" fmla="*/ 163 h 163"/>
                <a:gd name="T16" fmla="*/ 25 w 84"/>
                <a:gd name="T17" fmla="*/ 163 h 163"/>
                <a:gd name="T18" fmla="*/ 25 w 84"/>
                <a:gd name="T19" fmla="*/ 88 h 163"/>
                <a:gd name="T20" fmla="*/ 0 w 84"/>
                <a:gd name="T21" fmla="*/ 88 h 163"/>
                <a:gd name="T22" fmla="*/ 0 w 84"/>
                <a:gd name="T23" fmla="*/ 60 h 163"/>
                <a:gd name="T24" fmla="*/ 25 w 84"/>
                <a:gd name="T25" fmla="*/ 60 h 163"/>
                <a:gd name="T26" fmla="*/ 25 w 84"/>
                <a:gd name="T27" fmla="*/ 38 h 163"/>
                <a:gd name="T28" fmla="*/ 62 w 84"/>
                <a:gd name="T29" fmla="*/ 0 h 163"/>
                <a:gd name="T30" fmla="*/ 84 w 84"/>
                <a:gd name="T31" fmla="*/ 0 h 163"/>
                <a:gd name="T32" fmla="*/ 84 w 84"/>
                <a:gd name="T33" fmla="*/ 27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63">
                  <a:moveTo>
                    <a:pt x="84" y="27"/>
                  </a:moveTo>
                  <a:cubicBezTo>
                    <a:pt x="69" y="27"/>
                    <a:pt x="69" y="27"/>
                    <a:pt x="69" y="27"/>
                  </a:cubicBezTo>
                  <a:cubicBezTo>
                    <a:pt x="57" y="27"/>
                    <a:pt x="54" y="33"/>
                    <a:pt x="54" y="41"/>
                  </a:cubicBezTo>
                  <a:cubicBezTo>
                    <a:pt x="54" y="60"/>
                    <a:pt x="54" y="60"/>
                    <a:pt x="54" y="60"/>
                  </a:cubicBezTo>
                  <a:cubicBezTo>
                    <a:pt x="83" y="60"/>
                    <a:pt x="83" y="60"/>
                    <a:pt x="83" y="60"/>
                  </a:cubicBezTo>
                  <a:cubicBezTo>
                    <a:pt x="83" y="88"/>
                    <a:pt x="83" y="88"/>
                    <a:pt x="83" y="88"/>
                  </a:cubicBezTo>
                  <a:cubicBezTo>
                    <a:pt x="54" y="88"/>
                    <a:pt x="54" y="88"/>
                    <a:pt x="54" y="88"/>
                  </a:cubicBezTo>
                  <a:cubicBezTo>
                    <a:pt x="54" y="163"/>
                    <a:pt x="54" y="163"/>
                    <a:pt x="54" y="163"/>
                  </a:cubicBezTo>
                  <a:cubicBezTo>
                    <a:pt x="25" y="163"/>
                    <a:pt x="25" y="163"/>
                    <a:pt x="25" y="163"/>
                  </a:cubicBezTo>
                  <a:cubicBezTo>
                    <a:pt x="25" y="88"/>
                    <a:pt x="25" y="88"/>
                    <a:pt x="25" y="88"/>
                  </a:cubicBezTo>
                  <a:cubicBezTo>
                    <a:pt x="0" y="88"/>
                    <a:pt x="0" y="88"/>
                    <a:pt x="0" y="88"/>
                  </a:cubicBezTo>
                  <a:cubicBezTo>
                    <a:pt x="0" y="60"/>
                    <a:pt x="0" y="60"/>
                    <a:pt x="0" y="60"/>
                  </a:cubicBezTo>
                  <a:cubicBezTo>
                    <a:pt x="25" y="60"/>
                    <a:pt x="25" y="60"/>
                    <a:pt x="25" y="60"/>
                  </a:cubicBezTo>
                  <a:cubicBezTo>
                    <a:pt x="25" y="38"/>
                    <a:pt x="25" y="38"/>
                    <a:pt x="25" y="38"/>
                  </a:cubicBezTo>
                  <a:cubicBezTo>
                    <a:pt x="25" y="13"/>
                    <a:pt x="40" y="0"/>
                    <a:pt x="62" y="0"/>
                  </a:cubicBezTo>
                  <a:cubicBezTo>
                    <a:pt x="84" y="0"/>
                    <a:pt x="84" y="0"/>
                    <a:pt x="84" y="0"/>
                  </a:cubicBezTo>
                  <a:lnTo>
                    <a:pt x="84" y="27"/>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grpSp>
    </p:spTree>
    <p:extLst>
      <p:ext uri="{BB962C8B-B14F-4D97-AF65-F5344CB8AC3E}">
        <p14:creationId xmlns:p14="http://schemas.microsoft.com/office/powerpoint/2010/main" val="62111778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42" presetClass="entr" presetSubtype="0" fill="hold" grpId="0" nodeType="afterEffect">
                                  <p:stCondLst>
                                    <p:cond delay="0"/>
                                  </p:stCondLst>
                                  <p:childTnLst>
                                    <p:set>
                                      <p:cBhvr>
                                        <p:cTn id="20" dur="1" fill="hold">
                                          <p:stCondLst>
                                            <p:cond delay="0"/>
                                          </p:stCondLst>
                                        </p:cTn>
                                        <p:tgtEl>
                                          <p:spTgt spid="31"/>
                                        </p:tgtEl>
                                        <p:attrNameLst>
                                          <p:attrName>style.visibility</p:attrName>
                                        </p:attrNameLst>
                                      </p:cBhvr>
                                      <p:to>
                                        <p:strVal val="visible"/>
                                      </p:to>
                                    </p:set>
                                    <p:animEffect transition="in" filter="fade">
                                      <p:cBhvr>
                                        <p:cTn id="21" dur="500"/>
                                        <p:tgtEl>
                                          <p:spTgt spid="31"/>
                                        </p:tgtEl>
                                      </p:cBhvr>
                                    </p:animEffect>
                                    <p:anim calcmode="lin" valueType="num">
                                      <p:cBhvr>
                                        <p:cTn id="22" dur="500" fill="hold"/>
                                        <p:tgtEl>
                                          <p:spTgt spid="31"/>
                                        </p:tgtEl>
                                        <p:attrNameLst>
                                          <p:attrName>ppt_x</p:attrName>
                                        </p:attrNameLst>
                                      </p:cBhvr>
                                      <p:tavLst>
                                        <p:tav tm="0">
                                          <p:val>
                                            <p:strVal val="#ppt_x"/>
                                          </p:val>
                                        </p:tav>
                                        <p:tav tm="100000">
                                          <p:val>
                                            <p:strVal val="#ppt_x"/>
                                          </p:val>
                                        </p:tav>
                                      </p:tavLst>
                                    </p:anim>
                                    <p:anim calcmode="lin" valueType="num">
                                      <p:cBhvr>
                                        <p:cTn id="23" dur="500" fill="hold"/>
                                        <p:tgtEl>
                                          <p:spTgt spid="31"/>
                                        </p:tgtEl>
                                        <p:attrNameLst>
                                          <p:attrName>ppt_y</p:attrName>
                                        </p:attrNameLst>
                                      </p:cBhvr>
                                      <p:tavLst>
                                        <p:tav tm="0">
                                          <p:val>
                                            <p:strVal val="#ppt_y+.1"/>
                                          </p:val>
                                        </p:tav>
                                        <p:tav tm="100000">
                                          <p:val>
                                            <p:strVal val="#ppt_y"/>
                                          </p:val>
                                        </p:tav>
                                      </p:tavLst>
                                    </p:anim>
                                  </p:childTnLst>
                                </p:cTn>
                              </p:par>
                            </p:childTnLst>
                          </p:cTn>
                        </p:par>
                        <p:par>
                          <p:cTn id="24" fill="hold">
                            <p:stCondLst>
                              <p:cond delay="2000"/>
                            </p:stCondLst>
                            <p:childTnLst>
                              <p:par>
                                <p:cTn id="25" presetID="53" presetClass="entr" presetSubtype="16" fill="hold" grpId="0" nodeType="afterEffect" nodePh="1">
                                  <p:stCondLst>
                                    <p:cond delay="0"/>
                                  </p:stCondLst>
                                  <p:endCondLst>
                                    <p:cond evt="begin" delay="0">
                                      <p:tn val="25"/>
                                    </p:cond>
                                  </p:endCondLst>
                                  <p:childTnLst>
                                    <p:set>
                                      <p:cBhvr>
                                        <p:cTn id="26" dur="1" fill="hold">
                                          <p:stCondLst>
                                            <p:cond delay="0"/>
                                          </p:stCondLst>
                                        </p:cTn>
                                        <p:tgtEl>
                                          <p:spTgt spid="13">
                                            <p:txEl>
                                              <p:pRg st="0" end="0"/>
                                            </p:txEl>
                                          </p:spTgt>
                                        </p:tgtEl>
                                        <p:attrNameLst>
                                          <p:attrName>style.visibility</p:attrName>
                                        </p:attrNameLst>
                                      </p:cBhvr>
                                      <p:to>
                                        <p:strVal val="visible"/>
                                      </p:to>
                                    </p:set>
                                    <p:anim calcmode="lin" valueType="num">
                                      <p:cBhvr>
                                        <p:cTn id="27" dur="500" fill="hold"/>
                                        <p:tgtEl>
                                          <p:spTgt spid="13">
                                            <p:txEl>
                                              <p:pRg st="0" end="0"/>
                                            </p:txEl>
                                          </p:spTgt>
                                        </p:tgtEl>
                                        <p:attrNameLst>
                                          <p:attrName>ppt_w</p:attrName>
                                        </p:attrNameLst>
                                      </p:cBhvr>
                                      <p:tavLst>
                                        <p:tav tm="0">
                                          <p:val>
                                            <p:fltVal val="0"/>
                                          </p:val>
                                        </p:tav>
                                        <p:tav tm="100000">
                                          <p:val>
                                            <p:strVal val="#ppt_w"/>
                                          </p:val>
                                        </p:tav>
                                      </p:tavLst>
                                    </p:anim>
                                    <p:anim calcmode="lin" valueType="num">
                                      <p:cBhvr>
                                        <p:cTn id="28" dur="500" fill="hold"/>
                                        <p:tgtEl>
                                          <p:spTgt spid="13">
                                            <p:txEl>
                                              <p:pRg st="0" end="0"/>
                                            </p:txEl>
                                          </p:spTgt>
                                        </p:tgtEl>
                                        <p:attrNameLst>
                                          <p:attrName>ppt_h</p:attrName>
                                        </p:attrNameLst>
                                      </p:cBhvr>
                                      <p:tavLst>
                                        <p:tav tm="0">
                                          <p:val>
                                            <p:fltVal val="0"/>
                                          </p:val>
                                        </p:tav>
                                        <p:tav tm="100000">
                                          <p:val>
                                            <p:strVal val="#ppt_h"/>
                                          </p:val>
                                        </p:tav>
                                      </p:tavLst>
                                    </p:anim>
                                    <p:animEffect transition="in" filter="fade">
                                      <p:cBhvr>
                                        <p:cTn id="29" dur="500"/>
                                        <p:tgtEl>
                                          <p:spTgt spid="13">
                                            <p:txEl>
                                              <p:pRg st="0" end="0"/>
                                            </p:txEl>
                                          </p:spTgt>
                                        </p:tgtEl>
                                      </p:cBhvr>
                                    </p:animEffect>
                                  </p:childTnLst>
                                </p:cTn>
                              </p:par>
                            </p:childTnLst>
                          </p:cTn>
                        </p:par>
                        <p:par>
                          <p:cTn id="30" fill="hold">
                            <p:stCondLst>
                              <p:cond delay="2500"/>
                            </p:stCondLst>
                            <p:childTnLst>
                              <p:par>
                                <p:cTn id="31" presetID="42" presetClass="entr" presetSubtype="0" fill="hold" grpId="0" nodeType="afterEffect" nodePh="1">
                                  <p:stCondLst>
                                    <p:cond delay="0"/>
                                  </p:stCondLst>
                                  <p:endCondLst>
                                    <p:cond evt="begin" delay="0">
                                      <p:tn val="31"/>
                                    </p:cond>
                                  </p:endCondLst>
                                  <p:childTnLst>
                                    <p:set>
                                      <p:cBhvr>
                                        <p:cTn id="32" dur="1" fill="hold">
                                          <p:stCondLst>
                                            <p:cond delay="0"/>
                                          </p:stCondLst>
                                        </p:cTn>
                                        <p:tgtEl>
                                          <p:spTgt spid="21">
                                            <p:txEl>
                                              <p:pRg st="0" end="0"/>
                                            </p:txEl>
                                          </p:spTgt>
                                        </p:tgtEl>
                                        <p:attrNameLst>
                                          <p:attrName>style.visibility</p:attrName>
                                        </p:attrNameLst>
                                      </p:cBhvr>
                                      <p:to>
                                        <p:strVal val="visible"/>
                                      </p:to>
                                    </p:set>
                                    <p:animEffect transition="in" filter="fade">
                                      <p:cBhvr>
                                        <p:cTn id="33" dur="500"/>
                                        <p:tgtEl>
                                          <p:spTgt spid="21">
                                            <p:txEl>
                                              <p:pRg st="0" end="0"/>
                                            </p:txEl>
                                          </p:spTgt>
                                        </p:tgtEl>
                                      </p:cBhvr>
                                    </p:animEffect>
                                    <p:anim calcmode="lin" valueType="num">
                                      <p:cBhvr>
                                        <p:cTn id="34" dur="500" fill="hold"/>
                                        <p:tgtEl>
                                          <p:spTgt spid="21">
                                            <p:txEl>
                                              <p:pRg st="0" end="0"/>
                                            </p:txEl>
                                          </p:spTgt>
                                        </p:tgtEl>
                                        <p:attrNameLst>
                                          <p:attrName>ppt_x</p:attrName>
                                        </p:attrNameLst>
                                      </p:cBhvr>
                                      <p:tavLst>
                                        <p:tav tm="0">
                                          <p:val>
                                            <p:strVal val="#ppt_x"/>
                                          </p:val>
                                        </p:tav>
                                        <p:tav tm="100000">
                                          <p:val>
                                            <p:strVal val="#ppt_x"/>
                                          </p:val>
                                        </p:tav>
                                      </p:tavLst>
                                    </p:anim>
                                    <p:anim calcmode="lin" valueType="num">
                                      <p:cBhvr>
                                        <p:cTn id="35" dur="500" fill="hold"/>
                                        <p:tgtEl>
                                          <p:spTgt spid="21">
                                            <p:txEl>
                                              <p:pRg st="0" end="0"/>
                                            </p:txEl>
                                          </p:spTgt>
                                        </p:tgtEl>
                                        <p:attrNameLst>
                                          <p:attrName>ppt_y</p:attrName>
                                        </p:attrNameLst>
                                      </p:cBhvr>
                                      <p:tavLst>
                                        <p:tav tm="0">
                                          <p:val>
                                            <p:strVal val="#ppt_y+.1"/>
                                          </p:val>
                                        </p:tav>
                                        <p:tav tm="100000">
                                          <p:val>
                                            <p:strVal val="#ppt_y"/>
                                          </p:val>
                                        </p:tav>
                                      </p:tavLst>
                                    </p:anim>
                                  </p:childTnLst>
                                </p:cTn>
                              </p:par>
                            </p:childTnLst>
                          </p:cTn>
                        </p:par>
                        <p:par>
                          <p:cTn id="36" fill="hold">
                            <p:stCondLst>
                              <p:cond delay="3000"/>
                            </p:stCondLst>
                            <p:childTnLst>
                              <p:par>
                                <p:cTn id="37" presetID="53" presetClass="entr" presetSubtype="16" fill="hold" nodeType="afterEffect">
                                  <p:stCondLst>
                                    <p:cond delay="0"/>
                                  </p:stCondLst>
                                  <p:childTnLst>
                                    <p:set>
                                      <p:cBhvr>
                                        <p:cTn id="38" dur="1" fill="hold">
                                          <p:stCondLst>
                                            <p:cond delay="0"/>
                                          </p:stCondLst>
                                        </p:cTn>
                                        <p:tgtEl>
                                          <p:spTgt spid="25"/>
                                        </p:tgtEl>
                                        <p:attrNameLst>
                                          <p:attrName>style.visibility</p:attrName>
                                        </p:attrNameLst>
                                      </p:cBhvr>
                                      <p:to>
                                        <p:strVal val="visible"/>
                                      </p:to>
                                    </p:set>
                                    <p:anim calcmode="lin" valueType="num">
                                      <p:cBhvr>
                                        <p:cTn id="39" dur="500" fill="hold"/>
                                        <p:tgtEl>
                                          <p:spTgt spid="25"/>
                                        </p:tgtEl>
                                        <p:attrNameLst>
                                          <p:attrName>ppt_w</p:attrName>
                                        </p:attrNameLst>
                                      </p:cBhvr>
                                      <p:tavLst>
                                        <p:tav tm="0">
                                          <p:val>
                                            <p:fltVal val="0"/>
                                          </p:val>
                                        </p:tav>
                                        <p:tav tm="100000">
                                          <p:val>
                                            <p:strVal val="#ppt_w"/>
                                          </p:val>
                                        </p:tav>
                                      </p:tavLst>
                                    </p:anim>
                                    <p:anim calcmode="lin" valueType="num">
                                      <p:cBhvr>
                                        <p:cTn id="40" dur="500" fill="hold"/>
                                        <p:tgtEl>
                                          <p:spTgt spid="25"/>
                                        </p:tgtEl>
                                        <p:attrNameLst>
                                          <p:attrName>ppt_h</p:attrName>
                                        </p:attrNameLst>
                                      </p:cBhvr>
                                      <p:tavLst>
                                        <p:tav tm="0">
                                          <p:val>
                                            <p:fltVal val="0"/>
                                          </p:val>
                                        </p:tav>
                                        <p:tav tm="100000">
                                          <p:val>
                                            <p:strVal val="#ppt_h"/>
                                          </p:val>
                                        </p:tav>
                                      </p:tavLst>
                                    </p:anim>
                                    <p:animEffect transition="in" filter="fade">
                                      <p:cBhvr>
                                        <p:cTn id="41" dur="500"/>
                                        <p:tgtEl>
                                          <p:spTgt spid="25"/>
                                        </p:tgtEl>
                                      </p:cBhvr>
                                    </p:animEffect>
                                  </p:childTnLst>
                                </p:cTn>
                              </p:par>
                            </p:childTnLst>
                          </p:cTn>
                        </p:par>
                        <p:par>
                          <p:cTn id="42" fill="hold">
                            <p:stCondLst>
                              <p:cond delay="3500"/>
                            </p:stCondLst>
                            <p:childTnLst>
                              <p:par>
                                <p:cTn id="43" presetID="42" presetClass="entr" presetSubtype="0" fill="hold" grpId="0" nodeType="afterEffect">
                                  <p:stCondLst>
                                    <p:cond delay="0"/>
                                  </p:stCondLst>
                                  <p:childTnLst>
                                    <p:set>
                                      <p:cBhvr>
                                        <p:cTn id="44" dur="1" fill="hold">
                                          <p:stCondLst>
                                            <p:cond delay="0"/>
                                          </p:stCondLst>
                                        </p:cTn>
                                        <p:tgtEl>
                                          <p:spTgt spid="33"/>
                                        </p:tgtEl>
                                        <p:attrNameLst>
                                          <p:attrName>style.visibility</p:attrName>
                                        </p:attrNameLst>
                                      </p:cBhvr>
                                      <p:to>
                                        <p:strVal val="visible"/>
                                      </p:to>
                                    </p:set>
                                    <p:animEffect transition="in" filter="fade">
                                      <p:cBhvr>
                                        <p:cTn id="45" dur="500"/>
                                        <p:tgtEl>
                                          <p:spTgt spid="33"/>
                                        </p:tgtEl>
                                      </p:cBhvr>
                                    </p:animEffect>
                                    <p:anim calcmode="lin" valueType="num">
                                      <p:cBhvr>
                                        <p:cTn id="46" dur="500" fill="hold"/>
                                        <p:tgtEl>
                                          <p:spTgt spid="33"/>
                                        </p:tgtEl>
                                        <p:attrNameLst>
                                          <p:attrName>ppt_x</p:attrName>
                                        </p:attrNameLst>
                                      </p:cBhvr>
                                      <p:tavLst>
                                        <p:tav tm="0">
                                          <p:val>
                                            <p:strVal val="#ppt_x"/>
                                          </p:val>
                                        </p:tav>
                                        <p:tav tm="100000">
                                          <p:val>
                                            <p:strVal val="#ppt_x"/>
                                          </p:val>
                                        </p:tav>
                                      </p:tavLst>
                                    </p:anim>
                                    <p:anim calcmode="lin" valueType="num">
                                      <p:cBhvr>
                                        <p:cTn id="47" dur="500" fill="hold"/>
                                        <p:tgtEl>
                                          <p:spTgt spid="33"/>
                                        </p:tgtEl>
                                        <p:attrNameLst>
                                          <p:attrName>ppt_y</p:attrName>
                                        </p:attrNameLst>
                                      </p:cBhvr>
                                      <p:tavLst>
                                        <p:tav tm="0">
                                          <p:val>
                                            <p:strVal val="#ppt_y+.1"/>
                                          </p:val>
                                        </p:tav>
                                        <p:tav tm="100000">
                                          <p:val>
                                            <p:strVal val="#ppt_y"/>
                                          </p:val>
                                        </p:tav>
                                      </p:tavLst>
                                    </p:anim>
                                  </p:childTnLst>
                                </p:cTn>
                              </p:par>
                            </p:childTnLst>
                          </p:cTn>
                        </p:par>
                        <p:par>
                          <p:cTn id="48" fill="hold">
                            <p:stCondLst>
                              <p:cond delay="4000"/>
                            </p:stCondLst>
                            <p:childTnLst>
                              <p:par>
                                <p:cTn id="49" presetID="53" presetClass="entr" presetSubtype="16" fill="hold" grpId="0" nodeType="afterEffect" nodePh="1">
                                  <p:stCondLst>
                                    <p:cond delay="0"/>
                                  </p:stCondLst>
                                  <p:endCondLst>
                                    <p:cond evt="begin" delay="0">
                                      <p:tn val="49"/>
                                    </p:cond>
                                  </p:endCondLst>
                                  <p:childTnLst>
                                    <p:set>
                                      <p:cBhvr>
                                        <p:cTn id="50" dur="1" fill="hold">
                                          <p:stCondLst>
                                            <p:cond delay="0"/>
                                          </p:stCondLst>
                                        </p:cTn>
                                        <p:tgtEl>
                                          <p:spTgt spid="15">
                                            <p:txEl>
                                              <p:pRg st="0" end="0"/>
                                            </p:txEl>
                                          </p:spTgt>
                                        </p:tgtEl>
                                        <p:attrNameLst>
                                          <p:attrName>style.visibility</p:attrName>
                                        </p:attrNameLst>
                                      </p:cBhvr>
                                      <p:to>
                                        <p:strVal val="visible"/>
                                      </p:to>
                                    </p:set>
                                    <p:anim calcmode="lin" valueType="num">
                                      <p:cBhvr>
                                        <p:cTn id="51" dur="500" fill="hold"/>
                                        <p:tgtEl>
                                          <p:spTgt spid="15">
                                            <p:txEl>
                                              <p:pRg st="0" end="0"/>
                                            </p:txEl>
                                          </p:spTgt>
                                        </p:tgtEl>
                                        <p:attrNameLst>
                                          <p:attrName>ppt_w</p:attrName>
                                        </p:attrNameLst>
                                      </p:cBhvr>
                                      <p:tavLst>
                                        <p:tav tm="0">
                                          <p:val>
                                            <p:fltVal val="0"/>
                                          </p:val>
                                        </p:tav>
                                        <p:tav tm="100000">
                                          <p:val>
                                            <p:strVal val="#ppt_w"/>
                                          </p:val>
                                        </p:tav>
                                      </p:tavLst>
                                    </p:anim>
                                    <p:anim calcmode="lin" valueType="num">
                                      <p:cBhvr>
                                        <p:cTn id="52" dur="500" fill="hold"/>
                                        <p:tgtEl>
                                          <p:spTgt spid="15">
                                            <p:txEl>
                                              <p:pRg st="0" end="0"/>
                                            </p:txEl>
                                          </p:spTgt>
                                        </p:tgtEl>
                                        <p:attrNameLst>
                                          <p:attrName>ppt_h</p:attrName>
                                        </p:attrNameLst>
                                      </p:cBhvr>
                                      <p:tavLst>
                                        <p:tav tm="0">
                                          <p:val>
                                            <p:fltVal val="0"/>
                                          </p:val>
                                        </p:tav>
                                        <p:tav tm="100000">
                                          <p:val>
                                            <p:strVal val="#ppt_h"/>
                                          </p:val>
                                        </p:tav>
                                      </p:tavLst>
                                    </p:anim>
                                    <p:animEffect transition="in" filter="fade">
                                      <p:cBhvr>
                                        <p:cTn id="53" dur="500"/>
                                        <p:tgtEl>
                                          <p:spTgt spid="15">
                                            <p:txEl>
                                              <p:pRg st="0" end="0"/>
                                            </p:txEl>
                                          </p:spTgt>
                                        </p:tgtEl>
                                      </p:cBhvr>
                                    </p:animEffect>
                                  </p:childTnLst>
                                </p:cTn>
                              </p:par>
                            </p:childTnLst>
                          </p:cTn>
                        </p:par>
                        <p:par>
                          <p:cTn id="54" fill="hold">
                            <p:stCondLst>
                              <p:cond delay="4500"/>
                            </p:stCondLst>
                            <p:childTnLst>
                              <p:par>
                                <p:cTn id="55" presetID="42" presetClass="entr" presetSubtype="0" fill="hold" grpId="0" nodeType="afterEffect" nodePh="1">
                                  <p:stCondLst>
                                    <p:cond delay="0"/>
                                  </p:stCondLst>
                                  <p:endCondLst>
                                    <p:cond evt="begin" delay="0">
                                      <p:tn val="55"/>
                                    </p:cond>
                                  </p:endCondLst>
                                  <p:childTnLst>
                                    <p:set>
                                      <p:cBhvr>
                                        <p:cTn id="56" dur="1" fill="hold">
                                          <p:stCondLst>
                                            <p:cond delay="0"/>
                                          </p:stCondLst>
                                        </p:cTn>
                                        <p:tgtEl>
                                          <p:spTgt spid="22">
                                            <p:txEl>
                                              <p:pRg st="0" end="0"/>
                                            </p:txEl>
                                          </p:spTgt>
                                        </p:tgtEl>
                                        <p:attrNameLst>
                                          <p:attrName>style.visibility</p:attrName>
                                        </p:attrNameLst>
                                      </p:cBhvr>
                                      <p:to>
                                        <p:strVal val="visible"/>
                                      </p:to>
                                    </p:set>
                                    <p:animEffect transition="in" filter="fade">
                                      <p:cBhvr>
                                        <p:cTn id="57" dur="500"/>
                                        <p:tgtEl>
                                          <p:spTgt spid="22">
                                            <p:txEl>
                                              <p:pRg st="0" end="0"/>
                                            </p:txEl>
                                          </p:spTgt>
                                        </p:tgtEl>
                                      </p:cBhvr>
                                    </p:animEffect>
                                    <p:anim calcmode="lin" valueType="num">
                                      <p:cBhvr>
                                        <p:cTn id="58" dur="500" fill="hold"/>
                                        <p:tgtEl>
                                          <p:spTgt spid="22">
                                            <p:txEl>
                                              <p:pRg st="0" end="0"/>
                                            </p:txEl>
                                          </p:spTgt>
                                        </p:tgtEl>
                                        <p:attrNameLst>
                                          <p:attrName>ppt_x</p:attrName>
                                        </p:attrNameLst>
                                      </p:cBhvr>
                                      <p:tavLst>
                                        <p:tav tm="0">
                                          <p:val>
                                            <p:strVal val="#ppt_x"/>
                                          </p:val>
                                        </p:tav>
                                        <p:tav tm="100000">
                                          <p:val>
                                            <p:strVal val="#ppt_x"/>
                                          </p:val>
                                        </p:tav>
                                      </p:tavLst>
                                    </p:anim>
                                    <p:anim calcmode="lin" valueType="num">
                                      <p:cBhvr>
                                        <p:cTn id="59" dur="500" fill="hold"/>
                                        <p:tgtEl>
                                          <p:spTgt spid="22">
                                            <p:txEl>
                                              <p:pRg st="0" end="0"/>
                                            </p:txEl>
                                          </p:spTgt>
                                        </p:tgtEl>
                                        <p:attrNameLst>
                                          <p:attrName>ppt_y</p:attrName>
                                        </p:attrNameLst>
                                      </p:cBhvr>
                                      <p:tavLst>
                                        <p:tav tm="0">
                                          <p:val>
                                            <p:strVal val="#ppt_y+.1"/>
                                          </p:val>
                                        </p:tav>
                                        <p:tav tm="100000">
                                          <p:val>
                                            <p:strVal val="#ppt_y"/>
                                          </p:val>
                                        </p:tav>
                                      </p:tavLst>
                                    </p:anim>
                                  </p:childTnLst>
                                </p:cTn>
                              </p:par>
                            </p:childTnLst>
                          </p:cTn>
                        </p:par>
                        <p:par>
                          <p:cTn id="60" fill="hold">
                            <p:stCondLst>
                              <p:cond delay="5000"/>
                            </p:stCondLst>
                            <p:childTnLst>
                              <p:par>
                                <p:cTn id="61" presetID="53" presetClass="entr" presetSubtype="16" fill="hold" nodeType="afterEffect">
                                  <p:stCondLst>
                                    <p:cond delay="0"/>
                                  </p:stCondLst>
                                  <p:childTnLst>
                                    <p:set>
                                      <p:cBhvr>
                                        <p:cTn id="62" dur="1" fill="hold">
                                          <p:stCondLst>
                                            <p:cond delay="0"/>
                                          </p:stCondLst>
                                        </p:cTn>
                                        <p:tgtEl>
                                          <p:spTgt spid="40"/>
                                        </p:tgtEl>
                                        <p:attrNameLst>
                                          <p:attrName>style.visibility</p:attrName>
                                        </p:attrNameLst>
                                      </p:cBhvr>
                                      <p:to>
                                        <p:strVal val="visible"/>
                                      </p:to>
                                    </p:set>
                                    <p:anim calcmode="lin" valueType="num">
                                      <p:cBhvr>
                                        <p:cTn id="63" dur="500" fill="hold"/>
                                        <p:tgtEl>
                                          <p:spTgt spid="40"/>
                                        </p:tgtEl>
                                        <p:attrNameLst>
                                          <p:attrName>ppt_w</p:attrName>
                                        </p:attrNameLst>
                                      </p:cBhvr>
                                      <p:tavLst>
                                        <p:tav tm="0">
                                          <p:val>
                                            <p:fltVal val="0"/>
                                          </p:val>
                                        </p:tav>
                                        <p:tav tm="100000">
                                          <p:val>
                                            <p:strVal val="#ppt_w"/>
                                          </p:val>
                                        </p:tav>
                                      </p:tavLst>
                                    </p:anim>
                                    <p:anim calcmode="lin" valueType="num">
                                      <p:cBhvr>
                                        <p:cTn id="64" dur="500" fill="hold"/>
                                        <p:tgtEl>
                                          <p:spTgt spid="40"/>
                                        </p:tgtEl>
                                        <p:attrNameLst>
                                          <p:attrName>ppt_h</p:attrName>
                                        </p:attrNameLst>
                                      </p:cBhvr>
                                      <p:tavLst>
                                        <p:tav tm="0">
                                          <p:val>
                                            <p:fltVal val="0"/>
                                          </p:val>
                                        </p:tav>
                                        <p:tav tm="100000">
                                          <p:val>
                                            <p:strVal val="#ppt_h"/>
                                          </p:val>
                                        </p:tav>
                                      </p:tavLst>
                                    </p:anim>
                                    <p:animEffect transition="in" filter="fade">
                                      <p:cBhvr>
                                        <p:cTn id="65" dur="500"/>
                                        <p:tgtEl>
                                          <p:spTgt spid="40"/>
                                        </p:tgtEl>
                                      </p:cBhvr>
                                    </p:animEffect>
                                  </p:childTnLst>
                                </p:cTn>
                              </p:par>
                            </p:childTnLst>
                          </p:cTn>
                        </p:par>
                        <p:par>
                          <p:cTn id="66" fill="hold">
                            <p:stCondLst>
                              <p:cond delay="5500"/>
                            </p:stCondLst>
                            <p:childTnLst>
                              <p:par>
                                <p:cTn id="67" presetID="42" presetClass="entr" presetSubtype="0" fill="hold" grpId="0" nodeType="afterEffect">
                                  <p:stCondLst>
                                    <p:cond delay="0"/>
                                  </p:stCondLst>
                                  <p:childTnLst>
                                    <p:set>
                                      <p:cBhvr>
                                        <p:cTn id="68" dur="1" fill="hold">
                                          <p:stCondLst>
                                            <p:cond delay="0"/>
                                          </p:stCondLst>
                                        </p:cTn>
                                        <p:tgtEl>
                                          <p:spTgt spid="35"/>
                                        </p:tgtEl>
                                        <p:attrNameLst>
                                          <p:attrName>style.visibility</p:attrName>
                                        </p:attrNameLst>
                                      </p:cBhvr>
                                      <p:to>
                                        <p:strVal val="visible"/>
                                      </p:to>
                                    </p:set>
                                    <p:animEffect transition="in" filter="fade">
                                      <p:cBhvr>
                                        <p:cTn id="69" dur="500"/>
                                        <p:tgtEl>
                                          <p:spTgt spid="35"/>
                                        </p:tgtEl>
                                      </p:cBhvr>
                                    </p:animEffect>
                                    <p:anim calcmode="lin" valueType="num">
                                      <p:cBhvr>
                                        <p:cTn id="70" dur="500" fill="hold"/>
                                        <p:tgtEl>
                                          <p:spTgt spid="35"/>
                                        </p:tgtEl>
                                        <p:attrNameLst>
                                          <p:attrName>ppt_x</p:attrName>
                                        </p:attrNameLst>
                                      </p:cBhvr>
                                      <p:tavLst>
                                        <p:tav tm="0">
                                          <p:val>
                                            <p:strVal val="#ppt_x"/>
                                          </p:val>
                                        </p:tav>
                                        <p:tav tm="100000">
                                          <p:val>
                                            <p:strVal val="#ppt_x"/>
                                          </p:val>
                                        </p:tav>
                                      </p:tavLst>
                                    </p:anim>
                                    <p:anim calcmode="lin" valueType="num">
                                      <p:cBhvr>
                                        <p:cTn id="71" dur="500" fill="hold"/>
                                        <p:tgtEl>
                                          <p:spTgt spid="35"/>
                                        </p:tgtEl>
                                        <p:attrNameLst>
                                          <p:attrName>ppt_y</p:attrName>
                                        </p:attrNameLst>
                                      </p:cBhvr>
                                      <p:tavLst>
                                        <p:tav tm="0">
                                          <p:val>
                                            <p:strVal val="#ppt_y+.1"/>
                                          </p:val>
                                        </p:tav>
                                        <p:tav tm="100000">
                                          <p:val>
                                            <p:strVal val="#ppt_y"/>
                                          </p:val>
                                        </p:tav>
                                      </p:tavLst>
                                    </p:anim>
                                  </p:childTnLst>
                                </p:cTn>
                              </p:par>
                            </p:childTnLst>
                          </p:cTn>
                        </p:par>
                        <p:par>
                          <p:cTn id="72" fill="hold">
                            <p:stCondLst>
                              <p:cond delay="6000"/>
                            </p:stCondLst>
                            <p:childTnLst>
                              <p:par>
                                <p:cTn id="73" presetID="53" presetClass="entr" presetSubtype="16" fill="hold" grpId="0" nodeType="afterEffect" nodePh="1">
                                  <p:stCondLst>
                                    <p:cond delay="0"/>
                                  </p:stCondLst>
                                  <p:endCondLst>
                                    <p:cond evt="begin" delay="0">
                                      <p:tn val="73"/>
                                    </p:cond>
                                  </p:endCondLst>
                                  <p:childTnLst>
                                    <p:set>
                                      <p:cBhvr>
                                        <p:cTn id="74" dur="1" fill="hold">
                                          <p:stCondLst>
                                            <p:cond delay="0"/>
                                          </p:stCondLst>
                                        </p:cTn>
                                        <p:tgtEl>
                                          <p:spTgt spid="17">
                                            <p:txEl>
                                              <p:pRg st="0" end="0"/>
                                            </p:txEl>
                                          </p:spTgt>
                                        </p:tgtEl>
                                        <p:attrNameLst>
                                          <p:attrName>style.visibility</p:attrName>
                                        </p:attrNameLst>
                                      </p:cBhvr>
                                      <p:to>
                                        <p:strVal val="visible"/>
                                      </p:to>
                                    </p:set>
                                    <p:anim calcmode="lin" valueType="num">
                                      <p:cBhvr>
                                        <p:cTn id="75" dur="500" fill="hold"/>
                                        <p:tgtEl>
                                          <p:spTgt spid="17">
                                            <p:txEl>
                                              <p:pRg st="0" end="0"/>
                                            </p:txEl>
                                          </p:spTgt>
                                        </p:tgtEl>
                                        <p:attrNameLst>
                                          <p:attrName>ppt_w</p:attrName>
                                        </p:attrNameLst>
                                      </p:cBhvr>
                                      <p:tavLst>
                                        <p:tav tm="0">
                                          <p:val>
                                            <p:fltVal val="0"/>
                                          </p:val>
                                        </p:tav>
                                        <p:tav tm="100000">
                                          <p:val>
                                            <p:strVal val="#ppt_w"/>
                                          </p:val>
                                        </p:tav>
                                      </p:tavLst>
                                    </p:anim>
                                    <p:anim calcmode="lin" valueType="num">
                                      <p:cBhvr>
                                        <p:cTn id="76" dur="500" fill="hold"/>
                                        <p:tgtEl>
                                          <p:spTgt spid="17">
                                            <p:txEl>
                                              <p:pRg st="0" end="0"/>
                                            </p:txEl>
                                          </p:spTgt>
                                        </p:tgtEl>
                                        <p:attrNameLst>
                                          <p:attrName>ppt_h</p:attrName>
                                        </p:attrNameLst>
                                      </p:cBhvr>
                                      <p:tavLst>
                                        <p:tav tm="0">
                                          <p:val>
                                            <p:fltVal val="0"/>
                                          </p:val>
                                        </p:tav>
                                        <p:tav tm="100000">
                                          <p:val>
                                            <p:strVal val="#ppt_h"/>
                                          </p:val>
                                        </p:tav>
                                      </p:tavLst>
                                    </p:anim>
                                    <p:animEffect transition="in" filter="fade">
                                      <p:cBhvr>
                                        <p:cTn id="77" dur="500"/>
                                        <p:tgtEl>
                                          <p:spTgt spid="17">
                                            <p:txEl>
                                              <p:pRg st="0" end="0"/>
                                            </p:txEl>
                                          </p:spTgt>
                                        </p:tgtEl>
                                      </p:cBhvr>
                                    </p:animEffect>
                                  </p:childTnLst>
                                </p:cTn>
                              </p:par>
                            </p:childTnLst>
                          </p:cTn>
                        </p:par>
                        <p:par>
                          <p:cTn id="78" fill="hold">
                            <p:stCondLst>
                              <p:cond delay="6500"/>
                            </p:stCondLst>
                            <p:childTnLst>
                              <p:par>
                                <p:cTn id="79" presetID="42" presetClass="entr" presetSubtype="0" fill="hold" grpId="0" nodeType="afterEffect" nodePh="1">
                                  <p:stCondLst>
                                    <p:cond delay="0"/>
                                  </p:stCondLst>
                                  <p:endCondLst>
                                    <p:cond evt="begin" delay="0">
                                      <p:tn val="79"/>
                                    </p:cond>
                                  </p:endCondLst>
                                  <p:childTnLst>
                                    <p:set>
                                      <p:cBhvr>
                                        <p:cTn id="80" dur="1" fill="hold">
                                          <p:stCondLst>
                                            <p:cond delay="0"/>
                                          </p:stCondLst>
                                        </p:cTn>
                                        <p:tgtEl>
                                          <p:spTgt spid="23">
                                            <p:txEl>
                                              <p:pRg st="0" end="0"/>
                                            </p:txEl>
                                          </p:spTgt>
                                        </p:tgtEl>
                                        <p:attrNameLst>
                                          <p:attrName>style.visibility</p:attrName>
                                        </p:attrNameLst>
                                      </p:cBhvr>
                                      <p:to>
                                        <p:strVal val="visible"/>
                                      </p:to>
                                    </p:set>
                                    <p:animEffect transition="in" filter="fade">
                                      <p:cBhvr>
                                        <p:cTn id="81" dur="500"/>
                                        <p:tgtEl>
                                          <p:spTgt spid="23">
                                            <p:txEl>
                                              <p:pRg st="0" end="0"/>
                                            </p:txEl>
                                          </p:spTgt>
                                        </p:tgtEl>
                                      </p:cBhvr>
                                    </p:animEffect>
                                    <p:anim calcmode="lin" valueType="num">
                                      <p:cBhvr>
                                        <p:cTn id="82" dur="500" fill="hold"/>
                                        <p:tgtEl>
                                          <p:spTgt spid="23">
                                            <p:txEl>
                                              <p:pRg st="0" end="0"/>
                                            </p:txEl>
                                          </p:spTgt>
                                        </p:tgtEl>
                                        <p:attrNameLst>
                                          <p:attrName>ppt_x</p:attrName>
                                        </p:attrNameLst>
                                      </p:cBhvr>
                                      <p:tavLst>
                                        <p:tav tm="0">
                                          <p:val>
                                            <p:strVal val="#ppt_x"/>
                                          </p:val>
                                        </p:tav>
                                        <p:tav tm="100000">
                                          <p:val>
                                            <p:strVal val="#ppt_x"/>
                                          </p:val>
                                        </p:tav>
                                      </p:tavLst>
                                    </p:anim>
                                    <p:anim calcmode="lin" valueType="num">
                                      <p:cBhvr>
                                        <p:cTn id="83" dur="500" fill="hold"/>
                                        <p:tgtEl>
                                          <p:spTgt spid="23">
                                            <p:txEl>
                                              <p:pRg st="0" end="0"/>
                                            </p:txEl>
                                          </p:spTgt>
                                        </p:tgtEl>
                                        <p:attrNameLst>
                                          <p:attrName>ppt_y</p:attrName>
                                        </p:attrNameLst>
                                      </p:cBhvr>
                                      <p:tavLst>
                                        <p:tav tm="0">
                                          <p:val>
                                            <p:strVal val="#ppt_y+.1"/>
                                          </p:val>
                                        </p:tav>
                                        <p:tav tm="100000">
                                          <p:val>
                                            <p:strVal val="#ppt_y"/>
                                          </p:val>
                                        </p:tav>
                                      </p:tavLst>
                                    </p:anim>
                                  </p:childTnLst>
                                </p:cTn>
                              </p:par>
                            </p:childTnLst>
                          </p:cTn>
                        </p:par>
                        <p:par>
                          <p:cTn id="84" fill="hold">
                            <p:stCondLst>
                              <p:cond delay="7000"/>
                            </p:stCondLst>
                            <p:childTnLst>
                              <p:par>
                                <p:cTn id="85" presetID="53" presetClass="entr" presetSubtype="16" fill="hold" nodeType="afterEffect">
                                  <p:stCondLst>
                                    <p:cond delay="0"/>
                                  </p:stCondLst>
                                  <p:childTnLst>
                                    <p:set>
                                      <p:cBhvr>
                                        <p:cTn id="86" dur="1" fill="hold">
                                          <p:stCondLst>
                                            <p:cond delay="0"/>
                                          </p:stCondLst>
                                        </p:cTn>
                                        <p:tgtEl>
                                          <p:spTgt spid="47"/>
                                        </p:tgtEl>
                                        <p:attrNameLst>
                                          <p:attrName>style.visibility</p:attrName>
                                        </p:attrNameLst>
                                      </p:cBhvr>
                                      <p:to>
                                        <p:strVal val="visible"/>
                                      </p:to>
                                    </p:set>
                                    <p:anim calcmode="lin" valueType="num">
                                      <p:cBhvr>
                                        <p:cTn id="87" dur="500" fill="hold"/>
                                        <p:tgtEl>
                                          <p:spTgt spid="47"/>
                                        </p:tgtEl>
                                        <p:attrNameLst>
                                          <p:attrName>ppt_w</p:attrName>
                                        </p:attrNameLst>
                                      </p:cBhvr>
                                      <p:tavLst>
                                        <p:tav tm="0">
                                          <p:val>
                                            <p:fltVal val="0"/>
                                          </p:val>
                                        </p:tav>
                                        <p:tav tm="100000">
                                          <p:val>
                                            <p:strVal val="#ppt_w"/>
                                          </p:val>
                                        </p:tav>
                                      </p:tavLst>
                                    </p:anim>
                                    <p:anim calcmode="lin" valueType="num">
                                      <p:cBhvr>
                                        <p:cTn id="88" dur="500" fill="hold"/>
                                        <p:tgtEl>
                                          <p:spTgt spid="47"/>
                                        </p:tgtEl>
                                        <p:attrNameLst>
                                          <p:attrName>ppt_h</p:attrName>
                                        </p:attrNameLst>
                                      </p:cBhvr>
                                      <p:tavLst>
                                        <p:tav tm="0">
                                          <p:val>
                                            <p:fltVal val="0"/>
                                          </p:val>
                                        </p:tav>
                                        <p:tav tm="100000">
                                          <p:val>
                                            <p:strVal val="#ppt_h"/>
                                          </p:val>
                                        </p:tav>
                                      </p:tavLst>
                                    </p:anim>
                                    <p:animEffect transition="in" filter="fade">
                                      <p:cBhvr>
                                        <p:cTn id="89" dur="500"/>
                                        <p:tgtEl>
                                          <p:spTgt spid="47"/>
                                        </p:tgtEl>
                                      </p:cBhvr>
                                    </p:animEffect>
                                  </p:childTnLst>
                                </p:cTn>
                              </p:par>
                            </p:childTnLst>
                          </p:cTn>
                        </p:par>
                        <p:par>
                          <p:cTn id="90" fill="hold">
                            <p:stCondLst>
                              <p:cond delay="7500"/>
                            </p:stCondLst>
                            <p:childTnLst>
                              <p:par>
                                <p:cTn id="91" presetID="42" presetClass="entr" presetSubtype="0" fill="hold" grpId="0" nodeType="afterEffect">
                                  <p:stCondLst>
                                    <p:cond delay="0"/>
                                  </p:stCondLst>
                                  <p:childTnLst>
                                    <p:set>
                                      <p:cBhvr>
                                        <p:cTn id="92" dur="1" fill="hold">
                                          <p:stCondLst>
                                            <p:cond delay="0"/>
                                          </p:stCondLst>
                                        </p:cTn>
                                        <p:tgtEl>
                                          <p:spTgt spid="37"/>
                                        </p:tgtEl>
                                        <p:attrNameLst>
                                          <p:attrName>style.visibility</p:attrName>
                                        </p:attrNameLst>
                                      </p:cBhvr>
                                      <p:to>
                                        <p:strVal val="visible"/>
                                      </p:to>
                                    </p:set>
                                    <p:animEffect transition="in" filter="fade">
                                      <p:cBhvr>
                                        <p:cTn id="93" dur="500"/>
                                        <p:tgtEl>
                                          <p:spTgt spid="37"/>
                                        </p:tgtEl>
                                      </p:cBhvr>
                                    </p:animEffect>
                                    <p:anim calcmode="lin" valueType="num">
                                      <p:cBhvr>
                                        <p:cTn id="94" dur="500" fill="hold"/>
                                        <p:tgtEl>
                                          <p:spTgt spid="37"/>
                                        </p:tgtEl>
                                        <p:attrNameLst>
                                          <p:attrName>ppt_x</p:attrName>
                                        </p:attrNameLst>
                                      </p:cBhvr>
                                      <p:tavLst>
                                        <p:tav tm="0">
                                          <p:val>
                                            <p:strVal val="#ppt_x"/>
                                          </p:val>
                                        </p:tav>
                                        <p:tav tm="100000">
                                          <p:val>
                                            <p:strVal val="#ppt_x"/>
                                          </p:val>
                                        </p:tav>
                                      </p:tavLst>
                                    </p:anim>
                                    <p:anim calcmode="lin" valueType="num">
                                      <p:cBhvr>
                                        <p:cTn id="95" dur="500" fill="hold"/>
                                        <p:tgtEl>
                                          <p:spTgt spid="37"/>
                                        </p:tgtEl>
                                        <p:attrNameLst>
                                          <p:attrName>ppt_y</p:attrName>
                                        </p:attrNameLst>
                                      </p:cBhvr>
                                      <p:tavLst>
                                        <p:tav tm="0">
                                          <p:val>
                                            <p:strVal val="#ppt_y+.1"/>
                                          </p:val>
                                        </p:tav>
                                        <p:tav tm="100000">
                                          <p:val>
                                            <p:strVal val="#ppt_y"/>
                                          </p:val>
                                        </p:tav>
                                      </p:tavLst>
                                    </p:anim>
                                  </p:childTnLst>
                                </p:cTn>
                              </p:par>
                            </p:childTnLst>
                          </p:cTn>
                        </p:par>
                        <p:par>
                          <p:cTn id="96" fill="hold">
                            <p:stCondLst>
                              <p:cond delay="8000"/>
                            </p:stCondLst>
                            <p:childTnLst>
                              <p:par>
                                <p:cTn id="97" presetID="53" presetClass="entr" presetSubtype="16" fill="hold" grpId="0" nodeType="afterEffect" nodePh="1">
                                  <p:stCondLst>
                                    <p:cond delay="0"/>
                                  </p:stCondLst>
                                  <p:endCondLst>
                                    <p:cond evt="begin" delay="0">
                                      <p:tn val="97"/>
                                    </p:cond>
                                  </p:endCondLst>
                                  <p:childTnLst>
                                    <p:set>
                                      <p:cBhvr>
                                        <p:cTn id="98" dur="1" fill="hold">
                                          <p:stCondLst>
                                            <p:cond delay="0"/>
                                          </p:stCondLst>
                                        </p:cTn>
                                        <p:tgtEl>
                                          <p:spTgt spid="19">
                                            <p:txEl>
                                              <p:pRg st="0" end="0"/>
                                            </p:txEl>
                                          </p:spTgt>
                                        </p:tgtEl>
                                        <p:attrNameLst>
                                          <p:attrName>style.visibility</p:attrName>
                                        </p:attrNameLst>
                                      </p:cBhvr>
                                      <p:to>
                                        <p:strVal val="visible"/>
                                      </p:to>
                                    </p:set>
                                    <p:anim calcmode="lin" valueType="num">
                                      <p:cBhvr>
                                        <p:cTn id="99" dur="500" fill="hold"/>
                                        <p:tgtEl>
                                          <p:spTgt spid="19">
                                            <p:txEl>
                                              <p:pRg st="0" end="0"/>
                                            </p:txEl>
                                          </p:spTgt>
                                        </p:tgtEl>
                                        <p:attrNameLst>
                                          <p:attrName>ppt_w</p:attrName>
                                        </p:attrNameLst>
                                      </p:cBhvr>
                                      <p:tavLst>
                                        <p:tav tm="0">
                                          <p:val>
                                            <p:fltVal val="0"/>
                                          </p:val>
                                        </p:tav>
                                        <p:tav tm="100000">
                                          <p:val>
                                            <p:strVal val="#ppt_w"/>
                                          </p:val>
                                        </p:tav>
                                      </p:tavLst>
                                    </p:anim>
                                    <p:anim calcmode="lin" valueType="num">
                                      <p:cBhvr>
                                        <p:cTn id="100" dur="500" fill="hold"/>
                                        <p:tgtEl>
                                          <p:spTgt spid="19">
                                            <p:txEl>
                                              <p:pRg st="0" end="0"/>
                                            </p:txEl>
                                          </p:spTgt>
                                        </p:tgtEl>
                                        <p:attrNameLst>
                                          <p:attrName>ppt_h</p:attrName>
                                        </p:attrNameLst>
                                      </p:cBhvr>
                                      <p:tavLst>
                                        <p:tav tm="0">
                                          <p:val>
                                            <p:fltVal val="0"/>
                                          </p:val>
                                        </p:tav>
                                        <p:tav tm="100000">
                                          <p:val>
                                            <p:strVal val="#ppt_h"/>
                                          </p:val>
                                        </p:tav>
                                      </p:tavLst>
                                    </p:anim>
                                    <p:animEffect transition="in" filter="fade">
                                      <p:cBhvr>
                                        <p:cTn id="101" dur="500"/>
                                        <p:tgtEl>
                                          <p:spTgt spid="19">
                                            <p:txEl>
                                              <p:pRg st="0" end="0"/>
                                            </p:txEl>
                                          </p:spTgt>
                                        </p:tgtEl>
                                      </p:cBhvr>
                                    </p:animEffect>
                                  </p:childTnLst>
                                </p:cTn>
                              </p:par>
                            </p:childTnLst>
                          </p:cTn>
                        </p:par>
                        <p:par>
                          <p:cTn id="102" fill="hold">
                            <p:stCondLst>
                              <p:cond delay="8500"/>
                            </p:stCondLst>
                            <p:childTnLst>
                              <p:par>
                                <p:cTn id="103" presetID="42" presetClass="entr" presetSubtype="0" fill="hold" grpId="0" nodeType="afterEffect" nodePh="1">
                                  <p:stCondLst>
                                    <p:cond delay="0"/>
                                  </p:stCondLst>
                                  <p:endCondLst>
                                    <p:cond evt="begin" delay="0">
                                      <p:tn val="103"/>
                                    </p:cond>
                                  </p:endCondLst>
                                  <p:childTnLst>
                                    <p:set>
                                      <p:cBhvr>
                                        <p:cTn id="104" dur="1" fill="hold">
                                          <p:stCondLst>
                                            <p:cond delay="0"/>
                                          </p:stCondLst>
                                        </p:cTn>
                                        <p:tgtEl>
                                          <p:spTgt spid="24">
                                            <p:txEl>
                                              <p:pRg st="0" end="0"/>
                                            </p:txEl>
                                          </p:spTgt>
                                        </p:tgtEl>
                                        <p:attrNameLst>
                                          <p:attrName>style.visibility</p:attrName>
                                        </p:attrNameLst>
                                      </p:cBhvr>
                                      <p:to>
                                        <p:strVal val="visible"/>
                                      </p:to>
                                    </p:set>
                                    <p:animEffect transition="in" filter="fade">
                                      <p:cBhvr>
                                        <p:cTn id="105" dur="500"/>
                                        <p:tgtEl>
                                          <p:spTgt spid="24">
                                            <p:txEl>
                                              <p:pRg st="0" end="0"/>
                                            </p:txEl>
                                          </p:spTgt>
                                        </p:tgtEl>
                                      </p:cBhvr>
                                    </p:animEffect>
                                    <p:anim calcmode="lin" valueType="num">
                                      <p:cBhvr>
                                        <p:cTn id="106"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p:cTn id="107" dur="500" fill="hold"/>
                                        <p:tgtEl>
                                          <p:spTgt spid="24">
                                            <p:txEl>
                                              <p:pRg st="0" end="0"/>
                                            </p:txEl>
                                          </p:spTgt>
                                        </p:tgtEl>
                                        <p:attrNameLst>
                                          <p:attrName>ppt_y</p:attrName>
                                        </p:attrNameLst>
                                      </p:cBhvr>
                                      <p:tavLst>
                                        <p:tav tm="0">
                                          <p:val>
                                            <p:strVal val="#ppt_y+.1"/>
                                          </p:val>
                                        </p:tav>
                                        <p:tav tm="100000">
                                          <p:val>
                                            <p:strVal val="#ppt_y"/>
                                          </p:val>
                                        </p:tav>
                                      </p:tavLst>
                                    </p:anim>
                                  </p:childTnLst>
                                </p:cTn>
                              </p:par>
                            </p:childTnLst>
                          </p:cTn>
                        </p:par>
                        <p:par>
                          <p:cTn id="108" fill="hold">
                            <p:stCondLst>
                              <p:cond delay="9000"/>
                            </p:stCondLst>
                            <p:childTnLst>
                              <p:par>
                                <p:cTn id="109" presetID="53" presetClass="entr" presetSubtype="16" fill="hold" nodeType="afterEffect">
                                  <p:stCondLst>
                                    <p:cond delay="0"/>
                                  </p:stCondLst>
                                  <p:childTnLst>
                                    <p:set>
                                      <p:cBhvr>
                                        <p:cTn id="110" dur="1" fill="hold">
                                          <p:stCondLst>
                                            <p:cond delay="0"/>
                                          </p:stCondLst>
                                        </p:cTn>
                                        <p:tgtEl>
                                          <p:spTgt spid="54"/>
                                        </p:tgtEl>
                                        <p:attrNameLst>
                                          <p:attrName>style.visibility</p:attrName>
                                        </p:attrNameLst>
                                      </p:cBhvr>
                                      <p:to>
                                        <p:strVal val="visible"/>
                                      </p:to>
                                    </p:set>
                                    <p:anim calcmode="lin" valueType="num">
                                      <p:cBhvr>
                                        <p:cTn id="111" dur="500" fill="hold"/>
                                        <p:tgtEl>
                                          <p:spTgt spid="54"/>
                                        </p:tgtEl>
                                        <p:attrNameLst>
                                          <p:attrName>ppt_w</p:attrName>
                                        </p:attrNameLst>
                                      </p:cBhvr>
                                      <p:tavLst>
                                        <p:tav tm="0">
                                          <p:val>
                                            <p:fltVal val="0"/>
                                          </p:val>
                                        </p:tav>
                                        <p:tav tm="100000">
                                          <p:val>
                                            <p:strVal val="#ppt_w"/>
                                          </p:val>
                                        </p:tav>
                                      </p:tavLst>
                                    </p:anim>
                                    <p:anim calcmode="lin" valueType="num">
                                      <p:cBhvr>
                                        <p:cTn id="112" dur="500" fill="hold"/>
                                        <p:tgtEl>
                                          <p:spTgt spid="54"/>
                                        </p:tgtEl>
                                        <p:attrNameLst>
                                          <p:attrName>ppt_h</p:attrName>
                                        </p:attrNameLst>
                                      </p:cBhvr>
                                      <p:tavLst>
                                        <p:tav tm="0">
                                          <p:val>
                                            <p:fltVal val="0"/>
                                          </p:val>
                                        </p:tav>
                                        <p:tav tm="100000">
                                          <p:val>
                                            <p:strVal val="#ppt_h"/>
                                          </p:val>
                                        </p:tav>
                                      </p:tavLst>
                                    </p:anim>
                                    <p:animEffect transition="in" filter="fade">
                                      <p:cBhvr>
                                        <p:cTn id="113" dur="500"/>
                                        <p:tgtEl>
                                          <p:spTgt spid="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13"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3"/>
                        </p:tgtEl>
                        <p:attrNameLst>
                          <p:attrName>style.visibility</p:attrName>
                        </p:attrNameLst>
                      </p:cBhvr>
                      <p:to>
                        <p:strVal val="visible"/>
                      </p:to>
                    </p:set>
                    <p:anim calcmode="lin" valueType="num">
                      <p:cBhvr>
                        <p:cTn dur="500" fill="hold"/>
                        <p:tgtEl>
                          <p:spTgt spid="13"/>
                        </p:tgtEl>
                        <p:attrNameLst>
                          <p:attrName>ppt_w</p:attrName>
                        </p:attrNameLst>
                      </p:cBhvr>
                      <p:tavLst>
                        <p:tav tm="0">
                          <p:val>
                            <p:fltVal val="0"/>
                          </p:val>
                        </p:tav>
                        <p:tav tm="100000">
                          <p:val>
                            <p:strVal val="#ppt_w"/>
                          </p:val>
                        </p:tav>
                      </p:tavLst>
                    </p:anim>
                    <p:anim calcmode="lin" valueType="num">
                      <p:cBhvr>
                        <p:cTn dur="500" fill="hold"/>
                        <p:tgtEl>
                          <p:spTgt spid="13"/>
                        </p:tgtEl>
                        <p:attrNameLst>
                          <p:attrName>ppt_h</p:attrName>
                        </p:attrNameLst>
                      </p:cBhvr>
                      <p:tavLst>
                        <p:tav tm="0">
                          <p:val>
                            <p:fltVal val="0"/>
                          </p:val>
                        </p:tav>
                        <p:tav tm="100000">
                          <p:val>
                            <p:strVal val="#ppt_h"/>
                          </p:val>
                        </p:tav>
                      </p:tavLst>
                    </p:anim>
                    <p:animEffect transition="in" filter="fade">
                      <p:cBhvr>
                        <p:cTn dur="500"/>
                        <p:tgtEl>
                          <p:spTgt spid="13"/>
                        </p:tgtEl>
                      </p:cBhvr>
                    </p:animEffect>
                  </p:childTnLst>
                </p:cTn>
              </p:par>
            </p:tnLst>
          </p:tmpl>
        </p:tmplLst>
      </p:bldP>
      <p:bldP spid="15"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5"/>
                        </p:tgtEl>
                        <p:attrNameLst>
                          <p:attrName>style.visibility</p:attrName>
                        </p:attrNameLst>
                      </p:cBhvr>
                      <p:to>
                        <p:strVal val="visible"/>
                      </p:to>
                    </p:set>
                    <p:anim calcmode="lin" valueType="num">
                      <p:cBhvr>
                        <p:cTn dur="500" fill="hold"/>
                        <p:tgtEl>
                          <p:spTgt spid="15"/>
                        </p:tgtEl>
                        <p:attrNameLst>
                          <p:attrName>ppt_w</p:attrName>
                        </p:attrNameLst>
                      </p:cBhvr>
                      <p:tavLst>
                        <p:tav tm="0">
                          <p:val>
                            <p:fltVal val="0"/>
                          </p:val>
                        </p:tav>
                        <p:tav tm="100000">
                          <p:val>
                            <p:strVal val="#ppt_w"/>
                          </p:val>
                        </p:tav>
                      </p:tavLst>
                    </p:anim>
                    <p:anim calcmode="lin" valueType="num">
                      <p:cBhvr>
                        <p:cTn dur="500" fill="hold"/>
                        <p:tgtEl>
                          <p:spTgt spid="15"/>
                        </p:tgtEl>
                        <p:attrNameLst>
                          <p:attrName>ppt_h</p:attrName>
                        </p:attrNameLst>
                      </p:cBhvr>
                      <p:tavLst>
                        <p:tav tm="0">
                          <p:val>
                            <p:fltVal val="0"/>
                          </p:val>
                        </p:tav>
                        <p:tav tm="100000">
                          <p:val>
                            <p:strVal val="#ppt_h"/>
                          </p:val>
                        </p:tav>
                      </p:tavLst>
                    </p:anim>
                    <p:animEffect transition="in" filter="fade">
                      <p:cBhvr>
                        <p:cTn dur="500"/>
                        <p:tgtEl>
                          <p:spTgt spid="15"/>
                        </p:tgtEl>
                      </p:cBhvr>
                    </p:animEffect>
                  </p:childTnLst>
                </p:cTn>
              </p:par>
            </p:tnLst>
          </p:tmpl>
        </p:tmplLst>
      </p:bldP>
      <p:bldP spid="17"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7"/>
                        </p:tgtEl>
                        <p:attrNameLst>
                          <p:attrName>style.visibility</p:attrName>
                        </p:attrNameLst>
                      </p:cBhvr>
                      <p:to>
                        <p:strVal val="visible"/>
                      </p:to>
                    </p:set>
                    <p:anim calcmode="lin" valueType="num">
                      <p:cBhvr>
                        <p:cTn dur="500" fill="hold"/>
                        <p:tgtEl>
                          <p:spTgt spid="17"/>
                        </p:tgtEl>
                        <p:attrNameLst>
                          <p:attrName>ppt_w</p:attrName>
                        </p:attrNameLst>
                      </p:cBhvr>
                      <p:tavLst>
                        <p:tav tm="0">
                          <p:val>
                            <p:fltVal val="0"/>
                          </p:val>
                        </p:tav>
                        <p:tav tm="100000">
                          <p:val>
                            <p:strVal val="#ppt_w"/>
                          </p:val>
                        </p:tav>
                      </p:tavLst>
                    </p:anim>
                    <p:anim calcmode="lin" valueType="num">
                      <p:cBhvr>
                        <p:cTn dur="500" fill="hold"/>
                        <p:tgtEl>
                          <p:spTgt spid="17"/>
                        </p:tgtEl>
                        <p:attrNameLst>
                          <p:attrName>ppt_h</p:attrName>
                        </p:attrNameLst>
                      </p:cBhvr>
                      <p:tavLst>
                        <p:tav tm="0">
                          <p:val>
                            <p:fltVal val="0"/>
                          </p:val>
                        </p:tav>
                        <p:tav tm="100000">
                          <p:val>
                            <p:strVal val="#ppt_h"/>
                          </p:val>
                        </p:tav>
                      </p:tavLst>
                    </p:anim>
                    <p:animEffect transition="in" filter="fade">
                      <p:cBhvr>
                        <p:cTn dur="500"/>
                        <p:tgtEl>
                          <p:spTgt spid="17"/>
                        </p:tgtEl>
                      </p:cBhvr>
                    </p:animEffect>
                  </p:childTnLst>
                </p:cTn>
              </p:par>
            </p:tnLst>
          </p:tmpl>
        </p:tmplLst>
      </p:bldP>
      <p:bldP spid="19"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9"/>
                        </p:tgtEl>
                        <p:attrNameLst>
                          <p:attrName>style.visibility</p:attrName>
                        </p:attrNameLst>
                      </p:cBhvr>
                      <p:to>
                        <p:strVal val="visible"/>
                      </p:to>
                    </p:set>
                    <p:anim calcmode="lin" valueType="num">
                      <p:cBhvr>
                        <p:cTn dur="500" fill="hold"/>
                        <p:tgtEl>
                          <p:spTgt spid="19"/>
                        </p:tgtEl>
                        <p:attrNameLst>
                          <p:attrName>ppt_w</p:attrName>
                        </p:attrNameLst>
                      </p:cBhvr>
                      <p:tavLst>
                        <p:tav tm="0">
                          <p:val>
                            <p:fltVal val="0"/>
                          </p:val>
                        </p:tav>
                        <p:tav tm="100000">
                          <p:val>
                            <p:strVal val="#ppt_w"/>
                          </p:val>
                        </p:tav>
                      </p:tavLst>
                    </p:anim>
                    <p:anim calcmode="lin" valueType="num">
                      <p:cBhvr>
                        <p:cTn dur="500" fill="hold"/>
                        <p:tgtEl>
                          <p:spTgt spid="19"/>
                        </p:tgtEl>
                        <p:attrNameLst>
                          <p:attrName>ppt_h</p:attrName>
                        </p:attrNameLst>
                      </p:cBhvr>
                      <p:tavLst>
                        <p:tav tm="0">
                          <p:val>
                            <p:fltVal val="0"/>
                          </p:val>
                        </p:tav>
                        <p:tav tm="100000">
                          <p:val>
                            <p:strVal val="#ppt_h"/>
                          </p:val>
                        </p:tav>
                      </p:tavLst>
                    </p:anim>
                    <p:animEffect transition="in" filter="fade">
                      <p:cBhvr>
                        <p:cTn dur="500"/>
                        <p:tgtEl>
                          <p:spTgt spid="19"/>
                        </p:tgtEl>
                      </p:cBhvr>
                    </p:animEffect>
                  </p:childTnLst>
                </p:cTn>
              </p:par>
            </p:tnLst>
          </p:tmpl>
        </p:tmplLst>
      </p:bldP>
      <p:bldP spid="21"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1"/>
                        </p:tgtEl>
                        <p:attrNameLst>
                          <p:attrName>style.visibility</p:attrName>
                        </p:attrNameLst>
                      </p:cBhvr>
                      <p:to>
                        <p:strVal val="visible"/>
                      </p:to>
                    </p:set>
                    <p:animEffect transition="in" filter="fade">
                      <p:cBhvr>
                        <p:cTn dur="500"/>
                        <p:tgtEl>
                          <p:spTgt spid="21"/>
                        </p:tgtEl>
                      </p:cBhvr>
                    </p:animEffect>
                    <p:anim calcmode="lin" valueType="num">
                      <p:cBhvr>
                        <p:cTn dur="500" fill="hold"/>
                        <p:tgtEl>
                          <p:spTgt spid="21"/>
                        </p:tgtEl>
                        <p:attrNameLst>
                          <p:attrName>ppt_x</p:attrName>
                        </p:attrNameLst>
                      </p:cBhvr>
                      <p:tavLst>
                        <p:tav tm="0">
                          <p:val>
                            <p:strVal val="#ppt_x"/>
                          </p:val>
                        </p:tav>
                        <p:tav tm="100000">
                          <p:val>
                            <p:strVal val="#ppt_x"/>
                          </p:val>
                        </p:tav>
                      </p:tavLst>
                    </p:anim>
                    <p:anim calcmode="lin" valueType="num">
                      <p:cBhvr>
                        <p:cTn dur="500" fill="hold"/>
                        <p:tgtEl>
                          <p:spTgt spid="21"/>
                        </p:tgtEl>
                        <p:attrNameLst>
                          <p:attrName>ppt_y</p:attrName>
                        </p:attrNameLst>
                      </p:cBhvr>
                      <p:tavLst>
                        <p:tav tm="0">
                          <p:val>
                            <p:strVal val="#ppt_y+.1"/>
                          </p:val>
                        </p:tav>
                        <p:tav tm="100000">
                          <p:val>
                            <p:strVal val="#ppt_y"/>
                          </p:val>
                        </p:tav>
                      </p:tavLst>
                    </p:anim>
                  </p:childTnLst>
                </p:cTn>
              </p:par>
            </p:tnLst>
          </p:tmpl>
        </p:tmplLst>
      </p:bldP>
      <p:bldP spid="22"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2"/>
                        </p:tgtEl>
                        <p:attrNameLst>
                          <p:attrName>style.visibility</p:attrName>
                        </p:attrNameLst>
                      </p:cBhvr>
                      <p:to>
                        <p:strVal val="visible"/>
                      </p:to>
                    </p:set>
                    <p:animEffect transition="in" filter="fade">
                      <p:cBhvr>
                        <p:cTn dur="500"/>
                        <p:tgtEl>
                          <p:spTgt spid="22"/>
                        </p:tgtEl>
                      </p:cBhvr>
                    </p:animEffect>
                    <p:anim calcmode="lin" valueType="num">
                      <p:cBhvr>
                        <p:cTn dur="500" fill="hold"/>
                        <p:tgtEl>
                          <p:spTgt spid="22"/>
                        </p:tgtEl>
                        <p:attrNameLst>
                          <p:attrName>ppt_x</p:attrName>
                        </p:attrNameLst>
                      </p:cBhvr>
                      <p:tavLst>
                        <p:tav tm="0">
                          <p:val>
                            <p:strVal val="#ppt_x"/>
                          </p:val>
                        </p:tav>
                        <p:tav tm="100000">
                          <p:val>
                            <p:strVal val="#ppt_x"/>
                          </p:val>
                        </p:tav>
                      </p:tavLst>
                    </p:anim>
                    <p:anim calcmode="lin" valueType="num">
                      <p:cBhvr>
                        <p:cTn dur="500" fill="hold"/>
                        <p:tgtEl>
                          <p:spTgt spid="22"/>
                        </p:tgtEl>
                        <p:attrNameLst>
                          <p:attrName>ppt_y</p:attrName>
                        </p:attrNameLst>
                      </p:cBhvr>
                      <p:tavLst>
                        <p:tav tm="0">
                          <p:val>
                            <p:strVal val="#ppt_y+.1"/>
                          </p:val>
                        </p:tav>
                        <p:tav tm="100000">
                          <p:val>
                            <p:strVal val="#ppt_y"/>
                          </p:val>
                        </p:tav>
                      </p:tavLst>
                    </p:anim>
                  </p:childTnLst>
                </p:cTn>
              </p:par>
            </p:tnLst>
          </p:tmpl>
        </p:tmplLst>
      </p:bldP>
      <p:bldP spid="23"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3"/>
                        </p:tgtEl>
                        <p:attrNameLst>
                          <p:attrName>style.visibility</p:attrName>
                        </p:attrNameLst>
                      </p:cBhvr>
                      <p:to>
                        <p:strVal val="visible"/>
                      </p:to>
                    </p:set>
                    <p:animEffect transition="in" filter="fade">
                      <p:cBhvr>
                        <p:cTn dur="500"/>
                        <p:tgtEl>
                          <p:spTgt spid="23"/>
                        </p:tgtEl>
                      </p:cBhvr>
                    </p:animEffect>
                    <p:anim calcmode="lin" valueType="num">
                      <p:cBhvr>
                        <p:cTn dur="500" fill="hold"/>
                        <p:tgtEl>
                          <p:spTgt spid="23"/>
                        </p:tgtEl>
                        <p:attrNameLst>
                          <p:attrName>ppt_x</p:attrName>
                        </p:attrNameLst>
                      </p:cBhvr>
                      <p:tavLst>
                        <p:tav tm="0">
                          <p:val>
                            <p:strVal val="#ppt_x"/>
                          </p:val>
                        </p:tav>
                        <p:tav tm="100000">
                          <p:val>
                            <p:strVal val="#ppt_x"/>
                          </p:val>
                        </p:tav>
                      </p:tavLst>
                    </p:anim>
                    <p:anim calcmode="lin" valueType="num">
                      <p:cBhvr>
                        <p:cTn dur="500" fill="hold"/>
                        <p:tgtEl>
                          <p:spTgt spid="23"/>
                        </p:tgtEl>
                        <p:attrNameLst>
                          <p:attrName>ppt_y</p:attrName>
                        </p:attrNameLst>
                      </p:cBhvr>
                      <p:tavLst>
                        <p:tav tm="0">
                          <p:val>
                            <p:strVal val="#ppt_y+.1"/>
                          </p:val>
                        </p:tav>
                        <p:tav tm="100000">
                          <p:val>
                            <p:strVal val="#ppt_y"/>
                          </p:val>
                        </p:tav>
                      </p:tavLst>
                    </p:anim>
                  </p:childTnLst>
                </p:cTn>
              </p:par>
            </p:tnLst>
          </p:tmpl>
        </p:tmplLst>
      </p:bldP>
      <p:bldP spid="24"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4"/>
                        </p:tgtEl>
                        <p:attrNameLst>
                          <p:attrName>style.visibility</p:attrName>
                        </p:attrNameLst>
                      </p:cBhvr>
                      <p:to>
                        <p:strVal val="visible"/>
                      </p:to>
                    </p:set>
                    <p:animEffect transition="in" filter="fade">
                      <p:cBhvr>
                        <p:cTn dur="500"/>
                        <p:tgtEl>
                          <p:spTgt spid="24"/>
                        </p:tgtEl>
                      </p:cBhvr>
                    </p:animEffect>
                    <p:anim calcmode="lin" valueType="num">
                      <p:cBhvr>
                        <p:cTn dur="500" fill="hold"/>
                        <p:tgtEl>
                          <p:spTgt spid="24"/>
                        </p:tgtEl>
                        <p:attrNameLst>
                          <p:attrName>ppt_x</p:attrName>
                        </p:attrNameLst>
                      </p:cBhvr>
                      <p:tavLst>
                        <p:tav tm="0">
                          <p:val>
                            <p:strVal val="#ppt_x"/>
                          </p:val>
                        </p:tav>
                        <p:tav tm="100000">
                          <p:val>
                            <p:strVal val="#ppt_x"/>
                          </p:val>
                        </p:tav>
                      </p:tavLst>
                    </p:anim>
                    <p:anim calcmode="lin" valueType="num">
                      <p:cBhvr>
                        <p:cTn dur="500" fill="hold"/>
                        <p:tgtEl>
                          <p:spTgt spid="24"/>
                        </p:tgtEl>
                        <p:attrNameLst>
                          <p:attrName>ppt_y</p:attrName>
                        </p:attrNameLst>
                      </p:cBhvr>
                      <p:tavLst>
                        <p:tav tm="0">
                          <p:val>
                            <p:strVal val="#ppt_y+.1"/>
                          </p:val>
                        </p:tav>
                        <p:tav tm="100000">
                          <p:val>
                            <p:strVal val="#ppt_y"/>
                          </p:val>
                        </p:tav>
                      </p:tavLst>
                    </p:anim>
                  </p:childTnLst>
                </p:cTn>
              </p:par>
            </p:tnLst>
          </p:tmpl>
        </p:tmplLst>
      </p:bldP>
      <p:bldP spid="31" grpId="0" animBg="1"/>
      <p:bldP spid="33" grpId="0" animBg="1"/>
      <p:bldP spid="35" grpId="0" animBg="1"/>
      <p:bldP spid="37" grpId="0" animBg="1"/>
    </p:bldLst>
  </p:timing>
</p:sldLayout>
</file>

<file path=ppt/slideLayouts/slideLayout259.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13" name="Text Placeholder 21"/>
          <p:cNvSpPr>
            <a:spLocks noGrp="1"/>
          </p:cNvSpPr>
          <p:nvPr>
            <p:ph type="body" sz="quarter" idx="20"/>
          </p:nvPr>
        </p:nvSpPr>
        <p:spPr>
          <a:xfrm>
            <a:off x="8153400" y="5316142"/>
            <a:ext cx="2492492" cy="256811"/>
          </a:xfrm>
        </p:spPr>
        <p:txBody>
          <a:bodyPr>
            <a:noAutofit/>
          </a:bodyPr>
          <a:lstStyle>
            <a:lvl1pPr algn="ctr">
              <a:defRPr sz="14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1" name="Text Placeholder 21"/>
          <p:cNvSpPr>
            <a:spLocks noGrp="1"/>
          </p:cNvSpPr>
          <p:nvPr>
            <p:ph type="body" sz="quarter" idx="29"/>
          </p:nvPr>
        </p:nvSpPr>
        <p:spPr>
          <a:xfrm>
            <a:off x="8153400" y="5593818"/>
            <a:ext cx="2492492" cy="330467"/>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1" name="Picture Placeholder 30"/>
          <p:cNvSpPr>
            <a:spLocks noGrp="1"/>
          </p:cNvSpPr>
          <p:nvPr>
            <p:ph type="pic" sz="quarter" idx="33" hasCustomPrompt="1"/>
          </p:nvPr>
        </p:nvSpPr>
        <p:spPr>
          <a:xfrm>
            <a:off x="8153400" y="1898601"/>
            <a:ext cx="2492492" cy="3145782"/>
          </a:xfrm>
          <a:solidFill>
            <a:schemeClr val="bg1">
              <a:lumMod val="85000"/>
            </a:schemeClr>
          </a:solidFill>
        </p:spPr>
        <p:txBody>
          <a:bodyPr/>
          <a:lstStyle>
            <a:lvl1pPr>
              <a:defRPr/>
            </a:lvl1pPr>
          </a:lstStyle>
          <a:p>
            <a:r>
              <a:rPr lang="id-ID" dirty="0" smtClean="0"/>
              <a:t>Pic here</a:t>
            </a:r>
            <a:endParaRPr lang="en-AU" dirty="0"/>
          </a:p>
        </p:txBody>
      </p:sp>
      <p:sp>
        <p:nvSpPr>
          <p:cNvPr id="25" name="Text Placeholder 21"/>
          <p:cNvSpPr>
            <a:spLocks noGrp="1"/>
          </p:cNvSpPr>
          <p:nvPr>
            <p:ph type="body" sz="quarter" idx="34"/>
          </p:nvPr>
        </p:nvSpPr>
        <p:spPr>
          <a:xfrm>
            <a:off x="479425" y="2048885"/>
            <a:ext cx="5616575" cy="360363"/>
          </a:xfrm>
        </p:spPr>
        <p:txBody>
          <a:bodyPr/>
          <a:lstStyle>
            <a:lvl1pP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6" name="Text Placeholder 21"/>
          <p:cNvSpPr>
            <a:spLocks noGrp="1"/>
          </p:cNvSpPr>
          <p:nvPr>
            <p:ph type="body" sz="quarter" idx="21"/>
          </p:nvPr>
        </p:nvSpPr>
        <p:spPr>
          <a:xfrm>
            <a:off x="479425" y="2457996"/>
            <a:ext cx="5616575" cy="971004"/>
          </a:xfrm>
        </p:spPr>
        <p:txBody>
          <a:bodyPr>
            <a:normAutofit/>
          </a:bodyPr>
          <a:lstStyle>
            <a:lvl1pP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Tree>
    <p:extLst>
      <p:ext uri="{BB962C8B-B14F-4D97-AF65-F5344CB8AC3E}">
        <p14:creationId xmlns:p14="http://schemas.microsoft.com/office/powerpoint/2010/main" val="16090344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42" presetClass="entr" presetSubtype="0" fill="hold" grpId="0" nodeType="afterEffect">
                                  <p:stCondLst>
                                    <p:cond delay="0"/>
                                  </p:stCondLst>
                                  <p:childTnLst>
                                    <p:set>
                                      <p:cBhvr>
                                        <p:cTn id="20" dur="1" fill="hold">
                                          <p:stCondLst>
                                            <p:cond delay="0"/>
                                          </p:stCondLst>
                                        </p:cTn>
                                        <p:tgtEl>
                                          <p:spTgt spid="31"/>
                                        </p:tgtEl>
                                        <p:attrNameLst>
                                          <p:attrName>style.visibility</p:attrName>
                                        </p:attrNameLst>
                                      </p:cBhvr>
                                      <p:to>
                                        <p:strVal val="visible"/>
                                      </p:to>
                                    </p:set>
                                    <p:animEffect transition="in" filter="fade">
                                      <p:cBhvr>
                                        <p:cTn id="21" dur="500"/>
                                        <p:tgtEl>
                                          <p:spTgt spid="31"/>
                                        </p:tgtEl>
                                      </p:cBhvr>
                                    </p:animEffect>
                                    <p:anim calcmode="lin" valueType="num">
                                      <p:cBhvr>
                                        <p:cTn id="22" dur="500" fill="hold"/>
                                        <p:tgtEl>
                                          <p:spTgt spid="31"/>
                                        </p:tgtEl>
                                        <p:attrNameLst>
                                          <p:attrName>ppt_x</p:attrName>
                                        </p:attrNameLst>
                                      </p:cBhvr>
                                      <p:tavLst>
                                        <p:tav tm="0">
                                          <p:val>
                                            <p:strVal val="#ppt_x"/>
                                          </p:val>
                                        </p:tav>
                                        <p:tav tm="100000">
                                          <p:val>
                                            <p:strVal val="#ppt_x"/>
                                          </p:val>
                                        </p:tav>
                                      </p:tavLst>
                                    </p:anim>
                                    <p:anim calcmode="lin" valueType="num">
                                      <p:cBhvr>
                                        <p:cTn id="23" dur="500" fill="hold"/>
                                        <p:tgtEl>
                                          <p:spTgt spid="31"/>
                                        </p:tgtEl>
                                        <p:attrNameLst>
                                          <p:attrName>ppt_y</p:attrName>
                                        </p:attrNameLst>
                                      </p:cBhvr>
                                      <p:tavLst>
                                        <p:tav tm="0">
                                          <p:val>
                                            <p:strVal val="#ppt_y+.1"/>
                                          </p:val>
                                        </p:tav>
                                        <p:tav tm="100000">
                                          <p:val>
                                            <p:strVal val="#ppt_y"/>
                                          </p:val>
                                        </p:tav>
                                      </p:tavLst>
                                    </p:anim>
                                  </p:childTnLst>
                                </p:cTn>
                              </p:par>
                            </p:childTnLst>
                          </p:cTn>
                        </p:par>
                        <p:par>
                          <p:cTn id="24" fill="hold">
                            <p:stCondLst>
                              <p:cond delay="2000"/>
                            </p:stCondLst>
                            <p:childTnLst>
                              <p:par>
                                <p:cTn id="25" presetID="53" presetClass="entr" presetSubtype="16" fill="hold" grpId="0" nodeType="afterEffect" nodePh="1">
                                  <p:stCondLst>
                                    <p:cond delay="0"/>
                                  </p:stCondLst>
                                  <p:endCondLst>
                                    <p:cond evt="begin" delay="0">
                                      <p:tn val="25"/>
                                    </p:cond>
                                  </p:endCondLst>
                                  <p:childTnLst>
                                    <p:set>
                                      <p:cBhvr>
                                        <p:cTn id="26" dur="1" fill="hold">
                                          <p:stCondLst>
                                            <p:cond delay="0"/>
                                          </p:stCondLst>
                                        </p:cTn>
                                        <p:tgtEl>
                                          <p:spTgt spid="13">
                                            <p:txEl>
                                              <p:pRg st="0" end="0"/>
                                            </p:txEl>
                                          </p:spTgt>
                                        </p:tgtEl>
                                        <p:attrNameLst>
                                          <p:attrName>style.visibility</p:attrName>
                                        </p:attrNameLst>
                                      </p:cBhvr>
                                      <p:to>
                                        <p:strVal val="visible"/>
                                      </p:to>
                                    </p:set>
                                    <p:anim calcmode="lin" valueType="num">
                                      <p:cBhvr>
                                        <p:cTn id="27" dur="500" fill="hold"/>
                                        <p:tgtEl>
                                          <p:spTgt spid="13">
                                            <p:txEl>
                                              <p:pRg st="0" end="0"/>
                                            </p:txEl>
                                          </p:spTgt>
                                        </p:tgtEl>
                                        <p:attrNameLst>
                                          <p:attrName>ppt_w</p:attrName>
                                        </p:attrNameLst>
                                      </p:cBhvr>
                                      <p:tavLst>
                                        <p:tav tm="0">
                                          <p:val>
                                            <p:fltVal val="0"/>
                                          </p:val>
                                        </p:tav>
                                        <p:tav tm="100000">
                                          <p:val>
                                            <p:strVal val="#ppt_w"/>
                                          </p:val>
                                        </p:tav>
                                      </p:tavLst>
                                    </p:anim>
                                    <p:anim calcmode="lin" valueType="num">
                                      <p:cBhvr>
                                        <p:cTn id="28" dur="500" fill="hold"/>
                                        <p:tgtEl>
                                          <p:spTgt spid="13">
                                            <p:txEl>
                                              <p:pRg st="0" end="0"/>
                                            </p:txEl>
                                          </p:spTgt>
                                        </p:tgtEl>
                                        <p:attrNameLst>
                                          <p:attrName>ppt_h</p:attrName>
                                        </p:attrNameLst>
                                      </p:cBhvr>
                                      <p:tavLst>
                                        <p:tav tm="0">
                                          <p:val>
                                            <p:fltVal val="0"/>
                                          </p:val>
                                        </p:tav>
                                        <p:tav tm="100000">
                                          <p:val>
                                            <p:strVal val="#ppt_h"/>
                                          </p:val>
                                        </p:tav>
                                      </p:tavLst>
                                    </p:anim>
                                    <p:animEffect transition="in" filter="fade">
                                      <p:cBhvr>
                                        <p:cTn id="29" dur="500"/>
                                        <p:tgtEl>
                                          <p:spTgt spid="13">
                                            <p:txEl>
                                              <p:pRg st="0" end="0"/>
                                            </p:txEl>
                                          </p:spTgt>
                                        </p:tgtEl>
                                      </p:cBhvr>
                                    </p:animEffect>
                                  </p:childTnLst>
                                </p:cTn>
                              </p:par>
                            </p:childTnLst>
                          </p:cTn>
                        </p:par>
                        <p:par>
                          <p:cTn id="30" fill="hold">
                            <p:stCondLst>
                              <p:cond delay="2500"/>
                            </p:stCondLst>
                            <p:childTnLst>
                              <p:par>
                                <p:cTn id="31" presetID="42" presetClass="entr" presetSubtype="0" fill="hold" grpId="0" nodeType="afterEffect" nodePh="1">
                                  <p:stCondLst>
                                    <p:cond delay="0"/>
                                  </p:stCondLst>
                                  <p:endCondLst>
                                    <p:cond evt="begin" delay="0">
                                      <p:tn val="31"/>
                                    </p:cond>
                                  </p:endCondLst>
                                  <p:childTnLst>
                                    <p:set>
                                      <p:cBhvr>
                                        <p:cTn id="32" dur="1" fill="hold">
                                          <p:stCondLst>
                                            <p:cond delay="0"/>
                                          </p:stCondLst>
                                        </p:cTn>
                                        <p:tgtEl>
                                          <p:spTgt spid="21">
                                            <p:txEl>
                                              <p:pRg st="0" end="0"/>
                                            </p:txEl>
                                          </p:spTgt>
                                        </p:tgtEl>
                                        <p:attrNameLst>
                                          <p:attrName>style.visibility</p:attrName>
                                        </p:attrNameLst>
                                      </p:cBhvr>
                                      <p:to>
                                        <p:strVal val="visible"/>
                                      </p:to>
                                    </p:set>
                                    <p:animEffect transition="in" filter="fade">
                                      <p:cBhvr>
                                        <p:cTn id="33" dur="500"/>
                                        <p:tgtEl>
                                          <p:spTgt spid="21">
                                            <p:txEl>
                                              <p:pRg st="0" end="0"/>
                                            </p:txEl>
                                          </p:spTgt>
                                        </p:tgtEl>
                                      </p:cBhvr>
                                    </p:animEffect>
                                    <p:anim calcmode="lin" valueType="num">
                                      <p:cBhvr>
                                        <p:cTn id="34" dur="500" fill="hold"/>
                                        <p:tgtEl>
                                          <p:spTgt spid="21">
                                            <p:txEl>
                                              <p:pRg st="0" end="0"/>
                                            </p:txEl>
                                          </p:spTgt>
                                        </p:tgtEl>
                                        <p:attrNameLst>
                                          <p:attrName>ppt_x</p:attrName>
                                        </p:attrNameLst>
                                      </p:cBhvr>
                                      <p:tavLst>
                                        <p:tav tm="0">
                                          <p:val>
                                            <p:strVal val="#ppt_x"/>
                                          </p:val>
                                        </p:tav>
                                        <p:tav tm="100000">
                                          <p:val>
                                            <p:strVal val="#ppt_x"/>
                                          </p:val>
                                        </p:tav>
                                      </p:tavLst>
                                    </p:anim>
                                    <p:anim calcmode="lin" valueType="num">
                                      <p:cBhvr>
                                        <p:cTn id="35" dur="500" fill="hold"/>
                                        <p:tgtEl>
                                          <p:spTgt spid="21">
                                            <p:txEl>
                                              <p:pRg st="0" end="0"/>
                                            </p:txEl>
                                          </p:spTgt>
                                        </p:tgtEl>
                                        <p:attrNameLst>
                                          <p:attrName>ppt_y</p:attrName>
                                        </p:attrNameLst>
                                      </p:cBhvr>
                                      <p:tavLst>
                                        <p:tav tm="0">
                                          <p:val>
                                            <p:strVal val="#ppt_y+.1"/>
                                          </p:val>
                                        </p:tav>
                                        <p:tav tm="100000">
                                          <p:val>
                                            <p:strVal val="#ppt_y"/>
                                          </p:val>
                                        </p:tav>
                                      </p:tavLst>
                                    </p:anim>
                                  </p:childTnLst>
                                </p:cTn>
                              </p:par>
                            </p:childTnLst>
                          </p:cTn>
                        </p:par>
                        <p:par>
                          <p:cTn id="36" fill="hold">
                            <p:stCondLst>
                              <p:cond delay="3000"/>
                            </p:stCondLst>
                            <p:childTnLst>
                              <p:par>
                                <p:cTn id="37" presetID="53" presetClass="entr" presetSubtype="16" fill="hold" grpId="0" nodeType="afterEffect" nodePh="1">
                                  <p:stCondLst>
                                    <p:cond delay="0"/>
                                  </p:stCondLst>
                                  <p:endCondLst>
                                    <p:cond evt="begin" delay="0">
                                      <p:tn val="37"/>
                                    </p:cond>
                                  </p:endCondLst>
                                  <p:childTnLst>
                                    <p:set>
                                      <p:cBhvr>
                                        <p:cTn id="38" dur="1" fill="hold">
                                          <p:stCondLst>
                                            <p:cond delay="0"/>
                                          </p:stCondLst>
                                        </p:cTn>
                                        <p:tgtEl>
                                          <p:spTgt spid="25">
                                            <p:txEl>
                                              <p:pRg st="0" end="0"/>
                                            </p:txEl>
                                          </p:spTgt>
                                        </p:tgtEl>
                                        <p:attrNameLst>
                                          <p:attrName>style.visibility</p:attrName>
                                        </p:attrNameLst>
                                      </p:cBhvr>
                                      <p:to>
                                        <p:strVal val="visible"/>
                                      </p:to>
                                    </p:set>
                                    <p:anim calcmode="lin" valueType="num">
                                      <p:cBhvr>
                                        <p:cTn id="39" dur="500" fill="hold"/>
                                        <p:tgtEl>
                                          <p:spTgt spid="25">
                                            <p:txEl>
                                              <p:pRg st="0" end="0"/>
                                            </p:txEl>
                                          </p:spTgt>
                                        </p:tgtEl>
                                        <p:attrNameLst>
                                          <p:attrName>ppt_w</p:attrName>
                                        </p:attrNameLst>
                                      </p:cBhvr>
                                      <p:tavLst>
                                        <p:tav tm="0">
                                          <p:val>
                                            <p:fltVal val="0"/>
                                          </p:val>
                                        </p:tav>
                                        <p:tav tm="100000">
                                          <p:val>
                                            <p:strVal val="#ppt_w"/>
                                          </p:val>
                                        </p:tav>
                                      </p:tavLst>
                                    </p:anim>
                                    <p:anim calcmode="lin" valueType="num">
                                      <p:cBhvr>
                                        <p:cTn id="40" dur="500" fill="hold"/>
                                        <p:tgtEl>
                                          <p:spTgt spid="25">
                                            <p:txEl>
                                              <p:pRg st="0" end="0"/>
                                            </p:txEl>
                                          </p:spTgt>
                                        </p:tgtEl>
                                        <p:attrNameLst>
                                          <p:attrName>ppt_h</p:attrName>
                                        </p:attrNameLst>
                                      </p:cBhvr>
                                      <p:tavLst>
                                        <p:tav tm="0">
                                          <p:val>
                                            <p:fltVal val="0"/>
                                          </p:val>
                                        </p:tav>
                                        <p:tav tm="100000">
                                          <p:val>
                                            <p:strVal val="#ppt_h"/>
                                          </p:val>
                                        </p:tav>
                                      </p:tavLst>
                                    </p:anim>
                                    <p:animEffect transition="in" filter="fade">
                                      <p:cBhvr>
                                        <p:cTn id="41" dur="500"/>
                                        <p:tgtEl>
                                          <p:spTgt spid="25">
                                            <p:txEl>
                                              <p:pRg st="0" end="0"/>
                                            </p:txEl>
                                          </p:spTgt>
                                        </p:tgtEl>
                                      </p:cBhvr>
                                    </p:animEffect>
                                  </p:childTnLst>
                                </p:cTn>
                              </p:par>
                            </p:childTnLst>
                          </p:cTn>
                        </p:par>
                        <p:par>
                          <p:cTn id="42" fill="hold">
                            <p:stCondLst>
                              <p:cond delay="3500"/>
                            </p:stCondLst>
                            <p:childTnLst>
                              <p:par>
                                <p:cTn id="43" presetID="42" presetClass="entr" presetSubtype="0" fill="hold" grpId="0" nodeType="afterEffect" nodePh="1">
                                  <p:stCondLst>
                                    <p:cond delay="0"/>
                                  </p:stCondLst>
                                  <p:endCondLst>
                                    <p:cond evt="begin" delay="0">
                                      <p:tn val="43"/>
                                    </p:cond>
                                  </p:endCondLst>
                                  <p:childTnLst>
                                    <p:set>
                                      <p:cBhvr>
                                        <p:cTn id="44" dur="1" fill="hold">
                                          <p:stCondLst>
                                            <p:cond delay="0"/>
                                          </p:stCondLst>
                                        </p:cTn>
                                        <p:tgtEl>
                                          <p:spTgt spid="26">
                                            <p:txEl>
                                              <p:pRg st="0" end="0"/>
                                            </p:txEl>
                                          </p:spTgt>
                                        </p:tgtEl>
                                        <p:attrNameLst>
                                          <p:attrName>style.visibility</p:attrName>
                                        </p:attrNameLst>
                                      </p:cBhvr>
                                      <p:to>
                                        <p:strVal val="visible"/>
                                      </p:to>
                                    </p:set>
                                    <p:animEffect transition="in" filter="fade">
                                      <p:cBhvr>
                                        <p:cTn id="45" dur="500"/>
                                        <p:tgtEl>
                                          <p:spTgt spid="26">
                                            <p:txEl>
                                              <p:pRg st="0" end="0"/>
                                            </p:txEl>
                                          </p:spTgt>
                                        </p:tgtEl>
                                      </p:cBhvr>
                                    </p:animEffect>
                                    <p:anim calcmode="lin" valueType="num">
                                      <p:cBhvr>
                                        <p:cTn id="46" dur="500" fill="hold"/>
                                        <p:tgtEl>
                                          <p:spTgt spid="26">
                                            <p:txEl>
                                              <p:pRg st="0" end="0"/>
                                            </p:txEl>
                                          </p:spTgt>
                                        </p:tgtEl>
                                        <p:attrNameLst>
                                          <p:attrName>ppt_x</p:attrName>
                                        </p:attrNameLst>
                                      </p:cBhvr>
                                      <p:tavLst>
                                        <p:tav tm="0">
                                          <p:val>
                                            <p:strVal val="#ppt_x"/>
                                          </p:val>
                                        </p:tav>
                                        <p:tav tm="100000">
                                          <p:val>
                                            <p:strVal val="#ppt_x"/>
                                          </p:val>
                                        </p:tav>
                                      </p:tavLst>
                                    </p:anim>
                                    <p:anim calcmode="lin" valueType="num">
                                      <p:cBhvr>
                                        <p:cTn id="47" dur="500" fill="hold"/>
                                        <p:tgtEl>
                                          <p:spTgt spid="26">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13"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3"/>
                        </p:tgtEl>
                        <p:attrNameLst>
                          <p:attrName>style.visibility</p:attrName>
                        </p:attrNameLst>
                      </p:cBhvr>
                      <p:to>
                        <p:strVal val="visible"/>
                      </p:to>
                    </p:set>
                    <p:anim calcmode="lin" valueType="num">
                      <p:cBhvr>
                        <p:cTn dur="500" fill="hold"/>
                        <p:tgtEl>
                          <p:spTgt spid="13"/>
                        </p:tgtEl>
                        <p:attrNameLst>
                          <p:attrName>ppt_w</p:attrName>
                        </p:attrNameLst>
                      </p:cBhvr>
                      <p:tavLst>
                        <p:tav tm="0">
                          <p:val>
                            <p:fltVal val="0"/>
                          </p:val>
                        </p:tav>
                        <p:tav tm="100000">
                          <p:val>
                            <p:strVal val="#ppt_w"/>
                          </p:val>
                        </p:tav>
                      </p:tavLst>
                    </p:anim>
                    <p:anim calcmode="lin" valueType="num">
                      <p:cBhvr>
                        <p:cTn dur="500" fill="hold"/>
                        <p:tgtEl>
                          <p:spTgt spid="13"/>
                        </p:tgtEl>
                        <p:attrNameLst>
                          <p:attrName>ppt_h</p:attrName>
                        </p:attrNameLst>
                      </p:cBhvr>
                      <p:tavLst>
                        <p:tav tm="0">
                          <p:val>
                            <p:fltVal val="0"/>
                          </p:val>
                        </p:tav>
                        <p:tav tm="100000">
                          <p:val>
                            <p:strVal val="#ppt_h"/>
                          </p:val>
                        </p:tav>
                      </p:tavLst>
                    </p:anim>
                    <p:animEffect transition="in" filter="fade">
                      <p:cBhvr>
                        <p:cTn dur="500"/>
                        <p:tgtEl>
                          <p:spTgt spid="13"/>
                        </p:tgtEl>
                      </p:cBhvr>
                    </p:animEffect>
                  </p:childTnLst>
                </p:cTn>
              </p:par>
            </p:tnLst>
          </p:tmpl>
        </p:tmplLst>
      </p:bldP>
      <p:bldP spid="21"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1"/>
                        </p:tgtEl>
                        <p:attrNameLst>
                          <p:attrName>style.visibility</p:attrName>
                        </p:attrNameLst>
                      </p:cBhvr>
                      <p:to>
                        <p:strVal val="visible"/>
                      </p:to>
                    </p:set>
                    <p:animEffect transition="in" filter="fade">
                      <p:cBhvr>
                        <p:cTn dur="500"/>
                        <p:tgtEl>
                          <p:spTgt spid="21"/>
                        </p:tgtEl>
                      </p:cBhvr>
                    </p:animEffect>
                    <p:anim calcmode="lin" valueType="num">
                      <p:cBhvr>
                        <p:cTn dur="500" fill="hold"/>
                        <p:tgtEl>
                          <p:spTgt spid="21"/>
                        </p:tgtEl>
                        <p:attrNameLst>
                          <p:attrName>ppt_x</p:attrName>
                        </p:attrNameLst>
                      </p:cBhvr>
                      <p:tavLst>
                        <p:tav tm="0">
                          <p:val>
                            <p:strVal val="#ppt_x"/>
                          </p:val>
                        </p:tav>
                        <p:tav tm="100000">
                          <p:val>
                            <p:strVal val="#ppt_x"/>
                          </p:val>
                        </p:tav>
                      </p:tavLst>
                    </p:anim>
                    <p:anim calcmode="lin" valueType="num">
                      <p:cBhvr>
                        <p:cTn dur="500" fill="hold"/>
                        <p:tgtEl>
                          <p:spTgt spid="21"/>
                        </p:tgtEl>
                        <p:attrNameLst>
                          <p:attrName>ppt_y</p:attrName>
                        </p:attrNameLst>
                      </p:cBhvr>
                      <p:tavLst>
                        <p:tav tm="0">
                          <p:val>
                            <p:strVal val="#ppt_y+.1"/>
                          </p:val>
                        </p:tav>
                        <p:tav tm="100000">
                          <p:val>
                            <p:strVal val="#ppt_y"/>
                          </p:val>
                        </p:tav>
                      </p:tavLst>
                    </p:anim>
                  </p:childTnLst>
                </p:cTn>
              </p:par>
            </p:tnLst>
          </p:tmpl>
        </p:tmplLst>
      </p:bldP>
      <p:bldP spid="31" grpId="0" animBg="1"/>
      <p:bldP spid="25"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5"/>
                        </p:tgtEl>
                        <p:attrNameLst>
                          <p:attrName>style.visibility</p:attrName>
                        </p:attrNameLst>
                      </p:cBhvr>
                      <p:to>
                        <p:strVal val="visible"/>
                      </p:to>
                    </p:set>
                    <p:anim calcmode="lin" valueType="num">
                      <p:cBhvr>
                        <p:cTn dur="500" fill="hold"/>
                        <p:tgtEl>
                          <p:spTgt spid="25"/>
                        </p:tgtEl>
                        <p:attrNameLst>
                          <p:attrName>ppt_w</p:attrName>
                        </p:attrNameLst>
                      </p:cBhvr>
                      <p:tavLst>
                        <p:tav tm="0">
                          <p:val>
                            <p:fltVal val="0"/>
                          </p:val>
                        </p:tav>
                        <p:tav tm="100000">
                          <p:val>
                            <p:strVal val="#ppt_w"/>
                          </p:val>
                        </p:tav>
                      </p:tavLst>
                    </p:anim>
                    <p:anim calcmode="lin" valueType="num">
                      <p:cBhvr>
                        <p:cTn dur="500" fill="hold"/>
                        <p:tgtEl>
                          <p:spTgt spid="25"/>
                        </p:tgtEl>
                        <p:attrNameLst>
                          <p:attrName>ppt_h</p:attrName>
                        </p:attrNameLst>
                      </p:cBhvr>
                      <p:tavLst>
                        <p:tav tm="0">
                          <p:val>
                            <p:fltVal val="0"/>
                          </p:val>
                        </p:tav>
                        <p:tav tm="100000">
                          <p:val>
                            <p:strVal val="#ppt_h"/>
                          </p:val>
                        </p:tav>
                      </p:tavLst>
                    </p:anim>
                    <p:animEffect transition="in" filter="fade">
                      <p:cBhvr>
                        <p:cTn dur="500"/>
                        <p:tgtEl>
                          <p:spTgt spid="25"/>
                        </p:tgtEl>
                      </p:cBhvr>
                    </p:animEffect>
                  </p:childTnLst>
                </p:cTn>
              </p:par>
            </p:tnLst>
          </p:tmpl>
        </p:tmplLst>
      </p:bldP>
      <p:bldP spid="26"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6"/>
                        </p:tgtEl>
                        <p:attrNameLst>
                          <p:attrName>style.visibility</p:attrName>
                        </p:attrNameLst>
                      </p:cBhvr>
                      <p:to>
                        <p:strVal val="visible"/>
                      </p:to>
                    </p:set>
                    <p:animEffect transition="in" filter="fade">
                      <p:cBhvr>
                        <p:cTn dur="500"/>
                        <p:tgtEl>
                          <p:spTgt spid="26"/>
                        </p:tgtEl>
                      </p:cBhvr>
                    </p:animEffect>
                    <p:anim calcmode="lin" valueType="num">
                      <p:cBhvr>
                        <p:cTn dur="500" fill="hold"/>
                        <p:tgtEl>
                          <p:spTgt spid="26"/>
                        </p:tgtEl>
                        <p:attrNameLst>
                          <p:attrName>ppt_x</p:attrName>
                        </p:attrNameLst>
                      </p:cBhvr>
                      <p:tavLst>
                        <p:tav tm="0">
                          <p:val>
                            <p:strVal val="#ppt_x"/>
                          </p:val>
                        </p:tav>
                        <p:tav tm="100000">
                          <p:val>
                            <p:strVal val="#ppt_x"/>
                          </p:val>
                        </p:tav>
                      </p:tavLst>
                    </p:anim>
                    <p:anim calcmode="lin" valueType="num">
                      <p:cBhvr>
                        <p:cTn dur="500" fill="hold"/>
                        <p:tgtEl>
                          <p:spTgt spid="26"/>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260.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14" name="Picture Placeholder 7"/>
          <p:cNvSpPr>
            <a:spLocks noGrp="1"/>
          </p:cNvSpPr>
          <p:nvPr>
            <p:ph type="pic" sz="quarter" idx="14" hasCustomPrompt="1"/>
          </p:nvPr>
        </p:nvSpPr>
        <p:spPr>
          <a:xfrm>
            <a:off x="0" y="0"/>
            <a:ext cx="12192000" cy="6858000"/>
          </a:xfrm>
          <a:solidFill>
            <a:schemeClr val="bg1">
              <a:lumMod val="85000"/>
            </a:schemeClr>
          </a:solidFill>
        </p:spPr>
        <p:txBody>
          <a:bodyPr>
            <a:normAutofit/>
          </a:bodyPr>
          <a:lstStyle>
            <a:lvl1pPr>
              <a:defRPr sz="1000" baseline="0"/>
            </a:lvl1pPr>
          </a:lstStyle>
          <a:p>
            <a:r>
              <a:rPr lang="id-ID" dirty="0" smtClean="0"/>
              <a:t>Pic here</a:t>
            </a:r>
            <a:endParaRPr lang="en-AU" dirty="0"/>
          </a:p>
        </p:txBody>
      </p:sp>
      <p:sp>
        <p:nvSpPr>
          <p:cNvPr id="17" name="Picture Placeholder 16"/>
          <p:cNvSpPr>
            <a:spLocks noGrp="1"/>
          </p:cNvSpPr>
          <p:nvPr>
            <p:ph type="pic" sz="quarter" idx="35" hasCustomPrompt="1"/>
          </p:nvPr>
        </p:nvSpPr>
        <p:spPr>
          <a:xfrm>
            <a:off x="-228600" y="-247650"/>
            <a:ext cx="7616332" cy="7296150"/>
          </a:xfrm>
          <a:custGeom>
            <a:avLst/>
            <a:gdLst>
              <a:gd name="connsiteX0" fmla="*/ 0 w 7373178"/>
              <a:gd name="connsiteY0" fmla="*/ 0 h 6858000"/>
              <a:gd name="connsiteX1" fmla="*/ 6921578 w 7373178"/>
              <a:gd name="connsiteY1" fmla="*/ 0 h 6858000"/>
              <a:gd name="connsiteX2" fmla="*/ 6822196 w 7373178"/>
              <a:gd name="connsiteY2" fmla="*/ 188338 h 6858000"/>
              <a:gd name="connsiteX3" fmla="*/ 6788524 w 7373178"/>
              <a:gd name="connsiteY3" fmla="*/ 5808780 h 6858000"/>
              <a:gd name="connsiteX4" fmla="*/ 7247696 w 7373178"/>
              <a:gd name="connsiteY4" fmla="*/ 6667831 h 6858000"/>
              <a:gd name="connsiteX5" fmla="*/ 7373178 w 7373178"/>
              <a:gd name="connsiteY5" fmla="*/ 6858000 h 6858000"/>
              <a:gd name="connsiteX6" fmla="*/ 0 w 7373178"/>
              <a:gd name="connsiteY6"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73178" h="6858000">
                <a:moveTo>
                  <a:pt x="0" y="0"/>
                </a:moveTo>
                <a:lnTo>
                  <a:pt x="6921578" y="0"/>
                </a:lnTo>
                <a:lnTo>
                  <a:pt x="6822196" y="188338"/>
                </a:lnTo>
                <a:cubicBezTo>
                  <a:pt x="6006786" y="1830158"/>
                  <a:pt x="5931281" y="3899984"/>
                  <a:pt x="6788524" y="5808780"/>
                </a:cubicBezTo>
                <a:cubicBezTo>
                  <a:pt x="6923879" y="6110169"/>
                  <a:pt x="7077682" y="6396843"/>
                  <a:pt x="7247696" y="6667831"/>
                </a:cubicBezTo>
                <a:lnTo>
                  <a:pt x="7373178" y="6858000"/>
                </a:lnTo>
                <a:lnTo>
                  <a:pt x="0" y="6858000"/>
                </a:lnTo>
                <a:close/>
              </a:path>
            </a:pathLst>
          </a:custGeom>
          <a:solidFill>
            <a:schemeClr val="accent4">
              <a:alpha val="35000"/>
            </a:schemeClr>
          </a:solidFill>
          <a:ln w="76200">
            <a:solidFill>
              <a:schemeClr val="bg1"/>
            </a:solidFill>
          </a:ln>
        </p:spPr>
        <p:txBody>
          <a:bodyPr wrap="square">
            <a:noAutofit/>
          </a:bodyPr>
          <a:lstStyle>
            <a:lvl1pPr>
              <a:defRPr sz="1000" baseline="0"/>
            </a:lvl1pPr>
          </a:lstStyle>
          <a:p>
            <a:r>
              <a:rPr lang="id-ID" dirty="0" smtClean="0"/>
              <a:t>Pic here</a:t>
            </a:r>
            <a:endParaRPr lang="en-AU" dirty="0"/>
          </a:p>
        </p:txBody>
      </p:sp>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13" name="Text Placeholder 21"/>
          <p:cNvSpPr>
            <a:spLocks noGrp="1"/>
          </p:cNvSpPr>
          <p:nvPr>
            <p:ph type="body" sz="quarter" idx="20"/>
          </p:nvPr>
        </p:nvSpPr>
        <p:spPr>
          <a:xfrm>
            <a:off x="8303907" y="5417740"/>
            <a:ext cx="2492492" cy="256811"/>
          </a:xfrm>
        </p:spPr>
        <p:txBody>
          <a:bodyPr>
            <a:noAutofit/>
          </a:bodyPr>
          <a:lstStyle>
            <a:lvl1pPr algn="ctr">
              <a:defRPr sz="14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1" name="Text Placeholder 21"/>
          <p:cNvSpPr>
            <a:spLocks noGrp="1"/>
          </p:cNvSpPr>
          <p:nvPr>
            <p:ph type="body" sz="quarter" idx="29"/>
          </p:nvPr>
        </p:nvSpPr>
        <p:spPr>
          <a:xfrm>
            <a:off x="8303907" y="5695416"/>
            <a:ext cx="2492492" cy="330467"/>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5" name="Text Placeholder 21"/>
          <p:cNvSpPr>
            <a:spLocks noGrp="1"/>
          </p:cNvSpPr>
          <p:nvPr>
            <p:ph type="body" sz="quarter" idx="34"/>
          </p:nvPr>
        </p:nvSpPr>
        <p:spPr>
          <a:xfrm>
            <a:off x="479425" y="2048885"/>
            <a:ext cx="5616575" cy="360363"/>
          </a:xfrm>
        </p:spPr>
        <p:txBody>
          <a:bodyPr/>
          <a:lstStyle>
            <a:lvl1pP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6" name="Text Placeholder 21"/>
          <p:cNvSpPr>
            <a:spLocks noGrp="1"/>
          </p:cNvSpPr>
          <p:nvPr>
            <p:ph type="body" sz="quarter" idx="21"/>
          </p:nvPr>
        </p:nvSpPr>
        <p:spPr>
          <a:xfrm>
            <a:off x="479425" y="2457996"/>
            <a:ext cx="5616575" cy="1285330"/>
          </a:xfrm>
        </p:spPr>
        <p:txBody>
          <a:bodyPr>
            <a:normAutofit/>
          </a:bodyPr>
          <a:lstStyle>
            <a:lvl1pP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Tree>
    <p:extLst>
      <p:ext uri="{BB962C8B-B14F-4D97-AF65-F5344CB8AC3E}">
        <p14:creationId xmlns:p14="http://schemas.microsoft.com/office/powerpoint/2010/main" val="371998959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53" presetClass="entr" presetSubtype="16" fill="hold" grpId="0" nodeType="afterEffect">
                                  <p:stCondLst>
                                    <p:cond delay="0"/>
                                  </p:stCondLst>
                                  <p:childTnLst>
                                    <p:set>
                                      <p:cBhvr>
                                        <p:cTn id="20" dur="1" fill="hold">
                                          <p:stCondLst>
                                            <p:cond delay="0"/>
                                          </p:stCondLst>
                                        </p:cTn>
                                        <p:tgtEl>
                                          <p:spTgt spid="14"/>
                                        </p:tgtEl>
                                        <p:attrNameLst>
                                          <p:attrName>style.visibility</p:attrName>
                                        </p:attrNameLst>
                                      </p:cBhvr>
                                      <p:to>
                                        <p:strVal val="visible"/>
                                      </p:to>
                                    </p:set>
                                    <p:anim calcmode="lin" valueType="num">
                                      <p:cBhvr>
                                        <p:cTn id="21" dur="500" fill="hold"/>
                                        <p:tgtEl>
                                          <p:spTgt spid="14"/>
                                        </p:tgtEl>
                                        <p:attrNameLst>
                                          <p:attrName>ppt_w</p:attrName>
                                        </p:attrNameLst>
                                      </p:cBhvr>
                                      <p:tavLst>
                                        <p:tav tm="0">
                                          <p:val>
                                            <p:fltVal val="0"/>
                                          </p:val>
                                        </p:tav>
                                        <p:tav tm="100000">
                                          <p:val>
                                            <p:strVal val="#ppt_w"/>
                                          </p:val>
                                        </p:tav>
                                      </p:tavLst>
                                    </p:anim>
                                    <p:anim calcmode="lin" valueType="num">
                                      <p:cBhvr>
                                        <p:cTn id="22" dur="500" fill="hold"/>
                                        <p:tgtEl>
                                          <p:spTgt spid="14"/>
                                        </p:tgtEl>
                                        <p:attrNameLst>
                                          <p:attrName>ppt_h</p:attrName>
                                        </p:attrNameLst>
                                      </p:cBhvr>
                                      <p:tavLst>
                                        <p:tav tm="0">
                                          <p:val>
                                            <p:fltVal val="0"/>
                                          </p:val>
                                        </p:tav>
                                        <p:tav tm="100000">
                                          <p:val>
                                            <p:strVal val="#ppt_h"/>
                                          </p:val>
                                        </p:tav>
                                      </p:tavLst>
                                    </p:anim>
                                    <p:animEffect transition="in" filter="fade">
                                      <p:cBhvr>
                                        <p:cTn id="23" dur="500"/>
                                        <p:tgtEl>
                                          <p:spTgt spid="14"/>
                                        </p:tgtEl>
                                      </p:cBhvr>
                                    </p:animEffect>
                                  </p:childTnLst>
                                </p:cTn>
                              </p:par>
                            </p:childTnLst>
                          </p:cTn>
                        </p:par>
                        <p:par>
                          <p:cTn id="24" fill="hold">
                            <p:stCondLst>
                              <p:cond delay="2000"/>
                            </p:stCondLst>
                            <p:childTnLst>
                              <p:par>
                                <p:cTn id="25" presetID="22" presetClass="entr" presetSubtype="8" fill="hold" grpId="0" nodeType="afterEffect">
                                  <p:stCondLst>
                                    <p:cond delay="0"/>
                                  </p:stCondLst>
                                  <p:childTnLst>
                                    <p:set>
                                      <p:cBhvr>
                                        <p:cTn id="26" dur="1" fill="hold">
                                          <p:stCondLst>
                                            <p:cond delay="0"/>
                                          </p:stCondLst>
                                        </p:cTn>
                                        <p:tgtEl>
                                          <p:spTgt spid="17"/>
                                        </p:tgtEl>
                                        <p:attrNameLst>
                                          <p:attrName>style.visibility</p:attrName>
                                        </p:attrNameLst>
                                      </p:cBhvr>
                                      <p:to>
                                        <p:strVal val="visible"/>
                                      </p:to>
                                    </p:set>
                                    <p:animEffect transition="in" filter="wipe(left)">
                                      <p:cBhvr>
                                        <p:cTn id="27" dur="500"/>
                                        <p:tgtEl>
                                          <p:spTgt spid="17"/>
                                        </p:tgtEl>
                                      </p:cBhvr>
                                    </p:animEffect>
                                  </p:childTnLst>
                                </p:cTn>
                              </p:par>
                            </p:childTnLst>
                          </p:cTn>
                        </p:par>
                        <p:par>
                          <p:cTn id="28" fill="hold">
                            <p:stCondLst>
                              <p:cond delay="2500"/>
                            </p:stCondLst>
                            <p:childTnLst>
                              <p:par>
                                <p:cTn id="29" presetID="53" presetClass="entr" presetSubtype="16" fill="hold" grpId="0" nodeType="afterEffect" nodePh="1">
                                  <p:stCondLst>
                                    <p:cond delay="0"/>
                                  </p:stCondLst>
                                  <p:endCondLst>
                                    <p:cond evt="begin" delay="0">
                                      <p:tn val="29"/>
                                    </p:cond>
                                  </p:endCondLst>
                                  <p:childTnLst>
                                    <p:set>
                                      <p:cBhvr>
                                        <p:cTn id="30" dur="1" fill="hold">
                                          <p:stCondLst>
                                            <p:cond delay="0"/>
                                          </p:stCondLst>
                                        </p:cTn>
                                        <p:tgtEl>
                                          <p:spTgt spid="13">
                                            <p:txEl>
                                              <p:pRg st="0" end="0"/>
                                            </p:txEl>
                                          </p:spTgt>
                                        </p:tgtEl>
                                        <p:attrNameLst>
                                          <p:attrName>style.visibility</p:attrName>
                                        </p:attrNameLst>
                                      </p:cBhvr>
                                      <p:to>
                                        <p:strVal val="visible"/>
                                      </p:to>
                                    </p:set>
                                    <p:anim calcmode="lin" valueType="num">
                                      <p:cBhvr>
                                        <p:cTn id="31" dur="500" fill="hold"/>
                                        <p:tgtEl>
                                          <p:spTgt spid="13">
                                            <p:txEl>
                                              <p:pRg st="0" end="0"/>
                                            </p:txEl>
                                          </p:spTgt>
                                        </p:tgtEl>
                                        <p:attrNameLst>
                                          <p:attrName>ppt_w</p:attrName>
                                        </p:attrNameLst>
                                      </p:cBhvr>
                                      <p:tavLst>
                                        <p:tav tm="0">
                                          <p:val>
                                            <p:fltVal val="0"/>
                                          </p:val>
                                        </p:tav>
                                        <p:tav tm="100000">
                                          <p:val>
                                            <p:strVal val="#ppt_w"/>
                                          </p:val>
                                        </p:tav>
                                      </p:tavLst>
                                    </p:anim>
                                    <p:anim calcmode="lin" valueType="num">
                                      <p:cBhvr>
                                        <p:cTn id="32" dur="500" fill="hold"/>
                                        <p:tgtEl>
                                          <p:spTgt spid="13">
                                            <p:txEl>
                                              <p:pRg st="0" end="0"/>
                                            </p:txEl>
                                          </p:spTgt>
                                        </p:tgtEl>
                                        <p:attrNameLst>
                                          <p:attrName>ppt_h</p:attrName>
                                        </p:attrNameLst>
                                      </p:cBhvr>
                                      <p:tavLst>
                                        <p:tav tm="0">
                                          <p:val>
                                            <p:fltVal val="0"/>
                                          </p:val>
                                        </p:tav>
                                        <p:tav tm="100000">
                                          <p:val>
                                            <p:strVal val="#ppt_h"/>
                                          </p:val>
                                        </p:tav>
                                      </p:tavLst>
                                    </p:anim>
                                    <p:animEffect transition="in" filter="fade">
                                      <p:cBhvr>
                                        <p:cTn id="33" dur="500"/>
                                        <p:tgtEl>
                                          <p:spTgt spid="13">
                                            <p:txEl>
                                              <p:pRg st="0" end="0"/>
                                            </p:txEl>
                                          </p:spTgt>
                                        </p:tgtEl>
                                      </p:cBhvr>
                                    </p:animEffect>
                                  </p:childTnLst>
                                </p:cTn>
                              </p:par>
                            </p:childTnLst>
                          </p:cTn>
                        </p:par>
                        <p:par>
                          <p:cTn id="34" fill="hold">
                            <p:stCondLst>
                              <p:cond delay="3000"/>
                            </p:stCondLst>
                            <p:childTnLst>
                              <p:par>
                                <p:cTn id="35" presetID="42" presetClass="entr" presetSubtype="0" fill="hold" grpId="0" nodeType="afterEffect" nodePh="1">
                                  <p:stCondLst>
                                    <p:cond delay="0"/>
                                  </p:stCondLst>
                                  <p:endCondLst>
                                    <p:cond evt="begin" delay="0">
                                      <p:tn val="35"/>
                                    </p:cond>
                                  </p:endCondLst>
                                  <p:childTnLst>
                                    <p:set>
                                      <p:cBhvr>
                                        <p:cTn id="36" dur="1" fill="hold">
                                          <p:stCondLst>
                                            <p:cond delay="0"/>
                                          </p:stCondLst>
                                        </p:cTn>
                                        <p:tgtEl>
                                          <p:spTgt spid="21">
                                            <p:txEl>
                                              <p:pRg st="0" end="0"/>
                                            </p:txEl>
                                          </p:spTgt>
                                        </p:tgtEl>
                                        <p:attrNameLst>
                                          <p:attrName>style.visibility</p:attrName>
                                        </p:attrNameLst>
                                      </p:cBhvr>
                                      <p:to>
                                        <p:strVal val="visible"/>
                                      </p:to>
                                    </p:set>
                                    <p:animEffect transition="in" filter="fade">
                                      <p:cBhvr>
                                        <p:cTn id="37" dur="500"/>
                                        <p:tgtEl>
                                          <p:spTgt spid="21">
                                            <p:txEl>
                                              <p:pRg st="0" end="0"/>
                                            </p:txEl>
                                          </p:spTgt>
                                        </p:tgtEl>
                                      </p:cBhvr>
                                    </p:animEffect>
                                    <p:anim calcmode="lin" valueType="num">
                                      <p:cBhvr>
                                        <p:cTn id="38" dur="500" fill="hold"/>
                                        <p:tgtEl>
                                          <p:spTgt spid="21">
                                            <p:txEl>
                                              <p:pRg st="0" end="0"/>
                                            </p:txEl>
                                          </p:spTgt>
                                        </p:tgtEl>
                                        <p:attrNameLst>
                                          <p:attrName>ppt_x</p:attrName>
                                        </p:attrNameLst>
                                      </p:cBhvr>
                                      <p:tavLst>
                                        <p:tav tm="0">
                                          <p:val>
                                            <p:strVal val="#ppt_x"/>
                                          </p:val>
                                        </p:tav>
                                        <p:tav tm="100000">
                                          <p:val>
                                            <p:strVal val="#ppt_x"/>
                                          </p:val>
                                        </p:tav>
                                      </p:tavLst>
                                    </p:anim>
                                    <p:anim calcmode="lin" valueType="num">
                                      <p:cBhvr>
                                        <p:cTn id="39" dur="500" fill="hold"/>
                                        <p:tgtEl>
                                          <p:spTgt spid="21">
                                            <p:txEl>
                                              <p:pRg st="0" end="0"/>
                                            </p:txEl>
                                          </p:spTgt>
                                        </p:tgtEl>
                                        <p:attrNameLst>
                                          <p:attrName>ppt_y</p:attrName>
                                        </p:attrNameLst>
                                      </p:cBhvr>
                                      <p:tavLst>
                                        <p:tav tm="0">
                                          <p:val>
                                            <p:strVal val="#ppt_y+.1"/>
                                          </p:val>
                                        </p:tav>
                                        <p:tav tm="100000">
                                          <p:val>
                                            <p:strVal val="#ppt_y"/>
                                          </p:val>
                                        </p:tav>
                                      </p:tavLst>
                                    </p:anim>
                                  </p:childTnLst>
                                </p:cTn>
                              </p:par>
                            </p:childTnLst>
                          </p:cTn>
                        </p:par>
                        <p:par>
                          <p:cTn id="40" fill="hold">
                            <p:stCondLst>
                              <p:cond delay="3500"/>
                            </p:stCondLst>
                            <p:childTnLst>
                              <p:par>
                                <p:cTn id="41" presetID="53" presetClass="entr" presetSubtype="16" fill="hold" grpId="0" nodeType="afterEffect" nodePh="1">
                                  <p:stCondLst>
                                    <p:cond delay="0"/>
                                  </p:stCondLst>
                                  <p:endCondLst>
                                    <p:cond evt="begin" delay="0">
                                      <p:tn val="41"/>
                                    </p:cond>
                                  </p:endCondLst>
                                  <p:childTnLst>
                                    <p:set>
                                      <p:cBhvr>
                                        <p:cTn id="42" dur="1" fill="hold">
                                          <p:stCondLst>
                                            <p:cond delay="0"/>
                                          </p:stCondLst>
                                        </p:cTn>
                                        <p:tgtEl>
                                          <p:spTgt spid="25">
                                            <p:txEl>
                                              <p:pRg st="0" end="0"/>
                                            </p:txEl>
                                          </p:spTgt>
                                        </p:tgtEl>
                                        <p:attrNameLst>
                                          <p:attrName>style.visibility</p:attrName>
                                        </p:attrNameLst>
                                      </p:cBhvr>
                                      <p:to>
                                        <p:strVal val="visible"/>
                                      </p:to>
                                    </p:set>
                                    <p:anim calcmode="lin" valueType="num">
                                      <p:cBhvr>
                                        <p:cTn id="43" dur="500" fill="hold"/>
                                        <p:tgtEl>
                                          <p:spTgt spid="25">
                                            <p:txEl>
                                              <p:pRg st="0" end="0"/>
                                            </p:txEl>
                                          </p:spTgt>
                                        </p:tgtEl>
                                        <p:attrNameLst>
                                          <p:attrName>ppt_w</p:attrName>
                                        </p:attrNameLst>
                                      </p:cBhvr>
                                      <p:tavLst>
                                        <p:tav tm="0">
                                          <p:val>
                                            <p:fltVal val="0"/>
                                          </p:val>
                                        </p:tav>
                                        <p:tav tm="100000">
                                          <p:val>
                                            <p:strVal val="#ppt_w"/>
                                          </p:val>
                                        </p:tav>
                                      </p:tavLst>
                                    </p:anim>
                                    <p:anim calcmode="lin" valueType="num">
                                      <p:cBhvr>
                                        <p:cTn id="44" dur="500" fill="hold"/>
                                        <p:tgtEl>
                                          <p:spTgt spid="25">
                                            <p:txEl>
                                              <p:pRg st="0" end="0"/>
                                            </p:txEl>
                                          </p:spTgt>
                                        </p:tgtEl>
                                        <p:attrNameLst>
                                          <p:attrName>ppt_h</p:attrName>
                                        </p:attrNameLst>
                                      </p:cBhvr>
                                      <p:tavLst>
                                        <p:tav tm="0">
                                          <p:val>
                                            <p:fltVal val="0"/>
                                          </p:val>
                                        </p:tav>
                                        <p:tav tm="100000">
                                          <p:val>
                                            <p:strVal val="#ppt_h"/>
                                          </p:val>
                                        </p:tav>
                                      </p:tavLst>
                                    </p:anim>
                                    <p:animEffect transition="in" filter="fade">
                                      <p:cBhvr>
                                        <p:cTn id="45" dur="500"/>
                                        <p:tgtEl>
                                          <p:spTgt spid="25">
                                            <p:txEl>
                                              <p:pRg st="0" end="0"/>
                                            </p:txEl>
                                          </p:spTgt>
                                        </p:tgtEl>
                                      </p:cBhvr>
                                    </p:animEffect>
                                  </p:childTnLst>
                                </p:cTn>
                              </p:par>
                            </p:childTnLst>
                          </p:cTn>
                        </p:par>
                        <p:par>
                          <p:cTn id="46" fill="hold">
                            <p:stCondLst>
                              <p:cond delay="4000"/>
                            </p:stCondLst>
                            <p:childTnLst>
                              <p:par>
                                <p:cTn id="47" presetID="42" presetClass="entr" presetSubtype="0" fill="hold" grpId="0" nodeType="afterEffect" nodePh="1">
                                  <p:stCondLst>
                                    <p:cond delay="0"/>
                                  </p:stCondLst>
                                  <p:endCondLst>
                                    <p:cond evt="begin" delay="0">
                                      <p:tn val="47"/>
                                    </p:cond>
                                  </p:endCondLst>
                                  <p:childTnLst>
                                    <p:set>
                                      <p:cBhvr>
                                        <p:cTn id="48" dur="1" fill="hold">
                                          <p:stCondLst>
                                            <p:cond delay="0"/>
                                          </p:stCondLst>
                                        </p:cTn>
                                        <p:tgtEl>
                                          <p:spTgt spid="26">
                                            <p:txEl>
                                              <p:pRg st="0" end="0"/>
                                            </p:txEl>
                                          </p:spTgt>
                                        </p:tgtEl>
                                        <p:attrNameLst>
                                          <p:attrName>style.visibility</p:attrName>
                                        </p:attrNameLst>
                                      </p:cBhvr>
                                      <p:to>
                                        <p:strVal val="visible"/>
                                      </p:to>
                                    </p:set>
                                    <p:animEffect transition="in" filter="fade">
                                      <p:cBhvr>
                                        <p:cTn id="49" dur="500"/>
                                        <p:tgtEl>
                                          <p:spTgt spid="26">
                                            <p:txEl>
                                              <p:pRg st="0" end="0"/>
                                            </p:txEl>
                                          </p:spTgt>
                                        </p:tgtEl>
                                      </p:cBhvr>
                                    </p:animEffect>
                                    <p:anim calcmode="lin" valueType="num">
                                      <p:cBhvr>
                                        <p:cTn id="50" dur="500" fill="hold"/>
                                        <p:tgtEl>
                                          <p:spTgt spid="26">
                                            <p:txEl>
                                              <p:pRg st="0" end="0"/>
                                            </p:txEl>
                                          </p:spTgt>
                                        </p:tgtEl>
                                        <p:attrNameLst>
                                          <p:attrName>ppt_x</p:attrName>
                                        </p:attrNameLst>
                                      </p:cBhvr>
                                      <p:tavLst>
                                        <p:tav tm="0">
                                          <p:val>
                                            <p:strVal val="#ppt_x"/>
                                          </p:val>
                                        </p:tav>
                                        <p:tav tm="100000">
                                          <p:val>
                                            <p:strVal val="#ppt_x"/>
                                          </p:val>
                                        </p:tav>
                                      </p:tavLst>
                                    </p:anim>
                                    <p:anim calcmode="lin" valueType="num">
                                      <p:cBhvr>
                                        <p:cTn id="51" dur="500" fill="hold"/>
                                        <p:tgtEl>
                                          <p:spTgt spid="26">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7" grpId="0" animBg="1"/>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13"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3"/>
                        </p:tgtEl>
                        <p:attrNameLst>
                          <p:attrName>style.visibility</p:attrName>
                        </p:attrNameLst>
                      </p:cBhvr>
                      <p:to>
                        <p:strVal val="visible"/>
                      </p:to>
                    </p:set>
                    <p:anim calcmode="lin" valueType="num">
                      <p:cBhvr>
                        <p:cTn dur="500" fill="hold"/>
                        <p:tgtEl>
                          <p:spTgt spid="13"/>
                        </p:tgtEl>
                        <p:attrNameLst>
                          <p:attrName>ppt_w</p:attrName>
                        </p:attrNameLst>
                      </p:cBhvr>
                      <p:tavLst>
                        <p:tav tm="0">
                          <p:val>
                            <p:fltVal val="0"/>
                          </p:val>
                        </p:tav>
                        <p:tav tm="100000">
                          <p:val>
                            <p:strVal val="#ppt_w"/>
                          </p:val>
                        </p:tav>
                      </p:tavLst>
                    </p:anim>
                    <p:anim calcmode="lin" valueType="num">
                      <p:cBhvr>
                        <p:cTn dur="500" fill="hold"/>
                        <p:tgtEl>
                          <p:spTgt spid="13"/>
                        </p:tgtEl>
                        <p:attrNameLst>
                          <p:attrName>ppt_h</p:attrName>
                        </p:attrNameLst>
                      </p:cBhvr>
                      <p:tavLst>
                        <p:tav tm="0">
                          <p:val>
                            <p:fltVal val="0"/>
                          </p:val>
                        </p:tav>
                        <p:tav tm="100000">
                          <p:val>
                            <p:strVal val="#ppt_h"/>
                          </p:val>
                        </p:tav>
                      </p:tavLst>
                    </p:anim>
                    <p:animEffect transition="in" filter="fade">
                      <p:cBhvr>
                        <p:cTn dur="500"/>
                        <p:tgtEl>
                          <p:spTgt spid="13"/>
                        </p:tgtEl>
                      </p:cBhvr>
                    </p:animEffect>
                  </p:childTnLst>
                </p:cTn>
              </p:par>
            </p:tnLst>
          </p:tmpl>
        </p:tmplLst>
      </p:bldP>
      <p:bldP spid="21"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1"/>
                        </p:tgtEl>
                        <p:attrNameLst>
                          <p:attrName>style.visibility</p:attrName>
                        </p:attrNameLst>
                      </p:cBhvr>
                      <p:to>
                        <p:strVal val="visible"/>
                      </p:to>
                    </p:set>
                    <p:animEffect transition="in" filter="fade">
                      <p:cBhvr>
                        <p:cTn dur="500"/>
                        <p:tgtEl>
                          <p:spTgt spid="21"/>
                        </p:tgtEl>
                      </p:cBhvr>
                    </p:animEffect>
                    <p:anim calcmode="lin" valueType="num">
                      <p:cBhvr>
                        <p:cTn dur="500" fill="hold"/>
                        <p:tgtEl>
                          <p:spTgt spid="21"/>
                        </p:tgtEl>
                        <p:attrNameLst>
                          <p:attrName>ppt_x</p:attrName>
                        </p:attrNameLst>
                      </p:cBhvr>
                      <p:tavLst>
                        <p:tav tm="0">
                          <p:val>
                            <p:strVal val="#ppt_x"/>
                          </p:val>
                        </p:tav>
                        <p:tav tm="100000">
                          <p:val>
                            <p:strVal val="#ppt_x"/>
                          </p:val>
                        </p:tav>
                      </p:tavLst>
                    </p:anim>
                    <p:anim calcmode="lin" valueType="num">
                      <p:cBhvr>
                        <p:cTn dur="500" fill="hold"/>
                        <p:tgtEl>
                          <p:spTgt spid="21"/>
                        </p:tgtEl>
                        <p:attrNameLst>
                          <p:attrName>ppt_y</p:attrName>
                        </p:attrNameLst>
                      </p:cBhvr>
                      <p:tavLst>
                        <p:tav tm="0">
                          <p:val>
                            <p:strVal val="#ppt_y+.1"/>
                          </p:val>
                        </p:tav>
                        <p:tav tm="100000">
                          <p:val>
                            <p:strVal val="#ppt_y"/>
                          </p:val>
                        </p:tav>
                      </p:tavLst>
                    </p:anim>
                  </p:childTnLst>
                </p:cTn>
              </p:par>
            </p:tnLst>
          </p:tmpl>
        </p:tmplLst>
      </p:bldP>
      <p:bldP spid="25"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5"/>
                        </p:tgtEl>
                        <p:attrNameLst>
                          <p:attrName>style.visibility</p:attrName>
                        </p:attrNameLst>
                      </p:cBhvr>
                      <p:to>
                        <p:strVal val="visible"/>
                      </p:to>
                    </p:set>
                    <p:anim calcmode="lin" valueType="num">
                      <p:cBhvr>
                        <p:cTn dur="500" fill="hold"/>
                        <p:tgtEl>
                          <p:spTgt spid="25"/>
                        </p:tgtEl>
                        <p:attrNameLst>
                          <p:attrName>ppt_w</p:attrName>
                        </p:attrNameLst>
                      </p:cBhvr>
                      <p:tavLst>
                        <p:tav tm="0">
                          <p:val>
                            <p:fltVal val="0"/>
                          </p:val>
                        </p:tav>
                        <p:tav tm="100000">
                          <p:val>
                            <p:strVal val="#ppt_w"/>
                          </p:val>
                        </p:tav>
                      </p:tavLst>
                    </p:anim>
                    <p:anim calcmode="lin" valueType="num">
                      <p:cBhvr>
                        <p:cTn dur="500" fill="hold"/>
                        <p:tgtEl>
                          <p:spTgt spid="25"/>
                        </p:tgtEl>
                        <p:attrNameLst>
                          <p:attrName>ppt_h</p:attrName>
                        </p:attrNameLst>
                      </p:cBhvr>
                      <p:tavLst>
                        <p:tav tm="0">
                          <p:val>
                            <p:fltVal val="0"/>
                          </p:val>
                        </p:tav>
                        <p:tav tm="100000">
                          <p:val>
                            <p:strVal val="#ppt_h"/>
                          </p:val>
                        </p:tav>
                      </p:tavLst>
                    </p:anim>
                    <p:animEffect transition="in" filter="fade">
                      <p:cBhvr>
                        <p:cTn dur="500"/>
                        <p:tgtEl>
                          <p:spTgt spid="25"/>
                        </p:tgtEl>
                      </p:cBhvr>
                    </p:animEffect>
                  </p:childTnLst>
                </p:cTn>
              </p:par>
            </p:tnLst>
          </p:tmpl>
        </p:tmplLst>
      </p:bldP>
      <p:bldP spid="26"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6"/>
                        </p:tgtEl>
                        <p:attrNameLst>
                          <p:attrName>style.visibility</p:attrName>
                        </p:attrNameLst>
                      </p:cBhvr>
                      <p:to>
                        <p:strVal val="visible"/>
                      </p:to>
                    </p:set>
                    <p:animEffect transition="in" filter="fade">
                      <p:cBhvr>
                        <p:cTn dur="500"/>
                        <p:tgtEl>
                          <p:spTgt spid="26"/>
                        </p:tgtEl>
                      </p:cBhvr>
                    </p:animEffect>
                    <p:anim calcmode="lin" valueType="num">
                      <p:cBhvr>
                        <p:cTn dur="500" fill="hold"/>
                        <p:tgtEl>
                          <p:spTgt spid="26"/>
                        </p:tgtEl>
                        <p:attrNameLst>
                          <p:attrName>ppt_x</p:attrName>
                        </p:attrNameLst>
                      </p:cBhvr>
                      <p:tavLst>
                        <p:tav tm="0">
                          <p:val>
                            <p:strVal val="#ppt_x"/>
                          </p:val>
                        </p:tav>
                        <p:tav tm="100000">
                          <p:val>
                            <p:strVal val="#ppt_x"/>
                          </p:val>
                        </p:tav>
                      </p:tavLst>
                    </p:anim>
                    <p:anim calcmode="lin" valueType="num">
                      <p:cBhvr>
                        <p:cTn dur="500" fill="hold"/>
                        <p:tgtEl>
                          <p:spTgt spid="26"/>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261.xml><?xml version="1.0" encoding="utf-8"?>
<p:sldLayout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39" name="Picture Placeholder 38"/>
          <p:cNvSpPr>
            <a:spLocks noGrp="1"/>
          </p:cNvSpPr>
          <p:nvPr>
            <p:ph type="pic" sz="quarter" idx="14"/>
          </p:nvPr>
        </p:nvSpPr>
        <p:spPr>
          <a:xfrm>
            <a:off x="1031972" y="2625206"/>
            <a:ext cx="1919046" cy="1872751"/>
          </a:xfrm>
          <a:custGeom>
            <a:avLst/>
            <a:gdLst>
              <a:gd name="connsiteX0" fmla="*/ 661920 w 1782809"/>
              <a:gd name="connsiteY0" fmla="*/ 0 h 1739801"/>
              <a:gd name="connsiteX1" fmla="*/ 872621 w 1782809"/>
              <a:gd name="connsiteY1" fmla="*/ 112029 h 1739801"/>
              <a:gd name="connsiteX2" fmla="*/ 878174 w 1782809"/>
              <a:gd name="connsiteY2" fmla="*/ 122259 h 1739801"/>
              <a:gd name="connsiteX3" fmla="*/ 888662 w 1782809"/>
              <a:gd name="connsiteY3" fmla="*/ 120659 h 1739801"/>
              <a:gd name="connsiteX4" fmla="*/ 965961 w 1782809"/>
              <a:gd name="connsiteY4" fmla="*/ 116755 h 1739801"/>
              <a:gd name="connsiteX5" fmla="*/ 1326326 w 1782809"/>
              <a:gd name="connsiteY5" fmla="*/ 208003 h 1739801"/>
              <a:gd name="connsiteX6" fmla="*/ 1367203 w 1782809"/>
              <a:gd name="connsiteY6" fmla="*/ 232837 h 1739801"/>
              <a:gd name="connsiteX7" fmla="*/ 1376243 w 1782809"/>
              <a:gd name="connsiteY7" fmla="*/ 225379 h 1739801"/>
              <a:gd name="connsiteX8" fmla="*/ 1518310 w 1782809"/>
              <a:gd name="connsiteY8" fmla="*/ 181983 h 1739801"/>
              <a:gd name="connsiteX9" fmla="*/ 1772407 w 1782809"/>
              <a:gd name="connsiteY9" fmla="*/ 436079 h 1739801"/>
              <a:gd name="connsiteX10" fmla="*/ 1697983 w 1782809"/>
              <a:gd name="connsiteY10" fmla="*/ 615753 h 1739801"/>
              <a:gd name="connsiteX11" fmla="*/ 1681257 w 1782809"/>
              <a:gd name="connsiteY11" fmla="*/ 629554 h 1739801"/>
              <a:gd name="connsiteX12" fmla="*/ 1687993 w 1782809"/>
              <a:gd name="connsiteY12" fmla="*/ 647960 h 1739801"/>
              <a:gd name="connsiteX13" fmla="*/ 1721982 w 1782809"/>
              <a:gd name="connsiteY13" fmla="*/ 872777 h 1739801"/>
              <a:gd name="connsiteX14" fmla="*/ 1718079 w 1782809"/>
              <a:gd name="connsiteY14" fmla="*/ 950076 h 1739801"/>
              <a:gd name="connsiteX15" fmla="*/ 1708911 w 1782809"/>
              <a:gd name="connsiteY15" fmla="*/ 1010143 h 1739801"/>
              <a:gd name="connsiteX16" fmla="*/ 1739413 w 1782809"/>
              <a:gd name="connsiteY16" fmla="*/ 1047112 h 1739801"/>
              <a:gd name="connsiteX17" fmla="*/ 1782809 w 1782809"/>
              <a:gd name="connsiteY17" fmla="*/ 1189180 h 1739801"/>
              <a:gd name="connsiteX18" fmla="*/ 1528713 w 1782809"/>
              <a:gd name="connsiteY18" fmla="*/ 1443276 h 1739801"/>
              <a:gd name="connsiteX19" fmla="*/ 1477504 w 1782809"/>
              <a:gd name="connsiteY19" fmla="*/ 1438114 h 1739801"/>
              <a:gd name="connsiteX20" fmla="*/ 1469464 w 1782809"/>
              <a:gd name="connsiteY20" fmla="*/ 1435618 h 1739801"/>
              <a:gd name="connsiteX21" fmla="*/ 1446861 w 1782809"/>
              <a:gd name="connsiteY21" fmla="*/ 1456160 h 1739801"/>
              <a:gd name="connsiteX22" fmla="*/ 1033711 w 1782809"/>
              <a:gd name="connsiteY22" fmla="*/ 1625805 h 1739801"/>
              <a:gd name="connsiteX23" fmla="*/ 972376 w 1782809"/>
              <a:gd name="connsiteY23" fmla="*/ 1628515 h 1739801"/>
              <a:gd name="connsiteX24" fmla="*/ 941962 w 1782809"/>
              <a:gd name="connsiteY24" fmla="*/ 1665378 h 1739801"/>
              <a:gd name="connsiteX25" fmla="*/ 762288 w 1782809"/>
              <a:gd name="connsiteY25" fmla="*/ 1739801 h 1739801"/>
              <a:gd name="connsiteX26" fmla="*/ 508192 w 1782809"/>
              <a:gd name="connsiteY26" fmla="*/ 1485705 h 1739801"/>
              <a:gd name="connsiteX27" fmla="*/ 509460 w 1782809"/>
              <a:gd name="connsiteY27" fmla="*/ 1473124 h 1739801"/>
              <a:gd name="connsiteX28" fmla="*/ 457628 w 1782809"/>
              <a:gd name="connsiteY28" fmla="*/ 1432399 h 1739801"/>
              <a:gd name="connsiteX29" fmla="*/ 269351 w 1782809"/>
              <a:gd name="connsiteY29" fmla="*/ 1167055 h 1739801"/>
              <a:gd name="connsiteX30" fmla="*/ 256837 w 1782809"/>
              <a:gd name="connsiteY30" fmla="*/ 1132864 h 1739801"/>
              <a:gd name="connsiteX31" fmla="*/ 254096 w 1782809"/>
              <a:gd name="connsiteY31" fmla="*/ 1133141 h 1739801"/>
              <a:gd name="connsiteX32" fmla="*/ 0 w 1782809"/>
              <a:gd name="connsiteY32" fmla="*/ 879044 h 1739801"/>
              <a:gd name="connsiteX33" fmla="*/ 202887 w 1782809"/>
              <a:gd name="connsiteY33" fmla="*/ 630110 h 1739801"/>
              <a:gd name="connsiteX34" fmla="*/ 252284 w 1782809"/>
              <a:gd name="connsiteY34" fmla="*/ 625130 h 1739801"/>
              <a:gd name="connsiteX35" fmla="*/ 269351 w 1782809"/>
              <a:gd name="connsiteY35" fmla="*/ 578499 h 1739801"/>
              <a:gd name="connsiteX36" fmla="*/ 339055 w 1782809"/>
              <a:gd name="connsiteY36" fmla="*/ 450078 h 1739801"/>
              <a:gd name="connsiteX37" fmla="*/ 425429 w 1782809"/>
              <a:gd name="connsiteY37" fmla="*/ 345392 h 1739801"/>
              <a:gd name="connsiteX38" fmla="*/ 412986 w 1782809"/>
              <a:gd name="connsiteY38" fmla="*/ 305306 h 1739801"/>
              <a:gd name="connsiteX39" fmla="*/ 407824 w 1782809"/>
              <a:gd name="connsiteY39" fmla="*/ 254096 h 1739801"/>
              <a:gd name="connsiteX40" fmla="*/ 661920 w 1782809"/>
              <a:gd name="connsiteY40" fmla="*/ 0 h 1739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782809" h="1739801">
                <a:moveTo>
                  <a:pt x="661920" y="0"/>
                </a:moveTo>
                <a:cubicBezTo>
                  <a:pt x="749628" y="0"/>
                  <a:pt x="826958" y="44438"/>
                  <a:pt x="872621" y="112029"/>
                </a:cubicBezTo>
                <a:lnTo>
                  <a:pt x="878174" y="122259"/>
                </a:lnTo>
                <a:lnTo>
                  <a:pt x="888662" y="120659"/>
                </a:lnTo>
                <a:cubicBezTo>
                  <a:pt x="914077" y="118078"/>
                  <a:pt x="939864" y="116755"/>
                  <a:pt x="965961" y="116755"/>
                </a:cubicBezTo>
                <a:cubicBezTo>
                  <a:pt x="1096442" y="116755"/>
                  <a:pt x="1219202" y="149810"/>
                  <a:pt x="1326326" y="208003"/>
                </a:cubicBezTo>
                <a:lnTo>
                  <a:pt x="1367203" y="232837"/>
                </a:lnTo>
                <a:lnTo>
                  <a:pt x="1376243" y="225379"/>
                </a:lnTo>
                <a:cubicBezTo>
                  <a:pt x="1416796" y="197981"/>
                  <a:pt x="1465685" y="181983"/>
                  <a:pt x="1518310" y="181983"/>
                </a:cubicBezTo>
                <a:cubicBezTo>
                  <a:pt x="1658644" y="181983"/>
                  <a:pt x="1772407" y="295746"/>
                  <a:pt x="1772407" y="436079"/>
                </a:cubicBezTo>
                <a:cubicBezTo>
                  <a:pt x="1772407" y="506246"/>
                  <a:pt x="1743966" y="569770"/>
                  <a:pt x="1697983" y="615753"/>
                </a:cubicBezTo>
                <a:lnTo>
                  <a:pt x="1681257" y="629554"/>
                </a:lnTo>
                <a:lnTo>
                  <a:pt x="1687993" y="647960"/>
                </a:lnTo>
                <a:cubicBezTo>
                  <a:pt x="1710083" y="718979"/>
                  <a:pt x="1721982" y="794489"/>
                  <a:pt x="1721982" y="872777"/>
                </a:cubicBezTo>
                <a:cubicBezTo>
                  <a:pt x="1721982" y="898874"/>
                  <a:pt x="1720660" y="924661"/>
                  <a:pt x="1718079" y="950076"/>
                </a:cubicBezTo>
                <a:lnTo>
                  <a:pt x="1708911" y="1010143"/>
                </a:lnTo>
                <a:lnTo>
                  <a:pt x="1739413" y="1047112"/>
                </a:lnTo>
                <a:cubicBezTo>
                  <a:pt x="1766811" y="1087666"/>
                  <a:pt x="1782809" y="1136555"/>
                  <a:pt x="1782809" y="1189180"/>
                </a:cubicBezTo>
                <a:cubicBezTo>
                  <a:pt x="1782809" y="1329513"/>
                  <a:pt x="1669046" y="1443276"/>
                  <a:pt x="1528713" y="1443276"/>
                </a:cubicBezTo>
                <a:cubicBezTo>
                  <a:pt x="1511171" y="1443276"/>
                  <a:pt x="1494045" y="1441498"/>
                  <a:pt x="1477504" y="1438114"/>
                </a:cubicBezTo>
                <a:lnTo>
                  <a:pt x="1469464" y="1435618"/>
                </a:lnTo>
                <a:lnTo>
                  <a:pt x="1446861" y="1456160"/>
                </a:lnTo>
                <a:cubicBezTo>
                  <a:pt x="1332511" y="1550530"/>
                  <a:pt x="1189943" y="1611930"/>
                  <a:pt x="1033711" y="1625805"/>
                </a:cubicBezTo>
                <a:lnTo>
                  <a:pt x="972376" y="1628515"/>
                </a:lnTo>
                <a:lnTo>
                  <a:pt x="941962" y="1665378"/>
                </a:lnTo>
                <a:cubicBezTo>
                  <a:pt x="895980" y="1711361"/>
                  <a:pt x="832455" y="1739801"/>
                  <a:pt x="762288" y="1739801"/>
                </a:cubicBezTo>
                <a:cubicBezTo>
                  <a:pt x="621955" y="1739801"/>
                  <a:pt x="508192" y="1626038"/>
                  <a:pt x="508192" y="1485705"/>
                </a:cubicBezTo>
                <a:lnTo>
                  <a:pt x="509460" y="1473124"/>
                </a:lnTo>
                <a:lnTo>
                  <a:pt x="457628" y="1432399"/>
                </a:lnTo>
                <a:cubicBezTo>
                  <a:pt x="377073" y="1359182"/>
                  <a:pt x="312390" y="1268811"/>
                  <a:pt x="269351" y="1167055"/>
                </a:cubicBezTo>
                <a:lnTo>
                  <a:pt x="256837" y="1132864"/>
                </a:lnTo>
                <a:lnTo>
                  <a:pt x="254096" y="1133141"/>
                </a:lnTo>
                <a:cubicBezTo>
                  <a:pt x="113763" y="1133141"/>
                  <a:pt x="0" y="1019378"/>
                  <a:pt x="0" y="879044"/>
                </a:cubicBezTo>
                <a:cubicBezTo>
                  <a:pt x="0" y="756252"/>
                  <a:pt x="87099" y="653803"/>
                  <a:pt x="202887" y="630110"/>
                </a:cubicBezTo>
                <a:lnTo>
                  <a:pt x="252284" y="625130"/>
                </a:lnTo>
                <a:lnTo>
                  <a:pt x="269351" y="578499"/>
                </a:lnTo>
                <a:cubicBezTo>
                  <a:pt x="288479" y="533275"/>
                  <a:pt x="311883" y="490299"/>
                  <a:pt x="339055" y="450078"/>
                </a:cubicBezTo>
                <a:lnTo>
                  <a:pt x="425429" y="345392"/>
                </a:lnTo>
                <a:lnTo>
                  <a:pt x="412986" y="305306"/>
                </a:lnTo>
                <a:cubicBezTo>
                  <a:pt x="409601" y="288764"/>
                  <a:pt x="407824" y="271638"/>
                  <a:pt x="407824" y="254096"/>
                </a:cubicBezTo>
                <a:cubicBezTo>
                  <a:pt x="407824" y="113763"/>
                  <a:pt x="521586" y="0"/>
                  <a:pt x="661920" y="0"/>
                </a:cubicBezTo>
                <a:close/>
              </a:path>
            </a:pathLst>
          </a:custGeom>
          <a:solidFill>
            <a:schemeClr val="bg1">
              <a:lumMod val="85000"/>
            </a:schemeClr>
          </a:solidFill>
        </p:spPr>
        <p:txBody>
          <a:bodyPr wrap="square">
            <a:noAutofit/>
          </a:bodyPr>
          <a:lstStyle/>
          <a:p>
            <a:endParaRPr lang="en-AU"/>
          </a:p>
        </p:txBody>
      </p:sp>
      <p:sp>
        <p:nvSpPr>
          <p:cNvPr id="40" name="Picture Placeholder 39"/>
          <p:cNvSpPr>
            <a:spLocks noGrp="1"/>
          </p:cNvSpPr>
          <p:nvPr>
            <p:ph type="pic" sz="quarter" idx="15"/>
          </p:nvPr>
        </p:nvSpPr>
        <p:spPr>
          <a:xfrm flipH="1">
            <a:off x="3913909" y="5105241"/>
            <a:ext cx="1004455" cy="980224"/>
          </a:xfrm>
          <a:custGeom>
            <a:avLst/>
            <a:gdLst>
              <a:gd name="connsiteX0" fmla="*/ 661920 w 1782809"/>
              <a:gd name="connsiteY0" fmla="*/ 0 h 1739801"/>
              <a:gd name="connsiteX1" fmla="*/ 872621 w 1782809"/>
              <a:gd name="connsiteY1" fmla="*/ 112029 h 1739801"/>
              <a:gd name="connsiteX2" fmla="*/ 878174 w 1782809"/>
              <a:gd name="connsiteY2" fmla="*/ 122259 h 1739801"/>
              <a:gd name="connsiteX3" fmla="*/ 888662 w 1782809"/>
              <a:gd name="connsiteY3" fmla="*/ 120659 h 1739801"/>
              <a:gd name="connsiteX4" fmla="*/ 965961 w 1782809"/>
              <a:gd name="connsiteY4" fmla="*/ 116755 h 1739801"/>
              <a:gd name="connsiteX5" fmla="*/ 1326326 w 1782809"/>
              <a:gd name="connsiteY5" fmla="*/ 208003 h 1739801"/>
              <a:gd name="connsiteX6" fmla="*/ 1367203 w 1782809"/>
              <a:gd name="connsiteY6" fmla="*/ 232837 h 1739801"/>
              <a:gd name="connsiteX7" fmla="*/ 1376243 w 1782809"/>
              <a:gd name="connsiteY7" fmla="*/ 225379 h 1739801"/>
              <a:gd name="connsiteX8" fmla="*/ 1518310 w 1782809"/>
              <a:gd name="connsiteY8" fmla="*/ 181983 h 1739801"/>
              <a:gd name="connsiteX9" fmla="*/ 1772407 w 1782809"/>
              <a:gd name="connsiteY9" fmla="*/ 436079 h 1739801"/>
              <a:gd name="connsiteX10" fmla="*/ 1697983 w 1782809"/>
              <a:gd name="connsiteY10" fmla="*/ 615753 h 1739801"/>
              <a:gd name="connsiteX11" fmla="*/ 1681257 w 1782809"/>
              <a:gd name="connsiteY11" fmla="*/ 629554 h 1739801"/>
              <a:gd name="connsiteX12" fmla="*/ 1687993 w 1782809"/>
              <a:gd name="connsiteY12" fmla="*/ 647960 h 1739801"/>
              <a:gd name="connsiteX13" fmla="*/ 1721982 w 1782809"/>
              <a:gd name="connsiteY13" fmla="*/ 872777 h 1739801"/>
              <a:gd name="connsiteX14" fmla="*/ 1718079 w 1782809"/>
              <a:gd name="connsiteY14" fmla="*/ 950076 h 1739801"/>
              <a:gd name="connsiteX15" fmla="*/ 1708911 w 1782809"/>
              <a:gd name="connsiteY15" fmla="*/ 1010143 h 1739801"/>
              <a:gd name="connsiteX16" fmla="*/ 1739413 w 1782809"/>
              <a:gd name="connsiteY16" fmla="*/ 1047112 h 1739801"/>
              <a:gd name="connsiteX17" fmla="*/ 1782809 w 1782809"/>
              <a:gd name="connsiteY17" fmla="*/ 1189180 h 1739801"/>
              <a:gd name="connsiteX18" fmla="*/ 1528713 w 1782809"/>
              <a:gd name="connsiteY18" fmla="*/ 1443276 h 1739801"/>
              <a:gd name="connsiteX19" fmla="*/ 1477504 w 1782809"/>
              <a:gd name="connsiteY19" fmla="*/ 1438114 h 1739801"/>
              <a:gd name="connsiteX20" fmla="*/ 1469464 w 1782809"/>
              <a:gd name="connsiteY20" fmla="*/ 1435618 h 1739801"/>
              <a:gd name="connsiteX21" fmla="*/ 1446861 w 1782809"/>
              <a:gd name="connsiteY21" fmla="*/ 1456160 h 1739801"/>
              <a:gd name="connsiteX22" fmla="*/ 1033711 w 1782809"/>
              <a:gd name="connsiteY22" fmla="*/ 1625805 h 1739801"/>
              <a:gd name="connsiteX23" fmla="*/ 972376 w 1782809"/>
              <a:gd name="connsiteY23" fmla="*/ 1628515 h 1739801"/>
              <a:gd name="connsiteX24" fmla="*/ 941962 w 1782809"/>
              <a:gd name="connsiteY24" fmla="*/ 1665378 h 1739801"/>
              <a:gd name="connsiteX25" fmla="*/ 762288 w 1782809"/>
              <a:gd name="connsiteY25" fmla="*/ 1739801 h 1739801"/>
              <a:gd name="connsiteX26" fmla="*/ 508192 w 1782809"/>
              <a:gd name="connsiteY26" fmla="*/ 1485705 h 1739801"/>
              <a:gd name="connsiteX27" fmla="*/ 509460 w 1782809"/>
              <a:gd name="connsiteY27" fmla="*/ 1473124 h 1739801"/>
              <a:gd name="connsiteX28" fmla="*/ 457628 w 1782809"/>
              <a:gd name="connsiteY28" fmla="*/ 1432399 h 1739801"/>
              <a:gd name="connsiteX29" fmla="*/ 269351 w 1782809"/>
              <a:gd name="connsiteY29" fmla="*/ 1167055 h 1739801"/>
              <a:gd name="connsiteX30" fmla="*/ 256837 w 1782809"/>
              <a:gd name="connsiteY30" fmla="*/ 1132864 h 1739801"/>
              <a:gd name="connsiteX31" fmla="*/ 254096 w 1782809"/>
              <a:gd name="connsiteY31" fmla="*/ 1133141 h 1739801"/>
              <a:gd name="connsiteX32" fmla="*/ 0 w 1782809"/>
              <a:gd name="connsiteY32" fmla="*/ 879044 h 1739801"/>
              <a:gd name="connsiteX33" fmla="*/ 202887 w 1782809"/>
              <a:gd name="connsiteY33" fmla="*/ 630110 h 1739801"/>
              <a:gd name="connsiteX34" fmla="*/ 252284 w 1782809"/>
              <a:gd name="connsiteY34" fmla="*/ 625130 h 1739801"/>
              <a:gd name="connsiteX35" fmla="*/ 269351 w 1782809"/>
              <a:gd name="connsiteY35" fmla="*/ 578499 h 1739801"/>
              <a:gd name="connsiteX36" fmla="*/ 339055 w 1782809"/>
              <a:gd name="connsiteY36" fmla="*/ 450078 h 1739801"/>
              <a:gd name="connsiteX37" fmla="*/ 425429 w 1782809"/>
              <a:gd name="connsiteY37" fmla="*/ 345392 h 1739801"/>
              <a:gd name="connsiteX38" fmla="*/ 412986 w 1782809"/>
              <a:gd name="connsiteY38" fmla="*/ 305306 h 1739801"/>
              <a:gd name="connsiteX39" fmla="*/ 407824 w 1782809"/>
              <a:gd name="connsiteY39" fmla="*/ 254096 h 1739801"/>
              <a:gd name="connsiteX40" fmla="*/ 661920 w 1782809"/>
              <a:gd name="connsiteY40" fmla="*/ 0 h 1739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782809" h="1739801">
                <a:moveTo>
                  <a:pt x="661920" y="0"/>
                </a:moveTo>
                <a:cubicBezTo>
                  <a:pt x="749628" y="0"/>
                  <a:pt x="826958" y="44438"/>
                  <a:pt x="872621" y="112029"/>
                </a:cubicBezTo>
                <a:lnTo>
                  <a:pt x="878174" y="122259"/>
                </a:lnTo>
                <a:lnTo>
                  <a:pt x="888662" y="120659"/>
                </a:lnTo>
                <a:cubicBezTo>
                  <a:pt x="914077" y="118078"/>
                  <a:pt x="939864" y="116755"/>
                  <a:pt x="965961" y="116755"/>
                </a:cubicBezTo>
                <a:cubicBezTo>
                  <a:pt x="1096442" y="116755"/>
                  <a:pt x="1219202" y="149810"/>
                  <a:pt x="1326326" y="208003"/>
                </a:cubicBezTo>
                <a:lnTo>
                  <a:pt x="1367203" y="232837"/>
                </a:lnTo>
                <a:lnTo>
                  <a:pt x="1376243" y="225379"/>
                </a:lnTo>
                <a:cubicBezTo>
                  <a:pt x="1416796" y="197981"/>
                  <a:pt x="1465685" y="181983"/>
                  <a:pt x="1518310" y="181983"/>
                </a:cubicBezTo>
                <a:cubicBezTo>
                  <a:pt x="1658644" y="181983"/>
                  <a:pt x="1772407" y="295746"/>
                  <a:pt x="1772407" y="436079"/>
                </a:cubicBezTo>
                <a:cubicBezTo>
                  <a:pt x="1772407" y="506246"/>
                  <a:pt x="1743966" y="569770"/>
                  <a:pt x="1697983" y="615753"/>
                </a:cubicBezTo>
                <a:lnTo>
                  <a:pt x="1681257" y="629554"/>
                </a:lnTo>
                <a:lnTo>
                  <a:pt x="1687993" y="647960"/>
                </a:lnTo>
                <a:cubicBezTo>
                  <a:pt x="1710083" y="718979"/>
                  <a:pt x="1721982" y="794489"/>
                  <a:pt x="1721982" y="872777"/>
                </a:cubicBezTo>
                <a:cubicBezTo>
                  <a:pt x="1721982" y="898874"/>
                  <a:pt x="1720660" y="924661"/>
                  <a:pt x="1718079" y="950076"/>
                </a:cubicBezTo>
                <a:lnTo>
                  <a:pt x="1708911" y="1010143"/>
                </a:lnTo>
                <a:lnTo>
                  <a:pt x="1739413" y="1047112"/>
                </a:lnTo>
                <a:cubicBezTo>
                  <a:pt x="1766811" y="1087666"/>
                  <a:pt x="1782809" y="1136555"/>
                  <a:pt x="1782809" y="1189180"/>
                </a:cubicBezTo>
                <a:cubicBezTo>
                  <a:pt x="1782809" y="1329513"/>
                  <a:pt x="1669046" y="1443276"/>
                  <a:pt x="1528713" y="1443276"/>
                </a:cubicBezTo>
                <a:cubicBezTo>
                  <a:pt x="1511171" y="1443276"/>
                  <a:pt x="1494045" y="1441498"/>
                  <a:pt x="1477504" y="1438114"/>
                </a:cubicBezTo>
                <a:lnTo>
                  <a:pt x="1469464" y="1435618"/>
                </a:lnTo>
                <a:lnTo>
                  <a:pt x="1446861" y="1456160"/>
                </a:lnTo>
                <a:cubicBezTo>
                  <a:pt x="1332511" y="1550530"/>
                  <a:pt x="1189943" y="1611930"/>
                  <a:pt x="1033711" y="1625805"/>
                </a:cubicBezTo>
                <a:lnTo>
                  <a:pt x="972376" y="1628515"/>
                </a:lnTo>
                <a:lnTo>
                  <a:pt x="941962" y="1665378"/>
                </a:lnTo>
                <a:cubicBezTo>
                  <a:pt x="895980" y="1711361"/>
                  <a:pt x="832455" y="1739801"/>
                  <a:pt x="762288" y="1739801"/>
                </a:cubicBezTo>
                <a:cubicBezTo>
                  <a:pt x="621955" y="1739801"/>
                  <a:pt x="508192" y="1626038"/>
                  <a:pt x="508192" y="1485705"/>
                </a:cubicBezTo>
                <a:lnTo>
                  <a:pt x="509460" y="1473124"/>
                </a:lnTo>
                <a:lnTo>
                  <a:pt x="457628" y="1432399"/>
                </a:lnTo>
                <a:cubicBezTo>
                  <a:pt x="377073" y="1359182"/>
                  <a:pt x="312390" y="1268811"/>
                  <a:pt x="269351" y="1167055"/>
                </a:cubicBezTo>
                <a:lnTo>
                  <a:pt x="256837" y="1132864"/>
                </a:lnTo>
                <a:lnTo>
                  <a:pt x="254096" y="1133141"/>
                </a:lnTo>
                <a:cubicBezTo>
                  <a:pt x="113763" y="1133141"/>
                  <a:pt x="0" y="1019378"/>
                  <a:pt x="0" y="879044"/>
                </a:cubicBezTo>
                <a:cubicBezTo>
                  <a:pt x="0" y="756252"/>
                  <a:pt x="87099" y="653803"/>
                  <a:pt x="202887" y="630110"/>
                </a:cubicBezTo>
                <a:lnTo>
                  <a:pt x="252284" y="625130"/>
                </a:lnTo>
                <a:lnTo>
                  <a:pt x="269351" y="578499"/>
                </a:lnTo>
                <a:cubicBezTo>
                  <a:pt x="288479" y="533275"/>
                  <a:pt x="311883" y="490299"/>
                  <a:pt x="339055" y="450078"/>
                </a:cubicBezTo>
                <a:lnTo>
                  <a:pt x="425429" y="345392"/>
                </a:lnTo>
                <a:lnTo>
                  <a:pt x="412986" y="305306"/>
                </a:lnTo>
                <a:cubicBezTo>
                  <a:pt x="409601" y="288764"/>
                  <a:pt x="407824" y="271638"/>
                  <a:pt x="407824" y="254096"/>
                </a:cubicBezTo>
                <a:cubicBezTo>
                  <a:pt x="407824" y="113763"/>
                  <a:pt x="521586" y="0"/>
                  <a:pt x="661920" y="0"/>
                </a:cubicBezTo>
                <a:close/>
              </a:path>
            </a:pathLst>
          </a:custGeom>
          <a:solidFill>
            <a:schemeClr val="bg1">
              <a:lumMod val="85000"/>
            </a:schemeClr>
          </a:solidFill>
        </p:spPr>
        <p:txBody>
          <a:bodyPr wrap="square">
            <a:noAutofit/>
          </a:bodyPr>
          <a:lstStyle/>
          <a:p>
            <a:endParaRPr lang="en-AU"/>
          </a:p>
        </p:txBody>
      </p:sp>
      <p:sp>
        <p:nvSpPr>
          <p:cNvPr id="41" name="Picture Placeholder 40"/>
          <p:cNvSpPr>
            <a:spLocks noGrp="1"/>
          </p:cNvSpPr>
          <p:nvPr>
            <p:ph type="pic" sz="quarter" idx="16"/>
          </p:nvPr>
        </p:nvSpPr>
        <p:spPr>
          <a:xfrm flipH="1">
            <a:off x="3913908" y="1877961"/>
            <a:ext cx="1004455" cy="980224"/>
          </a:xfrm>
          <a:custGeom>
            <a:avLst/>
            <a:gdLst>
              <a:gd name="connsiteX0" fmla="*/ 661920 w 1782809"/>
              <a:gd name="connsiteY0" fmla="*/ 0 h 1739801"/>
              <a:gd name="connsiteX1" fmla="*/ 872621 w 1782809"/>
              <a:gd name="connsiteY1" fmla="*/ 112029 h 1739801"/>
              <a:gd name="connsiteX2" fmla="*/ 878174 w 1782809"/>
              <a:gd name="connsiteY2" fmla="*/ 122259 h 1739801"/>
              <a:gd name="connsiteX3" fmla="*/ 888662 w 1782809"/>
              <a:gd name="connsiteY3" fmla="*/ 120659 h 1739801"/>
              <a:gd name="connsiteX4" fmla="*/ 965961 w 1782809"/>
              <a:gd name="connsiteY4" fmla="*/ 116755 h 1739801"/>
              <a:gd name="connsiteX5" fmla="*/ 1326326 w 1782809"/>
              <a:gd name="connsiteY5" fmla="*/ 208003 h 1739801"/>
              <a:gd name="connsiteX6" fmla="*/ 1367203 w 1782809"/>
              <a:gd name="connsiteY6" fmla="*/ 232837 h 1739801"/>
              <a:gd name="connsiteX7" fmla="*/ 1376243 w 1782809"/>
              <a:gd name="connsiteY7" fmla="*/ 225379 h 1739801"/>
              <a:gd name="connsiteX8" fmla="*/ 1518310 w 1782809"/>
              <a:gd name="connsiteY8" fmla="*/ 181983 h 1739801"/>
              <a:gd name="connsiteX9" fmla="*/ 1772407 w 1782809"/>
              <a:gd name="connsiteY9" fmla="*/ 436079 h 1739801"/>
              <a:gd name="connsiteX10" fmla="*/ 1697983 w 1782809"/>
              <a:gd name="connsiteY10" fmla="*/ 615753 h 1739801"/>
              <a:gd name="connsiteX11" fmla="*/ 1681257 w 1782809"/>
              <a:gd name="connsiteY11" fmla="*/ 629554 h 1739801"/>
              <a:gd name="connsiteX12" fmla="*/ 1687993 w 1782809"/>
              <a:gd name="connsiteY12" fmla="*/ 647960 h 1739801"/>
              <a:gd name="connsiteX13" fmla="*/ 1721982 w 1782809"/>
              <a:gd name="connsiteY13" fmla="*/ 872777 h 1739801"/>
              <a:gd name="connsiteX14" fmla="*/ 1718079 w 1782809"/>
              <a:gd name="connsiteY14" fmla="*/ 950076 h 1739801"/>
              <a:gd name="connsiteX15" fmla="*/ 1708911 w 1782809"/>
              <a:gd name="connsiteY15" fmla="*/ 1010143 h 1739801"/>
              <a:gd name="connsiteX16" fmla="*/ 1739413 w 1782809"/>
              <a:gd name="connsiteY16" fmla="*/ 1047112 h 1739801"/>
              <a:gd name="connsiteX17" fmla="*/ 1782809 w 1782809"/>
              <a:gd name="connsiteY17" fmla="*/ 1189180 h 1739801"/>
              <a:gd name="connsiteX18" fmla="*/ 1528713 w 1782809"/>
              <a:gd name="connsiteY18" fmla="*/ 1443276 h 1739801"/>
              <a:gd name="connsiteX19" fmla="*/ 1477504 w 1782809"/>
              <a:gd name="connsiteY19" fmla="*/ 1438114 h 1739801"/>
              <a:gd name="connsiteX20" fmla="*/ 1469464 w 1782809"/>
              <a:gd name="connsiteY20" fmla="*/ 1435618 h 1739801"/>
              <a:gd name="connsiteX21" fmla="*/ 1446861 w 1782809"/>
              <a:gd name="connsiteY21" fmla="*/ 1456160 h 1739801"/>
              <a:gd name="connsiteX22" fmla="*/ 1033711 w 1782809"/>
              <a:gd name="connsiteY22" fmla="*/ 1625805 h 1739801"/>
              <a:gd name="connsiteX23" fmla="*/ 972376 w 1782809"/>
              <a:gd name="connsiteY23" fmla="*/ 1628515 h 1739801"/>
              <a:gd name="connsiteX24" fmla="*/ 941962 w 1782809"/>
              <a:gd name="connsiteY24" fmla="*/ 1665378 h 1739801"/>
              <a:gd name="connsiteX25" fmla="*/ 762288 w 1782809"/>
              <a:gd name="connsiteY25" fmla="*/ 1739801 h 1739801"/>
              <a:gd name="connsiteX26" fmla="*/ 508192 w 1782809"/>
              <a:gd name="connsiteY26" fmla="*/ 1485705 h 1739801"/>
              <a:gd name="connsiteX27" fmla="*/ 509460 w 1782809"/>
              <a:gd name="connsiteY27" fmla="*/ 1473124 h 1739801"/>
              <a:gd name="connsiteX28" fmla="*/ 457628 w 1782809"/>
              <a:gd name="connsiteY28" fmla="*/ 1432399 h 1739801"/>
              <a:gd name="connsiteX29" fmla="*/ 269351 w 1782809"/>
              <a:gd name="connsiteY29" fmla="*/ 1167055 h 1739801"/>
              <a:gd name="connsiteX30" fmla="*/ 256837 w 1782809"/>
              <a:gd name="connsiteY30" fmla="*/ 1132864 h 1739801"/>
              <a:gd name="connsiteX31" fmla="*/ 254096 w 1782809"/>
              <a:gd name="connsiteY31" fmla="*/ 1133141 h 1739801"/>
              <a:gd name="connsiteX32" fmla="*/ 0 w 1782809"/>
              <a:gd name="connsiteY32" fmla="*/ 879044 h 1739801"/>
              <a:gd name="connsiteX33" fmla="*/ 202887 w 1782809"/>
              <a:gd name="connsiteY33" fmla="*/ 630110 h 1739801"/>
              <a:gd name="connsiteX34" fmla="*/ 252284 w 1782809"/>
              <a:gd name="connsiteY34" fmla="*/ 625130 h 1739801"/>
              <a:gd name="connsiteX35" fmla="*/ 269351 w 1782809"/>
              <a:gd name="connsiteY35" fmla="*/ 578499 h 1739801"/>
              <a:gd name="connsiteX36" fmla="*/ 339055 w 1782809"/>
              <a:gd name="connsiteY36" fmla="*/ 450078 h 1739801"/>
              <a:gd name="connsiteX37" fmla="*/ 425429 w 1782809"/>
              <a:gd name="connsiteY37" fmla="*/ 345392 h 1739801"/>
              <a:gd name="connsiteX38" fmla="*/ 412986 w 1782809"/>
              <a:gd name="connsiteY38" fmla="*/ 305306 h 1739801"/>
              <a:gd name="connsiteX39" fmla="*/ 407824 w 1782809"/>
              <a:gd name="connsiteY39" fmla="*/ 254096 h 1739801"/>
              <a:gd name="connsiteX40" fmla="*/ 661920 w 1782809"/>
              <a:gd name="connsiteY40" fmla="*/ 0 h 1739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782809" h="1739801">
                <a:moveTo>
                  <a:pt x="661920" y="0"/>
                </a:moveTo>
                <a:cubicBezTo>
                  <a:pt x="749628" y="0"/>
                  <a:pt x="826958" y="44438"/>
                  <a:pt x="872621" y="112029"/>
                </a:cubicBezTo>
                <a:lnTo>
                  <a:pt x="878174" y="122259"/>
                </a:lnTo>
                <a:lnTo>
                  <a:pt x="888662" y="120659"/>
                </a:lnTo>
                <a:cubicBezTo>
                  <a:pt x="914077" y="118078"/>
                  <a:pt x="939864" y="116755"/>
                  <a:pt x="965961" y="116755"/>
                </a:cubicBezTo>
                <a:cubicBezTo>
                  <a:pt x="1096442" y="116755"/>
                  <a:pt x="1219202" y="149810"/>
                  <a:pt x="1326326" y="208003"/>
                </a:cubicBezTo>
                <a:lnTo>
                  <a:pt x="1367203" y="232837"/>
                </a:lnTo>
                <a:lnTo>
                  <a:pt x="1376243" y="225379"/>
                </a:lnTo>
                <a:cubicBezTo>
                  <a:pt x="1416796" y="197981"/>
                  <a:pt x="1465685" y="181983"/>
                  <a:pt x="1518310" y="181983"/>
                </a:cubicBezTo>
                <a:cubicBezTo>
                  <a:pt x="1658644" y="181983"/>
                  <a:pt x="1772407" y="295746"/>
                  <a:pt x="1772407" y="436079"/>
                </a:cubicBezTo>
                <a:cubicBezTo>
                  <a:pt x="1772407" y="506246"/>
                  <a:pt x="1743966" y="569770"/>
                  <a:pt x="1697983" y="615753"/>
                </a:cubicBezTo>
                <a:lnTo>
                  <a:pt x="1681257" y="629554"/>
                </a:lnTo>
                <a:lnTo>
                  <a:pt x="1687993" y="647960"/>
                </a:lnTo>
                <a:cubicBezTo>
                  <a:pt x="1710083" y="718979"/>
                  <a:pt x="1721982" y="794489"/>
                  <a:pt x="1721982" y="872777"/>
                </a:cubicBezTo>
                <a:cubicBezTo>
                  <a:pt x="1721982" y="898874"/>
                  <a:pt x="1720660" y="924661"/>
                  <a:pt x="1718079" y="950076"/>
                </a:cubicBezTo>
                <a:lnTo>
                  <a:pt x="1708911" y="1010143"/>
                </a:lnTo>
                <a:lnTo>
                  <a:pt x="1739413" y="1047112"/>
                </a:lnTo>
                <a:cubicBezTo>
                  <a:pt x="1766811" y="1087666"/>
                  <a:pt x="1782809" y="1136555"/>
                  <a:pt x="1782809" y="1189180"/>
                </a:cubicBezTo>
                <a:cubicBezTo>
                  <a:pt x="1782809" y="1329513"/>
                  <a:pt x="1669046" y="1443276"/>
                  <a:pt x="1528713" y="1443276"/>
                </a:cubicBezTo>
                <a:cubicBezTo>
                  <a:pt x="1511171" y="1443276"/>
                  <a:pt x="1494045" y="1441498"/>
                  <a:pt x="1477504" y="1438114"/>
                </a:cubicBezTo>
                <a:lnTo>
                  <a:pt x="1469464" y="1435618"/>
                </a:lnTo>
                <a:lnTo>
                  <a:pt x="1446861" y="1456160"/>
                </a:lnTo>
                <a:cubicBezTo>
                  <a:pt x="1332511" y="1550530"/>
                  <a:pt x="1189943" y="1611930"/>
                  <a:pt x="1033711" y="1625805"/>
                </a:cubicBezTo>
                <a:lnTo>
                  <a:pt x="972376" y="1628515"/>
                </a:lnTo>
                <a:lnTo>
                  <a:pt x="941962" y="1665378"/>
                </a:lnTo>
                <a:cubicBezTo>
                  <a:pt x="895980" y="1711361"/>
                  <a:pt x="832455" y="1739801"/>
                  <a:pt x="762288" y="1739801"/>
                </a:cubicBezTo>
                <a:cubicBezTo>
                  <a:pt x="621955" y="1739801"/>
                  <a:pt x="508192" y="1626038"/>
                  <a:pt x="508192" y="1485705"/>
                </a:cubicBezTo>
                <a:lnTo>
                  <a:pt x="509460" y="1473124"/>
                </a:lnTo>
                <a:lnTo>
                  <a:pt x="457628" y="1432399"/>
                </a:lnTo>
                <a:cubicBezTo>
                  <a:pt x="377073" y="1359182"/>
                  <a:pt x="312390" y="1268811"/>
                  <a:pt x="269351" y="1167055"/>
                </a:cubicBezTo>
                <a:lnTo>
                  <a:pt x="256837" y="1132864"/>
                </a:lnTo>
                <a:lnTo>
                  <a:pt x="254096" y="1133141"/>
                </a:lnTo>
                <a:cubicBezTo>
                  <a:pt x="113763" y="1133141"/>
                  <a:pt x="0" y="1019378"/>
                  <a:pt x="0" y="879044"/>
                </a:cubicBezTo>
                <a:cubicBezTo>
                  <a:pt x="0" y="756252"/>
                  <a:pt x="87099" y="653803"/>
                  <a:pt x="202887" y="630110"/>
                </a:cubicBezTo>
                <a:lnTo>
                  <a:pt x="252284" y="625130"/>
                </a:lnTo>
                <a:lnTo>
                  <a:pt x="269351" y="578499"/>
                </a:lnTo>
                <a:cubicBezTo>
                  <a:pt x="288479" y="533275"/>
                  <a:pt x="311883" y="490299"/>
                  <a:pt x="339055" y="450078"/>
                </a:cubicBezTo>
                <a:lnTo>
                  <a:pt x="425429" y="345392"/>
                </a:lnTo>
                <a:lnTo>
                  <a:pt x="412986" y="305306"/>
                </a:lnTo>
                <a:cubicBezTo>
                  <a:pt x="409601" y="288764"/>
                  <a:pt x="407824" y="271638"/>
                  <a:pt x="407824" y="254096"/>
                </a:cubicBezTo>
                <a:cubicBezTo>
                  <a:pt x="407824" y="113763"/>
                  <a:pt x="521586" y="0"/>
                  <a:pt x="661920" y="0"/>
                </a:cubicBezTo>
                <a:close/>
              </a:path>
            </a:pathLst>
          </a:custGeom>
          <a:solidFill>
            <a:schemeClr val="bg1">
              <a:lumMod val="85000"/>
            </a:schemeClr>
          </a:solidFill>
        </p:spPr>
        <p:txBody>
          <a:bodyPr wrap="square">
            <a:noAutofit/>
          </a:bodyPr>
          <a:lstStyle/>
          <a:p>
            <a:endParaRPr lang="en-AU" dirty="0"/>
          </a:p>
        </p:txBody>
      </p:sp>
      <p:sp>
        <p:nvSpPr>
          <p:cNvPr id="42" name="Picture Placeholder 41"/>
          <p:cNvSpPr>
            <a:spLocks noGrp="1"/>
          </p:cNvSpPr>
          <p:nvPr>
            <p:ph type="pic" sz="quarter" idx="17"/>
          </p:nvPr>
        </p:nvSpPr>
        <p:spPr>
          <a:xfrm flipH="1">
            <a:off x="4191001" y="3495474"/>
            <a:ext cx="1004455" cy="980224"/>
          </a:xfrm>
          <a:custGeom>
            <a:avLst/>
            <a:gdLst>
              <a:gd name="connsiteX0" fmla="*/ 661920 w 1782809"/>
              <a:gd name="connsiteY0" fmla="*/ 0 h 1739801"/>
              <a:gd name="connsiteX1" fmla="*/ 872621 w 1782809"/>
              <a:gd name="connsiteY1" fmla="*/ 112029 h 1739801"/>
              <a:gd name="connsiteX2" fmla="*/ 878174 w 1782809"/>
              <a:gd name="connsiteY2" fmla="*/ 122259 h 1739801"/>
              <a:gd name="connsiteX3" fmla="*/ 888662 w 1782809"/>
              <a:gd name="connsiteY3" fmla="*/ 120659 h 1739801"/>
              <a:gd name="connsiteX4" fmla="*/ 965961 w 1782809"/>
              <a:gd name="connsiteY4" fmla="*/ 116755 h 1739801"/>
              <a:gd name="connsiteX5" fmla="*/ 1326326 w 1782809"/>
              <a:gd name="connsiteY5" fmla="*/ 208003 h 1739801"/>
              <a:gd name="connsiteX6" fmla="*/ 1367203 w 1782809"/>
              <a:gd name="connsiteY6" fmla="*/ 232837 h 1739801"/>
              <a:gd name="connsiteX7" fmla="*/ 1376243 w 1782809"/>
              <a:gd name="connsiteY7" fmla="*/ 225379 h 1739801"/>
              <a:gd name="connsiteX8" fmla="*/ 1518310 w 1782809"/>
              <a:gd name="connsiteY8" fmla="*/ 181983 h 1739801"/>
              <a:gd name="connsiteX9" fmla="*/ 1772407 w 1782809"/>
              <a:gd name="connsiteY9" fmla="*/ 436079 h 1739801"/>
              <a:gd name="connsiteX10" fmla="*/ 1697983 w 1782809"/>
              <a:gd name="connsiteY10" fmla="*/ 615753 h 1739801"/>
              <a:gd name="connsiteX11" fmla="*/ 1681257 w 1782809"/>
              <a:gd name="connsiteY11" fmla="*/ 629554 h 1739801"/>
              <a:gd name="connsiteX12" fmla="*/ 1687993 w 1782809"/>
              <a:gd name="connsiteY12" fmla="*/ 647960 h 1739801"/>
              <a:gd name="connsiteX13" fmla="*/ 1721982 w 1782809"/>
              <a:gd name="connsiteY13" fmla="*/ 872777 h 1739801"/>
              <a:gd name="connsiteX14" fmla="*/ 1718079 w 1782809"/>
              <a:gd name="connsiteY14" fmla="*/ 950076 h 1739801"/>
              <a:gd name="connsiteX15" fmla="*/ 1708911 w 1782809"/>
              <a:gd name="connsiteY15" fmla="*/ 1010143 h 1739801"/>
              <a:gd name="connsiteX16" fmla="*/ 1739413 w 1782809"/>
              <a:gd name="connsiteY16" fmla="*/ 1047112 h 1739801"/>
              <a:gd name="connsiteX17" fmla="*/ 1782809 w 1782809"/>
              <a:gd name="connsiteY17" fmla="*/ 1189180 h 1739801"/>
              <a:gd name="connsiteX18" fmla="*/ 1528713 w 1782809"/>
              <a:gd name="connsiteY18" fmla="*/ 1443276 h 1739801"/>
              <a:gd name="connsiteX19" fmla="*/ 1477504 w 1782809"/>
              <a:gd name="connsiteY19" fmla="*/ 1438114 h 1739801"/>
              <a:gd name="connsiteX20" fmla="*/ 1469464 w 1782809"/>
              <a:gd name="connsiteY20" fmla="*/ 1435618 h 1739801"/>
              <a:gd name="connsiteX21" fmla="*/ 1446861 w 1782809"/>
              <a:gd name="connsiteY21" fmla="*/ 1456160 h 1739801"/>
              <a:gd name="connsiteX22" fmla="*/ 1033711 w 1782809"/>
              <a:gd name="connsiteY22" fmla="*/ 1625805 h 1739801"/>
              <a:gd name="connsiteX23" fmla="*/ 972376 w 1782809"/>
              <a:gd name="connsiteY23" fmla="*/ 1628515 h 1739801"/>
              <a:gd name="connsiteX24" fmla="*/ 941962 w 1782809"/>
              <a:gd name="connsiteY24" fmla="*/ 1665378 h 1739801"/>
              <a:gd name="connsiteX25" fmla="*/ 762288 w 1782809"/>
              <a:gd name="connsiteY25" fmla="*/ 1739801 h 1739801"/>
              <a:gd name="connsiteX26" fmla="*/ 508192 w 1782809"/>
              <a:gd name="connsiteY26" fmla="*/ 1485705 h 1739801"/>
              <a:gd name="connsiteX27" fmla="*/ 509460 w 1782809"/>
              <a:gd name="connsiteY27" fmla="*/ 1473124 h 1739801"/>
              <a:gd name="connsiteX28" fmla="*/ 457628 w 1782809"/>
              <a:gd name="connsiteY28" fmla="*/ 1432399 h 1739801"/>
              <a:gd name="connsiteX29" fmla="*/ 269351 w 1782809"/>
              <a:gd name="connsiteY29" fmla="*/ 1167055 h 1739801"/>
              <a:gd name="connsiteX30" fmla="*/ 256837 w 1782809"/>
              <a:gd name="connsiteY30" fmla="*/ 1132864 h 1739801"/>
              <a:gd name="connsiteX31" fmla="*/ 254096 w 1782809"/>
              <a:gd name="connsiteY31" fmla="*/ 1133141 h 1739801"/>
              <a:gd name="connsiteX32" fmla="*/ 0 w 1782809"/>
              <a:gd name="connsiteY32" fmla="*/ 879044 h 1739801"/>
              <a:gd name="connsiteX33" fmla="*/ 202887 w 1782809"/>
              <a:gd name="connsiteY33" fmla="*/ 630110 h 1739801"/>
              <a:gd name="connsiteX34" fmla="*/ 252284 w 1782809"/>
              <a:gd name="connsiteY34" fmla="*/ 625130 h 1739801"/>
              <a:gd name="connsiteX35" fmla="*/ 269351 w 1782809"/>
              <a:gd name="connsiteY35" fmla="*/ 578499 h 1739801"/>
              <a:gd name="connsiteX36" fmla="*/ 339055 w 1782809"/>
              <a:gd name="connsiteY36" fmla="*/ 450078 h 1739801"/>
              <a:gd name="connsiteX37" fmla="*/ 425429 w 1782809"/>
              <a:gd name="connsiteY37" fmla="*/ 345392 h 1739801"/>
              <a:gd name="connsiteX38" fmla="*/ 412986 w 1782809"/>
              <a:gd name="connsiteY38" fmla="*/ 305306 h 1739801"/>
              <a:gd name="connsiteX39" fmla="*/ 407824 w 1782809"/>
              <a:gd name="connsiteY39" fmla="*/ 254096 h 1739801"/>
              <a:gd name="connsiteX40" fmla="*/ 661920 w 1782809"/>
              <a:gd name="connsiteY40" fmla="*/ 0 h 1739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782809" h="1739801">
                <a:moveTo>
                  <a:pt x="661920" y="0"/>
                </a:moveTo>
                <a:cubicBezTo>
                  <a:pt x="749628" y="0"/>
                  <a:pt x="826958" y="44438"/>
                  <a:pt x="872621" y="112029"/>
                </a:cubicBezTo>
                <a:lnTo>
                  <a:pt x="878174" y="122259"/>
                </a:lnTo>
                <a:lnTo>
                  <a:pt x="888662" y="120659"/>
                </a:lnTo>
                <a:cubicBezTo>
                  <a:pt x="914077" y="118078"/>
                  <a:pt x="939864" y="116755"/>
                  <a:pt x="965961" y="116755"/>
                </a:cubicBezTo>
                <a:cubicBezTo>
                  <a:pt x="1096442" y="116755"/>
                  <a:pt x="1219202" y="149810"/>
                  <a:pt x="1326326" y="208003"/>
                </a:cubicBezTo>
                <a:lnTo>
                  <a:pt x="1367203" y="232837"/>
                </a:lnTo>
                <a:lnTo>
                  <a:pt x="1376243" y="225379"/>
                </a:lnTo>
                <a:cubicBezTo>
                  <a:pt x="1416796" y="197981"/>
                  <a:pt x="1465685" y="181983"/>
                  <a:pt x="1518310" y="181983"/>
                </a:cubicBezTo>
                <a:cubicBezTo>
                  <a:pt x="1658644" y="181983"/>
                  <a:pt x="1772407" y="295746"/>
                  <a:pt x="1772407" y="436079"/>
                </a:cubicBezTo>
                <a:cubicBezTo>
                  <a:pt x="1772407" y="506246"/>
                  <a:pt x="1743966" y="569770"/>
                  <a:pt x="1697983" y="615753"/>
                </a:cubicBezTo>
                <a:lnTo>
                  <a:pt x="1681257" y="629554"/>
                </a:lnTo>
                <a:lnTo>
                  <a:pt x="1687993" y="647960"/>
                </a:lnTo>
                <a:cubicBezTo>
                  <a:pt x="1710083" y="718979"/>
                  <a:pt x="1721982" y="794489"/>
                  <a:pt x="1721982" y="872777"/>
                </a:cubicBezTo>
                <a:cubicBezTo>
                  <a:pt x="1721982" y="898874"/>
                  <a:pt x="1720660" y="924661"/>
                  <a:pt x="1718079" y="950076"/>
                </a:cubicBezTo>
                <a:lnTo>
                  <a:pt x="1708911" y="1010143"/>
                </a:lnTo>
                <a:lnTo>
                  <a:pt x="1739413" y="1047112"/>
                </a:lnTo>
                <a:cubicBezTo>
                  <a:pt x="1766811" y="1087666"/>
                  <a:pt x="1782809" y="1136555"/>
                  <a:pt x="1782809" y="1189180"/>
                </a:cubicBezTo>
                <a:cubicBezTo>
                  <a:pt x="1782809" y="1329513"/>
                  <a:pt x="1669046" y="1443276"/>
                  <a:pt x="1528713" y="1443276"/>
                </a:cubicBezTo>
                <a:cubicBezTo>
                  <a:pt x="1511171" y="1443276"/>
                  <a:pt x="1494045" y="1441498"/>
                  <a:pt x="1477504" y="1438114"/>
                </a:cubicBezTo>
                <a:lnTo>
                  <a:pt x="1469464" y="1435618"/>
                </a:lnTo>
                <a:lnTo>
                  <a:pt x="1446861" y="1456160"/>
                </a:lnTo>
                <a:cubicBezTo>
                  <a:pt x="1332511" y="1550530"/>
                  <a:pt x="1189943" y="1611930"/>
                  <a:pt x="1033711" y="1625805"/>
                </a:cubicBezTo>
                <a:lnTo>
                  <a:pt x="972376" y="1628515"/>
                </a:lnTo>
                <a:lnTo>
                  <a:pt x="941962" y="1665378"/>
                </a:lnTo>
                <a:cubicBezTo>
                  <a:pt x="895980" y="1711361"/>
                  <a:pt x="832455" y="1739801"/>
                  <a:pt x="762288" y="1739801"/>
                </a:cubicBezTo>
                <a:cubicBezTo>
                  <a:pt x="621955" y="1739801"/>
                  <a:pt x="508192" y="1626038"/>
                  <a:pt x="508192" y="1485705"/>
                </a:cubicBezTo>
                <a:lnTo>
                  <a:pt x="509460" y="1473124"/>
                </a:lnTo>
                <a:lnTo>
                  <a:pt x="457628" y="1432399"/>
                </a:lnTo>
                <a:cubicBezTo>
                  <a:pt x="377073" y="1359182"/>
                  <a:pt x="312390" y="1268811"/>
                  <a:pt x="269351" y="1167055"/>
                </a:cubicBezTo>
                <a:lnTo>
                  <a:pt x="256837" y="1132864"/>
                </a:lnTo>
                <a:lnTo>
                  <a:pt x="254096" y="1133141"/>
                </a:lnTo>
                <a:cubicBezTo>
                  <a:pt x="113763" y="1133141"/>
                  <a:pt x="0" y="1019378"/>
                  <a:pt x="0" y="879044"/>
                </a:cubicBezTo>
                <a:cubicBezTo>
                  <a:pt x="0" y="756252"/>
                  <a:pt x="87099" y="653803"/>
                  <a:pt x="202887" y="630110"/>
                </a:cubicBezTo>
                <a:lnTo>
                  <a:pt x="252284" y="625130"/>
                </a:lnTo>
                <a:lnTo>
                  <a:pt x="269351" y="578499"/>
                </a:lnTo>
                <a:cubicBezTo>
                  <a:pt x="288479" y="533275"/>
                  <a:pt x="311883" y="490299"/>
                  <a:pt x="339055" y="450078"/>
                </a:cubicBezTo>
                <a:lnTo>
                  <a:pt x="425429" y="345392"/>
                </a:lnTo>
                <a:lnTo>
                  <a:pt x="412986" y="305306"/>
                </a:lnTo>
                <a:cubicBezTo>
                  <a:pt x="409601" y="288764"/>
                  <a:pt x="407824" y="271638"/>
                  <a:pt x="407824" y="254096"/>
                </a:cubicBezTo>
                <a:cubicBezTo>
                  <a:pt x="407824" y="113763"/>
                  <a:pt x="521586" y="0"/>
                  <a:pt x="661920" y="0"/>
                </a:cubicBezTo>
                <a:close/>
              </a:path>
            </a:pathLst>
          </a:custGeom>
          <a:solidFill>
            <a:schemeClr val="bg1">
              <a:lumMod val="85000"/>
            </a:schemeClr>
          </a:solidFill>
        </p:spPr>
        <p:txBody>
          <a:bodyPr wrap="square">
            <a:noAutofit/>
          </a:bodyPr>
          <a:lstStyle/>
          <a:p>
            <a:endParaRPr lang="en-AU" dirty="0"/>
          </a:p>
        </p:txBody>
      </p:sp>
      <p:cxnSp>
        <p:nvCxnSpPr>
          <p:cNvPr id="12" name="Curved Connector 11"/>
          <p:cNvCxnSpPr/>
          <p:nvPr userDrawn="1"/>
        </p:nvCxnSpPr>
        <p:spPr>
          <a:xfrm flipV="1">
            <a:off x="3016827" y="2482812"/>
            <a:ext cx="831271" cy="750746"/>
          </a:xfrm>
          <a:prstGeom prst="curvedConnector3">
            <a:avLst>
              <a:gd name="adj1" fmla="val 42552"/>
            </a:avLst>
          </a:prstGeom>
          <a:ln w="63500">
            <a:tailEnd type="triangle" w="med" len="med"/>
          </a:ln>
        </p:spPr>
        <p:style>
          <a:lnRef idx="1">
            <a:schemeClr val="accent1"/>
          </a:lnRef>
          <a:fillRef idx="0">
            <a:schemeClr val="accent1"/>
          </a:fillRef>
          <a:effectRef idx="0">
            <a:schemeClr val="accent1"/>
          </a:effectRef>
          <a:fontRef idx="minor">
            <a:schemeClr val="tx1"/>
          </a:fontRef>
        </p:style>
      </p:cxnSp>
      <p:cxnSp>
        <p:nvCxnSpPr>
          <p:cNvPr id="43" name="Curved Connector 42"/>
          <p:cNvCxnSpPr/>
          <p:nvPr userDrawn="1"/>
        </p:nvCxnSpPr>
        <p:spPr>
          <a:xfrm>
            <a:off x="3054763" y="3447034"/>
            <a:ext cx="1052417" cy="466216"/>
          </a:xfrm>
          <a:prstGeom prst="curvedConnector3">
            <a:avLst>
              <a:gd name="adj1" fmla="val 50000"/>
            </a:avLst>
          </a:prstGeom>
          <a:ln w="63500">
            <a:solidFill>
              <a:schemeClr val="accent2"/>
            </a:solidFill>
            <a:tailEnd type="triangle" w="med" len="med"/>
          </a:ln>
        </p:spPr>
        <p:style>
          <a:lnRef idx="1">
            <a:schemeClr val="accent1"/>
          </a:lnRef>
          <a:fillRef idx="0">
            <a:schemeClr val="accent1"/>
          </a:fillRef>
          <a:effectRef idx="0">
            <a:schemeClr val="accent1"/>
          </a:effectRef>
          <a:fontRef idx="minor">
            <a:schemeClr val="tx1"/>
          </a:fontRef>
        </p:style>
      </p:cxnSp>
      <p:cxnSp>
        <p:nvCxnSpPr>
          <p:cNvPr id="47" name="Curved Connector 46"/>
          <p:cNvCxnSpPr/>
          <p:nvPr userDrawn="1"/>
        </p:nvCxnSpPr>
        <p:spPr>
          <a:xfrm rot="16200000" flipH="1">
            <a:off x="2903902" y="3831001"/>
            <a:ext cx="1285559" cy="983837"/>
          </a:xfrm>
          <a:prstGeom prst="curvedConnector3">
            <a:avLst>
              <a:gd name="adj1" fmla="val 50000"/>
            </a:avLst>
          </a:prstGeom>
          <a:ln w="63500">
            <a:solidFill>
              <a:schemeClr val="accent3"/>
            </a:solidFill>
            <a:tailEnd type="triangle" w="med" len="med"/>
          </a:ln>
        </p:spPr>
        <p:style>
          <a:lnRef idx="1">
            <a:schemeClr val="accent1"/>
          </a:lnRef>
          <a:fillRef idx="0">
            <a:schemeClr val="accent1"/>
          </a:fillRef>
          <a:effectRef idx="0">
            <a:schemeClr val="accent1"/>
          </a:effectRef>
          <a:fontRef idx="minor">
            <a:schemeClr val="tx1"/>
          </a:fontRef>
        </p:style>
      </p:cxnSp>
      <p:sp>
        <p:nvSpPr>
          <p:cNvPr id="15" name="Text Placeholder 21"/>
          <p:cNvSpPr>
            <a:spLocks noGrp="1"/>
          </p:cNvSpPr>
          <p:nvPr>
            <p:ph type="body" sz="quarter" idx="20"/>
          </p:nvPr>
        </p:nvSpPr>
        <p:spPr>
          <a:xfrm>
            <a:off x="727364" y="4731063"/>
            <a:ext cx="2492492" cy="256811"/>
          </a:xfrm>
        </p:spPr>
        <p:txBody>
          <a:bodyPr>
            <a:noAutofit/>
          </a:bodyPr>
          <a:lstStyle>
            <a:lvl1pPr algn="ctr">
              <a:defRPr sz="14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6" name="Text Placeholder 21"/>
          <p:cNvSpPr>
            <a:spLocks noGrp="1"/>
          </p:cNvSpPr>
          <p:nvPr>
            <p:ph type="body" sz="quarter" idx="29"/>
          </p:nvPr>
        </p:nvSpPr>
        <p:spPr>
          <a:xfrm>
            <a:off x="727364" y="5008739"/>
            <a:ext cx="2492492" cy="330467"/>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7" name="Text Placeholder 21"/>
          <p:cNvSpPr>
            <a:spLocks noGrp="1"/>
          </p:cNvSpPr>
          <p:nvPr>
            <p:ph type="body" sz="quarter" idx="30"/>
          </p:nvPr>
        </p:nvSpPr>
        <p:spPr>
          <a:xfrm>
            <a:off x="4984173" y="1985429"/>
            <a:ext cx="1950027" cy="256811"/>
          </a:xfrm>
        </p:spPr>
        <p:txBody>
          <a:bodyPr>
            <a:noAutofit/>
          </a:bodyPr>
          <a:lstStyle>
            <a:lvl1pPr algn="ctr">
              <a:defRPr sz="14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8" name="Text Placeholder 21"/>
          <p:cNvSpPr>
            <a:spLocks noGrp="1"/>
          </p:cNvSpPr>
          <p:nvPr>
            <p:ph type="body" sz="quarter" idx="31"/>
          </p:nvPr>
        </p:nvSpPr>
        <p:spPr>
          <a:xfrm>
            <a:off x="4984173" y="2263105"/>
            <a:ext cx="1950027" cy="330467"/>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9" name="Text Placeholder 21"/>
          <p:cNvSpPr>
            <a:spLocks noGrp="1"/>
          </p:cNvSpPr>
          <p:nvPr>
            <p:ph type="body" sz="quarter" idx="32"/>
          </p:nvPr>
        </p:nvSpPr>
        <p:spPr>
          <a:xfrm>
            <a:off x="5347857" y="3720474"/>
            <a:ext cx="1959723" cy="228072"/>
          </a:xfrm>
        </p:spPr>
        <p:txBody>
          <a:bodyPr>
            <a:noAutofit/>
          </a:bodyPr>
          <a:lstStyle>
            <a:lvl1pPr algn="ctr">
              <a:defRPr sz="14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0" name="Text Placeholder 21"/>
          <p:cNvSpPr>
            <a:spLocks noGrp="1"/>
          </p:cNvSpPr>
          <p:nvPr>
            <p:ph type="body" sz="quarter" idx="33"/>
          </p:nvPr>
        </p:nvSpPr>
        <p:spPr>
          <a:xfrm>
            <a:off x="5347857" y="3998149"/>
            <a:ext cx="1959723" cy="29348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8" name="Text Placeholder 21"/>
          <p:cNvSpPr>
            <a:spLocks noGrp="1"/>
          </p:cNvSpPr>
          <p:nvPr>
            <p:ph type="body" sz="quarter" idx="34"/>
          </p:nvPr>
        </p:nvSpPr>
        <p:spPr>
          <a:xfrm>
            <a:off x="4984173" y="5377600"/>
            <a:ext cx="1950027" cy="256811"/>
          </a:xfrm>
        </p:spPr>
        <p:txBody>
          <a:bodyPr>
            <a:noAutofit/>
          </a:bodyPr>
          <a:lstStyle>
            <a:lvl1pPr algn="ctr">
              <a:defRPr sz="14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9" name="Text Placeholder 21"/>
          <p:cNvSpPr>
            <a:spLocks noGrp="1"/>
          </p:cNvSpPr>
          <p:nvPr>
            <p:ph type="body" sz="quarter" idx="35"/>
          </p:nvPr>
        </p:nvSpPr>
        <p:spPr>
          <a:xfrm>
            <a:off x="4984173" y="5655276"/>
            <a:ext cx="1950027" cy="330467"/>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cxnSp>
        <p:nvCxnSpPr>
          <p:cNvPr id="31" name="Curved Connector 30"/>
          <p:cNvCxnSpPr/>
          <p:nvPr userDrawn="1"/>
        </p:nvCxnSpPr>
        <p:spPr>
          <a:xfrm flipV="1">
            <a:off x="7470570" y="2732683"/>
            <a:ext cx="1396339" cy="1062006"/>
          </a:xfrm>
          <a:prstGeom prst="curvedConnector3">
            <a:avLst>
              <a:gd name="adj1" fmla="val 50000"/>
            </a:avLst>
          </a:prstGeom>
          <a:ln w="63500">
            <a:solidFill>
              <a:schemeClr val="accent5"/>
            </a:solidFill>
            <a:tailEnd type="triangle" w="med" len="med"/>
          </a:ln>
        </p:spPr>
        <p:style>
          <a:lnRef idx="1">
            <a:schemeClr val="accent1"/>
          </a:lnRef>
          <a:fillRef idx="0">
            <a:schemeClr val="accent1"/>
          </a:fillRef>
          <a:effectRef idx="0">
            <a:schemeClr val="accent1"/>
          </a:effectRef>
          <a:fontRef idx="minor">
            <a:schemeClr val="tx1"/>
          </a:fontRef>
        </p:style>
      </p:cxnSp>
      <p:cxnSp>
        <p:nvCxnSpPr>
          <p:cNvPr id="32" name="Curved Connector 31"/>
          <p:cNvCxnSpPr/>
          <p:nvPr userDrawn="1"/>
        </p:nvCxnSpPr>
        <p:spPr>
          <a:xfrm>
            <a:off x="7459981" y="3998149"/>
            <a:ext cx="1140030" cy="0"/>
          </a:xfrm>
          <a:prstGeom prst="straightConnector1">
            <a:avLst/>
          </a:prstGeom>
          <a:ln w="63500">
            <a:solidFill>
              <a:schemeClr val="accent4"/>
            </a:solidFill>
            <a:tailEnd type="triangle" w="med" len="med"/>
          </a:ln>
        </p:spPr>
        <p:style>
          <a:lnRef idx="1">
            <a:schemeClr val="accent1"/>
          </a:lnRef>
          <a:fillRef idx="0">
            <a:schemeClr val="accent1"/>
          </a:fillRef>
          <a:effectRef idx="0">
            <a:schemeClr val="accent1"/>
          </a:effectRef>
          <a:fontRef idx="minor">
            <a:schemeClr val="tx1"/>
          </a:fontRef>
        </p:style>
      </p:cxnSp>
      <p:cxnSp>
        <p:nvCxnSpPr>
          <p:cNvPr id="35" name="Curved Connector 34"/>
          <p:cNvCxnSpPr/>
          <p:nvPr userDrawn="1"/>
        </p:nvCxnSpPr>
        <p:spPr>
          <a:xfrm>
            <a:off x="7455230" y="4220040"/>
            <a:ext cx="1396339" cy="1062006"/>
          </a:xfrm>
          <a:prstGeom prst="curvedConnector3">
            <a:avLst>
              <a:gd name="adj1" fmla="val 50000"/>
            </a:avLst>
          </a:prstGeom>
          <a:ln w="63500">
            <a:solidFill>
              <a:schemeClr val="accent6"/>
            </a:solidFill>
            <a:tailEnd type="triangle" w="med" len="med"/>
          </a:ln>
        </p:spPr>
        <p:style>
          <a:lnRef idx="1">
            <a:schemeClr val="accent1"/>
          </a:lnRef>
          <a:fillRef idx="0">
            <a:schemeClr val="accent1"/>
          </a:fillRef>
          <a:effectRef idx="0">
            <a:schemeClr val="accent1"/>
          </a:effectRef>
          <a:fontRef idx="minor">
            <a:schemeClr val="tx1"/>
          </a:fontRef>
        </p:style>
      </p:cxnSp>
      <p:sp>
        <p:nvSpPr>
          <p:cNvPr id="36" name="Picture Placeholder 40"/>
          <p:cNvSpPr>
            <a:spLocks noGrp="1"/>
          </p:cNvSpPr>
          <p:nvPr>
            <p:ph type="pic" sz="quarter" idx="36"/>
          </p:nvPr>
        </p:nvSpPr>
        <p:spPr>
          <a:xfrm flipH="1">
            <a:off x="8891349" y="1938226"/>
            <a:ext cx="1004455" cy="980224"/>
          </a:xfrm>
          <a:custGeom>
            <a:avLst/>
            <a:gdLst>
              <a:gd name="connsiteX0" fmla="*/ 661920 w 1782809"/>
              <a:gd name="connsiteY0" fmla="*/ 0 h 1739801"/>
              <a:gd name="connsiteX1" fmla="*/ 872621 w 1782809"/>
              <a:gd name="connsiteY1" fmla="*/ 112029 h 1739801"/>
              <a:gd name="connsiteX2" fmla="*/ 878174 w 1782809"/>
              <a:gd name="connsiteY2" fmla="*/ 122259 h 1739801"/>
              <a:gd name="connsiteX3" fmla="*/ 888662 w 1782809"/>
              <a:gd name="connsiteY3" fmla="*/ 120659 h 1739801"/>
              <a:gd name="connsiteX4" fmla="*/ 965961 w 1782809"/>
              <a:gd name="connsiteY4" fmla="*/ 116755 h 1739801"/>
              <a:gd name="connsiteX5" fmla="*/ 1326326 w 1782809"/>
              <a:gd name="connsiteY5" fmla="*/ 208003 h 1739801"/>
              <a:gd name="connsiteX6" fmla="*/ 1367203 w 1782809"/>
              <a:gd name="connsiteY6" fmla="*/ 232837 h 1739801"/>
              <a:gd name="connsiteX7" fmla="*/ 1376243 w 1782809"/>
              <a:gd name="connsiteY7" fmla="*/ 225379 h 1739801"/>
              <a:gd name="connsiteX8" fmla="*/ 1518310 w 1782809"/>
              <a:gd name="connsiteY8" fmla="*/ 181983 h 1739801"/>
              <a:gd name="connsiteX9" fmla="*/ 1772407 w 1782809"/>
              <a:gd name="connsiteY9" fmla="*/ 436079 h 1739801"/>
              <a:gd name="connsiteX10" fmla="*/ 1697983 w 1782809"/>
              <a:gd name="connsiteY10" fmla="*/ 615753 h 1739801"/>
              <a:gd name="connsiteX11" fmla="*/ 1681257 w 1782809"/>
              <a:gd name="connsiteY11" fmla="*/ 629554 h 1739801"/>
              <a:gd name="connsiteX12" fmla="*/ 1687993 w 1782809"/>
              <a:gd name="connsiteY12" fmla="*/ 647960 h 1739801"/>
              <a:gd name="connsiteX13" fmla="*/ 1721982 w 1782809"/>
              <a:gd name="connsiteY13" fmla="*/ 872777 h 1739801"/>
              <a:gd name="connsiteX14" fmla="*/ 1718079 w 1782809"/>
              <a:gd name="connsiteY14" fmla="*/ 950076 h 1739801"/>
              <a:gd name="connsiteX15" fmla="*/ 1708911 w 1782809"/>
              <a:gd name="connsiteY15" fmla="*/ 1010143 h 1739801"/>
              <a:gd name="connsiteX16" fmla="*/ 1739413 w 1782809"/>
              <a:gd name="connsiteY16" fmla="*/ 1047112 h 1739801"/>
              <a:gd name="connsiteX17" fmla="*/ 1782809 w 1782809"/>
              <a:gd name="connsiteY17" fmla="*/ 1189180 h 1739801"/>
              <a:gd name="connsiteX18" fmla="*/ 1528713 w 1782809"/>
              <a:gd name="connsiteY18" fmla="*/ 1443276 h 1739801"/>
              <a:gd name="connsiteX19" fmla="*/ 1477504 w 1782809"/>
              <a:gd name="connsiteY19" fmla="*/ 1438114 h 1739801"/>
              <a:gd name="connsiteX20" fmla="*/ 1469464 w 1782809"/>
              <a:gd name="connsiteY20" fmla="*/ 1435618 h 1739801"/>
              <a:gd name="connsiteX21" fmla="*/ 1446861 w 1782809"/>
              <a:gd name="connsiteY21" fmla="*/ 1456160 h 1739801"/>
              <a:gd name="connsiteX22" fmla="*/ 1033711 w 1782809"/>
              <a:gd name="connsiteY22" fmla="*/ 1625805 h 1739801"/>
              <a:gd name="connsiteX23" fmla="*/ 972376 w 1782809"/>
              <a:gd name="connsiteY23" fmla="*/ 1628515 h 1739801"/>
              <a:gd name="connsiteX24" fmla="*/ 941962 w 1782809"/>
              <a:gd name="connsiteY24" fmla="*/ 1665378 h 1739801"/>
              <a:gd name="connsiteX25" fmla="*/ 762288 w 1782809"/>
              <a:gd name="connsiteY25" fmla="*/ 1739801 h 1739801"/>
              <a:gd name="connsiteX26" fmla="*/ 508192 w 1782809"/>
              <a:gd name="connsiteY26" fmla="*/ 1485705 h 1739801"/>
              <a:gd name="connsiteX27" fmla="*/ 509460 w 1782809"/>
              <a:gd name="connsiteY27" fmla="*/ 1473124 h 1739801"/>
              <a:gd name="connsiteX28" fmla="*/ 457628 w 1782809"/>
              <a:gd name="connsiteY28" fmla="*/ 1432399 h 1739801"/>
              <a:gd name="connsiteX29" fmla="*/ 269351 w 1782809"/>
              <a:gd name="connsiteY29" fmla="*/ 1167055 h 1739801"/>
              <a:gd name="connsiteX30" fmla="*/ 256837 w 1782809"/>
              <a:gd name="connsiteY30" fmla="*/ 1132864 h 1739801"/>
              <a:gd name="connsiteX31" fmla="*/ 254096 w 1782809"/>
              <a:gd name="connsiteY31" fmla="*/ 1133141 h 1739801"/>
              <a:gd name="connsiteX32" fmla="*/ 0 w 1782809"/>
              <a:gd name="connsiteY32" fmla="*/ 879044 h 1739801"/>
              <a:gd name="connsiteX33" fmla="*/ 202887 w 1782809"/>
              <a:gd name="connsiteY33" fmla="*/ 630110 h 1739801"/>
              <a:gd name="connsiteX34" fmla="*/ 252284 w 1782809"/>
              <a:gd name="connsiteY34" fmla="*/ 625130 h 1739801"/>
              <a:gd name="connsiteX35" fmla="*/ 269351 w 1782809"/>
              <a:gd name="connsiteY35" fmla="*/ 578499 h 1739801"/>
              <a:gd name="connsiteX36" fmla="*/ 339055 w 1782809"/>
              <a:gd name="connsiteY36" fmla="*/ 450078 h 1739801"/>
              <a:gd name="connsiteX37" fmla="*/ 425429 w 1782809"/>
              <a:gd name="connsiteY37" fmla="*/ 345392 h 1739801"/>
              <a:gd name="connsiteX38" fmla="*/ 412986 w 1782809"/>
              <a:gd name="connsiteY38" fmla="*/ 305306 h 1739801"/>
              <a:gd name="connsiteX39" fmla="*/ 407824 w 1782809"/>
              <a:gd name="connsiteY39" fmla="*/ 254096 h 1739801"/>
              <a:gd name="connsiteX40" fmla="*/ 661920 w 1782809"/>
              <a:gd name="connsiteY40" fmla="*/ 0 h 1739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782809" h="1739801">
                <a:moveTo>
                  <a:pt x="661920" y="0"/>
                </a:moveTo>
                <a:cubicBezTo>
                  <a:pt x="749628" y="0"/>
                  <a:pt x="826958" y="44438"/>
                  <a:pt x="872621" y="112029"/>
                </a:cubicBezTo>
                <a:lnTo>
                  <a:pt x="878174" y="122259"/>
                </a:lnTo>
                <a:lnTo>
                  <a:pt x="888662" y="120659"/>
                </a:lnTo>
                <a:cubicBezTo>
                  <a:pt x="914077" y="118078"/>
                  <a:pt x="939864" y="116755"/>
                  <a:pt x="965961" y="116755"/>
                </a:cubicBezTo>
                <a:cubicBezTo>
                  <a:pt x="1096442" y="116755"/>
                  <a:pt x="1219202" y="149810"/>
                  <a:pt x="1326326" y="208003"/>
                </a:cubicBezTo>
                <a:lnTo>
                  <a:pt x="1367203" y="232837"/>
                </a:lnTo>
                <a:lnTo>
                  <a:pt x="1376243" y="225379"/>
                </a:lnTo>
                <a:cubicBezTo>
                  <a:pt x="1416796" y="197981"/>
                  <a:pt x="1465685" y="181983"/>
                  <a:pt x="1518310" y="181983"/>
                </a:cubicBezTo>
                <a:cubicBezTo>
                  <a:pt x="1658644" y="181983"/>
                  <a:pt x="1772407" y="295746"/>
                  <a:pt x="1772407" y="436079"/>
                </a:cubicBezTo>
                <a:cubicBezTo>
                  <a:pt x="1772407" y="506246"/>
                  <a:pt x="1743966" y="569770"/>
                  <a:pt x="1697983" y="615753"/>
                </a:cubicBezTo>
                <a:lnTo>
                  <a:pt x="1681257" y="629554"/>
                </a:lnTo>
                <a:lnTo>
                  <a:pt x="1687993" y="647960"/>
                </a:lnTo>
                <a:cubicBezTo>
                  <a:pt x="1710083" y="718979"/>
                  <a:pt x="1721982" y="794489"/>
                  <a:pt x="1721982" y="872777"/>
                </a:cubicBezTo>
                <a:cubicBezTo>
                  <a:pt x="1721982" y="898874"/>
                  <a:pt x="1720660" y="924661"/>
                  <a:pt x="1718079" y="950076"/>
                </a:cubicBezTo>
                <a:lnTo>
                  <a:pt x="1708911" y="1010143"/>
                </a:lnTo>
                <a:lnTo>
                  <a:pt x="1739413" y="1047112"/>
                </a:lnTo>
                <a:cubicBezTo>
                  <a:pt x="1766811" y="1087666"/>
                  <a:pt x="1782809" y="1136555"/>
                  <a:pt x="1782809" y="1189180"/>
                </a:cubicBezTo>
                <a:cubicBezTo>
                  <a:pt x="1782809" y="1329513"/>
                  <a:pt x="1669046" y="1443276"/>
                  <a:pt x="1528713" y="1443276"/>
                </a:cubicBezTo>
                <a:cubicBezTo>
                  <a:pt x="1511171" y="1443276"/>
                  <a:pt x="1494045" y="1441498"/>
                  <a:pt x="1477504" y="1438114"/>
                </a:cubicBezTo>
                <a:lnTo>
                  <a:pt x="1469464" y="1435618"/>
                </a:lnTo>
                <a:lnTo>
                  <a:pt x="1446861" y="1456160"/>
                </a:lnTo>
                <a:cubicBezTo>
                  <a:pt x="1332511" y="1550530"/>
                  <a:pt x="1189943" y="1611930"/>
                  <a:pt x="1033711" y="1625805"/>
                </a:cubicBezTo>
                <a:lnTo>
                  <a:pt x="972376" y="1628515"/>
                </a:lnTo>
                <a:lnTo>
                  <a:pt x="941962" y="1665378"/>
                </a:lnTo>
                <a:cubicBezTo>
                  <a:pt x="895980" y="1711361"/>
                  <a:pt x="832455" y="1739801"/>
                  <a:pt x="762288" y="1739801"/>
                </a:cubicBezTo>
                <a:cubicBezTo>
                  <a:pt x="621955" y="1739801"/>
                  <a:pt x="508192" y="1626038"/>
                  <a:pt x="508192" y="1485705"/>
                </a:cubicBezTo>
                <a:lnTo>
                  <a:pt x="509460" y="1473124"/>
                </a:lnTo>
                <a:lnTo>
                  <a:pt x="457628" y="1432399"/>
                </a:lnTo>
                <a:cubicBezTo>
                  <a:pt x="377073" y="1359182"/>
                  <a:pt x="312390" y="1268811"/>
                  <a:pt x="269351" y="1167055"/>
                </a:cubicBezTo>
                <a:lnTo>
                  <a:pt x="256837" y="1132864"/>
                </a:lnTo>
                <a:lnTo>
                  <a:pt x="254096" y="1133141"/>
                </a:lnTo>
                <a:cubicBezTo>
                  <a:pt x="113763" y="1133141"/>
                  <a:pt x="0" y="1019378"/>
                  <a:pt x="0" y="879044"/>
                </a:cubicBezTo>
                <a:cubicBezTo>
                  <a:pt x="0" y="756252"/>
                  <a:pt x="87099" y="653803"/>
                  <a:pt x="202887" y="630110"/>
                </a:cubicBezTo>
                <a:lnTo>
                  <a:pt x="252284" y="625130"/>
                </a:lnTo>
                <a:lnTo>
                  <a:pt x="269351" y="578499"/>
                </a:lnTo>
                <a:cubicBezTo>
                  <a:pt x="288479" y="533275"/>
                  <a:pt x="311883" y="490299"/>
                  <a:pt x="339055" y="450078"/>
                </a:cubicBezTo>
                <a:lnTo>
                  <a:pt x="425429" y="345392"/>
                </a:lnTo>
                <a:lnTo>
                  <a:pt x="412986" y="305306"/>
                </a:lnTo>
                <a:cubicBezTo>
                  <a:pt x="409601" y="288764"/>
                  <a:pt x="407824" y="271638"/>
                  <a:pt x="407824" y="254096"/>
                </a:cubicBezTo>
                <a:cubicBezTo>
                  <a:pt x="407824" y="113763"/>
                  <a:pt x="521586" y="0"/>
                  <a:pt x="661920" y="0"/>
                </a:cubicBezTo>
                <a:close/>
              </a:path>
            </a:pathLst>
          </a:custGeom>
          <a:solidFill>
            <a:schemeClr val="bg1">
              <a:lumMod val="85000"/>
            </a:schemeClr>
          </a:solidFill>
        </p:spPr>
        <p:txBody>
          <a:bodyPr wrap="square">
            <a:noAutofit/>
          </a:bodyPr>
          <a:lstStyle/>
          <a:p>
            <a:endParaRPr lang="en-AU" dirty="0"/>
          </a:p>
        </p:txBody>
      </p:sp>
      <p:sp>
        <p:nvSpPr>
          <p:cNvPr id="37" name="Picture Placeholder 40"/>
          <p:cNvSpPr>
            <a:spLocks noGrp="1"/>
          </p:cNvSpPr>
          <p:nvPr>
            <p:ph type="pic" sz="quarter" idx="37"/>
          </p:nvPr>
        </p:nvSpPr>
        <p:spPr>
          <a:xfrm flipH="1">
            <a:off x="8860669" y="3517733"/>
            <a:ext cx="1004455" cy="980224"/>
          </a:xfrm>
          <a:custGeom>
            <a:avLst/>
            <a:gdLst>
              <a:gd name="connsiteX0" fmla="*/ 661920 w 1782809"/>
              <a:gd name="connsiteY0" fmla="*/ 0 h 1739801"/>
              <a:gd name="connsiteX1" fmla="*/ 872621 w 1782809"/>
              <a:gd name="connsiteY1" fmla="*/ 112029 h 1739801"/>
              <a:gd name="connsiteX2" fmla="*/ 878174 w 1782809"/>
              <a:gd name="connsiteY2" fmla="*/ 122259 h 1739801"/>
              <a:gd name="connsiteX3" fmla="*/ 888662 w 1782809"/>
              <a:gd name="connsiteY3" fmla="*/ 120659 h 1739801"/>
              <a:gd name="connsiteX4" fmla="*/ 965961 w 1782809"/>
              <a:gd name="connsiteY4" fmla="*/ 116755 h 1739801"/>
              <a:gd name="connsiteX5" fmla="*/ 1326326 w 1782809"/>
              <a:gd name="connsiteY5" fmla="*/ 208003 h 1739801"/>
              <a:gd name="connsiteX6" fmla="*/ 1367203 w 1782809"/>
              <a:gd name="connsiteY6" fmla="*/ 232837 h 1739801"/>
              <a:gd name="connsiteX7" fmla="*/ 1376243 w 1782809"/>
              <a:gd name="connsiteY7" fmla="*/ 225379 h 1739801"/>
              <a:gd name="connsiteX8" fmla="*/ 1518310 w 1782809"/>
              <a:gd name="connsiteY8" fmla="*/ 181983 h 1739801"/>
              <a:gd name="connsiteX9" fmla="*/ 1772407 w 1782809"/>
              <a:gd name="connsiteY9" fmla="*/ 436079 h 1739801"/>
              <a:gd name="connsiteX10" fmla="*/ 1697983 w 1782809"/>
              <a:gd name="connsiteY10" fmla="*/ 615753 h 1739801"/>
              <a:gd name="connsiteX11" fmla="*/ 1681257 w 1782809"/>
              <a:gd name="connsiteY11" fmla="*/ 629554 h 1739801"/>
              <a:gd name="connsiteX12" fmla="*/ 1687993 w 1782809"/>
              <a:gd name="connsiteY12" fmla="*/ 647960 h 1739801"/>
              <a:gd name="connsiteX13" fmla="*/ 1721982 w 1782809"/>
              <a:gd name="connsiteY13" fmla="*/ 872777 h 1739801"/>
              <a:gd name="connsiteX14" fmla="*/ 1718079 w 1782809"/>
              <a:gd name="connsiteY14" fmla="*/ 950076 h 1739801"/>
              <a:gd name="connsiteX15" fmla="*/ 1708911 w 1782809"/>
              <a:gd name="connsiteY15" fmla="*/ 1010143 h 1739801"/>
              <a:gd name="connsiteX16" fmla="*/ 1739413 w 1782809"/>
              <a:gd name="connsiteY16" fmla="*/ 1047112 h 1739801"/>
              <a:gd name="connsiteX17" fmla="*/ 1782809 w 1782809"/>
              <a:gd name="connsiteY17" fmla="*/ 1189180 h 1739801"/>
              <a:gd name="connsiteX18" fmla="*/ 1528713 w 1782809"/>
              <a:gd name="connsiteY18" fmla="*/ 1443276 h 1739801"/>
              <a:gd name="connsiteX19" fmla="*/ 1477504 w 1782809"/>
              <a:gd name="connsiteY19" fmla="*/ 1438114 h 1739801"/>
              <a:gd name="connsiteX20" fmla="*/ 1469464 w 1782809"/>
              <a:gd name="connsiteY20" fmla="*/ 1435618 h 1739801"/>
              <a:gd name="connsiteX21" fmla="*/ 1446861 w 1782809"/>
              <a:gd name="connsiteY21" fmla="*/ 1456160 h 1739801"/>
              <a:gd name="connsiteX22" fmla="*/ 1033711 w 1782809"/>
              <a:gd name="connsiteY22" fmla="*/ 1625805 h 1739801"/>
              <a:gd name="connsiteX23" fmla="*/ 972376 w 1782809"/>
              <a:gd name="connsiteY23" fmla="*/ 1628515 h 1739801"/>
              <a:gd name="connsiteX24" fmla="*/ 941962 w 1782809"/>
              <a:gd name="connsiteY24" fmla="*/ 1665378 h 1739801"/>
              <a:gd name="connsiteX25" fmla="*/ 762288 w 1782809"/>
              <a:gd name="connsiteY25" fmla="*/ 1739801 h 1739801"/>
              <a:gd name="connsiteX26" fmla="*/ 508192 w 1782809"/>
              <a:gd name="connsiteY26" fmla="*/ 1485705 h 1739801"/>
              <a:gd name="connsiteX27" fmla="*/ 509460 w 1782809"/>
              <a:gd name="connsiteY27" fmla="*/ 1473124 h 1739801"/>
              <a:gd name="connsiteX28" fmla="*/ 457628 w 1782809"/>
              <a:gd name="connsiteY28" fmla="*/ 1432399 h 1739801"/>
              <a:gd name="connsiteX29" fmla="*/ 269351 w 1782809"/>
              <a:gd name="connsiteY29" fmla="*/ 1167055 h 1739801"/>
              <a:gd name="connsiteX30" fmla="*/ 256837 w 1782809"/>
              <a:gd name="connsiteY30" fmla="*/ 1132864 h 1739801"/>
              <a:gd name="connsiteX31" fmla="*/ 254096 w 1782809"/>
              <a:gd name="connsiteY31" fmla="*/ 1133141 h 1739801"/>
              <a:gd name="connsiteX32" fmla="*/ 0 w 1782809"/>
              <a:gd name="connsiteY32" fmla="*/ 879044 h 1739801"/>
              <a:gd name="connsiteX33" fmla="*/ 202887 w 1782809"/>
              <a:gd name="connsiteY33" fmla="*/ 630110 h 1739801"/>
              <a:gd name="connsiteX34" fmla="*/ 252284 w 1782809"/>
              <a:gd name="connsiteY34" fmla="*/ 625130 h 1739801"/>
              <a:gd name="connsiteX35" fmla="*/ 269351 w 1782809"/>
              <a:gd name="connsiteY35" fmla="*/ 578499 h 1739801"/>
              <a:gd name="connsiteX36" fmla="*/ 339055 w 1782809"/>
              <a:gd name="connsiteY36" fmla="*/ 450078 h 1739801"/>
              <a:gd name="connsiteX37" fmla="*/ 425429 w 1782809"/>
              <a:gd name="connsiteY37" fmla="*/ 345392 h 1739801"/>
              <a:gd name="connsiteX38" fmla="*/ 412986 w 1782809"/>
              <a:gd name="connsiteY38" fmla="*/ 305306 h 1739801"/>
              <a:gd name="connsiteX39" fmla="*/ 407824 w 1782809"/>
              <a:gd name="connsiteY39" fmla="*/ 254096 h 1739801"/>
              <a:gd name="connsiteX40" fmla="*/ 661920 w 1782809"/>
              <a:gd name="connsiteY40" fmla="*/ 0 h 1739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782809" h="1739801">
                <a:moveTo>
                  <a:pt x="661920" y="0"/>
                </a:moveTo>
                <a:cubicBezTo>
                  <a:pt x="749628" y="0"/>
                  <a:pt x="826958" y="44438"/>
                  <a:pt x="872621" y="112029"/>
                </a:cubicBezTo>
                <a:lnTo>
                  <a:pt x="878174" y="122259"/>
                </a:lnTo>
                <a:lnTo>
                  <a:pt x="888662" y="120659"/>
                </a:lnTo>
                <a:cubicBezTo>
                  <a:pt x="914077" y="118078"/>
                  <a:pt x="939864" y="116755"/>
                  <a:pt x="965961" y="116755"/>
                </a:cubicBezTo>
                <a:cubicBezTo>
                  <a:pt x="1096442" y="116755"/>
                  <a:pt x="1219202" y="149810"/>
                  <a:pt x="1326326" y="208003"/>
                </a:cubicBezTo>
                <a:lnTo>
                  <a:pt x="1367203" y="232837"/>
                </a:lnTo>
                <a:lnTo>
                  <a:pt x="1376243" y="225379"/>
                </a:lnTo>
                <a:cubicBezTo>
                  <a:pt x="1416796" y="197981"/>
                  <a:pt x="1465685" y="181983"/>
                  <a:pt x="1518310" y="181983"/>
                </a:cubicBezTo>
                <a:cubicBezTo>
                  <a:pt x="1658644" y="181983"/>
                  <a:pt x="1772407" y="295746"/>
                  <a:pt x="1772407" y="436079"/>
                </a:cubicBezTo>
                <a:cubicBezTo>
                  <a:pt x="1772407" y="506246"/>
                  <a:pt x="1743966" y="569770"/>
                  <a:pt x="1697983" y="615753"/>
                </a:cubicBezTo>
                <a:lnTo>
                  <a:pt x="1681257" y="629554"/>
                </a:lnTo>
                <a:lnTo>
                  <a:pt x="1687993" y="647960"/>
                </a:lnTo>
                <a:cubicBezTo>
                  <a:pt x="1710083" y="718979"/>
                  <a:pt x="1721982" y="794489"/>
                  <a:pt x="1721982" y="872777"/>
                </a:cubicBezTo>
                <a:cubicBezTo>
                  <a:pt x="1721982" y="898874"/>
                  <a:pt x="1720660" y="924661"/>
                  <a:pt x="1718079" y="950076"/>
                </a:cubicBezTo>
                <a:lnTo>
                  <a:pt x="1708911" y="1010143"/>
                </a:lnTo>
                <a:lnTo>
                  <a:pt x="1739413" y="1047112"/>
                </a:lnTo>
                <a:cubicBezTo>
                  <a:pt x="1766811" y="1087666"/>
                  <a:pt x="1782809" y="1136555"/>
                  <a:pt x="1782809" y="1189180"/>
                </a:cubicBezTo>
                <a:cubicBezTo>
                  <a:pt x="1782809" y="1329513"/>
                  <a:pt x="1669046" y="1443276"/>
                  <a:pt x="1528713" y="1443276"/>
                </a:cubicBezTo>
                <a:cubicBezTo>
                  <a:pt x="1511171" y="1443276"/>
                  <a:pt x="1494045" y="1441498"/>
                  <a:pt x="1477504" y="1438114"/>
                </a:cubicBezTo>
                <a:lnTo>
                  <a:pt x="1469464" y="1435618"/>
                </a:lnTo>
                <a:lnTo>
                  <a:pt x="1446861" y="1456160"/>
                </a:lnTo>
                <a:cubicBezTo>
                  <a:pt x="1332511" y="1550530"/>
                  <a:pt x="1189943" y="1611930"/>
                  <a:pt x="1033711" y="1625805"/>
                </a:cubicBezTo>
                <a:lnTo>
                  <a:pt x="972376" y="1628515"/>
                </a:lnTo>
                <a:lnTo>
                  <a:pt x="941962" y="1665378"/>
                </a:lnTo>
                <a:cubicBezTo>
                  <a:pt x="895980" y="1711361"/>
                  <a:pt x="832455" y="1739801"/>
                  <a:pt x="762288" y="1739801"/>
                </a:cubicBezTo>
                <a:cubicBezTo>
                  <a:pt x="621955" y="1739801"/>
                  <a:pt x="508192" y="1626038"/>
                  <a:pt x="508192" y="1485705"/>
                </a:cubicBezTo>
                <a:lnTo>
                  <a:pt x="509460" y="1473124"/>
                </a:lnTo>
                <a:lnTo>
                  <a:pt x="457628" y="1432399"/>
                </a:lnTo>
                <a:cubicBezTo>
                  <a:pt x="377073" y="1359182"/>
                  <a:pt x="312390" y="1268811"/>
                  <a:pt x="269351" y="1167055"/>
                </a:cubicBezTo>
                <a:lnTo>
                  <a:pt x="256837" y="1132864"/>
                </a:lnTo>
                <a:lnTo>
                  <a:pt x="254096" y="1133141"/>
                </a:lnTo>
                <a:cubicBezTo>
                  <a:pt x="113763" y="1133141"/>
                  <a:pt x="0" y="1019378"/>
                  <a:pt x="0" y="879044"/>
                </a:cubicBezTo>
                <a:cubicBezTo>
                  <a:pt x="0" y="756252"/>
                  <a:pt x="87099" y="653803"/>
                  <a:pt x="202887" y="630110"/>
                </a:cubicBezTo>
                <a:lnTo>
                  <a:pt x="252284" y="625130"/>
                </a:lnTo>
                <a:lnTo>
                  <a:pt x="269351" y="578499"/>
                </a:lnTo>
                <a:cubicBezTo>
                  <a:pt x="288479" y="533275"/>
                  <a:pt x="311883" y="490299"/>
                  <a:pt x="339055" y="450078"/>
                </a:cubicBezTo>
                <a:lnTo>
                  <a:pt x="425429" y="345392"/>
                </a:lnTo>
                <a:lnTo>
                  <a:pt x="412986" y="305306"/>
                </a:lnTo>
                <a:cubicBezTo>
                  <a:pt x="409601" y="288764"/>
                  <a:pt x="407824" y="271638"/>
                  <a:pt x="407824" y="254096"/>
                </a:cubicBezTo>
                <a:cubicBezTo>
                  <a:pt x="407824" y="113763"/>
                  <a:pt x="521586" y="0"/>
                  <a:pt x="661920" y="0"/>
                </a:cubicBezTo>
                <a:close/>
              </a:path>
            </a:pathLst>
          </a:custGeom>
          <a:solidFill>
            <a:schemeClr val="bg1">
              <a:lumMod val="85000"/>
            </a:schemeClr>
          </a:solidFill>
        </p:spPr>
        <p:txBody>
          <a:bodyPr wrap="square">
            <a:noAutofit/>
          </a:bodyPr>
          <a:lstStyle/>
          <a:p>
            <a:endParaRPr lang="en-AU" dirty="0"/>
          </a:p>
        </p:txBody>
      </p:sp>
      <p:sp>
        <p:nvSpPr>
          <p:cNvPr id="38" name="Picture Placeholder 40"/>
          <p:cNvSpPr>
            <a:spLocks noGrp="1"/>
          </p:cNvSpPr>
          <p:nvPr>
            <p:ph type="pic" sz="quarter" idx="38"/>
          </p:nvPr>
        </p:nvSpPr>
        <p:spPr>
          <a:xfrm flipH="1">
            <a:off x="8891349" y="5189755"/>
            <a:ext cx="1004455" cy="980224"/>
          </a:xfrm>
          <a:custGeom>
            <a:avLst/>
            <a:gdLst>
              <a:gd name="connsiteX0" fmla="*/ 661920 w 1782809"/>
              <a:gd name="connsiteY0" fmla="*/ 0 h 1739801"/>
              <a:gd name="connsiteX1" fmla="*/ 872621 w 1782809"/>
              <a:gd name="connsiteY1" fmla="*/ 112029 h 1739801"/>
              <a:gd name="connsiteX2" fmla="*/ 878174 w 1782809"/>
              <a:gd name="connsiteY2" fmla="*/ 122259 h 1739801"/>
              <a:gd name="connsiteX3" fmla="*/ 888662 w 1782809"/>
              <a:gd name="connsiteY3" fmla="*/ 120659 h 1739801"/>
              <a:gd name="connsiteX4" fmla="*/ 965961 w 1782809"/>
              <a:gd name="connsiteY4" fmla="*/ 116755 h 1739801"/>
              <a:gd name="connsiteX5" fmla="*/ 1326326 w 1782809"/>
              <a:gd name="connsiteY5" fmla="*/ 208003 h 1739801"/>
              <a:gd name="connsiteX6" fmla="*/ 1367203 w 1782809"/>
              <a:gd name="connsiteY6" fmla="*/ 232837 h 1739801"/>
              <a:gd name="connsiteX7" fmla="*/ 1376243 w 1782809"/>
              <a:gd name="connsiteY7" fmla="*/ 225379 h 1739801"/>
              <a:gd name="connsiteX8" fmla="*/ 1518310 w 1782809"/>
              <a:gd name="connsiteY8" fmla="*/ 181983 h 1739801"/>
              <a:gd name="connsiteX9" fmla="*/ 1772407 w 1782809"/>
              <a:gd name="connsiteY9" fmla="*/ 436079 h 1739801"/>
              <a:gd name="connsiteX10" fmla="*/ 1697983 w 1782809"/>
              <a:gd name="connsiteY10" fmla="*/ 615753 h 1739801"/>
              <a:gd name="connsiteX11" fmla="*/ 1681257 w 1782809"/>
              <a:gd name="connsiteY11" fmla="*/ 629554 h 1739801"/>
              <a:gd name="connsiteX12" fmla="*/ 1687993 w 1782809"/>
              <a:gd name="connsiteY12" fmla="*/ 647960 h 1739801"/>
              <a:gd name="connsiteX13" fmla="*/ 1721982 w 1782809"/>
              <a:gd name="connsiteY13" fmla="*/ 872777 h 1739801"/>
              <a:gd name="connsiteX14" fmla="*/ 1718079 w 1782809"/>
              <a:gd name="connsiteY14" fmla="*/ 950076 h 1739801"/>
              <a:gd name="connsiteX15" fmla="*/ 1708911 w 1782809"/>
              <a:gd name="connsiteY15" fmla="*/ 1010143 h 1739801"/>
              <a:gd name="connsiteX16" fmla="*/ 1739413 w 1782809"/>
              <a:gd name="connsiteY16" fmla="*/ 1047112 h 1739801"/>
              <a:gd name="connsiteX17" fmla="*/ 1782809 w 1782809"/>
              <a:gd name="connsiteY17" fmla="*/ 1189180 h 1739801"/>
              <a:gd name="connsiteX18" fmla="*/ 1528713 w 1782809"/>
              <a:gd name="connsiteY18" fmla="*/ 1443276 h 1739801"/>
              <a:gd name="connsiteX19" fmla="*/ 1477504 w 1782809"/>
              <a:gd name="connsiteY19" fmla="*/ 1438114 h 1739801"/>
              <a:gd name="connsiteX20" fmla="*/ 1469464 w 1782809"/>
              <a:gd name="connsiteY20" fmla="*/ 1435618 h 1739801"/>
              <a:gd name="connsiteX21" fmla="*/ 1446861 w 1782809"/>
              <a:gd name="connsiteY21" fmla="*/ 1456160 h 1739801"/>
              <a:gd name="connsiteX22" fmla="*/ 1033711 w 1782809"/>
              <a:gd name="connsiteY22" fmla="*/ 1625805 h 1739801"/>
              <a:gd name="connsiteX23" fmla="*/ 972376 w 1782809"/>
              <a:gd name="connsiteY23" fmla="*/ 1628515 h 1739801"/>
              <a:gd name="connsiteX24" fmla="*/ 941962 w 1782809"/>
              <a:gd name="connsiteY24" fmla="*/ 1665378 h 1739801"/>
              <a:gd name="connsiteX25" fmla="*/ 762288 w 1782809"/>
              <a:gd name="connsiteY25" fmla="*/ 1739801 h 1739801"/>
              <a:gd name="connsiteX26" fmla="*/ 508192 w 1782809"/>
              <a:gd name="connsiteY26" fmla="*/ 1485705 h 1739801"/>
              <a:gd name="connsiteX27" fmla="*/ 509460 w 1782809"/>
              <a:gd name="connsiteY27" fmla="*/ 1473124 h 1739801"/>
              <a:gd name="connsiteX28" fmla="*/ 457628 w 1782809"/>
              <a:gd name="connsiteY28" fmla="*/ 1432399 h 1739801"/>
              <a:gd name="connsiteX29" fmla="*/ 269351 w 1782809"/>
              <a:gd name="connsiteY29" fmla="*/ 1167055 h 1739801"/>
              <a:gd name="connsiteX30" fmla="*/ 256837 w 1782809"/>
              <a:gd name="connsiteY30" fmla="*/ 1132864 h 1739801"/>
              <a:gd name="connsiteX31" fmla="*/ 254096 w 1782809"/>
              <a:gd name="connsiteY31" fmla="*/ 1133141 h 1739801"/>
              <a:gd name="connsiteX32" fmla="*/ 0 w 1782809"/>
              <a:gd name="connsiteY32" fmla="*/ 879044 h 1739801"/>
              <a:gd name="connsiteX33" fmla="*/ 202887 w 1782809"/>
              <a:gd name="connsiteY33" fmla="*/ 630110 h 1739801"/>
              <a:gd name="connsiteX34" fmla="*/ 252284 w 1782809"/>
              <a:gd name="connsiteY34" fmla="*/ 625130 h 1739801"/>
              <a:gd name="connsiteX35" fmla="*/ 269351 w 1782809"/>
              <a:gd name="connsiteY35" fmla="*/ 578499 h 1739801"/>
              <a:gd name="connsiteX36" fmla="*/ 339055 w 1782809"/>
              <a:gd name="connsiteY36" fmla="*/ 450078 h 1739801"/>
              <a:gd name="connsiteX37" fmla="*/ 425429 w 1782809"/>
              <a:gd name="connsiteY37" fmla="*/ 345392 h 1739801"/>
              <a:gd name="connsiteX38" fmla="*/ 412986 w 1782809"/>
              <a:gd name="connsiteY38" fmla="*/ 305306 h 1739801"/>
              <a:gd name="connsiteX39" fmla="*/ 407824 w 1782809"/>
              <a:gd name="connsiteY39" fmla="*/ 254096 h 1739801"/>
              <a:gd name="connsiteX40" fmla="*/ 661920 w 1782809"/>
              <a:gd name="connsiteY40" fmla="*/ 0 h 1739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782809" h="1739801">
                <a:moveTo>
                  <a:pt x="661920" y="0"/>
                </a:moveTo>
                <a:cubicBezTo>
                  <a:pt x="749628" y="0"/>
                  <a:pt x="826958" y="44438"/>
                  <a:pt x="872621" y="112029"/>
                </a:cubicBezTo>
                <a:lnTo>
                  <a:pt x="878174" y="122259"/>
                </a:lnTo>
                <a:lnTo>
                  <a:pt x="888662" y="120659"/>
                </a:lnTo>
                <a:cubicBezTo>
                  <a:pt x="914077" y="118078"/>
                  <a:pt x="939864" y="116755"/>
                  <a:pt x="965961" y="116755"/>
                </a:cubicBezTo>
                <a:cubicBezTo>
                  <a:pt x="1096442" y="116755"/>
                  <a:pt x="1219202" y="149810"/>
                  <a:pt x="1326326" y="208003"/>
                </a:cubicBezTo>
                <a:lnTo>
                  <a:pt x="1367203" y="232837"/>
                </a:lnTo>
                <a:lnTo>
                  <a:pt x="1376243" y="225379"/>
                </a:lnTo>
                <a:cubicBezTo>
                  <a:pt x="1416796" y="197981"/>
                  <a:pt x="1465685" y="181983"/>
                  <a:pt x="1518310" y="181983"/>
                </a:cubicBezTo>
                <a:cubicBezTo>
                  <a:pt x="1658644" y="181983"/>
                  <a:pt x="1772407" y="295746"/>
                  <a:pt x="1772407" y="436079"/>
                </a:cubicBezTo>
                <a:cubicBezTo>
                  <a:pt x="1772407" y="506246"/>
                  <a:pt x="1743966" y="569770"/>
                  <a:pt x="1697983" y="615753"/>
                </a:cubicBezTo>
                <a:lnTo>
                  <a:pt x="1681257" y="629554"/>
                </a:lnTo>
                <a:lnTo>
                  <a:pt x="1687993" y="647960"/>
                </a:lnTo>
                <a:cubicBezTo>
                  <a:pt x="1710083" y="718979"/>
                  <a:pt x="1721982" y="794489"/>
                  <a:pt x="1721982" y="872777"/>
                </a:cubicBezTo>
                <a:cubicBezTo>
                  <a:pt x="1721982" y="898874"/>
                  <a:pt x="1720660" y="924661"/>
                  <a:pt x="1718079" y="950076"/>
                </a:cubicBezTo>
                <a:lnTo>
                  <a:pt x="1708911" y="1010143"/>
                </a:lnTo>
                <a:lnTo>
                  <a:pt x="1739413" y="1047112"/>
                </a:lnTo>
                <a:cubicBezTo>
                  <a:pt x="1766811" y="1087666"/>
                  <a:pt x="1782809" y="1136555"/>
                  <a:pt x="1782809" y="1189180"/>
                </a:cubicBezTo>
                <a:cubicBezTo>
                  <a:pt x="1782809" y="1329513"/>
                  <a:pt x="1669046" y="1443276"/>
                  <a:pt x="1528713" y="1443276"/>
                </a:cubicBezTo>
                <a:cubicBezTo>
                  <a:pt x="1511171" y="1443276"/>
                  <a:pt x="1494045" y="1441498"/>
                  <a:pt x="1477504" y="1438114"/>
                </a:cubicBezTo>
                <a:lnTo>
                  <a:pt x="1469464" y="1435618"/>
                </a:lnTo>
                <a:lnTo>
                  <a:pt x="1446861" y="1456160"/>
                </a:lnTo>
                <a:cubicBezTo>
                  <a:pt x="1332511" y="1550530"/>
                  <a:pt x="1189943" y="1611930"/>
                  <a:pt x="1033711" y="1625805"/>
                </a:cubicBezTo>
                <a:lnTo>
                  <a:pt x="972376" y="1628515"/>
                </a:lnTo>
                <a:lnTo>
                  <a:pt x="941962" y="1665378"/>
                </a:lnTo>
                <a:cubicBezTo>
                  <a:pt x="895980" y="1711361"/>
                  <a:pt x="832455" y="1739801"/>
                  <a:pt x="762288" y="1739801"/>
                </a:cubicBezTo>
                <a:cubicBezTo>
                  <a:pt x="621955" y="1739801"/>
                  <a:pt x="508192" y="1626038"/>
                  <a:pt x="508192" y="1485705"/>
                </a:cubicBezTo>
                <a:lnTo>
                  <a:pt x="509460" y="1473124"/>
                </a:lnTo>
                <a:lnTo>
                  <a:pt x="457628" y="1432399"/>
                </a:lnTo>
                <a:cubicBezTo>
                  <a:pt x="377073" y="1359182"/>
                  <a:pt x="312390" y="1268811"/>
                  <a:pt x="269351" y="1167055"/>
                </a:cubicBezTo>
                <a:lnTo>
                  <a:pt x="256837" y="1132864"/>
                </a:lnTo>
                <a:lnTo>
                  <a:pt x="254096" y="1133141"/>
                </a:lnTo>
                <a:cubicBezTo>
                  <a:pt x="113763" y="1133141"/>
                  <a:pt x="0" y="1019378"/>
                  <a:pt x="0" y="879044"/>
                </a:cubicBezTo>
                <a:cubicBezTo>
                  <a:pt x="0" y="756252"/>
                  <a:pt x="87099" y="653803"/>
                  <a:pt x="202887" y="630110"/>
                </a:cubicBezTo>
                <a:lnTo>
                  <a:pt x="252284" y="625130"/>
                </a:lnTo>
                <a:lnTo>
                  <a:pt x="269351" y="578499"/>
                </a:lnTo>
                <a:cubicBezTo>
                  <a:pt x="288479" y="533275"/>
                  <a:pt x="311883" y="490299"/>
                  <a:pt x="339055" y="450078"/>
                </a:cubicBezTo>
                <a:lnTo>
                  <a:pt x="425429" y="345392"/>
                </a:lnTo>
                <a:lnTo>
                  <a:pt x="412986" y="305306"/>
                </a:lnTo>
                <a:cubicBezTo>
                  <a:pt x="409601" y="288764"/>
                  <a:pt x="407824" y="271638"/>
                  <a:pt x="407824" y="254096"/>
                </a:cubicBezTo>
                <a:cubicBezTo>
                  <a:pt x="407824" y="113763"/>
                  <a:pt x="521586" y="0"/>
                  <a:pt x="661920" y="0"/>
                </a:cubicBezTo>
                <a:close/>
              </a:path>
            </a:pathLst>
          </a:custGeom>
          <a:solidFill>
            <a:schemeClr val="bg1">
              <a:lumMod val="85000"/>
            </a:schemeClr>
          </a:solidFill>
        </p:spPr>
        <p:txBody>
          <a:bodyPr wrap="square">
            <a:noAutofit/>
          </a:bodyPr>
          <a:lstStyle/>
          <a:p>
            <a:endParaRPr lang="en-AU" dirty="0"/>
          </a:p>
        </p:txBody>
      </p:sp>
      <p:sp>
        <p:nvSpPr>
          <p:cNvPr id="44" name="Text Placeholder 21"/>
          <p:cNvSpPr>
            <a:spLocks noGrp="1"/>
          </p:cNvSpPr>
          <p:nvPr>
            <p:ph type="body" sz="quarter" idx="39"/>
          </p:nvPr>
        </p:nvSpPr>
        <p:spPr>
          <a:xfrm>
            <a:off x="9975125" y="2355972"/>
            <a:ext cx="1950027" cy="256811"/>
          </a:xfrm>
        </p:spPr>
        <p:txBody>
          <a:bodyPr>
            <a:noAutofit/>
          </a:bodyPr>
          <a:lstStyle>
            <a:lvl1pPr algn="ctr">
              <a:defRPr sz="14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5" name="Text Placeholder 21"/>
          <p:cNvSpPr>
            <a:spLocks noGrp="1"/>
          </p:cNvSpPr>
          <p:nvPr>
            <p:ph type="body" sz="quarter" idx="40"/>
          </p:nvPr>
        </p:nvSpPr>
        <p:spPr>
          <a:xfrm>
            <a:off x="9975125" y="2633648"/>
            <a:ext cx="1950027" cy="330467"/>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6" name="Text Placeholder 21"/>
          <p:cNvSpPr>
            <a:spLocks noGrp="1"/>
          </p:cNvSpPr>
          <p:nvPr>
            <p:ph type="body" sz="quarter" idx="41"/>
          </p:nvPr>
        </p:nvSpPr>
        <p:spPr>
          <a:xfrm>
            <a:off x="9975125" y="3907067"/>
            <a:ext cx="1950027" cy="256811"/>
          </a:xfrm>
        </p:spPr>
        <p:txBody>
          <a:bodyPr>
            <a:noAutofit/>
          </a:bodyPr>
          <a:lstStyle>
            <a:lvl1pPr algn="ctr">
              <a:defRPr sz="14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8" name="Text Placeholder 21"/>
          <p:cNvSpPr>
            <a:spLocks noGrp="1"/>
          </p:cNvSpPr>
          <p:nvPr>
            <p:ph type="body" sz="quarter" idx="42"/>
          </p:nvPr>
        </p:nvSpPr>
        <p:spPr>
          <a:xfrm>
            <a:off x="9975125" y="4184743"/>
            <a:ext cx="1950027" cy="330467"/>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9" name="Text Placeholder 21"/>
          <p:cNvSpPr>
            <a:spLocks noGrp="1"/>
          </p:cNvSpPr>
          <p:nvPr>
            <p:ph type="body" sz="quarter" idx="43"/>
          </p:nvPr>
        </p:nvSpPr>
        <p:spPr>
          <a:xfrm>
            <a:off x="9975125" y="5398106"/>
            <a:ext cx="1950027" cy="256811"/>
          </a:xfrm>
        </p:spPr>
        <p:txBody>
          <a:bodyPr>
            <a:noAutofit/>
          </a:bodyPr>
          <a:lstStyle>
            <a:lvl1pPr algn="ctr">
              <a:defRPr sz="14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50" name="Text Placeholder 21"/>
          <p:cNvSpPr>
            <a:spLocks noGrp="1"/>
          </p:cNvSpPr>
          <p:nvPr>
            <p:ph type="body" sz="quarter" idx="44"/>
          </p:nvPr>
        </p:nvSpPr>
        <p:spPr>
          <a:xfrm>
            <a:off x="9975125" y="5675782"/>
            <a:ext cx="1950027" cy="330467"/>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Tree>
    <p:extLst>
      <p:ext uri="{BB962C8B-B14F-4D97-AF65-F5344CB8AC3E}">
        <p14:creationId xmlns:p14="http://schemas.microsoft.com/office/powerpoint/2010/main" val="350872785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53" presetClass="entr" presetSubtype="16" fill="hold" grpId="0" nodeType="afterEffect">
                                  <p:stCondLst>
                                    <p:cond delay="0"/>
                                  </p:stCondLst>
                                  <p:childTnLst>
                                    <p:set>
                                      <p:cBhvr>
                                        <p:cTn id="20" dur="1" fill="hold">
                                          <p:stCondLst>
                                            <p:cond delay="0"/>
                                          </p:stCondLst>
                                        </p:cTn>
                                        <p:tgtEl>
                                          <p:spTgt spid="39"/>
                                        </p:tgtEl>
                                        <p:attrNameLst>
                                          <p:attrName>style.visibility</p:attrName>
                                        </p:attrNameLst>
                                      </p:cBhvr>
                                      <p:to>
                                        <p:strVal val="visible"/>
                                      </p:to>
                                    </p:set>
                                    <p:anim calcmode="lin" valueType="num">
                                      <p:cBhvr>
                                        <p:cTn id="21" dur="500" fill="hold"/>
                                        <p:tgtEl>
                                          <p:spTgt spid="39"/>
                                        </p:tgtEl>
                                        <p:attrNameLst>
                                          <p:attrName>ppt_w</p:attrName>
                                        </p:attrNameLst>
                                      </p:cBhvr>
                                      <p:tavLst>
                                        <p:tav tm="0">
                                          <p:val>
                                            <p:fltVal val="0"/>
                                          </p:val>
                                        </p:tav>
                                        <p:tav tm="100000">
                                          <p:val>
                                            <p:strVal val="#ppt_w"/>
                                          </p:val>
                                        </p:tav>
                                      </p:tavLst>
                                    </p:anim>
                                    <p:anim calcmode="lin" valueType="num">
                                      <p:cBhvr>
                                        <p:cTn id="22" dur="500" fill="hold"/>
                                        <p:tgtEl>
                                          <p:spTgt spid="39"/>
                                        </p:tgtEl>
                                        <p:attrNameLst>
                                          <p:attrName>ppt_h</p:attrName>
                                        </p:attrNameLst>
                                      </p:cBhvr>
                                      <p:tavLst>
                                        <p:tav tm="0">
                                          <p:val>
                                            <p:fltVal val="0"/>
                                          </p:val>
                                        </p:tav>
                                        <p:tav tm="100000">
                                          <p:val>
                                            <p:strVal val="#ppt_h"/>
                                          </p:val>
                                        </p:tav>
                                      </p:tavLst>
                                    </p:anim>
                                    <p:animEffect transition="in" filter="fade">
                                      <p:cBhvr>
                                        <p:cTn id="23" dur="500"/>
                                        <p:tgtEl>
                                          <p:spTgt spid="39"/>
                                        </p:tgtEl>
                                      </p:cBhvr>
                                    </p:animEffect>
                                  </p:childTnLst>
                                </p:cTn>
                              </p:par>
                            </p:childTnLst>
                          </p:cTn>
                        </p:par>
                        <p:par>
                          <p:cTn id="24" fill="hold">
                            <p:stCondLst>
                              <p:cond delay="2000"/>
                            </p:stCondLst>
                            <p:childTnLst>
                              <p:par>
                                <p:cTn id="25" presetID="53" presetClass="entr" presetSubtype="16" fill="hold" grpId="0" nodeType="afterEffect" nodePh="1">
                                  <p:stCondLst>
                                    <p:cond delay="0"/>
                                  </p:stCondLst>
                                  <p:endCondLst>
                                    <p:cond evt="begin" delay="0">
                                      <p:tn val="25"/>
                                    </p:cond>
                                  </p:endCondLst>
                                  <p:childTnLst>
                                    <p:set>
                                      <p:cBhvr>
                                        <p:cTn id="26" dur="1" fill="hold">
                                          <p:stCondLst>
                                            <p:cond delay="0"/>
                                          </p:stCondLst>
                                        </p:cTn>
                                        <p:tgtEl>
                                          <p:spTgt spid="15">
                                            <p:txEl>
                                              <p:pRg st="0" end="0"/>
                                            </p:txEl>
                                          </p:spTgt>
                                        </p:tgtEl>
                                        <p:attrNameLst>
                                          <p:attrName>style.visibility</p:attrName>
                                        </p:attrNameLst>
                                      </p:cBhvr>
                                      <p:to>
                                        <p:strVal val="visible"/>
                                      </p:to>
                                    </p:set>
                                    <p:anim calcmode="lin" valueType="num">
                                      <p:cBhvr>
                                        <p:cTn id="27" dur="500" fill="hold"/>
                                        <p:tgtEl>
                                          <p:spTgt spid="15">
                                            <p:txEl>
                                              <p:pRg st="0" end="0"/>
                                            </p:txEl>
                                          </p:spTgt>
                                        </p:tgtEl>
                                        <p:attrNameLst>
                                          <p:attrName>ppt_w</p:attrName>
                                        </p:attrNameLst>
                                      </p:cBhvr>
                                      <p:tavLst>
                                        <p:tav tm="0">
                                          <p:val>
                                            <p:fltVal val="0"/>
                                          </p:val>
                                        </p:tav>
                                        <p:tav tm="100000">
                                          <p:val>
                                            <p:strVal val="#ppt_w"/>
                                          </p:val>
                                        </p:tav>
                                      </p:tavLst>
                                    </p:anim>
                                    <p:anim calcmode="lin" valueType="num">
                                      <p:cBhvr>
                                        <p:cTn id="28" dur="500" fill="hold"/>
                                        <p:tgtEl>
                                          <p:spTgt spid="15">
                                            <p:txEl>
                                              <p:pRg st="0" end="0"/>
                                            </p:txEl>
                                          </p:spTgt>
                                        </p:tgtEl>
                                        <p:attrNameLst>
                                          <p:attrName>ppt_h</p:attrName>
                                        </p:attrNameLst>
                                      </p:cBhvr>
                                      <p:tavLst>
                                        <p:tav tm="0">
                                          <p:val>
                                            <p:fltVal val="0"/>
                                          </p:val>
                                        </p:tav>
                                        <p:tav tm="100000">
                                          <p:val>
                                            <p:strVal val="#ppt_h"/>
                                          </p:val>
                                        </p:tav>
                                      </p:tavLst>
                                    </p:anim>
                                    <p:animEffect transition="in" filter="fade">
                                      <p:cBhvr>
                                        <p:cTn id="29" dur="500"/>
                                        <p:tgtEl>
                                          <p:spTgt spid="15">
                                            <p:txEl>
                                              <p:pRg st="0" end="0"/>
                                            </p:txEl>
                                          </p:spTgt>
                                        </p:tgtEl>
                                      </p:cBhvr>
                                    </p:animEffect>
                                  </p:childTnLst>
                                </p:cTn>
                              </p:par>
                            </p:childTnLst>
                          </p:cTn>
                        </p:par>
                        <p:par>
                          <p:cTn id="30" fill="hold">
                            <p:stCondLst>
                              <p:cond delay="2500"/>
                            </p:stCondLst>
                            <p:childTnLst>
                              <p:par>
                                <p:cTn id="31" presetID="42" presetClass="entr" presetSubtype="0" fill="hold" grpId="0" nodeType="afterEffect" nodePh="1">
                                  <p:stCondLst>
                                    <p:cond delay="0"/>
                                  </p:stCondLst>
                                  <p:endCondLst>
                                    <p:cond evt="begin" delay="0">
                                      <p:tn val="31"/>
                                    </p:cond>
                                  </p:endCondLst>
                                  <p:childTnLst>
                                    <p:set>
                                      <p:cBhvr>
                                        <p:cTn id="32" dur="1" fill="hold">
                                          <p:stCondLst>
                                            <p:cond delay="0"/>
                                          </p:stCondLst>
                                        </p:cTn>
                                        <p:tgtEl>
                                          <p:spTgt spid="16">
                                            <p:txEl>
                                              <p:pRg st="0" end="0"/>
                                            </p:txEl>
                                          </p:spTgt>
                                        </p:tgtEl>
                                        <p:attrNameLst>
                                          <p:attrName>style.visibility</p:attrName>
                                        </p:attrNameLst>
                                      </p:cBhvr>
                                      <p:to>
                                        <p:strVal val="visible"/>
                                      </p:to>
                                    </p:set>
                                    <p:animEffect transition="in" filter="fade">
                                      <p:cBhvr>
                                        <p:cTn id="33" dur="500"/>
                                        <p:tgtEl>
                                          <p:spTgt spid="16">
                                            <p:txEl>
                                              <p:pRg st="0" end="0"/>
                                            </p:txEl>
                                          </p:spTgt>
                                        </p:tgtEl>
                                      </p:cBhvr>
                                    </p:animEffect>
                                    <p:anim calcmode="lin" valueType="num">
                                      <p:cBhvr>
                                        <p:cTn id="34" dur="500" fill="hold"/>
                                        <p:tgtEl>
                                          <p:spTgt spid="16">
                                            <p:txEl>
                                              <p:pRg st="0" end="0"/>
                                            </p:txEl>
                                          </p:spTgt>
                                        </p:tgtEl>
                                        <p:attrNameLst>
                                          <p:attrName>ppt_x</p:attrName>
                                        </p:attrNameLst>
                                      </p:cBhvr>
                                      <p:tavLst>
                                        <p:tav tm="0">
                                          <p:val>
                                            <p:strVal val="#ppt_x"/>
                                          </p:val>
                                        </p:tav>
                                        <p:tav tm="100000">
                                          <p:val>
                                            <p:strVal val="#ppt_x"/>
                                          </p:val>
                                        </p:tav>
                                      </p:tavLst>
                                    </p:anim>
                                    <p:anim calcmode="lin" valueType="num">
                                      <p:cBhvr>
                                        <p:cTn id="35" dur="500" fill="hold"/>
                                        <p:tgtEl>
                                          <p:spTgt spid="16">
                                            <p:txEl>
                                              <p:pRg st="0" end="0"/>
                                            </p:txEl>
                                          </p:spTgt>
                                        </p:tgtEl>
                                        <p:attrNameLst>
                                          <p:attrName>ppt_y</p:attrName>
                                        </p:attrNameLst>
                                      </p:cBhvr>
                                      <p:tavLst>
                                        <p:tav tm="0">
                                          <p:val>
                                            <p:strVal val="#ppt_y+.1"/>
                                          </p:val>
                                        </p:tav>
                                        <p:tav tm="100000">
                                          <p:val>
                                            <p:strVal val="#ppt_y"/>
                                          </p:val>
                                        </p:tav>
                                      </p:tavLst>
                                    </p:anim>
                                  </p:childTnLst>
                                </p:cTn>
                              </p:par>
                            </p:childTnLst>
                          </p:cTn>
                        </p:par>
                        <p:par>
                          <p:cTn id="36" fill="hold">
                            <p:stCondLst>
                              <p:cond delay="3000"/>
                            </p:stCondLst>
                            <p:childTnLst>
                              <p:par>
                                <p:cTn id="37" presetID="22" presetClass="entr" presetSubtype="8" fill="hold" nodeType="afterEffect">
                                  <p:stCondLst>
                                    <p:cond delay="0"/>
                                  </p:stCondLst>
                                  <p:childTnLst>
                                    <p:set>
                                      <p:cBhvr>
                                        <p:cTn id="38" dur="1" fill="hold">
                                          <p:stCondLst>
                                            <p:cond delay="0"/>
                                          </p:stCondLst>
                                        </p:cTn>
                                        <p:tgtEl>
                                          <p:spTgt spid="12"/>
                                        </p:tgtEl>
                                        <p:attrNameLst>
                                          <p:attrName>style.visibility</p:attrName>
                                        </p:attrNameLst>
                                      </p:cBhvr>
                                      <p:to>
                                        <p:strVal val="visible"/>
                                      </p:to>
                                    </p:set>
                                    <p:animEffect transition="in" filter="wipe(left)">
                                      <p:cBhvr>
                                        <p:cTn id="39" dur="500"/>
                                        <p:tgtEl>
                                          <p:spTgt spid="12"/>
                                        </p:tgtEl>
                                      </p:cBhvr>
                                    </p:animEffect>
                                  </p:childTnLst>
                                </p:cTn>
                              </p:par>
                            </p:childTnLst>
                          </p:cTn>
                        </p:par>
                        <p:par>
                          <p:cTn id="40" fill="hold">
                            <p:stCondLst>
                              <p:cond delay="3500"/>
                            </p:stCondLst>
                            <p:childTnLst>
                              <p:par>
                                <p:cTn id="41" presetID="10" presetClass="entr" presetSubtype="0" fill="hold" grpId="0" nodeType="afterEffect">
                                  <p:stCondLst>
                                    <p:cond delay="0"/>
                                  </p:stCondLst>
                                  <p:childTnLst>
                                    <p:set>
                                      <p:cBhvr>
                                        <p:cTn id="42" dur="1" fill="hold">
                                          <p:stCondLst>
                                            <p:cond delay="0"/>
                                          </p:stCondLst>
                                        </p:cTn>
                                        <p:tgtEl>
                                          <p:spTgt spid="41"/>
                                        </p:tgtEl>
                                        <p:attrNameLst>
                                          <p:attrName>style.visibility</p:attrName>
                                        </p:attrNameLst>
                                      </p:cBhvr>
                                      <p:to>
                                        <p:strVal val="visible"/>
                                      </p:to>
                                    </p:set>
                                    <p:animEffect transition="in" filter="fade">
                                      <p:cBhvr>
                                        <p:cTn id="43" dur="500"/>
                                        <p:tgtEl>
                                          <p:spTgt spid="41"/>
                                        </p:tgtEl>
                                      </p:cBhvr>
                                    </p:animEffect>
                                  </p:childTnLst>
                                </p:cTn>
                              </p:par>
                            </p:childTnLst>
                          </p:cTn>
                        </p:par>
                        <p:par>
                          <p:cTn id="44" fill="hold">
                            <p:stCondLst>
                              <p:cond delay="4000"/>
                            </p:stCondLst>
                            <p:childTnLst>
                              <p:par>
                                <p:cTn id="45" presetID="53" presetClass="entr" presetSubtype="16" fill="hold" grpId="0" nodeType="afterEffect" nodePh="1">
                                  <p:stCondLst>
                                    <p:cond delay="0"/>
                                  </p:stCondLst>
                                  <p:endCondLst>
                                    <p:cond evt="begin" delay="0">
                                      <p:tn val="45"/>
                                    </p:cond>
                                  </p:endCondLst>
                                  <p:childTnLst>
                                    <p:set>
                                      <p:cBhvr>
                                        <p:cTn id="46" dur="1" fill="hold">
                                          <p:stCondLst>
                                            <p:cond delay="0"/>
                                          </p:stCondLst>
                                        </p:cTn>
                                        <p:tgtEl>
                                          <p:spTgt spid="17">
                                            <p:txEl>
                                              <p:pRg st="0" end="0"/>
                                            </p:txEl>
                                          </p:spTgt>
                                        </p:tgtEl>
                                        <p:attrNameLst>
                                          <p:attrName>style.visibility</p:attrName>
                                        </p:attrNameLst>
                                      </p:cBhvr>
                                      <p:to>
                                        <p:strVal val="visible"/>
                                      </p:to>
                                    </p:set>
                                    <p:anim calcmode="lin" valueType="num">
                                      <p:cBhvr>
                                        <p:cTn id="47" dur="500" fill="hold"/>
                                        <p:tgtEl>
                                          <p:spTgt spid="17">
                                            <p:txEl>
                                              <p:pRg st="0" end="0"/>
                                            </p:txEl>
                                          </p:spTgt>
                                        </p:tgtEl>
                                        <p:attrNameLst>
                                          <p:attrName>ppt_w</p:attrName>
                                        </p:attrNameLst>
                                      </p:cBhvr>
                                      <p:tavLst>
                                        <p:tav tm="0">
                                          <p:val>
                                            <p:fltVal val="0"/>
                                          </p:val>
                                        </p:tav>
                                        <p:tav tm="100000">
                                          <p:val>
                                            <p:strVal val="#ppt_w"/>
                                          </p:val>
                                        </p:tav>
                                      </p:tavLst>
                                    </p:anim>
                                    <p:anim calcmode="lin" valueType="num">
                                      <p:cBhvr>
                                        <p:cTn id="48" dur="500" fill="hold"/>
                                        <p:tgtEl>
                                          <p:spTgt spid="17">
                                            <p:txEl>
                                              <p:pRg st="0" end="0"/>
                                            </p:txEl>
                                          </p:spTgt>
                                        </p:tgtEl>
                                        <p:attrNameLst>
                                          <p:attrName>ppt_h</p:attrName>
                                        </p:attrNameLst>
                                      </p:cBhvr>
                                      <p:tavLst>
                                        <p:tav tm="0">
                                          <p:val>
                                            <p:fltVal val="0"/>
                                          </p:val>
                                        </p:tav>
                                        <p:tav tm="100000">
                                          <p:val>
                                            <p:strVal val="#ppt_h"/>
                                          </p:val>
                                        </p:tav>
                                      </p:tavLst>
                                    </p:anim>
                                    <p:animEffect transition="in" filter="fade">
                                      <p:cBhvr>
                                        <p:cTn id="49" dur="500"/>
                                        <p:tgtEl>
                                          <p:spTgt spid="17">
                                            <p:txEl>
                                              <p:pRg st="0" end="0"/>
                                            </p:txEl>
                                          </p:spTgt>
                                        </p:tgtEl>
                                      </p:cBhvr>
                                    </p:animEffect>
                                  </p:childTnLst>
                                </p:cTn>
                              </p:par>
                            </p:childTnLst>
                          </p:cTn>
                        </p:par>
                        <p:par>
                          <p:cTn id="50" fill="hold">
                            <p:stCondLst>
                              <p:cond delay="4500"/>
                            </p:stCondLst>
                            <p:childTnLst>
                              <p:par>
                                <p:cTn id="51" presetID="42" presetClass="entr" presetSubtype="0" fill="hold" grpId="0" nodeType="afterEffect" nodePh="1">
                                  <p:stCondLst>
                                    <p:cond delay="0"/>
                                  </p:stCondLst>
                                  <p:endCondLst>
                                    <p:cond evt="begin" delay="0">
                                      <p:tn val="51"/>
                                    </p:cond>
                                  </p:endCondLst>
                                  <p:childTnLst>
                                    <p:set>
                                      <p:cBhvr>
                                        <p:cTn id="52" dur="1" fill="hold">
                                          <p:stCondLst>
                                            <p:cond delay="0"/>
                                          </p:stCondLst>
                                        </p:cTn>
                                        <p:tgtEl>
                                          <p:spTgt spid="18">
                                            <p:txEl>
                                              <p:pRg st="0" end="0"/>
                                            </p:txEl>
                                          </p:spTgt>
                                        </p:tgtEl>
                                        <p:attrNameLst>
                                          <p:attrName>style.visibility</p:attrName>
                                        </p:attrNameLst>
                                      </p:cBhvr>
                                      <p:to>
                                        <p:strVal val="visible"/>
                                      </p:to>
                                    </p:set>
                                    <p:animEffect transition="in" filter="fade">
                                      <p:cBhvr>
                                        <p:cTn id="53" dur="500"/>
                                        <p:tgtEl>
                                          <p:spTgt spid="18">
                                            <p:txEl>
                                              <p:pRg st="0" end="0"/>
                                            </p:txEl>
                                          </p:spTgt>
                                        </p:tgtEl>
                                      </p:cBhvr>
                                    </p:animEffect>
                                    <p:anim calcmode="lin" valueType="num">
                                      <p:cBhvr>
                                        <p:cTn id="54" dur="500" fill="hold"/>
                                        <p:tgtEl>
                                          <p:spTgt spid="18">
                                            <p:txEl>
                                              <p:pRg st="0" end="0"/>
                                            </p:txEl>
                                          </p:spTgt>
                                        </p:tgtEl>
                                        <p:attrNameLst>
                                          <p:attrName>ppt_x</p:attrName>
                                        </p:attrNameLst>
                                      </p:cBhvr>
                                      <p:tavLst>
                                        <p:tav tm="0">
                                          <p:val>
                                            <p:strVal val="#ppt_x"/>
                                          </p:val>
                                        </p:tav>
                                        <p:tav tm="100000">
                                          <p:val>
                                            <p:strVal val="#ppt_x"/>
                                          </p:val>
                                        </p:tav>
                                      </p:tavLst>
                                    </p:anim>
                                    <p:anim calcmode="lin" valueType="num">
                                      <p:cBhvr>
                                        <p:cTn id="55" dur="500" fill="hold"/>
                                        <p:tgtEl>
                                          <p:spTgt spid="18">
                                            <p:txEl>
                                              <p:pRg st="0" end="0"/>
                                            </p:txEl>
                                          </p:spTgt>
                                        </p:tgtEl>
                                        <p:attrNameLst>
                                          <p:attrName>ppt_y</p:attrName>
                                        </p:attrNameLst>
                                      </p:cBhvr>
                                      <p:tavLst>
                                        <p:tav tm="0">
                                          <p:val>
                                            <p:strVal val="#ppt_y+.1"/>
                                          </p:val>
                                        </p:tav>
                                        <p:tav tm="100000">
                                          <p:val>
                                            <p:strVal val="#ppt_y"/>
                                          </p:val>
                                        </p:tav>
                                      </p:tavLst>
                                    </p:anim>
                                  </p:childTnLst>
                                </p:cTn>
                              </p:par>
                            </p:childTnLst>
                          </p:cTn>
                        </p:par>
                        <p:par>
                          <p:cTn id="56" fill="hold">
                            <p:stCondLst>
                              <p:cond delay="5000"/>
                            </p:stCondLst>
                            <p:childTnLst>
                              <p:par>
                                <p:cTn id="57" presetID="22" presetClass="entr" presetSubtype="8" fill="hold" nodeType="afterEffect">
                                  <p:stCondLst>
                                    <p:cond delay="0"/>
                                  </p:stCondLst>
                                  <p:childTnLst>
                                    <p:set>
                                      <p:cBhvr>
                                        <p:cTn id="58" dur="1" fill="hold">
                                          <p:stCondLst>
                                            <p:cond delay="0"/>
                                          </p:stCondLst>
                                        </p:cTn>
                                        <p:tgtEl>
                                          <p:spTgt spid="43"/>
                                        </p:tgtEl>
                                        <p:attrNameLst>
                                          <p:attrName>style.visibility</p:attrName>
                                        </p:attrNameLst>
                                      </p:cBhvr>
                                      <p:to>
                                        <p:strVal val="visible"/>
                                      </p:to>
                                    </p:set>
                                    <p:animEffect transition="in" filter="wipe(left)">
                                      <p:cBhvr>
                                        <p:cTn id="59" dur="500"/>
                                        <p:tgtEl>
                                          <p:spTgt spid="43"/>
                                        </p:tgtEl>
                                      </p:cBhvr>
                                    </p:animEffect>
                                  </p:childTnLst>
                                </p:cTn>
                              </p:par>
                            </p:childTnLst>
                          </p:cTn>
                        </p:par>
                        <p:par>
                          <p:cTn id="60" fill="hold">
                            <p:stCondLst>
                              <p:cond delay="5500"/>
                            </p:stCondLst>
                            <p:childTnLst>
                              <p:par>
                                <p:cTn id="61" presetID="10" presetClass="entr" presetSubtype="0" fill="hold" grpId="0" nodeType="afterEffect">
                                  <p:stCondLst>
                                    <p:cond delay="0"/>
                                  </p:stCondLst>
                                  <p:childTnLst>
                                    <p:set>
                                      <p:cBhvr>
                                        <p:cTn id="62" dur="1" fill="hold">
                                          <p:stCondLst>
                                            <p:cond delay="0"/>
                                          </p:stCondLst>
                                        </p:cTn>
                                        <p:tgtEl>
                                          <p:spTgt spid="42"/>
                                        </p:tgtEl>
                                        <p:attrNameLst>
                                          <p:attrName>style.visibility</p:attrName>
                                        </p:attrNameLst>
                                      </p:cBhvr>
                                      <p:to>
                                        <p:strVal val="visible"/>
                                      </p:to>
                                    </p:set>
                                    <p:animEffect transition="in" filter="fade">
                                      <p:cBhvr>
                                        <p:cTn id="63" dur="500"/>
                                        <p:tgtEl>
                                          <p:spTgt spid="42"/>
                                        </p:tgtEl>
                                      </p:cBhvr>
                                    </p:animEffect>
                                  </p:childTnLst>
                                </p:cTn>
                              </p:par>
                            </p:childTnLst>
                          </p:cTn>
                        </p:par>
                        <p:par>
                          <p:cTn id="64" fill="hold">
                            <p:stCondLst>
                              <p:cond delay="6000"/>
                            </p:stCondLst>
                            <p:childTnLst>
                              <p:par>
                                <p:cTn id="65" presetID="53" presetClass="entr" presetSubtype="16" fill="hold" grpId="0" nodeType="afterEffect" nodePh="1">
                                  <p:stCondLst>
                                    <p:cond delay="0"/>
                                  </p:stCondLst>
                                  <p:endCondLst>
                                    <p:cond evt="begin" delay="0">
                                      <p:tn val="65"/>
                                    </p:cond>
                                  </p:endCondLst>
                                  <p:childTnLst>
                                    <p:set>
                                      <p:cBhvr>
                                        <p:cTn id="66" dur="1" fill="hold">
                                          <p:stCondLst>
                                            <p:cond delay="0"/>
                                          </p:stCondLst>
                                        </p:cTn>
                                        <p:tgtEl>
                                          <p:spTgt spid="19">
                                            <p:txEl>
                                              <p:pRg st="0" end="0"/>
                                            </p:txEl>
                                          </p:spTgt>
                                        </p:tgtEl>
                                        <p:attrNameLst>
                                          <p:attrName>style.visibility</p:attrName>
                                        </p:attrNameLst>
                                      </p:cBhvr>
                                      <p:to>
                                        <p:strVal val="visible"/>
                                      </p:to>
                                    </p:set>
                                    <p:anim calcmode="lin" valueType="num">
                                      <p:cBhvr>
                                        <p:cTn id="67" dur="500" fill="hold"/>
                                        <p:tgtEl>
                                          <p:spTgt spid="19">
                                            <p:txEl>
                                              <p:pRg st="0" end="0"/>
                                            </p:txEl>
                                          </p:spTgt>
                                        </p:tgtEl>
                                        <p:attrNameLst>
                                          <p:attrName>ppt_w</p:attrName>
                                        </p:attrNameLst>
                                      </p:cBhvr>
                                      <p:tavLst>
                                        <p:tav tm="0">
                                          <p:val>
                                            <p:fltVal val="0"/>
                                          </p:val>
                                        </p:tav>
                                        <p:tav tm="100000">
                                          <p:val>
                                            <p:strVal val="#ppt_w"/>
                                          </p:val>
                                        </p:tav>
                                      </p:tavLst>
                                    </p:anim>
                                    <p:anim calcmode="lin" valueType="num">
                                      <p:cBhvr>
                                        <p:cTn id="68" dur="500" fill="hold"/>
                                        <p:tgtEl>
                                          <p:spTgt spid="19">
                                            <p:txEl>
                                              <p:pRg st="0" end="0"/>
                                            </p:txEl>
                                          </p:spTgt>
                                        </p:tgtEl>
                                        <p:attrNameLst>
                                          <p:attrName>ppt_h</p:attrName>
                                        </p:attrNameLst>
                                      </p:cBhvr>
                                      <p:tavLst>
                                        <p:tav tm="0">
                                          <p:val>
                                            <p:fltVal val="0"/>
                                          </p:val>
                                        </p:tav>
                                        <p:tav tm="100000">
                                          <p:val>
                                            <p:strVal val="#ppt_h"/>
                                          </p:val>
                                        </p:tav>
                                      </p:tavLst>
                                    </p:anim>
                                    <p:animEffect transition="in" filter="fade">
                                      <p:cBhvr>
                                        <p:cTn id="69" dur="500"/>
                                        <p:tgtEl>
                                          <p:spTgt spid="19">
                                            <p:txEl>
                                              <p:pRg st="0" end="0"/>
                                            </p:txEl>
                                          </p:spTgt>
                                        </p:tgtEl>
                                      </p:cBhvr>
                                    </p:animEffect>
                                  </p:childTnLst>
                                </p:cTn>
                              </p:par>
                            </p:childTnLst>
                          </p:cTn>
                        </p:par>
                        <p:par>
                          <p:cTn id="70" fill="hold">
                            <p:stCondLst>
                              <p:cond delay="6500"/>
                            </p:stCondLst>
                            <p:childTnLst>
                              <p:par>
                                <p:cTn id="71" presetID="42" presetClass="entr" presetSubtype="0" fill="hold" grpId="0" nodeType="afterEffect" nodePh="1">
                                  <p:stCondLst>
                                    <p:cond delay="0"/>
                                  </p:stCondLst>
                                  <p:endCondLst>
                                    <p:cond evt="begin" delay="0">
                                      <p:tn val="71"/>
                                    </p:cond>
                                  </p:endCondLst>
                                  <p:childTnLst>
                                    <p:set>
                                      <p:cBhvr>
                                        <p:cTn id="72" dur="1" fill="hold">
                                          <p:stCondLst>
                                            <p:cond delay="0"/>
                                          </p:stCondLst>
                                        </p:cTn>
                                        <p:tgtEl>
                                          <p:spTgt spid="20">
                                            <p:txEl>
                                              <p:pRg st="0" end="0"/>
                                            </p:txEl>
                                          </p:spTgt>
                                        </p:tgtEl>
                                        <p:attrNameLst>
                                          <p:attrName>style.visibility</p:attrName>
                                        </p:attrNameLst>
                                      </p:cBhvr>
                                      <p:to>
                                        <p:strVal val="visible"/>
                                      </p:to>
                                    </p:set>
                                    <p:animEffect transition="in" filter="fade">
                                      <p:cBhvr>
                                        <p:cTn id="73" dur="500"/>
                                        <p:tgtEl>
                                          <p:spTgt spid="20">
                                            <p:txEl>
                                              <p:pRg st="0" end="0"/>
                                            </p:txEl>
                                          </p:spTgt>
                                        </p:tgtEl>
                                      </p:cBhvr>
                                    </p:animEffect>
                                    <p:anim calcmode="lin" valueType="num">
                                      <p:cBhvr>
                                        <p:cTn id="74" dur="500" fill="hold"/>
                                        <p:tgtEl>
                                          <p:spTgt spid="20">
                                            <p:txEl>
                                              <p:pRg st="0" end="0"/>
                                            </p:txEl>
                                          </p:spTgt>
                                        </p:tgtEl>
                                        <p:attrNameLst>
                                          <p:attrName>ppt_x</p:attrName>
                                        </p:attrNameLst>
                                      </p:cBhvr>
                                      <p:tavLst>
                                        <p:tav tm="0">
                                          <p:val>
                                            <p:strVal val="#ppt_x"/>
                                          </p:val>
                                        </p:tav>
                                        <p:tav tm="100000">
                                          <p:val>
                                            <p:strVal val="#ppt_x"/>
                                          </p:val>
                                        </p:tav>
                                      </p:tavLst>
                                    </p:anim>
                                    <p:anim calcmode="lin" valueType="num">
                                      <p:cBhvr>
                                        <p:cTn id="75" dur="500" fill="hold"/>
                                        <p:tgtEl>
                                          <p:spTgt spid="20">
                                            <p:txEl>
                                              <p:pRg st="0" end="0"/>
                                            </p:txEl>
                                          </p:spTgt>
                                        </p:tgtEl>
                                        <p:attrNameLst>
                                          <p:attrName>ppt_y</p:attrName>
                                        </p:attrNameLst>
                                      </p:cBhvr>
                                      <p:tavLst>
                                        <p:tav tm="0">
                                          <p:val>
                                            <p:strVal val="#ppt_y+.1"/>
                                          </p:val>
                                        </p:tav>
                                        <p:tav tm="100000">
                                          <p:val>
                                            <p:strVal val="#ppt_y"/>
                                          </p:val>
                                        </p:tav>
                                      </p:tavLst>
                                    </p:anim>
                                  </p:childTnLst>
                                </p:cTn>
                              </p:par>
                            </p:childTnLst>
                          </p:cTn>
                        </p:par>
                        <p:par>
                          <p:cTn id="76" fill="hold">
                            <p:stCondLst>
                              <p:cond delay="7000"/>
                            </p:stCondLst>
                            <p:childTnLst>
                              <p:par>
                                <p:cTn id="77" presetID="22" presetClass="entr" presetSubtype="8" fill="hold" nodeType="afterEffect">
                                  <p:stCondLst>
                                    <p:cond delay="0"/>
                                  </p:stCondLst>
                                  <p:childTnLst>
                                    <p:set>
                                      <p:cBhvr>
                                        <p:cTn id="78" dur="1" fill="hold">
                                          <p:stCondLst>
                                            <p:cond delay="0"/>
                                          </p:stCondLst>
                                        </p:cTn>
                                        <p:tgtEl>
                                          <p:spTgt spid="47"/>
                                        </p:tgtEl>
                                        <p:attrNameLst>
                                          <p:attrName>style.visibility</p:attrName>
                                        </p:attrNameLst>
                                      </p:cBhvr>
                                      <p:to>
                                        <p:strVal val="visible"/>
                                      </p:to>
                                    </p:set>
                                    <p:animEffect transition="in" filter="wipe(left)">
                                      <p:cBhvr>
                                        <p:cTn id="79" dur="500"/>
                                        <p:tgtEl>
                                          <p:spTgt spid="47"/>
                                        </p:tgtEl>
                                      </p:cBhvr>
                                    </p:animEffect>
                                  </p:childTnLst>
                                </p:cTn>
                              </p:par>
                            </p:childTnLst>
                          </p:cTn>
                        </p:par>
                        <p:par>
                          <p:cTn id="80" fill="hold">
                            <p:stCondLst>
                              <p:cond delay="7500"/>
                            </p:stCondLst>
                            <p:childTnLst>
                              <p:par>
                                <p:cTn id="81" presetID="10" presetClass="entr" presetSubtype="0" fill="hold" grpId="0" nodeType="afterEffect">
                                  <p:stCondLst>
                                    <p:cond delay="0"/>
                                  </p:stCondLst>
                                  <p:childTnLst>
                                    <p:set>
                                      <p:cBhvr>
                                        <p:cTn id="82" dur="1" fill="hold">
                                          <p:stCondLst>
                                            <p:cond delay="0"/>
                                          </p:stCondLst>
                                        </p:cTn>
                                        <p:tgtEl>
                                          <p:spTgt spid="40"/>
                                        </p:tgtEl>
                                        <p:attrNameLst>
                                          <p:attrName>style.visibility</p:attrName>
                                        </p:attrNameLst>
                                      </p:cBhvr>
                                      <p:to>
                                        <p:strVal val="visible"/>
                                      </p:to>
                                    </p:set>
                                    <p:animEffect transition="in" filter="fade">
                                      <p:cBhvr>
                                        <p:cTn id="83" dur="500"/>
                                        <p:tgtEl>
                                          <p:spTgt spid="40"/>
                                        </p:tgtEl>
                                      </p:cBhvr>
                                    </p:animEffect>
                                  </p:childTnLst>
                                </p:cTn>
                              </p:par>
                            </p:childTnLst>
                          </p:cTn>
                        </p:par>
                        <p:par>
                          <p:cTn id="84" fill="hold">
                            <p:stCondLst>
                              <p:cond delay="8000"/>
                            </p:stCondLst>
                            <p:childTnLst>
                              <p:par>
                                <p:cTn id="85" presetID="53" presetClass="entr" presetSubtype="16" fill="hold" grpId="0" nodeType="afterEffect" nodePh="1">
                                  <p:stCondLst>
                                    <p:cond delay="0"/>
                                  </p:stCondLst>
                                  <p:endCondLst>
                                    <p:cond evt="begin" delay="0">
                                      <p:tn val="85"/>
                                    </p:cond>
                                  </p:endCondLst>
                                  <p:childTnLst>
                                    <p:set>
                                      <p:cBhvr>
                                        <p:cTn id="86" dur="1" fill="hold">
                                          <p:stCondLst>
                                            <p:cond delay="0"/>
                                          </p:stCondLst>
                                        </p:cTn>
                                        <p:tgtEl>
                                          <p:spTgt spid="28">
                                            <p:txEl>
                                              <p:pRg st="0" end="0"/>
                                            </p:txEl>
                                          </p:spTgt>
                                        </p:tgtEl>
                                        <p:attrNameLst>
                                          <p:attrName>style.visibility</p:attrName>
                                        </p:attrNameLst>
                                      </p:cBhvr>
                                      <p:to>
                                        <p:strVal val="visible"/>
                                      </p:to>
                                    </p:set>
                                    <p:anim calcmode="lin" valueType="num">
                                      <p:cBhvr>
                                        <p:cTn id="87" dur="500" fill="hold"/>
                                        <p:tgtEl>
                                          <p:spTgt spid="28">
                                            <p:txEl>
                                              <p:pRg st="0" end="0"/>
                                            </p:txEl>
                                          </p:spTgt>
                                        </p:tgtEl>
                                        <p:attrNameLst>
                                          <p:attrName>ppt_w</p:attrName>
                                        </p:attrNameLst>
                                      </p:cBhvr>
                                      <p:tavLst>
                                        <p:tav tm="0">
                                          <p:val>
                                            <p:fltVal val="0"/>
                                          </p:val>
                                        </p:tav>
                                        <p:tav tm="100000">
                                          <p:val>
                                            <p:strVal val="#ppt_w"/>
                                          </p:val>
                                        </p:tav>
                                      </p:tavLst>
                                    </p:anim>
                                    <p:anim calcmode="lin" valueType="num">
                                      <p:cBhvr>
                                        <p:cTn id="88" dur="500" fill="hold"/>
                                        <p:tgtEl>
                                          <p:spTgt spid="28">
                                            <p:txEl>
                                              <p:pRg st="0" end="0"/>
                                            </p:txEl>
                                          </p:spTgt>
                                        </p:tgtEl>
                                        <p:attrNameLst>
                                          <p:attrName>ppt_h</p:attrName>
                                        </p:attrNameLst>
                                      </p:cBhvr>
                                      <p:tavLst>
                                        <p:tav tm="0">
                                          <p:val>
                                            <p:fltVal val="0"/>
                                          </p:val>
                                        </p:tav>
                                        <p:tav tm="100000">
                                          <p:val>
                                            <p:strVal val="#ppt_h"/>
                                          </p:val>
                                        </p:tav>
                                      </p:tavLst>
                                    </p:anim>
                                    <p:animEffect transition="in" filter="fade">
                                      <p:cBhvr>
                                        <p:cTn id="89" dur="500"/>
                                        <p:tgtEl>
                                          <p:spTgt spid="28">
                                            <p:txEl>
                                              <p:pRg st="0" end="0"/>
                                            </p:txEl>
                                          </p:spTgt>
                                        </p:tgtEl>
                                      </p:cBhvr>
                                    </p:animEffect>
                                  </p:childTnLst>
                                </p:cTn>
                              </p:par>
                            </p:childTnLst>
                          </p:cTn>
                        </p:par>
                        <p:par>
                          <p:cTn id="90" fill="hold">
                            <p:stCondLst>
                              <p:cond delay="8500"/>
                            </p:stCondLst>
                            <p:childTnLst>
                              <p:par>
                                <p:cTn id="91" presetID="42" presetClass="entr" presetSubtype="0" fill="hold" grpId="0" nodeType="afterEffect" nodePh="1">
                                  <p:stCondLst>
                                    <p:cond delay="0"/>
                                  </p:stCondLst>
                                  <p:endCondLst>
                                    <p:cond evt="begin" delay="0">
                                      <p:tn val="91"/>
                                    </p:cond>
                                  </p:endCondLst>
                                  <p:childTnLst>
                                    <p:set>
                                      <p:cBhvr>
                                        <p:cTn id="92" dur="1" fill="hold">
                                          <p:stCondLst>
                                            <p:cond delay="0"/>
                                          </p:stCondLst>
                                        </p:cTn>
                                        <p:tgtEl>
                                          <p:spTgt spid="29">
                                            <p:txEl>
                                              <p:pRg st="0" end="0"/>
                                            </p:txEl>
                                          </p:spTgt>
                                        </p:tgtEl>
                                        <p:attrNameLst>
                                          <p:attrName>style.visibility</p:attrName>
                                        </p:attrNameLst>
                                      </p:cBhvr>
                                      <p:to>
                                        <p:strVal val="visible"/>
                                      </p:to>
                                    </p:set>
                                    <p:animEffect transition="in" filter="fade">
                                      <p:cBhvr>
                                        <p:cTn id="93" dur="500"/>
                                        <p:tgtEl>
                                          <p:spTgt spid="29">
                                            <p:txEl>
                                              <p:pRg st="0" end="0"/>
                                            </p:txEl>
                                          </p:spTgt>
                                        </p:tgtEl>
                                      </p:cBhvr>
                                    </p:animEffect>
                                    <p:anim calcmode="lin" valueType="num">
                                      <p:cBhvr>
                                        <p:cTn id="94" dur="500" fill="hold"/>
                                        <p:tgtEl>
                                          <p:spTgt spid="29">
                                            <p:txEl>
                                              <p:pRg st="0" end="0"/>
                                            </p:txEl>
                                          </p:spTgt>
                                        </p:tgtEl>
                                        <p:attrNameLst>
                                          <p:attrName>ppt_x</p:attrName>
                                        </p:attrNameLst>
                                      </p:cBhvr>
                                      <p:tavLst>
                                        <p:tav tm="0">
                                          <p:val>
                                            <p:strVal val="#ppt_x"/>
                                          </p:val>
                                        </p:tav>
                                        <p:tav tm="100000">
                                          <p:val>
                                            <p:strVal val="#ppt_x"/>
                                          </p:val>
                                        </p:tav>
                                      </p:tavLst>
                                    </p:anim>
                                    <p:anim calcmode="lin" valueType="num">
                                      <p:cBhvr>
                                        <p:cTn id="95" dur="500" fill="hold"/>
                                        <p:tgtEl>
                                          <p:spTgt spid="29">
                                            <p:txEl>
                                              <p:pRg st="0" end="0"/>
                                            </p:txEl>
                                          </p:spTgt>
                                        </p:tgtEl>
                                        <p:attrNameLst>
                                          <p:attrName>ppt_y</p:attrName>
                                        </p:attrNameLst>
                                      </p:cBhvr>
                                      <p:tavLst>
                                        <p:tav tm="0">
                                          <p:val>
                                            <p:strVal val="#ppt_y+.1"/>
                                          </p:val>
                                        </p:tav>
                                        <p:tav tm="100000">
                                          <p:val>
                                            <p:strVal val="#ppt_y"/>
                                          </p:val>
                                        </p:tav>
                                      </p:tavLst>
                                    </p:anim>
                                  </p:childTnLst>
                                </p:cTn>
                              </p:par>
                            </p:childTnLst>
                          </p:cTn>
                        </p:par>
                        <p:par>
                          <p:cTn id="96" fill="hold">
                            <p:stCondLst>
                              <p:cond delay="9000"/>
                            </p:stCondLst>
                            <p:childTnLst>
                              <p:par>
                                <p:cTn id="97" presetID="22" presetClass="entr" presetSubtype="8" fill="hold" nodeType="afterEffect">
                                  <p:stCondLst>
                                    <p:cond delay="0"/>
                                  </p:stCondLst>
                                  <p:childTnLst>
                                    <p:set>
                                      <p:cBhvr>
                                        <p:cTn id="98" dur="1" fill="hold">
                                          <p:stCondLst>
                                            <p:cond delay="0"/>
                                          </p:stCondLst>
                                        </p:cTn>
                                        <p:tgtEl>
                                          <p:spTgt spid="31"/>
                                        </p:tgtEl>
                                        <p:attrNameLst>
                                          <p:attrName>style.visibility</p:attrName>
                                        </p:attrNameLst>
                                      </p:cBhvr>
                                      <p:to>
                                        <p:strVal val="visible"/>
                                      </p:to>
                                    </p:set>
                                    <p:animEffect transition="in" filter="wipe(left)">
                                      <p:cBhvr>
                                        <p:cTn id="99" dur="500"/>
                                        <p:tgtEl>
                                          <p:spTgt spid="31"/>
                                        </p:tgtEl>
                                      </p:cBhvr>
                                    </p:animEffect>
                                  </p:childTnLst>
                                </p:cTn>
                              </p:par>
                            </p:childTnLst>
                          </p:cTn>
                        </p:par>
                        <p:par>
                          <p:cTn id="100" fill="hold">
                            <p:stCondLst>
                              <p:cond delay="9500"/>
                            </p:stCondLst>
                            <p:childTnLst>
                              <p:par>
                                <p:cTn id="101" presetID="22" presetClass="entr" presetSubtype="8" fill="hold" nodeType="afterEffect">
                                  <p:stCondLst>
                                    <p:cond delay="0"/>
                                  </p:stCondLst>
                                  <p:childTnLst>
                                    <p:set>
                                      <p:cBhvr>
                                        <p:cTn id="102" dur="1" fill="hold">
                                          <p:stCondLst>
                                            <p:cond delay="0"/>
                                          </p:stCondLst>
                                        </p:cTn>
                                        <p:tgtEl>
                                          <p:spTgt spid="32"/>
                                        </p:tgtEl>
                                        <p:attrNameLst>
                                          <p:attrName>style.visibility</p:attrName>
                                        </p:attrNameLst>
                                      </p:cBhvr>
                                      <p:to>
                                        <p:strVal val="visible"/>
                                      </p:to>
                                    </p:set>
                                    <p:animEffect transition="in" filter="wipe(left)">
                                      <p:cBhvr>
                                        <p:cTn id="103" dur="500"/>
                                        <p:tgtEl>
                                          <p:spTgt spid="32"/>
                                        </p:tgtEl>
                                      </p:cBhvr>
                                    </p:animEffect>
                                  </p:childTnLst>
                                </p:cTn>
                              </p:par>
                            </p:childTnLst>
                          </p:cTn>
                        </p:par>
                        <p:par>
                          <p:cTn id="104" fill="hold">
                            <p:stCondLst>
                              <p:cond delay="10000"/>
                            </p:stCondLst>
                            <p:childTnLst>
                              <p:par>
                                <p:cTn id="105" presetID="22" presetClass="entr" presetSubtype="8" fill="hold" nodeType="afterEffect">
                                  <p:stCondLst>
                                    <p:cond delay="0"/>
                                  </p:stCondLst>
                                  <p:childTnLst>
                                    <p:set>
                                      <p:cBhvr>
                                        <p:cTn id="106" dur="1" fill="hold">
                                          <p:stCondLst>
                                            <p:cond delay="0"/>
                                          </p:stCondLst>
                                        </p:cTn>
                                        <p:tgtEl>
                                          <p:spTgt spid="35"/>
                                        </p:tgtEl>
                                        <p:attrNameLst>
                                          <p:attrName>style.visibility</p:attrName>
                                        </p:attrNameLst>
                                      </p:cBhvr>
                                      <p:to>
                                        <p:strVal val="visible"/>
                                      </p:to>
                                    </p:set>
                                    <p:animEffect transition="in" filter="wipe(left)">
                                      <p:cBhvr>
                                        <p:cTn id="107" dur="500"/>
                                        <p:tgtEl>
                                          <p:spTgt spid="35"/>
                                        </p:tgtEl>
                                      </p:cBhvr>
                                    </p:animEffect>
                                  </p:childTnLst>
                                </p:cTn>
                              </p:par>
                            </p:childTnLst>
                          </p:cTn>
                        </p:par>
                        <p:par>
                          <p:cTn id="108" fill="hold">
                            <p:stCondLst>
                              <p:cond delay="10500"/>
                            </p:stCondLst>
                            <p:childTnLst>
                              <p:par>
                                <p:cTn id="109" presetID="10" presetClass="entr" presetSubtype="0" fill="hold" grpId="0" nodeType="afterEffect">
                                  <p:stCondLst>
                                    <p:cond delay="0"/>
                                  </p:stCondLst>
                                  <p:childTnLst>
                                    <p:set>
                                      <p:cBhvr>
                                        <p:cTn id="110" dur="1" fill="hold">
                                          <p:stCondLst>
                                            <p:cond delay="0"/>
                                          </p:stCondLst>
                                        </p:cTn>
                                        <p:tgtEl>
                                          <p:spTgt spid="36"/>
                                        </p:tgtEl>
                                        <p:attrNameLst>
                                          <p:attrName>style.visibility</p:attrName>
                                        </p:attrNameLst>
                                      </p:cBhvr>
                                      <p:to>
                                        <p:strVal val="visible"/>
                                      </p:to>
                                    </p:set>
                                    <p:animEffect transition="in" filter="fade">
                                      <p:cBhvr>
                                        <p:cTn id="111" dur="500"/>
                                        <p:tgtEl>
                                          <p:spTgt spid="36"/>
                                        </p:tgtEl>
                                      </p:cBhvr>
                                    </p:animEffect>
                                  </p:childTnLst>
                                </p:cTn>
                              </p:par>
                            </p:childTnLst>
                          </p:cTn>
                        </p:par>
                        <p:par>
                          <p:cTn id="112" fill="hold">
                            <p:stCondLst>
                              <p:cond delay="11000"/>
                            </p:stCondLst>
                            <p:childTnLst>
                              <p:par>
                                <p:cTn id="113" presetID="53" presetClass="entr" presetSubtype="16" fill="hold" grpId="0" nodeType="afterEffect" nodePh="1">
                                  <p:stCondLst>
                                    <p:cond delay="0"/>
                                  </p:stCondLst>
                                  <p:endCondLst>
                                    <p:cond evt="begin" delay="0">
                                      <p:tn val="113"/>
                                    </p:cond>
                                  </p:endCondLst>
                                  <p:childTnLst>
                                    <p:set>
                                      <p:cBhvr>
                                        <p:cTn id="114" dur="1" fill="hold">
                                          <p:stCondLst>
                                            <p:cond delay="0"/>
                                          </p:stCondLst>
                                        </p:cTn>
                                        <p:tgtEl>
                                          <p:spTgt spid="44">
                                            <p:txEl>
                                              <p:pRg st="0" end="0"/>
                                            </p:txEl>
                                          </p:spTgt>
                                        </p:tgtEl>
                                        <p:attrNameLst>
                                          <p:attrName>style.visibility</p:attrName>
                                        </p:attrNameLst>
                                      </p:cBhvr>
                                      <p:to>
                                        <p:strVal val="visible"/>
                                      </p:to>
                                    </p:set>
                                    <p:anim calcmode="lin" valueType="num">
                                      <p:cBhvr>
                                        <p:cTn id="115" dur="500" fill="hold"/>
                                        <p:tgtEl>
                                          <p:spTgt spid="44">
                                            <p:txEl>
                                              <p:pRg st="0" end="0"/>
                                            </p:txEl>
                                          </p:spTgt>
                                        </p:tgtEl>
                                        <p:attrNameLst>
                                          <p:attrName>ppt_w</p:attrName>
                                        </p:attrNameLst>
                                      </p:cBhvr>
                                      <p:tavLst>
                                        <p:tav tm="0">
                                          <p:val>
                                            <p:fltVal val="0"/>
                                          </p:val>
                                        </p:tav>
                                        <p:tav tm="100000">
                                          <p:val>
                                            <p:strVal val="#ppt_w"/>
                                          </p:val>
                                        </p:tav>
                                      </p:tavLst>
                                    </p:anim>
                                    <p:anim calcmode="lin" valueType="num">
                                      <p:cBhvr>
                                        <p:cTn id="116" dur="500" fill="hold"/>
                                        <p:tgtEl>
                                          <p:spTgt spid="44">
                                            <p:txEl>
                                              <p:pRg st="0" end="0"/>
                                            </p:txEl>
                                          </p:spTgt>
                                        </p:tgtEl>
                                        <p:attrNameLst>
                                          <p:attrName>ppt_h</p:attrName>
                                        </p:attrNameLst>
                                      </p:cBhvr>
                                      <p:tavLst>
                                        <p:tav tm="0">
                                          <p:val>
                                            <p:fltVal val="0"/>
                                          </p:val>
                                        </p:tav>
                                        <p:tav tm="100000">
                                          <p:val>
                                            <p:strVal val="#ppt_h"/>
                                          </p:val>
                                        </p:tav>
                                      </p:tavLst>
                                    </p:anim>
                                    <p:animEffect transition="in" filter="fade">
                                      <p:cBhvr>
                                        <p:cTn id="117" dur="500"/>
                                        <p:tgtEl>
                                          <p:spTgt spid="44">
                                            <p:txEl>
                                              <p:pRg st="0" end="0"/>
                                            </p:txEl>
                                          </p:spTgt>
                                        </p:tgtEl>
                                      </p:cBhvr>
                                    </p:animEffect>
                                  </p:childTnLst>
                                </p:cTn>
                              </p:par>
                            </p:childTnLst>
                          </p:cTn>
                        </p:par>
                        <p:par>
                          <p:cTn id="118" fill="hold">
                            <p:stCondLst>
                              <p:cond delay="11500"/>
                            </p:stCondLst>
                            <p:childTnLst>
                              <p:par>
                                <p:cTn id="119" presetID="42" presetClass="entr" presetSubtype="0" fill="hold" grpId="0" nodeType="afterEffect" nodePh="1">
                                  <p:stCondLst>
                                    <p:cond delay="0"/>
                                  </p:stCondLst>
                                  <p:endCondLst>
                                    <p:cond evt="begin" delay="0">
                                      <p:tn val="119"/>
                                    </p:cond>
                                  </p:endCondLst>
                                  <p:childTnLst>
                                    <p:set>
                                      <p:cBhvr>
                                        <p:cTn id="120" dur="1" fill="hold">
                                          <p:stCondLst>
                                            <p:cond delay="0"/>
                                          </p:stCondLst>
                                        </p:cTn>
                                        <p:tgtEl>
                                          <p:spTgt spid="45">
                                            <p:txEl>
                                              <p:pRg st="0" end="0"/>
                                            </p:txEl>
                                          </p:spTgt>
                                        </p:tgtEl>
                                        <p:attrNameLst>
                                          <p:attrName>style.visibility</p:attrName>
                                        </p:attrNameLst>
                                      </p:cBhvr>
                                      <p:to>
                                        <p:strVal val="visible"/>
                                      </p:to>
                                    </p:set>
                                    <p:animEffect transition="in" filter="fade">
                                      <p:cBhvr>
                                        <p:cTn id="121" dur="500"/>
                                        <p:tgtEl>
                                          <p:spTgt spid="45">
                                            <p:txEl>
                                              <p:pRg st="0" end="0"/>
                                            </p:txEl>
                                          </p:spTgt>
                                        </p:tgtEl>
                                      </p:cBhvr>
                                    </p:animEffect>
                                    <p:anim calcmode="lin" valueType="num">
                                      <p:cBhvr>
                                        <p:cTn id="122" dur="500" fill="hold"/>
                                        <p:tgtEl>
                                          <p:spTgt spid="45">
                                            <p:txEl>
                                              <p:pRg st="0" end="0"/>
                                            </p:txEl>
                                          </p:spTgt>
                                        </p:tgtEl>
                                        <p:attrNameLst>
                                          <p:attrName>ppt_x</p:attrName>
                                        </p:attrNameLst>
                                      </p:cBhvr>
                                      <p:tavLst>
                                        <p:tav tm="0">
                                          <p:val>
                                            <p:strVal val="#ppt_x"/>
                                          </p:val>
                                        </p:tav>
                                        <p:tav tm="100000">
                                          <p:val>
                                            <p:strVal val="#ppt_x"/>
                                          </p:val>
                                        </p:tav>
                                      </p:tavLst>
                                    </p:anim>
                                    <p:anim calcmode="lin" valueType="num">
                                      <p:cBhvr>
                                        <p:cTn id="123" dur="500" fill="hold"/>
                                        <p:tgtEl>
                                          <p:spTgt spid="45">
                                            <p:txEl>
                                              <p:pRg st="0" end="0"/>
                                            </p:txEl>
                                          </p:spTgt>
                                        </p:tgtEl>
                                        <p:attrNameLst>
                                          <p:attrName>ppt_y</p:attrName>
                                        </p:attrNameLst>
                                      </p:cBhvr>
                                      <p:tavLst>
                                        <p:tav tm="0">
                                          <p:val>
                                            <p:strVal val="#ppt_y+.1"/>
                                          </p:val>
                                        </p:tav>
                                        <p:tav tm="100000">
                                          <p:val>
                                            <p:strVal val="#ppt_y"/>
                                          </p:val>
                                        </p:tav>
                                      </p:tavLst>
                                    </p:anim>
                                  </p:childTnLst>
                                </p:cTn>
                              </p:par>
                            </p:childTnLst>
                          </p:cTn>
                        </p:par>
                        <p:par>
                          <p:cTn id="124" fill="hold">
                            <p:stCondLst>
                              <p:cond delay="12000"/>
                            </p:stCondLst>
                            <p:childTnLst>
                              <p:par>
                                <p:cTn id="125" presetID="10" presetClass="entr" presetSubtype="0" fill="hold" grpId="0" nodeType="afterEffect">
                                  <p:stCondLst>
                                    <p:cond delay="0"/>
                                  </p:stCondLst>
                                  <p:childTnLst>
                                    <p:set>
                                      <p:cBhvr>
                                        <p:cTn id="126" dur="1" fill="hold">
                                          <p:stCondLst>
                                            <p:cond delay="0"/>
                                          </p:stCondLst>
                                        </p:cTn>
                                        <p:tgtEl>
                                          <p:spTgt spid="37"/>
                                        </p:tgtEl>
                                        <p:attrNameLst>
                                          <p:attrName>style.visibility</p:attrName>
                                        </p:attrNameLst>
                                      </p:cBhvr>
                                      <p:to>
                                        <p:strVal val="visible"/>
                                      </p:to>
                                    </p:set>
                                    <p:animEffect transition="in" filter="fade">
                                      <p:cBhvr>
                                        <p:cTn id="127" dur="500"/>
                                        <p:tgtEl>
                                          <p:spTgt spid="37"/>
                                        </p:tgtEl>
                                      </p:cBhvr>
                                    </p:animEffect>
                                  </p:childTnLst>
                                </p:cTn>
                              </p:par>
                            </p:childTnLst>
                          </p:cTn>
                        </p:par>
                        <p:par>
                          <p:cTn id="128" fill="hold">
                            <p:stCondLst>
                              <p:cond delay="12500"/>
                            </p:stCondLst>
                            <p:childTnLst>
                              <p:par>
                                <p:cTn id="129" presetID="53" presetClass="entr" presetSubtype="16" fill="hold" grpId="0" nodeType="afterEffect" nodePh="1">
                                  <p:stCondLst>
                                    <p:cond delay="0"/>
                                  </p:stCondLst>
                                  <p:endCondLst>
                                    <p:cond evt="begin" delay="0">
                                      <p:tn val="129"/>
                                    </p:cond>
                                  </p:endCondLst>
                                  <p:childTnLst>
                                    <p:set>
                                      <p:cBhvr>
                                        <p:cTn id="130" dur="1" fill="hold">
                                          <p:stCondLst>
                                            <p:cond delay="0"/>
                                          </p:stCondLst>
                                        </p:cTn>
                                        <p:tgtEl>
                                          <p:spTgt spid="46">
                                            <p:txEl>
                                              <p:pRg st="0" end="0"/>
                                            </p:txEl>
                                          </p:spTgt>
                                        </p:tgtEl>
                                        <p:attrNameLst>
                                          <p:attrName>style.visibility</p:attrName>
                                        </p:attrNameLst>
                                      </p:cBhvr>
                                      <p:to>
                                        <p:strVal val="visible"/>
                                      </p:to>
                                    </p:set>
                                    <p:anim calcmode="lin" valueType="num">
                                      <p:cBhvr>
                                        <p:cTn id="131" dur="500" fill="hold"/>
                                        <p:tgtEl>
                                          <p:spTgt spid="46">
                                            <p:txEl>
                                              <p:pRg st="0" end="0"/>
                                            </p:txEl>
                                          </p:spTgt>
                                        </p:tgtEl>
                                        <p:attrNameLst>
                                          <p:attrName>ppt_w</p:attrName>
                                        </p:attrNameLst>
                                      </p:cBhvr>
                                      <p:tavLst>
                                        <p:tav tm="0">
                                          <p:val>
                                            <p:fltVal val="0"/>
                                          </p:val>
                                        </p:tav>
                                        <p:tav tm="100000">
                                          <p:val>
                                            <p:strVal val="#ppt_w"/>
                                          </p:val>
                                        </p:tav>
                                      </p:tavLst>
                                    </p:anim>
                                    <p:anim calcmode="lin" valueType="num">
                                      <p:cBhvr>
                                        <p:cTn id="132" dur="500" fill="hold"/>
                                        <p:tgtEl>
                                          <p:spTgt spid="46">
                                            <p:txEl>
                                              <p:pRg st="0" end="0"/>
                                            </p:txEl>
                                          </p:spTgt>
                                        </p:tgtEl>
                                        <p:attrNameLst>
                                          <p:attrName>ppt_h</p:attrName>
                                        </p:attrNameLst>
                                      </p:cBhvr>
                                      <p:tavLst>
                                        <p:tav tm="0">
                                          <p:val>
                                            <p:fltVal val="0"/>
                                          </p:val>
                                        </p:tav>
                                        <p:tav tm="100000">
                                          <p:val>
                                            <p:strVal val="#ppt_h"/>
                                          </p:val>
                                        </p:tav>
                                      </p:tavLst>
                                    </p:anim>
                                    <p:animEffect transition="in" filter="fade">
                                      <p:cBhvr>
                                        <p:cTn id="133" dur="500"/>
                                        <p:tgtEl>
                                          <p:spTgt spid="46">
                                            <p:txEl>
                                              <p:pRg st="0" end="0"/>
                                            </p:txEl>
                                          </p:spTgt>
                                        </p:tgtEl>
                                      </p:cBhvr>
                                    </p:animEffect>
                                  </p:childTnLst>
                                </p:cTn>
                              </p:par>
                            </p:childTnLst>
                          </p:cTn>
                        </p:par>
                        <p:par>
                          <p:cTn id="134" fill="hold">
                            <p:stCondLst>
                              <p:cond delay="13000"/>
                            </p:stCondLst>
                            <p:childTnLst>
                              <p:par>
                                <p:cTn id="135" presetID="42" presetClass="entr" presetSubtype="0" fill="hold" grpId="0" nodeType="afterEffect" nodePh="1">
                                  <p:stCondLst>
                                    <p:cond delay="0"/>
                                  </p:stCondLst>
                                  <p:endCondLst>
                                    <p:cond evt="begin" delay="0">
                                      <p:tn val="135"/>
                                    </p:cond>
                                  </p:endCondLst>
                                  <p:childTnLst>
                                    <p:set>
                                      <p:cBhvr>
                                        <p:cTn id="136" dur="1" fill="hold">
                                          <p:stCondLst>
                                            <p:cond delay="0"/>
                                          </p:stCondLst>
                                        </p:cTn>
                                        <p:tgtEl>
                                          <p:spTgt spid="48">
                                            <p:txEl>
                                              <p:pRg st="0" end="0"/>
                                            </p:txEl>
                                          </p:spTgt>
                                        </p:tgtEl>
                                        <p:attrNameLst>
                                          <p:attrName>style.visibility</p:attrName>
                                        </p:attrNameLst>
                                      </p:cBhvr>
                                      <p:to>
                                        <p:strVal val="visible"/>
                                      </p:to>
                                    </p:set>
                                    <p:animEffect transition="in" filter="fade">
                                      <p:cBhvr>
                                        <p:cTn id="137" dur="500"/>
                                        <p:tgtEl>
                                          <p:spTgt spid="48">
                                            <p:txEl>
                                              <p:pRg st="0" end="0"/>
                                            </p:txEl>
                                          </p:spTgt>
                                        </p:tgtEl>
                                      </p:cBhvr>
                                    </p:animEffect>
                                    <p:anim calcmode="lin" valueType="num">
                                      <p:cBhvr>
                                        <p:cTn id="138" dur="500" fill="hold"/>
                                        <p:tgtEl>
                                          <p:spTgt spid="48">
                                            <p:txEl>
                                              <p:pRg st="0" end="0"/>
                                            </p:txEl>
                                          </p:spTgt>
                                        </p:tgtEl>
                                        <p:attrNameLst>
                                          <p:attrName>ppt_x</p:attrName>
                                        </p:attrNameLst>
                                      </p:cBhvr>
                                      <p:tavLst>
                                        <p:tav tm="0">
                                          <p:val>
                                            <p:strVal val="#ppt_x"/>
                                          </p:val>
                                        </p:tav>
                                        <p:tav tm="100000">
                                          <p:val>
                                            <p:strVal val="#ppt_x"/>
                                          </p:val>
                                        </p:tav>
                                      </p:tavLst>
                                    </p:anim>
                                    <p:anim calcmode="lin" valueType="num">
                                      <p:cBhvr>
                                        <p:cTn id="139" dur="500" fill="hold"/>
                                        <p:tgtEl>
                                          <p:spTgt spid="48">
                                            <p:txEl>
                                              <p:pRg st="0" end="0"/>
                                            </p:txEl>
                                          </p:spTgt>
                                        </p:tgtEl>
                                        <p:attrNameLst>
                                          <p:attrName>ppt_y</p:attrName>
                                        </p:attrNameLst>
                                      </p:cBhvr>
                                      <p:tavLst>
                                        <p:tav tm="0">
                                          <p:val>
                                            <p:strVal val="#ppt_y+.1"/>
                                          </p:val>
                                        </p:tav>
                                        <p:tav tm="100000">
                                          <p:val>
                                            <p:strVal val="#ppt_y"/>
                                          </p:val>
                                        </p:tav>
                                      </p:tavLst>
                                    </p:anim>
                                  </p:childTnLst>
                                </p:cTn>
                              </p:par>
                            </p:childTnLst>
                          </p:cTn>
                        </p:par>
                        <p:par>
                          <p:cTn id="140" fill="hold">
                            <p:stCondLst>
                              <p:cond delay="13500"/>
                            </p:stCondLst>
                            <p:childTnLst>
                              <p:par>
                                <p:cTn id="141" presetID="10" presetClass="entr" presetSubtype="0" fill="hold" grpId="0" nodeType="afterEffect">
                                  <p:stCondLst>
                                    <p:cond delay="0"/>
                                  </p:stCondLst>
                                  <p:childTnLst>
                                    <p:set>
                                      <p:cBhvr>
                                        <p:cTn id="142" dur="1" fill="hold">
                                          <p:stCondLst>
                                            <p:cond delay="0"/>
                                          </p:stCondLst>
                                        </p:cTn>
                                        <p:tgtEl>
                                          <p:spTgt spid="38"/>
                                        </p:tgtEl>
                                        <p:attrNameLst>
                                          <p:attrName>style.visibility</p:attrName>
                                        </p:attrNameLst>
                                      </p:cBhvr>
                                      <p:to>
                                        <p:strVal val="visible"/>
                                      </p:to>
                                    </p:set>
                                    <p:animEffect transition="in" filter="fade">
                                      <p:cBhvr>
                                        <p:cTn id="143" dur="500"/>
                                        <p:tgtEl>
                                          <p:spTgt spid="38"/>
                                        </p:tgtEl>
                                      </p:cBhvr>
                                    </p:animEffect>
                                  </p:childTnLst>
                                </p:cTn>
                              </p:par>
                            </p:childTnLst>
                          </p:cTn>
                        </p:par>
                        <p:par>
                          <p:cTn id="144" fill="hold">
                            <p:stCondLst>
                              <p:cond delay="14000"/>
                            </p:stCondLst>
                            <p:childTnLst>
                              <p:par>
                                <p:cTn id="145" presetID="53" presetClass="entr" presetSubtype="16" fill="hold" grpId="0" nodeType="afterEffect" nodePh="1">
                                  <p:stCondLst>
                                    <p:cond delay="0"/>
                                  </p:stCondLst>
                                  <p:endCondLst>
                                    <p:cond evt="begin" delay="0">
                                      <p:tn val="145"/>
                                    </p:cond>
                                  </p:endCondLst>
                                  <p:childTnLst>
                                    <p:set>
                                      <p:cBhvr>
                                        <p:cTn id="146" dur="1" fill="hold">
                                          <p:stCondLst>
                                            <p:cond delay="0"/>
                                          </p:stCondLst>
                                        </p:cTn>
                                        <p:tgtEl>
                                          <p:spTgt spid="49">
                                            <p:txEl>
                                              <p:pRg st="0" end="0"/>
                                            </p:txEl>
                                          </p:spTgt>
                                        </p:tgtEl>
                                        <p:attrNameLst>
                                          <p:attrName>style.visibility</p:attrName>
                                        </p:attrNameLst>
                                      </p:cBhvr>
                                      <p:to>
                                        <p:strVal val="visible"/>
                                      </p:to>
                                    </p:set>
                                    <p:anim calcmode="lin" valueType="num">
                                      <p:cBhvr>
                                        <p:cTn id="147" dur="500" fill="hold"/>
                                        <p:tgtEl>
                                          <p:spTgt spid="49">
                                            <p:txEl>
                                              <p:pRg st="0" end="0"/>
                                            </p:txEl>
                                          </p:spTgt>
                                        </p:tgtEl>
                                        <p:attrNameLst>
                                          <p:attrName>ppt_w</p:attrName>
                                        </p:attrNameLst>
                                      </p:cBhvr>
                                      <p:tavLst>
                                        <p:tav tm="0">
                                          <p:val>
                                            <p:fltVal val="0"/>
                                          </p:val>
                                        </p:tav>
                                        <p:tav tm="100000">
                                          <p:val>
                                            <p:strVal val="#ppt_w"/>
                                          </p:val>
                                        </p:tav>
                                      </p:tavLst>
                                    </p:anim>
                                    <p:anim calcmode="lin" valueType="num">
                                      <p:cBhvr>
                                        <p:cTn id="148" dur="500" fill="hold"/>
                                        <p:tgtEl>
                                          <p:spTgt spid="49">
                                            <p:txEl>
                                              <p:pRg st="0" end="0"/>
                                            </p:txEl>
                                          </p:spTgt>
                                        </p:tgtEl>
                                        <p:attrNameLst>
                                          <p:attrName>ppt_h</p:attrName>
                                        </p:attrNameLst>
                                      </p:cBhvr>
                                      <p:tavLst>
                                        <p:tav tm="0">
                                          <p:val>
                                            <p:fltVal val="0"/>
                                          </p:val>
                                        </p:tav>
                                        <p:tav tm="100000">
                                          <p:val>
                                            <p:strVal val="#ppt_h"/>
                                          </p:val>
                                        </p:tav>
                                      </p:tavLst>
                                    </p:anim>
                                    <p:animEffect transition="in" filter="fade">
                                      <p:cBhvr>
                                        <p:cTn id="149" dur="500"/>
                                        <p:tgtEl>
                                          <p:spTgt spid="49">
                                            <p:txEl>
                                              <p:pRg st="0" end="0"/>
                                            </p:txEl>
                                          </p:spTgt>
                                        </p:tgtEl>
                                      </p:cBhvr>
                                    </p:animEffect>
                                  </p:childTnLst>
                                </p:cTn>
                              </p:par>
                            </p:childTnLst>
                          </p:cTn>
                        </p:par>
                        <p:par>
                          <p:cTn id="150" fill="hold">
                            <p:stCondLst>
                              <p:cond delay="14500"/>
                            </p:stCondLst>
                            <p:childTnLst>
                              <p:par>
                                <p:cTn id="151" presetID="42" presetClass="entr" presetSubtype="0" fill="hold" grpId="0" nodeType="afterEffect" nodePh="1">
                                  <p:stCondLst>
                                    <p:cond delay="0"/>
                                  </p:stCondLst>
                                  <p:endCondLst>
                                    <p:cond evt="begin" delay="0">
                                      <p:tn val="151"/>
                                    </p:cond>
                                  </p:endCondLst>
                                  <p:childTnLst>
                                    <p:set>
                                      <p:cBhvr>
                                        <p:cTn id="152" dur="1" fill="hold">
                                          <p:stCondLst>
                                            <p:cond delay="0"/>
                                          </p:stCondLst>
                                        </p:cTn>
                                        <p:tgtEl>
                                          <p:spTgt spid="50">
                                            <p:txEl>
                                              <p:pRg st="0" end="0"/>
                                            </p:txEl>
                                          </p:spTgt>
                                        </p:tgtEl>
                                        <p:attrNameLst>
                                          <p:attrName>style.visibility</p:attrName>
                                        </p:attrNameLst>
                                      </p:cBhvr>
                                      <p:to>
                                        <p:strVal val="visible"/>
                                      </p:to>
                                    </p:set>
                                    <p:animEffect transition="in" filter="fade">
                                      <p:cBhvr>
                                        <p:cTn id="153" dur="500"/>
                                        <p:tgtEl>
                                          <p:spTgt spid="50">
                                            <p:txEl>
                                              <p:pRg st="0" end="0"/>
                                            </p:txEl>
                                          </p:spTgt>
                                        </p:tgtEl>
                                      </p:cBhvr>
                                    </p:animEffect>
                                    <p:anim calcmode="lin" valueType="num">
                                      <p:cBhvr>
                                        <p:cTn id="154" dur="500" fill="hold"/>
                                        <p:tgtEl>
                                          <p:spTgt spid="50">
                                            <p:txEl>
                                              <p:pRg st="0" end="0"/>
                                            </p:txEl>
                                          </p:spTgt>
                                        </p:tgtEl>
                                        <p:attrNameLst>
                                          <p:attrName>ppt_x</p:attrName>
                                        </p:attrNameLst>
                                      </p:cBhvr>
                                      <p:tavLst>
                                        <p:tav tm="0">
                                          <p:val>
                                            <p:strVal val="#ppt_x"/>
                                          </p:val>
                                        </p:tav>
                                        <p:tav tm="100000">
                                          <p:val>
                                            <p:strVal val="#ppt_x"/>
                                          </p:val>
                                        </p:tav>
                                      </p:tavLst>
                                    </p:anim>
                                    <p:anim calcmode="lin" valueType="num">
                                      <p:cBhvr>
                                        <p:cTn id="155" dur="500" fill="hold"/>
                                        <p:tgtEl>
                                          <p:spTgt spid="50">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39" grpId="0" animBg="1"/>
      <p:bldP spid="40" grpId="0" animBg="1"/>
      <p:bldP spid="41" grpId="0" animBg="1"/>
      <p:bldP spid="42" grpId="0" animBg="1"/>
      <p:bldP spid="15"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5"/>
                        </p:tgtEl>
                        <p:attrNameLst>
                          <p:attrName>style.visibility</p:attrName>
                        </p:attrNameLst>
                      </p:cBhvr>
                      <p:to>
                        <p:strVal val="visible"/>
                      </p:to>
                    </p:set>
                    <p:anim calcmode="lin" valueType="num">
                      <p:cBhvr>
                        <p:cTn dur="500" fill="hold"/>
                        <p:tgtEl>
                          <p:spTgt spid="15"/>
                        </p:tgtEl>
                        <p:attrNameLst>
                          <p:attrName>ppt_w</p:attrName>
                        </p:attrNameLst>
                      </p:cBhvr>
                      <p:tavLst>
                        <p:tav tm="0">
                          <p:val>
                            <p:fltVal val="0"/>
                          </p:val>
                        </p:tav>
                        <p:tav tm="100000">
                          <p:val>
                            <p:strVal val="#ppt_w"/>
                          </p:val>
                        </p:tav>
                      </p:tavLst>
                    </p:anim>
                    <p:anim calcmode="lin" valueType="num">
                      <p:cBhvr>
                        <p:cTn dur="500" fill="hold"/>
                        <p:tgtEl>
                          <p:spTgt spid="15"/>
                        </p:tgtEl>
                        <p:attrNameLst>
                          <p:attrName>ppt_h</p:attrName>
                        </p:attrNameLst>
                      </p:cBhvr>
                      <p:tavLst>
                        <p:tav tm="0">
                          <p:val>
                            <p:fltVal val="0"/>
                          </p:val>
                        </p:tav>
                        <p:tav tm="100000">
                          <p:val>
                            <p:strVal val="#ppt_h"/>
                          </p:val>
                        </p:tav>
                      </p:tavLst>
                    </p:anim>
                    <p:animEffect transition="in" filter="fade">
                      <p:cBhvr>
                        <p:cTn dur="500"/>
                        <p:tgtEl>
                          <p:spTgt spid="15"/>
                        </p:tgtEl>
                      </p:cBhvr>
                    </p:animEffect>
                  </p:childTnLst>
                </p:cTn>
              </p:par>
            </p:tnLst>
          </p:tmpl>
        </p:tmplLst>
      </p:bldP>
      <p:bldP spid="16"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6"/>
                        </p:tgtEl>
                        <p:attrNameLst>
                          <p:attrName>style.visibility</p:attrName>
                        </p:attrNameLst>
                      </p:cBhvr>
                      <p:to>
                        <p:strVal val="visible"/>
                      </p:to>
                    </p:set>
                    <p:animEffect transition="in" filter="fade">
                      <p:cBhvr>
                        <p:cTn dur="500"/>
                        <p:tgtEl>
                          <p:spTgt spid="16"/>
                        </p:tgtEl>
                      </p:cBhvr>
                    </p:animEffect>
                    <p:anim calcmode="lin" valueType="num">
                      <p:cBhvr>
                        <p:cTn dur="500" fill="hold"/>
                        <p:tgtEl>
                          <p:spTgt spid="16"/>
                        </p:tgtEl>
                        <p:attrNameLst>
                          <p:attrName>ppt_x</p:attrName>
                        </p:attrNameLst>
                      </p:cBhvr>
                      <p:tavLst>
                        <p:tav tm="0">
                          <p:val>
                            <p:strVal val="#ppt_x"/>
                          </p:val>
                        </p:tav>
                        <p:tav tm="100000">
                          <p:val>
                            <p:strVal val="#ppt_x"/>
                          </p:val>
                        </p:tav>
                      </p:tavLst>
                    </p:anim>
                    <p:anim calcmode="lin" valueType="num">
                      <p:cBhvr>
                        <p:cTn dur="500" fill="hold"/>
                        <p:tgtEl>
                          <p:spTgt spid="16"/>
                        </p:tgtEl>
                        <p:attrNameLst>
                          <p:attrName>ppt_y</p:attrName>
                        </p:attrNameLst>
                      </p:cBhvr>
                      <p:tavLst>
                        <p:tav tm="0">
                          <p:val>
                            <p:strVal val="#ppt_y+.1"/>
                          </p:val>
                        </p:tav>
                        <p:tav tm="100000">
                          <p:val>
                            <p:strVal val="#ppt_y"/>
                          </p:val>
                        </p:tav>
                      </p:tavLst>
                    </p:anim>
                  </p:childTnLst>
                </p:cTn>
              </p:par>
            </p:tnLst>
          </p:tmpl>
        </p:tmplLst>
      </p:bldP>
      <p:bldP spid="17"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7"/>
                        </p:tgtEl>
                        <p:attrNameLst>
                          <p:attrName>style.visibility</p:attrName>
                        </p:attrNameLst>
                      </p:cBhvr>
                      <p:to>
                        <p:strVal val="visible"/>
                      </p:to>
                    </p:set>
                    <p:anim calcmode="lin" valueType="num">
                      <p:cBhvr>
                        <p:cTn dur="500" fill="hold"/>
                        <p:tgtEl>
                          <p:spTgt spid="17"/>
                        </p:tgtEl>
                        <p:attrNameLst>
                          <p:attrName>ppt_w</p:attrName>
                        </p:attrNameLst>
                      </p:cBhvr>
                      <p:tavLst>
                        <p:tav tm="0">
                          <p:val>
                            <p:fltVal val="0"/>
                          </p:val>
                        </p:tav>
                        <p:tav tm="100000">
                          <p:val>
                            <p:strVal val="#ppt_w"/>
                          </p:val>
                        </p:tav>
                      </p:tavLst>
                    </p:anim>
                    <p:anim calcmode="lin" valueType="num">
                      <p:cBhvr>
                        <p:cTn dur="500" fill="hold"/>
                        <p:tgtEl>
                          <p:spTgt spid="17"/>
                        </p:tgtEl>
                        <p:attrNameLst>
                          <p:attrName>ppt_h</p:attrName>
                        </p:attrNameLst>
                      </p:cBhvr>
                      <p:tavLst>
                        <p:tav tm="0">
                          <p:val>
                            <p:fltVal val="0"/>
                          </p:val>
                        </p:tav>
                        <p:tav tm="100000">
                          <p:val>
                            <p:strVal val="#ppt_h"/>
                          </p:val>
                        </p:tav>
                      </p:tavLst>
                    </p:anim>
                    <p:animEffect transition="in" filter="fade">
                      <p:cBhvr>
                        <p:cTn dur="500"/>
                        <p:tgtEl>
                          <p:spTgt spid="17"/>
                        </p:tgtEl>
                      </p:cBhvr>
                    </p:animEffect>
                  </p:childTnLst>
                </p:cTn>
              </p:par>
            </p:tnLst>
          </p:tmpl>
        </p:tmplLst>
      </p:bldP>
      <p:bldP spid="18"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8"/>
                        </p:tgtEl>
                        <p:attrNameLst>
                          <p:attrName>style.visibility</p:attrName>
                        </p:attrNameLst>
                      </p:cBhvr>
                      <p:to>
                        <p:strVal val="visible"/>
                      </p:to>
                    </p:set>
                    <p:animEffect transition="in" filter="fade">
                      <p:cBhvr>
                        <p:cTn dur="500"/>
                        <p:tgtEl>
                          <p:spTgt spid="18"/>
                        </p:tgtEl>
                      </p:cBhvr>
                    </p:animEffect>
                    <p:anim calcmode="lin" valueType="num">
                      <p:cBhvr>
                        <p:cTn dur="500" fill="hold"/>
                        <p:tgtEl>
                          <p:spTgt spid="18"/>
                        </p:tgtEl>
                        <p:attrNameLst>
                          <p:attrName>ppt_x</p:attrName>
                        </p:attrNameLst>
                      </p:cBhvr>
                      <p:tavLst>
                        <p:tav tm="0">
                          <p:val>
                            <p:strVal val="#ppt_x"/>
                          </p:val>
                        </p:tav>
                        <p:tav tm="100000">
                          <p:val>
                            <p:strVal val="#ppt_x"/>
                          </p:val>
                        </p:tav>
                      </p:tavLst>
                    </p:anim>
                    <p:anim calcmode="lin" valueType="num">
                      <p:cBhvr>
                        <p:cTn dur="500" fill="hold"/>
                        <p:tgtEl>
                          <p:spTgt spid="18"/>
                        </p:tgtEl>
                        <p:attrNameLst>
                          <p:attrName>ppt_y</p:attrName>
                        </p:attrNameLst>
                      </p:cBhvr>
                      <p:tavLst>
                        <p:tav tm="0">
                          <p:val>
                            <p:strVal val="#ppt_y+.1"/>
                          </p:val>
                        </p:tav>
                        <p:tav tm="100000">
                          <p:val>
                            <p:strVal val="#ppt_y"/>
                          </p:val>
                        </p:tav>
                      </p:tavLst>
                    </p:anim>
                  </p:childTnLst>
                </p:cTn>
              </p:par>
            </p:tnLst>
          </p:tmpl>
        </p:tmplLst>
      </p:bldP>
      <p:bldP spid="19"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9"/>
                        </p:tgtEl>
                        <p:attrNameLst>
                          <p:attrName>style.visibility</p:attrName>
                        </p:attrNameLst>
                      </p:cBhvr>
                      <p:to>
                        <p:strVal val="visible"/>
                      </p:to>
                    </p:set>
                    <p:anim calcmode="lin" valueType="num">
                      <p:cBhvr>
                        <p:cTn dur="500" fill="hold"/>
                        <p:tgtEl>
                          <p:spTgt spid="19"/>
                        </p:tgtEl>
                        <p:attrNameLst>
                          <p:attrName>ppt_w</p:attrName>
                        </p:attrNameLst>
                      </p:cBhvr>
                      <p:tavLst>
                        <p:tav tm="0">
                          <p:val>
                            <p:fltVal val="0"/>
                          </p:val>
                        </p:tav>
                        <p:tav tm="100000">
                          <p:val>
                            <p:strVal val="#ppt_w"/>
                          </p:val>
                        </p:tav>
                      </p:tavLst>
                    </p:anim>
                    <p:anim calcmode="lin" valueType="num">
                      <p:cBhvr>
                        <p:cTn dur="500" fill="hold"/>
                        <p:tgtEl>
                          <p:spTgt spid="19"/>
                        </p:tgtEl>
                        <p:attrNameLst>
                          <p:attrName>ppt_h</p:attrName>
                        </p:attrNameLst>
                      </p:cBhvr>
                      <p:tavLst>
                        <p:tav tm="0">
                          <p:val>
                            <p:fltVal val="0"/>
                          </p:val>
                        </p:tav>
                        <p:tav tm="100000">
                          <p:val>
                            <p:strVal val="#ppt_h"/>
                          </p:val>
                        </p:tav>
                      </p:tavLst>
                    </p:anim>
                    <p:animEffect transition="in" filter="fade">
                      <p:cBhvr>
                        <p:cTn dur="500"/>
                        <p:tgtEl>
                          <p:spTgt spid="19"/>
                        </p:tgtEl>
                      </p:cBhvr>
                    </p:animEffect>
                  </p:childTnLst>
                </p:cTn>
              </p:par>
            </p:tnLst>
          </p:tmpl>
        </p:tmplLst>
      </p:bldP>
      <p:bldP spid="20"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0"/>
                        </p:tgtEl>
                        <p:attrNameLst>
                          <p:attrName>style.visibility</p:attrName>
                        </p:attrNameLst>
                      </p:cBhvr>
                      <p:to>
                        <p:strVal val="visible"/>
                      </p:to>
                    </p:set>
                    <p:animEffect transition="in" filter="fade">
                      <p:cBhvr>
                        <p:cTn dur="500"/>
                        <p:tgtEl>
                          <p:spTgt spid="20"/>
                        </p:tgtEl>
                      </p:cBhvr>
                    </p:animEffect>
                    <p:anim calcmode="lin" valueType="num">
                      <p:cBhvr>
                        <p:cTn dur="500" fill="hold"/>
                        <p:tgtEl>
                          <p:spTgt spid="20"/>
                        </p:tgtEl>
                        <p:attrNameLst>
                          <p:attrName>ppt_x</p:attrName>
                        </p:attrNameLst>
                      </p:cBhvr>
                      <p:tavLst>
                        <p:tav tm="0">
                          <p:val>
                            <p:strVal val="#ppt_x"/>
                          </p:val>
                        </p:tav>
                        <p:tav tm="100000">
                          <p:val>
                            <p:strVal val="#ppt_x"/>
                          </p:val>
                        </p:tav>
                      </p:tavLst>
                    </p:anim>
                    <p:anim calcmode="lin" valueType="num">
                      <p:cBhvr>
                        <p:cTn dur="500" fill="hold"/>
                        <p:tgtEl>
                          <p:spTgt spid="20"/>
                        </p:tgtEl>
                        <p:attrNameLst>
                          <p:attrName>ppt_y</p:attrName>
                        </p:attrNameLst>
                      </p:cBhvr>
                      <p:tavLst>
                        <p:tav tm="0">
                          <p:val>
                            <p:strVal val="#ppt_y+.1"/>
                          </p:val>
                        </p:tav>
                        <p:tav tm="100000">
                          <p:val>
                            <p:strVal val="#ppt_y"/>
                          </p:val>
                        </p:tav>
                      </p:tavLst>
                    </p:anim>
                  </p:childTnLst>
                </p:cTn>
              </p:par>
            </p:tnLst>
          </p:tmpl>
        </p:tmplLst>
      </p:bldP>
      <p:bldP spid="28"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8"/>
                        </p:tgtEl>
                        <p:attrNameLst>
                          <p:attrName>style.visibility</p:attrName>
                        </p:attrNameLst>
                      </p:cBhvr>
                      <p:to>
                        <p:strVal val="visible"/>
                      </p:to>
                    </p:set>
                    <p:anim calcmode="lin" valueType="num">
                      <p:cBhvr>
                        <p:cTn dur="500" fill="hold"/>
                        <p:tgtEl>
                          <p:spTgt spid="28"/>
                        </p:tgtEl>
                        <p:attrNameLst>
                          <p:attrName>ppt_w</p:attrName>
                        </p:attrNameLst>
                      </p:cBhvr>
                      <p:tavLst>
                        <p:tav tm="0">
                          <p:val>
                            <p:fltVal val="0"/>
                          </p:val>
                        </p:tav>
                        <p:tav tm="100000">
                          <p:val>
                            <p:strVal val="#ppt_w"/>
                          </p:val>
                        </p:tav>
                      </p:tavLst>
                    </p:anim>
                    <p:anim calcmode="lin" valueType="num">
                      <p:cBhvr>
                        <p:cTn dur="500" fill="hold"/>
                        <p:tgtEl>
                          <p:spTgt spid="28"/>
                        </p:tgtEl>
                        <p:attrNameLst>
                          <p:attrName>ppt_h</p:attrName>
                        </p:attrNameLst>
                      </p:cBhvr>
                      <p:tavLst>
                        <p:tav tm="0">
                          <p:val>
                            <p:fltVal val="0"/>
                          </p:val>
                        </p:tav>
                        <p:tav tm="100000">
                          <p:val>
                            <p:strVal val="#ppt_h"/>
                          </p:val>
                        </p:tav>
                      </p:tavLst>
                    </p:anim>
                    <p:animEffect transition="in" filter="fade">
                      <p:cBhvr>
                        <p:cTn dur="500"/>
                        <p:tgtEl>
                          <p:spTgt spid="28"/>
                        </p:tgtEl>
                      </p:cBhvr>
                    </p:animEffect>
                  </p:childTnLst>
                </p:cTn>
              </p:par>
            </p:tnLst>
          </p:tmpl>
        </p:tmplLst>
      </p:bldP>
      <p:bldP spid="29"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9"/>
                        </p:tgtEl>
                        <p:attrNameLst>
                          <p:attrName>style.visibility</p:attrName>
                        </p:attrNameLst>
                      </p:cBhvr>
                      <p:to>
                        <p:strVal val="visible"/>
                      </p:to>
                    </p:set>
                    <p:animEffect transition="in" filter="fade">
                      <p:cBhvr>
                        <p:cTn dur="500"/>
                        <p:tgtEl>
                          <p:spTgt spid="29"/>
                        </p:tgtEl>
                      </p:cBhvr>
                    </p:animEffect>
                    <p:anim calcmode="lin" valueType="num">
                      <p:cBhvr>
                        <p:cTn dur="500" fill="hold"/>
                        <p:tgtEl>
                          <p:spTgt spid="29"/>
                        </p:tgtEl>
                        <p:attrNameLst>
                          <p:attrName>ppt_x</p:attrName>
                        </p:attrNameLst>
                      </p:cBhvr>
                      <p:tavLst>
                        <p:tav tm="0">
                          <p:val>
                            <p:strVal val="#ppt_x"/>
                          </p:val>
                        </p:tav>
                        <p:tav tm="100000">
                          <p:val>
                            <p:strVal val="#ppt_x"/>
                          </p:val>
                        </p:tav>
                      </p:tavLst>
                    </p:anim>
                    <p:anim calcmode="lin" valueType="num">
                      <p:cBhvr>
                        <p:cTn dur="500" fill="hold"/>
                        <p:tgtEl>
                          <p:spTgt spid="29"/>
                        </p:tgtEl>
                        <p:attrNameLst>
                          <p:attrName>ppt_y</p:attrName>
                        </p:attrNameLst>
                      </p:cBhvr>
                      <p:tavLst>
                        <p:tav tm="0">
                          <p:val>
                            <p:strVal val="#ppt_y+.1"/>
                          </p:val>
                        </p:tav>
                        <p:tav tm="100000">
                          <p:val>
                            <p:strVal val="#ppt_y"/>
                          </p:val>
                        </p:tav>
                      </p:tavLst>
                    </p:anim>
                  </p:childTnLst>
                </p:cTn>
              </p:par>
            </p:tnLst>
          </p:tmpl>
        </p:tmplLst>
      </p:bldP>
      <p:bldP spid="36" grpId="0" animBg="1"/>
      <p:bldP spid="37" grpId="0" animBg="1"/>
      <p:bldP spid="38" grpId="0" animBg="1"/>
      <p:bldP spid="44"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44"/>
                        </p:tgtEl>
                        <p:attrNameLst>
                          <p:attrName>style.visibility</p:attrName>
                        </p:attrNameLst>
                      </p:cBhvr>
                      <p:to>
                        <p:strVal val="visible"/>
                      </p:to>
                    </p:set>
                    <p:anim calcmode="lin" valueType="num">
                      <p:cBhvr>
                        <p:cTn dur="500" fill="hold"/>
                        <p:tgtEl>
                          <p:spTgt spid="44"/>
                        </p:tgtEl>
                        <p:attrNameLst>
                          <p:attrName>ppt_w</p:attrName>
                        </p:attrNameLst>
                      </p:cBhvr>
                      <p:tavLst>
                        <p:tav tm="0">
                          <p:val>
                            <p:fltVal val="0"/>
                          </p:val>
                        </p:tav>
                        <p:tav tm="100000">
                          <p:val>
                            <p:strVal val="#ppt_w"/>
                          </p:val>
                        </p:tav>
                      </p:tavLst>
                    </p:anim>
                    <p:anim calcmode="lin" valueType="num">
                      <p:cBhvr>
                        <p:cTn dur="500" fill="hold"/>
                        <p:tgtEl>
                          <p:spTgt spid="44"/>
                        </p:tgtEl>
                        <p:attrNameLst>
                          <p:attrName>ppt_h</p:attrName>
                        </p:attrNameLst>
                      </p:cBhvr>
                      <p:tavLst>
                        <p:tav tm="0">
                          <p:val>
                            <p:fltVal val="0"/>
                          </p:val>
                        </p:tav>
                        <p:tav tm="100000">
                          <p:val>
                            <p:strVal val="#ppt_h"/>
                          </p:val>
                        </p:tav>
                      </p:tavLst>
                    </p:anim>
                    <p:animEffect transition="in" filter="fade">
                      <p:cBhvr>
                        <p:cTn dur="500"/>
                        <p:tgtEl>
                          <p:spTgt spid="44"/>
                        </p:tgtEl>
                      </p:cBhvr>
                    </p:animEffect>
                  </p:childTnLst>
                </p:cTn>
              </p:par>
            </p:tnLst>
          </p:tmpl>
        </p:tmplLst>
      </p:bldP>
      <p:bldP spid="45"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45"/>
                        </p:tgtEl>
                        <p:attrNameLst>
                          <p:attrName>style.visibility</p:attrName>
                        </p:attrNameLst>
                      </p:cBhvr>
                      <p:to>
                        <p:strVal val="visible"/>
                      </p:to>
                    </p:set>
                    <p:animEffect transition="in" filter="fade">
                      <p:cBhvr>
                        <p:cTn dur="500"/>
                        <p:tgtEl>
                          <p:spTgt spid="45"/>
                        </p:tgtEl>
                      </p:cBhvr>
                    </p:animEffect>
                    <p:anim calcmode="lin" valueType="num">
                      <p:cBhvr>
                        <p:cTn dur="500" fill="hold"/>
                        <p:tgtEl>
                          <p:spTgt spid="45"/>
                        </p:tgtEl>
                        <p:attrNameLst>
                          <p:attrName>ppt_x</p:attrName>
                        </p:attrNameLst>
                      </p:cBhvr>
                      <p:tavLst>
                        <p:tav tm="0">
                          <p:val>
                            <p:strVal val="#ppt_x"/>
                          </p:val>
                        </p:tav>
                        <p:tav tm="100000">
                          <p:val>
                            <p:strVal val="#ppt_x"/>
                          </p:val>
                        </p:tav>
                      </p:tavLst>
                    </p:anim>
                    <p:anim calcmode="lin" valueType="num">
                      <p:cBhvr>
                        <p:cTn dur="500" fill="hold"/>
                        <p:tgtEl>
                          <p:spTgt spid="45"/>
                        </p:tgtEl>
                        <p:attrNameLst>
                          <p:attrName>ppt_y</p:attrName>
                        </p:attrNameLst>
                      </p:cBhvr>
                      <p:tavLst>
                        <p:tav tm="0">
                          <p:val>
                            <p:strVal val="#ppt_y+.1"/>
                          </p:val>
                        </p:tav>
                        <p:tav tm="100000">
                          <p:val>
                            <p:strVal val="#ppt_y"/>
                          </p:val>
                        </p:tav>
                      </p:tavLst>
                    </p:anim>
                  </p:childTnLst>
                </p:cTn>
              </p:par>
            </p:tnLst>
          </p:tmpl>
        </p:tmplLst>
      </p:bldP>
      <p:bldP spid="46"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46"/>
                        </p:tgtEl>
                        <p:attrNameLst>
                          <p:attrName>style.visibility</p:attrName>
                        </p:attrNameLst>
                      </p:cBhvr>
                      <p:to>
                        <p:strVal val="visible"/>
                      </p:to>
                    </p:set>
                    <p:anim calcmode="lin" valueType="num">
                      <p:cBhvr>
                        <p:cTn dur="500" fill="hold"/>
                        <p:tgtEl>
                          <p:spTgt spid="46"/>
                        </p:tgtEl>
                        <p:attrNameLst>
                          <p:attrName>ppt_w</p:attrName>
                        </p:attrNameLst>
                      </p:cBhvr>
                      <p:tavLst>
                        <p:tav tm="0">
                          <p:val>
                            <p:fltVal val="0"/>
                          </p:val>
                        </p:tav>
                        <p:tav tm="100000">
                          <p:val>
                            <p:strVal val="#ppt_w"/>
                          </p:val>
                        </p:tav>
                      </p:tavLst>
                    </p:anim>
                    <p:anim calcmode="lin" valueType="num">
                      <p:cBhvr>
                        <p:cTn dur="500" fill="hold"/>
                        <p:tgtEl>
                          <p:spTgt spid="46"/>
                        </p:tgtEl>
                        <p:attrNameLst>
                          <p:attrName>ppt_h</p:attrName>
                        </p:attrNameLst>
                      </p:cBhvr>
                      <p:tavLst>
                        <p:tav tm="0">
                          <p:val>
                            <p:fltVal val="0"/>
                          </p:val>
                        </p:tav>
                        <p:tav tm="100000">
                          <p:val>
                            <p:strVal val="#ppt_h"/>
                          </p:val>
                        </p:tav>
                      </p:tavLst>
                    </p:anim>
                    <p:animEffect transition="in" filter="fade">
                      <p:cBhvr>
                        <p:cTn dur="500"/>
                        <p:tgtEl>
                          <p:spTgt spid="46"/>
                        </p:tgtEl>
                      </p:cBhvr>
                    </p:animEffect>
                  </p:childTnLst>
                </p:cTn>
              </p:par>
            </p:tnLst>
          </p:tmpl>
        </p:tmplLst>
      </p:bldP>
      <p:bldP spid="48"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48"/>
                        </p:tgtEl>
                        <p:attrNameLst>
                          <p:attrName>style.visibility</p:attrName>
                        </p:attrNameLst>
                      </p:cBhvr>
                      <p:to>
                        <p:strVal val="visible"/>
                      </p:to>
                    </p:set>
                    <p:animEffect transition="in" filter="fade">
                      <p:cBhvr>
                        <p:cTn dur="500"/>
                        <p:tgtEl>
                          <p:spTgt spid="48"/>
                        </p:tgtEl>
                      </p:cBhvr>
                    </p:animEffect>
                    <p:anim calcmode="lin" valueType="num">
                      <p:cBhvr>
                        <p:cTn dur="500" fill="hold"/>
                        <p:tgtEl>
                          <p:spTgt spid="48"/>
                        </p:tgtEl>
                        <p:attrNameLst>
                          <p:attrName>ppt_x</p:attrName>
                        </p:attrNameLst>
                      </p:cBhvr>
                      <p:tavLst>
                        <p:tav tm="0">
                          <p:val>
                            <p:strVal val="#ppt_x"/>
                          </p:val>
                        </p:tav>
                        <p:tav tm="100000">
                          <p:val>
                            <p:strVal val="#ppt_x"/>
                          </p:val>
                        </p:tav>
                      </p:tavLst>
                    </p:anim>
                    <p:anim calcmode="lin" valueType="num">
                      <p:cBhvr>
                        <p:cTn dur="500" fill="hold"/>
                        <p:tgtEl>
                          <p:spTgt spid="48"/>
                        </p:tgtEl>
                        <p:attrNameLst>
                          <p:attrName>ppt_y</p:attrName>
                        </p:attrNameLst>
                      </p:cBhvr>
                      <p:tavLst>
                        <p:tav tm="0">
                          <p:val>
                            <p:strVal val="#ppt_y+.1"/>
                          </p:val>
                        </p:tav>
                        <p:tav tm="100000">
                          <p:val>
                            <p:strVal val="#ppt_y"/>
                          </p:val>
                        </p:tav>
                      </p:tavLst>
                    </p:anim>
                  </p:childTnLst>
                </p:cTn>
              </p:par>
            </p:tnLst>
          </p:tmpl>
        </p:tmplLst>
      </p:bldP>
      <p:bldP spid="49"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49"/>
                        </p:tgtEl>
                        <p:attrNameLst>
                          <p:attrName>style.visibility</p:attrName>
                        </p:attrNameLst>
                      </p:cBhvr>
                      <p:to>
                        <p:strVal val="visible"/>
                      </p:to>
                    </p:set>
                    <p:anim calcmode="lin" valueType="num">
                      <p:cBhvr>
                        <p:cTn dur="500" fill="hold"/>
                        <p:tgtEl>
                          <p:spTgt spid="49"/>
                        </p:tgtEl>
                        <p:attrNameLst>
                          <p:attrName>ppt_w</p:attrName>
                        </p:attrNameLst>
                      </p:cBhvr>
                      <p:tavLst>
                        <p:tav tm="0">
                          <p:val>
                            <p:fltVal val="0"/>
                          </p:val>
                        </p:tav>
                        <p:tav tm="100000">
                          <p:val>
                            <p:strVal val="#ppt_w"/>
                          </p:val>
                        </p:tav>
                      </p:tavLst>
                    </p:anim>
                    <p:anim calcmode="lin" valueType="num">
                      <p:cBhvr>
                        <p:cTn dur="500" fill="hold"/>
                        <p:tgtEl>
                          <p:spTgt spid="49"/>
                        </p:tgtEl>
                        <p:attrNameLst>
                          <p:attrName>ppt_h</p:attrName>
                        </p:attrNameLst>
                      </p:cBhvr>
                      <p:tavLst>
                        <p:tav tm="0">
                          <p:val>
                            <p:fltVal val="0"/>
                          </p:val>
                        </p:tav>
                        <p:tav tm="100000">
                          <p:val>
                            <p:strVal val="#ppt_h"/>
                          </p:val>
                        </p:tav>
                      </p:tavLst>
                    </p:anim>
                    <p:animEffect transition="in" filter="fade">
                      <p:cBhvr>
                        <p:cTn dur="500"/>
                        <p:tgtEl>
                          <p:spTgt spid="49"/>
                        </p:tgtEl>
                      </p:cBhvr>
                    </p:animEffect>
                  </p:childTnLst>
                </p:cTn>
              </p:par>
            </p:tnLst>
          </p:tmpl>
        </p:tmplLst>
      </p:bldP>
      <p:bldP spid="50"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50"/>
                        </p:tgtEl>
                        <p:attrNameLst>
                          <p:attrName>style.visibility</p:attrName>
                        </p:attrNameLst>
                      </p:cBhvr>
                      <p:to>
                        <p:strVal val="visible"/>
                      </p:to>
                    </p:set>
                    <p:animEffect transition="in" filter="fade">
                      <p:cBhvr>
                        <p:cTn dur="500"/>
                        <p:tgtEl>
                          <p:spTgt spid="50"/>
                        </p:tgtEl>
                      </p:cBhvr>
                    </p:animEffect>
                    <p:anim calcmode="lin" valueType="num">
                      <p:cBhvr>
                        <p:cTn dur="500" fill="hold"/>
                        <p:tgtEl>
                          <p:spTgt spid="50"/>
                        </p:tgtEl>
                        <p:attrNameLst>
                          <p:attrName>ppt_x</p:attrName>
                        </p:attrNameLst>
                      </p:cBhvr>
                      <p:tavLst>
                        <p:tav tm="0">
                          <p:val>
                            <p:strVal val="#ppt_x"/>
                          </p:val>
                        </p:tav>
                        <p:tav tm="100000">
                          <p:val>
                            <p:strVal val="#ppt_x"/>
                          </p:val>
                        </p:tav>
                      </p:tavLst>
                    </p:anim>
                    <p:anim calcmode="lin" valueType="num">
                      <p:cBhvr>
                        <p:cTn dur="500" fill="hold"/>
                        <p:tgtEl>
                          <p:spTgt spid="50"/>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262.xml><?xml version="1.0" encoding="utf-8"?>
<p:sldLayout xmlns:a="http://schemas.openxmlformats.org/drawingml/2006/main" xmlns:r="http://schemas.openxmlformats.org/officeDocument/2006/relationships" xmlns:p="http://schemas.openxmlformats.org/presentationml/2006/main" preserve="1" userDrawn="1">
  <p:cSld name="10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6" name="Rectangle 5"/>
          <p:cNvSpPr/>
          <p:nvPr userDrawn="1"/>
        </p:nvSpPr>
        <p:spPr>
          <a:xfrm rot="20700000">
            <a:off x="1558637" y="2070541"/>
            <a:ext cx="1510146" cy="18288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9" name="Rectangle 8"/>
          <p:cNvSpPr/>
          <p:nvPr userDrawn="1"/>
        </p:nvSpPr>
        <p:spPr>
          <a:xfrm rot="900000">
            <a:off x="1558636" y="2070541"/>
            <a:ext cx="1510146" cy="18288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18" name="Picture Placeholder 17"/>
          <p:cNvSpPr>
            <a:spLocks noGrp="1"/>
          </p:cNvSpPr>
          <p:nvPr>
            <p:ph type="pic" sz="quarter" idx="15"/>
          </p:nvPr>
        </p:nvSpPr>
        <p:spPr>
          <a:xfrm>
            <a:off x="1558637" y="2042755"/>
            <a:ext cx="1510148" cy="1828800"/>
          </a:xfrm>
          <a:custGeom>
            <a:avLst/>
            <a:gdLst>
              <a:gd name="connsiteX0" fmla="*/ 0 w 1510148"/>
              <a:gd name="connsiteY0" fmla="*/ 0 h 1828800"/>
              <a:gd name="connsiteX1" fmla="*/ 1510148 w 1510148"/>
              <a:gd name="connsiteY1" fmla="*/ 0 h 1828800"/>
              <a:gd name="connsiteX2" fmla="*/ 1510148 w 1510148"/>
              <a:gd name="connsiteY2" fmla="*/ 1828800 h 1828800"/>
              <a:gd name="connsiteX3" fmla="*/ 0 w 1510148"/>
              <a:gd name="connsiteY3" fmla="*/ 1828800 h 1828800"/>
            </a:gdLst>
            <a:ahLst/>
            <a:cxnLst>
              <a:cxn ang="0">
                <a:pos x="connsiteX0" y="connsiteY0"/>
              </a:cxn>
              <a:cxn ang="0">
                <a:pos x="connsiteX1" y="connsiteY1"/>
              </a:cxn>
              <a:cxn ang="0">
                <a:pos x="connsiteX2" y="connsiteY2"/>
              </a:cxn>
              <a:cxn ang="0">
                <a:pos x="connsiteX3" y="connsiteY3"/>
              </a:cxn>
            </a:cxnLst>
            <a:rect l="l" t="t" r="r" b="b"/>
            <a:pathLst>
              <a:path w="1510148" h="1828800">
                <a:moveTo>
                  <a:pt x="0" y="0"/>
                </a:moveTo>
                <a:lnTo>
                  <a:pt x="1510148" y="0"/>
                </a:lnTo>
                <a:lnTo>
                  <a:pt x="1510148" y="1828800"/>
                </a:lnTo>
                <a:lnTo>
                  <a:pt x="0" y="1828800"/>
                </a:lnTo>
                <a:close/>
              </a:path>
            </a:pathLst>
          </a:custGeom>
          <a:solidFill>
            <a:schemeClr val="bg1">
              <a:lumMod val="85000"/>
            </a:schemeClr>
          </a:solidFill>
        </p:spPr>
        <p:txBody>
          <a:bodyPr wrap="square">
            <a:noAutofit/>
          </a:bodyPr>
          <a:lstStyle/>
          <a:p>
            <a:endParaRPr lang="en-AU"/>
          </a:p>
        </p:txBody>
      </p:sp>
      <p:sp>
        <p:nvSpPr>
          <p:cNvPr id="19" name="Rectangle 18"/>
          <p:cNvSpPr/>
          <p:nvPr userDrawn="1"/>
        </p:nvSpPr>
        <p:spPr>
          <a:xfrm rot="20700000">
            <a:off x="5346295" y="2070541"/>
            <a:ext cx="1510146" cy="18288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0" name="Rectangle 19"/>
          <p:cNvSpPr/>
          <p:nvPr userDrawn="1"/>
        </p:nvSpPr>
        <p:spPr>
          <a:xfrm rot="900000">
            <a:off x="5346294" y="2070541"/>
            <a:ext cx="1510146" cy="18288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1" name="Picture Placeholder 20"/>
          <p:cNvSpPr>
            <a:spLocks noGrp="1"/>
          </p:cNvSpPr>
          <p:nvPr>
            <p:ph type="pic" sz="quarter" idx="16"/>
          </p:nvPr>
        </p:nvSpPr>
        <p:spPr>
          <a:xfrm>
            <a:off x="5346295" y="2042755"/>
            <a:ext cx="1510148" cy="1828800"/>
          </a:xfrm>
          <a:custGeom>
            <a:avLst/>
            <a:gdLst>
              <a:gd name="connsiteX0" fmla="*/ 0 w 1510148"/>
              <a:gd name="connsiteY0" fmla="*/ 0 h 1828800"/>
              <a:gd name="connsiteX1" fmla="*/ 1510148 w 1510148"/>
              <a:gd name="connsiteY1" fmla="*/ 0 h 1828800"/>
              <a:gd name="connsiteX2" fmla="*/ 1510148 w 1510148"/>
              <a:gd name="connsiteY2" fmla="*/ 1828800 h 1828800"/>
              <a:gd name="connsiteX3" fmla="*/ 0 w 1510148"/>
              <a:gd name="connsiteY3" fmla="*/ 1828800 h 1828800"/>
            </a:gdLst>
            <a:ahLst/>
            <a:cxnLst>
              <a:cxn ang="0">
                <a:pos x="connsiteX0" y="connsiteY0"/>
              </a:cxn>
              <a:cxn ang="0">
                <a:pos x="connsiteX1" y="connsiteY1"/>
              </a:cxn>
              <a:cxn ang="0">
                <a:pos x="connsiteX2" y="connsiteY2"/>
              </a:cxn>
              <a:cxn ang="0">
                <a:pos x="connsiteX3" y="connsiteY3"/>
              </a:cxn>
            </a:cxnLst>
            <a:rect l="l" t="t" r="r" b="b"/>
            <a:pathLst>
              <a:path w="1510148" h="1828800">
                <a:moveTo>
                  <a:pt x="0" y="0"/>
                </a:moveTo>
                <a:lnTo>
                  <a:pt x="1510148" y="0"/>
                </a:lnTo>
                <a:lnTo>
                  <a:pt x="1510148" y="1828800"/>
                </a:lnTo>
                <a:lnTo>
                  <a:pt x="0" y="1828800"/>
                </a:lnTo>
                <a:close/>
              </a:path>
            </a:pathLst>
          </a:custGeom>
          <a:solidFill>
            <a:schemeClr val="bg1">
              <a:lumMod val="85000"/>
            </a:schemeClr>
          </a:solidFill>
        </p:spPr>
        <p:txBody>
          <a:bodyPr wrap="square">
            <a:noAutofit/>
          </a:bodyPr>
          <a:lstStyle/>
          <a:p>
            <a:endParaRPr lang="en-AU"/>
          </a:p>
        </p:txBody>
      </p:sp>
      <p:sp>
        <p:nvSpPr>
          <p:cNvPr id="22" name="Rectangle 21"/>
          <p:cNvSpPr/>
          <p:nvPr userDrawn="1"/>
        </p:nvSpPr>
        <p:spPr>
          <a:xfrm rot="20700000">
            <a:off x="9133955" y="2049759"/>
            <a:ext cx="1510146" cy="182880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3" name="Rectangle 22"/>
          <p:cNvSpPr/>
          <p:nvPr userDrawn="1"/>
        </p:nvSpPr>
        <p:spPr>
          <a:xfrm rot="900000">
            <a:off x="9133954" y="2049759"/>
            <a:ext cx="1510146" cy="18288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4" name="Picture Placeholder 23"/>
          <p:cNvSpPr>
            <a:spLocks noGrp="1"/>
          </p:cNvSpPr>
          <p:nvPr>
            <p:ph type="pic" sz="quarter" idx="17"/>
          </p:nvPr>
        </p:nvSpPr>
        <p:spPr>
          <a:xfrm>
            <a:off x="9133955" y="2021973"/>
            <a:ext cx="1510148" cy="1828800"/>
          </a:xfrm>
          <a:custGeom>
            <a:avLst/>
            <a:gdLst>
              <a:gd name="connsiteX0" fmla="*/ 0 w 1510148"/>
              <a:gd name="connsiteY0" fmla="*/ 0 h 1828800"/>
              <a:gd name="connsiteX1" fmla="*/ 1510148 w 1510148"/>
              <a:gd name="connsiteY1" fmla="*/ 0 h 1828800"/>
              <a:gd name="connsiteX2" fmla="*/ 1510148 w 1510148"/>
              <a:gd name="connsiteY2" fmla="*/ 1828800 h 1828800"/>
              <a:gd name="connsiteX3" fmla="*/ 0 w 1510148"/>
              <a:gd name="connsiteY3" fmla="*/ 1828800 h 1828800"/>
            </a:gdLst>
            <a:ahLst/>
            <a:cxnLst>
              <a:cxn ang="0">
                <a:pos x="connsiteX0" y="connsiteY0"/>
              </a:cxn>
              <a:cxn ang="0">
                <a:pos x="connsiteX1" y="connsiteY1"/>
              </a:cxn>
              <a:cxn ang="0">
                <a:pos x="connsiteX2" y="connsiteY2"/>
              </a:cxn>
              <a:cxn ang="0">
                <a:pos x="connsiteX3" y="connsiteY3"/>
              </a:cxn>
            </a:cxnLst>
            <a:rect l="l" t="t" r="r" b="b"/>
            <a:pathLst>
              <a:path w="1510148" h="1828800">
                <a:moveTo>
                  <a:pt x="0" y="0"/>
                </a:moveTo>
                <a:lnTo>
                  <a:pt x="1510148" y="0"/>
                </a:lnTo>
                <a:lnTo>
                  <a:pt x="1510148" y="1828800"/>
                </a:lnTo>
                <a:lnTo>
                  <a:pt x="0" y="1828800"/>
                </a:lnTo>
                <a:close/>
              </a:path>
            </a:pathLst>
          </a:custGeom>
          <a:solidFill>
            <a:schemeClr val="bg1">
              <a:lumMod val="85000"/>
            </a:schemeClr>
          </a:solidFill>
        </p:spPr>
        <p:txBody>
          <a:bodyPr wrap="square">
            <a:noAutofit/>
          </a:bodyPr>
          <a:lstStyle/>
          <a:p>
            <a:endParaRPr lang="en-AU"/>
          </a:p>
        </p:txBody>
      </p:sp>
      <p:sp>
        <p:nvSpPr>
          <p:cNvPr id="25" name="Text Placeholder 21"/>
          <p:cNvSpPr>
            <a:spLocks noGrp="1"/>
          </p:cNvSpPr>
          <p:nvPr>
            <p:ph type="body" sz="quarter" idx="20"/>
          </p:nvPr>
        </p:nvSpPr>
        <p:spPr>
          <a:xfrm>
            <a:off x="1347700" y="4415134"/>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6" name="Text Placeholder 21"/>
          <p:cNvSpPr>
            <a:spLocks noGrp="1"/>
          </p:cNvSpPr>
          <p:nvPr>
            <p:ph type="body" sz="quarter" idx="29"/>
          </p:nvPr>
        </p:nvSpPr>
        <p:spPr>
          <a:xfrm>
            <a:off x="1347700" y="4721838"/>
            <a:ext cx="1814513"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8" name="Text Placeholder 21"/>
          <p:cNvSpPr>
            <a:spLocks noGrp="1"/>
          </p:cNvSpPr>
          <p:nvPr>
            <p:ph type="body" sz="quarter" idx="30"/>
          </p:nvPr>
        </p:nvSpPr>
        <p:spPr>
          <a:xfrm>
            <a:off x="5188743" y="4415134"/>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9" name="Text Placeholder 21"/>
          <p:cNvSpPr>
            <a:spLocks noGrp="1"/>
          </p:cNvSpPr>
          <p:nvPr>
            <p:ph type="body" sz="quarter" idx="31"/>
          </p:nvPr>
        </p:nvSpPr>
        <p:spPr>
          <a:xfrm>
            <a:off x="5188743" y="4721838"/>
            <a:ext cx="1814513"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0" name="Text Placeholder 21"/>
          <p:cNvSpPr>
            <a:spLocks noGrp="1"/>
          </p:cNvSpPr>
          <p:nvPr>
            <p:ph type="body" sz="quarter" idx="32"/>
          </p:nvPr>
        </p:nvSpPr>
        <p:spPr>
          <a:xfrm>
            <a:off x="9029786" y="4415134"/>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1" name="Text Placeholder 21"/>
          <p:cNvSpPr>
            <a:spLocks noGrp="1"/>
          </p:cNvSpPr>
          <p:nvPr>
            <p:ph type="body" sz="quarter" idx="33"/>
          </p:nvPr>
        </p:nvSpPr>
        <p:spPr>
          <a:xfrm>
            <a:off x="9029786" y="4721838"/>
            <a:ext cx="1814513"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Tree>
    <p:extLst>
      <p:ext uri="{BB962C8B-B14F-4D97-AF65-F5344CB8AC3E}">
        <p14:creationId xmlns:p14="http://schemas.microsoft.com/office/powerpoint/2010/main" val="390348098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10" presetClass="entr" presetSubtype="0" fill="hold" grpId="0" nodeType="afterEffect">
                                  <p:stCondLst>
                                    <p:cond delay="0"/>
                                  </p:stCondLst>
                                  <p:childTnLst>
                                    <p:set>
                                      <p:cBhvr>
                                        <p:cTn id="20" dur="1" fill="hold">
                                          <p:stCondLst>
                                            <p:cond delay="0"/>
                                          </p:stCondLst>
                                        </p:cTn>
                                        <p:tgtEl>
                                          <p:spTgt spid="6"/>
                                        </p:tgtEl>
                                        <p:attrNameLst>
                                          <p:attrName>style.visibility</p:attrName>
                                        </p:attrNameLst>
                                      </p:cBhvr>
                                      <p:to>
                                        <p:strVal val="visible"/>
                                      </p:to>
                                    </p:set>
                                    <p:animEffect transition="in" filter="fade">
                                      <p:cBhvr>
                                        <p:cTn id="21" dur="500"/>
                                        <p:tgtEl>
                                          <p:spTgt spid="6"/>
                                        </p:tgtEl>
                                      </p:cBhvr>
                                    </p:animEffect>
                                  </p:childTnLst>
                                </p:cTn>
                              </p:par>
                            </p:childTnLst>
                          </p:cTn>
                        </p:par>
                        <p:par>
                          <p:cTn id="22" fill="hold">
                            <p:stCondLst>
                              <p:cond delay="2000"/>
                            </p:stCondLst>
                            <p:childTnLst>
                              <p:par>
                                <p:cTn id="23" presetID="10" presetClass="entr" presetSubtype="0" fill="hold" grpId="0" nodeType="afterEffect">
                                  <p:stCondLst>
                                    <p:cond delay="0"/>
                                  </p:stCondLst>
                                  <p:childTnLst>
                                    <p:set>
                                      <p:cBhvr>
                                        <p:cTn id="24" dur="1" fill="hold">
                                          <p:stCondLst>
                                            <p:cond delay="0"/>
                                          </p:stCondLst>
                                        </p:cTn>
                                        <p:tgtEl>
                                          <p:spTgt spid="9"/>
                                        </p:tgtEl>
                                        <p:attrNameLst>
                                          <p:attrName>style.visibility</p:attrName>
                                        </p:attrNameLst>
                                      </p:cBhvr>
                                      <p:to>
                                        <p:strVal val="visible"/>
                                      </p:to>
                                    </p:set>
                                    <p:animEffect transition="in" filter="fade">
                                      <p:cBhvr>
                                        <p:cTn id="25" dur="500"/>
                                        <p:tgtEl>
                                          <p:spTgt spid="9"/>
                                        </p:tgtEl>
                                      </p:cBhvr>
                                    </p:animEffect>
                                  </p:childTnLst>
                                </p:cTn>
                              </p:par>
                            </p:childTnLst>
                          </p:cTn>
                        </p:par>
                        <p:par>
                          <p:cTn id="26" fill="hold">
                            <p:stCondLst>
                              <p:cond delay="2500"/>
                            </p:stCondLst>
                            <p:childTnLst>
                              <p:par>
                                <p:cTn id="27" presetID="53" presetClass="entr" presetSubtype="16" fill="hold" grpId="0" nodeType="afterEffect">
                                  <p:stCondLst>
                                    <p:cond delay="0"/>
                                  </p:stCondLst>
                                  <p:childTnLst>
                                    <p:set>
                                      <p:cBhvr>
                                        <p:cTn id="28" dur="1" fill="hold">
                                          <p:stCondLst>
                                            <p:cond delay="0"/>
                                          </p:stCondLst>
                                        </p:cTn>
                                        <p:tgtEl>
                                          <p:spTgt spid="18"/>
                                        </p:tgtEl>
                                        <p:attrNameLst>
                                          <p:attrName>style.visibility</p:attrName>
                                        </p:attrNameLst>
                                      </p:cBhvr>
                                      <p:to>
                                        <p:strVal val="visible"/>
                                      </p:to>
                                    </p:set>
                                    <p:anim calcmode="lin" valueType="num">
                                      <p:cBhvr>
                                        <p:cTn id="29" dur="500" fill="hold"/>
                                        <p:tgtEl>
                                          <p:spTgt spid="18"/>
                                        </p:tgtEl>
                                        <p:attrNameLst>
                                          <p:attrName>ppt_w</p:attrName>
                                        </p:attrNameLst>
                                      </p:cBhvr>
                                      <p:tavLst>
                                        <p:tav tm="0">
                                          <p:val>
                                            <p:fltVal val="0"/>
                                          </p:val>
                                        </p:tav>
                                        <p:tav tm="100000">
                                          <p:val>
                                            <p:strVal val="#ppt_w"/>
                                          </p:val>
                                        </p:tav>
                                      </p:tavLst>
                                    </p:anim>
                                    <p:anim calcmode="lin" valueType="num">
                                      <p:cBhvr>
                                        <p:cTn id="30" dur="500" fill="hold"/>
                                        <p:tgtEl>
                                          <p:spTgt spid="18"/>
                                        </p:tgtEl>
                                        <p:attrNameLst>
                                          <p:attrName>ppt_h</p:attrName>
                                        </p:attrNameLst>
                                      </p:cBhvr>
                                      <p:tavLst>
                                        <p:tav tm="0">
                                          <p:val>
                                            <p:fltVal val="0"/>
                                          </p:val>
                                        </p:tav>
                                        <p:tav tm="100000">
                                          <p:val>
                                            <p:strVal val="#ppt_h"/>
                                          </p:val>
                                        </p:tav>
                                      </p:tavLst>
                                    </p:anim>
                                    <p:animEffect transition="in" filter="fade">
                                      <p:cBhvr>
                                        <p:cTn id="31" dur="500"/>
                                        <p:tgtEl>
                                          <p:spTgt spid="18"/>
                                        </p:tgtEl>
                                      </p:cBhvr>
                                    </p:animEffect>
                                  </p:childTnLst>
                                </p:cTn>
                              </p:par>
                            </p:childTnLst>
                          </p:cTn>
                        </p:par>
                        <p:par>
                          <p:cTn id="32" fill="hold">
                            <p:stCondLst>
                              <p:cond delay="3000"/>
                            </p:stCondLst>
                            <p:childTnLst>
                              <p:par>
                                <p:cTn id="33" presetID="53" presetClass="entr" presetSubtype="16" fill="hold" grpId="0" nodeType="afterEffect" nodePh="1">
                                  <p:stCondLst>
                                    <p:cond delay="0"/>
                                  </p:stCondLst>
                                  <p:endCondLst>
                                    <p:cond evt="begin" delay="0">
                                      <p:tn val="33"/>
                                    </p:cond>
                                  </p:endCondLst>
                                  <p:childTnLst>
                                    <p:set>
                                      <p:cBhvr>
                                        <p:cTn id="34" dur="1" fill="hold">
                                          <p:stCondLst>
                                            <p:cond delay="0"/>
                                          </p:stCondLst>
                                        </p:cTn>
                                        <p:tgtEl>
                                          <p:spTgt spid="25">
                                            <p:txEl>
                                              <p:pRg st="0" end="0"/>
                                            </p:txEl>
                                          </p:spTgt>
                                        </p:tgtEl>
                                        <p:attrNameLst>
                                          <p:attrName>style.visibility</p:attrName>
                                        </p:attrNameLst>
                                      </p:cBhvr>
                                      <p:to>
                                        <p:strVal val="visible"/>
                                      </p:to>
                                    </p:set>
                                    <p:anim calcmode="lin" valueType="num">
                                      <p:cBhvr>
                                        <p:cTn id="35" dur="500" fill="hold"/>
                                        <p:tgtEl>
                                          <p:spTgt spid="25">
                                            <p:txEl>
                                              <p:pRg st="0" end="0"/>
                                            </p:txEl>
                                          </p:spTgt>
                                        </p:tgtEl>
                                        <p:attrNameLst>
                                          <p:attrName>ppt_w</p:attrName>
                                        </p:attrNameLst>
                                      </p:cBhvr>
                                      <p:tavLst>
                                        <p:tav tm="0">
                                          <p:val>
                                            <p:fltVal val="0"/>
                                          </p:val>
                                        </p:tav>
                                        <p:tav tm="100000">
                                          <p:val>
                                            <p:strVal val="#ppt_w"/>
                                          </p:val>
                                        </p:tav>
                                      </p:tavLst>
                                    </p:anim>
                                    <p:anim calcmode="lin" valueType="num">
                                      <p:cBhvr>
                                        <p:cTn id="36" dur="500" fill="hold"/>
                                        <p:tgtEl>
                                          <p:spTgt spid="25">
                                            <p:txEl>
                                              <p:pRg st="0" end="0"/>
                                            </p:txEl>
                                          </p:spTgt>
                                        </p:tgtEl>
                                        <p:attrNameLst>
                                          <p:attrName>ppt_h</p:attrName>
                                        </p:attrNameLst>
                                      </p:cBhvr>
                                      <p:tavLst>
                                        <p:tav tm="0">
                                          <p:val>
                                            <p:fltVal val="0"/>
                                          </p:val>
                                        </p:tav>
                                        <p:tav tm="100000">
                                          <p:val>
                                            <p:strVal val="#ppt_h"/>
                                          </p:val>
                                        </p:tav>
                                      </p:tavLst>
                                    </p:anim>
                                    <p:animEffect transition="in" filter="fade">
                                      <p:cBhvr>
                                        <p:cTn id="37" dur="500"/>
                                        <p:tgtEl>
                                          <p:spTgt spid="25">
                                            <p:txEl>
                                              <p:pRg st="0" end="0"/>
                                            </p:txEl>
                                          </p:spTgt>
                                        </p:tgtEl>
                                      </p:cBhvr>
                                    </p:animEffect>
                                  </p:childTnLst>
                                </p:cTn>
                              </p:par>
                            </p:childTnLst>
                          </p:cTn>
                        </p:par>
                        <p:par>
                          <p:cTn id="38" fill="hold">
                            <p:stCondLst>
                              <p:cond delay="3500"/>
                            </p:stCondLst>
                            <p:childTnLst>
                              <p:par>
                                <p:cTn id="39" presetID="42" presetClass="entr" presetSubtype="0" fill="hold" grpId="0" nodeType="afterEffect" nodePh="1">
                                  <p:stCondLst>
                                    <p:cond delay="0"/>
                                  </p:stCondLst>
                                  <p:endCondLst>
                                    <p:cond evt="begin" delay="0">
                                      <p:tn val="39"/>
                                    </p:cond>
                                  </p:endCondLst>
                                  <p:childTnLst>
                                    <p:set>
                                      <p:cBhvr>
                                        <p:cTn id="40" dur="1" fill="hold">
                                          <p:stCondLst>
                                            <p:cond delay="0"/>
                                          </p:stCondLst>
                                        </p:cTn>
                                        <p:tgtEl>
                                          <p:spTgt spid="26">
                                            <p:txEl>
                                              <p:pRg st="0" end="0"/>
                                            </p:txEl>
                                          </p:spTgt>
                                        </p:tgtEl>
                                        <p:attrNameLst>
                                          <p:attrName>style.visibility</p:attrName>
                                        </p:attrNameLst>
                                      </p:cBhvr>
                                      <p:to>
                                        <p:strVal val="visible"/>
                                      </p:to>
                                    </p:set>
                                    <p:animEffect transition="in" filter="fade">
                                      <p:cBhvr>
                                        <p:cTn id="41" dur="500"/>
                                        <p:tgtEl>
                                          <p:spTgt spid="26">
                                            <p:txEl>
                                              <p:pRg st="0" end="0"/>
                                            </p:txEl>
                                          </p:spTgt>
                                        </p:tgtEl>
                                      </p:cBhvr>
                                    </p:animEffect>
                                    <p:anim calcmode="lin" valueType="num">
                                      <p:cBhvr>
                                        <p:cTn id="42" dur="500" fill="hold"/>
                                        <p:tgtEl>
                                          <p:spTgt spid="26">
                                            <p:txEl>
                                              <p:pRg st="0" end="0"/>
                                            </p:txEl>
                                          </p:spTgt>
                                        </p:tgtEl>
                                        <p:attrNameLst>
                                          <p:attrName>ppt_x</p:attrName>
                                        </p:attrNameLst>
                                      </p:cBhvr>
                                      <p:tavLst>
                                        <p:tav tm="0">
                                          <p:val>
                                            <p:strVal val="#ppt_x"/>
                                          </p:val>
                                        </p:tav>
                                        <p:tav tm="100000">
                                          <p:val>
                                            <p:strVal val="#ppt_x"/>
                                          </p:val>
                                        </p:tav>
                                      </p:tavLst>
                                    </p:anim>
                                    <p:anim calcmode="lin" valueType="num">
                                      <p:cBhvr>
                                        <p:cTn id="43" dur="500" fill="hold"/>
                                        <p:tgtEl>
                                          <p:spTgt spid="26">
                                            <p:txEl>
                                              <p:pRg st="0" end="0"/>
                                            </p:txEl>
                                          </p:spTgt>
                                        </p:tgtEl>
                                        <p:attrNameLst>
                                          <p:attrName>ppt_y</p:attrName>
                                        </p:attrNameLst>
                                      </p:cBhvr>
                                      <p:tavLst>
                                        <p:tav tm="0">
                                          <p:val>
                                            <p:strVal val="#ppt_y+.1"/>
                                          </p:val>
                                        </p:tav>
                                        <p:tav tm="100000">
                                          <p:val>
                                            <p:strVal val="#ppt_y"/>
                                          </p:val>
                                        </p:tav>
                                      </p:tavLst>
                                    </p:anim>
                                  </p:childTnLst>
                                </p:cTn>
                              </p:par>
                            </p:childTnLst>
                          </p:cTn>
                        </p:par>
                        <p:par>
                          <p:cTn id="44" fill="hold">
                            <p:stCondLst>
                              <p:cond delay="4000"/>
                            </p:stCondLst>
                            <p:childTnLst>
                              <p:par>
                                <p:cTn id="45" presetID="10" presetClass="entr" presetSubtype="0" fill="hold" grpId="0" nodeType="afterEffect">
                                  <p:stCondLst>
                                    <p:cond delay="0"/>
                                  </p:stCondLst>
                                  <p:childTnLst>
                                    <p:set>
                                      <p:cBhvr>
                                        <p:cTn id="46" dur="1" fill="hold">
                                          <p:stCondLst>
                                            <p:cond delay="0"/>
                                          </p:stCondLst>
                                        </p:cTn>
                                        <p:tgtEl>
                                          <p:spTgt spid="19"/>
                                        </p:tgtEl>
                                        <p:attrNameLst>
                                          <p:attrName>style.visibility</p:attrName>
                                        </p:attrNameLst>
                                      </p:cBhvr>
                                      <p:to>
                                        <p:strVal val="visible"/>
                                      </p:to>
                                    </p:set>
                                    <p:animEffect transition="in" filter="fade">
                                      <p:cBhvr>
                                        <p:cTn id="47" dur="500"/>
                                        <p:tgtEl>
                                          <p:spTgt spid="19"/>
                                        </p:tgtEl>
                                      </p:cBhvr>
                                    </p:animEffect>
                                  </p:childTnLst>
                                </p:cTn>
                              </p:par>
                            </p:childTnLst>
                          </p:cTn>
                        </p:par>
                        <p:par>
                          <p:cTn id="48" fill="hold">
                            <p:stCondLst>
                              <p:cond delay="4500"/>
                            </p:stCondLst>
                            <p:childTnLst>
                              <p:par>
                                <p:cTn id="49" presetID="10" presetClass="entr" presetSubtype="0" fill="hold" grpId="0" nodeType="afterEffect">
                                  <p:stCondLst>
                                    <p:cond delay="0"/>
                                  </p:stCondLst>
                                  <p:childTnLst>
                                    <p:set>
                                      <p:cBhvr>
                                        <p:cTn id="50" dur="1" fill="hold">
                                          <p:stCondLst>
                                            <p:cond delay="0"/>
                                          </p:stCondLst>
                                        </p:cTn>
                                        <p:tgtEl>
                                          <p:spTgt spid="20"/>
                                        </p:tgtEl>
                                        <p:attrNameLst>
                                          <p:attrName>style.visibility</p:attrName>
                                        </p:attrNameLst>
                                      </p:cBhvr>
                                      <p:to>
                                        <p:strVal val="visible"/>
                                      </p:to>
                                    </p:set>
                                    <p:animEffect transition="in" filter="fade">
                                      <p:cBhvr>
                                        <p:cTn id="51" dur="500"/>
                                        <p:tgtEl>
                                          <p:spTgt spid="20"/>
                                        </p:tgtEl>
                                      </p:cBhvr>
                                    </p:animEffect>
                                  </p:childTnLst>
                                </p:cTn>
                              </p:par>
                            </p:childTnLst>
                          </p:cTn>
                        </p:par>
                        <p:par>
                          <p:cTn id="52" fill="hold">
                            <p:stCondLst>
                              <p:cond delay="5000"/>
                            </p:stCondLst>
                            <p:childTnLst>
                              <p:par>
                                <p:cTn id="53" presetID="53" presetClass="entr" presetSubtype="16" fill="hold" grpId="0" nodeType="afterEffect">
                                  <p:stCondLst>
                                    <p:cond delay="0"/>
                                  </p:stCondLst>
                                  <p:childTnLst>
                                    <p:set>
                                      <p:cBhvr>
                                        <p:cTn id="54" dur="1" fill="hold">
                                          <p:stCondLst>
                                            <p:cond delay="0"/>
                                          </p:stCondLst>
                                        </p:cTn>
                                        <p:tgtEl>
                                          <p:spTgt spid="21"/>
                                        </p:tgtEl>
                                        <p:attrNameLst>
                                          <p:attrName>style.visibility</p:attrName>
                                        </p:attrNameLst>
                                      </p:cBhvr>
                                      <p:to>
                                        <p:strVal val="visible"/>
                                      </p:to>
                                    </p:set>
                                    <p:anim calcmode="lin" valueType="num">
                                      <p:cBhvr>
                                        <p:cTn id="55" dur="500" fill="hold"/>
                                        <p:tgtEl>
                                          <p:spTgt spid="21"/>
                                        </p:tgtEl>
                                        <p:attrNameLst>
                                          <p:attrName>ppt_w</p:attrName>
                                        </p:attrNameLst>
                                      </p:cBhvr>
                                      <p:tavLst>
                                        <p:tav tm="0">
                                          <p:val>
                                            <p:fltVal val="0"/>
                                          </p:val>
                                        </p:tav>
                                        <p:tav tm="100000">
                                          <p:val>
                                            <p:strVal val="#ppt_w"/>
                                          </p:val>
                                        </p:tav>
                                      </p:tavLst>
                                    </p:anim>
                                    <p:anim calcmode="lin" valueType="num">
                                      <p:cBhvr>
                                        <p:cTn id="56" dur="500" fill="hold"/>
                                        <p:tgtEl>
                                          <p:spTgt spid="21"/>
                                        </p:tgtEl>
                                        <p:attrNameLst>
                                          <p:attrName>ppt_h</p:attrName>
                                        </p:attrNameLst>
                                      </p:cBhvr>
                                      <p:tavLst>
                                        <p:tav tm="0">
                                          <p:val>
                                            <p:fltVal val="0"/>
                                          </p:val>
                                        </p:tav>
                                        <p:tav tm="100000">
                                          <p:val>
                                            <p:strVal val="#ppt_h"/>
                                          </p:val>
                                        </p:tav>
                                      </p:tavLst>
                                    </p:anim>
                                    <p:animEffect transition="in" filter="fade">
                                      <p:cBhvr>
                                        <p:cTn id="57" dur="500"/>
                                        <p:tgtEl>
                                          <p:spTgt spid="21"/>
                                        </p:tgtEl>
                                      </p:cBhvr>
                                    </p:animEffect>
                                  </p:childTnLst>
                                </p:cTn>
                              </p:par>
                            </p:childTnLst>
                          </p:cTn>
                        </p:par>
                        <p:par>
                          <p:cTn id="58" fill="hold">
                            <p:stCondLst>
                              <p:cond delay="5500"/>
                            </p:stCondLst>
                            <p:childTnLst>
                              <p:par>
                                <p:cTn id="59" presetID="53" presetClass="entr" presetSubtype="16" fill="hold" grpId="0" nodeType="afterEffect" nodePh="1">
                                  <p:stCondLst>
                                    <p:cond delay="0"/>
                                  </p:stCondLst>
                                  <p:endCondLst>
                                    <p:cond evt="begin" delay="0">
                                      <p:tn val="59"/>
                                    </p:cond>
                                  </p:endCondLst>
                                  <p:childTnLst>
                                    <p:set>
                                      <p:cBhvr>
                                        <p:cTn id="60" dur="1" fill="hold">
                                          <p:stCondLst>
                                            <p:cond delay="0"/>
                                          </p:stCondLst>
                                        </p:cTn>
                                        <p:tgtEl>
                                          <p:spTgt spid="28">
                                            <p:txEl>
                                              <p:pRg st="0" end="0"/>
                                            </p:txEl>
                                          </p:spTgt>
                                        </p:tgtEl>
                                        <p:attrNameLst>
                                          <p:attrName>style.visibility</p:attrName>
                                        </p:attrNameLst>
                                      </p:cBhvr>
                                      <p:to>
                                        <p:strVal val="visible"/>
                                      </p:to>
                                    </p:set>
                                    <p:anim calcmode="lin" valueType="num">
                                      <p:cBhvr>
                                        <p:cTn id="61" dur="500" fill="hold"/>
                                        <p:tgtEl>
                                          <p:spTgt spid="28">
                                            <p:txEl>
                                              <p:pRg st="0" end="0"/>
                                            </p:txEl>
                                          </p:spTgt>
                                        </p:tgtEl>
                                        <p:attrNameLst>
                                          <p:attrName>ppt_w</p:attrName>
                                        </p:attrNameLst>
                                      </p:cBhvr>
                                      <p:tavLst>
                                        <p:tav tm="0">
                                          <p:val>
                                            <p:fltVal val="0"/>
                                          </p:val>
                                        </p:tav>
                                        <p:tav tm="100000">
                                          <p:val>
                                            <p:strVal val="#ppt_w"/>
                                          </p:val>
                                        </p:tav>
                                      </p:tavLst>
                                    </p:anim>
                                    <p:anim calcmode="lin" valueType="num">
                                      <p:cBhvr>
                                        <p:cTn id="62" dur="500" fill="hold"/>
                                        <p:tgtEl>
                                          <p:spTgt spid="28">
                                            <p:txEl>
                                              <p:pRg st="0" end="0"/>
                                            </p:txEl>
                                          </p:spTgt>
                                        </p:tgtEl>
                                        <p:attrNameLst>
                                          <p:attrName>ppt_h</p:attrName>
                                        </p:attrNameLst>
                                      </p:cBhvr>
                                      <p:tavLst>
                                        <p:tav tm="0">
                                          <p:val>
                                            <p:fltVal val="0"/>
                                          </p:val>
                                        </p:tav>
                                        <p:tav tm="100000">
                                          <p:val>
                                            <p:strVal val="#ppt_h"/>
                                          </p:val>
                                        </p:tav>
                                      </p:tavLst>
                                    </p:anim>
                                    <p:animEffect transition="in" filter="fade">
                                      <p:cBhvr>
                                        <p:cTn id="63" dur="500"/>
                                        <p:tgtEl>
                                          <p:spTgt spid="28">
                                            <p:txEl>
                                              <p:pRg st="0" end="0"/>
                                            </p:txEl>
                                          </p:spTgt>
                                        </p:tgtEl>
                                      </p:cBhvr>
                                    </p:animEffect>
                                  </p:childTnLst>
                                </p:cTn>
                              </p:par>
                            </p:childTnLst>
                          </p:cTn>
                        </p:par>
                        <p:par>
                          <p:cTn id="64" fill="hold">
                            <p:stCondLst>
                              <p:cond delay="6000"/>
                            </p:stCondLst>
                            <p:childTnLst>
                              <p:par>
                                <p:cTn id="65" presetID="42" presetClass="entr" presetSubtype="0" fill="hold" grpId="0" nodeType="afterEffect" nodePh="1">
                                  <p:stCondLst>
                                    <p:cond delay="0"/>
                                  </p:stCondLst>
                                  <p:endCondLst>
                                    <p:cond evt="begin" delay="0">
                                      <p:tn val="65"/>
                                    </p:cond>
                                  </p:endCondLst>
                                  <p:childTnLst>
                                    <p:set>
                                      <p:cBhvr>
                                        <p:cTn id="66" dur="1" fill="hold">
                                          <p:stCondLst>
                                            <p:cond delay="0"/>
                                          </p:stCondLst>
                                        </p:cTn>
                                        <p:tgtEl>
                                          <p:spTgt spid="29">
                                            <p:txEl>
                                              <p:pRg st="0" end="0"/>
                                            </p:txEl>
                                          </p:spTgt>
                                        </p:tgtEl>
                                        <p:attrNameLst>
                                          <p:attrName>style.visibility</p:attrName>
                                        </p:attrNameLst>
                                      </p:cBhvr>
                                      <p:to>
                                        <p:strVal val="visible"/>
                                      </p:to>
                                    </p:set>
                                    <p:animEffect transition="in" filter="fade">
                                      <p:cBhvr>
                                        <p:cTn id="67" dur="500"/>
                                        <p:tgtEl>
                                          <p:spTgt spid="29">
                                            <p:txEl>
                                              <p:pRg st="0" end="0"/>
                                            </p:txEl>
                                          </p:spTgt>
                                        </p:tgtEl>
                                      </p:cBhvr>
                                    </p:animEffect>
                                    <p:anim calcmode="lin" valueType="num">
                                      <p:cBhvr>
                                        <p:cTn id="68" dur="500" fill="hold"/>
                                        <p:tgtEl>
                                          <p:spTgt spid="29">
                                            <p:txEl>
                                              <p:pRg st="0" end="0"/>
                                            </p:txEl>
                                          </p:spTgt>
                                        </p:tgtEl>
                                        <p:attrNameLst>
                                          <p:attrName>ppt_x</p:attrName>
                                        </p:attrNameLst>
                                      </p:cBhvr>
                                      <p:tavLst>
                                        <p:tav tm="0">
                                          <p:val>
                                            <p:strVal val="#ppt_x"/>
                                          </p:val>
                                        </p:tav>
                                        <p:tav tm="100000">
                                          <p:val>
                                            <p:strVal val="#ppt_x"/>
                                          </p:val>
                                        </p:tav>
                                      </p:tavLst>
                                    </p:anim>
                                    <p:anim calcmode="lin" valueType="num">
                                      <p:cBhvr>
                                        <p:cTn id="69" dur="500" fill="hold"/>
                                        <p:tgtEl>
                                          <p:spTgt spid="29">
                                            <p:txEl>
                                              <p:pRg st="0" end="0"/>
                                            </p:txEl>
                                          </p:spTgt>
                                        </p:tgtEl>
                                        <p:attrNameLst>
                                          <p:attrName>ppt_y</p:attrName>
                                        </p:attrNameLst>
                                      </p:cBhvr>
                                      <p:tavLst>
                                        <p:tav tm="0">
                                          <p:val>
                                            <p:strVal val="#ppt_y+.1"/>
                                          </p:val>
                                        </p:tav>
                                        <p:tav tm="100000">
                                          <p:val>
                                            <p:strVal val="#ppt_y"/>
                                          </p:val>
                                        </p:tav>
                                      </p:tavLst>
                                    </p:anim>
                                  </p:childTnLst>
                                </p:cTn>
                              </p:par>
                            </p:childTnLst>
                          </p:cTn>
                        </p:par>
                        <p:par>
                          <p:cTn id="70" fill="hold">
                            <p:stCondLst>
                              <p:cond delay="6500"/>
                            </p:stCondLst>
                            <p:childTnLst>
                              <p:par>
                                <p:cTn id="71" presetID="10" presetClass="entr" presetSubtype="0" fill="hold" grpId="0" nodeType="afterEffect">
                                  <p:stCondLst>
                                    <p:cond delay="0"/>
                                  </p:stCondLst>
                                  <p:childTnLst>
                                    <p:set>
                                      <p:cBhvr>
                                        <p:cTn id="72" dur="1" fill="hold">
                                          <p:stCondLst>
                                            <p:cond delay="0"/>
                                          </p:stCondLst>
                                        </p:cTn>
                                        <p:tgtEl>
                                          <p:spTgt spid="22"/>
                                        </p:tgtEl>
                                        <p:attrNameLst>
                                          <p:attrName>style.visibility</p:attrName>
                                        </p:attrNameLst>
                                      </p:cBhvr>
                                      <p:to>
                                        <p:strVal val="visible"/>
                                      </p:to>
                                    </p:set>
                                    <p:animEffect transition="in" filter="fade">
                                      <p:cBhvr>
                                        <p:cTn id="73" dur="500"/>
                                        <p:tgtEl>
                                          <p:spTgt spid="22"/>
                                        </p:tgtEl>
                                      </p:cBhvr>
                                    </p:animEffect>
                                  </p:childTnLst>
                                </p:cTn>
                              </p:par>
                            </p:childTnLst>
                          </p:cTn>
                        </p:par>
                        <p:par>
                          <p:cTn id="74" fill="hold">
                            <p:stCondLst>
                              <p:cond delay="7000"/>
                            </p:stCondLst>
                            <p:childTnLst>
                              <p:par>
                                <p:cTn id="75" presetID="10" presetClass="entr" presetSubtype="0" fill="hold" grpId="0" nodeType="afterEffect">
                                  <p:stCondLst>
                                    <p:cond delay="0"/>
                                  </p:stCondLst>
                                  <p:childTnLst>
                                    <p:set>
                                      <p:cBhvr>
                                        <p:cTn id="76" dur="1" fill="hold">
                                          <p:stCondLst>
                                            <p:cond delay="0"/>
                                          </p:stCondLst>
                                        </p:cTn>
                                        <p:tgtEl>
                                          <p:spTgt spid="23"/>
                                        </p:tgtEl>
                                        <p:attrNameLst>
                                          <p:attrName>style.visibility</p:attrName>
                                        </p:attrNameLst>
                                      </p:cBhvr>
                                      <p:to>
                                        <p:strVal val="visible"/>
                                      </p:to>
                                    </p:set>
                                    <p:animEffect transition="in" filter="fade">
                                      <p:cBhvr>
                                        <p:cTn id="77" dur="500"/>
                                        <p:tgtEl>
                                          <p:spTgt spid="23"/>
                                        </p:tgtEl>
                                      </p:cBhvr>
                                    </p:animEffect>
                                  </p:childTnLst>
                                </p:cTn>
                              </p:par>
                            </p:childTnLst>
                          </p:cTn>
                        </p:par>
                        <p:par>
                          <p:cTn id="78" fill="hold">
                            <p:stCondLst>
                              <p:cond delay="7500"/>
                            </p:stCondLst>
                            <p:childTnLst>
                              <p:par>
                                <p:cTn id="79" presetID="53" presetClass="entr" presetSubtype="16" fill="hold" grpId="0" nodeType="afterEffect">
                                  <p:stCondLst>
                                    <p:cond delay="0"/>
                                  </p:stCondLst>
                                  <p:childTnLst>
                                    <p:set>
                                      <p:cBhvr>
                                        <p:cTn id="80" dur="1" fill="hold">
                                          <p:stCondLst>
                                            <p:cond delay="0"/>
                                          </p:stCondLst>
                                        </p:cTn>
                                        <p:tgtEl>
                                          <p:spTgt spid="24"/>
                                        </p:tgtEl>
                                        <p:attrNameLst>
                                          <p:attrName>style.visibility</p:attrName>
                                        </p:attrNameLst>
                                      </p:cBhvr>
                                      <p:to>
                                        <p:strVal val="visible"/>
                                      </p:to>
                                    </p:set>
                                    <p:anim calcmode="lin" valueType="num">
                                      <p:cBhvr>
                                        <p:cTn id="81" dur="500" fill="hold"/>
                                        <p:tgtEl>
                                          <p:spTgt spid="24"/>
                                        </p:tgtEl>
                                        <p:attrNameLst>
                                          <p:attrName>ppt_w</p:attrName>
                                        </p:attrNameLst>
                                      </p:cBhvr>
                                      <p:tavLst>
                                        <p:tav tm="0">
                                          <p:val>
                                            <p:fltVal val="0"/>
                                          </p:val>
                                        </p:tav>
                                        <p:tav tm="100000">
                                          <p:val>
                                            <p:strVal val="#ppt_w"/>
                                          </p:val>
                                        </p:tav>
                                      </p:tavLst>
                                    </p:anim>
                                    <p:anim calcmode="lin" valueType="num">
                                      <p:cBhvr>
                                        <p:cTn id="82" dur="500" fill="hold"/>
                                        <p:tgtEl>
                                          <p:spTgt spid="24"/>
                                        </p:tgtEl>
                                        <p:attrNameLst>
                                          <p:attrName>ppt_h</p:attrName>
                                        </p:attrNameLst>
                                      </p:cBhvr>
                                      <p:tavLst>
                                        <p:tav tm="0">
                                          <p:val>
                                            <p:fltVal val="0"/>
                                          </p:val>
                                        </p:tav>
                                        <p:tav tm="100000">
                                          <p:val>
                                            <p:strVal val="#ppt_h"/>
                                          </p:val>
                                        </p:tav>
                                      </p:tavLst>
                                    </p:anim>
                                    <p:animEffect transition="in" filter="fade">
                                      <p:cBhvr>
                                        <p:cTn id="83" dur="500"/>
                                        <p:tgtEl>
                                          <p:spTgt spid="24"/>
                                        </p:tgtEl>
                                      </p:cBhvr>
                                    </p:animEffect>
                                  </p:childTnLst>
                                </p:cTn>
                              </p:par>
                            </p:childTnLst>
                          </p:cTn>
                        </p:par>
                        <p:par>
                          <p:cTn id="84" fill="hold">
                            <p:stCondLst>
                              <p:cond delay="8000"/>
                            </p:stCondLst>
                            <p:childTnLst>
                              <p:par>
                                <p:cTn id="85" presetID="53" presetClass="entr" presetSubtype="16" fill="hold" grpId="0" nodeType="afterEffect" nodePh="1">
                                  <p:stCondLst>
                                    <p:cond delay="0"/>
                                  </p:stCondLst>
                                  <p:endCondLst>
                                    <p:cond evt="begin" delay="0">
                                      <p:tn val="85"/>
                                    </p:cond>
                                  </p:endCondLst>
                                  <p:childTnLst>
                                    <p:set>
                                      <p:cBhvr>
                                        <p:cTn id="86" dur="1" fill="hold">
                                          <p:stCondLst>
                                            <p:cond delay="0"/>
                                          </p:stCondLst>
                                        </p:cTn>
                                        <p:tgtEl>
                                          <p:spTgt spid="30">
                                            <p:txEl>
                                              <p:pRg st="0" end="0"/>
                                            </p:txEl>
                                          </p:spTgt>
                                        </p:tgtEl>
                                        <p:attrNameLst>
                                          <p:attrName>style.visibility</p:attrName>
                                        </p:attrNameLst>
                                      </p:cBhvr>
                                      <p:to>
                                        <p:strVal val="visible"/>
                                      </p:to>
                                    </p:set>
                                    <p:anim calcmode="lin" valueType="num">
                                      <p:cBhvr>
                                        <p:cTn id="87" dur="500" fill="hold"/>
                                        <p:tgtEl>
                                          <p:spTgt spid="30">
                                            <p:txEl>
                                              <p:pRg st="0" end="0"/>
                                            </p:txEl>
                                          </p:spTgt>
                                        </p:tgtEl>
                                        <p:attrNameLst>
                                          <p:attrName>ppt_w</p:attrName>
                                        </p:attrNameLst>
                                      </p:cBhvr>
                                      <p:tavLst>
                                        <p:tav tm="0">
                                          <p:val>
                                            <p:fltVal val="0"/>
                                          </p:val>
                                        </p:tav>
                                        <p:tav tm="100000">
                                          <p:val>
                                            <p:strVal val="#ppt_w"/>
                                          </p:val>
                                        </p:tav>
                                      </p:tavLst>
                                    </p:anim>
                                    <p:anim calcmode="lin" valueType="num">
                                      <p:cBhvr>
                                        <p:cTn id="88" dur="500" fill="hold"/>
                                        <p:tgtEl>
                                          <p:spTgt spid="30">
                                            <p:txEl>
                                              <p:pRg st="0" end="0"/>
                                            </p:txEl>
                                          </p:spTgt>
                                        </p:tgtEl>
                                        <p:attrNameLst>
                                          <p:attrName>ppt_h</p:attrName>
                                        </p:attrNameLst>
                                      </p:cBhvr>
                                      <p:tavLst>
                                        <p:tav tm="0">
                                          <p:val>
                                            <p:fltVal val="0"/>
                                          </p:val>
                                        </p:tav>
                                        <p:tav tm="100000">
                                          <p:val>
                                            <p:strVal val="#ppt_h"/>
                                          </p:val>
                                        </p:tav>
                                      </p:tavLst>
                                    </p:anim>
                                    <p:animEffect transition="in" filter="fade">
                                      <p:cBhvr>
                                        <p:cTn id="89" dur="500"/>
                                        <p:tgtEl>
                                          <p:spTgt spid="30">
                                            <p:txEl>
                                              <p:pRg st="0" end="0"/>
                                            </p:txEl>
                                          </p:spTgt>
                                        </p:tgtEl>
                                      </p:cBhvr>
                                    </p:animEffect>
                                  </p:childTnLst>
                                </p:cTn>
                              </p:par>
                            </p:childTnLst>
                          </p:cTn>
                        </p:par>
                        <p:par>
                          <p:cTn id="90" fill="hold">
                            <p:stCondLst>
                              <p:cond delay="8500"/>
                            </p:stCondLst>
                            <p:childTnLst>
                              <p:par>
                                <p:cTn id="91" presetID="42" presetClass="entr" presetSubtype="0" fill="hold" grpId="0" nodeType="afterEffect" nodePh="1">
                                  <p:stCondLst>
                                    <p:cond delay="0"/>
                                  </p:stCondLst>
                                  <p:endCondLst>
                                    <p:cond evt="begin" delay="0">
                                      <p:tn val="91"/>
                                    </p:cond>
                                  </p:endCondLst>
                                  <p:childTnLst>
                                    <p:set>
                                      <p:cBhvr>
                                        <p:cTn id="92" dur="1" fill="hold">
                                          <p:stCondLst>
                                            <p:cond delay="0"/>
                                          </p:stCondLst>
                                        </p:cTn>
                                        <p:tgtEl>
                                          <p:spTgt spid="31">
                                            <p:txEl>
                                              <p:pRg st="0" end="0"/>
                                            </p:txEl>
                                          </p:spTgt>
                                        </p:tgtEl>
                                        <p:attrNameLst>
                                          <p:attrName>style.visibility</p:attrName>
                                        </p:attrNameLst>
                                      </p:cBhvr>
                                      <p:to>
                                        <p:strVal val="visible"/>
                                      </p:to>
                                    </p:set>
                                    <p:animEffect transition="in" filter="fade">
                                      <p:cBhvr>
                                        <p:cTn id="93" dur="500"/>
                                        <p:tgtEl>
                                          <p:spTgt spid="31">
                                            <p:txEl>
                                              <p:pRg st="0" end="0"/>
                                            </p:txEl>
                                          </p:spTgt>
                                        </p:tgtEl>
                                      </p:cBhvr>
                                    </p:animEffect>
                                    <p:anim calcmode="lin" valueType="num">
                                      <p:cBhvr>
                                        <p:cTn id="94" dur="500" fill="hold"/>
                                        <p:tgtEl>
                                          <p:spTgt spid="31">
                                            <p:txEl>
                                              <p:pRg st="0" end="0"/>
                                            </p:txEl>
                                          </p:spTgt>
                                        </p:tgtEl>
                                        <p:attrNameLst>
                                          <p:attrName>ppt_x</p:attrName>
                                        </p:attrNameLst>
                                      </p:cBhvr>
                                      <p:tavLst>
                                        <p:tav tm="0">
                                          <p:val>
                                            <p:strVal val="#ppt_x"/>
                                          </p:val>
                                        </p:tav>
                                        <p:tav tm="100000">
                                          <p:val>
                                            <p:strVal val="#ppt_x"/>
                                          </p:val>
                                        </p:tav>
                                      </p:tavLst>
                                    </p:anim>
                                    <p:anim calcmode="lin" valueType="num">
                                      <p:cBhvr>
                                        <p:cTn id="95" dur="500" fill="hold"/>
                                        <p:tgtEl>
                                          <p:spTgt spid="31">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6" grpId="0" animBg="1"/>
      <p:bldP spid="9" grpId="0" animBg="1"/>
      <p:bldP spid="18" grpId="0" animBg="1"/>
      <p:bldP spid="19" grpId="0" animBg="1"/>
      <p:bldP spid="20" grpId="0" animBg="1"/>
      <p:bldP spid="21" grpId="0" animBg="1"/>
      <p:bldP spid="22" grpId="0" animBg="1"/>
      <p:bldP spid="23" grpId="0" animBg="1"/>
      <p:bldP spid="24" grpId="0" animBg="1"/>
      <p:bldP spid="25"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5"/>
                        </p:tgtEl>
                        <p:attrNameLst>
                          <p:attrName>style.visibility</p:attrName>
                        </p:attrNameLst>
                      </p:cBhvr>
                      <p:to>
                        <p:strVal val="visible"/>
                      </p:to>
                    </p:set>
                    <p:anim calcmode="lin" valueType="num">
                      <p:cBhvr>
                        <p:cTn dur="500" fill="hold"/>
                        <p:tgtEl>
                          <p:spTgt spid="25"/>
                        </p:tgtEl>
                        <p:attrNameLst>
                          <p:attrName>ppt_w</p:attrName>
                        </p:attrNameLst>
                      </p:cBhvr>
                      <p:tavLst>
                        <p:tav tm="0">
                          <p:val>
                            <p:fltVal val="0"/>
                          </p:val>
                        </p:tav>
                        <p:tav tm="100000">
                          <p:val>
                            <p:strVal val="#ppt_w"/>
                          </p:val>
                        </p:tav>
                      </p:tavLst>
                    </p:anim>
                    <p:anim calcmode="lin" valueType="num">
                      <p:cBhvr>
                        <p:cTn dur="500" fill="hold"/>
                        <p:tgtEl>
                          <p:spTgt spid="25"/>
                        </p:tgtEl>
                        <p:attrNameLst>
                          <p:attrName>ppt_h</p:attrName>
                        </p:attrNameLst>
                      </p:cBhvr>
                      <p:tavLst>
                        <p:tav tm="0">
                          <p:val>
                            <p:fltVal val="0"/>
                          </p:val>
                        </p:tav>
                        <p:tav tm="100000">
                          <p:val>
                            <p:strVal val="#ppt_h"/>
                          </p:val>
                        </p:tav>
                      </p:tavLst>
                    </p:anim>
                    <p:animEffect transition="in" filter="fade">
                      <p:cBhvr>
                        <p:cTn dur="500"/>
                        <p:tgtEl>
                          <p:spTgt spid="25"/>
                        </p:tgtEl>
                      </p:cBhvr>
                    </p:animEffect>
                  </p:childTnLst>
                </p:cTn>
              </p:par>
            </p:tnLst>
          </p:tmpl>
        </p:tmplLst>
      </p:bldP>
      <p:bldP spid="26"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6"/>
                        </p:tgtEl>
                        <p:attrNameLst>
                          <p:attrName>style.visibility</p:attrName>
                        </p:attrNameLst>
                      </p:cBhvr>
                      <p:to>
                        <p:strVal val="visible"/>
                      </p:to>
                    </p:set>
                    <p:animEffect transition="in" filter="fade">
                      <p:cBhvr>
                        <p:cTn dur="500"/>
                        <p:tgtEl>
                          <p:spTgt spid="26"/>
                        </p:tgtEl>
                      </p:cBhvr>
                    </p:animEffect>
                    <p:anim calcmode="lin" valueType="num">
                      <p:cBhvr>
                        <p:cTn dur="500" fill="hold"/>
                        <p:tgtEl>
                          <p:spTgt spid="26"/>
                        </p:tgtEl>
                        <p:attrNameLst>
                          <p:attrName>ppt_x</p:attrName>
                        </p:attrNameLst>
                      </p:cBhvr>
                      <p:tavLst>
                        <p:tav tm="0">
                          <p:val>
                            <p:strVal val="#ppt_x"/>
                          </p:val>
                        </p:tav>
                        <p:tav tm="100000">
                          <p:val>
                            <p:strVal val="#ppt_x"/>
                          </p:val>
                        </p:tav>
                      </p:tavLst>
                    </p:anim>
                    <p:anim calcmode="lin" valueType="num">
                      <p:cBhvr>
                        <p:cTn dur="500" fill="hold"/>
                        <p:tgtEl>
                          <p:spTgt spid="26"/>
                        </p:tgtEl>
                        <p:attrNameLst>
                          <p:attrName>ppt_y</p:attrName>
                        </p:attrNameLst>
                      </p:cBhvr>
                      <p:tavLst>
                        <p:tav tm="0">
                          <p:val>
                            <p:strVal val="#ppt_y+.1"/>
                          </p:val>
                        </p:tav>
                        <p:tav tm="100000">
                          <p:val>
                            <p:strVal val="#ppt_y"/>
                          </p:val>
                        </p:tav>
                      </p:tavLst>
                    </p:anim>
                  </p:childTnLst>
                </p:cTn>
              </p:par>
            </p:tnLst>
          </p:tmpl>
        </p:tmplLst>
      </p:bldP>
      <p:bldP spid="28"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8"/>
                        </p:tgtEl>
                        <p:attrNameLst>
                          <p:attrName>style.visibility</p:attrName>
                        </p:attrNameLst>
                      </p:cBhvr>
                      <p:to>
                        <p:strVal val="visible"/>
                      </p:to>
                    </p:set>
                    <p:anim calcmode="lin" valueType="num">
                      <p:cBhvr>
                        <p:cTn dur="500" fill="hold"/>
                        <p:tgtEl>
                          <p:spTgt spid="28"/>
                        </p:tgtEl>
                        <p:attrNameLst>
                          <p:attrName>ppt_w</p:attrName>
                        </p:attrNameLst>
                      </p:cBhvr>
                      <p:tavLst>
                        <p:tav tm="0">
                          <p:val>
                            <p:fltVal val="0"/>
                          </p:val>
                        </p:tav>
                        <p:tav tm="100000">
                          <p:val>
                            <p:strVal val="#ppt_w"/>
                          </p:val>
                        </p:tav>
                      </p:tavLst>
                    </p:anim>
                    <p:anim calcmode="lin" valueType="num">
                      <p:cBhvr>
                        <p:cTn dur="500" fill="hold"/>
                        <p:tgtEl>
                          <p:spTgt spid="28"/>
                        </p:tgtEl>
                        <p:attrNameLst>
                          <p:attrName>ppt_h</p:attrName>
                        </p:attrNameLst>
                      </p:cBhvr>
                      <p:tavLst>
                        <p:tav tm="0">
                          <p:val>
                            <p:fltVal val="0"/>
                          </p:val>
                        </p:tav>
                        <p:tav tm="100000">
                          <p:val>
                            <p:strVal val="#ppt_h"/>
                          </p:val>
                        </p:tav>
                      </p:tavLst>
                    </p:anim>
                    <p:animEffect transition="in" filter="fade">
                      <p:cBhvr>
                        <p:cTn dur="500"/>
                        <p:tgtEl>
                          <p:spTgt spid="28"/>
                        </p:tgtEl>
                      </p:cBhvr>
                    </p:animEffect>
                  </p:childTnLst>
                </p:cTn>
              </p:par>
            </p:tnLst>
          </p:tmpl>
        </p:tmplLst>
      </p:bldP>
      <p:bldP spid="29"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9"/>
                        </p:tgtEl>
                        <p:attrNameLst>
                          <p:attrName>style.visibility</p:attrName>
                        </p:attrNameLst>
                      </p:cBhvr>
                      <p:to>
                        <p:strVal val="visible"/>
                      </p:to>
                    </p:set>
                    <p:animEffect transition="in" filter="fade">
                      <p:cBhvr>
                        <p:cTn dur="500"/>
                        <p:tgtEl>
                          <p:spTgt spid="29"/>
                        </p:tgtEl>
                      </p:cBhvr>
                    </p:animEffect>
                    <p:anim calcmode="lin" valueType="num">
                      <p:cBhvr>
                        <p:cTn dur="500" fill="hold"/>
                        <p:tgtEl>
                          <p:spTgt spid="29"/>
                        </p:tgtEl>
                        <p:attrNameLst>
                          <p:attrName>ppt_x</p:attrName>
                        </p:attrNameLst>
                      </p:cBhvr>
                      <p:tavLst>
                        <p:tav tm="0">
                          <p:val>
                            <p:strVal val="#ppt_x"/>
                          </p:val>
                        </p:tav>
                        <p:tav tm="100000">
                          <p:val>
                            <p:strVal val="#ppt_x"/>
                          </p:val>
                        </p:tav>
                      </p:tavLst>
                    </p:anim>
                    <p:anim calcmode="lin" valueType="num">
                      <p:cBhvr>
                        <p:cTn dur="500" fill="hold"/>
                        <p:tgtEl>
                          <p:spTgt spid="29"/>
                        </p:tgtEl>
                        <p:attrNameLst>
                          <p:attrName>ppt_y</p:attrName>
                        </p:attrNameLst>
                      </p:cBhvr>
                      <p:tavLst>
                        <p:tav tm="0">
                          <p:val>
                            <p:strVal val="#ppt_y+.1"/>
                          </p:val>
                        </p:tav>
                        <p:tav tm="100000">
                          <p:val>
                            <p:strVal val="#ppt_y"/>
                          </p:val>
                        </p:tav>
                      </p:tavLst>
                    </p:anim>
                  </p:childTnLst>
                </p:cTn>
              </p:par>
            </p:tnLst>
          </p:tmpl>
        </p:tmplLst>
      </p:bldP>
      <p:bldP spid="30"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30"/>
                        </p:tgtEl>
                        <p:attrNameLst>
                          <p:attrName>style.visibility</p:attrName>
                        </p:attrNameLst>
                      </p:cBhvr>
                      <p:to>
                        <p:strVal val="visible"/>
                      </p:to>
                    </p:set>
                    <p:anim calcmode="lin" valueType="num">
                      <p:cBhvr>
                        <p:cTn dur="500" fill="hold"/>
                        <p:tgtEl>
                          <p:spTgt spid="30"/>
                        </p:tgtEl>
                        <p:attrNameLst>
                          <p:attrName>ppt_w</p:attrName>
                        </p:attrNameLst>
                      </p:cBhvr>
                      <p:tavLst>
                        <p:tav tm="0">
                          <p:val>
                            <p:fltVal val="0"/>
                          </p:val>
                        </p:tav>
                        <p:tav tm="100000">
                          <p:val>
                            <p:strVal val="#ppt_w"/>
                          </p:val>
                        </p:tav>
                      </p:tavLst>
                    </p:anim>
                    <p:anim calcmode="lin" valueType="num">
                      <p:cBhvr>
                        <p:cTn dur="500" fill="hold"/>
                        <p:tgtEl>
                          <p:spTgt spid="30"/>
                        </p:tgtEl>
                        <p:attrNameLst>
                          <p:attrName>ppt_h</p:attrName>
                        </p:attrNameLst>
                      </p:cBhvr>
                      <p:tavLst>
                        <p:tav tm="0">
                          <p:val>
                            <p:fltVal val="0"/>
                          </p:val>
                        </p:tav>
                        <p:tav tm="100000">
                          <p:val>
                            <p:strVal val="#ppt_h"/>
                          </p:val>
                        </p:tav>
                      </p:tavLst>
                    </p:anim>
                    <p:animEffect transition="in" filter="fade">
                      <p:cBhvr>
                        <p:cTn dur="500"/>
                        <p:tgtEl>
                          <p:spTgt spid="30"/>
                        </p:tgtEl>
                      </p:cBhvr>
                    </p:animEffect>
                  </p:childTnLst>
                </p:cTn>
              </p:par>
            </p:tnLst>
          </p:tmpl>
        </p:tmplLst>
      </p:bldP>
      <p:bldP spid="31"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31"/>
                        </p:tgtEl>
                        <p:attrNameLst>
                          <p:attrName>style.visibility</p:attrName>
                        </p:attrNameLst>
                      </p:cBhvr>
                      <p:to>
                        <p:strVal val="visible"/>
                      </p:to>
                    </p:set>
                    <p:animEffect transition="in" filter="fade">
                      <p:cBhvr>
                        <p:cTn dur="500"/>
                        <p:tgtEl>
                          <p:spTgt spid="31"/>
                        </p:tgtEl>
                      </p:cBhvr>
                    </p:animEffect>
                    <p:anim calcmode="lin" valueType="num">
                      <p:cBhvr>
                        <p:cTn dur="500" fill="hold"/>
                        <p:tgtEl>
                          <p:spTgt spid="31"/>
                        </p:tgtEl>
                        <p:attrNameLst>
                          <p:attrName>ppt_x</p:attrName>
                        </p:attrNameLst>
                      </p:cBhvr>
                      <p:tavLst>
                        <p:tav tm="0">
                          <p:val>
                            <p:strVal val="#ppt_x"/>
                          </p:val>
                        </p:tav>
                        <p:tav tm="100000">
                          <p:val>
                            <p:strVal val="#ppt_x"/>
                          </p:val>
                        </p:tav>
                      </p:tavLst>
                    </p:anim>
                    <p:anim calcmode="lin" valueType="num">
                      <p:cBhvr>
                        <p:cTn dur="500" fill="hold"/>
                        <p:tgtEl>
                          <p:spTgt spid="31"/>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263.xml><?xml version="1.0" encoding="utf-8"?>
<p:sldLayout xmlns:a="http://schemas.openxmlformats.org/drawingml/2006/main" xmlns:r="http://schemas.openxmlformats.org/officeDocument/2006/relationships" xmlns:p="http://schemas.openxmlformats.org/presentationml/2006/main" preserve="1" userDrawn="1">
  <p:cSld name="11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23" name="Freeform 22"/>
          <p:cNvSpPr/>
          <p:nvPr userDrawn="1"/>
        </p:nvSpPr>
        <p:spPr>
          <a:xfrm>
            <a:off x="713492" y="2456421"/>
            <a:ext cx="1964841" cy="1945159"/>
          </a:xfrm>
          <a:custGeom>
            <a:avLst/>
            <a:gdLst>
              <a:gd name="connsiteX0" fmla="*/ 1150436 w 1964841"/>
              <a:gd name="connsiteY0" fmla="*/ 0 h 1945159"/>
              <a:gd name="connsiteX1" fmla="*/ 1610594 w 1964841"/>
              <a:gd name="connsiteY1" fmla="*/ 305013 h 1945159"/>
              <a:gd name="connsiteX2" fmla="*/ 1633316 w 1964841"/>
              <a:gd name="connsiteY2" fmla="*/ 378214 h 1945159"/>
              <a:gd name="connsiteX3" fmla="*/ 1659828 w 1964841"/>
              <a:gd name="connsiteY3" fmla="*/ 386444 h 1945159"/>
              <a:gd name="connsiteX4" fmla="*/ 1964841 w 1964841"/>
              <a:gd name="connsiteY4" fmla="*/ 846601 h 1945159"/>
              <a:gd name="connsiteX5" fmla="*/ 1925596 w 1964841"/>
              <a:gd name="connsiteY5" fmla="*/ 1040991 h 1945159"/>
              <a:gd name="connsiteX6" fmla="*/ 1919536 w 1964841"/>
              <a:gd name="connsiteY6" fmla="*/ 1052155 h 1945159"/>
              <a:gd name="connsiteX7" fmla="*/ 1920944 w 1964841"/>
              <a:gd name="connsiteY7" fmla="*/ 1059512 h 1945159"/>
              <a:gd name="connsiteX8" fmla="*/ 1924956 w 1964841"/>
              <a:gd name="connsiteY8" fmla="*/ 1123118 h 1945159"/>
              <a:gd name="connsiteX9" fmla="*/ 1778684 w 1964841"/>
              <a:gd name="connsiteY9" fmla="*/ 1476249 h 1945159"/>
              <a:gd name="connsiteX10" fmla="*/ 1761362 w 1964841"/>
              <a:gd name="connsiteY10" fmla="*/ 1490542 h 1945159"/>
              <a:gd name="connsiteX11" fmla="*/ 1757309 w 1964841"/>
              <a:gd name="connsiteY11" fmla="*/ 1530745 h 1945159"/>
              <a:gd name="connsiteX12" fmla="*/ 1268052 w 1964841"/>
              <a:gd name="connsiteY12" fmla="*/ 1929501 h 1945159"/>
              <a:gd name="connsiteX13" fmla="*/ 1073662 w 1964841"/>
              <a:gd name="connsiteY13" fmla="*/ 1890256 h 1945159"/>
              <a:gd name="connsiteX14" fmla="*/ 1039885 w 1964841"/>
              <a:gd name="connsiteY14" fmla="*/ 1871923 h 1945159"/>
              <a:gd name="connsiteX15" fmla="*/ 998147 w 1964841"/>
              <a:gd name="connsiteY15" fmla="*/ 1895913 h 1945159"/>
              <a:gd name="connsiteX16" fmla="*/ 781635 w 1964841"/>
              <a:gd name="connsiteY16" fmla="*/ 1945159 h 1945159"/>
              <a:gd name="connsiteX17" fmla="*/ 321477 w 1964841"/>
              <a:gd name="connsiteY17" fmla="*/ 1640147 h 1945159"/>
              <a:gd name="connsiteX18" fmla="*/ 300660 w 1964841"/>
              <a:gd name="connsiteY18" fmla="*/ 1573084 h 1945159"/>
              <a:gd name="connsiteX19" fmla="*/ 220182 w 1964841"/>
              <a:gd name="connsiteY19" fmla="*/ 1529402 h 1945159"/>
              <a:gd name="connsiteX20" fmla="*/ 0 w 1964841"/>
              <a:gd name="connsiteY20" fmla="*/ 1115289 h 1945159"/>
              <a:gd name="connsiteX21" fmla="*/ 146272 w 1964841"/>
              <a:gd name="connsiteY21" fmla="*/ 762158 h 1945159"/>
              <a:gd name="connsiteX22" fmla="*/ 151038 w 1964841"/>
              <a:gd name="connsiteY22" fmla="*/ 758225 h 1945159"/>
              <a:gd name="connsiteX23" fmla="*/ 133236 w 1964841"/>
              <a:gd name="connsiteY23" fmla="*/ 700876 h 1945159"/>
              <a:gd name="connsiteX24" fmla="*/ 123090 w 1964841"/>
              <a:gd name="connsiteY24" fmla="*/ 600229 h 1945159"/>
              <a:gd name="connsiteX25" fmla="*/ 622493 w 1964841"/>
              <a:gd name="connsiteY25" fmla="*/ 100826 h 1945159"/>
              <a:gd name="connsiteX26" fmla="*/ 723140 w 1964841"/>
              <a:gd name="connsiteY26" fmla="*/ 110972 h 1945159"/>
              <a:gd name="connsiteX27" fmla="*/ 808117 w 1964841"/>
              <a:gd name="connsiteY27" fmla="*/ 137351 h 1945159"/>
              <a:gd name="connsiteX28" fmla="*/ 871215 w 1964841"/>
              <a:gd name="connsiteY28" fmla="*/ 85290 h 1945159"/>
              <a:gd name="connsiteX29" fmla="*/ 1150436 w 1964841"/>
              <a:gd name="connsiteY29" fmla="*/ 0 h 1945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964841" h="1945159">
                <a:moveTo>
                  <a:pt x="1150436" y="0"/>
                </a:moveTo>
                <a:cubicBezTo>
                  <a:pt x="1357296" y="0"/>
                  <a:pt x="1534780" y="125770"/>
                  <a:pt x="1610594" y="305013"/>
                </a:cubicBezTo>
                <a:lnTo>
                  <a:pt x="1633316" y="378214"/>
                </a:lnTo>
                <a:lnTo>
                  <a:pt x="1659828" y="386444"/>
                </a:lnTo>
                <a:cubicBezTo>
                  <a:pt x="1839072" y="462257"/>
                  <a:pt x="1964841" y="639741"/>
                  <a:pt x="1964841" y="846601"/>
                </a:cubicBezTo>
                <a:cubicBezTo>
                  <a:pt x="1964841" y="915554"/>
                  <a:pt x="1950867" y="981244"/>
                  <a:pt x="1925596" y="1040991"/>
                </a:cubicBezTo>
                <a:lnTo>
                  <a:pt x="1919536" y="1052155"/>
                </a:lnTo>
                <a:lnTo>
                  <a:pt x="1920944" y="1059512"/>
                </a:lnTo>
                <a:cubicBezTo>
                  <a:pt x="1923591" y="1080341"/>
                  <a:pt x="1924956" y="1101570"/>
                  <a:pt x="1924956" y="1123118"/>
                </a:cubicBezTo>
                <a:cubicBezTo>
                  <a:pt x="1924956" y="1261025"/>
                  <a:pt x="1869059" y="1385875"/>
                  <a:pt x="1778684" y="1476249"/>
                </a:cubicBezTo>
                <a:lnTo>
                  <a:pt x="1761362" y="1490542"/>
                </a:lnTo>
                <a:lnTo>
                  <a:pt x="1757309" y="1530745"/>
                </a:lnTo>
                <a:cubicBezTo>
                  <a:pt x="1710742" y="1758315"/>
                  <a:pt x="1509388" y="1929501"/>
                  <a:pt x="1268052" y="1929501"/>
                </a:cubicBezTo>
                <a:cubicBezTo>
                  <a:pt x="1199099" y="1929501"/>
                  <a:pt x="1133410" y="1915527"/>
                  <a:pt x="1073662" y="1890256"/>
                </a:cubicBezTo>
                <a:lnTo>
                  <a:pt x="1039885" y="1871923"/>
                </a:lnTo>
                <a:lnTo>
                  <a:pt x="998147" y="1895913"/>
                </a:lnTo>
                <a:cubicBezTo>
                  <a:pt x="932649" y="1927473"/>
                  <a:pt x="859208" y="1945159"/>
                  <a:pt x="781635" y="1945159"/>
                </a:cubicBezTo>
                <a:cubicBezTo>
                  <a:pt x="574775" y="1945159"/>
                  <a:pt x="397291" y="1819390"/>
                  <a:pt x="321477" y="1640147"/>
                </a:cubicBezTo>
                <a:lnTo>
                  <a:pt x="300660" y="1573084"/>
                </a:lnTo>
                <a:lnTo>
                  <a:pt x="220182" y="1529402"/>
                </a:lnTo>
                <a:cubicBezTo>
                  <a:pt x="87340" y="1439656"/>
                  <a:pt x="0" y="1287672"/>
                  <a:pt x="0" y="1115289"/>
                </a:cubicBezTo>
                <a:cubicBezTo>
                  <a:pt x="0" y="977383"/>
                  <a:pt x="55897" y="852532"/>
                  <a:pt x="146272" y="762158"/>
                </a:cubicBezTo>
                <a:lnTo>
                  <a:pt x="151038" y="758225"/>
                </a:lnTo>
                <a:lnTo>
                  <a:pt x="133236" y="700876"/>
                </a:lnTo>
                <a:cubicBezTo>
                  <a:pt x="126584" y="668366"/>
                  <a:pt x="123090" y="634706"/>
                  <a:pt x="123090" y="600229"/>
                </a:cubicBezTo>
                <a:cubicBezTo>
                  <a:pt x="123090" y="324416"/>
                  <a:pt x="346680" y="100826"/>
                  <a:pt x="622493" y="100826"/>
                </a:cubicBezTo>
                <a:cubicBezTo>
                  <a:pt x="656970" y="100826"/>
                  <a:pt x="690630" y="104320"/>
                  <a:pt x="723140" y="110972"/>
                </a:cubicBezTo>
                <a:lnTo>
                  <a:pt x="808117" y="137351"/>
                </a:lnTo>
                <a:lnTo>
                  <a:pt x="871215" y="85290"/>
                </a:lnTo>
                <a:cubicBezTo>
                  <a:pt x="950920" y="31443"/>
                  <a:pt x="1047006" y="0"/>
                  <a:pt x="1150436"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17" name="Picture Placeholder 16"/>
          <p:cNvSpPr>
            <a:spLocks noGrp="1"/>
          </p:cNvSpPr>
          <p:nvPr>
            <p:ph type="pic" sz="quarter" idx="13"/>
          </p:nvPr>
        </p:nvSpPr>
        <p:spPr>
          <a:xfrm>
            <a:off x="809647" y="2542735"/>
            <a:ext cx="1772530" cy="1772530"/>
          </a:xfrm>
          <a:custGeom>
            <a:avLst/>
            <a:gdLst>
              <a:gd name="connsiteX0" fmla="*/ 886265 w 1772530"/>
              <a:gd name="connsiteY0" fmla="*/ 0 h 1772530"/>
              <a:gd name="connsiteX1" fmla="*/ 1772530 w 1772530"/>
              <a:gd name="connsiteY1" fmla="*/ 886265 h 1772530"/>
              <a:gd name="connsiteX2" fmla="*/ 886265 w 1772530"/>
              <a:gd name="connsiteY2" fmla="*/ 1772530 h 1772530"/>
              <a:gd name="connsiteX3" fmla="*/ 0 w 1772530"/>
              <a:gd name="connsiteY3" fmla="*/ 886265 h 1772530"/>
              <a:gd name="connsiteX4" fmla="*/ 886265 w 1772530"/>
              <a:gd name="connsiteY4" fmla="*/ 0 h 17725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2530" h="1772530">
                <a:moveTo>
                  <a:pt x="886265" y="0"/>
                </a:moveTo>
                <a:cubicBezTo>
                  <a:pt x="1375736" y="0"/>
                  <a:pt x="1772530" y="396794"/>
                  <a:pt x="1772530" y="886265"/>
                </a:cubicBezTo>
                <a:cubicBezTo>
                  <a:pt x="1772530" y="1375736"/>
                  <a:pt x="1375736" y="1772530"/>
                  <a:pt x="886265" y="1772530"/>
                </a:cubicBezTo>
                <a:cubicBezTo>
                  <a:pt x="396794" y="1772530"/>
                  <a:pt x="0" y="1375736"/>
                  <a:pt x="0" y="886265"/>
                </a:cubicBezTo>
                <a:cubicBezTo>
                  <a:pt x="0" y="396794"/>
                  <a:pt x="396794" y="0"/>
                  <a:pt x="886265" y="0"/>
                </a:cubicBezTo>
                <a:close/>
              </a:path>
            </a:pathLst>
          </a:custGeom>
          <a:solidFill>
            <a:schemeClr val="bg1">
              <a:lumMod val="85000"/>
            </a:schemeClr>
          </a:solidFill>
        </p:spPr>
        <p:txBody>
          <a:bodyPr wrap="square">
            <a:noAutofit/>
          </a:bodyPr>
          <a:lstStyle/>
          <a:p>
            <a:endParaRPr lang="en-AU"/>
          </a:p>
        </p:txBody>
      </p:sp>
      <p:sp>
        <p:nvSpPr>
          <p:cNvPr id="24" name="Freeform 23"/>
          <p:cNvSpPr/>
          <p:nvPr userDrawn="1"/>
        </p:nvSpPr>
        <p:spPr>
          <a:xfrm>
            <a:off x="3663045" y="2456420"/>
            <a:ext cx="1964841" cy="1945159"/>
          </a:xfrm>
          <a:custGeom>
            <a:avLst/>
            <a:gdLst>
              <a:gd name="connsiteX0" fmla="*/ 1150436 w 1964841"/>
              <a:gd name="connsiteY0" fmla="*/ 0 h 1945159"/>
              <a:gd name="connsiteX1" fmla="*/ 1610594 w 1964841"/>
              <a:gd name="connsiteY1" fmla="*/ 305013 h 1945159"/>
              <a:gd name="connsiteX2" fmla="*/ 1633316 w 1964841"/>
              <a:gd name="connsiteY2" fmla="*/ 378214 h 1945159"/>
              <a:gd name="connsiteX3" fmla="*/ 1659828 w 1964841"/>
              <a:gd name="connsiteY3" fmla="*/ 386444 h 1945159"/>
              <a:gd name="connsiteX4" fmla="*/ 1964841 w 1964841"/>
              <a:gd name="connsiteY4" fmla="*/ 846601 h 1945159"/>
              <a:gd name="connsiteX5" fmla="*/ 1925596 w 1964841"/>
              <a:gd name="connsiteY5" fmla="*/ 1040991 h 1945159"/>
              <a:gd name="connsiteX6" fmla="*/ 1919536 w 1964841"/>
              <a:gd name="connsiteY6" fmla="*/ 1052155 h 1945159"/>
              <a:gd name="connsiteX7" fmla="*/ 1920944 w 1964841"/>
              <a:gd name="connsiteY7" fmla="*/ 1059512 h 1945159"/>
              <a:gd name="connsiteX8" fmla="*/ 1924956 w 1964841"/>
              <a:gd name="connsiteY8" fmla="*/ 1123118 h 1945159"/>
              <a:gd name="connsiteX9" fmla="*/ 1778684 w 1964841"/>
              <a:gd name="connsiteY9" fmla="*/ 1476249 h 1945159"/>
              <a:gd name="connsiteX10" fmla="*/ 1761362 w 1964841"/>
              <a:gd name="connsiteY10" fmla="*/ 1490542 h 1945159"/>
              <a:gd name="connsiteX11" fmla="*/ 1757309 w 1964841"/>
              <a:gd name="connsiteY11" fmla="*/ 1530745 h 1945159"/>
              <a:gd name="connsiteX12" fmla="*/ 1268052 w 1964841"/>
              <a:gd name="connsiteY12" fmla="*/ 1929501 h 1945159"/>
              <a:gd name="connsiteX13" fmla="*/ 1073662 w 1964841"/>
              <a:gd name="connsiteY13" fmla="*/ 1890256 h 1945159"/>
              <a:gd name="connsiteX14" fmla="*/ 1039885 w 1964841"/>
              <a:gd name="connsiteY14" fmla="*/ 1871923 h 1945159"/>
              <a:gd name="connsiteX15" fmla="*/ 998147 w 1964841"/>
              <a:gd name="connsiteY15" fmla="*/ 1895913 h 1945159"/>
              <a:gd name="connsiteX16" fmla="*/ 781635 w 1964841"/>
              <a:gd name="connsiteY16" fmla="*/ 1945159 h 1945159"/>
              <a:gd name="connsiteX17" fmla="*/ 321477 w 1964841"/>
              <a:gd name="connsiteY17" fmla="*/ 1640147 h 1945159"/>
              <a:gd name="connsiteX18" fmla="*/ 300660 w 1964841"/>
              <a:gd name="connsiteY18" fmla="*/ 1573084 h 1945159"/>
              <a:gd name="connsiteX19" fmla="*/ 220182 w 1964841"/>
              <a:gd name="connsiteY19" fmla="*/ 1529402 h 1945159"/>
              <a:gd name="connsiteX20" fmla="*/ 0 w 1964841"/>
              <a:gd name="connsiteY20" fmla="*/ 1115289 h 1945159"/>
              <a:gd name="connsiteX21" fmla="*/ 146272 w 1964841"/>
              <a:gd name="connsiteY21" fmla="*/ 762158 h 1945159"/>
              <a:gd name="connsiteX22" fmla="*/ 151038 w 1964841"/>
              <a:gd name="connsiteY22" fmla="*/ 758225 h 1945159"/>
              <a:gd name="connsiteX23" fmla="*/ 133236 w 1964841"/>
              <a:gd name="connsiteY23" fmla="*/ 700876 h 1945159"/>
              <a:gd name="connsiteX24" fmla="*/ 123090 w 1964841"/>
              <a:gd name="connsiteY24" fmla="*/ 600229 h 1945159"/>
              <a:gd name="connsiteX25" fmla="*/ 622493 w 1964841"/>
              <a:gd name="connsiteY25" fmla="*/ 100826 h 1945159"/>
              <a:gd name="connsiteX26" fmla="*/ 723140 w 1964841"/>
              <a:gd name="connsiteY26" fmla="*/ 110972 h 1945159"/>
              <a:gd name="connsiteX27" fmla="*/ 808117 w 1964841"/>
              <a:gd name="connsiteY27" fmla="*/ 137351 h 1945159"/>
              <a:gd name="connsiteX28" fmla="*/ 871215 w 1964841"/>
              <a:gd name="connsiteY28" fmla="*/ 85290 h 1945159"/>
              <a:gd name="connsiteX29" fmla="*/ 1150436 w 1964841"/>
              <a:gd name="connsiteY29" fmla="*/ 0 h 1945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964841" h="1945159">
                <a:moveTo>
                  <a:pt x="1150436" y="0"/>
                </a:moveTo>
                <a:cubicBezTo>
                  <a:pt x="1357296" y="0"/>
                  <a:pt x="1534780" y="125770"/>
                  <a:pt x="1610594" y="305013"/>
                </a:cubicBezTo>
                <a:lnTo>
                  <a:pt x="1633316" y="378214"/>
                </a:lnTo>
                <a:lnTo>
                  <a:pt x="1659828" y="386444"/>
                </a:lnTo>
                <a:cubicBezTo>
                  <a:pt x="1839072" y="462257"/>
                  <a:pt x="1964841" y="639741"/>
                  <a:pt x="1964841" y="846601"/>
                </a:cubicBezTo>
                <a:cubicBezTo>
                  <a:pt x="1964841" y="915554"/>
                  <a:pt x="1950867" y="981244"/>
                  <a:pt x="1925596" y="1040991"/>
                </a:cubicBezTo>
                <a:lnTo>
                  <a:pt x="1919536" y="1052155"/>
                </a:lnTo>
                <a:lnTo>
                  <a:pt x="1920944" y="1059512"/>
                </a:lnTo>
                <a:cubicBezTo>
                  <a:pt x="1923591" y="1080341"/>
                  <a:pt x="1924956" y="1101570"/>
                  <a:pt x="1924956" y="1123118"/>
                </a:cubicBezTo>
                <a:cubicBezTo>
                  <a:pt x="1924956" y="1261025"/>
                  <a:pt x="1869059" y="1385875"/>
                  <a:pt x="1778684" y="1476249"/>
                </a:cubicBezTo>
                <a:lnTo>
                  <a:pt x="1761362" y="1490542"/>
                </a:lnTo>
                <a:lnTo>
                  <a:pt x="1757309" y="1530745"/>
                </a:lnTo>
                <a:cubicBezTo>
                  <a:pt x="1710742" y="1758315"/>
                  <a:pt x="1509388" y="1929501"/>
                  <a:pt x="1268052" y="1929501"/>
                </a:cubicBezTo>
                <a:cubicBezTo>
                  <a:pt x="1199099" y="1929501"/>
                  <a:pt x="1133410" y="1915527"/>
                  <a:pt x="1073662" y="1890256"/>
                </a:cubicBezTo>
                <a:lnTo>
                  <a:pt x="1039885" y="1871923"/>
                </a:lnTo>
                <a:lnTo>
                  <a:pt x="998147" y="1895913"/>
                </a:lnTo>
                <a:cubicBezTo>
                  <a:pt x="932649" y="1927473"/>
                  <a:pt x="859208" y="1945159"/>
                  <a:pt x="781635" y="1945159"/>
                </a:cubicBezTo>
                <a:cubicBezTo>
                  <a:pt x="574775" y="1945159"/>
                  <a:pt x="397291" y="1819390"/>
                  <a:pt x="321477" y="1640147"/>
                </a:cubicBezTo>
                <a:lnTo>
                  <a:pt x="300660" y="1573084"/>
                </a:lnTo>
                <a:lnTo>
                  <a:pt x="220182" y="1529402"/>
                </a:lnTo>
                <a:cubicBezTo>
                  <a:pt x="87340" y="1439656"/>
                  <a:pt x="0" y="1287672"/>
                  <a:pt x="0" y="1115289"/>
                </a:cubicBezTo>
                <a:cubicBezTo>
                  <a:pt x="0" y="977383"/>
                  <a:pt x="55897" y="852532"/>
                  <a:pt x="146272" y="762158"/>
                </a:cubicBezTo>
                <a:lnTo>
                  <a:pt x="151038" y="758225"/>
                </a:lnTo>
                <a:lnTo>
                  <a:pt x="133236" y="700876"/>
                </a:lnTo>
                <a:cubicBezTo>
                  <a:pt x="126584" y="668366"/>
                  <a:pt x="123090" y="634706"/>
                  <a:pt x="123090" y="600229"/>
                </a:cubicBezTo>
                <a:cubicBezTo>
                  <a:pt x="123090" y="324416"/>
                  <a:pt x="346680" y="100826"/>
                  <a:pt x="622493" y="100826"/>
                </a:cubicBezTo>
                <a:cubicBezTo>
                  <a:pt x="656970" y="100826"/>
                  <a:pt x="690630" y="104320"/>
                  <a:pt x="723140" y="110972"/>
                </a:cubicBezTo>
                <a:lnTo>
                  <a:pt x="808117" y="137351"/>
                </a:lnTo>
                <a:lnTo>
                  <a:pt x="871215" y="85290"/>
                </a:lnTo>
                <a:cubicBezTo>
                  <a:pt x="950920" y="31443"/>
                  <a:pt x="1047006" y="0"/>
                  <a:pt x="1150436"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5" name="Picture Placeholder 24"/>
          <p:cNvSpPr>
            <a:spLocks noGrp="1"/>
          </p:cNvSpPr>
          <p:nvPr>
            <p:ph type="pic" sz="quarter" idx="14"/>
          </p:nvPr>
        </p:nvSpPr>
        <p:spPr>
          <a:xfrm>
            <a:off x="3759200" y="2542734"/>
            <a:ext cx="1772530" cy="1772530"/>
          </a:xfrm>
          <a:custGeom>
            <a:avLst/>
            <a:gdLst>
              <a:gd name="connsiteX0" fmla="*/ 886265 w 1772530"/>
              <a:gd name="connsiteY0" fmla="*/ 0 h 1772530"/>
              <a:gd name="connsiteX1" fmla="*/ 1772530 w 1772530"/>
              <a:gd name="connsiteY1" fmla="*/ 886265 h 1772530"/>
              <a:gd name="connsiteX2" fmla="*/ 886265 w 1772530"/>
              <a:gd name="connsiteY2" fmla="*/ 1772530 h 1772530"/>
              <a:gd name="connsiteX3" fmla="*/ 0 w 1772530"/>
              <a:gd name="connsiteY3" fmla="*/ 886265 h 1772530"/>
              <a:gd name="connsiteX4" fmla="*/ 886265 w 1772530"/>
              <a:gd name="connsiteY4" fmla="*/ 0 h 17725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2530" h="1772530">
                <a:moveTo>
                  <a:pt x="886265" y="0"/>
                </a:moveTo>
                <a:cubicBezTo>
                  <a:pt x="1375736" y="0"/>
                  <a:pt x="1772530" y="396794"/>
                  <a:pt x="1772530" y="886265"/>
                </a:cubicBezTo>
                <a:cubicBezTo>
                  <a:pt x="1772530" y="1375736"/>
                  <a:pt x="1375736" y="1772530"/>
                  <a:pt x="886265" y="1772530"/>
                </a:cubicBezTo>
                <a:cubicBezTo>
                  <a:pt x="396794" y="1772530"/>
                  <a:pt x="0" y="1375736"/>
                  <a:pt x="0" y="886265"/>
                </a:cubicBezTo>
                <a:cubicBezTo>
                  <a:pt x="0" y="396794"/>
                  <a:pt x="396794" y="0"/>
                  <a:pt x="886265" y="0"/>
                </a:cubicBezTo>
                <a:close/>
              </a:path>
            </a:pathLst>
          </a:custGeom>
          <a:solidFill>
            <a:schemeClr val="bg1">
              <a:lumMod val="85000"/>
            </a:schemeClr>
          </a:solidFill>
        </p:spPr>
        <p:txBody>
          <a:bodyPr wrap="square">
            <a:noAutofit/>
          </a:bodyPr>
          <a:lstStyle/>
          <a:p>
            <a:endParaRPr lang="en-AU"/>
          </a:p>
        </p:txBody>
      </p:sp>
      <p:sp>
        <p:nvSpPr>
          <p:cNvPr id="26" name="Freeform 25"/>
          <p:cNvSpPr/>
          <p:nvPr userDrawn="1"/>
        </p:nvSpPr>
        <p:spPr>
          <a:xfrm>
            <a:off x="9562151" y="2453684"/>
            <a:ext cx="1964841" cy="1945159"/>
          </a:xfrm>
          <a:custGeom>
            <a:avLst/>
            <a:gdLst>
              <a:gd name="connsiteX0" fmla="*/ 1150436 w 1964841"/>
              <a:gd name="connsiteY0" fmla="*/ 0 h 1945159"/>
              <a:gd name="connsiteX1" fmla="*/ 1610594 w 1964841"/>
              <a:gd name="connsiteY1" fmla="*/ 305013 h 1945159"/>
              <a:gd name="connsiteX2" fmla="*/ 1633316 w 1964841"/>
              <a:gd name="connsiteY2" fmla="*/ 378214 h 1945159"/>
              <a:gd name="connsiteX3" fmla="*/ 1659828 w 1964841"/>
              <a:gd name="connsiteY3" fmla="*/ 386444 h 1945159"/>
              <a:gd name="connsiteX4" fmla="*/ 1964841 w 1964841"/>
              <a:gd name="connsiteY4" fmla="*/ 846601 h 1945159"/>
              <a:gd name="connsiteX5" fmla="*/ 1925596 w 1964841"/>
              <a:gd name="connsiteY5" fmla="*/ 1040991 h 1945159"/>
              <a:gd name="connsiteX6" fmla="*/ 1919536 w 1964841"/>
              <a:gd name="connsiteY6" fmla="*/ 1052155 h 1945159"/>
              <a:gd name="connsiteX7" fmla="*/ 1920944 w 1964841"/>
              <a:gd name="connsiteY7" fmla="*/ 1059512 h 1945159"/>
              <a:gd name="connsiteX8" fmla="*/ 1924956 w 1964841"/>
              <a:gd name="connsiteY8" fmla="*/ 1123118 h 1945159"/>
              <a:gd name="connsiteX9" fmla="*/ 1778684 w 1964841"/>
              <a:gd name="connsiteY9" fmla="*/ 1476249 h 1945159"/>
              <a:gd name="connsiteX10" fmla="*/ 1761362 w 1964841"/>
              <a:gd name="connsiteY10" fmla="*/ 1490542 h 1945159"/>
              <a:gd name="connsiteX11" fmla="*/ 1757309 w 1964841"/>
              <a:gd name="connsiteY11" fmla="*/ 1530745 h 1945159"/>
              <a:gd name="connsiteX12" fmla="*/ 1268052 w 1964841"/>
              <a:gd name="connsiteY12" fmla="*/ 1929501 h 1945159"/>
              <a:gd name="connsiteX13" fmla="*/ 1073662 w 1964841"/>
              <a:gd name="connsiteY13" fmla="*/ 1890256 h 1945159"/>
              <a:gd name="connsiteX14" fmla="*/ 1039885 w 1964841"/>
              <a:gd name="connsiteY14" fmla="*/ 1871923 h 1945159"/>
              <a:gd name="connsiteX15" fmla="*/ 998147 w 1964841"/>
              <a:gd name="connsiteY15" fmla="*/ 1895913 h 1945159"/>
              <a:gd name="connsiteX16" fmla="*/ 781635 w 1964841"/>
              <a:gd name="connsiteY16" fmla="*/ 1945159 h 1945159"/>
              <a:gd name="connsiteX17" fmla="*/ 321477 w 1964841"/>
              <a:gd name="connsiteY17" fmla="*/ 1640147 h 1945159"/>
              <a:gd name="connsiteX18" fmla="*/ 300660 w 1964841"/>
              <a:gd name="connsiteY18" fmla="*/ 1573084 h 1945159"/>
              <a:gd name="connsiteX19" fmla="*/ 220182 w 1964841"/>
              <a:gd name="connsiteY19" fmla="*/ 1529402 h 1945159"/>
              <a:gd name="connsiteX20" fmla="*/ 0 w 1964841"/>
              <a:gd name="connsiteY20" fmla="*/ 1115289 h 1945159"/>
              <a:gd name="connsiteX21" fmla="*/ 146272 w 1964841"/>
              <a:gd name="connsiteY21" fmla="*/ 762158 h 1945159"/>
              <a:gd name="connsiteX22" fmla="*/ 151038 w 1964841"/>
              <a:gd name="connsiteY22" fmla="*/ 758225 h 1945159"/>
              <a:gd name="connsiteX23" fmla="*/ 133236 w 1964841"/>
              <a:gd name="connsiteY23" fmla="*/ 700876 h 1945159"/>
              <a:gd name="connsiteX24" fmla="*/ 123090 w 1964841"/>
              <a:gd name="connsiteY24" fmla="*/ 600229 h 1945159"/>
              <a:gd name="connsiteX25" fmla="*/ 622493 w 1964841"/>
              <a:gd name="connsiteY25" fmla="*/ 100826 h 1945159"/>
              <a:gd name="connsiteX26" fmla="*/ 723140 w 1964841"/>
              <a:gd name="connsiteY26" fmla="*/ 110972 h 1945159"/>
              <a:gd name="connsiteX27" fmla="*/ 808117 w 1964841"/>
              <a:gd name="connsiteY27" fmla="*/ 137351 h 1945159"/>
              <a:gd name="connsiteX28" fmla="*/ 871215 w 1964841"/>
              <a:gd name="connsiteY28" fmla="*/ 85290 h 1945159"/>
              <a:gd name="connsiteX29" fmla="*/ 1150436 w 1964841"/>
              <a:gd name="connsiteY29" fmla="*/ 0 h 1945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964841" h="1945159">
                <a:moveTo>
                  <a:pt x="1150436" y="0"/>
                </a:moveTo>
                <a:cubicBezTo>
                  <a:pt x="1357296" y="0"/>
                  <a:pt x="1534780" y="125770"/>
                  <a:pt x="1610594" y="305013"/>
                </a:cubicBezTo>
                <a:lnTo>
                  <a:pt x="1633316" y="378214"/>
                </a:lnTo>
                <a:lnTo>
                  <a:pt x="1659828" y="386444"/>
                </a:lnTo>
                <a:cubicBezTo>
                  <a:pt x="1839072" y="462257"/>
                  <a:pt x="1964841" y="639741"/>
                  <a:pt x="1964841" y="846601"/>
                </a:cubicBezTo>
                <a:cubicBezTo>
                  <a:pt x="1964841" y="915554"/>
                  <a:pt x="1950867" y="981244"/>
                  <a:pt x="1925596" y="1040991"/>
                </a:cubicBezTo>
                <a:lnTo>
                  <a:pt x="1919536" y="1052155"/>
                </a:lnTo>
                <a:lnTo>
                  <a:pt x="1920944" y="1059512"/>
                </a:lnTo>
                <a:cubicBezTo>
                  <a:pt x="1923591" y="1080341"/>
                  <a:pt x="1924956" y="1101570"/>
                  <a:pt x="1924956" y="1123118"/>
                </a:cubicBezTo>
                <a:cubicBezTo>
                  <a:pt x="1924956" y="1261025"/>
                  <a:pt x="1869059" y="1385875"/>
                  <a:pt x="1778684" y="1476249"/>
                </a:cubicBezTo>
                <a:lnTo>
                  <a:pt x="1761362" y="1490542"/>
                </a:lnTo>
                <a:lnTo>
                  <a:pt x="1757309" y="1530745"/>
                </a:lnTo>
                <a:cubicBezTo>
                  <a:pt x="1710742" y="1758315"/>
                  <a:pt x="1509388" y="1929501"/>
                  <a:pt x="1268052" y="1929501"/>
                </a:cubicBezTo>
                <a:cubicBezTo>
                  <a:pt x="1199099" y="1929501"/>
                  <a:pt x="1133410" y="1915527"/>
                  <a:pt x="1073662" y="1890256"/>
                </a:cubicBezTo>
                <a:lnTo>
                  <a:pt x="1039885" y="1871923"/>
                </a:lnTo>
                <a:lnTo>
                  <a:pt x="998147" y="1895913"/>
                </a:lnTo>
                <a:cubicBezTo>
                  <a:pt x="932649" y="1927473"/>
                  <a:pt x="859208" y="1945159"/>
                  <a:pt x="781635" y="1945159"/>
                </a:cubicBezTo>
                <a:cubicBezTo>
                  <a:pt x="574775" y="1945159"/>
                  <a:pt x="397291" y="1819390"/>
                  <a:pt x="321477" y="1640147"/>
                </a:cubicBezTo>
                <a:lnTo>
                  <a:pt x="300660" y="1573084"/>
                </a:lnTo>
                <a:lnTo>
                  <a:pt x="220182" y="1529402"/>
                </a:lnTo>
                <a:cubicBezTo>
                  <a:pt x="87340" y="1439656"/>
                  <a:pt x="0" y="1287672"/>
                  <a:pt x="0" y="1115289"/>
                </a:cubicBezTo>
                <a:cubicBezTo>
                  <a:pt x="0" y="977383"/>
                  <a:pt x="55897" y="852532"/>
                  <a:pt x="146272" y="762158"/>
                </a:cubicBezTo>
                <a:lnTo>
                  <a:pt x="151038" y="758225"/>
                </a:lnTo>
                <a:lnTo>
                  <a:pt x="133236" y="700876"/>
                </a:lnTo>
                <a:cubicBezTo>
                  <a:pt x="126584" y="668366"/>
                  <a:pt x="123090" y="634706"/>
                  <a:pt x="123090" y="600229"/>
                </a:cubicBezTo>
                <a:cubicBezTo>
                  <a:pt x="123090" y="324416"/>
                  <a:pt x="346680" y="100826"/>
                  <a:pt x="622493" y="100826"/>
                </a:cubicBezTo>
                <a:cubicBezTo>
                  <a:pt x="656970" y="100826"/>
                  <a:pt x="690630" y="104320"/>
                  <a:pt x="723140" y="110972"/>
                </a:cubicBezTo>
                <a:lnTo>
                  <a:pt x="808117" y="137351"/>
                </a:lnTo>
                <a:lnTo>
                  <a:pt x="871215" y="85290"/>
                </a:lnTo>
                <a:cubicBezTo>
                  <a:pt x="950920" y="31443"/>
                  <a:pt x="1047006" y="0"/>
                  <a:pt x="1150436"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7" name="Picture Placeholder 26"/>
          <p:cNvSpPr>
            <a:spLocks noGrp="1"/>
          </p:cNvSpPr>
          <p:nvPr>
            <p:ph type="pic" sz="quarter" idx="15"/>
          </p:nvPr>
        </p:nvSpPr>
        <p:spPr>
          <a:xfrm>
            <a:off x="9658306" y="2539998"/>
            <a:ext cx="1772530" cy="1772530"/>
          </a:xfrm>
          <a:custGeom>
            <a:avLst/>
            <a:gdLst>
              <a:gd name="connsiteX0" fmla="*/ 886265 w 1772530"/>
              <a:gd name="connsiteY0" fmla="*/ 0 h 1772530"/>
              <a:gd name="connsiteX1" fmla="*/ 1772530 w 1772530"/>
              <a:gd name="connsiteY1" fmla="*/ 886265 h 1772530"/>
              <a:gd name="connsiteX2" fmla="*/ 886265 w 1772530"/>
              <a:gd name="connsiteY2" fmla="*/ 1772530 h 1772530"/>
              <a:gd name="connsiteX3" fmla="*/ 0 w 1772530"/>
              <a:gd name="connsiteY3" fmla="*/ 886265 h 1772530"/>
              <a:gd name="connsiteX4" fmla="*/ 886265 w 1772530"/>
              <a:gd name="connsiteY4" fmla="*/ 0 h 17725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2530" h="1772530">
                <a:moveTo>
                  <a:pt x="886265" y="0"/>
                </a:moveTo>
                <a:cubicBezTo>
                  <a:pt x="1375736" y="0"/>
                  <a:pt x="1772530" y="396794"/>
                  <a:pt x="1772530" y="886265"/>
                </a:cubicBezTo>
                <a:cubicBezTo>
                  <a:pt x="1772530" y="1375736"/>
                  <a:pt x="1375736" y="1772530"/>
                  <a:pt x="886265" y="1772530"/>
                </a:cubicBezTo>
                <a:cubicBezTo>
                  <a:pt x="396794" y="1772530"/>
                  <a:pt x="0" y="1375736"/>
                  <a:pt x="0" y="886265"/>
                </a:cubicBezTo>
                <a:cubicBezTo>
                  <a:pt x="0" y="396794"/>
                  <a:pt x="396794" y="0"/>
                  <a:pt x="886265" y="0"/>
                </a:cubicBezTo>
                <a:close/>
              </a:path>
            </a:pathLst>
          </a:custGeom>
          <a:solidFill>
            <a:schemeClr val="bg1">
              <a:lumMod val="85000"/>
            </a:schemeClr>
          </a:solidFill>
        </p:spPr>
        <p:txBody>
          <a:bodyPr wrap="square">
            <a:noAutofit/>
          </a:bodyPr>
          <a:lstStyle/>
          <a:p>
            <a:endParaRPr lang="en-AU" dirty="0"/>
          </a:p>
        </p:txBody>
      </p:sp>
      <p:sp>
        <p:nvSpPr>
          <p:cNvPr id="28" name="Freeform 27"/>
          <p:cNvSpPr/>
          <p:nvPr userDrawn="1"/>
        </p:nvSpPr>
        <p:spPr>
          <a:xfrm>
            <a:off x="6612598" y="2456420"/>
            <a:ext cx="1964841" cy="1945159"/>
          </a:xfrm>
          <a:custGeom>
            <a:avLst/>
            <a:gdLst>
              <a:gd name="connsiteX0" fmla="*/ 1150436 w 1964841"/>
              <a:gd name="connsiteY0" fmla="*/ 0 h 1945159"/>
              <a:gd name="connsiteX1" fmla="*/ 1610594 w 1964841"/>
              <a:gd name="connsiteY1" fmla="*/ 305013 h 1945159"/>
              <a:gd name="connsiteX2" fmla="*/ 1633316 w 1964841"/>
              <a:gd name="connsiteY2" fmla="*/ 378214 h 1945159"/>
              <a:gd name="connsiteX3" fmla="*/ 1659828 w 1964841"/>
              <a:gd name="connsiteY3" fmla="*/ 386444 h 1945159"/>
              <a:gd name="connsiteX4" fmla="*/ 1964841 w 1964841"/>
              <a:gd name="connsiteY4" fmla="*/ 846601 h 1945159"/>
              <a:gd name="connsiteX5" fmla="*/ 1925596 w 1964841"/>
              <a:gd name="connsiteY5" fmla="*/ 1040991 h 1945159"/>
              <a:gd name="connsiteX6" fmla="*/ 1919536 w 1964841"/>
              <a:gd name="connsiteY6" fmla="*/ 1052155 h 1945159"/>
              <a:gd name="connsiteX7" fmla="*/ 1920944 w 1964841"/>
              <a:gd name="connsiteY7" fmla="*/ 1059512 h 1945159"/>
              <a:gd name="connsiteX8" fmla="*/ 1924956 w 1964841"/>
              <a:gd name="connsiteY8" fmla="*/ 1123118 h 1945159"/>
              <a:gd name="connsiteX9" fmla="*/ 1778684 w 1964841"/>
              <a:gd name="connsiteY9" fmla="*/ 1476249 h 1945159"/>
              <a:gd name="connsiteX10" fmla="*/ 1761362 w 1964841"/>
              <a:gd name="connsiteY10" fmla="*/ 1490542 h 1945159"/>
              <a:gd name="connsiteX11" fmla="*/ 1757309 w 1964841"/>
              <a:gd name="connsiteY11" fmla="*/ 1530745 h 1945159"/>
              <a:gd name="connsiteX12" fmla="*/ 1268052 w 1964841"/>
              <a:gd name="connsiteY12" fmla="*/ 1929501 h 1945159"/>
              <a:gd name="connsiteX13" fmla="*/ 1073662 w 1964841"/>
              <a:gd name="connsiteY13" fmla="*/ 1890256 h 1945159"/>
              <a:gd name="connsiteX14" fmla="*/ 1039885 w 1964841"/>
              <a:gd name="connsiteY14" fmla="*/ 1871923 h 1945159"/>
              <a:gd name="connsiteX15" fmla="*/ 998147 w 1964841"/>
              <a:gd name="connsiteY15" fmla="*/ 1895913 h 1945159"/>
              <a:gd name="connsiteX16" fmla="*/ 781635 w 1964841"/>
              <a:gd name="connsiteY16" fmla="*/ 1945159 h 1945159"/>
              <a:gd name="connsiteX17" fmla="*/ 321477 w 1964841"/>
              <a:gd name="connsiteY17" fmla="*/ 1640147 h 1945159"/>
              <a:gd name="connsiteX18" fmla="*/ 300660 w 1964841"/>
              <a:gd name="connsiteY18" fmla="*/ 1573084 h 1945159"/>
              <a:gd name="connsiteX19" fmla="*/ 220182 w 1964841"/>
              <a:gd name="connsiteY19" fmla="*/ 1529402 h 1945159"/>
              <a:gd name="connsiteX20" fmla="*/ 0 w 1964841"/>
              <a:gd name="connsiteY20" fmla="*/ 1115289 h 1945159"/>
              <a:gd name="connsiteX21" fmla="*/ 146272 w 1964841"/>
              <a:gd name="connsiteY21" fmla="*/ 762158 h 1945159"/>
              <a:gd name="connsiteX22" fmla="*/ 151038 w 1964841"/>
              <a:gd name="connsiteY22" fmla="*/ 758225 h 1945159"/>
              <a:gd name="connsiteX23" fmla="*/ 133236 w 1964841"/>
              <a:gd name="connsiteY23" fmla="*/ 700876 h 1945159"/>
              <a:gd name="connsiteX24" fmla="*/ 123090 w 1964841"/>
              <a:gd name="connsiteY24" fmla="*/ 600229 h 1945159"/>
              <a:gd name="connsiteX25" fmla="*/ 622493 w 1964841"/>
              <a:gd name="connsiteY25" fmla="*/ 100826 h 1945159"/>
              <a:gd name="connsiteX26" fmla="*/ 723140 w 1964841"/>
              <a:gd name="connsiteY26" fmla="*/ 110972 h 1945159"/>
              <a:gd name="connsiteX27" fmla="*/ 808117 w 1964841"/>
              <a:gd name="connsiteY27" fmla="*/ 137351 h 1945159"/>
              <a:gd name="connsiteX28" fmla="*/ 871215 w 1964841"/>
              <a:gd name="connsiteY28" fmla="*/ 85290 h 1945159"/>
              <a:gd name="connsiteX29" fmla="*/ 1150436 w 1964841"/>
              <a:gd name="connsiteY29" fmla="*/ 0 h 1945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964841" h="1945159">
                <a:moveTo>
                  <a:pt x="1150436" y="0"/>
                </a:moveTo>
                <a:cubicBezTo>
                  <a:pt x="1357296" y="0"/>
                  <a:pt x="1534780" y="125770"/>
                  <a:pt x="1610594" y="305013"/>
                </a:cubicBezTo>
                <a:lnTo>
                  <a:pt x="1633316" y="378214"/>
                </a:lnTo>
                <a:lnTo>
                  <a:pt x="1659828" y="386444"/>
                </a:lnTo>
                <a:cubicBezTo>
                  <a:pt x="1839072" y="462257"/>
                  <a:pt x="1964841" y="639741"/>
                  <a:pt x="1964841" y="846601"/>
                </a:cubicBezTo>
                <a:cubicBezTo>
                  <a:pt x="1964841" y="915554"/>
                  <a:pt x="1950867" y="981244"/>
                  <a:pt x="1925596" y="1040991"/>
                </a:cubicBezTo>
                <a:lnTo>
                  <a:pt x="1919536" y="1052155"/>
                </a:lnTo>
                <a:lnTo>
                  <a:pt x="1920944" y="1059512"/>
                </a:lnTo>
                <a:cubicBezTo>
                  <a:pt x="1923591" y="1080341"/>
                  <a:pt x="1924956" y="1101570"/>
                  <a:pt x="1924956" y="1123118"/>
                </a:cubicBezTo>
                <a:cubicBezTo>
                  <a:pt x="1924956" y="1261025"/>
                  <a:pt x="1869059" y="1385875"/>
                  <a:pt x="1778684" y="1476249"/>
                </a:cubicBezTo>
                <a:lnTo>
                  <a:pt x="1761362" y="1490542"/>
                </a:lnTo>
                <a:lnTo>
                  <a:pt x="1757309" y="1530745"/>
                </a:lnTo>
                <a:cubicBezTo>
                  <a:pt x="1710742" y="1758315"/>
                  <a:pt x="1509388" y="1929501"/>
                  <a:pt x="1268052" y="1929501"/>
                </a:cubicBezTo>
                <a:cubicBezTo>
                  <a:pt x="1199099" y="1929501"/>
                  <a:pt x="1133410" y="1915527"/>
                  <a:pt x="1073662" y="1890256"/>
                </a:cubicBezTo>
                <a:lnTo>
                  <a:pt x="1039885" y="1871923"/>
                </a:lnTo>
                <a:lnTo>
                  <a:pt x="998147" y="1895913"/>
                </a:lnTo>
                <a:cubicBezTo>
                  <a:pt x="932649" y="1927473"/>
                  <a:pt x="859208" y="1945159"/>
                  <a:pt x="781635" y="1945159"/>
                </a:cubicBezTo>
                <a:cubicBezTo>
                  <a:pt x="574775" y="1945159"/>
                  <a:pt x="397291" y="1819390"/>
                  <a:pt x="321477" y="1640147"/>
                </a:cubicBezTo>
                <a:lnTo>
                  <a:pt x="300660" y="1573084"/>
                </a:lnTo>
                <a:lnTo>
                  <a:pt x="220182" y="1529402"/>
                </a:lnTo>
                <a:cubicBezTo>
                  <a:pt x="87340" y="1439656"/>
                  <a:pt x="0" y="1287672"/>
                  <a:pt x="0" y="1115289"/>
                </a:cubicBezTo>
                <a:cubicBezTo>
                  <a:pt x="0" y="977383"/>
                  <a:pt x="55897" y="852532"/>
                  <a:pt x="146272" y="762158"/>
                </a:cubicBezTo>
                <a:lnTo>
                  <a:pt x="151038" y="758225"/>
                </a:lnTo>
                <a:lnTo>
                  <a:pt x="133236" y="700876"/>
                </a:lnTo>
                <a:cubicBezTo>
                  <a:pt x="126584" y="668366"/>
                  <a:pt x="123090" y="634706"/>
                  <a:pt x="123090" y="600229"/>
                </a:cubicBezTo>
                <a:cubicBezTo>
                  <a:pt x="123090" y="324416"/>
                  <a:pt x="346680" y="100826"/>
                  <a:pt x="622493" y="100826"/>
                </a:cubicBezTo>
                <a:cubicBezTo>
                  <a:pt x="656970" y="100826"/>
                  <a:pt x="690630" y="104320"/>
                  <a:pt x="723140" y="110972"/>
                </a:cubicBezTo>
                <a:lnTo>
                  <a:pt x="808117" y="137351"/>
                </a:lnTo>
                <a:lnTo>
                  <a:pt x="871215" y="85290"/>
                </a:lnTo>
                <a:cubicBezTo>
                  <a:pt x="950920" y="31443"/>
                  <a:pt x="1047006" y="0"/>
                  <a:pt x="1150436"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9" name="Picture Placeholder 28"/>
          <p:cNvSpPr>
            <a:spLocks noGrp="1"/>
          </p:cNvSpPr>
          <p:nvPr>
            <p:ph type="pic" sz="quarter" idx="16"/>
          </p:nvPr>
        </p:nvSpPr>
        <p:spPr>
          <a:xfrm>
            <a:off x="6708753" y="2542734"/>
            <a:ext cx="1772530" cy="1772530"/>
          </a:xfrm>
          <a:custGeom>
            <a:avLst/>
            <a:gdLst>
              <a:gd name="connsiteX0" fmla="*/ 886265 w 1772530"/>
              <a:gd name="connsiteY0" fmla="*/ 0 h 1772530"/>
              <a:gd name="connsiteX1" fmla="*/ 1772530 w 1772530"/>
              <a:gd name="connsiteY1" fmla="*/ 886265 h 1772530"/>
              <a:gd name="connsiteX2" fmla="*/ 886265 w 1772530"/>
              <a:gd name="connsiteY2" fmla="*/ 1772530 h 1772530"/>
              <a:gd name="connsiteX3" fmla="*/ 0 w 1772530"/>
              <a:gd name="connsiteY3" fmla="*/ 886265 h 1772530"/>
              <a:gd name="connsiteX4" fmla="*/ 886265 w 1772530"/>
              <a:gd name="connsiteY4" fmla="*/ 0 h 17725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2530" h="1772530">
                <a:moveTo>
                  <a:pt x="886265" y="0"/>
                </a:moveTo>
                <a:cubicBezTo>
                  <a:pt x="1375736" y="0"/>
                  <a:pt x="1772530" y="396794"/>
                  <a:pt x="1772530" y="886265"/>
                </a:cubicBezTo>
                <a:cubicBezTo>
                  <a:pt x="1772530" y="1375736"/>
                  <a:pt x="1375736" y="1772530"/>
                  <a:pt x="886265" y="1772530"/>
                </a:cubicBezTo>
                <a:cubicBezTo>
                  <a:pt x="396794" y="1772530"/>
                  <a:pt x="0" y="1375736"/>
                  <a:pt x="0" y="886265"/>
                </a:cubicBezTo>
                <a:cubicBezTo>
                  <a:pt x="0" y="396794"/>
                  <a:pt x="396794" y="0"/>
                  <a:pt x="886265" y="0"/>
                </a:cubicBezTo>
                <a:close/>
              </a:path>
            </a:pathLst>
          </a:custGeom>
          <a:solidFill>
            <a:schemeClr val="bg1">
              <a:lumMod val="85000"/>
            </a:schemeClr>
          </a:solidFill>
        </p:spPr>
        <p:txBody>
          <a:bodyPr wrap="square">
            <a:noAutofit/>
          </a:bodyPr>
          <a:lstStyle/>
          <a:p>
            <a:endParaRPr lang="en-AU" dirty="0"/>
          </a:p>
        </p:txBody>
      </p:sp>
      <p:sp>
        <p:nvSpPr>
          <p:cNvPr id="15" name="Text Placeholder 21"/>
          <p:cNvSpPr>
            <a:spLocks noGrp="1"/>
          </p:cNvSpPr>
          <p:nvPr>
            <p:ph type="body" sz="quarter" idx="20"/>
          </p:nvPr>
        </p:nvSpPr>
        <p:spPr>
          <a:xfrm>
            <a:off x="713492" y="4547044"/>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6" name="Text Placeholder 21"/>
          <p:cNvSpPr>
            <a:spLocks noGrp="1"/>
          </p:cNvSpPr>
          <p:nvPr>
            <p:ph type="body" sz="quarter" idx="29"/>
          </p:nvPr>
        </p:nvSpPr>
        <p:spPr>
          <a:xfrm>
            <a:off x="713492" y="4853748"/>
            <a:ext cx="1814513"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8" name="Text Placeholder 21"/>
          <p:cNvSpPr>
            <a:spLocks noGrp="1"/>
          </p:cNvSpPr>
          <p:nvPr>
            <p:ph type="body" sz="quarter" idx="30"/>
          </p:nvPr>
        </p:nvSpPr>
        <p:spPr>
          <a:xfrm>
            <a:off x="3717217" y="4547044"/>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9" name="Text Placeholder 21"/>
          <p:cNvSpPr>
            <a:spLocks noGrp="1"/>
          </p:cNvSpPr>
          <p:nvPr>
            <p:ph type="body" sz="quarter" idx="31"/>
          </p:nvPr>
        </p:nvSpPr>
        <p:spPr>
          <a:xfrm>
            <a:off x="3717217" y="4853748"/>
            <a:ext cx="1814513"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0" name="Text Placeholder 21"/>
          <p:cNvSpPr>
            <a:spLocks noGrp="1"/>
          </p:cNvSpPr>
          <p:nvPr>
            <p:ph type="body" sz="quarter" idx="32"/>
          </p:nvPr>
        </p:nvSpPr>
        <p:spPr>
          <a:xfrm>
            <a:off x="6720942" y="4547044"/>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1" name="Text Placeholder 21"/>
          <p:cNvSpPr>
            <a:spLocks noGrp="1"/>
          </p:cNvSpPr>
          <p:nvPr>
            <p:ph type="body" sz="quarter" idx="33"/>
          </p:nvPr>
        </p:nvSpPr>
        <p:spPr>
          <a:xfrm>
            <a:off x="6720942" y="4853748"/>
            <a:ext cx="1814513"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2" name="Text Placeholder 21"/>
          <p:cNvSpPr>
            <a:spLocks noGrp="1"/>
          </p:cNvSpPr>
          <p:nvPr>
            <p:ph type="body" sz="quarter" idx="34"/>
          </p:nvPr>
        </p:nvSpPr>
        <p:spPr>
          <a:xfrm>
            <a:off x="9724667" y="4546572"/>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0" name="Text Placeholder 21"/>
          <p:cNvSpPr>
            <a:spLocks noGrp="1"/>
          </p:cNvSpPr>
          <p:nvPr>
            <p:ph type="body" sz="quarter" idx="35"/>
          </p:nvPr>
        </p:nvSpPr>
        <p:spPr>
          <a:xfrm>
            <a:off x="9724667" y="4853276"/>
            <a:ext cx="1814513"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Tree>
    <p:extLst>
      <p:ext uri="{BB962C8B-B14F-4D97-AF65-F5344CB8AC3E}">
        <p14:creationId xmlns:p14="http://schemas.microsoft.com/office/powerpoint/2010/main" val="91314583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42" presetClass="entr" presetSubtype="0" fill="hold" grpId="0" nodeType="afterEffect">
                                  <p:stCondLst>
                                    <p:cond delay="0"/>
                                  </p:stCondLst>
                                  <p:childTnLst>
                                    <p:set>
                                      <p:cBhvr>
                                        <p:cTn id="10" dur="1" fill="hold">
                                          <p:stCondLst>
                                            <p:cond delay="0"/>
                                          </p:stCondLst>
                                        </p:cTn>
                                        <p:tgtEl>
                                          <p:spTgt spid="8">
                                            <p:txEl>
                                              <p:pRg st="0" end="0"/>
                                            </p:txEl>
                                          </p:spTgt>
                                        </p:tgtEl>
                                        <p:attrNameLst>
                                          <p:attrName>style.visibility</p:attrName>
                                        </p:attrNameLst>
                                      </p:cBhvr>
                                      <p:to>
                                        <p:strVal val="visible"/>
                                      </p:to>
                                    </p:set>
                                    <p:animEffect transition="in" filter="fade">
                                      <p:cBhvr>
                                        <p:cTn id="11" dur="500"/>
                                        <p:tgtEl>
                                          <p:spTgt spid="8">
                                            <p:txEl>
                                              <p:pRg st="0" end="0"/>
                                            </p:txEl>
                                          </p:spTgt>
                                        </p:tgtEl>
                                      </p:cBhvr>
                                    </p:animEffect>
                                    <p:anim calcmode="lin" valueType="num">
                                      <p:cBhvr>
                                        <p:cTn id="12"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4" fill="hold">
                            <p:stCondLst>
                              <p:cond delay="1000"/>
                            </p:stCondLst>
                            <p:childTnLst>
                              <p:par>
                                <p:cTn id="15" presetID="10" presetClass="entr" presetSubtype="0" fill="hold" grpId="0" nodeType="afterEffect">
                                  <p:stCondLst>
                                    <p:cond delay="0"/>
                                  </p:stCondLst>
                                  <p:childTnLst>
                                    <p:set>
                                      <p:cBhvr>
                                        <p:cTn id="16" dur="1" fill="hold">
                                          <p:stCondLst>
                                            <p:cond delay="0"/>
                                          </p:stCondLst>
                                        </p:cTn>
                                        <p:tgtEl>
                                          <p:spTgt spid="23"/>
                                        </p:tgtEl>
                                        <p:attrNameLst>
                                          <p:attrName>style.visibility</p:attrName>
                                        </p:attrNameLst>
                                      </p:cBhvr>
                                      <p:to>
                                        <p:strVal val="visible"/>
                                      </p:to>
                                    </p:set>
                                    <p:animEffect transition="in" filter="fade">
                                      <p:cBhvr>
                                        <p:cTn id="17" dur="500"/>
                                        <p:tgtEl>
                                          <p:spTgt spid="23"/>
                                        </p:tgtEl>
                                      </p:cBhvr>
                                    </p:animEffect>
                                  </p:childTnLst>
                                </p:cTn>
                              </p:par>
                            </p:childTnLst>
                          </p:cTn>
                        </p:par>
                        <p:par>
                          <p:cTn id="18" fill="hold">
                            <p:stCondLst>
                              <p:cond delay="1500"/>
                            </p:stCondLst>
                            <p:childTnLst>
                              <p:par>
                                <p:cTn id="19" presetID="53" presetClass="entr" presetSubtype="16" fill="hold" grpId="0" nodeType="afterEffect">
                                  <p:stCondLst>
                                    <p:cond delay="0"/>
                                  </p:stCondLst>
                                  <p:childTnLst>
                                    <p:set>
                                      <p:cBhvr>
                                        <p:cTn id="20" dur="1" fill="hold">
                                          <p:stCondLst>
                                            <p:cond delay="0"/>
                                          </p:stCondLst>
                                        </p:cTn>
                                        <p:tgtEl>
                                          <p:spTgt spid="17"/>
                                        </p:tgtEl>
                                        <p:attrNameLst>
                                          <p:attrName>style.visibility</p:attrName>
                                        </p:attrNameLst>
                                      </p:cBhvr>
                                      <p:to>
                                        <p:strVal val="visible"/>
                                      </p:to>
                                    </p:set>
                                    <p:anim calcmode="lin" valueType="num">
                                      <p:cBhvr>
                                        <p:cTn id="21" dur="500" fill="hold"/>
                                        <p:tgtEl>
                                          <p:spTgt spid="17"/>
                                        </p:tgtEl>
                                        <p:attrNameLst>
                                          <p:attrName>ppt_w</p:attrName>
                                        </p:attrNameLst>
                                      </p:cBhvr>
                                      <p:tavLst>
                                        <p:tav tm="0">
                                          <p:val>
                                            <p:fltVal val="0"/>
                                          </p:val>
                                        </p:tav>
                                        <p:tav tm="100000">
                                          <p:val>
                                            <p:strVal val="#ppt_w"/>
                                          </p:val>
                                        </p:tav>
                                      </p:tavLst>
                                    </p:anim>
                                    <p:anim calcmode="lin" valueType="num">
                                      <p:cBhvr>
                                        <p:cTn id="22" dur="500" fill="hold"/>
                                        <p:tgtEl>
                                          <p:spTgt spid="17"/>
                                        </p:tgtEl>
                                        <p:attrNameLst>
                                          <p:attrName>ppt_h</p:attrName>
                                        </p:attrNameLst>
                                      </p:cBhvr>
                                      <p:tavLst>
                                        <p:tav tm="0">
                                          <p:val>
                                            <p:fltVal val="0"/>
                                          </p:val>
                                        </p:tav>
                                        <p:tav tm="100000">
                                          <p:val>
                                            <p:strVal val="#ppt_h"/>
                                          </p:val>
                                        </p:tav>
                                      </p:tavLst>
                                    </p:anim>
                                    <p:animEffect transition="in" filter="fade">
                                      <p:cBhvr>
                                        <p:cTn id="23" dur="500"/>
                                        <p:tgtEl>
                                          <p:spTgt spid="17"/>
                                        </p:tgtEl>
                                      </p:cBhvr>
                                    </p:animEffect>
                                  </p:childTnLst>
                                </p:cTn>
                              </p:par>
                            </p:childTnLst>
                          </p:cTn>
                        </p:par>
                        <p:par>
                          <p:cTn id="24" fill="hold">
                            <p:stCondLst>
                              <p:cond delay="2000"/>
                            </p:stCondLst>
                            <p:childTnLst>
                              <p:par>
                                <p:cTn id="25" presetID="53" presetClass="entr" presetSubtype="16" fill="hold" grpId="0" nodeType="afterEffect" nodePh="1">
                                  <p:stCondLst>
                                    <p:cond delay="0"/>
                                  </p:stCondLst>
                                  <p:endCondLst>
                                    <p:cond evt="begin" delay="0">
                                      <p:tn val="25"/>
                                    </p:cond>
                                  </p:endCondLst>
                                  <p:childTnLst>
                                    <p:set>
                                      <p:cBhvr>
                                        <p:cTn id="26" dur="1" fill="hold">
                                          <p:stCondLst>
                                            <p:cond delay="0"/>
                                          </p:stCondLst>
                                        </p:cTn>
                                        <p:tgtEl>
                                          <p:spTgt spid="15">
                                            <p:txEl>
                                              <p:pRg st="0" end="0"/>
                                            </p:txEl>
                                          </p:spTgt>
                                        </p:tgtEl>
                                        <p:attrNameLst>
                                          <p:attrName>style.visibility</p:attrName>
                                        </p:attrNameLst>
                                      </p:cBhvr>
                                      <p:to>
                                        <p:strVal val="visible"/>
                                      </p:to>
                                    </p:set>
                                    <p:anim calcmode="lin" valueType="num">
                                      <p:cBhvr>
                                        <p:cTn id="27" dur="500" fill="hold"/>
                                        <p:tgtEl>
                                          <p:spTgt spid="15">
                                            <p:txEl>
                                              <p:pRg st="0" end="0"/>
                                            </p:txEl>
                                          </p:spTgt>
                                        </p:tgtEl>
                                        <p:attrNameLst>
                                          <p:attrName>ppt_w</p:attrName>
                                        </p:attrNameLst>
                                      </p:cBhvr>
                                      <p:tavLst>
                                        <p:tav tm="0">
                                          <p:val>
                                            <p:fltVal val="0"/>
                                          </p:val>
                                        </p:tav>
                                        <p:tav tm="100000">
                                          <p:val>
                                            <p:strVal val="#ppt_w"/>
                                          </p:val>
                                        </p:tav>
                                      </p:tavLst>
                                    </p:anim>
                                    <p:anim calcmode="lin" valueType="num">
                                      <p:cBhvr>
                                        <p:cTn id="28" dur="500" fill="hold"/>
                                        <p:tgtEl>
                                          <p:spTgt spid="15">
                                            <p:txEl>
                                              <p:pRg st="0" end="0"/>
                                            </p:txEl>
                                          </p:spTgt>
                                        </p:tgtEl>
                                        <p:attrNameLst>
                                          <p:attrName>ppt_h</p:attrName>
                                        </p:attrNameLst>
                                      </p:cBhvr>
                                      <p:tavLst>
                                        <p:tav tm="0">
                                          <p:val>
                                            <p:fltVal val="0"/>
                                          </p:val>
                                        </p:tav>
                                        <p:tav tm="100000">
                                          <p:val>
                                            <p:strVal val="#ppt_h"/>
                                          </p:val>
                                        </p:tav>
                                      </p:tavLst>
                                    </p:anim>
                                    <p:animEffect transition="in" filter="fade">
                                      <p:cBhvr>
                                        <p:cTn id="29" dur="500"/>
                                        <p:tgtEl>
                                          <p:spTgt spid="15">
                                            <p:txEl>
                                              <p:pRg st="0" end="0"/>
                                            </p:txEl>
                                          </p:spTgt>
                                        </p:tgtEl>
                                      </p:cBhvr>
                                    </p:animEffect>
                                  </p:childTnLst>
                                </p:cTn>
                              </p:par>
                            </p:childTnLst>
                          </p:cTn>
                        </p:par>
                        <p:par>
                          <p:cTn id="30" fill="hold">
                            <p:stCondLst>
                              <p:cond delay="2500"/>
                            </p:stCondLst>
                            <p:childTnLst>
                              <p:par>
                                <p:cTn id="31" presetID="42" presetClass="entr" presetSubtype="0" fill="hold" grpId="0" nodeType="afterEffect" nodePh="1">
                                  <p:stCondLst>
                                    <p:cond delay="0"/>
                                  </p:stCondLst>
                                  <p:endCondLst>
                                    <p:cond evt="begin" delay="0">
                                      <p:tn val="31"/>
                                    </p:cond>
                                  </p:endCondLst>
                                  <p:childTnLst>
                                    <p:set>
                                      <p:cBhvr>
                                        <p:cTn id="32" dur="1" fill="hold">
                                          <p:stCondLst>
                                            <p:cond delay="0"/>
                                          </p:stCondLst>
                                        </p:cTn>
                                        <p:tgtEl>
                                          <p:spTgt spid="16">
                                            <p:txEl>
                                              <p:pRg st="0" end="0"/>
                                            </p:txEl>
                                          </p:spTgt>
                                        </p:tgtEl>
                                        <p:attrNameLst>
                                          <p:attrName>style.visibility</p:attrName>
                                        </p:attrNameLst>
                                      </p:cBhvr>
                                      <p:to>
                                        <p:strVal val="visible"/>
                                      </p:to>
                                    </p:set>
                                    <p:animEffect transition="in" filter="fade">
                                      <p:cBhvr>
                                        <p:cTn id="33" dur="500"/>
                                        <p:tgtEl>
                                          <p:spTgt spid="16">
                                            <p:txEl>
                                              <p:pRg st="0" end="0"/>
                                            </p:txEl>
                                          </p:spTgt>
                                        </p:tgtEl>
                                      </p:cBhvr>
                                    </p:animEffect>
                                    <p:anim calcmode="lin" valueType="num">
                                      <p:cBhvr>
                                        <p:cTn id="34" dur="500" fill="hold"/>
                                        <p:tgtEl>
                                          <p:spTgt spid="16">
                                            <p:txEl>
                                              <p:pRg st="0" end="0"/>
                                            </p:txEl>
                                          </p:spTgt>
                                        </p:tgtEl>
                                        <p:attrNameLst>
                                          <p:attrName>ppt_x</p:attrName>
                                        </p:attrNameLst>
                                      </p:cBhvr>
                                      <p:tavLst>
                                        <p:tav tm="0">
                                          <p:val>
                                            <p:strVal val="#ppt_x"/>
                                          </p:val>
                                        </p:tav>
                                        <p:tav tm="100000">
                                          <p:val>
                                            <p:strVal val="#ppt_x"/>
                                          </p:val>
                                        </p:tav>
                                      </p:tavLst>
                                    </p:anim>
                                    <p:anim calcmode="lin" valueType="num">
                                      <p:cBhvr>
                                        <p:cTn id="35" dur="500" fill="hold"/>
                                        <p:tgtEl>
                                          <p:spTgt spid="16">
                                            <p:txEl>
                                              <p:pRg st="0" end="0"/>
                                            </p:txEl>
                                          </p:spTgt>
                                        </p:tgtEl>
                                        <p:attrNameLst>
                                          <p:attrName>ppt_y</p:attrName>
                                        </p:attrNameLst>
                                      </p:cBhvr>
                                      <p:tavLst>
                                        <p:tav tm="0">
                                          <p:val>
                                            <p:strVal val="#ppt_y+.1"/>
                                          </p:val>
                                        </p:tav>
                                        <p:tav tm="100000">
                                          <p:val>
                                            <p:strVal val="#ppt_y"/>
                                          </p:val>
                                        </p:tav>
                                      </p:tavLst>
                                    </p:anim>
                                  </p:childTnLst>
                                </p:cTn>
                              </p:par>
                            </p:childTnLst>
                          </p:cTn>
                        </p:par>
                        <p:par>
                          <p:cTn id="36" fill="hold">
                            <p:stCondLst>
                              <p:cond delay="3000"/>
                            </p:stCondLst>
                            <p:childTnLst>
                              <p:par>
                                <p:cTn id="37" presetID="10" presetClass="entr" presetSubtype="0" fill="hold" grpId="0" nodeType="afterEffect">
                                  <p:stCondLst>
                                    <p:cond delay="0"/>
                                  </p:stCondLst>
                                  <p:childTnLst>
                                    <p:set>
                                      <p:cBhvr>
                                        <p:cTn id="38" dur="1" fill="hold">
                                          <p:stCondLst>
                                            <p:cond delay="0"/>
                                          </p:stCondLst>
                                        </p:cTn>
                                        <p:tgtEl>
                                          <p:spTgt spid="24"/>
                                        </p:tgtEl>
                                        <p:attrNameLst>
                                          <p:attrName>style.visibility</p:attrName>
                                        </p:attrNameLst>
                                      </p:cBhvr>
                                      <p:to>
                                        <p:strVal val="visible"/>
                                      </p:to>
                                    </p:set>
                                    <p:animEffect transition="in" filter="fade">
                                      <p:cBhvr>
                                        <p:cTn id="39" dur="500"/>
                                        <p:tgtEl>
                                          <p:spTgt spid="24"/>
                                        </p:tgtEl>
                                      </p:cBhvr>
                                    </p:animEffect>
                                  </p:childTnLst>
                                </p:cTn>
                              </p:par>
                            </p:childTnLst>
                          </p:cTn>
                        </p:par>
                        <p:par>
                          <p:cTn id="40" fill="hold">
                            <p:stCondLst>
                              <p:cond delay="3500"/>
                            </p:stCondLst>
                            <p:childTnLst>
                              <p:par>
                                <p:cTn id="41" presetID="53" presetClass="entr" presetSubtype="16" fill="hold" grpId="0" nodeType="afterEffect">
                                  <p:stCondLst>
                                    <p:cond delay="0"/>
                                  </p:stCondLst>
                                  <p:childTnLst>
                                    <p:set>
                                      <p:cBhvr>
                                        <p:cTn id="42" dur="1" fill="hold">
                                          <p:stCondLst>
                                            <p:cond delay="0"/>
                                          </p:stCondLst>
                                        </p:cTn>
                                        <p:tgtEl>
                                          <p:spTgt spid="25"/>
                                        </p:tgtEl>
                                        <p:attrNameLst>
                                          <p:attrName>style.visibility</p:attrName>
                                        </p:attrNameLst>
                                      </p:cBhvr>
                                      <p:to>
                                        <p:strVal val="visible"/>
                                      </p:to>
                                    </p:set>
                                    <p:anim calcmode="lin" valueType="num">
                                      <p:cBhvr>
                                        <p:cTn id="43" dur="500" fill="hold"/>
                                        <p:tgtEl>
                                          <p:spTgt spid="25"/>
                                        </p:tgtEl>
                                        <p:attrNameLst>
                                          <p:attrName>ppt_w</p:attrName>
                                        </p:attrNameLst>
                                      </p:cBhvr>
                                      <p:tavLst>
                                        <p:tav tm="0">
                                          <p:val>
                                            <p:fltVal val="0"/>
                                          </p:val>
                                        </p:tav>
                                        <p:tav tm="100000">
                                          <p:val>
                                            <p:strVal val="#ppt_w"/>
                                          </p:val>
                                        </p:tav>
                                      </p:tavLst>
                                    </p:anim>
                                    <p:anim calcmode="lin" valueType="num">
                                      <p:cBhvr>
                                        <p:cTn id="44" dur="500" fill="hold"/>
                                        <p:tgtEl>
                                          <p:spTgt spid="25"/>
                                        </p:tgtEl>
                                        <p:attrNameLst>
                                          <p:attrName>ppt_h</p:attrName>
                                        </p:attrNameLst>
                                      </p:cBhvr>
                                      <p:tavLst>
                                        <p:tav tm="0">
                                          <p:val>
                                            <p:fltVal val="0"/>
                                          </p:val>
                                        </p:tav>
                                        <p:tav tm="100000">
                                          <p:val>
                                            <p:strVal val="#ppt_h"/>
                                          </p:val>
                                        </p:tav>
                                      </p:tavLst>
                                    </p:anim>
                                    <p:animEffect transition="in" filter="fade">
                                      <p:cBhvr>
                                        <p:cTn id="45" dur="500"/>
                                        <p:tgtEl>
                                          <p:spTgt spid="25"/>
                                        </p:tgtEl>
                                      </p:cBhvr>
                                    </p:animEffect>
                                  </p:childTnLst>
                                </p:cTn>
                              </p:par>
                            </p:childTnLst>
                          </p:cTn>
                        </p:par>
                        <p:par>
                          <p:cTn id="46" fill="hold">
                            <p:stCondLst>
                              <p:cond delay="4000"/>
                            </p:stCondLst>
                            <p:childTnLst>
                              <p:par>
                                <p:cTn id="47" presetID="53" presetClass="entr" presetSubtype="16" fill="hold" grpId="0" nodeType="afterEffect" nodePh="1">
                                  <p:stCondLst>
                                    <p:cond delay="0"/>
                                  </p:stCondLst>
                                  <p:endCondLst>
                                    <p:cond evt="begin" delay="0">
                                      <p:tn val="47"/>
                                    </p:cond>
                                  </p:endCondLst>
                                  <p:childTnLst>
                                    <p:set>
                                      <p:cBhvr>
                                        <p:cTn id="48" dur="1" fill="hold">
                                          <p:stCondLst>
                                            <p:cond delay="0"/>
                                          </p:stCondLst>
                                        </p:cTn>
                                        <p:tgtEl>
                                          <p:spTgt spid="18">
                                            <p:txEl>
                                              <p:pRg st="0" end="0"/>
                                            </p:txEl>
                                          </p:spTgt>
                                        </p:tgtEl>
                                        <p:attrNameLst>
                                          <p:attrName>style.visibility</p:attrName>
                                        </p:attrNameLst>
                                      </p:cBhvr>
                                      <p:to>
                                        <p:strVal val="visible"/>
                                      </p:to>
                                    </p:set>
                                    <p:anim calcmode="lin" valueType="num">
                                      <p:cBhvr>
                                        <p:cTn id="49" dur="500" fill="hold"/>
                                        <p:tgtEl>
                                          <p:spTgt spid="18">
                                            <p:txEl>
                                              <p:pRg st="0" end="0"/>
                                            </p:txEl>
                                          </p:spTgt>
                                        </p:tgtEl>
                                        <p:attrNameLst>
                                          <p:attrName>ppt_w</p:attrName>
                                        </p:attrNameLst>
                                      </p:cBhvr>
                                      <p:tavLst>
                                        <p:tav tm="0">
                                          <p:val>
                                            <p:fltVal val="0"/>
                                          </p:val>
                                        </p:tav>
                                        <p:tav tm="100000">
                                          <p:val>
                                            <p:strVal val="#ppt_w"/>
                                          </p:val>
                                        </p:tav>
                                      </p:tavLst>
                                    </p:anim>
                                    <p:anim calcmode="lin" valueType="num">
                                      <p:cBhvr>
                                        <p:cTn id="50" dur="500" fill="hold"/>
                                        <p:tgtEl>
                                          <p:spTgt spid="18">
                                            <p:txEl>
                                              <p:pRg st="0" end="0"/>
                                            </p:txEl>
                                          </p:spTgt>
                                        </p:tgtEl>
                                        <p:attrNameLst>
                                          <p:attrName>ppt_h</p:attrName>
                                        </p:attrNameLst>
                                      </p:cBhvr>
                                      <p:tavLst>
                                        <p:tav tm="0">
                                          <p:val>
                                            <p:fltVal val="0"/>
                                          </p:val>
                                        </p:tav>
                                        <p:tav tm="100000">
                                          <p:val>
                                            <p:strVal val="#ppt_h"/>
                                          </p:val>
                                        </p:tav>
                                      </p:tavLst>
                                    </p:anim>
                                    <p:animEffect transition="in" filter="fade">
                                      <p:cBhvr>
                                        <p:cTn id="51" dur="500"/>
                                        <p:tgtEl>
                                          <p:spTgt spid="18">
                                            <p:txEl>
                                              <p:pRg st="0" end="0"/>
                                            </p:txEl>
                                          </p:spTgt>
                                        </p:tgtEl>
                                      </p:cBhvr>
                                    </p:animEffect>
                                  </p:childTnLst>
                                </p:cTn>
                              </p:par>
                            </p:childTnLst>
                          </p:cTn>
                        </p:par>
                        <p:par>
                          <p:cTn id="52" fill="hold">
                            <p:stCondLst>
                              <p:cond delay="4500"/>
                            </p:stCondLst>
                            <p:childTnLst>
                              <p:par>
                                <p:cTn id="53" presetID="42" presetClass="entr" presetSubtype="0" fill="hold" grpId="0" nodeType="afterEffect" nodePh="1">
                                  <p:stCondLst>
                                    <p:cond delay="0"/>
                                  </p:stCondLst>
                                  <p:endCondLst>
                                    <p:cond evt="begin" delay="0">
                                      <p:tn val="53"/>
                                    </p:cond>
                                  </p:endCondLst>
                                  <p:childTnLst>
                                    <p:set>
                                      <p:cBhvr>
                                        <p:cTn id="54" dur="1" fill="hold">
                                          <p:stCondLst>
                                            <p:cond delay="0"/>
                                          </p:stCondLst>
                                        </p:cTn>
                                        <p:tgtEl>
                                          <p:spTgt spid="19">
                                            <p:txEl>
                                              <p:pRg st="0" end="0"/>
                                            </p:txEl>
                                          </p:spTgt>
                                        </p:tgtEl>
                                        <p:attrNameLst>
                                          <p:attrName>style.visibility</p:attrName>
                                        </p:attrNameLst>
                                      </p:cBhvr>
                                      <p:to>
                                        <p:strVal val="visible"/>
                                      </p:to>
                                    </p:set>
                                    <p:animEffect transition="in" filter="fade">
                                      <p:cBhvr>
                                        <p:cTn id="55" dur="500"/>
                                        <p:tgtEl>
                                          <p:spTgt spid="19">
                                            <p:txEl>
                                              <p:pRg st="0" end="0"/>
                                            </p:txEl>
                                          </p:spTgt>
                                        </p:tgtEl>
                                      </p:cBhvr>
                                    </p:animEffect>
                                    <p:anim calcmode="lin" valueType="num">
                                      <p:cBhvr>
                                        <p:cTn id="56" dur="500" fill="hold"/>
                                        <p:tgtEl>
                                          <p:spTgt spid="19">
                                            <p:txEl>
                                              <p:pRg st="0" end="0"/>
                                            </p:txEl>
                                          </p:spTgt>
                                        </p:tgtEl>
                                        <p:attrNameLst>
                                          <p:attrName>ppt_x</p:attrName>
                                        </p:attrNameLst>
                                      </p:cBhvr>
                                      <p:tavLst>
                                        <p:tav tm="0">
                                          <p:val>
                                            <p:strVal val="#ppt_x"/>
                                          </p:val>
                                        </p:tav>
                                        <p:tav tm="100000">
                                          <p:val>
                                            <p:strVal val="#ppt_x"/>
                                          </p:val>
                                        </p:tav>
                                      </p:tavLst>
                                    </p:anim>
                                    <p:anim calcmode="lin" valueType="num">
                                      <p:cBhvr>
                                        <p:cTn id="57" dur="500" fill="hold"/>
                                        <p:tgtEl>
                                          <p:spTgt spid="19">
                                            <p:txEl>
                                              <p:pRg st="0" end="0"/>
                                            </p:txEl>
                                          </p:spTgt>
                                        </p:tgtEl>
                                        <p:attrNameLst>
                                          <p:attrName>ppt_y</p:attrName>
                                        </p:attrNameLst>
                                      </p:cBhvr>
                                      <p:tavLst>
                                        <p:tav tm="0">
                                          <p:val>
                                            <p:strVal val="#ppt_y+.1"/>
                                          </p:val>
                                        </p:tav>
                                        <p:tav tm="100000">
                                          <p:val>
                                            <p:strVal val="#ppt_y"/>
                                          </p:val>
                                        </p:tav>
                                      </p:tavLst>
                                    </p:anim>
                                  </p:childTnLst>
                                </p:cTn>
                              </p:par>
                            </p:childTnLst>
                          </p:cTn>
                        </p:par>
                        <p:par>
                          <p:cTn id="58" fill="hold">
                            <p:stCondLst>
                              <p:cond delay="5000"/>
                            </p:stCondLst>
                            <p:childTnLst>
                              <p:par>
                                <p:cTn id="59" presetID="10" presetClass="entr" presetSubtype="0" fill="hold" grpId="0" nodeType="afterEffect">
                                  <p:stCondLst>
                                    <p:cond delay="0"/>
                                  </p:stCondLst>
                                  <p:childTnLst>
                                    <p:set>
                                      <p:cBhvr>
                                        <p:cTn id="60" dur="1" fill="hold">
                                          <p:stCondLst>
                                            <p:cond delay="0"/>
                                          </p:stCondLst>
                                        </p:cTn>
                                        <p:tgtEl>
                                          <p:spTgt spid="28"/>
                                        </p:tgtEl>
                                        <p:attrNameLst>
                                          <p:attrName>style.visibility</p:attrName>
                                        </p:attrNameLst>
                                      </p:cBhvr>
                                      <p:to>
                                        <p:strVal val="visible"/>
                                      </p:to>
                                    </p:set>
                                    <p:animEffect transition="in" filter="fade">
                                      <p:cBhvr>
                                        <p:cTn id="61" dur="500"/>
                                        <p:tgtEl>
                                          <p:spTgt spid="28"/>
                                        </p:tgtEl>
                                      </p:cBhvr>
                                    </p:animEffect>
                                  </p:childTnLst>
                                </p:cTn>
                              </p:par>
                            </p:childTnLst>
                          </p:cTn>
                        </p:par>
                        <p:par>
                          <p:cTn id="62" fill="hold">
                            <p:stCondLst>
                              <p:cond delay="5500"/>
                            </p:stCondLst>
                            <p:childTnLst>
                              <p:par>
                                <p:cTn id="63" presetID="53" presetClass="entr" presetSubtype="16" fill="hold" grpId="0" nodeType="afterEffect">
                                  <p:stCondLst>
                                    <p:cond delay="0"/>
                                  </p:stCondLst>
                                  <p:childTnLst>
                                    <p:set>
                                      <p:cBhvr>
                                        <p:cTn id="64" dur="1" fill="hold">
                                          <p:stCondLst>
                                            <p:cond delay="0"/>
                                          </p:stCondLst>
                                        </p:cTn>
                                        <p:tgtEl>
                                          <p:spTgt spid="29"/>
                                        </p:tgtEl>
                                        <p:attrNameLst>
                                          <p:attrName>style.visibility</p:attrName>
                                        </p:attrNameLst>
                                      </p:cBhvr>
                                      <p:to>
                                        <p:strVal val="visible"/>
                                      </p:to>
                                    </p:set>
                                    <p:anim calcmode="lin" valueType="num">
                                      <p:cBhvr>
                                        <p:cTn id="65" dur="500" fill="hold"/>
                                        <p:tgtEl>
                                          <p:spTgt spid="29"/>
                                        </p:tgtEl>
                                        <p:attrNameLst>
                                          <p:attrName>ppt_w</p:attrName>
                                        </p:attrNameLst>
                                      </p:cBhvr>
                                      <p:tavLst>
                                        <p:tav tm="0">
                                          <p:val>
                                            <p:fltVal val="0"/>
                                          </p:val>
                                        </p:tav>
                                        <p:tav tm="100000">
                                          <p:val>
                                            <p:strVal val="#ppt_w"/>
                                          </p:val>
                                        </p:tav>
                                      </p:tavLst>
                                    </p:anim>
                                    <p:anim calcmode="lin" valueType="num">
                                      <p:cBhvr>
                                        <p:cTn id="66" dur="500" fill="hold"/>
                                        <p:tgtEl>
                                          <p:spTgt spid="29"/>
                                        </p:tgtEl>
                                        <p:attrNameLst>
                                          <p:attrName>ppt_h</p:attrName>
                                        </p:attrNameLst>
                                      </p:cBhvr>
                                      <p:tavLst>
                                        <p:tav tm="0">
                                          <p:val>
                                            <p:fltVal val="0"/>
                                          </p:val>
                                        </p:tav>
                                        <p:tav tm="100000">
                                          <p:val>
                                            <p:strVal val="#ppt_h"/>
                                          </p:val>
                                        </p:tav>
                                      </p:tavLst>
                                    </p:anim>
                                    <p:animEffect transition="in" filter="fade">
                                      <p:cBhvr>
                                        <p:cTn id="67" dur="500"/>
                                        <p:tgtEl>
                                          <p:spTgt spid="29"/>
                                        </p:tgtEl>
                                      </p:cBhvr>
                                    </p:animEffect>
                                  </p:childTnLst>
                                </p:cTn>
                              </p:par>
                            </p:childTnLst>
                          </p:cTn>
                        </p:par>
                        <p:par>
                          <p:cTn id="68" fill="hold">
                            <p:stCondLst>
                              <p:cond delay="6000"/>
                            </p:stCondLst>
                            <p:childTnLst>
                              <p:par>
                                <p:cTn id="69" presetID="53" presetClass="entr" presetSubtype="16" fill="hold" grpId="0" nodeType="afterEffect" nodePh="1">
                                  <p:stCondLst>
                                    <p:cond delay="0"/>
                                  </p:stCondLst>
                                  <p:endCondLst>
                                    <p:cond evt="begin" delay="0">
                                      <p:tn val="69"/>
                                    </p:cond>
                                  </p:endCondLst>
                                  <p:childTnLst>
                                    <p:set>
                                      <p:cBhvr>
                                        <p:cTn id="70" dur="1" fill="hold">
                                          <p:stCondLst>
                                            <p:cond delay="0"/>
                                          </p:stCondLst>
                                        </p:cTn>
                                        <p:tgtEl>
                                          <p:spTgt spid="20">
                                            <p:txEl>
                                              <p:pRg st="0" end="0"/>
                                            </p:txEl>
                                          </p:spTgt>
                                        </p:tgtEl>
                                        <p:attrNameLst>
                                          <p:attrName>style.visibility</p:attrName>
                                        </p:attrNameLst>
                                      </p:cBhvr>
                                      <p:to>
                                        <p:strVal val="visible"/>
                                      </p:to>
                                    </p:set>
                                    <p:anim calcmode="lin" valueType="num">
                                      <p:cBhvr>
                                        <p:cTn id="71" dur="500" fill="hold"/>
                                        <p:tgtEl>
                                          <p:spTgt spid="20">
                                            <p:txEl>
                                              <p:pRg st="0" end="0"/>
                                            </p:txEl>
                                          </p:spTgt>
                                        </p:tgtEl>
                                        <p:attrNameLst>
                                          <p:attrName>ppt_w</p:attrName>
                                        </p:attrNameLst>
                                      </p:cBhvr>
                                      <p:tavLst>
                                        <p:tav tm="0">
                                          <p:val>
                                            <p:fltVal val="0"/>
                                          </p:val>
                                        </p:tav>
                                        <p:tav tm="100000">
                                          <p:val>
                                            <p:strVal val="#ppt_w"/>
                                          </p:val>
                                        </p:tav>
                                      </p:tavLst>
                                    </p:anim>
                                    <p:anim calcmode="lin" valueType="num">
                                      <p:cBhvr>
                                        <p:cTn id="72" dur="500" fill="hold"/>
                                        <p:tgtEl>
                                          <p:spTgt spid="20">
                                            <p:txEl>
                                              <p:pRg st="0" end="0"/>
                                            </p:txEl>
                                          </p:spTgt>
                                        </p:tgtEl>
                                        <p:attrNameLst>
                                          <p:attrName>ppt_h</p:attrName>
                                        </p:attrNameLst>
                                      </p:cBhvr>
                                      <p:tavLst>
                                        <p:tav tm="0">
                                          <p:val>
                                            <p:fltVal val="0"/>
                                          </p:val>
                                        </p:tav>
                                        <p:tav tm="100000">
                                          <p:val>
                                            <p:strVal val="#ppt_h"/>
                                          </p:val>
                                        </p:tav>
                                      </p:tavLst>
                                    </p:anim>
                                    <p:animEffect transition="in" filter="fade">
                                      <p:cBhvr>
                                        <p:cTn id="73" dur="500"/>
                                        <p:tgtEl>
                                          <p:spTgt spid="20">
                                            <p:txEl>
                                              <p:pRg st="0" end="0"/>
                                            </p:txEl>
                                          </p:spTgt>
                                        </p:tgtEl>
                                      </p:cBhvr>
                                    </p:animEffect>
                                  </p:childTnLst>
                                </p:cTn>
                              </p:par>
                            </p:childTnLst>
                          </p:cTn>
                        </p:par>
                        <p:par>
                          <p:cTn id="74" fill="hold">
                            <p:stCondLst>
                              <p:cond delay="6500"/>
                            </p:stCondLst>
                            <p:childTnLst>
                              <p:par>
                                <p:cTn id="75" presetID="42" presetClass="entr" presetSubtype="0" fill="hold" grpId="0" nodeType="afterEffect" nodePh="1">
                                  <p:stCondLst>
                                    <p:cond delay="0"/>
                                  </p:stCondLst>
                                  <p:endCondLst>
                                    <p:cond evt="begin" delay="0">
                                      <p:tn val="75"/>
                                    </p:cond>
                                  </p:endCondLst>
                                  <p:childTnLst>
                                    <p:set>
                                      <p:cBhvr>
                                        <p:cTn id="76" dur="1" fill="hold">
                                          <p:stCondLst>
                                            <p:cond delay="0"/>
                                          </p:stCondLst>
                                        </p:cTn>
                                        <p:tgtEl>
                                          <p:spTgt spid="21">
                                            <p:txEl>
                                              <p:pRg st="0" end="0"/>
                                            </p:txEl>
                                          </p:spTgt>
                                        </p:tgtEl>
                                        <p:attrNameLst>
                                          <p:attrName>style.visibility</p:attrName>
                                        </p:attrNameLst>
                                      </p:cBhvr>
                                      <p:to>
                                        <p:strVal val="visible"/>
                                      </p:to>
                                    </p:set>
                                    <p:animEffect transition="in" filter="fade">
                                      <p:cBhvr>
                                        <p:cTn id="77" dur="500"/>
                                        <p:tgtEl>
                                          <p:spTgt spid="21">
                                            <p:txEl>
                                              <p:pRg st="0" end="0"/>
                                            </p:txEl>
                                          </p:spTgt>
                                        </p:tgtEl>
                                      </p:cBhvr>
                                    </p:animEffect>
                                    <p:anim calcmode="lin" valueType="num">
                                      <p:cBhvr>
                                        <p:cTn id="78" dur="500" fill="hold"/>
                                        <p:tgtEl>
                                          <p:spTgt spid="21">
                                            <p:txEl>
                                              <p:pRg st="0" end="0"/>
                                            </p:txEl>
                                          </p:spTgt>
                                        </p:tgtEl>
                                        <p:attrNameLst>
                                          <p:attrName>ppt_x</p:attrName>
                                        </p:attrNameLst>
                                      </p:cBhvr>
                                      <p:tavLst>
                                        <p:tav tm="0">
                                          <p:val>
                                            <p:strVal val="#ppt_x"/>
                                          </p:val>
                                        </p:tav>
                                        <p:tav tm="100000">
                                          <p:val>
                                            <p:strVal val="#ppt_x"/>
                                          </p:val>
                                        </p:tav>
                                      </p:tavLst>
                                    </p:anim>
                                    <p:anim calcmode="lin" valueType="num">
                                      <p:cBhvr>
                                        <p:cTn id="79" dur="500" fill="hold"/>
                                        <p:tgtEl>
                                          <p:spTgt spid="21">
                                            <p:txEl>
                                              <p:pRg st="0" end="0"/>
                                            </p:txEl>
                                          </p:spTgt>
                                        </p:tgtEl>
                                        <p:attrNameLst>
                                          <p:attrName>ppt_y</p:attrName>
                                        </p:attrNameLst>
                                      </p:cBhvr>
                                      <p:tavLst>
                                        <p:tav tm="0">
                                          <p:val>
                                            <p:strVal val="#ppt_y+.1"/>
                                          </p:val>
                                        </p:tav>
                                        <p:tav tm="100000">
                                          <p:val>
                                            <p:strVal val="#ppt_y"/>
                                          </p:val>
                                        </p:tav>
                                      </p:tavLst>
                                    </p:anim>
                                  </p:childTnLst>
                                </p:cTn>
                              </p:par>
                            </p:childTnLst>
                          </p:cTn>
                        </p:par>
                        <p:par>
                          <p:cTn id="80" fill="hold">
                            <p:stCondLst>
                              <p:cond delay="7000"/>
                            </p:stCondLst>
                            <p:childTnLst>
                              <p:par>
                                <p:cTn id="81" presetID="10" presetClass="entr" presetSubtype="0" fill="hold" grpId="0" nodeType="afterEffect">
                                  <p:stCondLst>
                                    <p:cond delay="0"/>
                                  </p:stCondLst>
                                  <p:childTnLst>
                                    <p:set>
                                      <p:cBhvr>
                                        <p:cTn id="82" dur="1" fill="hold">
                                          <p:stCondLst>
                                            <p:cond delay="0"/>
                                          </p:stCondLst>
                                        </p:cTn>
                                        <p:tgtEl>
                                          <p:spTgt spid="26"/>
                                        </p:tgtEl>
                                        <p:attrNameLst>
                                          <p:attrName>style.visibility</p:attrName>
                                        </p:attrNameLst>
                                      </p:cBhvr>
                                      <p:to>
                                        <p:strVal val="visible"/>
                                      </p:to>
                                    </p:set>
                                    <p:animEffect transition="in" filter="fade">
                                      <p:cBhvr>
                                        <p:cTn id="83" dur="500"/>
                                        <p:tgtEl>
                                          <p:spTgt spid="26"/>
                                        </p:tgtEl>
                                      </p:cBhvr>
                                    </p:animEffect>
                                  </p:childTnLst>
                                </p:cTn>
                              </p:par>
                            </p:childTnLst>
                          </p:cTn>
                        </p:par>
                        <p:par>
                          <p:cTn id="84" fill="hold">
                            <p:stCondLst>
                              <p:cond delay="7500"/>
                            </p:stCondLst>
                            <p:childTnLst>
                              <p:par>
                                <p:cTn id="85" presetID="53" presetClass="entr" presetSubtype="16" fill="hold" grpId="0" nodeType="afterEffect">
                                  <p:stCondLst>
                                    <p:cond delay="0"/>
                                  </p:stCondLst>
                                  <p:childTnLst>
                                    <p:set>
                                      <p:cBhvr>
                                        <p:cTn id="86" dur="1" fill="hold">
                                          <p:stCondLst>
                                            <p:cond delay="0"/>
                                          </p:stCondLst>
                                        </p:cTn>
                                        <p:tgtEl>
                                          <p:spTgt spid="27"/>
                                        </p:tgtEl>
                                        <p:attrNameLst>
                                          <p:attrName>style.visibility</p:attrName>
                                        </p:attrNameLst>
                                      </p:cBhvr>
                                      <p:to>
                                        <p:strVal val="visible"/>
                                      </p:to>
                                    </p:set>
                                    <p:anim calcmode="lin" valueType="num">
                                      <p:cBhvr>
                                        <p:cTn id="87" dur="500" fill="hold"/>
                                        <p:tgtEl>
                                          <p:spTgt spid="27"/>
                                        </p:tgtEl>
                                        <p:attrNameLst>
                                          <p:attrName>ppt_w</p:attrName>
                                        </p:attrNameLst>
                                      </p:cBhvr>
                                      <p:tavLst>
                                        <p:tav tm="0">
                                          <p:val>
                                            <p:fltVal val="0"/>
                                          </p:val>
                                        </p:tav>
                                        <p:tav tm="100000">
                                          <p:val>
                                            <p:strVal val="#ppt_w"/>
                                          </p:val>
                                        </p:tav>
                                      </p:tavLst>
                                    </p:anim>
                                    <p:anim calcmode="lin" valueType="num">
                                      <p:cBhvr>
                                        <p:cTn id="88" dur="500" fill="hold"/>
                                        <p:tgtEl>
                                          <p:spTgt spid="27"/>
                                        </p:tgtEl>
                                        <p:attrNameLst>
                                          <p:attrName>ppt_h</p:attrName>
                                        </p:attrNameLst>
                                      </p:cBhvr>
                                      <p:tavLst>
                                        <p:tav tm="0">
                                          <p:val>
                                            <p:fltVal val="0"/>
                                          </p:val>
                                        </p:tav>
                                        <p:tav tm="100000">
                                          <p:val>
                                            <p:strVal val="#ppt_h"/>
                                          </p:val>
                                        </p:tav>
                                      </p:tavLst>
                                    </p:anim>
                                    <p:animEffect transition="in" filter="fade">
                                      <p:cBhvr>
                                        <p:cTn id="89" dur="500"/>
                                        <p:tgtEl>
                                          <p:spTgt spid="27"/>
                                        </p:tgtEl>
                                      </p:cBhvr>
                                    </p:animEffect>
                                  </p:childTnLst>
                                </p:cTn>
                              </p:par>
                            </p:childTnLst>
                          </p:cTn>
                        </p:par>
                        <p:par>
                          <p:cTn id="90" fill="hold">
                            <p:stCondLst>
                              <p:cond delay="8000"/>
                            </p:stCondLst>
                            <p:childTnLst>
                              <p:par>
                                <p:cTn id="91" presetID="53" presetClass="entr" presetSubtype="16" fill="hold" grpId="0" nodeType="afterEffect" nodePh="1">
                                  <p:stCondLst>
                                    <p:cond delay="0"/>
                                  </p:stCondLst>
                                  <p:endCondLst>
                                    <p:cond evt="begin" delay="0">
                                      <p:tn val="91"/>
                                    </p:cond>
                                  </p:endCondLst>
                                  <p:childTnLst>
                                    <p:set>
                                      <p:cBhvr>
                                        <p:cTn id="92" dur="1" fill="hold">
                                          <p:stCondLst>
                                            <p:cond delay="0"/>
                                          </p:stCondLst>
                                        </p:cTn>
                                        <p:tgtEl>
                                          <p:spTgt spid="22">
                                            <p:txEl>
                                              <p:pRg st="0" end="0"/>
                                            </p:txEl>
                                          </p:spTgt>
                                        </p:tgtEl>
                                        <p:attrNameLst>
                                          <p:attrName>style.visibility</p:attrName>
                                        </p:attrNameLst>
                                      </p:cBhvr>
                                      <p:to>
                                        <p:strVal val="visible"/>
                                      </p:to>
                                    </p:set>
                                    <p:anim calcmode="lin" valueType="num">
                                      <p:cBhvr>
                                        <p:cTn id="93" dur="500" fill="hold"/>
                                        <p:tgtEl>
                                          <p:spTgt spid="22">
                                            <p:txEl>
                                              <p:pRg st="0" end="0"/>
                                            </p:txEl>
                                          </p:spTgt>
                                        </p:tgtEl>
                                        <p:attrNameLst>
                                          <p:attrName>ppt_w</p:attrName>
                                        </p:attrNameLst>
                                      </p:cBhvr>
                                      <p:tavLst>
                                        <p:tav tm="0">
                                          <p:val>
                                            <p:fltVal val="0"/>
                                          </p:val>
                                        </p:tav>
                                        <p:tav tm="100000">
                                          <p:val>
                                            <p:strVal val="#ppt_w"/>
                                          </p:val>
                                        </p:tav>
                                      </p:tavLst>
                                    </p:anim>
                                    <p:anim calcmode="lin" valueType="num">
                                      <p:cBhvr>
                                        <p:cTn id="94" dur="500" fill="hold"/>
                                        <p:tgtEl>
                                          <p:spTgt spid="22">
                                            <p:txEl>
                                              <p:pRg st="0" end="0"/>
                                            </p:txEl>
                                          </p:spTgt>
                                        </p:tgtEl>
                                        <p:attrNameLst>
                                          <p:attrName>ppt_h</p:attrName>
                                        </p:attrNameLst>
                                      </p:cBhvr>
                                      <p:tavLst>
                                        <p:tav tm="0">
                                          <p:val>
                                            <p:fltVal val="0"/>
                                          </p:val>
                                        </p:tav>
                                        <p:tav tm="100000">
                                          <p:val>
                                            <p:strVal val="#ppt_h"/>
                                          </p:val>
                                        </p:tav>
                                      </p:tavLst>
                                    </p:anim>
                                    <p:animEffect transition="in" filter="fade">
                                      <p:cBhvr>
                                        <p:cTn id="95" dur="500"/>
                                        <p:tgtEl>
                                          <p:spTgt spid="22">
                                            <p:txEl>
                                              <p:pRg st="0" end="0"/>
                                            </p:txEl>
                                          </p:spTgt>
                                        </p:tgtEl>
                                      </p:cBhvr>
                                    </p:animEffect>
                                  </p:childTnLst>
                                </p:cTn>
                              </p:par>
                            </p:childTnLst>
                          </p:cTn>
                        </p:par>
                        <p:par>
                          <p:cTn id="96" fill="hold">
                            <p:stCondLst>
                              <p:cond delay="8500"/>
                            </p:stCondLst>
                            <p:childTnLst>
                              <p:par>
                                <p:cTn id="97" presetID="42" presetClass="entr" presetSubtype="0" fill="hold" grpId="0" nodeType="afterEffect" nodePh="1">
                                  <p:stCondLst>
                                    <p:cond delay="0"/>
                                  </p:stCondLst>
                                  <p:endCondLst>
                                    <p:cond evt="begin" delay="0">
                                      <p:tn val="97"/>
                                    </p:cond>
                                  </p:endCondLst>
                                  <p:childTnLst>
                                    <p:set>
                                      <p:cBhvr>
                                        <p:cTn id="98" dur="1" fill="hold">
                                          <p:stCondLst>
                                            <p:cond delay="0"/>
                                          </p:stCondLst>
                                        </p:cTn>
                                        <p:tgtEl>
                                          <p:spTgt spid="30">
                                            <p:txEl>
                                              <p:pRg st="0" end="0"/>
                                            </p:txEl>
                                          </p:spTgt>
                                        </p:tgtEl>
                                        <p:attrNameLst>
                                          <p:attrName>style.visibility</p:attrName>
                                        </p:attrNameLst>
                                      </p:cBhvr>
                                      <p:to>
                                        <p:strVal val="visible"/>
                                      </p:to>
                                    </p:set>
                                    <p:animEffect transition="in" filter="fade">
                                      <p:cBhvr>
                                        <p:cTn id="99" dur="500"/>
                                        <p:tgtEl>
                                          <p:spTgt spid="30">
                                            <p:txEl>
                                              <p:pRg st="0" end="0"/>
                                            </p:txEl>
                                          </p:spTgt>
                                        </p:tgtEl>
                                      </p:cBhvr>
                                    </p:animEffect>
                                    <p:anim calcmode="lin" valueType="num">
                                      <p:cBhvr>
                                        <p:cTn id="100" dur="500" fill="hold"/>
                                        <p:tgtEl>
                                          <p:spTgt spid="30">
                                            <p:txEl>
                                              <p:pRg st="0" end="0"/>
                                            </p:txEl>
                                          </p:spTgt>
                                        </p:tgtEl>
                                        <p:attrNameLst>
                                          <p:attrName>ppt_x</p:attrName>
                                        </p:attrNameLst>
                                      </p:cBhvr>
                                      <p:tavLst>
                                        <p:tav tm="0">
                                          <p:val>
                                            <p:strVal val="#ppt_x"/>
                                          </p:val>
                                        </p:tav>
                                        <p:tav tm="100000">
                                          <p:val>
                                            <p:strVal val="#ppt_x"/>
                                          </p:val>
                                        </p:tav>
                                      </p:tavLst>
                                    </p:anim>
                                    <p:anim calcmode="lin" valueType="num">
                                      <p:cBhvr>
                                        <p:cTn id="101" dur="500" fill="hold"/>
                                        <p:tgtEl>
                                          <p:spTgt spid="30">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23" grpId="0" animBg="1"/>
      <p:bldP spid="17" grpId="0" animBg="1"/>
      <p:bldP spid="24" grpId="0" animBg="1"/>
      <p:bldP spid="25" grpId="0" animBg="1"/>
      <p:bldP spid="26" grpId="0" animBg="1"/>
      <p:bldP spid="27" grpId="0" animBg="1"/>
      <p:bldP spid="28" grpId="0" animBg="1"/>
      <p:bldP spid="29" grpId="0" animBg="1"/>
      <p:bldP spid="15"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5"/>
                        </p:tgtEl>
                        <p:attrNameLst>
                          <p:attrName>style.visibility</p:attrName>
                        </p:attrNameLst>
                      </p:cBhvr>
                      <p:to>
                        <p:strVal val="visible"/>
                      </p:to>
                    </p:set>
                    <p:anim calcmode="lin" valueType="num">
                      <p:cBhvr>
                        <p:cTn dur="500" fill="hold"/>
                        <p:tgtEl>
                          <p:spTgt spid="15"/>
                        </p:tgtEl>
                        <p:attrNameLst>
                          <p:attrName>ppt_w</p:attrName>
                        </p:attrNameLst>
                      </p:cBhvr>
                      <p:tavLst>
                        <p:tav tm="0">
                          <p:val>
                            <p:fltVal val="0"/>
                          </p:val>
                        </p:tav>
                        <p:tav tm="100000">
                          <p:val>
                            <p:strVal val="#ppt_w"/>
                          </p:val>
                        </p:tav>
                      </p:tavLst>
                    </p:anim>
                    <p:anim calcmode="lin" valueType="num">
                      <p:cBhvr>
                        <p:cTn dur="500" fill="hold"/>
                        <p:tgtEl>
                          <p:spTgt spid="15"/>
                        </p:tgtEl>
                        <p:attrNameLst>
                          <p:attrName>ppt_h</p:attrName>
                        </p:attrNameLst>
                      </p:cBhvr>
                      <p:tavLst>
                        <p:tav tm="0">
                          <p:val>
                            <p:fltVal val="0"/>
                          </p:val>
                        </p:tav>
                        <p:tav tm="100000">
                          <p:val>
                            <p:strVal val="#ppt_h"/>
                          </p:val>
                        </p:tav>
                      </p:tavLst>
                    </p:anim>
                    <p:animEffect transition="in" filter="fade">
                      <p:cBhvr>
                        <p:cTn dur="500"/>
                        <p:tgtEl>
                          <p:spTgt spid="15"/>
                        </p:tgtEl>
                      </p:cBhvr>
                    </p:animEffect>
                  </p:childTnLst>
                </p:cTn>
              </p:par>
            </p:tnLst>
          </p:tmpl>
        </p:tmplLst>
      </p:bldP>
      <p:bldP spid="16"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6"/>
                        </p:tgtEl>
                        <p:attrNameLst>
                          <p:attrName>style.visibility</p:attrName>
                        </p:attrNameLst>
                      </p:cBhvr>
                      <p:to>
                        <p:strVal val="visible"/>
                      </p:to>
                    </p:set>
                    <p:animEffect transition="in" filter="fade">
                      <p:cBhvr>
                        <p:cTn dur="500"/>
                        <p:tgtEl>
                          <p:spTgt spid="16"/>
                        </p:tgtEl>
                      </p:cBhvr>
                    </p:animEffect>
                    <p:anim calcmode="lin" valueType="num">
                      <p:cBhvr>
                        <p:cTn dur="500" fill="hold"/>
                        <p:tgtEl>
                          <p:spTgt spid="16"/>
                        </p:tgtEl>
                        <p:attrNameLst>
                          <p:attrName>ppt_x</p:attrName>
                        </p:attrNameLst>
                      </p:cBhvr>
                      <p:tavLst>
                        <p:tav tm="0">
                          <p:val>
                            <p:strVal val="#ppt_x"/>
                          </p:val>
                        </p:tav>
                        <p:tav tm="100000">
                          <p:val>
                            <p:strVal val="#ppt_x"/>
                          </p:val>
                        </p:tav>
                      </p:tavLst>
                    </p:anim>
                    <p:anim calcmode="lin" valueType="num">
                      <p:cBhvr>
                        <p:cTn dur="500" fill="hold"/>
                        <p:tgtEl>
                          <p:spTgt spid="16"/>
                        </p:tgtEl>
                        <p:attrNameLst>
                          <p:attrName>ppt_y</p:attrName>
                        </p:attrNameLst>
                      </p:cBhvr>
                      <p:tavLst>
                        <p:tav tm="0">
                          <p:val>
                            <p:strVal val="#ppt_y+.1"/>
                          </p:val>
                        </p:tav>
                        <p:tav tm="100000">
                          <p:val>
                            <p:strVal val="#ppt_y"/>
                          </p:val>
                        </p:tav>
                      </p:tavLst>
                    </p:anim>
                  </p:childTnLst>
                </p:cTn>
              </p:par>
            </p:tnLst>
          </p:tmpl>
        </p:tmplLst>
      </p:bldP>
      <p:bldP spid="18"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8"/>
                        </p:tgtEl>
                        <p:attrNameLst>
                          <p:attrName>style.visibility</p:attrName>
                        </p:attrNameLst>
                      </p:cBhvr>
                      <p:to>
                        <p:strVal val="visible"/>
                      </p:to>
                    </p:set>
                    <p:anim calcmode="lin" valueType="num">
                      <p:cBhvr>
                        <p:cTn dur="500" fill="hold"/>
                        <p:tgtEl>
                          <p:spTgt spid="18"/>
                        </p:tgtEl>
                        <p:attrNameLst>
                          <p:attrName>ppt_w</p:attrName>
                        </p:attrNameLst>
                      </p:cBhvr>
                      <p:tavLst>
                        <p:tav tm="0">
                          <p:val>
                            <p:fltVal val="0"/>
                          </p:val>
                        </p:tav>
                        <p:tav tm="100000">
                          <p:val>
                            <p:strVal val="#ppt_w"/>
                          </p:val>
                        </p:tav>
                      </p:tavLst>
                    </p:anim>
                    <p:anim calcmode="lin" valueType="num">
                      <p:cBhvr>
                        <p:cTn dur="500" fill="hold"/>
                        <p:tgtEl>
                          <p:spTgt spid="18"/>
                        </p:tgtEl>
                        <p:attrNameLst>
                          <p:attrName>ppt_h</p:attrName>
                        </p:attrNameLst>
                      </p:cBhvr>
                      <p:tavLst>
                        <p:tav tm="0">
                          <p:val>
                            <p:fltVal val="0"/>
                          </p:val>
                        </p:tav>
                        <p:tav tm="100000">
                          <p:val>
                            <p:strVal val="#ppt_h"/>
                          </p:val>
                        </p:tav>
                      </p:tavLst>
                    </p:anim>
                    <p:animEffect transition="in" filter="fade">
                      <p:cBhvr>
                        <p:cTn dur="500"/>
                        <p:tgtEl>
                          <p:spTgt spid="18"/>
                        </p:tgtEl>
                      </p:cBhvr>
                    </p:animEffect>
                  </p:childTnLst>
                </p:cTn>
              </p:par>
            </p:tnLst>
          </p:tmpl>
        </p:tmplLst>
      </p:bldP>
      <p:bldP spid="19"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9"/>
                        </p:tgtEl>
                        <p:attrNameLst>
                          <p:attrName>style.visibility</p:attrName>
                        </p:attrNameLst>
                      </p:cBhvr>
                      <p:to>
                        <p:strVal val="visible"/>
                      </p:to>
                    </p:set>
                    <p:animEffect transition="in" filter="fade">
                      <p:cBhvr>
                        <p:cTn dur="500"/>
                        <p:tgtEl>
                          <p:spTgt spid="19"/>
                        </p:tgtEl>
                      </p:cBhvr>
                    </p:animEffect>
                    <p:anim calcmode="lin" valueType="num">
                      <p:cBhvr>
                        <p:cTn dur="500" fill="hold"/>
                        <p:tgtEl>
                          <p:spTgt spid="19"/>
                        </p:tgtEl>
                        <p:attrNameLst>
                          <p:attrName>ppt_x</p:attrName>
                        </p:attrNameLst>
                      </p:cBhvr>
                      <p:tavLst>
                        <p:tav tm="0">
                          <p:val>
                            <p:strVal val="#ppt_x"/>
                          </p:val>
                        </p:tav>
                        <p:tav tm="100000">
                          <p:val>
                            <p:strVal val="#ppt_x"/>
                          </p:val>
                        </p:tav>
                      </p:tavLst>
                    </p:anim>
                    <p:anim calcmode="lin" valueType="num">
                      <p:cBhvr>
                        <p:cTn dur="500" fill="hold"/>
                        <p:tgtEl>
                          <p:spTgt spid="19"/>
                        </p:tgtEl>
                        <p:attrNameLst>
                          <p:attrName>ppt_y</p:attrName>
                        </p:attrNameLst>
                      </p:cBhvr>
                      <p:tavLst>
                        <p:tav tm="0">
                          <p:val>
                            <p:strVal val="#ppt_y+.1"/>
                          </p:val>
                        </p:tav>
                        <p:tav tm="100000">
                          <p:val>
                            <p:strVal val="#ppt_y"/>
                          </p:val>
                        </p:tav>
                      </p:tavLst>
                    </p:anim>
                  </p:childTnLst>
                </p:cTn>
              </p:par>
            </p:tnLst>
          </p:tmpl>
        </p:tmplLst>
      </p:bldP>
      <p:bldP spid="20"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0"/>
                        </p:tgtEl>
                        <p:attrNameLst>
                          <p:attrName>style.visibility</p:attrName>
                        </p:attrNameLst>
                      </p:cBhvr>
                      <p:to>
                        <p:strVal val="visible"/>
                      </p:to>
                    </p:set>
                    <p:anim calcmode="lin" valueType="num">
                      <p:cBhvr>
                        <p:cTn dur="500" fill="hold"/>
                        <p:tgtEl>
                          <p:spTgt spid="20"/>
                        </p:tgtEl>
                        <p:attrNameLst>
                          <p:attrName>ppt_w</p:attrName>
                        </p:attrNameLst>
                      </p:cBhvr>
                      <p:tavLst>
                        <p:tav tm="0">
                          <p:val>
                            <p:fltVal val="0"/>
                          </p:val>
                        </p:tav>
                        <p:tav tm="100000">
                          <p:val>
                            <p:strVal val="#ppt_w"/>
                          </p:val>
                        </p:tav>
                      </p:tavLst>
                    </p:anim>
                    <p:anim calcmode="lin" valueType="num">
                      <p:cBhvr>
                        <p:cTn dur="500" fill="hold"/>
                        <p:tgtEl>
                          <p:spTgt spid="20"/>
                        </p:tgtEl>
                        <p:attrNameLst>
                          <p:attrName>ppt_h</p:attrName>
                        </p:attrNameLst>
                      </p:cBhvr>
                      <p:tavLst>
                        <p:tav tm="0">
                          <p:val>
                            <p:fltVal val="0"/>
                          </p:val>
                        </p:tav>
                        <p:tav tm="100000">
                          <p:val>
                            <p:strVal val="#ppt_h"/>
                          </p:val>
                        </p:tav>
                      </p:tavLst>
                    </p:anim>
                    <p:animEffect transition="in" filter="fade">
                      <p:cBhvr>
                        <p:cTn dur="500"/>
                        <p:tgtEl>
                          <p:spTgt spid="20"/>
                        </p:tgtEl>
                      </p:cBhvr>
                    </p:animEffect>
                  </p:childTnLst>
                </p:cTn>
              </p:par>
            </p:tnLst>
          </p:tmpl>
        </p:tmplLst>
      </p:bldP>
      <p:bldP spid="21"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1"/>
                        </p:tgtEl>
                        <p:attrNameLst>
                          <p:attrName>style.visibility</p:attrName>
                        </p:attrNameLst>
                      </p:cBhvr>
                      <p:to>
                        <p:strVal val="visible"/>
                      </p:to>
                    </p:set>
                    <p:animEffect transition="in" filter="fade">
                      <p:cBhvr>
                        <p:cTn dur="500"/>
                        <p:tgtEl>
                          <p:spTgt spid="21"/>
                        </p:tgtEl>
                      </p:cBhvr>
                    </p:animEffect>
                    <p:anim calcmode="lin" valueType="num">
                      <p:cBhvr>
                        <p:cTn dur="500" fill="hold"/>
                        <p:tgtEl>
                          <p:spTgt spid="21"/>
                        </p:tgtEl>
                        <p:attrNameLst>
                          <p:attrName>ppt_x</p:attrName>
                        </p:attrNameLst>
                      </p:cBhvr>
                      <p:tavLst>
                        <p:tav tm="0">
                          <p:val>
                            <p:strVal val="#ppt_x"/>
                          </p:val>
                        </p:tav>
                        <p:tav tm="100000">
                          <p:val>
                            <p:strVal val="#ppt_x"/>
                          </p:val>
                        </p:tav>
                      </p:tavLst>
                    </p:anim>
                    <p:anim calcmode="lin" valueType="num">
                      <p:cBhvr>
                        <p:cTn dur="500" fill="hold"/>
                        <p:tgtEl>
                          <p:spTgt spid="21"/>
                        </p:tgtEl>
                        <p:attrNameLst>
                          <p:attrName>ppt_y</p:attrName>
                        </p:attrNameLst>
                      </p:cBhvr>
                      <p:tavLst>
                        <p:tav tm="0">
                          <p:val>
                            <p:strVal val="#ppt_y+.1"/>
                          </p:val>
                        </p:tav>
                        <p:tav tm="100000">
                          <p:val>
                            <p:strVal val="#ppt_y"/>
                          </p:val>
                        </p:tav>
                      </p:tavLst>
                    </p:anim>
                  </p:childTnLst>
                </p:cTn>
              </p:par>
            </p:tnLst>
          </p:tmpl>
        </p:tmplLst>
      </p:bldP>
      <p:bldP spid="22"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2"/>
                        </p:tgtEl>
                        <p:attrNameLst>
                          <p:attrName>style.visibility</p:attrName>
                        </p:attrNameLst>
                      </p:cBhvr>
                      <p:to>
                        <p:strVal val="visible"/>
                      </p:to>
                    </p:set>
                    <p:anim calcmode="lin" valueType="num">
                      <p:cBhvr>
                        <p:cTn dur="500" fill="hold"/>
                        <p:tgtEl>
                          <p:spTgt spid="22"/>
                        </p:tgtEl>
                        <p:attrNameLst>
                          <p:attrName>ppt_w</p:attrName>
                        </p:attrNameLst>
                      </p:cBhvr>
                      <p:tavLst>
                        <p:tav tm="0">
                          <p:val>
                            <p:fltVal val="0"/>
                          </p:val>
                        </p:tav>
                        <p:tav tm="100000">
                          <p:val>
                            <p:strVal val="#ppt_w"/>
                          </p:val>
                        </p:tav>
                      </p:tavLst>
                    </p:anim>
                    <p:anim calcmode="lin" valueType="num">
                      <p:cBhvr>
                        <p:cTn dur="500" fill="hold"/>
                        <p:tgtEl>
                          <p:spTgt spid="22"/>
                        </p:tgtEl>
                        <p:attrNameLst>
                          <p:attrName>ppt_h</p:attrName>
                        </p:attrNameLst>
                      </p:cBhvr>
                      <p:tavLst>
                        <p:tav tm="0">
                          <p:val>
                            <p:fltVal val="0"/>
                          </p:val>
                        </p:tav>
                        <p:tav tm="100000">
                          <p:val>
                            <p:strVal val="#ppt_h"/>
                          </p:val>
                        </p:tav>
                      </p:tavLst>
                    </p:anim>
                    <p:animEffect transition="in" filter="fade">
                      <p:cBhvr>
                        <p:cTn dur="500"/>
                        <p:tgtEl>
                          <p:spTgt spid="22"/>
                        </p:tgtEl>
                      </p:cBhvr>
                    </p:animEffect>
                  </p:childTnLst>
                </p:cTn>
              </p:par>
            </p:tnLst>
          </p:tmpl>
        </p:tmplLst>
      </p:bldP>
      <p:bldP spid="30"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30"/>
                        </p:tgtEl>
                        <p:attrNameLst>
                          <p:attrName>style.visibility</p:attrName>
                        </p:attrNameLst>
                      </p:cBhvr>
                      <p:to>
                        <p:strVal val="visible"/>
                      </p:to>
                    </p:set>
                    <p:animEffect transition="in" filter="fade">
                      <p:cBhvr>
                        <p:cTn dur="500"/>
                        <p:tgtEl>
                          <p:spTgt spid="30"/>
                        </p:tgtEl>
                      </p:cBhvr>
                    </p:animEffect>
                    <p:anim calcmode="lin" valueType="num">
                      <p:cBhvr>
                        <p:cTn dur="500" fill="hold"/>
                        <p:tgtEl>
                          <p:spTgt spid="30"/>
                        </p:tgtEl>
                        <p:attrNameLst>
                          <p:attrName>ppt_x</p:attrName>
                        </p:attrNameLst>
                      </p:cBhvr>
                      <p:tavLst>
                        <p:tav tm="0">
                          <p:val>
                            <p:strVal val="#ppt_x"/>
                          </p:val>
                        </p:tav>
                        <p:tav tm="100000">
                          <p:val>
                            <p:strVal val="#ppt_x"/>
                          </p:val>
                        </p:tav>
                      </p:tavLst>
                    </p:anim>
                    <p:anim calcmode="lin" valueType="num">
                      <p:cBhvr>
                        <p:cTn dur="500" fill="hold"/>
                        <p:tgtEl>
                          <p:spTgt spid="30"/>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264.xml><?xml version="1.0" encoding="utf-8"?>
<p:sldLayout xmlns:a="http://schemas.openxmlformats.org/drawingml/2006/main" xmlns:r="http://schemas.openxmlformats.org/officeDocument/2006/relationships" xmlns:p="http://schemas.openxmlformats.org/presentationml/2006/main" preserve="1" userDrawn="1">
  <p:cSld name="12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31" name="Picture Placeholder 30"/>
          <p:cNvSpPr>
            <a:spLocks noGrp="1"/>
          </p:cNvSpPr>
          <p:nvPr>
            <p:ph type="pic" sz="quarter" idx="33" hasCustomPrompt="1"/>
          </p:nvPr>
        </p:nvSpPr>
        <p:spPr>
          <a:xfrm>
            <a:off x="308985" y="1987212"/>
            <a:ext cx="3773920" cy="2183006"/>
          </a:xfrm>
          <a:solidFill>
            <a:schemeClr val="bg1">
              <a:lumMod val="85000"/>
            </a:schemeClr>
          </a:solidFill>
        </p:spPr>
        <p:txBody>
          <a:bodyPr/>
          <a:lstStyle>
            <a:lvl1pPr>
              <a:defRPr/>
            </a:lvl1pPr>
          </a:lstStyle>
          <a:p>
            <a:r>
              <a:rPr lang="id-ID" dirty="0" smtClean="0"/>
              <a:t>Pic here</a:t>
            </a:r>
            <a:endParaRPr lang="en-AU" dirty="0"/>
          </a:p>
        </p:txBody>
      </p:sp>
      <p:sp>
        <p:nvSpPr>
          <p:cNvPr id="25" name="Picture Placeholder 30"/>
          <p:cNvSpPr>
            <a:spLocks noGrp="1"/>
          </p:cNvSpPr>
          <p:nvPr>
            <p:ph type="pic" sz="quarter" idx="34" hasCustomPrompt="1"/>
          </p:nvPr>
        </p:nvSpPr>
        <p:spPr>
          <a:xfrm>
            <a:off x="308985" y="4300488"/>
            <a:ext cx="3773920" cy="2183006"/>
          </a:xfrm>
          <a:solidFill>
            <a:schemeClr val="bg1">
              <a:lumMod val="85000"/>
            </a:schemeClr>
          </a:solidFill>
        </p:spPr>
        <p:txBody>
          <a:bodyPr/>
          <a:lstStyle>
            <a:lvl1pPr>
              <a:defRPr/>
            </a:lvl1pPr>
          </a:lstStyle>
          <a:p>
            <a:r>
              <a:rPr lang="id-ID" dirty="0" smtClean="0"/>
              <a:t>Pic here</a:t>
            </a:r>
            <a:endParaRPr lang="en-AU" dirty="0"/>
          </a:p>
        </p:txBody>
      </p:sp>
      <p:sp>
        <p:nvSpPr>
          <p:cNvPr id="42" name="Picture Placeholder 30"/>
          <p:cNvSpPr>
            <a:spLocks noGrp="1"/>
          </p:cNvSpPr>
          <p:nvPr>
            <p:ph type="pic" sz="quarter" idx="35" hasCustomPrompt="1"/>
          </p:nvPr>
        </p:nvSpPr>
        <p:spPr>
          <a:xfrm>
            <a:off x="4209040" y="1987212"/>
            <a:ext cx="3773920" cy="2183006"/>
          </a:xfrm>
          <a:solidFill>
            <a:schemeClr val="bg1">
              <a:lumMod val="85000"/>
            </a:schemeClr>
          </a:solidFill>
        </p:spPr>
        <p:txBody>
          <a:bodyPr/>
          <a:lstStyle>
            <a:lvl1pPr>
              <a:defRPr/>
            </a:lvl1pPr>
          </a:lstStyle>
          <a:p>
            <a:r>
              <a:rPr lang="id-ID" dirty="0" smtClean="0"/>
              <a:t>Pic here</a:t>
            </a:r>
            <a:endParaRPr lang="en-AU" dirty="0"/>
          </a:p>
        </p:txBody>
      </p:sp>
      <p:sp>
        <p:nvSpPr>
          <p:cNvPr id="43" name="Picture Placeholder 30"/>
          <p:cNvSpPr>
            <a:spLocks noGrp="1"/>
          </p:cNvSpPr>
          <p:nvPr>
            <p:ph type="pic" sz="quarter" idx="36" hasCustomPrompt="1"/>
          </p:nvPr>
        </p:nvSpPr>
        <p:spPr>
          <a:xfrm>
            <a:off x="4209040" y="4300488"/>
            <a:ext cx="3773920" cy="2183006"/>
          </a:xfrm>
          <a:solidFill>
            <a:schemeClr val="bg1">
              <a:lumMod val="85000"/>
            </a:schemeClr>
          </a:solidFill>
        </p:spPr>
        <p:txBody>
          <a:bodyPr/>
          <a:lstStyle>
            <a:lvl1pPr>
              <a:defRPr/>
            </a:lvl1pPr>
          </a:lstStyle>
          <a:p>
            <a:r>
              <a:rPr lang="id-ID" dirty="0" smtClean="0"/>
              <a:t>Pic here</a:t>
            </a:r>
            <a:endParaRPr lang="en-AU" dirty="0"/>
          </a:p>
        </p:txBody>
      </p:sp>
      <p:sp>
        <p:nvSpPr>
          <p:cNvPr id="44" name="Picture Placeholder 30"/>
          <p:cNvSpPr>
            <a:spLocks noGrp="1"/>
          </p:cNvSpPr>
          <p:nvPr>
            <p:ph type="pic" sz="quarter" idx="37" hasCustomPrompt="1"/>
          </p:nvPr>
        </p:nvSpPr>
        <p:spPr>
          <a:xfrm>
            <a:off x="8109095" y="1987212"/>
            <a:ext cx="3773920" cy="2183006"/>
          </a:xfrm>
          <a:solidFill>
            <a:schemeClr val="bg1">
              <a:lumMod val="85000"/>
            </a:schemeClr>
          </a:solidFill>
        </p:spPr>
        <p:txBody>
          <a:bodyPr/>
          <a:lstStyle>
            <a:lvl1pPr>
              <a:defRPr/>
            </a:lvl1pPr>
          </a:lstStyle>
          <a:p>
            <a:r>
              <a:rPr lang="id-ID" dirty="0" smtClean="0"/>
              <a:t>Pic here</a:t>
            </a:r>
            <a:endParaRPr lang="en-AU" dirty="0"/>
          </a:p>
        </p:txBody>
      </p:sp>
      <p:sp>
        <p:nvSpPr>
          <p:cNvPr id="45" name="Picture Placeholder 30"/>
          <p:cNvSpPr>
            <a:spLocks noGrp="1"/>
          </p:cNvSpPr>
          <p:nvPr>
            <p:ph type="pic" sz="quarter" idx="38" hasCustomPrompt="1"/>
          </p:nvPr>
        </p:nvSpPr>
        <p:spPr>
          <a:xfrm>
            <a:off x="8109095" y="4300488"/>
            <a:ext cx="3773920" cy="2183006"/>
          </a:xfrm>
          <a:solidFill>
            <a:schemeClr val="bg1">
              <a:lumMod val="85000"/>
            </a:schemeClr>
          </a:solidFill>
        </p:spPr>
        <p:txBody>
          <a:bodyPr/>
          <a:lstStyle>
            <a:lvl1pPr>
              <a:defRPr/>
            </a:lvl1pPr>
          </a:lstStyle>
          <a:p>
            <a:r>
              <a:rPr lang="id-ID" dirty="0" smtClean="0"/>
              <a:t>Pic here</a:t>
            </a:r>
            <a:endParaRPr lang="en-AU" dirty="0"/>
          </a:p>
        </p:txBody>
      </p:sp>
    </p:spTree>
    <p:extLst>
      <p:ext uri="{BB962C8B-B14F-4D97-AF65-F5344CB8AC3E}">
        <p14:creationId xmlns:p14="http://schemas.microsoft.com/office/powerpoint/2010/main" val="371456168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42" presetClass="entr" presetSubtype="0" fill="hold" grpId="0" nodeType="afterEffect">
                                  <p:stCondLst>
                                    <p:cond delay="0"/>
                                  </p:stCondLst>
                                  <p:childTnLst>
                                    <p:set>
                                      <p:cBhvr>
                                        <p:cTn id="20" dur="1" fill="hold">
                                          <p:stCondLst>
                                            <p:cond delay="0"/>
                                          </p:stCondLst>
                                        </p:cTn>
                                        <p:tgtEl>
                                          <p:spTgt spid="31"/>
                                        </p:tgtEl>
                                        <p:attrNameLst>
                                          <p:attrName>style.visibility</p:attrName>
                                        </p:attrNameLst>
                                      </p:cBhvr>
                                      <p:to>
                                        <p:strVal val="visible"/>
                                      </p:to>
                                    </p:set>
                                    <p:animEffect transition="in" filter="fade">
                                      <p:cBhvr>
                                        <p:cTn id="21" dur="500"/>
                                        <p:tgtEl>
                                          <p:spTgt spid="31"/>
                                        </p:tgtEl>
                                      </p:cBhvr>
                                    </p:animEffect>
                                    <p:anim calcmode="lin" valueType="num">
                                      <p:cBhvr>
                                        <p:cTn id="22" dur="500" fill="hold"/>
                                        <p:tgtEl>
                                          <p:spTgt spid="31"/>
                                        </p:tgtEl>
                                        <p:attrNameLst>
                                          <p:attrName>ppt_x</p:attrName>
                                        </p:attrNameLst>
                                      </p:cBhvr>
                                      <p:tavLst>
                                        <p:tav tm="0">
                                          <p:val>
                                            <p:strVal val="#ppt_x"/>
                                          </p:val>
                                        </p:tav>
                                        <p:tav tm="100000">
                                          <p:val>
                                            <p:strVal val="#ppt_x"/>
                                          </p:val>
                                        </p:tav>
                                      </p:tavLst>
                                    </p:anim>
                                    <p:anim calcmode="lin" valueType="num">
                                      <p:cBhvr>
                                        <p:cTn id="23" dur="500" fill="hold"/>
                                        <p:tgtEl>
                                          <p:spTgt spid="31"/>
                                        </p:tgtEl>
                                        <p:attrNameLst>
                                          <p:attrName>ppt_y</p:attrName>
                                        </p:attrNameLst>
                                      </p:cBhvr>
                                      <p:tavLst>
                                        <p:tav tm="0">
                                          <p:val>
                                            <p:strVal val="#ppt_y+.1"/>
                                          </p:val>
                                        </p:tav>
                                        <p:tav tm="100000">
                                          <p:val>
                                            <p:strVal val="#ppt_y"/>
                                          </p:val>
                                        </p:tav>
                                      </p:tavLst>
                                    </p:anim>
                                  </p:childTnLst>
                                </p:cTn>
                              </p:par>
                            </p:childTnLst>
                          </p:cTn>
                        </p:par>
                        <p:par>
                          <p:cTn id="24" fill="hold">
                            <p:stCondLst>
                              <p:cond delay="2000"/>
                            </p:stCondLst>
                            <p:childTnLst>
                              <p:par>
                                <p:cTn id="25" presetID="42" presetClass="entr" presetSubtype="0" fill="hold" grpId="0" nodeType="afterEffect">
                                  <p:stCondLst>
                                    <p:cond delay="0"/>
                                  </p:stCondLst>
                                  <p:childTnLst>
                                    <p:set>
                                      <p:cBhvr>
                                        <p:cTn id="26" dur="1" fill="hold">
                                          <p:stCondLst>
                                            <p:cond delay="0"/>
                                          </p:stCondLst>
                                        </p:cTn>
                                        <p:tgtEl>
                                          <p:spTgt spid="25"/>
                                        </p:tgtEl>
                                        <p:attrNameLst>
                                          <p:attrName>style.visibility</p:attrName>
                                        </p:attrNameLst>
                                      </p:cBhvr>
                                      <p:to>
                                        <p:strVal val="visible"/>
                                      </p:to>
                                    </p:set>
                                    <p:animEffect transition="in" filter="fade">
                                      <p:cBhvr>
                                        <p:cTn id="27" dur="500"/>
                                        <p:tgtEl>
                                          <p:spTgt spid="25"/>
                                        </p:tgtEl>
                                      </p:cBhvr>
                                    </p:animEffect>
                                    <p:anim calcmode="lin" valueType="num">
                                      <p:cBhvr>
                                        <p:cTn id="28" dur="500" fill="hold"/>
                                        <p:tgtEl>
                                          <p:spTgt spid="25"/>
                                        </p:tgtEl>
                                        <p:attrNameLst>
                                          <p:attrName>ppt_x</p:attrName>
                                        </p:attrNameLst>
                                      </p:cBhvr>
                                      <p:tavLst>
                                        <p:tav tm="0">
                                          <p:val>
                                            <p:strVal val="#ppt_x"/>
                                          </p:val>
                                        </p:tav>
                                        <p:tav tm="100000">
                                          <p:val>
                                            <p:strVal val="#ppt_x"/>
                                          </p:val>
                                        </p:tav>
                                      </p:tavLst>
                                    </p:anim>
                                    <p:anim calcmode="lin" valueType="num">
                                      <p:cBhvr>
                                        <p:cTn id="29" dur="500" fill="hold"/>
                                        <p:tgtEl>
                                          <p:spTgt spid="25"/>
                                        </p:tgtEl>
                                        <p:attrNameLst>
                                          <p:attrName>ppt_y</p:attrName>
                                        </p:attrNameLst>
                                      </p:cBhvr>
                                      <p:tavLst>
                                        <p:tav tm="0">
                                          <p:val>
                                            <p:strVal val="#ppt_y+.1"/>
                                          </p:val>
                                        </p:tav>
                                        <p:tav tm="100000">
                                          <p:val>
                                            <p:strVal val="#ppt_y"/>
                                          </p:val>
                                        </p:tav>
                                      </p:tavLst>
                                    </p:anim>
                                  </p:childTnLst>
                                </p:cTn>
                              </p:par>
                            </p:childTnLst>
                          </p:cTn>
                        </p:par>
                        <p:par>
                          <p:cTn id="30" fill="hold">
                            <p:stCondLst>
                              <p:cond delay="2500"/>
                            </p:stCondLst>
                            <p:childTnLst>
                              <p:par>
                                <p:cTn id="31" presetID="42" presetClass="entr" presetSubtype="0" fill="hold" grpId="0" nodeType="afterEffect">
                                  <p:stCondLst>
                                    <p:cond delay="0"/>
                                  </p:stCondLst>
                                  <p:childTnLst>
                                    <p:set>
                                      <p:cBhvr>
                                        <p:cTn id="32" dur="1" fill="hold">
                                          <p:stCondLst>
                                            <p:cond delay="0"/>
                                          </p:stCondLst>
                                        </p:cTn>
                                        <p:tgtEl>
                                          <p:spTgt spid="42"/>
                                        </p:tgtEl>
                                        <p:attrNameLst>
                                          <p:attrName>style.visibility</p:attrName>
                                        </p:attrNameLst>
                                      </p:cBhvr>
                                      <p:to>
                                        <p:strVal val="visible"/>
                                      </p:to>
                                    </p:set>
                                    <p:animEffect transition="in" filter="fade">
                                      <p:cBhvr>
                                        <p:cTn id="33" dur="500"/>
                                        <p:tgtEl>
                                          <p:spTgt spid="42"/>
                                        </p:tgtEl>
                                      </p:cBhvr>
                                    </p:animEffect>
                                    <p:anim calcmode="lin" valueType="num">
                                      <p:cBhvr>
                                        <p:cTn id="34" dur="500" fill="hold"/>
                                        <p:tgtEl>
                                          <p:spTgt spid="42"/>
                                        </p:tgtEl>
                                        <p:attrNameLst>
                                          <p:attrName>ppt_x</p:attrName>
                                        </p:attrNameLst>
                                      </p:cBhvr>
                                      <p:tavLst>
                                        <p:tav tm="0">
                                          <p:val>
                                            <p:strVal val="#ppt_x"/>
                                          </p:val>
                                        </p:tav>
                                        <p:tav tm="100000">
                                          <p:val>
                                            <p:strVal val="#ppt_x"/>
                                          </p:val>
                                        </p:tav>
                                      </p:tavLst>
                                    </p:anim>
                                    <p:anim calcmode="lin" valueType="num">
                                      <p:cBhvr>
                                        <p:cTn id="35" dur="500" fill="hold"/>
                                        <p:tgtEl>
                                          <p:spTgt spid="42"/>
                                        </p:tgtEl>
                                        <p:attrNameLst>
                                          <p:attrName>ppt_y</p:attrName>
                                        </p:attrNameLst>
                                      </p:cBhvr>
                                      <p:tavLst>
                                        <p:tav tm="0">
                                          <p:val>
                                            <p:strVal val="#ppt_y+.1"/>
                                          </p:val>
                                        </p:tav>
                                        <p:tav tm="100000">
                                          <p:val>
                                            <p:strVal val="#ppt_y"/>
                                          </p:val>
                                        </p:tav>
                                      </p:tavLst>
                                    </p:anim>
                                  </p:childTnLst>
                                </p:cTn>
                              </p:par>
                            </p:childTnLst>
                          </p:cTn>
                        </p:par>
                        <p:par>
                          <p:cTn id="36" fill="hold">
                            <p:stCondLst>
                              <p:cond delay="3000"/>
                            </p:stCondLst>
                            <p:childTnLst>
                              <p:par>
                                <p:cTn id="37" presetID="42" presetClass="entr" presetSubtype="0" fill="hold" grpId="0" nodeType="afterEffect">
                                  <p:stCondLst>
                                    <p:cond delay="0"/>
                                  </p:stCondLst>
                                  <p:childTnLst>
                                    <p:set>
                                      <p:cBhvr>
                                        <p:cTn id="38" dur="1" fill="hold">
                                          <p:stCondLst>
                                            <p:cond delay="0"/>
                                          </p:stCondLst>
                                        </p:cTn>
                                        <p:tgtEl>
                                          <p:spTgt spid="43"/>
                                        </p:tgtEl>
                                        <p:attrNameLst>
                                          <p:attrName>style.visibility</p:attrName>
                                        </p:attrNameLst>
                                      </p:cBhvr>
                                      <p:to>
                                        <p:strVal val="visible"/>
                                      </p:to>
                                    </p:set>
                                    <p:animEffect transition="in" filter="fade">
                                      <p:cBhvr>
                                        <p:cTn id="39" dur="500"/>
                                        <p:tgtEl>
                                          <p:spTgt spid="43"/>
                                        </p:tgtEl>
                                      </p:cBhvr>
                                    </p:animEffect>
                                    <p:anim calcmode="lin" valueType="num">
                                      <p:cBhvr>
                                        <p:cTn id="40" dur="500" fill="hold"/>
                                        <p:tgtEl>
                                          <p:spTgt spid="43"/>
                                        </p:tgtEl>
                                        <p:attrNameLst>
                                          <p:attrName>ppt_x</p:attrName>
                                        </p:attrNameLst>
                                      </p:cBhvr>
                                      <p:tavLst>
                                        <p:tav tm="0">
                                          <p:val>
                                            <p:strVal val="#ppt_x"/>
                                          </p:val>
                                        </p:tav>
                                        <p:tav tm="100000">
                                          <p:val>
                                            <p:strVal val="#ppt_x"/>
                                          </p:val>
                                        </p:tav>
                                      </p:tavLst>
                                    </p:anim>
                                    <p:anim calcmode="lin" valueType="num">
                                      <p:cBhvr>
                                        <p:cTn id="41" dur="500" fill="hold"/>
                                        <p:tgtEl>
                                          <p:spTgt spid="43"/>
                                        </p:tgtEl>
                                        <p:attrNameLst>
                                          <p:attrName>ppt_y</p:attrName>
                                        </p:attrNameLst>
                                      </p:cBhvr>
                                      <p:tavLst>
                                        <p:tav tm="0">
                                          <p:val>
                                            <p:strVal val="#ppt_y+.1"/>
                                          </p:val>
                                        </p:tav>
                                        <p:tav tm="100000">
                                          <p:val>
                                            <p:strVal val="#ppt_y"/>
                                          </p:val>
                                        </p:tav>
                                      </p:tavLst>
                                    </p:anim>
                                  </p:childTnLst>
                                </p:cTn>
                              </p:par>
                            </p:childTnLst>
                          </p:cTn>
                        </p:par>
                        <p:par>
                          <p:cTn id="42" fill="hold">
                            <p:stCondLst>
                              <p:cond delay="3500"/>
                            </p:stCondLst>
                            <p:childTnLst>
                              <p:par>
                                <p:cTn id="43" presetID="42" presetClass="entr" presetSubtype="0" fill="hold" grpId="0" nodeType="afterEffect">
                                  <p:stCondLst>
                                    <p:cond delay="0"/>
                                  </p:stCondLst>
                                  <p:childTnLst>
                                    <p:set>
                                      <p:cBhvr>
                                        <p:cTn id="44" dur="1" fill="hold">
                                          <p:stCondLst>
                                            <p:cond delay="0"/>
                                          </p:stCondLst>
                                        </p:cTn>
                                        <p:tgtEl>
                                          <p:spTgt spid="44"/>
                                        </p:tgtEl>
                                        <p:attrNameLst>
                                          <p:attrName>style.visibility</p:attrName>
                                        </p:attrNameLst>
                                      </p:cBhvr>
                                      <p:to>
                                        <p:strVal val="visible"/>
                                      </p:to>
                                    </p:set>
                                    <p:animEffect transition="in" filter="fade">
                                      <p:cBhvr>
                                        <p:cTn id="45" dur="500"/>
                                        <p:tgtEl>
                                          <p:spTgt spid="44"/>
                                        </p:tgtEl>
                                      </p:cBhvr>
                                    </p:animEffect>
                                    <p:anim calcmode="lin" valueType="num">
                                      <p:cBhvr>
                                        <p:cTn id="46" dur="500" fill="hold"/>
                                        <p:tgtEl>
                                          <p:spTgt spid="44"/>
                                        </p:tgtEl>
                                        <p:attrNameLst>
                                          <p:attrName>ppt_x</p:attrName>
                                        </p:attrNameLst>
                                      </p:cBhvr>
                                      <p:tavLst>
                                        <p:tav tm="0">
                                          <p:val>
                                            <p:strVal val="#ppt_x"/>
                                          </p:val>
                                        </p:tav>
                                        <p:tav tm="100000">
                                          <p:val>
                                            <p:strVal val="#ppt_x"/>
                                          </p:val>
                                        </p:tav>
                                      </p:tavLst>
                                    </p:anim>
                                    <p:anim calcmode="lin" valueType="num">
                                      <p:cBhvr>
                                        <p:cTn id="47" dur="500" fill="hold"/>
                                        <p:tgtEl>
                                          <p:spTgt spid="44"/>
                                        </p:tgtEl>
                                        <p:attrNameLst>
                                          <p:attrName>ppt_y</p:attrName>
                                        </p:attrNameLst>
                                      </p:cBhvr>
                                      <p:tavLst>
                                        <p:tav tm="0">
                                          <p:val>
                                            <p:strVal val="#ppt_y+.1"/>
                                          </p:val>
                                        </p:tav>
                                        <p:tav tm="100000">
                                          <p:val>
                                            <p:strVal val="#ppt_y"/>
                                          </p:val>
                                        </p:tav>
                                      </p:tavLst>
                                    </p:anim>
                                  </p:childTnLst>
                                </p:cTn>
                              </p:par>
                            </p:childTnLst>
                          </p:cTn>
                        </p:par>
                        <p:par>
                          <p:cTn id="48" fill="hold">
                            <p:stCondLst>
                              <p:cond delay="4000"/>
                            </p:stCondLst>
                            <p:childTnLst>
                              <p:par>
                                <p:cTn id="49" presetID="42" presetClass="entr" presetSubtype="0" fill="hold" grpId="0" nodeType="afterEffect">
                                  <p:stCondLst>
                                    <p:cond delay="0"/>
                                  </p:stCondLst>
                                  <p:childTnLst>
                                    <p:set>
                                      <p:cBhvr>
                                        <p:cTn id="50" dur="1" fill="hold">
                                          <p:stCondLst>
                                            <p:cond delay="0"/>
                                          </p:stCondLst>
                                        </p:cTn>
                                        <p:tgtEl>
                                          <p:spTgt spid="45"/>
                                        </p:tgtEl>
                                        <p:attrNameLst>
                                          <p:attrName>style.visibility</p:attrName>
                                        </p:attrNameLst>
                                      </p:cBhvr>
                                      <p:to>
                                        <p:strVal val="visible"/>
                                      </p:to>
                                    </p:set>
                                    <p:animEffect transition="in" filter="fade">
                                      <p:cBhvr>
                                        <p:cTn id="51" dur="500"/>
                                        <p:tgtEl>
                                          <p:spTgt spid="45"/>
                                        </p:tgtEl>
                                      </p:cBhvr>
                                    </p:animEffect>
                                    <p:anim calcmode="lin" valueType="num">
                                      <p:cBhvr>
                                        <p:cTn id="52" dur="500" fill="hold"/>
                                        <p:tgtEl>
                                          <p:spTgt spid="45"/>
                                        </p:tgtEl>
                                        <p:attrNameLst>
                                          <p:attrName>ppt_x</p:attrName>
                                        </p:attrNameLst>
                                      </p:cBhvr>
                                      <p:tavLst>
                                        <p:tav tm="0">
                                          <p:val>
                                            <p:strVal val="#ppt_x"/>
                                          </p:val>
                                        </p:tav>
                                        <p:tav tm="100000">
                                          <p:val>
                                            <p:strVal val="#ppt_x"/>
                                          </p:val>
                                        </p:tav>
                                      </p:tavLst>
                                    </p:anim>
                                    <p:anim calcmode="lin" valueType="num">
                                      <p:cBhvr>
                                        <p:cTn id="53" dur="500" fill="hold"/>
                                        <p:tgtEl>
                                          <p:spTgt spid="4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31" grpId="0" animBg="1"/>
      <p:bldP spid="25" grpId="0" animBg="1"/>
      <p:bldP spid="42" grpId="0" animBg="1"/>
      <p:bldP spid="43" grpId="0" animBg="1"/>
      <p:bldP spid="44" grpId="0" animBg="1"/>
      <p:bldP spid="45" grpId="0" animBg="1"/>
    </p:bldLst>
  </p:timing>
</p:sldLayout>
</file>

<file path=ppt/slideLayouts/slideLayout265.xml><?xml version="1.0" encoding="utf-8"?>
<p:sldLayout xmlns:a="http://schemas.openxmlformats.org/drawingml/2006/main" xmlns:r="http://schemas.openxmlformats.org/officeDocument/2006/relationships" xmlns:p="http://schemas.openxmlformats.org/presentationml/2006/main" preserve="1" userDrawn="1">
  <p:cSld name="14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42" name="Picture Placeholder 30"/>
          <p:cNvSpPr>
            <a:spLocks noGrp="1"/>
          </p:cNvSpPr>
          <p:nvPr>
            <p:ph type="pic" sz="quarter" idx="35" hasCustomPrompt="1"/>
          </p:nvPr>
        </p:nvSpPr>
        <p:spPr>
          <a:xfrm>
            <a:off x="507135" y="1983474"/>
            <a:ext cx="5519593" cy="2183006"/>
          </a:xfrm>
          <a:solidFill>
            <a:schemeClr val="bg1">
              <a:lumMod val="85000"/>
            </a:schemeClr>
          </a:solidFill>
        </p:spPr>
        <p:txBody>
          <a:bodyPr/>
          <a:lstStyle>
            <a:lvl1pPr>
              <a:defRPr/>
            </a:lvl1pPr>
          </a:lstStyle>
          <a:p>
            <a:r>
              <a:rPr lang="id-ID" dirty="0" smtClean="0"/>
              <a:t>Pic here</a:t>
            </a:r>
            <a:endParaRPr lang="en-AU" dirty="0"/>
          </a:p>
        </p:txBody>
      </p:sp>
      <p:sp>
        <p:nvSpPr>
          <p:cNvPr id="43" name="Picture Placeholder 30"/>
          <p:cNvSpPr>
            <a:spLocks noGrp="1"/>
          </p:cNvSpPr>
          <p:nvPr>
            <p:ph type="pic" sz="quarter" idx="36" hasCustomPrompt="1"/>
          </p:nvPr>
        </p:nvSpPr>
        <p:spPr>
          <a:xfrm>
            <a:off x="507134" y="4342054"/>
            <a:ext cx="5519593" cy="2183006"/>
          </a:xfrm>
          <a:solidFill>
            <a:schemeClr val="bg1">
              <a:lumMod val="85000"/>
            </a:schemeClr>
          </a:solidFill>
        </p:spPr>
        <p:txBody>
          <a:bodyPr/>
          <a:lstStyle>
            <a:lvl1pPr>
              <a:defRPr/>
            </a:lvl1pPr>
          </a:lstStyle>
          <a:p>
            <a:r>
              <a:rPr lang="id-ID" dirty="0" smtClean="0"/>
              <a:t>Pic here</a:t>
            </a:r>
            <a:endParaRPr lang="en-AU" dirty="0"/>
          </a:p>
        </p:txBody>
      </p:sp>
      <p:sp>
        <p:nvSpPr>
          <p:cNvPr id="16" name="Picture Placeholder 30"/>
          <p:cNvSpPr>
            <a:spLocks noGrp="1"/>
          </p:cNvSpPr>
          <p:nvPr>
            <p:ph type="pic" sz="quarter" idx="37" hasCustomPrompt="1"/>
          </p:nvPr>
        </p:nvSpPr>
        <p:spPr>
          <a:xfrm>
            <a:off x="6179133" y="1983474"/>
            <a:ext cx="5519593" cy="2183006"/>
          </a:xfrm>
          <a:solidFill>
            <a:schemeClr val="bg1">
              <a:lumMod val="85000"/>
            </a:schemeClr>
          </a:solidFill>
        </p:spPr>
        <p:txBody>
          <a:bodyPr/>
          <a:lstStyle>
            <a:lvl1pPr>
              <a:defRPr/>
            </a:lvl1pPr>
          </a:lstStyle>
          <a:p>
            <a:r>
              <a:rPr lang="id-ID" dirty="0" smtClean="0"/>
              <a:t>Pic here</a:t>
            </a:r>
            <a:endParaRPr lang="en-AU" dirty="0"/>
          </a:p>
        </p:txBody>
      </p:sp>
      <p:sp>
        <p:nvSpPr>
          <p:cNvPr id="17" name="Picture Placeholder 30"/>
          <p:cNvSpPr>
            <a:spLocks noGrp="1"/>
          </p:cNvSpPr>
          <p:nvPr>
            <p:ph type="pic" sz="quarter" idx="38" hasCustomPrompt="1"/>
          </p:nvPr>
        </p:nvSpPr>
        <p:spPr>
          <a:xfrm>
            <a:off x="6179132" y="4342054"/>
            <a:ext cx="5519593" cy="2183006"/>
          </a:xfrm>
          <a:solidFill>
            <a:schemeClr val="bg1">
              <a:lumMod val="85000"/>
            </a:schemeClr>
          </a:solidFill>
        </p:spPr>
        <p:txBody>
          <a:bodyPr/>
          <a:lstStyle>
            <a:lvl1pPr>
              <a:defRPr/>
            </a:lvl1pPr>
          </a:lstStyle>
          <a:p>
            <a:r>
              <a:rPr lang="id-ID" dirty="0" smtClean="0"/>
              <a:t>Pic here</a:t>
            </a:r>
            <a:endParaRPr lang="en-AU" dirty="0"/>
          </a:p>
        </p:txBody>
      </p:sp>
      <p:sp>
        <p:nvSpPr>
          <p:cNvPr id="21" name="Picture Placeholder 20"/>
          <p:cNvSpPr>
            <a:spLocks noGrp="1"/>
          </p:cNvSpPr>
          <p:nvPr>
            <p:ph type="pic" sz="quarter" idx="39" hasCustomPrompt="1"/>
          </p:nvPr>
        </p:nvSpPr>
        <p:spPr>
          <a:xfrm>
            <a:off x="4731330" y="2893088"/>
            <a:ext cx="2743200" cy="2743200"/>
          </a:xfrm>
          <a:custGeom>
            <a:avLst/>
            <a:gdLst>
              <a:gd name="connsiteX0" fmla="*/ 1371600 w 2743200"/>
              <a:gd name="connsiteY0" fmla="*/ 0 h 2743200"/>
              <a:gd name="connsiteX1" fmla="*/ 2743200 w 2743200"/>
              <a:gd name="connsiteY1" fmla="*/ 1371600 h 2743200"/>
              <a:gd name="connsiteX2" fmla="*/ 1371600 w 2743200"/>
              <a:gd name="connsiteY2" fmla="*/ 2743200 h 2743200"/>
              <a:gd name="connsiteX3" fmla="*/ 0 w 2743200"/>
              <a:gd name="connsiteY3" fmla="*/ 1371600 h 2743200"/>
              <a:gd name="connsiteX4" fmla="*/ 1371600 w 2743200"/>
              <a:gd name="connsiteY4" fmla="*/ 0 h 2743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2743200">
                <a:moveTo>
                  <a:pt x="1371600" y="0"/>
                </a:moveTo>
                <a:cubicBezTo>
                  <a:pt x="2129114" y="0"/>
                  <a:pt x="2743200" y="614086"/>
                  <a:pt x="2743200" y="1371600"/>
                </a:cubicBezTo>
                <a:cubicBezTo>
                  <a:pt x="2743200" y="2129114"/>
                  <a:pt x="2129114" y="2743200"/>
                  <a:pt x="1371600" y="2743200"/>
                </a:cubicBezTo>
                <a:cubicBezTo>
                  <a:pt x="614086" y="2743200"/>
                  <a:pt x="0" y="2129114"/>
                  <a:pt x="0" y="1371600"/>
                </a:cubicBezTo>
                <a:cubicBezTo>
                  <a:pt x="0" y="614086"/>
                  <a:pt x="614086" y="0"/>
                  <a:pt x="1371600" y="0"/>
                </a:cubicBezTo>
                <a:close/>
              </a:path>
            </a:pathLst>
          </a:custGeom>
          <a:solidFill>
            <a:schemeClr val="accent4"/>
          </a:solidFill>
        </p:spPr>
        <p:txBody>
          <a:bodyPr wrap="square">
            <a:noAutofit/>
          </a:bodyPr>
          <a:lstStyle>
            <a:lvl1pPr algn="r">
              <a:defRPr sz="1000"/>
            </a:lvl1pPr>
          </a:lstStyle>
          <a:p>
            <a:r>
              <a:rPr lang="id-ID" dirty="0" smtClean="0"/>
              <a:t>Nopic</a:t>
            </a:r>
            <a:endParaRPr lang="en-AU" dirty="0"/>
          </a:p>
        </p:txBody>
      </p:sp>
      <p:sp>
        <p:nvSpPr>
          <p:cNvPr id="22" name="Text Placeholder 21"/>
          <p:cNvSpPr>
            <a:spLocks noGrp="1"/>
          </p:cNvSpPr>
          <p:nvPr>
            <p:ph type="body" sz="quarter" idx="20"/>
          </p:nvPr>
        </p:nvSpPr>
        <p:spPr>
          <a:xfrm>
            <a:off x="4731331" y="3492745"/>
            <a:ext cx="2743200" cy="256811"/>
          </a:xfrm>
        </p:spPr>
        <p:txBody>
          <a:bodyPr/>
          <a:lstStyle>
            <a:lvl1pPr algn="ctr">
              <a:defRPr>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3" name="Text Placeholder 21"/>
          <p:cNvSpPr>
            <a:spLocks noGrp="1"/>
          </p:cNvSpPr>
          <p:nvPr>
            <p:ph type="body" sz="quarter" idx="29"/>
          </p:nvPr>
        </p:nvSpPr>
        <p:spPr>
          <a:xfrm>
            <a:off x="4731331" y="3799449"/>
            <a:ext cx="2743200" cy="1304045"/>
          </a:xfrm>
        </p:spPr>
        <p:txBody>
          <a:bodyPr>
            <a:normAutofit/>
          </a:bodyPr>
          <a:lstStyle>
            <a:lvl1pPr algn="ctr">
              <a:defRPr sz="120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Tree>
    <p:extLst>
      <p:ext uri="{BB962C8B-B14F-4D97-AF65-F5344CB8AC3E}">
        <p14:creationId xmlns:p14="http://schemas.microsoft.com/office/powerpoint/2010/main" val="124469041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42" presetClass="entr" presetSubtype="0" fill="hold" grpId="0" nodeType="afterEffect">
                                  <p:stCondLst>
                                    <p:cond delay="0"/>
                                  </p:stCondLst>
                                  <p:childTnLst>
                                    <p:set>
                                      <p:cBhvr>
                                        <p:cTn id="20" dur="1" fill="hold">
                                          <p:stCondLst>
                                            <p:cond delay="0"/>
                                          </p:stCondLst>
                                        </p:cTn>
                                        <p:tgtEl>
                                          <p:spTgt spid="42"/>
                                        </p:tgtEl>
                                        <p:attrNameLst>
                                          <p:attrName>style.visibility</p:attrName>
                                        </p:attrNameLst>
                                      </p:cBhvr>
                                      <p:to>
                                        <p:strVal val="visible"/>
                                      </p:to>
                                    </p:set>
                                    <p:animEffect transition="in" filter="fade">
                                      <p:cBhvr>
                                        <p:cTn id="21" dur="500"/>
                                        <p:tgtEl>
                                          <p:spTgt spid="42"/>
                                        </p:tgtEl>
                                      </p:cBhvr>
                                    </p:animEffect>
                                    <p:anim calcmode="lin" valueType="num">
                                      <p:cBhvr>
                                        <p:cTn id="22" dur="500" fill="hold"/>
                                        <p:tgtEl>
                                          <p:spTgt spid="42"/>
                                        </p:tgtEl>
                                        <p:attrNameLst>
                                          <p:attrName>ppt_x</p:attrName>
                                        </p:attrNameLst>
                                      </p:cBhvr>
                                      <p:tavLst>
                                        <p:tav tm="0">
                                          <p:val>
                                            <p:strVal val="#ppt_x"/>
                                          </p:val>
                                        </p:tav>
                                        <p:tav tm="100000">
                                          <p:val>
                                            <p:strVal val="#ppt_x"/>
                                          </p:val>
                                        </p:tav>
                                      </p:tavLst>
                                    </p:anim>
                                    <p:anim calcmode="lin" valueType="num">
                                      <p:cBhvr>
                                        <p:cTn id="23" dur="500" fill="hold"/>
                                        <p:tgtEl>
                                          <p:spTgt spid="42"/>
                                        </p:tgtEl>
                                        <p:attrNameLst>
                                          <p:attrName>ppt_y</p:attrName>
                                        </p:attrNameLst>
                                      </p:cBhvr>
                                      <p:tavLst>
                                        <p:tav tm="0">
                                          <p:val>
                                            <p:strVal val="#ppt_y+.1"/>
                                          </p:val>
                                        </p:tav>
                                        <p:tav tm="100000">
                                          <p:val>
                                            <p:strVal val="#ppt_y"/>
                                          </p:val>
                                        </p:tav>
                                      </p:tavLst>
                                    </p:anim>
                                  </p:childTnLst>
                                </p:cTn>
                              </p:par>
                            </p:childTnLst>
                          </p:cTn>
                        </p:par>
                        <p:par>
                          <p:cTn id="24" fill="hold">
                            <p:stCondLst>
                              <p:cond delay="2000"/>
                            </p:stCondLst>
                            <p:childTnLst>
                              <p:par>
                                <p:cTn id="25" presetID="42" presetClass="entr" presetSubtype="0" fill="hold" grpId="0" nodeType="afterEffect">
                                  <p:stCondLst>
                                    <p:cond delay="0"/>
                                  </p:stCondLst>
                                  <p:childTnLst>
                                    <p:set>
                                      <p:cBhvr>
                                        <p:cTn id="26" dur="1" fill="hold">
                                          <p:stCondLst>
                                            <p:cond delay="0"/>
                                          </p:stCondLst>
                                        </p:cTn>
                                        <p:tgtEl>
                                          <p:spTgt spid="43"/>
                                        </p:tgtEl>
                                        <p:attrNameLst>
                                          <p:attrName>style.visibility</p:attrName>
                                        </p:attrNameLst>
                                      </p:cBhvr>
                                      <p:to>
                                        <p:strVal val="visible"/>
                                      </p:to>
                                    </p:set>
                                    <p:animEffect transition="in" filter="fade">
                                      <p:cBhvr>
                                        <p:cTn id="27" dur="500"/>
                                        <p:tgtEl>
                                          <p:spTgt spid="43"/>
                                        </p:tgtEl>
                                      </p:cBhvr>
                                    </p:animEffect>
                                    <p:anim calcmode="lin" valueType="num">
                                      <p:cBhvr>
                                        <p:cTn id="28" dur="500" fill="hold"/>
                                        <p:tgtEl>
                                          <p:spTgt spid="43"/>
                                        </p:tgtEl>
                                        <p:attrNameLst>
                                          <p:attrName>ppt_x</p:attrName>
                                        </p:attrNameLst>
                                      </p:cBhvr>
                                      <p:tavLst>
                                        <p:tav tm="0">
                                          <p:val>
                                            <p:strVal val="#ppt_x"/>
                                          </p:val>
                                        </p:tav>
                                        <p:tav tm="100000">
                                          <p:val>
                                            <p:strVal val="#ppt_x"/>
                                          </p:val>
                                        </p:tav>
                                      </p:tavLst>
                                    </p:anim>
                                    <p:anim calcmode="lin" valueType="num">
                                      <p:cBhvr>
                                        <p:cTn id="29" dur="500" fill="hold"/>
                                        <p:tgtEl>
                                          <p:spTgt spid="43"/>
                                        </p:tgtEl>
                                        <p:attrNameLst>
                                          <p:attrName>ppt_y</p:attrName>
                                        </p:attrNameLst>
                                      </p:cBhvr>
                                      <p:tavLst>
                                        <p:tav tm="0">
                                          <p:val>
                                            <p:strVal val="#ppt_y+.1"/>
                                          </p:val>
                                        </p:tav>
                                        <p:tav tm="100000">
                                          <p:val>
                                            <p:strVal val="#ppt_y"/>
                                          </p:val>
                                        </p:tav>
                                      </p:tavLst>
                                    </p:anim>
                                  </p:childTnLst>
                                </p:cTn>
                              </p:par>
                            </p:childTnLst>
                          </p:cTn>
                        </p:par>
                        <p:par>
                          <p:cTn id="30" fill="hold">
                            <p:stCondLst>
                              <p:cond delay="2500"/>
                            </p:stCondLst>
                            <p:childTnLst>
                              <p:par>
                                <p:cTn id="31" presetID="42" presetClass="entr" presetSubtype="0" fill="hold" grpId="0" nodeType="afterEffect">
                                  <p:stCondLst>
                                    <p:cond delay="0"/>
                                  </p:stCondLst>
                                  <p:childTnLst>
                                    <p:set>
                                      <p:cBhvr>
                                        <p:cTn id="32" dur="1" fill="hold">
                                          <p:stCondLst>
                                            <p:cond delay="0"/>
                                          </p:stCondLst>
                                        </p:cTn>
                                        <p:tgtEl>
                                          <p:spTgt spid="16"/>
                                        </p:tgtEl>
                                        <p:attrNameLst>
                                          <p:attrName>style.visibility</p:attrName>
                                        </p:attrNameLst>
                                      </p:cBhvr>
                                      <p:to>
                                        <p:strVal val="visible"/>
                                      </p:to>
                                    </p:set>
                                    <p:animEffect transition="in" filter="fade">
                                      <p:cBhvr>
                                        <p:cTn id="33" dur="500"/>
                                        <p:tgtEl>
                                          <p:spTgt spid="16"/>
                                        </p:tgtEl>
                                      </p:cBhvr>
                                    </p:animEffect>
                                    <p:anim calcmode="lin" valueType="num">
                                      <p:cBhvr>
                                        <p:cTn id="34" dur="500" fill="hold"/>
                                        <p:tgtEl>
                                          <p:spTgt spid="16"/>
                                        </p:tgtEl>
                                        <p:attrNameLst>
                                          <p:attrName>ppt_x</p:attrName>
                                        </p:attrNameLst>
                                      </p:cBhvr>
                                      <p:tavLst>
                                        <p:tav tm="0">
                                          <p:val>
                                            <p:strVal val="#ppt_x"/>
                                          </p:val>
                                        </p:tav>
                                        <p:tav tm="100000">
                                          <p:val>
                                            <p:strVal val="#ppt_x"/>
                                          </p:val>
                                        </p:tav>
                                      </p:tavLst>
                                    </p:anim>
                                    <p:anim calcmode="lin" valueType="num">
                                      <p:cBhvr>
                                        <p:cTn id="35" dur="500" fill="hold"/>
                                        <p:tgtEl>
                                          <p:spTgt spid="16"/>
                                        </p:tgtEl>
                                        <p:attrNameLst>
                                          <p:attrName>ppt_y</p:attrName>
                                        </p:attrNameLst>
                                      </p:cBhvr>
                                      <p:tavLst>
                                        <p:tav tm="0">
                                          <p:val>
                                            <p:strVal val="#ppt_y+.1"/>
                                          </p:val>
                                        </p:tav>
                                        <p:tav tm="100000">
                                          <p:val>
                                            <p:strVal val="#ppt_y"/>
                                          </p:val>
                                        </p:tav>
                                      </p:tavLst>
                                    </p:anim>
                                  </p:childTnLst>
                                </p:cTn>
                              </p:par>
                            </p:childTnLst>
                          </p:cTn>
                        </p:par>
                        <p:par>
                          <p:cTn id="36" fill="hold">
                            <p:stCondLst>
                              <p:cond delay="3000"/>
                            </p:stCondLst>
                            <p:childTnLst>
                              <p:par>
                                <p:cTn id="37" presetID="42" presetClass="entr" presetSubtype="0" fill="hold" grpId="0" nodeType="afterEffect">
                                  <p:stCondLst>
                                    <p:cond delay="0"/>
                                  </p:stCondLst>
                                  <p:childTnLst>
                                    <p:set>
                                      <p:cBhvr>
                                        <p:cTn id="38" dur="1" fill="hold">
                                          <p:stCondLst>
                                            <p:cond delay="0"/>
                                          </p:stCondLst>
                                        </p:cTn>
                                        <p:tgtEl>
                                          <p:spTgt spid="17"/>
                                        </p:tgtEl>
                                        <p:attrNameLst>
                                          <p:attrName>style.visibility</p:attrName>
                                        </p:attrNameLst>
                                      </p:cBhvr>
                                      <p:to>
                                        <p:strVal val="visible"/>
                                      </p:to>
                                    </p:set>
                                    <p:animEffect transition="in" filter="fade">
                                      <p:cBhvr>
                                        <p:cTn id="39" dur="500"/>
                                        <p:tgtEl>
                                          <p:spTgt spid="17"/>
                                        </p:tgtEl>
                                      </p:cBhvr>
                                    </p:animEffect>
                                    <p:anim calcmode="lin" valueType="num">
                                      <p:cBhvr>
                                        <p:cTn id="40" dur="500" fill="hold"/>
                                        <p:tgtEl>
                                          <p:spTgt spid="17"/>
                                        </p:tgtEl>
                                        <p:attrNameLst>
                                          <p:attrName>ppt_x</p:attrName>
                                        </p:attrNameLst>
                                      </p:cBhvr>
                                      <p:tavLst>
                                        <p:tav tm="0">
                                          <p:val>
                                            <p:strVal val="#ppt_x"/>
                                          </p:val>
                                        </p:tav>
                                        <p:tav tm="100000">
                                          <p:val>
                                            <p:strVal val="#ppt_x"/>
                                          </p:val>
                                        </p:tav>
                                      </p:tavLst>
                                    </p:anim>
                                    <p:anim calcmode="lin" valueType="num">
                                      <p:cBhvr>
                                        <p:cTn id="41" dur="500" fill="hold"/>
                                        <p:tgtEl>
                                          <p:spTgt spid="17"/>
                                        </p:tgtEl>
                                        <p:attrNameLst>
                                          <p:attrName>ppt_y</p:attrName>
                                        </p:attrNameLst>
                                      </p:cBhvr>
                                      <p:tavLst>
                                        <p:tav tm="0">
                                          <p:val>
                                            <p:strVal val="#ppt_y+.1"/>
                                          </p:val>
                                        </p:tav>
                                        <p:tav tm="100000">
                                          <p:val>
                                            <p:strVal val="#ppt_y"/>
                                          </p:val>
                                        </p:tav>
                                      </p:tavLst>
                                    </p:anim>
                                  </p:childTnLst>
                                </p:cTn>
                              </p:par>
                            </p:childTnLst>
                          </p:cTn>
                        </p:par>
                        <p:par>
                          <p:cTn id="42" fill="hold">
                            <p:stCondLst>
                              <p:cond delay="3500"/>
                            </p:stCondLst>
                            <p:childTnLst>
                              <p:par>
                                <p:cTn id="43" presetID="10" presetClass="entr" presetSubtype="0" fill="hold" grpId="0" nodeType="afterEffect">
                                  <p:stCondLst>
                                    <p:cond delay="0"/>
                                  </p:stCondLst>
                                  <p:childTnLst>
                                    <p:set>
                                      <p:cBhvr>
                                        <p:cTn id="44" dur="1" fill="hold">
                                          <p:stCondLst>
                                            <p:cond delay="0"/>
                                          </p:stCondLst>
                                        </p:cTn>
                                        <p:tgtEl>
                                          <p:spTgt spid="21"/>
                                        </p:tgtEl>
                                        <p:attrNameLst>
                                          <p:attrName>style.visibility</p:attrName>
                                        </p:attrNameLst>
                                      </p:cBhvr>
                                      <p:to>
                                        <p:strVal val="visible"/>
                                      </p:to>
                                    </p:set>
                                    <p:animEffect transition="in" filter="fade">
                                      <p:cBhvr>
                                        <p:cTn id="45" dur="500"/>
                                        <p:tgtEl>
                                          <p:spTgt spid="21"/>
                                        </p:tgtEl>
                                      </p:cBhvr>
                                    </p:animEffect>
                                  </p:childTnLst>
                                </p:cTn>
                              </p:par>
                            </p:childTnLst>
                          </p:cTn>
                        </p:par>
                        <p:par>
                          <p:cTn id="46" fill="hold">
                            <p:stCondLst>
                              <p:cond delay="4000"/>
                            </p:stCondLst>
                            <p:childTnLst>
                              <p:par>
                                <p:cTn id="47" presetID="53" presetClass="entr" presetSubtype="16" fill="hold" grpId="0" nodeType="afterEffect" nodePh="1">
                                  <p:stCondLst>
                                    <p:cond delay="0"/>
                                  </p:stCondLst>
                                  <p:endCondLst>
                                    <p:cond evt="begin" delay="0">
                                      <p:tn val="47"/>
                                    </p:cond>
                                  </p:endCondLst>
                                  <p:childTnLst>
                                    <p:set>
                                      <p:cBhvr>
                                        <p:cTn id="48" dur="1" fill="hold">
                                          <p:stCondLst>
                                            <p:cond delay="0"/>
                                          </p:stCondLst>
                                        </p:cTn>
                                        <p:tgtEl>
                                          <p:spTgt spid="22">
                                            <p:txEl>
                                              <p:pRg st="0" end="0"/>
                                            </p:txEl>
                                          </p:spTgt>
                                        </p:tgtEl>
                                        <p:attrNameLst>
                                          <p:attrName>style.visibility</p:attrName>
                                        </p:attrNameLst>
                                      </p:cBhvr>
                                      <p:to>
                                        <p:strVal val="visible"/>
                                      </p:to>
                                    </p:set>
                                    <p:anim calcmode="lin" valueType="num">
                                      <p:cBhvr>
                                        <p:cTn id="49" dur="500" fill="hold"/>
                                        <p:tgtEl>
                                          <p:spTgt spid="22">
                                            <p:txEl>
                                              <p:pRg st="0" end="0"/>
                                            </p:txEl>
                                          </p:spTgt>
                                        </p:tgtEl>
                                        <p:attrNameLst>
                                          <p:attrName>ppt_w</p:attrName>
                                        </p:attrNameLst>
                                      </p:cBhvr>
                                      <p:tavLst>
                                        <p:tav tm="0">
                                          <p:val>
                                            <p:fltVal val="0"/>
                                          </p:val>
                                        </p:tav>
                                        <p:tav tm="100000">
                                          <p:val>
                                            <p:strVal val="#ppt_w"/>
                                          </p:val>
                                        </p:tav>
                                      </p:tavLst>
                                    </p:anim>
                                    <p:anim calcmode="lin" valueType="num">
                                      <p:cBhvr>
                                        <p:cTn id="50" dur="500" fill="hold"/>
                                        <p:tgtEl>
                                          <p:spTgt spid="22">
                                            <p:txEl>
                                              <p:pRg st="0" end="0"/>
                                            </p:txEl>
                                          </p:spTgt>
                                        </p:tgtEl>
                                        <p:attrNameLst>
                                          <p:attrName>ppt_h</p:attrName>
                                        </p:attrNameLst>
                                      </p:cBhvr>
                                      <p:tavLst>
                                        <p:tav tm="0">
                                          <p:val>
                                            <p:fltVal val="0"/>
                                          </p:val>
                                        </p:tav>
                                        <p:tav tm="100000">
                                          <p:val>
                                            <p:strVal val="#ppt_h"/>
                                          </p:val>
                                        </p:tav>
                                      </p:tavLst>
                                    </p:anim>
                                    <p:animEffect transition="in" filter="fade">
                                      <p:cBhvr>
                                        <p:cTn id="51" dur="500"/>
                                        <p:tgtEl>
                                          <p:spTgt spid="22">
                                            <p:txEl>
                                              <p:pRg st="0" end="0"/>
                                            </p:txEl>
                                          </p:spTgt>
                                        </p:tgtEl>
                                      </p:cBhvr>
                                    </p:animEffect>
                                  </p:childTnLst>
                                </p:cTn>
                              </p:par>
                            </p:childTnLst>
                          </p:cTn>
                        </p:par>
                        <p:par>
                          <p:cTn id="52" fill="hold">
                            <p:stCondLst>
                              <p:cond delay="4500"/>
                            </p:stCondLst>
                            <p:childTnLst>
                              <p:par>
                                <p:cTn id="53" presetID="42" presetClass="entr" presetSubtype="0" fill="hold" grpId="0" nodeType="afterEffect" nodePh="1">
                                  <p:stCondLst>
                                    <p:cond delay="0"/>
                                  </p:stCondLst>
                                  <p:endCondLst>
                                    <p:cond evt="begin" delay="0">
                                      <p:tn val="53"/>
                                    </p:cond>
                                  </p:endCondLst>
                                  <p:childTnLst>
                                    <p:set>
                                      <p:cBhvr>
                                        <p:cTn id="54" dur="1" fill="hold">
                                          <p:stCondLst>
                                            <p:cond delay="0"/>
                                          </p:stCondLst>
                                        </p:cTn>
                                        <p:tgtEl>
                                          <p:spTgt spid="23">
                                            <p:txEl>
                                              <p:pRg st="0" end="0"/>
                                            </p:txEl>
                                          </p:spTgt>
                                        </p:tgtEl>
                                        <p:attrNameLst>
                                          <p:attrName>style.visibility</p:attrName>
                                        </p:attrNameLst>
                                      </p:cBhvr>
                                      <p:to>
                                        <p:strVal val="visible"/>
                                      </p:to>
                                    </p:set>
                                    <p:animEffect transition="in" filter="fade">
                                      <p:cBhvr>
                                        <p:cTn id="55" dur="500"/>
                                        <p:tgtEl>
                                          <p:spTgt spid="23">
                                            <p:txEl>
                                              <p:pRg st="0" end="0"/>
                                            </p:txEl>
                                          </p:spTgt>
                                        </p:tgtEl>
                                      </p:cBhvr>
                                    </p:animEffect>
                                    <p:anim calcmode="lin" valueType="num">
                                      <p:cBhvr>
                                        <p:cTn id="56" dur="500" fill="hold"/>
                                        <p:tgtEl>
                                          <p:spTgt spid="23">
                                            <p:txEl>
                                              <p:pRg st="0" end="0"/>
                                            </p:txEl>
                                          </p:spTgt>
                                        </p:tgtEl>
                                        <p:attrNameLst>
                                          <p:attrName>ppt_x</p:attrName>
                                        </p:attrNameLst>
                                      </p:cBhvr>
                                      <p:tavLst>
                                        <p:tav tm="0">
                                          <p:val>
                                            <p:strVal val="#ppt_x"/>
                                          </p:val>
                                        </p:tav>
                                        <p:tav tm="100000">
                                          <p:val>
                                            <p:strVal val="#ppt_x"/>
                                          </p:val>
                                        </p:tav>
                                      </p:tavLst>
                                    </p:anim>
                                    <p:anim calcmode="lin" valueType="num">
                                      <p:cBhvr>
                                        <p:cTn id="57" dur="500" fill="hold"/>
                                        <p:tgtEl>
                                          <p:spTgt spid="23">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42" grpId="0" animBg="1"/>
      <p:bldP spid="43" grpId="0" animBg="1"/>
      <p:bldP spid="16" grpId="0" animBg="1"/>
      <p:bldP spid="17" grpId="0" animBg="1"/>
      <p:bldP spid="21" grpId="0" animBg="1"/>
      <p:bldP spid="22"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2"/>
                        </p:tgtEl>
                        <p:attrNameLst>
                          <p:attrName>style.visibility</p:attrName>
                        </p:attrNameLst>
                      </p:cBhvr>
                      <p:to>
                        <p:strVal val="visible"/>
                      </p:to>
                    </p:set>
                    <p:anim calcmode="lin" valueType="num">
                      <p:cBhvr>
                        <p:cTn dur="500" fill="hold"/>
                        <p:tgtEl>
                          <p:spTgt spid="22"/>
                        </p:tgtEl>
                        <p:attrNameLst>
                          <p:attrName>ppt_w</p:attrName>
                        </p:attrNameLst>
                      </p:cBhvr>
                      <p:tavLst>
                        <p:tav tm="0">
                          <p:val>
                            <p:fltVal val="0"/>
                          </p:val>
                        </p:tav>
                        <p:tav tm="100000">
                          <p:val>
                            <p:strVal val="#ppt_w"/>
                          </p:val>
                        </p:tav>
                      </p:tavLst>
                    </p:anim>
                    <p:anim calcmode="lin" valueType="num">
                      <p:cBhvr>
                        <p:cTn dur="500" fill="hold"/>
                        <p:tgtEl>
                          <p:spTgt spid="22"/>
                        </p:tgtEl>
                        <p:attrNameLst>
                          <p:attrName>ppt_h</p:attrName>
                        </p:attrNameLst>
                      </p:cBhvr>
                      <p:tavLst>
                        <p:tav tm="0">
                          <p:val>
                            <p:fltVal val="0"/>
                          </p:val>
                        </p:tav>
                        <p:tav tm="100000">
                          <p:val>
                            <p:strVal val="#ppt_h"/>
                          </p:val>
                        </p:tav>
                      </p:tavLst>
                    </p:anim>
                    <p:animEffect transition="in" filter="fade">
                      <p:cBhvr>
                        <p:cTn dur="500"/>
                        <p:tgtEl>
                          <p:spTgt spid="22"/>
                        </p:tgtEl>
                      </p:cBhvr>
                    </p:animEffect>
                  </p:childTnLst>
                </p:cTn>
              </p:par>
            </p:tnLst>
          </p:tmpl>
        </p:tmplLst>
      </p:bldP>
      <p:bldP spid="23"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3"/>
                        </p:tgtEl>
                        <p:attrNameLst>
                          <p:attrName>style.visibility</p:attrName>
                        </p:attrNameLst>
                      </p:cBhvr>
                      <p:to>
                        <p:strVal val="visible"/>
                      </p:to>
                    </p:set>
                    <p:animEffect transition="in" filter="fade">
                      <p:cBhvr>
                        <p:cTn dur="500"/>
                        <p:tgtEl>
                          <p:spTgt spid="23"/>
                        </p:tgtEl>
                      </p:cBhvr>
                    </p:animEffect>
                    <p:anim calcmode="lin" valueType="num">
                      <p:cBhvr>
                        <p:cTn dur="500" fill="hold"/>
                        <p:tgtEl>
                          <p:spTgt spid="23"/>
                        </p:tgtEl>
                        <p:attrNameLst>
                          <p:attrName>ppt_x</p:attrName>
                        </p:attrNameLst>
                      </p:cBhvr>
                      <p:tavLst>
                        <p:tav tm="0">
                          <p:val>
                            <p:strVal val="#ppt_x"/>
                          </p:val>
                        </p:tav>
                        <p:tav tm="100000">
                          <p:val>
                            <p:strVal val="#ppt_x"/>
                          </p:val>
                        </p:tav>
                      </p:tavLst>
                    </p:anim>
                    <p:anim calcmode="lin" valueType="num">
                      <p:cBhvr>
                        <p:cTn dur="500" fill="hold"/>
                        <p:tgtEl>
                          <p:spTgt spid="23"/>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266.xml><?xml version="1.0" encoding="utf-8"?>
<p:sldLayout xmlns:a="http://schemas.openxmlformats.org/drawingml/2006/main" xmlns:r="http://schemas.openxmlformats.org/officeDocument/2006/relationships" xmlns:p="http://schemas.openxmlformats.org/presentationml/2006/main" preserve="1" userDrawn="1">
  <p:cSld name="15_Custom Layout">
    <p:spTree>
      <p:nvGrpSpPr>
        <p:cNvPr id="1" name=""/>
        <p:cNvGrpSpPr/>
        <p:nvPr/>
      </p:nvGrpSpPr>
      <p:grpSpPr>
        <a:xfrm>
          <a:off x="0" y="0"/>
          <a:ext cx="0" cy="0"/>
          <a:chOff x="0" y="0"/>
          <a:chExt cx="0" cy="0"/>
        </a:xfrm>
      </p:grpSpPr>
      <p:sp>
        <p:nvSpPr>
          <p:cNvPr id="31" name="Rounded Rectangle 30"/>
          <p:cNvSpPr/>
          <p:nvPr userDrawn="1"/>
        </p:nvSpPr>
        <p:spPr>
          <a:xfrm>
            <a:off x="8372331" y="4003119"/>
            <a:ext cx="2762538" cy="2022764"/>
          </a:xfrm>
          <a:prstGeom prst="round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0" name="Rounded Rectangle 29"/>
          <p:cNvSpPr/>
          <p:nvPr userDrawn="1"/>
        </p:nvSpPr>
        <p:spPr>
          <a:xfrm>
            <a:off x="4714731" y="4003119"/>
            <a:ext cx="2762538" cy="2022764"/>
          </a:xfrm>
          <a:prstGeom prst="round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6" name="Rounded Rectangle 5"/>
          <p:cNvSpPr/>
          <p:nvPr userDrawn="1"/>
        </p:nvSpPr>
        <p:spPr>
          <a:xfrm>
            <a:off x="1057131" y="4003119"/>
            <a:ext cx="2762538" cy="2022764"/>
          </a:xfrm>
          <a:prstGeom prst="round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43" name="Picture Placeholder 30"/>
          <p:cNvSpPr>
            <a:spLocks noGrp="1"/>
          </p:cNvSpPr>
          <p:nvPr>
            <p:ph type="pic" sz="quarter" idx="36" hasCustomPrompt="1"/>
          </p:nvPr>
        </p:nvSpPr>
        <p:spPr>
          <a:xfrm>
            <a:off x="1057131" y="2078182"/>
            <a:ext cx="2762538" cy="2701636"/>
          </a:xfrm>
          <a:solidFill>
            <a:schemeClr val="bg1">
              <a:lumMod val="85000"/>
            </a:schemeClr>
          </a:solidFill>
        </p:spPr>
        <p:txBody>
          <a:bodyPr/>
          <a:lstStyle>
            <a:lvl1pPr>
              <a:defRPr/>
            </a:lvl1pPr>
          </a:lstStyle>
          <a:p>
            <a:r>
              <a:rPr lang="id-ID" dirty="0" smtClean="0"/>
              <a:t>Pic here</a:t>
            </a:r>
            <a:endParaRPr lang="en-AU" dirty="0"/>
          </a:p>
        </p:txBody>
      </p:sp>
      <p:sp>
        <p:nvSpPr>
          <p:cNvPr id="15"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1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19" name="Picture Placeholder 30"/>
          <p:cNvSpPr>
            <a:spLocks noGrp="1"/>
          </p:cNvSpPr>
          <p:nvPr>
            <p:ph type="pic" sz="quarter" idx="37" hasCustomPrompt="1"/>
          </p:nvPr>
        </p:nvSpPr>
        <p:spPr>
          <a:xfrm>
            <a:off x="4714731" y="2078182"/>
            <a:ext cx="2762538" cy="2701636"/>
          </a:xfrm>
          <a:solidFill>
            <a:schemeClr val="bg1">
              <a:lumMod val="85000"/>
            </a:schemeClr>
          </a:solidFill>
        </p:spPr>
        <p:txBody>
          <a:bodyPr/>
          <a:lstStyle>
            <a:lvl1pPr>
              <a:defRPr/>
            </a:lvl1pPr>
          </a:lstStyle>
          <a:p>
            <a:r>
              <a:rPr lang="id-ID" dirty="0" smtClean="0"/>
              <a:t>Pic here</a:t>
            </a:r>
            <a:endParaRPr lang="en-AU" dirty="0"/>
          </a:p>
        </p:txBody>
      </p:sp>
      <p:sp>
        <p:nvSpPr>
          <p:cNvPr id="20" name="Picture Placeholder 30"/>
          <p:cNvSpPr>
            <a:spLocks noGrp="1"/>
          </p:cNvSpPr>
          <p:nvPr>
            <p:ph type="pic" sz="quarter" idx="38" hasCustomPrompt="1"/>
          </p:nvPr>
        </p:nvSpPr>
        <p:spPr>
          <a:xfrm>
            <a:off x="8372331" y="2078182"/>
            <a:ext cx="2762538" cy="2701636"/>
          </a:xfrm>
          <a:solidFill>
            <a:schemeClr val="bg1">
              <a:lumMod val="85000"/>
            </a:schemeClr>
          </a:solidFill>
        </p:spPr>
        <p:txBody>
          <a:bodyPr/>
          <a:lstStyle>
            <a:lvl1pPr>
              <a:defRPr/>
            </a:lvl1pPr>
          </a:lstStyle>
          <a:p>
            <a:r>
              <a:rPr lang="id-ID" dirty="0" smtClean="0"/>
              <a:t>Pic here</a:t>
            </a:r>
            <a:endParaRPr lang="en-AU" dirty="0"/>
          </a:p>
        </p:txBody>
      </p:sp>
      <p:sp>
        <p:nvSpPr>
          <p:cNvPr id="24" name="Picture Placeholder 30"/>
          <p:cNvSpPr>
            <a:spLocks noGrp="1"/>
          </p:cNvSpPr>
          <p:nvPr>
            <p:ph type="pic" sz="quarter" idx="39" hasCustomPrompt="1"/>
          </p:nvPr>
        </p:nvSpPr>
        <p:spPr>
          <a:xfrm>
            <a:off x="1057131" y="4142509"/>
            <a:ext cx="2762538" cy="637309"/>
          </a:xfrm>
          <a:solidFill>
            <a:schemeClr val="accent1"/>
          </a:solidFill>
        </p:spPr>
        <p:txBody>
          <a:bodyPr>
            <a:normAutofit/>
          </a:bodyPr>
          <a:lstStyle>
            <a:lvl1pPr algn="r">
              <a:defRPr sz="1050"/>
            </a:lvl1pPr>
          </a:lstStyle>
          <a:p>
            <a:r>
              <a:rPr lang="id-ID" dirty="0" smtClean="0"/>
              <a:t>Nopic</a:t>
            </a:r>
            <a:endParaRPr lang="en-AU" dirty="0"/>
          </a:p>
        </p:txBody>
      </p:sp>
      <p:sp>
        <p:nvSpPr>
          <p:cNvPr id="25" name="Picture Placeholder 30"/>
          <p:cNvSpPr>
            <a:spLocks noGrp="1"/>
          </p:cNvSpPr>
          <p:nvPr>
            <p:ph type="pic" sz="quarter" idx="40" hasCustomPrompt="1"/>
          </p:nvPr>
        </p:nvSpPr>
        <p:spPr>
          <a:xfrm>
            <a:off x="4714731" y="4142509"/>
            <a:ext cx="2762538" cy="637309"/>
          </a:xfrm>
          <a:solidFill>
            <a:schemeClr val="accent2"/>
          </a:solidFill>
        </p:spPr>
        <p:txBody>
          <a:bodyPr>
            <a:normAutofit/>
          </a:bodyPr>
          <a:lstStyle>
            <a:lvl1pPr algn="r">
              <a:defRPr sz="1050"/>
            </a:lvl1pPr>
          </a:lstStyle>
          <a:p>
            <a:r>
              <a:rPr lang="id-ID" dirty="0" smtClean="0"/>
              <a:t>Nopic</a:t>
            </a:r>
            <a:endParaRPr lang="en-AU" dirty="0"/>
          </a:p>
        </p:txBody>
      </p:sp>
      <p:sp>
        <p:nvSpPr>
          <p:cNvPr id="26" name="Picture Placeholder 30"/>
          <p:cNvSpPr>
            <a:spLocks noGrp="1"/>
          </p:cNvSpPr>
          <p:nvPr>
            <p:ph type="pic" sz="quarter" idx="41" hasCustomPrompt="1"/>
          </p:nvPr>
        </p:nvSpPr>
        <p:spPr>
          <a:xfrm>
            <a:off x="8372331" y="4142509"/>
            <a:ext cx="2762538" cy="637309"/>
          </a:xfrm>
          <a:solidFill>
            <a:schemeClr val="accent4"/>
          </a:solidFill>
        </p:spPr>
        <p:txBody>
          <a:bodyPr>
            <a:normAutofit/>
          </a:bodyPr>
          <a:lstStyle>
            <a:lvl1pPr algn="r">
              <a:defRPr sz="1050"/>
            </a:lvl1pPr>
          </a:lstStyle>
          <a:p>
            <a:r>
              <a:rPr lang="id-ID" dirty="0" smtClean="0"/>
              <a:t>Nopic</a:t>
            </a:r>
            <a:endParaRPr lang="en-AU" dirty="0"/>
          </a:p>
        </p:txBody>
      </p:sp>
      <p:sp>
        <p:nvSpPr>
          <p:cNvPr id="27" name="Text Placeholder 21"/>
          <p:cNvSpPr>
            <a:spLocks noGrp="1"/>
          </p:cNvSpPr>
          <p:nvPr>
            <p:ph type="body" sz="quarter" idx="20"/>
          </p:nvPr>
        </p:nvSpPr>
        <p:spPr>
          <a:xfrm>
            <a:off x="1057131" y="4332757"/>
            <a:ext cx="2743200" cy="256811"/>
          </a:xfrm>
        </p:spPr>
        <p:txBody>
          <a:bodyPr/>
          <a:lstStyle>
            <a:lvl1pPr algn="ctr">
              <a:defRPr>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8" name="Text Placeholder 21"/>
          <p:cNvSpPr>
            <a:spLocks noGrp="1"/>
          </p:cNvSpPr>
          <p:nvPr>
            <p:ph type="body" sz="quarter" idx="42"/>
          </p:nvPr>
        </p:nvSpPr>
        <p:spPr>
          <a:xfrm>
            <a:off x="4734069" y="4332756"/>
            <a:ext cx="2743200" cy="256811"/>
          </a:xfrm>
        </p:spPr>
        <p:txBody>
          <a:bodyPr/>
          <a:lstStyle>
            <a:lvl1pPr algn="ctr">
              <a:defRPr>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9" name="Text Placeholder 21"/>
          <p:cNvSpPr>
            <a:spLocks noGrp="1"/>
          </p:cNvSpPr>
          <p:nvPr>
            <p:ph type="body" sz="quarter" idx="43"/>
          </p:nvPr>
        </p:nvSpPr>
        <p:spPr>
          <a:xfrm>
            <a:off x="8372331" y="4332756"/>
            <a:ext cx="2743200" cy="256811"/>
          </a:xfrm>
        </p:spPr>
        <p:txBody>
          <a:bodyPr/>
          <a:lstStyle>
            <a:lvl1pPr algn="ctr">
              <a:defRPr>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3" name="Text Placeholder 21"/>
          <p:cNvSpPr>
            <a:spLocks noGrp="1"/>
          </p:cNvSpPr>
          <p:nvPr>
            <p:ph type="body" sz="quarter" idx="44"/>
          </p:nvPr>
        </p:nvSpPr>
        <p:spPr>
          <a:xfrm>
            <a:off x="1057131" y="5014501"/>
            <a:ext cx="2743200" cy="682675"/>
          </a:xfrm>
        </p:spPr>
        <p:txBody>
          <a:bodyPr>
            <a:noAutofit/>
          </a:bodyPr>
          <a:lstStyle>
            <a:lvl1pPr algn="ctr">
              <a:defRPr sz="120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4" name="Text Placeholder 21"/>
          <p:cNvSpPr>
            <a:spLocks noGrp="1"/>
          </p:cNvSpPr>
          <p:nvPr>
            <p:ph type="body" sz="quarter" idx="45"/>
          </p:nvPr>
        </p:nvSpPr>
        <p:spPr>
          <a:xfrm>
            <a:off x="4695393" y="5014500"/>
            <a:ext cx="2743200" cy="682675"/>
          </a:xfrm>
        </p:spPr>
        <p:txBody>
          <a:bodyPr>
            <a:noAutofit/>
          </a:bodyPr>
          <a:lstStyle>
            <a:lvl1pPr algn="ctr">
              <a:defRPr sz="120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5" name="Text Placeholder 21"/>
          <p:cNvSpPr>
            <a:spLocks noGrp="1"/>
          </p:cNvSpPr>
          <p:nvPr>
            <p:ph type="body" sz="quarter" idx="46"/>
          </p:nvPr>
        </p:nvSpPr>
        <p:spPr>
          <a:xfrm>
            <a:off x="8380703" y="5014500"/>
            <a:ext cx="2743200" cy="682675"/>
          </a:xfrm>
        </p:spPr>
        <p:txBody>
          <a:bodyPr>
            <a:noAutofit/>
          </a:bodyPr>
          <a:lstStyle>
            <a:lvl1pPr algn="ctr">
              <a:defRPr sz="120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Tree>
    <p:extLst>
      <p:ext uri="{BB962C8B-B14F-4D97-AF65-F5344CB8AC3E}">
        <p14:creationId xmlns:p14="http://schemas.microsoft.com/office/powerpoint/2010/main" val="155568729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500"/>
                            </p:stCondLst>
                            <p:childTnLst>
                              <p:par>
                                <p:cTn id="5" presetID="10" presetClass="entr" presetSubtype="0" fill="hold" grpId="0" nodeType="after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500"/>
                                        <p:tgtEl>
                                          <p:spTgt spid="15"/>
                                        </p:tgtEl>
                                      </p:cBhvr>
                                    </p:animEffect>
                                  </p:childTnLst>
                                </p:cTn>
                              </p:par>
                            </p:childTnLst>
                          </p:cTn>
                        </p:par>
                        <p:par>
                          <p:cTn id="8" fill="hold">
                            <p:stCondLst>
                              <p:cond delay="1000"/>
                            </p:stCondLst>
                            <p:childTnLst>
                              <p:par>
                                <p:cTn id="9" presetID="42" presetClass="entr" presetSubtype="0" fill="hold" grpId="0" nodeType="afterEffect">
                                  <p:stCondLst>
                                    <p:cond delay="0"/>
                                  </p:stCondLst>
                                  <p:childTnLst>
                                    <p:set>
                                      <p:cBhvr>
                                        <p:cTn id="10" dur="1" fill="hold">
                                          <p:stCondLst>
                                            <p:cond delay="0"/>
                                          </p:stCondLst>
                                        </p:cTn>
                                        <p:tgtEl>
                                          <p:spTgt spid="18">
                                            <p:txEl>
                                              <p:pRg st="0" end="0"/>
                                            </p:txEl>
                                          </p:spTgt>
                                        </p:tgtEl>
                                        <p:attrNameLst>
                                          <p:attrName>style.visibility</p:attrName>
                                        </p:attrNameLst>
                                      </p:cBhvr>
                                      <p:to>
                                        <p:strVal val="visible"/>
                                      </p:to>
                                    </p:set>
                                    <p:animEffect transition="in" filter="fade">
                                      <p:cBhvr>
                                        <p:cTn id="11" dur="500"/>
                                        <p:tgtEl>
                                          <p:spTgt spid="18">
                                            <p:txEl>
                                              <p:pRg st="0" end="0"/>
                                            </p:txEl>
                                          </p:spTgt>
                                        </p:tgtEl>
                                      </p:cBhvr>
                                    </p:animEffect>
                                    <p:anim calcmode="lin" valueType="num">
                                      <p:cBhvr>
                                        <p:cTn id="12" dur="500" fill="hold"/>
                                        <p:tgtEl>
                                          <p:spTgt spid="18">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18">
                                            <p:txEl>
                                              <p:pRg st="0" end="0"/>
                                            </p:txEl>
                                          </p:spTgt>
                                        </p:tgtEl>
                                        <p:attrNameLst>
                                          <p:attrName>ppt_y</p:attrName>
                                        </p:attrNameLst>
                                      </p:cBhvr>
                                      <p:tavLst>
                                        <p:tav tm="0">
                                          <p:val>
                                            <p:strVal val="#ppt_y+.1"/>
                                          </p:val>
                                        </p:tav>
                                        <p:tav tm="100000">
                                          <p:val>
                                            <p:strVal val="#ppt_y"/>
                                          </p:val>
                                        </p:tav>
                                      </p:tavLst>
                                    </p:anim>
                                  </p:childTnLst>
                                </p:cTn>
                              </p:par>
                            </p:childTnLst>
                          </p:cTn>
                        </p:par>
                        <p:par>
                          <p:cTn id="14" fill="hold">
                            <p:stCondLst>
                              <p:cond delay="1500"/>
                            </p:stCondLst>
                            <p:childTnLst>
                              <p:par>
                                <p:cTn id="15" presetID="42" presetClass="entr" presetSubtype="0" fill="hold" grpId="0" nodeType="afterEffect">
                                  <p:stCondLst>
                                    <p:cond delay="0"/>
                                  </p:stCondLst>
                                  <p:childTnLst>
                                    <p:set>
                                      <p:cBhvr>
                                        <p:cTn id="16" dur="1" fill="hold">
                                          <p:stCondLst>
                                            <p:cond delay="0"/>
                                          </p:stCondLst>
                                        </p:cTn>
                                        <p:tgtEl>
                                          <p:spTgt spid="43"/>
                                        </p:tgtEl>
                                        <p:attrNameLst>
                                          <p:attrName>style.visibility</p:attrName>
                                        </p:attrNameLst>
                                      </p:cBhvr>
                                      <p:to>
                                        <p:strVal val="visible"/>
                                      </p:to>
                                    </p:set>
                                    <p:animEffect transition="in" filter="fade">
                                      <p:cBhvr>
                                        <p:cTn id="17" dur="500"/>
                                        <p:tgtEl>
                                          <p:spTgt spid="43"/>
                                        </p:tgtEl>
                                      </p:cBhvr>
                                    </p:animEffect>
                                    <p:anim calcmode="lin" valueType="num">
                                      <p:cBhvr>
                                        <p:cTn id="18" dur="500" fill="hold"/>
                                        <p:tgtEl>
                                          <p:spTgt spid="43"/>
                                        </p:tgtEl>
                                        <p:attrNameLst>
                                          <p:attrName>ppt_x</p:attrName>
                                        </p:attrNameLst>
                                      </p:cBhvr>
                                      <p:tavLst>
                                        <p:tav tm="0">
                                          <p:val>
                                            <p:strVal val="#ppt_x"/>
                                          </p:val>
                                        </p:tav>
                                        <p:tav tm="100000">
                                          <p:val>
                                            <p:strVal val="#ppt_x"/>
                                          </p:val>
                                        </p:tav>
                                      </p:tavLst>
                                    </p:anim>
                                    <p:anim calcmode="lin" valueType="num">
                                      <p:cBhvr>
                                        <p:cTn id="19" dur="500" fill="hold"/>
                                        <p:tgtEl>
                                          <p:spTgt spid="43"/>
                                        </p:tgtEl>
                                        <p:attrNameLst>
                                          <p:attrName>ppt_y</p:attrName>
                                        </p:attrNameLst>
                                      </p:cBhvr>
                                      <p:tavLst>
                                        <p:tav tm="0">
                                          <p:val>
                                            <p:strVal val="#ppt_y+.1"/>
                                          </p:val>
                                        </p:tav>
                                        <p:tav tm="100000">
                                          <p:val>
                                            <p:strVal val="#ppt_y"/>
                                          </p:val>
                                        </p:tav>
                                      </p:tavLst>
                                    </p:anim>
                                  </p:childTnLst>
                                </p:cTn>
                              </p:par>
                            </p:childTnLst>
                          </p:cTn>
                        </p:par>
                        <p:par>
                          <p:cTn id="20" fill="hold">
                            <p:stCondLst>
                              <p:cond delay="2000"/>
                            </p:stCondLst>
                            <p:childTnLst>
                              <p:par>
                                <p:cTn id="21" presetID="42" presetClass="entr" presetSubtype="0" fill="hold" grpId="0" nodeType="afterEffect">
                                  <p:stCondLst>
                                    <p:cond delay="0"/>
                                  </p:stCondLst>
                                  <p:childTnLst>
                                    <p:set>
                                      <p:cBhvr>
                                        <p:cTn id="22" dur="1" fill="hold">
                                          <p:stCondLst>
                                            <p:cond delay="0"/>
                                          </p:stCondLst>
                                        </p:cTn>
                                        <p:tgtEl>
                                          <p:spTgt spid="19"/>
                                        </p:tgtEl>
                                        <p:attrNameLst>
                                          <p:attrName>style.visibility</p:attrName>
                                        </p:attrNameLst>
                                      </p:cBhvr>
                                      <p:to>
                                        <p:strVal val="visible"/>
                                      </p:to>
                                    </p:set>
                                    <p:animEffect transition="in" filter="fade">
                                      <p:cBhvr>
                                        <p:cTn id="23" dur="500"/>
                                        <p:tgtEl>
                                          <p:spTgt spid="19"/>
                                        </p:tgtEl>
                                      </p:cBhvr>
                                    </p:animEffect>
                                    <p:anim calcmode="lin" valueType="num">
                                      <p:cBhvr>
                                        <p:cTn id="24" dur="500" fill="hold"/>
                                        <p:tgtEl>
                                          <p:spTgt spid="19"/>
                                        </p:tgtEl>
                                        <p:attrNameLst>
                                          <p:attrName>ppt_x</p:attrName>
                                        </p:attrNameLst>
                                      </p:cBhvr>
                                      <p:tavLst>
                                        <p:tav tm="0">
                                          <p:val>
                                            <p:strVal val="#ppt_x"/>
                                          </p:val>
                                        </p:tav>
                                        <p:tav tm="100000">
                                          <p:val>
                                            <p:strVal val="#ppt_x"/>
                                          </p:val>
                                        </p:tav>
                                      </p:tavLst>
                                    </p:anim>
                                    <p:anim calcmode="lin" valueType="num">
                                      <p:cBhvr>
                                        <p:cTn id="25" dur="500" fill="hold"/>
                                        <p:tgtEl>
                                          <p:spTgt spid="19"/>
                                        </p:tgtEl>
                                        <p:attrNameLst>
                                          <p:attrName>ppt_y</p:attrName>
                                        </p:attrNameLst>
                                      </p:cBhvr>
                                      <p:tavLst>
                                        <p:tav tm="0">
                                          <p:val>
                                            <p:strVal val="#ppt_y+.1"/>
                                          </p:val>
                                        </p:tav>
                                        <p:tav tm="100000">
                                          <p:val>
                                            <p:strVal val="#ppt_y"/>
                                          </p:val>
                                        </p:tav>
                                      </p:tavLst>
                                    </p:anim>
                                  </p:childTnLst>
                                </p:cTn>
                              </p:par>
                            </p:childTnLst>
                          </p:cTn>
                        </p:par>
                        <p:par>
                          <p:cTn id="26" fill="hold">
                            <p:stCondLst>
                              <p:cond delay="2500"/>
                            </p:stCondLst>
                            <p:childTnLst>
                              <p:par>
                                <p:cTn id="27" presetID="42" presetClass="entr" presetSubtype="0" fill="hold" grpId="0" nodeType="afterEffect">
                                  <p:stCondLst>
                                    <p:cond delay="0"/>
                                  </p:stCondLst>
                                  <p:childTnLst>
                                    <p:set>
                                      <p:cBhvr>
                                        <p:cTn id="28" dur="1" fill="hold">
                                          <p:stCondLst>
                                            <p:cond delay="0"/>
                                          </p:stCondLst>
                                        </p:cTn>
                                        <p:tgtEl>
                                          <p:spTgt spid="20"/>
                                        </p:tgtEl>
                                        <p:attrNameLst>
                                          <p:attrName>style.visibility</p:attrName>
                                        </p:attrNameLst>
                                      </p:cBhvr>
                                      <p:to>
                                        <p:strVal val="visible"/>
                                      </p:to>
                                    </p:set>
                                    <p:animEffect transition="in" filter="fade">
                                      <p:cBhvr>
                                        <p:cTn id="29" dur="500"/>
                                        <p:tgtEl>
                                          <p:spTgt spid="20"/>
                                        </p:tgtEl>
                                      </p:cBhvr>
                                    </p:animEffect>
                                    <p:anim calcmode="lin" valueType="num">
                                      <p:cBhvr>
                                        <p:cTn id="30" dur="500" fill="hold"/>
                                        <p:tgtEl>
                                          <p:spTgt spid="20"/>
                                        </p:tgtEl>
                                        <p:attrNameLst>
                                          <p:attrName>ppt_x</p:attrName>
                                        </p:attrNameLst>
                                      </p:cBhvr>
                                      <p:tavLst>
                                        <p:tav tm="0">
                                          <p:val>
                                            <p:strVal val="#ppt_x"/>
                                          </p:val>
                                        </p:tav>
                                        <p:tav tm="100000">
                                          <p:val>
                                            <p:strVal val="#ppt_x"/>
                                          </p:val>
                                        </p:tav>
                                      </p:tavLst>
                                    </p:anim>
                                    <p:anim calcmode="lin" valueType="num">
                                      <p:cBhvr>
                                        <p:cTn id="31" dur="500" fill="hold"/>
                                        <p:tgtEl>
                                          <p:spTgt spid="20"/>
                                        </p:tgtEl>
                                        <p:attrNameLst>
                                          <p:attrName>ppt_y</p:attrName>
                                        </p:attrNameLst>
                                      </p:cBhvr>
                                      <p:tavLst>
                                        <p:tav tm="0">
                                          <p:val>
                                            <p:strVal val="#ppt_y+.1"/>
                                          </p:val>
                                        </p:tav>
                                        <p:tav tm="100000">
                                          <p:val>
                                            <p:strVal val="#ppt_y"/>
                                          </p:val>
                                        </p:tav>
                                      </p:tavLst>
                                    </p:anim>
                                  </p:childTnLst>
                                </p:cTn>
                              </p:par>
                            </p:childTnLst>
                          </p:cTn>
                        </p:par>
                        <p:par>
                          <p:cTn id="32" fill="hold">
                            <p:stCondLst>
                              <p:cond delay="3000"/>
                            </p:stCondLst>
                            <p:childTnLst>
                              <p:par>
                                <p:cTn id="33" presetID="42" presetClass="entr" presetSubtype="0" fill="hold" grpId="0" nodeType="afterEffect">
                                  <p:stCondLst>
                                    <p:cond delay="0"/>
                                  </p:stCondLst>
                                  <p:childTnLst>
                                    <p:set>
                                      <p:cBhvr>
                                        <p:cTn id="34" dur="1" fill="hold">
                                          <p:stCondLst>
                                            <p:cond delay="0"/>
                                          </p:stCondLst>
                                        </p:cTn>
                                        <p:tgtEl>
                                          <p:spTgt spid="24"/>
                                        </p:tgtEl>
                                        <p:attrNameLst>
                                          <p:attrName>style.visibility</p:attrName>
                                        </p:attrNameLst>
                                      </p:cBhvr>
                                      <p:to>
                                        <p:strVal val="visible"/>
                                      </p:to>
                                    </p:set>
                                    <p:animEffect transition="in" filter="fade">
                                      <p:cBhvr>
                                        <p:cTn id="35" dur="500"/>
                                        <p:tgtEl>
                                          <p:spTgt spid="24"/>
                                        </p:tgtEl>
                                      </p:cBhvr>
                                    </p:animEffect>
                                    <p:anim calcmode="lin" valueType="num">
                                      <p:cBhvr>
                                        <p:cTn id="36" dur="500" fill="hold"/>
                                        <p:tgtEl>
                                          <p:spTgt spid="24"/>
                                        </p:tgtEl>
                                        <p:attrNameLst>
                                          <p:attrName>ppt_x</p:attrName>
                                        </p:attrNameLst>
                                      </p:cBhvr>
                                      <p:tavLst>
                                        <p:tav tm="0">
                                          <p:val>
                                            <p:strVal val="#ppt_x"/>
                                          </p:val>
                                        </p:tav>
                                        <p:tav tm="100000">
                                          <p:val>
                                            <p:strVal val="#ppt_x"/>
                                          </p:val>
                                        </p:tav>
                                      </p:tavLst>
                                    </p:anim>
                                    <p:anim calcmode="lin" valueType="num">
                                      <p:cBhvr>
                                        <p:cTn id="37" dur="500" fill="hold"/>
                                        <p:tgtEl>
                                          <p:spTgt spid="24"/>
                                        </p:tgtEl>
                                        <p:attrNameLst>
                                          <p:attrName>ppt_y</p:attrName>
                                        </p:attrNameLst>
                                      </p:cBhvr>
                                      <p:tavLst>
                                        <p:tav tm="0">
                                          <p:val>
                                            <p:strVal val="#ppt_y+.1"/>
                                          </p:val>
                                        </p:tav>
                                        <p:tav tm="100000">
                                          <p:val>
                                            <p:strVal val="#ppt_y"/>
                                          </p:val>
                                        </p:tav>
                                      </p:tavLst>
                                    </p:anim>
                                  </p:childTnLst>
                                </p:cTn>
                              </p:par>
                            </p:childTnLst>
                          </p:cTn>
                        </p:par>
                        <p:par>
                          <p:cTn id="38" fill="hold">
                            <p:stCondLst>
                              <p:cond delay="3500"/>
                            </p:stCondLst>
                            <p:childTnLst>
                              <p:par>
                                <p:cTn id="39" presetID="42" presetClass="entr" presetSubtype="0" fill="hold" grpId="0" nodeType="afterEffect">
                                  <p:stCondLst>
                                    <p:cond delay="0"/>
                                  </p:stCondLst>
                                  <p:childTnLst>
                                    <p:set>
                                      <p:cBhvr>
                                        <p:cTn id="40" dur="1" fill="hold">
                                          <p:stCondLst>
                                            <p:cond delay="0"/>
                                          </p:stCondLst>
                                        </p:cTn>
                                        <p:tgtEl>
                                          <p:spTgt spid="25"/>
                                        </p:tgtEl>
                                        <p:attrNameLst>
                                          <p:attrName>style.visibility</p:attrName>
                                        </p:attrNameLst>
                                      </p:cBhvr>
                                      <p:to>
                                        <p:strVal val="visible"/>
                                      </p:to>
                                    </p:set>
                                    <p:animEffect transition="in" filter="fade">
                                      <p:cBhvr>
                                        <p:cTn id="41" dur="500"/>
                                        <p:tgtEl>
                                          <p:spTgt spid="25"/>
                                        </p:tgtEl>
                                      </p:cBhvr>
                                    </p:animEffect>
                                    <p:anim calcmode="lin" valueType="num">
                                      <p:cBhvr>
                                        <p:cTn id="42" dur="500" fill="hold"/>
                                        <p:tgtEl>
                                          <p:spTgt spid="25"/>
                                        </p:tgtEl>
                                        <p:attrNameLst>
                                          <p:attrName>ppt_x</p:attrName>
                                        </p:attrNameLst>
                                      </p:cBhvr>
                                      <p:tavLst>
                                        <p:tav tm="0">
                                          <p:val>
                                            <p:strVal val="#ppt_x"/>
                                          </p:val>
                                        </p:tav>
                                        <p:tav tm="100000">
                                          <p:val>
                                            <p:strVal val="#ppt_x"/>
                                          </p:val>
                                        </p:tav>
                                      </p:tavLst>
                                    </p:anim>
                                    <p:anim calcmode="lin" valueType="num">
                                      <p:cBhvr>
                                        <p:cTn id="43" dur="500" fill="hold"/>
                                        <p:tgtEl>
                                          <p:spTgt spid="25"/>
                                        </p:tgtEl>
                                        <p:attrNameLst>
                                          <p:attrName>ppt_y</p:attrName>
                                        </p:attrNameLst>
                                      </p:cBhvr>
                                      <p:tavLst>
                                        <p:tav tm="0">
                                          <p:val>
                                            <p:strVal val="#ppt_y+.1"/>
                                          </p:val>
                                        </p:tav>
                                        <p:tav tm="100000">
                                          <p:val>
                                            <p:strVal val="#ppt_y"/>
                                          </p:val>
                                        </p:tav>
                                      </p:tavLst>
                                    </p:anim>
                                  </p:childTnLst>
                                </p:cTn>
                              </p:par>
                            </p:childTnLst>
                          </p:cTn>
                        </p:par>
                        <p:par>
                          <p:cTn id="44" fill="hold">
                            <p:stCondLst>
                              <p:cond delay="4000"/>
                            </p:stCondLst>
                            <p:childTnLst>
                              <p:par>
                                <p:cTn id="45" presetID="42" presetClass="entr" presetSubtype="0" fill="hold" grpId="0" nodeType="afterEffect">
                                  <p:stCondLst>
                                    <p:cond delay="0"/>
                                  </p:stCondLst>
                                  <p:childTnLst>
                                    <p:set>
                                      <p:cBhvr>
                                        <p:cTn id="46" dur="1" fill="hold">
                                          <p:stCondLst>
                                            <p:cond delay="0"/>
                                          </p:stCondLst>
                                        </p:cTn>
                                        <p:tgtEl>
                                          <p:spTgt spid="26"/>
                                        </p:tgtEl>
                                        <p:attrNameLst>
                                          <p:attrName>style.visibility</p:attrName>
                                        </p:attrNameLst>
                                      </p:cBhvr>
                                      <p:to>
                                        <p:strVal val="visible"/>
                                      </p:to>
                                    </p:set>
                                    <p:animEffect transition="in" filter="fade">
                                      <p:cBhvr>
                                        <p:cTn id="47" dur="500"/>
                                        <p:tgtEl>
                                          <p:spTgt spid="26"/>
                                        </p:tgtEl>
                                      </p:cBhvr>
                                    </p:animEffect>
                                    <p:anim calcmode="lin" valueType="num">
                                      <p:cBhvr>
                                        <p:cTn id="48" dur="500" fill="hold"/>
                                        <p:tgtEl>
                                          <p:spTgt spid="26"/>
                                        </p:tgtEl>
                                        <p:attrNameLst>
                                          <p:attrName>ppt_x</p:attrName>
                                        </p:attrNameLst>
                                      </p:cBhvr>
                                      <p:tavLst>
                                        <p:tav tm="0">
                                          <p:val>
                                            <p:strVal val="#ppt_x"/>
                                          </p:val>
                                        </p:tav>
                                        <p:tav tm="100000">
                                          <p:val>
                                            <p:strVal val="#ppt_x"/>
                                          </p:val>
                                        </p:tav>
                                      </p:tavLst>
                                    </p:anim>
                                    <p:anim calcmode="lin" valueType="num">
                                      <p:cBhvr>
                                        <p:cTn id="49" dur="500" fill="hold"/>
                                        <p:tgtEl>
                                          <p:spTgt spid="26"/>
                                        </p:tgtEl>
                                        <p:attrNameLst>
                                          <p:attrName>ppt_y</p:attrName>
                                        </p:attrNameLst>
                                      </p:cBhvr>
                                      <p:tavLst>
                                        <p:tav tm="0">
                                          <p:val>
                                            <p:strVal val="#ppt_y+.1"/>
                                          </p:val>
                                        </p:tav>
                                        <p:tav tm="100000">
                                          <p:val>
                                            <p:strVal val="#ppt_y"/>
                                          </p:val>
                                        </p:tav>
                                      </p:tavLst>
                                    </p:anim>
                                  </p:childTnLst>
                                </p:cTn>
                              </p:par>
                            </p:childTnLst>
                          </p:cTn>
                        </p:par>
                        <p:par>
                          <p:cTn id="50" fill="hold">
                            <p:stCondLst>
                              <p:cond delay="4500"/>
                            </p:stCondLst>
                            <p:childTnLst>
                              <p:par>
                                <p:cTn id="51" presetID="53" presetClass="entr" presetSubtype="16" fill="hold" grpId="0" nodeType="afterEffect" nodePh="1">
                                  <p:stCondLst>
                                    <p:cond delay="0"/>
                                  </p:stCondLst>
                                  <p:endCondLst>
                                    <p:cond evt="begin" delay="0">
                                      <p:tn val="51"/>
                                    </p:cond>
                                  </p:endCondLst>
                                  <p:childTnLst>
                                    <p:set>
                                      <p:cBhvr>
                                        <p:cTn id="52" dur="1" fill="hold">
                                          <p:stCondLst>
                                            <p:cond delay="0"/>
                                          </p:stCondLst>
                                        </p:cTn>
                                        <p:tgtEl>
                                          <p:spTgt spid="27">
                                            <p:txEl>
                                              <p:pRg st="0" end="0"/>
                                            </p:txEl>
                                          </p:spTgt>
                                        </p:tgtEl>
                                        <p:attrNameLst>
                                          <p:attrName>style.visibility</p:attrName>
                                        </p:attrNameLst>
                                      </p:cBhvr>
                                      <p:to>
                                        <p:strVal val="visible"/>
                                      </p:to>
                                    </p:set>
                                    <p:anim calcmode="lin" valueType="num">
                                      <p:cBhvr>
                                        <p:cTn id="53" dur="500" fill="hold"/>
                                        <p:tgtEl>
                                          <p:spTgt spid="27">
                                            <p:txEl>
                                              <p:pRg st="0" end="0"/>
                                            </p:txEl>
                                          </p:spTgt>
                                        </p:tgtEl>
                                        <p:attrNameLst>
                                          <p:attrName>ppt_w</p:attrName>
                                        </p:attrNameLst>
                                      </p:cBhvr>
                                      <p:tavLst>
                                        <p:tav tm="0">
                                          <p:val>
                                            <p:fltVal val="0"/>
                                          </p:val>
                                        </p:tav>
                                        <p:tav tm="100000">
                                          <p:val>
                                            <p:strVal val="#ppt_w"/>
                                          </p:val>
                                        </p:tav>
                                      </p:tavLst>
                                    </p:anim>
                                    <p:anim calcmode="lin" valueType="num">
                                      <p:cBhvr>
                                        <p:cTn id="54" dur="500" fill="hold"/>
                                        <p:tgtEl>
                                          <p:spTgt spid="27">
                                            <p:txEl>
                                              <p:pRg st="0" end="0"/>
                                            </p:txEl>
                                          </p:spTgt>
                                        </p:tgtEl>
                                        <p:attrNameLst>
                                          <p:attrName>ppt_h</p:attrName>
                                        </p:attrNameLst>
                                      </p:cBhvr>
                                      <p:tavLst>
                                        <p:tav tm="0">
                                          <p:val>
                                            <p:fltVal val="0"/>
                                          </p:val>
                                        </p:tav>
                                        <p:tav tm="100000">
                                          <p:val>
                                            <p:strVal val="#ppt_h"/>
                                          </p:val>
                                        </p:tav>
                                      </p:tavLst>
                                    </p:anim>
                                    <p:animEffect transition="in" filter="fade">
                                      <p:cBhvr>
                                        <p:cTn id="55" dur="500"/>
                                        <p:tgtEl>
                                          <p:spTgt spid="27">
                                            <p:txEl>
                                              <p:pRg st="0" end="0"/>
                                            </p:txEl>
                                          </p:spTgt>
                                        </p:tgtEl>
                                      </p:cBhvr>
                                    </p:animEffect>
                                  </p:childTnLst>
                                </p:cTn>
                              </p:par>
                            </p:childTnLst>
                          </p:cTn>
                        </p:par>
                        <p:par>
                          <p:cTn id="56" fill="hold">
                            <p:stCondLst>
                              <p:cond delay="5000"/>
                            </p:stCondLst>
                            <p:childTnLst>
                              <p:par>
                                <p:cTn id="57" presetID="53" presetClass="entr" presetSubtype="16" fill="hold" grpId="0" nodeType="afterEffect" nodePh="1">
                                  <p:stCondLst>
                                    <p:cond delay="0"/>
                                  </p:stCondLst>
                                  <p:endCondLst>
                                    <p:cond evt="begin" delay="0">
                                      <p:tn val="57"/>
                                    </p:cond>
                                  </p:endCondLst>
                                  <p:childTnLst>
                                    <p:set>
                                      <p:cBhvr>
                                        <p:cTn id="58" dur="1" fill="hold">
                                          <p:stCondLst>
                                            <p:cond delay="0"/>
                                          </p:stCondLst>
                                        </p:cTn>
                                        <p:tgtEl>
                                          <p:spTgt spid="28">
                                            <p:txEl>
                                              <p:pRg st="0" end="0"/>
                                            </p:txEl>
                                          </p:spTgt>
                                        </p:tgtEl>
                                        <p:attrNameLst>
                                          <p:attrName>style.visibility</p:attrName>
                                        </p:attrNameLst>
                                      </p:cBhvr>
                                      <p:to>
                                        <p:strVal val="visible"/>
                                      </p:to>
                                    </p:set>
                                    <p:anim calcmode="lin" valueType="num">
                                      <p:cBhvr>
                                        <p:cTn id="59" dur="500" fill="hold"/>
                                        <p:tgtEl>
                                          <p:spTgt spid="28">
                                            <p:txEl>
                                              <p:pRg st="0" end="0"/>
                                            </p:txEl>
                                          </p:spTgt>
                                        </p:tgtEl>
                                        <p:attrNameLst>
                                          <p:attrName>ppt_w</p:attrName>
                                        </p:attrNameLst>
                                      </p:cBhvr>
                                      <p:tavLst>
                                        <p:tav tm="0">
                                          <p:val>
                                            <p:fltVal val="0"/>
                                          </p:val>
                                        </p:tav>
                                        <p:tav tm="100000">
                                          <p:val>
                                            <p:strVal val="#ppt_w"/>
                                          </p:val>
                                        </p:tav>
                                      </p:tavLst>
                                    </p:anim>
                                    <p:anim calcmode="lin" valueType="num">
                                      <p:cBhvr>
                                        <p:cTn id="60" dur="500" fill="hold"/>
                                        <p:tgtEl>
                                          <p:spTgt spid="28">
                                            <p:txEl>
                                              <p:pRg st="0" end="0"/>
                                            </p:txEl>
                                          </p:spTgt>
                                        </p:tgtEl>
                                        <p:attrNameLst>
                                          <p:attrName>ppt_h</p:attrName>
                                        </p:attrNameLst>
                                      </p:cBhvr>
                                      <p:tavLst>
                                        <p:tav tm="0">
                                          <p:val>
                                            <p:fltVal val="0"/>
                                          </p:val>
                                        </p:tav>
                                        <p:tav tm="100000">
                                          <p:val>
                                            <p:strVal val="#ppt_h"/>
                                          </p:val>
                                        </p:tav>
                                      </p:tavLst>
                                    </p:anim>
                                    <p:animEffect transition="in" filter="fade">
                                      <p:cBhvr>
                                        <p:cTn id="61" dur="500"/>
                                        <p:tgtEl>
                                          <p:spTgt spid="28">
                                            <p:txEl>
                                              <p:pRg st="0" end="0"/>
                                            </p:txEl>
                                          </p:spTgt>
                                        </p:tgtEl>
                                      </p:cBhvr>
                                    </p:animEffect>
                                  </p:childTnLst>
                                </p:cTn>
                              </p:par>
                            </p:childTnLst>
                          </p:cTn>
                        </p:par>
                        <p:par>
                          <p:cTn id="62" fill="hold">
                            <p:stCondLst>
                              <p:cond delay="5500"/>
                            </p:stCondLst>
                            <p:childTnLst>
                              <p:par>
                                <p:cTn id="63" presetID="53" presetClass="entr" presetSubtype="16" fill="hold" grpId="0" nodeType="afterEffect" nodePh="1">
                                  <p:stCondLst>
                                    <p:cond delay="0"/>
                                  </p:stCondLst>
                                  <p:endCondLst>
                                    <p:cond evt="begin" delay="0">
                                      <p:tn val="63"/>
                                    </p:cond>
                                  </p:endCondLst>
                                  <p:childTnLst>
                                    <p:set>
                                      <p:cBhvr>
                                        <p:cTn id="64" dur="1" fill="hold">
                                          <p:stCondLst>
                                            <p:cond delay="0"/>
                                          </p:stCondLst>
                                        </p:cTn>
                                        <p:tgtEl>
                                          <p:spTgt spid="29">
                                            <p:txEl>
                                              <p:pRg st="0" end="0"/>
                                            </p:txEl>
                                          </p:spTgt>
                                        </p:tgtEl>
                                        <p:attrNameLst>
                                          <p:attrName>style.visibility</p:attrName>
                                        </p:attrNameLst>
                                      </p:cBhvr>
                                      <p:to>
                                        <p:strVal val="visible"/>
                                      </p:to>
                                    </p:set>
                                    <p:anim calcmode="lin" valueType="num">
                                      <p:cBhvr>
                                        <p:cTn id="65" dur="500" fill="hold"/>
                                        <p:tgtEl>
                                          <p:spTgt spid="29">
                                            <p:txEl>
                                              <p:pRg st="0" end="0"/>
                                            </p:txEl>
                                          </p:spTgt>
                                        </p:tgtEl>
                                        <p:attrNameLst>
                                          <p:attrName>ppt_w</p:attrName>
                                        </p:attrNameLst>
                                      </p:cBhvr>
                                      <p:tavLst>
                                        <p:tav tm="0">
                                          <p:val>
                                            <p:fltVal val="0"/>
                                          </p:val>
                                        </p:tav>
                                        <p:tav tm="100000">
                                          <p:val>
                                            <p:strVal val="#ppt_w"/>
                                          </p:val>
                                        </p:tav>
                                      </p:tavLst>
                                    </p:anim>
                                    <p:anim calcmode="lin" valueType="num">
                                      <p:cBhvr>
                                        <p:cTn id="66" dur="500" fill="hold"/>
                                        <p:tgtEl>
                                          <p:spTgt spid="29">
                                            <p:txEl>
                                              <p:pRg st="0" end="0"/>
                                            </p:txEl>
                                          </p:spTgt>
                                        </p:tgtEl>
                                        <p:attrNameLst>
                                          <p:attrName>ppt_h</p:attrName>
                                        </p:attrNameLst>
                                      </p:cBhvr>
                                      <p:tavLst>
                                        <p:tav tm="0">
                                          <p:val>
                                            <p:fltVal val="0"/>
                                          </p:val>
                                        </p:tav>
                                        <p:tav tm="100000">
                                          <p:val>
                                            <p:strVal val="#ppt_h"/>
                                          </p:val>
                                        </p:tav>
                                      </p:tavLst>
                                    </p:anim>
                                    <p:animEffect transition="in" filter="fade">
                                      <p:cBhvr>
                                        <p:cTn id="67" dur="500"/>
                                        <p:tgtEl>
                                          <p:spTgt spid="29">
                                            <p:txEl>
                                              <p:pRg st="0" end="0"/>
                                            </p:txEl>
                                          </p:spTgt>
                                        </p:tgtEl>
                                      </p:cBhvr>
                                    </p:animEffect>
                                  </p:childTnLst>
                                </p:cTn>
                              </p:par>
                            </p:childTnLst>
                          </p:cTn>
                        </p:par>
                        <p:par>
                          <p:cTn id="68" fill="hold">
                            <p:stCondLst>
                              <p:cond delay="6000"/>
                            </p:stCondLst>
                            <p:childTnLst>
                              <p:par>
                                <p:cTn id="69" presetID="10" presetClass="entr" presetSubtype="0" fill="hold" grpId="0" nodeType="afterEffect">
                                  <p:stCondLst>
                                    <p:cond delay="0"/>
                                  </p:stCondLst>
                                  <p:childTnLst>
                                    <p:set>
                                      <p:cBhvr>
                                        <p:cTn id="70" dur="1" fill="hold">
                                          <p:stCondLst>
                                            <p:cond delay="0"/>
                                          </p:stCondLst>
                                        </p:cTn>
                                        <p:tgtEl>
                                          <p:spTgt spid="6"/>
                                        </p:tgtEl>
                                        <p:attrNameLst>
                                          <p:attrName>style.visibility</p:attrName>
                                        </p:attrNameLst>
                                      </p:cBhvr>
                                      <p:to>
                                        <p:strVal val="visible"/>
                                      </p:to>
                                    </p:set>
                                    <p:animEffect transition="in" filter="fade">
                                      <p:cBhvr>
                                        <p:cTn id="71" dur="500"/>
                                        <p:tgtEl>
                                          <p:spTgt spid="6"/>
                                        </p:tgtEl>
                                      </p:cBhvr>
                                    </p:animEffect>
                                  </p:childTnLst>
                                </p:cTn>
                              </p:par>
                            </p:childTnLst>
                          </p:cTn>
                        </p:par>
                        <p:par>
                          <p:cTn id="72" fill="hold">
                            <p:stCondLst>
                              <p:cond delay="6500"/>
                            </p:stCondLst>
                            <p:childTnLst>
                              <p:par>
                                <p:cTn id="73" presetID="53" presetClass="entr" presetSubtype="16" fill="hold" grpId="0" nodeType="afterEffect" nodePh="1">
                                  <p:stCondLst>
                                    <p:cond delay="0"/>
                                  </p:stCondLst>
                                  <p:endCondLst>
                                    <p:cond evt="begin" delay="0">
                                      <p:tn val="73"/>
                                    </p:cond>
                                  </p:endCondLst>
                                  <p:childTnLst>
                                    <p:set>
                                      <p:cBhvr>
                                        <p:cTn id="74" dur="1" fill="hold">
                                          <p:stCondLst>
                                            <p:cond delay="0"/>
                                          </p:stCondLst>
                                        </p:cTn>
                                        <p:tgtEl>
                                          <p:spTgt spid="33">
                                            <p:txEl>
                                              <p:pRg st="0" end="0"/>
                                            </p:txEl>
                                          </p:spTgt>
                                        </p:tgtEl>
                                        <p:attrNameLst>
                                          <p:attrName>style.visibility</p:attrName>
                                        </p:attrNameLst>
                                      </p:cBhvr>
                                      <p:to>
                                        <p:strVal val="visible"/>
                                      </p:to>
                                    </p:set>
                                    <p:anim calcmode="lin" valueType="num">
                                      <p:cBhvr>
                                        <p:cTn id="75" dur="500" fill="hold"/>
                                        <p:tgtEl>
                                          <p:spTgt spid="33">
                                            <p:txEl>
                                              <p:pRg st="0" end="0"/>
                                            </p:txEl>
                                          </p:spTgt>
                                        </p:tgtEl>
                                        <p:attrNameLst>
                                          <p:attrName>ppt_w</p:attrName>
                                        </p:attrNameLst>
                                      </p:cBhvr>
                                      <p:tavLst>
                                        <p:tav tm="0">
                                          <p:val>
                                            <p:fltVal val="0"/>
                                          </p:val>
                                        </p:tav>
                                        <p:tav tm="100000">
                                          <p:val>
                                            <p:strVal val="#ppt_w"/>
                                          </p:val>
                                        </p:tav>
                                      </p:tavLst>
                                    </p:anim>
                                    <p:anim calcmode="lin" valueType="num">
                                      <p:cBhvr>
                                        <p:cTn id="76" dur="500" fill="hold"/>
                                        <p:tgtEl>
                                          <p:spTgt spid="33">
                                            <p:txEl>
                                              <p:pRg st="0" end="0"/>
                                            </p:txEl>
                                          </p:spTgt>
                                        </p:tgtEl>
                                        <p:attrNameLst>
                                          <p:attrName>ppt_h</p:attrName>
                                        </p:attrNameLst>
                                      </p:cBhvr>
                                      <p:tavLst>
                                        <p:tav tm="0">
                                          <p:val>
                                            <p:fltVal val="0"/>
                                          </p:val>
                                        </p:tav>
                                        <p:tav tm="100000">
                                          <p:val>
                                            <p:strVal val="#ppt_h"/>
                                          </p:val>
                                        </p:tav>
                                      </p:tavLst>
                                    </p:anim>
                                    <p:animEffect transition="in" filter="fade">
                                      <p:cBhvr>
                                        <p:cTn id="77" dur="500"/>
                                        <p:tgtEl>
                                          <p:spTgt spid="33">
                                            <p:txEl>
                                              <p:pRg st="0" end="0"/>
                                            </p:txEl>
                                          </p:spTgt>
                                        </p:tgtEl>
                                      </p:cBhvr>
                                    </p:animEffect>
                                  </p:childTnLst>
                                </p:cTn>
                              </p:par>
                            </p:childTnLst>
                          </p:cTn>
                        </p:par>
                        <p:par>
                          <p:cTn id="78" fill="hold">
                            <p:stCondLst>
                              <p:cond delay="7000"/>
                            </p:stCondLst>
                            <p:childTnLst>
                              <p:par>
                                <p:cTn id="79" presetID="10" presetClass="entr" presetSubtype="0" fill="hold" grpId="0" nodeType="afterEffect">
                                  <p:stCondLst>
                                    <p:cond delay="0"/>
                                  </p:stCondLst>
                                  <p:childTnLst>
                                    <p:set>
                                      <p:cBhvr>
                                        <p:cTn id="80" dur="1" fill="hold">
                                          <p:stCondLst>
                                            <p:cond delay="0"/>
                                          </p:stCondLst>
                                        </p:cTn>
                                        <p:tgtEl>
                                          <p:spTgt spid="30"/>
                                        </p:tgtEl>
                                        <p:attrNameLst>
                                          <p:attrName>style.visibility</p:attrName>
                                        </p:attrNameLst>
                                      </p:cBhvr>
                                      <p:to>
                                        <p:strVal val="visible"/>
                                      </p:to>
                                    </p:set>
                                    <p:animEffect transition="in" filter="fade">
                                      <p:cBhvr>
                                        <p:cTn id="81" dur="500"/>
                                        <p:tgtEl>
                                          <p:spTgt spid="30"/>
                                        </p:tgtEl>
                                      </p:cBhvr>
                                    </p:animEffect>
                                  </p:childTnLst>
                                </p:cTn>
                              </p:par>
                            </p:childTnLst>
                          </p:cTn>
                        </p:par>
                        <p:par>
                          <p:cTn id="82" fill="hold">
                            <p:stCondLst>
                              <p:cond delay="7500"/>
                            </p:stCondLst>
                            <p:childTnLst>
                              <p:par>
                                <p:cTn id="83" presetID="53" presetClass="entr" presetSubtype="16" fill="hold" grpId="0" nodeType="afterEffect" nodePh="1">
                                  <p:stCondLst>
                                    <p:cond delay="0"/>
                                  </p:stCondLst>
                                  <p:endCondLst>
                                    <p:cond evt="begin" delay="0">
                                      <p:tn val="83"/>
                                    </p:cond>
                                  </p:endCondLst>
                                  <p:childTnLst>
                                    <p:set>
                                      <p:cBhvr>
                                        <p:cTn id="84" dur="1" fill="hold">
                                          <p:stCondLst>
                                            <p:cond delay="0"/>
                                          </p:stCondLst>
                                        </p:cTn>
                                        <p:tgtEl>
                                          <p:spTgt spid="34">
                                            <p:txEl>
                                              <p:pRg st="0" end="0"/>
                                            </p:txEl>
                                          </p:spTgt>
                                        </p:tgtEl>
                                        <p:attrNameLst>
                                          <p:attrName>style.visibility</p:attrName>
                                        </p:attrNameLst>
                                      </p:cBhvr>
                                      <p:to>
                                        <p:strVal val="visible"/>
                                      </p:to>
                                    </p:set>
                                    <p:anim calcmode="lin" valueType="num">
                                      <p:cBhvr>
                                        <p:cTn id="85" dur="500" fill="hold"/>
                                        <p:tgtEl>
                                          <p:spTgt spid="34">
                                            <p:txEl>
                                              <p:pRg st="0" end="0"/>
                                            </p:txEl>
                                          </p:spTgt>
                                        </p:tgtEl>
                                        <p:attrNameLst>
                                          <p:attrName>ppt_w</p:attrName>
                                        </p:attrNameLst>
                                      </p:cBhvr>
                                      <p:tavLst>
                                        <p:tav tm="0">
                                          <p:val>
                                            <p:fltVal val="0"/>
                                          </p:val>
                                        </p:tav>
                                        <p:tav tm="100000">
                                          <p:val>
                                            <p:strVal val="#ppt_w"/>
                                          </p:val>
                                        </p:tav>
                                      </p:tavLst>
                                    </p:anim>
                                    <p:anim calcmode="lin" valueType="num">
                                      <p:cBhvr>
                                        <p:cTn id="86" dur="500" fill="hold"/>
                                        <p:tgtEl>
                                          <p:spTgt spid="34">
                                            <p:txEl>
                                              <p:pRg st="0" end="0"/>
                                            </p:txEl>
                                          </p:spTgt>
                                        </p:tgtEl>
                                        <p:attrNameLst>
                                          <p:attrName>ppt_h</p:attrName>
                                        </p:attrNameLst>
                                      </p:cBhvr>
                                      <p:tavLst>
                                        <p:tav tm="0">
                                          <p:val>
                                            <p:fltVal val="0"/>
                                          </p:val>
                                        </p:tav>
                                        <p:tav tm="100000">
                                          <p:val>
                                            <p:strVal val="#ppt_h"/>
                                          </p:val>
                                        </p:tav>
                                      </p:tavLst>
                                    </p:anim>
                                    <p:animEffect transition="in" filter="fade">
                                      <p:cBhvr>
                                        <p:cTn id="87" dur="500"/>
                                        <p:tgtEl>
                                          <p:spTgt spid="34">
                                            <p:txEl>
                                              <p:pRg st="0" end="0"/>
                                            </p:txEl>
                                          </p:spTgt>
                                        </p:tgtEl>
                                      </p:cBhvr>
                                    </p:animEffect>
                                  </p:childTnLst>
                                </p:cTn>
                              </p:par>
                            </p:childTnLst>
                          </p:cTn>
                        </p:par>
                        <p:par>
                          <p:cTn id="88" fill="hold">
                            <p:stCondLst>
                              <p:cond delay="8000"/>
                            </p:stCondLst>
                            <p:childTnLst>
                              <p:par>
                                <p:cTn id="89" presetID="10" presetClass="entr" presetSubtype="0" fill="hold" grpId="0" nodeType="afterEffect">
                                  <p:stCondLst>
                                    <p:cond delay="0"/>
                                  </p:stCondLst>
                                  <p:childTnLst>
                                    <p:set>
                                      <p:cBhvr>
                                        <p:cTn id="90" dur="1" fill="hold">
                                          <p:stCondLst>
                                            <p:cond delay="0"/>
                                          </p:stCondLst>
                                        </p:cTn>
                                        <p:tgtEl>
                                          <p:spTgt spid="31"/>
                                        </p:tgtEl>
                                        <p:attrNameLst>
                                          <p:attrName>style.visibility</p:attrName>
                                        </p:attrNameLst>
                                      </p:cBhvr>
                                      <p:to>
                                        <p:strVal val="visible"/>
                                      </p:to>
                                    </p:set>
                                    <p:animEffect transition="in" filter="fade">
                                      <p:cBhvr>
                                        <p:cTn id="91" dur="500"/>
                                        <p:tgtEl>
                                          <p:spTgt spid="31"/>
                                        </p:tgtEl>
                                      </p:cBhvr>
                                    </p:animEffect>
                                  </p:childTnLst>
                                </p:cTn>
                              </p:par>
                            </p:childTnLst>
                          </p:cTn>
                        </p:par>
                        <p:par>
                          <p:cTn id="92" fill="hold">
                            <p:stCondLst>
                              <p:cond delay="8500"/>
                            </p:stCondLst>
                            <p:childTnLst>
                              <p:par>
                                <p:cTn id="93" presetID="53" presetClass="entr" presetSubtype="16" fill="hold" grpId="0" nodeType="afterEffect" nodePh="1">
                                  <p:stCondLst>
                                    <p:cond delay="0"/>
                                  </p:stCondLst>
                                  <p:endCondLst>
                                    <p:cond evt="begin" delay="0">
                                      <p:tn val="93"/>
                                    </p:cond>
                                  </p:endCondLst>
                                  <p:childTnLst>
                                    <p:set>
                                      <p:cBhvr>
                                        <p:cTn id="94" dur="1" fill="hold">
                                          <p:stCondLst>
                                            <p:cond delay="0"/>
                                          </p:stCondLst>
                                        </p:cTn>
                                        <p:tgtEl>
                                          <p:spTgt spid="35">
                                            <p:txEl>
                                              <p:pRg st="0" end="0"/>
                                            </p:txEl>
                                          </p:spTgt>
                                        </p:tgtEl>
                                        <p:attrNameLst>
                                          <p:attrName>style.visibility</p:attrName>
                                        </p:attrNameLst>
                                      </p:cBhvr>
                                      <p:to>
                                        <p:strVal val="visible"/>
                                      </p:to>
                                    </p:set>
                                    <p:anim calcmode="lin" valueType="num">
                                      <p:cBhvr>
                                        <p:cTn id="95" dur="500" fill="hold"/>
                                        <p:tgtEl>
                                          <p:spTgt spid="35">
                                            <p:txEl>
                                              <p:pRg st="0" end="0"/>
                                            </p:txEl>
                                          </p:spTgt>
                                        </p:tgtEl>
                                        <p:attrNameLst>
                                          <p:attrName>ppt_w</p:attrName>
                                        </p:attrNameLst>
                                      </p:cBhvr>
                                      <p:tavLst>
                                        <p:tav tm="0">
                                          <p:val>
                                            <p:fltVal val="0"/>
                                          </p:val>
                                        </p:tav>
                                        <p:tav tm="100000">
                                          <p:val>
                                            <p:strVal val="#ppt_w"/>
                                          </p:val>
                                        </p:tav>
                                      </p:tavLst>
                                    </p:anim>
                                    <p:anim calcmode="lin" valueType="num">
                                      <p:cBhvr>
                                        <p:cTn id="96" dur="500" fill="hold"/>
                                        <p:tgtEl>
                                          <p:spTgt spid="35">
                                            <p:txEl>
                                              <p:pRg st="0" end="0"/>
                                            </p:txEl>
                                          </p:spTgt>
                                        </p:tgtEl>
                                        <p:attrNameLst>
                                          <p:attrName>ppt_h</p:attrName>
                                        </p:attrNameLst>
                                      </p:cBhvr>
                                      <p:tavLst>
                                        <p:tav tm="0">
                                          <p:val>
                                            <p:fltVal val="0"/>
                                          </p:val>
                                        </p:tav>
                                        <p:tav tm="100000">
                                          <p:val>
                                            <p:strVal val="#ppt_h"/>
                                          </p:val>
                                        </p:tav>
                                      </p:tavLst>
                                    </p:anim>
                                    <p:animEffect transition="in" filter="fade">
                                      <p:cBhvr>
                                        <p:cTn id="97" dur="500"/>
                                        <p:tgtEl>
                                          <p:spTgt spid="35">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30" grpId="0" animBg="1"/>
      <p:bldP spid="6" grpId="0" animBg="1"/>
      <p:bldP spid="43" grpId="0" animBg="1"/>
      <p:bldP spid="15" grpId="0"/>
      <p:bldP spid="18" grpId="0" build="p">
        <p:tmplLst>
          <p:tmpl lvl="1">
            <p:tnLst>
              <p:par>
                <p:cTn presetID="42" presetClass="entr" presetSubtype="0" fill="hold" nodeType="afterEffect">
                  <p:stCondLst>
                    <p:cond delay="0"/>
                  </p:stCondLst>
                  <p:childTnLst>
                    <p:set>
                      <p:cBhvr>
                        <p:cTn dur="1" fill="hold">
                          <p:stCondLst>
                            <p:cond delay="0"/>
                          </p:stCondLst>
                        </p:cTn>
                        <p:tgtEl>
                          <p:spTgt spid="18"/>
                        </p:tgtEl>
                        <p:attrNameLst>
                          <p:attrName>style.visibility</p:attrName>
                        </p:attrNameLst>
                      </p:cBhvr>
                      <p:to>
                        <p:strVal val="visible"/>
                      </p:to>
                    </p:set>
                    <p:animEffect transition="in" filter="fade">
                      <p:cBhvr>
                        <p:cTn dur="500"/>
                        <p:tgtEl>
                          <p:spTgt spid="18"/>
                        </p:tgtEl>
                      </p:cBhvr>
                    </p:animEffect>
                    <p:anim calcmode="lin" valueType="num">
                      <p:cBhvr>
                        <p:cTn dur="500" fill="hold"/>
                        <p:tgtEl>
                          <p:spTgt spid="18"/>
                        </p:tgtEl>
                        <p:attrNameLst>
                          <p:attrName>ppt_x</p:attrName>
                        </p:attrNameLst>
                      </p:cBhvr>
                      <p:tavLst>
                        <p:tav tm="0">
                          <p:val>
                            <p:strVal val="#ppt_x"/>
                          </p:val>
                        </p:tav>
                        <p:tav tm="100000">
                          <p:val>
                            <p:strVal val="#ppt_x"/>
                          </p:val>
                        </p:tav>
                      </p:tavLst>
                    </p:anim>
                    <p:anim calcmode="lin" valueType="num">
                      <p:cBhvr>
                        <p:cTn dur="500" fill="hold"/>
                        <p:tgtEl>
                          <p:spTgt spid="18"/>
                        </p:tgtEl>
                        <p:attrNameLst>
                          <p:attrName>ppt_y</p:attrName>
                        </p:attrNameLst>
                      </p:cBhvr>
                      <p:tavLst>
                        <p:tav tm="0">
                          <p:val>
                            <p:strVal val="#ppt_y+.1"/>
                          </p:val>
                        </p:tav>
                        <p:tav tm="100000">
                          <p:val>
                            <p:strVal val="#ppt_y"/>
                          </p:val>
                        </p:tav>
                      </p:tavLst>
                    </p:anim>
                  </p:childTnLst>
                </p:cTn>
              </p:par>
            </p:tnLst>
          </p:tmpl>
        </p:tmplLst>
      </p:bldP>
      <p:bldP spid="19" grpId="0" animBg="1"/>
      <p:bldP spid="20" grpId="0" animBg="1"/>
      <p:bldP spid="24" grpId="0" animBg="1"/>
      <p:bldP spid="25" grpId="0" animBg="1"/>
      <p:bldP spid="26" grpId="0" animBg="1"/>
      <p:bldP spid="27"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7"/>
                        </p:tgtEl>
                        <p:attrNameLst>
                          <p:attrName>style.visibility</p:attrName>
                        </p:attrNameLst>
                      </p:cBhvr>
                      <p:to>
                        <p:strVal val="visible"/>
                      </p:to>
                    </p:set>
                    <p:anim calcmode="lin" valueType="num">
                      <p:cBhvr>
                        <p:cTn dur="500" fill="hold"/>
                        <p:tgtEl>
                          <p:spTgt spid="27"/>
                        </p:tgtEl>
                        <p:attrNameLst>
                          <p:attrName>ppt_w</p:attrName>
                        </p:attrNameLst>
                      </p:cBhvr>
                      <p:tavLst>
                        <p:tav tm="0">
                          <p:val>
                            <p:fltVal val="0"/>
                          </p:val>
                        </p:tav>
                        <p:tav tm="100000">
                          <p:val>
                            <p:strVal val="#ppt_w"/>
                          </p:val>
                        </p:tav>
                      </p:tavLst>
                    </p:anim>
                    <p:anim calcmode="lin" valueType="num">
                      <p:cBhvr>
                        <p:cTn dur="500" fill="hold"/>
                        <p:tgtEl>
                          <p:spTgt spid="27"/>
                        </p:tgtEl>
                        <p:attrNameLst>
                          <p:attrName>ppt_h</p:attrName>
                        </p:attrNameLst>
                      </p:cBhvr>
                      <p:tavLst>
                        <p:tav tm="0">
                          <p:val>
                            <p:fltVal val="0"/>
                          </p:val>
                        </p:tav>
                        <p:tav tm="100000">
                          <p:val>
                            <p:strVal val="#ppt_h"/>
                          </p:val>
                        </p:tav>
                      </p:tavLst>
                    </p:anim>
                    <p:animEffect transition="in" filter="fade">
                      <p:cBhvr>
                        <p:cTn dur="500"/>
                        <p:tgtEl>
                          <p:spTgt spid="27"/>
                        </p:tgtEl>
                      </p:cBhvr>
                    </p:animEffect>
                  </p:childTnLst>
                </p:cTn>
              </p:par>
            </p:tnLst>
          </p:tmpl>
        </p:tmplLst>
      </p:bldP>
      <p:bldP spid="28"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8"/>
                        </p:tgtEl>
                        <p:attrNameLst>
                          <p:attrName>style.visibility</p:attrName>
                        </p:attrNameLst>
                      </p:cBhvr>
                      <p:to>
                        <p:strVal val="visible"/>
                      </p:to>
                    </p:set>
                    <p:anim calcmode="lin" valueType="num">
                      <p:cBhvr>
                        <p:cTn dur="500" fill="hold"/>
                        <p:tgtEl>
                          <p:spTgt spid="28"/>
                        </p:tgtEl>
                        <p:attrNameLst>
                          <p:attrName>ppt_w</p:attrName>
                        </p:attrNameLst>
                      </p:cBhvr>
                      <p:tavLst>
                        <p:tav tm="0">
                          <p:val>
                            <p:fltVal val="0"/>
                          </p:val>
                        </p:tav>
                        <p:tav tm="100000">
                          <p:val>
                            <p:strVal val="#ppt_w"/>
                          </p:val>
                        </p:tav>
                      </p:tavLst>
                    </p:anim>
                    <p:anim calcmode="lin" valueType="num">
                      <p:cBhvr>
                        <p:cTn dur="500" fill="hold"/>
                        <p:tgtEl>
                          <p:spTgt spid="28"/>
                        </p:tgtEl>
                        <p:attrNameLst>
                          <p:attrName>ppt_h</p:attrName>
                        </p:attrNameLst>
                      </p:cBhvr>
                      <p:tavLst>
                        <p:tav tm="0">
                          <p:val>
                            <p:fltVal val="0"/>
                          </p:val>
                        </p:tav>
                        <p:tav tm="100000">
                          <p:val>
                            <p:strVal val="#ppt_h"/>
                          </p:val>
                        </p:tav>
                      </p:tavLst>
                    </p:anim>
                    <p:animEffect transition="in" filter="fade">
                      <p:cBhvr>
                        <p:cTn dur="500"/>
                        <p:tgtEl>
                          <p:spTgt spid="28"/>
                        </p:tgtEl>
                      </p:cBhvr>
                    </p:animEffect>
                  </p:childTnLst>
                </p:cTn>
              </p:par>
            </p:tnLst>
          </p:tmpl>
        </p:tmplLst>
      </p:bldP>
      <p:bldP spid="29"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9"/>
                        </p:tgtEl>
                        <p:attrNameLst>
                          <p:attrName>style.visibility</p:attrName>
                        </p:attrNameLst>
                      </p:cBhvr>
                      <p:to>
                        <p:strVal val="visible"/>
                      </p:to>
                    </p:set>
                    <p:anim calcmode="lin" valueType="num">
                      <p:cBhvr>
                        <p:cTn dur="500" fill="hold"/>
                        <p:tgtEl>
                          <p:spTgt spid="29"/>
                        </p:tgtEl>
                        <p:attrNameLst>
                          <p:attrName>ppt_w</p:attrName>
                        </p:attrNameLst>
                      </p:cBhvr>
                      <p:tavLst>
                        <p:tav tm="0">
                          <p:val>
                            <p:fltVal val="0"/>
                          </p:val>
                        </p:tav>
                        <p:tav tm="100000">
                          <p:val>
                            <p:strVal val="#ppt_w"/>
                          </p:val>
                        </p:tav>
                      </p:tavLst>
                    </p:anim>
                    <p:anim calcmode="lin" valueType="num">
                      <p:cBhvr>
                        <p:cTn dur="500" fill="hold"/>
                        <p:tgtEl>
                          <p:spTgt spid="29"/>
                        </p:tgtEl>
                        <p:attrNameLst>
                          <p:attrName>ppt_h</p:attrName>
                        </p:attrNameLst>
                      </p:cBhvr>
                      <p:tavLst>
                        <p:tav tm="0">
                          <p:val>
                            <p:fltVal val="0"/>
                          </p:val>
                        </p:tav>
                        <p:tav tm="100000">
                          <p:val>
                            <p:strVal val="#ppt_h"/>
                          </p:val>
                        </p:tav>
                      </p:tavLst>
                    </p:anim>
                    <p:animEffect transition="in" filter="fade">
                      <p:cBhvr>
                        <p:cTn dur="500"/>
                        <p:tgtEl>
                          <p:spTgt spid="29"/>
                        </p:tgtEl>
                      </p:cBhvr>
                    </p:animEffect>
                  </p:childTnLst>
                </p:cTn>
              </p:par>
            </p:tnLst>
          </p:tmpl>
        </p:tmplLst>
      </p:bldP>
      <p:bldP spid="33"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33"/>
                        </p:tgtEl>
                        <p:attrNameLst>
                          <p:attrName>style.visibility</p:attrName>
                        </p:attrNameLst>
                      </p:cBhvr>
                      <p:to>
                        <p:strVal val="visible"/>
                      </p:to>
                    </p:set>
                    <p:anim calcmode="lin" valueType="num">
                      <p:cBhvr>
                        <p:cTn dur="500" fill="hold"/>
                        <p:tgtEl>
                          <p:spTgt spid="33"/>
                        </p:tgtEl>
                        <p:attrNameLst>
                          <p:attrName>ppt_w</p:attrName>
                        </p:attrNameLst>
                      </p:cBhvr>
                      <p:tavLst>
                        <p:tav tm="0">
                          <p:val>
                            <p:fltVal val="0"/>
                          </p:val>
                        </p:tav>
                        <p:tav tm="100000">
                          <p:val>
                            <p:strVal val="#ppt_w"/>
                          </p:val>
                        </p:tav>
                      </p:tavLst>
                    </p:anim>
                    <p:anim calcmode="lin" valueType="num">
                      <p:cBhvr>
                        <p:cTn dur="500" fill="hold"/>
                        <p:tgtEl>
                          <p:spTgt spid="33"/>
                        </p:tgtEl>
                        <p:attrNameLst>
                          <p:attrName>ppt_h</p:attrName>
                        </p:attrNameLst>
                      </p:cBhvr>
                      <p:tavLst>
                        <p:tav tm="0">
                          <p:val>
                            <p:fltVal val="0"/>
                          </p:val>
                        </p:tav>
                        <p:tav tm="100000">
                          <p:val>
                            <p:strVal val="#ppt_h"/>
                          </p:val>
                        </p:tav>
                      </p:tavLst>
                    </p:anim>
                    <p:animEffect transition="in" filter="fade">
                      <p:cBhvr>
                        <p:cTn dur="500"/>
                        <p:tgtEl>
                          <p:spTgt spid="33"/>
                        </p:tgtEl>
                      </p:cBhvr>
                    </p:animEffect>
                  </p:childTnLst>
                </p:cTn>
              </p:par>
            </p:tnLst>
          </p:tmpl>
        </p:tmplLst>
      </p:bldP>
      <p:bldP spid="34"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34"/>
                        </p:tgtEl>
                        <p:attrNameLst>
                          <p:attrName>style.visibility</p:attrName>
                        </p:attrNameLst>
                      </p:cBhvr>
                      <p:to>
                        <p:strVal val="visible"/>
                      </p:to>
                    </p:set>
                    <p:anim calcmode="lin" valueType="num">
                      <p:cBhvr>
                        <p:cTn dur="500" fill="hold"/>
                        <p:tgtEl>
                          <p:spTgt spid="34"/>
                        </p:tgtEl>
                        <p:attrNameLst>
                          <p:attrName>ppt_w</p:attrName>
                        </p:attrNameLst>
                      </p:cBhvr>
                      <p:tavLst>
                        <p:tav tm="0">
                          <p:val>
                            <p:fltVal val="0"/>
                          </p:val>
                        </p:tav>
                        <p:tav tm="100000">
                          <p:val>
                            <p:strVal val="#ppt_w"/>
                          </p:val>
                        </p:tav>
                      </p:tavLst>
                    </p:anim>
                    <p:anim calcmode="lin" valueType="num">
                      <p:cBhvr>
                        <p:cTn dur="500" fill="hold"/>
                        <p:tgtEl>
                          <p:spTgt spid="34"/>
                        </p:tgtEl>
                        <p:attrNameLst>
                          <p:attrName>ppt_h</p:attrName>
                        </p:attrNameLst>
                      </p:cBhvr>
                      <p:tavLst>
                        <p:tav tm="0">
                          <p:val>
                            <p:fltVal val="0"/>
                          </p:val>
                        </p:tav>
                        <p:tav tm="100000">
                          <p:val>
                            <p:strVal val="#ppt_h"/>
                          </p:val>
                        </p:tav>
                      </p:tavLst>
                    </p:anim>
                    <p:animEffect transition="in" filter="fade">
                      <p:cBhvr>
                        <p:cTn dur="500"/>
                        <p:tgtEl>
                          <p:spTgt spid="34"/>
                        </p:tgtEl>
                      </p:cBhvr>
                    </p:animEffect>
                  </p:childTnLst>
                </p:cTn>
              </p:par>
            </p:tnLst>
          </p:tmpl>
        </p:tmplLst>
      </p:bldP>
      <p:bldP spid="35"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35"/>
                        </p:tgtEl>
                        <p:attrNameLst>
                          <p:attrName>style.visibility</p:attrName>
                        </p:attrNameLst>
                      </p:cBhvr>
                      <p:to>
                        <p:strVal val="visible"/>
                      </p:to>
                    </p:set>
                    <p:anim calcmode="lin" valueType="num">
                      <p:cBhvr>
                        <p:cTn dur="500" fill="hold"/>
                        <p:tgtEl>
                          <p:spTgt spid="35"/>
                        </p:tgtEl>
                        <p:attrNameLst>
                          <p:attrName>ppt_w</p:attrName>
                        </p:attrNameLst>
                      </p:cBhvr>
                      <p:tavLst>
                        <p:tav tm="0">
                          <p:val>
                            <p:fltVal val="0"/>
                          </p:val>
                        </p:tav>
                        <p:tav tm="100000">
                          <p:val>
                            <p:strVal val="#ppt_w"/>
                          </p:val>
                        </p:tav>
                      </p:tavLst>
                    </p:anim>
                    <p:anim calcmode="lin" valueType="num">
                      <p:cBhvr>
                        <p:cTn dur="500" fill="hold"/>
                        <p:tgtEl>
                          <p:spTgt spid="35"/>
                        </p:tgtEl>
                        <p:attrNameLst>
                          <p:attrName>ppt_h</p:attrName>
                        </p:attrNameLst>
                      </p:cBhvr>
                      <p:tavLst>
                        <p:tav tm="0">
                          <p:val>
                            <p:fltVal val="0"/>
                          </p:val>
                        </p:tav>
                        <p:tav tm="100000">
                          <p:val>
                            <p:strVal val="#ppt_h"/>
                          </p:val>
                        </p:tav>
                      </p:tavLst>
                    </p:anim>
                    <p:animEffect transition="in" filter="fade">
                      <p:cBhvr>
                        <p:cTn dur="500"/>
                        <p:tgtEl>
                          <p:spTgt spid="35"/>
                        </p:tgtEl>
                      </p:cBhvr>
                    </p:animEffect>
                  </p:childTnLst>
                </p:cTn>
              </p:par>
            </p:tnLst>
          </p:tmpl>
        </p:tmplLst>
      </p:bldP>
    </p:bldLst>
  </p:timing>
</p:sldLayout>
</file>

<file path=ppt/slideLayouts/slideLayout267.xml><?xml version="1.0" encoding="utf-8"?>
<p:sldLayout xmlns:a="http://schemas.openxmlformats.org/drawingml/2006/main" xmlns:r="http://schemas.openxmlformats.org/officeDocument/2006/relationships" xmlns:p="http://schemas.openxmlformats.org/presentationml/2006/main" preserve="1" userDrawn="1">
  <p:cSld name="16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43" name="Picture Placeholder 30"/>
          <p:cNvSpPr>
            <a:spLocks noGrp="1"/>
          </p:cNvSpPr>
          <p:nvPr>
            <p:ph type="pic" sz="quarter" idx="36" hasCustomPrompt="1"/>
          </p:nvPr>
        </p:nvSpPr>
        <p:spPr>
          <a:xfrm>
            <a:off x="590262" y="1729839"/>
            <a:ext cx="2762538" cy="2064325"/>
          </a:xfrm>
          <a:solidFill>
            <a:schemeClr val="bg1">
              <a:lumMod val="85000"/>
            </a:schemeClr>
          </a:solidFill>
        </p:spPr>
        <p:txBody>
          <a:bodyPr/>
          <a:lstStyle>
            <a:lvl1pPr>
              <a:defRPr/>
            </a:lvl1pPr>
          </a:lstStyle>
          <a:p>
            <a:r>
              <a:rPr lang="id-ID" dirty="0" smtClean="0"/>
              <a:t>Pic here</a:t>
            </a:r>
            <a:endParaRPr lang="en-AU" dirty="0"/>
          </a:p>
        </p:txBody>
      </p:sp>
      <p:sp>
        <p:nvSpPr>
          <p:cNvPr id="15"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1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24" name="Picture Placeholder 30"/>
          <p:cNvSpPr>
            <a:spLocks noGrp="1"/>
          </p:cNvSpPr>
          <p:nvPr>
            <p:ph type="pic" sz="quarter" idx="39" hasCustomPrompt="1"/>
          </p:nvPr>
        </p:nvSpPr>
        <p:spPr>
          <a:xfrm>
            <a:off x="590262" y="3794166"/>
            <a:ext cx="2762538" cy="637309"/>
          </a:xfrm>
          <a:solidFill>
            <a:schemeClr val="accent1"/>
          </a:solidFill>
        </p:spPr>
        <p:txBody>
          <a:bodyPr>
            <a:normAutofit/>
          </a:bodyPr>
          <a:lstStyle>
            <a:lvl1pPr algn="r">
              <a:defRPr sz="1050"/>
            </a:lvl1pPr>
          </a:lstStyle>
          <a:p>
            <a:r>
              <a:rPr lang="id-ID" dirty="0" smtClean="0"/>
              <a:t>Nopic</a:t>
            </a:r>
            <a:endParaRPr lang="en-AU" dirty="0"/>
          </a:p>
        </p:txBody>
      </p:sp>
      <p:sp>
        <p:nvSpPr>
          <p:cNvPr id="27" name="Text Placeholder 21"/>
          <p:cNvSpPr>
            <a:spLocks noGrp="1"/>
          </p:cNvSpPr>
          <p:nvPr>
            <p:ph type="body" sz="quarter" idx="20"/>
          </p:nvPr>
        </p:nvSpPr>
        <p:spPr>
          <a:xfrm>
            <a:off x="590262" y="3984414"/>
            <a:ext cx="2743200" cy="256811"/>
          </a:xfrm>
        </p:spPr>
        <p:txBody>
          <a:bodyPr/>
          <a:lstStyle>
            <a:lvl1pPr algn="ctr">
              <a:defRPr>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3" name="Picture Placeholder 30"/>
          <p:cNvSpPr>
            <a:spLocks noGrp="1"/>
          </p:cNvSpPr>
          <p:nvPr>
            <p:ph type="pic" sz="quarter" idx="40" hasCustomPrompt="1"/>
          </p:nvPr>
        </p:nvSpPr>
        <p:spPr>
          <a:xfrm>
            <a:off x="3352800" y="3794166"/>
            <a:ext cx="2762538" cy="637309"/>
          </a:xfrm>
          <a:solidFill>
            <a:schemeClr val="accent2"/>
          </a:solidFill>
        </p:spPr>
        <p:txBody>
          <a:bodyPr>
            <a:normAutofit/>
          </a:bodyPr>
          <a:lstStyle>
            <a:lvl1pPr algn="r">
              <a:defRPr sz="1050"/>
            </a:lvl1pPr>
          </a:lstStyle>
          <a:p>
            <a:r>
              <a:rPr lang="id-ID" dirty="0" smtClean="0"/>
              <a:t>Nopic</a:t>
            </a:r>
            <a:endParaRPr lang="en-AU" dirty="0"/>
          </a:p>
        </p:txBody>
      </p:sp>
      <p:sp>
        <p:nvSpPr>
          <p:cNvPr id="32" name="Text Placeholder 21"/>
          <p:cNvSpPr>
            <a:spLocks noGrp="1"/>
          </p:cNvSpPr>
          <p:nvPr>
            <p:ph type="body" sz="quarter" idx="41"/>
          </p:nvPr>
        </p:nvSpPr>
        <p:spPr>
          <a:xfrm>
            <a:off x="3352800" y="3984414"/>
            <a:ext cx="2743200" cy="256811"/>
          </a:xfrm>
        </p:spPr>
        <p:txBody>
          <a:bodyPr/>
          <a:lstStyle>
            <a:lvl1pPr algn="ctr">
              <a:defRPr>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6" name="Picture Placeholder 30"/>
          <p:cNvSpPr>
            <a:spLocks noGrp="1"/>
          </p:cNvSpPr>
          <p:nvPr>
            <p:ph type="pic" sz="quarter" idx="42" hasCustomPrompt="1"/>
          </p:nvPr>
        </p:nvSpPr>
        <p:spPr>
          <a:xfrm>
            <a:off x="6115338" y="3782703"/>
            <a:ext cx="2762538" cy="637309"/>
          </a:xfrm>
          <a:solidFill>
            <a:schemeClr val="accent3"/>
          </a:solidFill>
        </p:spPr>
        <p:txBody>
          <a:bodyPr>
            <a:normAutofit/>
          </a:bodyPr>
          <a:lstStyle>
            <a:lvl1pPr algn="r">
              <a:defRPr sz="1050"/>
            </a:lvl1pPr>
          </a:lstStyle>
          <a:p>
            <a:r>
              <a:rPr lang="id-ID" dirty="0" smtClean="0"/>
              <a:t>Nopic</a:t>
            </a:r>
            <a:endParaRPr lang="en-AU" dirty="0"/>
          </a:p>
        </p:txBody>
      </p:sp>
      <p:sp>
        <p:nvSpPr>
          <p:cNvPr id="37" name="Text Placeholder 21"/>
          <p:cNvSpPr>
            <a:spLocks noGrp="1"/>
          </p:cNvSpPr>
          <p:nvPr>
            <p:ph type="body" sz="quarter" idx="43"/>
          </p:nvPr>
        </p:nvSpPr>
        <p:spPr>
          <a:xfrm>
            <a:off x="6115338" y="3972951"/>
            <a:ext cx="2743200" cy="256811"/>
          </a:xfrm>
        </p:spPr>
        <p:txBody>
          <a:bodyPr/>
          <a:lstStyle>
            <a:lvl1pPr algn="ctr">
              <a:defRPr>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8" name="Picture Placeholder 30"/>
          <p:cNvSpPr>
            <a:spLocks noGrp="1"/>
          </p:cNvSpPr>
          <p:nvPr>
            <p:ph type="pic" sz="quarter" idx="44" hasCustomPrompt="1"/>
          </p:nvPr>
        </p:nvSpPr>
        <p:spPr>
          <a:xfrm>
            <a:off x="3352800" y="4431473"/>
            <a:ext cx="2762538" cy="2064325"/>
          </a:xfrm>
          <a:solidFill>
            <a:schemeClr val="bg1">
              <a:lumMod val="85000"/>
            </a:schemeClr>
          </a:solidFill>
        </p:spPr>
        <p:txBody>
          <a:bodyPr/>
          <a:lstStyle>
            <a:lvl1pPr>
              <a:defRPr/>
            </a:lvl1pPr>
          </a:lstStyle>
          <a:p>
            <a:r>
              <a:rPr lang="id-ID" dirty="0" smtClean="0"/>
              <a:t>Pic here</a:t>
            </a:r>
            <a:endParaRPr lang="en-AU" dirty="0"/>
          </a:p>
        </p:txBody>
      </p:sp>
      <p:sp>
        <p:nvSpPr>
          <p:cNvPr id="39" name="Picture Placeholder 30"/>
          <p:cNvSpPr>
            <a:spLocks noGrp="1"/>
          </p:cNvSpPr>
          <p:nvPr>
            <p:ph type="pic" sz="quarter" idx="45" hasCustomPrompt="1"/>
          </p:nvPr>
        </p:nvSpPr>
        <p:spPr>
          <a:xfrm>
            <a:off x="6115338" y="1726630"/>
            <a:ext cx="2762538" cy="2064325"/>
          </a:xfrm>
          <a:solidFill>
            <a:schemeClr val="bg1">
              <a:lumMod val="85000"/>
            </a:schemeClr>
          </a:solidFill>
        </p:spPr>
        <p:txBody>
          <a:bodyPr/>
          <a:lstStyle>
            <a:lvl1pPr>
              <a:defRPr/>
            </a:lvl1pPr>
          </a:lstStyle>
          <a:p>
            <a:r>
              <a:rPr lang="id-ID" dirty="0" smtClean="0"/>
              <a:t>Pic here</a:t>
            </a:r>
            <a:endParaRPr lang="en-AU" dirty="0"/>
          </a:p>
        </p:txBody>
      </p:sp>
      <p:sp>
        <p:nvSpPr>
          <p:cNvPr id="40" name="Picture Placeholder 30"/>
          <p:cNvSpPr>
            <a:spLocks noGrp="1"/>
          </p:cNvSpPr>
          <p:nvPr>
            <p:ph type="pic" sz="quarter" idx="46" hasCustomPrompt="1"/>
          </p:nvPr>
        </p:nvSpPr>
        <p:spPr>
          <a:xfrm>
            <a:off x="8858538" y="3782703"/>
            <a:ext cx="2762538" cy="637309"/>
          </a:xfrm>
          <a:solidFill>
            <a:schemeClr val="accent4"/>
          </a:solidFill>
        </p:spPr>
        <p:txBody>
          <a:bodyPr>
            <a:normAutofit/>
          </a:bodyPr>
          <a:lstStyle>
            <a:lvl1pPr algn="r">
              <a:defRPr sz="1050"/>
            </a:lvl1pPr>
          </a:lstStyle>
          <a:p>
            <a:r>
              <a:rPr lang="id-ID" dirty="0" smtClean="0"/>
              <a:t>Nopic</a:t>
            </a:r>
            <a:endParaRPr lang="en-AU" dirty="0"/>
          </a:p>
        </p:txBody>
      </p:sp>
      <p:sp>
        <p:nvSpPr>
          <p:cNvPr id="41" name="Text Placeholder 21"/>
          <p:cNvSpPr>
            <a:spLocks noGrp="1"/>
          </p:cNvSpPr>
          <p:nvPr>
            <p:ph type="body" sz="quarter" idx="47"/>
          </p:nvPr>
        </p:nvSpPr>
        <p:spPr>
          <a:xfrm>
            <a:off x="8858538" y="3972951"/>
            <a:ext cx="2743200" cy="256811"/>
          </a:xfrm>
        </p:spPr>
        <p:txBody>
          <a:bodyPr/>
          <a:lstStyle>
            <a:lvl1pPr algn="ctr">
              <a:defRPr>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2" name="Picture Placeholder 30"/>
          <p:cNvSpPr>
            <a:spLocks noGrp="1"/>
          </p:cNvSpPr>
          <p:nvPr>
            <p:ph type="pic" sz="quarter" idx="48" hasCustomPrompt="1"/>
          </p:nvPr>
        </p:nvSpPr>
        <p:spPr>
          <a:xfrm>
            <a:off x="8848869" y="4408547"/>
            <a:ext cx="2762538" cy="2064325"/>
          </a:xfrm>
          <a:solidFill>
            <a:schemeClr val="bg1">
              <a:lumMod val="85000"/>
            </a:schemeClr>
          </a:solidFill>
        </p:spPr>
        <p:txBody>
          <a:bodyPr/>
          <a:lstStyle>
            <a:lvl1pPr>
              <a:defRPr/>
            </a:lvl1pPr>
          </a:lstStyle>
          <a:p>
            <a:r>
              <a:rPr lang="id-ID" dirty="0" smtClean="0"/>
              <a:t>Pic here</a:t>
            </a:r>
            <a:endParaRPr lang="en-AU" dirty="0"/>
          </a:p>
        </p:txBody>
      </p:sp>
      <p:sp>
        <p:nvSpPr>
          <p:cNvPr id="44" name="Text Placeholder 21"/>
          <p:cNvSpPr>
            <a:spLocks noGrp="1"/>
          </p:cNvSpPr>
          <p:nvPr>
            <p:ph type="body" sz="quarter" idx="49"/>
          </p:nvPr>
        </p:nvSpPr>
        <p:spPr>
          <a:xfrm>
            <a:off x="628994" y="4555101"/>
            <a:ext cx="2376072"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5" name="Text Placeholder 21"/>
          <p:cNvSpPr>
            <a:spLocks noGrp="1"/>
          </p:cNvSpPr>
          <p:nvPr>
            <p:ph type="body" sz="quarter" idx="29"/>
          </p:nvPr>
        </p:nvSpPr>
        <p:spPr>
          <a:xfrm>
            <a:off x="628994" y="4861805"/>
            <a:ext cx="2376072"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6" name="Text Placeholder 21"/>
          <p:cNvSpPr>
            <a:spLocks noGrp="1"/>
          </p:cNvSpPr>
          <p:nvPr>
            <p:ph type="body" sz="quarter" idx="50"/>
          </p:nvPr>
        </p:nvSpPr>
        <p:spPr>
          <a:xfrm>
            <a:off x="3536364" y="1936648"/>
            <a:ext cx="2376072"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7" name="Text Placeholder 21"/>
          <p:cNvSpPr>
            <a:spLocks noGrp="1"/>
          </p:cNvSpPr>
          <p:nvPr>
            <p:ph type="body" sz="quarter" idx="51"/>
          </p:nvPr>
        </p:nvSpPr>
        <p:spPr>
          <a:xfrm>
            <a:off x="3536364" y="2243352"/>
            <a:ext cx="2376072"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8" name="Text Placeholder 21"/>
          <p:cNvSpPr>
            <a:spLocks noGrp="1"/>
          </p:cNvSpPr>
          <p:nvPr>
            <p:ph type="body" sz="quarter" idx="52"/>
          </p:nvPr>
        </p:nvSpPr>
        <p:spPr>
          <a:xfrm>
            <a:off x="6294067" y="4555101"/>
            <a:ext cx="2376072"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9" name="Text Placeholder 21"/>
          <p:cNvSpPr>
            <a:spLocks noGrp="1"/>
          </p:cNvSpPr>
          <p:nvPr>
            <p:ph type="body" sz="quarter" idx="53"/>
          </p:nvPr>
        </p:nvSpPr>
        <p:spPr>
          <a:xfrm>
            <a:off x="6294067" y="4861805"/>
            <a:ext cx="2376072"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50" name="Text Placeholder 21"/>
          <p:cNvSpPr>
            <a:spLocks noGrp="1"/>
          </p:cNvSpPr>
          <p:nvPr>
            <p:ph type="body" sz="quarter" idx="54"/>
          </p:nvPr>
        </p:nvSpPr>
        <p:spPr>
          <a:xfrm>
            <a:off x="9061440" y="1936648"/>
            <a:ext cx="2376072"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51" name="Text Placeholder 21"/>
          <p:cNvSpPr>
            <a:spLocks noGrp="1"/>
          </p:cNvSpPr>
          <p:nvPr>
            <p:ph type="body" sz="quarter" idx="55"/>
          </p:nvPr>
        </p:nvSpPr>
        <p:spPr>
          <a:xfrm>
            <a:off x="9061440" y="2243352"/>
            <a:ext cx="2376072"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Tree>
    <p:extLst>
      <p:ext uri="{BB962C8B-B14F-4D97-AF65-F5344CB8AC3E}">
        <p14:creationId xmlns:p14="http://schemas.microsoft.com/office/powerpoint/2010/main" val="388024581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500"/>
                            </p:stCondLst>
                            <p:childTnLst>
                              <p:par>
                                <p:cTn id="5" presetID="10" presetClass="entr" presetSubtype="0" fill="hold" grpId="0" nodeType="after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500"/>
                                        <p:tgtEl>
                                          <p:spTgt spid="15"/>
                                        </p:tgtEl>
                                      </p:cBhvr>
                                    </p:animEffect>
                                  </p:childTnLst>
                                </p:cTn>
                              </p:par>
                            </p:childTnLst>
                          </p:cTn>
                        </p:par>
                        <p:par>
                          <p:cTn id="8" fill="hold">
                            <p:stCondLst>
                              <p:cond delay="1000"/>
                            </p:stCondLst>
                            <p:childTnLst>
                              <p:par>
                                <p:cTn id="9" presetID="42" presetClass="entr" presetSubtype="0" fill="hold" grpId="0" nodeType="afterEffect">
                                  <p:stCondLst>
                                    <p:cond delay="0"/>
                                  </p:stCondLst>
                                  <p:childTnLst>
                                    <p:set>
                                      <p:cBhvr>
                                        <p:cTn id="10" dur="1" fill="hold">
                                          <p:stCondLst>
                                            <p:cond delay="0"/>
                                          </p:stCondLst>
                                        </p:cTn>
                                        <p:tgtEl>
                                          <p:spTgt spid="18">
                                            <p:txEl>
                                              <p:pRg st="0" end="0"/>
                                            </p:txEl>
                                          </p:spTgt>
                                        </p:tgtEl>
                                        <p:attrNameLst>
                                          <p:attrName>style.visibility</p:attrName>
                                        </p:attrNameLst>
                                      </p:cBhvr>
                                      <p:to>
                                        <p:strVal val="visible"/>
                                      </p:to>
                                    </p:set>
                                    <p:animEffect transition="in" filter="fade">
                                      <p:cBhvr>
                                        <p:cTn id="11" dur="500"/>
                                        <p:tgtEl>
                                          <p:spTgt spid="18">
                                            <p:txEl>
                                              <p:pRg st="0" end="0"/>
                                            </p:txEl>
                                          </p:spTgt>
                                        </p:tgtEl>
                                      </p:cBhvr>
                                    </p:animEffect>
                                    <p:anim calcmode="lin" valueType="num">
                                      <p:cBhvr>
                                        <p:cTn id="12" dur="500" fill="hold"/>
                                        <p:tgtEl>
                                          <p:spTgt spid="18">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18">
                                            <p:txEl>
                                              <p:pRg st="0" end="0"/>
                                            </p:txEl>
                                          </p:spTgt>
                                        </p:tgtEl>
                                        <p:attrNameLst>
                                          <p:attrName>ppt_y</p:attrName>
                                        </p:attrNameLst>
                                      </p:cBhvr>
                                      <p:tavLst>
                                        <p:tav tm="0">
                                          <p:val>
                                            <p:strVal val="#ppt_y+.1"/>
                                          </p:val>
                                        </p:tav>
                                        <p:tav tm="100000">
                                          <p:val>
                                            <p:strVal val="#ppt_y"/>
                                          </p:val>
                                        </p:tav>
                                      </p:tavLst>
                                    </p:anim>
                                  </p:childTnLst>
                                </p:cTn>
                              </p:par>
                            </p:childTnLst>
                          </p:cTn>
                        </p:par>
                        <p:par>
                          <p:cTn id="14" fill="hold">
                            <p:stCondLst>
                              <p:cond delay="1500"/>
                            </p:stCondLst>
                            <p:childTnLst>
                              <p:par>
                                <p:cTn id="15" presetID="42" presetClass="entr" presetSubtype="0" fill="hold" grpId="0" nodeType="afterEffect">
                                  <p:stCondLst>
                                    <p:cond delay="0"/>
                                  </p:stCondLst>
                                  <p:childTnLst>
                                    <p:set>
                                      <p:cBhvr>
                                        <p:cTn id="16" dur="1" fill="hold">
                                          <p:stCondLst>
                                            <p:cond delay="0"/>
                                          </p:stCondLst>
                                        </p:cTn>
                                        <p:tgtEl>
                                          <p:spTgt spid="24"/>
                                        </p:tgtEl>
                                        <p:attrNameLst>
                                          <p:attrName>style.visibility</p:attrName>
                                        </p:attrNameLst>
                                      </p:cBhvr>
                                      <p:to>
                                        <p:strVal val="visible"/>
                                      </p:to>
                                    </p:set>
                                    <p:animEffect transition="in" filter="fade">
                                      <p:cBhvr>
                                        <p:cTn id="17" dur="500"/>
                                        <p:tgtEl>
                                          <p:spTgt spid="24"/>
                                        </p:tgtEl>
                                      </p:cBhvr>
                                    </p:animEffect>
                                    <p:anim calcmode="lin" valueType="num">
                                      <p:cBhvr>
                                        <p:cTn id="18" dur="500" fill="hold"/>
                                        <p:tgtEl>
                                          <p:spTgt spid="24"/>
                                        </p:tgtEl>
                                        <p:attrNameLst>
                                          <p:attrName>ppt_x</p:attrName>
                                        </p:attrNameLst>
                                      </p:cBhvr>
                                      <p:tavLst>
                                        <p:tav tm="0">
                                          <p:val>
                                            <p:strVal val="#ppt_x"/>
                                          </p:val>
                                        </p:tav>
                                        <p:tav tm="100000">
                                          <p:val>
                                            <p:strVal val="#ppt_x"/>
                                          </p:val>
                                        </p:tav>
                                      </p:tavLst>
                                    </p:anim>
                                    <p:anim calcmode="lin" valueType="num">
                                      <p:cBhvr>
                                        <p:cTn id="19" dur="500" fill="hold"/>
                                        <p:tgtEl>
                                          <p:spTgt spid="24"/>
                                        </p:tgtEl>
                                        <p:attrNameLst>
                                          <p:attrName>ppt_y</p:attrName>
                                        </p:attrNameLst>
                                      </p:cBhvr>
                                      <p:tavLst>
                                        <p:tav tm="0">
                                          <p:val>
                                            <p:strVal val="#ppt_y+.1"/>
                                          </p:val>
                                        </p:tav>
                                        <p:tav tm="100000">
                                          <p:val>
                                            <p:strVal val="#ppt_y"/>
                                          </p:val>
                                        </p:tav>
                                      </p:tavLst>
                                    </p:anim>
                                  </p:childTnLst>
                                </p:cTn>
                              </p:par>
                            </p:childTnLst>
                          </p:cTn>
                        </p:par>
                        <p:par>
                          <p:cTn id="20" fill="hold">
                            <p:stCondLst>
                              <p:cond delay="2000"/>
                            </p:stCondLst>
                            <p:childTnLst>
                              <p:par>
                                <p:cTn id="21" presetID="53" presetClass="entr" presetSubtype="16" fill="hold" grpId="0" nodeType="afterEffect" nodePh="1">
                                  <p:stCondLst>
                                    <p:cond delay="0"/>
                                  </p:stCondLst>
                                  <p:endCondLst>
                                    <p:cond evt="begin" delay="0">
                                      <p:tn val="21"/>
                                    </p:cond>
                                  </p:endCondLst>
                                  <p:childTnLst>
                                    <p:set>
                                      <p:cBhvr>
                                        <p:cTn id="22" dur="1" fill="hold">
                                          <p:stCondLst>
                                            <p:cond delay="0"/>
                                          </p:stCondLst>
                                        </p:cTn>
                                        <p:tgtEl>
                                          <p:spTgt spid="27">
                                            <p:txEl>
                                              <p:pRg st="0" end="0"/>
                                            </p:txEl>
                                          </p:spTgt>
                                        </p:tgtEl>
                                        <p:attrNameLst>
                                          <p:attrName>style.visibility</p:attrName>
                                        </p:attrNameLst>
                                      </p:cBhvr>
                                      <p:to>
                                        <p:strVal val="visible"/>
                                      </p:to>
                                    </p:set>
                                    <p:anim calcmode="lin" valueType="num">
                                      <p:cBhvr>
                                        <p:cTn id="23" dur="500" fill="hold"/>
                                        <p:tgtEl>
                                          <p:spTgt spid="27">
                                            <p:txEl>
                                              <p:pRg st="0" end="0"/>
                                            </p:txEl>
                                          </p:spTgt>
                                        </p:tgtEl>
                                        <p:attrNameLst>
                                          <p:attrName>ppt_w</p:attrName>
                                        </p:attrNameLst>
                                      </p:cBhvr>
                                      <p:tavLst>
                                        <p:tav tm="0">
                                          <p:val>
                                            <p:fltVal val="0"/>
                                          </p:val>
                                        </p:tav>
                                        <p:tav tm="100000">
                                          <p:val>
                                            <p:strVal val="#ppt_w"/>
                                          </p:val>
                                        </p:tav>
                                      </p:tavLst>
                                    </p:anim>
                                    <p:anim calcmode="lin" valueType="num">
                                      <p:cBhvr>
                                        <p:cTn id="24" dur="500" fill="hold"/>
                                        <p:tgtEl>
                                          <p:spTgt spid="27">
                                            <p:txEl>
                                              <p:pRg st="0" end="0"/>
                                            </p:txEl>
                                          </p:spTgt>
                                        </p:tgtEl>
                                        <p:attrNameLst>
                                          <p:attrName>ppt_h</p:attrName>
                                        </p:attrNameLst>
                                      </p:cBhvr>
                                      <p:tavLst>
                                        <p:tav tm="0">
                                          <p:val>
                                            <p:fltVal val="0"/>
                                          </p:val>
                                        </p:tav>
                                        <p:tav tm="100000">
                                          <p:val>
                                            <p:strVal val="#ppt_h"/>
                                          </p:val>
                                        </p:tav>
                                      </p:tavLst>
                                    </p:anim>
                                    <p:animEffect transition="in" filter="fade">
                                      <p:cBhvr>
                                        <p:cTn id="25" dur="500"/>
                                        <p:tgtEl>
                                          <p:spTgt spid="27">
                                            <p:txEl>
                                              <p:pRg st="0" end="0"/>
                                            </p:txEl>
                                          </p:spTgt>
                                        </p:tgtEl>
                                      </p:cBhvr>
                                    </p:animEffect>
                                  </p:childTnLst>
                                </p:cTn>
                              </p:par>
                            </p:childTnLst>
                          </p:cTn>
                        </p:par>
                        <p:par>
                          <p:cTn id="26" fill="hold">
                            <p:stCondLst>
                              <p:cond delay="2500"/>
                            </p:stCondLst>
                            <p:childTnLst>
                              <p:par>
                                <p:cTn id="27" presetID="42" presetClass="entr" presetSubtype="0" fill="hold" grpId="0" nodeType="afterEffect">
                                  <p:stCondLst>
                                    <p:cond delay="0"/>
                                  </p:stCondLst>
                                  <p:childTnLst>
                                    <p:set>
                                      <p:cBhvr>
                                        <p:cTn id="28" dur="1" fill="hold">
                                          <p:stCondLst>
                                            <p:cond delay="0"/>
                                          </p:stCondLst>
                                        </p:cTn>
                                        <p:tgtEl>
                                          <p:spTgt spid="43"/>
                                        </p:tgtEl>
                                        <p:attrNameLst>
                                          <p:attrName>style.visibility</p:attrName>
                                        </p:attrNameLst>
                                      </p:cBhvr>
                                      <p:to>
                                        <p:strVal val="visible"/>
                                      </p:to>
                                    </p:set>
                                    <p:animEffect transition="in" filter="fade">
                                      <p:cBhvr>
                                        <p:cTn id="29" dur="500"/>
                                        <p:tgtEl>
                                          <p:spTgt spid="43"/>
                                        </p:tgtEl>
                                      </p:cBhvr>
                                    </p:animEffect>
                                    <p:anim calcmode="lin" valueType="num">
                                      <p:cBhvr>
                                        <p:cTn id="30" dur="500" fill="hold"/>
                                        <p:tgtEl>
                                          <p:spTgt spid="43"/>
                                        </p:tgtEl>
                                        <p:attrNameLst>
                                          <p:attrName>ppt_x</p:attrName>
                                        </p:attrNameLst>
                                      </p:cBhvr>
                                      <p:tavLst>
                                        <p:tav tm="0">
                                          <p:val>
                                            <p:strVal val="#ppt_x"/>
                                          </p:val>
                                        </p:tav>
                                        <p:tav tm="100000">
                                          <p:val>
                                            <p:strVal val="#ppt_x"/>
                                          </p:val>
                                        </p:tav>
                                      </p:tavLst>
                                    </p:anim>
                                    <p:anim calcmode="lin" valueType="num">
                                      <p:cBhvr>
                                        <p:cTn id="31" dur="500" fill="hold"/>
                                        <p:tgtEl>
                                          <p:spTgt spid="43"/>
                                        </p:tgtEl>
                                        <p:attrNameLst>
                                          <p:attrName>ppt_y</p:attrName>
                                        </p:attrNameLst>
                                      </p:cBhvr>
                                      <p:tavLst>
                                        <p:tav tm="0">
                                          <p:val>
                                            <p:strVal val="#ppt_y+.1"/>
                                          </p:val>
                                        </p:tav>
                                        <p:tav tm="100000">
                                          <p:val>
                                            <p:strVal val="#ppt_y"/>
                                          </p:val>
                                        </p:tav>
                                      </p:tavLst>
                                    </p:anim>
                                  </p:childTnLst>
                                </p:cTn>
                              </p:par>
                            </p:childTnLst>
                          </p:cTn>
                        </p:par>
                        <p:par>
                          <p:cTn id="32" fill="hold">
                            <p:stCondLst>
                              <p:cond delay="3000"/>
                            </p:stCondLst>
                            <p:childTnLst>
                              <p:par>
                                <p:cTn id="33" presetID="53" presetClass="entr" presetSubtype="16" fill="hold" grpId="0" nodeType="afterEffect" nodePh="1">
                                  <p:stCondLst>
                                    <p:cond delay="0"/>
                                  </p:stCondLst>
                                  <p:endCondLst>
                                    <p:cond evt="begin" delay="0">
                                      <p:tn val="33"/>
                                    </p:cond>
                                  </p:endCondLst>
                                  <p:childTnLst>
                                    <p:set>
                                      <p:cBhvr>
                                        <p:cTn id="34" dur="1" fill="hold">
                                          <p:stCondLst>
                                            <p:cond delay="0"/>
                                          </p:stCondLst>
                                        </p:cTn>
                                        <p:tgtEl>
                                          <p:spTgt spid="44">
                                            <p:txEl>
                                              <p:pRg st="0" end="0"/>
                                            </p:txEl>
                                          </p:spTgt>
                                        </p:tgtEl>
                                        <p:attrNameLst>
                                          <p:attrName>style.visibility</p:attrName>
                                        </p:attrNameLst>
                                      </p:cBhvr>
                                      <p:to>
                                        <p:strVal val="visible"/>
                                      </p:to>
                                    </p:set>
                                    <p:anim calcmode="lin" valueType="num">
                                      <p:cBhvr>
                                        <p:cTn id="35" dur="500" fill="hold"/>
                                        <p:tgtEl>
                                          <p:spTgt spid="44">
                                            <p:txEl>
                                              <p:pRg st="0" end="0"/>
                                            </p:txEl>
                                          </p:spTgt>
                                        </p:tgtEl>
                                        <p:attrNameLst>
                                          <p:attrName>ppt_w</p:attrName>
                                        </p:attrNameLst>
                                      </p:cBhvr>
                                      <p:tavLst>
                                        <p:tav tm="0">
                                          <p:val>
                                            <p:fltVal val="0"/>
                                          </p:val>
                                        </p:tav>
                                        <p:tav tm="100000">
                                          <p:val>
                                            <p:strVal val="#ppt_w"/>
                                          </p:val>
                                        </p:tav>
                                      </p:tavLst>
                                    </p:anim>
                                    <p:anim calcmode="lin" valueType="num">
                                      <p:cBhvr>
                                        <p:cTn id="36" dur="500" fill="hold"/>
                                        <p:tgtEl>
                                          <p:spTgt spid="44">
                                            <p:txEl>
                                              <p:pRg st="0" end="0"/>
                                            </p:txEl>
                                          </p:spTgt>
                                        </p:tgtEl>
                                        <p:attrNameLst>
                                          <p:attrName>ppt_h</p:attrName>
                                        </p:attrNameLst>
                                      </p:cBhvr>
                                      <p:tavLst>
                                        <p:tav tm="0">
                                          <p:val>
                                            <p:fltVal val="0"/>
                                          </p:val>
                                        </p:tav>
                                        <p:tav tm="100000">
                                          <p:val>
                                            <p:strVal val="#ppt_h"/>
                                          </p:val>
                                        </p:tav>
                                      </p:tavLst>
                                    </p:anim>
                                    <p:animEffect transition="in" filter="fade">
                                      <p:cBhvr>
                                        <p:cTn id="37" dur="500"/>
                                        <p:tgtEl>
                                          <p:spTgt spid="44">
                                            <p:txEl>
                                              <p:pRg st="0" end="0"/>
                                            </p:txEl>
                                          </p:spTgt>
                                        </p:tgtEl>
                                      </p:cBhvr>
                                    </p:animEffect>
                                  </p:childTnLst>
                                </p:cTn>
                              </p:par>
                            </p:childTnLst>
                          </p:cTn>
                        </p:par>
                        <p:par>
                          <p:cTn id="38" fill="hold">
                            <p:stCondLst>
                              <p:cond delay="3500"/>
                            </p:stCondLst>
                            <p:childTnLst>
                              <p:par>
                                <p:cTn id="39" presetID="42" presetClass="entr" presetSubtype="0" fill="hold" grpId="0" nodeType="afterEffect" nodePh="1">
                                  <p:stCondLst>
                                    <p:cond delay="0"/>
                                  </p:stCondLst>
                                  <p:endCondLst>
                                    <p:cond evt="begin" delay="0">
                                      <p:tn val="39"/>
                                    </p:cond>
                                  </p:endCondLst>
                                  <p:childTnLst>
                                    <p:set>
                                      <p:cBhvr>
                                        <p:cTn id="40" dur="1" fill="hold">
                                          <p:stCondLst>
                                            <p:cond delay="0"/>
                                          </p:stCondLst>
                                        </p:cTn>
                                        <p:tgtEl>
                                          <p:spTgt spid="45">
                                            <p:txEl>
                                              <p:pRg st="0" end="0"/>
                                            </p:txEl>
                                          </p:spTgt>
                                        </p:tgtEl>
                                        <p:attrNameLst>
                                          <p:attrName>style.visibility</p:attrName>
                                        </p:attrNameLst>
                                      </p:cBhvr>
                                      <p:to>
                                        <p:strVal val="visible"/>
                                      </p:to>
                                    </p:set>
                                    <p:animEffect transition="in" filter="fade">
                                      <p:cBhvr>
                                        <p:cTn id="41" dur="500"/>
                                        <p:tgtEl>
                                          <p:spTgt spid="45">
                                            <p:txEl>
                                              <p:pRg st="0" end="0"/>
                                            </p:txEl>
                                          </p:spTgt>
                                        </p:tgtEl>
                                      </p:cBhvr>
                                    </p:animEffect>
                                    <p:anim calcmode="lin" valueType="num">
                                      <p:cBhvr>
                                        <p:cTn id="42" dur="500" fill="hold"/>
                                        <p:tgtEl>
                                          <p:spTgt spid="45">
                                            <p:txEl>
                                              <p:pRg st="0" end="0"/>
                                            </p:txEl>
                                          </p:spTgt>
                                        </p:tgtEl>
                                        <p:attrNameLst>
                                          <p:attrName>ppt_x</p:attrName>
                                        </p:attrNameLst>
                                      </p:cBhvr>
                                      <p:tavLst>
                                        <p:tav tm="0">
                                          <p:val>
                                            <p:strVal val="#ppt_x"/>
                                          </p:val>
                                        </p:tav>
                                        <p:tav tm="100000">
                                          <p:val>
                                            <p:strVal val="#ppt_x"/>
                                          </p:val>
                                        </p:tav>
                                      </p:tavLst>
                                    </p:anim>
                                    <p:anim calcmode="lin" valueType="num">
                                      <p:cBhvr>
                                        <p:cTn id="43" dur="500" fill="hold"/>
                                        <p:tgtEl>
                                          <p:spTgt spid="45">
                                            <p:txEl>
                                              <p:pRg st="0" end="0"/>
                                            </p:txEl>
                                          </p:spTgt>
                                        </p:tgtEl>
                                        <p:attrNameLst>
                                          <p:attrName>ppt_y</p:attrName>
                                        </p:attrNameLst>
                                      </p:cBhvr>
                                      <p:tavLst>
                                        <p:tav tm="0">
                                          <p:val>
                                            <p:strVal val="#ppt_y+.1"/>
                                          </p:val>
                                        </p:tav>
                                        <p:tav tm="100000">
                                          <p:val>
                                            <p:strVal val="#ppt_y"/>
                                          </p:val>
                                        </p:tav>
                                      </p:tavLst>
                                    </p:anim>
                                  </p:childTnLst>
                                </p:cTn>
                              </p:par>
                            </p:childTnLst>
                          </p:cTn>
                        </p:par>
                        <p:par>
                          <p:cTn id="44" fill="hold">
                            <p:stCondLst>
                              <p:cond delay="4000"/>
                            </p:stCondLst>
                            <p:childTnLst>
                              <p:par>
                                <p:cTn id="45" presetID="42" presetClass="entr" presetSubtype="0" fill="hold" grpId="0" nodeType="afterEffect">
                                  <p:stCondLst>
                                    <p:cond delay="0"/>
                                  </p:stCondLst>
                                  <p:childTnLst>
                                    <p:set>
                                      <p:cBhvr>
                                        <p:cTn id="46" dur="1" fill="hold">
                                          <p:stCondLst>
                                            <p:cond delay="0"/>
                                          </p:stCondLst>
                                        </p:cTn>
                                        <p:tgtEl>
                                          <p:spTgt spid="23"/>
                                        </p:tgtEl>
                                        <p:attrNameLst>
                                          <p:attrName>style.visibility</p:attrName>
                                        </p:attrNameLst>
                                      </p:cBhvr>
                                      <p:to>
                                        <p:strVal val="visible"/>
                                      </p:to>
                                    </p:set>
                                    <p:animEffect transition="in" filter="fade">
                                      <p:cBhvr>
                                        <p:cTn id="47" dur="500"/>
                                        <p:tgtEl>
                                          <p:spTgt spid="23"/>
                                        </p:tgtEl>
                                      </p:cBhvr>
                                    </p:animEffect>
                                    <p:anim calcmode="lin" valueType="num">
                                      <p:cBhvr>
                                        <p:cTn id="48" dur="500" fill="hold"/>
                                        <p:tgtEl>
                                          <p:spTgt spid="23"/>
                                        </p:tgtEl>
                                        <p:attrNameLst>
                                          <p:attrName>ppt_x</p:attrName>
                                        </p:attrNameLst>
                                      </p:cBhvr>
                                      <p:tavLst>
                                        <p:tav tm="0">
                                          <p:val>
                                            <p:strVal val="#ppt_x"/>
                                          </p:val>
                                        </p:tav>
                                        <p:tav tm="100000">
                                          <p:val>
                                            <p:strVal val="#ppt_x"/>
                                          </p:val>
                                        </p:tav>
                                      </p:tavLst>
                                    </p:anim>
                                    <p:anim calcmode="lin" valueType="num">
                                      <p:cBhvr>
                                        <p:cTn id="49" dur="500" fill="hold"/>
                                        <p:tgtEl>
                                          <p:spTgt spid="23"/>
                                        </p:tgtEl>
                                        <p:attrNameLst>
                                          <p:attrName>ppt_y</p:attrName>
                                        </p:attrNameLst>
                                      </p:cBhvr>
                                      <p:tavLst>
                                        <p:tav tm="0">
                                          <p:val>
                                            <p:strVal val="#ppt_y+.1"/>
                                          </p:val>
                                        </p:tav>
                                        <p:tav tm="100000">
                                          <p:val>
                                            <p:strVal val="#ppt_y"/>
                                          </p:val>
                                        </p:tav>
                                      </p:tavLst>
                                    </p:anim>
                                  </p:childTnLst>
                                </p:cTn>
                              </p:par>
                            </p:childTnLst>
                          </p:cTn>
                        </p:par>
                        <p:par>
                          <p:cTn id="50" fill="hold">
                            <p:stCondLst>
                              <p:cond delay="4500"/>
                            </p:stCondLst>
                            <p:childTnLst>
                              <p:par>
                                <p:cTn id="51" presetID="53" presetClass="entr" presetSubtype="16" fill="hold" grpId="0" nodeType="afterEffect" nodePh="1">
                                  <p:stCondLst>
                                    <p:cond delay="0"/>
                                  </p:stCondLst>
                                  <p:endCondLst>
                                    <p:cond evt="begin" delay="0">
                                      <p:tn val="51"/>
                                    </p:cond>
                                  </p:endCondLst>
                                  <p:childTnLst>
                                    <p:set>
                                      <p:cBhvr>
                                        <p:cTn id="52" dur="1" fill="hold">
                                          <p:stCondLst>
                                            <p:cond delay="0"/>
                                          </p:stCondLst>
                                        </p:cTn>
                                        <p:tgtEl>
                                          <p:spTgt spid="32">
                                            <p:txEl>
                                              <p:pRg st="0" end="0"/>
                                            </p:txEl>
                                          </p:spTgt>
                                        </p:tgtEl>
                                        <p:attrNameLst>
                                          <p:attrName>style.visibility</p:attrName>
                                        </p:attrNameLst>
                                      </p:cBhvr>
                                      <p:to>
                                        <p:strVal val="visible"/>
                                      </p:to>
                                    </p:set>
                                    <p:anim calcmode="lin" valueType="num">
                                      <p:cBhvr>
                                        <p:cTn id="53" dur="500" fill="hold"/>
                                        <p:tgtEl>
                                          <p:spTgt spid="32">
                                            <p:txEl>
                                              <p:pRg st="0" end="0"/>
                                            </p:txEl>
                                          </p:spTgt>
                                        </p:tgtEl>
                                        <p:attrNameLst>
                                          <p:attrName>ppt_w</p:attrName>
                                        </p:attrNameLst>
                                      </p:cBhvr>
                                      <p:tavLst>
                                        <p:tav tm="0">
                                          <p:val>
                                            <p:fltVal val="0"/>
                                          </p:val>
                                        </p:tav>
                                        <p:tav tm="100000">
                                          <p:val>
                                            <p:strVal val="#ppt_w"/>
                                          </p:val>
                                        </p:tav>
                                      </p:tavLst>
                                    </p:anim>
                                    <p:anim calcmode="lin" valueType="num">
                                      <p:cBhvr>
                                        <p:cTn id="54" dur="500" fill="hold"/>
                                        <p:tgtEl>
                                          <p:spTgt spid="32">
                                            <p:txEl>
                                              <p:pRg st="0" end="0"/>
                                            </p:txEl>
                                          </p:spTgt>
                                        </p:tgtEl>
                                        <p:attrNameLst>
                                          <p:attrName>ppt_h</p:attrName>
                                        </p:attrNameLst>
                                      </p:cBhvr>
                                      <p:tavLst>
                                        <p:tav tm="0">
                                          <p:val>
                                            <p:fltVal val="0"/>
                                          </p:val>
                                        </p:tav>
                                        <p:tav tm="100000">
                                          <p:val>
                                            <p:strVal val="#ppt_h"/>
                                          </p:val>
                                        </p:tav>
                                      </p:tavLst>
                                    </p:anim>
                                    <p:animEffect transition="in" filter="fade">
                                      <p:cBhvr>
                                        <p:cTn id="55" dur="500"/>
                                        <p:tgtEl>
                                          <p:spTgt spid="32">
                                            <p:txEl>
                                              <p:pRg st="0" end="0"/>
                                            </p:txEl>
                                          </p:spTgt>
                                        </p:tgtEl>
                                      </p:cBhvr>
                                    </p:animEffect>
                                  </p:childTnLst>
                                </p:cTn>
                              </p:par>
                            </p:childTnLst>
                          </p:cTn>
                        </p:par>
                        <p:par>
                          <p:cTn id="56" fill="hold">
                            <p:stCondLst>
                              <p:cond delay="5000"/>
                            </p:stCondLst>
                            <p:childTnLst>
                              <p:par>
                                <p:cTn id="57" presetID="47" presetClass="entr" presetSubtype="0" fill="hold" grpId="0" nodeType="afterEffect">
                                  <p:stCondLst>
                                    <p:cond delay="0"/>
                                  </p:stCondLst>
                                  <p:childTnLst>
                                    <p:set>
                                      <p:cBhvr>
                                        <p:cTn id="58" dur="1" fill="hold">
                                          <p:stCondLst>
                                            <p:cond delay="0"/>
                                          </p:stCondLst>
                                        </p:cTn>
                                        <p:tgtEl>
                                          <p:spTgt spid="38"/>
                                        </p:tgtEl>
                                        <p:attrNameLst>
                                          <p:attrName>style.visibility</p:attrName>
                                        </p:attrNameLst>
                                      </p:cBhvr>
                                      <p:to>
                                        <p:strVal val="visible"/>
                                      </p:to>
                                    </p:set>
                                    <p:animEffect transition="in" filter="fade">
                                      <p:cBhvr>
                                        <p:cTn id="59" dur="500"/>
                                        <p:tgtEl>
                                          <p:spTgt spid="38"/>
                                        </p:tgtEl>
                                      </p:cBhvr>
                                    </p:animEffect>
                                    <p:anim calcmode="lin" valueType="num">
                                      <p:cBhvr>
                                        <p:cTn id="60" dur="500" fill="hold"/>
                                        <p:tgtEl>
                                          <p:spTgt spid="38"/>
                                        </p:tgtEl>
                                        <p:attrNameLst>
                                          <p:attrName>ppt_x</p:attrName>
                                        </p:attrNameLst>
                                      </p:cBhvr>
                                      <p:tavLst>
                                        <p:tav tm="0">
                                          <p:val>
                                            <p:strVal val="#ppt_x"/>
                                          </p:val>
                                        </p:tav>
                                        <p:tav tm="100000">
                                          <p:val>
                                            <p:strVal val="#ppt_x"/>
                                          </p:val>
                                        </p:tav>
                                      </p:tavLst>
                                    </p:anim>
                                    <p:anim calcmode="lin" valueType="num">
                                      <p:cBhvr>
                                        <p:cTn id="61" dur="500" fill="hold"/>
                                        <p:tgtEl>
                                          <p:spTgt spid="38"/>
                                        </p:tgtEl>
                                        <p:attrNameLst>
                                          <p:attrName>ppt_y</p:attrName>
                                        </p:attrNameLst>
                                      </p:cBhvr>
                                      <p:tavLst>
                                        <p:tav tm="0">
                                          <p:val>
                                            <p:strVal val="#ppt_y-.1"/>
                                          </p:val>
                                        </p:tav>
                                        <p:tav tm="100000">
                                          <p:val>
                                            <p:strVal val="#ppt_y"/>
                                          </p:val>
                                        </p:tav>
                                      </p:tavLst>
                                    </p:anim>
                                  </p:childTnLst>
                                </p:cTn>
                              </p:par>
                            </p:childTnLst>
                          </p:cTn>
                        </p:par>
                        <p:par>
                          <p:cTn id="62" fill="hold">
                            <p:stCondLst>
                              <p:cond delay="5500"/>
                            </p:stCondLst>
                            <p:childTnLst>
                              <p:par>
                                <p:cTn id="63" presetID="53" presetClass="entr" presetSubtype="16" fill="hold" grpId="0" nodeType="afterEffect" nodePh="1">
                                  <p:stCondLst>
                                    <p:cond delay="0"/>
                                  </p:stCondLst>
                                  <p:endCondLst>
                                    <p:cond evt="begin" delay="0">
                                      <p:tn val="63"/>
                                    </p:cond>
                                  </p:endCondLst>
                                  <p:childTnLst>
                                    <p:set>
                                      <p:cBhvr>
                                        <p:cTn id="64" dur="1" fill="hold">
                                          <p:stCondLst>
                                            <p:cond delay="0"/>
                                          </p:stCondLst>
                                        </p:cTn>
                                        <p:tgtEl>
                                          <p:spTgt spid="46">
                                            <p:txEl>
                                              <p:pRg st="0" end="0"/>
                                            </p:txEl>
                                          </p:spTgt>
                                        </p:tgtEl>
                                        <p:attrNameLst>
                                          <p:attrName>style.visibility</p:attrName>
                                        </p:attrNameLst>
                                      </p:cBhvr>
                                      <p:to>
                                        <p:strVal val="visible"/>
                                      </p:to>
                                    </p:set>
                                    <p:anim calcmode="lin" valueType="num">
                                      <p:cBhvr>
                                        <p:cTn id="65" dur="500" fill="hold"/>
                                        <p:tgtEl>
                                          <p:spTgt spid="46">
                                            <p:txEl>
                                              <p:pRg st="0" end="0"/>
                                            </p:txEl>
                                          </p:spTgt>
                                        </p:tgtEl>
                                        <p:attrNameLst>
                                          <p:attrName>ppt_w</p:attrName>
                                        </p:attrNameLst>
                                      </p:cBhvr>
                                      <p:tavLst>
                                        <p:tav tm="0">
                                          <p:val>
                                            <p:fltVal val="0"/>
                                          </p:val>
                                        </p:tav>
                                        <p:tav tm="100000">
                                          <p:val>
                                            <p:strVal val="#ppt_w"/>
                                          </p:val>
                                        </p:tav>
                                      </p:tavLst>
                                    </p:anim>
                                    <p:anim calcmode="lin" valueType="num">
                                      <p:cBhvr>
                                        <p:cTn id="66" dur="500" fill="hold"/>
                                        <p:tgtEl>
                                          <p:spTgt spid="46">
                                            <p:txEl>
                                              <p:pRg st="0" end="0"/>
                                            </p:txEl>
                                          </p:spTgt>
                                        </p:tgtEl>
                                        <p:attrNameLst>
                                          <p:attrName>ppt_h</p:attrName>
                                        </p:attrNameLst>
                                      </p:cBhvr>
                                      <p:tavLst>
                                        <p:tav tm="0">
                                          <p:val>
                                            <p:fltVal val="0"/>
                                          </p:val>
                                        </p:tav>
                                        <p:tav tm="100000">
                                          <p:val>
                                            <p:strVal val="#ppt_h"/>
                                          </p:val>
                                        </p:tav>
                                      </p:tavLst>
                                    </p:anim>
                                    <p:animEffect transition="in" filter="fade">
                                      <p:cBhvr>
                                        <p:cTn id="67" dur="500"/>
                                        <p:tgtEl>
                                          <p:spTgt spid="46">
                                            <p:txEl>
                                              <p:pRg st="0" end="0"/>
                                            </p:txEl>
                                          </p:spTgt>
                                        </p:tgtEl>
                                      </p:cBhvr>
                                    </p:animEffect>
                                  </p:childTnLst>
                                </p:cTn>
                              </p:par>
                            </p:childTnLst>
                          </p:cTn>
                        </p:par>
                        <p:par>
                          <p:cTn id="68" fill="hold">
                            <p:stCondLst>
                              <p:cond delay="6000"/>
                            </p:stCondLst>
                            <p:childTnLst>
                              <p:par>
                                <p:cTn id="69" presetID="42" presetClass="entr" presetSubtype="0" fill="hold" grpId="0" nodeType="afterEffect" nodePh="1">
                                  <p:stCondLst>
                                    <p:cond delay="0"/>
                                  </p:stCondLst>
                                  <p:endCondLst>
                                    <p:cond evt="begin" delay="0">
                                      <p:tn val="69"/>
                                    </p:cond>
                                  </p:endCondLst>
                                  <p:childTnLst>
                                    <p:set>
                                      <p:cBhvr>
                                        <p:cTn id="70" dur="1" fill="hold">
                                          <p:stCondLst>
                                            <p:cond delay="0"/>
                                          </p:stCondLst>
                                        </p:cTn>
                                        <p:tgtEl>
                                          <p:spTgt spid="47">
                                            <p:txEl>
                                              <p:pRg st="0" end="0"/>
                                            </p:txEl>
                                          </p:spTgt>
                                        </p:tgtEl>
                                        <p:attrNameLst>
                                          <p:attrName>style.visibility</p:attrName>
                                        </p:attrNameLst>
                                      </p:cBhvr>
                                      <p:to>
                                        <p:strVal val="visible"/>
                                      </p:to>
                                    </p:set>
                                    <p:animEffect transition="in" filter="fade">
                                      <p:cBhvr>
                                        <p:cTn id="71" dur="500"/>
                                        <p:tgtEl>
                                          <p:spTgt spid="47">
                                            <p:txEl>
                                              <p:pRg st="0" end="0"/>
                                            </p:txEl>
                                          </p:spTgt>
                                        </p:tgtEl>
                                      </p:cBhvr>
                                    </p:animEffect>
                                    <p:anim calcmode="lin" valueType="num">
                                      <p:cBhvr>
                                        <p:cTn id="72" dur="500" fill="hold"/>
                                        <p:tgtEl>
                                          <p:spTgt spid="47">
                                            <p:txEl>
                                              <p:pRg st="0" end="0"/>
                                            </p:txEl>
                                          </p:spTgt>
                                        </p:tgtEl>
                                        <p:attrNameLst>
                                          <p:attrName>ppt_x</p:attrName>
                                        </p:attrNameLst>
                                      </p:cBhvr>
                                      <p:tavLst>
                                        <p:tav tm="0">
                                          <p:val>
                                            <p:strVal val="#ppt_x"/>
                                          </p:val>
                                        </p:tav>
                                        <p:tav tm="100000">
                                          <p:val>
                                            <p:strVal val="#ppt_x"/>
                                          </p:val>
                                        </p:tav>
                                      </p:tavLst>
                                    </p:anim>
                                    <p:anim calcmode="lin" valueType="num">
                                      <p:cBhvr>
                                        <p:cTn id="73" dur="500" fill="hold"/>
                                        <p:tgtEl>
                                          <p:spTgt spid="47">
                                            <p:txEl>
                                              <p:pRg st="0" end="0"/>
                                            </p:txEl>
                                          </p:spTgt>
                                        </p:tgtEl>
                                        <p:attrNameLst>
                                          <p:attrName>ppt_y</p:attrName>
                                        </p:attrNameLst>
                                      </p:cBhvr>
                                      <p:tavLst>
                                        <p:tav tm="0">
                                          <p:val>
                                            <p:strVal val="#ppt_y+.1"/>
                                          </p:val>
                                        </p:tav>
                                        <p:tav tm="100000">
                                          <p:val>
                                            <p:strVal val="#ppt_y"/>
                                          </p:val>
                                        </p:tav>
                                      </p:tavLst>
                                    </p:anim>
                                  </p:childTnLst>
                                </p:cTn>
                              </p:par>
                            </p:childTnLst>
                          </p:cTn>
                        </p:par>
                        <p:par>
                          <p:cTn id="74" fill="hold">
                            <p:stCondLst>
                              <p:cond delay="6500"/>
                            </p:stCondLst>
                            <p:childTnLst>
                              <p:par>
                                <p:cTn id="75" presetID="42" presetClass="entr" presetSubtype="0" fill="hold" grpId="0" nodeType="afterEffect">
                                  <p:stCondLst>
                                    <p:cond delay="0"/>
                                  </p:stCondLst>
                                  <p:childTnLst>
                                    <p:set>
                                      <p:cBhvr>
                                        <p:cTn id="76" dur="1" fill="hold">
                                          <p:stCondLst>
                                            <p:cond delay="0"/>
                                          </p:stCondLst>
                                        </p:cTn>
                                        <p:tgtEl>
                                          <p:spTgt spid="36"/>
                                        </p:tgtEl>
                                        <p:attrNameLst>
                                          <p:attrName>style.visibility</p:attrName>
                                        </p:attrNameLst>
                                      </p:cBhvr>
                                      <p:to>
                                        <p:strVal val="visible"/>
                                      </p:to>
                                    </p:set>
                                    <p:animEffect transition="in" filter="fade">
                                      <p:cBhvr>
                                        <p:cTn id="77" dur="500"/>
                                        <p:tgtEl>
                                          <p:spTgt spid="36"/>
                                        </p:tgtEl>
                                      </p:cBhvr>
                                    </p:animEffect>
                                    <p:anim calcmode="lin" valueType="num">
                                      <p:cBhvr>
                                        <p:cTn id="78" dur="500" fill="hold"/>
                                        <p:tgtEl>
                                          <p:spTgt spid="36"/>
                                        </p:tgtEl>
                                        <p:attrNameLst>
                                          <p:attrName>ppt_x</p:attrName>
                                        </p:attrNameLst>
                                      </p:cBhvr>
                                      <p:tavLst>
                                        <p:tav tm="0">
                                          <p:val>
                                            <p:strVal val="#ppt_x"/>
                                          </p:val>
                                        </p:tav>
                                        <p:tav tm="100000">
                                          <p:val>
                                            <p:strVal val="#ppt_x"/>
                                          </p:val>
                                        </p:tav>
                                      </p:tavLst>
                                    </p:anim>
                                    <p:anim calcmode="lin" valueType="num">
                                      <p:cBhvr>
                                        <p:cTn id="79" dur="500" fill="hold"/>
                                        <p:tgtEl>
                                          <p:spTgt spid="36"/>
                                        </p:tgtEl>
                                        <p:attrNameLst>
                                          <p:attrName>ppt_y</p:attrName>
                                        </p:attrNameLst>
                                      </p:cBhvr>
                                      <p:tavLst>
                                        <p:tav tm="0">
                                          <p:val>
                                            <p:strVal val="#ppt_y+.1"/>
                                          </p:val>
                                        </p:tav>
                                        <p:tav tm="100000">
                                          <p:val>
                                            <p:strVal val="#ppt_y"/>
                                          </p:val>
                                        </p:tav>
                                      </p:tavLst>
                                    </p:anim>
                                  </p:childTnLst>
                                </p:cTn>
                              </p:par>
                            </p:childTnLst>
                          </p:cTn>
                        </p:par>
                        <p:par>
                          <p:cTn id="80" fill="hold">
                            <p:stCondLst>
                              <p:cond delay="7000"/>
                            </p:stCondLst>
                            <p:childTnLst>
                              <p:par>
                                <p:cTn id="81" presetID="53" presetClass="entr" presetSubtype="16" fill="hold" grpId="0" nodeType="afterEffect" nodePh="1">
                                  <p:stCondLst>
                                    <p:cond delay="0"/>
                                  </p:stCondLst>
                                  <p:endCondLst>
                                    <p:cond evt="begin" delay="0">
                                      <p:tn val="81"/>
                                    </p:cond>
                                  </p:endCondLst>
                                  <p:childTnLst>
                                    <p:set>
                                      <p:cBhvr>
                                        <p:cTn id="82" dur="1" fill="hold">
                                          <p:stCondLst>
                                            <p:cond delay="0"/>
                                          </p:stCondLst>
                                        </p:cTn>
                                        <p:tgtEl>
                                          <p:spTgt spid="37">
                                            <p:txEl>
                                              <p:pRg st="0" end="0"/>
                                            </p:txEl>
                                          </p:spTgt>
                                        </p:tgtEl>
                                        <p:attrNameLst>
                                          <p:attrName>style.visibility</p:attrName>
                                        </p:attrNameLst>
                                      </p:cBhvr>
                                      <p:to>
                                        <p:strVal val="visible"/>
                                      </p:to>
                                    </p:set>
                                    <p:anim calcmode="lin" valueType="num">
                                      <p:cBhvr>
                                        <p:cTn id="83" dur="500" fill="hold"/>
                                        <p:tgtEl>
                                          <p:spTgt spid="37">
                                            <p:txEl>
                                              <p:pRg st="0" end="0"/>
                                            </p:txEl>
                                          </p:spTgt>
                                        </p:tgtEl>
                                        <p:attrNameLst>
                                          <p:attrName>ppt_w</p:attrName>
                                        </p:attrNameLst>
                                      </p:cBhvr>
                                      <p:tavLst>
                                        <p:tav tm="0">
                                          <p:val>
                                            <p:fltVal val="0"/>
                                          </p:val>
                                        </p:tav>
                                        <p:tav tm="100000">
                                          <p:val>
                                            <p:strVal val="#ppt_w"/>
                                          </p:val>
                                        </p:tav>
                                      </p:tavLst>
                                    </p:anim>
                                    <p:anim calcmode="lin" valueType="num">
                                      <p:cBhvr>
                                        <p:cTn id="84" dur="500" fill="hold"/>
                                        <p:tgtEl>
                                          <p:spTgt spid="37">
                                            <p:txEl>
                                              <p:pRg st="0" end="0"/>
                                            </p:txEl>
                                          </p:spTgt>
                                        </p:tgtEl>
                                        <p:attrNameLst>
                                          <p:attrName>ppt_h</p:attrName>
                                        </p:attrNameLst>
                                      </p:cBhvr>
                                      <p:tavLst>
                                        <p:tav tm="0">
                                          <p:val>
                                            <p:fltVal val="0"/>
                                          </p:val>
                                        </p:tav>
                                        <p:tav tm="100000">
                                          <p:val>
                                            <p:strVal val="#ppt_h"/>
                                          </p:val>
                                        </p:tav>
                                      </p:tavLst>
                                    </p:anim>
                                    <p:animEffect transition="in" filter="fade">
                                      <p:cBhvr>
                                        <p:cTn id="85" dur="500"/>
                                        <p:tgtEl>
                                          <p:spTgt spid="37">
                                            <p:txEl>
                                              <p:pRg st="0" end="0"/>
                                            </p:txEl>
                                          </p:spTgt>
                                        </p:tgtEl>
                                      </p:cBhvr>
                                    </p:animEffect>
                                  </p:childTnLst>
                                </p:cTn>
                              </p:par>
                            </p:childTnLst>
                          </p:cTn>
                        </p:par>
                        <p:par>
                          <p:cTn id="86" fill="hold">
                            <p:stCondLst>
                              <p:cond delay="7500"/>
                            </p:stCondLst>
                            <p:childTnLst>
                              <p:par>
                                <p:cTn id="87" presetID="42" presetClass="entr" presetSubtype="0" fill="hold" grpId="0" nodeType="afterEffect">
                                  <p:stCondLst>
                                    <p:cond delay="0"/>
                                  </p:stCondLst>
                                  <p:childTnLst>
                                    <p:set>
                                      <p:cBhvr>
                                        <p:cTn id="88" dur="1" fill="hold">
                                          <p:stCondLst>
                                            <p:cond delay="0"/>
                                          </p:stCondLst>
                                        </p:cTn>
                                        <p:tgtEl>
                                          <p:spTgt spid="39"/>
                                        </p:tgtEl>
                                        <p:attrNameLst>
                                          <p:attrName>style.visibility</p:attrName>
                                        </p:attrNameLst>
                                      </p:cBhvr>
                                      <p:to>
                                        <p:strVal val="visible"/>
                                      </p:to>
                                    </p:set>
                                    <p:animEffect transition="in" filter="fade">
                                      <p:cBhvr>
                                        <p:cTn id="89" dur="500"/>
                                        <p:tgtEl>
                                          <p:spTgt spid="39"/>
                                        </p:tgtEl>
                                      </p:cBhvr>
                                    </p:animEffect>
                                    <p:anim calcmode="lin" valueType="num">
                                      <p:cBhvr>
                                        <p:cTn id="90" dur="500" fill="hold"/>
                                        <p:tgtEl>
                                          <p:spTgt spid="39"/>
                                        </p:tgtEl>
                                        <p:attrNameLst>
                                          <p:attrName>ppt_x</p:attrName>
                                        </p:attrNameLst>
                                      </p:cBhvr>
                                      <p:tavLst>
                                        <p:tav tm="0">
                                          <p:val>
                                            <p:strVal val="#ppt_x"/>
                                          </p:val>
                                        </p:tav>
                                        <p:tav tm="100000">
                                          <p:val>
                                            <p:strVal val="#ppt_x"/>
                                          </p:val>
                                        </p:tav>
                                      </p:tavLst>
                                    </p:anim>
                                    <p:anim calcmode="lin" valueType="num">
                                      <p:cBhvr>
                                        <p:cTn id="91" dur="500" fill="hold"/>
                                        <p:tgtEl>
                                          <p:spTgt spid="39"/>
                                        </p:tgtEl>
                                        <p:attrNameLst>
                                          <p:attrName>ppt_y</p:attrName>
                                        </p:attrNameLst>
                                      </p:cBhvr>
                                      <p:tavLst>
                                        <p:tav tm="0">
                                          <p:val>
                                            <p:strVal val="#ppt_y+.1"/>
                                          </p:val>
                                        </p:tav>
                                        <p:tav tm="100000">
                                          <p:val>
                                            <p:strVal val="#ppt_y"/>
                                          </p:val>
                                        </p:tav>
                                      </p:tavLst>
                                    </p:anim>
                                  </p:childTnLst>
                                </p:cTn>
                              </p:par>
                            </p:childTnLst>
                          </p:cTn>
                        </p:par>
                        <p:par>
                          <p:cTn id="92" fill="hold">
                            <p:stCondLst>
                              <p:cond delay="8000"/>
                            </p:stCondLst>
                            <p:childTnLst>
                              <p:par>
                                <p:cTn id="93" presetID="53" presetClass="entr" presetSubtype="16" fill="hold" grpId="0" nodeType="afterEffect" nodePh="1">
                                  <p:stCondLst>
                                    <p:cond delay="0"/>
                                  </p:stCondLst>
                                  <p:endCondLst>
                                    <p:cond evt="begin" delay="0">
                                      <p:tn val="93"/>
                                    </p:cond>
                                  </p:endCondLst>
                                  <p:childTnLst>
                                    <p:set>
                                      <p:cBhvr>
                                        <p:cTn id="94" dur="1" fill="hold">
                                          <p:stCondLst>
                                            <p:cond delay="0"/>
                                          </p:stCondLst>
                                        </p:cTn>
                                        <p:tgtEl>
                                          <p:spTgt spid="48">
                                            <p:txEl>
                                              <p:pRg st="0" end="0"/>
                                            </p:txEl>
                                          </p:spTgt>
                                        </p:tgtEl>
                                        <p:attrNameLst>
                                          <p:attrName>style.visibility</p:attrName>
                                        </p:attrNameLst>
                                      </p:cBhvr>
                                      <p:to>
                                        <p:strVal val="visible"/>
                                      </p:to>
                                    </p:set>
                                    <p:anim calcmode="lin" valueType="num">
                                      <p:cBhvr>
                                        <p:cTn id="95" dur="500" fill="hold"/>
                                        <p:tgtEl>
                                          <p:spTgt spid="48">
                                            <p:txEl>
                                              <p:pRg st="0" end="0"/>
                                            </p:txEl>
                                          </p:spTgt>
                                        </p:tgtEl>
                                        <p:attrNameLst>
                                          <p:attrName>ppt_w</p:attrName>
                                        </p:attrNameLst>
                                      </p:cBhvr>
                                      <p:tavLst>
                                        <p:tav tm="0">
                                          <p:val>
                                            <p:fltVal val="0"/>
                                          </p:val>
                                        </p:tav>
                                        <p:tav tm="100000">
                                          <p:val>
                                            <p:strVal val="#ppt_w"/>
                                          </p:val>
                                        </p:tav>
                                      </p:tavLst>
                                    </p:anim>
                                    <p:anim calcmode="lin" valueType="num">
                                      <p:cBhvr>
                                        <p:cTn id="96" dur="500" fill="hold"/>
                                        <p:tgtEl>
                                          <p:spTgt spid="48">
                                            <p:txEl>
                                              <p:pRg st="0" end="0"/>
                                            </p:txEl>
                                          </p:spTgt>
                                        </p:tgtEl>
                                        <p:attrNameLst>
                                          <p:attrName>ppt_h</p:attrName>
                                        </p:attrNameLst>
                                      </p:cBhvr>
                                      <p:tavLst>
                                        <p:tav tm="0">
                                          <p:val>
                                            <p:fltVal val="0"/>
                                          </p:val>
                                        </p:tav>
                                        <p:tav tm="100000">
                                          <p:val>
                                            <p:strVal val="#ppt_h"/>
                                          </p:val>
                                        </p:tav>
                                      </p:tavLst>
                                    </p:anim>
                                    <p:animEffect transition="in" filter="fade">
                                      <p:cBhvr>
                                        <p:cTn id="97" dur="500"/>
                                        <p:tgtEl>
                                          <p:spTgt spid="48">
                                            <p:txEl>
                                              <p:pRg st="0" end="0"/>
                                            </p:txEl>
                                          </p:spTgt>
                                        </p:tgtEl>
                                      </p:cBhvr>
                                    </p:animEffect>
                                  </p:childTnLst>
                                </p:cTn>
                              </p:par>
                            </p:childTnLst>
                          </p:cTn>
                        </p:par>
                        <p:par>
                          <p:cTn id="98" fill="hold">
                            <p:stCondLst>
                              <p:cond delay="8500"/>
                            </p:stCondLst>
                            <p:childTnLst>
                              <p:par>
                                <p:cTn id="99" presetID="42" presetClass="entr" presetSubtype="0" fill="hold" grpId="0" nodeType="afterEffect" nodePh="1">
                                  <p:stCondLst>
                                    <p:cond delay="0"/>
                                  </p:stCondLst>
                                  <p:endCondLst>
                                    <p:cond evt="begin" delay="0">
                                      <p:tn val="99"/>
                                    </p:cond>
                                  </p:endCondLst>
                                  <p:childTnLst>
                                    <p:set>
                                      <p:cBhvr>
                                        <p:cTn id="100" dur="1" fill="hold">
                                          <p:stCondLst>
                                            <p:cond delay="0"/>
                                          </p:stCondLst>
                                        </p:cTn>
                                        <p:tgtEl>
                                          <p:spTgt spid="49">
                                            <p:txEl>
                                              <p:pRg st="0" end="0"/>
                                            </p:txEl>
                                          </p:spTgt>
                                        </p:tgtEl>
                                        <p:attrNameLst>
                                          <p:attrName>style.visibility</p:attrName>
                                        </p:attrNameLst>
                                      </p:cBhvr>
                                      <p:to>
                                        <p:strVal val="visible"/>
                                      </p:to>
                                    </p:set>
                                    <p:animEffect transition="in" filter="fade">
                                      <p:cBhvr>
                                        <p:cTn id="101" dur="500"/>
                                        <p:tgtEl>
                                          <p:spTgt spid="49">
                                            <p:txEl>
                                              <p:pRg st="0" end="0"/>
                                            </p:txEl>
                                          </p:spTgt>
                                        </p:tgtEl>
                                      </p:cBhvr>
                                    </p:animEffect>
                                    <p:anim calcmode="lin" valueType="num">
                                      <p:cBhvr>
                                        <p:cTn id="102" dur="500" fill="hold"/>
                                        <p:tgtEl>
                                          <p:spTgt spid="49">
                                            <p:txEl>
                                              <p:pRg st="0" end="0"/>
                                            </p:txEl>
                                          </p:spTgt>
                                        </p:tgtEl>
                                        <p:attrNameLst>
                                          <p:attrName>ppt_x</p:attrName>
                                        </p:attrNameLst>
                                      </p:cBhvr>
                                      <p:tavLst>
                                        <p:tav tm="0">
                                          <p:val>
                                            <p:strVal val="#ppt_x"/>
                                          </p:val>
                                        </p:tav>
                                        <p:tav tm="100000">
                                          <p:val>
                                            <p:strVal val="#ppt_x"/>
                                          </p:val>
                                        </p:tav>
                                      </p:tavLst>
                                    </p:anim>
                                    <p:anim calcmode="lin" valueType="num">
                                      <p:cBhvr>
                                        <p:cTn id="103" dur="500" fill="hold"/>
                                        <p:tgtEl>
                                          <p:spTgt spid="49">
                                            <p:txEl>
                                              <p:pRg st="0" end="0"/>
                                            </p:txEl>
                                          </p:spTgt>
                                        </p:tgtEl>
                                        <p:attrNameLst>
                                          <p:attrName>ppt_y</p:attrName>
                                        </p:attrNameLst>
                                      </p:cBhvr>
                                      <p:tavLst>
                                        <p:tav tm="0">
                                          <p:val>
                                            <p:strVal val="#ppt_y+.1"/>
                                          </p:val>
                                        </p:tav>
                                        <p:tav tm="100000">
                                          <p:val>
                                            <p:strVal val="#ppt_y"/>
                                          </p:val>
                                        </p:tav>
                                      </p:tavLst>
                                    </p:anim>
                                  </p:childTnLst>
                                </p:cTn>
                              </p:par>
                            </p:childTnLst>
                          </p:cTn>
                        </p:par>
                        <p:par>
                          <p:cTn id="104" fill="hold">
                            <p:stCondLst>
                              <p:cond delay="9000"/>
                            </p:stCondLst>
                            <p:childTnLst>
                              <p:par>
                                <p:cTn id="105" presetID="42" presetClass="entr" presetSubtype="0" fill="hold" grpId="0" nodeType="afterEffect">
                                  <p:stCondLst>
                                    <p:cond delay="0"/>
                                  </p:stCondLst>
                                  <p:childTnLst>
                                    <p:set>
                                      <p:cBhvr>
                                        <p:cTn id="106" dur="1" fill="hold">
                                          <p:stCondLst>
                                            <p:cond delay="0"/>
                                          </p:stCondLst>
                                        </p:cTn>
                                        <p:tgtEl>
                                          <p:spTgt spid="40"/>
                                        </p:tgtEl>
                                        <p:attrNameLst>
                                          <p:attrName>style.visibility</p:attrName>
                                        </p:attrNameLst>
                                      </p:cBhvr>
                                      <p:to>
                                        <p:strVal val="visible"/>
                                      </p:to>
                                    </p:set>
                                    <p:animEffect transition="in" filter="fade">
                                      <p:cBhvr>
                                        <p:cTn id="107" dur="500"/>
                                        <p:tgtEl>
                                          <p:spTgt spid="40"/>
                                        </p:tgtEl>
                                      </p:cBhvr>
                                    </p:animEffect>
                                    <p:anim calcmode="lin" valueType="num">
                                      <p:cBhvr>
                                        <p:cTn id="108" dur="500" fill="hold"/>
                                        <p:tgtEl>
                                          <p:spTgt spid="40"/>
                                        </p:tgtEl>
                                        <p:attrNameLst>
                                          <p:attrName>ppt_x</p:attrName>
                                        </p:attrNameLst>
                                      </p:cBhvr>
                                      <p:tavLst>
                                        <p:tav tm="0">
                                          <p:val>
                                            <p:strVal val="#ppt_x"/>
                                          </p:val>
                                        </p:tav>
                                        <p:tav tm="100000">
                                          <p:val>
                                            <p:strVal val="#ppt_x"/>
                                          </p:val>
                                        </p:tav>
                                      </p:tavLst>
                                    </p:anim>
                                    <p:anim calcmode="lin" valueType="num">
                                      <p:cBhvr>
                                        <p:cTn id="109" dur="500" fill="hold"/>
                                        <p:tgtEl>
                                          <p:spTgt spid="40"/>
                                        </p:tgtEl>
                                        <p:attrNameLst>
                                          <p:attrName>ppt_y</p:attrName>
                                        </p:attrNameLst>
                                      </p:cBhvr>
                                      <p:tavLst>
                                        <p:tav tm="0">
                                          <p:val>
                                            <p:strVal val="#ppt_y+.1"/>
                                          </p:val>
                                        </p:tav>
                                        <p:tav tm="100000">
                                          <p:val>
                                            <p:strVal val="#ppt_y"/>
                                          </p:val>
                                        </p:tav>
                                      </p:tavLst>
                                    </p:anim>
                                  </p:childTnLst>
                                </p:cTn>
                              </p:par>
                            </p:childTnLst>
                          </p:cTn>
                        </p:par>
                        <p:par>
                          <p:cTn id="110" fill="hold">
                            <p:stCondLst>
                              <p:cond delay="9500"/>
                            </p:stCondLst>
                            <p:childTnLst>
                              <p:par>
                                <p:cTn id="111" presetID="53" presetClass="entr" presetSubtype="16" fill="hold" grpId="0" nodeType="afterEffect" nodePh="1">
                                  <p:stCondLst>
                                    <p:cond delay="0"/>
                                  </p:stCondLst>
                                  <p:endCondLst>
                                    <p:cond evt="begin" delay="0">
                                      <p:tn val="111"/>
                                    </p:cond>
                                  </p:endCondLst>
                                  <p:childTnLst>
                                    <p:set>
                                      <p:cBhvr>
                                        <p:cTn id="112" dur="1" fill="hold">
                                          <p:stCondLst>
                                            <p:cond delay="0"/>
                                          </p:stCondLst>
                                        </p:cTn>
                                        <p:tgtEl>
                                          <p:spTgt spid="41">
                                            <p:txEl>
                                              <p:pRg st="0" end="0"/>
                                            </p:txEl>
                                          </p:spTgt>
                                        </p:tgtEl>
                                        <p:attrNameLst>
                                          <p:attrName>style.visibility</p:attrName>
                                        </p:attrNameLst>
                                      </p:cBhvr>
                                      <p:to>
                                        <p:strVal val="visible"/>
                                      </p:to>
                                    </p:set>
                                    <p:anim calcmode="lin" valueType="num">
                                      <p:cBhvr>
                                        <p:cTn id="113" dur="500" fill="hold"/>
                                        <p:tgtEl>
                                          <p:spTgt spid="41">
                                            <p:txEl>
                                              <p:pRg st="0" end="0"/>
                                            </p:txEl>
                                          </p:spTgt>
                                        </p:tgtEl>
                                        <p:attrNameLst>
                                          <p:attrName>ppt_w</p:attrName>
                                        </p:attrNameLst>
                                      </p:cBhvr>
                                      <p:tavLst>
                                        <p:tav tm="0">
                                          <p:val>
                                            <p:fltVal val="0"/>
                                          </p:val>
                                        </p:tav>
                                        <p:tav tm="100000">
                                          <p:val>
                                            <p:strVal val="#ppt_w"/>
                                          </p:val>
                                        </p:tav>
                                      </p:tavLst>
                                    </p:anim>
                                    <p:anim calcmode="lin" valueType="num">
                                      <p:cBhvr>
                                        <p:cTn id="114" dur="500" fill="hold"/>
                                        <p:tgtEl>
                                          <p:spTgt spid="41">
                                            <p:txEl>
                                              <p:pRg st="0" end="0"/>
                                            </p:txEl>
                                          </p:spTgt>
                                        </p:tgtEl>
                                        <p:attrNameLst>
                                          <p:attrName>ppt_h</p:attrName>
                                        </p:attrNameLst>
                                      </p:cBhvr>
                                      <p:tavLst>
                                        <p:tav tm="0">
                                          <p:val>
                                            <p:fltVal val="0"/>
                                          </p:val>
                                        </p:tav>
                                        <p:tav tm="100000">
                                          <p:val>
                                            <p:strVal val="#ppt_h"/>
                                          </p:val>
                                        </p:tav>
                                      </p:tavLst>
                                    </p:anim>
                                    <p:animEffect transition="in" filter="fade">
                                      <p:cBhvr>
                                        <p:cTn id="115" dur="500"/>
                                        <p:tgtEl>
                                          <p:spTgt spid="41">
                                            <p:txEl>
                                              <p:pRg st="0" end="0"/>
                                            </p:txEl>
                                          </p:spTgt>
                                        </p:tgtEl>
                                      </p:cBhvr>
                                    </p:animEffect>
                                  </p:childTnLst>
                                </p:cTn>
                              </p:par>
                            </p:childTnLst>
                          </p:cTn>
                        </p:par>
                        <p:par>
                          <p:cTn id="116" fill="hold">
                            <p:stCondLst>
                              <p:cond delay="10000"/>
                            </p:stCondLst>
                            <p:childTnLst>
                              <p:par>
                                <p:cTn id="117" presetID="47" presetClass="entr" presetSubtype="0" fill="hold" grpId="0" nodeType="afterEffect">
                                  <p:stCondLst>
                                    <p:cond delay="0"/>
                                  </p:stCondLst>
                                  <p:childTnLst>
                                    <p:set>
                                      <p:cBhvr>
                                        <p:cTn id="118" dur="1" fill="hold">
                                          <p:stCondLst>
                                            <p:cond delay="0"/>
                                          </p:stCondLst>
                                        </p:cTn>
                                        <p:tgtEl>
                                          <p:spTgt spid="42"/>
                                        </p:tgtEl>
                                        <p:attrNameLst>
                                          <p:attrName>style.visibility</p:attrName>
                                        </p:attrNameLst>
                                      </p:cBhvr>
                                      <p:to>
                                        <p:strVal val="visible"/>
                                      </p:to>
                                    </p:set>
                                    <p:animEffect transition="in" filter="fade">
                                      <p:cBhvr>
                                        <p:cTn id="119" dur="500"/>
                                        <p:tgtEl>
                                          <p:spTgt spid="42"/>
                                        </p:tgtEl>
                                      </p:cBhvr>
                                    </p:animEffect>
                                    <p:anim calcmode="lin" valueType="num">
                                      <p:cBhvr>
                                        <p:cTn id="120" dur="500" fill="hold"/>
                                        <p:tgtEl>
                                          <p:spTgt spid="42"/>
                                        </p:tgtEl>
                                        <p:attrNameLst>
                                          <p:attrName>ppt_x</p:attrName>
                                        </p:attrNameLst>
                                      </p:cBhvr>
                                      <p:tavLst>
                                        <p:tav tm="0">
                                          <p:val>
                                            <p:strVal val="#ppt_x"/>
                                          </p:val>
                                        </p:tav>
                                        <p:tav tm="100000">
                                          <p:val>
                                            <p:strVal val="#ppt_x"/>
                                          </p:val>
                                        </p:tav>
                                      </p:tavLst>
                                    </p:anim>
                                    <p:anim calcmode="lin" valueType="num">
                                      <p:cBhvr>
                                        <p:cTn id="121" dur="500" fill="hold"/>
                                        <p:tgtEl>
                                          <p:spTgt spid="42"/>
                                        </p:tgtEl>
                                        <p:attrNameLst>
                                          <p:attrName>ppt_y</p:attrName>
                                        </p:attrNameLst>
                                      </p:cBhvr>
                                      <p:tavLst>
                                        <p:tav tm="0">
                                          <p:val>
                                            <p:strVal val="#ppt_y-.1"/>
                                          </p:val>
                                        </p:tav>
                                        <p:tav tm="100000">
                                          <p:val>
                                            <p:strVal val="#ppt_y"/>
                                          </p:val>
                                        </p:tav>
                                      </p:tavLst>
                                    </p:anim>
                                  </p:childTnLst>
                                </p:cTn>
                              </p:par>
                            </p:childTnLst>
                          </p:cTn>
                        </p:par>
                        <p:par>
                          <p:cTn id="122" fill="hold">
                            <p:stCondLst>
                              <p:cond delay="10500"/>
                            </p:stCondLst>
                            <p:childTnLst>
                              <p:par>
                                <p:cTn id="123" presetID="53" presetClass="entr" presetSubtype="16" fill="hold" grpId="0" nodeType="afterEffect" nodePh="1">
                                  <p:stCondLst>
                                    <p:cond delay="0"/>
                                  </p:stCondLst>
                                  <p:endCondLst>
                                    <p:cond evt="begin" delay="0">
                                      <p:tn val="123"/>
                                    </p:cond>
                                  </p:endCondLst>
                                  <p:childTnLst>
                                    <p:set>
                                      <p:cBhvr>
                                        <p:cTn id="124" dur="1" fill="hold">
                                          <p:stCondLst>
                                            <p:cond delay="0"/>
                                          </p:stCondLst>
                                        </p:cTn>
                                        <p:tgtEl>
                                          <p:spTgt spid="50">
                                            <p:txEl>
                                              <p:pRg st="0" end="0"/>
                                            </p:txEl>
                                          </p:spTgt>
                                        </p:tgtEl>
                                        <p:attrNameLst>
                                          <p:attrName>style.visibility</p:attrName>
                                        </p:attrNameLst>
                                      </p:cBhvr>
                                      <p:to>
                                        <p:strVal val="visible"/>
                                      </p:to>
                                    </p:set>
                                    <p:anim calcmode="lin" valueType="num">
                                      <p:cBhvr>
                                        <p:cTn id="125" dur="500" fill="hold"/>
                                        <p:tgtEl>
                                          <p:spTgt spid="50">
                                            <p:txEl>
                                              <p:pRg st="0" end="0"/>
                                            </p:txEl>
                                          </p:spTgt>
                                        </p:tgtEl>
                                        <p:attrNameLst>
                                          <p:attrName>ppt_w</p:attrName>
                                        </p:attrNameLst>
                                      </p:cBhvr>
                                      <p:tavLst>
                                        <p:tav tm="0">
                                          <p:val>
                                            <p:fltVal val="0"/>
                                          </p:val>
                                        </p:tav>
                                        <p:tav tm="100000">
                                          <p:val>
                                            <p:strVal val="#ppt_w"/>
                                          </p:val>
                                        </p:tav>
                                      </p:tavLst>
                                    </p:anim>
                                    <p:anim calcmode="lin" valueType="num">
                                      <p:cBhvr>
                                        <p:cTn id="126" dur="500" fill="hold"/>
                                        <p:tgtEl>
                                          <p:spTgt spid="50">
                                            <p:txEl>
                                              <p:pRg st="0" end="0"/>
                                            </p:txEl>
                                          </p:spTgt>
                                        </p:tgtEl>
                                        <p:attrNameLst>
                                          <p:attrName>ppt_h</p:attrName>
                                        </p:attrNameLst>
                                      </p:cBhvr>
                                      <p:tavLst>
                                        <p:tav tm="0">
                                          <p:val>
                                            <p:fltVal val="0"/>
                                          </p:val>
                                        </p:tav>
                                        <p:tav tm="100000">
                                          <p:val>
                                            <p:strVal val="#ppt_h"/>
                                          </p:val>
                                        </p:tav>
                                      </p:tavLst>
                                    </p:anim>
                                    <p:animEffect transition="in" filter="fade">
                                      <p:cBhvr>
                                        <p:cTn id="127" dur="500"/>
                                        <p:tgtEl>
                                          <p:spTgt spid="50">
                                            <p:txEl>
                                              <p:pRg st="0" end="0"/>
                                            </p:txEl>
                                          </p:spTgt>
                                        </p:tgtEl>
                                      </p:cBhvr>
                                    </p:animEffect>
                                  </p:childTnLst>
                                </p:cTn>
                              </p:par>
                            </p:childTnLst>
                          </p:cTn>
                        </p:par>
                        <p:par>
                          <p:cTn id="128" fill="hold">
                            <p:stCondLst>
                              <p:cond delay="11000"/>
                            </p:stCondLst>
                            <p:childTnLst>
                              <p:par>
                                <p:cTn id="129" presetID="42" presetClass="entr" presetSubtype="0" fill="hold" grpId="0" nodeType="afterEffect" nodePh="1">
                                  <p:stCondLst>
                                    <p:cond delay="0"/>
                                  </p:stCondLst>
                                  <p:endCondLst>
                                    <p:cond evt="begin" delay="0">
                                      <p:tn val="129"/>
                                    </p:cond>
                                  </p:endCondLst>
                                  <p:childTnLst>
                                    <p:set>
                                      <p:cBhvr>
                                        <p:cTn id="130" dur="1" fill="hold">
                                          <p:stCondLst>
                                            <p:cond delay="0"/>
                                          </p:stCondLst>
                                        </p:cTn>
                                        <p:tgtEl>
                                          <p:spTgt spid="51">
                                            <p:txEl>
                                              <p:pRg st="0" end="0"/>
                                            </p:txEl>
                                          </p:spTgt>
                                        </p:tgtEl>
                                        <p:attrNameLst>
                                          <p:attrName>style.visibility</p:attrName>
                                        </p:attrNameLst>
                                      </p:cBhvr>
                                      <p:to>
                                        <p:strVal val="visible"/>
                                      </p:to>
                                    </p:set>
                                    <p:animEffect transition="in" filter="fade">
                                      <p:cBhvr>
                                        <p:cTn id="131" dur="500"/>
                                        <p:tgtEl>
                                          <p:spTgt spid="51">
                                            <p:txEl>
                                              <p:pRg st="0" end="0"/>
                                            </p:txEl>
                                          </p:spTgt>
                                        </p:tgtEl>
                                      </p:cBhvr>
                                    </p:animEffect>
                                    <p:anim calcmode="lin" valueType="num">
                                      <p:cBhvr>
                                        <p:cTn id="132" dur="500" fill="hold"/>
                                        <p:tgtEl>
                                          <p:spTgt spid="51">
                                            <p:txEl>
                                              <p:pRg st="0" end="0"/>
                                            </p:txEl>
                                          </p:spTgt>
                                        </p:tgtEl>
                                        <p:attrNameLst>
                                          <p:attrName>ppt_x</p:attrName>
                                        </p:attrNameLst>
                                      </p:cBhvr>
                                      <p:tavLst>
                                        <p:tav tm="0">
                                          <p:val>
                                            <p:strVal val="#ppt_x"/>
                                          </p:val>
                                        </p:tav>
                                        <p:tav tm="100000">
                                          <p:val>
                                            <p:strVal val="#ppt_x"/>
                                          </p:val>
                                        </p:tav>
                                      </p:tavLst>
                                    </p:anim>
                                    <p:anim calcmode="lin" valueType="num">
                                      <p:cBhvr>
                                        <p:cTn id="133" dur="500" fill="hold"/>
                                        <p:tgtEl>
                                          <p:spTgt spid="51">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animBg="1"/>
      <p:bldP spid="15" grpId="0"/>
      <p:bldP spid="18" grpId="0" build="p">
        <p:tmplLst>
          <p:tmpl lvl="1">
            <p:tnLst>
              <p:par>
                <p:cTn presetID="42" presetClass="entr" presetSubtype="0" fill="hold" nodeType="afterEffect">
                  <p:stCondLst>
                    <p:cond delay="0"/>
                  </p:stCondLst>
                  <p:childTnLst>
                    <p:set>
                      <p:cBhvr>
                        <p:cTn dur="1" fill="hold">
                          <p:stCondLst>
                            <p:cond delay="0"/>
                          </p:stCondLst>
                        </p:cTn>
                        <p:tgtEl>
                          <p:spTgt spid="18"/>
                        </p:tgtEl>
                        <p:attrNameLst>
                          <p:attrName>style.visibility</p:attrName>
                        </p:attrNameLst>
                      </p:cBhvr>
                      <p:to>
                        <p:strVal val="visible"/>
                      </p:to>
                    </p:set>
                    <p:animEffect transition="in" filter="fade">
                      <p:cBhvr>
                        <p:cTn dur="500"/>
                        <p:tgtEl>
                          <p:spTgt spid="18"/>
                        </p:tgtEl>
                      </p:cBhvr>
                    </p:animEffect>
                    <p:anim calcmode="lin" valueType="num">
                      <p:cBhvr>
                        <p:cTn dur="500" fill="hold"/>
                        <p:tgtEl>
                          <p:spTgt spid="18"/>
                        </p:tgtEl>
                        <p:attrNameLst>
                          <p:attrName>ppt_x</p:attrName>
                        </p:attrNameLst>
                      </p:cBhvr>
                      <p:tavLst>
                        <p:tav tm="0">
                          <p:val>
                            <p:strVal val="#ppt_x"/>
                          </p:val>
                        </p:tav>
                        <p:tav tm="100000">
                          <p:val>
                            <p:strVal val="#ppt_x"/>
                          </p:val>
                        </p:tav>
                      </p:tavLst>
                    </p:anim>
                    <p:anim calcmode="lin" valueType="num">
                      <p:cBhvr>
                        <p:cTn dur="500" fill="hold"/>
                        <p:tgtEl>
                          <p:spTgt spid="18"/>
                        </p:tgtEl>
                        <p:attrNameLst>
                          <p:attrName>ppt_y</p:attrName>
                        </p:attrNameLst>
                      </p:cBhvr>
                      <p:tavLst>
                        <p:tav tm="0">
                          <p:val>
                            <p:strVal val="#ppt_y+.1"/>
                          </p:val>
                        </p:tav>
                        <p:tav tm="100000">
                          <p:val>
                            <p:strVal val="#ppt_y"/>
                          </p:val>
                        </p:tav>
                      </p:tavLst>
                    </p:anim>
                  </p:childTnLst>
                </p:cTn>
              </p:par>
            </p:tnLst>
          </p:tmpl>
        </p:tmplLst>
      </p:bldP>
      <p:bldP spid="24" grpId="0" animBg="1"/>
      <p:bldP spid="27"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7"/>
                        </p:tgtEl>
                        <p:attrNameLst>
                          <p:attrName>style.visibility</p:attrName>
                        </p:attrNameLst>
                      </p:cBhvr>
                      <p:to>
                        <p:strVal val="visible"/>
                      </p:to>
                    </p:set>
                    <p:anim calcmode="lin" valueType="num">
                      <p:cBhvr>
                        <p:cTn dur="500" fill="hold"/>
                        <p:tgtEl>
                          <p:spTgt spid="27"/>
                        </p:tgtEl>
                        <p:attrNameLst>
                          <p:attrName>ppt_w</p:attrName>
                        </p:attrNameLst>
                      </p:cBhvr>
                      <p:tavLst>
                        <p:tav tm="0">
                          <p:val>
                            <p:fltVal val="0"/>
                          </p:val>
                        </p:tav>
                        <p:tav tm="100000">
                          <p:val>
                            <p:strVal val="#ppt_w"/>
                          </p:val>
                        </p:tav>
                      </p:tavLst>
                    </p:anim>
                    <p:anim calcmode="lin" valueType="num">
                      <p:cBhvr>
                        <p:cTn dur="500" fill="hold"/>
                        <p:tgtEl>
                          <p:spTgt spid="27"/>
                        </p:tgtEl>
                        <p:attrNameLst>
                          <p:attrName>ppt_h</p:attrName>
                        </p:attrNameLst>
                      </p:cBhvr>
                      <p:tavLst>
                        <p:tav tm="0">
                          <p:val>
                            <p:fltVal val="0"/>
                          </p:val>
                        </p:tav>
                        <p:tav tm="100000">
                          <p:val>
                            <p:strVal val="#ppt_h"/>
                          </p:val>
                        </p:tav>
                      </p:tavLst>
                    </p:anim>
                    <p:animEffect transition="in" filter="fade">
                      <p:cBhvr>
                        <p:cTn dur="500"/>
                        <p:tgtEl>
                          <p:spTgt spid="27"/>
                        </p:tgtEl>
                      </p:cBhvr>
                    </p:animEffect>
                  </p:childTnLst>
                </p:cTn>
              </p:par>
            </p:tnLst>
          </p:tmpl>
        </p:tmplLst>
      </p:bldP>
      <p:bldP spid="23" grpId="0" animBg="1"/>
      <p:bldP spid="32"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32"/>
                        </p:tgtEl>
                        <p:attrNameLst>
                          <p:attrName>style.visibility</p:attrName>
                        </p:attrNameLst>
                      </p:cBhvr>
                      <p:to>
                        <p:strVal val="visible"/>
                      </p:to>
                    </p:set>
                    <p:anim calcmode="lin" valueType="num">
                      <p:cBhvr>
                        <p:cTn dur="500" fill="hold"/>
                        <p:tgtEl>
                          <p:spTgt spid="32"/>
                        </p:tgtEl>
                        <p:attrNameLst>
                          <p:attrName>ppt_w</p:attrName>
                        </p:attrNameLst>
                      </p:cBhvr>
                      <p:tavLst>
                        <p:tav tm="0">
                          <p:val>
                            <p:fltVal val="0"/>
                          </p:val>
                        </p:tav>
                        <p:tav tm="100000">
                          <p:val>
                            <p:strVal val="#ppt_w"/>
                          </p:val>
                        </p:tav>
                      </p:tavLst>
                    </p:anim>
                    <p:anim calcmode="lin" valueType="num">
                      <p:cBhvr>
                        <p:cTn dur="500" fill="hold"/>
                        <p:tgtEl>
                          <p:spTgt spid="32"/>
                        </p:tgtEl>
                        <p:attrNameLst>
                          <p:attrName>ppt_h</p:attrName>
                        </p:attrNameLst>
                      </p:cBhvr>
                      <p:tavLst>
                        <p:tav tm="0">
                          <p:val>
                            <p:fltVal val="0"/>
                          </p:val>
                        </p:tav>
                        <p:tav tm="100000">
                          <p:val>
                            <p:strVal val="#ppt_h"/>
                          </p:val>
                        </p:tav>
                      </p:tavLst>
                    </p:anim>
                    <p:animEffect transition="in" filter="fade">
                      <p:cBhvr>
                        <p:cTn dur="500"/>
                        <p:tgtEl>
                          <p:spTgt spid="32"/>
                        </p:tgtEl>
                      </p:cBhvr>
                    </p:animEffect>
                  </p:childTnLst>
                </p:cTn>
              </p:par>
            </p:tnLst>
          </p:tmpl>
        </p:tmplLst>
      </p:bldP>
      <p:bldP spid="36" grpId="0" animBg="1"/>
      <p:bldP spid="37"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37"/>
                        </p:tgtEl>
                        <p:attrNameLst>
                          <p:attrName>style.visibility</p:attrName>
                        </p:attrNameLst>
                      </p:cBhvr>
                      <p:to>
                        <p:strVal val="visible"/>
                      </p:to>
                    </p:set>
                    <p:anim calcmode="lin" valueType="num">
                      <p:cBhvr>
                        <p:cTn dur="500" fill="hold"/>
                        <p:tgtEl>
                          <p:spTgt spid="37"/>
                        </p:tgtEl>
                        <p:attrNameLst>
                          <p:attrName>ppt_w</p:attrName>
                        </p:attrNameLst>
                      </p:cBhvr>
                      <p:tavLst>
                        <p:tav tm="0">
                          <p:val>
                            <p:fltVal val="0"/>
                          </p:val>
                        </p:tav>
                        <p:tav tm="100000">
                          <p:val>
                            <p:strVal val="#ppt_w"/>
                          </p:val>
                        </p:tav>
                      </p:tavLst>
                    </p:anim>
                    <p:anim calcmode="lin" valueType="num">
                      <p:cBhvr>
                        <p:cTn dur="500" fill="hold"/>
                        <p:tgtEl>
                          <p:spTgt spid="37"/>
                        </p:tgtEl>
                        <p:attrNameLst>
                          <p:attrName>ppt_h</p:attrName>
                        </p:attrNameLst>
                      </p:cBhvr>
                      <p:tavLst>
                        <p:tav tm="0">
                          <p:val>
                            <p:fltVal val="0"/>
                          </p:val>
                        </p:tav>
                        <p:tav tm="100000">
                          <p:val>
                            <p:strVal val="#ppt_h"/>
                          </p:val>
                        </p:tav>
                      </p:tavLst>
                    </p:anim>
                    <p:animEffect transition="in" filter="fade">
                      <p:cBhvr>
                        <p:cTn dur="500"/>
                        <p:tgtEl>
                          <p:spTgt spid="37"/>
                        </p:tgtEl>
                      </p:cBhvr>
                    </p:animEffect>
                  </p:childTnLst>
                </p:cTn>
              </p:par>
            </p:tnLst>
          </p:tmpl>
        </p:tmplLst>
      </p:bldP>
      <p:bldP spid="38" grpId="0" animBg="1"/>
      <p:bldP spid="39" grpId="0" animBg="1"/>
      <p:bldP spid="40" grpId="0" animBg="1"/>
      <p:bldP spid="41"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41"/>
                        </p:tgtEl>
                        <p:attrNameLst>
                          <p:attrName>style.visibility</p:attrName>
                        </p:attrNameLst>
                      </p:cBhvr>
                      <p:to>
                        <p:strVal val="visible"/>
                      </p:to>
                    </p:set>
                    <p:anim calcmode="lin" valueType="num">
                      <p:cBhvr>
                        <p:cTn dur="500" fill="hold"/>
                        <p:tgtEl>
                          <p:spTgt spid="41"/>
                        </p:tgtEl>
                        <p:attrNameLst>
                          <p:attrName>ppt_w</p:attrName>
                        </p:attrNameLst>
                      </p:cBhvr>
                      <p:tavLst>
                        <p:tav tm="0">
                          <p:val>
                            <p:fltVal val="0"/>
                          </p:val>
                        </p:tav>
                        <p:tav tm="100000">
                          <p:val>
                            <p:strVal val="#ppt_w"/>
                          </p:val>
                        </p:tav>
                      </p:tavLst>
                    </p:anim>
                    <p:anim calcmode="lin" valueType="num">
                      <p:cBhvr>
                        <p:cTn dur="500" fill="hold"/>
                        <p:tgtEl>
                          <p:spTgt spid="41"/>
                        </p:tgtEl>
                        <p:attrNameLst>
                          <p:attrName>ppt_h</p:attrName>
                        </p:attrNameLst>
                      </p:cBhvr>
                      <p:tavLst>
                        <p:tav tm="0">
                          <p:val>
                            <p:fltVal val="0"/>
                          </p:val>
                        </p:tav>
                        <p:tav tm="100000">
                          <p:val>
                            <p:strVal val="#ppt_h"/>
                          </p:val>
                        </p:tav>
                      </p:tavLst>
                    </p:anim>
                    <p:animEffect transition="in" filter="fade">
                      <p:cBhvr>
                        <p:cTn dur="500"/>
                        <p:tgtEl>
                          <p:spTgt spid="41"/>
                        </p:tgtEl>
                      </p:cBhvr>
                    </p:animEffect>
                  </p:childTnLst>
                </p:cTn>
              </p:par>
            </p:tnLst>
          </p:tmpl>
        </p:tmplLst>
      </p:bldP>
      <p:bldP spid="42" grpId="0" animBg="1"/>
      <p:bldP spid="44"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44"/>
                        </p:tgtEl>
                        <p:attrNameLst>
                          <p:attrName>style.visibility</p:attrName>
                        </p:attrNameLst>
                      </p:cBhvr>
                      <p:to>
                        <p:strVal val="visible"/>
                      </p:to>
                    </p:set>
                    <p:anim calcmode="lin" valueType="num">
                      <p:cBhvr>
                        <p:cTn dur="500" fill="hold"/>
                        <p:tgtEl>
                          <p:spTgt spid="44"/>
                        </p:tgtEl>
                        <p:attrNameLst>
                          <p:attrName>ppt_w</p:attrName>
                        </p:attrNameLst>
                      </p:cBhvr>
                      <p:tavLst>
                        <p:tav tm="0">
                          <p:val>
                            <p:fltVal val="0"/>
                          </p:val>
                        </p:tav>
                        <p:tav tm="100000">
                          <p:val>
                            <p:strVal val="#ppt_w"/>
                          </p:val>
                        </p:tav>
                      </p:tavLst>
                    </p:anim>
                    <p:anim calcmode="lin" valueType="num">
                      <p:cBhvr>
                        <p:cTn dur="500" fill="hold"/>
                        <p:tgtEl>
                          <p:spTgt spid="44"/>
                        </p:tgtEl>
                        <p:attrNameLst>
                          <p:attrName>ppt_h</p:attrName>
                        </p:attrNameLst>
                      </p:cBhvr>
                      <p:tavLst>
                        <p:tav tm="0">
                          <p:val>
                            <p:fltVal val="0"/>
                          </p:val>
                        </p:tav>
                        <p:tav tm="100000">
                          <p:val>
                            <p:strVal val="#ppt_h"/>
                          </p:val>
                        </p:tav>
                      </p:tavLst>
                    </p:anim>
                    <p:animEffect transition="in" filter="fade">
                      <p:cBhvr>
                        <p:cTn dur="500"/>
                        <p:tgtEl>
                          <p:spTgt spid="44"/>
                        </p:tgtEl>
                      </p:cBhvr>
                    </p:animEffect>
                  </p:childTnLst>
                </p:cTn>
              </p:par>
            </p:tnLst>
          </p:tmpl>
        </p:tmplLst>
      </p:bldP>
      <p:bldP spid="45"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45"/>
                        </p:tgtEl>
                        <p:attrNameLst>
                          <p:attrName>style.visibility</p:attrName>
                        </p:attrNameLst>
                      </p:cBhvr>
                      <p:to>
                        <p:strVal val="visible"/>
                      </p:to>
                    </p:set>
                    <p:animEffect transition="in" filter="fade">
                      <p:cBhvr>
                        <p:cTn dur="500"/>
                        <p:tgtEl>
                          <p:spTgt spid="45"/>
                        </p:tgtEl>
                      </p:cBhvr>
                    </p:animEffect>
                    <p:anim calcmode="lin" valueType="num">
                      <p:cBhvr>
                        <p:cTn dur="500" fill="hold"/>
                        <p:tgtEl>
                          <p:spTgt spid="45"/>
                        </p:tgtEl>
                        <p:attrNameLst>
                          <p:attrName>ppt_x</p:attrName>
                        </p:attrNameLst>
                      </p:cBhvr>
                      <p:tavLst>
                        <p:tav tm="0">
                          <p:val>
                            <p:strVal val="#ppt_x"/>
                          </p:val>
                        </p:tav>
                        <p:tav tm="100000">
                          <p:val>
                            <p:strVal val="#ppt_x"/>
                          </p:val>
                        </p:tav>
                      </p:tavLst>
                    </p:anim>
                    <p:anim calcmode="lin" valueType="num">
                      <p:cBhvr>
                        <p:cTn dur="500" fill="hold"/>
                        <p:tgtEl>
                          <p:spTgt spid="45"/>
                        </p:tgtEl>
                        <p:attrNameLst>
                          <p:attrName>ppt_y</p:attrName>
                        </p:attrNameLst>
                      </p:cBhvr>
                      <p:tavLst>
                        <p:tav tm="0">
                          <p:val>
                            <p:strVal val="#ppt_y+.1"/>
                          </p:val>
                        </p:tav>
                        <p:tav tm="100000">
                          <p:val>
                            <p:strVal val="#ppt_y"/>
                          </p:val>
                        </p:tav>
                      </p:tavLst>
                    </p:anim>
                  </p:childTnLst>
                </p:cTn>
              </p:par>
            </p:tnLst>
          </p:tmpl>
        </p:tmplLst>
      </p:bldP>
      <p:bldP spid="46"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46"/>
                        </p:tgtEl>
                        <p:attrNameLst>
                          <p:attrName>style.visibility</p:attrName>
                        </p:attrNameLst>
                      </p:cBhvr>
                      <p:to>
                        <p:strVal val="visible"/>
                      </p:to>
                    </p:set>
                    <p:anim calcmode="lin" valueType="num">
                      <p:cBhvr>
                        <p:cTn dur="500" fill="hold"/>
                        <p:tgtEl>
                          <p:spTgt spid="46"/>
                        </p:tgtEl>
                        <p:attrNameLst>
                          <p:attrName>ppt_w</p:attrName>
                        </p:attrNameLst>
                      </p:cBhvr>
                      <p:tavLst>
                        <p:tav tm="0">
                          <p:val>
                            <p:fltVal val="0"/>
                          </p:val>
                        </p:tav>
                        <p:tav tm="100000">
                          <p:val>
                            <p:strVal val="#ppt_w"/>
                          </p:val>
                        </p:tav>
                      </p:tavLst>
                    </p:anim>
                    <p:anim calcmode="lin" valueType="num">
                      <p:cBhvr>
                        <p:cTn dur="500" fill="hold"/>
                        <p:tgtEl>
                          <p:spTgt spid="46"/>
                        </p:tgtEl>
                        <p:attrNameLst>
                          <p:attrName>ppt_h</p:attrName>
                        </p:attrNameLst>
                      </p:cBhvr>
                      <p:tavLst>
                        <p:tav tm="0">
                          <p:val>
                            <p:fltVal val="0"/>
                          </p:val>
                        </p:tav>
                        <p:tav tm="100000">
                          <p:val>
                            <p:strVal val="#ppt_h"/>
                          </p:val>
                        </p:tav>
                      </p:tavLst>
                    </p:anim>
                    <p:animEffect transition="in" filter="fade">
                      <p:cBhvr>
                        <p:cTn dur="500"/>
                        <p:tgtEl>
                          <p:spTgt spid="46"/>
                        </p:tgtEl>
                      </p:cBhvr>
                    </p:animEffect>
                  </p:childTnLst>
                </p:cTn>
              </p:par>
            </p:tnLst>
          </p:tmpl>
        </p:tmplLst>
      </p:bldP>
      <p:bldP spid="47"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47"/>
                        </p:tgtEl>
                        <p:attrNameLst>
                          <p:attrName>style.visibility</p:attrName>
                        </p:attrNameLst>
                      </p:cBhvr>
                      <p:to>
                        <p:strVal val="visible"/>
                      </p:to>
                    </p:set>
                    <p:animEffect transition="in" filter="fade">
                      <p:cBhvr>
                        <p:cTn dur="500"/>
                        <p:tgtEl>
                          <p:spTgt spid="47"/>
                        </p:tgtEl>
                      </p:cBhvr>
                    </p:animEffect>
                    <p:anim calcmode="lin" valueType="num">
                      <p:cBhvr>
                        <p:cTn dur="500" fill="hold"/>
                        <p:tgtEl>
                          <p:spTgt spid="47"/>
                        </p:tgtEl>
                        <p:attrNameLst>
                          <p:attrName>ppt_x</p:attrName>
                        </p:attrNameLst>
                      </p:cBhvr>
                      <p:tavLst>
                        <p:tav tm="0">
                          <p:val>
                            <p:strVal val="#ppt_x"/>
                          </p:val>
                        </p:tav>
                        <p:tav tm="100000">
                          <p:val>
                            <p:strVal val="#ppt_x"/>
                          </p:val>
                        </p:tav>
                      </p:tavLst>
                    </p:anim>
                    <p:anim calcmode="lin" valueType="num">
                      <p:cBhvr>
                        <p:cTn dur="500" fill="hold"/>
                        <p:tgtEl>
                          <p:spTgt spid="47"/>
                        </p:tgtEl>
                        <p:attrNameLst>
                          <p:attrName>ppt_y</p:attrName>
                        </p:attrNameLst>
                      </p:cBhvr>
                      <p:tavLst>
                        <p:tav tm="0">
                          <p:val>
                            <p:strVal val="#ppt_y+.1"/>
                          </p:val>
                        </p:tav>
                        <p:tav tm="100000">
                          <p:val>
                            <p:strVal val="#ppt_y"/>
                          </p:val>
                        </p:tav>
                      </p:tavLst>
                    </p:anim>
                  </p:childTnLst>
                </p:cTn>
              </p:par>
            </p:tnLst>
          </p:tmpl>
        </p:tmplLst>
      </p:bldP>
      <p:bldP spid="48"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48"/>
                        </p:tgtEl>
                        <p:attrNameLst>
                          <p:attrName>style.visibility</p:attrName>
                        </p:attrNameLst>
                      </p:cBhvr>
                      <p:to>
                        <p:strVal val="visible"/>
                      </p:to>
                    </p:set>
                    <p:anim calcmode="lin" valueType="num">
                      <p:cBhvr>
                        <p:cTn dur="500" fill="hold"/>
                        <p:tgtEl>
                          <p:spTgt spid="48"/>
                        </p:tgtEl>
                        <p:attrNameLst>
                          <p:attrName>ppt_w</p:attrName>
                        </p:attrNameLst>
                      </p:cBhvr>
                      <p:tavLst>
                        <p:tav tm="0">
                          <p:val>
                            <p:fltVal val="0"/>
                          </p:val>
                        </p:tav>
                        <p:tav tm="100000">
                          <p:val>
                            <p:strVal val="#ppt_w"/>
                          </p:val>
                        </p:tav>
                      </p:tavLst>
                    </p:anim>
                    <p:anim calcmode="lin" valueType="num">
                      <p:cBhvr>
                        <p:cTn dur="500" fill="hold"/>
                        <p:tgtEl>
                          <p:spTgt spid="48"/>
                        </p:tgtEl>
                        <p:attrNameLst>
                          <p:attrName>ppt_h</p:attrName>
                        </p:attrNameLst>
                      </p:cBhvr>
                      <p:tavLst>
                        <p:tav tm="0">
                          <p:val>
                            <p:fltVal val="0"/>
                          </p:val>
                        </p:tav>
                        <p:tav tm="100000">
                          <p:val>
                            <p:strVal val="#ppt_h"/>
                          </p:val>
                        </p:tav>
                      </p:tavLst>
                    </p:anim>
                    <p:animEffect transition="in" filter="fade">
                      <p:cBhvr>
                        <p:cTn dur="500"/>
                        <p:tgtEl>
                          <p:spTgt spid="48"/>
                        </p:tgtEl>
                      </p:cBhvr>
                    </p:animEffect>
                  </p:childTnLst>
                </p:cTn>
              </p:par>
            </p:tnLst>
          </p:tmpl>
        </p:tmplLst>
      </p:bldP>
      <p:bldP spid="49"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49"/>
                        </p:tgtEl>
                        <p:attrNameLst>
                          <p:attrName>style.visibility</p:attrName>
                        </p:attrNameLst>
                      </p:cBhvr>
                      <p:to>
                        <p:strVal val="visible"/>
                      </p:to>
                    </p:set>
                    <p:animEffect transition="in" filter="fade">
                      <p:cBhvr>
                        <p:cTn dur="500"/>
                        <p:tgtEl>
                          <p:spTgt spid="49"/>
                        </p:tgtEl>
                      </p:cBhvr>
                    </p:animEffect>
                    <p:anim calcmode="lin" valueType="num">
                      <p:cBhvr>
                        <p:cTn dur="500" fill="hold"/>
                        <p:tgtEl>
                          <p:spTgt spid="49"/>
                        </p:tgtEl>
                        <p:attrNameLst>
                          <p:attrName>ppt_x</p:attrName>
                        </p:attrNameLst>
                      </p:cBhvr>
                      <p:tavLst>
                        <p:tav tm="0">
                          <p:val>
                            <p:strVal val="#ppt_x"/>
                          </p:val>
                        </p:tav>
                        <p:tav tm="100000">
                          <p:val>
                            <p:strVal val="#ppt_x"/>
                          </p:val>
                        </p:tav>
                      </p:tavLst>
                    </p:anim>
                    <p:anim calcmode="lin" valueType="num">
                      <p:cBhvr>
                        <p:cTn dur="500" fill="hold"/>
                        <p:tgtEl>
                          <p:spTgt spid="49"/>
                        </p:tgtEl>
                        <p:attrNameLst>
                          <p:attrName>ppt_y</p:attrName>
                        </p:attrNameLst>
                      </p:cBhvr>
                      <p:tavLst>
                        <p:tav tm="0">
                          <p:val>
                            <p:strVal val="#ppt_y+.1"/>
                          </p:val>
                        </p:tav>
                        <p:tav tm="100000">
                          <p:val>
                            <p:strVal val="#ppt_y"/>
                          </p:val>
                        </p:tav>
                      </p:tavLst>
                    </p:anim>
                  </p:childTnLst>
                </p:cTn>
              </p:par>
            </p:tnLst>
          </p:tmpl>
        </p:tmplLst>
      </p:bldP>
      <p:bldP spid="50"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50"/>
                        </p:tgtEl>
                        <p:attrNameLst>
                          <p:attrName>style.visibility</p:attrName>
                        </p:attrNameLst>
                      </p:cBhvr>
                      <p:to>
                        <p:strVal val="visible"/>
                      </p:to>
                    </p:set>
                    <p:anim calcmode="lin" valueType="num">
                      <p:cBhvr>
                        <p:cTn dur="500" fill="hold"/>
                        <p:tgtEl>
                          <p:spTgt spid="50"/>
                        </p:tgtEl>
                        <p:attrNameLst>
                          <p:attrName>ppt_w</p:attrName>
                        </p:attrNameLst>
                      </p:cBhvr>
                      <p:tavLst>
                        <p:tav tm="0">
                          <p:val>
                            <p:fltVal val="0"/>
                          </p:val>
                        </p:tav>
                        <p:tav tm="100000">
                          <p:val>
                            <p:strVal val="#ppt_w"/>
                          </p:val>
                        </p:tav>
                      </p:tavLst>
                    </p:anim>
                    <p:anim calcmode="lin" valueType="num">
                      <p:cBhvr>
                        <p:cTn dur="500" fill="hold"/>
                        <p:tgtEl>
                          <p:spTgt spid="50"/>
                        </p:tgtEl>
                        <p:attrNameLst>
                          <p:attrName>ppt_h</p:attrName>
                        </p:attrNameLst>
                      </p:cBhvr>
                      <p:tavLst>
                        <p:tav tm="0">
                          <p:val>
                            <p:fltVal val="0"/>
                          </p:val>
                        </p:tav>
                        <p:tav tm="100000">
                          <p:val>
                            <p:strVal val="#ppt_h"/>
                          </p:val>
                        </p:tav>
                      </p:tavLst>
                    </p:anim>
                    <p:animEffect transition="in" filter="fade">
                      <p:cBhvr>
                        <p:cTn dur="500"/>
                        <p:tgtEl>
                          <p:spTgt spid="50"/>
                        </p:tgtEl>
                      </p:cBhvr>
                    </p:animEffect>
                  </p:childTnLst>
                </p:cTn>
              </p:par>
            </p:tnLst>
          </p:tmpl>
        </p:tmplLst>
      </p:bldP>
      <p:bldP spid="51"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51"/>
                        </p:tgtEl>
                        <p:attrNameLst>
                          <p:attrName>style.visibility</p:attrName>
                        </p:attrNameLst>
                      </p:cBhvr>
                      <p:to>
                        <p:strVal val="visible"/>
                      </p:to>
                    </p:set>
                    <p:animEffect transition="in" filter="fade">
                      <p:cBhvr>
                        <p:cTn dur="500"/>
                        <p:tgtEl>
                          <p:spTgt spid="51"/>
                        </p:tgtEl>
                      </p:cBhvr>
                    </p:animEffect>
                    <p:anim calcmode="lin" valueType="num">
                      <p:cBhvr>
                        <p:cTn dur="500" fill="hold"/>
                        <p:tgtEl>
                          <p:spTgt spid="51"/>
                        </p:tgtEl>
                        <p:attrNameLst>
                          <p:attrName>ppt_x</p:attrName>
                        </p:attrNameLst>
                      </p:cBhvr>
                      <p:tavLst>
                        <p:tav tm="0">
                          <p:val>
                            <p:strVal val="#ppt_x"/>
                          </p:val>
                        </p:tav>
                        <p:tav tm="100000">
                          <p:val>
                            <p:strVal val="#ppt_x"/>
                          </p:val>
                        </p:tav>
                      </p:tavLst>
                    </p:anim>
                    <p:anim calcmode="lin" valueType="num">
                      <p:cBhvr>
                        <p:cTn dur="500" fill="hold"/>
                        <p:tgtEl>
                          <p:spTgt spid="51"/>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268.xml><?xml version="1.0" encoding="utf-8"?>
<p:sldLayout xmlns:a="http://schemas.openxmlformats.org/drawingml/2006/main" xmlns:r="http://schemas.openxmlformats.org/officeDocument/2006/relationships" xmlns:p="http://schemas.openxmlformats.org/presentationml/2006/main" preserve="1" userDrawn="1">
  <p:cSld name="17_Custom Layout">
    <p:spTree>
      <p:nvGrpSpPr>
        <p:cNvPr id="1" name=""/>
        <p:cNvGrpSpPr/>
        <p:nvPr/>
      </p:nvGrpSpPr>
      <p:grpSpPr>
        <a:xfrm>
          <a:off x="0" y="0"/>
          <a:ext cx="0" cy="0"/>
          <a:chOff x="0" y="0"/>
          <a:chExt cx="0" cy="0"/>
        </a:xfrm>
      </p:grpSpPr>
      <p:sp>
        <p:nvSpPr>
          <p:cNvPr id="9" name="Rectangle 8"/>
          <p:cNvSpPr/>
          <p:nvPr userDrawn="1"/>
        </p:nvSpPr>
        <p:spPr>
          <a:xfrm>
            <a:off x="-158750" y="2006600"/>
            <a:ext cx="12509500" cy="4159250"/>
          </a:xfrm>
          <a:prstGeom prst="rect">
            <a:avLst/>
          </a:prstGeom>
          <a:solidFill>
            <a:schemeClr val="tx1">
              <a:lumMod val="75000"/>
              <a:lumOff val="25000"/>
            </a:schemeClr>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 name="Title 1"/>
          <p:cNvSpPr>
            <a:spLocks noGrp="1"/>
          </p:cNvSpPr>
          <p:nvPr>
            <p:ph type="title" hasCustomPrompt="1"/>
          </p:nvPr>
        </p:nvSpPr>
        <p:spPr>
          <a:xfrm>
            <a:off x="479425" y="692150"/>
            <a:ext cx="11233150" cy="405130"/>
          </a:xfrm>
        </p:spPr>
        <p:txBody>
          <a:bodyPr/>
          <a:lstStyle>
            <a:lvl1pPr algn="ct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8" name="Text Placeholder 2"/>
          <p:cNvSpPr>
            <a:spLocks noGrp="1"/>
          </p:cNvSpPr>
          <p:nvPr>
            <p:ph type="body" idx="1"/>
          </p:nvPr>
        </p:nvSpPr>
        <p:spPr>
          <a:xfrm>
            <a:off x="479425" y="1154764"/>
            <a:ext cx="11233150" cy="272983"/>
          </a:xfrm>
        </p:spPr>
        <p:txBody>
          <a:bodyPr>
            <a:normAutofit/>
          </a:bodyPr>
          <a:lstStyle>
            <a:lvl1pPr marL="0" indent="0" algn="ctr">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7" name="Picture Placeholder 6"/>
          <p:cNvSpPr>
            <a:spLocks noGrp="1"/>
          </p:cNvSpPr>
          <p:nvPr>
            <p:ph type="pic" sz="quarter" idx="13"/>
          </p:nvPr>
        </p:nvSpPr>
        <p:spPr>
          <a:xfrm>
            <a:off x="3505200" y="2006600"/>
            <a:ext cx="5181600" cy="4159250"/>
          </a:xfrm>
          <a:solidFill>
            <a:schemeClr val="bg1">
              <a:lumMod val="85000"/>
            </a:schemeClr>
          </a:solidFill>
          <a:ln w="57150">
            <a:solidFill>
              <a:schemeClr val="bg1"/>
            </a:solidFill>
          </a:ln>
        </p:spPr>
        <p:txBody>
          <a:bodyPr/>
          <a:lstStyle/>
          <a:p>
            <a:endParaRPr lang="en-AU"/>
          </a:p>
        </p:txBody>
      </p:sp>
    </p:spTree>
    <p:extLst>
      <p:ext uri="{BB962C8B-B14F-4D97-AF65-F5344CB8AC3E}">
        <p14:creationId xmlns:p14="http://schemas.microsoft.com/office/powerpoint/2010/main" val="109202119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42" presetClass="entr" presetSubtype="0" fill="hold" grpId="0" nodeType="afterEffect">
                                  <p:stCondLst>
                                    <p:cond delay="0"/>
                                  </p:stCondLst>
                                  <p:childTnLst>
                                    <p:set>
                                      <p:cBhvr>
                                        <p:cTn id="10" dur="1" fill="hold">
                                          <p:stCondLst>
                                            <p:cond delay="0"/>
                                          </p:stCondLst>
                                        </p:cTn>
                                        <p:tgtEl>
                                          <p:spTgt spid="8">
                                            <p:txEl>
                                              <p:pRg st="0" end="0"/>
                                            </p:txEl>
                                          </p:spTgt>
                                        </p:tgtEl>
                                        <p:attrNameLst>
                                          <p:attrName>style.visibility</p:attrName>
                                        </p:attrNameLst>
                                      </p:cBhvr>
                                      <p:to>
                                        <p:strVal val="visible"/>
                                      </p:to>
                                    </p:set>
                                    <p:animEffect transition="in" filter="fade">
                                      <p:cBhvr>
                                        <p:cTn id="11" dur="500"/>
                                        <p:tgtEl>
                                          <p:spTgt spid="8">
                                            <p:txEl>
                                              <p:pRg st="0" end="0"/>
                                            </p:txEl>
                                          </p:spTgt>
                                        </p:tgtEl>
                                      </p:cBhvr>
                                    </p:animEffect>
                                    <p:anim calcmode="lin" valueType="num">
                                      <p:cBhvr>
                                        <p:cTn id="12"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4" fill="hold">
                            <p:stCondLst>
                              <p:cond delay="1000"/>
                            </p:stCondLst>
                            <p:childTnLst>
                              <p:par>
                                <p:cTn id="15" presetID="10" presetClass="entr" presetSubtype="0" fill="hold" grpId="0" nodeType="after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500"/>
                                        <p:tgtEl>
                                          <p:spTgt spid="9"/>
                                        </p:tgtEl>
                                      </p:cBhvr>
                                    </p:animEffect>
                                  </p:childTnLst>
                                </p:cTn>
                              </p:par>
                            </p:childTnLst>
                          </p:cTn>
                        </p:par>
                        <p:par>
                          <p:cTn id="18" fill="hold">
                            <p:stCondLst>
                              <p:cond delay="1500"/>
                            </p:stCondLst>
                            <p:childTnLst>
                              <p:par>
                                <p:cTn id="19" presetID="53" presetClass="entr" presetSubtype="16" fill="hold" grpId="0" nodeType="afterEffect">
                                  <p:stCondLst>
                                    <p:cond delay="0"/>
                                  </p:stCondLst>
                                  <p:childTnLst>
                                    <p:set>
                                      <p:cBhvr>
                                        <p:cTn id="20" dur="1" fill="hold">
                                          <p:stCondLst>
                                            <p:cond delay="0"/>
                                          </p:stCondLst>
                                        </p:cTn>
                                        <p:tgtEl>
                                          <p:spTgt spid="7"/>
                                        </p:tgtEl>
                                        <p:attrNameLst>
                                          <p:attrName>style.visibility</p:attrName>
                                        </p:attrNameLst>
                                      </p:cBhvr>
                                      <p:to>
                                        <p:strVal val="visible"/>
                                      </p:to>
                                    </p:set>
                                    <p:anim calcmode="lin" valueType="num">
                                      <p:cBhvr>
                                        <p:cTn id="21" dur="500" fill="hold"/>
                                        <p:tgtEl>
                                          <p:spTgt spid="7"/>
                                        </p:tgtEl>
                                        <p:attrNameLst>
                                          <p:attrName>ppt_w</p:attrName>
                                        </p:attrNameLst>
                                      </p:cBhvr>
                                      <p:tavLst>
                                        <p:tav tm="0">
                                          <p:val>
                                            <p:fltVal val="0"/>
                                          </p:val>
                                        </p:tav>
                                        <p:tav tm="100000">
                                          <p:val>
                                            <p:strVal val="#ppt_w"/>
                                          </p:val>
                                        </p:tav>
                                      </p:tavLst>
                                    </p:anim>
                                    <p:anim calcmode="lin" valueType="num">
                                      <p:cBhvr>
                                        <p:cTn id="22" dur="500" fill="hold"/>
                                        <p:tgtEl>
                                          <p:spTgt spid="7"/>
                                        </p:tgtEl>
                                        <p:attrNameLst>
                                          <p:attrName>ppt_h</p:attrName>
                                        </p:attrNameLst>
                                      </p:cBhvr>
                                      <p:tavLst>
                                        <p:tav tm="0">
                                          <p:val>
                                            <p:fltVal val="0"/>
                                          </p:val>
                                        </p:tav>
                                        <p:tav tm="100000">
                                          <p:val>
                                            <p:strVal val="#ppt_h"/>
                                          </p:val>
                                        </p:tav>
                                      </p:tavLst>
                                    </p:anim>
                                    <p:animEffect transition="in" filter="fade">
                                      <p:cBhvr>
                                        <p:cTn id="23"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2" grpId="0"/>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7" grpId="0" animBg="1"/>
    </p:bldLst>
  </p:timing>
</p:sldLayout>
</file>

<file path=ppt/slideLayouts/slideLayout269.xml><?xml version="1.0" encoding="utf-8"?>
<p:sldLayout xmlns:a="http://schemas.openxmlformats.org/drawingml/2006/main" xmlns:r="http://schemas.openxmlformats.org/officeDocument/2006/relationships" xmlns:p="http://schemas.openxmlformats.org/presentationml/2006/main" preserve="1" userDrawn="1">
  <p:cSld name="18_Custom Layout">
    <p:spTree>
      <p:nvGrpSpPr>
        <p:cNvPr id="1" name=""/>
        <p:cNvGrpSpPr/>
        <p:nvPr/>
      </p:nvGrpSpPr>
      <p:grpSpPr>
        <a:xfrm>
          <a:off x="0" y="0"/>
          <a:ext cx="0" cy="0"/>
          <a:chOff x="0" y="0"/>
          <a:chExt cx="0" cy="0"/>
        </a:xfrm>
      </p:grpSpPr>
      <p:sp>
        <p:nvSpPr>
          <p:cNvPr id="7" name="Picture Placeholder 6"/>
          <p:cNvSpPr>
            <a:spLocks noGrp="1"/>
          </p:cNvSpPr>
          <p:nvPr>
            <p:ph type="pic" sz="quarter" idx="13"/>
          </p:nvPr>
        </p:nvSpPr>
        <p:spPr>
          <a:xfrm>
            <a:off x="838200" y="692150"/>
            <a:ext cx="4687664" cy="3679952"/>
          </a:xfrm>
          <a:solidFill>
            <a:schemeClr val="bg1">
              <a:lumMod val="85000"/>
            </a:schemeClr>
          </a:solidFill>
          <a:ln w="57150">
            <a:solidFill>
              <a:schemeClr val="bg1"/>
            </a:solidFill>
          </a:ln>
        </p:spPr>
        <p:txBody>
          <a:bodyPr/>
          <a:lstStyle/>
          <a:p>
            <a:endParaRPr lang="en-AU" dirty="0"/>
          </a:p>
        </p:txBody>
      </p:sp>
      <p:sp>
        <p:nvSpPr>
          <p:cNvPr id="12" name="Picture Placeholder 6"/>
          <p:cNvSpPr>
            <a:spLocks noGrp="1"/>
          </p:cNvSpPr>
          <p:nvPr>
            <p:ph type="pic" sz="quarter" idx="14"/>
          </p:nvPr>
        </p:nvSpPr>
        <p:spPr>
          <a:xfrm>
            <a:off x="838200" y="4372102"/>
            <a:ext cx="1175430" cy="972340"/>
          </a:xfrm>
          <a:solidFill>
            <a:schemeClr val="bg1">
              <a:lumMod val="85000"/>
            </a:schemeClr>
          </a:solidFill>
          <a:ln w="57150">
            <a:solidFill>
              <a:schemeClr val="bg1"/>
            </a:solidFill>
          </a:ln>
        </p:spPr>
        <p:txBody>
          <a:bodyPr/>
          <a:lstStyle/>
          <a:p>
            <a:endParaRPr lang="en-AU"/>
          </a:p>
        </p:txBody>
      </p:sp>
      <p:sp>
        <p:nvSpPr>
          <p:cNvPr id="13" name="Picture Placeholder 6"/>
          <p:cNvSpPr>
            <a:spLocks noGrp="1"/>
          </p:cNvSpPr>
          <p:nvPr>
            <p:ph type="pic" sz="quarter" idx="15"/>
          </p:nvPr>
        </p:nvSpPr>
        <p:spPr>
          <a:xfrm>
            <a:off x="1999574" y="4372102"/>
            <a:ext cx="1175430" cy="972340"/>
          </a:xfrm>
          <a:solidFill>
            <a:schemeClr val="bg1">
              <a:lumMod val="85000"/>
            </a:schemeClr>
          </a:solidFill>
          <a:ln w="57150">
            <a:solidFill>
              <a:schemeClr val="bg1"/>
            </a:solidFill>
          </a:ln>
        </p:spPr>
        <p:txBody>
          <a:bodyPr/>
          <a:lstStyle/>
          <a:p>
            <a:endParaRPr lang="en-AU"/>
          </a:p>
        </p:txBody>
      </p:sp>
      <p:sp>
        <p:nvSpPr>
          <p:cNvPr id="2" name="Title 1"/>
          <p:cNvSpPr>
            <a:spLocks noGrp="1"/>
          </p:cNvSpPr>
          <p:nvPr>
            <p:ph type="title" hasCustomPrompt="1"/>
          </p:nvPr>
        </p:nvSpPr>
        <p:spPr>
          <a:xfrm>
            <a:off x="6096000" y="692150"/>
            <a:ext cx="5616574" cy="970396"/>
          </a:xfrm>
        </p:spPr>
        <p:txBody>
          <a:bodyPr/>
          <a:lstStyle>
            <a:lvl1pPr algn="l">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8" name="Text Placeholder 2"/>
          <p:cNvSpPr>
            <a:spLocks noGrp="1"/>
          </p:cNvSpPr>
          <p:nvPr>
            <p:ph type="body" idx="1"/>
          </p:nvPr>
        </p:nvSpPr>
        <p:spPr>
          <a:xfrm>
            <a:off x="6096000" y="1702911"/>
            <a:ext cx="5616575" cy="272983"/>
          </a:xfrm>
        </p:spPr>
        <p:txBody>
          <a:bodyPr>
            <a:normAutofit/>
          </a:bodyPr>
          <a:lstStyle>
            <a:lvl1pPr marL="0" indent="0" algn="l">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14" name="Picture Placeholder 6"/>
          <p:cNvSpPr>
            <a:spLocks noGrp="1"/>
          </p:cNvSpPr>
          <p:nvPr>
            <p:ph type="pic" sz="quarter" idx="16"/>
          </p:nvPr>
        </p:nvSpPr>
        <p:spPr>
          <a:xfrm>
            <a:off x="3175004" y="4372102"/>
            <a:ext cx="1175430" cy="972340"/>
          </a:xfrm>
          <a:solidFill>
            <a:schemeClr val="bg1">
              <a:lumMod val="85000"/>
            </a:schemeClr>
          </a:solidFill>
          <a:ln w="57150">
            <a:solidFill>
              <a:schemeClr val="bg1"/>
            </a:solidFill>
          </a:ln>
        </p:spPr>
        <p:txBody>
          <a:bodyPr/>
          <a:lstStyle/>
          <a:p>
            <a:endParaRPr lang="en-AU"/>
          </a:p>
        </p:txBody>
      </p:sp>
      <p:sp>
        <p:nvSpPr>
          <p:cNvPr id="15" name="Picture Placeholder 6"/>
          <p:cNvSpPr>
            <a:spLocks noGrp="1"/>
          </p:cNvSpPr>
          <p:nvPr>
            <p:ph type="pic" sz="quarter" idx="17"/>
          </p:nvPr>
        </p:nvSpPr>
        <p:spPr>
          <a:xfrm>
            <a:off x="4350434" y="4372102"/>
            <a:ext cx="1175430" cy="972340"/>
          </a:xfrm>
          <a:solidFill>
            <a:schemeClr val="bg1">
              <a:lumMod val="85000"/>
            </a:schemeClr>
          </a:solidFill>
          <a:ln w="57150">
            <a:solidFill>
              <a:schemeClr val="bg1"/>
            </a:solidFill>
          </a:ln>
        </p:spPr>
        <p:txBody>
          <a:bodyPr/>
          <a:lstStyle/>
          <a:p>
            <a:endParaRPr lang="en-AU"/>
          </a:p>
        </p:txBody>
      </p:sp>
      <p:sp>
        <p:nvSpPr>
          <p:cNvPr id="23" name="Text Placeholder 21"/>
          <p:cNvSpPr>
            <a:spLocks noGrp="1"/>
          </p:cNvSpPr>
          <p:nvPr>
            <p:ph type="body" sz="quarter" idx="34"/>
          </p:nvPr>
        </p:nvSpPr>
        <p:spPr>
          <a:xfrm>
            <a:off x="6099595" y="2959028"/>
            <a:ext cx="5616575" cy="360363"/>
          </a:xfrm>
        </p:spPr>
        <p:txBody>
          <a:bodyPr/>
          <a:lstStyle>
            <a:lvl1pP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4" name="Text Placeholder 21"/>
          <p:cNvSpPr>
            <a:spLocks noGrp="1"/>
          </p:cNvSpPr>
          <p:nvPr>
            <p:ph type="body" sz="quarter" idx="21"/>
          </p:nvPr>
        </p:nvSpPr>
        <p:spPr>
          <a:xfrm>
            <a:off x="6099595" y="3368138"/>
            <a:ext cx="5616575" cy="2674864"/>
          </a:xfrm>
        </p:spPr>
        <p:txBody>
          <a:bodyPr>
            <a:normAutofit/>
          </a:bodyPr>
          <a:lstStyle>
            <a:lvl1pP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6" name="Text Placeholder 21"/>
          <p:cNvSpPr>
            <a:spLocks noGrp="1"/>
          </p:cNvSpPr>
          <p:nvPr>
            <p:ph type="body" sz="quarter" idx="35" hasCustomPrompt="1"/>
          </p:nvPr>
        </p:nvSpPr>
        <p:spPr>
          <a:xfrm>
            <a:off x="2943025" y="2171676"/>
            <a:ext cx="478016" cy="720899"/>
          </a:xfrm>
        </p:spPr>
        <p:txBody>
          <a:bodyPr>
            <a:noAutofit/>
          </a:bodyPr>
          <a:lstStyle>
            <a:lvl1pPr>
              <a:defRPr sz="5400" b="1">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1</a:t>
            </a:r>
            <a:endParaRPr lang="en-AU" dirty="0"/>
          </a:p>
        </p:txBody>
      </p:sp>
      <p:sp>
        <p:nvSpPr>
          <p:cNvPr id="27" name="Text Placeholder 21"/>
          <p:cNvSpPr>
            <a:spLocks noGrp="1"/>
          </p:cNvSpPr>
          <p:nvPr>
            <p:ph type="body" sz="quarter" idx="36" hasCustomPrompt="1"/>
          </p:nvPr>
        </p:nvSpPr>
        <p:spPr>
          <a:xfrm>
            <a:off x="1186835" y="4644385"/>
            <a:ext cx="478016" cy="427774"/>
          </a:xfrm>
        </p:spPr>
        <p:txBody>
          <a:bodyPr>
            <a:noAutofit/>
          </a:bodyPr>
          <a:lstStyle>
            <a:lvl1pPr>
              <a:defRPr sz="3200" b="1">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2</a:t>
            </a:r>
            <a:endParaRPr lang="en-AU" dirty="0"/>
          </a:p>
        </p:txBody>
      </p:sp>
      <p:sp>
        <p:nvSpPr>
          <p:cNvPr id="28" name="Text Placeholder 21"/>
          <p:cNvSpPr>
            <a:spLocks noGrp="1"/>
          </p:cNvSpPr>
          <p:nvPr>
            <p:ph type="body" sz="quarter" idx="37" hasCustomPrompt="1"/>
          </p:nvPr>
        </p:nvSpPr>
        <p:spPr>
          <a:xfrm>
            <a:off x="2348209" y="4644385"/>
            <a:ext cx="478016" cy="427774"/>
          </a:xfrm>
        </p:spPr>
        <p:txBody>
          <a:bodyPr>
            <a:noAutofit/>
          </a:bodyPr>
          <a:lstStyle>
            <a:lvl1pPr>
              <a:defRPr sz="3200" b="1">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3</a:t>
            </a:r>
            <a:endParaRPr lang="en-AU" dirty="0"/>
          </a:p>
        </p:txBody>
      </p:sp>
      <p:sp>
        <p:nvSpPr>
          <p:cNvPr id="29" name="Text Placeholder 21"/>
          <p:cNvSpPr>
            <a:spLocks noGrp="1"/>
          </p:cNvSpPr>
          <p:nvPr>
            <p:ph type="body" sz="quarter" idx="38" hasCustomPrompt="1"/>
          </p:nvPr>
        </p:nvSpPr>
        <p:spPr>
          <a:xfrm>
            <a:off x="3518358" y="4644385"/>
            <a:ext cx="478016" cy="427774"/>
          </a:xfrm>
        </p:spPr>
        <p:txBody>
          <a:bodyPr>
            <a:noAutofit/>
          </a:bodyPr>
          <a:lstStyle>
            <a:lvl1pPr>
              <a:defRPr sz="3200" b="1">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4</a:t>
            </a:r>
            <a:endParaRPr lang="en-AU" dirty="0"/>
          </a:p>
        </p:txBody>
      </p:sp>
      <p:sp>
        <p:nvSpPr>
          <p:cNvPr id="30" name="Text Placeholder 21"/>
          <p:cNvSpPr>
            <a:spLocks noGrp="1"/>
          </p:cNvSpPr>
          <p:nvPr>
            <p:ph type="body" sz="quarter" idx="39" hasCustomPrompt="1"/>
          </p:nvPr>
        </p:nvSpPr>
        <p:spPr>
          <a:xfrm>
            <a:off x="4699141" y="4644385"/>
            <a:ext cx="478016" cy="427774"/>
          </a:xfrm>
        </p:spPr>
        <p:txBody>
          <a:bodyPr>
            <a:noAutofit/>
          </a:bodyPr>
          <a:lstStyle>
            <a:lvl1pPr>
              <a:defRPr sz="3200" b="1">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5</a:t>
            </a:r>
            <a:endParaRPr lang="en-AU" dirty="0"/>
          </a:p>
        </p:txBody>
      </p:sp>
    </p:spTree>
    <p:extLst>
      <p:ext uri="{BB962C8B-B14F-4D97-AF65-F5344CB8AC3E}">
        <p14:creationId xmlns:p14="http://schemas.microsoft.com/office/powerpoint/2010/main" val="222888363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42" presetClass="entr" presetSubtype="0" fill="hold" grpId="0" nodeType="afterEffect">
                                  <p:stCondLst>
                                    <p:cond delay="0"/>
                                  </p:stCondLst>
                                  <p:childTnLst>
                                    <p:set>
                                      <p:cBhvr>
                                        <p:cTn id="10" dur="1" fill="hold">
                                          <p:stCondLst>
                                            <p:cond delay="0"/>
                                          </p:stCondLst>
                                        </p:cTn>
                                        <p:tgtEl>
                                          <p:spTgt spid="8">
                                            <p:txEl>
                                              <p:pRg st="0" end="0"/>
                                            </p:txEl>
                                          </p:spTgt>
                                        </p:tgtEl>
                                        <p:attrNameLst>
                                          <p:attrName>style.visibility</p:attrName>
                                        </p:attrNameLst>
                                      </p:cBhvr>
                                      <p:to>
                                        <p:strVal val="visible"/>
                                      </p:to>
                                    </p:set>
                                    <p:animEffect transition="in" filter="fade">
                                      <p:cBhvr>
                                        <p:cTn id="11" dur="500"/>
                                        <p:tgtEl>
                                          <p:spTgt spid="8">
                                            <p:txEl>
                                              <p:pRg st="0" end="0"/>
                                            </p:txEl>
                                          </p:spTgt>
                                        </p:tgtEl>
                                      </p:cBhvr>
                                    </p:animEffect>
                                    <p:anim calcmode="lin" valueType="num">
                                      <p:cBhvr>
                                        <p:cTn id="12"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4" fill="hold">
                            <p:stCondLst>
                              <p:cond delay="1000"/>
                            </p:stCondLst>
                            <p:childTnLst>
                              <p:par>
                                <p:cTn id="15" presetID="53" presetClass="entr" presetSubtype="16" fill="hold" grpId="0" nodeType="afterEffect">
                                  <p:stCondLst>
                                    <p:cond delay="0"/>
                                  </p:stCondLst>
                                  <p:childTnLst>
                                    <p:set>
                                      <p:cBhvr>
                                        <p:cTn id="16" dur="1" fill="hold">
                                          <p:stCondLst>
                                            <p:cond delay="0"/>
                                          </p:stCondLst>
                                        </p:cTn>
                                        <p:tgtEl>
                                          <p:spTgt spid="7"/>
                                        </p:tgtEl>
                                        <p:attrNameLst>
                                          <p:attrName>style.visibility</p:attrName>
                                        </p:attrNameLst>
                                      </p:cBhvr>
                                      <p:to>
                                        <p:strVal val="visible"/>
                                      </p:to>
                                    </p:set>
                                    <p:anim calcmode="lin" valueType="num">
                                      <p:cBhvr>
                                        <p:cTn id="17" dur="500" fill="hold"/>
                                        <p:tgtEl>
                                          <p:spTgt spid="7"/>
                                        </p:tgtEl>
                                        <p:attrNameLst>
                                          <p:attrName>ppt_w</p:attrName>
                                        </p:attrNameLst>
                                      </p:cBhvr>
                                      <p:tavLst>
                                        <p:tav tm="0">
                                          <p:val>
                                            <p:fltVal val="0"/>
                                          </p:val>
                                        </p:tav>
                                        <p:tav tm="100000">
                                          <p:val>
                                            <p:strVal val="#ppt_w"/>
                                          </p:val>
                                        </p:tav>
                                      </p:tavLst>
                                    </p:anim>
                                    <p:anim calcmode="lin" valueType="num">
                                      <p:cBhvr>
                                        <p:cTn id="18" dur="500" fill="hold"/>
                                        <p:tgtEl>
                                          <p:spTgt spid="7"/>
                                        </p:tgtEl>
                                        <p:attrNameLst>
                                          <p:attrName>ppt_h</p:attrName>
                                        </p:attrNameLst>
                                      </p:cBhvr>
                                      <p:tavLst>
                                        <p:tav tm="0">
                                          <p:val>
                                            <p:fltVal val="0"/>
                                          </p:val>
                                        </p:tav>
                                        <p:tav tm="100000">
                                          <p:val>
                                            <p:strVal val="#ppt_h"/>
                                          </p:val>
                                        </p:tav>
                                      </p:tavLst>
                                    </p:anim>
                                    <p:animEffect transition="in" filter="fade">
                                      <p:cBhvr>
                                        <p:cTn id="19" dur="500"/>
                                        <p:tgtEl>
                                          <p:spTgt spid="7"/>
                                        </p:tgtEl>
                                      </p:cBhvr>
                                    </p:animEffect>
                                  </p:childTnLst>
                                </p:cTn>
                              </p:par>
                            </p:childTnLst>
                          </p:cTn>
                        </p:par>
                        <p:par>
                          <p:cTn id="20" fill="hold">
                            <p:stCondLst>
                              <p:cond delay="1500"/>
                            </p:stCondLst>
                            <p:childTnLst>
                              <p:par>
                                <p:cTn id="21" presetID="53" presetClass="entr" presetSubtype="16" fill="hold" grpId="0" nodeType="afterEffect">
                                  <p:stCondLst>
                                    <p:cond delay="0"/>
                                  </p:stCondLst>
                                  <p:childTnLst>
                                    <p:set>
                                      <p:cBhvr>
                                        <p:cTn id="22" dur="1" fill="hold">
                                          <p:stCondLst>
                                            <p:cond delay="0"/>
                                          </p:stCondLst>
                                        </p:cTn>
                                        <p:tgtEl>
                                          <p:spTgt spid="12"/>
                                        </p:tgtEl>
                                        <p:attrNameLst>
                                          <p:attrName>style.visibility</p:attrName>
                                        </p:attrNameLst>
                                      </p:cBhvr>
                                      <p:to>
                                        <p:strVal val="visible"/>
                                      </p:to>
                                    </p:set>
                                    <p:anim calcmode="lin" valueType="num">
                                      <p:cBhvr>
                                        <p:cTn id="23" dur="500" fill="hold"/>
                                        <p:tgtEl>
                                          <p:spTgt spid="12"/>
                                        </p:tgtEl>
                                        <p:attrNameLst>
                                          <p:attrName>ppt_w</p:attrName>
                                        </p:attrNameLst>
                                      </p:cBhvr>
                                      <p:tavLst>
                                        <p:tav tm="0">
                                          <p:val>
                                            <p:fltVal val="0"/>
                                          </p:val>
                                        </p:tav>
                                        <p:tav tm="100000">
                                          <p:val>
                                            <p:strVal val="#ppt_w"/>
                                          </p:val>
                                        </p:tav>
                                      </p:tavLst>
                                    </p:anim>
                                    <p:anim calcmode="lin" valueType="num">
                                      <p:cBhvr>
                                        <p:cTn id="24" dur="500" fill="hold"/>
                                        <p:tgtEl>
                                          <p:spTgt spid="12"/>
                                        </p:tgtEl>
                                        <p:attrNameLst>
                                          <p:attrName>ppt_h</p:attrName>
                                        </p:attrNameLst>
                                      </p:cBhvr>
                                      <p:tavLst>
                                        <p:tav tm="0">
                                          <p:val>
                                            <p:fltVal val="0"/>
                                          </p:val>
                                        </p:tav>
                                        <p:tav tm="100000">
                                          <p:val>
                                            <p:strVal val="#ppt_h"/>
                                          </p:val>
                                        </p:tav>
                                      </p:tavLst>
                                    </p:anim>
                                    <p:animEffect transition="in" filter="fade">
                                      <p:cBhvr>
                                        <p:cTn id="25" dur="500"/>
                                        <p:tgtEl>
                                          <p:spTgt spid="12"/>
                                        </p:tgtEl>
                                      </p:cBhvr>
                                    </p:animEffect>
                                  </p:childTnLst>
                                </p:cTn>
                              </p:par>
                            </p:childTnLst>
                          </p:cTn>
                        </p:par>
                        <p:par>
                          <p:cTn id="26" fill="hold">
                            <p:stCondLst>
                              <p:cond delay="2000"/>
                            </p:stCondLst>
                            <p:childTnLst>
                              <p:par>
                                <p:cTn id="27" presetID="53" presetClass="entr" presetSubtype="16" fill="hold" grpId="0" nodeType="afterEffect">
                                  <p:stCondLst>
                                    <p:cond delay="0"/>
                                  </p:stCondLst>
                                  <p:childTnLst>
                                    <p:set>
                                      <p:cBhvr>
                                        <p:cTn id="28" dur="1" fill="hold">
                                          <p:stCondLst>
                                            <p:cond delay="0"/>
                                          </p:stCondLst>
                                        </p:cTn>
                                        <p:tgtEl>
                                          <p:spTgt spid="13"/>
                                        </p:tgtEl>
                                        <p:attrNameLst>
                                          <p:attrName>style.visibility</p:attrName>
                                        </p:attrNameLst>
                                      </p:cBhvr>
                                      <p:to>
                                        <p:strVal val="visible"/>
                                      </p:to>
                                    </p:set>
                                    <p:anim calcmode="lin" valueType="num">
                                      <p:cBhvr>
                                        <p:cTn id="29" dur="500" fill="hold"/>
                                        <p:tgtEl>
                                          <p:spTgt spid="13"/>
                                        </p:tgtEl>
                                        <p:attrNameLst>
                                          <p:attrName>ppt_w</p:attrName>
                                        </p:attrNameLst>
                                      </p:cBhvr>
                                      <p:tavLst>
                                        <p:tav tm="0">
                                          <p:val>
                                            <p:fltVal val="0"/>
                                          </p:val>
                                        </p:tav>
                                        <p:tav tm="100000">
                                          <p:val>
                                            <p:strVal val="#ppt_w"/>
                                          </p:val>
                                        </p:tav>
                                      </p:tavLst>
                                    </p:anim>
                                    <p:anim calcmode="lin" valueType="num">
                                      <p:cBhvr>
                                        <p:cTn id="30" dur="500" fill="hold"/>
                                        <p:tgtEl>
                                          <p:spTgt spid="13"/>
                                        </p:tgtEl>
                                        <p:attrNameLst>
                                          <p:attrName>ppt_h</p:attrName>
                                        </p:attrNameLst>
                                      </p:cBhvr>
                                      <p:tavLst>
                                        <p:tav tm="0">
                                          <p:val>
                                            <p:fltVal val="0"/>
                                          </p:val>
                                        </p:tav>
                                        <p:tav tm="100000">
                                          <p:val>
                                            <p:strVal val="#ppt_h"/>
                                          </p:val>
                                        </p:tav>
                                      </p:tavLst>
                                    </p:anim>
                                    <p:animEffect transition="in" filter="fade">
                                      <p:cBhvr>
                                        <p:cTn id="31" dur="500"/>
                                        <p:tgtEl>
                                          <p:spTgt spid="13"/>
                                        </p:tgtEl>
                                      </p:cBhvr>
                                    </p:animEffect>
                                  </p:childTnLst>
                                </p:cTn>
                              </p:par>
                            </p:childTnLst>
                          </p:cTn>
                        </p:par>
                        <p:par>
                          <p:cTn id="32" fill="hold">
                            <p:stCondLst>
                              <p:cond delay="2500"/>
                            </p:stCondLst>
                            <p:childTnLst>
                              <p:par>
                                <p:cTn id="33" presetID="53" presetClass="entr" presetSubtype="16" fill="hold" grpId="0" nodeType="afterEffect">
                                  <p:stCondLst>
                                    <p:cond delay="0"/>
                                  </p:stCondLst>
                                  <p:childTnLst>
                                    <p:set>
                                      <p:cBhvr>
                                        <p:cTn id="34" dur="1" fill="hold">
                                          <p:stCondLst>
                                            <p:cond delay="0"/>
                                          </p:stCondLst>
                                        </p:cTn>
                                        <p:tgtEl>
                                          <p:spTgt spid="14"/>
                                        </p:tgtEl>
                                        <p:attrNameLst>
                                          <p:attrName>style.visibility</p:attrName>
                                        </p:attrNameLst>
                                      </p:cBhvr>
                                      <p:to>
                                        <p:strVal val="visible"/>
                                      </p:to>
                                    </p:set>
                                    <p:anim calcmode="lin" valueType="num">
                                      <p:cBhvr>
                                        <p:cTn id="35" dur="500" fill="hold"/>
                                        <p:tgtEl>
                                          <p:spTgt spid="14"/>
                                        </p:tgtEl>
                                        <p:attrNameLst>
                                          <p:attrName>ppt_w</p:attrName>
                                        </p:attrNameLst>
                                      </p:cBhvr>
                                      <p:tavLst>
                                        <p:tav tm="0">
                                          <p:val>
                                            <p:fltVal val="0"/>
                                          </p:val>
                                        </p:tav>
                                        <p:tav tm="100000">
                                          <p:val>
                                            <p:strVal val="#ppt_w"/>
                                          </p:val>
                                        </p:tav>
                                      </p:tavLst>
                                    </p:anim>
                                    <p:anim calcmode="lin" valueType="num">
                                      <p:cBhvr>
                                        <p:cTn id="36" dur="500" fill="hold"/>
                                        <p:tgtEl>
                                          <p:spTgt spid="14"/>
                                        </p:tgtEl>
                                        <p:attrNameLst>
                                          <p:attrName>ppt_h</p:attrName>
                                        </p:attrNameLst>
                                      </p:cBhvr>
                                      <p:tavLst>
                                        <p:tav tm="0">
                                          <p:val>
                                            <p:fltVal val="0"/>
                                          </p:val>
                                        </p:tav>
                                        <p:tav tm="100000">
                                          <p:val>
                                            <p:strVal val="#ppt_h"/>
                                          </p:val>
                                        </p:tav>
                                      </p:tavLst>
                                    </p:anim>
                                    <p:animEffect transition="in" filter="fade">
                                      <p:cBhvr>
                                        <p:cTn id="37" dur="500"/>
                                        <p:tgtEl>
                                          <p:spTgt spid="14"/>
                                        </p:tgtEl>
                                      </p:cBhvr>
                                    </p:animEffect>
                                  </p:childTnLst>
                                </p:cTn>
                              </p:par>
                            </p:childTnLst>
                          </p:cTn>
                        </p:par>
                        <p:par>
                          <p:cTn id="38" fill="hold">
                            <p:stCondLst>
                              <p:cond delay="3000"/>
                            </p:stCondLst>
                            <p:childTnLst>
                              <p:par>
                                <p:cTn id="39" presetID="53" presetClass="entr" presetSubtype="16" fill="hold" grpId="0" nodeType="afterEffect">
                                  <p:stCondLst>
                                    <p:cond delay="0"/>
                                  </p:stCondLst>
                                  <p:childTnLst>
                                    <p:set>
                                      <p:cBhvr>
                                        <p:cTn id="40" dur="1" fill="hold">
                                          <p:stCondLst>
                                            <p:cond delay="0"/>
                                          </p:stCondLst>
                                        </p:cTn>
                                        <p:tgtEl>
                                          <p:spTgt spid="15"/>
                                        </p:tgtEl>
                                        <p:attrNameLst>
                                          <p:attrName>style.visibility</p:attrName>
                                        </p:attrNameLst>
                                      </p:cBhvr>
                                      <p:to>
                                        <p:strVal val="visible"/>
                                      </p:to>
                                    </p:set>
                                    <p:anim calcmode="lin" valueType="num">
                                      <p:cBhvr>
                                        <p:cTn id="41" dur="500" fill="hold"/>
                                        <p:tgtEl>
                                          <p:spTgt spid="15"/>
                                        </p:tgtEl>
                                        <p:attrNameLst>
                                          <p:attrName>ppt_w</p:attrName>
                                        </p:attrNameLst>
                                      </p:cBhvr>
                                      <p:tavLst>
                                        <p:tav tm="0">
                                          <p:val>
                                            <p:fltVal val="0"/>
                                          </p:val>
                                        </p:tav>
                                        <p:tav tm="100000">
                                          <p:val>
                                            <p:strVal val="#ppt_w"/>
                                          </p:val>
                                        </p:tav>
                                      </p:tavLst>
                                    </p:anim>
                                    <p:anim calcmode="lin" valueType="num">
                                      <p:cBhvr>
                                        <p:cTn id="42" dur="500" fill="hold"/>
                                        <p:tgtEl>
                                          <p:spTgt spid="15"/>
                                        </p:tgtEl>
                                        <p:attrNameLst>
                                          <p:attrName>ppt_h</p:attrName>
                                        </p:attrNameLst>
                                      </p:cBhvr>
                                      <p:tavLst>
                                        <p:tav tm="0">
                                          <p:val>
                                            <p:fltVal val="0"/>
                                          </p:val>
                                        </p:tav>
                                        <p:tav tm="100000">
                                          <p:val>
                                            <p:strVal val="#ppt_h"/>
                                          </p:val>
                                        </p:tav>
                                      </p:tavLst>
                                    </p:anim>
                                    <p:animEffect transition="in" filter="fade">
                                      <p:cBhvr>
                                        <p:cTn id="43" dur="500"/>
                                        <p:tgtEl>
                                          <p:spTgt spid="15"/>
                                        </p:tgtEl>
                                      </p:cBhvr>
                                    </p:animEffect>
                                  </p:childTnLst>
                                </p:cTn>
                              </p:par>
                            </p:childTnLst>
                          </p:cTn>
                        </p:par>
                        <p:par>
                          <p:cTn id="44" fill="hold">
                            <p:stCondLst>
                              <p:cond delay="3500"/>
                            </p:stCondLst>
                            <p:childTnLst>
                              <p:par>
                                <p:cTn id="45" presetID="53" presetClass="entr" presetSubtype="16" fill="hold" grpId="0" nodeType="afterEffect" nodePh="1">
                                  <p:stCondLst>
                                    <p:cond delay="0"/>
                                  </p:stCondLst>
                                  <p:endCondLst>
                                    <p:cond evt="begin" delay="0">
                                      <p:tn val="45"/>
                                    </p:cond>
                                  </p:endCondLst>
                                  <p:childTnLst>
                                    <p:set>
                                      <p:cBhvr>
                                        <p:cTn id="46" dur="1" fill="hold">
                                          <p:stCondLst>
                                            <p:cond delay="0"/>
                                          </p:stCondLst>
                                        </p:cTn>
                                        <p:tgtEl>
                                          <p:spTgt spid="23">
                                            <p:txEl>
                                              <p:pRg st="0" end="0"/>
                                            </p:txEl>
                                          </p:spTgt>
                                        </p:tgtEl>
                                        <p:attrNameLst>
                                          <p:attrName>style.visibility</p:attrName>
                                        </p:attrNameLst>
                                      </p:cBhvr>
                                      <p:to>
                                        <p:strVal val="visible"/>
                                      </p:to>
                                    </p:set>
                                    <p:anim calcmode="lin" valueType="num">
                                      <p:cBhvr>
                                        <p:cTn id="47" dur="500" fill="hold"/>
                                        <p:tgtEl>
                                          <p:spTgt spid="23">
                                            <p:txEl>
                                              <p:pRg st="0" end="0"/>
                                            </p:txEl>
                                          </p:spTgt>
                                        </p:tgtEl>
                                        <p:attrNameLst>
                                          <p:attrName>ppt_w</p:attrName>
                                        </p:attrNameLst>
                                      </p:cBhvr>
                                      <p:tavLst>
                                        <p:tav tm="0">
                                          <p:val>
                                            <p:fltVal val="0"/>
                                          </p:val>
                                        </p:tav>
                                        <p:tav tm="100000">
                                          <p:val>
                                            <p:strVal val="#ppt_w"/>
                                          </p:val>
                                        </p:tav>
                                      </p:tavLst>
                                    </p:anim>
                                    <p:anim calcmode="lin" valueType="num">
                                      <p:cBhvr>
                                        <p:cTn id="48" dur="500" fill="hold"/>
                                        <p:tgtEl>
                                          <p:spTgt spid="23">
                                            <p:txEl>
                                              <p:pRg st="0" end="0"/>
                                            </p:txEl>
                                          </p:spTgt>
                                        </p:tgtEl>
                                        <p:attrNameLst>
                                          <p:attrName>ppt_h</p:attrName>
                                        </p:attrNameLst>
                                      </p:cBhvr>
                                      <p:tavLst>
                                        <p:tav tm="0">
                                          <p:val>
                                            <p:fltVal val="0"/>
                                          </p:val>
                                        </p:tav>
                                        <p:tav tm="100000">
                                          <p:val>
                                            <p:strVal val="#ppt_h"/>
                                          </p:val>
                                        </p:tav>
                                      </p:tavLst>
                                    </p:anim>
                                    <p:animEffect transition="in" filter="fade">
                                      <p:cBhvr>
                                        <p:cTn id="49" dur="500"/>
                                        <p:tgtEl>
                                          <p:spTgt spid="23">
                                            <p:txEl>
                                              <p:pRg st="0" end="0"/>
                                            </p:txEl>
                                          </p:spTgt>
                                        </p:tgtEl>
                                      </p:cBhvr>
                                    </p:animEffect>
                                  </p:childTnLst>
                                </p:cTn>
                              </p:par>
                            </p:childTnLst>
                          </p:cTn>
                        </p:par>
                        <p:par>
                          <p:cTn id="50" fill="hold">
                            <p:stCondLst>
                              <p:cond delay="4000"/>
                            </p:stCondLst>
                            <p:childTnLst>
                              <p:par>
                                <p:cTn id="51" presetID="42" presetClass="entr" presetSubtype="0" fill="hold" grpId="0" nodeType="afterEffect" nodePh="1">
                                  <p:stCondLst>
                                    <p:cond delay="0"/>
                                  </p:stCondLst>
                                  <p:endCondLst>
                                    <p:cond evt="begin" delay="0">
                                      <p:tn val="51"/>
                                    </p:cond>
                                  </p:endCondLst>
                                  <p:childTnLst>
                                    <p:set>
                                      <p:cBhvr>
                                        <p:cTn id="52" dur="1" fill="hold">
                                          <p:stCondLst>
                                            <p:cond delay="0"/>
                                          </p:stCondLst>
                                        </p:cTn>
                                        <p:tgtEl>
                                          <p:spTgt spid="24">
                                            <p:txEl>
                                              <p:pRg st="0" end="0"/>
                                            </p:txEl>
                                          </p:spTgt>
                                        </p:tgtEl>
                                        <p:attrNameLst>
                                          <p:attrName>style.visibility</p:attrName>
                                        </p:attrNameLst>
                                      </p:cBhvr>
                                      <p:to>
                                        <p:strVal val="visible"/>
                                      </p:to>
                                    </p:set>
                                    <p:animEffect transition="in" filter="fade">
                                      <p:cBhvr>
                                        <p:cTn id="53" dur="500"/>
                                        <p:tgtEl>
                                          <p:spTgt spid="24">
                                            <p:txEl>
                                              <p:pRg st="0" end="0"/>
                                            </p:txEl>
                                          </p:spTgt>
                                        </p:tgtEl>
                                      </p:cBhvr>
                                    </p:animEffect>
                                    <p:anim calcmode="lin" valueType="num">
                                      <p:cBhvr>
                                        <p:cTn id="54"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p:cTn id="55" dur="500" fill="hold"/>
                                        <p:tgtEl>
                                          <p:spTgt spid="24">
                                            <p:txEl>
                                              <p:pRg st="0" end="0"/>
                                            </p:txEl>
                                          </p:spTgt>
                                        </p:tgtEl>
                                        <p:attrNameLst>
                                          <p:attrName>ppt_y</p:attrName>
                                        </p:attrNameLst>
                                      </p:cBhvr>
                                      <p:tavLst>
                                        <p:tav tm="0">
                                          <p:val>
                                            <p:strVal val="#ppt_y+.1"/>
                                          </p:val>
                                        </p:tav>
                                        <p:tav tm="100000">
                                          <p:val>
                                            <p:strVal val="#ppt_y"/>
                                          </p:val>
                                        </p:tav>
                                      </p:tavLst>
                                    </p:anim>
                                  </p:childTnLst>
                                </p:cTn>
                              </p:par>
                            </p:childTnLst>
                          </p:cTn>
                        </p:par>
                        <p:par>
                          <p:cTn id="56" fill="hold">
                            <p:stCondLst>
                              <p:cond delay="4500"/>
                            </p:stCondLst>
                            <p:childTnLst>
                              <p:par>
                                <p:cTn id="57" presetID="53" presetClass="entr" presetSubtype="16" fill="hold" grpId="0" nodeType="afterEffect">
                                  <p:stCondLst>
                                    <p:cond delay="0"/>
                                  </p:stCondLst>
                                  <p:childTnLst>
                                    <p:set>
                                      <p:cBhvr>
                                        <p:cTn id="58" dur="1" fill="hold">
                                          <p:stCondLst>
                                            <p:cond delay="0"/>
                                          </p:stCondLst>
                                        </p:cTn>
                                        <p:tgtEl>
                                          <p:spTgt spid="26">
                                            <p:txEl>
                                              <p:pRg st="0" end="0"/>
                                            </p:txEl>
                                          </p:spTgt>
                                        </p:tgtEl>
                                        <p:attrNameLst>
                                          <p:attrName>style.visibility</p:attrName>
                                        </p:attrNameLst>
                                      </p:cBhvr>
                                      <p:to>
                                        <p:strVal val="visible"/>
                                      </p:to>
                                    </p:set>
                                    <p:anim calcmode="lin" valueType="num">
                                      <p:cBhvr>
                                        <p:cTn id="59" dur="500" fill="hold"/>
                                        <p:tgtEl>
                                          <p:spTgt spid="26">
                                            <p:txEl>
                                              <p:pRg st="0" end="0"/>
                                            </p:txEl>
                                          </p:spTgt>
                                        </p:tgtEl>
                                        <p:attrNameLst>
                                          <p:attrName>ppt_w</p:attrName>
                                        </p:attrNameLst>
                                      </p:cBhvr>
                                      <p:tavLst>
                                        <p:tav tm="0">
                                          <p:val>
                                            <p:fltVal val="0"/>
                                          </p:val>
                                        </p:tav>
                                        <p:tav tm="100000">
                                          <p:val>
                                            <p:strVal val="#ppt_w"/>
                                          </p:val>
                                        </p:tav>
                                      </p:tavLst>
                                    </p:anim>
                                    <p:anim calcmode="lin" valueType="num">
                                      <p:cBhvr>
                                        <p:cTn id="60" dur="500" fill="hold"/>
                                        <p:tgtEl>
                                          <p:spTgt spid="26">
                                            <p:txEl>
                                              <p:pRg st="0" end="0"/>
                                            </p:txEl>
                                          </p:spTgt>
                                        </p:tgtEl>
                                        <p:attrNameLst>
                                          <p:attrName>ppt_h</p:attrName>
                                        </p:attrNameLst>
                                      </p:cBhvr>
                                      <p:tavLst>
                                        <p:tav tm="0">
                                          <p:val>
                                            <p:fltVal val="0"/>
                                          </p:val>
                                        </p:tav>
                                        <p:tav tm="100000">
                                          <p:val>
                                            <p:strVal val="#ppt_h"/>
                                          </p:val>
                                        </p:tav>
                                      </p:tavLst>
                                    </p:anim>
                                    <p:animEffect transition="in" filter="fade">
                                      <p:cBhvr>
                                        <p:cTn id="61" dur="500"/>
                                        <p:tgtEl>
                                          <p:spTgt spid="26">
                                            <p:txEl>
                                              <p:pRg st="0" end="0"/>
                                            </p:txEl>
                                          </p:spTgt>
                                        </p:tgtEl>
                                      </p:cBhvr>
                                    </p:animEffect>
                                  </p:childTnLst>
                                </p:cTn>
                              </p:par>
                            </p:childTnLst>
                          </p:cTn>
                        </p:par>
                        <p:par>
                          <p:cTn id="62" fill="hold">
                            <p:stCondLst>
                              <p:cond delay="5000"/>
                            </p:stCondLst>
                            <p:childTnLst>
                              <p:par>
                                <p:cTn id="63" presetID="53" presetClass="entr" presetSubtype="16" fill="hold" grpId="0" nodeType="afterEffect">
                                  <p:stCondLst>
                                    <p:cond delay="0"/>
                                  </p:stCondLst>
                                  <p:childTnLst>
                                    <p:set>
                                      <p:cBhvr>
                                        <p:cTn id="64" dur="1" fill="hold">
                                          <p:stCondLst>
                                            <p:cond delay="0"/>
                                          </p:stCondLst>
                                        </p:cTn>
                                        <p:tgtEl>
                                          <p:spTgt spid="27">
                                            <p:txEl>
                                              <p:pRg st="0" end="0"/>
                                            </p:txEl>
                                          </p:spTgt>
                                        </p:tgtEl>
                                        <p:attrNameLst>
                                          <p:attrName>style.visibility</p:attrName>
                                        </p:attrNameLst>
                                      </p:cBhvr>
                                      <p:to>
                                        <p:strVal val="visible"/>
                                      </p:to>
                                    </p:set>
                                    <p:anim calcmode="lin" valueType="num">
                                      <p:cBhvr>
                                        <p:cTn id="65" dur="500" fill="hold"/>
                                        <p:tgtEl>
                                          <p:spTgt spid="27">
                                            <p:txEl>
                                              <p:pRg st="0" end="0"/>
                                            </p:txEl>
                                          </p:spTgt>
                                        </p:tgtEl>
                                        <p:attrNameLst>
                                          <p:attrName>ppt_w</p:attrName>
                                        </p:attrNameLst>
                                      </p:cBhvr>
                                      <p:tavLst>
                                        <p:tav tm="0">
                                          <p:val>
                                            <p:fltVal val="0"/>
                                          </p:val>
                                        </p:tav>
                                        <p:tav tm="100000">
                                          <p:val>
                                            <p:strVal val="#ppt_w"/>
                                          </p:val>
                                        </p:tav>
                                      </p:tavLst>
                                    </p:anim>
                                    <p:anim calcmode="lin" valueType="num">
                                      <p:cBhvr>
                                        <p:cTn id="66" dur="500" fill="hold"/>
                                        <p:tgtEl>
                                          <p:spTgt spid="27">
                                            <p:txEl>
                                              <p:pRg st="0" end="0"/>
                                            </p:txEl>
                                          </p:spTgt>
                                        </p:tgtEl>
                                        <p:attrNameLst>
                                          <p:attrName>ppt_h</p:attrName>
                                        </p:attrNameLst>
                                      </p:cBhvr>
                                      <p:tavLst>
                                        <p:tav tm="0">
                                          <p:val>
                                            <p:fltVal val="0"/>
                                          </p:val>
                                        </p:tav>
                                        <p:tav tm="100000">
                                          <p:val>
                                            <p:strVal val="#ppt_h"/>
                                          </p:val>
                                        </p:tav>
                                      </p:tavLst>
                                    </p:anim>
                                    <p:animEffect transition="in" filter="fade">
                                      <p:cBhvr>
                                        <p:cTn id="67" dur="500"/>
                                        <p:tgtEl>
                                          <p:spTgt spid="27">
                                            <p:txEl>
                                              <p:pRg st="0" end="0"/>
                                            </p:txEl>
                                          </p:spTgt>
                                        </p:tgtEl>
                                      </p:cBhvr>
                                    </p:animEffect>
                                  </p:childTnLst>
                                </p:cTn>
                              </p:par>
                            </p:childTnLst>
                          </p:cTn>
                        </p:par>
                        <p:par>
                          <p:cTn id="68" fill="hold">
                            <p:stCondLst>
                              <p:cond delay="5500"/>
                            </p:stCondLst>
                            <p:childTnLst>
                              <p:par>
                                <p:cTn id="69" presetID="53" presetClass="entr" presetSubtype="16" fill="hold" grpId="0" nodeType="afterEffect">
                                  <p:stCondLst>
                                    <p:cond delay="0"/>
                                  </p:stCondLst>
                                  <p:childTnLst>
                                    <p:set>
                                      <p:cBhvr>
                                        <p:cTn id="70" dur="1" fill="hold">
                                          <p:stCondLst>
                                            <p:cond delay="0"/>
                                          </p:stCondLst>
                                        </p:cTn>
                                        <p:tgtEl>
                                          <p:spTgt spid="28">
                                            <p:txEl>
                                              <p:pRg st="0" end="0"/>
                                            </p:txEl>
                                          </p:spTgt>
                                        </p:tgtEl>
                                        <p:attrNameLst>
                                          <p:attrName>style.visibility</p:attrName>
                                        </p:attrNameLst>
                                      </p:cBhvr>
                                      <p:to>
                                        <p:strVal val="visible"/>
                                      </p:to>
                                    </p:set>
                                    <p:anim calcmode="lin" valueType="num">
                                      <p:cBhvr>
                                        <p:cTn id="71" dur="500" fill="hold"/>
                                        <p:tgtEl>
                                          <p:spTgt spid="28">
                                            <p:txEl>
                                              <p:pRg st="0" end="0"/>
                                            </p:txEl>
                                          </p:spTgt>
                                        </p:tgtEl>
                                        <p:attrNameLst>
                                          <p:attrName>ppt_w</p:attrName>
                                        </p:attrNameLst>
                                      </p:cBhvr>
                                      <p:tavLst>
                                        <p:tav tm="0">
                                          <p:val>
                                            <p:fltVal val="0"/>
                                          </p:val>
                                        </p:tav>
                                        <p:tav tm="100000">
                                          <p:val>
                                            <p:strVal val="#ppt_w"/>
                                          </p:val>
                                        </p:tav>
                                      </p:tavLst>
                                    </p:anim>
                                    <p:anim calcmode="lin" valueType="num">
                                      <p:cBhvr>
                                        <p:cTn id="72" dur="500" fill="hold"/>
                                        <p:tgtEl>
                                          <p:spTgt spid="28">
                                            <p:txEl>
                                              <p:pRg st="0" end="0"/>
                                            </p:txEl>
                                          </p:spTgt>
                                        </p:tgtEl>
                                        <p:attrNameLst>
                                          <p:attrName>ppt_h</p:attrName>
                                        </p:attrNameLst>
                                      </p:cBhvr>
                                      <p:tavLst>
                                        <p:tav tm="0">
                                          <p:val>
                                            <p:fltVal val="0"/>
                                          </p:val>
                                        </p:tav>
                                        <p:tav tm="100000">
                                          <p:val>
                                            <p:strVal val="#ppt_h"/>
                                          </p:val>
                                        </p:tav>
                                      </p:tavLst>
                                    </p:anim>
                                    <p:animEffect transition="in" filter="fade">
                                      <p:cBhvr>
                                        <p:cTn id="73" dur="500"/>
                                        <p:tgtEl>
                                          <p:spTgt spid="28">
                                            <p:txEl>
                                              <p:pRg st="0" end="0"/>
                                            </p:txEl>
                                          </p:spTgt>
                                        </p:tgtEl>
                                      </p:cBhvr>
                                    </p:animEffect>
                                  </p:childTnLst>
                                </p:cTn>
                              </p:par>
                            </p:childTnLst>
                          </p:cTn>
                        </p:par>
                        <p:par>
                          <p:cTn id="74" fill="hold">
                            <p:stCondLst>
                              <p:cond delay="6000"/>
                            </p:stCondLst>
                            <p:childTnLst>
                              <p:par>
                                <p:cTn id="75" presetID="53" presetClass="entr" presetSubtype="16" fill="hold" grpId="0" nodeType="afterEffect">
                                  <p:stCondLst>
                                    <p:cond delay="0"/>
                                  </p:stCondLst>
                                  <p:childTnLst>
                                    <p:set>
                                      <p:cBhvr>
                                        <p:cTn id="76" dur="1" fill="hold">
                                          <p:stCondLst>
                                            <p:cond delay="0"/>
                                          </p:stCondLst>
                                        </p:cTn>
                                        <p:tgtEl>
                                          <p:spTgt spid="29">
                                            <p:txEl>
                                              <p:pRg st="0" end="0"/>
                                            </p:txEl>
                                          </p:spTgt>
                                        </p:tgtEl>
                                        <p:attrNameLst>
                                          <p:attrName>style.visibility</p:attrName>
                                        </p:attrNameLst>
                                      </p:cBhvr>
                                      <p:to>
                                        <p:strVal val="visible"/>
                                      </p:to>
                                    </p:set>
                                    <p:anim calcmode="lin" valueType="num">
                                      <p:cBhvr>
                                        <p:cTn id="77" dur="500" fill="hold"/>
                                        <p:tgtEl>
                                          <p:spTgt spid="29">
                                            <p:txEl>
                                              <p:pRg st="0" end="0"/>
                                            </p:txEl>
                                          </p:spTgt>
                                        </p:tgtEl>
                                        <p:attrNameLst>
                                          <p:attrName>ppt_w</p:attrName>
                                        </p:attrNameLst>
                                      </p:cBhvr>
                                      <p:tavLst>
                                        <p:tav tm="0">
                                          <p:val>
                                            <p:fltVal val="0"/>
                                          </p:val>
                                        </p:tav>
                                        <p:tav tm="100000">
                                          <p:val>
                                            <p:strVal val="#ppt_w"/>
                                          </p:val>
                                        </p:tav>
                                      </p:tavLst>
                                    </p:anim>
                                    <p:anim calcmode="lin" valueType="num">
                                      <p:cBhvr>
                                        <p:cTn id="78" dur="500" fill="hold"/>
                                        <p:tgtEl>
                                          <p:spTgt spid="29">
                                            <p:txEl>
                                              <p:pRg st="0" end="0"/>
                                            </p:txEl>
                                          </p:spTgt>
                                        </p:tgtEl>
                                        <p:attrNameLst>
                                          <p:attrName>ppt_h</p:attrName>
                                        </p:attrNameLst>
                                      </p:cBhvr>
                                      <p:tavLst>
                                        <p:tav tm="0">
                                          <p:val>
                                            <p:fltVal val="0"/>
                                          </p:val>
                                        </p:tav>
                                        <p:tav tm="100000">
                                          <p:val>
                                            <p:strVal val="#ppt_h"/>
                                          </p:val>
                                        </p:tav>
                                      </p:tavLst>
                                    </p:anim>
                                    <p:animEffect transition="in" filter="fade">
                                      <p:cBhvr>
                                        <p:cTn id="79" dur="500"/>
                                        <p:tgtEl>
                                          <p:spTgt spid="29">
                                            <p:txEl>
                                              <p:pRg st="0" end="0"/>
                                            </p:txEl>
                                          </p:spTgt>
                                        </p:tgtEl>
                                      </p:cBhvr>
                                    </p:animEffect>
                                  </p:childTnLst>
                                </p:cTn>
                              </p:par>
                            </p:childTnLst>
                          </p:cTn>
                        </p:par>
                        <p:par>
                          <p:cTn id="80" fill="hold">
                            <p:stCondLst>
                              <p:cond delay="6500"/>
                            </p:stCondLst>
                            <p:childTnLst>
                              <p:par>
                                <p:cTn id="81" presetID="53" presetClass="entr" presetSubtype="16" fill="hold" grpId="0" nodeType="afterEffect">
                                  <p:stCondLst>
                                    <p:cond delay="0"/>
                                  </p:stCondLst>
                                  <p:childTnLst>
                                    <p:set>
                                      <p:cBhvr>
                                        <p:cTn id="82" dur="1" fill="hold">
                                          <p:stCondLst>
                                            <p:cond delay="0"/>
                                          </p:stCondLst>
                                        </p:cTn>
                                        <p:tgtEl>
                                          <p:spTgt spid="30">
                                            <p:txEl>
                                              <p:pRg st="0" end="0"/>
                                            </p:txEl>
                                          </p:spTgt>
                                        </p:tgtEl>
                                        <p:attrNameLst>
                                          <p:attrName>style.visibility</p:attrName>
                                        </p:attrNameLst>
                                      </p:cBhvr>
                                      <p:to>
                                        <p:strVal val="visible"/>
                                      </p:to>
                                    </p:set>
                                    <p:anim calcmode="lin" valueType="num">
                                      <p:cBhvr>
                                        <p:cTn id="83" dur="500" fill="hold"/>
                                        <p:tgtEl>
                                          <p:spTgt spid="30">
                                            <p:txEl>
                                              <p:pRg st="0" end="0"/>
                                            </p:txEl>
                                          </p:spTgt>
                                        </p:tgtEl>
                                        <p:attrNameLst>
                                          <p:attrName>ppt_w</p:attrName>
                                        </p:attrNameLst>
                                      </p:cBhvr>
                                      <p:tavLst>
                                        <p:tav tm="0">
                                          <p:val>
                                            <p:fltVal val="0"/>
                                          </p:val>
                                        </p:tav>
                                        <p:tav tm="100000">
                                          <p:val>
                                            <p:strVal val="#ppt_w"/>
                                          </p:val>
                                        </p:tav>
                                      </p:tavLst>
                                    </p:anim>
                                    <p:anim calcmode="lin" valueType="num">
                                      <p:cBhvr>
                                        <p:cTn id="84" dur="500" fill="hold"/>
                                        <p:tgtEl>
                                          <p:spTgt spid="30">
                                            <p:txEl>
                                              <p:pRg st="0" end="0"/>
                                            </p:txEl>
                                          </p:spTgt>
                                        </p:tgtEl>
                                        <p:attrNameLst>
                                          <p:attrName>ppt_h</p:attrName>
                                        </p:attrNameLst>
                                      </p:cBhvr>
                                      <p:tavLst>
                                        <p:tav tm="0">
                                          <p:val>
                                            <p:fltVal val="0"/>
                                          </p:val>
                                        </p:tav>
                                        <p:tav tm="100000">
                                          <p:val>
                                            <p:strVal val="#ppt_h"/>
                                          </p:val>
                                        </p:tav>
                                      </p:tavLst>
                                    </p:anim>
                                    <p:animEffect transition="in" filter="fade">
                                      <p:cBhvr>
                                        <p:cTn id="85" dur="500"/>
                                        <p:tgtEl>
                                          <p:spTgt spid="30">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12" grpId="0" animBg="1"/>
      <p:bldP spid="13" grpId="0" animBg="1"/>
      <p:bldP spid="2" grpId="0"/>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14" grpId="0" animBg="1"/>
      <p:bldP spid="15" grpId="0" animBg="1"/>
      <p:bldP spid="23"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3"/>
                        </p:tgtEl>
                        <p:attrNameLst>
                          <p:attrName>style.visibility</p:attrName>
                        </p:attrNameLst>
                      </p:cBhvr>
                      <p:to>
                        <p:strVal val="visible"/>
                      </p:to>
                    </p:set>
                    <p:anim calcmode="lin" valueType="num">
                      <p:cBhvr>
                        <p:cTn dur="500" fill="hold"/>
                        <p:tgtEl>
                          <p:spTgt spid="23"/>
                        </p:tgtEl>
                        <p:attrNameLst>
                          <p:attrName>ppt_w</p:attrName>
                        </p:attrNameLst>
                      </p:cBhvr>
                      <p:tavLst>
                        <p:tav tm="0">
                          <p:val>
                            <p:fltVal val="0"/>
                          </p:val>
                        </p:tav>
                        <p:tav tm="100000">
                          <p:val>
                            <p:strVal val="#ppt_w"/>
                          </p:val>
                        </p:tav>
                      </p:tavLst>
                    </p:anim>
                    <p:anim calcmode="lin" valueType="num">
                      <p:cBhvr>
                        <p:cTn dur="500" fill="hold"/>
                        <p:tgtEl>
                          <p:spTgt spid="23"/>
                        </p:tgtEl>
                        <p:attrNameLst>
                          <p:attrName>ppt_h</p:attrName>
                        </p:attrNameLst>
                      </p:cBhvr>
                      <p:tavLst>
                        <p:tav tm="0">
                          <p:val>
                            <p:fltVal val="0"/>
                          </p:val>
                        </p:tav>
                        <p:tav tm="100000">
                          <p:val>
                            <p:strVal val="#ppt_h"/>
                          </p:val>
                        </p:tav>
                      </p:tavLst>
                    </p:anim>
                    <p:animEffect transition="in" filter="fade">
                      <p:cBhvr>
                        <p:cTn dur="500"/>
                        <p:tgtEl>
                          <p:spTgt spid="23"/>
                        </p:tgtEl>
                      </p:cBhvr>
                    </p:animEffect>
                  </p:childTnLst>
                </p:cTn>
              </p:par>
            </p:tnLst>
          </p:tmpl>
        </p:tmplLst>
      </p:bldP>
      <p:bldP spid="24"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4"/>
                        </p:tgtEl>
                        <p:attrNameLst>
                          <p:attrName>style.visibility</p:attrName>
                        </p:attrNameLst>
                      </p:cBhvr>
                      <p:to>
                        <p:strVal val="visible"/>
                      </p:to>
                    </p:set>
                    <p:animEffect transition="in" filter="fade">
                      <p:cBhvr>
                        <p:cTn dur="500"/>
                        <p:tgtEl>
                          <p:spTgt spid="24"/>
                        </p:tgtEl>
                      </p:cBhvr>
                    </p:animEffect>
                    <p:anim calcmode="lin" valueType="num">
                      <p:cBhvr>
                        <p:cTn dur="500" fill="hold"/>
                        <p:tgtEl>
                          <p:spTgt spid="24"/>
                        </p:tgtEl>
                        <p:attrNameLst>
                          <p:attrName>ppt_x</p:attrName>
                        </p:attrNameLst>
                      </p:cBhvr>
                      <p:tavLst>
                        <p:tav tm="0">
                          <p:val>
                            <p:strVal val="#ppt_x"/>
                          </p:val>
                        </p:tav>
                        <p:tav tm="100000">
                          <p:val>
                            <p:strVal val="#ppt_x"/>
                          </p:val>
                        </p:tav>
                      </p:tavLst>
                    </p:anim>
                    <p:anim calcmode="lin" valueType="num">
                      <p:cBhvr>
                        <p:cTn dur="500" fill="hold"/>
                        <p:tgtEl>
                          <p:spTgt spid="24"/>
                        </p:tgtEl>
                        <p:attrNameLst>
                          <p:attrName>ppt_y</p:attrName>
                        </p:attrNameLst>
                      </p:cBhvr>
                      <p:tavLst>
                        <p:tav tm="0">
                          <p:val>
                            <p:strVal val="#ppt_y+.1"/>
                          </p:val>
                        </p:tav>
                        <p:tav tm="100000">
                          <p:val>
                            <p:strVal val="#ppt_y"/>
                          </p:val>
                        </p:tav>
                      </p:tavLst>
                    </p:anim>
                  </p:childTnLst>
                </p:cTn>
              </p:par>
            </p:tnLst>
          </p:tmpl>
        </p:tmplLst>
      </p:bldP>
      <p:bldP spid="26" grpId="0" build="p">
        <p:tmplLst>
          <p:tmpl lvl="1">
            <p:tnLst>
              <p:par>
                <p:cTn presetID="53" presetClass="entr" presetSubtype="16" fill="hold" nodeType="afterEffect">
                  <p:stCondLst>
                    <p:cond delay="0"/>
                  </p:stCondLst>
                  <p:childTnLst>
                    <p:set>
                      <p:cBhvr>
                        <p:cTn dur="1" fill="hold">
                          <p:stCondLst>
                            <p:cond delay="0"/>
                          </p:stCondLst>
                        </p:cTn>
                        <p:tgtEl>
                          <p:spTgt spid="26"/>
                        </p:tgtEl>
                        <p:attrNameLst>
                          <p:attrName>style.visibility</p:attrName>
                        </p:attrNameLst>
                      </p:cBhvr>
                      <p:to>
                        <p:strVal val="visible"/>
                      </p:to>
                    </p:set>
                    <p:anim calcmode="lin" valueType="num">
                      <p:cBhvr>
                        <p:cTn dur="500" fill="hold"/>
                        <p:tgtEl>
                          <p:spTgt spid="26"/>
                        </p:tgtEl>
                        <p:attrNameLst>
                          <p:attrName>ppt_w</p:attrName>
                        </p:attrNameLst>
                      </p:cBhvr>
                      <p:tavLst>
                        <p:tav tm="0">
                          <p:val>
                            <p:fltVal val="0"/>
                          </p:val>
                        </p:tav>
                        <p:tav tm="100000">
                          <p:val>
                            <p:strVal val="#ppt_w"/>
                          </p:val>
                        </p:tav>
                      </p:tavLst>
                    </p:anim>
                    <p:anim calcmode="lin" valueType="num">
                      <p:cBhvr>
                        <p:cTn dur="500" fill="hold"/>
                        <p:tgtEl>
                          <p:spTgt spid="26"/>
                        </p:tgtEl>
                        <p:attrNameLst>
                          <p:attrName>ppt_h</p:attrName>
                        </p:attrNameLst>
                      </p:cBhvr>
                      <p:tavLst>
                        <p:tav tm="0">
                          <p:val>
                            <p:fltVal val="0"/>
                          </p:val>
                        </p:tav>
                        <p:tav tm="100000">
                          <p:val>
                            <p:strVal val="#ppt_h"/>
                          </p:val>
                        </p:tav>
                      </p:tavLst>
                    </p:anim>
                    <p:animEffect transition="in" filter="fade">
                      <p:cBhvr>
                        <p:cTn dur="500"/>
                        <p:tgtEl>
                          <p:spTgt spid="26"/>
                        </p:tgtEl>
                      </p:cBhvr>
                    </p:animEffect>
                  </p:childTnLst>
                </p:cTn>
              </p:par>
            </p:tnLst>
          </p:tmpl>
        </p:tmplLst>
      </p:bldP>
      <p:bldP spid="27" grpId="0" build="p">
        <p:tmplLst>
          <p:tmpl lvl="1">
            <p:tnLst>
              <p:par>
                <p:cTn presetID="53" presetClass="entr" presetSubtype="16" fill="hold" nodeType="afterEffect">
                  <p:stCondLst>
                    <p:cond delay="0"/>
                  </p:stCondLst>
                  <p:childTnLst>
                    <p:set>
                      <p:cBhvr>
                        <p:cTn dur="1" fill="hold">
                          <p:stCondLst>
                            <p:cond delay="0"/>
                          </p:stCondLst>
                        </p:cTn>
                        <p:tgtEl>
                          <p:spTgt spid="27"/>
                        </p:tgtEl>
                        <p:attrNameLst>
                          <p:attrName>style.visibility</p:attrName>
                        </p:attrNameLst>
                      </p:cBhvr>
                      <p:to>
                        <p:strVal val="visible"/>
                      </p:to>
                    </p:set>
                    <p:anim calcmode="lin" valueType="num">
                      <p:cBhvr>
                        <p:cTn dur="500" fill="hold"/>
                        <p:tgtEl>
                          <p:spTgt spid="27"/>
                        </p:tgtEl>
                        <p:attrNameLst>
                          <p:attrName>ppt_w</p:attrName>
                        </p:attrNameLst>
                      </p:cBhvr>
                      <p:tavLst>
                        <p:tav tm="0">
                          <p:val>
                            <p:fltVal val="0"/>
                          </p:val>
                        </p:tav>
                        <p:tav tm="100000">
                          <p:val>
                            <p:strVal val="#ppt_w"/>
                          </p:val>
                        </p:tav>
                      </p:tavLst>
                    </p:anim>
                    <p:anim calcmode="lin" valueType="num">
                      <p:cBhvr>
                        <p:cTn dur="500" fill="hold"/>
                        <p:tgtEl>
                          <p:spTgt spid="27"/>
                        </p:tgtEl>
                        <p:attrNameLst>
                          <p:attrName>ppt_h</p:attrName>
                        </p:attrNameLst>
                      </p:cBhvr>
                      <p:tavLst>
                        <p:tav tm="0">
                          <p:val>
                            <p:fltVal val="0"/>
                          </p:val>
                        </p:tav>
                        <p:tav tm="100000">
                          <p:val>
                            <p:strVal val="#ppt_h"/>
                          </p:val>
                        </p:tav>
                      </p:tavLst>
                    </p:anim>
                    <p:animEffect transition="in" filter="fade">
                      <p:cBhvr>
                        <p:cTn dur="500"/>
                        <p:tgtEl>
                          <p:spTgt spid="27"/>
                        </p:tgtEl>
                      </p:cBhvr>
                    </p:animEffect>
                  </p:childTnLst>
                </p:cTn>
              </p:par>
            </p:tnLst>
          </p:tmpl>
        </p:tmplLst>
      </p:bldP>
      <p:bldP spid="28" grpId="0" build="p">
        <p:tmplLst>
          <p:tmpl lvl="1">
            <p:tnLst>
              <p:par>
                <p:cTn presetID="53" presetClass="entr" presetSubtype="16" fill="hold" nodeType="afterEffect">
                  <p:stCondLst>
                    <p:cond delay="0"/>
                  </p:stCondLst>
                  <p:childTnLst>
                    <p:set>
                      <p:cBhvr>
                        <p:cTn dur="1" fill="hold">
                          <p:stCondLst>
                            <p:cond delay="0"/>
                          </p:stCondLst>
                        </p:cTn>
                        <p:tgtEl>
                          <p:spTgt spid="28"/>
                        </p:tgtEl>
                        <p:attrNameLst>
                          <p:attrName>style.visibility</p:attrName>
                        </p:attrNameLst>
                      </p:cBhvr>
                      <p:to>
                        <p:strVal val="visible"/>
                      </p:to>
                    </p:set>
                    <p:anim calcmode="lin" valueType="num">
                      <p:cBhvr>
                        <p:cTn dur="500" fill="hold"/>
                        <p:tgtEl>
                          <p:spTgt spid="28"/>
                        </p:tgtEl>
                        <p:attrNameLst>
                          <p:attrName>ppt_w</p:attrName>
                        </p:attrNameLst>
                      </p:cBhvr>
                      <p:tavLst>
                        <p:tav tm="0">
                          <p:val>
                            <p:fltVal val="0"/>
                          </p:val>
                        </p:tav>
                        <p:tav tm="100000">
                          <p:val>
                            <p:strVal val="#ppt_w"/>
                          </p:val>
                        </p:tav>
                      </p:tavLst>
                    </p:anim>
                    <p:anim calcmode="lin" valueType="num">
                      <p:cBhvr>
                        <p:cTn dur="500" fill="hold"/>
                        <p:tgtEl>
                          <p:spTgt spid="28"/>
                        </p:tgtEl>
                        <p:attrNameLst>
                          <p:attrName>ppt_h</p:attrName>
                        </p:attrNameLst>
                      </p:cBhvr>
                      <p:tavLst>
                        <p:tav tm="0">
                          <p:val>
                            <p:fltVal val="0"/>
                          </p:val>
                        </p:tav>
                        <p:tav tm="100000">
                          <p:val>
                            <p:strVal val="#ppt_h"/>
                          </p:val>
                        </p:tav>
                      </p:tavLst>
                    </p:anim>
                    <p:animEffect transition="in" filter="fade">
                      <p:cBhvr>
                        <p:cTn dur="500"/>
                        <p:tgtEl>
                          <p:spTgt spid="28"/>
                        </p:tgtEl>
                      </p:cBhvr>
                    </p:animEffect>
                  </p:childTnLst>
                </p:cTn>
              </p:par>
            </p:tnLst>
          </p:tmpl>
        </p:tmplLst>
      </p:bldP>
      <p:bldP spid="29" grpId="0" build="p">
        <p:tmplLst>
          <p:tmpl lvl="1">
            <p:tnLst>
              <p:par>
                <p:cTn presetID="53" presetClass="entr" presetSubtype="16" fill="hold" nodeType="afterEffect">
                  <p:stCondLst>
                    <p:cond delay="0"/>
                  </p:stCondLst>
                  <p:childTnLst>
                    <p:set>
                      <p:cBhvr>
                        <p:cTn dur="1" fill="hold">
                          <p:stCondLst>
                            <p:cond delay="0"/>
                          </p:stCondLst>
                        </p:cTn>
                        <p:tgtEl>
                          <p:spTgt spid="29"/>
                        </p:tgtEl>
                        <p:attrNameLst>
                          <p:attrName>style.visibility</p:attrName>
                        </p:attrNameLst>
                      </p:cBhvr>
                      <p:to>
                        <p:strVal val="visible"/>
                      </p:to>
                    </p:set>
                    <p:anim calcmode="lin" valueType="num">
                      <p:cBhvr>
                        <p:cTn dur="500" fill="hold"/>
                        <p:tgtEl>
                          <p:spTgt spid="29"/>
                        </p:tgtEl>
                        <p:attrNameLst>
                          <p:attrName>ppt_w</p:attrName>
                        </p:attrNameLst>
                      </p:cBhvr>
                      <p:tavLst>
                        <p:tav tm="0">
                          <p:val>
                            <p:fltVal val="0"/>
                          </p:val>
                        </p:tav>
                        <p:tav tm="100000">
                          <p:val>
                            <p:strVal val="#ppt_w"/>
                          </p:val>
                        </p:tav>
                      </p:tavLst>
                    </p:anim>
                    <p:anim calcmode="lin" valueType="num">
                      <p:cBhvr>
                        <p:cTn dur="500" fill="hold"/>
                        <p:tgtEl>
                          <p:spTgt spid="29"/>
                        </p:tgtEl>
                        <p:attrNameLst>
                          <p:attrName>ppt_h</p:attrName>
                        </p:attrNameLst>
                      </p:cBhvr>
                      <p:tavLst>
                        <p:tav tm="0">
                          <p:val>
                            <p:fltVal val="0"/>
                          </p:val>
                        </p:tav>
                        <p:tav tm="100000">
                          <p:val>
                            <p:strVal val="#ppt_h"/>
                          </p:val>
                        </p:tav>
                      </p:tavLst>
                    </p:anim>
                    <p:animEffect transition="in" filter="fade">
                      <p:cBhvr>
                        <p:cTn dur="500"/>
                        <p:tgtEl>
                          <p:spTgt spid="29"/>
                        </p:tgtEl>
                      </p:cBhvr>
                    </p:animEffect>
                  </p:childTnLst>
                </p:cTn>
              </p:par>
            </p:tnLst>
          </p:tmpl>
        </p:tmplLst>
      </p:bldP>
      <p:bldP spid="30" grpId="0" build="p">
        <p:tmplLst>
          <p:tmpl lvl="1">
            <p:tnLst>
              <p:par>
                <p:cTn presetID="53" presetClass="entr" presetSubtype="16" fill="hold" nodeType="afterEffect">
                  <p:stCondLst>
                    <p:cond delay="0"/>
                  </p:stCondLst>
                  <p:childTnLst>
                    <p:set>
                      <p:cBhvr>
                        <p:cTn dur="1" fill="hold">
                          <p:stCondLst>
                            <p:cond delay="0"/>
                          </p:stCondLst>
                        </p:cTn>
                        <p:tgtEl>
                          <p:spTgt spid="30"/>
                        </p:tgtEl>
                        <p:attrNameLst>
                          <p:attrName>style.visibility</p:attrName>
                        </p:attrNameLst>
                      </p:cBhvr>
                      <p:to>
                        <p:strVal val="visible"/>
                      </p:to>
                    </p:set>
                    <p:anim calcmode="lin" valueType="num">
                      <p:cBhvr>
                        <p:cTn dur="500" fill="hold"/>
                        <p:tgtEl>
                          <p:spTgt spid="30"/>
                        </p:tgtEl>
                        <p:attrNameLst>
                          <p:attrName>ppt_w</p:attrName>
                        </p:attrNameLst>
                      </p:cBhvr>
                      <p:tavLst>
                        <p:tav tm="0">
                          <p:val>
                            <p:fltVal val="0"/>
                          </p:val>
                        </p:tav>
                        <p:tav tm="100000">
                          <p:val>
                            <p:strVal val="#ppt_w"/>
                          </p:val>
                        </p:tav>
                      </p:tavLst>
                    </p:anim>
                    <p:anim calcmode="lin" valueType="num">
                      <p:cBhvr>
                        <p:cTn dur="500" fill="hold"/>
                        <p:tgtEl>
                          <p:spTgt spid="30"/>
                        </p:tgtEl>
                        <p:attrNameLst>
                          <p:attrName>ppt_h</p:attrName>
                        </p:attrNameLst>
                      </p:cBhvr>
                      <p:tavLst>
                        <p:tav tm="0">
                          <p:val>
                            <p:fltVal val="0"/>
                          </p:val>
                        </p:tav>
                        <p:tav tm="100000">
                          <p:val>
                            <p:strVal val="#ppt_h"/>
                          </p:val>
                        </p:tav>
                      </p:tavLst>
                    </p:anim>
                    <p:animEffect transition="in" filter="fade">
                      <p:cBhvr>
                        <p:cTn dur="500"/>
                        <p:tgtEl>
                          <p:spTgt spid="30"/>
                        </p:tgtEl>
                      </p:cBhvr>
                    </p:animEffect>
                  </p:childTnLst>
                </p:cTn>
              </p:par>
            </p:tnLst>
          </p:tmpl>
        </p:tmplLst>
      </p:bldP>
    </p:bldLst>
  </p:timing>
</p:sldLayout>
</file>

<file path=ppt/slideLayouts/slideLayout270.xml><?xml version="1.0" encoding="utf-8"?>
<p:sldLayout xmlns:a="http://schemas.openxmlformats.org/drawingml/2006/main" xmlns:r="http://schemas.openxmlformats.org/officeDocument/2006/relationships" xmlns:p="http://schemas.openxmlformats.org/presentationml/2006/main" preserve="1" userDrawn="1">
  <p:cSld name="13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2673352"/>
            <a:ext cx="4605193" cy="1559213"/>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4" y="2394613"/>
            <a:ext cx="2164273" cy="458854"/>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4" y="4418436"/>
            <a:ext cx="4605193"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Tree>
    <p:extLst>
      <p:ext uri="{BB962C8B-B14F-4D97-AF65-F5344CB8AC3E}">
        <p14:creationId xmlns:p14="http://schemas.microsoft.com/office/powerpoint/2010/main" val="43109515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271.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7" name="Rectangle 6"/>
          <p:cNvSpPr/>
          <p:nvPr userDrawn="1"/>
        </p:nvSpPr>
        <p:spPr>
          <a:xfrm>
            <a:off x="1714500" y="1695450"/>
            <a:ext cx="10477500" cy="72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9" name="Isosceles Triangle 8"/>
          <p:cNvSpPr/>
          <p:nvPr userDrawn="1"/>
        </p:nvSpPr>
        <p:spPr>
          <a:xfrm rot="10800000">
            <a:off x="1890032" y="1731450"/>
            <a:ext cx="516618" cy="252814"/>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10" name="Picture Placeholder 7"/>
          <p:cNvSpPr>
            <a:spLocks noGrp="1"/>
          </p:cNvSpPr>
          <p:nvPr>
            <p:ph type="pic" sz="quarter" idx="14" hasCustomPrompt="1"/>
          </p:nvPr>
        </p:nvSpPr>
        <p:spPr>
          <a:xfrm>
            <a:off x="0" y="2365620"/>
            <a:ext cx="5389418" cy="4492380"/>
          </a:xfrm>
          <a:solidFill>
            <a:schemeClr val="bg1">
              <a:lumMod val="85000"/>
            </a:schemeClr>
          </a:solidFill>
        </p:spPr>
        <p:txBody>
          <a:bodyPr>
            <a:normAutofit/>
          </a:bodyPr>
          <a:lstStyle>
            <a:lvl1pPr>
              <a:defRPr sz="1000" baseline="0"/>
            </a:lvl1pPr>
          </a:lstStyle>
          <a:p>
            <a:r>
              <a:rPr lang="id-ID" dirty="0" smtClean="0"/>
              <a:t>Pic here</a:t>
            </a:r>
            <a:endParaRPr lang="en-AU" dirty="0"/>
          </a:p>
        </p:txBody>
      </p:sp>
      <p:sp>
        <p:nvSpPr>
          <p:cNvPr id="13" name="Picture Placeholder 12"/>
          <p:cNvSpPr>
            <a:spLocks noGrp="1"/>
          </p:cNvSpPr>
          <p:nvPr>
            <p:ph type="pic" sz="quarter" idx="15" hasCustomPrompt="1"/>
          </p:nvPr>
        </p:nvSpPr>
        <p:spPr>
          <a:xfrm>
            <a:off x="4905829" y="2931885"/>
            <a:ext cx="878115" cy="878115"/>
          </a:xfrm>
          <a:custGeom>
            <a:avLst/>
            <a:gdLst>
              <a:gd name="connsiteX0" fmla="*/ 595086 w 1190172"/>
              <a:gd name="connsiteY0" fmla="*/ 0 h 1190172"/>
              <a:gd name="connsiteX1" fmla="*/ 1190172 w 1190172"/>
              <a:gd name="connsiteY1" fmla="*/ 595086 h 1190172"/>
              <a:gd name="connsiteX2" fmla="*/ 595086 w 1190172"/>
              <a:gd name="connsiteY2" fmla="*/ 1190172 h 1190172"/>
              <a:gd name="connsiteX3" fmla="*/ 0 w 1190172"/>
              <a:gd name="connsiteY3" fmla="*/ 595086 h 1190172"/>
              <a:gd name="connsiteX4" fmla="*/ 595086 w 1190172"/>
              <a:gd name="connsiteY4" fmla="*/ 0 h 11901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0172" h="1190172">
                <a:moveTo>
                  <a:pt x="595086" y="0"/>
                </a:moveTo>
                <a:cubicBezTo>
                  <a:pt x="923743" y="0"/>
                  <a:pt x="1190172" y="266429"/>
                  <a:pt x="1190172" y="595086"/>
                </a:cubicBezTo>
                <a:cubicBezTo>
                  <a:pt x="1190172" y="923743"/>
                  <a:pt x="923743" y="1190172"/>
                  <a:pt x="595086" y="1190172"/>
                </a:cubicBezTo>
                <a:cubicBezTo>
                  <a:pt x="266429" y="1190172"/>
                  <a:pt x="0" y="923743"/>
                  <a:pt x="0" y="595086"/>
                </a:cubicBezTo>
                <a:cubicBezTo>
                  <a:pt x="0" y="266429"/>
                  <a:pt x="266429" y="0"/>
                  <a:pt x="595086" y="0"/>
                </a:cubicBezTo>
                <a:close/>
              </a:path>
            </a:pathLst>
          </a:custGeom>
          <a:solidFill>
            <a:schemeClr val="accent4"/>
          </a:solidFill>
          <a:ln w="76200">
            <a:solidFill>
              <a:schemeClr val="bg1"/>
            </a:solidFill>
          </a:ln>
          <a:effectLst>
            <a:outerShdw blurRad="50800" dist="38100" dir="8100000" algn="tr" rotWithShape="0">
              <a:prstClr val="black">
                <a:alpha val="40000"/>
              </a:prstClr>
            </a:outerShdw>
          </a:effectLst>
        </p:spPr>
        <p:txBody>
          <a:bodyPr wrap="square">
            <a:noAutofit/>
          </a:bodyPr>
          <a:lstStyle>
            <a:lvl1pPr>
              <a:defRPr sz="1000"/>
            </a:lvl1pPr>
          </a:lstStyle>
          <a:p>
            <a:r>
              <a:rPr lang="id-ID" dirty="0" smtClean="0"/>
              <a:t>Nopic</a:t>
            </a:r>
            <a:endParaRPr lang="en-AU" dirty="0"/>
          </a:p>
        </p:txBody>
      </p:sp>
      <p:sp>
        <p:nvSpPr>
          <p:cNvPr id="15" name="Text Placeholder 21"/>
          <p:cNvSpPr>
            <a:spLocks noGrp="1"/>
          </p:cNvSpPr>
          <p:nvPr>
            <p:ph type="body" sz="quarter" idx="20"/>
          </p:nvPr>
        </p:nvSpPr>
        <p:spPr>
          <a:xfrm>
            <a:off x="6096000" y="2934950"/>
            <a:ext cx="5616575" cy="360363"/>
          </a:xfrm>
        </p:spPr>
        <p:txBody>
          <a:bodyPr/>
          <a:lstStyle>
            <a:lvl1pPr>
              <a:defRPr baseline="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6" name="Text Placeholder 21"/>
          <p:cNvSpPr>
            <a:spLocks noGrp="1"/>
          </p:cNvSpPr>
          <p:nvPr>
            <p:ph type="body" sz="quarter" idx="21"/>
          </p:nvPr>
        </p:nvSpPr>
        <p:spPr>
          <a:xfrm>
            <a:off x="6096000" y="3344061"/>
            <a:ext cx="5616575" cy="1391908"/>
          </a:xfrm>
        </p:spPr>
        <p:txBody>
          <a:bodyPr>
            <a:normAutofit/>
          </a:bodyPr>
          <a:lstStyle>
            <a:lvl1pP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grpSp>
        <p:nvGrpSpPr>
          <p:cNvPr id="21" name="Group 20"/>
          <p:cNvGrpSpPr/>
          <p:nvPr userDrawn="1"/>
        </p:nvGrpSpPr>
        <p:grpSpPr>
          <a:xfrm>
            <a:off x="0" y="2256968"/>
            <a:ext cx="5389418" cy="108652"/>
            <a:chOff x="0" y="2256968"/>
            <a:chExt cx="5721120" cy="108652"/>
          </a:xfrm>
        </p:grpSpPr>
        <p:sp>
          <p:nvSpPr>
            <p:cNvPr id="17" name="Rectangle 16"/>
            <p:cNvSpPr/>
            <p:nvPr userDrawn="1"/>
          </p:nvSpPr>
          <p:spPr>
            <a:xfrm>
              <a:off x="0" y="2257620"/>
              <a:ext cx="1447800" cy="10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18" name="Rectangle 17"/>
            <p:cNvSpPr/>
            <p:nvPr userDrawn="1"/>
          </p:nvSpPr>
          <p:spPr>
            <a:xfrm>
              <a:off x="1424440" y="2257620"/>
              <a:ext cx="1447800" cy="1080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19" name="Rectangle 18"/>
            <p:cNvSpPr/>
            <p:nvPr userDrawn="1"/>
          </p:nvSpPr>
          <p:spPr>
            <a:xfrm>
              <a:off x="2872240" y="2256968"/>
              <a:ext cx="1447800" cy="108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0" name="Rectangle 19"/>
            <p:cNvSpPr/>
            <p:nvPr userDrawn="1"/>
          </p:nvSpPr>
          <p:spPr>
            <a:xfrm>
              <a:off x="4273320" y="2256968"/>
              <a:ext cx="1447800" cy="10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grpSp>
    </p:spTree>
    <p:extLst>
      <p:ext uri="{BB962C8B-B14F-4D97-AF65-F5344CB8AC3E}">
        <p14:creationId xmlns:p14="http://schemas.microsoft.com/office/powerpoint/2010/main" val="32538312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42" presetClass="entr" presetSubtype="0" fill="hold" grpId="0" nodeType="afterEffect">
                                  <p:stCondLst>
                                    <p:cond delay="0"/>
                                  </p:stCondLst>
                                  <p:childTnLst>
                                    <p:set>
                                      <p:cBhvr>
                                        <p:cTn id="10" dur="1" fill="hold">
                                          <p:stCondLst>
                                            <p:cond delay="0"/>
                                          </p:stCondLst>
                                        </p:cTn>
                                        <p:tgtEl>
                                          <p:spTgt spid="8">
                                            <p:txEl>
                                              <p:pRg st="0" end="0"/>
                                            </p:txEl>
                                          </p:spTgt>
                                        </p:tgtEl>
                                        <p:attrNameLst>
                                          <p:attrName>style.visibility</p:attrName>
                                        </p:attrNameLst>
                                      </p:cBhvr>
                                      <p:to>
                                        <p:strVal val="visible"/>
                                      </p:to>
                                    </p:set>
                                    <p:animEffect transition="in" filter="fade">
                                      <p:cBhvr>
                                        <p:cTn id="11" dur="500"/>
                                        <p:tgtEl>
                                          <p:spTgt spid="8">
                                            <p:txEl>
                                              <p:pRg st="0" end="0"/>
                                            </p:txEl>
                                          </p:spTgt>
                                        </p:tgtEl>
                                      </p:cBhvr>
                                    </p:animEffect>
                                    <p:anim calcmode="lin" valueType="num">
                                      <p:cBhvr>
                                        <p:cTn id="12"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4" fill="hold">
                            <p:stCondLst>
                              <p:cond delay="1000"/>
                            </p:stCondLst>
                            <p:childTnLst>
                              <p:par>
                                <p:cTn id="15" presetID="22" presetClass="entr" presetSubtype="2" fill="hold" grpId="0" nodeType="after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wipe(right)">
                                      <p:cBhvr>
                                        <p:cTn id="17" dur="500"/>
                                        <p:tgtEl>
                                          <p:spTgt spid="7"/>
                                        </p:tgtEl>
                                      </p:cBhvr>
                                    </p:animEffect>
                                  </p:childTnLst>
                                </p:cTn>
                              </p:par>
                            </p:childTnLst>
                          </p:cTn>
                        </p:par>
                        <p:par>
                          <p:cTn id="18" fill="hold">
                            <p:stCondLst>
                              <p:cond delay="1500"/>
                            </p:stCondLst>
                            <p:childTnLst>
                              <p:par>
                                <p:cTn id="19" presetID="10" presetClass="entr" presetSubtype="0" fill="hold" grpId="0" nodeType="afterEffect">
                                  <p:stCondLst>
                                    <p:cond delay="0"/>
                                  </p:stCondLst>
                                  <p:childTnLst>
                                    <p:set>
                                      <p:cBhvr>
                                        <p:cTn id="20" dur="1" fill="hold">
                                          <p:stCondLst>
                                            <p:cond delay="0"/>
                                          </p:stCondLst>
                                        </p:cTn>
                                        <p:tgtEl>
                                          <p:spTgt spid="9"/>
                                        </p:tgtEl>
                                        <p:attrNameLst>
                                          <p:attrName>style.visibility</p:attrName>
                                        </p:attrNameLst>
                                      </p:cBhvr>
                                      <p:to>
                                        <p:strVal val="visible"/>
                                      </p:to>
                                    </p:set>
                                    <p:animEffect transition="in" filter="fade">
                                      <p:cBhvr>
                                        <p:cTn id="21" dur="500"/>
                                        <p:tgtEl>
                                          <p:spTgt spid="9"/>
                                        </p:tgtEl>
                                      </p:cBhvr>
                                    </p:animEffect>
                                  </p:childTnLst>
                                </p:cTn>
                              </p:par>
                            </p:childTnLst>
                          </p:cTn>
                        </p:par>
                        <p:par>
                          <p:cTn id="22" fill="hold">
                            <p:stCondLst>
                              <p:cond delay="2000"/>
                            </p:stCondLst>
                            <p:childTnLst>
                              <p:par>
                                <p:cTn id="23" presetID="10" presetClass="entr" presetSubtype="0" fill="hold" nodeType="afterEffect">
                                  <p:stCondLst>
                                    <p:cond delay="0"/>
                                  </p:stCondLst>
                                  <p:childTnLst>
                                    <p:set>
                                      <p:cBhvr>
                                        <p:cTn id="24" dur="1" fill="hold">
                                          <p:stCondLst>
                                            <p:cond delay="0"/>
                                          </p:stCondLst>
                                        </p:cTn>
                                        <p:tgtEl>
                                          <p:spTgt spid="21"/>
                                        </p:tgtEl>
                                        <p:attrNameLst>
                                          <p:attrName>style.visibility</p:attrName>
                                        </p:attrNameLst>
                                      </p:cBhvr>
                                      <p:to>
                                        <p:strVal val="visible"/>
                                      </p:to>
                                    </p:set>
                                    <p:animEffect transition="in" filter="fade">
                                      <p:cBhvr>
                                        <p:cTn id="25" dur="500"/>
                                        <p:tgtEl>
                                          <p:spTgt spid="21"/>
                                        </p:tgtEl>
                                      </p:cBhvr>
                                    </p:animEffect>
                                  </p:childTnLst>
                                </p:cTn>
                              </p:par>
                            </p:childTnLst>
                          </p:cTn>
                        </p:par>
                        <p:par>
                          <p:cTn id="26" fill="hold">
                            <p:stCondLst>
                              <p:cond delay="2500"/>
                            </p:stCondLst>
                            <p:childTnLst>
                              <p:par>
                                <p:cTn id="27" presetID="53" presetClass="entr" presetSubtype="16" fill="hold" grpId="0" nodeType="afterEffect">
                                  <p:stCondLst>
                                    <p:cond delay="0"/>
                                  </p:stCondLst>
                                  <p:childTnLst>
                                    <p:set>
                                      <p:cBhvr>
                                        <p:cTn id="28" dur="1" fill="hold">
                                          <p:stCondLst>
                                            <p:cond delay="0"/>
                                          </p:stCondLst>
                                        </p:cTn>
                                        <p:tgtEl>
                                          <p:spTgt spid="10"/>
                                        </p:tgtEl>
                                        <p:attrNameLst>
                                          <p:attrName>style.visibility</p:attrName>
                                        </p:attrNameLst>
                                      </p:cBhvr>
                                      <p:to>
                                        <p:strVal val="visible"/>
                                      </p:to>
                                    </p:set>
                                    <p:anim calcmode="lin" valueType="num">
                                      <p:cBhvr>
                                        <p:cTn id="29" dur="500" fill="hold"/>
                                        <p:tgtEl>
                                          <p:spTgt spid="10"/>
                                        </p:tgtEl>
                                        <p:attrNameLst>
                                          <p:attrName>ppt_w</p:attrName>
                                        </p:attrNameLst>
                                      </p:cBhvr>
                                      <p:tavLst>
                                        <p:tav tm="0">
                                          <p:val>
                                            <p:fltVal val="0"/>
                                          </p:val>
                                        </p:tav>
                                        <p:tav tm="100000">
                                          <p:val>
                                            <p:strVal val="#ppt_w"/>
                                          </p:val>
                                        </p:tav>
                                      </p:tavLst>
                                    </p:anim>
                                    <p:anim calcmode="lin" valueType="num">
                                      <p:cBhvr>
                                        <p:cTn id="30" dur="500" fill="hold"/>
                                        <p:tgtEl>
                                          <p:spTgt spid="10"/>
                                        </p:tgtEl>
                                        <p:attrNameLst>
                                          <p:attrName>ppt_h</p:attrName>
                                        </p:attrNameLst>
                                      </p:cBhvr>
                                      <p:tavLst>
                                        <p:tav tm="0">
                                          <p:val>
                                            <p:fltVal val="0"/>
                                          </p:val>
                                        </p:tav>
                                        <p:tav tm="100000">
                                          <p:val>
                                            <p:strVal val="#ppt_h"/>
                                          </p:val>
                                        </p:tav>
                                      </p:tavLst>
                                    </p:anim>
                                    <p:animEffect transition="in" filter="fade">
                                      <p:cBhvr>
                                        <p:cTn id="31" dur="500"/>
                                        <p:tgtEl>
                                          <p:spTgt spid="10"/>
                                        </p:tgtEl>
                                      </p:cBhvr>
                                    </p:animEffect>
                                  </p:childTnLst>
                                </p:cTn>
                              </p:par>
                            </p:childTnLst>
                          </p:cTn>
                        </p:par>
                        <p:par>
                          <p:cTn id="32" fill="hold">
                            <p:stCondLst>
                              <p:cond delay="3000"/>
                            </p:stCondLst>
                            <p:childTnLst>
                              <p:par>
                                <p:cTn id="33" presetID="10" presetClass="entr" presetSubtype="0" fill="hold" grpId="0" nodeType="afterEffect">
                                  <p:stCondLst>
                                    <p:cond delay="0"/>
                                  </p:stCondLst>
                                  <p:childTnLst>
                                    <p:set>
                                      <p:cBhvr>
                                        <p:cTn id="34" dur="1" fill="hold">
                                          <p:stCondLst>
                                            <p:cond delay="0"/>
                                          </p:stCondLst>
                                        </p:cTn>
                                        <p:tgtEl>
                                          <p:spTgt spid="13"/>
                                        </p:tgtEl>
                                        <p:attrNameLst>
                                          <p:attrName>style.visibility</p:attrName>
                                        </p:attrNameLst>
                                      </p:cBhvr>
                                      <p:to>
                                        <p:strVal val="visible"/>
                                      </p:to>
                                    </p:set>
                                    <p:animEffect transition="in" filter="fade">
                                      <p:cBhvr>
                                        <p:cTn id="35" dur="500"/>
                                        <p:tgtEl>
                                          <p:spTgt spid="13"/>
                                        </p:tgtEl>
                                      </p:cBhvr>
                                    </p:animEffect>
                                  </p:childTnLst>
                                </p:cTn>
                              </p:par>
                            </p:childTnLst>
                          </p:cTn>
                        </p:par>
                        <p:par>
                          <p:cTn id="36" fill="hold">
                            <p:stCondLst>
                              <p:cond delay="3500"/>
                            </p:stCondLst>
                            <p:childTnLst>
                              <p:par>
                                <p:cTn id="37" presetID="53" presetClass="entr" presetSubtype="16" fill="hold" grpId="0" nodeType="afterEffect" nodePh="1">
                                  <p:stCondLst>
                                    <p:cond delay="0"/>
                                  </p:stCondLst>
                                  <p:endCondLst>
                                    <p:cond evt="begin" delay="0">
                                      <p:tn val="37"/>
                                    </p:cond>
                                  </p:endCondLst>
                                  <p:childTnLst>
                                    <p:set>
                                      <p:cBhvr>
                                        <p:cTn id="38" dur="1" fill="hold">
                                          <p:stCondLst>
                                            <p:cond delay="0"/>
                                          </p:stCondLst>
                                        </p:cTn>
                                        <p:tgtEl>
                                          <p:spTgt spid="15">
                                            <p:txEl>
                                              <p:pRg st="0" end="0"/>
                                            </p:txEl>
                                          </p:spTgt>
                                        </p:tgtEl>
                                        <p:attrNameLst>
                                          <p:attrName>style.visibility</p:attrName>
                                        </p:attrNameLst>
                                      </p:cBhvr>
                                      <p:to>
                                        <p:strVal val="visible"/>
                                      </p:to>
                                    </p:set>
                                    <p:anim calcmode="lin" valueType="num">
                                      <p:cBhvr>
                                        <p:cTn id="39" dur="500" fill="hold"/>
                                        <p:tgtEl>
                                          <p:spTgt spid="15">
                                            <p:txEl>
                                              <p:pRg st="0" end="0"/>
                                            </p:txEl>
                                          </p:spTgt>
                                        </p:tgtEl>
                                        <p:attrNameLst>
                                          <p:attrName>ppt_w</p:attrName>
                                        </p:attrNameLst>
                                      </p:cBhvr>
                                      <p:tavLst>
                                        <p:tav tm="0">
                                          <p:val>
                                            <p:fltVal val="0"/>
                                          </p:val>
                                        </p:tav>
                                        <p:tav tm="100000">
                                          <p:val>
                                            <p:strVal val="#ppt_w"/>
                                          </p:val>
                                        </p:tav>
                                      </p:tavLst>
                                    </p:anim>
                                    <p:anim calcmode="lin" valueType="num">
                                      <p:cBhvr>
                                        <p:cTn id="40" dur="500" fill="hold"/>
                                        <p:tgtEl>
                                          <p:spTgt spid="15">
                                            <p:txEl>
                                              <p:pRg st="0" end="0"/>
                                            </p:txEl>
                                          </p:spTgt>
                                        </p:tgtEl>
                                        <p:attrNameLst>
                                          <p:attrName>ppt_h</p:attrName>
                                        </p:attrNameLst>
                                      </p:cBhvr>
                                      <p:tavLst>
                                        <p:tav tm="0">
                                          <p:val>
                                            <p:fltVal val="0"/>
                                          </p:val>
                                        </p:tav>
                                        <p:tav tm="100000">
                                          <p:val>
                                            <p:strVal val="#ppt_h"/>
                                          </p:val>
                                        </p:tav>
                                      </p:tavLst>
                                    </p:anim>
                                    <p:animEffect transition="in" filter="fade">
                                      <p:cBhvr>
                                        <p:cTn id="41" dur="500"/>
                                        <p:tgtEl>
                                          <p:spTgt spid="15">
                                            <p:txEl>
                                              <p:pRg st="0" end="0"/>
                                            </p:txEl>
                                          </p:spTgt>
                                        </p:tgtEl>
                                      </p:cBhvr>
                                    </p:animEffect>
                                  </p:childTnLst>
                                </p:cTn>
                              </p:par>
                            </p:childTnLst>
                          </p:cTn>
                        </p:par>
                        <p:par>
                          <p:cTn id="42" fill="hold">
                            <p:stCondLst>
                              <p:cond delay="4000"/>
                            </p:stCondLst>
                            <p:childTnLst>
                              <p:par>
                                <p:cTn id="43" presetID="42" presetClass="entr" presetSubtype="0" fill="hold" grpId="0" nodeType="afterEffect" nodePh="1">
                                  <p:stCondLst>
                                    <p:cond delay="0"/>
                                  </p:stCondLst>
                                  <p:endCondLst>
                                    <p:cond evt="begin" delay="0">
                                      <p:tn val="43"/>
                                    </p:cond>
                                  </p:endCondLst>
                                  <p:childTnLst>
                                    <p:set>
                                      <p:cBhvr>
                                        <p:cTn id="44" dur="1" fill="hold">
                                          <p:stCondLst>
                                            <p:cond delay="0"/>
                                          </p:stCondLst>
                                        </p:cTn>
                                        <p:tgtEl>
                                          <p:spTgt spid="16">
                                            <p:txEl>
                                              <p:pRg st="0" end="0"/>
                                            </p:txEl>
                                          </p:spTgt>
                                        </p:tgtEl>
                                        <p:attrNameLst>
                                          <p:attrName>style.visibility</p:attrName>
                                        </p:attrNameLst>
                                      </p:cBhvr>
                                      <p:to>
                                        <p:strVal val="visible"/>
                                      </p:to>
                                    </p:set>
                                    <p:animEffect transition="in" filter="fade">
                                      <p:cBhvr>
                                        <p:cTn id="45" dur="500"/>
                                        <p:tgtEl>
                                          <p:spTgt spid="16">
                                            <p:txEl>
                                              <p:pRg st="0" end="0"/>
                                            </p:txEl>
                                          </p:spTgt>
                                        </p:tgtEl>
                                      </p:cBhvr>
                                    </p:animEffect>
                                    <p:anim calcmode="lin" valueType="num">
                                      <p:cBhvr>
                                        <p:cTn id="46" dur="500" fill="hold"/>
                                        <p:tgtEl>
                                          <p:spTgt spid="16">
                                            <p:txEl>
                                              <p:pRg st="0" end="0"/>
                                            </p:txEl>
                                          </p:spTgt>
                                        </p:tgtEl>
                                        <p:attrNameLst>
                                          <p:attrName>ppt_x</p:attrName>
                                        </p:attrNameLst>
                                      </p:cBhvr>
                                      <p:tavLst>
                                        <p:tav tm="0">
                                          <p:val>
                                            <p:strVal val="#ppt_x"/>
                                          </p:val>
                                        </p:tav>
                                        <p:tav tm="100000">
                                          <p:val>
                                            <p:strVal val="#ppt_x"/>
                                          </p:val>
                                        </p:tav>
                                      </p:tavLst>
                                    </p:anim>
                                    <p:anim calcmode="lin" valueType="num">
                                      <p:cBhvr>
                                        <p:cTn id="47" dur="500" fill="hold"/>
                                        <p:tgtEl>
                                          <p:spTgt spid="16">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7" grpId="0" animBg="1"/>
      <p:bldP spid="9" grpId="0" animBg="1"/>
      <p:bldP spid="10" grpId="0" animBg="1"/>
      <p:bldP spid="13" grpId="0" animBg="1"/>
      <p:bldP spid="15"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5"/>
                        </p:tgtEl>
                        <p:attrNameLst>
                          <p:attrName>style.visibility</p:attrName>
                        </p:attrNameLst>
                      </p:cBhvr>
                      <p:to>
                        <p:strVal val="visible"/>
                      </p:to>
                    </p:set>
                    <p:anim calcmode="lin" valueType="num">
                      <p:cBhvr>
                        <p:cTn dur="500" fill="hold"/>
                        <p:tgtEl>
                          <p:spTgt spid="15"/>
                        </p:tgtEl>
                        <p:attrNameLst>
                          <p:attrName>ppt_w</p:attrName>
                        </p:attrNameLst>
                      </p:cBhvr>
                      <p:tavLst>
                        <p:tav tm="0">
                          <p:val>
                            <p:fltVal val="0"/>
                          </p:val>
                        </p:tav>
                        <p:tav tm="100000">
                          <p:val>
                            <p:strVal val="#ppt_w"/>
                          </p:val>
                        </p:tav>
                      </p:tavLst>
                    </p:anim>
                    <p:anim calcmode="lin" valueType="num">
                      <p:cBhvr>
                        <p:cTn dur="500" fill="hold"/>
                        <p:tgtEl>
                          <p:spTgt spid="15"/>
                        </p:tgtEl>
                        <p:attrNameLst>
                          <p:attrName>ppt_h</p:attrName>
                        </p:attrNameLst>
                      </p:cBhvr>
                      <p:tavLst>
                        <p:tav tm="0">
                          <p:val>
                            <p:fltVal val="0"/>
                          </p:val>
                        </p:tav>
                        <p:tav tm="100000">
                          <p:val>
                            <p:strVal val="#ppt_h"/>
                          </p:val>
                        </p:tav>
                      </p:tavLst>
                    </p:anim>
                    <p:animEffect transition="in" filter="fade">
                      <p:cBhvr>
                        <p:cTn dur="500"/>
                        <p:tgtEl>
                          <p:spTgt spid="15"/>
                        </p:tgtEl>
                      </p:cBhvr>
                    </p:animEffect>
                  </p:childTnLst>
                </p:cTn>
              </p:par>
            </p:tnLst>
          </p:tmpl>
        </p:tmplLst>
      </p:bldP>
      <p:bldP spid="16"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6"/>
                        </p:tgtEl>
                        <p:attrNameLst>
                          <p:attrName>style.visibility</p:attrName>
                        </p:attrNameLst>
                      </p:cBhvr>
                      <p:to>
                        <p:strVal val="visible"/>
                      </p:to>
                    </p:set>
                    <p:animEffect transition="in" filter="fade">
                      <p:cBhvr>
                        <p:cTn dur="500"/>
                        <p:tgtEl>
                          <p:spTgt spid="16"/>
                        </p:tgtEl>
                      </p:cBhvr>
                    </p:animEffect>
                    <p:anim calcmode="lin" valueType="num">
                      <p:cBhvr>
                        <p:cTn dur="500" fill="hold"/>
                        <p:tgtEl>
                          <p:spTgt spid="16"/>
                        </p:tgtEl>
                        <p:attrNameLst>
                          <p:attrName>ppt_x</p:attrName>
                        </p:attrNameLst>
                      </p:cBhvr>
                      <p:tavLst>
                        <p:tav tm="0">
                          <p:val>
                            <p:strVal val="#ppt_x"/>
                          </p:val>
                        </p:tav>
                        <p:tav tm="100000">
                          <p:val>
                            <p:strVal val="#ppt_x"/>
                          </p:val>
                        </p:tav>
                      </p:tavLst>
                    </p:anim>
                    <p:anim calcmode="lin" valueType="num">
                      <p:cBhvr>
                        <p:cTn dur="500" fill="hold"/>
                        <p:tgtEl>
                          <p:spTgt spid="16"/>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272.xml><?xml version="1.0" encoding="utf-8"?>
<p:sldLayout xmlns:a="http://schemas.openxmlformats.org/drawingml/2006/main" xmlns:r="http://schemas.openxmlformats.org/officeDocument/2006/relationships" xmlns:p="http://schemas.openxmlformats.org/presentationml/2006/main" preserve="1" userDrawn="1">
  <p:cSld name="20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grpSp>
        <p:nvGrpSpPr>
          <p:cNvPr id="6" name="Group 5"/>
          <p:cNvGrpSpPr/>
          <p:nvPr userDrawn="1"/>
        </p:nvGrpSpPr>
        <p:grpSpPr>
          <a:xfrm>
            <a:off x="0" y="2827606"/>
            <a:ext cx="6136175" cy="4030394"/>
            <a:chOff x="1017405" y="2693983"/>
            <a:chExt cx="6794663" cy="4462905"/>
          </a:xfrm>
        </p:grpSpPr>
        <p:grpSp>
          <p:nvGrpSpPr>
            <p:cNvPr id="7" name="Group 6"/>
            <p:cNvGrpSpPr/>
            <p:nvPr/>
          </p:nvGrpSpPr>
          <p:grpSpPr>
            <a:xfrm>
              <a:off x="1017405" y="2693983"/>
              <a:ext cx="6794663" cy="4462905"/>
              <a:chOff x="1017405" y="2693983"/>
              <a:chExt cx="6794663" cy="4462905"/>
            </a:xfrm>
          </p:grpSpPr>
          <p:sp>
            <p:nvSpPr>
              <p:cNvPr id="9" name="AutoShape 1"/>
              <p:cNvSpPr>
                <a:spLocks/>
              </p:cNvSpPr>
              <p:nvPr/>
            </p:nvSpPr>
            <p:spPr bwMode="auto">
              <a:xfrm>
                <a:off x="1017405" y="2693983"/>
                <a:ext cx="6794663" cy="4462905"/>
              </a:xfrm>
              <a:prstGeom prst="roundRect">
                <a:avLst>
                  <a:gd name="adj" fmla="val 1292"/>
                </a:avLst>
              </a:prstGeom>
              <a:solidFill>
                <a:srgbClr val="343434"/>
              </a:solidFill>
              <a:ln w="25400" cap="flat">
                <a:noFill/>
                <a:prstDash val="solid"/>
                <a:miter lim="800000"/>
                <a:headEnd type="none" w="med" len="med"/>
                <a:tailEnd type="none" w="med" len="med"/>
              </a:ln>
              <a:effectLst>
                <a:outerShdw blurRad="254000" dist="114299" dir="5340024" algn="ctr" rotWithShape="0">
                  <a:schemeClr val="bg2">
                    <a:alpha val="39000"/>
                  </a:schemeClr>
                </a:outerShdw>
              </a:effectLst>
            </p:spPr>
            <p:txBody>
              <a:bodyPr lIns="0" tIns="0" rIns="0" bIns="0"/>
              <a:lstStyle/>
              <a:p>
                <a:pPr fontAlgn="auto">
                  <a:spcBef>
                    <a:spcPts val="0"/>
                  </a:spcBef>
                  <a:spcAft>
                    <a:spcPts val="0"/>
                  </a:spcAft>
                </a:pPr>
                <a:endParaRPr lang="id-ID" dirty="0">
                  <a:solidFill>
                    <a:prstClr val="black"/>
                  </a:solidFill>
                  <a:latin typeface="Roboto Lt"/>
                  <a:cs typeface="Simplified Arabic" panose="02020603050405020304" pitchFamily="18" charset="-78"/>
                </a:endParaRPr>
              </a:p>
            </p:txBody>
          </p:sp>
          <p:sp>
            <p:nvSpPr>
              <p:cNvPr id="10" name="Rectangle 2"/>
              <p:cNvSpPr>
                <a:spLocks/>
              </p:cNvSpPr>
              <p:nvPr/>
            </p:nvSpPr>
            <p:spPr bwMode="auto">
              <a:xfrm>
                <a:off x="1017405" y="3024940"/>
                <a:ext cx="6794663" cy="315914"/>
              </a:xfrm>
              <a:prstGeom prst="rect">
                <a:avLst/>
              </a:prstGeom>
              <a:solidFill>
                <a:srgbClr val="CDCDCD"/>
              </a:solidFill>
              <a:ln w="25400" cap="flat">
                <a:solidFill>
                  <a:srgbClr val="CDCDCD"/>
                </a:solidFill>
                <a:prstDash val="solid"/>
                <a:miter lim="800000"/>
                <a:headEnd type="none" w="med" len="med"/>
                <a:tailEnd type="none" w="med" len="med"/>
              </a:ln>
            </p:spPr>
            <p:txBody>
              <a:bodyPr lIns="0" tIns="0" rIns="0" bIns="0"/>
              <a:lstStyle/>
              <a:p>
                <a:pPr fontAlgn="auto">
                  <a:spcBef>
                    <a:spcPts val="0"/>
                  </a:spcBef>
                  <a:spcAft>
                    <a:spcPts val="0"/>
                  </a:spcAft>
                </a:pPr>
                <a:endParaRPr lang="id-ID" dirty="0">
                  <a:solidFill>
                    <a:prstClr val="black"/>
                  </a:solidFill>
                  <a:latin typeface="Roboto Lt"/>
                  <a:cs typeface="Simplified Arabic" panose="02020603050405020304" pitchFamily="18" charset="-78"/>
                </a:endParaRPr>
              </a:p>
            </p:txBody>
          </p:sp>
          <p:sp>
            <p:nvSpPr>
              <p:cNvPr id="11" name="AutoShape 3"/>
              <p:cNvSpPr>
                <a:spLocks/>
              </p:cNvSpPr>
              <p:nvPr/>
            </p:nvSpPr>
            <p:spPr bwMode="auto">
              <a:xfrm>
                <a:off x="2035351" y="2779231"/>
                <a:ext cx="2064459" cy="561624"/>
              </a:xfrm>
              <a:prstGeom prst="roundRect">
                <a:avLst>
                  <a:gd name="adj" fmla="val 11986"/>
                </a:avLst>
              </a:prstGeom>
              <a:solidFill>
                <a:srgbClr val="CDCDCD"/>
              </a:solidFill>
              <a:ln w="25400" cap="flat">
                <a:solidFill>
                  <a:srgbClr val="CDCDCD"/>
                </a:solidFill>
                <a:prstDash val="solid"/>
                <a:miter lim="800000"/>
                <a:headEnd type="none" w="med" len="med"/>
                <a:tailEnd type="none" w="med" len="med"/>
              </a:ln>
            </p:spPr>
            <p:txBody>
              <a:bodyPr lIns="0" tIns="0" rIns="0" bIns="0"/>
              <a:lstStyle/>
              <a:p>
                <a:pPr fontAlgn="auto">
                  <a:spcBef>
                    <a:spcPts val="0"/>
                  </a:spcBef>
                  <a:spcAft>
                    <a:spcPts val="0"/>
                  </a:spcAft>
                </a:pPr>
                <a:endParaRPr lang="id-ID" dirty="0">
                  <a:solidFill>
                    <a:prstClr val="black"/>
                  </a:solidFill>
                  <a:latin typeface="Roboto Lt"/>
                  <a:cs typeface="Simplified Arabic" panose="02020603050405020304" pitchFamily="18" charset="-78"/>
                </a:endParaRPr>
              </a:p>
            </p:txBody>
          </p:sp>
          <p:sp>
            <p:nvSpPr>
              <p:cNvPr id="12" name="Oval 4"/>
              <p:cNvSpPr>
                <a:spLocks/>
              </p:cNvSpPr>
              <p:nvPr/>
            </p:nvSpPr>
            <p:spPr bwMode="auto">
              <a:xfrm>
                <a:off x="1137753" y="2814331"/>
                <a:ext cx="95903" cy="95276"/>
              </a:xfrm>
              <a:prstGeom prst="ellipse">
                <a:avLst/>
              </a:prstGeom>
              <a:solidFill>
                <a:schemeClr val="accent1"/>
              </a:solidFill>
              <a:ln w="25400" cap="flat">
                <a:noFill/>
                <a:prstDash val="solid"/>
                <a:miter lim="800000"/>
                <a:headEnd type="none" w="med" len="med"/>
                <a:tailEnd type="none" w="med" len="med"/>
              </a:ln>
            </p:spPr>
            <p:txBody>
              <a:bodyPr lIns="0" tIns="0" rIns="0" bIns="0"/>
              <a:lstStyle/>
              <a:p>
                <a:pPr fontAlgn="auto">
                  <a:spcBef>
                    <a:spcPts val="0"/>
                  </a:spcBef>
                  <a:spcAft>
                    <a:spcPts val="0"/>
                  </a:spcAft>
                </a:pPr>
                <a:endParaRPr lang="id-ID" dirty="0">
                  <a:solidFill>
                    <a:prstClr val="black"/>
                  </a:solidFill>
                  <a:latin typeface="Roboto Lt"/>
                  <a:cs typeface="Simplified Arabic" panose="02020603050405020304" pitchFamily="18" charset="-78"/>
                </a:endParaRPr>
              </a:p>
            </p:txBody>
          </p:sp>
          <p:sp>
            <p:nvSpPr>
              <p:cNvPr id="13" name="Oval 5"/>
              <p:cNvSpPr>
                <a:spLocks/>
              </p:cNvSpPr>
              <p:nvPr/>
            </p:nvSpPr>
            <p:spPr bwMode="auto">
              <a:xfrm>
                <a:off x="1307620" y="2814331"/>
                <a:ext cx="95903" cy="95276"/>
              </a:xfrm>
              <a:prstGeom prst="ellipse">
                <a:avLst/>
              </a:prstGeom>
              <a:solidFill>
                <a:schemeClr val="accent2"/>
              </a:solidFill>
              <a:ln w="25400" cap="flat">
                <a:noFill/>
                <a:prstDash val="solid"/>
                <a:miter lim="800000"/>
                <a:headEnd type="none" w="med" len="med"/>
                <a:tailEnd type="none" w="med" len="med"/>
              </a:ln>
            </p:spPr>
            <p:txBody>
              <a:bodyPr lIns="0" tIns="0" rIns="0" bIns="0"/>
              <a:lstStyle/>
              <a:p>
                <a:pPr fontAlgn="auto">
                  <a:spcBef>
                    <a:spcPts val="0"/>
                  </a:spcBef>
                  <a:spcAft>
                    <a:spcPts val="0"/>
                  </a:spcAft>
                </a:pPr>
                <a:endParaRPr lang="id-ID" dirty="0">
                  <a:solidFill>
                    <a:prstClr val="black"/>
                  </a:solidFill>
                  <a:latin typeface="Roboto Lt"/>
                  <a:cs typeface="Simplified Arabic" panose="02020603050405020304" pitchFamily="18" charset="-78"/>
                </a:endParaRPr>
              </a:p>
            </p:txBody>
          </p:sp>
          <p:sp>
            <p:nvSpPr>
              <p:cNvPr id="14" name="Oval 6"/>
              <p:cNvSpPr>
                <a:spLocks/>
              </p:cNvSpPr>
              <p:nvPr/>
            </p:nvSpPr>
            <p:spPr bwMode="auto">
              <a:xfrm>
                <a:off x="1477486" y="2814331"/>
                <a:ext cx="95903" cy="95276"/>
              </a:xfrm>
              <a:prstGeom prst="ellipse">
                <a:avLst/>
              </a:prstGeom>
              <a:solidFill>
                <a:schemeClr val="accent4"/>
              </a:solidFill>
              <a:ln w="25400" cap="flat">
                <a:noFill/>
                <a:prstDash val="solid"/>
                <a:miter lim="800000"/>
                <a:headEnd type="none" w="med" len="med"/>
                <a:tailEnd type="none" w="med" len="med"/>
              </a:ln>
            </p:spPr>
            <p:txBody>
              <a:bodyPr lIns="0" tIns="0" rIns="0" bIns="0"/>
              <a:lstStyle/>
              <a:p>
                <a:pPr fontAlgn="auto">
                  <a:spcBef>
                    <a:spcPts val="0"/>
                  </a:spcBef>
                  <a:spcAft>
                    <a:spcPts val="0"/>
                  </a:spcAft>
                </a:pPr>
                <a:endParaRPr lang="id-ID" dirty="0">
                  <a:solidFill>
                    <a:prstClr val="black"/>
                  </a:solidFill>
                  <a:latin typeface="Roboto Lt"/>
                  <a:cs typeface="Simplified Arabic" panose="02020603050405020304" pitchFamily="18" charset="-78"/>
                </a:endParaRPr>
              </a:p>
            </p:txBody>
          </p:sp>
          <p:sp>
            <p:nvSpPr>
              <p:cNvPr id="15" name="Rectangle 11"/>
              <p:cNvSpPr>
                <a:spLocks/>
              </p:cNvSpPr>
              <p:nvPr/>
            </p:nvSpPr>
            <p:spPr bwMode="auto">
              <a:xfrm>
                <a:off x="2205844" y="3085114"/>
                <a:ext cx="5104773" cy="200580"/>
              </a:xfrm>
              <a:prstGeom prst="rect">
                <a:avLst/>
              </a:prstGeom>
              <a:solidFill>
                <a:srgbClr val="FFFFFF"/>
              </a:solidFill>
              <a:ln w="25400" cap="flat">
                <a:solidFill>
                  <a:srgbClr val="B3B3B3"/>
                </a:solidFill>
                <a:prstDash val="solid"/>
                <a:miter lim="800000"/>
                <a:headEnd type="none" w="med" len="med"/>
                <a:tailEnd type="none" w="med" len="med"/>
              </a:ln>
            </p:spPr>
            <p:txBody>
              <a:bodyPr lIns="0" tIns="0" rIns="0" bIns="0"/>
              <a:lstStyle/>
              <a:p>
                <a:pPr fontAlgn="auto">
                  <a:spcBef>
                    <a:spcPts val="0"/>
                  </a:spcBef>
                  <a:spcAft>
                    <a:spcPts val="0"/>
                  </a:spcAft>
                </a:pPr>
                <a:endParaRPr lang="id-ID" dirty="0">
                  <a:solidFill>
                    <a:prstClr val="black"/>
                  </a:solidFill>
                  <a:latin typeface="Roboto Lt"/>
                  <a:cs typeface="Simplified Arabic" panose="02020603050405020304" pitchFamily="18" charset="-78"/>
                </a:endParaRPr>
              </a:p>
            </p:txBody>
          </p:sp>
          <p:sp>
            <p:nvSpPr>
              <p:cNvPr id="16" name="Freeform 9"/>
              <p:cNvSpPr>
                <a:spLocks/>
              </p:cNvSpPr>
              <p:nvPr/>
            </p:nvSpPr>
            <p:spPr bwMode="auto">
              <a:xfrm rot="18900000">
                <a:off x="3964946" y="2855903"/>
                <a:ext cx="99496" cy="99498"/>
              </a:xfrm>
              <a:custGeom>
                <a:avLst/>
                <a:gdLst>
                  <a:gd name="T0" fmla="*/ 42 w 64"/>
                  <a:gd name="T1" fmla="*/ 0 h 64"/>
                  <a:gd name="T2" fmla="*/ 21 w 64"/>
                  <a:gd name="T3" fmla="*/ 0 h 64"/>
                  <a:gd name="T4" fmla="*/ 21 w 64"/>
                  <a:gd name="T5" fmla="*/ 21 h 64"/>
                  <a:gd name="T6" fmla="*/ 0 w 64"/>
                  <a:gd name="T7" fmla="*/ 21 h 64"/>
                  <a:gd name="T8" fmla="*/ 0 w 64"/>
                  <a:gd name="T9" fmla="*/ 42 h 64"/>
                  <a:gd name="T10" fmla="*/ 21 w 64"/>
                  <a:gd name="T11" fmla="*/ 42 h 64"/>
                  <a:gd name="T12" fmla="*/ 21 w 64"/>
                  <a:gd name="T13" fmla="*/ 64 h 64"/>
                  <a:gd name="T14" fmla="*/ 42 w 64"/>
                  <a:gd name="T15" fmla="*/ 64 h 64"/>
                  <a:gd name="T16" fmla="*/ 42 w 64"/>
                  <a:gd name="T17" fmla="*/ 42 h 64"/>
                  <a:gd name="T18" fmla="*/ 64 w 64"/>
                  <a:gd name="T19" fmla="*/ 42 h 64"/>
                  <a:gd name="T20" fmla="*/ 64 w 64"/>
                  <a:gd name="T21" fmla="*/ 21 h 64"/>
                  <a:gd name="T22" fmla="*/ 42 w 64"/>
                  <a:gd name="T23" fmla="*/ 21 h 64"/>
                  <a:gd name="T24" fmla="*/ 42 w 64"/>
                  <a:gd name="T25"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4" h="64">
                    <a:moveTo>
                      <a:pt x="42" y="0"/>
                    </a:moveTo>
                    <a:lnTo>
                      <a:pt x="21" y="0"/>
                    </a:lnTo>
                    <a:lnTo>
                      <a:pt x="21" y="21"/>
                    </a:lnTo>
                    <a:lnTo>
                      <a:pt x="0" y="21"/>
                    </a:lnTo>
                    <a:lnTo>
                      <a:pt x="0" y="42"/>
                    </a:lnTo>
                    <a:lnTo>
                      <a:pt x="21" y="42"/>
                    </a:lnTo>
                    <a:lnTo>
                      <a:pt x="21" y="64"/>
                    </a:lnTo>
                    <a:lnTo>
                      <a:pt x="42" y="64"/>
                    </a:lnTo>
                    <a:lnTo>
                      <a:pt x="42" y="42"/>
                    </a:lnTo>
                    <a:lnTo>
                      <a:pt x="64" y="42"/>
                    </a:lnTo>
                    <a:lnTo>
                      <a:pt x="64" y="21"/>
                    </a:lnTo>
                    <a:lnTo>
                      <a:pt x="42" y="21"/>
                    </a:lnTo>
                    <a:lnTo>
                      <a:pt x="42" y="0"/>
                    </a:lnTo>
                    <a:close/>
                  </a:path>
                </a:pathLst>
              </a:custGeom>
              <a:solidFill>
                <a:schemeClr val="bg1">
                  <a:lumMod val="5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prstClr val="black"/>
                  </a:solidFill>
                  <a:latin typeface="Roboto Lt"/>
                  <a:cs typeface="Simplified Arabic" panose="02020603050405020304" pitchFamily="18" charset="-78"/>
                </a:endParaRPr>
              </a:p>
            </p:txBody>
          </p:sp>
          <p:grpSp>
            <p:nvGrpSpPr>
              <p:cNvPr id="17" name="Group 16"/>
              <p:cNvGrpSpPr/>
              <p:nvPr/>
            </p:nvGrpSpPr>
            <p:grpSpPr>
              <a:xfrm>
                <a:off x="7494380" y="2779230"/>
                <a:ext cx="155357" cy="155272"/>
                <a:chOff x="4763" y="0"/>
                <a:chExt cx="2900362" cy="2898775"/>
              </a:xfrm>
              <a:solidFill>
                <a:schemeClr val="bg1">
                  <a:lumMod val="50000"/>
                </a:schemeClr>
              </a:solidFill>
            </p:grpSpPr>
            <p:sp>
              <p:nvSpPr>
                <p:cNvPr id="20" name="Freeform 13"/>
                <p:cNvSpPr>
                  <a:spLocks/>
                </p:cNvSpPr>
                <p:nvPr/>
              </p:nvSpPr>
              <p:spPr bwMode="auto">
                <a:xfrm>
                  <a:off x="4763" y="0"/>
                  <a:ext cx="727075" cy="722313"/>
                </a:xfrm>
                <a:custGeom>
                  <a:avLst/>
                  <a:gdLst>
                    <a:gd name="T0" fmla="*/ 168 w 193"/>
                    <a:gd name="T1" fmla="*/ 0 h 192"/>
                    <a:gd name="T2" fmla="*/ 24 w 193"/>
                    <a:gd name="T3" fmla="*/ 0 h 192"/>
                    <a:gd name="T4" fmla="*/ 0 w 193"/>
                    <a:gd name="T5" fmla="*/ 24 h 192"/>
                    <a:gd name="T6" fmla="*/ 0 w 193"/>
                    <a:gd name="T7" fmla="*/ 168 h 192"/>
                    <a:gd name="T8" fmla="*/ 24 w 193"/>
                    <a:gd name="T9" fmla="*/ 192 h 192"/>
                    <a:gd name="T10" fmla="*/ 168 w 193"/>
                    <a:gd name="T11" fmla="*/ 192 h 192"/>
                    <a:gd name="T12" fmla="*/ 193 w 193"/>
                    <a:gd name="T13" fmla="*/ 168 h 192"/>
                    <a:gd name="T14" fmla="*/ 193 w 193"/>
                    <a:gd name="T15" fmla="*/ 24 h 192"/>
                    <a:gd name="T16" fmla="*/ 168 w 193"/>
                    <a:gd name="T17"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3" h="192">
                      <a:moveTo>
                        <a:pt x="168" y="0"/>
                      </a:moveTo>
                      <a:cubicBezTo>
                        <a:pt x="24" y="0"/>
                        <a:pt x="24" y="0"/>
                        <a:pt x="24" y="0"/>
                      </a:cubicBezTo>
                      <a:cubicBezTo>
                        <a:pt x="11" y="0"/>
                        <a:pt x="0" y="11"/>
                        <a:pt x="0" y="24"/>
                      </a:cubicBezTo>
                      <a:cubicBezTo>
                        <a:pt x="0" y="168"/>
                        <a:pt x="0" y="168"/>
                        <a:pt x="0" y="168"/>
                      </a:cubicBezTo>
                      <a:cubicBezTo>
                        <a:pt x="0" y="182"/>
                        <a:pt x="11" y="192"/>
                        <a:pt x="24" y="192"/>
                      </a:cubicBezTo>
                      <a:cubicBezTo>
                        <a:pt x="168" y="192"/>
                        <a:pt x="168" y="192"/>
                        <a:pt x="168" y="192"/>
                      </a:cubicBezTo>
                      <a:cubicBezTo>
                        <a:pt x="182" y="192"/>
                        <a:pt x="193" y="182"/>
                        <a:pt x="193" y="168"/>
                      </a:cubicBezTo>
                      <a:cubicBezTo>
                        <a:pt x="193" y="24"/>
                        <a:pt x="193" y="24"/>
                        <a:pt x="193" y="24"/>
                      </a:cubicBezTo>
                      <a:cubicBezTo>
                        <a:pt x="193" y="11"/>
                        <a:pt x="182" y="0"/>
                        <a:pt x="16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prstClr val="black"/>
                    </a:solidFill>
                    <a:latin typeface="Roboto Lt"/>
                    <a:cs typeface="Simplified Arabic" panose="02020603050405020304" pitchFamily="18" charset="-78"/>
                  </a:endParaRPr>
                </a:p>
              </p:txBody>
            </p:sp>
            <p:sp>
              <p:nvSpPr>
                <p:cNvPr id="21" name="Freeform 14"/>
                <p:cNvSpPr>
                  <a:spLocks/>
                </p:cNvSpPr>
                <p:nvPr/>
              </p:nvSpPr>
              <p:spPr bwMode="auto">
                <a:xfrm>
                  <a:off x="4763" y="1087438"/>
                  <a:ext cx="727075" cy="722313"/>
                </a:xfrm>
                <a:custGeom>
                  <a:avLst/>
                  <a:gdLst>
                    <a:gd name="T0" fmla="*/ 168 w 193"/>
                    <a:gd name="T1" fmla="*/ 0 h 192"/>
                    <a:gd name="T2" fmla="*/ 24 w 193"/>
                    <a:gd name="T3" fmla="*/ 0 h 192"/>
                    <a:gd name="T4" fmla="*/ 0 w 193"/>
                    <a:gd name="T5" fmla="*/ 24 h 192"/>
                    <a:gd name="T6" fmla="*/ 0 w 193"/>
                    <a:gd name="T7" fmla="*/ 168 h 192"/>
                    <a:gd name="T8" fmla="*/ 24 w 193"/>
                    <a:gd name="T9" fmla="*/ 192 h 192"/>
                    <a:gd name="T10" fmla="*/ 168 w 193"/>
                    <a:gd name="T11" fmla="*/ 192 h 192"/>
                    <a:gd name="T12" fmla="*/ 193 w 193"/>
                    <a:gd name="T13" fmla="*/ 168 h 192"/>
                    <a:gd name="T14" fmla="*/ 193 w 193"/>
                    <a:gd name="T15" fmla="*/ 24 h 192"/>
                    <a:gd name="T16" fmla="*/ 168 w 193"/>
                    <a:gd name="T17"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3" h="192">
                      <a:moveTo>
                        <a:pt x="168" y="0"/>
                      </a:moveTo>
                      <a:cubicBezTo>
                        <a:pt x="24" y="0"/>
                        <a:pt x="24" y="0"/>
                        <a:pt x="24" y="0"/>
                      </a:cubicBezTo>
                      <a:cubicBezTo>
                        <a:pt x="11" y="0"/>
                        <a:pt x="0" y="11"/>
                        <a:pt x="0" y="24"/>
                      </a:cubicBezTo>
                      <a:cubicBezTo>
                        <a:pt x="0" y="168"/>
                        <a:pt x="0" y="168"/>
                        <a:pt x="0" y="168"/>
                      </a:cubicBezTo>
                      <a:cubicBezTo>
                        <a:pt x="0" y="181"/>
                        <a:pt x="11" y="192"/>
                        <a:pt x="24" y="192"/>
                      </a:cubicBezTo>
                      <a:cubicBezTo>
                        <a:pt x="168" y="192"/>
                        <a:pt x="168" y="192"/>
                        <a:pt x="168" y="192"/>
                      </a:cubicBezTo>
                      <a:cubicBezTo>
                        <a:pt x="182" y="192"/>
                        <a:pt x="193" y="181"/>
                        <a:pt x="193" y="168"/>
                      </a:cubicBezTo>
                      <a:cubicBezTo>
                        <a:pt x="193" y="24"/>
                        <a:pt x="193" y="24"/>
                        <a:pt x="193" y="24"/>
                      </a:cubicBezTo>
                      <a:cubicBezTo>
                        <a:pt x="193" y="11"/>
                        <a:pt x="182" y="0"/>
                        <a:pt x="16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prstClr val="black"/>
                    </a:solidFill>
                    <a:latin typeface="Roboto Lt"/>
                    <a:cs typeface="Simplified Arabic" panose="02020603050405020304" pitchFamily="18" charset="-78"/>
                  </a:endParaRPr>
                </a:p>
              </p:txBody>
            </p:sp>
            <p:sp>
              <p:nvSpPr>
                <p:cNvPr id="22" name="Freeform 15"/>
                <p:cNvSpPr>
                  <a:spLocks/>
                </p:cNvSpPr>
                <p:nvPr/>
              </p:nvSpPr>
              <p:spPr bwMode="auto">
                <a:xfrm>
                  <a:off x="4763" y="2171700"/>
                  <a:ext cx="727075" cy="727075"/>
                </a:xfrm>
                <a:custGeom>
                  <a:avLst/>
                  <a:gdLst>
                    <a:gd name="T0" fmla="*/ 168 w 193"/>
                    <a:gd name="T1" fmla="*/ 0 h 193"/>
                    <a:gd name="T2" fmla="*/ 24 w 193"/>
                    <a:gd name="T3" fmla="*/ 0 h 193"/>
                    <a:gd name="T4" fmla="*/ 0 w 193"/>
                    <a:gd name="T5" fmla="*/ 25 h 193"/>
                    <a:gd name="T6" fmla="*/ 0 w 193"/>
                    <a:gd name="T7" fmla="*/ 169 h 193"/>
                    <a:gd name="T8" fmla="*/ 24 w 193"/>
                    <a:gd name="T9" fmla="*/ 193 h 193"/>
                    <a:gd name="T10" fmla="*/ 168 w 193"/>
                    <a:gd name="T11" fmla="*/ 193 h 193"/>
                    <a:gd name="T12" fmla="*/ 193 w 193"/>
                    <a:gd name="T13" fmla="*/ 169 h 193"/>
                    <a:gd name="T14" fmla="*/ 193 w 193"/>
                    <a:gd name="T15" fmla="*/ 25 h 193"/>
                    <a:gd name="T16" fmla="*/ 168 w 193"/>
                    <a:gd name="T17" fmla="*/ 0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3" h="193">
                      <a:moveTo>
                        <a:pt x="168" y="0"/>
                      </a:moveTo>
                      <a:cubicBezTo>
                        <a:pt x="24" y="0"/>
                        <a:pt x="24" y="0"/>
                        <a:pt x="24" y="0"/>
                      </a:cubicBezTo>
                      <a:cubicBezTo>
                        <a:pt x="11" y="0"/>
                        <a:pt x="0" y="11"/>
                        <a:pt x="0" y="25"/>
                      </a:cubicBezTo>
                      <a:cubicBezTo>
                        <a:pt x="0" y="169"/>
                        <a:pt x="0" y="169"/>
                        <a:pt x="0" y="169"/>
                      </a:cubicBezTo>
                      <a:cubicBezTo>
                        <a:pt x="0" y="182"/>
                        <a:pt x="11" y="193"/>
                        <a:pt x="24" y="193"/>
                      </a:cubicBezTo>
                      <a:cubicBezTo>
                        <a:pt x="168" y="193"/>
                        <a:pt x="168" y="193"/>
                        <a:pt x="168" y="193"/>
                      </a:cubicBezTo>
                      <a:cubicBezTo>
                        <a:pt x="182" y="193"/>
                        <a:pt x="193" y="182"/>
                        <a:pt x="193" y="169"/>
                      </a:cubicBezTo>
                      <a:cubicBezTo>
                        <a:pt x="193" y="25"/>
                        <a:pt x="193" y="25"/>
                        <a:pt x="193" y="25"/>
                      </a:cubicBezTo>
                      <a:cubicBezTo>
                        <a:pt x="193" y="11"/>
                        <a:pt x="182" y="0"/>
                        <a:pt x="16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prstClr val="black"/>
                    </a:solidFill>
                    <a:latin typeface="Roboto Lt"/>
                    <a:cs typeface="Simplified Arabic" panose="02020603050405020304" pitchFamily="18" charset="-78"/>
                  </a:endParaRPr>
                </a:p>
              </p:txBody>
            </p:sp>
            <p:sp>
              <p:nvSpPr>
                <p:cNvPr id="23" name="Freeform 16"/>
                <p:cNvSpPr>
                  <a:spLocks/>
                </p:cNvSpPr>
                <p:nvPr/>
              </p:nvSpPr>
              <p:spPr bwMode="auto">
                <a:xfrm>
                  <a:off x="1093788" y="0"/>
                  <a:ext cx="722312" cy="722313"/>
                </a:xfrm>
                <a:custGeom>
                  <a:avLst/>
                  <a:gdLst>
                    <a:gd name="T0" fmla="*/ 168 w 192"/>
                    <a:gd name="T1" fmla="*/ 0 h 192"/>
                    <a:gd name="T2" fmla="*/ 24 w 192"/>
                    <a:gd name="T3" fmla="*/ 0 h 192"/>
                    <a:gd name="T4" fmla="*/ 0 w 192"/>
                    <a:gd name="T5" fmla="*/ 24 h 192"/>
                    <a:gd name="T6" fmla="*/ 0 w 192"/>
                    <a:gd name="T7" fmla="*/ 168 h 192"/>
                    <a:gd name="T8" fmla="*/ 24 w 192"/>
                    <a:gd name="T9" fmla="*/ 192 h 192"/>
                    <a:gd name="T10" fmla="*/ 168 w 192"/>
                    <a:gd name="T11" fmla="*/ 192 h 192"/>
                    <a:gd name="T12" fmla="*/ 192 w 192"/>
                    <a:gd name="T13" fmla="*/ 168 h 192"/>
                    <a:gd name="T14" fmla="*/ 192 w 192"/>
                    <a:gd name="T15" fmla="*/ 24 h 192"/>
                    <a:gd name="T16" fmla="*/ 168 w 192"/>
                    <a:gd name="T17"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192">
                      <a:moveTo>
                        <a:pt x="168" y="0"/>
                      </a:moveTo>
                      <a:cubicBezTo>
                        <a:pt x="24" y="0"/>
                        <a:pt x="24" y="0"/>
                        <a:pt x="24" y="0"/>
                      </a:cubicBezTo>
                      <a:cubicBezTo>
                        <a:pt x="11" y="0"/>
                        <a:pt x="0" y="11"/>
                        <a:pt x="0" y="24"/>
                      </a:cubicBezTo>
                      <a:cubicBezTo>
                        <a:pt x="0" y="168"/>
                        <a:pt x="0" y="168"/>
                        <a:pt x="0" y="168"/>
                      </a:cubicBezTo>
                      <a:cubicBezTo>
                        <a:pt x="0" y="182"/>
                        <a:pt x="11" y="192"/>
                        <a:pt x="24" y="192"/>
                      </a:cubicBezTo>
                      <a:cubicBezTo>
                        <a:pt x="168" y="192"/>
                        <a:pt x="168" y="192"/>
                        <a:pt x="168" y="192"/>
                      </a:cubicBezTo>
                      <a:cubicBezTo>
                        <a:pt x="181" y="192"/>
                        <a:pt x="192" y="182"/>
                        <a:pt x="192" y="168"/>
                      </a:cubicBezTo>
                      <a:cubicBezTo>
                        <a:pt x="192" y="24"/>
                        <a:pt x="192" y="24"/>
                        <a:pt x="192" y="24"/>
                      </a:cubicBezTo>
                      <a:cubicBezTo>
                        <a:pt x="192" y="11"/>
                        <a:pt x="181" y="0"/>
                        <a:pt x="16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prstClr val="black"/>
                    </a:solidFill>
                    <a:latin typeface="Roboto Lt"/>
                    <a:cs typeface="Simplified Arabic" panose="02020603050405020304" pitchFamily="18" charset="-78"/>
                  </a:endParaRPr>
                </a:p>
              </p:txBody>
            </p:sp>
            <p:sp>
              <p:nvSpPr>
                <p:cNvPr id="24" name="Freeform 17"/>
                <p:cNvSpPr>
                  <a:spLocks/>
                </p:cNvSpPr>
                <p:nvPr/>
              </p:nvSpPr>
              <p:spPr bwMode="auto">
                <a:xfrm>
                  <a:off x="1093788" y="1087438"/>
                  <a:ext cx="722312" cy="722313"/>
                </a:xfrm>
                <a:custGeom>
                  <a:avLst/>
                  <a:gdLst>
                    <a:gd name="T0" fmla="*/ 168 w 192"/>
                    <a:gd name="T1" fmla="*/ 0 h 192"/>
                    <a:gd name="T2" fmla="*/ 24 w 192"/>
                    <a:gd name="T3" fmla="*/ 0 h 192"/>
                    <a:gd name="T4" fmla="*/ 0 w 192"/>
                    <a:gd name="T5" fmla="*/ 24 h 192"/>
                    <a:gd name="T6" fmla="*/ 0 w 192"/>
                    <a:gd name="T7" fmla="*/ 168 h 192"/>
                    <a:gd name="T8" fmla="*/ 24 w 192"/>
                    <a:gd name="T9" fmla="*/ 192 h 192"/>
                    <a:gd name="T10" fmla="*/ 168 w 192"/>
                    <a:gd name="T11" fmla="*/ 192 h 192"/>
                    <a:gd name="T12" fmla="*/ 192 w 192"/>
                    <a:gd name="T13" fmla="*/ 168 h 192"/>
                    <a:gd name="T14" fmla="*/ 192 w 192"/>
                    <a:gd name="T15" fmla="*/ 24 h 192"/>
                    <a:gd name="T16" fmla="*/ 168 w 192"/>
                    <a:gd name="T17"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192">
                      <a:moveTo>
                        <a:pt x="168" y="0"/>
                      </a:moveTo>
                      <a:cubicBezTo>
                        <a:pt x="24" y="0"/>
                        <a:pt x="24" y="0"/>
                        <a:pt x="24" y="0"/>
                      </a:cubicBezTo>
                      <a:cubicBezTo>
                        <a:pt x="11" y="0"/>
                        <a:pt x="0" y="11"/>
                        <a:pt x="0" y="24"/>
                      </a:cubicBezTo>
                      <a:cubicBezTo>
                        <a:pt x="0" y="168"/>
                        <a:pt x="0" y="168"/>
                        <a:pt x="0" y="168"/>
                      </a:cubicBezTo>
                      <a:cubicBezTo>
                        <a:pt x="0" y="181"/>
                        <a:pt x="11" y="192"/>
                        <a:pt x="24" y="192"/>
                      </a:cubicBezTo>
                      <a:cubicBezTo>
                        <a:pt x="168" y="192"/>
                        <a:pt x="168" y="192"/>
                        <a:pt x="168" y="192"/>
                      </a:cubicBezTo>
                      <a:cubicBezTo>
                        <a:pt x="181" y="192"/>
                        <a:pt x="192" y="181"/>
                        <a:pt x="192" y="168"/>
                      </a:cubicBezTo>
                      <a:cubicBezTo>
                        <a:pt x="192" y="24"/>
                        <a:pt x="192" y="24"/>
                        <a:pt x="192" y="24"/>
                      </a:cubicBezTo>
                      <a:cubicBezTo>
                        <a:pt x="192" y="11"/>
                        <a:pt x="181" y="0"/>
                        <a:pt x="16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prstClr val="black"/>
                    </a:solidFill>
                    <a:latin typeface="Roboto Lt"/>
                    <a:cs typeface="Simplified Arabic" panose="02020603050405020304" pitchFamily="18" charset="-78"/>
                  </a:endParaRPr>
                </a:p>
              </p:txBody>
            </p:sp>
            <p:sp>
              <p:nvSpPr>
                <p:cNvPr id="25" name="Freeform 18"/>
                <p:cNvSpPr>
                  <a:spLocks/>
                </p:cNvSpPr>
                <p:nvPr/>
              </p:nvSpPr>
              <p:spPr bwMode="auto">
                <a:xfrm>
                  <a:off x="1093788" y="2171700"/>
                  <a:ext cx="722312" cy="727075"/>
                </a:xfrm>
                <a:custGeom>
                  <a:avLst/>
                  <a:gdLst>
                    <a:gd name="T0" fmla="*/ 168 w 192"/>
                    <a:gd name="T1" fmla="*/ 0 h 193"/>
                    <a:gd name="T2" fmla="*/ 24 w 192"/>
                    <a:gd name="T3" fmla="*/ 0 h 193"/>
                    <a:gd name="T4" fmla="*/ 0 w 192"/>
                    <a:gd name="T5" fmla="*/ 25 h 193"/>
                    <a:gd name="T6" fmla="*/ 0 w 192"/>
                    <a:gd name="T7" fmla="*/ 169 h 193"/>
                    <a:gd name="T8" fmla="*/ 24 w 192"/>
                    <a:gd name="T9" fmla="*/ 193 h 193"/>
                    <a:gd name="T10" fmla="*/ 168 w 192"/>
                    <a:gd name="T11" fmla="*/ 193 h 193"/>
                    <a:gd name="T12" fmla="*/ 192 w 192"/>
                    <a:gd name="T13" fmla="*/ 169 h 193"/>
                    <a:gd name="T14" fmla="*/ 192 w 192"/>
                    <a:gd name="T15" fmla="*/ 25 h 193"/>
                    <a:gd name="T16" fmla="*/ 168 w 192"/>
                    <a:gd name="T17" fmla="*/ 0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193">
                      <a:moveTo>
                        <a:pt x="168" y="0"/>
                      </a:moveTo>
                      <a:cubicBezTo>
                        <a:pt x="24" y="0"/>
                        <a:pt x="24" y="0"/>
                        <a:pt x="24" y="0"/>
                      </a:cubicBezTo>
                      <a:cubicBezTo>
                        <a:pt x="11" y="0"/>
                        <a:pt x="0" y="11"/>
                        <a:pt x="0" y="25"/>
                      </a:cubicBezTo>
                      <a:cubicBezTo>
                        <a:pt x="0" y="169"/>
                        <a:pt x="0" y="169"/>
                        <a:pt x="0" y="169"/>
                      </a:cubicBezTo>
                      <a:cubicBezTo>
                        <a:pt x="0" y="182"/>
                        <a:pt x="11" y="193"/>
                        <a:pt x="24" y="193"/>
                      </a:cubicBezTo>
                      <a:cubicBezTo>
                        <a:pt x="168" y="193"/>
                        <a:pt x="168" y="193"/>
                        <a:pt x="168" y="193"/>
                      </a:cubicBezTo>
                      <a:cubicBezTo>
                        <a:pt x="181" y="193"/>
                        <a:pt x="192" y="182"/>
                        <a:pt x="192" y="169"/>
                      </a:cubicBezTo>
                      <a:cubicBezTo>
                        <a:pt x="192" y="25"/>
                        <a:pt x="192" y="25"/>
                        <a:pt x="192" y="25"/>
                      </a:cubicBezTo>
                      <a:cubicBezTo>
                        <a:pt x="192" y="11"/>
                        <a:pt x="181" y="0"/>
                        <a:pt x="16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prstClr val="black"/>
                    </a:solidFill>
                    <a:latin typeface="Roboto Lt"/>
                    <a:cs typeface="Simplified Arabic" panose="02020603050405020304" pitchFamily="18" charset="-78"/>
                  </a:endParaRPr>
                </a:p>
              </p:txBody>
            </p:sp>
            <p:sp>
              <p:nvSpPr>
                <p:cNvPr id="26" name="Freeform 19"/>
                <p:cNvSpPr>
                  <a:spLocks/>
                </p:cNvSpPr>
                <p:nvPr/>
              </p:nvSpPr>
              <p:spPr bwMode="auto">
                <a:xfrm>
                  <a:off x="2181225" y="0"/>
                  <a:ext cx="723900" cy="722313"/>
                </a:xfrm>
                <a:custGeom>
                  <a:avLst/>
                  <a:gdLst>
                    <a:gd name="T0" fmla="*/ 168 w 192"/>
                    <a:gd name="T1" fmla="*/ 0 h 192"/>
                    <a:gd name="T2" fmla="*/ 24 w 192"/>
                    <a:gd name="T3" fmla="*/ 0 h 192"/>
                    <a:gd name="T4" fmla="*/ 0 w 192"/>
                    <a:gd name="T5" fmla="*/ 24 h 192"/>
                    <a:gd name="T6" fmla="*/ 0 w 192"/>
                    <a:gd name="T7" fmla="*/ 168 h 192"/>
                    <a:gd name="T8" fmla="*/ 24 w 192"/>
                    <a:gd name="T9" fmla="*/ 192 h 192"/>
                    <a:gd name="T10" fmla="*/ 168 w 192"/>
                    <a:gd name="T11" fmla="*/ 192 h 192"/>
                    <a:gd name="T12" fmla="*/ 192 w 192"/>
                    <a:gd name="T13" fmla="*/ 168 h 192"/>
                    <a:gd name="T14" fmla="*/ 192 w 192"/>
                    <a:gd name="T15" fmla="*/ 24 h 192"/>
                    <a:gd name="T16" fmla="*/ 168 w 192"/>
                    <a:gd name="T17"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192">
                      <a:moveTo>
                        <a:pt x="168" y="0"/>
                      </a:moveTo>
                      <a:cubicBezTo>
                        <a:pt x="24" y="0"/>
                        <a:pt x="24" y="0"/>
                        <a:pt x="24" y="0"/>
                      </a:cubicBezTo>
                      <a:cubicBezTo>
                        <a:pt x="10" y="0"/>
                        <a:pt x="0" y="11"/>
                        <a:pt x="0" y="24"/>
                      </a:cubicBezTo>
                      <a:cubicBezTo>
                        <a:pt x="0" y="168"/>
                        <a:pt x="0" y="168"/>
                        <a:pt x="0" y="168"/>
                      </a:cubicBezTo>
                      <a:cubicBezTo>
                        <a:pt x="0" y="182"/>
                        <a:pt x="10" y="192"/>
                        <a:pt x="24" y="192"/>
                      </a:cubicBezTo>
                      <a:cubicBezTo>
                        <a:pt x="168" y="192"/>
                        <a:pt x="168" y="192"/>
                        <a:pt x="168" y="192"/>
                      </a:cubicBezTo>
                      <a:cubicBezTo>
                        <a:pt x="181" y="192"/>
                        <a:pt x="192" y="182"/>
                        <a:pt x="192" y="168"/>
                      </a:cubicBezTo>
                      <a:cubicBezTo>
                        <a:pt x="192" y="24"/>
                        <a:pt x="192" y="24"/>
                        <a:pt x="192" y="24"/>
                      </a:cubicBezTo>
                      <a:cubicBezTo>
                        <a:pt x="192" y="11"/>
                        <a:pt x="181" y="0"/>
                        <a:pt x="16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prstClr val="black"/>
                    </a:solidFill>
                    <a:latin typeface="Roboto Lt"/>
                    <a:cs typeface="Simplified Arabic" panose="02020603050405020304" pitchFamily="18" charset="-78"/>
                  </a:endParaRPr>
                </a:p>
              </p:txBody>
            </p:sp>
            <p:sp>
              <p:nvSpPr>
                <p:cNvPr id="27" name="Freeform 20"/>
                <p:cNvSpPr>
                  <a:spLocks/>
                </p:cNvSpPr>
                <p:nvPr/>
              </p:nvSpPr>
              <p:spPr bwMode="auto">
                <a:xfrm>
                  <a:off x="2181225" y="1087438"/>
                  <a:ext cx="723900" cy="722313"/>
                </a:xfrm>
                <a:custGeom>
                  <a:avLst/>
                  <a:gdLst>
                    <a:gd name="T0" fmla="*/ 168 w 192"/>
                    <a:gd name="T1" fmla="*/ 0 h 192"/>
                    <a:gd name="T2" fmla="*/ 24 w 192"/>
                    <a:gd name="T3" fmla="*/ 0 h 192"/>
                    <a:gd name="T4" fmla="*/ 0 w 192"/>
                    <a:gd name="T5" fmla="*/ 24 h 192"/>
                    <a:gd name="T6" fmla="*/ 0 w 192"/>
                    <a:gd name="T7" fmla="*/ 168 h 192"/>
                    <a:gd name="T8" fmla="*/ 24 w 192"/>
                    <a:gd name="T9" fmla="*/ 192 h 192"/>
                    <a:gd name="T10" fmla="*/ 168 w 192"/>
                    <a:gd name="T11" fmla="*/ 192 h 192"/>
                    <a:gd name="T12" fmla="*/ 192 w 192"/>
                    <a:gd name="T13" fmla="*/ 168 h 192"/>
                    <a:gd name="T14" fmla="*/ 192 w 192"/>
                    <a:gd name="T15" fmla="*/ 24 h 192"/>
                    <a:gd name="T16" fmla="*/ 168 w 192"/>
                    <a:gd name="T17"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192">
                      <a:moveTo>
                        <a:pt x="168" y="0"/>
                      </a:moveTo>
                      <a:cubicBezTo>
                        <a:pt x="24" y="0"/>
                        <a:pt x="24" y="0"/>
                        <a:pt x="24" y="0"/>
                      </a:cubicBezTo>
                      <a:cubicBezTo>
                        <a:pt x="10" y="0"/>
                        <a:pt x="0" y="11"/>
                        <a:pt x="0" y="24"/>
                      </a:cubicBezTo>
                      <a:cubicBezTo>
                        <a:pt x="0" y="168"/>
                        <a:pt x="0" y="168"/>
                        <a:pt x="0" y="168"/>
                      </a:cubicBezTo>
                      <a:cubicBezTo>
                        <a:pt x="0" y="181"/>
                        <a:pt x="10" y="192"/>
                        <a:pt x="24" y="192"/>
                      </a:cubicBezTo>
                      <a:cubicBezTo>
                        <a:pt x="168" y="192"/>
                        <a:pt x="168" y="192"/>
                        <a:pt x="168" y="192"/>
                      </a:cubicBezTo>
                      <a:cubicBezTo>
                        <a:pt x="181" y="192"/>
                        <a:pt x="192" y="181"/>
                        <a:pt x="192" y="168"/>
                      </a:cubicBezTo>
                      <a:cubicBezTo>
                        <a:pt x="192" y="24"/>
                        <a:pt x="192" y="24"/>
                        <a:pt x="192" y="24"/>
                      </a:cubicBezTo>
                      <a:cubicBezTo>
                        <a:pt x="192" y="11"/>
                        <a:pt x="181" y="0"/>
                        <a:pt x="16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prstClr val="black"/>
                    </a:solidFill>
                    <a:latin typeface="Roboto Lt"/>
                    <a:cs typeface="Simplified Arabic" panose="02020603050405020304" pitchFamily="18" charset="-78"/>
                  </a:endParaRPr>
                </a:p>
              </p:txBody>
            </p:sp>
            <p:sp>
              <p:nvSpPr>
                <p:cNvPr id="28" name="Freeform 21"/>
                <p:cNvSpPr>
                  <a:spLocks/>
                </p:cNvSpPr>
                <p:nvPr/>
              </p:nvSpPr>
              <p:spPr bwMode="auto">
                <a:xfrm>
                  <a:off x="2181225" y="2171700"/>
                  <a:ext cx="723900" cy="727075"/>
                </a:xfrm>
                <a:custGeom>
                  <a:avLst/>
                  <a:gdLst>
                    <a:gd name="T0" fmla="*/ 168 w 192"/>
                    <a:gd name="T1" fmla="*/ 0 h 193"/>
                    <a:gd name="T2" fmla="*/ 24 w 192"/>
                    <a:gd name="T3" fmla="*/ 0 h 193"/>
                    <a:gd name="T4" fmla="*/ 0 w 192"/>
                    <a:gd name="T5" fmla="*/ 25 h 193"/>
                    <a:gd name="T6" fmla="*/ 0 w 192"/>
                    <a:gd name="T7" fmla="*/ 169 h 193"/>
                    <a:gd name="T8" fmla="*/ 24 w 192"/>
                    <a:gd name="T9" fmla="*/ 193 h 193"/>
                    <a:gd name="T10" fmla="*/ 168 w 192"/>
                    <a:gd name="T11" fmla="*/ 193 h 193"/>
                    <a:gd name="T12" fmla="*/ 192 w 192"/>
                    <a:gd name="T13" fmla="*/ 169 h 193"/>
                    <a:gd name="T14" fmla="*/ 192 w 192"/>
                    <a:gd name="T15" fmla="*/ 25 h 193"/>
                    <a:gd name="T16" fmla="*/ 168 w 192"/>
                    <a:gd name="T17" fmla="*/ 0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193">
                      <a:moveTo>
                        <a:pt x="168" y="0"/>
                      </a:moveTo>
                      <a:cubicBezTo>
                        <a:pt x="24" y="0"/>
                        <a:pt x="24" y="0"/>
                        <a:pt x="24" y="0"/>
                      </a:cubicBezTo>
                      <a:cubicBezTo>
                        <a:pt x="10" y="0"/>
                        <a:pt x="0" y="11"/>
                        <a:pt x="0" y="25"/>
                      </a:cubicBezTo>
                      <a:cubicBezTo>
                        <a:pt x="0" y="169"/>
                        <a:pt x="0" y="169"/>
                        <a:pt x="0" y="169"/>
                      </a:cubicBezTo>
                      <a:cubicBezTo>
                        <a:pt x="0" y="182"/>
                        <a:pt x="10" y="193"/>
                        <a:pt x="24" y="193"/>
                      </a:cubicBezTo>
                      <a:cubicBezTo>
                        <a:pt x="168" y="193"/>
                        <a:pt x="168" y="193"/>
                        <a:pt x="168" y="193"/>
                      </a:cubicBezTo>
                      <a:cubicBezTo>
                        <a:pt x="181" y="193"/>
                        <a:pt x="192" y="182"/>
                        <a:pt x="192" y="169"/>
                      </a:cubicBezTo>
                      <a:cubicBezTo>
                        <a:pt x="192" y="25"/>
                        <a:pt x="192" y="25"/>
                        <a:pt x="192" y="25"/>
                      </a:cubicBezTo>
                      <a:cubicBezTo>
                        <a:pt x="192" y="11"/>
                        <a:pt x="181" y="0"/>
                        <a:pt x="16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prstClr val="black"/>
                    </a:solidFill>
                    <a:latin typeface="Roboto Lt"/>
                    <a:cs typeface="Simplified Arabic" panose="02020603050405020304" pitchFamily="18" charset="-78"/>
                  </a:endParaRPr>
                </a:p>
              </p:txBody>
            </p:sp>
          </p:grpSp>
          <p:sp>
            <p:nvSpPr>
              <p:cNvPr id="18" name="Freeform 25"/>
              <p:cNvSpPr>
                <a:spLocks/>
              </p:cNvSpPr>
              <p:nvPr/>
            </p:nvSpPr>
            <p:spPr bwMode="auto">
              <a:xfrm rot="5400000">
                <a:off x="7497092" y="3115886"/>
                <a:ext cx="146921" cy="128651"/>
              </a:xfrm>
              <a:custGeom>
                <a:avLst/>
                <a:gdLst>
                  <a:gd name="T0" fmla="*/ 504 w 896"/>
                  <a:gd name="T1" fmla="*/ 0 h 784"/>
                  <a:gd name="T2" fmla="*/ 116 w 896"/>
                  <a:gd name="T3" fmla="*/ 336 h 784"/>
                  <a:gd name="T4" fmla="*/ 0 w 896"/>
                  <a:gd name="T5" fmla="*/ 336 h 784"/>
                  <a:gd name="T6" fmla="*/ 168 w 896"/>
                  <a:gd name="T7" fmla="*/ 560 h 784"/>
                  <a:gd name="T8" fmla="*/ 336 w 896"/>
                  <a:gd name="T9" fmla="*/ 336 h 784"/>
                  <a:gd name="T10" fmla="*/ 230 w 896"/>
                  <a:gd name="T11" fmla="*/ 336 h 784"/>
                  <a:gd name="T12" fmla="*/ 504 w 896"/>
                  <a:gd name="T13" fmla="*/ 112 h 784"/>
                  <a:gd name="T14" fmla="*/ 784 w 896"/>
                  <a:gd name="T15" fmla="*/ 392 h 784"/>
                  <a:gd name="T16" fmla="*/ 504 w 896"/>
                  <a:gd name="T17" fmla="*/ 672 h 784"/>
                  <a:gd name="T18" fmla="*/ 504 w 896"/>
                  <a:gd name="T19" fmla="*/ 784 h 784"/>
                  <a:gd name="T20" fmla="*/ 896 w 896"/>
                  <a:gd name="T21" fmla="*/ 392 h 784"/>
                  <a:gd name="T22" fmla="*/ 504 w 896"/>
                  <a:gd name="T23" fmla="*/ 0 h 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96" h="784">
                    <a:moveTo>
                      <a:pt x="504" y="0"/>
                    </a:moveTo>
                    <a:cubicBezTo>
                      <a:pt x="307" y="0"/>
                      <a:pt x="144" y="146"/>
                      <a:pt x="116" y="336"/>
                    </a:cubicBezTo>
                    <a:cubicBezTo>
                      <a:pt x="0" y="336"/>
                      <a:pt x="0" y="336"/>
                      <a:pt x="0" y="336"/>
                    </a:cubicBezTo>
                    <a:cubicBezTo>
                      <a:pt x="168" y="560"/>
                      <a:pt x="168" y="560"/>
                      <a:pt x="168" y="560"/>
                    </a:cubicBezTo>
                    <a:cubicBezTo>
                      <a:pt x="336" y="336"/>
                      <a:pt x="336" y="336"/>
                      <a:pt x="336" y="336"/>
                    </a:cubicBezTo>
                    <a:cubicBezTo>
                      <a:pt x="230" y="336"/>
                      <a:pt x="230" y="336"/>
                      <a:pt x="230" y="336"/>
                    </a:cubicBezTo>
                    <a:cubicBezTo>
                      <a:pt x="256" y="208"/>
                      <a:pt x="369" y="112"/>
                      <a:pt x="504" y="112"/>
                    </a:cubicBezTo>
                    <a:cubicBezTo>
                      <a:pt x="658" y="112"/>
                      <a:pt x="784" y="238"/>
                      <a:pt x="784" y="392"/>
                    </a:cubicBezTo>
                    <a:cubicBezTo>
                      <a:pt x="784" y="546"/>
                      <a:pt x="658" y="672"/>
                      <a:pt x="504" y="672"/>
                    </a:cubicBezTo>
                    <a:cubicBezTo>
                      <a:pt x="504" y="784"/>
                      <a:pt x="504" y="784"/>
                      <a:pt x="504" y="784"/>
                    </a:cubicBezTo>
                    <a:cubicBezTo>
                      <a:pt x="721" y="784"/>
                      <a:pt x="896" y="609"/>
                      <a:pt x="896" y="392"/>
                    </a:cubicBezTo>
                    <a:cubicBezTo>
                      <a:pt x="896" y="175"/>
                      <a:pt x="721" y="0"/>
                      <a:pt x="504" y="0"/>
                    </a:cubicBezTo>
                    <a:close/>
                  </a:path>
                </a:pathLst>
              </a:custGeom>
              <a:solidFill>
                <a:schemeClr val="bg1">
                  <a:lumMod val="5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prstClr val="black"/>
                  </a:solidFill>
                  <a:latin typeface="Roboto Lt"/>
                  <a:cs typeface="Simplified Arabic" panose="02020603050405020304" pitchFamily="18" charset="-78"/>
                </a:endParaRPr>
              </a:p>
            </p:txBody>
          </p:sp>
          <p:sp>
            <p:nvSpPr>
              <p:cNvPr id="19" name="Oval 6"/>
              <p:cNvSpPr>
                <a:spLocks/>
              </p:cNvSpPr>
              <p:nvPr/>
            </p:nvSpPr>
            <p:spPr bwMode="auto">
              <a:xfrm>
                <a:off x="1655635" y="2814331"/>
                <a:ext cx="95903" cy="95276"/>
              </a:xfrm>
              <a:prstGeom prst="ellipse">
                <a:avLst/>
              </a:prstGeom>
              <a:solidFill>
                <a:schemeClr val="accent5"/>
              </a:solidFill>
              <a:ln w="25400" cap="flat">
                <a:noFill/>
                <a:prstDash val="solid"/>
                <a:miter lim="800000"/>
                <a:headEnd type="none" w="med" len="med"/>
                <a:tailEnd type="none" w="med" len="med"/>
              </a:ln>
            </p:spPr>
            <p:txBody>
              <a:bodyPr lIns="0" tIns="0" rIns="0" bIns="0"/>
              <a:lstStyle/>
              <a:p>
                <a:pPr fontAlgn="auto">
                  <a:spcBef>
                    <a:spcPts val="0"/>
                  </a:spcBef>
                  <a:spcAft>
                    <a:spcPts val="0"/>
                  </a:spcAft>
                </a:pPr>
                <a:endParaRPr lang="id-ID" dirty="0">
                  <a:solidFill>
                    <a:prstClr val="black"/>
                  </a:solidFill>
                  <a:latin typeface="Roboto Lt"/>
                  <a:cs typeface="Simplified Arabic" panose="02020603050405020304" pitchFamily="18" charset="-78"/>
                </a:endParaRPr>
              </a:p>
            </p:txBody>
          </p:sp>
        </p:grpSp>
        <p:sp>
          <p:nvSpPr>
            <p:cNvPr id="8" name="TextBox 7"/>
            <p:cNvSpPr txBox="1"/>
            <p:nvPr/>
          </p:nvSpPr>
          <p:spPr>
            <a:xfrm>
              <a:off x="2353072" y="3063038"/>
              <a:ext cx="1521551" cy="255603"/>
            </a:xfrm>
            <a:prstGeom prst="rect">
              <a:avLst/>
            </a:prstGeom>
            <a:noFill/>
          </p:spPr>
          <p:txBody>
            <a:bodyPr wrap="none" rtlCol="0">
              <a:spAutoFit/>
            </a:bodyPr>
            <a:lstStyle/>
            <a:p>
              <a:pPr fontAlgn="auto">
                <a:spcBef>
                  <a:spcPts val="0"/>
                </a:spcBef>
                <a:spcAft>
                  <a:spcPts val="0"/>
                </a:spcAft>
              </a:pPr>
              <a:r>
                <a:rPr lang="id-ID" sz="900" dirty="0" smtClean="0">
                  <a:solidFill>
                    <a:prstClr val="white">
                      <a:lumMod val="65000"/>
                    </a:prstClr>
                  </a:solidFill>
                  <a:latin typeface="Roboto"/>
                  <a:cs typeface="Simplified Arabic" panose="02020603050405020304" pitchFamily="18" charset="-78"/>
                </a:rPr>
                <a:t>www.designcorner.com</a:t>
              </a:r>
              <a:endParaRPr lang="id-ID" sz="900" dirty="0">
                <a:solidFill>
                  <a:prstClr val="white">
                    <a:lumMod val="65000"/>
                  </a:prstClr>
                </a:solidFill>
                <a:latin typeface="Roboto"/>
                <a:cs typeface="Simplified Arabic" panose="02020603050405020304" pitchFamily="18" charset="-78"/>
              </a:endParaRPr>
            </a:p>
          </p:txBody>
        </p:sp>
      </p:grpSp>
      <p:sp>
        <p:nvSpPr>
          <p:cNvPr id="29"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0"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31"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32" name="Picture Placeholder 30"/>
          <p:cNvSpPr>
            <a:spLocks noGrp="1"/>
          </p:cNvSpPr>
          <p:nvPr>
            <p:ph type="pic" sz="quarter" idx="36" hasCustomPrompt="1"/>
          </p:nvPr>
        </p:nvSpPr>
        <p:spPr>
          <a:xfrm>
            <a:off x="-1" y="3411787"/>
            <a:ext cx="6136175" cy="3446213"/>
          </a:xfrm>
          <a:solidFill>
            <a:schemeClr val="bg1">
              <a:lumMod val="85000"/>
            </a:schemeClr>
          </a:solidFill>
        </p:spPr>
        <p:txBody>
          <a:bodyPr/>
          <a:lstStyle>
            <a:lvl1pPr>
              <a:defRPr/>
            </a:lvl1pPr>
          </a:lstStyle>
          <a:p>
            <a:r>
              <a:rPr lang="id-ID" dirty="0" smtClean="0"/>
              <a:t>Pic here</a:t>
            </a:r>
            <a:endParaRPr lang="en-AU" dirty="0"/>
          </a:p>
        </p:txBody>
      </p:sp>
    </p:spTree>
    <p:extLst>
      <p:ext uri="{BB962C8B-B14F-4D97-AF65-F5344CB8AC3E}">
        <p14:creationId xmlns:p14="http://schemas.microsoft.com/office/powerpoint/2010/main" val="146924636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100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30">
                                            <p:txEl>
                                              <p:pRg st="0" end="0"/>
                                            </p:txEl>
                                          </p:spTgt>
                                        </p:tgtEl>
                                        <p:attrNameLst>
                                          <p:attrName>style.visibility</p:attrName>
                                        </p:attrNameLst>
                                      </p:cBhvr>
                                      <p:to>
                                        <p:strVal val="visible"/>
                                      </p:to>
                                    </p:set>
                                    <p:animEffect transition="in" filter="fade">
                                      <p:cBhvr>
                                        <p:cTn id="7" dur="500"/>
                                        <p:tgtEl>
                                          <p:spTgt spid="30">
                                            <p:txEl>
                                              <p:pRg st="0" end="0"/>
                                            </p:txEl>
                                          </p:spTgt>
                                        </p:tgtEl>
                                      </p:cBhvr>
                                    </p:animEffect>
                                  </p:childTnLst>
                                </p:cTn>
                              </p:par>
                            </p:childTnLst>
                          </p:cTn>
                        </p:par>
                        <p:par>
                          <p:cTn id="8" fill="hold">
                            <p:stCondLst>
                              <p:cond delay="1500"/>
                            </p:stCondLst>
                            <p:childTnLst>
                              <p:par>
                                <p:cTn id="9" presetID="10" presetClass="entr" presetSubtype="0" fill="hold" grpId="0" nodeType="afterEffect">
                                  <p:stCondLst>
                                    <p:cond delay="0"/>
                                  </p:stCondLst>
                                  <p:childTnLst>
                                    <p:set>
                                      <p:cBhvr>
                                        <p:cTn id="10" dur="1" fill="hold">
                                          <p:stCondLst>
                                            <p:cond delay="0"/>
                                          </p:stCondLst>
                                        </p:cTn>
                                        <p:tgtEl>
                                          <p:spTgt spid="29"/>
                                        </p:tgtEl>
                                        <p:attrNameLst>
                                          <p:attrName>style.visibility</p:attrName>
                                        </p:attrNameLst>
                                      </p:cBhvr>
                                      <p:to>
                                        <p:strVal val="visible"/>
                                      </p:to>
                                    </p:set>
                                    <p:animEffect transition="in" filter="fade">
                                      <p:cBhvr>
                                        <p:cTn id="11" dur="500"/>
                                        <p:tgtEl>
                                          <p:spTgt spid="29"/>
                                        </p:tgtEl>
                                      </p:cBhvr>
                                    </p:animEffect>
                                  </p:childTnLst>
                                </p:cTn>
                              </p:par>
                            </p:childTnLst>
                          </p:cTn>
                        </p:par>
                        <p:par>
                          <p:cTn id="12" fill="hold">
                            <p:stCondLst>
                              <p:cond delay="2000"/>
                            </p:stCondLst>
                            <p:childTnLst>
                              <p:par>
                                <p:cTn id="13" presetID="42" presetClass="entr" presetSubtype="0" fill="hold" grpId="0" nodeType="afterEffect">
                                  <p:stCondLst>
                                    <p:cond delay="0"/>
                                  </p:stCondLst>
                                  <p:childTnLst>
                                    <p:set>
                                      <p:cBhvr>
                                        <p:cTn id="14" dur="1" fill="hold">
                                          <p:stCondLst>
                                            <p:cond delay="0"/>
                                          </p:stCondLst>
                                        </p:cTn>
                                        <p:tgtEl>
                                          <p:spTgt spid="31">
                                            <p:txEl>
                                              <p:pRg st="0" end="0"/>
                                            </p:txEl>
                                          </p:spTgt>
                                        </p:tgtEl>
                                        <p:attrNameLst>
                                          <p:attrName>style.visibility</p:attrName>
                                        </p:attrNameLst>
                                      </p:cBhvr>
                                      <p:to>
                                        <p:strVal val="visible"/>
                                      </p:to>
                                    </p:set>
                                    <p:animEffect transition="in" filter="fade">
                                      <p:cBhvr>
                                        <p:cTn id="15" dur="500"/>
                                        <p:tgtEl>
                                          <p:spTgt spid="31">
                                            <p:txEl>
                                              <p:pRg st="0" end="0"/>
                                            </p:txEl>
                                          </p:spTgt>
                                        </p:tgtEl>
                                      </p:cBhvr>
                                    </p:animEffect>
                                    <p:anim calcmode="lin" valueType="num">
                                      <p:cBhvr>
                                        <p:cTn id="16" dur="500" fill="hold"/>
                                        <p:tgtEl>
                                          <p:spTgt spid="31">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31">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2500"/>
                            </p:stCondLst>
                            <p:childTnLst>
                              <p:par>
                                <p:cTn id="19" presetID="42" presetClass="entr" presetSubtype="0" fill="hold" nodeType="afterEffect">
                                  <p:stCondLst>
                                    <p:cond delay="0"/>
                                  </p:stCondLst>
                                  <p:childTnLst>
                                    <p:set>
                                      <p:cBhvr>
                                        <p:cTn id="20" dur="1" fill="hold">
                                          <p:stCondLst>
                                            <p:cond delay="0"/>
                                          </p:stCondLst>
                                        </p:cTn>
                                        <p:tgtEl>
                                          <p:spTgt spid="6"/>
                                        </p:tgtEl>
                                        <p:attrNameLst>
                                          <p:attrName>style.visibility</p:attrName>
                                        </p:attrNameLst>
                                      </p:cBhvr>
                                      <p:to>
                                        <p:strVal val="visible"/>
                                      </p:to>
                                    </p:set>
                                    <p:animEffect transition="in" filter="fade">
                                      <p:cBhvr>
                                        <p:cTn id="21" dur="1000"/>
                                        <p:tgtEl>
                                          <p:spTgt spid="6"/>
                                        </p:tgtEl>
                                      </p:cBhvr>
                                    </p:animEffect>
                                    <p:anim calcmode="lin" valueType="num">
                                      <p:cBhvr>
                                        <p:cTn id="22" dur="1000" fill="hold"/>
                                        <p:tgtEl>
                                          <p:spTgt spid="6"/>
                                        </p:tgtEl>
                                        <p:attrNameLst>
                                          <p:attrName>ppt_x</p:attrName>
                                        </p:attrNameLst>
                                      </p:cBhvr>
                                      <p:tavLst>
                                        <p:tav tm="0">
                                          <p:val>
                                            <p:strVal val="#ppt_x"/>
                                          </p:val>
                                        </p:tav>
                                        <p:tav tm="100000">
                                          <p:val>
                                            <p:strVal val="#ppt_x"/>
                                          </p:val>
                                        </p:tav>
                                      </p:tavLst>
                                    </p:anim>
                                    <p:anim calcmode="lin" valueType="num">
                                      <p:cBhvr>
                                        <p:cTn id="23" dur="1000" fill="hold"/>
                                        <p:tgtEl>
                                          <p:spTgt spid="6"/>
                                        </p:tgtEl>
                                        <p:attrNameLst>
                                          <p:attrName>ppt_y</p:attrName>
                                        </p:attrNameLst>
                                      </p:cBhvr>
                                      <p:tavLst>
                                        <p:tav tm="0">
                                          <p:val>
                                            <p:strVal val="#ppt_y+.1"/>
                                          </p:val>
                                        </p:tav>
                                        <p:tav tm="100000">
                                          <p:val>
                                            <p:strVal val="#ppt_y"/>
                                          </p:val>
                                        </p:tav>
                                      </p:tavLst>
                                    </p:anim>
                                  </p:childTnLst>
                                </p:cTn>
                              </p:par>
                            </p:childTnLst>
                          </p:cTn>
                        </p:par>
                        <p:par>
                          <p:cTn id="24" fill="hold">
                            <p:stCondLst>
                              <p:cond delay="3500"/>
                            </p:stCondLst>
                            <p:childTnLst>
                              <p:par>
                                <p:cTn id="25" presetID="42" presetClass="entr" presetSubtype="0" fill="hold" grpId="0" nodeType="afterEffect">
                                  <p:stCondLst>
                                    <p:cond delay="0"/>
                                  </p:stCondLst>
                                  <p:childTnLst>
                                    <p:set>
                                      <p:cBhvr>
                                        <p:cTn id="26" dur="1" fill="hold">
                                          <p:stCondLst>
                                            <p:cond delay="0"/>
                                          </p:stCondLst>
                                        </p:cTn>
                                        <p:tgtEl>
                                          <p:spTgt spid="32"/>
                                        </p:tgtEl>
                                        <p:attrNameLst>
                                          <p:attrName>style.visibility</p:attrName>
                                        </p:attrNameLst>
                                      </p:cBhvr>
                                      <p:to>
                                        <p:strVal val="visible"/>
                                      </p:to>
                                    </p:set>
                                    <p:animEffect transition="in" filter="fade">
                                      <p:cBhvr>
                                        <p:cTn id="27" dur="500"/>
                                        <p:tgtEl>
                                          <p:spTgt spid="32"/>
                                        </p:tgtEl>
                                      </p:cBhvr>
                                    </p:animEffect>
                                    <p:anim calcmode="lin" valueType="num">
                                      <p:cBhvr>
                                        <p:cTn id="28" dur="500" fill="hold"/>
                                        <p:tgtEl>
                                          <p:spTgt spid="32"/>
                                        </p:tgtEl>
                                        <p:attrNameLst>
                                          <p:attrName>ppt_x</p:attrName>
                                        </p:attrNameLst>
                                      </p:cBhvr>
                                      <p:tavLst>
                                        <p:tav tm="0">
                                          <p:val>
                                            <p:strVal val="#ppt_x"/>
                                          </p:val>
                                        </p:tav>
                                        <p:tav tm="100000">
                                          <p:val>
                                            <p:strVal val="#ppt_x"/>
                                          </p:val>
                                        </p:tav>
                                      </p:tavLst>
                                    </p:anim>
                                    <p:anim calcmode="lin" valueType="num">
                                      <p:cBhvr>
                                        <p:cTn id="29" dur="500" fill="hold"/>
                                        <p:tgtEl>
                                          <p:spTgt spid="3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p:bldP spid="30"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30"/>
                        </p:tgtEl>
                        <p:attrNameLst>
                          <p:attrName>style.visibility</p:attrName>
                        </p:attrNameLst>
                      </p:cBhvr>
                      <p:to>
                        <p:strVal val="visible"/>
                      </p:to>
                    </p:set>
                    <p:animEffect transition="in" filter="fade">
                      <p:cBhvr>
                        <p:cTn dur="500"/>
                        <p:tgtEl>
                          <p:spTgt spid="30"/>
                        </p:tgtEl>
                      </p:cBhvr>
                    </p:animEffect>
                  </p:childTnLst>
                </p:cTn>
              </p:par>
            </p:tnLst>
          </p:tmpl>
        </p:tmplLst>
      </p:bldP>
      <p:bldP spid="31" grpId="0" build="p">
        <p:tmplLst>
          <p:tmpl lvl="1">
            <p:tnLst>
              <p:par>
                <p:cTn presetID="42" presetClass="entr" presetSubtype="0" fill="hold" nodeType="afterEffect">
                  <p:stCondLst>
                    <p:cond delay="0"/>
                  </p:stCondLst>
                  <p:childTnLst>
                    <p:set>
                      <p:cBhvr>
                        <p:cTn dur="1" fill="hold">
                          <p:stCondLst>
                            <p:cond delay="0"/>
                          </p:stCondLst>
                        </p:cTn>
                        <p:tgtEl>
                          <p:spTgt spid="31"/>
                        </p:tgtEl>
                        <p:attrNameLst>
                          <p:attrName>style.visibility</p:attrName>
                        </p:attrNameLst>
                      </p:cBhvr>
                      <p:to>
                        <p:strVal val="visible"/>
                      </p:to>
                    </p:set>
                    <p:animEffect transition="in" filter="fade">
                      <p:cBhvr>
                        <p:cTn dur="500"/>
                        <p:tgtEl>
                          <p:spTgt spid="31"/>
                        </p:tgtEl>
                      </p:cBhvr>
                    </p:animEffect>
                    <p:anim calcmode="lin" valueType="num">
                      <p:cBhvr>
                        <p:cTn dur="500" fill="hold"/>
                        <p:tgtEl>
                          <p:spTgt spid="31"/>
                        </p:tgtEl>
                        <p:attrNameLst>
                          <p:attrName>ppt_x</p:attrName>
                        </p:attrNameLst>
                      </p:cBhvr>
                      <p:tavLst>
                        <p:tav tm="0">
                          <p:val>
                            <p:strVal val="#ppt_x"/>
                          </p:val>
                        </p:tav>
                        <p:tav tm="100000">
                          <p:val>
                            <p:strVal val="#ppt_x"/>
                          </p:val>
                        </p:tav>
                      </p:tavLst>
                    </p:anim>
                    <p:anim calcmode="lin" valueType="num">
                      <p:cBhvr>
                        <p:cTn dur="500" fill="hold"/>
                        <p:tgtEl>
                          <p:spTgt spid="31"/>
                        </p:tgtEl>
                        <p:attrNameLst>
                          <p:attrName>ppt_y</p:attrName>
                        </p:attrNameLst>
                      </p:cBhvr>
                      <p:tavLst>
                        <p:tav tm="0">
                          <p:val>
                            <p:strVal val="#ppt_y+.1"/>
                          </p:val>
                        </p:tav>
                        <p:tav tm="100000">
                          <p:val>
                            <p:strVal val="#ppt_y"/>
                          </p:val>
                        </p:tav>
                      </p:tavLst>
                    </p:anim>
                  </p:childTnLst>
                </p:cTn>
              </p:par>
            </p:tnLst>
          </p:tmpl>
        </p:tmplLst>
      </p:bldP>
      <p:bldP spid="32" grpId="0" animBg="1"/>
    </p:bldLst>
  </p:timing>
</p:sldLayout>
</file>

<file path=ppt/slideLayouts/slideLayout273.xml><?xml version="1.0" encoding="utf-8"?>
<p:sldLayout xmlns:a="http://schemas.openxmlformats.org/drawingml/2006/main" xmlns:r="http://schemas.openxmlformats.org/officeDocument/2006/relationships" xmlns:p="http://schemas.openxmlformats.org/presentationml/2006/main" preserve="1" userDrawn="1">
  <p:cSld name="21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15"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1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28" name="Picture Placeholder 30"/>
          <p:cNvSpPr>
            <a:spLocks noGrp="1"/>
          </p:cNvSpPr>
          <p:nvPr>
            <p:ph type="pic" sz="quarter" idx="36" hasCustomPrompt="1"/>
          </p:nvPr>
        </p:nvSpPr>
        <p:spPr>
          <a:xfrm>
            <a:off x="1" y="2071466"/>
            <a:ext cx="4038600" cy="2393267"/>
          </a:xfrm>
          <a:solidFill>
            <a:schemeClr val="bg1">
              <a:lumMod val="85000"/>
            </a:schemeClr>
          </a:solidFill>
        </p:spPr>
        <p:txBody>
          <a:bodyPr/>
          <a:lstStyle>
            <a:lvl1pPr>
              <a:defRPr/>
            </a:lvl1pPr>
          </a:lstStyle>
          <a:p>
            <a:r>
              <a:rPr lang="id-ID" dirty="0" smtClean="0"/>
              <a:t>Pic here</a:t>
            </a:r>
            <a:endParaRPr lang="en-AU" dirty="0"/>
          </a:p>
        </p:txBody>
      </p:sp>
      <p:sp>
        <p:nvSpPr>
          <p:cNvPr id="29" name="Picture Placeholder 30"/>
          <p:cNvSpPr>
            <a:spLocks noGrp="1"/>
          </p:cNvSpPr>
          <p:nvPr>
            <p:ph type="pic" sz="quarter" idx="37" hasCustomPrompt="1"/>
          </p:nvPr>
        </p:nvSpPr>
        <p:spPr>
          <a:xfrm>
            <a:off x="0" y="4464733"/>
            <a:ext cx="4038600" cy="2393267"/>
          </a:xfrm>
          <a:solidFill>
            <a:schemeClr val="bg1">
              <a:lumMod val="85000"/>
            </a:schemeClr>
          </a:solidFill>
        </p:spPr>
        <p:txBody>
          <a:bodyPr/>
          <a:lstStyle>
            <a:lvl1pPr>
              <a:defRPr/>
            </a:lvl1pPr>
          </a:lstStyle>
          <a:p>
            <a:r>
              <a:rPr lang="id-ID" dirty="0" smtClean="0"/>
              <a:t>Pic here</a:t>
            </a:r>
            <a:endParaRPr lang="en-AU" dirty="0"/>
          </a:p>
        </p:txBody>
      </p:sp>
      <p:sp>
        <p:nvSpPr>
          <p:cNvPr id="30" name="Picture Placeholder 30"/>
          <p:cNvSpPr>
            <a:spLocks noGrp="1"/>
          </p:cNvSpPr>
          <p:nvPr>
            <p:ph type="pic" sz="quarter" idx="38" hasCustomPrompt="1"/>
          </p:nvPr>
        </p:nvSpPr>
        <p:spPr>
          <a:xfrm>
            <a:off x="4038600" y="2071466"/>
            <a:ext cx="4038600" cy="2393267"/>
          </a:xfrm>
          <a:solidFill>
            <a:schemeClr val="bg1">
              <a:lumMod val="85000"/>
            </a:schemeClr>
          </a:solidFill>
        </p:spPr>
        <p:txBody>
          <a:bodyPr/>
          <a:lstStyle>
            <a:lvl1pPr>
              <a:defRPr/>
            </a:lvl1pPr>
          </a:lstStyle>
          <a:p>
            <a:r>
              <a:rPr lang="id-ID" dirty="0" smtClean="0"/>
              <a:t>Pic here</a:t>
            </a:r>
            <a:endParaRPr lang="en-AU" dirty="0"/>
          </a:p>
        </p:txBody>
      </p:sp>
      <p:sp>
        <p:nvSpPr>
          <p:cNvPr id="31" name="Picture Placeholder 30"/>
          <p:cNvSpPr>
            <a:spLocks noGrp="1"/>
          </p:cNvSpPr>
          <p:nvPr>
            <p:ph type="pic" sz="quarter" idx="39" hasCustomPrompt="1"/>
          </p:nvPr>
        </p:nvSpPr>
        <p:spPr>
          <a:xfrm>
            <a:off x="4038599" y="4464733"/>
            <a:ext cx="4038600" cy="2393267"/>
          </a:xfrm>
          <a:solidFill>
            <a:schemeClr val="bg1">
              <a:lumMod val="85000"/>
            </a:schemeClr>
          </a:solidFill>
        </p:spPr>
        <p:txBody>
          <a:bodyPr/>
          <a:lstStyle>
            <a:lvl1pPr>
              <a:defRPr/>
            </a:lvl1pPr>
          </a:lstStyle>
          <a:p>
            <a:r>
              <a:rPr lang="id-ID" dirty="0" smtClean="0"/>
              <a:t>Pic here</a:t>
            </a:r>
            <a:endParaRPr lang="en-AU" dirty="0"/>
          </a:p>
        </p:txBody>
      </p:sp>
      <p:grpSp>
        <p:nvGrpSpPr>
          <p:cNvPr id="6" name="Group 5"/>
          <p:cNvGrpSpPr/>
          <p:nvPr userDrawn="1"/>
        </p:nvGrpSpPr>
        <p:grpSpPr>
          <a:xfrm>
            <a:off x="8077197" y="2071466"/>
            <a:ext cx="4114803" cy="4786534"/>
            <a:chOff x="8077197" y="2071466"/>
            <a:chExt cx="4114803" cy="3172804"/>
          </a:xfrm>
        </p:grpSpPr>
        <p:sp>
          <p:nvSpPr>
            <p:cNvPr id="2" name="Rectangle 1"/>
            <p:cNvSpPr/>
            <p:nvPr userDrawn="1"/>
          </p:nvSpPr>
          <p:spPr>
            <a:xfrm>
              <a:off x="8077199" y="2071466"/>
              <a:ext cx="4114801" cy="80236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3" name="Rectangle 32"/>
            <p:cNvSpPr/>
            <p:nvPr userDrawn="1"/>
          </p:nvSpPr>
          <p:spPr>
            <a:xfrm>
              <a:off x="8077198" y="2866917"/>
              <a:ext cx="4114801" cy="80236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4" name="Rectangle 33"/>
            <p:cNvSpPr/>
            <p:nvPr userDrawn="1"/>
          </p:nvSpPr>
          <p:spPr>
            <a:xfrm>
              <a:off x="8077197" y="3657868"/>
              <a:ext cx="4114801" cy="802363"/>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5" name="Rectangle 34"/>
            <p:cNvSpPr/>
            <p:nvPr userDrawn="1"/>
          </p:nvSpPr>
          <p:spPr>
            <a:xfrm>
              <a:off x="8077199" y="4441907"/>
              <a:ext cx="4114801" cy="80236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grpSp>
    </p:spTree>
    <p:extLst>
      <p:ext uri="{BB962C8B-B14F-4D97-AF65-F5344CB8AC3E}">
        <p14:creationId xmlns:p14="http://schemas.microsoft.com/office/powerpoint/2010/main" val="132693768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500"/>
                                        <p:tgtEl>
                                          <p:spTgt spid="15"/>
                                        </p:tgtEl>
                                      </p:cBhvr>
                                    </p:animEffect>
                                  </p:childTnLst>
                                </p:cTn>
                              </p:par>
                            </p:childTnLst>
                          </p:cTn>
                        </p:par>
                        <p:par>
                          <p:cTn id="8" fill="hold">
                            <p:stCondLst>
                              <p:cond delay="500"/>
                            </p:stCondLst>
                            <p:childTnLst>
                              <p:par>
                                <p:cTn id="9" presetID="42" presetClass="entr" presetSubtype="0" fill="hold" grpId="0" nodeType="afterEffect">
                                  <p:stCondLst>
                                    <p:cond delay="0"/>
                                  </p:stCondLst>
                                  <p:childTnLst>
                                    <p:set>
                                      <p:cBhvr>
                                        <p:cTn id="10" dur="1" fill="hold">
                                          <p:stCondLst>
                                            <p:cond delay="0"/>
                                          </p:stCondLst>
                                        </p:cTn>
                                        <p:tgtEl>
                                          <p:spTgt spid="18">
                                            <p:txEl>
                                              <p:pRg st="0" end="0"/>
                                            </p:txEl>
                                          </p:spTgt>
                                        </p:tgtEl>
                                        <p:attrNameLst>
                                          <p:attrName>style.visibility</p:attrName>
                                        </p:attrNameLst>
                                      </p:cBhvr>
                                      <p:to>
                                        <p:strVal val="visible"/>
                                      </p:to>
                                    </p:set>
                                    <p:animEffect transition="in" filter="fade">
                                      <p:cBhvr>
                                        <p:cTn id="11" dur="500"/>
                                        <p:tgtEl>
                                          <p:spTgt spid="18">
                                            <p:txEl>
                                              <p:pRg st="0" end="0"/>
                                            </p:txEl>
                                          </p:spTgt>
                                        </p:tgtEl>
                                      </p:cBhvr>
                                    </p:animEffect>
                                    <p:anim calcmode="lin" valueType="num">
                                      <p:cBhvr>
                                        <p:cTn id="12" dur="500" fill="hold"/>
                                        <p:tgtEl>
                                          <p:spTgt spid="18">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18">
                                            <p:txEl>
                                              <p:pRg st="0" end="0"/>
                                            </p:txEl>
                                          </p:spTgt>
                                        </p:tgtEl>
                                        <p:attrNameLst>
                                          <p:attrName>ppt_y</p:attrName>
                                        </p:attrNameLst>
                                      </p:cBhvr>
                                      <p:tavLst>
                                        <p:tav tm="0">
                                          <p:val>
                                            <p:strVal val="#ppt_y+.1"/>
                                          </p:val>
                                        </p:tav>
                                        <p:tav tm="100000">
                                          <p:val>
                                            <p:strVal val="#ppt_y"/>
                                          </p:val>
                                        </p:tav>
                                      </p:tavLst>
                                    </p:anim>
                                  </p:childTnLst>
                                </p:cTn>
                              </p:par>
                            </p:childTnLst>
                          </p:cTn>
                        </p:par>
                        <p:par>
                          <p:cTn id="14" fill="hold">
                            <p:stCondLst>
                              <p:cond delay="1000"/>
                            </p:stCondLst>
                            <p:childTnLst>
                              <p:par>
                                <p:cTn id="15" presetID="42" presetClass="entr" presetSubtype="0" fill="hold" grpId="0" nodeType="afterEffect">
                                  <p:stCondLst>
                                    <p:cond delay="0"/>
                                  </p:stCondLst>
                                  <p:childTnLst>
                                    <p:set>
                                      <p:cBhvr>
                                        <p:cTn id="16" dur="1" fill="hold">
                                          <p:stCondLst>
                                            <p:cond delay="0"/>
                                          </p:stCondLst>
                                        </p:cTn>
                                        <p:tgtEl>
                                          <p:spTgt spid="28"/>
                                        </p:tgtEl>
                                        <p:attrNameLst>
                                          <p:attrName>style.visibility</p:attrName>
                                        </p:attrNameLst>
                                      </p:cBhvr>
                                      <p:to>
                                        <p:strVal val="visible"/>
                                      </p:to>
                                    </p:set>
                                    <p:animEffect transition="in" filter="fade">
                                      <p:cBhvr>
                                        <p:cTn id="17" dur="500"/>
                                        <p:tgtEl>
                                          <p:spTgt spid="28"/>
                                        </p:tgtEl>
                                      </p:cBhvr>
                                    </p:animEffect>
                                    <p:anim calcmode="lin" valueType="num">
                                      <p:cBhvr>
                                        <p:cTn id="18" dur="500" fill="hold"/>
                                        <p:tgtEl>
                                          <p:spTgt spid="28"/>
                                        </p:tgtEl>
                                        <p:attrNameLst>
                                          <p:attrName>ppt_x</p:attrName>
                                        </p:attrNameLst>
                                      </p:cBhvr>
                                      <p:tavLst>
                                        <p:tav tm="0">
                                          <p:val>
                                            <p:strVal val="#ppt_x"/>
                                          </p:val>
                                        </p:tav>
                                        <p:tav tm="100000">
                                          <p:val>
                                            <p:strVal val="#ppt_x"/>
                                          </p:val>
                                        </p:tav>
                                      </p:tavLst>
                                    </p:anim>
                                    <p:anim calcmode="lin" valueType="num">
                                      <p:cBhvr>
                                        <p:cTn id="19" dur="500" fill="hold"/>
                                        <p:tgtEl>
                                          <p:spTgt spid="28"/>
                                        </p:tgtEl>
                                        <p:attrNameLst>
                                          <p:attrName>ppt_y</p:attrName>
                                        </p:attrNameLst>
                                      </p:cBhvr>
                                      <p:tavLst>
                                        <p:tav tm="0">
                                          <p:val>
                                            <p:strVal val="#ppt_y+.1"/>
                                          </p:val>
                                        </p:tav>
                                        <p:tav tm="100000">
                                          <p:val>
                                            <p:strVal val="#ppt_y"/>
                                          </p:val>
                                        </p:tav>
                                      </p:tavLst>
                                    </p:anim>
                                  </p:childTnLst>
                                </p:cTn>
                              </p:par>
                            </p:childTnLst>
                          </p:cTn>
                        </p:par>
                        <p:par>
                          <p:cTn id="20" fill="hold">
                            <p:stCondLst>
                              <p:cond delay="1500"/>
                            </p:stCondLst>
                            <p:childTnLst>
                              <p:par>
                                <p:cTn id="21" presetID="42" presetClass="entr" presetSubtype="0" fill="hold" grpId="0" nodeType="afterEffect">
                                  <p:stCondLst>
                                    <p:cond delay="0"/>
                                  </p:stCondLst>
                                  <p:childTnLst>
                                    <p:set>
                                      <p:cBhvr>
                                        <p:cTn id="22" dur="1" fill="hold">
                                          <p:stCondLst>
                                            <p:cond delay="0"/>
                                          </p:stCondLst>
                                        </p:cTn>
                                        <p:tgtEl>
                                          <p:spTgt spid="29"/>
                                        </p:tgtEl>
                                        <p:attrNameLst>
                                          <p:attrName>style.visibility</p:attrName>
                                        </p:attrNameLst>
                                      </p:cBhvr>
                                      <p:to>
                                        <p:strVal val="visible"/>
                                      </p:to>
                                    </p:set>
                                    <p:animEffect transition="in" filter="fade">
                                      <p:cBhvr>
                                        <p:cTn id="23" dur="500"/>
                                        <p:tgtEl>
                                          <p:spTgt spid="29"/>
                                        </p:tgtEl>
                                      </p:cBhvr>
                                    </p:animEffect>
                                    <p:anim calcmode="lin" valueType="num">
                                      <p:cBhvr>
                                        <p:cTn id="24" dur="500" fill="hold"/>
                                        <p:tgtEl>
                                          <p:spTgt spid="29"/>
                                        </p:tgtEl>
                                        <p:attrNameLst>
                                          <p:attrName>ppt_x</p:attrName>
                                        </p:attrNameLst>
                                      </p:cBhvr>
                                      <p:tavLst>
                                        <p:tav tm="0">
                                          <p:val>
                                            <p:strVal val="#ppt_x"/>
                                          </p:val>
                                        </p:tav>
                                        <p:tav tm="100000">
                                          <p:val>
                                            <p:strVal val="#ppt_x"/>
                                          </p:val>
                                        </p:tav>
                                      </p:tavLst>
                                    </p:anim>
                                    <p:anim calcmode="lin" valueType="num">
                                      <p:cBhvr>
                                        <p:cTn id="25" dur="500" fill="hold"/>
                                        <p:tgtEl>
                                          <p:spTgt spid="29"/>
                                        </p:tgtEl>
                                        <p:attrNameLst>
                                          <p:attrName>ppt_y</p:attrName>
                                        </p:attrNameLst>
                                      </p:cBhvr>
                                      <p:tavLst>
                                        <p:tav tm="0">
                                          <p:val>
                                            <p:strVal val="#ppt_y+.1"/>
                                          </p:val>
                                        </p:tav>
                                        <p:tav tm="100000">
                                          <p:val>
                                            <p:strVal val="#ppt_y"/>
                                          </p:val>
                                        </p:tav>
                                      </p:tavLst>
                                    </p:anim>
                                  </p:childTnLst>
                                </p:cTn>
                              </p:par>
                            </p:childTnLst>
                          </p:cTn>
                        </p:par>
                        <p:par>
                          <p:cTn id="26" fill="hold">
                            <p:stCondLst>
                              <p:cond delay="2000"/>
                            </p:stCondLst>
                            <p:childTnLst>
                              <p:par>
                                <p:cTn id="27" presetID="42" presetClass="entr" presetSubtype="0" fill="hold" grpId="0" nodeType="afterEffect">
                                  <p:stCondLst>
                                    <p:cond delay="0"/>
                                  </p:stCondLst>
                                  <p:childTnLst>
                                    <p:set>
                                      <p:cBhvr>
                                        <p:cTn id="28" dur="1" fill="hold">
                                          <p:stCondLst>
                                            <p:cond delay="0"/>
                                          </p:stCondLst>
                                        </p:cTn>
                                        <p:tgtEl>
                                          <p:spTgt spid="30"/>
                                        </p:tgtEl>
                                        <p:attrNameLst>
                                          <p:attrName>style.visibility</p:attrName>
                                        </p:attrNameLst>
                                      </p:cBhvr>
                                      <p:to>
                                        <p:strVal val="visible"/>
                                      </p:to>
                                    </p:set>
                                    <p:animEffect transition="in" filter="fade">
                                      <p:cBhvr>
                                        <p:cTn id="29" dur="500"/>
                                        <p:tgtEl>
                                          <p:spTgt spid="30"/>
                                        </p:tgtEl>
                                      </p:cBhvr>
                                    </p:animEffect>
                                    <p:anim calcmode="lin" valueType="num">
                                      <p:cBhvr>
                                        <p:cTn id="30" dur="500" fill="hold"/>
                                        <p:tgtEl>
                                          <p:spTgt spid="30"/>
                                        </p:tgtEl>
                                        <p:attrNameLst>
                                          <p:attrName>ppt_x</p:attrName>
                                        </p:attrNameLst>
                                      </p:cBhvr>
                                      <p:tavLst>
                                        <p:tav tm="0">
                                          <p:val>
                                            <p:strVal val="#ppt_x"/>
                                          </p:val>
                                        </p:tav>
                                        <p:tav tm="100000">
                                          <p:val>
                                            <p:strVal val="#ppt_x"/>
                                          </p:val>
                                        </p:tav>
                                      </p:tavLst>
                                    </p:anim>
                                    <p:anim calcmode="lin" valueType="num">
                                      <p:cBhvr>
                                        <p:cTn id="31" dur="500" fill="hold"/>
                                        <p:tgtEl>
                                          <p:spTgt spid="30"/>
                                        </p:tgtEl>
                                        <p:attrNameLst>
                                          <p:attrName>ppt_y</p:attrName>
                                        </p:attrNameLst>
                                      </p:cBhvr>
                                      <p:tavLst>
                                        <p:tav tm="0">
                                          <p:val>
                                            <p:strVal val="#ppt_y+.1"/>
                                          </p:val>
                                        </p:tav>
                                        <p:tav tm="100000">
                                          <p:val>
                                            <p:strVal val="#ppt_y"/>
                                          </p:val>
                                        </p:tav>
                                      </p:tavLst>
                                    </p:anim>
                                  </p:childTnLst>
                                </p:cTn>
                              </p:par>
                            </p:childTnLst>
                          </p:cTn>
                        </p:par>
                        <p:par>
                          <p:cTn id="32" fill="hold">
                            <p:stCondLst>
                              <p:cond delay="2500"/>
                            </p:stCondLst>
                            <p:childTnLst>
                              <p:par>
                                <p:cTn id="33" presetID="42" presetClass="entr" presetSubtype="0" fill="hold" grpId="0" nodeType="afterEffect">
                                  <p:stCondLst>
                                    <p:cond delay="0"/>
                                  </p:stCondLst>
                                  <p:childTnLst>
                                    <p:set>
                                      <p:cBhvr>
                                        <p:cTn id="34" dur="1" fill="hold">
                                          <p:stCondLst>
                                            <p:cond delay="0"/>
                                          </p:stCondLst>
                                        </p:cTn>
                                        <p:tgtEl>
                                          <p:spTgt spid="31"/>
                                        </p:tgtEl>
                                        <p:attrNameLst>
                                          <p:attrName>style.visibility</p:attrName>
                                        </p:attrNameLst>
                                      </p:cBhvr>
                                      <p:to>
                                        <p:strVal val="visible"/>
                                      </p:to>
                                    </p:set>
                                    <p:animEffect transition="in" filter="fade">
                                      <p:cBhvr>
                                        <p:cTn id="35" dur="500"/>
                                        <p:tgtEl>
                                          <p:spTgt spid="31"/>
                                        </p:tgtEl>
                                      </p:cBhvr>
                                    </p:animEffect>
                                    <p:anim calcmode="lin" valueType="num">
                                      <p:cBhvr>
                                        <p:cTn id="36" dur="500" fill="hold"/>
                                        <p:tgtEl>
                                          <p:spTgt spid="31"/>
                                        </p:tgtEl>
                                        <p:attrNameLst>
                                          <p:attrName>ppt_x</p:attrName>
                                        </p:attrNameLst>
                                      </p:cBhvr>
                                      <p:tavLst>
                                        <p:tav tm="0">
                                          <p:val>
                                            <p:strVal val="#ppt_x"/>
                                          </p:val>
                                        </p:tav>
                                        <p:tav tm="100000">
                                          <p:val>
                                            <p:strVal val="#ppt_x"/>
                                          </p:val>
                                        </p:tav>
                                      </p:tavLst>
                                    </p:anim>
                                    <p:anim calcmode="lin" valueType="num">
                                      <p:cBhvr>
                                        <p:cTn id="37" dur="500" fill="hold"/>
                                        <p:tgtEl>
                                          <p:spTgt spid="31"/>
                                        </p:tgtEl>
                                        <p:attrNameLst>
                                          <p:attrName>ppt_y</p:attrName>
                                        </p:attrNameLst>
                                      </p:cBhvr>
                                      <p:tavLst>
                                        <p:tav tm="0">
                                          <p:val>
                                            <p:strVal val="#ppt_y+.1"/>
                                          </p:val>
                                        </p:tav>
                                        <p:tav tm="100000">
                                          <p:val>
                                            <p:strVal val="#ppt_y"/>
                                          </p:val>
                                        </p:tav>
                                      </p:tavLst>
                                    </p:anim>
                                  </p:childTnLst>
                                </p:cTn>
                              </p:par>
                            </p:childTnLst>
                          </p:cTn>
                        </p:par>
                        <p:par>
                          <p:cTn id="38" fill="hold">
                            <p:stCondLst>
                              <p:cond delay="3000"/>
                            </p:stCondLst>
                            <p:childTnLst>
                              <p:par>
                                <p:cTn id="39" presetID="22" presetClass="entr" presetSubtype="8" fill="hold" nodeType="afterEffect">
                                  <p:stCondLst>
                                    <p:cond delay="0"/>
                                  </p:stCondLst>
                                  <p:childTnLst>
                                    <p:set>
                                      <p:cBhvr>
                                        <p:cTn id="40" dur="1" fill="hold">
                                          <p:stCondLst>
                                            <p:cond delay="0"/>
                                          </p:stCondLst>
                                        </p:cTn>
                                        <p:tgtEl>
                                          <p:spTgt spid="6"/>
                                        </p:tgtEl>
                                        <p:attrNameLst>
                                          <p:attrName>style.visibility</p:attrName>
                                        </p:attrNameLst>
                                      </p:cBhvr>
                                      <p:to>
                                        <p:strVal val="visible"/>
                                      </p:to>
                                    </p:set>
                                    <p:animEffect transition="in" filter="wipe(left)">
                                      <p:cBhvr>
                                        <p:cTn id="41"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18" grpId="0" build="p">
        <p:tmplLst>
          <p:tmpl lvl="1">
            <p:tnLst>
              <p:par>
                <p:cTn presetID="42" presetClass="entr" presetSubtype="0" fill="hold" nodeType="afterEffect">
                  <p:stCondLst>
                    <p:cond delay="0"/>
                  </p:stCondLst>
                  <p:childTnLst>
                    <p:set>
                      <p:cBhvr>
                        <p:cTn dur="1" fill="hold">
                          <p:stCondLst>
                            <p:cond delay="0"/>
                          </p:stCondLst>
                        </p:cTn>
                        <p:tgtEl>
                          <p:spTgt spid="18"/>
                        </p:tgtEl>
                        <p:attrNameLst>
                          <p:attrName>style.visibility</p:attrName>
                        </p:attrNameLst>
                      </p:cBhvr>
                      <p:to>
                        <p:strVal val="visible"/>
                      </p:to>
                    </p:set>
                    <p:animEffect transition="in" filter="fade">
                      <p:cBhvr>
                        <p:cTn dur="500"/>
                        <p:tgtEl>
                          <p:spTgt spid="18"/>
                        </p:tgtEl>
                      </p:cBhvr>
                    </p:animEffect>
                    <p:anim calcmode="lin" valueType="num">
                      <p:cBhvr>
                        <p:cTn dur="500" fill="hold"/>
                        <p:tgtEl>
                          <p:spTgt spid="18"/>
                        </p:tgtEl>
                        <p:attrNameLst>
                          <p:attrName>ppt_x</p:attrName>
                        </p:attrNameLst>
                      </p:cBhvr>
                      <p:tavLst>
                        <p:tav tm="0">
                          <p:val>
                            <p:strVal val="#ppt_x"/>
                          </p:val>
                        </p:tav>
                        <p:tav tm="100000">
                          <p:val>
                            <p:strVal val="#ppt_x"/>
                          </p:val>
                        </p:tav>
                      </p:tavLst>
                    </p:anim>
                    <p:anim calcmode="lin" valueType="num">
                      <p:cBhvr>
                        <p:cTn dur="500" fill="hold"/>
                        <p:tgtEl>
                          <p:spTgt spid="18"/>
                        </p:tgtEl>
                        <p:attrNameLst>
                          <p:attrName>ppt_y</p:attrName>
                        </p:attrNameLst>
                      </p:cBhvr>
                      <p:tavLst>
                        <p:tav tm="0">
                          <p:val>
                            <p:strVal val="#ppt_y+.1"/>
                          </p:val>
                        </p:tav>
                        <p:tav tm="100000">
                          <p:val>
                            <p:strVal val="#ppt_y"/>
                          </p:val>
                        </p:tav>
                      </p:tavLst>
                    </p:anim>
                  </p:childTnLst>
                </p:cTn>
              </p:par>
            </p:tnLst>
          </p:tmpl>
        </p:tmplLst>
      </p:bldP>
      <p:bldP spid="28" grpId="0" animBg="1"/>
      <p:bldP spid="29" grpId="0" animBg="1"/>
      <p:bldP spid="30" grpId="0" animBg="1"/>
      <p:bldP spid="31" grpId="0" animBg="1"/>
    </p:bldLst>
  </p:timing>
</p:sldLayout>
</file>

<file path=ppt/slideLayouts/slideLayout274.xml><?xml version="1.0" encoding="utf-8"?>
<p:sldLayout xmlns:a="http://schemas.openxmlformats.org/drawingml/2006/main" xmlns:r="http://schemas.openxmlformats.org/officeDocument/2006/relationships" xmlns:p="http://schemas.openxmlformats.org/presentationml/2006/main" preserve="1" userDrawn="1">
  <p:cSld name="19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2549236"/>
            <a:ext cx="4605193" cy="1683329"/>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8" name="Text Placeholder 2"/>
          <p:cNvSpPr>
            <a:spLocks noGrp="1"/>
          </p:cNvSpPr>
          <p:nvPr>
            <p:ph type="body" idx="1"/>
          </p:nvPr>
        </p:nvSpPr>
        <p:spPr>
          <a:xfrm>
            <a:off x="479424" y="4418436"/>
            <a:ext cx="4605193"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Tree>
    <p:extLst>
      <p:ext uri="{BB962C8B-B14F-4D97-AF65-F5344CB8AC3E}">
        <p14:creationId xmlns:p14="http://schemas.microsoft.com/office/powerpoint/2010/main" val="100679682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42" presetClass="entr" presetSubtype="0" fill="hold" grpId="0" nodeType="afterEffect">
                                  <p:stCondLst>
                                    <p:cond delay="0"/>
                                  </p:stCondLst>
                                  <p:childTnLst>
                                    <p:set>
                                      <p:cBhvr>
                                        <p:cTn id="10" dur="1" fill="hold">
                                          <p:stCondLst>
                                            <p:cond delay="0"/>
                                          </p:stCondLst>
                                        </p:cTn>
                                        <p:tgtEl>
                                          <p:spTgt spid="8">
                                            <p:txEl>
                                              <p:pRg st="0" end="0"/>
                                            </p:txEl>
                                          </p:spTgt>
                                        </p:tgtEl>
                                        <p:attrNameLst>
                                          <p:attrName>style.visibility</p:attrName>
                                        </p:attrNameLst>
                                      </p:cBhvr>
                                      <p:to>
                                        <p:strVal val="visible"/>
                                      </p:to>
                                    </p:set>
                                    <p:animEffect transition="in" filter="fade">
                                      <p:cBhvr>
                                        <p:cTn id="11" dur="500"/>
                                        <p:tgtEl>
                                          <p:spTgt spid="8">
                                            <p:txEl>
                                              <p:pRg st="0" end="0"/>
                                            </p:txEl>
                                          </p:spTgt>
                                        </p:tgtEl>
                                      </p:cBhvr>
                                    </p:animEffect>
                                    <p:anim calcmode="lin" valueType="num">
                                      <p:cBhvr>
                                        <p:cTn id="12"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27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smtClean="0"/>
              <a:t>Click to edit Master title style</a:t>
            </a:r>
            <a:endParaRPr lang="en-AU"/>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5" name="Footer Placeholder 4"/>
          <p:cNvSpPr>
            <a:spLocks noGrp="1"/>
          </p:cNvSpPr>
          <p:nvPr>
            <p:ph type="ftr" sz="quarter" idx="11"/>
          </p:nvPr>
        </p:nvSpPr>
        <p:spPr/>
        <p:txBody>
          <a:bodyPr/>
          <a:lstStyle/>
          <a:p>
            <a:endParaRPr lang="en-AU">
              <a:solidFill>
                <a:prstClr val="black">
                  <a:tint val="75000"/>
                </a:prstClr>
              </a:solidFill>
            </a:endParaRPr>
          </a:p>
        </p:txBody>
      </p:sp>
      <p:sp>
        <p:nvSpPr>
          <p:cNvPr id="6" name="Slide Number Placeholder 5"/>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304355383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27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AU"/>
          </a:p>
        </p:txBody>
      </p:sp>
      <p:sp>
        <p:nvSpPr>
          <p:cNvPr id="3" name="Content Placeholder 2"/>
          <p:cNvSpPr>
            <a:spLocks noGrp="1"/>
          </p:cNvSpPr>
          <p:nvPr>
            <p:ph sz="half" idx="1"/>
          </p:nvPr>
        </p:nvSpPr>
        <p:spPr>
          <a:xfrm>
            <a:off x="838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4" name="Content Placeholder 3"/>
          <p:cNvSpPr>
            <a:spLocks noGrp="1"/>
          </p:cNvSpPr>
          <p:nvPr>
            <p:ph sz="half" idx="2"/>
          </p:nvPr>
        </p:nvSpPr>
        <p:spPr>
          <a:xfrm>
            <a:off x="6172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5" name="Date Placeholder 4"/>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6" name="Footer Placeholder 5"/>
          <p:cNvSpPr>
            <a:spLocks noGrp="1"/>
          </p:cNvSpPr>
          <p:nvPr>
            <p:ph type="ftr" sz="quarter" idx="11"/>
          </p:nvPr>
        </p:nvSpPr>
        <p:spPr/>
        <p:txBody>
          <a:bodyPr/>
          <a:lstStyle/>
          <a:p>
            <a:endParaRPr lang="en-AU">
              <a:solidFill>
                <a:prstClr val="black">
                  <a:tint val="75000"/>
                </a:prstClr>
              </a:solidFill>
            </a:endParaRPr>
          </a:p>
        </p:txBody>
      </p:sp>
      <p:sp>
        <p:nvSpPr>
          <p:cNvPr id="7" name="Slide Number Placeholder 6"/>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326856743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27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smtClean="0"/>
              <a:t>Click to edit Master title style</a:t>
            </a:r>
            <a:endParaRPr lang="en-AU"/>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7" name="Date Placeholder 6"/>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8" name="Footer Placeholder 7"/>
          <p:cNvSpPr>
            <a:spLocks noGrp="1"/>
          </p:cNvSpPr>
          <p:nvPr>
            <p:ph type="ftr" sz="quarter" idx="11"/>
          </p:nvPr>
        </p:nvSpPr>
        <p:spPr/>
        <p:txBody>
          <a:bodyPr/>
          <a:lstStyle/>
          <a:p>
            <a:endParaRPr lang="en-AU">
              <a:solidFill>
                <a:prstClr val="black">
                  <a:tint val="75000"/>
                </a:prstClr>
              </a:solidFill>
            </a:endParaRPr>
          </a:p>
        </p:txBody>
      </p:sp>
      <p:sp>
        <p:nvSpPr>
          <p:cNvPr id="9" name="Slide Number Placeholder 8"/>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365028801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27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AU"/>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82282616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27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3" name="Footer Placeholder 2"/>
          <p:cNvSpPr>
            <a:spLocks noGrp="1"/>
          </p:cNvSpPr>
          <p:nvPr>
            <p:ph type="ftr" sz="quarter" idx="11"/>
          </p:nvPr>
        </p:nvSpPr>
        <p:spPr/>
        <p:txBody>
          <a:bodyPr/>
          <a:lstStyle/>
          <a:p>
            <a:endParaRPr lang="en-AU">
              <a:solidFill>
                <a:prstClr val="black">
                  <a:tint val="75000"/>
                </a:prstClr>
              </a:solidFill>
            </a:endParaRPr>
          </a:p>
        </p:txBody>
      </p:sp>
      <p:sp>
        <p:nvSpPr>
          <p:cNvPr id="4" name="Slide Number Placeholder 3"/>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428813958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28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AU"/>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6" name="Footer Placeholder 5"/>
          <p:cNvSpPr>
            <a:spLocks noGrp="1"/>
          </p:cNvSpPr>
          <p:nvPr>
            <p:ph type="ftr" sz="quarter" idx="11"/>
          </p:nvPr>
        </p:nvSpPr>
        <p:spPr/>
        <p:txBody>
          <a:bodyPr/>
          <a:lstStyle/>
          <a:p>
            <a:endParaRPr lang="en-AU">
              <a:solidFill>
                <a:prstClr val="black">
                  <a:tint val="75000"/>
                </a:prstClr>
              </a:solidFill>
            </a:endParaRPr>
          </a:p>
        </p:txBody>
      </p:sp>
      <p:sp>
        <p:nvSpPr>
          <p:cNvPr id="7" name="Slide Number Placeholder 6"/>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349503590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28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AU"/>
          </a:p>
        </p:txBody>
      </p:sp>
      <p:sp>
        <p:nvSpPr>
          <p:cNvPr id="3" name="Picture Placeholder 2"/>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AU"/>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6" name="Footer Placeholder 5"/>
          <p:cNvSpPr>
            <a:spLocks noGrp="1"/>
          </p:cNvSpPr>
          <p:nvPr>
            <p:ph type="ftr" sz="quarter" idx="11"/>
          </p:nvPr>
        </p:nvSpPr>
        <p:spPr/>
        <p:txBody>
          <a:bodyPr/>
          <a:lstStyle/>
          <a:p>
            <a:endParaRPr lang="en-AU">
              <a:solidFill>
                <a:prstClr val="black">
                  <a:tint val="75000"/>
                </a:prstClr>
              </a:solidFill>
            </a:endParaRPr>
          </a:p>
        </p:txBody>
      </p:sp>
      <p:sp>
        <p:nvSpPr>
          <p:cNvPr id="7" name="Slide Number Placeholder 6"/>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37644186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28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AU"/>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4" name="Date Placeholder 3"/>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5" name="Footer Placeholder 4"/>
          <p:cNvSpPr>
            <a:spLocks noGrp="1"/>
          </p:cNvSpPr>
          <p:nvPr>
            <p:ph type="ftr" sz="quarter" idx="11"/>
          </p:nvPr>
        </p:nvSpPr>
        <p:spPr/>
        <p:txBody>
          <a:bodyPr/>
          <a:lstStyle/>
          <a:p>
            <a:endParaRPr lang="en-AU">
              <a:solidFill>
                <a:prstClr val="black">
                  <a:tint val="75000"/>
                </a:prstClr>
              </a:solidFill>
            </a:endParaRPr>
          </a:p>
        </p:txBody>
      </p:sp>
      <p:sp>
        <p:nvSpPr>
          <p:cNvPr id="6" name="Slide Number Placeholder 5"/>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253812119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28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smtClean="0"/>
              <a:t>Click to edit Master title style</a:t>
            </a:r>
            <a:endParaRPr lang="en-AU"/>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4" name="Date Placeholder 3"/>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5" name="Footer Placeholder 4"/>
          <p:cNvSpPr>
            <a:spLocks noGrp="1"/>
          </p:cNvSpPr>
          <p:nvPr>
            <p:ph type="ftr" sz="quarter" idx="11"/>
          </p:nvPr>
        </p:nvSpPr>
        <p:spPr/>
        <p:txBody>
          <a:bodyPr/>
          <a:lstStyle/>
          <a:p>
            <a:endParaRPr lang="en-AU">
              <a:solidFill>
                <a:prstClr val="black">
                  <a:tint val="75000"/>
                </a:prstClr>
              </a:solidFill>
            </a:endParaRPr>
          </a:p>
        </p:txBody>
      </p:sp>
      <p:sp>
        <p:nvSpPr>
          <p:cNvPr id="6" name="Slide Number Placeholder 5"/>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413942800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284.xml><?xml version="1.0" encoding="utf-8"?>
<p:sldLayout xmlns:a="http://schemas.openxmlformats.org/drawingml/2006/main" xmlns:r="http://schemas.openxmlformats.org/officeDocument/2006/relationships" xmlns:p="http://schemas.openxmlformats.org/presentationml/2006/main" userDrawn="1">
  <p:cSld name="Wide Text">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1" y="942806"/>
            <a:ext cx="10984556"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
        <p:nvSpPr>
          <p:cNvPr id="3" name="Content Placeholder 2"/>
          <p:cNvSpPr>
            <a:spLocks noGrp="1"/>
          </p:cNvSpPr>
          <p:nvPr>
            <p:ph sz="quarter" idx="12"/>
          </p:nvPr>
        </p:nvSpPr>
        <p:spPr>
          <a:xfrm>
            <a:off x="531939" y="2005873"/>
            <a:ext cx="10984557" cy="4127500"/>
          </a:xfrm>
          <a:prstGeom prst="rect">
            <a:avLst/>
          </a:prstGeom>
        </p:spPr>
        <p:txBody>
          <a:bodyPr numCol="1" spcCol="365760"/>
          <a:lstStyle>
            <a:lvl1pPr marL="0" indent="0" algn="just">
              <a:buNone/>
              <a:defRPr sz="1600">
                <a:solidFill>
                  <a:schemeClr val="tx1">
                    <a:lumMod val="75000"/>
                    <a:lumOff val="25000"/>
                  </a:schemeClr>
                </a:solidFill>
                <a:latin typeface="Lato" panose="020F0502020204030203" pitchFamily="34" charset="0"/>
              </a:defRPr>
            </a:lvl1pPr>
            <a:lvl2pPr marL="457200" indent="0" algn="just">
              <a:buNone/>
              <a:defRPr sz="1600">
                <a:solidFill>
                  <a:schemeClr val="tx1">
                    <a:lumMod val="75000"/>
                    <a:lumOff val="25000"/>
                  </a:schemeClr>
                </a:solidFill>
                <a:latin typeface="Lato" panose="020F0502020204030203" pitchFamily="34" charset="0"/>
              </a:defRPr>
            </a:lvl2pPr>
            <a:lvl3pPr marL="914400" indent="0" algn="just">
              <a:buNone/>
              <a:defRPr sz="1600">
                <a:solidFill>
                  <a:schemeClr val="tx1">
                    <a:lumMod val="75000"/>
                    <a:lumOff val="25000"/>
                  </a:schemeClr>
                </a:solidFill>
                <a:latin typeface="Lato" panose="020F0502020204030203" pitchFamily="34" charset="0"/>
              </a:defRPr>
            </a:lvl3pPr>
            <a:lvl4pPr marL="1371600" indent="0" algn="just">
              <a:buNone/>
              <a:defRPr sz="1600">
                <a:solidFill>
                  <a:schemeClr val="tx1">
                    <a:lumMod val="75000"/>
                    <a:lumOff val="25000"/>
                  </a:schemeClr>
                </a:solidFill>
                <a:latin typeface="Lato" panose="020F0502020204030203" pitchFamily="34" charset="0"/>
              </a:defRPr>
            </a:lvl4pPr>
            <a:lvl5pPr marL="1828800" indent="0" algn="just">
              <a:buNone/>
              <a:defRPr sz="1600">
                <a:solidFill>
                  <a:schemeClr val="tx1">
                    <a:lumMod val="75000"/>
                    <a:lumOff val="25000"/>
                  </a:schemeClr>
                </a:solidFill>
                <a:latin typeface="Lato" panose="020F0502020204030203" pitchFamily="34" charset="0"/>
              </a:defRPr>
            </a:lvl5pPr>
          </a:lstStyle>
          <a:p>
            <a:pPr lvl="0"/>
            <a:endParaRPr lang="en-US" dirty="0" smtClean="0"/>
          </a:p>
        </p:txBody>
      </p:sp>
      <p:sp>
        <p:nvSpPr>
          <p:cNvPr id="6" name="Content Placeholder 2"/>
          <p:cNvSpPr>
            <a:spLocks noGrp="1"/>
          </p:cNvSpPr>
          <p:nvPr>
            <p:ph sz="quarter" idx="13"/>
          </p:nvPr>
        </p:nvSpPr>
        <p:spPr>
          <a:xfrm>
            <a:off x="531939" y="1402454"/>
            <a:ext cx="10984557" cy="572570"/>
          </a:xfrm>
          <a:prstGeom prst="rect">
            <a:avLst/>
          </a:prstGeom>
        </p:spPr>
        <p:txBody>
          <a:bodyPr/>
          <a:lstStyle>
            <a:lvl1pPr marL="0" indent="0">
              <a:buNone/>
              <a:defRPr sz="1600">
                <a:solidFill>
                  <a:schemeClr val="tx1">
                    <a:lumMod val="75000"/>
                    <a:lumOff val="25000"/>
                  </a:schemeClr>
                </a:solidFill>
                <a:latin typeface="Lato" panose="020F0502020204030203" pitchFamily="34" charset="0"/>
              </a:defRPr>
            </a:lvl1pPr>
            <a:lvl2pPr marL="457200" indent="0">
              <a:buNone/>
              <a:defRPr/>
            </a:lvl2pPr>
            <a:lvl3pPr marL="914400" indent="0">
              <a:buNone/>
              <a:defRPr/>
            </a:lvl3pPr>
            <a:lvl4pPr marL="1371600" indent="0">
              <a:buNone/>
              <a:defRPr/>
            </a:lvl4pPr>
            <a:lvl5pPr marL="1828800" indent="0">
              <a:buNone/>
              <a:defRPr/>
            </a:lvl5pPr>
          </a:lstStyle>
          <a:p>
            <a:pPr lvl="0"/>
            <a:endParaRPr lang="en-US" dirty="0"/>
          </a:p>
        </p:txBody>
      </p:sp>
    </p:spTree>
    <p:extLst>
      <p:ext uri="{BB962C8B-B14F-4D97-AF65-F5344CB8AC3E}">
        <p14:creationId xmlns:p14="http://schemas.microsoft.com/office/powerpoint/2010/main" val="412140630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85.xml><?xml version="1.0" encoding="utf-8"?>
<p:sldLayout xmlns:a="http://schemas.openxmlformats.org/drawingml/2006/main" xmlns:r="http://schemas.openxmlformats.org/officeDocument/2006/relationships" xmlns:p="http://schemas.openxmlformats.org/presentationml/2006/main" type="obj">
  <p:cSld name="1_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5"/>
            <a:ext cx="10515600" cy="1325563"/>
          </a:xfrm>
          <a:prstGeom prst="rect">
            <a:avLst/>
          </a:prstGeom>
        </p:spPr>
        <p:txBody>
          <a:bodyPr/>
          <a:lstStyle/>
          <a:p>
            <a:r>
              <a:rPr lang="en-US" smtClean="0"/>
              <a:t>Click to edit Master title style</a:t>
            </a:r>
            <a:endParaRPr lang="en-US" dirty="0"/>
          </a:p>
        </p:txBody>
      </p:sp>
      <p:sp>
        <p:nvSpPr>
          <p:cNvPr id="3" name="Content Placeholder 2"/>
          <p:cNvSpPr>
            <a:spLocks noGrp="1"/>
          </p:cNvSpPr>
          <p:nvPr>
            <p:ph idx="1"/>
          </p:nvPr>
        </p:nvSpPr>
        <p:spPr>
          <a:xfrm>
            <a:off x="838200" y="1825625"/>
            <a:ext cx="10515600" cy="435133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11448315-93B4-44D8-BEEF-5BB76A15B517}" type="datetimeFigureOut">
              <a:rPr lang="id-ID" smtClean="0">
                <a:solidFill>
                  <a:srgbClr val="5C5C5C"/>
                </a:solidFill>
                <a:latin typeface="Calibri" panose="020F0502020204030204"/>
              </a:rPr>
              <a:pPr fontAlgn="auto">
                <a:spcBef>
                  <a:spcPts val="0"/>
                </a:spcBef>
                <a:spcAft>
                  <a:spcPts val="0"/>
                </a:spcAft>
              </a:pPr>
              <a:t>02/09/16</a:t>
            </a:fld>
            <a:endParaRPr lang="id-ID">
              <a:solidFill>
                <a:srgbClr val="5C5C5C"/>
              </a:solidFill>
              <a:latin typeface="Calibri" panose="020F0502020204030204"/>
            </a:endParaRPr>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endParaRPr lang="id-ID">
              <a:solidFill>
                <a:srgbClr val="5C5C5C"/>
              </a:solidFill>
              <a:latin typeface="Calibri" panose="020F0502020204030204"/>
            </a:endParaRPr>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3A7C0087-F7CD-4F5D-A7CF-BCE4DC7AC152}" type="slidenum">
              <a:rPr lang="id-ID" smtClean="0">
                <a:solidFill>
                  <a:srgbClr val="5C5C5C"/>
                </a:solidFill>
                <a:latin typeface="Calibri" panose="020F0502020204030204"/>
              </a:rPr>
              <a:pPr fontAlgn="auto">
                <a:spcBef>
                  <a:spcPts val="0"/>
                </a:spcBef>
                <a:spcAft>
                  <a:spcPts val="0"/>
                </a:spcAft>
              </a:pPr>
              <a:t>‹#›</a:t>
            </a:fld>
            <a:endParaRPr lang="id-ID">
              <a:solidFill>
                <a:srgbClr val="5C5C5C"/>
              </a:solidFill>
              <a:latin typeface="Calibri" panose="020F0502020204030204"/>
            </a:endParaRPr>
          </a:p>
        </p:txBody>
      </p:sp>
    </p:spTree>
    <p:extLst>
      <p:ext uri="{BB962C8B-B14F-4D97-AF65-F5344CB8AC3E}">
        <p14:creationId xmlns:p14="http://schemas.microsoft.com/office/powerpoint/2010/main" val="307973062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86.xml><?xml version="1.0" encoding="utf-8"?>
<p:sldLayout xmlns:a="http://schemas.openxmlformats.org/drawingml/2006/main" xmlns:r="http://schemas.openxmlformats.org/officeDocument/2006/relationships" xmlns:p="http://schemas.openxmlformats.org/presentationml/2006/main" userDrawn="1">
  <p:cSld name="1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348832726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287.xml><?xml version="1.0" encoding="utf-8"?>
<p:sldLayout xmlns:a="http://schemas.openxmlformats.org/drawingml/2006/main" xmlns:r="http://schemas.openxmlformats.org/officeDocument/2006/relationships" xmlns:p="http://schemas.openxmlformats.org/presentationml/2006/main" userDrawn="1">
  <p:cSld name="1_Blank">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0" y="0"/>
            <a:ext cx="6819900" cy="6858000"/>
          </a:xfrm>
        </p:spPr>
        <p:txBody>
          <a:bodyPr/>
          <a:lstStyle/>
          <a:p>
            <a:endParaRPr lang="en-IN"/>
          </a:p>
        </p:txBody>
      </p:sp>
      <p:sp>
        <p:nvSpPr>
          <p:cNvPr id="3" name="Slide Number Placeholder 5"/>
          <p:cNvSpPr>
            <a:spLocks noGrp="1"/>
          </p:cNvSpPr>
          <p:nvPr>
            <p:ph type="sldNum" sz="quarter" idx="4"/>
          </p:nvPr>
        </p:nvSpPr>
        <p:spPr>
          <a:xfrm>
            <a:off x="11841956" y="80168"/>
            <a:ext cx="273050" cy="182563"/>
          </a:xfrm>
          <a:prstGeom prst="rect">
            <a:avLst/>
          </a:prstGeom>
          <a:solidFill>
            <a:schemeClr val="accent6">
              <a:lumMod val="50000"/>
            </a:schemeClr>
          </a:solidFill>
        </p:spPr>
        <p:txBody>
          <a:bodyPr vert="horz" lIns="0" tIns="0" rIns="0" bIns="0" rtlCol="0" anchor="ctr"/>
          <a:lstStyle>
            <a:lvl1pPr algn="ctr">
              <a:defRPr sz="10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fld id="{01E2D508-0D33-4BED-97DE-1BBAD8E96F9E}" type="slidenum">
              <a:rPr lang="en-IN" smtClean="0">
                <a:solidFill>
                  <a:prstClr val="white"/>
                </a:solidFill>
              </a:rPr>
              <a:pPr/>
              <a:t>‹#›</a:t>
            </a:fld>
            <a:endParaRPr lang="en-IN">
              <a:solidFill>
                <a:prstClr val="white"/>
              </a:solidFill>
            </a:endParaRPr>
          </a:p>
        </p:txBody>
      </p:sp>
    </p:spTree>
    <p:extLst>
      <p:ext uri="{BB962C8B-B14F-4D97-AF65-F5344CB8AC3E}">
        <p14:creationId xmlns:p14="http://schemas.microsoft.com/office/powerpoint/2010/main" val="264503836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288.xml><?xml version="1.0" encoding="utf-8"?>
<p:sldLayout xmlns:a="http://schemas.openxmlformats.org/drawingml/2006/main" xmlns:r="http://schemas.openxmlformats.org/officeDocument/2006/relationships" xmlns:p="http://schemas.openxmlformats.org/presentationml/2006/main" userDrawn="1">
  <p:cSld name="Welcome">
    <p:spTree>
      <p:nvGrpSpPr>
        <p:cNvPr id="1" name=""/>
        <p:cNvGrpSpPr/>
        <p:nvPr/>
      </p:nvGrpSpPr>
      <p:grpSpPr>
        <a:xfrm>
          <a:off x="0" y="0"/>
          <a:ext cx="0" cy="0"/>
          <a:chOff x="0" y="0"/>
          <a:chExt cx="0" cy="0"/>
        </a:xfrm>
      </p:grpSpPr>
      <p:sp>
        <p:nvSpPr>
          <p:cNvPr id="8" name="Text Placeholder 7"/>
          <p:cNvSpPr>
            <a:spLocks noGrp="1"/>
          </p:cNvSpPr>
          <p:nvPr>
            <p:ph type="body" sz="quarter" idx="10" hasCustomPrompt="1"/>
          </p:nvPr>
        </p:nvSpPr>
        <p:spPr>
          <a:xfrm>
            <a:off x="571501" y="2145734"/>
            <a:ext cx="4508500" cy="431780"/>
          </a:xfrm>
          <a:prstGeom prst="rect">
            <a:avLst/>
          </a:prstGeom>
        </p:spPr>
        <p:txBody>
          <a:bodyPr vert="horz" lIns="0" tIns="40504" rIns="0" bIns="40504" anchor="ctr"/>
          <a:lstStyle>
            <a:lvl1pPr marL="0" indent="0" algn="l">
              <a:lnSpc>
                <a:spcPct val="100000"/>
              </a:lnSpc>
              <a:spcBef>
                <a:spcPts val="0"/>
              </a:spcBef>
              <a:buNone/>
              <a:defRPr sz="3000" b="1">
                <a:solidFill>
                  <a:schemeClr val="tx1">
                    <a:lumMod val="75000"/>
                    <a:lumOff val="25000"/>
                  </a:schemeClr>
                </a:solidFill>
                <a:latin typeface="Lato Light"/>
                <a:cs typeface="Lato Light"/>
              </a:defRPr>
            </a:lvl1pPr>
          </a:lstStyle>
          <a:p>
            <a:pPr lvl="0"/>
            <a:r>
              <a:rPr lang="es-ES_tradnl" dirty="0" smtClean="0"/>
              <a:t>WELCOME</a:t>
            </a:r>
          </a:p>
        </p:txBody>
      </p:sp>
      <p:sp>
        <p:nvSpPr>
          <p:cNvPr id="9" name="Text Placeholder 7"/>
          <p:cNvSpPr>
            <a:spLocks noGrp="1"/>
          </p:cNvSpPr>
          <p:nvPr>
            <p:ph type="body" sz="quarter" idx="11" hasCustomPrompt="1"/>
          </p:nvPr>
        </p:nvSpPr>
        <p:spPr>
          <a:xfrm>
            <a:off x="571501" y="2810812"/>
            <a:ext cx="4508500" cy="228451"/>
          </a:xfrm>
          <a:prstGeom prst="rect">
            <a:avLst/>
          </a:prstGeom>
        </p:spPr>
        <p:txBody>
          <a:bodyPr vert="horz" lIns="0" tIns="40504" rIns="0" bIns="40504" anchor="ctr"/>
          <a:lstStyle>
            <a:lvl1pPr marL="0" indent="0" algn="l">
              <a:lnSpc>
                <a:spcPct val="100000"/>
              </a:lnSpc>
              <a:spcBef>
                <a:spcPts val="0"/>
              </a:spcBef>
              <a:spcAft>
                <a:spcPts val="0"/>
              </a:spcAft>
              <a:buNone/>
              <a:defRPr sz="1440" b="0">
                <a:solidFill>
                  <a:schemeClr val="accent3"/>
                </a:solidFill>
                <a:latin typeface="Lato Light"/>
                <a:cs typeface="Lato Light"/>
              </a:defRPr>
            </a:lvl1pPr>
          </a:lstStyle>
          <a:p>
            <a:pPr lvl="0"/>
            <a:r>
              <a:rPr lang="es-ES_tradnl" dirty="0" err="1" smtClean="0"/>
              <a:t>Subtitle</a:t>
            </a:r>
            <a:r>
              <a:rPr lang="es-ES_tradnl" dirty="0" smtClean="0"/>
              <a:t> </a:t>
            </a:r>
            <a:r>
              <a:rPr lang="es-ES_tradnl" dirty="0" err="1" smtClean="0"/>
              <a:t>Example</a:t>
            </a:r>
            <a:r>
              <a:rPr lang="es-ES_tradnl" dirty="0" smtClean="0"/>
              <a:t> </a:t>
            </a:r>
            <a:r>
              <a:rPr lang="es-ES_tradnl" dirty="0" err="1" smtClean="0"/>
              <a:t>Here</a:t>
            </a:r>
            <a:endParaRPr lang="es-ES_tradnl" dirty="0" smtClean="0"/>
          </a:p>
        </p:txBody>
      </p:sp>
      <p:grpSp>
        <p:nvGrpSpPr>
          <p:cNvPr id="3" name="Group 2"/>
          <p:cNvGrpSpPr/>
          <p:nvPr userDrawn="1"/>
        </p:nvGrpSpPr>
        <p:grpSpPr>
          <a:xfrm>
            <a:off x="571501" y="2676173"/>
            <a:ext cx="4511963" cy="43200"/>
            <a:chOff x="428625" y="3767667"/>
            <a:chExt cx="3263900" cy="69400"/>
          </a:xfrm>
        </p:grpSpPr>
        <p:sp>
          <p:nvSpPr>
            <p:cNvPr id="2" name="Rectangle 1"/>
            <p:cNvSpPr/>
            <p:nvPr userDrawn="1"/>
          </p:nvSpPr>
          <p:spPr>
            <a:xfrm>
              <a:off x="428625" y="3767667"/>
              <a:ext cx="815975" cy="69400"/>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a:solidFill>
                  <a:prstClr val="white"/>
                </a:solidFill>
              </a:endParaRPr>
            </a:p>
          </p:txBody>
        </p:sp>
        <p:sp>
          <p:nvSpPr>
            <p:cNvPr id="5" name="Rectangle 4"/>
            <p:cNvSpPr/>
            <p:nvPr userDrawn="1"/>
          </p:nvSpPr>
          <p:spPr>
            <a:xfrm>
              <a:off x="1244600" y="3767667"/>
              <a:ext cx="815975" cy="69400"/>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a:solidFill>
                  <a:prstClr val="white"/>
                </a:solidFill>
              </a:endParaRPr>
            </a:p>
          </p:txBody>
        </p:sp>
        <p:sp>
          <p:nvSpPr>
            <p:cNvPr id="6" name="Rectangle 5"/>
            <p:cNvSpPr/>
            <p:nvPr userDrawn="1"/>
          </p:nvSpPr>
          <p:spPr>
            <a:xfrm>
              <a:off x="2060575" y="3767667"/>
              <a:ext cx="815975" cy="69400"/>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a:solidFill>
                  <a:prstClr val="white"/>
                </a:solidFill>
              </a:endParaRPr>
            </a:p>
          </p:txBody>
        </p:sp>
        <p:sp>
          <p:nvSpPr>
            <p:cNvPr id="7" name="Rectangle 6"/>
            <p:cNvSpPr/>
            <p:nvPr userDrawn="1"/>
          </p:nvSpPr>
          <p:spPr>
            <a:xfrm>
              <a:off x="2876550" y="3767667"/>
              <a:ext cx="815975" cy="69400"/>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a:solidFill>
                  <a:prstClr val="white"/>
                </a:solidFill>
              </a:endParaRPr>
            </a:p>
          </p:txBody>
        </p:sp>
      </p:grpSp>
      <p:sp>
        <p:nvSpPr>
          <p:cNvPr id="10" name="Text Placeholder 2"/>
          <p:cNvSpPr>
            <a:spLocks noGrp="1"/>
          </p:cNvSpPr>
          <p:nvPr>
            <p:ph type="body" sz="quarter" idx="16" hasCustomPrompt="1"/>
          </p:nvPr>
        </p:nvSpPr>
        <p:spPr>
          <a:xfrm>
            <a:off x="591962" y="3141787"/>
            <a:ext cx="4488039" cy="1887384"/>
          </a:xfrm>
          <a:prstGeom prst="rect">
            <a:avLst/>
          </a:prstGeom>
        </p:spPr>
        <p:txBody>
          <a:bodyPr vert="horz" lIns="0" tIns="0" rIns="0" bIns="0"/>
          <a:lstStyle>
            <a:lvl1pPr marL="0" indent="0" algn="just">
              <a:lnSpc>
                <a:spcPct val="130000"/>
              </a:lnSpc>
              <a:buNone/>
              <a:defRPr sz="1080">
                <a:solidFill>
                  <a:schemeClr val="tx1">
                    <a:lumMod val="50000"/>
                    <a:lumOff val="50000"/>
                  </a:schemeClr>
                </a:solidFill>
                <a:latin typeface="Lato Regular"/>
                <a:cs typeface="Lato Regular"/>
              </a:defRPr>
            </a:lvl1pPr>
          </a:lstStyle>
          <a:p>
            <a:pPr lvl="0"/>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consectetur</a:t>
            </a:r>
            <a:r>
              <a:rPr lang="en-US" dirty="0" smtClean="0"/>
              <a:t> </a:t>
            </a:r>
            <a:r>
              <a:rPr lang="en-US" dirty="0" err="1" smtClean="0"/>
              <a:t>adipiscing</a:t>
            </a:r>
            <a:r>
              <a:rPr lang="en-US" dirty="0" smtClean="0"/>
              <a:t> </a:t>
            </a:r>
            <a:r>
              <a:rPr lang="en-US" dirty="0" err="1" smtClean="0"/>
              <a:t>elit</a:t>
            </a:r>
            <a:r>
              <a:rPr lang="en-US" dirty="0" smtClean="0"/>
              <a:t>. </a:t>
            </a:r>
            <a:r>
              <a:rPr lang="en-US" dirty="0" err="1" smtClean="0"/>
              <a:t>Fusce</a:t>
            </a:r>
            <a:r>
              <a:rPr lang="en-US" dirty="0" smtClean="0"/>
              <a:t> </a:t>
            </a:r>
            <a:r>
              <a:rPr lang="en-US" dirty="0" err="1" smtClean="0"/>
              <a:t>diam</a:t>
            </a:r>
            <a:r>
              <a:rPr lang="en-US" dirty="0" smtClean="0"/>
              <a:t> </a:t>
            </a:r>
            <a:r>
              <a:rPr lang="en-US" dirty="0" err="1" smtClean="0"/>
              <a:t>tortor</a:t>
            </a:r>
            <a:r>
              <a:rPr lang="en-US" dirty="0" smtClean="0"/>
              <a:t>, </a:t>
            </a:r>
            <a:r>
              <a:rPr lang="en-US" dirty="0" err="1" smtClean="0"/>
              <a:t>mattis</a:t>
            </a:r>
            <a:r>
              <a:rPr lang="en-US" dirty="0" smtClean="0"/>
              <a:t> </a:t>
            </a:r>
            <a:r>
              <a:rPr lang="en-US" dirty="0" err="1" smtClean="0"/>
              <a:t>quis</a:t>
            </a:r>
            <a:r>
              <a:rPr lang="en-US" dirty="0" smtClean="0"/>
              <a:t> </a:t>
            </a:r>
            <a:r>
              <a:rPr lang="en-US" dirty="0" err="1" smtClean="0"/>
              <a:t>dapibus</a:t>
            </a:r>
            <a:r>
              <a:rPr lang="en-US" dirty="0" smtClean="0"/>
              <a:t> vitae, </a:t>
            </a:r>
            <a:r>
              <a:rPr lang="en-US" dirty="0" err="1" smtClean="0"/>
              <a:t>euismod</a:t>
            </a:r>
            <a:r>
              <a:rPr lang="en-US" dirty="0" smtClean="0"/>
              <a:t> non </a:t>
            </a:r>
            <a:r>
              <a:rPr lang="en-US" dirty="0" err="1" smtClean="0"/>
              <a:t>purus</a:t>
            </a:r>
            <a:r>
              <a:rPr lang="en-US" dirty="0" smtClean="0"/>
              <a:t>. Maecenas </a:t>
            </a:r>
            <a:r>
              <a:rPr lang="en-US" dirty="0" err="1" smtClean="0"/>
              <a:t>ut</a:t>
            </a:r>
            <a:r>
              <a:rPr lang="en-US" dirty="0" smtClean="0"/>
              <a:t> lacus </a:t>
            </a:r>
            <a:r>
              <a:rPr lang="en-US" dirty="0" err="1" smtClean="0"/>
              <a:t>nec</a:t>
            </a:r>
            <a:r>
              <a:rPr lang="en-US" dirty="0" smtClean="0"/>
              <a:t> </a:t>
            </a:r>
            <a:r>
              <a:rPr lang="en-US" dirty="0" err="1" smtClean="0"/>
              <a:t>mauris</a:t>
            </a:r>
            <a:r>
              <a:rPr lang="en-US" dirty="0" smtClean="0"/>
              <a:t> </a:t>
            </a:r>
            <a:r>
              <a:rPr lang="en-US" dirty="0" err="1" smtClean="0"/>
              <a:t>feugiat</a:t>
            </a:r>
            <a:r>
              <a:rPr lang="en-US" dirty="0" smtClean="0"/>
              <a:t> </a:t>
            </a:r>
            <a:r>
              <a:rPr lang="en-US" dirty="0" err="1" smtClean="0"/>
              <a:t>tristique</a:t>
            </a:r>
            <a:r>
              <a:rPr lang="en-US" dirty="0" smtClean="0"/>
              <a:t> et in </a:t>
            </a:r>
            <a:r>
              <a:rPr lang="en-US" dirty="0" err="1" smtClean="0"/>
              <a:t>metus</a:t>
            </a:r>
            <a:r>
              <a:rPr lang="en-US" dirty="0" smtClean="0"/>
              <a:t>. </a:t>
            </a:r>
          </a:p>
          <a:p>
            <a:pPr lvl="0"/>
            <a:endParaRPr lang="en-US" dirty="0" smtClean="0"/>
          </a:p>
          <a:p>
            <a:pPr lvl="0"/>
            <a:r>
              <a:rPr lang="en-US" dirty="0" err="1" smtClean="0"/>
              <a:t>Duis</a:t>
            </a:r>
            <a:r>
              <a:rPr lang="en-US" dirty="0" smtClean="0"/>
              <a:t> </a:t>
            </a:r>
            <a:r>
              <a:rPr lang="en-US" dirty="0" err="1" smtClean="0"/>
              <a:t>congue</a:t>
            </a:r>
            <a:r>
              <a:rPr lang="en-US" dirty="0" smtClean="0"/>
              <a:t> </a:t>
            </a:r>
            <a:r>
              <a:rPr lang="en-US" dirty="0" err="1" smtClean="0"/>
              <a:t>eros</a:t>
            </a:r>
            <a:r>
              <a:rPr lang="en-US" dirty="0" smtClean="0"/>
              <a:t> </a:t>
            </a:r>
            <a:r>
              <a:rPr lang="en-US" dirty="0" err="1" smtClean="0"/>
              <a:t>vel</a:t>
            </a:r>
            <a:r>
              <a:rPr lang="en-US" dirty="0" smtClean="0"/>
              <a:t> </a:t>
            </a:r>
            <a:r>
              <a:rPr lang="en-US" dirty="0" err="1" smtClean="0"/>
              <a:t>lectus</a:t>
            </a:r>
            <a:r>
              <a:rPr lang="en-US" dirty="0" smtClean="0"/>
              <a:t> semper semper. </a:t>
            </a:r>
            <a:r>
              <a:rPr lang="en-US" dirty="0" err="1" smtClean="0"/>
              <a:t>Nullam</a:t>
            </a:r>
            <a:r>
              <a:rPr lang="en-US" dirty="0" smtClean="0"/>
              <a:t> </a:t>
            </a:r>
            <a:r>
              <a:rPr lang="en-US" dirty="0" err="1" smtClean="0"/>
              <a:t>finibus</a:t>
            </a:r>
            <a:r>
              <a:rPr lang="en-US" dirty="0" smtClean="0"/>
              <a:t> </a:t>
            </a:r>
            <a:r>
              <a:rPr lang="en-US" dirty="0" err="1" smtClean="0"/>
              <a:t>nisl</a:t>
            </a:r>
            <a:r>
              <a:rPr lang="en-US" dirty="0" smtClean="0"/>
              <a:t> </a:t>
            </a:r>
            <a:r>
              <a:rPr lang="en-US" dirty="0" err="1" smtClean="0"/>
              <a:t>ut</a:t>
            </a:r>
            <a:r>
              <a:rPr lang="en-US" dirty="0" smtClean="0"/>
              <a:t> ligula </a:t>
            </a:r>
            <a:r>
              <a:rPr lang="en-US" dirty="0" err="1" smtClean="0"/>
              <a:t>vestibulum</a:t>
            </a:r>
            <a:r>
              <a:rPr lang="en-US" dirty="0" smtClean="0"/>
              <a:t>, </a:t>
            </a:r>
            <a:r>
              <a:rPr lang="en-US" dirty="0" err="1" smtClean="0"/>
              <a:t>ut</a:t>
            </a:r>
            <a:r>
              <a:rPr lang="en-US" dirty="0" smtClean="0"/>
              <a:t> semper ex </a:t>
            </a:r>
            <a:r>
              <a:rPr lang="en-US" dirty="0" err="1" smtClean="0"/>
              <a:t>suscipit</a:t>
            </a:r>
            <a:r>
              <a:rPr lang="en-US" dirty="0" smtClean="0"/>
              <a:t>. </a:t>
            </a:r>
            <a:r>
              <a:rPr lang="en-US" dirty="0" err="1" smtClean="0"/>
              <a:t>Cras</a:t>
            </a:r>
            <a:r>
              <a:rPr lang="en-US" dirty="0" smtClean="0"/>
              <a:t> </a:t>
            </a:r>
            <a:r>
              <a:rPr lang="en-US" dirty="0" err="1" smtClean="0"/>
              <a:t>fringilla</a:t>
            </a:r>
            <a:r>
              <a:rPr lang="en-US" dirty="0" smtClean="0"/>
              <a:t> </a:t>
            </a:r>
            <a:r>
              <a:rPr lang="en-US" dirty="0" err="1" smtClean="0"/>
              <a:t>suscipit</a:t>
            </a:r>
            <a:r>
              <a:rPr lang="en-US" dirty="0" smtClean="0"/>
              <a:t> </a:t>
            </a:r>
            <a:r>
              <a:rPr lang="en-US" dirty="0" err="1" smtClean="0"/>
              <a:t>cursus</a:t>
            </a:r>
            <a:r>
              <a:rPr lang="en-US" dirty="0" smtClean="0"/>
              <a:t>. </a:t>
            </a:r>
            <a:r>
              <a:rPr lang="en-US" dirty="0" err="1" smtClean="0"/>
              <a:t>Aenean</a:t>
            </a:r>
            <a:r>
              <a:rPr lang="en-US" dirty="0" smtClean="0"/>
              <a:t> </a:t>
            </a:r>
            <a:r>
              <a:rPr lang="en-US" dirty="0" err="1" smtClean="0"/>
              <a:t>accumsan</a:t>
            </a:r>
            <a:r>
              <a:rPr lang="en-US" dirty="0" smtClean="0"/>
              <a:t> </a:t>
            </a:r>
            <a:r>
              <a:rPr lang="en-US" dirty="0" err="1" smtClean="0"/>
              <a:t>malesuada</a:t>
            </a:r>
            <a:r>
              <a:rPr lang="en-US" dirty="0" smtClean="0"/>
              <a:t> </a:t>
            </a:r>
            <a:r>
              <a:rPr lang="en-US" dirty="0" err="1" smtClean="0"/>
              <a:t>hendrerit</a:t>
            </a:r>
            <a:r>
              <a:rPr lang="en-US" dirty="0" smtClean="0"/>
              <a:t>. </a:t>
            </a:r>
            <a:r>
              <a:rPr lang="en-US" dirty="0" err="1" smtClean="0"/>
              <a:t>Morbi</a:t>
            </a:r>
            <a:r>
              <a:rPr lang="en-US" dirty="0" smtClean="0"/>
              <a:t> sit </a:t>
            </a:r>
            <a:r>
              <a:rPr lang="en-US" dirty="0" err="1" smtClean="0"/>
              <a:t>amet</a:t>
            </a:r>
            <a:r>
              <a:rPr lang="en-US" dirty="0" smtClean="0"/>
              <a:t> dolor ante. </a:t>
            </a:r>
            <a:r>
              <a:rPr lang="en-US" dirty="0" err="1" smtClean="0"/>
              <a:t>Duis</a:t>
            </a:r>
            <a:r>
              <a:rPr lang="en-US" dirty="0" smtClean="0"/>
              <a:t> </a:t>
            </a:r>
            <a:r>
              <a:rPr lang="en-US" dirty="0" err="1" smtClean="0"/>
              <a:t>quis</a:t>
            </a:r>
            <a:r>
              <a:rPr lang="en-US" dirty="0" smtClean="0"/>
              <a:t> </a:t>
            </a:r>
            <a:r>
              <a:rPr lang="en-US" dirty="0" err="1" smtClean="0"/>
              <a:t>viverra</a:t>
            </a:r>
            <a:r>
              <a:rPr lang="en-US" dirty="0" smtClean="0"/>
              <a:t> </a:t>
            </a:r>
            <a:r>
              <a:rPr lang="en-US" dirty="0" err="1" smtClean="0"/>
              <a:t>urna</a:t>
            </a:r>
            <a:r>
              <a:rPr lang="en-US" dirty="0" smtClean="0"/>
              <a:t>, in </a:t>
            </a:r>
            <a:r>
              <a:rPr lang="en-US" dirty="0" err="1" smtClean="0"/>
              <a:t>ultricies</a:t>
            </a:r>
            <a:r>
              <a:rPr lang="en-US" dirty="0" smtClean="0"/>
              <a:t> diam. </a:t>
            </a:r>
          </a:p>
        </p:txBody>
      </p:sp>
    </p:spTree>
    <p:extLst>
      <p:ext uri="{BB962C8B-B14F-4D97-AF65-F5344CB8AC3E}">
        <p14:creationId xmlns:p14="http://schemas.microsoft.com/office/powerpoint/2010/main" val="375255580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200"/>
                                  </p:stCondLst>
                                  <p:childTnLst>
                                    <p:set>
                                      <p:cBhvr>
                                        <p:cTn id="6" dur="1" fill="hold">
                                          <p:stCondLst>
                                            <p:cond delay="0"/>
                                          </p:stCondLst>
                                        </p:cTn>
                                        <p:tgtEl>
                                          <p:spTgt spid="8">
                                            <p:txEl>
                                              <p:pRg st="0" end="0"/>
                                            </p:txEl>
                                          </p:spTgt>
                                        </p:tgtEl>
                                        <p:attrNameLst>
                                          <p:attrName>style.visibility</p:attrName>
                                        </p:attrNameLst>
                                      </p:cBhvr>
                                      <p:to>
                                        <p:strVal val="visible"/>
                                      </p:to>
                                    </p:set>
                                    <p:animEffect transition="in" filter="fade">
                                      <p:cBhvr>
                                        <p:cTn id="7" dur="400"/>
                                        <p:tgtEl>
                                          <p:spTgt spid="8">
                                            <p:txEl>
                                              <p:pRg st="0" end="0"/>
                                            </p:txEl>
                                          </p:spTgt>
                                        </p:tgtEl>
                                      </p:cBhvr>
                                    </p:animEffect>
                                    <p:anim calcmode="lin" valueType="num">
                                      <p:cBhvr>
                                        <p:cTn id="8" dur="4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9" dur="4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0" fill="hold">
                            <p:stCondLst>
                              <p:cond delay="600"/>
                            </p:stCondLst>
                            <p:childTnLst>
                              <p:par>
                                <p:cTn id="11" presetID="22" presetClass="entr" presetSubtype="8" fill="hold" nodeType="afterEffect">
                                  <p:stCondLst>
                                    <p:cond delay="0"/>
                                  </p:stCondLst>
                                  <p:childTnLst>
                                    <p:set>
                                      <p:cBhvr>
                                        <p:cTn id="12" dur="1" fill="hold">
                                          <p:stCondLst>
                                            <p:cond delay="0"/>
                                          </p:stCondLst>
                                        </p:cTn>
                                        <p:tgtEl>
                                          <p:spTgt spid="3"/>
                                        </p:tgtEl>
                                        <p:attrNameLst>
                                          <p:attrName>style.visibility</p:attrName>
                                        </p:attrNameLst>
                                      </p:cBhvr>
                                      <p:to>
                                        <p:strVal val="visible"/>
                                      </p:to>
                                    </p:set>
                                    <p:animEffect transition="in" filter="wipe(left)">
                                      <p:cBhvr>
                                        <p:cTn id="13" dur="500"/>
                                        <p:tgtEl>
                                          <p:spTgt spid="3"/>
                                        </p:tgtEl>
                                      </p:cBhvr>
                                    </p:animEffect>
                                  </p:childTnLst>
                                </p:cTn>
                              </p:par>
                              <p:par>
                                <p:cTn id="14" presetID="42" presetClass="entr" presetSubtype="0" fill="hold" grpId="0" nodeType="withEffect">
                                  <p:stCondLst>
                                    <p:cond delay="200"/>
                                  </p:stCondLst>
                                  <p:childTnLst>
                                    <p:set>
                                      <p:cBhvr>
                                        <p:cTn id="15" dur="1" fill="hold">
                                          <p:stCondLst>
                                            <p:cond delay="0"/>
                                          </p:stCondLst>
                                        </p:cTn>
                                        <p:tgtEl>
                                          <p:spTgt spid="9">
                                            <p:txEl>
                                              <p:pRg st="0" end="0"/>
                                            </p:txEl>
                                          </p:spTgt>
                                        </p:tgtEl>
                                        <p:attrNameLst>
                                          <p:attrName>style.visibility</p:attrName>
                                        </p:attrNameLst>
                                      </p:cBhvr>
                                      <p:to>
                                        <p:strVal val="visible"/>
                                      </p:to>
                                    </p:set>
                                    <p:animEffect transition="in" filter="fade">
                                      <p:cBhvr>
                                        <p:cTn id="16" dur="500"/>
                                        <p:tgtEl>
                                          <p:spTgt spid="9">
                                            <p:txEl>
                                              <p:pRg st="0" end="0"/>
                                            </p:txEl>
                                          </p:spTgt>
                                        </p:tgtEl>
                                      </p:cBhvr>
                                    </p:animEffect>
                                    <p:anim calcmode="lin" valueType="num">
                                      <p:cBhvr>
                                        <p:cTn id="17" dur="500" fill="hold"/>
                                        <p:tgtEl>
                                          <p:spTgt spid="9">
                                            <p:txEl>
                                              <p:pRg st="0" end="0"/>
                                            </p:txEl>
                                          </p:spTgt>
                                        </p:tgtEl>
                                        <p:attrNameLst>
                                          <p:attrName>ppt_x</p:attrName>
                                        </p:attrNameLst>
                                      </p:cBhvr>
                                      <p:tavLst>
                                        <p:tav tm="0">
                                          <p:val>
                                            <p:strVal val="#ppt_x"/>
                                          </p:val>
                                        </p:tav>
                                        <p:tav tm="100000">
                                          <p:val>
                                            <p:strVal val="#ppt_x"/>
                                          </p:val>
                                        </p:tav>
                                      </p:tavLst>
                                    </p:anim>
                                    <p:anim calcmode="lin" valueType="num">
                                      <p:cBhvr>
                                        <p:cTn id="18" dur="500" fill="hold"/>
                                        <p:tgtEl>
                                          <p:spTgt spid="9">
                                            <p:txEl>
                                              <p:pRg st="0" end="0"/>
                                            </p:txEl>
                                          </p:spTgt>
                                        </p:tgtEl>
                                        <p:attrNameLst>
                                          <p:attrName>ppt_y</p:attrName>
                                        </p:attrNameLst>
                                      </p:cBhvr>
                                      <p:tavLst>
                                        <p:tav tm="0">
                                          <p:val>
                                            <p:strVal val="#ppt_y+.1"/>
                                          </p:val>
                                        </p:tav>
                                        <p:tav tm="100000">
                                          <p:val>
                                            <p:strVal val="#ppt_y"/>
                                          </p:val>
                                        </p:tav>
                                      </p:tavLst>
                                    </p:anim>
                                  </p:childTnLst>
                                </p:cTn>
                              </p:par>
                              <p:par>
                                <p:cTn id="19" presetID="10" presetClass="entr" presetSubtype="0" fill="hold" grpId="0" nodeType="withEffect">
                                  <p:stCondLst>
                                    <p:cond delay="800"/>
                                  </p:stCondLst>
                                  <p:childTnLst>
                                    <p:set>
                                      <p:cBhvr>
                                        <p:cTn id="20" dur="1" fill="hold">
                                          <p:stCondLst>
                                            <p:cond delay="0"/>
                                          </p:stCondLst>
                                        </p:cTn>
                                        <p:tgtEl>
                                          <p:spTgt spid="10">
                                            <p:txEl>
                                              <p:pRg st="0" end="0"/>
                                            </p:txEl>
                                          </p:spTgt>
                                        </p:tgtEl>
                                        <p:attrNameLst>
                                          <p:attrName>style.visibility</p:attrName>
                                        </p:attrNameLst>
                                      </p:cBhvr>
                                      <p:to>
                                        <p:strVal val="visible"/>
                                      </p:to>
                                    </p:set>
                                    <p:animEffect transition="in" filter="fade">
                                      <p:cBhvr>
                                        <p:cTn id="21" dur="500"/>
                                        <p:tgtEl>
                                          <p:spTgt spid="10">
                                            <p:txEl>
                                              <p:pRg st="0" end="0"/>
                                            </p:txEl>
                                          </p:spTgt>
                                        </p:tgtEl>
                                      </p:cBhvr>
                                    </p:animEffect>
                                  </p:childTnLst>
                                </p:cTn>
                              </p:par>
                              <p:par>
                                <p:cTn id="22" presetID="10" presetClass="entr" presetSubtype="0" fill="hold" grpId="0" nodeType="withEffect">
                                  <p:stCondLst>
                                    <p:cond delay="800"/>
                                  </p:stCondLst>
                                  <p:childTnLst>
                                    <p:set>
                                      <p:cBhvr>
                                        <p:cTn id="23" dur="1" fill="hold">
                                          <p:stCondLst>
                                            <p:cond delay="0"/>
                                          </p:stCondLst>
                                        </p:cTn>
                                        <p:tgtEl>
                                          <p:spTgt spid="10">
                                            <p:txEl>
                                              <p:pRg st="2" end="2"/>
                                            </p:txEl>
                                          </p:spTgt>
                                        </p:tgtEl>
                                        <p:attrNameLst>
                                          <p:attrName>style.visibility</p:attrName>
                                        </p:attrNameLst>
                                      </p:cBhvr>
                                      <p:to>
                                        <p:strVal val="visible"/>
                                      </p:to>
                                    </p:set>
                                    <p:animEffect transition="in" filter="fade">
                                      <p:cBhvr>
                                        <p:cTn id="24" dur="500"/>
                                        <p:tgtEl>
                                          <p:spTgt spid="10">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build="p">
        <p:tmplLst>
          <p:tmpl lvl="1">
            <p:tnLst>
              <p:par>
                <p:cTn presetID="42" presetClass="entr" presetSubtype="0" fill="hold" nodeType="withEffect">
                  <p:stCondLst>
                    <p:cond delay="200"/>
                  </p:stCondLst>
                  <p:childTnLst>
                    <p:set>
                      <p:cBhvr>
                        <p:cTn dur="1" fill="hold">
                          <p:stCondLst>
                            <p:cond delay="0"/>
                          </p:stCondLst>
                        </p:cTn>
                        <p:tgtEl>
                          <p:spTgt spid="8"/>
                        </p:tgtEl>
                        <p:attrNameLst>
                          <p:attrName>style.visibility</p:attrName>
                        </p:attrNameLst>
                      </p:cBhvr>
                      <p:to>
                        <p:strVal val="visible"/>
                      </p:to>
                    </p:set>
                    <p:animEffect transition="in" filter="fade">
                      <p:cBhvr>
                        <p:cTn dur="400"/>
                        <p:tgtEl>
                          <p:spTgt spid="8"/>
                        </p:tgtEl>
                      </p:cBhvr>
                    </p:animEffect>
                    <p:anim calcmode="lin" valueType="num">
                      <p:cBhvr>
                        <p:cTn dur="400" fill="hold"/>
                        <p:tgtEl>
                          <p:spTgt spid="8"/>
                        </p:tgtEl>
                        <p:attrNameLst>
                          <p:attrName>ppt_x</p:attrName>
                        </p:attrNameLst>
                      </p:cBhvr>
                      <p:tavLst>
                        <p:tav tm="0">
                          <p:val>
                            <p:strVal val="#ppt_x"/>
                          </p:val>
                        </p:tav>
                        <p:tav tm="100000">
                          <p:val>
                            <p:strVal val="#ppt_x"/>
                          </p:val>
                        </p:tav>
                      </p:tavLst>
                    </p:anim>
                    <p:anim calcmode="lin" valueType="num">
                      <p:cBhvr>
                        <p:cTn dur="400" fill="hold"/>
                        <p:tgtEl>
                          <p:spTgt spid="8"/>
                        </p:tgtEl>
                        <p:attrNameLst>
                          <p:attrName>ppt_y</p:attrName>
                        </p:attrNameLst>
                      </p:cBhvr>
                      <p:tavLst>
                        <p:tav tm="0">
                          <p:val>
                            <p:strVal val="#ppt_y+.1"/>
                          </p:val>
                        </p:tav>
                        <p:tav tm="100000">
                          <p:val>
                            <p:strVal val="#ppt_y"/>
                          </p:val>
                        </p:tav>
                      </p:tavLst>
                    </p:anim>
                  </p:childTnLst>
                </p:cTn>
              </p:par>
            </p:tnLst>
          </p:tmpl>
        </p:tmplLst>
      </p:bldP>
      <p:bldP spid="9" grpId="0" build="p">
        <p:tmplLst>
          <p:tmpl lvl="1">
            <p:tnLst>
              <p:par>
                <p:cTn presetID="42" presetClass="entr" presetSubtype="0" fill="hold" nodeType="withEffect">
                  <p:stCondLst>
                    <p:cond delay="200"/>
                  </p:stCondLst>
                  <p:childTnLst>
                    <p:set>
                      <p:cBhvr>
                        <p:cTn dur="1" fill="hold">
                          <p:stCondLst>
                            <p:cond delay="0"/>
                          </p:stCondLst>
                        </p:cTn>
                        <p:tgtEl>
                          <p:spTgt spid="9"/>
                        </p:tgtEl>
                        <p:attrNameLst>
                          <p:attrName>style.visibility</p:attrName>
                        </p:attrNameLst>
                      </p:cBhvr>
                      <p:to>
                        <p:strVal val="visible"/>
                      </p:to>
                    </p:set>
                    <p:animEffect transition="in" filter="fade">
                      <p:cBhvr>
                        <p:cTn dur="500"/>
                        <p:tgtEl>
                          <p:spTgt spid="9"/>
                        </p:tgtEl>
                      </p:cBhvr>
                    </p:animEffect>
                    <p:anim calcmode="lin" valueType="num">
                      <p:cBhvr>
                        <p:cTn dur="500" fill="hold"/>
                        <p:tgtEl>
                          <p:spTgt spid="9"/>
                        </p:tgtEl>
                        <p:attrNameLst>
                          <p:attrName>ppt_x</p:attrName>
                        </p:attrNameLst>
                      </p:cBhvr>
                      <p:tavLst>
                        <p:tav tm="0">
                          <p:val>
                            <p:strVal val="#ppt_x"/>
                          </p:val>
                        </p:tav>
                        <p:tav tm="100000">
                          <p:val>
                            <p:strVal val="#ppt_x"/>
                          </p:val>
                        </p:tav>
                      </p:tavLst>
                    </p:anim>
                    <p:anim calcmode="lin" valueType="num">
                      <p:cBhvr>
                        <p:cTn dur="500" fill="hold"/>
                        <p:tgtEl>
                          <p:spTgt spid="9"/>
                        </p:tgtEl>
                        <p:attrNameLst>
                          <p:attrName>ppt_y</p:attrName>
                        </p:attrNameLst>
                      </p:cBhvr>
                      <p:tavLst>
                        <p:tav tm="0">
                          <p:val>
                            <p:strVal val="#ppt_y+.1"/>
                          </p:val>
                        </p:tav>
                        <p:tav tm="100000">
                          <p:val>
                            <p:strVal val="#ppt_y"/>
                          </p:val>
                        </p:tav>
                      </p:tavLst>
                    </p:anim>
                  </p:childTnLst>
                </p:cTn>
              </p:par>
            </p:tnLst>
          </p:tmpl>
        </p:tmplLst>
      </p:bldP>
      <p:bldP spid="10" grpId="0" build="p">
        <p:tmplLst>
          <p:tmpl lvl="1">
            <p:tnLst>
              <p:par>
                <p:cTn presetID="10" presetClass="entr" presetSubtype="0" fill="hold" nodeType="withEffect">
                  <p:stCondLst>
                    <p:cond delay="800"/>
                  </p:stCondLst>
                  <p:childTnLst>
                    <p:set>
                      <p:cBhvr>
                        <p:cTn dur="1" fill="hold">
                          <p:stCondLst>
                            <p:cond delay="0"/>
                          </p:stCondLst>
                        </p:cTn>
                        <p:tgtEl>
                          <p:spTgt spid="10"/>
                        </p:tgtEl>
                        <p:attrNameLst>
                          <p:attrName>style.visibility</p:attrName>
                        </p:attrNameLst>
                      </p:cBhvr>
                      <p:to>
                        <p:strVal val="visible"/>
                      </p:to>
                    </p:set>
                    <p:animEffect transition="in" filter="fade">
                      <p:cBhvr>
                        <p:cTn dur="500"/>
                        <p:tgtEl>
                          <p:spTgt spid="10"/>
                        </p:tgtEl>
                      </p:cBhvr>
                    </p:animEffect>
                  </p:childTnLst>
                </p:cTn>
              </p:par>
            </p:tnLst>
          </p:tmpl>
        </p:tmplLst>
      </p:bldP>
    </p:bldLst>
  </p:timing>
</p:sldLayout>
</file>

<file path=ppt/slideLayouts/slideLayout289.xml><?xml version="1.0" encoding="utf-8"?>
<p:sldLayout xmlns:a="http://schemas.openxmlformats.org/drawingml/2006/main" xmlns:r="http://schemas.openxmlformats.org/officeDocument/2006/relationships" xmlns:p="http://schemas.openxmlformats.org/presentationml/2006/main" type="title">
  <p:cSld name="2_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p>
            <a:fld id="{C764DE79-268F-4C1A-8933-263129D2AF90}" type="datetimeFigureOut">
              <a:rPr lang="en-US" smtClean="0">
                <a:solidFill>
                  <a:prstClr val="black">
                    <a:tint val="75000"/>
                  </a:prstClr>
                </a:solidFill>
              </a:rPr>
              <a:pPr/>
              <a:t>9/2/16</a:t>
            </a:fld>
            <a:endParaRPr lang="en-US" dirty="0">
              <a:solidFill>
                <a:prstClr val="black">
                  <a:tint val="75000"/>
                </a:prstClr>
              </a:solidFill>
            </a:endParaRPr>
          </a:p>
        </p:txBody>
      </p:sp>
      <p:sp>
        <p:nvSpPr>
          <p:cNvPr id="5" name="Footer Placeholder 4"/>
          <p:cNvSpPr>
            <a:spLocks noGrp="1"/>
          </p:cNvSpPr>
          <p:nvPr>
            <p:ph type="ftr" sz="quarter" idx="11"/>
          </p:nvPr>
        </p:nvSpPr>
        <p:spPr/>
        <p:txBody>
          <a:bodyPr/>
          <a:lstStyle/>
          <a:p>
            <a:endParaRPr lang="en-US" dirty="0">
              <a:solidFill>
                <a:prstClr val="black">
                  <a:tint val="75000"/>
                </a:prstClr>
              </a:solidFill>
            </a:endParaRPr>
          </a:p>
        </p:txBody>
      </p:sp>
      <p:sp>
        <p:nvSpPr>
          <p:cNvPr id="6" name="Slide Number Placeholder 5"/>
          <p:cNvSpPr>
            <a:spLocks noGrp="1"/>
          </p:cNvSpPr>
          <p:nvPr>
            <p:ph type="sldNum" sz="quarter" idx="12"/>
          </p:nvPr>
        </p:nvSpPr>
        <p:spPr/>
        <p:txBody>
          <a:bodyPr/>
          <a:lstStyle/>
          <a:p>
            <a:fld id="{48F63A3B-78C7-47BE-AE5E-E10140E04643}" type="slidenum">
              <a:rPr lang="en-US" smtClean="0">
                <a:solidFill>
                  <a:prstClr val="black">
                    <a:tint val="75000"/>
                  </a:prstClr>
                </a:solidFill>
              </a:rPr>
              <a:pPr/>
              <a:t>‹#›</a:t>
            </a:fld>
            <a:endParaRPr lang="en-US" dirty="0">
              <a:solidFill>
                <a:prstClr val="black">
                  <a:tint val="75000"/>
                </a:prstClr>
              </a:solidFill>
            </a:endParaRPr>
          </a:p>
        </p:txBody>
      </p:sp>
    </p:spTree>
    <p:extLst>
      <p:ext uri="{BB962C8B-B14F-4D97-AF65-F5344CB8AC3E}">
        <p14:creationId xmlns:p14="http://schemas.microsoft.com/office/powerpoint/2010/main" val="108297422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90.xml><?xml version="1.0" encoding="utf-8"?>
<p:sldLayout xmlns:a="http://schemas.openxmlformats.org/drawingml/2006/main" xmlns:r="http://schemas.openxmlformats.org/officeDocument/2006/relationships" xmlns:p="http://schemas.openxmlformats.org/presentationml/2006/main" preserve="1" userDrawn="1">
  <p:cSld name="Vertical Title and Text">
    <p:spTree>
      <p:nvGrpSpPr>
        <p:cNvPr id="1" name=""/>
        <p:cNvGrpSpPr/>
        <p:nvPr/>
      </p:nvGrpSpPr>
      <p:grpSpPr>
        <a:xfrm>
          <a:off x="0" y="0"/>
          <a:ext cx="0" cy="0"/>
          <a:chOff x="0" y="0"/>
          <a:chExt cx="0" cy="0"/>
        </a:xfrm>
      </p:grpSpPr>
      <p:sp>
        <p:nvSpPr>
          <p:cNvPr id="7"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8"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72149556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291.xml><?xml version="1.0" encoding="utf-8"?>
<p:sldLayout xmlns:a="http://schemas.openxmlformats.org/drawingml/2006/main" xmlns:r="http://schemas.openxmlformats.org/officeDocument/2006/relationships" xmlns:p="http://schemas.openxmlformats.org/presentationml/2006/main" userDrawn="1">
  <p:cSld name="Pic08_02">
    <p:spTree>
      <p:nvGrpSpPr>
        <p:cNvPr id="1" name=""/>
        <p:cNvGrpSpPr/>
        <p:nvPr/>
      </p:nvGrpSpPr>
      <p:grpSpPr>
        <a:xfrm>
          <a:off x="0" y="0"/>
          <a:ext cx="0" cy="0"/>
          <a:chOff x="0" y="0"/>
          <a:chExt cx="0" cy="0"/>
        </a:xfrm>
      </p:grpSpPr>
      <p:sp>
        <p:nvSpPr>
          <p:cNvPr id="8" name="Picture Placeholder 7"/>
          <p:cNvSpPr>
            <a:spLocks noGrp="1"/>
          </p:cNvSpPr>
          <p:nvPr>
            <p:ph type="pic" sz="quarter" idx="10" hasCustomPrompt="1"/>
          </p:nvPr>
        </p:nvSpPr>
        <p:spPr>
          <a:xfrm>
            <a:off x="3" y="1600200"/>
            <a:ext cx="12191996" cy="26416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95292332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accel="50000" decel="5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1000" fill="hold"/>
                                        <p:tgtEl>
                                          <p:spTgt spid="8"/>
                                        </p:tgtEl>
                                        <p:attrNameLst>
                                          <p:attrName>ppt_x</p:attrName>
                                        </p:attrNameLst>
                                      </p:cBhvr>
                                      <p:tavLst>
                                        <p:tav tm="0">
                                          <p:val>
                                            <p:strVal val="#ppt_x"/>
                                          </p:val>
                                        </p:tav>
                                        <p:tav tm="100000">
                                          <p:val>
                                            <p:strVal val="#ppt_x"/>
                                          </p:val>
                                        </p:tav>
                                      </p:tavLst>
                                    </p:anim>
                                    <p:anim calcmode="lin" valueType="num">
                                      <p:cBhvr additive="base">
                                        <p:cTn id="8" dur="1000" fill="hold"/>
                                        <p:tgtEl>
                                          <p:spTgt spid="8"/>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Layout>
</file>

<file path=ppt/slideLayouts/slideLayout292.xml><?xml version="1.0" encoding="utf-8"?>
<p:sldLayout xmlns:a="http://schemas.openxmlformats.org/drawingml/2006/main" xmlns:r="http://schemas.openxmlformats.org/officeDocument/2006/relationships" xmlns:p="http://schemas.openxmlformats.org/presentationml/2006/main" preserve="1" userDrawn="1">
  <p:cSld name="2_Pic08_02">
    <p:spTree>
      <p:nvGrpSpPr>
        <p:cNvPr id="1" name=""/>
        <p:cNvGrpSpPr/>
        <p:nvPr/>
      </p:nvGrpSpPr>
      <p:grpSpPr>
        <a:xfrm>
          <a:off x="0" y="0"/>
          <a:ext cx="0" cy="0"/>
          <a:chOff x="0" y="0"/>
          <a:chExt cx="0" cy="0"/>
        </a:xfrm>
      </p:grpSpPr>
      <p:sp>
        <p:nvSpPr>
          <p:cNvPr id="8" name="Picture Placeholder 7"/>
          <p:cNvSpPr>
            <a:spLocks noGrp="1"/>
          </p:cNvSpPr>
          <p:nvPr>
            <p:ph type="pic" sz="quarter" idx="10" hasCustomPrompt="1"/>
          </p:nvPr>
        </p:nvSpPr>
        <p:spPr>
          <a:xfrm>
            <a:off x="3" y="-12699"/>
            <a:ext cx="12191999" cy="36449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7" name="Round Same Side Corner Rectangle 6"/>
          <p:cNvSpPr/>
          <p:nvPr userDrawn="1"/>
        </p:nvSpPr>
        <p:spPr>
          <a:xfrm rot="16200000" flipH="1">
            <a:off x="11731147" y="6331910"/>
            <a:ext cx="384047" cy="537665"/>
          </a:xfrm>
          <a:prstGeom prst="round2Same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50000"/>
                  <a:lumOff val="50000"/>
                </a:srgbClr>
              </a:solidFill>
            </a:endParaRPr>
          </a:p>
        </p:txBody>
      </p:sp>
      <p:sp>
        <p:nvSpPr>
          <p:cNvPr id="9" name="Slide Number Placeholder 4"/>
          <p:cNvSpPr>
            <a:spLocks noGrp="1"/>
          </p:cNvSpPr>
          <p:nvPr>
            <p:ph type="sldNum" sz="quarter" idx="4"/>
          </p:nvPr>
        </p:nvSpPr>
        <p:spPr>
          <a:xfrm>
            <a:off x="11662445" y="6408719"/>
            <a:ext cx="508001" cy="366183"/>
          </a:xfrm>
          <a:prstGeom prst="rect">
            <a:avLst/>
          </a:prstGeom>
        </p:spPr>
        <p:txBody>
          <a:bodyPr anchor="ctr"/>
          <a:lstStyle>
            <a:lvl1pPr algn="ctr">
              <a:defRPr sz="1200" b="1">
                <a:solidFill>
                  <a:schemeClr val="tx1">
                    <a:lumMod val="50000"/>
                    <a:lumOff val="50000"/>
                  </a:schemeClr>
                </a:solidFill>
                <a:cs typeface="Simplified Arabic" panose="02020603050405020304" pitchFamily="18" charset="-78"/>
              </a:defRPr>
            </a:lvl1pPr>
          </a:lstStyle>
          <a:p>
            <a:pPr defTabSz="1375467" fontAlgn="auto">
              <a:spcBef>
                <a:spcPts val="0"/>
              </a:spcBef>
              <a:spcAft>
                <a:spcPts val="0"/>
              </a:spcAft>
            </a:pPr>
            <a:fld id="{C136B7D2-B98C-44FD-8D04-7EC62A564975}" type="slidenum">
              <a:rPr lang="en-US" smtClean="0">
                <a:solidFill>
                  <a:srgbClr val="262626">
                    <a:lumMod val="50000"/>
                    <a:lumOff val="50000"/>
                  </a:srgbClr>
                </a:solidFill>
                <a:latin typeface="Roboto Condensed"/>
              </a:rPr>
              <a:pPr defTabSz="1375467" fontAlgn="auto">
                <a:spcBef>
                  <a:spcPts val="0"/>
                </a:spcBef>
                <a:spcAft>
                  <a:spcPts val="0"/>
                </a:spcAft>
              </a:pPr>
              <a:t>‹#›</a:t>
            </a:fld>
            <a:endParaRPr lang="en-US" dirty="0">
              <a:solidFill>
                <a:srgbClr val="262626">
                  <a:lumMod val="50000"/>
                  <a:lumOff val="50000"/>
                </a:srgbClr>
              </a:solidFill>
              <a:latin typeface="Roboto Condensed"/>
            </a:endParaRPr>
          </a:p>
        </p:txBody>
      </p:sp>
    </p:spTree>
    <p:extLst>
      <p:ext uri="{BB962C8B-B14F-4D97-AF65-F5344CB8AC3E}">
        <p14:creationId xmlns:p14="http://schemas.microsoft.com/office/powerpoint/2010/main" val="276990750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accel="50000" decel="5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1000" fill="hold"/>
                                        <p:tgtEl>
                                          <p:spTgt spid="8"/>
                                        </p:tgtEl>
                                        <p:attrNameLst>
                                          <p:attrName>ppt_x</p:attrName>
                                        </p:attrNameLst>
                                      </p:cBhvr>
                                      <p:tavLst>
                                        <p:tav tm="0">
                                          <p:val>
                                            <p:strVal val="#ppt_x"/>
                                          </p:val>
                                        </p:tav>
                                        <p:tav tm="100000">
                                          <p:val>
                                            <p:strVal val="#ppt_x"/>
                                          </p:val>
                                        </p:tav>
                                      </p:tavLst>
                                    </p:anim>
                                    <p:anim calcmode="lin" valueType="num">
                                      <p:cBhvr additive="base">
                                        <p:cTn id="8" dur="1000" fill="hold"/>
                                        <p:tgtEl>
                                          <p:spTgt spid="8"/>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Layout>
</file>

<file path=ppt/slideLayouts/slideLayout293.xml><?xml version="1.0" encoding="utf-8"?>
<p:sldLayout xmlns:a="http://schemas.openxmlformats.org/drawingml/2006/main" xmlns:r="http://schemas.openxmlformats.org/officeDocument/2006/relationships" xmlns:p="http://schemas.openxmlformats.org/presentationml/2006/main" userDrawn="1">
  <p:cSld name="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68579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385305135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Layout>
</file>

<file path=ppt/slideLayouts/slideLayout294.xml><?xml version="1.0" encoding="utf-8"?>
<p:sldLayout xmlns:a="http://schemas.openxmlformats.org/drawingml/2006/main" xmlns:r="http://schemas.openxmlformats.org/officeDocument/2006/relationships" xmlns:p="http://schemas.openxmlformats.org/presentationml/2006/main" userDrawn="1">
  <p:cSld name="Team00">
    <p:spTree>
      <p:nvGrpSpPr>
        <p:cNvPr id="1" name=""/>
        <p:cNvGrpSpPr/>
        <p:nvPr/>
      </p:nvGrpSpPr>
      <p:grpSpPr>
        <a:xfrm>
          <a:off x="0" y="0"/>
          <a:ext cx="0" cy="0"/>
          <a:chOff x="0" y="0"/>
          <a:chExt cx="0" cy="0"/>
        </a:xfrm>
      </p:grpSpPr>
      <p:sp>
        <p:nvSpPr>
          <p:cNvPr id="18" name="Down Arrow Callout 17"/>
          <p:cNvSpPr/>
          <p:nvPr userDrawn="1"/>
        </p:nvSpPr>
        <p:spPr bwMode="auto">
          <a:xfrm>
            <a:off x="0" y="0"/>
            <a:ext cx="12192000" cy="2705101"/>
          </a:xfrm>
          <a:prstGeom prst="downArrowCallout">
            <a:avLst>
              <a:gd name="adj1" fmla="val 32676"/>
              <a:gd name="adj2" fmla="val 14109"/>
              <a:gd name="adj3" fmla="val 10498"/>
              <a:gd name="adj4" fmla="val 92638"/>
            </a:avLst>
          </a:prstGeom>
          <a:solidFill>
            <a:srgbClr val="5B9BD5"/>
          </a:solidFill>
          <a:ln w="9525">
            <a:noFill/>
            <a:round/>
            <a:headEnd/>
            <a:tailEnd/>
          </a:ln>
        </p:spPr>
        <p:txBody>
          <a:bodyPr vert="horz" wrap="square" lIns="121920" tIns="60960" rIns="121920" bIns="60960" numCol="1" rtlCol="0" anchor="t" anchorCtr="0" compatLnSpc="1">
            <a:prstTxWarp prst="textNoShape">
              <a:avLst/>
            </a:prstTxWarp>
          </a:bodyPr>
          <a:lstStyle/>
          <a:p>
            <a:pPr algn="ct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nvGrpSpPr>
          <p:cNvPr id="17" name="Group 16"/>
          <p:cNvGrpSpPr/>
          <p:nvPr userDrawn="1"/>
        </p:nvGrpSpPr>
        <p:grpSpPr>
          <a:xfrm>
            <a:off x="0" y="1275081"/>
            <a:ext cx="12192000" cy="1430020"/>
            <a:chOff x="0" y="956310"/>
            <a:chExt cx="9144000" cy="1594004"/>
          </a:xfrm>
        </p:grpSpPr>
        <p:sp>
          <p:nvSpPr>
            <p:cNvPr id="14" name="Freeform 13"/>
            <p:cNvSpPr>
              <a:spLocks/>
            </p:cNvSpPr>
            <p:nvPr userDrawn="1"/>
          </p:nvSpPr>
          <p:spPr bwMode="auto">
            <a:xfrm>
              <a:off x="0" y="956310"/>
              <a:ext cx="9144000" cy="1300543"/>
            </a:xfrm>
            <a:custGeom>
              <a:avLst/>
              <a:gdLst/>
              <a:ahLst/>
              <a:cxnLst>
                <a:cxn ang="0">
                  <a:pos x="30" y="330"/>
                </a:cxn>
                <a:cxn ang="0">
                  <a:pos x="99" y="339"/>
                </a:cxn>
                <a:cxn ang="0">
                  <a:pos x="181" y="385"/>
                </a:cxn>
                <a:cxn ang="0">
                  <a:pos x="289" y="307"/>
                </a:cxn>
                <a:cxn ang="0">
                  <a:pos x="364" y="303"/>
                </a:cxn>
                <a:cxn ang="0">
                  <a:pos x="444" y="328"/>
                </a:cxn>
                <a:cxn ang="0">
                  <a:pos x="528" y="322"/>
                </a:cxn>
                <a:cxn ang="0">
                  <a:pos x="661" y="60"/>
                </a:cxn>
                <a:cxn ang="0">
                  <a:pos x="697" y="60"/>
                </a:cxn>
                <a:cxn ang="0">
                  <a:pos x="726" y="57"/>
                </a:cxn>
                <a:cxn ang="0">
                  <a:pos x="768" y="290"/>
                </a:cxn>
                <a:cxn ang="0">
                  <a:pos x="800" y="246"/>
                </a:cxn>
                <a:cxn ang="0">
                  <a:pos x="888" y="176"/>
                </a:cxn>
                <a:cxn ang="0">
                  <a:pos x="955" y="208"/>
                </a:cxn>
                <a:cxn ang="0">
                  <a:pos x="993" y="358"/>
                </a:cxn>
                <a:cxn ang="0">
                  <a:pos x="1025" y="178"/>
                </a:cxn>
                <a:cxn ang="0">
                  <a:pos x="1138" y="172"/>
                </a:cxn>
                <a:cxn ang="0">
                  <a:pos x="1216" y="161"/>
                </a:cxn>
                <a:cxn ang="0">
                  <a:pos x="1241" y="144"/>
                </a:cxn>
                <a:cxn ang="0">
                  <a:pos x="1300" y="0"/>
                </a:cxn>
                <a:cxn ang="0">
                  <a:pos x="1428" y="157"/>
                </a:cxn>
                <a:cxn ang="0">
                  <a:pos x="1462" y="102"/>
                </a:cxn>
                <a:cxn ang="0">
                  <a:pos x="1492" y="57"/>
                </a:cxn>
                <a:cxn ang="0">
                  <a:pos x="1531" y="55"/>
                </a:cxn>
                <a:cxn ang="0">
                  <a:pos x="1567" y="100"/>
                </a:cxn>
                <a:cxn ang="0">
                  <a:pos x="1670" y="159"/>
                </a:cxn>
                <a:cxn ang="0">
                  <a:pos x="1700" y="127"/>
                </a:cxn>
                <a:cxn ang="0">
                  <a:pos x="1782" y="297"/>
                </a:cxn>
                <a:cxn ang="0">
                  <a:pos x="1843" y="153"/>
                </a:cxn>
                <a:cxn ang="0">
                  <a:pos x="1939" y="153"/>
                </a:cxn>
                <a:cxn ang="0">
                  <a:pos x="1973" y="225"/>
                </a:cxn>
                <a:cxn ang="0">
                  <a:pos x="2011" y="131"/>
                </a:cxn>
                <a:cxn ang="0">
                  <a:pos x="2072" y="127"/>
                </a:cxn>
                <a:cxn ang="0">
                  <a:pos x="2127" y="136"/>
                </a:cxn>
                <a:cxn ang="0">
                  <a:pos x="2160" y="227"/>
                </a:cxn>
                <a:cxn ang="0">
                  <a:pos x="2198" y="358"/>
                </a:cxn>
                <a:cxn ang="0">
                  <a:pos x="2238" y="153"/>
                </a:cxn>
                <a:cxn ang="0">
                  <a:pos x="2291" y="153"/>
                </a:cxn>
                <a:cxn ang="0">
                  <a:pos x="2381" y="313"/>
                </a:cxn>
                <a:cxn ang="0">
                  <a:pos x="2417" y="339"/>
                </a:cxn>
                <a:cxn ang="0">
                  <a:pos x="2434" y="288"/>
                </a:cxn>
                <a:cxn ang="0">
                  <a:pos x="2501" y="330"/>
                </a:cxn>
                <a:cxn ang="0">
                  <a:pos x="2535" y="400"/>
                </a:cxn>
                <a:cxn ang="0">
                  <a:pos x="2705" y="377"/>
                </a:cxn>
                <a:cxn ang="0">
                  <a:pos x="2753" y="362"/>
                </a:cxn>
                <a:cxn ang="0">
                  <a:pos x="2785" y="337"/>
                </a:cxn>
                <a:cxn ang="0">
                  <a:pos x="2835" y="392"/>
                </a:cxn>
                <a:cxn ang="0">
                  <a:pos x="2875" y="307"/>
                </a:cxn>
                <a:cxn ang="0">
                  <a:pos x="2915" y="402"/>
                </a:cxn>
                <a:cxn ang="0">
                  <a:pos x="2940" y="307"/>
                </a:cxn>
                <a:cxn ang="0">
                  <a:pos x="2989" y="407"/>
                </a:cxn>
                <a:cxn ang="0">
                  <a:pos x="3050" y="381"/>
                </a:cxn>
                <a:cxn ang="0">
                  <a:pos x="3102" y="404"/>
                </a:cxn>
                <a:cxn ang="0">
                  <a:pos x="3142" y="373"/>
                </a:cxn>
                <a:cxn ang="0">
                  <a:pos x="3182" y="409"/>
                </a:cxn>
                <a:cxn ang="0">
                  <a:pos x="3239" y="455"/>
                </a:cxn>
              </a:cxnLst>
              <a:rect l="0" t="0" r="r" b="b"/>
              <a:pathLst>
                <a:path w="3239" h="455">
                  <a:moveTo>
                    <a:pt x="0" y="455"/>
                  </a:moveTo>
                  <a:lnTo>
                    <a:pt x="0" y="349"/>
                  </a:lnTo>
                  <a:lnTo>
                    <a:pt x="30" y="349"/>
                  </a:lnTo>
                  <a:lnTo>
                    <a:pt x="30" y="330"/>
                  </a:lnTo>
                  <a:lnTo>
                    <a:pt x="85" y="330"/>
                  </a:lnTo>
                  <a:lnTo>
                    <a:pt x="85" y="356"/>
                  </a:lnTo>
                  <a:lnTo>
                    <a:pt x="99" y="356"/>
                  </a:lnTo>
                  <a:lnTo>
                    <a:pt x="99" y="339"/>
                  </a:lnTo>
                  <a:lnTo>
                    <a:pt x="122" y="339"/>
                  </a:lnTo>
                  <a:lnTo>
                    <a:pt x="122" y="368"/>
                  </a:lnTo>
                  <a:lnTo>
                    <a:pt x="181" y="368"/>
                  </a:lnTo>
                  <a:lnTo>
                    <a:pt x="181" y="385"/>
                  </a:lnTo>
                  <a:lnTo>
                    <a:pt x="251" y="385"/>
                  </a:lnTo>
                  <a:lnTo>
                    <a:pt x="251" y="322"/>
                  </a:lnTo>
                  <a:lnTo>
                    <a:pt x="289" y="322"/>
                  </a:lnTo>
                  <a:lnTo>
                    <a:pt x="289" y="307"/>
                  </a:lnTo>
                  <a:lnTo>
                    <a:pt x="331" y="307"/>
                  </a:lnTo>
                  <a:lnTo>
                    <a:pt x="331" y="290"/>
                  </a:lnTo>
                  <a:lnTo>
                    <a:pt x="364" y="290"/>
                  </a:lnTo>
                  <a:lnTo>
                    <a:pt x="364" y="303"/>
                  </a:lnTo>
                  <a:lnTo>
                    <a:pt x="411" y="303"/>
                  </a:lnTo>
                  <a:lnTo>
                    <a:pt x="411" y="311"/>
                  </a:lnTo>
                  <a:lnTo>
                    <a:pt x="444" y="311"/>
                  </a:lnTo>
                  <a:lnTo>
                    <a:pt x="444" y="328"/>
                  </a:lnTo>
                  <a:lnTo>
                    <a:pt x="455" y="328"/>
                  </a:lnTo>
                  <a:lnTo>
                    <a:pt x="455" y="303"/>
                  </a:lnTo>
                  <a:lnTo>
                    <a:pt x="528" y="303"/>
                  </a:lnTo>
                  <a:lnTo>
                    <a:pt x="528" y="322"/>
                  </a:lnTo>
                  <a:lnTo>
                    <a:pt x="617" y="322"/>
                  </a:lnTo>
                  <a:lnTo>
                    <a:pt x="617" y="66"/>
                  </a:lnTo>
                  <a:lnTo>
                    <a:pt x="661" y="66"/>
                  </a:lnTo>
                  <a:lnTo>
                    <a:pt x="661" y="60"/>
                  </a:lnTo>
                  <a:lnTo>
                    <a:pt x="673" y="60"/>
                  </a:lnTo>
                  <a:lnTo>
                    <a:pt x="673" y="83"/>
                  </a:lnTo>
                  <a:lnTo>
                    <a:pt x="697" y="83"/>
                  </a:lnTo>
                  <a:lnTo>
                    <a:pt x="697" y="60"/>
                  </a:lnTo>
                  <a:lnTo>
                    <a:pt x="705" y="60"/>
                  </a:lnTo>
                  <a:lnTo>
                    <a:pt x="705" y="49"/>
                  </a:lnTo>
                  <a:lnTo>
                    <a:pt x="726" y="49"/>
                  </a:lnTo>
                  <a:lnTo>
                    <a:pt x="726" y="57"/>
                  </a:lnTo>
                  <a:lnTo>
                    <a:pt x="753" y="57"/>
                  </a:lnTo>
                  <a:lnTo>
                    <a:pt x="753" y="102"/>
                  </a:lnTo>
                  <a:lnTo>
                    <a:pt x="768" y="102"/>
                  </a:lnTo>
                  <a:lnTo>
                    <a:pt x="768" y="290"/>
                  </a:lnTo>
                  <a:lnTo>
                    <a:pt x="789" y="290"/>
                  </a:lnTo>
                  <a:lnTo>
                    <a:pt x="789" y="263"/>
                  </a:lnTo>
                  <a:lnTo>
                    <a:pt x="800" y="263"/>
                  </a:lnTo>
                  <a:lnTo>
                    <a:pt x="800" y="246"/>
                  </a:lnTo>
                  <a:lnTo>
                    <a:pt x="873" y="246"/>
                  </a:lnTo>
                  <a:lnTo>
                    <a:pt x="873" y="199"/>
                  </a:lnTo>
                  <a:lnTo>
                    <a:pt x="888" y="199"/>
                  </a:lnTo>
                  <a:lnTo>
                    <a:pt x="888" y="176"/>
                  </a:lnTo>
                  <a:lnTo>
                    <a:pt x="943" y="176"/>
                  </a:lnTo>
                  <a:lnTo>
                    <a:pt x="943" y="195"/>
                  </a:lnTo>
                  <a:lnTo>
                    <a:pt x="955" y="195"/>
                  </a:lnTo>
                  <a:lnTo>
                    <a:pt x="955" y="208"/>
                  </a:lnTo>
                  <a:lnTo>
                    <a:pt x="976" y="208"/>
                  </a:lnTo>
                  <a:lnTo>
                    <a:pt x="976" y="333"/>
                  </a:lnTo>
                  <a:lnTo>
                    <a:pt x="993" y="333"/>
                  </a:lnTo>
                  <a:lnTo>
                    <a:pt x="993" y="358"/>
                  </a:lnTo>
                  <a:lnTo>
                    <a:pt x="1004" y="358"/>
                  </a:lnTo>
                  <a:lnTo>
                    <a:pt x="1004" y="195"/>
                  </a:lnTo>
                  <a:lnTo>
                    <a:pt x="1025" y="195"/>
                  </a:lnTo>
                  <a:lnTo>
                    <a:pt x="1025" y="178"/>
                  </a:lnTo>
                  <a:lnTo>
                    <a:pt x="1115" y="178"/>
                  </a:lnTo>
                  <a:lnTo>
                    <a:pt x="1115" y="193"/>
                  </a:lnTo>
                  <a:lnTo>
                    <a:pt x="1138" y="193"/>
                  </a:lnTo>
                  <a:lnTo>
                    <a:pt x="1138" y="172"/>
                  </a:lnTo>
                  <a:lnTo>
                    <a:pt x="1147" y="172"/>
                  </a:lnTo>
                  <a:lnTo>
                    <a:pt x="1147" y="134"/>
                  </a:lnTo>
                  <a:lnTo>
                    <a:pt x="1216" y="134"/>
                  </a:lnTo>
                  <a:lnTo>
                    <a:pt x="1216" y="161"/>
                  </a:lnTo>
                  <a:lnTo>
                    <a:pt x="1224" y="161"/>
                  </a:lnTo>
                  <a:lnTo>
                    <a:pt x="1224" y="176"/>
                  </a:lnTo>
                  <a:lnTo>
                    <a:pt x="1241" y="176"/>
                  </a:lnTo>
                  <a:lnTo>
                    <a:pt x="1241" y="144"/>
                  </a:lnTo>
                  <a:lnTo>
                    <a:pt x="1250" y="144"/>
                  </a:lnTo>
                  <a:lnTo>
                    <a:pt x="1250" y="85"/>
                  </a:lnTo>
                  <a:lnTo>
                    <a:pt x="1300" y="85"/>
                  </a:lnTo>
                  <a:lnTo>
                    <a:pt x="1300" y="0"/>
                  </a:lnTo>
                  <a:lnTo>
                    <a:pt x="1409" y="0"/>
                  </a:lnTo>
                  <a:lnTo>
                    <a:pt x="1409" y="178"/>
                  </a:lnTo>
                  <a:lnTo>
                    <a:pt x="1428" y="178"/>
                  </a:lnTo>
                  <a:lnTo>
                    <a:pt x="1428" y="157"/>
                  </a:lnTo>
                  <a:lnTo>
                    <a:pt x="1439" y="157"/>
                  </a:lnTo>
                  <a:lnTo>
                    <a:pt x="1439" y="134"/>
                  </a:lnTo>
                  <a:lnTo>
                    <a:pt x="1462" y="134"/>
                  </a:lnTo>
                  <a:lnTo>
                    <a:pt x="1462" y="102"/>
                  </a:lnTo>
                  <a:lnTo>
                    <a:pt x="1481" y="102"/>
                  </a:lnTo>
                  <a:lnTo>
                    <a:pt x="1481" y="70"/>
                  </a:lnTo>
                  <a:lnTo>
                    <a:pt x="1492" y="70"/>
                  </a:lnTo>
                  <a:lnTo>
                    <a:pt x="1492" y="57"/>
                  </a:lnTo>
                  <a:lnTo>
                    <a:pt x="1508" y="57"/>
                  </a:lnTo>
                  <a:lnTo>
                    <a:pt x="1508" y="40"/>
                  </a:lnTo>
                  <a:lnTo>
                    <a:pt x="1531" y="40"/>
                  </a:lnTo>
                  <a:lnTo>
                    <a:pt x="1531" y="55"/>
                  </a:lnTo>
                  <a:lnTo>
                    <a:pt x="1550" y="55"/>
                  </a:lnTo>
                  <a:lnTo>
                    <a:pt x="1550" y="66"/>
                  </a:lnTo>
                  <a:lnTo>
                    <a:pt x="1567" y="66"/>
                  </a:lnTo>
                  <a:lnTo>
                    <a:pt x="1567" y="100"/>
                  </a:lnTo>
                  <a:lnTo>
                    <a:pt x="1584" y="100"/>
                  </a:lnTo>
                  <a:lnTo>
                    <a:pt x="1584" y="153"/>
                  </a:lnTo>
                  <a:lnTo>
                    <a:pt x="1670" y="153"/>
                  </a:lnTo>
                  <a:lnTo>
                    <a:pt x="1670" y="159"/>
                  </a:lnTo>
                  <a:lnTo>
                    <a:pt x="1689" y="159"/>
                  </a:lnTo>
                  <a:lnTo>
                    <a:pt x="1689" y="142"/>
                  </a:lnTo>
                  <a:lnTo>
                    <a:pt x="1700" y="142"/>
                  </a:lnTo>
                  <a:lnTo>
                    <a:pt x="1700" y="127"/>
                  </a:lnTo>
                  <a:lnTo>
                    <a:pt x="1769" y="127"/>
                  </a:lnTo>
                  <a:lnTo>
                    <a:pt x="1769" y="142"/>
                  </a:lnTo>
                  <a:lnTo>
                    <a:pt x="1782" y="142"/>
                  </a:lnTo>
                  <a:lnTo>
                    <a:pt x="1782" y="297"/>
                  </a:lnTo>
                  <a:lnTo>
                    <a:pt x="1790" y="297"/>
                  </a:lnTo>
                  <a:lnTo>
                    <a:pt x="1790" y="269"/>
                  </a:lnTo>
                  <a:lnTo>
                    <a:pt x="1843" y="269"/>
                  </a:lnTo>
                  <a:lnTo>
                    <a:pt x="1843" y="153"/>
                  </a:lnTo>
                  <a:lnTo>
                    <a:pt x="1864" y="153"/>
                  </a:lnTo>
                  <a:lnTo>
                    <a:pt x="1864" y="136"/>
                  </a:lnTo>
                  <a:lnTo>
                    <a:pt x="1939" y="136"/>
                  </a:lnTo>
                  <a:lnTo>
                    <a:pt x="1939" y="153"/>
                  </a:lnTo>
                  <a:lnTo>
                    <a:pt x="1958" y="153"/>
                  </a:lnTo>
                  <a:lnTo>
                    <a:pt x="1958" y="360"/>
                  </a:lnTo>
                  <a:lnTo>
                    <a:pt x="1973" y="360"/>
                  </a:lnTo>
                  <a:lnTo>
                    <a:pt x="1973" y="225"/>
                  </a:lnTo>
                  <a:lnTo>
                    <a:pt x="1996" y="225"/>
                  </a:lnTo>
                  <a:lnTo>
                    <a:pt x="1996" y="144"/>
                  </a:lnTo>
                  <a:lnTo>
                    <a:pt x="2011" y="144"/>
                  </a:lnTo>
                  <a:lnTo>
                    <a:pt x="2011" y="131"/>
                  </a:lnTo>
                  <a:lnTo>
                    <a:pt x="2019" y="131"/>
                  </a:lnTo>
                  <a:lnTo>
                    <a:pt x="2019" y="115"/>
                  </a:lnTo>
                  <a:lnTo>
                    <a:pt x="2072" y="115"/>
                  </a:lnTo>
                  <a:lnTo>
                    <a:pt x="2072" y="127"/>
                  </a:lnTo>
                  <a:lnTo>
                    <a:pt x="2093" y="127"/>
                  </a:lnTo>
                  <a:lnTo>
                    <a:pt x="2093" y="110"/>
                  </a:lnTo>
                  <a:lnTo>
                    <a:pt x="2127" y="110"/>
                  </a:lnTo>
                  <a:lnTo>
                    <a:pt x="2127" y="136"/>
                  </a:lnTo>
                  <a:lnTo>
                    <a:pt x="2141" y="136"/>
                  </a:lnTo>
                  <a:lnTo>
                    <a:pt x="2141" y="144"/>
                  </a:lnTo>
                  <a:lnTo>
                    <a:pt x="2160" y="144"/>
                  </a:lnTo>
                  <a:lnTo>
                    <a:pt x="2160" y="227"/>
                  </a:lnTo>
                  <a:lnTo>
                    <a:pt x="2173" y="227"/>
                  </a:lnTo>
                  <a:lnTo>
                    <a:pt x="2173" y="373"/>
                  </a:lnTo>
                  <a:lnTo>
                    <a:pt x="2198" y="373"/>
                  </a:lnTo>
                  <a:lnTo>
                    <a:pt x="2198" y="358"/>
                  </a:lnTo>
                  <a:lnTo>
                    <a:pt x="2221" y="358"/>
                  </a:lnTo>
                  <a:lnTo>
                    <a:pt x="2221" y="288"/>
                  </a:lnTo>
                  <a:lnTo>
                    <a:pt x="2238" y="288"/>
                  </a:lnTo>
                  <a:lnTo>
                    <a:pt x="2238" y="153"/>
                  </a:lnTo>
                  <a:lnTo>
                    <a:pt x="2274" y="153"/>
                  </a:lnTo>
                  <a:lnTo>
                    <a:pt x="2274" y="121"/>
                  </a:lnTo>
                  <a:lnTo>
                    <a:pt x="2291" y="121"/>
                  </a:lnTo>
                  <a:lnTo>
                    <a:pt x="2291" y="153"/>
                  </a:lnTo>
                  <a:lnTo>
                    <a:pt x="2350" y="153"/>
                  </a:lnTo>
                  <a:lnTo>
                    <a:pt x="2350" y="288"/>
                  </a:lnTo>
                  <a:lnTo>
                    <a:pt x="2381" y="288"/>
                  </a:lnTo>
                  <a:lnTo>
                    <a:pt x="2381" y="313"/>
                  </a:lnTo>
                  <a:lnTo>
                    <a:pt x="2389" y="313"/>
                  </a:lnTo>
                  <a:lnTo>
                    <a:pt x="2389" y="347"/>
                  </a:lnTo>
                  <a:lnTo>
                    <a:pt x="2417" y="347"/>
                  </a:lnTo>
                  <a:lnTo>
                    <a:pt x="2417" y="339"/>
                  </a:lnTo>
                  <a:lnTo>
                    <a:pt x="2427" y="339"/>
                  </a:lnTo>
                  <a:lnTo>
                    <a:pt x="2427" y="311"/>
                  </a:lnTo>
                  <a:lnTo>
                    <a:pt x="2434" y="311"/>
                  </a:lnTo>
                  <a:lnTo>
                    <a:pt x="2434" y="288"/>
                  </a:lnTo>
                  <a:lnTo>
                    <a:pt x="2486" y="288"/>
                  </a:lnTo>
                  <a:lnTo>
                    <a:pt x="2486" y="316"/>
                  </a:lnTo>
                  <a:lnTo>
                    <a:pt x="2501" y="316"/>
                  </a:lnTo>
                  <a:lnTo>
                    <a:pt x="2501" y="330"/>
                  </a:lnTo>
                  <a:lnTo>
                    <a:pt x="2526" y="330"/>
                  </a:lnTo>
                  <a:lnTo>
                    <a:pt x="2526" y="356"/>
                  </a:lnTo>
                  <a:lnTo>
                    <a:pt x="2535" y="356"/>
                  </a:lnTo>
                  <a:lnTo>
                    <a:pt x="2535" y="400"/>
                  </a:lnTo>
                  <a:lnTo>
                    <a:pt x="2554" y="400"/>
                  </a:lnTo>
                  <a:lnTo>
                    <a:pt x="2554" y="275"/>
                  </a:lnTo>
                  <a:lnTo>
                    <a:pt x="2705" y="275"/>
                  </a:lnTo>
                  <a:lnTo>
                    <a:pt x="2705" y="377"/>
                  </a:lnTo>
                  <a:lnTo>
                    <a:pt x="2726" y="377"/>
                  </a:lnTo>
                  <a:lnTo>
                    <a:pt x="2726" y="396"/>
                  </a:lnTo>
                  <a:lnTo>
                    <a:pt x="2753" y="396"/>
                  </a:lnTo>
                  <a:lnTo>
                    <a:pt x="2753" y="362"/>
                  </a:lnTo>
                  <a:lnTo>
                    <a:pt x="2762" y="362"/>
                  </a:lnTo>
                  <a:lnTo>
                    <a:pt x="2762" y="347"/>
                  </a:lnTo>
                  <a:lnTo>
                    <a:pt x="2785" y="347"/>
                  </a:lnTo>
                  <a:lnTo>
                    <a:pt x="2785" y="337"/>
                  </a:lnTo>
                  <a:lnTo>
                    <a:pt x="2814" y="337"/>
                  </a:lnTo>
                  <a:lnTo>
                    <a:pt x="2814" y="398"/>
                  </a:lnTo>
                  <a:lnTo>
                    <a:pt x="2835" y="398"/>
                  </a:lnTo>
                  <a:lnTo>
                    <a:pt x="2835" y="392"/>
                  </a:lnTo>
                  <a:lnTo>
                    <a:pt x="2858" y="392"/>
                  </a:lnTo>
                  <a:lnTo>
                    <a:pt x="2858" y="318"/>
                  </a:lnTo>
                  <a:lnTo>
                    <a:pt x="2875" y="318"/>
                  </a:lnTo>
                  <a:lnTo>
                    <a:pt x="2875" y="307"/>
                  </a:lnTo>
                  <a:lnTo>
                    <a:pt x="2900" y="307"/>
                  </a:lnTo>
                  <a:lnTo>
                    <a:pt x="2900" y="316"/>
                  </a:lnTo>
                  <a:lnTo>
                    <a:pt x="2915" y="316"/>
                  </a:lnTo>
                  <a:lnTo>
                    <a:pt x="2915" y="402"/>
                  </a:lnTo>
                  <a:lnTo>
                    <a:pt x="2928" y="402"/>
                  </a:lnTo>
                  <a:lnTo>
                    <a:pt x="2928" y="318"/>
                  </a:lnTo>
                  <a:lnTo>
                    <a:pt x="2940" y="318"/>
                  </a:lnTo>
                  <a:lnTo>
                    <a:pt x="2940" y="307"/>
                  </a:lnTo>
                  <a:lnTo>
                    <a:pt x="2968" y="307"/>
                  </a:lnTo>
                  <a:lnTo>
                    <a:pt x="2968" y="316"/>
                  </a:lnTo>
                  <a:lnTo>
                    <a:pt x="2989" y="316"/>
                  </a:lnTo>
                  <a:lnTo>
                    <a:pt x="2989" y="407"/>
                  </a:lnTo>
                  <a:lnTo>
                    <a:pt x="3035" y="407"/>
                  </a:lnTo>
                  <a:lnTo>
                    <a:pt x="3035" y="394"/>
                  </a:lnTo>
                  <a:lnTo>
                    <a:pt x="3050" y="394"/>
                  </a:lnTo>
                  <a:lnTo>
                    <a:pt x="3050" y="381"/>
                  </a:lnTo>
                  <a:lnTo>
                    <a:pt x="3092" y="381"/>
                  </a:lnTo>
                  <a:lnTo>
                    <a:pt x="3092" y="394"/>
                  </a:lnTo>
                  <a:lnTo>
                    <a:pt x="3102" y="394"/>
                  </a:lnTo>
                  <a:lnTo>
                    <a:pt x="3102" y="404"/>
                  </a:lnTo>
                  <a:lnTo>
                    <a:pt x="3130" y="404"/>
                  </a:lnTo>
                  <a:lnTo>
                    <a:pt x="3130" y="394"/>
                  </a:lnTo>
                  <a:lnTo>
                    <a:pt x="3142" y="394"/>
                  </a:lnTo>
                  <a:lnTo>
                    <a:pt x="3142" y="373"/>
                  </a:lnTo>
                  <a:lnTo>
                    <a:pt x="3157" y="373"/>
                  </a:lnTo>
                  <a:lnTo>
                    <a:pt x="3157" y="383"/>
                  </a:lnTo>
                  <a:lnTo>
                    <a:pt x="3182" y="383"/>
                  </a:lnTo>
                  <a:lnTo>
                    <a:pt x="3182" y="409"/>
                  </a:lnTo>
                  <a:lnTo>
                    <a:pt x="3199" y="409"/>
                  </a:lnTo>
                  <a:lnTo>
                    <a:pt x="3199" y="400"/>
                  </a:lnTo>
                  <a:lnTo>
                    <a:pt x="3239" y="400"/>
                  </a:lnTo>
                  <a:lnTo>
                    <a:pt x="3239" y="455"/>
                  </a:lnTo>
                  <a:lnTo>
                    <a:pt x="0" y="455"/>
                  </a:lnTo>
                  <a:close/>
                </a:path>
              </a:pathLst>
            </a:custGeom>
            <a:solidFill>
              <a:schemeClr val="accent1">
                <a:lumMod val="50000"/>
                <a:alpha val="28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16" name="Isosceles Triangle 15"/>
            <p:cNvSpPr/>
            <p:nvPr userDrawn="1"/>
          </p:nvSpPr>
          <p:spPr>
            <a:xfrm rot="10800000">
              <a:off x="4191000" y="2256627"/>
              <a:ext cx="762000" cy="293687"/>
            </a:xfrm>
            <a:prstGeom prst="triangle">
              <a:avLst>
                <a:gd name="adj" fmla="val 50000"/>
              </a:avLst>
            </a:prstGeom>
            <a:solidFill>
              <a:schemeClr val="accent1">
                <a:lumMod val="50000"/>
                <a:alpha val="2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grpSp>
    </p:spTree>
    <p:extLst>
      <p:ext uri="{BB962C8B-B14F-4D97-AF65-F5344CB8AC3E}">
        <p14:creationId xmlns:p14="http://schemas.microsoft.com/office/powerpoint/2010/main" val="2991126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accel="50000" decel="50000" fill="hold" grpId="0" nodeType="afterEffect">
                                  <p:stCondLst>
                                    <p:cond delay="0"/>
                                  </p:stCondLst>
                                  <p:childTnLst>
                                    <p:set>
                                      <p:cBhvr>
                                        <p:cTn id="6" dur="1" fill="hold">
                                          <p:stCondLst>
                                            <p:cond delay="0"/>
                                          </p:stCondLst>
                                        </p:cTn>
                                        <p:tgtEl>
                                          <p:spTgt spid="18"/>
                                        </p:tgtEl>
                                        <p:attrNameLst>
                                          <p:attrName>style.visibility</p:attrName>
                                        </p:attrNameLst>
                                      </p:cBhvr>
                                      <p:to>
                                        <p:strVal val="visible"/>
                                      </p:to>
                                    </p:set>
                                    <p:anim calcmode="lin" valueType="num">
                                      <p:cBhvr additive="base">
                                        <p:cTn id="7" dur="1000" fill="hold"/>
                                        <p:tgtEl>
                                          <p:spTgt spid="18"/>
                                        </p:tgtEl>
                                        <p:attrNameLst>
                                          <p:attrName>ppt_x</p:attrName>
                                        </p:attrNameLst>
                                      </p:cBhvr>
                                      <p:tavLst>
                                        <p:tav tm="0">
                                          <p:val>
                                            <p:strVal val="#ppt_x"/>
                                          </p:val>
                                        </p:tav>
                                        <p:tav tm="100000">
                                          <p:val>
                                            <p:strVal val="#ppt_x"/>
                                          </p:val>
                                        </p:tav>
                                      </p:tavLst>
                                    </p:anim>
                                    <p:anim calcmode="lin" valueType="num">
                                      <p:cBhvr additive="base">
                                        <p:cTn id="8" dur="1000" fill="hold"/>
                                        <p:tgtEl>
                                          <p:spTgt spid="18"/>
                                        </p:tgtEl>
                                        <p:attrNameLst>
                                          <p:attrName>ppt_y</p:attrName>
                                        </p:attrNameLst>
                                      </p:cBhvr>
                                      <p:tavLst>
                                        <p:tav tm="0">
                                          <p:val>
                                            <p:strVal val="0-#ppt_h/2"/>
                                          </p:val>
                                        </p:tav>
                                        <p:tav tm="100000">
                                          <p:val>
                                            <p:strVal val="#ppt_y"/>
                                          </p:val>
                                        </p:tav>
                                      </p:tavLst>
                                    </p:anim>
                                  </p:childTnLst>
                                </p:cTn>
                              </p:par>
                              <p:par>
                                <p:cTn id="9" presetID="2" presetClass="entr" presetSubtype="4" accel="50000" decel="50000" fill="hold" nodeType="withEffect">
                                  <p:stCondLst>
                                    <p:cond delay="0"/>
                                  </p:stCondLst>
                                  <p:childTnLst>
                                    <p:set>
                                      <p:cBhvr>
                                        <p:cTn id="10" dur="1" fill="hold">
                                          <p:stCondLst>
                                            <p:cond delay="0"/>
                                          </p:stCondLst>
                                        </p:cTn>
                                        <p:tgtEl>
                                          <p:spTgt spid="17"/>
                                        </p:tgtEl>
                                        <p:attrNameLst>
                                          <p:attrName>style.visibility</p:attrName>
                                        </p:attrNameLst>
                                      </p:cBhvr>
                                      <p:to>
                                        <p:strVal val="visible"/>
                                      </p:to>
                                    </p:set>
                                    <p:anim calcmode="lin" valueType="num">
                                      <p:cBhvr additive="base">
                                        <p:cTn id="11" dur="1000" fill="hold"/>
                                        <p:tgtEl>
                                          <p:spTgt spid="17"/>
                                        </p:tgtEl>
                                        <p:attrNameLst>
                                          <p:attrName>ppt_x</p:attrName>
                                        </p:attrNameLst>
                                      </p:cBhvr>
                                      <p:tavLst>
                                        <p:tav tm="0">
                                          <p:val>
                                            <p:strVal val="#ppt_x"/>
                                          </p:val>
                                        </p:tav>
                                        <p:tav tm="100000">
                                          <p:val>
                                            <p:strVal val="#ppt_x"/>
                                          </p:val>
                                        </p:tav>
                                      </p:tavLst>
                                    </p:anim>
                                    <p:anim calcmode="lin" valueType="num">
                                      <p:cBhvr additive="base">
                                        <p:cTn id="12" dur="1000" fill="hold"/>
                                        <p:tgtEl>
                                          <p:spTgt spid="1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Lst>
  </p:timing>
</p:sldLayout>
</file>

<file path=ppt/slideLayouts/slideLayout295.xml><?xml version="1.0" encoding="utf-8"?>
<p:sldLayout xmlns:a="http://schemas.openxmlformats.org/drawingml/2006/main" xmlns:r="http://schemas.openxmlformats.org/officeDocument/2006/relationships" xmlns:p="http://schemas.openxmlformats.org/presentationml/2006/main" userDrawn="1">
  <p:cSld name="Pic01">
    <p:spTree>
      <p:nvGrpSpPr>
        <p:cNvPr id="1" name=""/>
        <p:cNvGrpSpPr/>
        <p:nvPr/>
      </p:nvGrpSpPr>
      <p:grpSpPr>
        <a:xfrm>
          <a:off x="0" y="0"/>
          <a:ext cx="0" cy="0"/>
          <a:chOff x="0" y="0"/>
          <a:chExt cx="0" cy="0"/>
        </a:xfrm>
      </p:grpSpPr>
      <p:sp>
        <p:nvSpPr>
          <p:cNvPr id="26" name="Picture Placeholder 7"/>
          <p:cNvSpPr>
            <a:spLocks noGrp="1"/>
          </p:cNvSpPr>
          <p:nvPr>
            <p:ph type="pic" sz="quarter" idx="10" hasCustomPrompt="1"/>
          </p:nvPr>
        </p:nvSpPr>
        <p:spPr>
          <a:xfrm>
            <a:off x="2" y="1704654"/>
            <a:ext cx="3698113" cy="2841945"/>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27" name="Picture Placeholder 7"/>
          <p:cNvSpPr>
            <a:spLocks noGrp="1"/>
          </p:cNvSpPr>
          <p:nvPr>
            <p:ph type="pic" sz="quarter" idx="15" hasCustomPrompt="1"/>
          </p:nvPr>
        </p:nvSpPr>
        <p:spPr>
          <a:xfrm>
            <a:off x="8483240" y="1704654"/>
            <a:ext cx="3708763" cy="2841945"/>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1" name="Rectangle 30"/>
          <p:cNvSpPr/>
          <p:nvPr/>
        </p:nvSpPr>
        <p:spPr>
          <a:xfrm>
            <a:off x="3698115" y="1704656"/>
            <a:ext cx="4785125" cy="284194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9"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0"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260732482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accel="50000" decel="50000" fill="hold" grpId="0" nodeType="afterEffect">
                                  <p:stCondLst>
                                    <p:cond delay="0"/>
                                  </p:stCondLst>
                                  <p:childTnLst>
                                    <p:set>
                                      <p:cBhvr>
                                        <p:cTn id="6" dur="1" fill="hold">
                                          <p:stCondLst>
                                            <p:cond delay="0"/>
                                          </p:stCondLst>
                                        </p:cTn>
                                        <p:tgtEl>
                                          <p:spTgt spid="27"/>
                                        </p:tgtEl>
                                        <p:attrNameLst>
                                          <p:attrName>style.visibility</p:attrName>
                                        </p:attrNameLst>
                                      </p:cBhvr>
                                      <p:to>
                                        <p:strVal val="visible"/>
                                      </p:to>
                                    </p:set>
                                    <p:anim calcmode="lin" valueType="num">
                                      <p:cBhvr additive="base">
                                        <p:cTn id="7" dur="500" fill="hold"/>
                                        <p:tgtEl>
                                          <p:spTgt spid="27"/>
                                        </p:tgtEl>
                                        <p:attrNameLst>
                                          <p:attrName>ppt_x</p:attrName>
                                        </p:attrNameLst>
                                      </p:cBhvr>
                                      <p:tavLst>
                                        <p:tav tm="0">
                                          <p:val>
                                            <p:strVal val="1+#ppt_w/2"/>
                                          </p:val>
                                        </p:tav>
                                        <p:tav tm="100000">
                                          <p:val>
                                            <p:strVal val="#ppt_x"/>
                                          </p:val>
                                        </p:tav>
                                      </p:tavLst>
                                    </p:anim>
                                    <p:anim calcmode="lin" valueType="num">
                                      <p:cBhvr additive="base">
                                        <p:cTn id="8" dur="500" fill="hold"/>
                                        <p:tgtEl>
                                          <p:spTgt spid="27"/>
                                        </p:tgtEl>
                                        <p:attrNameLst>
                                          <p:attrName>ppt_y</p:attrName>
                                        </p:attrNameLst>
                                      </p:cBhvr>
                                      <p:tavLst>
                                        <p:tav tm="0">
                                          <p:val>
                                            <p:strVal val="#ppt_y"/>
                                          </p:val>
                                        </p:tav>
                                        <p:tav tm="100000">
                                          <p:val>
                                            <p:strVal val="#ppt_y"/>
                                          </p:val>
                                        </p:tav>
                                      </p:tavLst>
                                    </p:anim>
                                  </p:childTnLst>
                                </p:cTn>
                              </p:par>
                              <p:par>
                                <p:cTn id="9" presetID="2" presetClass="entr" presetSubtype="8" accel="50000" decel="50000" fill="hold" grpId="0" nodeType="withEffect">
                                  <p:stCondLst>
                                    <p:cond delay="0"/>
                                  </p:stCondLst>
                                  <p:childTnLst>
                                    <p:set>
                                      <p:cBhvr>
                                        <p:cTn id="10" dur="1" fill="hold">
                                          <p:stCondLst>
                                            <p:cond delay="0"/>
                                          </p:stCondLst>
                                        </p:cTn>
                                        <p:tgtEl>
                                          <p:spTgt spid="26"/>
                                        </p:tgtEl>
                                        <p:attrNameLst>
                                          <p:attrName>style.visibility</p:attrName>
                                        </p:attrNameLst>
                                      </p:cBhvr>
                                      <p:to>
                                        <p:strVal val="visible"/>
                                      </p:to>
                                    </p:set>
                                    <p:anim calcmode="lin" valueType="num">
                                      <p:cBhvr additive="base">
                                        <p:cTn id="11" dur="500" fill="hold"/>
                                        <p:tgtEl>
                                          <p:spTgt spid="26"/>
                                        </p:tgtEl>
                                        <p:attrNameLst>
                                          <p:attrName>ppt_x</p:attrName>
                                        </p:attrNameLst>
                                      </p:cBhvr>
                                      <p:tavLst>
                                        <p:tav tm="0">
                                          <p:val>
                                            <p:strVal val="0-#ppt_w/2"/>
                                          </p:val>
                                        </p:tav>
                                        <p:tav tm="100000">
                                          <p:val>
                                            <p:strVal val="#ppt_x"/>
                                          </p:val>
                                        </p:tav>
                                      </p:tavLst>
                                    </p:anim>
                                    <p:anim calcmode="lin" valueType="num">
                                      <p:cBhvr additive="base">
                                        <p:cTn id="12" dur="500" fill="hold"/>
                                        <p:tgtEl>
                                          <p:spTgt spid="2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p:bldP spid="27" grpId="0"/>
    </p:bldLst>
  </p:timing>
</p:sldLayout>
</file>

<file path=ppt/slideLayouts/slideLayout296.xml><?xml version="1.0" encoding="utf-8"?>
<p:sldLayout xmlns:a="http://schemas.openxmlformats.org/drawingml/2006/main" xmlns:r="http://schemas.openxmlformats.org/officeDocument/2006/relationships" xmlns:p="http://schemas.openxmlformats.org/presentationml/2006/main" userDrawn="1">
  <p:cSld name="Pic05">
    <p:spTree>
      <p:nvGrpSpPr>
        <p:cNvPr id="1" name=""/>
        <p:cNvGrpSpPr/>
        <p:nvPr/>
      </p:nvGrpSpPr>
      <p:grpSpPr>
        <a:xfrm>
          <a:off x="0" y="0"/>
          <a:ext cx="0" cy="0"/>
          <a:chOff x="0" y="0"/>
          <a:chExt cx="0" cy="0"/>
        </a:xfrm>
      </p:grpSpPr>
      <p:sp>
        <p:nvSpPr>
          <p:cNvPr id="20" name="Picture Placeholder 7"/>
          <p:cNvSpPr>
            <a:spLocks noGrp="1"/>
          </p:cNvSpPr>
          <p:nvPr>
            <p:ph type="pic" sz="quarter" idx="15" hasCustomPrompt="1"/>
          </p:nvPr>
        </p:nvSpPr>
        <p:spPr>
          <a:xfrm>
            <a:off x="0" y="1641603"/>
            <a:ext cx="12170443" cy="3006597"/>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7"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8"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281323434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20"/>
                                        </p:tgtEl>
                                        <p:attrNameLst>
                                          <p:attrName>style.visibility</p:attrName>
                                        </p:attrNameLst>
                                      </p:cBhvr>
                                      <p:to>
                                        <p:strVal val="visible"/>
                                      </p:to>
                                    </p:set>
                                    <p:anim calcmode="lin" valueType="num">
                                      <p:cBhvr additive="base">
                                        <p:cTn id="7" dur="500" fill="hold"/>
                                        <p:tgtEl>
                                          <p:spTgt spid="20"/>
                                        </p:tgtEl>
                                        <p:attrNameLst>
                                          <p:attrName>ppt_x</p:attrName>
                                        </p:attrNameLst>
                                      </p:cBhvr>
                                      <p:tavLst>
                                        <p:tav tm="0">
                                          <p:val>
                                            <p:strVal val="#ppt_x"/>
                                          </p:val>
                                        </p:tav>
                                        <p:tav tm="100000">
                                          <p:val>
                                            <p:strVal val="#ppt_x"/>
                                          </p:val>
                                        </p:tav>
                                      </p:tavLst>
                                    </p:anim>
                                    <p:anim calcmode="lin" valueType="num">
                                      <p:cBhvr additive="base">
                                        <p:cTn id="8" dur="500" fill="hold"/>
                                        <p:tgtEl>
                                          <p:spTgt spid="2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Lst>
  </p:timing>
</p:sldLayout>
</file>

<file path=ppt/slideLayouts/slideLayout297.xml><?xml version="1.0" encoding="utf-8"?>
<p:sldLayout xmlns:a="http://schemas.openxmlformats.org/drawingml/2006/main" xmlns:r="http://schemas.openxmlformats.org/officeDocument/2006/relationships" xmlns:p="http://schemas.openxmlformats.org/presentationml/2006/main" userDrawn="1">
  <p:cSld name="Pic07">
    <p:spTree>
      <p:nvGrpSpPr>
        <p:cNvPr id="1" name=""/>
        <p:cNvGrpSpPr/>
        <p:nvPr/>
      </p:nvGrpSpPr>
      <p:grpSpPr>
        <a:xfrm>
          <a:off x="0" y="0"/>
          <a:ext cx="0" cy="0"/>
          <a:chOff x="0" y="0"/>
          <a:chExt cx="0" cy="0"/>
        </a:xfrm>
      </p:grpSpPr>
      <p:sp>
        <p:nvSpPr>
          <p:cNvPr id="14" name="Rectangle 13"/>
          <p:cNvSpPr/>
          <p:nvPr userDrawn="1"/>
        </p:nvSpPr>
        <p:spPr>
          <a:xfrm>
            <a:off x="-10646" y="1907856"/>
            <a:ext cx="4214343" cy="2841945"/>
          </a:xfrm>
          <a:prstGeom prst="rect">
            <a:avLst/>
          </a:prstGeom>
          <a:solidFill>
            <a:schemeClr val="accent1"/>
          </a:solidFill>
          <a:ln>
            <a:noFill/>
          </a:ln>
          <a:effectLst>
            <a:outerShdw blurRad="317500" sx="1000" sy="1000" rotWithShape="0">
              <a:prstClr val="black"/>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15" name="Picture Placeholder 7"/>
          <p:cNvSpPr>
            <a:spLocks noGrp="1"/>
          </p:cNvSpPr>
          <p:nvPr>
            <p:ph type="pic" sz="quarter" idx="15" hasCustomPrompt="1"/>
          </p:nvPr>
        </p:nvSpPr>
        <p:spPr>
          <a:xfrm>
            <a:off x="4203697" y="1907856"/>
            <a:ext cx="7988304" cy="2841945"/>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8"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9"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34285890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accel="50000" decel="50000" fill="hold" grpId="0" nodeType="after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500" fill="hold"/>
                                        <p:tgtEl>
                                          <p:spTgt spid="15"/>
                                        </p:tgtEl>
                                        <p:attrNameLst>
                                          <p:attrName>ppt_x</p:attrName>
                                        </p:attrNameLst>
                                      </p:cBhvr>
                                      <p:tavLst>
                                        <p:tav tm="0">
                                          <p:val>
                                            <p:strVal val="1+#ppt_w/2"/>
                                          </p:val>
                                        </p:tav>
                                        <p:tav tm="100000">
                                          <p:val>
                                            <p:strVal val="#ppt_x"/>
                                          </p:val>
                                        </p:tav>
                                      </p:tavLst>
                                    </p:anim>
                                    <p:anim calcmode="lin" valueType="num">
                                      <p:cBhvr additive="base">
                                        <p:cTn id="8" dur="500" fill="hold"/>
                                        <p:tgtEl>
                                          <p:spTgt spid="15"/>
                                        </p:tgtEl>
                                        <p:attrNameLst>
                                          <p:attrName>ppt_y</p:attrName>
                                        </p:attrNameLst>
                                      </p:cBhvr>
                                      <p:tavLst>
                                        <p:tav tm="0">
                                          <p:val>
                                            <p:strVal val="#ppt_y"/>
                                          </p:val>
                                        </p:tav>
                                        <p:tav tm="100000">
                                          <p:val>
                                            <p:strVal val="#ppt_y"/>
                                          </p:val>
                                        </p:tav>
                                      </p:tavLst>
                                    </p:anim>
                                  </p:childTnLst>
                                </p:cTn>
                              </p:par>
                              <p:par>
                                <p:cTn id="9" presetID="2" presetClass="entr" presetSubtype="8" accel="50000" decel="50000" fill="hold" grpId="0" nodeType="withEffect">
                                  <p:stCondLst>
                                    <p:cond delay="0"/>
                                  </p:stCondLst>
                                  <p:childTnLst>
                                    <p:set>
                                      <p:cBhvr>
                                        <p:cTn id="10" dur="1" fill="hold">
                                          <p:stCondLst>
                                            <p:cond delay="0"/>
                                          </p:stCondLst>
                                        </p:cTn>
                                        <p:tgtEl>
                                          <p:spTgt spid="14"/>
                                        </p:tgtEl>
                                        <p:attrNameLst>
                                          <p:attrName>style.visibility</p:attrName>
                                        </p:attrNameLst>
                                      </p:cBhvr>
                                      <p:to>
                                        <p:strVal val="visible"/>
                                      </p:to>
                                    </p:set>
                                    <p:anim calcmode="lin" valueType="num">
                                      <p:cBhvr additive="base">
                                        <p:cTn id="11" dur="500" fill="hold"/>
                                        <p:tgtEl>
                                          <p:spTgt spid="14"/>
                                        </p:tgtEl>
                                        <p:attrNameLst>
                                          <p:attrName>ppt_x</p:attrName>
                                        </p:attrNameLst>
                                      </p:cBhvr>
                                      <p:tavLst>
                                        <p:tav tm="0">
                                          <p:val>
                                            <p:strVal val="0-#ppt_w/2"/>
                                          </p:val>
                                        </p:tav>
                                        <p:tav tm="100000">
                                          <p:val>
                                            <p:strVal val="#ppt_x"/>
                                          </p:val>
                                        </p:tav>
                                      </p:tavLst>
                                    </p:anim>
                                    <p:anim calcmode="lin" valueType="num">
                                      <p:cBhvr additive="base">
                                        <p:cTn id="12" dur="500" fill="hold"/>
                                        <p:tgtEl>
                                          <p:spTgt spid="1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p:bldLst>
  </p:timing>
</p:sldLayout>
</file>

<file path=ppt/slideLayouts/slideLayout298.xml><?xml version="1.0" encoding="utf-8"?>
<p:sldLayout xmlns:a="http://schemas.openxmlformats.org/drawingml/2006/main" xmlns:r="http://schemas.openxmlformats.org/officeDocument/2006/relationships" xmlns:p="http://schemas.openxmlformats.org/presentationml/2006/main" preserve="1" userDrawn="1">
  <p:cSld name="1_Team09">
    <p:spTree>
      <p:nvGrpSpPr>
        <p:cNvPr id="1" name=""/>
        <p:cNvGrpSpPr/>
        <p:nvPr/>
      </p:nvGrpSpPr>
      <p:grpSpPr>
        <a:xfrm>
          <a:off x="0" y="0"/>
          <a:ext cx="0" cy="0"/>
          <a:chOff x="0" y="0"/>
          <a:chExt cx="0" cy="0"/>
        </a:xfrm>
      </p:grpSpPr>
      <p:sp>
        <p:nvSpPr>
          <p:cNvPr id="31" name="Picture Placeholder 7"/>
          <p:cNvSpPr>
            <a:spLocks noGrp="1"/>
          </p:cNvSpPr>
          <p:nvPr>
            <p:ph type="pic" sz="quarter" idx="10" hasCustomPrompt="1"/>
          </p:nvPr>
        </p:nvSpPr>
        <p:spPr>
          <a:xfrm>
            <a:off x="884639" y="2201898"/>
            <a:ext cx="1895355" cy="1894789"/>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1"/>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14" name="Text Placeholder 3"/>
          <p:cNvSpPr>
            <a:spLocks noGrp="1"/>
          </p:cNvSpPr>
          <p:nvPr>
            <p:ph type="body" sz="half" idx="15"/>
          </p:nvPr>
        </p:nvSpPr>
        <p:spPr>
          <a:xfrm>
            <a:off x="849403" y="4839493"/>
            <a:ext cx="1948892" cy="1231107"/>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3" name="Picture Placeholder 7"/>
          <p:cNvSpPr>
            <a:spLocks noGrp="1"/>
          </p:cNvSpPr>
          <p:nvPr>
            <p:ph type="pic" sz="quarter" idx="17" hasCustomPrompt="1"/>
          </p:nvPr>
        </p:nvSpPr>
        <p:spPr>
          <a:xfrm>
            <a:off x="3019721" y="2201898"/>
            <a:ext cx="1895355" cy="1894789"/>
          </a:xfrm>
          <a:prstGeom prst="rect">
            <a:avLst/>
          </a:prstGeom>
          <a:ln w="19050">
            <a:solidFill>
              <a:schemeClr val="accent2"/>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24" name="Text Placeholder 3"/>
          <p:cNvSpPr>
            <a:spLocks noGrp="1"/>
          </p:cNvSpPr>
          <p:nvPr>
            <p:ph type="body" sz="half" idx="18"/>
          </p:nvPr>
        </p:nvSpPr>
        <p:spPr>
          <a:xfrm>
            <a:off x="2984486" y="4839493"/>
            <a:ext cx="1948892" cy="1231107"/>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7" name="Picture Placeholder 7"/>
          <p:cNvSpPr>
            <a:spLocks noGrp="1"/>
          </p:cNvSpPr>
          <p:nvPr>
            <p:ph type="pic" sz="quarter" idx="20" hasCustomPrompt="1"/>
          </p:nvPr>
        </p:nvSpPr>
        <p:spPr>
          <a:xfrm>
            <a:off x="5140351" y="2201898"/>
            <a:ext cx="1895355" cy="1894789"/>
          </a:xfrm>
          <a:prstGeom prst="rect">
            <a:avLst/>
          </a:prstGeom>
          <a:ln w="19050">
            <a:solidFill>
              <a:schemeClr val="accent3"/>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28" name="Text Placeholder 3"/>
          <p:cNvSpPr>
            <a:spLocks noGrp="1"/>
          </p:cNvSpPr>
          <p:nvPr>
            <p:ph type="body" sz="half" idx="21"/>
          </p:nvPr>
        </p:nvSpPr>
        <p:spPr>
          <a:xfrm>
            <a:off x="5105115" y="4839493"/>
            <a:ext cx="1948892" cy="1231107"/>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32" name="Picture Placeholder 7"/>
          <p:cNvSpPr>
            <a:spLocks noGrp="1"/>
          </p:cNvSpPr>
          <p:nvPr>
            <p:ph type="pic" sz="quarter" idx="23" hasCustomPrompt="1"/>
          </p:nvPr>
        </p:nvSpPr>
        <p:spPr>
          <a:xfrm>
            <a:off x="7250175" y="2201898"/>
            <a:ext cx="1895355" cy="1894789"/>
          </a:xfrm>
          <a:prstGeom prst="rect">
            <a:avLst/>
          </a:prstGeom>
          <a:ln w="19050">
            <a:solidFill>
              <a:schemeClr val="accent4"/>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33" name="Text Placeholder 3"/>
          <p:cNvSpPr>
            <a:spLocks noGrp="1"/>
          </p:cNvSpPr>
          <p:nvPr>
            <p:ph type="body" sz="half" idx="24"/>
          </p:nvPr>
        </p:nvSpPr>
        <p:spPr>
          <a:xfrm>
            <a:off x="7214939" y="4839493"/>
            <a:ext cx="1948892" cy="1231107"/>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38" name="Picture Placeholder 7"/>
          <p:cNvSpPr>
            <a:spLocks noGrp="1"/>
          </p:cNvSpPr>
          <p:nvPr>
            <p:ph type="pic" sz="quarter" idx="26" hasCustomPrompt="1"/>
          </p:nvPr>
        </p:nvSpPr>
        <p:spPr>
          <a:xfrm>
            <a:off x="9381609" y="2201898"/>
            <a:ext cx="1895355" cy="1894789"/>
          </a:xfrm>
          <a:prstGeom prst="rect">
            <a:avLst/>
          </a:prstGeom>
          <a:ln w="19050">
            <a:solidFill>
              <a:schemeClr val="accent5"/>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39" name="Text Placeholder 3"/>
          <p:cNvSpPr>
            <a:spLocks noGrp="1"/>
          </p:cNvSpPr>
          <p:nvPr>
            <p:ph type="body" sz="half" idx="27"/>
          </p:nvPr>
        </p:nvSpPr>
        <p:spPr>
          <a:xfrm>
            <a:off x="9346374" y="4839493"/>
            <a:ext cx="1948892" cy="1231107"/>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1" name="Rectangle 20"/>
          <p:cNvSpPr/>
          <p:nvPr userDrawn="1"/>
        </p:nvSpPr>
        <p:spPr>
          <a:xfrm>
            <a:off x="872114" y="4051293"/>
            <a:ext cx="1920405" cy="7112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22" name="Text Placeholder 3"/>
          <p:cNvSpPr>
            <a:spLocks noGrp="1"/>
          </p:cNvSpPr>
          <p:nvPr>
            <p:ph type="body" sz="half" idx="16"/>
          </p:nvPr>
        </p:nvSpPr>
        <p:spPr>
          <a:xfrm>
            <a:off x="1140228" y="4176106"/>
            <a:ext cx="1367243" cy="508973"/>
          </a:xfrm>
          <a:prstGeom prst="rect">
            <a:avLst/>
          </a:prstGeom>
        </p:spPr>
        <p:txBody>
          <a:bodyPr wrap="square" lIns="0" tIns="0" rIns="0" bIns="0" anchor="ctr">
            <a:noAutofit/>
          </a:bodyPr>
          <a:lstStyle>
            <a:lvl1pPr marL="0" indent="0" algn="ctr">
              <a:buNone/>
              <a:defRPr sz="1467" b="1" baseline="0">
                <a:solidFill>
                  <a:schemeClr val="bg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25" name="Rectangle 24"/>
          <p:cNvSpPr/>
          <p:nvPr userDrawn="1"/>
        </p:nvSpPr>
        <p:spPr>
          <a:xfrm>
            <a:off x="3007196" y="4051293"/>
            <a:ext cx="1920405" cy="7112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26" name="Text Placeholder 3"/>
          <p:cNvSpPr>
            <a:spLocks noGrp="1"/>
          </p:cNvSpPr>
          <p:nvPr>
            <p:ph type="body" sz="half" idx="19"/>
          </p:nvPr>
        </p:nvSpPr>
        <p:spPr>
          <a:xfrm>
            <a:off x="3275311" y="4176106"/>
            <a:ext cx="1367243" cy="508973"/>
          </a:xfrm>
          <a:prstGeom prst="rect">
            <a:avLst/>
          </a:prstGeom>
        </p:spPr>
        <p:txBody>
          <a:bodyPr wrap="square" lIns="0" tIns="0" rIns="0" bIns="0" anchor="ctr">
            <a:noAutofit/>
          </a:bodyPr>
          <a:lstStyle>
            <a:lvl1pPr marL="0" indent="0" algn="ctr">
              <a:buNone/>
              <a:defRPr sz="1467" b="1" baseline="0">
                <a:solidFill>
                  <a:schemeClr val="bg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29" name="Rectangle 28"/>
          <p:cNvSpPr/>
          <p:nvPr userDrawn="1"/>
        </p:nvSpPr>
        <p:spPr>
          <a:xfrm>
            <a:off x="5127826" y="4051293"/>
            <a:ext cx="1920405" cy="7112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30" name="Text Placeholder 3"/>
          <p:cNvSpPr>
            <a:spLocks noGrp="1"/>
          </p:cNvSpPr>
          <p:nvPr>
            <p:ph type="body" sz="half" idx="22"/>
          </p:nvPr>
        </p:nvSpPr>
        <p:spPr>
          <a:xfrm>
            <a:off x="5395940" y="4176106"/>
            <a:ext cx="1367243" cy="508973"/>
          </a:xfrm>
          <a:prstGeom prst="rect">
            <a:avLst/>
          </a:prstGeom>
        </p:spPr>
        <p:txBody>
          <a:bodyPr wrap="square" lIns="0" tIns="0" rIns="0" bIns="0" anchor="ctr">
            <a:noAutofit/>
          </a:bodyPr>
          <a:lstStyle>
            <a:lvl1pPr marL="0" indent="0" algn="ctr">
              <a:buNone/>
              <a:defRPr sz="1467" b="1" baseline="0">
                <a:solidFill>
                  <a:schemeClr val="bg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35" name="Rectangle 34"/>
          <p:cNvSpPr/>
          <p:nvPr userDrawn="1"/>
        </p:nvSpPr>
        <p:spPr>
          <a:xfrm>
            <a:off x="7237650" y="4051293"/>
            <a:ext cx="1920405" cy="7112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36" name="Text Placeholder 3"/>
          <p:cNvSpPr>
            <a:spLocks noGrp="1"/>
          </p:cNvSpPr>
          <p:nvPr>
            <p:ph type="body" sz="half" idx="25"/>
          </p:nvPr>
        </p:nvSpPr>
        <p:spPr>
          <a:xfrm>
            <a:off x="7505764" y="4176106"/>
            <a:ext cx="1367243" cy="508973"/>
          </a:xfrm>
          <a:prstGeom prst="rect">
            <a:avLst/>
          </a:prstGeom>
        </p:spPr>
        <p:txBody>
          <a:bodyPr wrap="square" lIns="0" tIns="0" rIns="0" bIns="0" anchor="ctr">
            <a:noAutofit/>
          </a:bodyPr>
          <a:lstStyle>
            <a:lvl1pPr marL="0" indent="0" algn="ctr">
              <a:buNone/>
              <a:defRPr sz="1467" b="1" baseline="0">
                <a:solidFill>
                  <a:schemeClr val="bg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41" name="Rectangle 40"/>
          <p:cNvSpPr/>
          <p:nvPr userDrawn="1"/>
        </p:nvSpPr>
        <p:spPr>
          <a:xfrm>
            <a:off x="9369084" y="4051293"/>
            <a:ext cx="1920405" cy="71120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44" name="Text Placeholder 3"/>
          <p:cNvSpPr>
            <a:spLocks noGrp="1"/>
          </p:cNvSpPr>
          <p:nvPr>
            <p:ph type="body" sz="half" idx="28"/>
          </p:nvPr>
        </p:nvSpPr>
        <p:spPr>
          <a:xfrm>
            <a:off x="9637199" y="4176106"/>
            <a:ext cx="1367243" cy="508973"/>
          </a:xfrm>
          <a:prstGeom prst="rect">
            <a:avLst/>
          </a:prstGeom>
        </p:spPr>
        <p:txBody>
          <a:bodyPr wrap="square" lIns="0" tIns="0" rIns="0" bIns="0" anchor="ctr">
            <a:noAutofit/>
          </a:bodyPr>
          <a:lstStyle>
            <a:lvl1pPr marL="0" indent="0" algn="ctr">
              <a:buNone/>
              <a:defRPr sz="1467" b="1" baseline="0">
                <a:solidFill>
                  <a:schemeClr val="bg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34"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37"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44097592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grpId="0" nodeType="afterEffect">
                                  <p:stCondLst>
                                    <p:cond delay="0"/>
                                  </p:stCondLst>
                                  <p:childTnLst>
                                    <p:set>
                                      <p:cBhvr>
                                        <p:cTn id="6" dur="1" fill="hold">
                                          <p:stCondLst>
                                            <p:cond delay="0"/>
                                          </p:stCondLst>
                                        </p:cTn>
                                        <p:tgtEl>
                                          <p:spTgt spid="31"/>
                                        </p:tgtEl>
                                        <p:attrNameLst>
                                          <p:attrName>style.visibility</p:attrName>
                                        </p:attrNameLst>
                                      </p:cBhvr>
                                      <p:to>
                                        <p:strVal val="visible"/>
                                      </p:to>
                                    </p:set>
                                    <p:anim calcmode="lin" valueType="num">
                                      <p:cBhvr>
                                        <p:cTn id="7" dur="500" fill="hold"/>
                                        <p:tgtEl>
                                          <p:spTgt spid="31"/>
                                        </p:tgtEl>
                                        <p:attrNameLst>
                                          <p:attrName>ppt_w</p:attrName>
                                        </p:attrNameLst>
                                      </p:cBhvr>
                                      <p:tavLst>
                                        <p:tav tm="0">
                                          <p:val>
                                            <p:fltVal val="0"/>
                                          </p:val>
                                        </p:tav>
                                        <p:tav tm="100000">
                                          <p:val>
                                            <p:strVal val="#ppt_w"/>
                                          </p:val>
                                        </p:tav>
                                      </p:tavLst>
                                    </p:anim>
                                    <p:anim calcmode="lin" valueType="num">
                                      <p:cBhvr>
                                        <p:cTn id="8" dur="500" fill="hold"/>
                                        <p:tgtEl>
                                          <p:spTgt spid="31"/>
                                        </p:tgtEl>
                                        <p:attrNameLst>
                                          <p:attrName>ppt_h</p:attrName>
                                        </p:attrNameLst>
                                      </p:cBhvr>
                                      <p:tavLst>
                                        <p:tav tm="0">
                                          <p:val>
                                            <p:fltVal val="0"/>
                                          </p:val>
                                        </p:tav>
                                        <p:tav tm="100000">
                                          <p:val>
                                            <p:strVal val="#ppt_h"/>
                                          </p:val>
                                        </p:tav>
                                      </p:tavLst>
                                    </p:anim>
                                    <p:animEffect transition="in" filter="fade">
                                      <p:cBhvr>
                                        <p:cTn id="9" dur="500"/>
                                        <p:tgtEl>
                                          <p:spTgt spid="31"/>
                                        </p:tgtEl>
                                      </p:cBhvr>
                                    </p:animEffect>
                                  </p:childTnLst>
                                </p:cTn>
                              </p:par>
                            </p:childTnLst>
                          </p:cTn>
                        </p:par>
                        <p:par>
                          <p:cTn id="10" fill="hold">
                            <p:stCondLst>
                              <p:cond delay="500"/>
                            </p:stCondLst>
                            <p:childTnLst>
                              <p:par>
                                <p:cTn id="11" presetID="22" presetClass="entr" presetSubtype="4" fill="hold" grpId="0" nodeType="afterEffect">
                                  <p:stCondLst>
                                    <p:cond delay="0"/>
                                  </p:stCondLst>
                                  <p:childTnLst>
                                    <p:set>
                                      <p:cBhvr>
                                        <p:cTn id="12" dur="1" fill="hold">
                                          <p:stCondLst>
                                            <p:cond delay="0"/>
                                          </p:stCondLst>
                                        </p:cTn>
                                        <p:tgtEl>
                                          <p:spTgt spid="21"/>
                                        </p:tgtEl>
                                        <p:attrNameLst>
                                          <p:attrName>style.visibility</p:attrName>
                                        </p:attrNameLst>
                                      </p:cBhvr>
                                      <p:to>
                                        <p:strVal val="visible"/>
                                      </p:to>
                                    </p:set>
                                    <p:animEffect transition="in" filter="wipe(down)">
                                      <p:cBhvr>
                                        <p:cTn id="13" dur="500"/>
                                        <p:tgtEl>
                                          <p:spTgt spid="21"/>
                                        </p:tgtEl>
                                      </p:cBhvr>
                                    </p:animEffect>
                                  </p:childTnLst>
                                </p:cTn>
                              </p:par>
                            </p:childTnLst>
                          </p:cTn>
                        </p:par>
                        <p:par>
                          <p:cTn id="14" fill="hold">
                            <p:stCondLst>
                              <p:cond delay="1000"/>
                            </p:stCondLst>
                            <p:childTnLst>
                              <p:par>
                                <p:cTn id="15" presetID="22" presetClass="entr" presetSubtype="4" fill="hold" grpId="0" nodeType="afterEffect" nodePh="1">
                                  <p:stCondLst>
                                    <p:cond delay="0"/>
                                  </p:stCondLst>
                                  <p:endCondLst>
                                    <p:cond evt="begin" delay="0">
                                      <p:tn val="15"/>
                                    </p:cond>
                                  </p:endCondLst>
                                  <p:childTnLst>
                                    <p:set>
                                      <p:cBhvr>
                                        <p:cTn id="16" dur="1" fill="hold">
                                          <p:stCondLst>
                                            <p:cond delay="0"/>
                                          </p:stCondLst>
                                        </p:cTn>
                                        <p:tgtEl>
                                          <p:spTgt spid="22">
                                            <p:txEl>
                                              <p:pRg st="0" end="0"/>
                                            </p:txEl>
                                          </p:spTgt>
                                        </p:tgtEl>
                                        <p:attrNameLst>
                                          <p:attrName>style.visibility</p:attrName>
                                        </p:attrNameLst>
                                      </p:cBhvr>
                                      <p:to>
                                        <p:strVal val="visible"/>
                                      </p:to>
                                    </p:set>
                                    <p:animEffect transition="in" filter="wipe(down)">
                                      <p:cBhvr>
                                        <p:cTn id="17" dur="500"/>
                                        <p:tgtEl>
                                          <p:spTgt spid="22">
                                            <p:txEl>
                                              <p:pRg st="0" end="0"/>
                                            </p:txEl>
                                          </p:spTgt>
                                        </p:tgtEl>
                                      </p:cBhvr>
                                    </p:animEffect>
                                  </p:childTnLst>
                                </p:cTn>
                              </p:par>
                            </p:childTnLst>
                          </p:cTn>
                        </p:par>
                        <p:par>
                          <p:cTn id="18" fill="hold">
                            <p:stCondLst>
                              <p:cond delay="1500"/>
                            </p:stCondLst>
                            <p:childTnLst>
                              <p:par>
                                <p:cTn id="19" presetID="2" presetClass="entr" presetSubtype="4" accel="50000" decel="50000" fill="hold" grpId="0" nodeType="afterEffect" nodePh="1">
                                  <p:stCondLst>
                                    <p:cond delay="0"/>
                                  </p:stCondLst>
                                  <p:endCondLst>
                                    <p:cond evt="begin" delay="0">
                                      <p:tn val="19"/>
                                    </p:cond>
                                  </p:endCondLst>
                                  <p:childTnLst>
                                    <p:set>
                                      <p:cBhvr>
                                        <p:cTn id="20" dur="1" fill="hold">
                                          <p:stCondLst>
                                            <p:cond delay="0"/>
                                          </p:stCondLst>
                                        </p:cTn>
                                        <p:tgtEl>
                                          <p:spTgt spid="14">
                                            <p:txEl>
                                              <p:pRg st="0" end="0"/>
                                            </p:txEl>
                                          </p:spTgt>
                                        </p:tgtEl>
                                        <p:attrNameLst>
                                          <p:attrName>style.visibility</p:attrName>
                                        </p:attrNameLst>
                                      </p:cBhvr>
                                      <p:to>
                                        <p:strVal val="visible"/>
                                      </p:to>
                                    </p:set>
                                    <p:anim calcmode="lin" valueType="num">
                                      <p:cBhvr additive="base">
                                        <p:cTn id="21" dur="500" fill="hold"/>
                                        <p:tgtEl>
                                          <p:spTgt spid="14">
                                            <p:txEl>
                                              <p:pRg st="0" end="0"/>
                                            </p:txEl>
                                          </p:spTgt>
                                        </p:tgtEl>
                                        <p:attrNameLst>
                                          <p:attrName>ppt_x</p:attrName>
                                        </p:attrNameLst>
                                      </p:cBhvr>
                                      <p:tavLst>
                                        <p:tav tm="0">
                                          <p:val>
                                            <p:strVal val="#ppt_x"/>
                                          </p:val>
                                        </p:tav>
                                        <p:tav tm="100000">
                                          <p:val>
                                            <p:strVal val="#ppt_x"/>
                                          </p:val>
                                        </p:tav>
                                      </p:tavLst>
                                    </p:anim>
                                    <p:anim calcmode="lin" valueType="num">
                                      <p:cBhvr additive="base">
                                        <p:cTn id="22" dur="500" fill="hold"/>
                                        <p:tgtEl>
                                          <p:spTgt spid="14">
                                            <p:txEl>
                                              <p:pRg st="0" end="0"/>
                                            </p:txEl>
                                          </p:spTgt>
                                        </p:tgtEl>
                                        <p:attrNameLst>
                                          <p:attrName>ppt_y</p:attrName>
                                        </p:attrNameLst>
                                      </p:cBhvr>
                                      <p:tavLst>
                                        <p:tav tm="0">
                                          <p:val>
                                            <p:strVal val="1+#ppt_h/2"/>
                                          </p:val>
                                        </p:tav>
                                        <p:tav tm="100000">
                                          <p:val>
                                            <p:strVal val="#ppt_y"/>
                                          </p:val>
                                        </p:tav>
                                      </p:tavLst>
                                    </p:anim>
                                  </p:childTnLst>
                                </p:cTn>
                              </p:par>
                            </p:childTnLst>
                          </p:cTn>
                        </p:par>
                        <p:par>
                          <p:cTn id="23" fill="hold">
                            <p:stCondLst>
                              <p:cond delay="2000"/>
                            </p:stCondLst>
                            <p:childTnLst>
                              <p:par>
                                <p:cTn id="24" presetID="53" presetClass="entr" presetSubtype="0" fill="hold" grpId="0" nodeType="afterEffect">
                                  <p:stCondLst>
                                    <p:cond delay="0"/>
                                  </p:stCondLst>
                                  <p:childTnLst>
                                    <p:set>
                                      <p:cBhvr>
                                        <p:cTn id="25" dur="1" fill="hold">
                                          <p:stCondLst>
                                            <p:cond delay="0"/>
                                          </p:stCondLst>
                                        </p:cTn>
                                        <p:tgtEl>
                                          <p:spTgt spid="23"/>
                                        </p:tgtEl>
                                        <p:attrNameLst>
                                          <p:attrName>style.visibility</p:attrName>
                                        </p:attrNameLst>
                                      </p:cBhvr>
                                      <p:to>
                                        <p:strVal val="visible"/>
                                      </p:to>
                                    </p:set>
                                    <p:anim calcmode="lin" valueType="num">
                                      <p:cBhvr>
                                        <p:cTn id="26" dur="500" fill="hold"/>
                                        <p:tgtEl>
                                          <p:spTgt spid="23"/>
                                        </p:tgtEl>
                                        <p:attrNameLst>
                                          <p:attrName>ppt_w</p:attrName>
                                        </p:attrNameLst>
                                      </p:cBhvr>
                                      <p:tavLst>
                                        <p:tav tm="0">
                                          <p:val>
                                            <p:fltVal val="0"/>
                                          </p:val>
                                        </p:tav>
                                        <p:tav tm="100000">
                                          <p:val>
                                            <p:strVal val="#ppt_w"/>
                                          </p:val>
                                        </p:tav>
                                      </p:tavLst>
                                    </p:anim>
                                    <p:anim calcmode="lin" valueType="num">
                                      <p:cBhvr>
                                        <p:cTn id="27" dur="500" fill="hold"/>
                                        <p:tgtEl>
                                          <p:spTgt spid="23"/>
                                        </p:tgtEl>
                                        <p:attrNameLst>
                                          <p:attrName>ppt_h</p:attrName>
                                        </p:attrNameLst>
                                      </p:cBhvr>
                                      <p:tavLst>
                                        <p:tav tm="0">
                                          <p:val>
                                            <p:fltVal val="0"/>
                                          </p:val>
                                        </p:tav>
                                        <p:tav tm="100000">
                                          <p:val>
                                            <p:strVal val="#ppt_h"/>
                                          </p:val>
                                        </p:tav>
                                      </p:tavLst>
                                    </p:anim>
                                    <p:animEffect transition="in" filter="fade">
                                      <p:cBhvr>
                                        <p:cTn id="28" dur="500"/>
                                        <p:tgtEl>
                                          <p:spTgt spid="23"/>
                                        </p:tgtEl>
                                      </p:cBhvr>
                                    </p:animEffect>
                                  </p:childTnLst>
                                </p:cTn>
                              </p:par>
                            </p:childTnLst>
                          </p:cTn>
                        </p:par>
                        <p:par>
                          <p:cTn id="29" fill="hold">
                            <p:stCondLst>
                              <p:cond delay="2500"/>
                            </p:stCondLst>
                            <p:childTnLst>
                              <p:par>
                                <p:cTn id="30" presetID="22" presetClass="entr" presetSubtype="4" fill="hold" grpId="0" nodeType="afterEffect">
                                  <p:stCondLst>
                                    <p:cond delay="0"/>
                                  </p:stCondLst>
                                  <p:childTnLst>
                                    <p:set>
                                      <p:cBhvr>
                                        <p:cTn id="31" dur="1" fill="hold">
                                          <p:stCondLst>
                                            <p:cond delay="0"/>
                                          </p:stCondLst>
                                        </p:cTn>
                                        <p:tgtEl>
                                          <p:spTgt spid="25"/>
                                        </p:tgtEl>
                                        <p:attrNameLst>
                                          <p:attrName>style.visibility</p:attrName>
                                        </p:attrNameLst>
                                      </p:cBhvr>
                                      <p:to>
                                        <p:strVal val="visible"/>
                                      </p:to>
                                    </p:set>
                                    <p:animEffect transition="in" filter="wipe(down)">
                                      <p:cBhvr>
                                        <p:cTn id="32" dur="500"/>
                                        <p:tgtEl>
                                          <p:spTgt spid="25"/>
                                        </p:tgtEl>
                                      </p:cBhvr>
                                    </p:animEffect>
                                  </p:childTnLst>
                                </p:cTn>
                              </p:par>
                            </p:childTnLst>
                          </p:cTn>
                        </p:par>
                        <p:par>
                          <p:cTn id="33" fill="hold">
                            <p:stCondLst>
                              <p:cond delay="3000"/>
                            </p:stCondLst>
                            <p:childTnLst>
                              <p:par>
                                <p:cTn id="34" presetID="22" presetClass="entr" presetSubtype="4" fill="hold" grpId="0" nodeType="afterEffect" nodePh="1">
                                  <p:stCondLst>
                                    <p:cond delay="0"/>
                                  </p:stCondLst>
                                  <p:endCondLst>
                                    <p:cond evt="begin" delay="0">
                                      <p:tn val="34"/>
                                    </p:cond>
                                  </p:endCondLst>
                                  <p:childTnLst>
                                    <p:set>
                                      <p:cBhvr>
                                        <p:cTn id="35" dur="1" fill="hold">
                                          <p:stCondLst>
                                            <p:cond delay="0"/>
                                          </p:stCondLst>
                                        </p:cTn>
                                        <p:tgtEl>
                                          <p:spTgt spid="26">
                                            <p:txEl>
                                              <p:pRg st="0" end="0"/>
                                            </p:txEl>
                                          </p:spTgt>
                                        </p:tgtEl>
                                        <p:attrNameLst>
                                          <p:attrName>style.visibility</p:attrName>
                                        </p:attrNameLst>
                                      </p:cBhvr>
                                      <p:to>
                                        <p:strVal val="visible"/>
                                      </p:to>
                                    </p:set>
                                    <p:animEffect transition="in" filter="wipe(down)">
                                      <p:cBhvr>
                                        <p:cTn id="36" dur="500"/>
                                        <p:tgtEl>
                                          <p:spTgt spid="26">
                                            <p:txEl>
                                              <p:pRg st="0" end="0"/>
                                            </p:txEl>
                                          </p:spTgt>
                                        </p:tgtEl>
                                      </p:cBhvr>
                                    </p:animEffect>
                                  </p:childTnLst>
                                </p:cTn>
                              </p:par>
                            </p:childTnLst>
                          </p:cTn>
                        </p:par>
                        <p:par>
                          <p:cTn id="37" fill="hold">
                            <p:stCondLst>
                              <p:cond delay="3500"/>
                            </p:stCondLst>
                            <p:childTnLst>
                              <p:par>
                                <p:cTn id="38" presetID="2" presetClass="entr" presetSubtype="4" accel="50000" decel="50000" fill="hold" grpId="0" nodeType="afterEffect" nodePh="1">
                                  <p:stCondLst>
                                    <p:cond delay="0"/>
                                  </p:stCondLst>
                                  <p:endCondLst>
                                    <p:cond evt="begin" delay="0">
                                      <p:tn val="38"/>
                                    </p:cond>
                                  </p:endCondLst>
                                  <p:childTnLst>
                                    <p:set>
                                      <p:cBhvr>
                                        <p:cTn id="39" dur="1" fill="hold">
                                          <p:stCondLst>
                                            <p:cond delay="0"/>
                                          </p:stCondLst>
                                        </p:cTn>
                                        <p:tgtEl>
                                          <p:spTgt spid="24">
                                            <p:txEl>
                                              <p:pRg st="0" end="0"/>
                                            </p:txEl>
                                          </p:spTgt>
                                        </p:tgtEl>
                                        <p:attrNameLst>
                                          <p:attrName>style.visibility</p:attrName>
                                        </p:attrNameLst>
                                      </p:cBhvr>
                                      <p:to>
                                        <p:strVal val="visible"/>
                                      </p:to>
                                    </p:set>
                                    <p:anim calcmode="lin" valueType="num">
                                      <p:cBhvr additive="base">
                                        <p:cTn id="40"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additive="base">
                                        <p:cTn id="41" dur="500" fill="hold"/>
                                        <p:tgtEl>
                                          <p:spTgt spid="24">
                                            <p:txEl>
                                              <p:pRg st="0" end="0"/>
                                            </p:txEl>
                                          </p:spTgt>
                                        </p:tgtEl>
                                        <p:attrNameLst>
                                          <p:attrName>ppt_y</p:attrName>
                                        </p:attrNameLst>
                                      </p:cBhvr>
                                      <p:tavLst>
                                        <p:tav tm="0">
                                          <p:val>
                                            <p:strVal val="1+#ppt_h/2"/>
                                          </p:val>
                                        </p:tav>
                                        <p:tav tm="100000">
                                          <p:val>
                                            <p:strVal val="#ppt_y"/>
                                          </p:val>
                                        </p:tav>
                                      </p:tavLst>
                                    </p:anim>
                                  </p:childTnLst>
                                </p:cTn>
                              </p:par>
                            </p:childTnLst>
                          </p:cTn>
                        </p:par>
                        <p:par>
                          <p:cTn id="42" fill="hold">
                            <p:stCondLst>
                              <p:cond delay="4000"/>
                            </p:stCondLst>
                            <p:childTnLst>
                              <p:par>
                                <p:cTn id="43" presetID="53" presetClass="entr" presetSubtype="0" fill="hold" grpId="0" nodeType="afterEffect">
                                  <p:stCondLst>
                                    <p:cond delay="0"/>
                                  </p:stCondLst>
                                  <p:childTnLst>
                                    <p:set>
                                      <p:cBhvr>
                                        <p:cTn id="44" dur="1" fill="hold">
                                          <p:stCondLst>
                                            <p:cond delay="0"/>
                                          </p:stCondLst>
                                        </p:cTn>
                                        <p:tgtEl>
                                          <p:spTgt spid="27"/>
                                        </p:tgtEl>
                                        <p:attrNameLst>
                                          <p:attrName>style.visibility</p:attrName>
                                        </p:attrNameLst>
                                      </p:cBhvr>
                                      <p:to>
                                        <p:strVal val="visible"/>
                                      </p:to>
                                    </p:set>
                                    <p:anim calcmode="lin" valueType="num">
                                      <p:cBhvr>
                                        <p:cTn id="45" dur="500" fill="hold"/>
                                        <p:tgtEl>
                                          <p:spTgt spid="27"/>
                                        </p:tgtEl>
                                        <p:attrNameLst>
                                          <p:attrName>ppt_w</p:attrName>
                                        </p:attrNameLst>
                                      </p:cBhvr>
                                      <p:tavLst>
                                        <p:tav tm="0">
                                          <p:val>
                                            <p:fltVal val="0"/>
                                          </p:val>
                                        </p:tav>
                                        <p:tav tm="100000">
                                          <p:val>
                                            <p:strVal val="#ppt_w"/>
                                          </p:val>
                                        </p:tav>
                                      </p:tavLst>
                                    </p:anim>
                                    <p:anim calcmode="lin" valueType="num">
                                      <p:cBhvr>
                                        <p:cTn id="46" dur="500" fill="hold"/>
                                        <p:tgtEl>
                                          <p:spTgt spid="27"/>
                                        </p:tgtEl>
                                        <p:attrNameLst>
                                          <p:attrName>ppt_h</p:attrName>
                                        </p:attrNameLst>
                                      </p:cBhvr>
                                      <p:tavLst>
                                        <p:tav tm="0">
                                          <p:val>
                                            <p:fltVal val="0"/>
                                          </p:val>
                                        </p:tav>
                                        <p:tav tm="100000">
                                          <p:val>
                                            <p:strVal val="#ppt_h"/>
                                          </p:val>
                                        </p:tav>
                                      </p:tavLst>
                                    </p:anim>
                                    <p:animEffect transition="in" filter="fade">
                                      <p:cBhvr>
                                        <p:cTn id="47" dur="500"/>
                                        <p:tgtEl>
                                          <p:spTgt spid="27"/>
                                        </p:tgtEl>
                                      </p:cBhvr>
                                    </p:animEffect>
                                  </p:childTnLst>
                                </p:cTn>
                              </p:par>
                            </p:childTnLst>
                          </p:cTn>
                        </p:par>
                        <p:par>
                          <p:cTn id="48" fill="hold">
                            <p:stCondLst>
                              <p:cond delay="4500"/>
                            </p:stCondLst>
                            <p:childTnLst>
                              <p:par>
                                <p:cTn id="49" presetID="22" presetClass="entr" presetSubtype="4" fill="hold" grpId="0" nodeType="afterEffect">
                                  <p:stCondLst>
                                    <p:cond delay="0"/>
                                  </p:stCondLst>
                                  <p:childTnLst>
                                    <p:set>
                                      <p:cBhvr>
                                        <p:cTn id="50" dur="1" fill="hold">
                                          <p:stCondLst>
                                            <p:cond delay="0"/>
                                          </p:stCondLst>
                                        </p:cTn>
                                        <p:tgtEl>
                                          <p:spTgt spid="29"/>
                                        </p:tgtEl>
                                        <p:attrNameLst>
                                          <p:attrName>style.visibility</p:attrName>
                                        </p:attrNameLst>
                                      </p:cBhvr>
                                      <p:to>
                                        <p:strVal val="visible"/>
                                      </p:to>
                                    </p:set>
                                    <p:animEffect transition="in" filter="wipe(down)">
                                      <p:cBhvr>
                                        <p:cTn id="51" dur="500"/>
                                        <p:tgtEl>
                                          <p:spTgt spid="29"/>
                                        </p:tgtEl>
                                      </p:cBhvr>
                                    </p:animEffect>
                                  </p:childTnLst>
                                </p:cTn>
                              </p:par>
                            </p:childTnLst>
                          </p:cTn>
                        </p:par>
                        <p:par>
                          <p:cTn id="52" fill="hold">
                            <p:stCondLst>
                              <p:cond delay="5000"/>
                            </p:stCondLst>
                            <p:childTnLst>
                              <p:par>
                                <p:cTn id="53" presetID="22" presetClass="entr" presetSubtype="4" fill="hold" grpId="0" nodeType="afterEffect" nodePh="1">
                                  <p:stCondLst>
                                    <p:cond delay="0"/>
                                  </p:stCondLst>
                                  <p:endCondLst>
                                    <p:cond evt="begin" delay="0">
                                      <p:tn val="53"/>
                                    </p:cond>
                                  </p:endCondLst>
                                  <p:childTnLst>
                                    <p:set>
                                      <p:cBhvr>
                                        <p:cTn id="54" dur="1" fill="hold">
                                          <p:stCondLst>
                                            <p:cond delay="0"/>
                                          </p:stCondLst>
                                        </p:cTn>
                                        <p:tgtEl>
                                          <p:spTgt spid="30">
                                            <p:txEl>
                                              <p:pRg st="0" end="0"/>
                                            </p:txEl>
                                          </p:spTgt>
                                        </p:tgtEl>
                                        <p:attrNameLst>
                                          <p:attrName>style.visibility</p:attrName>
                                        </p:attrNameLst>
                                      </p:cBhvr>
                                      <p:to>
                                        <p:strVal val="visible"/>
                                      </p:to>
                                    </p:set>
                                    <p:animEffect transition="in" filter="wipe(down)">
                                      <p:cBhvr>
                                        <p:cTn id="55" dur="500"/>
                                        <p:tgtEl>
                                          <p:spTgt spid="30">
                                            <p:txEl>
                                              <p:pRg st="0" end="0"/>
                                            </p:txEl>
                                          </p:spTgt>
                                        </p:tgtEl>
                                      </p:cBhvr>
                                    </p:animEffect>
                                  </p:childTnLst>
                                </p:cTn>
                              </p:par>
                            </p:childTnLst>
                          </p:cTn>
                        </p:par>
                        <p:par>
                          <p:cTn id="56" fill="hold">
                            <p:stCondLst>
                              <p:cond delay="5500"/>
                            </p:stCondLst>
                            <p:childTnLst>
                              <p:par>
                                <p:cTn id="57" presetID="2" presetClass="entr" presetSubtype="4" accel="50000" decel="50000" fill="hold" grpId="0" nodeType="afterEffect" nodePh="1">
                                  <p:stCondLst>
                                    <p:cond delay="0"/>
                                  </p:stCondLst>
                                  <p:endCondLst>
                                    <p:cond evt="begin" delay="0">
                                      <p:tn val="57"/>
                                    </p:cond>
                                  </p:endCondLst>
                                  <p:childTnLst>
                                    <p:set>
                                      <p:cBhvr>
                                        <p:cTn id="58" dur="1" fill="hold">
                                          <p:stCondLst>
                                            <p:cond delay="0"/>
                                          </p:stCondLst>
                                        </p:cTn>
                                        <p:tgtEl>
                                          <p:spTgt spid="28">
                                            <p:txEl>
                                              <p:pRg st="0" end="0"/>
                                            </p:txEl>
                                          </p:spTgt>
                                        </p:tgtEl>
                                        <p:attrNameLst>
                                          <p:attrName>style.visibility</p:attrName>
                                        </p:attrNameLst>
                                      </p:cBhvr>
                                      <p:to>
                                        <p:strVal val="visible"/>
                                      </p:to>
                                    </p:set>
                                    <p:anim calcmode="lin" valueType="num">
                                      <p:cBhvr additive="base">
                                        <p:cTn id="59" dur="500" fill="hold"/>
                                        <p:tgtEl>
                                          <p:spTgt spid="28">
                                            <p:txEl>
                                              <p:pRg st="0" end="0"/>
                                            </p:txEl>
                                          </p:spTgt>
                                        </p:tgtEl>
                                        <p:attrNameLst>
                                          <p:attrName>ppt_x</p:attrName>
                                        </p:attrNameLst>
                                      </p:cBhvr>
                                      <p:tavLst>
                                        <p:tav tm="0">
                                          <p:val>
                                            <p:strVal val="#ppt_x"/>
                                          </p:val>
                                        </p:tav>
                                        <p:tav tm="100000">
                                          <p:val>
                                            <p:strVal val="#ppt_x"/>
                                          </p:val>
                                        </p:tav>
                                      </p:tavLst>
                                    </p:anim>
                                    <p:anim calcmode="lin" valueType="num">
                                      <p:cBhvr additive="base">
                                        <p:cTn id="60" dur="500" fill="hold"/>
                                        <p:tgtEl>
                                          <p:spTgt spid="28">
                                            <p:txEl>
                                              <p:pRg st="0" end="0"/>
                                            </p:txEl>
                                          </p:spTgt>
                                        </p:tgtEl>
                                        <p:attrNameLst>
                                          <p:attrName>ppt_y</p:attrName>
                                        </p:attrNameLst>
                                      </p:cBhvr>
                                      <p:tavLst>
                                        <p:tav tm="0">
                                          <p:val>
                                            <p:strVal val="1+#ppt_h/2"/>
                                          </p:val>
                                        </p:tav>
                                        <p:tav tm="100000">
                                          <p:val>
                                            <p:strVal val="#ppt_y"/>
                                          </p:val>
                                        </p:tav>
                                      </p:tavLst>
                                    </p:anim>
                                  </p:childTnLst>
                                </p:cTn>
                              </p:par>
                            </p:childTnLst>
                          </p:cTn>
                        </p:par>
                        <p:par>
                          <p:cTn id="61" fill="hold">
                            <p:stCondLst>
                              <p:cond delay="6000"/>
                            </p:stCondLst>
                            <p:childTnLst>
                              <p:par>
                                <p:cTn id="62" presetID="53" presetClass="entr" presetSubtype="0" fill="hold" grpId="0" nodeType="afterEffect">
                                  <p:stCondLst>
                                    <p:cond delay="0"/>
                                  </p:stCondLst>
                                  <p:childTnLst>
                                    <p:set>
                                      <p:cBhvr>
                                        <p:cTn id="63" dur="1" fill="hold">
                                          <p:stCondLst>
                                            <p:cond delay="0"/>
                                          </p:stCondLst>
                                        </p:cTn>
                                        <p:tgtEl>
                                          <p:spTgt spid="32"/>
                                        </p:tgtEl>
                                        <p:attrNameLst>
                                          <p:attrName>style.visibility</p:attrName>
                                        </p:attrNameLst>
                                      </p:cBhvr>
                                      <p:to>
                                        <p:strVal val="visible"/>
                                      </p:to>
                                    </p:set>
                                    <p:anim calcmode="lin" valueType="num">
                                      <p:cBhvr>
                                        <p:cTn id="64" dur="500" fill="hold"/>
                                        <p:tgtEl>
                                          <p:spTgt spid="32"/>
                                        </p:tgtEl>
                                        <p:attrNameLst>
                                          <p:attrName>ppt_w</p:attrName>
                                        </p:attrNameLst>
                                      </p:cBhvr>
                                      <p:tavLst>
                                        <p:tav tm="0">
                                          <p:val>
                                            <p:fltVal val="0"/>
                                          </p:val>
                                        </p:tav>
                                        <p:tav tm="100000">
                                          <p:val>
                                            <p:strVal val="#ppt_w"/>
                                          </p:val>
                                        </p:tav>
                                      </p:tavLst>
                                    </p:anim>
                                    <p:anim calcmode="lin" valueType="num">
                                      <p:cBhvr>
                                        <p:cTn id="65" dur="500" fill="hold"/>
                                        <p:tgtEl>
                                          <p:spTgt spid="32"/>
                                        </p:tgtEl>
                                        <p:attrNameLst>
                                          <p:attrName>ppt_h</p:attrName>
                                        </p:attrNameLst>
                                      </p:cBhvr>
                                      <p:tavLst>
                                        <p:tav tm="0">
                                          <p:val>
                                            <p:fltVal val="0"/>
                                          </p:val>
                                        </p:tav>
                                        <p:tav tm="100000">
                                          <p:val>
                                            <p:strVal val="#ppt_h"/>
                                          </p:val>
                                        </p:tav>
                                      </p:tavLst>
                                    </p:anim>
                                    <p:animEffect transition="in" filter="fade">
                                      <p:cBhvr>
                                        <p:cTn id="66" dur="500"/>
                                        <p:tgtEl>
                                          <p:spTgt spid="32"/>
                                        </p:tgtEl>
                                      </p:cBhvr>
                                    </p:animEffect>
                                  </p:childTnLst>
                                </p:cTn>
                              </p:par>
                            </p:childTnLst>
                          </p:cTn>
                        </p:par>
                        <p:par>
                          <p:cTn id="67" fill="hold">
                            <p:stCondLst>
                              <p:cond delay="6500"/>
                            </p:stCondLst>
                            <p:childTnLst>
                              <p:par>
                                <p:cTn id="68" presetID="22" presetClass="entr" presetSubtype="4" fill="hold" grpId="0" nodeType="afterEffect">
                                  <p:stCondLst>
                                    <p:cond delay="0"/>
                                  </p:stCondLst>
                                  <p:childTnLst>
                                    <p:set>
                                      <p:cBhvr>
                                        <p:cTn id="69" dur="1" fill="hold">
                                          <p:stCondLst>
                                            <p:cond delay="0"/>
                                          </p:stCondLst>
                                        </p:cTn>
                                        <p:tgtEl>
                                          <p:spTgt spid="35"/>
                                        </p:tgtEl>
                                        <p:attrNameLst>
                                          <p:attrName>style.visibility</p:attrName>
                                        </p:attrNameLst>
                                      </p:cBhvr>
                                      <p:to>
                                        <p:strVal val="visible"/>
                                      </p:to>
                                    </p:set>
                                    <p:animEffect transition="in" filter="wipe(down)">
                                      <p:cBhvr>
                                        <p:cTn id="70" dur="500"/>
                                        <p:tgtEl>
                                          <p:spTgt spid="35"/>
                                        </p:tgtEl>
                                      </p:cBhvr>
                                    </p:animEffect>
                                  </p:childTnLst>
                                </p:cTn>
                              </p:par>
                            </p:childTnLst>
                          </p:cTn>
                        </p:par>
                        <p:par>
                          <p:cTn id="71" fill="hold">
                            <p:stCondLst>
                              <p:cond delay="7000"/>
                            </p:stCondLst>
                            <p:childTnLst>
                              <p:par>
                                <p:cTn id="72" presetID="22" presetClass="entr" presetSubtype="4" fill="hold" grpId="0" nodeType="afterEffect" nodePh="1">
                                  <p:stCondLst>
                                    <p:cond delay="0"/>
                                  </p:stCondLst>
                                  <p:endCondLst>
                                    <p:cond evt="begin" delay="0">
                                      <p:tn val="72"/>
                                    </p:cond>
                                  </p:endCondLst>
                                  <p:childTnLst>
                                    <p:set>
                                      <p:cBhvr>
                                        <p:cTn id="73" dur="1" fill="hold">
                                          <p:stCondLst>
                                            <p:cond delay="0"/>
                                          </p:stCondLst>
                                        </p:cTn>
                                        <p:tgtEl>
                                          <p:spTgt spid="36">
                                            <p:txEl>
                                              <p:pRg st="0" end="0"/>
                                            </p:txEl>
                                          </p:spTgt>
                                        </p:tgtEl>
                                        <p:attrNameLst>
                                          <p:attrName>style.visibility</p:attrName>
                                        </p:attrNameLst>
                                      </p:cBhvr>
                                      <p:to>
                                        <p:strVal val="visible"/>
                                      </p:to>
                                    </p:set>
                                    <p:animEffect transition="in" filter="wipe(down)">
                                      <p:cBhvr>
                                        <p:cTn id="74" dur="500"/>
                                        <p:tgtEl>
                                          <p:spTgt spid="36">
                                            <p:txEl>
                                              <p:pRg st="0" end="0"/>
                                            </p:txEl>
                                          </p:spTgt>
                                        </p:tgtEl>
                                      </p:cBhvr>
                                    </p:animEffect>
                                  </p:childTnLst>
                                </p:cTn>
                              </p:par>
                            </p:childTnLst>
                          </p:cTn>
                        </p:par>
                        <p:par>
                          <p:cTn id="75" fill="hold">
                            <p:stCondLst>
                              <p:cond delay="7500"/>
                            </p:stCondLst>
                            <p:childTnLst>
                              <p:par>
                                <p:cTn id="76" presetID="2" presetClass="entr" presetSubtype="4" accel="50000" decel="50000" fill="hold" grpId="0" nodeType="afterEffect" nodePh="1">
                                  <p:stCondLst>
                                    <p:cond delay="0"/>
                                  </p:stCondLst>
                                  <p:endCondLst>
                                    <p:cond evt="begin" delay="0">
                                      <p:tn val="76"/>
                                    </p:cond>
                                  </p:endCondLst>
                                  <p:childTnLst>
                                    <p:set>
                                      <p:cBhvr>
                                        <p:cTn id="77" dur="1" fill="hold">
                                          <p:stCondLst>
                                            <p:cond delay="0"/>
                                          </p:stCondLst>
                                        </p:cTn>
                                        <p:tgtEl>
                                          <p:spTgt spid="33">
                                            <p:txEl>
                                              <p:pRg st="0" end="0"/>
                                            </p:txEl>
                                          </p:spTgt>
                                        </p:tgtEl>
                                        <p:attrNameLst>
                                          <p:attrName>style.visibility</p:attrName>
                                        </p:attrNameLst>
                                      </p:cBhvr>
                                      <p:to>
                                        <p:strVal val="visible"/>
                                      </p:to>
                                    </p:set>
                                    <p:anim calcmode="lin" valueType="num">
                                      <p:cBhvr additive="base">
                                        <p:cTn id="78" dur="500" fill="hold"/>
                                        <p:tgtEl>
                                          <p:spTgt spid="33">
                                            <p:txEl>
                                              <p:pRg st="0" end="0"/>
                                            </p:txEl>
                                          </p:spTgt>
                                        </p:tgtEl>
                                        <p:attrNameLst>
                                          <p:attrName>ppt_x</p:attrName>
                                        </p:attrNameLst>
                                      </p:cBhvr>
                                      <p:tavLst>
                                        <p:tav tm="0">
                                          <p:val>
                                            <p:strVal val="#ppt_x"/>
                                          </p:val>
                                        </p:tav>
                                        <p:tav tm="100000">
                                          <p:val>
                                            <p:strVal val="#ppt_x"/>
                                          </p:val>
                                        </p:tav>
                                      </p:tavLst>
                                    </p:anim>
                                    <p:anim calcmode="lin" valueType="num">
                                      <p:cBhvr additive="base">
                                        <p:cTn id="79" dur="500" fill="hold"/>
                                        <p:tgtEl>
                                          <p:spTgt spid="33">
                                            <p:txEl>
                                              <p:pRg st="0" end="0"/>
                                            </p:txEl>
                                          </p:spTgt>
                                        </p:tgtEl>
                                        <p:attrNameLst>
                                          <p:attrName>ppt_y</p:attrName>
                                        </p:attrNameLst>
                                      </p:cBhvr>
                                      <p:tavLst>
                                        <p:tav tm="0">
                                          <p:val>
                                            <p:strVal val="1+#ppt_h/2"/>
                                          </p:val>
                                        </p:tav>
                                        <p:tav tm="100000">
                                          <p:val>
                                            <p:strVal val="#ppt_y"/>
                                          </p:val>
                                        </p:tav>
                                      </p:tavLst>
                                    </p:anim>
                                  </p:childTnLst>
                                </p:cTn>
                              </p:par>
                            </p:childTnLst>
                          </p:cTn>
                        </p:par>
                        <p:par>
                          <p:cTn id="80" fill="hold">
                            <p:stCondLst>
                              <p:cond delay="8000"/>
                            </p:stCondLst>
                            <p:childTnLst>
                              <p:par>
                                <p:cTn id="81" presetID="53" presetClass="entr" presetSubtype="0" fill="hold" grpId="0" nodeType="afterEffect">
                                  <p:stCondLst>
                                    <p:cond delay="0"/>
                                  </p:stCondLst>
                                  <p:childTnLst>
                                    <p:set>
                                      <p:cBhvr>
                                        <p:cTn id="82" dur="1" fill="hold">
                                          <p:stCondLst>
                                            <p:cond delay="0"/>
                                          </p:stCondLst>
                                        </p:cTn>
                                        <p:tgtEl>
                                          <p:spTgt spid="38"/>
                                        </p:tgtEl>
                                        <p:attrNameLst>
                                          <p:attrName>style.visibility</p:attrName>
                                        </p:attrNameLst>
                                      </p:cBhvr>
                                      <p:to>
                                        <p:strVal val="visible"/>
                                      </p:to>
                                    </p:set>
                                    <p:anim calcmode="lin" valueType="num">
                                      <p:cBhvr>
                                        <p:cTn id="83" dur="500" fill="hold"/>
                                        <p:tgtEl>
                                          <p:spTgt spid="38"/>
                                        </p:tgtEl>
                                        <p:attrNameLst>
                                          <p:attrName>ppt_w</p:attrName>
                                        </p:attrNameLst>
                                      </p:cBhvr>
                                      <p:tavLst>
                                        <p:tav tm="0">
                                          <p:val>
                                            <p:fltVal val="0"/>
                                          </p:val>
                                        </p:tav>
                                        <p:tav tm="100000">
                                          <p:val>
                                            <p:strVal val="#ppt_w"/>
                                          </p:val>
                                        </p:tav>
                                      </p:tavLst>
                                    </p:anim>
                                    <p:anim calcmode="lin" valueType="num">
                                      <p:cBhvr>
                                        <p:cTn id="84" dur="500" fill="hold"/>
                                        <p:tgtEl>
                                          <p:spTgt spid="38"/>
                                        </p:tgtEl>
                                        <p:attrNameLst>
                                          <p:attrName>ppt_h</p:attrName>
                                        </p:attrNameLst>
                                      </p:cBhvr>
                                      <p:tavLst>
                                        <p:tav tm="0">
                                          <p:val>
                                            <p:fltVal val="0"/>
                                          </p:val>
                                        </p:tav>
                                        <p:tav tm="100000">
                                          <p:val>
                                            <p:strVal val="#ppt_h"/>
                                          </p:val>
                                        </p:tav>
                                      </p:tavLst>
                                    </p:anim>
                                    <p:animEffect transition="in" filter="fade">
                                      <p:cBhvr>
                                        <p:cTn id="85" dur="500"/>
                                        <p:tgtEl>
                                          <p:spTgt spid="38"/>
                                        </p:tgtEl>
                                      </p:cBhvr>
                                    </p:animEffect>
                                  </p:childTnLst>
                                </p:cTn>
                              </p:par>
                            </p:childTnLst>
                          </p:cTn>
                        </p:par>
                        <p:par>
                          <p:cTn id="86" fill="hold">
                            <p:stCondLst>
                              <p:cond delay="8500"/>
                            </p:stCondLst>
                            <p:childTnLst>
                              <p:par>
                                <p:cTn id="87" presetID="22" presetClass="entr" presetSubtype="4" fill="hold" grpId="0" nodeType="afterEffect">
                                  <p:stCondLst>
                                    <p:cond delay="0"/>
                                  </p:stCondLst>
                                  <p:childTnLst>
                                    <p:set>
                                      <p:cBhvr>
                                        <p:cTn id="88" dur="1" fill="hold">
                                          <p:stCondLst>
                                            <p:cond delay="0"/>
                                          </p:stCondLst>
                                        </p:cTn>
                                        <p:tgtEl>
                                          <p:spTgt spid="41"/>
                                        </p:tgtEl>
                                        <p:attrNameLst>
                                          <p:attrName>style.visibility</p:attrName>
                                        </p:attrNameLst>
                                      </p:cBhvr>
                                      <p:to>
                                        <p:strVal val="visible"/>
                                      </p:to>
                                    </p:set>
                                    <p:animEffect transition="in" filter="wipe(down)">
                                      <p:cBhvr>
                                        <p:cTn id="89" dur="500"/>
                                        <p:tgtEl>
                                          <p:spTgt spid="41"/>
                                        </p:tgtEl>
                                      </p:cBhvr>
                                    </p:animEffect>
                                  </p:childTnLst>
                                </p:cTn>
                              </p:par>
                            </p:childTnLst>
                          </p:cTn>
                        </p:par>
                        <p:par>
                          <p:cTn id="90" fill="hold">
                            <p:stCondLst>
                              <p:cond delay="9000"/>
                            </p:stCondLst>
                            <p:childTnLst>
                              <p:par>
                                <p:cTn id="91" presetID="22" presetClass="entr" presetSubtype="4" fill="hold" grpId="0" nodeType="afterEffect" nodePh="1">
                                  <p:stCondLst>
                                    <p:cond delay="0"/>
                                  </p:stCondLst>
                                  <p:endCondLst>
                                    <p:cond evt="begin" delay="0">
                                      <p:tn val="91"/>
                                    </p:cond>
                                  </p:endCondLst>
                                  <p:childTnLst>
                                    <p:set>
                                      <p:cBhvr>
                                        <p:cTn id="92" dur="1" fill="hold">
                                          <p:stCondLst>
                                            <p:cond delay="0"/>
                                          </p:stCondLst>
                                        </p:cTn>
                                        <p:tgtEl>
                                          <p:spTgt spid="44">
                                            <p:txEl>
                                              <p:pRg st="0" end="0"/>
                                            </p:txEl>
                                          </p:spTgt>
                                        </p:tgtEl>
                                        <p:attrNameLst>
                                          <p:attrName>style.visibility</p:attrName>
                                        </p:attrNameLst>
                                      </p:cBhvr>
                                      <p:to>
                                        <p:strVal val="visible"/>
                                      </p:to>
                                    </p:set>
                                    <p:animEffect transition="in" filter="wipe(down)">
                                      <p:cBhvr>
                                        <p:cTn id="93" dur="500"/>
                                        <p:tgtEl>
                                          <p:spTgt spid="44">
                                            <p:txEl>
                                              <p:pRg st="0" end="0"/>
                                            </p:txEl>
                                          </p:spTgt>
                                        </p:tgtEl>
                                      </p:cBhvr>
                                    </p:animEffect>
                                  </p:childTnLst>
                                </p:cTn>
                              </p:par>
                            </p:childTnLst>
                          </p:cTn>
                        </p:par>
                        <p:par>
                          <p:cTn id="94" fill="hold">
                            <p:stCondLst>
                              <p:cond delay="9500"/>
                            </p:stCondLst>
                            <p:childTnLst>
                              <p:par>
                                <p:cTn id="95" presetID="2" presetClass="entr" presetSubtype="4" accel="50000" decel="50000" fill="hold" grpId="0" nodeType="afterEffect" nodePh="1">
                                  <p:stCondLst>
                                    <p:cond delay="0"/>
                                  </p:stCondLst>
                                  <p:endCondLst>
                                    <p:cond evt="begin" delay="0">
                                      <p:tn val="95"/>
                                    </p:cond>
                                  </p:endCondLst>
                                  <p:childTnLst>
                                    <p:set>
                                      <p:cBhvr>
                                        <p:cTn id="96" dur="1" fill="hold">
                                          <p:stCondLst>
                                            <p:cond delay="0"/>
                                          </p:stCondLst>
                                        </p:cTn>
                                        <p:tgtEl>
                                          <p:spTgt spid="39">
                                            <p:txEl>
                                              <p:pRg st="0" end="0"/>
                                            </p:txEl>
                                          </p:spTgt>
                                        </p:tgtEl>
                                        <p:attrNameLst>
                                          <p:attrName>style.visibility</p:attrName>
                                        </p:attrNameLst>
                                      </p:cBhvr>
                                      <p:to>
                                        <p:strVal val="visible"/>
                                      </p:to>
                                    </p:set>
                                    <p:anim calcmode="lin" valueType="num">
                                      <p:cBhvr additive="base">
                                        <p:cTn id="97" dur="500" fill="hold"/>
                                        <p:tgtEl>
                                          <p:spTgt spid="39">
                                            <p:txEl>
                                              <p:pRg st="0" end="0"/>
                                            </p:txEl>
                                          </p:spTgt>
                                        </p:tgtEl>
                                        <p:attrNameLst>
                                          <p:attrName>ppt_x</p:attrName>
                                        </p:attrNameLst>
                                      </p:cBhvr>
                                      <p:tavLst>
                                        <p:tav tm="0">
                                          <p:val>
                                            <p:strVal val="#ppt_x"/>
                                          </p:val>
                                        </p:tav>
                                        <p:tav tm="100000">
                                          <p:val>
                                            <p:strVal val="#ppt_x"/>
                                          </p:val>
                                        </p:tav>
                                      </p:tavLst>
                                    </p:anim>
                                    <p:anim calcmode="lin" valueType="num">
                                      <p:cBhvr additive="base">
                                        <p:cTn id="98" dur="500" fill="hold"/>
                                        <p:tgtEl>
                                          <p:spTgt spid="39">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14"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14"/>
                        </p:tgtEl>
                        <p:attrNameLst>
                          <p:attrName>style.visibility</p:attrName>
                        </p:attrNameLst>
                      </p:cBhvr>
                      <p:to>
                        <p:strVal val="visible"/>
                      </p:to>
                    </p:set>
                    <p:anim calcmode="lin" valueType="num">
                      <p:cBhvr additive="base">
                        <p:cTn dur="500" fill="hold"/>
                        <p:tgtEl>
                          <p:spTgt spid="14"/>
                        </p:tgtEl>
                        <p:attrNameLst>
                          <p:attrName>ppt_x</p:attrName>
                        </p:attrNameLst>
                      </p:cBhvr>
                      <p:tavLst>
                        <p:tav tm="0">
                          <p:val>
                            <p:strVal val="#ppt_x"/>
                          </p:val>
                        </p:tav>
                        <p:tav tm="100000">
                          <p:val>
                            <p:strVal val="#ppt_x"/>
                          </p:val>
                        </p:tav>
                      </p:tavLst>
                    </p:anim>
                    <p:anim calcmode="lin" valueType="num">
                      <p:cBhvr additive="base">
                        <p:cTn dur="500" fill="hold"/>
                        <p:tgtEl>
                          <p:spTgt spid="14"/>
                        </p:tgtEl>
                        <p:attrNameLst>
                          <p:attrName>ppt_y</p:attrName>
                        </p:attrNameLst>
                      </p:cBhvr>
                      <p:tavLst>
                        <p:tav tm="0">
                          <p:val>
                            <p:strVal val="1+#ppt_h/2"/>
                          </p:val>
                        </p:tav>
                        <p:tav tm="100000">
                          <p:val>
                            <p:strVal val="#ppt_y"/>
                          </p:val>
                        </p:tav>
                      </p:tavLst>
                    </p:anim>
                  </p:childTnLst>
                </p:cTn>
              </p:par>
            </p:tnLst>
          </p:tmpl>
        </p:tmplLst>
      </p:bldP>
      <p:bldP spid="23" grpId="0" animBg="1"/>
      <p:bldP spid="24"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24"/>
                        </p:tgtEl>
                        <p:attrNameLst>
                          <p:attrName>style.visibility</p:attrName>
                        </p:attrNameLst>
                      </p:cBhvr>
                      <p:to>
                        <p:strVal val="visible"/>
                      </p:to>
                    </p:set>
                    <p:anim calcmode="lin" valueType="num">
                      <p:cBhvr additive="base">
                        <p:cTn dur="500" fill="hold"/>
                        <p:tgtEl>
                          <p:spTgt spid="24"/>
                        </p:tgtEl>
                        <p:attrNameLst>
                          <p:attrName>ppt_x</p:attrName>
                        </p:attrNameLst>
                      </p:cBhvr>
                      <p:tavLst>
                        <p:tav tm="0">
                          <p:val>
                            <p:strVal val="#ppt_x"/>
                          </p:val>
                        </p:tav>
                        <p:tav tm="100000">
                          <p:val>
                            <p:strVal val="#ppt_x"/>
                          </p:val>
                        </p:tav>
                      </p:tavLst>
                    </p:anim>
                    <p:anim calcmode="lin" valueType="num">
                      <p:cBhvr additive="base">
                        <p:cTn dur="500" fill="hold"/>
                        <p:tgtEl>
                          <p:spTgt spid="24"/>
                        </p:tgtEl>
                        <p:attrNameLst>
                          <p:attrName>ppt_y</p:attrName>
                        </p:attrNameLst>
                      </p:cBhvr>
                      <p:tavLst>
                        <p:tav tm="0">
                          <p:val>
                            <p:strVal val="1+#ppt_h/2"/>
                          </p:val>
                        </p:tav>
                        <p:tav tm="100000">
                          <p:val>
                            <p:strVal val="#ppt_y"/>
                          </p:val>
                        </p:tav>
                      </p:tavLst>
                    </p:anim>
                  </p:childTnLst>
                </p:cTn>
              </p:par>
            </p:tnLst>
          </p:tmpl>
        </p:tmplLst>
      </p:bldP>
      <p:bldP spid="27" grpId="0" animBg="1"/>
      <p:bldP spid="28"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28"/>
                        </p:tgtEl>
                        <p:attrNameLst>
                          <p:attrName>style.visibility</p:attrName>
                        </p:attrNameLst>
                      </p:cBhvr>
                      <p:to>
                        <p:strVal val="visible"/>
                      </p:to>
                    </p:set>
                    <p:anim calcmode="lin" valueType="num">
                      <p:cBhvr additive="base">
                        <p:cTn dur="500" fill="hold"/>
                        <p:tgtEl>
                          <p:spTgt spid="28"/>
                        </p:tgtEl>
                        <p:attrNameLst>
                          <p:attrName>ppt_x</p:attrName>
                        </p:attrNameLst>
                      </p:cBhvr>
                      <p:tavLst>
                        <p:tav tm="0">
                          <p:val>
                            <p:strVal val="#ppt_x"/>
                          </p:val>
                        </p:tav>
                        <p:tav tm="100000">
                          <p:val>
                            <p:strVal val="#ppt_x"/>
                          </p:val>
                        </p:tav>
                      </p:tavLst>
                    </p:anim>
                    <p:anim calcmode="lin" valueType="num">
                      <p:cBhvr additive="base">
                        <p:cTn dur="500" fill="hold"/>
                        <p:tgtEl>
                          <p:spTgt spid="28"/>
                        </p:tgtEl>
                        <p:attrNameLst>
                          <p:attrName>ppt_y</p:attrName>
                        </p:attrNameLst>
                      </p:cBhvr>
                      <p:tavLst>
                        <p:tav tm="0">
                          <p:val>
                            <p:strVal val="1+#ppt_h/2"/>
                          </p:val>
                        </p:tav>
                        <p:tav tm="100000">
                          <p:val>
                            <p:strVal val="#ppt_y"/>
                          </p:val>
                        </p:tav>
                      </p:tavLst>
                    </p:anim>
                  </p:childTnLst>
                </p:cTn>
              </p:par>
            </p:tnLst>
          </p:tmpl>
        </p:tmplLst>
      </p:bldP>
      <p:bldP spid="32" grpId="0" animBg="1"/>
      <p:bldP spid="33"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33"/>
                        </p:tgtEl>
                        <p:attrNameLst>
                          <p:attrName>style.visibility</p:attrName>
                        </p:attrNameLst>
                      </p:cBhvr>
                      <p:to>
                        <p:strVal val="visible"/>
                      </p:to>
                    </p:set>
                    <p:anim calcmode="lin" valueType="num">
                      <p:cBhvr additive="base">
                        <p:cTn dur="500" fill="hold"/>
                        <p:tgtEl>
                          <p:spTgt spid="33"/>
                        </p:tgtEl>
                        <p:attrNameLst>
                          <p:attrName>ppt_x</p:attrName>
                        </p:attrNameLst>
                      </p:cBhvr>
                      <p:tavLst>
                        <p:tav tm="0">
                          <p:val>
                            <p:strVal val="#ppt_x"/>
                          </p:val>
                        </p:tav>
                        <p:tav tm="100000">
                          <p:val>
                            <p:strVal val="#ppt_x"/>
                          </p:val>
                        </p:tav>
                      </p:tavLst>
                    </p:anim>
                    <p:anim calcmode="lin" valueType="num">
                      <p:cBhvr additive="base">
                        <p:cTn dur="500" fill="hold"/>
                        <p:tgtEl>
                          <p:spTgt spid="33"/>
                        </p:tgtEl>
                        <p:attrNameLst>
                          <p:attrName>ppt_y</p:attrName>
                        </p:attrNameLst>
                      </p:cBhvr>
                      <p:tavLst>
                        <p:tav tm="0">
                          <p:val>
                            <p:strVal val="1+#ppt_h/2"/>
                          </p:val>
                        </p:tav>
                        <p:tav tm="100000">
                          <p:val>
                            <p:strVal val="#ppt_y"/>
                          </p:val>
                        </p:tav>
                      </p:tavLst>
                    </p:anim>
                  </p:childTnLst>
                </p:cTn>
              </p:par>
            </p:tnLst>
          </p:tmpl>
        </p:tmplLst>
      </p:bldP>
      <p:bldP spid="38" grpId="0" animBg="1"/>
      <p:bldP spid="39"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39"/>
                        </p:tgtEl>
                        <p:attrNameLst>
                          <p:attrName>style.visibility</p:attrName>
                        </p:attrNameLst>
                      </p:cBhvr>
                      <p:to>
                        <p:strVal val="visible"/>
                      </p:to>
                    </p:set>
                    <p:anim calcmode="lin" valueType="num">
                      <p:cBhvr additive="base">
                        <p:cTn dur="500" fill="hold"/>
                        <p:tgtEl>
                          <p:spTgt spid="39"/>
                        </p:tgtEl>
                        <p:attrNameLst>
                          <p:attrName>ppt_x</p:attrName>
                        </p:attrNameLst>
                      </p:cBhvr>
                      <p:tavLst>
                        <p:tav tm="0">
                          <p:val>
                            <p:strVal val="#ppt_x"/>
                          </p:val>
                        </p:tav>
                        <p:tav tm="100000">
                          <p:val>
                            <p:strVal val="#ppt_x"/>
                          </p:val>
                        </p:tav>
                      </p:tavLst>
                    </p:anim>
                    <p:anim calcmode="lin" valueType="num">
                      <p:cBhvr additive="base">
                        <p:cTn dur="500" fill="hold"/>
                        <p:tgtEl>
                          <p:spTgt spid="39"/>
                        </p:tgtEl>
                        <p:attrNameLst>
                          <p:attrName>ppt_y</p:attrName>
                        </p:attrNameLst>
                      </p:cBhvr>
                      <p:tavLst>
                        <p:tav tm="0">
                          <p:val>
                            <p:strVal val="1+#ppt_h/2"/>
                          </p:val>
                        </p:tav>
                        <p:tav tm="100000">
                          <p:val>
                            <p:strVal val="#ppt_y"/>
                          </p:val>
                        </p:tav>
                      </p:tavLst>
                    </p:anim>
                  </p:childTnLst>
                </p:cTn>
              </p:par>
            </p:tnLst>
          </p:tmpl>
        </p:tmplLst>
      </p:bldP>
      <p:bldP spid="21" grpId="0" animBg="1"/>
      <p:bldP spid="22"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2"/>
                        </p:tgtEl>
                        <p:attrNameLst>
                          <p:attrName>style.visibility</p:attrName>
                        </p:attrNameLst>
                      </p:cBhvr>
                      <p:to>
                        <p:strVal val="visible"/>
                      </p:to>
                    </p:set>
                    <p:animEffect transition="in" filter="wipe(down)">
                      <p:cBhvr>
                        <p:cTn dur="500"/>
                        <p:tgtEl>
                          <p:spTgt spid="22"/>
                        </p:tgtEl>
                      </p:cBhvr>
                    </p:animEffect>
                  </p:childTnLst>
                </p:cTn>
              </p:par>
            </p:tnLst>
          </p:tmpl>
        </p:tmplLst>
      </p:bldP>
      <p:bldP spid="25" grpId="0" animBg="1"/>
      <p:bldP spid="26"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6"/>
                        </p:tgtEl>
                        <p:attrNameLst>
                          <p:attrName>style.visibility</p:attrName>
                        </p:attrNameLst>
                      </p:cBhvr>
                      <p:to>
                        <p:strVal val="visible"/>
                      </p:to>
                    </p:set>
                    <p:animEffect transition="in" filter="wipe(down)">
                      <p:cBhvr>
                        <p:cTn dur="500"/>
                        <p:tgtEl>
                          <p:spTgt spid="26"/>
                        </p:tgtEl>
                      </p:cBhvr>
                    </p:animEffect>
                  </p:childTnLst>
                </p:cTn>
              </p:par>
            </p:tnLst>
          </p:tmpl>
        </p:tmplLst>
      </p:bldP>
      <p:bldP spid="29" grpId="0" animBg="1"/>
      <p:bldP spid="30"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30"/>
                        </p:tgtEl>
                        <p:attrNameLst>
                          <p:attrName>style.visibility</p:attrName>
                        </p:attrNameLst>
                      </p:cBhvr>
                      <p:to>
                        <p:strVal val="visible"/>
                      </p:to>
                    </p:set>
                    <p:animEffect transition="in" filter="wipe(down)">
                      <p:cBhvr>
                        <p:cTn dur="500"/>
                        <p:tgtEl>
                          <p:spTgt spid="30"/>
                        </p:tgtEl>
                      </p:cBhvr>
                    </p:animEffect>
                  </p:childTnLst>
                </p:cTn>
              </p:par>
            </p:tnLst>
          </p:tmpl>
        </p:tmplLst>
      </p:bldP>
      <p:bldP spid="35" grpId="0" animBg="1"/>
      <p:bldP spid="36"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36"/>
                        </p:tgtEl>
                        <p:attrNameLst>
                          <p:attrName>style.visibility</p:attrName>
                        </p:attrNameLst>
                      </p:cBhvr>
                      <p:to>
                        <p:strVal val="visible"/>
                      </p:to>
                    </p:set>
                    <p:animEffect transition="in" filter="wipe(down)">
                      <p:cBhvr>
                        <p:cTn dur="500"/>
                        <p:tgtEl>
                          <p:spTgt spid="36"/>
                        </p:tgtEl>
                      </p:cBhvr>
                    </p:animEffect>
                  </p:childTnLst>
                </p:cTn>
              </p:par>
            </p:tnLst>
          </p:tmpl>
        </p:tmplLst>
      </p:bldP>
      <p:bldP spid="41" grpId="0" animBg="1"/>
      <p:bldP spid="44"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44"/>
                        </p:tgtEl>
                        <p:attrNameLst>
                          <p:attrName>style.visibility</p:attrName>
                        </p:attrNameLst>
                      </p:cBhvr>
                      <p:to>
                        <p:strVal val="visible"/>
                      </p:to>
                    </p:set>
                    <p:animEffect transition="in" filter="wipe(down)">
                      <p:cBhvr>
                        <p:cTn dur="500"/>
                        <p:tgtEl>
                          <p:spTgt spid="44"/>
                        </p:tgtEl>
                      </p:cBhvr>
                    </p:animEffect>
                  </p:childTnLst>
                </p:cTn>
              </p:par>
            </p:tnLst>
          </p:tmpl>
        </p:tmplLst>
      </p:bldP>
    </p:bldLst>
  </p:timing>
</p:sldLayout>
</file>

<file path=ppt/slideLayouts/slideLayout299.xml><?xml version="1.0" encoding="utf-8"?>
<p:sldLayout xmlns:a="http://schemas.openxmlformats.org/drawingml/2006/main" xmlns:r="http://schemas.openxmlformats.org/officeDocument/2006/relationships" xmlns:p="http://schemas.openxmlformats.org/presentationml/2006/main" preserve="1" userDrawn="1">
  <p:cSld name="2_Team09">
    <p:spTree>
      <p:nvGrpSpPr>
        <p:cNvPr id="1" name=""/>
        <p:cNvGrpSpPr/>
        <p:nvPr/>
      </p:nvGrpSpPr>
      <p:grpSpPr>
        <a:xfrm>
          <a:off x="0" y="0"/>
          <a:ext cx="0" cy="0"/>
          <a:chOff x="0" y="0"/>
          <a:chExt cx="0" cy="0"/>
        </a:xfrm>
      </p:grpSpPr>
      <p:sp>
        <p:nvSpPr>
          <p:cNvPr id="31" name="Picture Placeholder 7"/>
          <p:cNvSpPr>
            <a:spLocks noGrp="1"/>
          </p:cNvSpPr>
          <p:nvPr>
            <p:ph type="pic" sz="quarter" idx="10" hasCustomPrompt="1"/>
          </p:nvPr>
        </p:nvSpPr>
        <p:spPr>
          <a:xfrm>
            <a:off x="876172" y="2006600"/>
            <a:ext cx="1895355" cy="1894789"/>
          </a:xfrm>
          <a:prstGeom prst="ellipse">
            <a:avLst/>
          </a:prstGeom>
          <a:ln w="19050">
            <a:solidFill>
              <a:schemeClr val="accent1"/>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14" name="Text Placeholder 3"/>
          <p:cNvSpPr>
            <a:spLocks noGrp="1"/>
          </p:cNvSpPr>
          <p:nvPr>
            <p:ph type="body" sz="half" idx="15"/>
          </p:nvPr>
        </p:nvSpPr>
        <p:spPr>
          <a:xfrm>
            <a:off x="849403" y="4644196"/>
            <a:ext cx="1948892" cy="1231107"/>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3" name="Picture Placeholder 7"/>
          <p:cNvSpPr>
            <a:spLocks noGrp="1"/>
          </p:cNvSpPr>
          <p:nvPr>
            <p:ph type="pic" sz="quarter" idx="17" hasCustomPrompt="1"/>
          </p:nvPr>
        </p:nvSpPr>
        <p:spPr>
          <a:xfrm>
            <a:off x="3011255" y="2006600"/>
            <a:ext cx="1895355" cy="1894789"/>
          </a:xfrm>
          <a:prstGeom prst="ellipse">
            <a:avLst/>
          </a:prstGeom>
          <a:ln w="19050">
            <a:solidFill>
              <a:schemeClr val="accent2"/>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24" name="Text Placeholder 3"/>
          <p:cNvSpPr>
            <a:spLocks noGrp="1"/>
          </p:cNvSpPr>
          <p:nvPr>
            <p:ph type="body" sz="half" idx="18"/>
          </p:nvPr>
        </p:nvSpPr>
        <p:spPr>
          <a:xfrm>
            <a:off x="2984486" y="4644196"/>
            <a:ext cx="1948892" cy="1231107"/>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7" name="Picture Placeholder 7"/>
          <p:cNvSpPr>
            <a:spLocks noGrp="1"/>
          </p:cNvSpPr>
          <p:nvPr>
            <p:ph type="pic" sz="quarter" idx="20" hasCustomPrompt="1"/>
          </p:nvPr>
        </p:nvSpPr>
        <p:spPr>
          <a:xfrm>
            <a:off x="5131884" y="2006600"/>
            <a:ext cx="1895355" cy="1894789"/>
          </a:xfrm>
          <a:prstGeom prst="ellipse">
            <a:avLst/>
          </a:prstGeom>
          <a:ln w="19050">
            <a:solidFill>
              <a:schemeClr val="accent3"/>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28" name="Text Placeholder 3"/>
          <p:cNvSpPr>
            <a:spLocks noGrp="1"/>
          </p:cNvSpPr>
          <p:nvPr>
            <p:ph type="body" sz="half" idx="21"/>
          </p:nvPr>
        </p:nvSpPr>
        <p:spPr>
          <a:xfrm>
            <a:off x="5105115" y="4644196"/>
            <a:ext cx="1948892" cy="1231107"/>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32" name="Picture Placeholder 7"/>
          <p:cNvSpPr>
            <a:spLocks noGrp="1"/>
          </p:cNvSpPr>
          <p:nvPr>
            <p:ph type="pic" sz="quarter" idx="23" hasCustomPrompt="1"/>
          </p:nvPr>
        </p:nvSpPr>
        <p:spPr>
          <a:xfrm>
            <a:off x="7241708" y="2006600"/>
            <a:ext cx="1895355" cy="1894789"/>
          </a:xfrm>
          <a:prstGeom prst="ellipse">
            <a:avLst/>
          </a:prstGeom>
          <a:ln w="19050">
            <a:solidFill>
              <a:schemeClr val="accent4"/>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33" name="Text Placeholder 3"/>
          <p:cNvSpPr>
            <a:spLocks noGrp="1"/>
          </p:cNvSpPr>
          <p:nvPr>
            <p:ph type="body" sz="half" idx="24"/>
          </p:nvPr>
        </p:nvSpPr>
        <p:spPr>
          <a:xfrm>
            <a:off x="7214939" y="4644196"/>
            <a:ext cx="1948892" cy="1231107"/>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38" name="Picture Placeholder 7"/>
          <p:cNvSpPr>
            <a:spLocks noGrp="1"/>
          </p:cNvSpPr>
          <p:nvPr>
            <p:ph type="pic" sz="quarter" idx="26" hasCustomPrompt="1"/>
          </p:nvPr>
        </p:nvSpPr>
        <p:spPr>
          <a:xfrm>
            <a:off x="9373143" y="2006600"/>
            <a:ext cx="1895355" cy="1894789"/>
          </a:xfrm>
          <a:prstGeom prst="ellipse">
            <a:avLst/>
          </a:prstGeom>
          <a:ln w="19050">
            <a:solidFill>
              <a:schemeClr val="accent5"/>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39" name="Text Placeholder 3"/>
          <p:cNvSpPr>
            <a:spLocks noGrp="1"/>
          </p:cNvSpPr>
          <p:nvPr>
            <p:ph type="body" sz="half" idx="27"/>
          </p:nvPr>
        </p:nvSpPr>
        <p:spPr>
          <a:xfrm>
            <a:off x="9346374" y="4644196"/>
            <a:ext cx="1948892" cy="1231107"/>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2" name="Text Placeholder 3"/>
          <p:cNvSpPr>
            <a:spLocks noGrp="1"/>
          </p:cNvSpPr>
          <p:nvPr>
            <p:ph type="body" sz="half" idx="16"/>
          </p:nvPr>
        </p:nvSpPr>
        <p:spPr>
          <a:xfrm>
            <a:off x="1140228" y="3980808"/>
            <a:ext cx="1367243" cy="508973"/>
          </a:xfrm>
          <a:prstGeom prst="rect">
            <a:avLst/>
          </a:prstGeom>
        </p:spPr>
        <p:txBody>
          <a:bodyPr wrap="square" lIns="0" tIns="0" rIns="0" bIns="0" anchor="ctr">
            <a:noAutofit/>
          </a:bodyPr>
          <a:lstStyle>
            <a:lvl1pPr marL="0" indent="0" algn="ctr">
              <a:buNone/>
              <a:defRPr sz="1467" b="1" baseline="0">
                <a:solidFill>
                  <a:schemeClr val="accent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26" name="Text Placeholder 3"/>
          <p:cNvSpPr>
            <a:spLocks noGrp="1"/>
          </p:cNvSpPr>
          <p:nvPr>
            <p:ph type="body" sz="half" idx="19"/>
          </p:nvPr>
        </p:nvSpPr>
        <p:spPr>
          <a:xfrm>
            <a:off x="3275311" y="3980808"/>
            <a:ext cx="1367243" cy="508973"/>
          </a:xfrm>
          <a:prstGeom prst="rect">
            <a:avLst/>
          </a:prstGeom>
        </p:spPr>
        <p:txBody>
          <a:bodyPr wrap="square" lIns="0" tIns="0" rIns="0" bIns="0" anchor="ctr">
            <a:noAutofit/>
          </a:bodyPr>
          <a:lstStyle>
            <a:lvl1pPr marL="0" indent="0" algn="ctr">
              <a:buNone/>
              <a:defRPr sz="1467" b="1" baseline="0">
                <a:solidFill>
                  <a:schemeClr val="accent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30" name="Text Placeholder 3"/>
          <p:cNvSpPr>
            <a:spLocks noGrp="1"/>
          </p:cNvSpPr>
          <p:nvPr>
            <p:ph type="body" sz="half" idx="22"/>
          </p:nvPr>
        </p:nvSpPr>
        <p:spPr>
          <a:xfrm>
            <a:off x="5395940" y="3980808"/>
            <a:ext cx="1367243" cy="508973"/>
          </a:xfrm>
          <a:prstGeom prst="rect">
            <a:avLst/>
          </a:prstGeom>
        </p:spPr>
        <p:txBody>
          <a:bodyPr wrap="square" lIns="0" tIns="0" rIns="0" bIns="0" anchor="ctr">
            <a:noAutofit/>
          </a:bodyPr>
          <a:lstStyle>
            <a:lvl1pPr marL="0" indent="0" algn="ctr">
              <a:buNone/>
              <a:defRPr sz="1467" b="1" baseline="0">
                <a:solidFill>
                  <a:schemeClr val="accent3"/>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36" name="Text Placeholder 3"/>
          <p:cNvSpPr>
            <a:spLocks noGrp="1"/>
          </p:cNvSpPr>
          <p:nvPr>
            <p:ph type="body" sz="half" idx="25"/>
          </p:nvPr>
        </p:nvSpPr>
        <p:spPr>
          <a:xfrm>
            <a:off x="7505764" y="3980808"/>
            <a:ext cx="1367243" cy="508973"/>
          </a:xfrm>
          <a:prstGeom prst="rect">
            <a:avLst/>
          </a:prstGeom>
        </p:spPr>
        <p:txBody>
          <a:bodyPr wrap="square" lIns="0" tIns="0" rIns="0" bIns="0" anchor="ctr">
            <a:noAutofit/>
          </a:bodyPr>
          <a:lstStyle>
            <a:lvl1pPr marL="0" indent="0" algn="ctr">
              <a:buNone/>
              <a:defRPr sz="1467" b="1" baseline="0">
                <a:solidFill>
                  <a:schemeClr val="accent4"/>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44" name="Text Placeholder 3"/>
          <p:cNvSpPr>
            <a:spLocks noGrp="1"/>
          </p:cNvSpPr>
          <p:nvPr>
            <p:ph type="body" sz="half" idx="28"/>
          </p:nvPr>
        </p:nvSpPr>
        <p:spPr>
          <a:xfrm>
            <a:off x="9637199" y="3980808"/>
            <a:ext cx="1367243" cy="508973"/>
          </a:xfrm>
          <a:prstGeom prst="rect">
            <a:avLst/>
          </a:prstGeom>
        </p:spPr>
        <p:txBody>
          <a:bodyPr wrap="square" lIns="0" tIns="0" rIns="0" bIns="0" anchor="ctr">
            <a:noAutofit/>
          </a:bodyPr>
          <a:lstStyle>
            <a:lvl1pPr marL="0" indent="0" algn="ctr">
              <a:buNone/>
              <a:defRPr sz="1467" b="1" baseline="0">
                <a:solidFill>
                  <a:schemeClr val="accent5"/>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34"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37"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231999626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grpId="0" nodeType="afterEffect">
                                  <p:stCondLst>
                                    <p:cond delay="0"/>
                                  </p:stCondLst>
                                  <p:childTnLst>
                                    <p:set>
                                      <p:cBhvr>
                                        <p:cTn id="6" dur="1" fill="hold">
                                          <p:stCondLst>
                                            <p:cond delay="0"/>
                                          </p:stCondLst>
                                        </p:cTn>
                                        <p:tgtEl>
                                          <p:spTgt spid="31"/>
                                        </p:tgtEl>
                                        <p:attrNameLst>
                                          <p:attrName>style.visibility</p:attrName>
                                        </p:attrNameLst>
                                      </p:cBhvr>
                                      <p:to>
                                        <p:strVal val="visible"/>
                                      </p:to>
                                    </p:set>
                                    <p:anim calcmode="lin" valueType="num">
                                      <p:cBhvr>
                                        <p:cTn id="7" dur="500" fill="hold"/>
                                        <p:tgtEl>
                                          <p:spTgt spid="31"/>
                                        </p:tgtEl>
                                        <p:attrNameLst>
                                          <p:attrName>ppt_w</p:attrName>
                                        </p:attrNameLst>
                                      </p:cBhvr>
                                      <p:tavLst>
                                        <p:tav tm="0">
                                          <p:val>
                                            <p:fltVal val="0"/>
                                          </p:val>
                                        </p:tav>
                                        <p:tav tm="100000">
                                          <p:val>
                                            <p:strVal val="#ppt_w"/>
                                          </p:val>
                                        </p:tav>
                                      </p:tavLst>
                                    </p:anim>
                                    <p:anim calcmode="lin" valueType="num">
                                      <p:cBhvr>
                                        <p:cTn id="8" dur="500" fill="hold"/>
                                        <p:tgtEl>
                                          <p:spTgt spid="31"/>
                                        </p:tgtEl>
                                        <p:attrNameLst>
                                          <p:attrName>ppt_h</p:attrName>
                                        </p:attrNameLst>
                                      </p:cBhvr>
                                      <p:tavLst>
                                        <p:tav tm="0">
                                          <p:val>
                                            <p:fltVal val="0"/>
                                          </p:val>
                                        </p:tav>
                                        <p:tav tm="100000">
                                          <p:val>
                                            <p:strVal val="#ppt_h"/>
                                          </p:val>
                                        </p:tav>
                                      </p:tavLst>
                                    </p:anim>
                                    <p:animEffect transition="in" filter="fade">
                                      <p:cBhvr>
                                        <p:cTn id="9" dur="500"/>
                                        <p:tgtEl>
                                          <p:spTgt spid="31"/>
                                        </p:tgtEl>
                                      </p:cBhvr>
                                    </p:animEffect>
                                  </p:childTnLst>
                                </p:cTn>
                              </p:par>
                            </p:childTnLst>
                          </p:cTn>
                        </p:par>
                        <p:par>
                          <p:cTn id="10" fill="hold">
                            <p:stCondLst>
                              <p:cond delay="500"/>
                            </p:stCondLst>
                            <p:childTnLst>
                              <p:par>
                                <p:cTn id="11" presetID="22" presetClass="entr" presetSubtype="4" fill="hold" grpId="0" nodeType="afterEffect" nodePh="1">
                                  <p:stCondLst>
                                    <p:cond delay="0"/>
                                  </p:stCondLst>
                                  <p:endCondLst>
                                    <p:cond evt="begin" delay="0">
                                      <p:tn val="11"/>
                                    </p:cond>
                                  </p:endCondLst>
                                  <p:childTnLst>
                                    <p:set>
                                      <p:cBhvr>
                                        <p:cTn id="12" dur="1" fill="hold">
                                          <p:stCondLst>
                                            <p:cond delay="0"/>
                                          </p:stCondLst>
                                        </p:cTn>
                                        <p:tgtEl>
                                          <p:spTgt spid="22">
                                            <p:txEl>
                                              <p:pRg st="0" end="0"/>
                                            </p:txEl>
                                          </p:spTgt>
                                        </p:tgtEl>
                                        <p:attrNameLst>
                                          <p:attrName>style.visibility</p:attrName>
                                        </p:attrNameLst>
                                      </p:cBhvr>
                                      <p:to>
                                        <p:strVal val="visible"/>
                                      </p:to>
                                    </p:set>
                                    <p:animEffect transition="in" filter="wipe(down)">
                                      <p:cBhvr>
                                        <p:cTn id="13" dur="500"/>
                                        <p:tgtEl>
                                          <p:spTgt spid="22">
                                            <p:txEl>
                                              <p:pRg st="0" end="0"/>
                                            </p:txEl>
                                          </p:spTgt>
                                        </p:tgtEl>
                                      </p:cBhvr>
                                    </p:animEffect>
                                  </p:childTnLst>
                                </p:cTn>
                              </p:par>
                            </p:childTnLst>
                          </p:cTn>
                        </p:par>
                        <p:par>
                          <p:cTn id="14" fill="hold">
                            <p:stCondLst>
                              <p:cond delay="1000"/>
                            </p:stCondLst>
                            <p:childTnLst>
                              <p:par>
                                <p:cTn id="15" presetID="2" presetClass="entr" presetSubtype="4" accel="50000" decel="50000" fill="hold" grpId="0" nodeType="afterEffect" nodePh="1">
                                  <p:stCondLst>
                                    <p:cond delay="0"/>
                                  </p:stCondLst>
                                  <p:endCondLst>
                                    <p:cond evt="begin" delay="0">
                                      <p:tn val="15"/>
                                    </p:cond>
                                  </p:endCondLst>
                                  <p:childTnLst>
                                    <p:set>
                                      <p:cBhvr>
                                        <p:cTn id="16" dur="1" fill="hold">
                                          <p:stCondLst>
                                            <p:cond delay="0"/>
                                          </p:stCondLst>
                                        </p:cTn>
                                        <p:tgtEl>
                                          <p:spTgt spid="14">
                                            <p:txEl>
                                              <p:pRg st="0" end="0"/>
                                            </p:txEl>
                                          </p:spTgt>
                                        </p:tgtEl>
                                        <p:attrNameLst>
                                          <p:attrName>style.visibility</p:attrName>
                                        </p:attrNameLst>
                                      </p:cBhvr>
                                      <p:to>
                                        <p:strVal val="visible"/>
                                      </p:to>
                                    </p:set>
                                    <p:anim calcmode="lin" valueType="num">
                                      <p:cBhvr additive="base">
                                        <p:cTn id="17" dur="500" fill="hold"/>
                                        <p:tgtEl>
                                          <p:spTgt spid="14">
                                            <p:txEl>
                                              <p:pRg st="0" end="0"/>
                                            </p:txEl>
                                          </p:spTgt>
                                        </p:tgtEl>
                                        <p:attrNameLst>
                                          <p:attrName>ppt_x</p:attrName>
                                        </p:attrNameLst>
                                      </p:cBhvr>
                                      <p:tavLst>
                                        <p:tav tm="0">
                                          <p:val>
                                            <p:strVal val="#ppt_x"/>
                                          </p:val>
                                        </p:tav>
                                        <p:tav tm="100000">
                                          <p:val>
                                            <p:strVal val="#ppt_x"/>
                                          </p:val>
                                        </p:tav>
                                      </p:tavLst>
                                    </p:anim>
                                    <p:anim calcmode="lin" valueType="num">
                                      <p:cBhvr additive="base">
                                        <p:cTn id="18" dur="500" fill="hold"/>
                                        <p:tgtEl>
                                          <p:spTgt spid="14">
                                            <p:txEl>
                                              <p:pRg st="0" end="0"/>
                                            </p:txEl>
                                          </p:spTgt>
                                        </p:tgtEl>
                                        <p:attrNameLst>
                                          <p:attrName>ppt_y</p:attrName>
                                        </p:attrNameLst>
                                      </p:cBhvr>
                                      <p:tavLst>
                                        <p:tav tm="0">
                                          <p:val>
                                            <p:strVal val="1+#ppt_h/2"/>
                                          </p:val>
                                        </p:tav>
                                        <p:tav tm="100000">
                                          <p:val>
                                            <p:strVal val="#ppt_y"/>
                                          </p:val>
                                        </p:tav>
                                      </p:tavLst>
                                    </p:anim>
                                  </p:childTnLst>
                                </p:cTn>
                              </p:par>
                            </p:childTnLst>
                          </p:cTn>
                        </p:par>
                        <p:par>
                          <p:cTn id="19" fill="hold">
                            <p:stCondLst>
                              <p:cond delay="1500"/>
                            </p:stCondLst>
                            <p:childTnLst>
                              <p:par>
                                <p:cTn id="20" presetID="53" presetClass="entr" presetSubtype="0" fill="hold" grpId="0" nodeType="afterEffect">
                                  <p:stCondLst>
                                    <p:cond delay="0"/>
                                  </p:stCondLst>
                                  <p:childTnLst>
                                    <p:set>
                                      <p:cBhvr>
                                        <p:cTn id="21" dur="1" fill="hold">
                                          <p:stCondLst>
                                            <p:cond delay="0"/>
                                          </p:stCondLst>
                                        </p:cTn>
                                        <p:tgtEl>
                                          <p:spTgt spid="23"/>
                                        </p:tgtEl>
                                        <p:attrNameLst>
                                          <p:attrName>style.visibility</p:attrName>
                                        </p:attrNameLst>
                                      </p:cBhvr>
                                      <p:to>
                                        <p:strVal val="visible"/>
                                      </p:to>
                                    </p:set>
                                    <p:anim calcmode="lin" valueType="num">
                                      <p:cBhvr>
                                        <p:cTn id="22" dur="500" fill="hold"/>
                                        <p:tgtEl>
                                          <p:spTgt spid="23"/>
                                        </p:tgtEl>
                                        <p:attrNameLst>
                                          <p:attrName>ppt_w</p:attrName>
                                        </p:attrNameLst>
                                      </p:cBhvr>
                                      <p:tavLst>
                                        <p:tav tm="0">
                                          <p:val>
                                            <p:fltVal val="0"/>
                                          </p:val>
                                        </p:tav>
                                        <p:tav tm="100000">
                                          <p:val>
                                            <p:strVal val="#ppt_w"/>
                                          </p:val>
                                        </p:tav>
                                      </p:tavLst>
                                    </p:anim>
                                    <p:anim calcmode="lin" valueType="num">
                                      <p:cBhvr>
                                        <p:cTn id="23" dur="500" fill="hold"/>
                                        <p:tgtEl>
                                          <p:spTgt spid="23"/>
                                        </p:tgtEl>
                                        <p:attrNameLst>
                                          <p:attrName>ppt_h</p:attrName>
                                        </p:attrNameLst>
                                      </p:cBhvr>
                                      <p:tavLst>
                                        <p:tav tm="0">
                                          <p:val>
                                            <p:fltVal val="0"/>
                                          </p:val>
                                        </p:tav>
                                        <p:tav tm="100000">
                                          <p:val>
                                            <p:strVal val="#ppt_h"/>
                                          </p:val>
                                        </p:tav>
                                      </p:tavLst>
                                    </p:anim>
                                    <p:animEffect transition="in" filter="fade">
                                      <p:cBhvr>
                                        <p:cTn id="24" dur="500"/>
                                        <p:tgtEl>
                                          <p:spTgt spid="23"/>
                                        </p:tgtEl>
                                      </p:cBhvr>
                                    </p:animEffect>
                                  </p:childTnLst>
                                </p:cTn>
                              </p:par>
                            </p:childTnLst>
                          </p:cTn>
                        </p:par>
                        <p:par>
                          <p:cTn id="25" fill="hold">
                            <p:stCondLst>
                              <p:cond delay="2000"/>
                            </p:stCondLst>
                            <p:childTnLst>
                              <p:par>
                                <p:cTn id="26" presetID="22" presetClass="entr" presetSubtype="4" fill="hold" grpId="0" nodeType="afterEffect" nodePh="1">
                                  <p:stCondLst>
                                    <p:cond delay="0"/>
                                  </p:stCondLst>
                                  <p:endCondLst>
                                    <p:cond evt="begin" delay="0">
                                      <p:tn val="26"/>
                                    </p:cond>
                                  </p:endCondLst>
                                  <p:childTnLst>
                                    <p:set>
                                      <p:cBhvr>
                                        <p:cTn id="27" dur="1" fill="hold">
                                          <p:stCondLst>
                                            <p:cond delay="0"/>
                                          </p:stCondLst>
                                        </p:cTn>
                                        <p:tgtEl>
                                          <p:spTgt spid="26">
                                            <p:txEl>
                                              <p:pRg st="0" end="0"/>
                                            </p:txEl>
                                          </p:spTgt>
                                        </p:tgtEl>
                                        <p:attrNameLst>
                                          <p:attrName>style.visibility</p:attrName>
                                        </p:attrNameLst>
                                      </p:cBhvr>
                                      <p:to>
                                        <p:strVal val="visible"/>
                                      </p:to>
                                    </p:set>
                                    <p:animEffect transition="in" filter="wipe(down)">
                                      <p:cBhvr>
                                        <p:cTn id="28" dur="500"/>
                                        <p:tgtEl>
                                          <p:spTgt spid="26">
                                            <p:txEl>
                                              <p:pRg st="0" end="0"/>
                                            </p:txEl>
                                          </p:spTgt>
                                        </p:tgtEl>
                                      </p:cBhvr>
                                    </p:animEffect>
                                  </p:childTnLst>
                                </p:cTn>
                              </p:par>
                            </p:childTnLst>
                          </p:cTn>
                        </p:par>
                        <p:par>
                          <p:cTn id="29" fill="hold">
                            <p:stCondLst>
                              <p:cond delay="2500"/>
                            </p:stCondLst>
                            <p:childTnLst>
                              <p:par>
                                <p:cTn id="30" presetID="2" presetClass="entr" presetSubtype="4" accel="50000" decel="50000" fill="hold" grpId="0" nodeType="afterEffect" nodePh="1">
                                  <p:stCondLst>
                                    <p:cond delay="0"/>
                                  </p:stCondLst>
                                  <p:endCondLst>
                                    <p:cond evt="begin" delay="0">
                                      <p:tn val="30"/>
                                    </p:cond>
                                  </p:endCondLst>
                                  <p:childTnLst>
                                    <p:set>
                                      <p:cBhvr>
                                        <p:cTn id="31" dur="1" fill="hold">
                                          <p:stCondLst>
                                            <p:cond delay="0"/>
                                          </p:stCondLst>
                                        </p:cTn>
                                        <p:tgtEl>
                                          <p:spTgt spid="24">
                                            <p:txEl>
                                              <p:pRg st="0" end="0"/>
                                            </p:txEl>
                                          </p:spTgt>
                                        </p:tgtEl>
                                        <p:attrNameLst>
                                          <p:attrName>style.visibility</p:attrName>
                                        </p:attrNameLst>
                                      </p:cBhvr>
                                      <p:to>
                                        <p:strVal val="visible"/>
                                      </p:to>
                                    </p:set>
                                    <p:anim calcmode="lin" valueType="num">
                                      <p:cBhvr additive="base">
                                        <p:cTn id="32"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additive="base">
                                        <p:cTn id="33" dur="500" fill="hold"/>
                                        <p:tgtEl>
                                          <p:spTgt spid="24">
                                            <p:txEl>
                                              <p:pRg st="0" end="0"/>
                                            </p:txEl>
                                          </p:spTgt>
                                        </p:tgtEl>
                                        <p:attrNameLst>
                                          <p:attrName>ppt_y</p:attrName>
                                        </p:attrNameLst>
                                      </p:cBhvr>
                                      <p:tavLst>
                                        <p:tav tm="0">
                                          <p:val>
                                            <p:strVal val="1+#ppt_h/2"/>
                                          </p:val>
                                        </p:tav>
                                        <p:tav tm="100000">
                                          <p:val>
                                            <p:strVal val="#ppt_y"/>
                                          </p:val>
                                        </p:tav>
                                      </p:tavLst>
                                    </p:anim>
                                  </p:childTnLst>
                                </p:cTn>
                              </p:par>
                            </p:childTnLst>
                          </p:cTn>
                        </p:par>
                        <p:par>
                          <p:cTn id="34" fill="hold">
                            <p:stCondLst>
                              <p:cond delay="3000"/>
                            </p:stCondLst>
                            <p:childTnLst>
                              <p:par>
                                <p:cTn id="35" presetID="53" presetClass="entr" presetSubtype="0" fill="hold" grpId="0" nodeType="afterEffect">
                                  <p:stCondLst>
                                    <p:cond delay="0"/>
                                  </p:stCondLst>
                                  <p:childTnLst>
                                    <p:set>
                                      <p:cBhvr>
                                        <p:cTn id="36" dur="1" fill="hold">
                                          <p:stCondLst>
                                            <p:cond delay="0"/>
                                          </p:stCondLst>
                                        </p:cTn>
                                        <p:tgtEl>
                                          <p:spTgt spid="27"/>
                                        </p:tgtEl>
                                        <p:attrNameLst>
                                          <p:attrName>style.visibility</p:attrName>
                                        </p:attrNameLst>
                                      </p:cBhvr>
                                      <p:to>
                                        <p:strVal val="visible"/>
                                      </p:to>
                                    </p:set>
                                    <p:anim calcmode="lin" valueType="num">
                                      <p:cBhvr>
                                        <p:cTn id="37" dur="500" fill="hold"/>
                                        <p:tgtEl>
                                          <p:spTgt spid="27"/>
                                        </p:tgtEl>
                                        <p:attrNameLst>
                                          <p:attrName>ppt_w</p:attrName>
                                        </p:attrNameLst>
                                      </p:cBhvr>
                                      <p:tavLst>
                                        <p:tav tm="0">
                                          <p:val>
                                            <p:fltVal val="0"/>
                                          </p:val>
                                        </p:tav>
                                        <p:tav tm="100000">
                                          <p:val>
                                            <p:strVal val="#ppt_w"/>
                                          </p:val>
                                        </p:tav>
                                      </p:tavLst>
                                    </p:anim>
                                    <p:anim calcmode="lin" valueType="num">
                                      <p:cBhvr>
                                        <p:cTn id="38" dur="500" fill="hold"/>
                                        <p:tgtEl>
                                          <p:spTgt spid="27"/>
                                        </p:tgtEl>
                                        <p:attrNameLst>
                                          <p:attrName>ppt_h</p:attrName>
                                        </p:attrNameLst>
                                      </p:cBhvr>
                                      <p:tavLst>
                                        <p:tav tm="0">
                                          <p:val>
                                            <p:fltVal val="0"/>
                                          </p:val>
                                        </p:tav>
                                        <p:tav tm="100000">
                                          <p:val>
                                            <p:strVal val="#ppt_h"/>
                                          </p:val>
                                        </p:tav>
                                      </p:tavLst>
                                    </p:anim>
                                    <p:animEffect transition="in" filter="fade">
                                      <p:cBhvr>
                                        <p:cTn id="39" dur="500"/>
                                        <p:tgtEl>
                                          <p:spTgt spid="27"/>
                                        </p:tgtEl>
                                      </p:cBhvr>
                                    </p:animEffect>
                                  </p:childTnLst>
                                </p:cTn>
                              </p:par>
                            </p:childTnLst>
                          </p:cTn>
                        </p:par>
                        <p:par>
                          <p:cTn id="40" fill="hold">
                            <p:stCondLst>
                              <p:cond delay="3500"/>
                            </p:stCondLst>
                            <p:childTnLst>
                              <p:par>
                                <p:cTn id="41" presetID="22" presetClass="entr" presetSubtype="4" fill="hold" grpId="0" nodeType="afterEffect" nodePh="1">
                                  <p:stCondLst>
                                    <p:cond delay="0"/>
                                  </p:stCondLst>
                                  <p:endCondLst>
                                    <p:cond evt="begin" delay="0">
                                      <p:tn val="41"/>
                                    </p:cond>
                                  </p:endCondLst>
                                  <p:childTnLst>
                                    <p:set>
                                      <p:cBhvr>
                                        <p:cTn id="42" dur="1" fill="hold">
                                          <p:stCondLst>
                                            <p:cond delay="0"/>
                                          </p:stCondLst>
                                        </p:cTn>
                                        <p:tgtEl>
                                          <p:spTgt spid="30">
                                            <p:txEl>
                                              <p:pRg st="0" end="0"/>
                                            </p:txEl>
                                          </p:spTgt>
                                        </p:tgtEl>
                                        <p:attrNameLst>
                                          <p:attrName>style.visibility</p:attrName>
                                        </p:attrNameLst>
                                      </p:cBhvr>
                                      <p:to>
                                        <p:strVal val="visible"/>
                                      </p:to>
                                    </p:set>
                                    <p:animEffect transition="in" filter="wipe(down)">
                                      <p:cBhvr>
                                        <p:cTn id="43" dur="500"/>
                                        <p:tgtEl>
                                          <p:spTgt spid="30">
                                            <p:txEl>
                                              <p:pRg st="0" end="0"/>
                                            </p:txEl>
                                          </p:spTgt>
                                        </p:tgtEl>
                                      </p:cBhvr>
                                    </p:animEffect>
                                  </p:childTnLst>
                                </p:cTn>
                              </p:par>
                            </p:childTnLst>
                          </p:cTn>
                        </p:par>
                        <p:par>
                          <p:cTn id="44" fill="hold">
                            <p:stCondLst>
                              <p:cond delay="4000"/>
                            </p:stCondLst>
                            <p:childTnLst>
                              <p:par>
                                <p:cTn id="45" presetID="2" presetClass="entr" presetSubtype="4" accel="50000" decel="50000" fill="hold" grpId="0" nodeType="afterEffect" nodePh="1">
                                  <p:stCondLst>
                                    <p:cond delay="0"/>
                                  </p:stCondLst>
                                  <p:endCondLst>
                                    <p:cond evt="begin" delay="0">
                                      <p:tn val="45"/>
                                    </p:cond>
                                  </p:endCondLst>
                                  <p:childTnLst>
                                    <p:set>
                                      <p:cBhvr>
                                        <p:cTn id="46" dur="1" fill="hold">
                                          <p:stCondLst>
                                            <p:cond delay="0"/>
                                          </p:stCondLst>
                                        </p:cTn>
                                        <p:tgtEl>
                                          <p:spTgt spid="28">
                                            <p:txEl>
                                              <p:pRg st="0" end="0"/>
                                            </p:txEl>
                                          </p:spTgt>
                                        </p:tgtEl>
                                        <p:attrNameLst>
                                          <p:attrName>style.visibility</p:attrName>
                                        </p:attrNameLst>
                                      </p:cBhvr>
                                      <p:to>
                                        <p:strVal val="visible"/>
                                      </p:to>
                                    </p:set>
                                    <p:anim calcmode="lin" valueType="num">
                                      <p:cBhvr additive="base">
                                        <p:cTn id="47" dur="500" fill="hold"/>
                                        <p:tgtEl>
                                          <p:spTgt spid="28">
                                            <p:txEl>
                                              <p:pRg st="0" end="0"/>
                                            </p:txEl>
                                          </p:spTgt>
                                        </p:tgtEl>
                                        <p:attrNameLst>
                                          <p:attrName>ppt_x</p:attrName>
                                        </p:attrNameLst>
                                      </p:cBhvr>
                                      <p:tavLst>
                                        <p:tav tm="0">
                                          <p:val>
                                            <p:strVal val="#ppt_x"/>
                                          </p:val>
                                        </p:tav>
                                        <p:tav tm="100000">
                                          <p:val>
                                            <p:strVal val="#ppt_x"/>
                                          </p:val>
                                        </p:tav>
                                      </p:tavLst>
                                    </p:anim>
                                    <p:anim calcmode="lin" valueType="num">
                                      <p:cBhvr additive="base">
                                        <p:cTn id="48" dur="500" fill="hold"/>
                                        <p:tgtEl>
                                          <p:spTgt spid="28">
                                            <p:txEl>
                                              <p:pRg st="0" end="0"/>
                                            </p:txEl>
                                          </p:spTgt>
                                        </p:tgtEl>
                                        <p:attrNameLst>
                                          <p:attrName>ppt_y</p:attrName>
                                        </p:attrNameLst>
                                      </p:cBhvr>
                                      <p:tavLst>
                                        <p:tav tm="0">
                                          <p:val>
                                            <p:strVal val="1+#ppt_h/2"/>
                                          </p:val>
                                        </p:tav>
                                        <p:tav tm="100000">
                                          <p:val>
                                            <p:strVal val="#ppt_y"/>
                                          </p:val>
                                        </p:tav>
                                      </p:tavLst>
                                    </p:anim>
                                  </p:childTnLst>
                                </p:cTn>
                              </p:par>
                            </p:childTnLst>
                          </p:cTn>
                        </p:par>
                        <p:par>
                          <p:cTn id="49" fill="hold">
                            <p:stCondLst>
                              <p:cond delay="4500"/>
                            </p:stCondLst>
                            <p:childTnLst>
                              <p:par>
                                <p:cTn id="50" presetID="53" presetClass="entr" presetSubtype="0" fill="hold" grpId="0" nodeType="afterEffect">
                                  <p:stCondLst>
                                    <p:cond delay="0"/>
                                  </p:stCondLst>
                                  <p:childTnLst>
                                    <p:set>
                                      <p:cBhvr>
                                        <p:cTn id="51" dur="1" fill="hold">
                                          <p:stCondLst>
                                            <p:cond delay="0"/>
                                          </p:stCondLst>
                                        </p:cTn>
                                        <p:tgtEl>
                                          <p:spTgt spid="32"/>
                                        </p:tgtEl>
                                        <p:attrNameLst>
                                          <p:attrName>style.visibility</p:attrName>
                                        </p:attrNameLst>
                                      </p:cBhvr>
                                      <p:to>
                                        <p:strVal val="visible"/>
                                      </p:to>
                                    </p:set>
                                    <p:anim calcmode="lin" valueType="num">
                                      <p:cBhvr>
                                        <p:cTn id="52" dur="500" fill="hold"/>
                                        <p:tgtEl>
                                          <p:spTgt spid="32"/>
                                        </p:tgtEl>
                                        <p:attrNameLst>
                                          <p:attrName>ppt_w</p:attrName>
                                        </p:attrNameLst>
                                      </p:cBhvr>
                                      <p:tavLst>
                                        <p:tav tm="0">
                                          <p:val>
                                            <p:fltVal val="0"/>
                                          </p:val>
                                        </p:tav>
                                        <p:tav tm="100000">
                                          <p:val>
                                            <p:strVal val="#ppt_w"/>
                                          </p:val>
                                        </p:tav>
                                      </p:tavLst>
                                    </p:anim>
                                    <p:anim calcmode="lin" valueType="num">
                                      <p:cBhvr>
                                        <p:cTn id="53" dur="500" fill="hold"/>
                                        <p:tgtEl>
                                          <p:spTgt spid="32"/>
                                        </p:tgtEl>
                                        <p:attrNameLst>
                                          <p:attrName>ppt_h</p:attrName>
                                        </p:attrNameLst>
                                      </p:cBhvr>
                                      <p:tavLst>
                                        <p:tav tm="0">
                                          <p:val>
                                            <p:fltVal val="0"/>
                                          </p:val>
                                        </p:tav>
                                        <p:tav tm="100000">
                                          <p:val>
                                            <p:strVal val="#ppt_h"/>
                                          </p:val>
                                        </p:tav>
                                      </p:tavLst>
                                    </p:anim>
                                    <p:animEffect transition="in" filter="fade">
                                      <p:cBhvr>
                                        <p:cTn id="54" dur="500"/>
                                        <p:tgtEl>
                                          <p:spTgt spid="32"/>
                                        </p:tgtEl>
                                      </p:cBhvr>
                                    </p:animEffect>
                                  </p:childTnLst>
                                </p:cTn>
                              </p:par>
                            </p:childTnLst>
                          </p:cTn>
                        </p:par>
                        <p:par>
                          <p:cTn id="55" fill="hold">
                            <p:stCondLst>
                              <p:cond delay="5000"/>
                            </p:stCondLst>
                            <p:childTnLst>
                              <p:par>
                                <p:cTn id="56" presetID="22" presetClass="entr" presetSubtype="4" fill="hold" grpId="0" nodeType="afterEffect" nodePh="1">
                                  <p:stCondLst>
                                    <p:cond delay="0"/>
                                  </p:stCondLst>
                                  <p:endCondLst>
                                    <p:cond evt="begin" delay="0">
                                      <p:tn val="56"/>
                                    </p:cond>
                                  </p:endCondLst>
                                  <p:childTnLst>
                                    <p:set>
                                      <p:cBhvr>
                                        <p:cTn id="57" dur="1" fill="hold">
                                          <p:stCondLst>
                                            <p:cond delay="0"/>
                                          </p:stCondLst>
                                        </p:cTn>
                                        <p:tgtEl>
                                          <p:spTgt spid="36">
                                            <p:txEl>
                                              <p:pRg st="0" end="0"/>
                                            </p:txEl>
                                          </p:spTgt>
                                        </p:tgtEl>
                                        <p:attrNameLst>
                                          <p:attrName>style.visibility</p:attrName>
                                        </p:attrNameLst>
                                      </p:cBhvr>
                                      <p:to>
                                        <p:strVal val="visible"/>
                                      </p:to>
                                    </p:set>
                                    <p:animEffect transition="in" filter="wipe(down)">
                                      <p:cBhvr>
                                        <p:cTn id="58" dur="500"/>
                                        <p:tgtEl>
                                          <p:spTgt spid="36">
                                            <p:txEl>
                                              <p:pRg st="0" end="0"/>
                                            </p:txEl>
                                          </p:spTgt>
                                        </p:tgtEl>
                                      </p:cBhvr>
                                    </p:animEffect>
                                  </p:childTnLst>
                                </p:cTn>
                              </p:par>
                            </p:childTnLst>
                          </p:cTn>
                        </p:par>
                        <p:par>
                          <p:cTn id="59" fill="hold">
                            <p:stCondLst>
                              <p:cond delay="5500"/>
                            </p:stCondLst>
                            <p:childTnLst>
                              <p:par>
                                <p:cTn id="60" presetID="2" presetClass="entr" presetSubtype="4" accel="50000" decel="50000" fill="hold" grpId="0" nodeType="afterEffect" nodePh="1">
                                  <p:stCondLst>
                                    <p:cond delay="0"/>
                                  </p:stCondLst>
                                  <p:endCondLst>
                                    <p:cond evt="begin" delay="0">
                                      <p:tn val="60"/>
                                    </p:cond>
                                  </p:endCondLst>
                                  <p:childTnLst>
                                    <p:set>
                                      <p:cBhvr>
                                        <p:cTn id="61" dur="1" fill="hold">
                                          <p:stCondLst>
                                            <p:cond delay="0"/>
                                          </p:stCondLst>
                                        </p:cTn>
                                        <p:tgtEl>
                                          <p:spTgt spid="33">
                                            <p:txEl>
                                              <p:pRg st="0" end="0"/>
                                            </p:txEl>
                                          </p:spTgt>
                                        </p:tgtEl>
                                        <p:attrNameLst>
                                          <p:attrName>style.visibility</p:attrName>
                                        </p:attrNameLst>
                                      </p:cBhvr>
                                      <p:to>
                                        <p:strVal val="visible"/>
                                      </p:to>
                                    </p:set>
                                    <p:anim calcmode="lin" valueType="num">
                                      <p:cBhvr additive="base">
                                        <p:cTn id="62" dur="500" fill="hold"/>
                                        <p:tgtEl>
                                          <p:spTgt spid="33">
                                            <p:txEl>
                                              <p:pRg st="0" end="0"/>
                                            </p:txEl>
                                          </p:spTgt>
                                        </p:tgtEl>
                                        <p:attrNameLst>
                                          <p:attrName>ppt_x</p:attrName>
                                        </p:attrNameLst>
                                      </p:cBhvr>
                                      <p:tavLst>
                                        <p:tav tm="0">
                                          <p:val>
                                            <p:strVal val="#ppt_x"/>
                                          </p:val>
                                        </p:tav>
                                        <p:tav tm="100000">
                                          <p:val>
                                            <p:strVal val="#ppt_x"/>
                                          </p:val>
                                        </p:tav>
                                      </p:tavLst>
                                    </p:anim>
                                    <p:anim calcmode="lin" valueType="num">
                                      <p:cBhvr additive="base">
                                        <p:cTn id="63" dur="500" fill="hold"/>
                                        <p:tgtEl>
                                          <p:spTgt spid="33">
                                            <p:txEl>
                                              <p:pRg st="0" end="0"/>
                                            </p:txEl>
                                          </p:spTgt>
                                        </p:tgtEl>
                                        <p:attrNameLst>
                                          <p:attrName>ppt_y</p:attrName>
                                        </p:attrNameLst>
                                      </p:cBhvr>
                                      <p:tavLst>
                                        <p:tav tm="0">
                                          <p:val>
                                            <p:strVal val="1+#ppt_h/2"/>
                                          </p:val>
                                        </p:tav>
                                        <p:tav tm="100000">
                                          <p:val>
                                            <p:strVal val="#ppt_y"/>
                                          </p:val>
                                        </p:tav>
                                      </p:tavLst>
                                    </p:anim>
                                  </p:childTnLst>
                                </p:cTn>
                              </p:par>
                            </p:childTnLst>
                          </p:cTn>
                        </p:par>
                        <p:par>
                          <p:cTn id="64" fill="hold">
                            <p:stCondLst>
                              <p:cond delay="6000"/>
                            </p:stCondLst>
                            <p:childTnLst>
                              <p:par>
                                <p:cTn id="65" presetID="53" presetClass="entr" presetSubtype="0" fill="hold" grpId="0" nodeType="afterEffect">
                                  <p:stCondLst>
                                    <p:cond delay="0"/>
                                  </p:stCondLst>
                                  <p:childTnLst>
                                    <p:set>
                                      <p:cBhvr>
                                        <p:cTn id="66" dur="1" fill="hold">
                                          <p:stCondLst>
                                            <p:cond delay="0"/>
                                          </p:stCondLst>
                                        </p:cTn>
                                        <p:tgtEl>
                                          <p:spTgt spid="38"/>
                                        </p:tgtEl>
                                        <p:attrNameLst>
                                          <p:attrName>style.visibility</p:attrName>
                                        </p:attrNameLst>
                                      </p:cBhvr>
                                      <p:to>
                                        <p:strVal val="visible"/>
                                      </p:to>
                                    </p:set>
                                    <p:anim calcmode="lin" valueType="num">
                                      <p:cBhvr>
                                        <p:cTn id="67" dur="500" fill="hold"/>
                                        <p:tgtEl>
                                          <p:spTgt spid="38"/>
                                        </p:tgtEl>
                                        <p:attrNameLst>
                                          <p:attrName>ppt_w</p:attrName>
                                        </p:attrNameLst>
                                      </p:cBhvr>
                                      <p:tavLst>
                                        <p:tav tm="0">
                                          <p:val>
                                            <p:fltVal val="0"/>
                                          </p:val>
                                        </p:tav>
                                        <p:tav tm="100000">
                                          <p:val>
                                            <p:strVal val="#ppt_w"/>
                                          </p:val>
                                        </p:tav>
                                      </p:tavLst>
                                    </p:anim>
                                    <p:anim calcmode="lin" valueType="num">
                                      <p:cBhvr>
                                        <p:cTn id="68" dur="500" fill="hold"/>
                                        <p:tgtEl>
                                          <p:spTgt spid="38"/>
                                        </p:tgtEl>
                                        <p:attrNameLst>
                                          <p:attrName>ppt_h</p:attrName>
                                        </p:attrNameLst>
                                      </p:cBhvr>
                                      <p:tavLst>
                                        <p:tav tm="0">
                                          <p:val>
                                            <p:fltVal val="0"/>
                                          </p:val>
                                        </p:tav>
                                        <p:tav tm="100000">
                                          <p:val>
                                            <p:strVal val="#ppt_h"/>
                                          </p:val>
                                        </p:tav>
                                      </p:tavLst>
                                    </p:anim>
                                    <p:animEffect transition="in" filter="fade">
                                      <p:cBhvr>
                                        <p:cTn id="69" dur="500"/>
                                        <p:tgtEl>
                                          <p:spTgt spid="38"/>
                                        </p:tgtEl>
                                      </p:cBhvr>
                                    </p:animEffect>
                                  </p:childTnLst>
                                </p:cTn>
                              </p:par>
                            </p:childTnLst>
                          </p:cTn>
                        </p:par>
                        <p:par>
                          <p:cTn id="70" fill="hold">
                            <p:stCondLst>
                              <p:cond delay="6500"/>
                            </p:stCondLst>
                            <p:childTnLst>
                              <p:par>
                                <p:cTn id="71" presetID="22" presetClass="entr" presetSubtype="4" fill="hold" grpId="0" nodeType="afterEffect" nodePh="1">
                                  <p:stCondLst>
                                    <p:cond delay="0"/>
                                  </p:stCondLst>
                                  <p:endCondLst>
                                    <p:cond evt="begin" delay="0">
                                      <p:tn val="71"/>
                                    </p:cond>
                                  </p:endCondLst>
                                  <p:childTnLst>
                                    <p:set>
                                      <p:cBhvr>
                                        <p:cTn id="72" dur="1" fill="hold">
                                          <p:stCondLst>
                                            <p:cond delay="0"/>
                                          </p:stCondLst>
                                        </p:cTn>
                                        <p:tgtEl>
                                          <p:spTgt spid="44">
                                            <p:txEl>
                                              <p:pRg st="0" end="0"/>
                                            </p:txEl>
                                          </p:spTgt>
                                        </p:tgtEl>
                                        <p:attrNameLst>
                                          <p:attrName>style.visibility</p:attrName>
                                        </p:attrNameLst>
                                      </p:cBhvr>
                                      <p:to>
                                        <p:strVal val="visible"/>
                                      </p:to>
                                    </p:set>
                                    <p:animEffect transition="in" filter="wipe(down)">
                                      <p:cBhvr>
                                        <p:cTn id="73" dur="500"/>
                                        <p:tgtEl>
                                          <p:spTgt spid="44">
                                            <p:txEl>
                                              <p:pRg st="0" end="0"/>
                                            </p:txEl>
                                          </p:spTgt>
                                        </p:tgtEl>
                                      </p:cBhvr>
                                    </p:animEffect>
                                  </p:childTnLst>
                                </p:cTn>
                              </p:par>
                            </p:childTnLst>
                          </p:cTn>
                        </p:par>
                        <p:par>
                          <p:cTn id="74" fill="hold">
                            <p:stCondLst>
                              <p:cond delay="7000"/>
                            </p:stCondLst>
                            <p:childTnLst>
                              <p:par>
                                <p:cTn id="75" presetID="2" presetClass="entr" presetSubtype="4" accel="50000" decel="50000" fill="hold" grpId="0" nodeType="afterEffect" nodePh="1">
                                  <p:stCondLst>
                                    <p:cond delay="0"/>
                                  </p:stCondLst>
                                  <p:endCondLst>
                                    <p:cond evt="begin" delay="0">
                                      <p:tn val="75"/>
                                    </p:cond>
                                  </p:endCondLst>
                                  <p:childTnLst>
                                    <p:set>
                                      <p:cBhvr>
                                        <p:cTn id="76" dur="1" fill="hold">
                                          <p:stCondLst>
                                            <p:cond delay="0"/>
                                          </p:stCondLst>
                                        </p:cTn>
                                        <p:tgtEl>
                                          <p:spTgt spid="39">
                                            <p:txEl>
                                              <p:pRg st="0" end="0"/>
                                            </p:txEl>
                                          </p:spTgt>
                                        </p:tgtEl>
                                        <p:attrNameLst>
                                          <p:attrName>style.visibility</p:attrName>
                                        </p:attrNameLst>
                                      </p:cBhvr>
                                      <p:to>
                                        <p:strVal val="visible"/>
                                      </p:to>
                                    </p:set>
                                    <p:anim calcmode="lin" valueType="num">
                                      <p:cBhvr additive="base">
                                        <p:cTn id="77" dur="500" fill="hold"/>
                                        <p:tgtEl>
                                          <p:spTgt spid="39">
                                            <p:txEl>
                                              <p:pRg st="0" end="0"/>
                                            </p:txEl>
                                          </p:spTgt>
                                        </p:tgtEl>
                                        <p:attrNameLst>
                                          <p:attrName>ppt_x</p:attrName>
                                        </p:attrNameLst>
                                      </p:cBhvr>
                                      <p:tavLst>
                                        <p:tav tm="0">
                                          <p:val>
                                            <p:strVal val="#ppt_x"/>
                                          </p:val>
                                        </p:tav>
                                        <p:tav tm="100000">
                                          <p:val>
                                            <p:strVal val="#ppt_x"/>
                                          </p:val>
                                        </p:tav>
                                      </p:tavLst>
                                    </p:anim>
                                    <p:anim calcmode="lin" valueType="num">
                                      <p:cBhvr additive="base">
                                        <p:cTn id="78" dur="500" fill="hold"/>
                                        <p:tgtEl>
                                          <p:spTgt spid="39">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14"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14"/>
                        </p:tgtEl>
                        <p:attrNameLst>
                          <p:attrName>style.visibility</p:attrName>
                        </p:attrNameLst>
                      </p:cBhvr>
                      <p:to>
                        <p:strVal val="visible"/>
                      </p:to>
                    </p:set>
                    <p:anim calcmode="lin" valueType="num">
                      <p:cBhvr additive="base">
                        <p:cTn dur="500" fill="hold"/>
                        <p:tgtEl>
                          <p:spTgt spid="14"/>
                        </p:tgtEl>
                        <p:attrNameLst>
                          <p:attrName>ppt_x</p:attrName>
                        </p:attrNameLst>
                      </p:cBhvr>
                      <p:tavLst>
                        <p:tav tm="0">
                          <p:val>
                            <p:strVal val="#ppt_x"/>
                          </p:val>
                        </p:tav>
                        <p:tav tm="100000">
                          <p:val>
                            <p:strVal val="#ppt_x"/>
                          </p:val>
                        </p:tav>
                      </p:tavLst>
                    </p:anim>
                    <p:anim calcmode="lin" valueType="num">
                      <p:cBhvr additive="base">
                        <p:cTn dur="500" fill="hold"/>
                        <p:tgtEl>
                          <p:spTgt spid="14"/>
                        </p:tgtEl>
                        <p:attrNameLst>
                          <p:attrName>ppt_y</p:attrName>
                        </p:attrNameLst>
                      </p:cBhvr>
                      <p:tavLst>
                        <p:tav tm="0">
                          <p:val>
                            <p:strVal val="1+#ppt_h/2"/>
                          </p:val>
                        </p:tav>
                        <p:tav tm="100000">
                          <p:val>
                            <p:strVal val="#ppt_y"/>
                          </p:val>
                        </p:tav>
                      </p:tavLst>
                    </p:anim>
                  </p:childTnLst>
                </p:cTn>
              </p:par>
            </p:tnLst>
          </p:tmpl>
        </p:tmplLst>
      </p:bldP>
      <p:bldP spid="23" grpId="0" animBg="1"/>
      <p:bldP spid="24"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24"/>
                        </p:tgtEl>
                        <p:attrNameLst>
                          <p:attrName>style.visibility</p:attrName>
                        </p:attrNameLst>
                      </p:cBhvr>
                      <p:to>
                        <p:strVal val="visible"/>
                      </p:to>
                    </p:set>
                    <p:anim calcmode="lin" valueType="num">
                      <p:cBhvr additive="base">
                        <p:cTn dur="500" fill="hold"/>
                        <p:tgtEl>
                          <p:spTgt spid="24"/>
                        </p:tgtEl>
                        <p:attrNameLst>
                          <p:attrName>ppt_x</p:attrName>
                        </p:attrNameLst>
                      </p:cBhvr>
                      <p:tavLst>
                        <p:tav tm="0">
                          <p:val>
                            <p:strVal val="#ppt_x"/>
                          </p:val>
                        </p:tav>
                        <p:tav tm="100000">
                          <p:val>
                            <p:strVal val="#ppt_x"/>
                          </p:val>
                        </p:tav>
                      </p:tavLst>
                    </p:anim>
                    <p:anim calcmode="lin" valueType="num">
                      <p:cBhvr additive="base">
                        <p:cTn dur="500" fill="hold"/>
                        <p:tgtEl>
                          <p:spTgt spid="24"/>
                        </p:tgtEl>
                        <p:attrNameLst>
                          <p:attrName>ppt_y</p:attrName>
                        </p:attrNameLst>
                      </p:cBhvr>
                      <p:tavLst>
                        <p:tav tm="0">
                          <p:val>
                            <p:strVal val="1+#ppt_h/2"/>
                          </p:val>
                        </p:tav>
                        <p:tav tm="100000">
                          <p:val>
                            <p:strVal val="#ppt_y"/>
                          </p:val>
                        </p:tav>
                      </p:tavLst>
                    </p:anim>
                  </p:childTnLst>
                </p:cTn>
              </p:par>
            </p:tnLst>
          </p:tmpl>
        </p:tmplLst>
      </p:bldP>
      <p:bldP spid="27" grpId="0" animBg="1"/>
      <p:bldP spid="28"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28"/>
                        </p:tgtEl>
                        <p:attrNameLst>
                          <p:attrName>style.visibility</p:attrName>
                        </p:attrNameLst>
                      </p:cBhvr>
                      <p:to>
                        <p:strVal val="visible"/>
                      </p:to>
                    </p:set>
                    <p:anim calcmode="lin" valueType="num">
                      <p:cBhvr additive="base">
                        <p:cTn dur="500" fill="hold"/>
                        <p:tgtEl>
                          <p:spTgt spid="28"/>
                        </p:tgtEl>
                        <p:attrNameLst>
                          <p:attrName>ppt_x</p:attrName>
                        </p:attrNameLst>
                      </p:cBhvr>
                      <p:tavLst>
                        <p:tav tm="0">
                          <p:val>
                            <p:strVal val="#ppt_x"/>
                          </p:val>
                        </p:tav>
                        <p:tav tm="100000">
                          <p:val>
                            <p:strVal val="#ppt_x"/>
                          </p:val>
                        </p:tav>
                      </p:tavLst>
                    </p:anim>
                    <p:anim calcmode="lin" valueType="num">
                      <p:cBhvr additive="base">
                        <p:cTn dur="500" fill="hold"/>
                        <p:tgtEl>
                          <p:spTgt spid="28"/>
                        </p:tgtEl>
                        <p:attrNameLst>
                          <p:attrName>ppt_y</p:attrName>
                        </p:attrNameLst>
                      </p:cBhvr>
                      <p:tavLst>
                        <p:tav tm="0">
                          <p:val>
                            <p:strVal val="1+#ppt_h/2"/>
                          </p:val>
                        </p:tav>
                        <p:tav tm="100000">
                          <p:val>
                            <p:strVal val="#ppt_y"/>
                          </p:val>
                        </p:tav>
                      </p:tavLst>
                    </p:anim>
                  </p:childTnLst>
                </p:cTn>
              </p:par>
            </p:tnLst>
          </p:tmpl>
        </p:tmplLst>
      </p:bldP>
      <p:bldP spid="32" grpId="0" animBg="1"/>
      <p:bldP spid="33"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33"/>
                        </p:tgtEl>
                        <p:attrNameLst>
                          <p:attrName>style.visibility</p:attrName>
                        </p:attrNameLst>
                      </p:cBhvr>
                      <p:to>
                        <p:strVal val="visible"/>
                      </p:to>
                    </p:set>
                    <p:anim calcmode="lin" valueType="num">
                      <p:cBhvr additive="base">
                        <p:cTn dur="500" fill="hold"/>
                        <p:tgtEl>
                          <p:spTgt spid="33"/>
                        </p:tgtEl>
                        <p:attrNameLst>
                          <p:attrName>ppt_x</p:attrName>
                        </p:attrNameLst>
                      </p:cBhvr>
                      <p:tavLst>
                        <p:tav tm="0">
                          <p:val>
                            <p:strVal val="#ppt_x"/>
                          </p:val>
                        </p:tav>
                        <p:tav tm="100000">
                          <p:val>
                            <p:strVal val="#ppt_x"/>
                          </p:val>
                        </p:tav>
                      </p:tavLst>
                    </p:anim>
                    <p:anim calcmode="lin" valueType="num">
                      <p:cBhvr additive="base">
                        <p:cTn dur="500" fill="hold"/>
                        <p:tgtEl>
                          <p:spTgt spid="33"/>
                        </p:tgtEl>
                        <p:attrNameLst>
                          <p:attrName>ppt_y</p:attrName>
                        </p:attrNameLst>
                      </p:cBhvr>
                      <p:tavLst>
                        <p:tav tm="0">
                          <p:val>
                            <p:strVal val="1+#ppt_h/2"/>
                          </p:val>
                        </p:tav>
                        <p:tav tm="100000">
                          <p:val>
                            <p:strVal val="#ppt_y"/>
                          </p:val>
                        </p:tav>
                      </p:tavLst>
                    </p:anim>
                  </p:childTnLst>
                </p:cTn>
              </p:par>
            </p:tnLst>
          </p:tmpl>
        </p:tmplLst>
      </p:bldP>
      <p:bldP spid="38" grpId="0" animBg="1"/>
      <p:bldP spid="39"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39"/>
                        </p:tgtEl>
                        <p:attrNameLst>
                          <p:attrName>style.visibility</p:attrName>
                        </p:attrNameLst>
                      </p:cBhvr>
                      <p:to>
                        <p:strVal val="visible"/>
                      </p:to>
                    </p:set>
                    <p:anim calcmode="lin" valueType="num">
                      <p:cBhvr additive="base">
                        <p:cTn dur="500" fill="hold"/>
                        <p:tgtEl>
                          <p:spTgt spid="39"/>
                        </p:tgtEl>
                        <p:attrNameLst>
                          <p:attrName>ppt_x</p:attrName>
                        </p:attrNameLst>
                      </p:cBhvr>
                      <p:tavLst>
                        <p:tav tm="0">
                          <p:val>
                            <p:strVal val="#ppt_x"/>
                          </p:val>
                        </p:tav>
                        <p:tav tm="100000">
                          <p:val>
                            <p:strVal val="#ppt_x"/>
                          </p:val>
                        </p:tav>
                      </p:tavLst>
                    </p:anim>
                    <p:anim calcmode="lin" valueType="num">
                      <p:cBhvr additive="base">
                        <p:cTn dur="500" fill="hold"/>
                        <p:tgtEl>
                          <p:spTgt spid="39"/>
                        </p:tgtEl>
                        <p:attrNameLst>
                          <p:attrName>ppt_y</p:attrName>
                        </p:attrNameLst>
                      </p:cBhvr>
                      <p:tavLst>
                        <p:tav tm="0">
                          <p:val>
                            <p:strVal val="1+#ppt_h/2"/>
                          </p:val>
                        </p:tav>
                        <p:tav tm="100000">
                          <p:val>
                            <p:strVal val="#ppt_y"/>
                          </p:val>
                        </p:tav>
                      </p:tavLst>
                    </p:anim>
                  </p:childTnLst>
                </p:cTn>
              </p:par>
            </p:tnLst>
          </p:tmpl>
        </p:tmplLst>
      </p:bldP>
      <p:bldP spid="22"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2"/>
                        </p:tgtEl>
                        <p:attrNameLst>
                          <p:attrName>style.visibility</p:attrName>
                        </p:attrNameLst>
                      </p:cBhvr>
                      <p:to>
                        <p:strVal val="visible"/>
                      </p:to>
                    </p:set>
                    <p:animEffect transition="in" filter="wipe(down)">
                      <p:cBhvr>
                        <p:cTn dur="500"/>
                        <p:tgtEl>
                          <p:spTgt spid="22"/>
                        </p:tgtEl>
                      </p:cBhvr>
                    </p:animEffect>
                  </p:childTnLst>
                </p:cTn>
              </p:par>
            </p:tnLst>
          </p:tmpl>
        </p:tmplLst>
      </p:bldP>
      <p:bldP spid="26"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6"/>
                        </p:tgtEl>
                        <p:attrNameLst>
                          <p:attrName>style.visibility</p:attrName>
                        </p:attrNameLst>
                      </p:cBhvr>
                      <p:to>
                        <p:strVal val="visible"/>
                      </p:to>
                    </p:set>
                    <p:animEffect transition="in" filter="wipe(down)">
                      <p:cBhvr>
                        <p:cTn dur="500"/>
                        <p:tgtEl>
                          <p:spTgt spid="26"/>
                        </p:tgtEl>
                      </p:cBhvr>
                    </p:animEffect>
                  </p:childTnLst>
                </p:cTn>
              </p:par>
            </p:tnLst>
          </p:tmpl>
        </p:tmplLst>
      </p:bldP>
      <p:bldP spid="30"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30"/>
                        </p:tgtEl>
                        <p:attrNameLst>
                          <p:attrName>style.visibility</p:attrName>
                        </p:attrNameLst>
                      </p:cBhvr>
                      <p:to>
                        <p:strVal val="visible"/>
                      </p:to>
                    </p:set>
                    <p:animEffect transition="in" filter="wipe(down)">
                      <p:cBhvr>
                        <p:cTn dur="500"/>
                        <p:tgtEl>
                          <p:spTgt spid="30"/>
                        </p:tgtEl>
                      </p:cBhvr>
                    </p:animEffect>
                  </p:childTnLst>
                </p:cTn>
              </p:par>
            </p:tnLst>
          </p:tmpl>
        </p:tmplLst>
      </p:bldP>
      <p:bldP spid="36"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36"/>
                        </p:tgtEl>
                        <p:attrNameLst>
                          <p:attrName>style.visibility</p:attrName>
                        </p:attrNameLst>
                      </p:cBhvr>
                      <p:to>
                        <p:strVal val="visible"/>
                      </p:to>
                    </p:set>
                    <p:animEffect transition="in" filter="wipe(down)">
                      <p:cBhvr>
                        <p:cTn dur="500"/>
                        <p:tgtEl>
                          <p:spTgt spid="36"/>
                        </p:tgtEl>
                      </p:cBhvr>
                    </p:animEffect>
                  </p:childTnLst>
                </p:cTn>
              </p:par>
            </p:tnLst>
          </p:tmpl>
        </p:tmplLst>
      </p:bldP>
      <p:bldP spid="44"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44"/>
                        </p:tgtEl>
                        <p:attrNameLst>
                          <p:attrName>style.visibility</p:attrName>
                        </p:attrNameLst>
                      </p:cBhvr>
                      <p:to>
                        <p:strVal val="visible"/>
                      </p:to>
                    </p:set>
                    <p:animEffect transition="in" filter="wipe(down)">
                      <p:cBhvr>
                        <p:cTn dur="500"/>
                        <p:tgtEl>
                          <p:spTgt spid="44"/>
                        </p:tgtEl>
                      </p:cBhvr>
                    </p:animEffect>
                  </p:childTnLst>
                </p:cTn>
              </p:par>
            </p:tnLst>
          </p:tmpl>
        </p:tmplLst>
      </p:bldP>
    </p:bldLst>
  </p:timing>
</p:sldLayout>
</file>

<file path=ppt/slideLayouts/slideLayout300.xml><?xml version="1.0" encoding="utf-8"?>
<p:sldLayout xmlns:a="http://schemas.openxmlformats.org/drawingml/2006/main" xmlns:r="http://schemas.openxmlformats.org/officeDocument/2006/relationships" xmlns:p="http://schemas.openxmlformats.org/presentationml/2006/main" userDrawn="1">
  <p:cSld name="Team04">
    <p:spTree>
      <p:nvGrpSpPr>
        <p:cNvPr id="1" name=""/>
        <p:cNvGrpSpPr/>
        <p:nvPr/>
      </p:nvGrpSpPr>
      <p:grpSpPr>
        <a:xfrm>
          <a:off x="0" y="0"/>
          <a:ext cx="0" cy="0"/>
          <a:chOff x="0" y="0"/>
          <a:chExt cx="0" cy="0"/>
        </a:xfrm>
      </p:grpSpPr>
      <p:sp>
        <p:nvSpPr>
          <p:cNvPr id="16" name="Picture Placeholder 7"/>
          <p:cNvSpPr>
            <a:spLocks noGrp="1"/>
          </p:cNvSpPr>
          <p:nvPr>
            <p:ph type="pic" sz="quarter" idx="15" hasCustomPrompt="1"/>
          </p:nvPr>
        </p:nvSpPr>
        <p:spPr>
          <a:xfrm>
            <a:off x="736664" y="1583268"/>
            <a:ext cx="248160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17" name="Rectangle 16"/>
          <p:cNvSpPr/>
          <p:nvPr userDrawn="1"/>
        </p:nvSpPr>
        <p:spPr>
          <a:xfrm>
            <a:off x="736665" y="3401374"/>
            <a:ext cx="2481605" cy="56122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48" name="Text Placeholder 3"/>
          <p:cNvSpPr>
            <a:spLocks noGrp="1"/>
          </p:cNvSpPr>
          <p:nvPr>
            <p:ph type="body" sz="half" idx="16"/>
          </p:nvPr>
        </p:nvSpPr>
        <p:spPr>
          <a:xfrm>
            <a:off x="736665" y="3414798"/>
            <a:ext cx="2481605" cy="508973"/>
          </a:xfrm>
          <a:prstGeom prst="rect">
            <a:avLst/>
          </a:prstGeom>
        </p:spPr>
        <p:txBody>
          <a:bodyPr wrap="square" lIns="0" tIns="0" rIns="0" bIns="0" anchor="t">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a:p>
            <a:pPr lvl="0"/>
            <a:endParaRPr lang="en-US" dirty="0" smtClean="0"/>
          </a:p>
        </p:txBody>
      </p:sp>
      <p:sp>
        <p:nvSpPr>
          <p:cNvPr id="49" name="Picture Placeholder 7"/>
          <p:cNvSpPr>
            <a:spLocks noGrp="1"/>
          </p:cNvSpPr>
          <p:nvPr>
            <p:ph type="pic" sz="quarter" idx="17" hasCustomPrompt="1"/>
          </p:nvPr>
        </p:nvSpPr>
        <p:spPr>
          <a:xfrm>
            <a:off x="3501466" y="1583268"/>
            <a:ext cx="248160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0" name="Rectangle 49"/>
          <p:cNvSpPr/>
          <p:nvPr userDrawn="1"/>
        </p:nvSpPr>
        <p:spPr>
          <a:xfrm>
            <a:off x="3501468" y="3401374"/>
            <a:ext cx="2481605" cy="56122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51" name="Text Placeholder 3"/>
          <p:cNvSpPr>
            <a:spLocks noGrp="1"/>
          </p:cNvSpPr>
          <p:nvPr>
            <p:ph type="body" sz="half" idx="18"/>
          </p:nvPr>
        </p:nvSpPr>
        <p:spPr>
          <a:xfrm>
            <a:off x="3501468" y="3414798"/>
            <a:ext cx="2481605" cy="508973"/>
          </a:xfrm>
          <a:prstGeom prst="rect">
            <a:avLst/>
          </a:prstGeom>
        </p:spPr>
        <p:txBody>
          <a:bodyPr wrap="square" lIns="0" tIns="0" rIns="0" bIns="0" anchor="t">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a:p>
            <a:pPr lvl="0"/>
            <a:endParaRPr lang="en-US" dirty="0" smtClean="0"/>
          </a:p>
        </p:txBody>
      </p:sp>
      <p:sp>
        <p:nvSpPr>
          <p:cNvPr id="52" name="Picture Placeholder 7"/>
          <p:cNvSpPr>
            <a:spLocks noGrp="1"/>
          </p:cNvSpPr>
          <p:nvPr>
            <p:ph type="pic" sz="quarter" idx="19" hasCustomPrompt="1"/>
          </p:nvPr>
        </p:nvSpPr>
        <p:spPr>
          <a:xfrm>
            <a:off x="6244666" y="1583268"/>
            <a:ext cx="248160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3" name="Rectangle 52"/>
          <p:cNvSpPr/>
          <p:nvPr userDrawn="1"/>
        </p:nvSpPr>
        <p:spPr>
          <a:xfrm>
            <a:off x="6244668" y="3401374"/>
            <a:ext cx="2481605" cy="56122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54" name="Text Placeholder 3"/>
          <p:cNvSpPr>
            <a:spLocks noGrp="1"/>
          </p:cNvSpPr>
          <p:nvPr>
            <p:ph type="body" sz="half" idx="20"/>
          </p:nvPr>
        </p:nvSpPr>
        <p:spPr>
          <a:xfrm>
            <a:off x="6244668" y="3414798"/>
            <a:ext cx="2481605" cy="508973"/>
          </a:xfrm>
          <a:prstGeom prst="rect">
            <a:avLst/>
          </a:prstGeom>
        </p:spPr>
        <p:txBody>
          <a:bodyPr wrap="square" lIns="0" tIns="0" rIns="0" bIns="0" anchor="t">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a:p>
            <a:pPr lvl="0"/>
            <a:endParaRPr lang="en-US" dirty="0" smtClean="0"/>
          </a:p>
        </p:txBody>
      </p:sp>
      <p:sp>
        <p:nvSpPr>
          <p:cNvPr id="55" name="Picture Placeholder 7"/>
          <p:cNvSpPr>
            <a:spLocks noGrp="1"/>
          </p:cNvSpPr>
          <p:nvPr>
            <p:ph type="pic" sz="quarter" idx="21" hasCustomPrompt="1"/>
          </p:nvPr>
        </p:nvSpPr>
        <p:spPr>
          <a:xfrm>
            <a:off x="8987866" y="1583268"/>
            <a:ext cx="248160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6" name="Rectangle 55"/>
          <p:cNvSpPr/>
          <p:nvPr userDrawn="1"/>
        </p:nvSpPr>
        <p:spPr>
          <a:xfrm>
            <a:off x="8987868" y="3401374"/>
            <a:ext cx="2481605" cy="561221"/>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57" name="Text Placeholder 3"/>
          <p:cNvSpPr>
            <a:spLocks noGrp="1"/>
          </p:cNvSpPr>
          <p:nvPr>
            <p:ph type="body" sz="half" idx="22"/>
          </p:nvPr>
        </p:nvSpPr>
        <p:spPr>
          <a:xfrm>
            <a:off x="8987868" y="3414798"/>
            <a:ext cx="2481605" cy="508973"/>
          </a:xfrm>
          <a:prstGeom prst="rect">
            <a:avLst/>
          </a:prstGeom>
        </p:spPr>
        <p:txBody>
          <a:bodyPr wrap="square" lIns="0" tIns="0" rIns="0" bIns="0" anchor="t">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a:p>
            <a:pPr lvl="0"/>
            <a:endParaRPr lang="en-US" dirty="0" smtClean="0"/>
          </a:p>
        </p:txBody>
      </p:sp>
      <p:sp>
        <p:nvSpPr>
          <p:cNvPr id="58" name="Picture Placeholder 7"/>
          <p:cNvSpPr>
            <a:spLocks noGrp="1"/>
          </p:cNvSpPr>
          <p:nvPr>
            <p:ph type="pic" sz="quarter" idx="23" hasCustomPrompt="1"/>
          </p:nvPr>
        </p:nvSpPr>
        <p:spPr>
          <a:xfrm>
            <a:off x="736664" y="4022110"/>
            <a:ext cx="248160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9" name="Rectangle 58"/>
          <p:cNvSpPr/>
          <p:nvPr userDrawn="1"/>
        </p:nvSpPr>
        <p:spPr>
          <a:xfrm>
            <a:off x="736665" y="5840216"/>
            <a:ext cx="2481605" cy="561221"/>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60" name="Text Placeholder 3"/>
          <p:cNvSpPr>
            <a:spLocks noGrp="1"/>
          </p:cNvSpPr>
          <p:nvPr>
            <p:ph type="body" sz="half" idx="24"/>
          </p:nvPr>
        </p:nvSpPr>
        <p:spPr>
          <a:xfrm>
            <a:off x="736665" y="5853640"/>
            <a:ext cx="2481605" cy="508973"/>
          </a:xfrm>
          <a:prstGeom prst="rect">
            <a:avLst/>
          </a:prstGeom>
        </p:spPr>
        <p:txBody>
          <a:bodyPr wrap="square" lIns="0" tIns="0" rIns="0" bIns="0" anchor="t">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a:p>
            <a:pPr lvl="0"/>
            <a:endParaRPr lang="en-US" dirty="0" smtClean="0"/>
          </a:p>
        </p:txBody>
      </p:sp>
      <p:sp>
        <p:nvSpPr>
          <p:cNvPr id="61" name="Picture Placeholder 7"/>
          <p:cNvSpPr>
            <a:spLocks noGrp="1"/>
          </p:cNvSpPr>
          <p:nvPr>
            <p:ph type="pic" sz="quarter" idx="25" hasCustomPrompt="1"/>
          </p:nvPr>
        </p:nvSpPr>
        <p:spPr>
          <a:xfrm>
            <a:off x="3501466" y="4022110"/>
            <a:ext cx="248160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62" name="Rectangle 61"/>
          <p:cNvSpPr/>
          <p:nvPr userDrawn="1"/>
        </p:nvSpPr>
        <p:spPr>
          <a:xfrm>
            <a:off x="3501468" y="5840216"/>
            <a:ext cx="2481605" cy="561221"/>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63" name="Text Placeholder 3"/>
          <p:cNvSpPr>
            <a:spLocks noGrp="1"/>
          </p:cNvSpPr>
          <p:nvPr>
            <p:ph type="body" sz="half" idx="26"/>
          </p:nvPr>
        </p:nvSpPr>
        <p:spPr>
          <a:xfrm>
            <a:off x="3501468" y="5853640"/>
            <a:ext cx="2481605" cy="508973"/>
          </a:xfrm>
          <a:prstGeom prst="rect">
            <a:avLst/>
          </a:prstGeom>
        </p:spPr>
        <p:txBody>
          <a:bodyPr wrap="square" lIns="0" tIns="0" rIns="0" bIns="0" anchor="t">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a:p>
            <a:pPr lvl="0"/>
            <a:endParaRPr lang="en-US" dirty="0" smtClean="0"/>
          </a:p>
        </p:txBody>
      </p:sp>
      <p:sp>
        <p:nvSpPr>
          <p:cNvPr id="64" name="Picture Placeholder 7"/>
          <p:cNvSpPr>
            <a:spLocks noGrp="1"/>
          </p:cNvSpPr>
          <p:nvPr>
            <p:ph type="pic" sz="quarter" idx="27" hasCustomPrompt="1"/>
          </p:nvPr>
        </p:nvSpPr>
        <p:spPr>
          <a:xfrm>
            <a:off x="6244666" y="4022110"/>
            <a:ext cx="248160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65" name="Rectangle 64"/>
          <p:cNvSpPr/>
          <p:nvPr userDrawn="1"/>
        </p:nvSpPr>
        <p:spPr>
          <a:xfrm>
            <a:off x="6244668" y="5840216"/>
            <a:ext cx="2481605" cy="56122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66" name="Text Placeholder 3"/>
          <p:cNvSpPr>
            <a:spLocks noGrp="1"/>
          </p:cNvSpPr>
          <p:nvPr>
            <p:ph type="body" sz="half" idx="28"/>
          </p:nvPr>
        </p:nvSpPr>
        <p:spPr>
          <a:xfrm>
            <a:off x="6244668" y="5853640"/>
            <a:ext cx="2481605" cy="508973"/>
          </a:xfrm>
          <a:prstGeom prst="rect">
            <a:avLst/>
          </a:prstGeom>
        </p:spPr>
        <p:txBody>
          <a:bodyPr wrap="square" lIns="0" tIns="0" rIns="0" bIns="0" anchor="t">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a:p>
            <a:pPr lvl="0"/>
            <a:endParaRPr lang="en-US" dirty="0" smtClean="0"/>
          </a:p>
        </p:txBody>
      </p:sp>
      <p:sp>
        <p:nvSpPr>
          <p:cNvPr id="67" name="Picture Placeholder 7"/>
          <p:cNvSpPr>
            <a:spLocks noGrp="1"/>
          </p:cNvSpPr>
          <p:nvPr>
            <p:ph type="pic" sz="quarter" idx="29" hasCustomPrompt="1"/>
          </p:nvPr>
        </p:nvSpPr>
        <p:spPr>
          <a:xfrm>
            <a:off x="8987866" y="4022110"/>
            <a:ext cx="248160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68" name="Rectangle 67"/>
          <p:cNvSpPr/>
          <p:nvPr userDrawn="1"/>
        </p:nvSpPr>
        <p:spPr>
          <a:xfrm>
            <a:off x="8987868" y="5840216"/>
            <a:ext cx="2481605" cy="56122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69" name="Text Placeholder 3"/>
          <p:cNvSpPr>
            <a:spLocks noGrp="1"/>
          </p:cNvSpPr>
          <p:nvPr>
            <p:ph type="body" sz="half" idx="30"/>
          </p:nvPr>
        </p:nvSpPr>
        <p:spPr>
          <a:xfrm>
            <a:off x="8987868" y="5853640"/>
            <a:ext cx="2481605" cy="508973"/>
          </a:xfrm>
          <a:prstGeom prst="rect">
            <a:avLst/>
          </a:prstGeom>
        </p:spPr>
        <p:txBody>
          <a:bodyPr wrap="square" lIns="0" tIns="0" rIns="0" bIns="0" anchor="t">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a:p>
            <a:pPr lvl="0"/>
            <a:endParaRPr lang="en-US" dirty="0" smtClean="0"/>
          </a:p>
        </p:txBody>
      </p:sp>
      <p:sp>
        <p:nvSpPr>
          <p:cNvPr id="30"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31"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72475844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after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wipe(down)">
                                      <p:cBhvr>
                                        <p:cTn id="7" dur="500"/>
                                        <p:tgtEl>
                                          <p:spTgt spid="16"/>
                                        </p:tgtEl>
                                      </p:cBhvr>
                                    </p:animEffect>
                                  </p:childTnLst>
                                </p:cTn>
                              </p:par>
                            </p:childTnLst>
                          </p:cTn>
                        </p:par>
                        <p:par>
                          <p:cTn id="8" fill="hold">
                            <p:stCondLst>
                              <p:cond delay="500"/>
                            </p:stCondLst>
                            <p:childTnLst>
                              <p:par>
                                <p:cTn id="9" presetID="22" presetClass="entr" presetSubtype="4" fill="hold" grpId="0" nodeType="afterEffect">
                                  <p:stCondLst>
                                    <p:cond delay="0"/>
                                  </p:stCondLst>
                                  <p:childTnLst>
                                    <p:set>
                                      <p:cBhvr>
                                        <p:cTn id="10" dur="1" fill="hold">
                                          <p:stCondLst>
                                            <p:cond delay="0"/>
                                          </p:stCondLst>
                                        </p:cTn>
                                        <p:tgtEl>
                                          <p:spTgt spid="17"/>
                                        </p:tgtEl>
                                        <p:attrNameLst>
                                          <p:attrName>style.visibility</p:attrName>
                                        </p:attrNameLst>
                                      </p:cBhvr>
                                      <p:to>
                                        <p:strVal val="visible"/>
                                      </p:to>
                                    </p:set>
                                    <p:animEffect transition="in" filter="wipe(down)">
                                      <p:cBhvr>
                                        <p:cTn id="11" dur="500"/>
                                        <p:tgtEl>
                                          <p:spTgt spid="17"/>
                                        </p:tgtEl>
                                      </p:cBhvr>
                                    </p:animEffect>
                                  </p:childTnLst>
                                </p:cTn>
                              </p:par>
                            </p:childTnLst>
                          </p:cTn>
                        </p:par>
                        <p:par>
                          <p:cTn id="12" fill="hold">
                            <p:stCondLst>
                              <p:cond delay="1000"/>
                            </p:stCondLst>
                            <p:childTnLst>
                              <p:par>
                                <p:cTn id="13" presetID="22" presetClass="entr" presetSubtype="4" fill="hold" grpId="0" nodeType="afterEffect" nodePh="1">
                                  <p:stCondLst>
                                    <p:cond delay="0"/>
                                  </p:stCondLst>
                                  <p:endCondLst>
                                    <p:cond evt="begin" delay="0">
                                      <p:tn val="13"/>
                                    </p:cond>
                                  </p:endCondLst>
                                  <p:childTnLst>
                                    <p:set>
                                      <p:cBhvr>
                                        <p:cTn id="14" dur="1" fill="hold">
                                          <p:stCondLst>
                                            <p:cond delay="0"/>
                                          </p:stCondLst>
                                        </p:cTn>
                                        <p:tgtEl>
                                          <p:spTgt spid="48">
                                            <p:txEl>
                                              <p:pRg st="0" end="0"/>
                                            </p:txEl>
                                          </p:spTgt>
                                        </p:tgtEl>
                                        <p:attrNameLst>
                                          <p:attrName>style.visibility</p:attrName>
                                        </p:attrNameLst>
                                      </p:cBhvr>
                                      <p:to>
                                        <p:strVal val="visible"/>
                                      </p:to>
                                    </p:set>
                                    <p:animEffect transition="in" filter="wipe(down)">
                                      <p:cBhvr>
                                        <p:cTn id="15" dur="500"/>
                                        <p:tgtEl>
                                          <p:spTgt spid="48">
                                            <p:txEl>
                                              <p:pRg st="0" end="0"/>
                                            </p:txEl>
                                          </p:spTgt>
                                        </p:tgtEl>
                                      </p:cBhvr>
                                    </p:animEffect>
                                  </p:childTnLst>
                                </p:cTn>
                              </p:par>
                            </p:childTnLst>
                          </p:cTn>
                        </p:par>
                        <p:par>
                          <p:cTn id="16" fill="hold">
                            <p:stCondLst>
                              <p:cond delay="1500"/>
                            </p:stCondLst>
                            <p:childTnLst>
                              <p:par>
                                <p:cTn id="17" presetID="22" presetClass="entr" presetSubtype="4" fill="hold" grpId="0" nodeType="afterEffect">
                                  <p:stCondLst>
                                    <p:cond delay="0"/>
                                  </p:stCondLst>
                                  <p:childTnLst>
                                    <p:set>
                                      <p:cBhvr>
                                        <p:cTn id="18" dur="1" fill="hold">
                                          <p:stCondLst>
                                            <p:cond delay="0"/>
                                          </p:stCondLst>
                                        </p:cTn>
                                        <p:tgtEl>
                                          <p:spTgt spid="49"/>
                                        </p:tgtEl>
                                        <p:attrNameLst>
                                          <p:attrName>style.visibility</p:attrName>
                                        </p:attrNameLst>
                                      </p:cBhvr>
                                      <p:to>
                                        <p:strVal val="visible"/>
                                      </p:to>
                                    </p:set>
                                    <p:animEffect transition="in" filter="wipe(down)">
                                      <p:cBhvr>
                                        <p:cTn id="19" dur="500"/>
                                        <p:tgtEl>
                                          <p:spTgt spid="49"/>
                                        </p:tgtEl>
                                      </p:cBhvr>
                                    </p:animEffect>
                                  </p:childTnLst>
                                </p:cTn>
                              </p:par>
                            </p:childTnLst>
                          </p:cTn>
                        </p:par>
                        <p:par>
                          <p:cTn id="20" fill="hold">
                            <p:stCondLst>
                              <p:cond delay="2000"/>
                            </p:stCondLst>
                            <p:childTnLst>
                              <p:par>
                                <p:cTn id="21" presetID="22" presetClass="entr" presetSubtype="4" fill="hold" grpId="0" nodeType="afterEffect">
                                  <p:stCondLst>
                                    <p:cond delay="0"/>
                                  </p:stCondLst>
                                  <p:childTnLst>
                                    <p:set>
                                      <p:cBhvr>
                                        <p:cTn id="22" dur="1" fill="hold">
                                          <p:stCondLst>
                                            <p:cond delay="0"/>
                                          </p:stCondLst>
                                        </p:cTn>
                                        <p:tgtEl>
                                          <p:spTgt spid="50"/>
                                        </p:tgtEl>
                                        <p:attrNameLst>
                                          <p:attrName>style.visibility</p:attrName>
                                        </p:attrNameLst>
                                      </p:cBhvr>
                                      <p:to>
                                        <p:strVal val="visible"/>
                                      </p:to>
                                    </p:set>
                                    <p:animEffect transition="in" filter="wipe(down)">
                                      <p:cBhvr>
                                        <p:cTn id="23" dur="500"/>
                                        <p:tgtEl>
                                          <p:spTgt spid="50"/>
                                        </p:tgtEl>
                                      </p:cBhvr>
                                    </p:animEffect>
                                  </p:childTnLst>
                                </p:cTn>
                              </p:par>
                            </p:childTnLst>
                          </p:cTn>
                        </p:par>
                        <p:par>
                          <p:cTn id="24" fill="hold">
                            <p:stCondLst>
                              <p:cond delay="2500"/>
                            </p:stCondLst>
                            <p:childTnLst>
                              <p:par>
                                <p:cTn id="25" presetID="22" presetClass="entr" presetSubtype="4" fill="hold" grpId="0" nodeType="afterEffect" nodePh="1">
                                  <p:stCondLst>
                                    <p:cond delay="0"/>
                                  </p:stCondLst>
                                  <p:endCondLst>
                                    <p:cond evt="begin" delay="0">
                                      <p:tn val="25"/>
                                    </p:cond>
                                  </p:endCondLst>
                                  <p:childTnLst>
                                    <p:set>
                                      <p:cBhvr>
                                        <p:cTn id="26" dur="1" fill="hold">
                                          <p:stCondLst>
                                            <p:cond delay="0"/>
                                          </p:stCondLst>
                                        </p:cTn>
                                        <p:tgtEl>
                                          <p:spTgt spid="51">
                                            <p:txEl>
                                              <p:pRg st="0" end="0"/>
                                            </p:txEl>
                                          </p:spTgt>
                                        </p:tgtEl>
                                        <p:attrNameLst>
                                          <p:attrName>style.visibility</p:attrName>
                                        </p:attrNameLst>
                                      </p:cBhvr>
                                      <p:to>
                                        <p:strVal val="visible"/>
                                      </p:to>
                                    </p:set>
                                    <p:animEffect transition="in" filter="wipe(down)">
                                      <p:cBhvr>
                                        <p:cTn id="27" dur="500"/>
                                        <p:tgtEl>
                                          <p:spTgt spid="51">
                                            <p:txEl>
                                              <p:pRg st="0" end="0"/>
                                            </p:txEl>
                                          </p:spTgt>
                                        </p:tgtEl>
                                      </p:cBhvr>
                                    </p:animEffect>
                                  </p:childTnLst>
                                </p:cTn>
                              </p:par>
                            </p:childTnLst>
                          </p:cTn>
                        </p:par>
                        <p:par>
                          <p:cTn id="28" fill="hold">
                            <p:stCondLst>
                              <p:cond delay="3000"/>
                            </p:stCondLst>
                            <p:childTnLst>
                              <p:par>
                                <p:cTn id="29" presetID="22" presetClass="entr" presetSubtype="4" fill="hold" grpId="0" nodeType="afterEffect">
                                  <p:stCondLst>
                                    <p:cond delay="0"/>
                                  </p:stCondLst>
                                  <p:childTnLst>
                                    <p:set>
                                      <p:cBhvr>
                                        <p:cTn id="30" dur="1" fill="hold">
                                          <p:stCondLst>
                                            <p:cond delay="0"/>
                                          </p:stCondLst>
                                        </p:cTn>
                                        <p:tgtEl>
                                          <p:spTgt spid="52"/>
                                        </p:tgtEl>
                                        <p:attrNameLst>
                                          <p:attrName>style.visibility</p:attrName>
                                        </p:attrNameLst>
                                      </p:cBhvr>
                                      <p:to>
                                        <p:strVal val="visible"/>
                                      </p:to>
                                    </p:set>
                                    <p:animEffect transition="in" filter="wipe(down)">
                                      <p:cBhvr>
                                        <p:cTn id="31" dur="500"/>
                                        <p:tgtEl>
                                          <p:spTgt spid="52"/>
                                        </p:tgtEl>
                                      </p:cBhvr>
                                    </p:animEffect>
                                  </p:childTnLst>
                                </p:cTn>
                              </p:par>
                            </p:childTnLst>
                          </p:cTn>
                        </p:par>
                        <p:par>
                          <p:cTn id="32" fill="hold">
                            <p:stCondLst>
                              <p:cond delay="3500"/>
                            </p:stCondLst>
                            <p:childTnLst>
                              <p:par>
                                <p:cTn id="33" presetID="22" presetClass="entr" presetSubtype="4" fill="hold" grpId="0" nodeType="afterEffect">
                                  <p:stCondLst>
                                    <p:cond delay="0"/>
                                  </p:stCondLst>
                                  <p:childTnLst>
                                    <p:set>
                                      <p:cBhvr>
                                        <p:cTn id="34" dur="1" fill="hold">
                                          <p:stCondLst>
                                            <p:cond delay="0"/>
                                          </p:stCondLst>
                                        </p:cTn>
                                        <p:tgtEl>
                                          <p:spTgt spid="53"/>
                                        </p:tgtEl>
                                        <p:attrNameLst>
                                          <p:attrName>style.visibility</p:attrName>
                                        </p:attrNameLst>
                                      </p:cBhvr>
                                      <p:to>
                                        <p:strVal val="visible"/>
                                      </p:to>
                                    </p:set>
                                    <p:animEffect transition="in" filter="wipe(down)">
                                      <p:cBhvr>
                                        <p:cTn id="35" dur="500"/>
                                        <p:tgtEl>
                                          <p:spTgt spid="53"/>
                                        </p:tgtEl>
                                      </p:cBhvr>
                                    </p:animEffect>
                                  </p:childTnLst>
                                </p:cTn>
                              </p:par>
                            </p:childTnLst>
                          </p:cTn>
                        </p:par>
                        <p:par>
                          <p:cTn id="36" fill="hold">
                            <p:stCondLst>
                              <p:cond delay="4000"/>
                            </p:stCondLst>
                            <p:childTnLst>
                              <p:par>
                                <p:cTn id="37" presetID="22" presetClass="entr" presetSubtype="4" fill="hold" grpId="0" nodeType="afterEffect" nodePh="1">
                                  <p:stCondLst>
                                    <p:cond delay="0"/>
                                  </p:stCondLst>
                                  <p:endCondLst>
                                    <p:cond evt="begin" delay="0">
                                      <p:tn val="37"/>
                                    </p:cond>
                                  </p:endCondLst>
                                  <p:childTnLst>
                                    <p:set>
                                      <p:cBhvr>
                                        <p:cTn id="38" dur="1" fill="hold">
                                          <p:stCondLst>
                                            <p:cond delay="0"/>
                                          </p:stCondLst>
                                        </p:cTn>
                                        <p:tgtEl>
                                          <p:spTgt spid="54">
                                            <p:txEl>
                                              <p:pRg st="0" end="0"/>
                                            </p:txEl>
                                          </p:spTgt>
                                        </p:tgtEl>
                                        <p:attrNameLst>
                                          <p:attrName>style.visibility</p:attrName>
                                        </p:attrNameLst>
                                      </p:cBhvr>
                                      <p:to>
                                        <p:strVal val="visible"/>
                                      </p:to>
                                    </p:set>
                                    <p:animEffect transition="in" filter="wipe(down)">
                                      <p:cBhvr>
                                        <p:cTn id="39" dur="500"/>
                                        <p:tgtEl>
                                          <p:spTgt spid="54">
                                            <p:txEl>
                                              <p:pRg st="0" end="0"/>
                                            </p:txEl>
                                          </p:spTgt>
                                        </p:tgtEl>
                                      </p:cBhvr>
                                    </p:animEffect>
                                  </p:childTnLst>
                                </p:cTn>
                              </p:par>
                            </p:childTnLst>
                          </p:cTn>
                        </p:par>
                        <p:par>
                          <p:cTn id="40" fill="hold">
                            <p:stCondLst>
                              <p:cond delay="4500"/>
                            </p:stCondLst>
                            <p:childTnLst>
                              <p:par>
                                <p:cTn id="41" presetID="22" presetClass="entr" presetSubtype="4" fill="hold" grpId="0" nodeType="afterEffect">
                                  <p:stCondLst>
                                    <p:cond delay="0"/>
                                  </p:stCondLst>
                                  <p:childTnLst>
                                    <p:set>
                                      <p:cBhvr>
                                        <p:cTn id="42" dur="1" fill="hold">
                                          <p:stCondLst>
                                            <p:cond delay="0"/>
                                          </p:stCondLst>
                                        </p:cTn>
                                        <p:tgtEl>
                                          <p:spTgt spid="55"/>
                                        </p:tgtEl>
                                        <p:attrNameLst>
                                          <p:attrName>style.visibility</p:attrName>
                                        </p:attrNameLst>
                                      </p:cBhvr>
                                      <p:to>
                                        <p:strVal val="visible"/>
                                      </p:to>
                                    </p:set>
                                    <p:animEffect transition="in" filter="wipe(down)">
                                      <p:cBhvr>
                                        <p:cTn id="43" dur="500"/>
                                        <p:tgtEl>
                                          <p:spTgt spid="55"/>
                                        </p:tgtEl>
                                      </p:cBhvr>
                                    </p:animEffect>
                                  </p:childTnLst>
                                </p:cTn>
                              </p:par>
                            </p:childTnLst>
                          </p:cTn>
                        </p:par>
                        <p:par>
                          <p:cTn id="44" fill="hold">
                            <p:stCondLst>
                              <p:cond delay="5000"/>
                            </p:stCondLst>
                            <p:childTnLst>
                              <p:par>
                                <p:cTn id="45" presetID="22" presetClass="entr" presetSubtype="4" fill="hold" grpId="0" nodeType="afterEffect">
                                  <p:stCondLst>
                                    <p:cond delay="0"/>
                                  </p:stCondLst>
                                  <p:childTnLst>
                                    <p:set>
                                      <p:cBhvr>
                                        <p:cTn id="46" dur="1" fill="hold">
                                          <p:stCondLst>
                                            <p:cond delay="0"/>
                                          </p:stCondLst>
                                        </p:cTn>
                                        <p:tgtEl>
                                          <p:spTgt spid="56"/>
                                        </p:tgtEl>
                                        <p:attrNameLst>
                                          <p:attrName>style.visibility</p:attrName>
                                        </p:attrNameLst>
                                      </p:cBhvr>
                                      <p:to>
                                        <p:strVal val="visible"/>
                                      </p:to>
                                    </p:set>
                                    <p:animEffect transition="in" filter="wipe(down)">
                                      <p:cBhvr>
                                        <p:cTn id="47" dur="500"/>
                                        <p:tgtEl>
                                          <p:spTgt spid="56"/>
                                        </p:tgtEl>
                                      </p:cBhvr>
                                    </p:animEffect>
                                  </p:childTnLst>
                                </p:cTn>
                              </p:par>
                            </p:childTnLst>
                          </p:cTn>
                        </p:par>
                        <p:par>
                          <p:cTn id="48" fill="hold">
                            <p:stCondLst>
                              <p:cond delay="5500"/>
                            </p:stCondLst>
                            <p:childTnLst>
                              <p:par>
                                <p:cTn id="49" presetID="22" presetClass="entr" presetSubtype="4" fill="hold" grpId="0" nodeType="afterEffect" nodePh="1">
                                  <p:stCondLst>
                                    <p:cond delay="0"/>
                                  </p:stCondLst>
                                  <p:endCondLst>
                                    <p:cond evt="begin" delay="0">
                                      <p:tn val="49"/>
                                    </p:cond>
                                  </p:endCondLst>
                                  <p:childTnLst>
                                    <p:set>
                                      <p:cBhvr>
                                        <p:cTn id="50" dur="1" fill="hold">
                                          <p:stCondLst>
                                            <p:cond delay="0"/>
                                          </p:stCondLst>
                                        </p:cTn>
                                        <p:tgtEl>
                                          <p:spTgt spid="57">
                                            <p:txEl>
                                              <p:pRg st="0" end="0"/>
                                            </p:txEl>
                                          </p:spTgt>
                                        </p:tgtEl>
                                        <p:attrNameLst>
                                          <p:attrName>style.visibility</p:attrName>
                                        </p:attrNameLst>
                                      </p:cBhvr>
                                      <p:to>
                                        <p:strVal val="visible"/>
                                      </p:to>
                                    </p:set>
                                    <p:animEffect transition="in" filter="wipe(down)">
                                      <p:cBhvr>
                                        <p:cTn id="51" dur="500"/>
                                        <p:tgtEl>
                                          <p:spTgt spid="57">
                                            <p:txEl>
                                              <p:pRg st="0" end="0"/>
                                            </p:txEl>
                                          </p:spTgt>
                                        </p:tgtEl>
                                      </p:cBhvr>
                                    </p:animEffect>
                                  </p:childTnLst>
                                </p:cTn>
                              </p:par>
                            </p:childTnLst>
                          </p:cTn>
                        </p:par>
                        <p:par>
                          <p:cTn id="52" fill="hold">
                            <p:stCondLst>
                              <p:cond delay="6000"/>
                            </p:stCondLst>
                            <p:childTnLst>
                              <p:par>
                                <p:cTn id="53" presetID="22" presetClass="entr" presetSubtype="4" fill="hold" grpId="0" nodeType="afterEffect">
                                  <p:stCondLst>
                                    <p:cond delay="0"/>
                                  </p:stCondLst>
                                  <p:childTnLst>
                                    <p:set>
                                      <p:cBhvr>
                                        <p:cTn id="54" dur="1" fill="hold">
                                          <p:stCondLst>
                                            <p:cond delay="0"/>
                                          </p:stCondLst>
                                        </p:cTn>
                                        <p:tgtEl>
                                          <p:spTgt spid="58"/>
                                        </p:tgtEl>
                                        <p:attrNameLst>
                                          <p:attrName>style.visibility</p:attrName>
                                        </p:attrNameLst>
                                      </p:cBhvr>
                                      <p:to>
                                        <p:strVal val="visible"/>
                                      </p:to>
                                    </p:set>
                                    <p:animEffect transition="in" filter="wipe(down)">
                                      <p:cBhvr>
                                        <p:cTn id="55" dur="500"/>
                                        <p:tgtEl>
                                          <p:spTgt spid="58"/>
                                        </p:tgtEl>
                                      </p:cBhvr>
                                    </p:animEffect>
                                  </p:childTnLst>
                                </p:cTn>
                              </p:par>
                            </p:childTnLst>
                          </p:cTn>
                        </p:par>
                        <p:par>
                          <p:cTn id="56" fill="hold">
                            <p:stCondLst>
                              <p:cond delay="6500"/>
                            </p:stCondLst>
                            <p:childTnLst>
                              <p:par>
                                <p:cTn id="57" presetID="22" presetClass="entr" presetSubtype="4" fill="hold" grpId="0" nodeType="afterEffect">
                                  <p:stCondLst>
                                    <p:cond delay="0"/>
                                  </p:stCondLst>
                                  <p:childTnLst>
                                    <p:set>
                                      <p:cBhvr>
                                        <p:cTn id="58" dur="1" fill="hold">
                                          <p:stCondLst>
                                            <p:cond delay="0"/>
                                          </p:stCondLst>
                                        </p:cTn>
                                        <p:tgtEl>
                                          <p:spTgt spid="59"/>
                                        </p:tgtEl>
                                        <p:attrNameLst>
                                          <p:attrName>style.visibility</p:attrName>
                                        </p:attrNameLst>
                                      </p:cBhvr>
                                      <p:to>
                                        <p:strVal val="visible"/>
                                      </p:to>
                                    </p:set>
                                    <p:animEffect transition="in" filter="wipe(down)">
                                      <p:cBhvr>
                                        <p:cTn id="59" dur="500"/>
                                        <p:tgtEl>
                                          <p:spTgt spid="59"/>
                                        </p:tgtEl>
                                      </p:cBhvr>
                                    </p:animEffect>
                                  </p:childTnLst>
                                </p:cTn>
                              </p:par>
                            </p:childTnLst>
                          </p:cTn>
                        </p:par>
                        <p:par>
                          <p:cTn id="60" fill="hold">
                            <p:stCondLst>
                              <p:cond delay="7000"/>
                            </p:stCondLst>
                            <p:childTnLst>
                              <p:par>
                                <p:cTn id="61" presetID="22" presetClass="entr" presetSubtype="4" fill="hold" grpId="0" nodeType="afterEffect" nodePh="1">
                                  <p:stCondLst>
                                    <p:cond delay="0"/>
                                  </p:stCondLst>
                                  <p:endCondLst>
                                    <p:cond evt="begin" delay="0">
                                      <p:tn val="61"/>
                                    </p:cond>
                                  </p:endCondLst>
                                  <p:childTnLst>
                                    <p:set>
                                      <p:cBhvr>
                                        <p:cTn id="62" dur="1" fill="hold">
                                          <p:stCondLst>
                                            <p:cond delay="0"/>
                                          </p:stCondLst>
                                        </p:cTn>
                                        <p:tgtEl>
                                          <p:spTgt spid="60">
                                            <p:txEl>
                                              <p:pRg st="0" end="0"/>
                                            </p:txEl>
                                          </p:spTgt>
                                        </p:tgtEl>
                                        <p:attrNameLst>
                                          <p:attrName>style.visibility</p:attrName>
                                        </p:attrNameLst>
                                      </p:cBhvr>
                                      <p:to>
                                        <p:strVal val="visible"/>
                                      </p:to>
                                    </p:set>
                                    <p:animEffect transition="in" filter="wipe(down)">
                                      <p:cBhvr>
                                        <p:cTn id="63" dur="500"/>
                                        <p:tgtEl>
                                          <p:spTgt spid="60">
                                            <p:txEl>
                                              <p:pRg st="0" end="0"/>
                                            </p:txEl>
                                          </p:spTgt>
                                        </p:tgtEl>
                                      </p:cBhvr>
                                    </p:animEffect>
                                  </p:childTnLst>
                                </p:cTn>
                              </p:par>
                            </p:childTnLst>
                          </p:cTn>
                        </p:par>
                        <p:par>
                          <p:cTn id="64" fill="hold">
                            <p:stCondLst>
                              <p:cond delay="7500"/>
                            </p:stCondLst>
                            <p:childTnLst>
                              <p:par>
                                <p:cTn id="65" presetID="22" presetClass="entr" presetSubtype="4" fill="hold" grpId="0" nodeType="afterEffect">
                                  <p:stCondLst>
                                    <p:cond delay="0"/>
                                  </p:stCondLst>
                                  <p:childTnLst>
                                    <p:set>
                                      <p:cBhvr>
                                        <p:cTn id="66" dur="1" fill="hold">
                                          <p:stCondLst>
                                            <p:cond delay="0"/>
                                          </p:stCondLst>
                                        </p:cTn>
                                        <p:tgtEl>
                                          <p:spTgt spid="61"/>
                                        </p:tgtEl>
                                        <p:attrNameLst>
                                          <p:attrName>style.visibility</p:attrName>
                                        </p:attrNameLst>
                                      </p:cBhvr>
                                      <p:to>
                                        <p:strVal val="visible"/>
                                      </p:to>
                                    </p:set>
                                    <p:animEffect transition="in" filter="wipe(down)">
                                      <p:cBhvr>
                                        <p:cTn id="67" dur="500"/>
                                        <p:tgtEl>
                                          <p:spTgt spid="61"/>
                                        </p:tgtEl>
                                      </p:cBhvr>
                                    </p:animEffect>
                                  </p:childTnLst>
                                </p:cTn>
                              </p:par>
                            </p:childTnLst>
                          </p:cTn>
                        </p:par>
                        <p:par>
                          <p:cTn id="68" fill="hold">
                            <p:stCondLst>
                              <p:cond delay="8000"/>
                            </p:stCondLst>
                            <p:childTnLst>
                              <p:par>
                                <p:cTn id="69" presetID="22" presetClass="entr" presetSubtype="4" fill="hold" grpId="0" nodeType="afterEffect">
                                  <p:stCondLst>
                                    <p:cond delay="0"/>
                                  </p:stCondLst>
                                  <p:childTnLst>
                                    <p:set>
                                      <p:cBhvr>
                                        <p:cTn id="70" dur="1" fill="hold">
                                          <p:stCondLst>
                                            <p:cond delay="0"/>
                                          </p:stCondLst>
                                        </p:cTn>
                                        <p:tgtEl>
                                          <p:spTgt spid="62"/>
                                        </p:tgtEl>
                                        <p:attrNameLst>
                                          <p:attrName>style.visibility</p:attrName>
                                        </p:attrNameLst>
                                      </p:cBhvr>
                                      <p:to>
                                        <p:strVal val="visible"/>
                                      </p:to>
                                    </p:set>
                                    <p:animEffect transition="in" filter="wipe(down)">
                                      <p:cBhvr>
                                        <p:cTn id="71" dur="500"/>
                                        <p:tgtEl>
                                          <p:spTgt spid="62"/>
                                        </p:tgtEl>
                                      </p:cBhvr>
                                    </p:animEffect>
                                  </p:childTnLst>
                                </p:cTn>
                              </p:par>
                            </p:childTnLst>
                          </p:cTn>
                        </p:par>
                        <p:par>
                          <p:cTn id="72" fill="hold">
                            <p:stCondLst>
                              <p:cond delay="8500"/>
                            </p:stCondLst>
                            <p:childTnLst>
                              <p:par>
                                <p:cTn id="73" presetID="22" presetClass="entr" presetSubtype="4" fill="hold" nodeType="afterEffect" nodePh="1">
                                  <p:stCondLst>
                                    <p:cond delay="0"/>
                                  </p:stCondLst>
                                  <p:endCondLst>
                                    <p:cond evt="begin" delay="0">
                                      <p:tn val="73"/>
                                    </p:cond>
                                  </p:endCondLst>
                                  <p:childTnLst>
                                    <p:set>
                                      <p:cBhvr>
                                        <p:cTn id="74" dur="1" fill="hold">
                                          <p:stCondLst>
                                            <p:cond delay="0"/>
                                          </p:stCondLst>
                                        </p:cTn>
                                        <p:tgtEl>
                                          <p:spTgt spid="63">
                                            <p:txEl>
                                              <p:pRg st="0" end="0"/>
                                            </p:txEl>
                                          </p:spTgt>
                                        </p:tgtEl>
                                        <p:attrNameLst>
                                          <p:attrName>style.visibility</p:attrName>
                                        </p:attrNameLst>
                                      </p:cBhvr>
                                      <p:to>
                                        <p:strVal val="visible"/>
                                      </p:to>
                                    </p:set>
                                    <p:animEffect transition="in" filter="wipe(down)">
                                      <p:cBhvr>
                                        <p:cTn id="75" dur="500"/>
                                        <p:tgtEl>
                                          <p:spTgt spid="63">
                                            <p:txEl>
                                              <p:pRg st="0" end="0"/>
                                            </p:txEl>
                                          </p:spTgt>
                                        </p:tgtEl>
                                      </p:cBhvr>
                                    </p:animEffect>
                                  </p:childTnLst>
                                </p:cTn>
                              </p:par>
                            </p:childTnLst>
                          </p:cTn>
                        </p:par>
                        <p:par>
                          <p:cTn id="76" fill="hold">
                            <p:stCondLst>
                              <p:cond delay="9000"/>
                            </p:stCondLst>
                            <p:childTnLst>
                              <p:par>
                                <p:cTn id="77" presetID="22" presetClass="entr" presetSubtype="4" fill="hold" grpId="0" nodeType="afterEffect">
                                  <p:stCondLst>
                                    <p:cond delay="0"/>
                                  </p:stCondLst>
                                  <p:childTnLst>
                                    <p:set>
                                      <p:cBhvr>
                                        <p:cTn id="78" dur="1" fill="hold">
                                          <p:stCondLst>
                                            <p:cond delay="0"/>
                                          </p:stCondLst>
                                        </p:cTn>
                                        <p:tgtEl>
                                          <p:spTgt spid="64"/>
                                        </p:tgtEl>
                                        <p:attrNameLst>
                                          <p:attrName>style.visibility</p:attrName>
                                        </p:attrNameLst>
                                      </p:cBhvr>
                                      <p:to>
                                        <p:strVal val="visible"/>
                                      </p:to>
                                    </p:set>
                                    <p:animEffect transition="in" filter="wipe(down)">
                                      <p:cBhvr>
                                        <p:cTn id="79" dur="500"/>
                                        <p:tgtEl>
                                          <p:spTgt spid="64"/>
                                        </p:tgtEl>
                                      </p:cBhvr>
                                    </p:animEffect>
                                  </p:childTnLst>
                                </p:cTn>
                              </p:par>
                            </p:childTnLst>
                          </p:cTn>
                        </p:par>
                        <p:par>
                          <p:cTn id="80" fill="hold">
                            <p:stCondLst>
                              <p:cond delay="9500"/>
                            </p:stCondLst>
                            <p:childTnLst>
                              <p:par>
                                <p:cTn id="81" presetID="22" presetClass="entr" presetSubtype="4" fill="hold" grpId="0" nodeType="afterEffect">
                                  <p:stCondLst>
                                    <p:cond delay="0"/>
                                  </p:stCondLst>
                                  <p:childTnLst>
                                    <p:set>
                                      <p:cBhvr>
                                        <p:cTn id="82" dur="1" fill="hold">
                                          <p:stCondLst>
                                            <p:cond delay="0"/>
                                          </p:stCondLst>
                                        </p:cTn>
                                        <p:tgtEl>
                                          <p:spTgt spid="65"/>
                                        </p:tgtEl>
                                        <p:attrNameLst>
                                          <p:attrName>style.visibility</p:attrName>
                                        </p:attrNameLst>
                                      </p:cBhvr>
                                      <p:to>
                                        <p:strVal val="visible"/>
                                      </p:to>
                                    </p:set>
                                    <p:animEffect transition="in" filter="wipe(down)">
                                      <p:cBhvr>
                                        <p:cTn id="83" dur="500"/>
                                        <p:tgtEl>
                                          <p:spTgt spid="65"/>
                                        </p:tgtEl>
                                      </p:cBhvr>
                                    </p:animEffect>
                                  </p:childTnLst>
                                </p:cTn>
                              </p:par>
                            </p:childTnLst>
                          </p:cTn>
                        </p:par>
                        <p:par>
                          <p:cTn id="84" fill="hold">
                            <p:stCondLst>
                              <p:cond delay="10000"/>
                            </p:stCondLst>
                            <p:childTnLst>
                              <p:par>
                                <p:cTn id="85" presetID="22" presetClass="entr" presetSubtype="4" fill="hold" grpId="0" nodeType="afterEffect" nodePh="1">
                                  <p:stCondLst>
                                    <p:cond delay="0"/>
                                  </p:stCondLst>
                                  <p:endCondLst>
                                    <p:cond evt="begin" delay="0">
                                      <p:tn val="85"/>
                                    </p:cond>
                                  </p:endCondLst>
                                  <p:childTnLst>
                                    <p:set>
                                      <p:cBhvr>
                                        <p:cTn id="86" dur="1" fill="hold">
                                          <p:stCondLst>
                                            <p:cond delay="0"/>
                                          </p:stCondLst>
                                        </p:cTn>
                                        <p:tgtEl>
                                          <p:spTgt spid="66">
                                            <p:txEl>
                                              <p:pRg st="0" end="0"/>
                                            </p:txEl>
                                          </p:spTgt>
                                        </p:tgtEl>
                                        <p:attrNameLst>
                                          <p:attrName>style.visibility</p:attrName>
                                        </p:attrNameLst>
                                      </p:cBhvr>
                                      <p:to>
                                        <p:strVal val="visible"/>
                                      </p:to>
                                    </p:set>
                                    <p:animEffect transition="in" filter="wipe(down)">
                                      <p:cBhvr>
                                        <p:cTn id="87" dur="500"/>
                                        <p:tgtEl>
                                          <p:spTgt spid="66">
                                            <p:txEl>
                                              <p:pRg st="0" end="0"/>
                                            </p:txEl>
                                          </p:spTgt>
                                        </p:tgtEl>
                                      </p:cBhvr>
                                    </p:animEffect>
                                  </p:childTnLst>
                                </p:cTn>
                              </p:par>
                            </p:childTnLst>
                          </p:cTn>
                        </p:par>
                        <p:par>
                          <p:cTn id="88" fill="hold">
                            <p:stCondLst>
                              <p:cond delay="10500"/>
                            </p:stCondLst>
                            <p:childTnLst>
                              <p:par>
                                <p:cTn id="89" presetID="22" presetClass="entr" presetSubtype="4" fill="hold" grpId="0" nodeType="afterEffect">
                                  <p:stCondLst>
                                    <p:cond delay="0"/>
                                  </p:stCondLst>
                                  <p:childTnLst>
                                    <p:set>
                                      <p:cBhvr>
                                        <p:cTn id="90" dur="1" fill="hold">
                                          <p:stCondLst>
                                            <p:cond delay="0"/>
                                          </p:stCondLst>
                                        </p:cTn>
                                        <p:tgtEl>
                                          <p:spTgt spid="67"/>
                                        </p:tgtEl>
                                        <p:attrNameLst>
                                          <p:attrName>style.visibility</p:attrName>
                                        </p:attrNameLst>
                                      </p:cBhvr>
                                      <p:to>
                                        <p:strVal val="visible"/>
                                      </p:to>
                                    </p:set>
                                    <p:animEffect transition="in" filter="wipe(down)">
                                      <p:cBhvr>
                                        <p:cTn id="91" dur="500"/>
                                        <p:tgtEl>
                                          <p:spTgt spid="67"/>
                                        </p:tgtEl>
                                      </p:cBhvr>
                                    </p:animEffect>
                                  </p:childTnLst>
                                </p:cTn>
                              </p:par>
                            </p:childTnLst>
                          </p:cTn>
                        </p:par>
                        <p:par>
                          <p:cTn id="92" fill="hold">
                            <p:stCondLst>
                              <p:cond delay="11000"/>
                            </p:stCondLst>
                            <p:childTnLst>
                              <p:par>
                                <p:cTn id="93" presetID="22" presetClass="entr" presetSubtype="4" fill="hold" grpId="0" nodeType="afterEffect">
                                  <p:stCondLst>
                                    <p:cond delay="0"/>
                                  </p:stCondLst>
                                  <p:childTnLst>
                                    <p:set>
                                      <p:cBhvr>
                                        <p:cTn id="94" dur="1" fill="hold">
                                          <p:stCondLst>
                                            <p:cond delay="0"/>
                                          </p:stCondLst>
                                        </p:cTn>
                                        <p:tgtEl>
                                          <p:spTgt spid="68"/>
                                        </p:tgtEl>
                                        <p:attrNameLst>
                                          <p:attrName>style.visibility</p:attrName>
                                        </p:attrNameLst>
                                      </p:cBhvr>
                                      <p:to>
                                        <p:strVal val="visible"/>
                                      </p:to>
                                    </p:set>
                                    <p:animEffect transition="in" filter="wipe(down)">
                                      <p:cBhvr>
                                        <p:cTn id="95" dur="500"/>
                                        <p:tgtEl>
                                          <p:spTgt spid="68"/>
                                        </p:tgtEl>
                                      </p:cBhvr>
                                    </p:animEffect>
                                  </p:childTnLst>
                                </p:cTn>
                              </p:par>
                            </p:childTnLst>
                          </p:cTn>
                        </p:par>
                        <p:par>
                          <p:cTn id="96" fill="hold">
                            <p:stCondLst>
                              <p:cond delay="11500"/>
                            </p:stCondLst>
                            <p:childTnLst>
                              <p:par>
                                <p:cTn id="97" presetID="22" presetClass="entr" presetSubtype="4" fill="hold" grpId="0" nodeType="afterEffect" nodePh="1">
                                  <p:stCondLst>
                                    <p:cond delay="0"/>
                                  </p:stCondLst>
                                  <p:endCondLst>
                                    <p:cond evt="begin" delay="0">
                                      <p:tn val="97"/>
                                    </p:cond>
                                  </p:endCondLst>
                                  <p:childTnLst>
                                    <p:set>
                                      <p:cBhvr>
                                        <p:cTn id="98" dur="1" fill="hold">
                                          <p:stCondLst>
                                            <p:cond delay="0"/>
                                          </p:stCondLst>
                                        </p:cTn>
                                        <p:tgtEl>
                                          <p:spTgt spid="69">
                                            <p:txEl>
                                              <p:pRg st="0" end="0"/>
                                            </p:txEl>
                                          </p:spTgt>
                                        </p:tgtEl>
                                        <p:attrNameLst>
                                          <p:attrName>style.visibility</p:attrName>
                                        </p:attrNameLst>
                                      </p:cBhvr>
                                      <p:to>
                                        <p:strVal val="visible"/>
                                      </p:to>
                                    </p:set>
                                    <p:animEffect transition="in" filter="wipe(down)">
                                      <p:cBhvr>
                                        <p:cTn id="99" dur="500"/>
                                        <p:tgtEl>
                                          <p:spTgt spid="69">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P spid="17" grpId="0" animBg="1"/>
      <p:bldP spid="48"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48"/>
                        </p:tgtEl>
                        <p:attrNameLst>
                          <p:attrName>style.visibility</p:attrName>
                        </p:attrNameLst>
                      </p:cBhvr>
                      <p:to>
                        <p:strVal val="visible"/>
                      </p:to>
                    </p:set>
                    <p:animEffect transition="in" filter="wipe(down)">
                      <p:cBhvr>
                        <p:cTn dur="500"/>
                        <p:tgtEl>
                          <p:spTgt spid="48"/>
                        </p:tgtEl>
                      </p:cBhvr>
                    </p:animEffect>
                  </p:childTnLst>
                </p:cTn>
              </p:par>
            </p:tnLst>
          </p:tmpl>
        </p:tmplLst>
      </p:bldP>
      <p:bldP spid="49" grpId="0"/>
      <p:bldP spid="50" grpId="0" animBg="1"/>
      <p:bldP spid="51"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51"/>
                        </p:tgtEl>
                        <p:attrNameLst>
                          <p:attrName>style.visibility</p:attrName>
                        </p:attrNameLst>
                      </p:cBhvr>
                      <p:to>
                        <p:strVal val="visible"/>
                      </p:to>
                    </p:set>
                    <p:animEffect transition="in" filter="wipe(down)">
                      <p:cBhvr>
                        <p:cTn dur="500"/>
                        <p:tgtEl>
                          <p:spTgt spid="51"/>
                        </p:tgtEl>
                      </p:cBhvr>
                    </p:animEffect>
                  </p:childTnLst>
                </p:cTn>
              </p:par>
            </p:tnLst>
          </p:tmpl>
        </p:tmplLst>
      </p:bldP>
      <p:bldP spid="52" grpId="0"/>
      <p:bldP spid="53" grpId="0" animBg="1"/>
      <p:bldP spid="54"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54"/>
                        </p:tgtEl>
                        <p:attrNameLst>
                          <p:attrName>style.visibility</p:attrName>
                        </p:attrNameLst>
                      </p:cBhvr>
                      <p:to>
                        <p:strVal val="visible"/>
                      </p:to>
                    </p:set>
                    <p:animEffect transition="in" filter="wipe(down)">
                      <p:cBhvr>
                        <p:cTn dur="500"/>
                        <p:tgtEl>
                          <p:spTgt spid="54"/>
                        </p:tgtEl>
                      </p:cBhvr>
                    </p:animEffect>
                  </p:childTnLst>
                </p:cTn>
              </p:par>
            </p:tnLst>
          </p:tmpl>
        </p:tmplLst>
      </p:bldP>
      <p:bldP spid="55" grpId="0"/>
      <p:bldP spid="56" grpId="0" animBg="1"/>
      <p:bldP spid="57"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57"/>
                        </p:tgtEl>
                        <p:attrNameLst>
                          <p:attrName>style.visibility</p:attrName>
                        </p:attrNameLst>
                      </p:cBhvr>
                      <p:to>
                        <p:strVal val="visible"/>
                      </p:to>
                    </p:set>
                    <p:animEffect transition="in" filter="wipe(down)">
                      <p:cBhvr>
                        <p:cTn dur="500"/>
                        <p:tgtEl>
                          <p:spTgt spid="57"/>
                        </p:tgtEl>
                      </p:cBhvr>
                    </p:animEffect>
                  </p:childTnLst>
                </p:cTn>
              </p:par>
            </p:tnLst>
          </p:tmpl>
        </p:tmplLst>
      </p:bldP>
      <p:bldP spid="58" grpId="0"/>
      <p:bldP spid="59" grpId="0" animBg="1"/>
      <p:bldP spid="60"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60"/>
                        </p:tgtEl>
                        <p:attrNameLst>
                          <p:attrName>style.visibility</p:attrName>
                        </p:attrNameLst>
                      </p:cBhvr>
                      <p:to>
                        <p:strVal val="visible"/>
                      </p:to>
                    </p:set>
                    <p:animEffect transition="in" filter="wipe(down)">
                      <p:cBhvr>
                        <p:cTn dur="500"/>
                        <p:tgtEl>
                          <p:spTgt spid="60"/>
                        </p:tgtEl>
                      </p:cBhvr>
                    </p:animEffect>
                  </p:childTnLst>
                </p:cTn>
              </p:par>
            </p:tnLst>
          </p:tmpl>
        </p:tmplLst>
      </p:bldP>
      <p:bldP spid="61" grpId="0"/>
      <p:bldP spid="62" grpId="0" animBg="1"/>
      <p:bldP spid="64" grpId="0"/>
      <p:bldP spid="65" grpId="0" animBg="1"/>
      <p:bldP spid="66"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66"/>
                        </p:tgtEl>
                        <p:attrNameLst>
                          <p:attrName>style.visibility</p:attrName>
                        </p:attrNameLst>
                      </p:cBhvr>
                      <p:to>
                        <p:strVal val="visible"/>
                      </p:to>
                    </p:set>
                    <p:animEffect transition="in" filter="wipe(down)">
                      <p:cBhvr>
                        <p:cTn dur="500"/>
                        <p:tgtEl>
                          <p:spTgt spid="66"/>
                        </p:tgtEl>
                      </p:cBhvr>
                    </p:animEffect>
                  </p:childTnLst>
                </p:cTn>
              </p:par>
            </p:tnLst>
          </p:tmpl>
        </p:tmplLst>
      </p:bldP>
      <p:bldP spid="67" grpId="0"/>
      <p:bldP spid="68" grpId="0" animBg="1"/>
      <p:bldP spid="69"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69"/>
                        </p:tgtEl>
                        <p:attrNameLst>
                          <p:attrName>style.visibility</p:attrName>
                        </p:attrNameLst>
                      </p:cBhvr>
                      <p:to>
                        <p:strVal val="visible"/>
                      </p:to>
                    </p:set>
                    <p:animEffect transition="in" filter="wipe(down)">
                      <p:cBhvr>
                        <p:cTn dur="500"/>
                        <p:tgtEl>
                          <p:spTgt spid="69"/>
                        </p:tgtEl>
                      </p:cBhvr>
                    </p:animEffect>
                  </p:childTnLst>
                </p:cTn>
              </p:par>
            </p:tnLst>
          </p:tmpl>
        </p:tmplLst>
      </p:bldP>
    </p:bldLst>
  </p:timing>
</p:sldLayout>
</file>

<file path=ppt/slideLayouts/slideLayout301.xml><?xml version="1.0" encoding="utf-8"?>
<p:sldLayout xmlns:a="http://schemas.openxmlformats.org/drawingml/2006/main" xmlns:r="http://schemas.openxmlformats.org/officeDocument/2006/relationships" xmlns:p="http://schemas.openxmlformats.org/presentationml/2006/main" userDrawn="1">
  <p:cSld name="2_2-Pics">
    <p:spTree>
      <p:nvGrpSpPr>
        <p:cNvPr id="1" name=""/>
        <p:cNvGrpSpPr/>
        <p:nvPr/>
      </p:nvGrpSpPr>
      <p:grpSpPr>
        <a:xfrm>
          <a:off x="0" y="0"/>
          <a:ext cx="0" cy="0"/>
          <a:chOff x="0" y="0"/>
          <a:chExt cx="0" cy="0"/>
        </a:xfrm>
      </p:grpSpPr>
      <p:sp>
        <p:nvSpPr>
          <p:cNvPr id="58" name="Picture Placeholder 7"/>
          <p:cNvSpPr>
            <a:spLocks noGrp="1"/>
          </p:cNvSpPr>
          <p:nvPr>
            <p:ph type="pic" sz="quarter" idx="22" hasCustomPrompt="1"/>
          </p:nvPr>
        </p:nvSpPr>
        <p:spPr>
          <a:xfrm>
            <a:off x="6286302" y="2195021"/>
            <a:ext cx="5030956" cy="2697948"/>
          </a:xfrm>
          <a:prstGeom prst="downArrowCallout">
            <a:avLst>
              <a:gd name="adj1" fmla="val 50000"/>
              <a:gd name="adj2" fmla="val 11967"/>
              <a:gd name="adj3" fmla="val 7487"/>
              <a:gd name="adj4" fmla="val 92647"/>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8" name="Picture Placeholder 7"/>
          <p:cNvSpPr>
            <a:spLocks noGrp="1"/>
          </p:cNvSpPr>
          <p:nvPr>
            <p:ph type="pic" sz="quarter" idx="10" hasCustomPrompt="1"/>
          </p:nvPr>
        </p:nvSpPr>
        <p:spPr>
          <a:xfrm>
            <a:off x="858246" y="2182184"/>
            <a:ext cx="5030956" cy="2710781"/>
          </a:xfrm>
          <a:prstGeom prst="downArrowCallout">
            <a:avLst>
              <a:gd name="adj1" fmla="val 50000"/>
              <a:gd name="adj2" fmla="val 11967"/>
              <a:gd name="adj3" fmla="val 7487"/>
              <a:gd name="adj4" fmla="val 92647"/>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40" name="Text Placeholder 3"/>
          <p:cNvSpPr>
            <a:spLocks noGrp="1"/>
          </p:cNvSpPr>
          <p:nvPr>
            <p:ph type="body" sz="half" idx="15"/>
          </p:nvPr>
        </p:nvSpPr>
        <p:spPr>
          <a:xfrm>
            <a:off x="865266" y="5193235"/>
            <a:ext cx="5016911" cy="846795"/>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a:solidFill>
                <a:schemeClr val="tx1">
                  <a:lumMod val="50000"/>
                  <a:lumOff val="50000"/>
                </a:schemeClr>
              </a:solidFill>
            </a:endParaRPr>
          </a:p>
        </p:txBody>
      </p:sp>
      <p:sp>
        <p:nvSpPr>
          <p:cNvPr id="42" name="Text Placeholder 3"/>
          <p:cNvSpPr>
            <a:spLocks noGrp="1"/>
          </p:cNvSpPr>
          <p:nvPr>
            <p:ph type="body" sz="half" idx="17"/>
          </p:nvPr>
        </p:nvSpPr>
        <p:spPr>
          <a:xfrm>
            <a:off x="858242" y="4918632"/>
            <a:ext cx="5030959" cy="257040"/>
          </a:xfrm>
          <a:prstGeom prst="rect">
            <a:avLst/>
          </a:prstGeom>
        </p:spPr>
        <p:txBody>
          <a:bodyPr wrap="none" lIns="0" tIns="0" rIns="0" bIns="0" anchor="ctr">
            <a:noAutofit/>
          </a:bodyPr>
          <a:lstStyle>
            <a:lvl1pPr marL="0" indent="0" algn="ctr">
              <a:buNone/>
              <a:defRPr sz="1467" b="1" baseline="0">
                <a:solidFill>
                  <a:schemeClr val="accent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59" name="Text Placeholder 3"/>
          <p:cNvSpPr>
            <a:spLocks noGrp="1"/>
          </p:cNvSpPr>
          <p:nvPr>
            <p:ph type="body" sz="half" idx="23"/>
          </p:nvPr>
        </p:nvSpPr>
        <p:spPr>
          <a:xfrm>
            <a:off x="6293325" y="5193235"/>
            <a:ext cx="5016911" cy="846795"/>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a:solidFill>
                <a:schemeClr val="tx1">
                  <a:lumMod val="50000"/>
                  <a:lumOff val="50000"/>
                </a:schemeClr>
              </a:solidFill>
            </a:endParaRPr>
          </a:p>
        </p:txBody>
      </p:sp>
      <p:sp>
        <p:nvSpPr>
          <p:cNvPr id="62" name="Text Placeholder 3"/>
          <p:cNvSpPr>
            <a:spLocks noGrp="1"/>
          </p:cNvSpPr>
          <p:nvPr>
            <p:ph type="body" sz="half" idx="25"/>
          </p:nvPr>
        </p:nvSpPr>
        <p:spPr>
          <a:xfrm>
            <a:off x="6286299" y="4918632"/>
            <a:ext cx="5030959" cy="257040"/>
          </a:xfrm>
          <a:prstGeom prst="rect">
            <a:avLst/>
          </a:prstGeom>
        </p:spPr>
        <p:txBody>
          <a:bodyPr wrap="none" lIns="0" tIns="0" rIns="0" bIns="0" anchor="ctr">
            <a:noAutofit/>
          </a:bodyPr>
          <a:lstStyle>
            <a:lvl1pPr marL="0" indent="0" algn="ctr">
              <a:buNone/>
              <a:defRPr sz="1467" b="1" baseline="0">
                <a:solidFill>
                  <a:schemeClr val="accent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32" name="Rectangle 31"/>
          <p:cNvSpPr/>
          <p:nvPr userDrawn="1"/>
        </p:nvSpPr>
        <p:spPr>
          <a:xfrm>
            <a:off x="865265" y="1672313"/>
            <a:ext cx="5016912" cy="50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1867" dirty="0">
              <a:solidFill>
                <a:srgbClr val="FFFFFF"/>
              </a:solidFill>
            </a:endParaRPr>
          </a:p>
        </p:txBody>
      </p:sp>
      <p:sp>
        <p:nvSpPr>
          <p:cNvPr id="41" name="Text Placeholder 3"/>
          <p:cNvSpPr>
            <a:spLocks noGrp="1"/>
          </p:cNvSpPr>
          <p:nvPr>
            <p:ph type="body" sz="half" idx="16"/>
          </p:nvPr>
        </p:nvSpPr>
        <p:spPr>
          <a:xfrm>
            <a:off x="896710" y="1773356"/>
            <a:ext cx="4954023" cy="267661"/>
          </a:xfrm>
          <a:prstGeom prst="rect">
            <a:avLst/>
          </a:prstGeom>
        </p:spPr>
        <p:txBody>
          <a:bodyPr wrap="non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60" name="Rectangle 59"/>
          <p:cNvSpPr/>
          <p:nvPr userDrawn="1"/>
        </p:nvSpPr>
        <p:spPr>
          <a:xfrm>
            <a:off x="6293321" y="1672313"/>
            <a:ext cx="5016912" cy="50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1867" dirty="0">
              <a:solidFill>
                <a:srgbClr val="FFFFFF"/>
              </a:solidFill>
            </a:endParaRPr>
          </a:p>
        </p:txBody>
      </p:sp>
      <p:sp>
        <p:nvSpPr>
          <p:cNvPr id="61" name="Text Placeholder 3"/>
          <p:cNvSpPr>
            <a:spLocks noGrp="1"/>
          </p:cNvSpPr>
          <p:nvPr>
            <p:ph type="body" sz="half" idx="24"/>
          </p:nvPr>
        </p:nvSpPr>
        <p:spPr>
          <a:xfrm>
            <a:off x="6324769" y="1773356"/>
            <a:ext cx="4954023" cy="267661"/>
          </a:xfrm>
          <a:prstGeom prst="rect">
            <a:avLst/>
          </a:prstGeom>
        </p:spPr>
        <p:txBody>
          <a:bodyPr wrap="non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18"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9"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422766728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accel="50000" decel="50000" fill="hold" grpId="0" nodeType="afterEffect">
                                  <p:stCondLst>
                                    <p:cond delay="0"/>
                                  </p:stCondLst>
                                  <p:childTnLst>
                                    <p:set>
                                      <p:cBhvr>
                                        <p:cTn id="6" dur="1" fill="hold">
                                          <p:stCondLst>
                                            <p:cond delay="0"/>
                                          </p:stCondLst>
                                        </p:cTn>
                                        <p:tgtEl>
                                          <p:spTgt spid="32"/>
                                        </p:tgtEl>
                                        <p:attrNameLst>
                                          <p:attrName>style.visibility</p:attrName>
                                        </p:attrNameLst>
                                      </p:cBhvr>
                                      <p:to>
                                        <p:strVal val="visible"/>
                                      </p:to>
                                    </p:set>
                                    <p:anim calcmode="lin" valueType="num">
                                      <p:cBhvr additive="base">
                                        <p:cTn id="7" dur="500" fill="hold"/>
                                        <p:tgtEl>
                                          <p:spTgt spid="32"/>
                                        </p:tgtEl>
                                        <p:attrNameLst>
                                          <p:attrName>ppt_x</p:attrName>
                                        </p:attrNameLst>
                                      </p:cBhvr>
                                      <p:tavLst>
                                        <p:tav tm="0">
                                          <p:val>
                                            <p:strVal val="#ppt_x"/>
                                          </p:val>
                                        </p:tav>
                                        <p:tav tm="100000">
                                          <p:val>
                                            <p:strVal val="#ppt_x"/>
                                          </p:val>
                                        </p:tav>
                                      </p:tavLst>
                                    </p:anim>
                                    <p:anim calcmode="lin" valueType="num">
                                      <p:cBhvr additive="base">
                                        <p:cTn id="8" dur="500" fill="hold"/>
                                        <p:tgtEl>
                                          <p:spTgt spid="32"/>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2" presetClass="entr" presetSubtype="4" fill="hold" grpId="0" nodeType="afterEffect" nodePh="1">
                                  <p:stCondLst>
                                    <p:cond delay="0"/>
                                  </p:stCondLst>
                                  <p:endCondLst>
                                    <p:cond evt="begin" delay="0">
                                      <p:tn val="10"/>
                                    </p:cond>
                                  </p:endCondLst>
                                  <p:childTnLst>
                                    <p:set>
                                      <p:cBhvr>
                                        <p:cTn id="11" dur="1" fill="hold">
                                          <p:stCondLst>
                                            <p:cond delay="0"/>
                                          </p:stCondLst>
                                        </p:cTn>
                                        <p:tgtEl>
                                          <p:spTgt spid="41">
                                            <p:txEl>
                                              <p:pRg st="0" end="0"/>
                                            </p:txEl>
                                          </p:spTgt>
                                        </p:tgtEl>
                                        <p:attrNameLst>
                                          <p:attrName>style.visibility</p:attrName>
                                        </p:attrNameLst>
                                      </p:cBhvr>
                                      <p:to>
                                        <p:strVal val="visible"/>
                                      </p:to>
                                    </p:set>
                                    <p:animEffect transition="in" filter="wipe(down)">
                                      <p:cBhvr>
                                        <p:cTn id="12" dur="500"/>
                                        <p:tgtEl>
                                          <p:spTgt spid="41">
                                            <p:txEl>
                                              <p:pRg st="0" end="0"/>
                                            </p:txEl>
                                          </p:spTgt>
                                        </p:tgtEl>
                                      </p:cBhvr>
                                    </p:animEffect>
                                  </p:childTnLst>
                                </p:cTn>
                              </p:par>
                              <p:par>
                                <p:cTn id="13" presetID="2" presetClass="entr" presetSubtype="4" accel="50000" decel="50000" fill="hold" grpId="0" nodeType="withEffect">
                                  <p:stCondLst>
                                    <p:cond delay="0"/>
                                  </p:stCondLst>
                                  <p:childTnLst>
                                    <p:set>
                                      <p:cBhvr>
                                        <p:cTn id="14" dur="1" fill="hold">
                                          <p:stCondLst>
                                            <p:cond delay="0"/>
                                          </p:stCondLst>
                                        </p:cTn>
                                        <p:tgtEl>
                                          <p:spTgt spid="38"/>
                                        </p:tgtEl>
                                        <p:attrNameLst>
                                          <p:attrName>style.visibility</p:attrName>
                                        </p:attrNameLst>
                                      </p:cBhvr>
                                      <p:to>
                                        <p:strVal val="visible"/>
                                      </p:to>
                                    </p:set>
                                    <p:anim calcmode="lin" valueType="num">
                                      <p:cBhvr additive="base">
                                        <p:cTn id="15" dur="500" fill="hold"/>
                                        <p:tgtEl>
                                          <p:spTgt spid="38"/>
                                        </p:tgtEl>
                                        <p:attrNameLst>
                                          <p:attrName>ppt_x</p:attrName>
                                        </p:attrNameLst>
                                      </p:cBhvr>
                                      <p:tavLst>
                                        <p:tav tm="0">
                                          <p:val>
                                            <p:strVal val="#ppt_x"/>
                                          </p:val>
                                        </p:tav>
                                        <p:tav tm="100000">
                                          <p:val>
                                            <p:strVal val="#ppt_x"/>
                                          </p:val>
                                        </p:tav>
                                      </p:tavLst>
                                    </p:anim>
                                    <p:anim calcmode="lin" valueType="num">
                                      <p:cBhvr additive="base">
                                        <p:cTn id="16" dur="500" fill="hold"/>
                                        <p:tgtEl>
                                          <p:spTgt spid="38"/>
                                        </p:tgtEl>
                                        <p:attrNameLst>
                                          <p:attrName>ppt_y</p:attrName>
                                        </p:attrNameLst>
                                      </p:cBhvr>
                                      <p:tavLst>
                                        <p:tav tm="0">
                                          <p:val>
                                            <p:strVal val="1+#ppt_h/2"/>
                                          </p:val>
                                        </p:tav>
                                        <p:tav tm="100000">
                                          <p:val>
                                            <p:strVal val="#ppt_y"/>
                                          </p:val>
                                        </p:tav>
                                      </p:tavLst>
                                    </p:anim>
                                  </p:childTnLst>
                                </p:cTn>
                              </p:par>
                            </p:childTnLst>
                          </p:cTn>
                        </p:par>
                        <p:par>
                          <p:cTn id="17" fill="hold">
                            <p:stCondLst>
                              <p:cond delay="1000"/>
                            </p:stCondLst>
                            <p:childTnLst>
                              <p:par>
                                <p:cTn id="18" presetID="2" presetClass="entr" presetSubtype="4" accel="50000" decel="50000" fill="hold" grpId="0" nodeType="afterEffect" nodePh="1">
                                  <p:stCondLst>
                                    <p:cond delay="0"/>
                                  </p:stCondLst>
                                  <p:endCondLst>
                                    <p:cond evt="begin" delay="0">
                                      <p:tn val="18"/>
                                    </p:cond>
                                  </p:endCondLst>
                                  <p:childTnLst>
                                    <p:set>
                                      <p:cBhvr>
                                        <p:cTn id="19" dur="1" fill="hold">
                                          <p:stCondLst>
                                            <p:cond delay="0"/>
                                          </p:stCondLst>
                                        </p:cTn>
                                        <p:tgtEl>
                                          <p:spTgt spid="42">
                                            <p:txEl>
                                              <p:pRg st="0" end="0"/>
                                            </p:txEl>
                                          </p:spTgt>
                                        </p:tgtEl>
                                        <p:attrNameLst>
                                          <p:attrName>style.visibility</p:attrName>
                                        </p:attrNameLst>
                                      </p:cBhvr>
                                      <p:to>
                                        <p:strVal val="visible"/>
                                      </p:to>
                                    </p:set>
                                    <p:anim calcmode="lin" valueType="num">
                                      <p:cBhvr additive="base">
                                        <p:cTn id="20" dur="500" fill="hold"/>
                                        <p:tgtEl>
                                          <p:spTgt spid="42">
                                            <p:txEl>
                                              <p:pRg st="0" end="0"/>
                                            </p:txEl>
                                          </p:spTgt>
                                        </p:tgtEl>
                                        <p:attrNameLst>
                                          <p:attrName>ppt_x</p:attrName>
                                        </p:attrNameLst>
                                      </p:cBhvr>
                                      <p:tavLst>
                                        <p:tav tm="0">
                                          <p:val>
                                            <p:strVal val="#ppt_x"/>
                                          </p:val>
                                        </p:tav>
                                        <p:tav tm="100000">
                                          <p:val>
                                            <p:strVal val="#ppt_x"/>
                                          </p:val>
                                        </p:tav>
                                      </p:tavLst>
                                    </p:anim>
                                    <p:anim calcmode="lin" valueType="num">
                                      <p:cBhvr additive="base">
                                        <p:cTn id="21" dur="500" fill="hold"/>
                                        <p:tgtEl>
                                          <p:spTgt spid="42">
                                            <p:txEl>
                                              <p:pRg st="0" end="0"/>
                                            </p:txEl>
                                          </p:spTgt>
                                        </p:tgtEl>
                                        <p:attrNameLst>
                                          <p:attrName>ppt_y</p:attrName>
                                        </p:attrNameLst>
                                      </p:cBhvr>
                                      <p:tavLst>
                                        <p:tav tm="0">
                                          <p:val>
                                            <p:strVal val="1+#ppt_h/2"/>
                                          </p:val>
                                        </p:tav>
                                        <p:tav tm="100000">
                                          <p:val>
                                            <p:strVal val="#ppt_y"/>
                                          </p:val>
                                        </p:tav>
                                      </p:tavLst>
                                    </p:anim>
                                  </p:childTnLst>
                                </p:cTn>
                              </p:par>
                            </p:childTnLst>
                          </p:cTn>
                        </p:par>
                        <p:par>
                          <p:cTn id="22" fill="hold">
                            <p:stCondLst>
                              <p:cond delay="1500"/>
                            </p:stCondLst>
                            <p:childTnLst>
                              <p:par>
                                <p:cTn id="23" presetID="2" presetClass="entr" presetSubtype="4" accel="50000" decel="50000" fill="hold" grpId="0" nodeType="afterEffect" nodePh="1">
                                  <p:stCondLst>
                                    <p:cond delay="0"/>
                                  </p:stCondLst>
                                  <p:endCondLst>
                                    <p:cond evt="begin" delay="0">
                                      <p:tn val="23"/>
                                    </p:cond>
                                  </p:endCondLst>
                                  <p:childTnLst>
                                    <p:set>
                                      <p:cBhvr>
                                        <p:cTn id="24" dur="1" fill="hold">
                                          <p:stCondLst>
                                            <p:cond delay="0"/>
                                          </p:stCondLst>
                                        </p:cTn>
                                        <p:tgtEl>
                                          <p:spTgt spid="40">
                                            <p:txEl>
                                              <p:pRg st="0" end="0"/>
                                            </p:txEl>
                                          </p:spTgt>
                                        </p:tgtEl>
                                        <p:attrNameLst>
                                          <p:attrName>style.visibility</p:attrName>
                                        </p:attrNameLst>
                                      </p:cBhvr>
                                      <p:to>
                                        <p:strVal val="visible"/>
                                      </p:to>
                                    </p:set>
                                    <p:anim calcmode="lin" valueType="num">
                                      <p:cBhvr additive="base">
                                        <p:cTn id="25" dur="500" fill="hold"/>
                                        <p:tgtEl>
                                          <p:spTgt spid="40">
                                            <p:txEl>
                                              <p:pRg st="0" end="0"/>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40">
                                            <p:txEl>
                                              <p:pRg st="0" end="0"/>
                                            </p:txEl>
                                          </p:spTgt>
                                        </p:tgtEl>
                                        <p:attrNameLst>
                                          <p:attrName>ppt_y</p:attrName>
                                        </p:attrNameLst>
                                      </p:cBhvr>
                                      <p:tavLst>
                                        <p:tav tm="0">
                                          <p:val>
                                            <p:strVal val="1+#ppt_h/2"/>
                                          </p:val>
                                        </p:tav>
                                        <p:tav tm="100000">
                                          <p:val>
                                            <p:strVal val="#ppt_y"/>
                                          </p:val>
                                        </p:tav>
                                      </p:tavLst>
                                    </p:anim>
                                  </p:childTnLst>
                                </p:cTn>
                              </p:par>
                            </p:childTnLst>
                          </p:cTn>
                        </p:par>
                        <p:par>
                          <p:cTn id="27" fill="hold">
                            <p:stCondLst>
                              <p:cond delay="2000"/>
                            </p:stCondLst>
                            <p:childTnLst>
                              <p:par>
                                <p:cTn id="28" presetID="2" presetClass="entr" presetSubtype="1" accel="50000" decel="50000" fill="hold" grpId="0" nodeType="afterEffect">
                                  <p:stCondLst>
                                    <p:cond delay="0"/>
                                  </p:stCondLst>
                                  <p:childTnLst>
                                    <p:set>
                                      <p:cBhvr>
                                        <p:cTn id="29" dur="1" fill="hold">
                                          <p:stCondLst>
                                            <p:cond delay="0"/>
                                          </p:stCondLst>
                                        </p:cTn>
                                        <p:tgtEl>
                                          <p:spTgt spid="60"/>
                                        </p:tgtEl>
                                        <p:attrNameLst>
                                          <p:attrName>style.visibility</p:attrName>
                                        </p:attrNameLst>
                                      </p:cBhvr>
                                      <p:to>
                                        <p:strVal val="visible"/>
                                      </p:to>
                                    </p:set>
                                    <p:anim calcmode="lin" valueType="num">
                                      <p:cBhvr additive="base">
                                        <p:cTn id="30" dur="500" fill="hold"/>
                                        <p:tgtEl>
                                          <p:spTgt spid="60"/>
                                        </p:tgtEl>
                                        <p:attrNameLst>
                                          <p:attrName>ppt_x</p:attrName>
                                        </p:attrNameLst>
                                      </p:cBhvr>
                                      <p:tavLst>
                                        <p:tav tm="0">
                                          <p:val>
                                            <p:strVal val="#ppt_x"/>
                                          </p:val>
                                        </p:tav>
                                        <p:tav tm="100000">
                                          <p:val>
                                            <p:strVal val="#ppt_x"/>
                                          </p:val>
                                        </p:tav>
                                      </p:tavLst>
                                    </p:anim>
                                    <p:anim calcmode="lin" valueType="num">
                                      <p:cBhvr additive="base">
                                        <p:cTn id="31" dur="500" fill="hold"/>
                                        <p:tgtEl>
                                          <p:spTgt spid="60"/>
                                        </p:tgtEl>
                                        <p:attrNameLst>
                                          <p:attrName>ppt_y</p:attrName>
                                        </p:attrNameLst>
                                      </p:cBhvr>
                                      <p:tavLst>
                                        <p:tav tm="0">
                                          <p:val>
                                            <p:strVal val="0-#ppt_h/2"/>
                                          </p:val>
                                        </p:tav>
                                        <p:tav tm="100000">
                                          <p:val>
                                            <p:strVal val="#ppt_y"/>
                                          </p:val>
                                        </p:tav>
                                      </p:tavLst>
                                    </p:anim>
                                  </p:childTnLst>
                                </p:cTn>
                              </p:par>
                            </p:childTnLst>
                          </p:cTn>
                        </p:par>
                        <p:par>
                          <p:cTn id="32" fill="hold">
                            <p:stCondLst>
                              <p:cond delay="2500"/>
                            </p:stCondLst>
                            <p:childTnLst>
                              <p:par>
                                <p:cTn id="33" presetID="22" presetClass="entr" presetSubtype="4" fill="hold" grpId="0" nodeType="afterEffect" nodePh="1">
                                  <p:stCondLst>
                                    <p:cond delay="0"/>
                                  </p:stCondLst>
                                  <p:endCondLst>
                                    <p:cond evt="begin" delay="0">
                                      <p:tn val="33"/>
                                    </p:cond>
                                  </p:endCondLst>
                                  <p:childTnLst>
                                    <p:set>
                                      <p:cBhvr>
                                        <p:cTn id="34" dur="1" fill="hold">
                                          <p:stCondLst>
                                            <p:cond delay="0"/>
                                          </p:stCondLst>
                                        </p:cTn>
                                        <p:tgtEl>
                                          <p:spTgt spid="61">
                                            <p:txEl>
                                              <p:pRg st="0" end="0"/>
                                            </p:txEl>
                                          </p:spTgt>
                                        </p:tgtEl>
                                        <p:attrNameLst>
                                          <p:attrName>style.visibility</p:attrName>
                                        </p:attrNameLst>
                                      </p:cBhvr>
                                      <p:to>
                                        <p:strVal val="visible"/>
                                      </p:to>
                                    </p:set>
                                    <p:animEffect transition="in" filter="wipe(down)">
                                      <p:cBhvr>
                                        <p:cTn id="35" dur="500"/>
                                        <p:tgtEl>
                                          <p:spTgt spid="61">
                                            <p:txEl>
                                              <p:pRg st="0" end="0"/>
                                            </p:txEl>
                                          </p:spTgt>
                                        </p:tgtEl>
                                      </p:cBhvr>
                                    </p:animEffect>
                                  </p:childTnLst>
                                </p:cTn>
                              </p:par>
                              <p:par>
                                <p:cTn id="36" presetID="2" presetClass="entr" presetSubtype="4" accel="50000" decel="50000" fill="hold" grpId="0" nodeType="withEffect">
                                  <p:stCondLst>
                                    <p:cond delay="0"/>
                                  </p:stCondLst>
                                  <p:childTnLst>
                                    <p:set>
                                      <p:cBhvr>
                                        <p:cTn id="37" dur="1" fill="hold">
                                          <p:stCondLst>
                                            <p:cond delay="0"/>
                                          </p:stCondLst>
                                        </p:cTn>
                                        <p:tgtEl>
                                          <p:spTgt spid="58"/>
                                        </p:tgtEl>
                                        <p:attrNameLst>
                                          <p:attrName>style.visibility</p:attrName>
                                        </p:attrNameLst>
                                      </p:cBhvr>
                                      <p:to>
                                        <p:strVal val="visible"/>
                                      </p:to>
                                    </p:set>
                                    <p:anim calcmode="lin" valueType="num">
                                      <p:cBhvr additive="base">
                                        <p:cTn id="38" dur="500" fill="hold"/>
                                        <p:tgtEl>
                                          <p:spTgt spid="58"/>
                                        </p:tgtEl>
                                        <p:attrNameLst>
                                          <p:attrName>ppt_x</p:attrName>
                                        </p:attrNameLst>
                                      </p:cBhvr>
                                      <p:tavLst>
                                        <p:tav tm="0">
                                          <p:val>
                                            <p:strVal val="#ppt_x"/>
                                          </p:val>
                                        </p:tav>
                                        <p:tav tm="100000">
                                          <p:val>
                                            <p:strVal val="#ppt_x"/>
                                          </p:val>
                                        </p:tav>
                                      </p:tavLst>
                                    </p:anim>
                                    <p:anim calcmode="lin" valueType="num">
                                      <p:cBhvr additive="base">
                                        <p:cTn id="39" dur="500" fill="hold"/>
                                        <p:tgtEl>
                                          <p:spTgt spid="58"/>
                                        </p:tgtEl>
                                        <p:attrNameLst>
                                          <p:attrName>ppt_y</p:attrName>
                                        </p:attrNameLst>
                                      </p:cBhvr>
                                      <p:tavLst>
                                        <p:tav tm="0">
                                          <p:val>
                                            <p:strVal val="1+#ppt_h/2"/>
                                          </p:val>
                                        </p:tav>
                                        <p:tav tm="100000">
                                          <p:val>
                                            <p:strVal val="#ppt_y"/>
                                          </p:val>
                                        </p:tav>
                                      </p:tavLst>
                                    </p:anim>
                                  </p:childTnLst>
                                </p:cTn>
                              </p:par>
                            </p:childTnLst>
                          </p:cTn>
                        </p:par>
                        <p:par>
                          <p:cTn id="40" fill="hold">
                            <p:stCondLst>
                              <p:cond delay="3000"/>
                            </p:stCondLst>
                            <p:childTnLst>
                              <p:par>
                                <p:cTn id="41" presetID="2" presetClass="entr" presetSubtype="4" accel="50000" decel="50000" fill="hold" grpId="0" nodeType="afterEffect" nodePh="1">
                                  <p:stCondLst>
                                    <p:cond delay="0"/>
                                  </p:stCondLst>
                                  <p:endCondLst>
                                    <p:cond evt="begin" delay="0">
                                      <p:tn val="41"/>
                                    </p:cond>
                                  </p:endCondLst>
                                  <p:childTnLst>
                                    <p:set>
                                      <p:cBhvr>
                                        <p:cTn id="42" dur="1" fill="hold">
                                          <p:stCondLst>
                                            <p:cond delay="0"/>
                                          </p:stCondLst>
                                        </p:cTn>
                                        <p:tgtEl>
                                          <p:spTgt spid="62">
                                            <p:txEl>
                                              <p:pRg st="0" end="0"/>
                                            </p:txEl>
                                          </p:spTgt>
                                        </p:tgtEl>
                                        <p:attrNameLst>
                                          <p:attrName>style.visibility</p:attrName>
                                        </p:attrNameLst>
                                      </p:cBhvr>
                                      <p:to>
                                        <p:strVal val="visible"/>
                                      </p:to>
                                    </p:set>
                                    <p:anim calcmode="lin" valueType="num">
                                      <p:cBhvr additive="base">
                                        <p:cTn id="43" dur="500" fill="hold"/>
                                        <p:tgtEl>
                                          <p:spTgt spid="62">
                                            <p:txEl>
                                              <p:pRg st="0" end="0"/>
                                            </p:txEl>
                                          </p:spTgt>
                                        </p:tgtEl>
                                        <p:attrNameLst>
                                          <p:attrName>ppt_x</p:attrName>
                                        </p:attrNameLst>
                                      </p:cBhvr>
                                      <p:tavLst>
                                        <p:tav tm="0">
                                          <p:val>
                                            <p:strVal val="#ppt_x"/>
                                          </p:val>
                                        </p:tav>
                                        <p:tav tm="100000">
                                          <p:val>
                                            <p:strVal val="#ppt_x"/>
                                          </p:val>
                                        </p:tav>
                                      </p:tavLst>
                                    </p:anim>
                                    <p:anim calcmode="lin" valueType="num">
                                      <p:cBhvr additive="base">
                                        <p:cTn id="44" dur="500" fill="hold"/>
                                        <p:tgtEl>
                                          <p:spTgt spid="62">
                                            <p:txEl>
                                              <p:pRg st="0" end="0"/>
                                            </p:txEl>
                                          </p:spTgt>
                                        </p:tgtEl>
                                        <p:attrNameLst>
                                          <p:attrName>ppt_y</p:attrName>
                                        </p:attrNameLst>
                                      </p:cBhvr>
                                      <p:tavLst>
                                        <p:tav tm="0">
                                          <p:val>
                                            <p:strVal val="1+#ppt_h/2"/>
                                          </p:val>
                                        </p:tav>
                                        <p:tav tm="100000">
                                          <p:val>
                                            <p:strVal val="#ppt_y"/>
                                          </p:val>
                                        </p:tav>
                                      </p:tavLst>
                                    </p:anim>
                                  </p:childTnLst>
                                </p:cTn>
                              </p:par>
                            </p:childTnLst>
                          </p:cTn>
                        </p:par>
                        <p:par>
                          <p:cTn id="45" fill="hold">
                            <p:stCondLst>
                              <p:cond delay="3500"/>
                            </p:stCondLst>
                            <p:childTnLst>
                              <p:par>
                                <p:cTn id="46" presetID="2" presetClass="entr" presetSubtype="4" accel="50000" decel="50000" fill="hold" grpId="0" nodeType="afterEffect" nodePh="1">
                                  <p:stCondLst>
                                    <p:cond delay="0"/>
                                  </p:stCondLst>
                                  <p:endCondLst>
                                    <p:cond evt="begin" delay="0">
                                      <p:tn val="46"/>
                                    </p:cond>
                                  </p:endCondLst>
                                  <p:childTnLst>
                                    <p:set>
                                      <p:cBhvr>
                                        <p:cTn id="47" dur="1" fill="hold">
                                          <p:stCondLst>
                                            <p:cond delay="0"/>
                                          </p:stCondLst>
                                        </p:cTn>
                                        <p:tgtEl>
                                          <p:spTgt spid="59">
                                            <p:txEl>
                                              <p:pRg st="0" end="0"/>
                                            </p:txEl>
                                          </p:spTgt>
                                        </p:tgtEl>
                                        <p:attrNameLst>
                                          <p:attrName>style.visibility</p:attrName>
                                        </p:attrNameLst>
                                      </p:cBhvr>
                                      <p:to>
                                        <p:strVal val="visible"/>
                                      </p:to>
                                    </p:set>
                                    <p:anim calcmode="lin" valueType="num">
                                      <p:cBhvr additive="base">
                                        <p:cTn id="48" dur="500" fill="hold"/>
                                        <p:tgtEl>
                                          <p:spTgt spid="59">
                                            <p:txEl>
                                              <p:pRg st="0" end="0"/>
                                            </p:txEl>
                                          </p:spTgt>
                                        </p:tgtEl>
                                        <p:attrNameLst>
                                          <p:attrName>ppt_x</p:attrName>
                                        </p:attrNameLst>
                                      </p:cBhvr>
                                      <p:tavLst>
                                        <p:tav tm="0">
                                          <p:val>
                                            <p:strVal val="#ppt_x"/>
                                          </p:val>
                                        </p:tav>
                                        <p:tav tm="100000">
                                          <p:val>
                                            <p:strVal val="#ppt_x"/>
                                          </p:val>
                                        </p:tav>
                                      </p:tavLst>
                                    </p:anim>
                                    <p:anim calcmode="lin" valueType="num">
                                      <p:cBhvr additive="base">
                                        <p:cTn id="49" dur="500" fill="hold"/>
                                        <p:tgtEl>
                                          <p:spTgt spid="59">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 grpId="0"/>
      <p:bldP spid="38" grpId="0"/>
      <p:bldP spid="40"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40"/>
                        </p:tgtEl>
                        <p:attrNameLst>
                          <p:attrName>style.visibility</p:attrName>
                        </p:attrNameLst>
                      </p:cBhvr>
                      <p:to>
                        <p:strVal val="visible"/>
                      </p:to>
                    </p:set>
                    <p:anim calcmode="lin" valueType="num">
                      <p:cBhvr additive="base">
                        <p:cTn dur="500" fill="hold"/>
                        <p:tgtEl>
                          <p:spTgt spid="40"/>
                        </p:tgtEl>
                        <p:attrNameLst>
                          <p:attrName>ppt_x</p:attrName>
                        </p:attrNameLst>
                      </p:cBhvr>
                      <p:tavLst>
                        <p:tav tm="0">
                          <p:val>
                            <p:strVal val="#ppt_x"/>
                          </p:val>
                        </p:tav>
                        <p:tav tm="100000">
                          <p:val>
                            <p:strVal val="#ppt_x"/>
                          </p:val>
                        </p:tav>
                      </p:tavLst>
                    </p:anim>
                    <p:anim calcmode="lin" valueType="num">
                      <p:cBhvr additive="base">
                        <p:cTn dur="500" fill="hold"/>
                        <p:tgtEl>
                          <p:spTgt spid="40"/>
                        </p:tgtEl>
                        <p:attrNameLst>
                          <p:attrName>ppt_y</p:attrName>
                        </p:attrNameLst>
                      </p:cBhvr>
                      <p:tavLst>
                        <p:tav tm="0">
                          <p:val>
                            <p:strVal val="1+#ppt_h/2"/>
                          </p:val>
                        </p:tav>
                        <p:tav tm="100000">
                          <p:val>
                            <p:strVal val="#ppt_y"/>
                          </p:val>
                        </p:tav>
                      </p:tavLst>
                    </p:anim>
                  </p:childTnLst>
                </p:cTn>
              </p:par>
            </p:tnLst>
          </p:tmpl>
        </p:tmplLst>
      </p:bldP>
      <p:bldP spid="42"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42"/>
                        </p:tgtEl>
                        <p:attrNameLst>
                          <p:attrName>style.visibility</p:attrName>
                        </p:attrNameLst>
                      </p:cBhvr>
                      <p:to>
                        <p:strVal val="visible"/>
                      </p:to>
                    </p:set>
                    <p:anim calcmode="lin" valueType="num">
                      <p:cBhvr additive="base">
                        <p:cTn dur="500" fill="hold"/>
                        <p:tgtEl>
                          <p:spTgt spid="42"/>
                        </p:tgtEl>
                        <p:attrNameLst>
                          <p:attrName>ppt_x</p:attrName>
                        </p:attrNameLst>
                      </p:cBhvr>
                      <p:tavLst>
                        <p:tav tm="0">
                          <p:val>
                            <p:strVal val="#ppt_x"/>
                          </p:val>
                        </p:tav>
                        <p:tav tm="100000">
                          <p:val>
                            <p:strVal val="#ppt_x"/>
                          </p:val>
                        </p:tav>
                      </p:tavLst>
                    </p:anim>
                    <p:anim calcmode="lin" valueType="num">
                      <p:cBhvr additive="base">
                        <p:cTn dur="500" fill="hold"/>
                        <p:tgtEl>
                          <p:spTgt spid="42"/>
                        </p:tgtEl>
                        <p:attrNameLst>
                          <p:attrName>ppt_y</p:attrName>
                        </p:attrNameLst>
                      </p:cBhvr>
                      <p:tavLst>
                        <p:tav tm="0">
                          <p:val>
                            <p:strVal val="1+#ppt_h/2"/>
                          </p:val>
                        </p:tav>
                        <p:tav tm="100000">
                          <p:val>
                            <p:strVal val="#ppt_y"/>
                          </p:val>
                        </p:tav>
                      </p:tavLst>
                    </p:anim>
                  </p:childTnLst>
                </p:cTn>
              </p:par>
            </p:tnLst>
          </p:tmpl>
        </p:tmplLst>
      </p:bldP>
      <p:bldP spid="59"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59"/>
                        </p:tgtEl>
                        <p:attrNameLst>
                          <p:attrName>style.visibility</p:attrName>
                        </p:attrNameLst>
                      </p:cBhvr>
                      <p:to>
                        <p:strVal val="visible"/>
                      </p:to>
                    </p:set>
                    <p:anim calcmode="lin" valueType="num">
                      <p:cBhvr additive="base">
                        <p:cTn dur="500" fill="hold"/>
                        <p:tgtEl>
                          <p:spTgt spid="59"/>
                        </p:tgtEl>
                        <p:attrNameLst>
                          <p:attrName>ppt_x</p:attrName>
                        </p:attrNameLst>
                      </p:cBhvr>
                      <p:tavLst>
                        <p:tav tm="0">
                          <p:val>
                            <p:strVal val="#ppt_x"/>
                          </p:val>
                        </p:tav>
                        <p:tav tm="100000">
                          <p:val>
                            <p:strVal val="#ppt_x"/>
                          </p:val>
                        </p:tav>
                      </p:tavLst>
                    </p:anim>
                    <p:anim calcmode="lin" valueType="num">
                      <p:cBhvr additive="base">
                        <p:cTn dur="500" fill="hold"/>
                        <p:tgtEl>
                          <p:spTgt spid="59"/>
                        </p:tgtEl>
                        <p:attrNameLst>
                          <p:attrName>ppt_y</p:attrName>
                        </p:attrNameLst>
                      </p:cBhvr>
                      <p:tavLst>
                        <p:tav tm="0">
                          <p:val>
                            <p:strVal val="1+#ppt_h/2"/>
                          </p:val>
                        </p:tav>
                        <p:tav tm="100000">
                          <p:val>
                            <p:strVal val="#ppt_y"/>
                          </p:val>
                        </p:tav>
                      </p:tavLst>
                    </p:anim>
                  </p:childTnLst>
                </p:cTn>
              </p:par>
            </p:tnLst>
          </p:tmpl>
        </p:tmplLst>
      </p:bldP>
      <p:bldP spid="62"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62"/>
                        </p:tgtEl>
                        <p:attrNameLst>
                          <p:attrName>style.visibility</p:attrName>
                        </p:attrNameLst>
                      </p:cBhvr>
                      <p:to>
                        <p:strVal val="visible"/>
                      </p:to>
                    </p:set>
                    <p:anim calcmode="lin" valueType="num">
                      <p:cBhvr additive="base">
                        <p:cTn dur="500" fill="hold"/>
                        <p:tgtEl>
                          <p:spTgt spid="62"/>
                        </p:tgtEl>
                        <p:attrNameLst>
                          <p:attrName>ppt_x</p:attrName>
                        </p:attrNameLst>
                      </p:cBhvr>
                      <p:tavLst>
                        <p:tav tm="0">
                          <p:val>
                            <p:strVal val="#ppt_x"/>
                          </p:val>
                        </p:tav>
                        <p:tav tm="100000">
                          <p:val>
                            <p:strVal val="#ppt_x"/>
                          </p:val>
                        </p:tav>
                      </p:tavLst>
                    </p:anim>
                    <p:anim calcmode="lin" valueType="num">
                      <p:cBhvr additive="base">
                        <p:cTn dur="500" fill="hold"/>
                        <p:tgtEl>
                          <p:spTgt spid="62"/>
                        </p:tgtEl>
                        <p:attrNameLst>
                          <p:attrName>ppt_y</p:attrName>
                        </p:attrNameLst>
                      </p:cBhvr>
                      <p:tavLst>
                        <p:tav tm="0">
                          <p:val>
                            <p:strVal val="1+#ppt_h/2"/>
                          </p:val>
                        </p:tav>
                        <p:tav tm="100000">
                          <p:val>
                            <p:strVal val="#ppt_y"/>
                          </p:val>
                        </p:tav>
                      </p:tavLst>
                    </p:anim>
                  </p:childTnLst>
                </p:cTn>
              </p:par>
            </p:tnLst>
          </p:tmpl>
        </p:tmplLst>
      </p:bldP>
      <p:bldP spid="32" grpId="0" animBg="1"/>
      <p:bldP spid="41"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41"/>
                        </p:tgtEl>
                        <p:attrNameLst>
                          <p:attrName>style.visibility</p:attrName>
                        </p:attrNameLst>
                      </p:cBhvr>
                      <p:to>
                        <p:strVal val="visible"/>
                      </p:to>
                    </p:set>
                    <p:animEffect transition="in" filter="wipe(down)">
                      <p:cBhvr>
                        <p:cTn dur="500"/>
                        <p:tgtEl>
                          <p:spTgt spid="41"/>
                        </p:tgtEl>
                      </p:cBhvr>
                    </p:animEffect>
                  </p:childTnLst>
                </p:cTn>
              </p:par>
            </p:tnLst>
          </p:tmpl>
        </p:tmplLst>
      </p:bldP>
      <p:bldP spid="60" grpId="0" animBg="1"/>
      <p:bldP spid="61"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61"/>
                        </p:tgtEl>
                        <p:attrNameLst>
                          <p:attrName>style.visibility</p:attrName>
                        </p:attrNameLst>
                      </p:cBhvr>
                      <p:to>
                        <p:strVal val="visible"/>
                      </p:to>
                    </p:set>
                    <p:animEffect transition="in" filter="wipe(down)">
                      <p:cBhvr>
                        <p:cTn dur="500"/>
                        <p:tgtEl>
                          <p:spTgt spid="61"/>
                        </p:tgtEl>
                      </p:cBhvr>
                    </p:animEffect>
                  </p:childTnLst>
                </p:cTn>
              </p:par>
            </p:tnLst>
          </p:tmpl>
        </p:tmplLst>
      </p:bldP>
    </p:bldLst>
  </p:timing>
</p:sldLayout>
</file>

<file path=ppt/slideLayouts/slideLayout302.xml><?xml version="1.0" encoding="utf-8"?>
<p:sldLayout xmlns:a="http://schemas.openxmlformats.org/drawingml/2006/main" xmlns:r="http://schemas.openxmlformats.org/officeDocument/2006/relationships" xmlns:p="http://schemas.openxmlformats.org/presentationml/2006/main" userDrawn="1">
  <p:cSld name="3-Pics">
    <p:spTree>
      <p:nvGrpSpPr>
        <p:cNvPr id="1" name=""/>
        <p:cNvGrpSpPr/>
        <p:nvPr/>
      </p:nvGrpSpPr>
      <p:grpSpPr>
        <a:xfrm>
          <a:off x="0" y="0"/>
          <a:ext cx="0" cy="0"/>
          <a:chOff x="0" y="0"/>
          <a:chExt cx="0" cy="0"/>
        </a:xfrm>
      </p:grpSpPr>
      <p:sp>
        <p:nvSpPr>
          <p:cNvPr id="75" name="Picture Placeholder 7"/>
          <p:cNvSpPr>
            <a:spLocks noGrp="1"/>
          </p:cNvSpPr>
          <p:nvPr>
            <p:ph type="pic" sz="quarter" idx="10" hasCustomPrompt="1"/>
          </p:nvPr>
        </p:nvSpPr>
        <p:spPr>
          <a:xfrm>
            <a:off x="858245" y="2220287"/>
            <a:ext cx="3322495" cy="2522991"/>
          </a:xfrm>
          <a:prstGeom prst="downArrowCallout">
            <a:avLst>
              <a:gd name="adj1" fmla="val 35178"/>
              <a:gd name="adj2" fmla="val 13059"/>
              <a:gd name="adj3" fmla="val 7566"/>
              <a:gd name="adj4" fmla="val 92434"/>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76" name="Text Placeholder 3"/>
          <p:cNvSpPr>
            <a:spLocks noGrp="1"/>
          </p:cNvSpPr>
          <p:nvPr>
            <p:ph type="body" sz="half" idx="15"/>
          </p:nvPr>
        </p:nvSpPr>
        <p:spPr>
          <a:xfrm>
            <a:off x="865268" y="5155135"/>
            <a:ext cx="3315472" cy="846795"/>
          </a:xfrm>
          <a:prstGeom prst="rect">
            <a:avLst/>
          </a:prstGeom>
        </p:spPr>
        <p:txBody>
          <a:bodyPr wrap="non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a:solidFill>
                <a:schemeClr val="tx1">
                  <a:lumMod val="50000"/>
                  <a:lumOff val="50000"/>
                </a:schemeClr>
              </a:solidFill>
            </a:endParaRPr>
          </a:p>
        </p:txBody>
      </p:sp>
      <p:sp>
        <p:nvSpPr>
          <p:cNvPr id="77" name="Text Placeholder 3"/>
          <p:cNvSpPr>
            <a:spLocks noGrp="1"/>
          </p:cNvSpPr>
          <p:nvPr>
            <p:ph type="body" sz="half" idx="17"/>
          </p:nvPr>
        </p:nvSpPr>
        <p:spPr>
          <a:xfrm>
            <a:off x="858243" y="4880532"/>
            <a:ext cx="3324756" cy="257040"/>
          </a:xfrm>
          <a:prstGeom prst="rect">
            <a:avLst/>
          </a:prstGeom>
        </p:spPr>
        <p:txBody>
          <a:bodyPr wrap="none" lIns="0" tIns="0" rIns="0" bIns="0" anchor="ctr">
            <a:noAutofit/>
          </a:bodyPr>
          <a:lstStyle>
            <a:lvl1pPr marL="0" indent="0" algn="ctr">
              <a:buNone/>
              <a:defRPr sz="1467" b="1" baseline="0">
                <a:solidFill>
                  <a:schemeClr val="accent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78" name="Rectangle 77"/>
          <p:cNvSpPr/>
          <p:nvPr userDrawn="1"/>
        </p:nvSpPr>
        <p:spPr>
          <a:xfrm>
            <a:off x="865267" y="1710413"/>
            <a:ext cx="3315472" cy="50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1867" dirty="0">
              <a:solidFill>
                <a:srgbClr val="FFFFFF"/>
              </a:solidFill>
            </a:endParaRPr>
          </a:p>
        </p:txBody>
      </p:sp>
      <p:sp>
        <p:nvSpPr>
          <p:cNvPr id="79" name="Text Placeholder 3"/>
          <p:cNvSpPr>
            <a:spLocks noGrp="1"/>
          </p:cNvSpPr>
          <p:nvPr>
            <p:ph type="body" sz="half" idx="16"/>
          </p:nvPr>
        </p:nvSpPr>
        <p:spPr>
          <a:xfrm>
            <a:off x="990157" y="1830583"/>
            <a:ext cx="3065691" cy="267661"/>
          </a:xfrm>
          <a:prstGeom prst="rect">
            <a:avLst/>
          </a:prstGeom>
        </p:spPr>
        <p:txBody>
          <a:bodyPr wrap="non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80" name="Picture Placeholder 7"/>
          <p:cNvSpPr>
            <a:spLocks noGrp="1"/>
          </p:cNvSpPr>
          <p:nvPr>
            <p:ph type="pic" sz="quarter" idx="18" hasCustomPrompt="1"/>
          </p:nvPr>
        </p:nvSpPr>
        <p:spPr>
          <a:xfrm>
            <a:off x="4445005" y="2220287"/>
            <a:ext cx="3322495" cy="2522991"/>
          </a:xfrm>
          <a:prstGeom prst="downArrowCallout">
            <a:avLst>
              <a:gd name="adj1" fmla="val 35178"/>
              <a:gd name="adj2" fmla="val 13059"/>
              <a:gd name="adj3" fmla="val 7566"/>
              <a:gd name="adj4" fmla="val 92434"/>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81" name="Text Placeholder 3"/>
          <p:cNvSpPr>
            <a:spLocks noGrp="1"/>
          </p:cNvSpPr>
          <p:nvPr>
            <p:ph type="body" sz="half" idx="19"/>
          </p:nvPr>
        </p:nvSpPr>
        <p:spPr>
          <a:xfrm>
            <a:off x="4452025" y="5155135"/>
            <a:ext cx="3315472" cy="846795"/>
          </a:xfrm>
          <a:prstGeom prst="rect">
            <a:avLst/>
          </a:prstGeom>
        </p:spPr>
        <p:txBody>
          <a:bodyPr wrap="non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a:solidFill>
                <a:schemeClr val="tx1">
                  <a:lumMod val="50000"/>
                  <a:lumOff val="50000"/>
                </a:schemeClr>
              </a:solidFill>
            </a:endParaRPr>
          </a:p>
        </p:txBody>
      </p:sp>
      <p:sp>
        <p:nvSpPr>
          <p:cNvPr id="82" name="Text Placeholder 3"/>
          <p:cNvSpPr>
            <a:spLocks noGrp="1"/>
          </p:cNvSpPr>
          <p:nvPr>
            <p:ph type="body" sz="half" idx="20"/>
          </p:nvPr>
        </p:nvSpPr>
        <p:spPr>
          <a:xfrm>
            <a:off x="4445001" y="4880532"/>
            <a:ext cx="3324756" cy="257040"/>
          </a:xfrm>
          <a:prstGeom prst="rect">
            <a:avLst/>
          </a:prstGeom>
        </p:spPr>
        <p:txBody>
          <a:bodyPr wrap="none" lIns="0" tIns="0" rIns="0" bIns="0" anchor="ctr">
            <a:noAutofit/>
          </a:bodyPr>
          <a:lstStyle>
            <a:lvl1pPr marL="0" indent="0" algn="ctr">
              <a:buNone/>
              <a:defRPr sz="1467" b="1" baseline="0">
                <a:solidFill>
                  <a:schemeClr val="accent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83" name="Rectangle 82"/>
          <p:cNvSpPr/>
          <p:nvPr userDrawn="1"/>
        </p:nvSpPr>
        <p:spPr>
          <a:xfrm>
            <a:off x="4452025" y="1710413"/>
            <a:ext cx="3315472" cy="50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1867" dirty="0">
              <a:solidFill>
                <a:srgbClr val="FFFFFF"/>
              </a:solidFill>
            </a:endParaRPr>
          </a:p>
        </p:txBody>
      </p:sp>
      <p:sp>
        <p:nvSpPr>
          <p:cNvPr id="84" name="Text Placeholder 3"/>
          <p:cNvSpPr>
            <a:spLocks noGrp="1"/>
          </p:cNvSpPr>
          <p:nvPr>
            <p:ph type="body" sz="half" idx="21"/>
          </p:nvPr>
        </p:nvSpPr>
        <p:spPr>
          <a:xfrm>
            <a:off x="4576916" y="1830583"/>
            <a:ext cx="3065691" cy="267661"/>
          </a:xfrm>
          <a:prstGeom prst="rect">
            <a:avLst/>
          </a:prstGeom>
        </p:spPr>
        <p:txBody>
          <a:bodyPr wrap="non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85" name="Picture Placeholder 7"/>
          <p:cNvSpPr>
            <a:spLocks noGrp="1"/>
          </p:cNvSpPr>
          <p:nvPr>
            <p:ph type="pic" sz="quarter" idx="22" hasCustomPrompt="1"/>
          </p:nvPr>
        </p:nvSpPr>
        <p:spPr>
          <a:xfrm>
            <a:off x="8026403" y="2220287"/>
            <a:ext cx="3322495" cy="2522991"/>
          </a:xfrm>
          <a:prstGeom prst="downArrowCallout">
            <a:avLst>
              <a:gd name="adj1" fmla="val 35178"/>
              <a:gd name="adj2" fmla="val 13059"/>
              <a:gd name="adj3" fmla="val 7566"/>
              <a:gd name="adj4" fmla="val 92434"/>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86" name="Text Placeholder 3"/>
          <p:cNvSpPr>
            <a:spLocks noGrp="1"/>
          </p:cNvSpPr>
          <p:nvPr>
            <p:ph type="body" sz="half" idx="23"/>
          </p:nvPr>
        </p:nvSpPr>
        <p:spPr>
          <a:xfrm>
            <a:off x="8033427" y="5155135"/>
            <a:ext cx="3315472" cy="846795"/>
          </a:xfrm>
          <a:prstGeom prst="rect">
            <a:avLst/>
          </a:prstGeom>
        </p:spPr>
        <p:txBody>
          <a:bodyPr wrap="non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a:solidFill>
                <a:schemeClr val="tx1">
                  <a:lumMod val="50000"/>
                  <a:lumOff val="50000"/>
                </a:schemeClr>
              </a:solidFill>
            </a:endParaRPr>
          </a:p>
        </p:txBody>
      </p:sp>
      <p:sp>
        <p:nvSpPr>
          <p:cNvPr id="87" name="Text Placeholder 3"/>
          <p:cNvSpPr>
            <a:spLocks noGrp="1"/>
          </p:cNvSpPr>
          <p:nvPr>
            <p:ph type="body" sz="half" idx="24"/>
          </p:nvPr>
        </p:nvSpPr>
        <p:spPr>
          <a:xfrm>
            <a:off x="8026402" y="4880532"/>
            <a:ext cx="3324756" cy="257040"/>
          </a:xfrm>
          <a:prstGeom prst="rect">
            <a:avLst/>
          </a:prstGeom>
        </p:spPr>
        <p:txBody>
          <a:bodyPr wrap="none" lIns="0" tIns="0" rIns="0" bIns="0" anchor="ctr">
            <a:noAutofit/>
          </a:bodyPr>
          <a:lstStyle>
            <a:lvl1pPr marL="0" indent="0" algn="ctr">
              <a:buNone/>
              <a:defRPr sz="1467" b="1" baseline="0">
                <a:solidFill>
                  <a:schemeClr val="accent3"/>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88" name="Rectangle 87"/>
          <p:cNvSpPr/>
          <p:nvPr userDrawn="1"/>
        </p:nvSpPr>
        <p:spPr>
          <a:xfrm>
            <a:off x="8033425" y="1710413"/>
            <a:ext cx="3315472" cy="508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1867" dirty="0">
              <a:solidFill>
                <a:srgbClr val="FFFFFF"/>
              </a:solidFill>
            </a:endParaRPr>
          </a:p>
        </p:txBody>
      </p:sp>
      <p:sp>
        <p:nvSpPr>
          <p:cNvPr id="89" name="Text Placeholder 3"/>
          <p:cNvSpPr>
            <a:spLocks noGrp="1"/>
          </p:cNvSpPr>
          <p:nvPr>
            <p:ph type="body" sz="half" idx="25"/>
          </p:nvPr>
        </p:nvSpPr>
        <p:spPr>
          <a:xfrm>
            <a:off x="8158316" y="1830583"/>
            <a:ext cx="3065691" cy="267661"/>
          </a:xfrm>
          <a:prstGeom prst="rect">
            <a:avLst/>
          </a:prstGeom>
        </p:spPr>
        <p:txBody>
          <a:bodyPr wrap="non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21"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22"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17740538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accel="50000" decel="50000" fill="hold" grpId="0" nodeType="afterEffect">
                                  <p:stCondLst>
                                    <p:cond delay="0"/>
                                  </p:stCondLst>
                                  <p:childTnLst>
                                    <p:set>
                                      <p:cBhvr>
                                        <p:cTn id="6" dur="1" fill="hold">
                                          <p:stCondLst>
                                            <p:cond delay="0"/>
                                          </p:stCondLst>
                                        </p:cTn>
                                        <p:tgtEl>
                                          <p:spTgt spid="78"/>
                                        </p:tgtEl>
                                        <p:attrNameLst>
                                          <p:attrName>style.visibility</p:attrName>
                                        </p:attrNameLst>
                                      </p:cBhvr>
                                      <p:to>
                                        <p:strVal val="visible"/>
                                      </p:to>
                                    </p:set>
                                    <p:anim calcmode="lin" valueType="num">
                                      <p:cBhvr additive="base">
                                        <p:cTn id="7" dur="500" fill="hold"/>
                                        <p:tgtEl>
                                          <p:spTgt spid="78"/>
                                        </p:tgtEl>
                                        <p:attrNameLst>
                                          <p:attrName>ppt_x</p:attrName>
                                        </p:attrNameLst>
                                      </p:cBhvr>
                                      <p:tavLst>
                                        <p:tav tm="0">
                                          <p:val>
                                            <p:strVal val="#ppt_x"/>
                                          </p:val>
                                        </p:tav>
                                        <p:tav tm="100000">
                                          <p:val>
                                            <p:strVal val="#ppt_x"/>
                                          </p:val>
                                        </p:tav>
                                      </p:tavLst>
                                    </p:anim>
                                    <p:anim calcmode="lin" valueType="num">
                                      <p:cBhvr additive="base">
                                        <p:cTn id="8" dur="500" fill="hold"/>
                                        <p:tgtEl>
                                          <p:spTgt spid="78"/>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2" presetClass="entr" presetSubtype="4" fill="hold" grpId="0" nodeType="afterEffect" nodePh="1">
                                  <p:stCondLst>
                                    <p:cond delay="0"/>
                                  </p:stCondLst>
                                  <p:endCondLst>
                                    <p:cond evt="begin" delay="0">
                                      <p:tn val="10"/>
                                    </p:cond>
                                  </p:endCondLst>
                                  <p:childTnLst>
                                    <p:set>
                                      <p:cBhvr>
                                        <p:cTn id="11" dur="1" fill="hold">
                                          <p:stCondLst>
                                            <p:cond delay="0"/>
                                          </p:stCondLst>
                                        </p:cTn>
                                        <p:tgtEl>
                                          <p:spTgt spid="79">
                                            <p:txEl>
                                              <p:pRg st="0" end="0"/>
                                            </p:txEl>
                                          </p:spTgt>
                                        </p:tgtEl>
                                        <p:attrNameLst>
                                          <p:attrName>style.visibility</p:attrName>
                                        </p:attrNameLst>
                                      </p:cBhvr>
                                      <p:to>
                                        <p:strVal val="visible"/>
                                      </p:to>
                                    </p:set>
                                    <p:animEffect transition="in" filter="wipe(down)">
                                      <p:cBhvr>
                                        <p:cTn id="12" dur="500"/>
                                        <p:tgtEl>
                                          <p:spTgt spid="79">
                                            <p:txEl>
                                              <p:pRg st="0" end="0"/>
                                            </p:txEl>
                                          </p:spTgt>
                                        </p:tgtEl>
                                      </p:cBhvr>
                                    </p:animEffect>
                                  </p:childTnLst>
                                </p:cTn>
                              </p:par>
                              <p:par>
                                <p:cTn id="13" presetID="2" presetClass="entr" presetSubtype="4" accel="50000" decel="50000" fill="hold" grpId="0" nodeType="withEffect">
                                  <p:stCondLst>
                                    <p:cond delay="0"/>
                                  </p:stCondLst>
                                  <p:childTnLst>
                                    <p:set>
                                      <p:cBhvr>
                                        <p:cTn id="14" dur="1" fill="hold">
                                          <p:stCondLst>
                                            <p:cond delay="0"/>
                                          </p:stCondLst>
                                        </p:cTn>
                                        <p:tgtEl>
                                          <p:spTgt spid="75"/>
                                        </p:tgtEl>
                                        <p:attrNameLst>
                                          <p:attrName>style.visibility</p:attrName>
                                        </p:attrNameLst>
                                      </p:cBhvr>
                                      <p:to>
                                        <p:strVal val="visible"/>
                                      </p:to>
                                    </p:set>
                                    <p:anim calcmode="lin" valueType="num">
                                      <p:cBhvr additive="base">
                                        <p:cTn id="15" dur="500" fill="hold"/>
                                        <p:tgtEl>
                                          <p:spTgt spid="75"/>
                                        </p:tgtEl>
                                        <p:attrNameLst>
                                          <p:attrName>ppt_x</p:attrName>
                                        </p:attrNameLst>
                                      </p:cBhvr>
                                      <p:tavLst>
                                        <p:tav tm="0">
                                          <p:val>
                                            <p:strVal val="#ppt_x"/>
                                          </p:val>
                                        </p:tav>
                                        <p:tav tm="100000">
                                          <p:val>
                                            <p:strVal val="#ppt_x"/>
                                          </p:val>
                                        </p:tav>
                                      </p:tavLst>
                                    </p:anim>
                                    <p:anim calcmode="lin" valueType="num">
                                      <p:cBhvr additive="base">
                                        <p:cTn id="16" dur="500" fill="hold"/>
                                        <p:tgtEl>
                                          <p:spTgt spid="75"/>
                                        </p:tgtEl>
                                        <p:attrNameLst>
                                          <p:attrName>ppt_y</p:attrName>
                                        </p:attrNameLst>
                                      </p:cBhvr>
                                      <p:tavLst>
                                        <p:tav tm="0">
                                          <p:val>
                                            <p:strVal val="1+#ppt_h/2"/>
                                          </p:val>
                                        </p:tav>
                                        <p:tav tm="100000">
                                          <p:val>
                                            <p:strVal val="#ppt_y"/>
                                          </p:val>
                                        </p:tav>
                                      </p:tavLst>
                                    </p:anim>
                                  </p:childTnLst>
                                </p:cTn>
                              </p:par>
                            </p:childTnLst>
                          </p:cTn>
                        </p:par>
                        <p:par>
                          <p:cTn id="17" fill="hold">
                            <p:stCondLst>
                              <p:cond delay="1000"/>
                            </p:stCondLst>
                            <p:childTnLst>
                              <p:par>
                                <p:cTn id="18" presetID="2" presetClass="entr" presetSubtype="4" accel="50000" decel="50000" fill="hold" grpId="0" nodeType="afterEffect" nodePh="1">
                                  <p:stCondLst>
                                    <p:cond delay="0"/>
                                  </p:stCondLst>
                                  <p:endCondLst>
                                    <p:cond evt="begin" delay="0">
                                      <p:tn val="18"/>
                                    </p:cond>
                                  </p:endCondLst>
                                  <p:childTnLst>
                                    <p:set>
                                      <p:cBhvr>
                                        <p:cTn id="19" dur="1" fill="hold">
                                          <p:stCondLst>
                                            <p:cond delay="0"/>
                                          </p:stCondLst>
                                        </p:cTn>
                                        <p:tgtEl>
                                          <p:spTgt spid="77">
                                            <p:txEl>
                                              <p:pRg st="0" end="0"/>
                                            </p:txEl>
                                          </p:spTgt>
                                        </p:tgtEl>
                                        <p:attrNameLst>
                                          <p:attrName>style.visibility</p:attrName>
                                        </p:attrNameLst>
                                      </p:cBhvr>
                                      <p:to>
                                        <p:strVal val="visible"/>
                                      </p:to>
                                    </p:set>
                                    <p:anim calcmode="lin" valueType="num">
                                      <p:cBhvr additive="base">
                                        <p:cTn id="20" dur="500" fill="hold"/>
                                        <p:tgtEl>
                                          <p:spTgt spid="77">
                                            <p:txEl>
                                              <p:pRg st="0" end="0"/>
                                            </p:txEl>
                                          </p:spTgt>
                                        </p:tgtEl>
                                        <p:attrNameLst>
                                          <p:attrName>ppt_x</p:attrName>
                                        </p:attrNameLst>
                                      </p:cBhvr>
                                      <p:tavLst>
                                        <p:tav tm="0">
                                          <p:val>
                                            <p:strVal val="#ppt_x"/>
                                          </p:val>
                                        </p:tav>
                                        <p:tav tm="100000">
                                          <p:val>
                                            <p:strVal val="#ppt_x"/>
                                          </p:val>
                                        </p:tav>
                                      </p:tavLst>
                                    </p:anim>
                                    <p:anim calcmode="lin" valueType="num">
                                      <p:cBhvr additive="base">
                                        <p:cTn id="21" dur="500" fill="hold"/>
                                        <p:tgtEl>
                                          <p:spTgt spid="77">
                                            <p:txEl>
                                              <p:pRg st="0" end="0"/>
                                            </p:txEl>
                                          </p:spTgt>
                                        </p:tgtEl>
                                        <p:attrNameLst>
                                          <p:attrName>ppt_y</p:attrName>
                                        </p:attrNameLst>
                                      </p:cBhvr>
                                      <p:tavLst>
                                        <p:tav tm="0">
                                          <p:val>
                                            <p:strVal val="1+#ppt_h/2"/>
                                          </p:val>
                                        </p:tav>
                                        <p:tav tm="100000">
                                          <p:val>
                                            <p:strVal val="#ppt_y"/>
                                          </p:val>
                                        </p:tav>
                                      </p:tavLst>
                                    </p:anim>
                                  </p:childTnLst>
                                </p:cTn>
                              </p:par>
                            </p:childTnLst>
                          </p:cTn>
                        </p:par>
                        <p:par>
                          <p:cTn id="22" fill="hold">
                            <p:stCondLst>
                              <p:cond delay="1500"/>
                            </p:stCondLst>
                            <p:childTnLst>
                              <p:par>
                                <p:cTn id="23" presetID="2" presetClass="entr" presetSubtype="4" accel="50000" decel="50000" fill="hold" grpId="0" nodeType="afterEffect" nodePh="1">
                                  <p:stCondLst>
                                    <p:cond delay="0"/>
                                  </p:stCondLst>
                                  <p:endCondLst>
                                    <p:cond evt="begin" delay="0">
                                      <p:tn val="23"/>
                                    </p:cond>
                                  </p:endCondLst>
                                  <p:childTnLst>
                                    <p:set>
                                      <p:cBhvr>
                                        <p:cTn id="24" dur="1" fill="hold">
                                          <p:stCondLst>
                                            <p:cond delay="0"/>
                                          </p:stCondLst>
                                        </p:cTn>
                                        <p:tgtEl>
                                          <p:spTgt spid="76">
                                            <p:txEl>
                                              <p:pRg st="0" end="0"/>
                                            </p:txEl>
                                          </p:spTgt>
                                        </p:tgtEl>
                                        <p:attrNameLst>
                                          <p:attrName>style.visibility</p:attrName>
                                        </p:attrNameLst>
                                      </p:cBhvr>
                                      <p:to>
                                        <p:strVal val="visible"/>
                                      </p:to>
                                    </p:set>
                                    <p:anim calcmode="lin" valueType="num">
                                      <p:cBhvr additive="base">
                                        <p:cTn id="25" dur="500" fill="hold"/>
                                        <p:tgtEl>
                                          <p:spTgt spid="76">
                                            <p:txEl>
                                              <p:pRg st="0" end="0"/>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76">
                                            <p:txEl>
                                              <p:pRg st="0" end="0"/>
                                            </p:txEl>
                                          </p:spTgt>
                                        </p:tgtEl>
                                        <p:attrNameLst>
                                          <p:attrName>ppt_y</p:attrName>
                                        </p:attrNameLst>
                                      </p:cBhvr>
                                      <p:tavLst>
                                        <p:tav tm="0">
                                          <p:val>
                                            <p:strVal val="1+#ppt_h/2"/>
                                          </p:val>
                                        </p:tav>
                                        <p:tav tm="100000">
                                          <p:val>
                                            <p:strVal val="#ppt_y"/>
                                          </p:val>
                                        </p:tav>
                                      </p:tavLst>
                                    </p:anim>
                                  </p:childTnLst>
                                </p:cTn>
                              </p:par>
                            </p:childTnLst>
                          </p:cTn>
                        </p:par>
                        <p:par>
                          <p:cTn id="27" fill="hold">
                            <p:stCondLst>
                              <p:cond delay="2000"/>
                            </p:stCondLst>
                            <p:childTnLst>
                              <p:par>
                                <p:cTn id="28" presetID="2" presetClass="entr" presetSubtype="1" accel="50000" decel="50000" fill="hold" grpId="0" nodeType="afterEffect">
                                  <p:stCondLst>
                                    <p:cond delay="0"/>
                                  </p:stCondLst>
                                  <p:childTnLst>
                                    <p:set>
                                      <p:cBhvr>
                                        <p:cTn id="29" dur="1" fill="hold">
                                          <p:stCondLst>
                                            <p:cond delay="0"/>
                                          </p:stCondLst>
                                        </p:cTn>
                                        <p:tgtEl>
                                          <p:spTgt spid="83"/>
                                        </p:tgtEl>
                                        <p:attrNameLst>
                                          <p:attrName>style.visibility</p:attrName>
                                        </p:attrNameLst>
                                      </p:cBhvr>
                                      <p:to>
                                        <p:strVal val="visible"/>
                                      </p:to>
                                    </p:set>
                                    <p:anim calcmode="lin" valueType="num">
                                      <p:cBhvr additive="base">
                                        <p:cTn id="30" dur="500" fill="hold"/>
                                        <p:tgtEl>
                                          <p:spTgt spid="83"/>
                                        </p:tgtEl>
                                        <p:attrNameLst>
                                          <p:attrName>ppt_x</p:attrName>
                                        </p:attrNameLst>
                                      </p:cBhvr>
                                      <p:tavLst>
                                        <p:tav tm="0">
                                          <p:val>
                                            <p:strVal val="#ppt_x"/>
                                          </p:val>
                                        </p:tav>
                                        <p:tav tm="100000">
                                          <p:val>
                                            <p:strVal val="#ppt_x"/>
                                          </p:val>
                                        </p:tav>
                                      </p:tavLst>
                                    </p:anim>
                                    <p:anim calcmode="lin" valueType="num">
                                      <p:cBhvr additive="base">
                                        <p:cTn id="31" dur="500" fill="hold"/>
                                        <p:tgtEl>
                                          <p:spTgt spid="83"/>
                                        </p:tgtEl>
                                        <p:attrNameLst>
                                          <p:attrName>ppt_y</p:attrName>
                                        </p:attrNameLst>
                                      </p:cBhvr>
                                      <p:tavLst>
                                        <p:tav tm="0">
                                          <p:val>
                                            <p:strVal val="0-#ppt_h/2"/>
                                          </p:val>
                                        </p:tav>
                                        <p:tav tm="100000">
                                          <p:val>
                                            <p:strVal val="#ppt_y"/>
                                          </p:val>
                                        </p:tav>
                                      </p:tavLst>
                                    </p:anim>
                                  </p:childTnLst>
                                </p:cTn>
                              </p:par>
                            </p:childTnLst>
                          </p:cTn>
                        </p:par>
                        <p:par>
                          <p:cTn id="32" fill="hold">
                            <p:stCondLst>
                              <p:cond delay="2500"/>
                            </p:stCondLst>
                            <p:childTnLst>
                              <p:par>
                                <p:cTn id="33" presetID="22" presetClass="entr" presetSubtype="4" fill="hold" grpId="0" nodeType="afterEffect" nodePh="1">
                                  <p:stCondLst>
                                    <p:cond delay="0"/>
                                  </p:stCondLst>
                                  <p:endCondLst>
                                    <p:cond evt="begin" delay="0">
                                      <p:tn val="33"/>
                                    </p:cond>
                                  </p:endCondLst>
                                  <p:childTnLst>
                                    <p:set>
                                      <p:cBhvr>
                                        <p:cTn id="34" dur="1" fill="hold">
                                          <p:stCondLst>
                                            <p:cond delay="0"/>
                                          </p:stCondLst>
                                        </p:cTn>
                                        <p:tgtEl>
                                          <p:spTgt spid="84">
                                            <p:txEl>
                                              <p:pRg st="0" end="0"/>
                                            </p:txEl>
                                          </p:spTgt>
                                        </p:tgtEl>
                                        <p:attrNameLst>
                                          <p:attrName>style.visibility</p:attrName>
                                        </p:attrNameLst>
                                      </p:cBhvr>
                                      <p:to>
                                        <p:strVal val="visible"/>
                                      </p:to>
                                    </p:set>
                                    <p:animEffect transition="in" filter="wipe(down)">
                                      <p:cBhvr>
                                        <p:cTn id="35" dur="500"/>
                                        <p:tgtEl>
                                          <p:spTgt spid="84">
                                            <p:txEl>
                                              <p:pRg st="0" end="0"/>
                                            </p:txEl>
                                          </p:spTgt>
                                        </p:tgtEl>
                                      </p:cBhvr>
                                    </p:animEffect>
                                  </p:childTnLst>
                                </p:cTn>
                              </p:par>
                              <p:par>
                                <p:cTn id="36" presetID="2" presetClass="entr" presetSubtype="4" accel="50000" decel="50000" fill="hold" grpId="0" nodeType="withEffect">
                                  <p:stCondLst>
                                    <p:cond delay="0"/>
                                  </p:stCondLst>
                                  <p:childTnLst>
                                    <p:set>
                                      <p:cBhvr>
                                        <p:cTn id="37" dur="1" fill="hold">
                                          <p:stCondLst>
                                            <p:cond delay="0"/>
                                          </p:stCondLst>
                                        </p:cTn>
                                        <p:tgtEl>
                                          <p:spTgt spid="80"/>
                                        </p:tgtEl>
                                        <p:attrNameLst>
                                          <p:attrName>style.visibility</p:attrName>
                                        </p:attrNameLst>
                                      </p:cBhvr>
                                      <p:to>
                                        <p:strVal val="visible"/>
                                      </p:to>
                                    </p:set>
                                    <p:anim calcmode="lin" valueType="num">
                                      <p:cBhvr additive="base">
                                        <p:cTn id="38" dur="500" fill="hold"/>
                                        <p:tgtEl>
                                          <p:spTgt spid="80"/>
                                        </p:tgtEl>
                                        <p:attrNameLst>
                                          <p:attrName>ppt_x</p:attrName>
                                        </p:attrNameLst>
                                      </p:cBhvr>
                                      <p:tavLst>
                                        <p:tav tm="0">
                                          <p:val>
                                            <p:strVal val="#ppt_x"/>
                                          </p:val>
                                        </p:tav>
                                        <p:tav tm="100000">
                                          <p:val>
                                            <p:strVal val="#ppt_x"/>
                                          </p:val>
                                        </p:tav>
                                      </p:tavLst>
                                    </p:anim>
                                    <p:anim calcmode="lin" valueType="num">
                                      <p:cBhvr additive="base">
                                        <p:cTn id="39" dur="500" fill="hold"/>
                                        <p:tgtEl>
                                          <p:spTgt spid="80"/>
                                        </p:tgtEl>
                                        <p:attrNameLst>
                                          <p:attrName>ppt_y</p:attrName>
                                        </p:attrNameLst>
                                      </p:cBhvr>
                                      <p:tavLst>
                                        <p:tav tm="0">
                                          <p:val>
                                            <p:strVal val="1+#ppt_h/2"/>
                                          </p:val>
                                        </p:tav>
                                        <p:tav tm="100000">
                                          <p:val>
                                            <p:strVal val="#ppt_y"/>
                                          </p:val>
                                        </p:tav>
                                      </p:tavLst>
                                    </p:anim>
                                  </p:childTnLst>
                                </p:cTn>
                              </p:par>
                            </p:childTnLst>
                          </p:cTn>
                        </p:par>
                        <p:par>
                          <p:cTn id="40" fill="hold">
                            <p:stCondLst>
                              <p:cond delay="3000"/>
                            </p:stCondLst>
                            <p:childTnLst>
                              <p:par>
                                <p:cTn id="41" presetID="2" presetClass="entr" presetSubtype="4" accel="50000" decel="50000" fill="hold" grpId="0" nodeType="afterEffect" nodePh="1">
                                  <p:stCondLst>
                                    <p:cond delay="0"/>
                                  </p:stCondLst>
                                  <p:endCondLst>
                                    <p:cond evt="begin" delay="0">
                                      <p:tn val="41"/>
                                    </p:cond>
                                  </p:endCondLst>
                                  <p:childTnLst>
                                    <p:set>
                                      <p:cBhvr>
                                        <p:cTn id="42" dur="1" fill="hold">
                                          <p:stCondLst>
                                            <p:cond delay="0"/>
                                          </p:stCondLst>
                                        </p:cTn>
                                        <p:tgtEl>
                                          <p:spTgt spid="82">
                                            <p:txEl>
                                              <p:pRg st="0" end="0"/>
                                            </p:txEl>
                                          </p:spTgt>
                                        </p:tgtEl>
                                        <p:attrNameLst>
                                          <p:attrName>style.visibility</p:attrName>
                                        </p:attrNameLst>
                                      </p:cBhvr>
                                      <p:to>
                                        <p:strVal val="visible"/>
                                      </p:to>
                                    </p:set>
                                    <p:anim calcmode="lin" valueType="num">
                                      <p:cBhvr additive="base">
                                        <p:cTn id="43" dur="500" fill="hold"/>
                                        <p:tgtEl>
                                          <p:spTgt spid="82">
                                            <p:txEl>
                                              <p:pRg st="0" end="0"/>
                                            </p:txEl>
                                          </p:spTgt>
                                        </p:tgtEl>
                                        <p:attrNameLst>
                                          <p:attrName>ppt_x</p:attrName>
                                        </p:attrNameLst>
                                      </p:cBhvr>
                                      <p:tavLst>
                                        <p:tav tm="0">
                                          <p:val>
                                            <p:strVal val="#ppt_x"/>
                                          </p:val>
                                        </p:tav>
                                        <p:tav tm="100000">
                                          <p:val>
                                            <p:strVal val="#ppt_x"/>
                                          </p:val>
                                        </p:tav>
                                      </p:tavLst>
                                    </p:anim>
                                    <p:anim calcmode="lin" valueType="num">
                                      <p:cBhvr additive="base">
                                        <p:cTn id="44" dur="500" fill="hold"/>
                                        <p:tgtEl>
                                          <p:spTgt spid="82">
                                            <p:txEl>
                                              <p:pRg st="0" end="0"/>
                                            </p:txEl>
                                          </p:spTgt>
                                        </p:tgtEl>
                                        <p:attrNameLst>
                                          <p:attrName>ppt_y</p:attrName>
                                        </p:attrNameLst>
                                      </p:cBhvr>
                                      <p:tavLst>
                                        <p:tav tm="0">
                                          <p:val>
                                            <p:strVal val="1+#ppt_h/2"/>
                                          </p:val>
                                        </p:tav>
                                        <p:tav tm="100000">
                                          <p:val>
                                            <p:strVal val="#ppt_y"/>
                                          </p:val>
                                        </p:tav>
                                      </p:tavLst>
                                    </p:anim>
                                  </p:childTnLst>
                                </p:cTn>
                              </p:par>
                            </p:childTnLst>
                          </p:cTn>
                        </p:par>
                        <p:par>
                          <p:cTn id="45" fill="hold">
                            <p:stCondLst>
                              <p:cond delay="3500"/>
                            </p:stCondLst>
                            <p:childTnLst>
                              <p:par>
                                <p:cTn id="46" presetID="2" presetClass="entr" presetSubtype="4" accel="50000" decel="50000" fill="hold" grpId="0" nodeType="afterEffect" nodePh="1">
                                  <p:stCondLst>
                                    <p:cond delay="0"/>
                                  </p:stCondLst>
                                  <p:endCondLst>
                                    <p:cond evt="begin" delay="0">
                                      <p:tn val="46"/>
                                    </p:cond>
                                  </p:endCondLst>
                                  <p:childTnLst>
                                    <p:set>
                                      <p:cBhvr>
                                        <p:cTn id="47" dur="1" fill="hold">
                                          <p:stCondLst>
                                            <p:cond delay="0"/>
                                          </p:stCondLst>
                                        </p:cTn>
                                        <p:tgtEl>
                                          <p:spTgt spid="81">
                                            <p:txEl>
                                              <p:pRg st="0" end="0"/>
                                            </p:txEl>
                                          </p:spTgt>
                                        </p:tgtEl>
                                        <p:attrNameLst>
                                          <p:attrName>style.visibility</p:attrName>
                                        </p:attrNameLst>
                                      </p:cBhvr>
                                      <p:to>
                                        <p:strVal val="visible"/>
                                      </p:to>
                                    </p:set>
                                    <p:anim calcmode="lin" valueType="num">
                                      <p:cBhvr additive="base">
                                        <p:cTn id="48" dur="500" fill="hold"/>
                                        <p:tgtEl>
                                          <p:spTgt spid="81">
                                            <p:txEl>
                                              <p:pRg st="0" end="0"/>
                                            </p:txEl>
                                          </p:spTgt>
                                        </p:tgtEl>
                                        <p:attrNameLst>
                                          <p:attrName>ppt_x</p:attrName>
                                        </p:attrNameLst>
                                      </p:cBhvr>
                                      <p:tavLst>
                                        <p:tav tm="0">
                                          <p:val>
                                            <p:strVal val="#ppt_x"/>
                                          </p:val>
                                        </p:tav>
                                        <p:tav tm="100000">
                                          <p:val>
                                            <p:strVal val="#ppt_x"/>
                                          </p:val>
                                        </p:tav>
                                      </p:tavLst>
                                    </p:anim>
                                    <p:anim calcmode="lin" valueType="num">
                                      <p:cBhvr additive="base">
                                        <p:cTn id="49" dur="500" fill="hold"/>
                                        <p:tgtEl>
                                          <p:spTgt spid="81">
                                            <p:txEl>
                                              <p:pRg st="0" end="0"/>
                                            </p:txEl>
                                          </p:spTgt>
                                        </p:tgtEl>
                                        <p:attrNameLst>
                                          <p:attrName>ppt_y</p:attrName>
                                        </p:attrNameLst>
                                      </p:cBhvr>
                                      <p:tavLst>
                                        <p:tav tm="0">
                                          <p:val>
                                            <p:strVal val="1+#ppt_h/2"/>
                                          </p:val>
                                        </p:tav>
                                        <p:tav tm="100000">
                                          <p:val>
                                            <p:strVal val="#ppt_y"/>
                                          </p:val>
                                        </p:tav>
                                      </p:tavLst>
                                    </p:anim>
                                  </p:childTnLst>
                                </p:cTn>
                              </p:par>
                            </p:childTnLst>
                          </p:cTn>
                        </p:par>
                        <p:par>
                          <p:cTn id="50" fill="hold">
                            <p:stCondLst>
                              <p:cond delay="4000"/>
                            </p:stCondLst>
                            <p:childTnLst>
                              <p:par>
                                <p:cTn id="51" presetID="2" presetClass="entr" presetSubtype="1" accel="50000" decel="50000" fill="hold" grpId="0" nodeType="afterEffect">
                                  <p:stCondLst>
                                    <p:cond delay="0"/>
                                  </p:stCondLst>
                                  <p:childTnLst>
                                    <p:set>
                                      <p:cBhvr>
                                        <p:cTn id="52" dur="1" fill="hold">
                                          <p:stCondLst>
                                            <p:cond delay="0"/>
                                          </p:stCondLst>
                                        </p:cTn>
                                        <p:tgtEl>
                                          <p:spTgt spid="88"/>
                                        </p:tgtEl>
                                        <p:attrNameLst>
                                          <p:attrName>style.visibility</p:attrName>
                                        </p:attrNameLst>
                                      </p:cBhvr>
                                      <p:to>
                                        <p:strVal val="visible"/>
                                      </p:to>
                                    </p:set>
                                    <p:anim calcmode="lin" valueType="num">
                                      <p:cBhvr additive="base">
                                        <p:cTn id="53" dur="500" fill="hold"/>
                                        <p:tgtEl>
                                          <p:spTgt spid="88"/>
                                        </p:tgtEl>
                                        <p:attrNameLst>
                                          <p:attrName>ppt_x</p:attrName>
                                        </p:attrNameLst>
                                      </p:cBhvr>
                                      <p:tavLst>
                                        <p:tav tm="0">
                                          <p:val>
                                            <p:strVal val="#ppt_x"/>
                                          </p:val>
                                        </p:tav>
                                        <p:tav tm="100000">
                                          <p:val>
                                            <p:strVal val="#ppt_x"/>
                                          </p:val>
                                        </p:tav>
                                      </p:tavLst>
                                    </p:anim>
                                    <p:anim calcmode="lin" valueType="num">
                                      <p:cBhvr additive="base">
                                        <p:cTn id="54" dur="500" fill="hold"/>
                                        <p:tgtEl>
                                          <p:spTgt spid="88"/>
                                        </p:tgtEl>
                                        <p:attrNameLst>
                                          <p:attrName>ppt_y</p:attrName>
                                        </p:attrNameLst>
                                      </p:cBhvr>
                                      <p:tavLst>
                                        <p:tav tm="0">
                                          <p:val>
                                            <p:strVal val="0-#ppt_h/2"/>
                                          </p:val>
                                        </p:tav>
                                        <p:tav tm="100000">
                                          <p:val>
                                            <p:strVal val="#ppt_y"/>
                                          </p:val>
                                        </p:tav>
                                      </p:tavLst>
                                    </p:anim>
                                  </p:childTnLst>
                                </p:cTn>
                              </p:par>
                            </p:childTnLst>
                          </p:cTn>
                        </p:par>
                        <p:par>
                          <p:cTn id="55" fill="hold">
                            <p:stCondLst>
                              <p:cond delay="4500"/>
                            </p:stCondLst>
                            <p:childTnLst>
                              <p:par>
                                <p:cTn id="56" presetID="22" presetClass="entr" presetSubtype="4" fill="hold" grpId="0" nodeType="afterEffect" nodePh="1">
                                  <p:stCondLst>
                                    <p:cond delay="0"/>
                                  </p:stCondLst>
                                  <p:endCondLst>
                                    <p:cond evt="begin" delay="0">
                                      <p:tn val="56"/>
                                    </p:cond>
                                  </p:endCondLst>
                                  <p:childTnLst>
                                    <p:set>
                                      <p:cBhvr>
                                        <p:cTn id="57" dur="1" fill="hold">
                                          <p:stCondLst>
                                            <p:cond delay="0"/>
                                          </p:stCondLst>
                                        </p:cTn>
                                        <p:tgtEl>
                                          <p:spTgt spid="89">
                                            <p:txEl>
                                              <p:pRg st="0" end="0"/>
                                            </p:txEl>
                                          </p:spTgt>
                                        </p:tgtEl>
                                        <p:attrNameLst>
                                          <p:attrName>style.visibility</p:attrName>
                                        </p:attrNameLst>
                                      </p:cBhvr>
                                      <p:to>
                                        <p:strVal val="visible"/>
                                      </p:to>
                                    </p:set>
                                    <p:animEffect transition="in" filter="wipe(down)">
                                      <p:cBhvr>
                                        <p:cTn id="58" dur="500"/>
                                        <p:tgtEl>
                                          <p:spTgt spid="89">
                                            <p:txEl>
                                              <p:pRg st="0" end="0"/>
                                            </p:txEl>
                                          </p:spTgt>
                                        </p:tgtEl>
                                      </p:cBhvr>
                                    </p:animEffect>
                                  </p:childTnLst>
                                </p:cTn>
                              </p:par>
                              <p:par>
                                <p:cTn id="59" presetID="2" presetClass="entr" presetSubtype="4" accel="50000" decel="50000" fill="hold" grpId="0" nodeType="withEffect">
                                  <p:stCondLst>
                                    <p:cond delay="0"/>
                                  </p:stCondLst>
                                  <p:childTnLst>
                                    <p:set>
                                      <p:cBhvr>
                                        <p:cTn id="60" dur="1" fill="hold">
                                          <p:stCondLst>
                                            <p:cond delay="0"/>
                                          </p:stCondLst>
                                        </p:cTn>
                                        <p:tgtEl>
                                          <p:spTgt spid="85"/>
                                        </p:tgtEl>
                                        <p:attrNameLst>
                                          <p:attrName>style.visibility</p:attrName>
                                        </p:attrNameLst>
                                      </p:cBhvr>
                                      <p:to>
                                        <p:strVal val="visible"/>
                                      </p:to>
                                    </p:set>
                                    <p:anim calcmode="lin" valueType="num">
                                      <p:cBhvr additive="base">
                                        <p:cTn id="61" dur="500" fill="hold"/>
                                        <p:tgtEl>
                                          <p:spTgt spid="85"/>
                                        </p:tgtEl>
                                        <p:attrNameLst>
                                          <p:attrName>ppt_x</p:attrName>
                                        </p:attrNameLst>
                                      </p:cBhvr>
                                      <p:tavLst>
                                        <p:tav tm="0">
                                          <p:val>
                                            <p:strVal val="#ppt_x"/>
                                          </p:val>
                                        </p:tav>
                                        <p:tav tm="100000">
                                          <p:val>
                                            <p:strVal val="#ppt_x"/>
                                          </p:val>
                                        </p:tav>
                                      </p:tavLst>
                                    </p:anim>
                                    <p:anim calcmode="lin" valueType="num">
                                      <p:cBhvr additive="base">
                                        <p:cTn id="62" dur="500" fill="hold"/>
                                        <p:tgtEl>
                                          <p:spTgt spid="85"/>
                                        </p:tgtEl>
                                        <p:attrNameLst>
                                          <p:attrName>ppt_y</p:attrName>
                                        </p:attrNameLst>
                                      </p:cBhvr>
                                      <p:tavLst>
                                        <p:tav tm="0">
                                          <p:val>
                                            <p:strVal val="1+#ppt_h/2"/>
                                          </p:val>
                                        </p:tav>
                                        <p:tav tm="100000">
                                          <p:val>
                                            <p:strVal val="#ppt_y"/>
                                          </p:val>
                                        </p:tav>
                                      </p:tavLst>
                                    </p:anim>
                                  </p:childTnLst>
                                </p:cTn>
                              </p:par>
                            </p:childTnLst>
                          </p:cTn>
                        </p:par>
                        <p:par>
                          <p:cTn id="63" fill="hold">
                            <p:stCondLst>
                              <p:cond delay="5000"/>
                            </p:stCondLst>
                            <p:childTnLst>
                              <p:par>
                                <p:cTn id="64" presetID="2" presetClass="entr" presetSubtype="4" accel="50000" decel="50000" fill="hold" grpId="0" nodeType="afterEffect" nodePh="1">
                                  <p:stCondLst>
                                    <p:cond delay="0"/>
                                  </p:stCondLst>
                                  <p:endCondLst>
                                    <p:cond evt="begin" delay="0">
                                      <p:tn val="64"/>
                                    </p:cond>
                                  </p:endCondLst>
                                  <p:childTnLst>
                                    <p:set>
                                      <p:cBhvr>
                                        <p:cTn id="65" dur="1" fill="hold">
                                          <p:stCondLst>
                                            <p:cond delay="0"/>
                                          </p:stCondLst>
                                        </p:cTn>
                                        <p:tgtEl>
                                          <p:spTgt spid="87">
                                            <p:txEl>
                                              <p:pRg st="0" end="0"/>
                                            </p:txEl>
                                          </p:spTgt>
                                        </p:tgtEl>
                                        <p:attrNameLst>
                                          <p:attrName>style.visibility</p:attrName>
                                        </p:attrNameLst>
                                      </p:cBhvr>
                                      <p:to>
                                        <p:strVal val="visible"/>
                                      </p:to>
                                    </p:set>
                                    <p:anim calcmode="lin" valueType="num">
                                      <p:cBhvr additive="base">
                                        <p:cTn id="66" dur="500" fill="hold"/>
                                        <p:tgtEl>
                                          <p:spTgt spid="87">
                                            <p:txEl>
                                              <p:pRg st="0" end="0"/>
                                            </p:txEl>
                                          </p:spTgt>
                                        </p:tgtEl>
                                        <p:attrNameLst>
                                          <p:attrName>ppt_x</p:attrName>
                                        </p:attrNameLst>
                                      </p:cBhvr>
                                      <p:tavLst>
                                        <p:tav tm="0">
                                          <p:val>
                                            <p:strVal val="#ppt_x"/>
                                          </p:val>
                                        </p:tav>
                                        <p:tav tm="100000">
                                          <p:val>
                                            <p:strVal val="#ppt_x"/>
                                          </p:val>
                                        </p:tav>
                                      </p:tavLst>
                                    </p:anim>
                                    <p:anim calcmode="lin" valueType="num">
                                      <p:cBhvr additive="base">
                                        <p:cTn id="67" dur="500" fill="hold"/>
                                        <p:tgtEl>
                                          <p:spTgt spid="87">
                                            <p:txEl>
                                              <p:pRg st="0" end="0"/>
                                            </p:txEl>
                                          </p:spTgt>
                                        </p:tgtEl>
                                        <p:attrNameLst>
                                          <p:attrName>ppt_y</p:attrName>
                                        </p:attrNameLst>
                                      </p:cBhvr>
                                      <p:tavLst>
                                        <p:tav tm="0">
                                          <p:val>
                                            <p:strVal val="1+#ppt_h/2"/>
                                          </p:val>
                                        </p:tav>
                                        <p:tav tm="100000">
                                          <p:val>
                                            <p:strVal val="#ppt_y"/>
                                          </p:val>
                                        </p:tav>
                                      </p:tavLst>
                                    </p:anim>
                                  </p:childTnLst>
                                </p:cTn>
                              </p:par>
                            </p:childTnLst>
                          </p:cTn>
                        </p:par>
                        <p:par>
                          <p:cTn id="68" fill="hold">
                            <p:stCondLst>
                              <p:cond delay="5500"/>
                            </p:stCondLst>
                            <p:childTnLst>
                              <p:par>
                                <p:cTn id="69" presetID="2" presetClass="entr" presetSubtype="4" accel="50000" decel="50000" fill="hold" grpId="0" nodeType="afterEffect" nodePh="1">
                                  <p:stCondLst>
                                    <p:cond delay="0"/>
                                  </p:stCondLst>
                                  <p:endCondLst>
                                    <p:cond evt="begin" delay="0">
                                      <p:tn val="69"/>
                                    </p:cond>
                                  </p:endCondLst>
                                  <p:childTnLst>
                                    <p:set>
                                      <p:cBhvr>
                                        <p:cTn id="70" dur="1" fill="hold">
                                          <p:stCondLst>
                                            <p:cond delay="0"/>
                                          </p:stCondLst>
                                        </p:cTn>
                                        <p:tgtEl>
                                          <p:spTgt spid="86">
                                            <p:txEl>
                                              <p:pRg st="0" end="0"/>
                                            </p:txEl>
                                          </p:spTgt>
                                        </p:tgtEl>
                                        <p:attrNameLst>
                                          <p:attrName>style.visibility</p:attrName>
                                        </p:attrNameLst>
                                      </p:cBhvr>
                                      <p:to>
                                        <p:strVal val="visible"/>
                                      </p:to>
                                    </p:set>
                                    <p:anim calcmode="lin" valueType="num">
                                      <p:cBhvr additive="base">
                                        <p:cTn id="71" dur="500" fill="hold"/>
                                        <p:tgtEl>
                                          <p:spTgt spid="86">
                                            <p:txEl>
                                              <p:pRg st="0" end="0"/>
                                            </p:txEl>
                                          </p:spTgt>
                                        </p:tgtEl>
                                        <p:attrNameLst>
                                          <p:attrName>ppt_x</p:attrName>
                                        </p:attrNameLst>
                                      </p:cBhvr>
                                      <p:tavLst>
                                        <p:tav tm="0">
                                          <p:val>
                                            <p:strVal val="#ppt_x"/>
                                          </p:val>
                                        </p:tav>
                                        <p:tav tm="100000">
                                          <p:val>
                                            <p:strVal val="#ppt_x"/>
                                          </p:val>
                                        </p:tav>
                                      </p:tavLst>
                                    </p:anim>
                                    <p:anim calcmode="lin" valueType="num">
                                      <p:cBhvr additive="base">
                                        <p:cTn id="72" dur="500" fill="hold"/>
                                        <p:tgtEl>
                                          <p:spTgt spid="86">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5" grpId="0"/>
      <p:bldP spid="76"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76"/>
                        </p:tgtEl>
                        <p:attrNameLst>
                          <p:attrName>style.visibility</p:attrName>
                        </p:attrNameLst>
                      </p:cBhvr>
                      <p:to>
                        <p:strVal val="visible"/>
                      </p:to>
                    </p:set>
                    <p:anim calcmode="lin" valueType="num">
                      <p:cBhvr additive="base">
                        <p:cTn dur="500" fill="hold"/>
                        <p:tgtEl>
                          <p:spTgt spid="76"/>
                        </p:tgtEl>
                        <p:attrNameLst>
                          <p:attrName>ppt_x</p:attrName>
                        </p:attrNameLst>
                      </p:cBhvr>
                      <p:tavLst>
                        <p:tav tm="0">
                          <p:val>
                            <p:strVal val="#ppt_x"/>
                          </p:val>
                        </p:tav>
                        <p:tav tm="100000">
                          <p:val>
                            <p:strVal val="#ppt_x"/>
                          </p:val>
                        </p:tav>
                      </p:tavLst>
                    </p:anim>
                    <p:anim calcmode="lin" valueType="num">
                      <p:cBhvr additive="base">
                        <p:cTn dur="500" fill="hold"/>
                        <p:tgtEl>
                          <p:spTgt spid="76"/>
                        </p:tgtEl>
                        <p:attrNameLst>
                          <p:attrName>ppt_y</p:attrName>
                        </p:attrNameLst>
                      </p:cBhvr>
                      <p:tavLst>
                        <p:tav tm="0">
                          <p:val>
                            <p:strVal val="1+#ppt_h/2"/>
                          </p:val>
                        </p:tav>
                        <p:tav tm="100000">
                          <p:val>
                            <p:strVal val="#ppt_y"/>
                          </p:val>
                        </p:tav>
                      </p:tavLst>
                    </p:anim>
                  </p:childTnLst>
                </p:cTn>
              </p:par>
            </p:tnLst>
          </p:tmpl>
        </p:tmplLst>
      </p:bldP>
      <p:bldP spid="77"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77"/>
                        </p:tgtEl>
                        <p:attrNameLst>
                          <p:attrName>style.visibility</p:attrName>
                        </p:attrNameLst>
                      </p:cBhvr>
                      <p:to>
                        <p:strVal val="visible"/>
                      </p:to>
                    </p:set>
                    <p:anim calcmode="lin" valueType="num">
                      <p:cBhvr additive="base">
                        <p:cTn dur="500" fill="hold"/>
                        <p:tgtEl>
                          <p:spTgt spid="77"/>
                        </p:tgtEl>
                        <p:attrNameLst>
                          <p:attrName>ppt_x</p:attrName>
                        </p:attrNameLst>
                      </p:cBhvr>
                      <p:tavLst>
                        <p:tav tm="0">
                          <p:val>
                            <p:strVal val="#ppt_x"/>
                          </p:val>
                        </p:tav>
                        <p:tav tm="100000">
                          <p:val>
                            <p:strVal val="#ppt_x"/>
                          </p:val>
                        </p:tav>
                      </p:tavLst>
                    </p:anim>
                    <p:anim calcmode="lin" valueType="num">
                      <p:cBhvr additive="base">
                        <p:cTn dur="500" fill="hold"/>
                        <p:tgtEl>
                          <p:spTgt spid="77"/>
                        </p:tgtEl>
                        <p:attrNameLst>
                          <p:attrName>ppt_y</p:attrName>
                        </p:attrNameLst>
                      </p:cBhvr>
                      <p:tavLst>
                        <p:tav tm="0">
                          <p:val>
                            <p:strVal val="1+#ppt_h/2"/>
                          </p:val>
                        </p:tav>
                        <p:tav tm="100000">
                          <p:val>
                            <p:strVal val="#ppt_y"/>
                          </p:val>
                        </p:tav>
                      </p:tavLst>
                    </p:anim>
                  </p:childTnLst>
                </p:cTn>
              </p:par>
            </p:tnLst>
          </p:tmpl>
        </p:tmplLst>
      </p:bldP>
      <p:bldP spid="78" grpId="0" animBg="1"/>
      <p:bldP spid="79"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79"/>
                        </p:tgtEl>
                        <p:attrNameLst>
                          <p:attrName>style.visibility</p:attrName>
                        </p:attrNameLst>
                      </p:cBhvr>
                      <p:to>
                        <p:strVal val="visible"/>
                      </p:to>
                    </p:set>
                    <p:animEffect transition="in" filter="wipe(down)">
                      <p:cBhvr>
                        <p:cTn dur="500"/>
                        <p:tgtEl>
                          <p:spTgt spid="79"/>
                        </p:tgtEl>
                      </p:cBhvr>
                    </p:animEffect>
                  </p:childTnLst>
                </p:cTn>
              </p:par>
            </p:tnLst>
          </p:tmpl>
        </p:tmplLst>
      </p:bldP>
      <p:bldP spid="80" grpId="0"/>
      <p:bldP spid="81"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81"/>
                        </p:tgtEl>
                        <p:attrNameLst>
                          <p:attrName>style.visibility</p:attrName>
                        </p:attrNameLst>
                      </p:cBhvr>
                      <p:to>
                        <p:strVal val="visible"/>
                      </p:to>
                    </p:set>
                    <p:anim calcmode="lin" valueType="num">
                      <p:cBhvr additive="base">
                        <p:cTn dur="500" fill="hold"/>
                        <p:tgtEl>
                          <p:spTgt spid="81"/>
                        </p:tgtEl>
                        <p:attrNameLst>
                          <p:attrName>ppt_x</p:attrName>
                        </p:attrNameLst>
                      </p:cBhvr>
                      <p:tavLst>
                        <p:tav tm="0">
                          <p:val>
                            <p:strVal val="#ppt_x"/>
                          </p:val>
                        </p:tav>
                        <p:tav tm="100000">
                          <p:val>
                            <p:strVal val="#ppt_x"/>
                          </p:val>
                        </p:tav>
                      </p:tavLst>
                    </p:anim>
                    <p:anim calcmode="lin" valueType="num">
                      <p:cBhvr additive="base">
                        <p:cTn dur="500" fill="hold"/>
                        <p:tgtEl>
                          <p:spTgt spid="81"/>
                        </p:tgtEl>
                        <p:attrNameLst>
                          <p:attrName>ppt_y</p:attrName>
                        </p:attrNameLst>
                      </p:cBhvr>
                      <p:tavLst>
                        <p:tav tm="0">
                          <p:val>
                            <p:strVal val="1+#ppt_h/2"/>
                          </p:val>
                        </p:tav>
                        <p:tav tm="100000">
                          <p:val>
                            <p:strVal val="#ppt_y"/>
                          </p:val>
                        </p:tav>
                      </p:tavLst>
                    </p:anim>
                  </p:childTnLst>
                </p:cTn>
              </p:par>
            </p:tnLst>
          </p:tmpl>
        </p:tmplLst>
      </p:bldP>
      <p:bldP spid="82"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82"/>
                        </p:tgtEl>
                        <p:attrNameLst>
                          <p:attrName>style.visibility</p:attrName>
                        </p:attrNameLst>
                      </p:cBhvr>
                      <p:to>
                        <p:strVal val="visible"/>
                      </p:to>
                    </p:set>
                    <p:anim calcmode="lin" valueType="num">
                      <p:cBhvr additive="base">
                        <p:cTn dur="500" fill="hold"/>
                        <p:tgtEl>
                          <p:spTgt spid="82"/>
                        </p:tgtEl>
                        <p:attrNameLst>
                          <p:attrName>ppt_x</p:attrName>
                        </p:attrNameLst>
                      </p:cBhvr>
                      <p:tavLst>
                        <p:tav tm="0">
                          <p:val>
                            <p:strVal val="#ppt_x"/>
                          </p:val>
                        </p:tav>
                        <p:tav tm="100000">
                          <p:val>
                            <p:strVal val="#ppt_x"/>
                          </p:val>
                        </p:tav>
                      </p:tavLst>
                    </p:anim>
                    <p:anim calcmode="lin" valueType="num">
                      <p:cBhvr additive="base">
                        <p:cTn dur="500" fill="hold"/>
                        <p:tgtEl>
                          <p:spTgt spid="82"/>
                        </p:tgtEl>
                        <p:attrNameLst>
                          <p:attrName>ppt_y</p:attrName>
                        </p:attrNameLst>
                      </p:cBhvr>
                      <p:tavLst>
                        <p:tav tm="0">
                          <p:val>
                            <p:strVal val="1+#ppt_h/2"/>
                          </p:val>
                        </p:tav>
                        <p:tav tm="100000">
                          <p:val>
                            <p:strVal val="#ppt_y"/>
                          </p:val>
                        </p:tav>
                      </p:tavLst>
                    </p:anim>
                  </p:childTnLst>
                </p:cTn>
              </p:par>
            </p:tnLst>
          </p:tmpl>
        </p:tmplLst>
      </p:bldP>
      <p:bldP spid="83" grpId="0" animBg="1"/>
      <p:bldP spid="84"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84"/>
                        </p:tgtEl>
                        <p:attrNameLst>
                          <p:attrName>style.visibility</p:attrName>
                        </p:attrNameLst>
                      </p:cBhvr>
                      <p:to>
                        <p:strVal val="visible"/>
                      </p:to>
                    </p:set>
                    <p:animEffect transition="in" filter="wipe(down)">
                      <p:cBhvr>
                        <p:cTn dur="500"/>
                        <p:tgtEl>
                          <p:spTgt spid="84"/>
                        </p:tgtEl>
                      </p:cBhvr>
                    </p:animEffect>
                  </p:childTnLst>
                </p:cTn>
              </p:par>
            </p:tnLst>
          </p:tmpl>
        </p:tmplLst>
      </p:bldP>
      <p:bldP spid="85" grpId="0"/>
      <p:bldP spid="86"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86"/>
                        </p:tgtEl>
                        <p:attrNameLst>
                          <p:attrName>style.visibility</p:attrName>
                        </p:attrNameLst>
                      </p:cBhvr>
                      <p:to>
                        <p:strVal val="visible"/>
                      </p:to>
                    </p:set>
                    <p:anim calcmode="lin" valueType="num">
                      <p:cBhvr additive="base">
                        <p:cTn dur="500" fill="hold"/>
                        <p:tgtEl>
                          <p:spTgt spid="86"/>
                        </p:tgtEl>
                        <p:attrNameLst>
                          <p:attrName>ppt_x</p:attrName>
                        </p:attrNameLst>
                      </p:cBhvr>
                      <p:tavLst>
                        <p:tav tm="0">
                          <p:val>
                            <p:strVal val="#ppt_x"/>
                          </p:val>
                        </p:tav>
                        <p:tav tm="100000">
                          <p:val>
                            <p:strVal val="#ppt_x"/>
                          </p:val>
                        </p:tav>
                      </p:tavLst>
                    </p:anim>
                    <p:anim calcmode="lin" valueType="num">
                      <p:cBhvr additive="base">
                        <p:cTn dur="500" fill="hold"/>
                        <p:tgtEl>
                          <p:spTgt spid="86"/>
                        </p:tgtEl>
                        <p:attrNameLst>
                          <p:attrName>ppt_y</p:attrName>
                        </p:attrNameLst>
                      </p:cBhvr>
                      <p:tavLst>
                        <p:tav tm="0">
                          <p:val>
                            <p:strVal val="1+#ppt_h/2"/>
                          </p:val>
                        </p:tav>
                        <p:tav tm="100000">
                          <p:val>
                            <p:strVal val="#ppt_y"/>
                          </p:val>
                        </p:tav>
                      </p:tavLst>
                    </p:anim>
                  </p:childTnLst>
                </p:cTn>
              </p:par>
            </p:tnLst>
          </p:tmpl>
        </p:tmplLst>
      </p:bldP>
      <p:bldP spid="87"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87"/>
                        </p:tgtEl>
                        <p:attrNameLst>
                          <p:attrName>style.visibility</p:attrName>
                        </p:attrNameLst>
                      </p:cBhvr>
                      <p:to>
                        <p:strVal val="visible"/>
                      </p:to>
                    </p:set>
                    <p:anim calcmode="lin" valueType="num">
                      <p:cBhvr additive="base">
                        <p:cTn dur="500" fill="hold"/>
                        <p:tgtEl>
                          <p:spTgt spid="87"/>
                        </p:tgtEl>
                        <p:attrNameLst>
                          <p:attrName>ppt_x</p:attrName>
                        </p:attrNameLst>
                      </p:cBhvr>
                      <p:tavLst>
                        <p:tav tm="0">
                          <p:val>
                            <p:strVal val="#ppt_x"/>
                          </p:val>
                        </p:tav>
                        <p:tav tm="100000">
                          <p:val>
                            <p:strVal val="#ppt_x"/>
                          </p:val>
                        </p:tav>
                      </p:tavLst>
                    </p:anim>
                    <p:anim calcmode="lin" valueType="num">
                      <p:cBhvr additive="base">
                        <p:cTn dur="500" fill="hold"/>
                        <p:tgtEl>
                          <p:spTgt spid="87"/>
                        </p:tgtEl>
                        <p:attrNameLst>
                          <p:attrName>ppt_y</p:attrName>
                        </p:attrNameLst>
                      </p:cBhvr>
                      <p:tavLst>
                        <p:tav tm="0">
                          <p:val>
                            <p:strVal val="1+#ppt_h/2"/>
                          </p:val>
                        </p:tav>
                        <p:tav tm="100000">
                          <p:val>
                            <p:strVal val="#ppt_y"/>
                          </p:val>
                        </p:tav>
                      </p:tavLst>
                    </p:anim>
                  </p:childTnLst>
                </p:cTn>
              </p:par>
            </p:tnLst>
          </p:tmpl>
        </p:tmplLst>
      </p:bldP>
      <p:bldP spid="88" grpId="0" animBg="1"/>
      <p:bldP spid="89"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89"/>
                        </p:tgtEl>
                        <p:attrNameLst>
                          <p:attrName>style.visibility</p:attrName>
                        </p:attrNameLst>
                      </p:cBhvr>
                      <p:to>
                        <p:strVal val="visible"/>
                      </p:to>
                    </p:set>
                    <p:animEffect transition="in" filter="wipe(down)">
                      <p:cBhvr>
                        <p:cTn dur="500"/>
                        <p:tgtEl>
                          <p:spTgt spid="89"/>
                        </p:tgtEl>
                      </p:cBhvr>
                    </p:animEffect>
                  </p:childTnLst>
                </p:cTn>
              </p:par>
            </p:tnLst>
          </p:tmpl>
        </p:tmplLst>
      </p:bldP>
    </p:bldLst>
  </p:timing>
</p:sldLayout>
</file>

<file path=ppt/slideLayouts/slideLayout303.xml><?xml version="1.0" encoding="utf-8"?>
<p:sldLayout xmlns:a="http://schemas.openxmlformats.org/drawingml/2006/main" xmlns:r="http://schemas.openxmlformats.org/officeDocument/2006/relationships" xmlns:p="http://schemas.openxmlformats.org/presentationml/2006/main" userDrawn="1">
  <p:cSld name="Four Pic Ver">
    <p:spTree>
      <p:nvGrpSpPr>
        <p:cNvPr id="1" name=""/>
        <p:cNvGrpSpPr/>
        <p:nvPr/>
      </p:nvGrpSpPr>
      <p:grpSpPr>
        <a:xfrm>
          <a:off x="0" y="0"/>
          <a:ext cx="0" cy="0"/>
          <a:chOff x="0" y="0"/>
          <a:chExt cx="0" cy="0"/>
        </a:xfrm>
      </p:grpSpPr>
      <p:sp>
        <p:nvSpPr>
          <p:cNvPr id="12" name="Picture Placeholder 7"/>
          <p:cNvSpPr>
            <a:spLocks noGrp="1"/>
          </p:cNvSpPr>
          <p:nvPr>
            <p:ph type="pic" sz="quarter" idx="15" hasCustomPrompt="1"/>
          </p:nvPr>
        </p:nvSpPr>
        <p:spPr>
          <a:xfrm>
            <a:off x="590995" y="1536506"/>
            <a:ext cx="346953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4" name="Rectangle 3"/>
          <p:cNvSpPr/>
          <p:nvPr userDrawn="1"/>
        </p:nvSpPr>
        <p:spPr>
          <a:xfrm>
            <a:off x="590997" y="3341912"/>
            <a:ext cx="3469532" cy="56122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13" name="Text Placeholder 3"/>
          <p:cNvSpPr>
            <a:spLocks noGrp="1"/>
          </p:cNvSpPr>
          <p:nvPr>
            <p:ph type="body" sz="half" idx="17"/>
          </p:nvPr>
        </p:nvSpPr>
        <p:spPr>
          <a:xfrm>
            <a:off x="680830" y="3483079"/>
            <a:ext cx="3324756" cy="257040"/>
          </a:xfrm>
          <a:prstGeom prst="rect">
            <a:avLst/>
          </a:prstGeom>
        </p:spPr>
        <p:txBody>
          <a:bodyPr wrap="none" lIns="0" tIns="0" rIns="0" bIns="0" anchor="ctr">
            <a:noAutofit/>
          </a:bodyPr>
          <a:lstStyle>
            <a:lvl1pPr marL="0" indent="0" algn="ctr">
              <a:buNone/>
              <a:defRPr sz="1600"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14" name="Picture Placeholder 7"/>
          <p:cNvSpPr>
            <a:spLocks noGrp="1"/>
          </p:cNvSpPr>
          <p:nvPr>
            <p:ph type="pic" sz="quarter" idx="18" hasCustomPrompt="1"/>
          </p:nvPr>
        </p:nvSpPr>
        <p:spPr>
          <a:xfrm>
            <a:off x="4344201" y="1536506"/>
            <a:ext cx="346953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15" name="Rectangle 14"/>
          <p:cNvSpPr/>
          <p:nvPr userDrawn="1"/>
        </p:nvSpPr>
        <p:spPr>
          <a:xfrm>
            <a:off x="4344202" y="3341912"/>
            <a:ext cx="3469532" cy="56122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16" name="Text Placeholder 3"/>
          <p:cNvSpPr>
            <a:spLocks noGrp="1"/>
          </p:cNvSpPr>
          <p:nvPr>
            <p:ph type="body" sz="half" idx="19"/>
          </p:nvPr>
        </p:nvSpPr>
        <p:spPr>
          <a:xfrm>
            <a:off x="4434033" y="3483079"/>
            <a:ext cx="3324756" cy="257040"/>
          </a:xfrm>
          <a:prstGeom prst="rect">
            <a:avLst/>
          </a:prstGeom>
        </p:spPr>
        <p:txBody>
          <a:bodyPr wrap="none" lIns="0" tIns="0" rIns="0" bIns="0" anchor="ctr">
            <a:noAutofit/>
          </a:bodyPr>
          <a:lstStyle>
            <a:lvl1pPr marL="0" indent="0" algn="ctr">
              <a:buNone/>
              <a:defRPr sz="1600"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17" name="Picture Placeholder 7"/>
          <p:cNvSpPr>
            <a:spLocks noGrp="1"/>
          </p:cNvSpPr>
          <p:nvPr>
            <p:ph type="pic" sz="quarter" idx="20" hasCustomPrompt="1"/>
          </p:nvPr>
        </p:nvSpPr>
        <p:spPr>
          <a:xfrm>
            <a:off x="8094767" y="1536506"/>
            <a:ext cx="346953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18" name="Rectangle 17"/>
          <p:cNvSpPr/>
          <p:nvPr userDrawn="1"/>
        </p:nvSpPr>
        <p:spPr>
          <a:xfrm>
            <a:off x="8094769" y="3341912"/>
            <a:ext cx="3469532" cy="56122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19" name="Text Placeholder 3"/>
          <p:cNvSpPr>
            <a:spLocks noGrp="1"/>
          </p:cNvSpPr>
          <p:nvPr>
            <p:ph type="body" sz="half" idx="21"/>
          </p:nvPr>
        </p:nvSpPr>
        <p:spPr>
          <a:xfrm>
            <a:off x="8184601" y="3483079"/>
            <a:ext cx="3324756" cy="257040"/>
          </a:xfrm>
          <a:prstGeom prst="rect">
            <a:avLst/>
          </a:prstGeom>
        </p:spPr>
        <p:txBody>
          <a:bodyPr wrap="none" lIns="0" tIns="0" rIns="0" bIns="0" anchor="ctr">
            <a:noAutofit/>
          </a:bodyPr>
          <a:lstStyle>
            <a:lvl1pPr marL="0" indent="0" algn="ctr">
              <a:buNone/>
              <a:defRPr sz="1600"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20" name="Picture Placeholder 7"/>
          <p:cNvSpPr>
            <a:spLocks noGrp="1"/>
          </p:cNvSpPr>
          <p:nvPr>
            <p:ph type="pic" sz="quarter" idx="22" hasCustomPrompt="1"/>
          </p:nvPr>
        </p:nvSpPr>
        <p:spPr>
          <a:xfrm>
            <a:off x="590995" y="3990754"/>
            <a:ext cx="346953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21" name="Rectangle 20"/>
          <p:cNvSpPr/>
          <p:nvPr userDrawn="1"/>
        </p:nvSpPr>
        <p:spPr>
          <a:xfrm>
            <a:off x="590997" y="5796160"/>
            <a:ext cx="3469532" cy="561221"/>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22" name="Text Placeholder 3"/>
          <p:cNvSpPr>
            <a:spLocks noGrp="1"/>
          </p:cNvSpPr>
          <p:nvPr>
            <p:ph type="body" sz="half" idx="23"/>
          </p:nvPr>
        </p:nvSpPr>
        <p:spPr>
          <a:xfrm>
            <a:off x="680830" y="5937327"/>
            <a:ext cx="3324756" cy="257040"/>
          </a:xfrm>
          <a:prstGeom prst="rect">
            <a:avLst/>
          </a:prstGeom>
        </p:spPr>
        <p:txBody>
          <a:bodyPr wrap="none" lIns="0" tIns="0" rIns="0" bIns="0" anchor="ctr">
            <a:noAutofit/>
          </a:bodyPr>
          <a:lstStyle>
            <a:lvl1pPr marL="0" indent="0" algn="ctr">
              <a:buNone/>
              <a:defRPr sz="1600"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23" name="Picture Placeholder 7"/>
          <p:cNvSpPr>
            <a:spLocks noGrp="1"/>
          </p:cNvSpPr>
          <p:nvPr>
            <p:ph type="pic" sz="quarter" idx="24" hasCustomPrompt="1"/>
          </p:nvPr>
        </p:nvSpPr>
        <p:spPr>
          <a:xfrm>
            <a:off x="4344201" y="3990754"/>
            <a:ext cx="346953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24" name="Rectangle 23"/>
          <p:cNvSpPr/>
          <p:nvPr userDrawn="1"/>
        </p:nvSpPr>
        <p:spPr>
          <a:xfrm>
            <a:off x="4344202" y="5796160"/>
            <a:ext cx="3469532" cy="561221"/>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25" name="Text Placeholder 3"/>
          <p:cNvSpPr>
            <a:spLocks noGrp="1"/>
          </p:cNvSpPr>
          <p:nvPr>
            <p:ph type="body" sz="half" idx="25"/>
          </p:nvPr>
        </p:nvSpPr>
        <p:spPr>
          <a:xfrm>
            <a:off x="4434033" y="5937327"/>
            <a:ext cx="3324756" cy="257040"/>
          </a:xfrm>
          <a:prstGeom prst="rect">
            <a:avLst/>
          </a:prstGeom>
        </p:spPr>
        <p:txBody>
          <a:bodyPr wrap="none" lIns="0" tIns="0" rIns="0" bIns="0" anchor="ctr">
            <a:noAutofit/>
          </a:bodyPr>
          <a:lstStyle>
            <a:lvl1pPr marL="0" indent="0" algn="ctr">
              <a:buNone/>
              <a:defRPr sz="1600"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26" name="Picture Placeholder 7"/>
          <p:cNvSpPr>
            <a:spLocks noGrp="1"/>
          </p:cNvSpPr>
          <p:nvPr>
            <p:ph type="pic" sz="quarter" idx="26" hasCustomPrompt="1"/>
          </p:nvPr>
        </p:nvSpPr>
        <p:spPr>
          <a:xfrm>
            <a:off x="8094767" y="3990754"/>
            <a:ext cx="346953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27" name="Rectangle 26"/>
          <p:cNvSpPr/>
          <p:nvPr userDrawn="1"/>
        </p:nvSpPr>
        <p:spPr>
          <a:xfrm>
            <a:off x="8094769" y="5796160"/>
            <a:ext cx="3469532" cy="561221"/>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28" name="Text Placeholder 3"/>
          <p:cNvSpPr>
            <a:spLocks noGrp="1"/>
          </p:cNvSpPr>
          <p:nvPr>
            <p:ph type="body" sz="half" idx="27"/>
          </p:nvPr>
        </p:nvSpPr>
        <p:spPr>
          <a:xfrm>
            <a:off x="8184601" y="5937327"/>
            <a:ext cx="3324756" cy="257040"/>
          </a:xfrm>
          <a:prstGeom prst="rect">
            <a:avLst/>
          </a:prstGeom>
        </p:spPr>
        <p:txBody>
          <a:bodyPr wrap="none" lIns="0" tIns="0" rIns="0" bIns="0" anchor="ctr">
            <a:noAutofit/>
          </a:bodyPr>
          <a:lstStyle>
            <a:lvl1pPr marL="0" indent="0" algn="ctr">
              <a:buNone/>
              <a:defRPr sz="1600"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29"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30"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154190202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after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wipe(down)">
                                      <p:cBhvr>
                                        <p:cTn id="7" dur="500"/>
                                        <p:tgtEl>
                                          <p:spTgt spid="12"/>
                                        </p:tgtEl>
                                      </p:cBhvr>
                                    </p:animEffect>
                                  </p:childTnLst>
                                </p:cTn>
                              </p:par>
                            </p:childTnLst>
                          </p:cTn>
                        </p:par>
                        <p:par>
                          <p:cTn id="8" fill="hold">
                            <p:stCondLst>
                              <p:cond delay="500"/>
                            </p:stCondLst>
                            <p:childTnLst>
                              <p:par>
                                <p:cTn id="9" presetID="22" presetClass="entr" presetSubtype="4" fill="hold" grpId="0" nodeType="afterEffect">
                                  <p:stCondLst>
                                    <p:cond delay="0"/>
                                  </p:stCondLst>
                                  <p:childTnLst>
                                    <p:set>
                                      <p:cBhvr>
                                        <p:cTn id="10" dur="1" fill="hold">
                                          <p:stCondLst>
                                            <p:cond delay="0"/>
                                          </p:stCondLst>
                                        </p:cTn>
                                        <p:tgtEl>
                                          <p:spTgt spid="4"/>
                                        </p:tgtEl>
                                        <p:attrNameLst>
                                          <p:attrName>style.visibility</p:attrName>
                                        </p:attrNameLst>
                                      </p:cBhvr>
                                      <p:to>
                                        <p:strVal val="visible"/>
                                      </p:to>
                                    </p:set>
                                    <p:animEffect transition="in" filter="wipe(down)">
                                      <p:cBhvr>
                                        <p:cTn id="11" dur="500"/>
                                        <p:tgtEl>
                                          <p:spTgt spid="4"/>
                                        </p:tgtEl>
                                      </p:cBhvr>
                                    </p:animEffect>
                                  </p:childTnLst>
                                </p:cTn>
                              </p:par>
                            </p:childTnLst>
                          </p:cTn>
                        </p:par>
                        <p:par>
                          <p:cTn id="12" fill="hold">
                            <p:stCondLst>
                              <p:cond delay="1000"/>
                            </p:stCondLst>
                            <p:childTnLst>
                              <p:par>
                                <p:cTn id="13" presetID="22" presetClass="entr" presetSubtype="4" fill="hold" grpId="0" nodeType="afterEffect" nodePh="1">
                                  <p:stCondLst>
                                    <p:cond delay="0"/>
                                  </p:stCondLst>
                                  <p:endCondLst>
                                    <p:cond evt="begin" delay="0">
                                      <p:tn val="13"/>
                                    </p:cond>
                                  </p:endCondLst>
                                  <p:childTnLst>
                                    <p:set>
                                      <p:cBhvr>
                                        <p:cTn id="14" dur="1" fill="hold">
                                          <p:stCondLst>
                                            <p:cond delay="0"/>
                                          </p:stCondLst>
                                        </p:cTn>
                                        <p:tgtEl>
                                          <p:spTgt spid="13">
                                            <p:txEl>
                                              <p:pRg st="0" end="0"/>
                                            </p:txEl>
                                          </p:spTgt>
                                        </p:tgtEl>
                                        <p:attrNameLst>
                                          <p:attrName>style.visibility</p:attrName>
                                        </p:attrNameLst>
                                      </p:cBhvr>
                                      <p:to>
                                        <p:strVal val="visible"/>
                                      </p:to>
                                    </p:set>
                                    <p:animEffect transition="in" filter="wipe(down)">
                                      <p:cBhvr>
                                        <p:cTn id="15" dur="500"/>
                                        <p:tgtEl>
                                          <p:spTgt spid="13">
                                            <p:txEl>
                                              <p:pRg st="0" end="0"/>
                                            </p:txEl>
                                          </p:spTgt>
                                        </p:tgtEl>
                                      </p:cBhvr>
                                    </p:animEffect>
                                  </p:childTnLst>
                                </p:cTn>
                              </p:par>
                            </p:childTnLst>
                          </p:cTn>
                        </p:par>
                        <p:par>
                          <p:cTn id="16" fill="hold">
                            <p:stCondLst>
                              <p:cond delay="1500"/>
                            </p:stCondLst>
                            <p:childTnLst>
                              <p:par>
                                <p:cTn id="17" presetID="22" presetClass="entr" presetSubtype="4" fill="hold" grpId="0" nodeType="afterEffect">
                                  <p:stCondLst>
                                    <p:cond delay="0"/>
                                  </p:stCondLst>
                                  <p:childTnLst>
                                    <p:set>
                                      <p:cBhvr>
                                        <p:cTn id="18" dur="1" fill="hold">
                                          <p:stCondLst>
                                            <p:cond delay="0"/>
                                          </p:stCondLst>
                                        </p:cTn>
                                        <p:tgtEl>
                                          <p:spTgt spid="14"/>
                                        </p:tgtEl>
                                        <p:attrNameLst>
                                          <p:attrName>style.visibility</p:attrName>
                                        </p:attrNameLst>
                                      </p:cBhvr>
                                      <p:to>
                                        <p:strVal val="visible"/>
                                      </p:to>
                                    </p:set>
                                    <p:animEffect transition="in" filter="wipe(down)">
                                      <p:cBhvr>
                                        <p:cTn id="19" dur="500"/>
                                        <p:tgtEl>
                                          <p:spTgt spid="14"/>
                                        </p:tgtEl>
                                      </p:cBhvr>
                                    </p:animEffect>
                                  </p:childTnLst>
                                </p:cTn>
                              </p:par>
                            </p:childTnLst>
                          </p:cTn>
                        </p:par>
                        <p:par>
                          <p:cTn id="20" fill="hold">
                            <p:stCondLst>
                              <p:cond delay="2000"/>
                            </p:stCondLst>
                            <p:childTnLst>
                              <p:par>
                                <p:cTn id="21" presetID="22" presetClass="entr" presetSubtype="4" fill="hold" grpId="0" nodeType="afterEffect">
                                  <p:stCondLst>
                                    <p:cond delay="0"/>
                                  </p:stCondLst>
                                  <p:childTnLst>
                                    <p:set>
                                      <p:cBhvr>
                                        <p:cTn id="22" dur="1" fill="hold">
                                          <p:stCondLst>
                                            <p:cond delay="0"/>
                                          </p:stCondLst>
                                        </p:cTn>
                                        <p:tgtEl>
                                          <p:spTgt spid="15"/>
                                        </p:tgtEl>
                                        <p:attrNameLst>
                                          <p:attrName>style.visibility</p:attrName>
                                        </p:attrNameLst>
                                      </p:cBhvr>
                                      <p:to>
                                        <p:strVal val="visible"/>
                                      </p:to>
                                    </p:set>
                                    <p:animEffect transition="in" filter="wipe(down)">
                                      <p:cBhvr>
                                        <p:cTn id="23" dur="500"/>
                                        <p:tgtEl>
                                          <p:spTgt spid="15"/>
                                        </p:tgtEl>
                                      </p:cBhvr>
                                    </p:animEffect>
                                  </p:childTnLst>
                                </p:cTn>
                              </p:par>
                            </p:childTnLst>
                          </p:cTn>
                        </p:par>
                        <p:par>
                          <p:cTn id="24" fill="hold">
                            <p:stCondLst>
                              <p:cond delay="2500"/>
                            </p:stCondLst>
                            <p:childTnLst>
                              <p:par>
                                <p:cTn id="25" presetID="22" presetClass="entr" presetSubtype="4" fill="hold" grpId="0" nodeType="afterEffect" nodePh="1">
                                  <p:stCondLst>
                                    <p:cond delay="0"/>
                                  </p:stCondLst>
                                  <p:endCondLst>
                                    <p:cond evt="begin" delay="0">
                                      <p:tn val="25"/>
                                    </p:cond>
                                  </p:endCondLst>
                                  <p:childTnLst>
                                    <p:set>
                                      <p:cBhvr>
                                        <p:cTn id="26" dur="1" fill="hold">
                                          <p:stCondLst>
                                            <p:cond delay="0"/>
                                          </p:stCondLst>
                                        </p:cTn>
                                        <p:tgtEl>
                                          <p:spTgt spid="16">
                                            <p:txEl>
                                              <p:pRg st="0" end="0"/>
                                            </p:txEl>
                                          </p:spTgt>
                                        </p:tgtEl>
                                        <p:attrNameLst>
                                          <p:attrName>style.visibility</p:attrName>
                                        </p:attrNameLst>
                                      </p:cBhvr>
                                      <p:to>
                                        <p:strVal val="visible"/>
                                      </p:to>
                                    </p:set>
                                    <p:animEffect transition="in" filter="wipe(down)">
                                      <p:cBhvr>
                                        <p:cTn id="27" dur="500"/>
                                        <p:tgtEl>
                                          <p:spTgt spid="16">
                                            <p:txEl>
                                              <p:pRg st="0" end="0"/>
                                            </p:txEl>
                                          </p:spTgt>
                                        </p:tgtEl>
                                      </p:cBhvr>
                                    </p:animEffect>
                                  </p:childTnLst>
                                </p:cTn>
                              </p:par>
                            </p:childTnLst>
                          </p:cTn>
                        </p:par>
                        <p:par>
                          <p:cTn id="28" fill="hold">
                            <p:stCondLst>
                              <p:cond delay="3000"/>
                            </p:stCondLst>
                            <p:childTnLst>
                              <p:par>
                                <p:cTn id="29" presetID="22" presetClass="entr" presetSubtype="4" fill="hold" grpId="0" nodeType="afterEffect">
                                  <p:stCondLst>
                                    <p:cond delay="0"/>
                                  </p:stCondLst>
                                  <p:childTnLst>
                                    <p:set>
                                      <p:cBhvr>
                                        <p:cTn id="30" dur="1" fill="hold">
                                          <p:stCondLst>
                                            <p:cond delay="0"/>
                                          </p:stCondLst>
                                        </p:cTn>
                                        <p:tgtEl>
                                          <p:spTgt spid="17"/>
                                        </p:tgtEl>
                                        <p:attrNameLst>
                                          <p:attrName>style.visibility</p:attrName>
                                        </p:attrNameLst>
                                      </p:cBhvr>
                                      <p:to>
                                        <p:strVal val="visible"/>
                                      </p:to>
                                    </p:set>
                                    <p:animEffect transition="in" filter="wipe(down)">
                                      <p:cBhvr>
                                        <p:cTn id="31" dur="500"/>
                                        <p:tgtEl>
                                          <p:spTgt spid="17"/>
                                        </p:tgtEl>
                                      </p:cBhvr>
                                    </p:animEffect>
                                  </p:childTnLst>
                                </p:cTn>
                              </p:par>
                            </p:childTnLst>
                          </p:cTn>
                        </p:par>
                        <p:par>
                          <p:cTn id="32" fill="hold">
                            <p:stCondLst>
                              <p:cond delay="3500"/>
                            </p:stCondLst>
                            <p:childTnLst>
                              <p:par>
                                <p:cTn id="33" presetID="22" presetClass="entr" presetSubtype="4" fill="hold" grpId="0" nodeType="afterEffect">
                                  <p:stCondLst>
                                    <p:cond delay="0"/>
                                  </p:stCondLst>
                                  <p:childTnLst>
                                    <p:set>
                                      <p:cBhvr>
                                        <p:cTn id="34" dur="1" fill="hold">
                                          <p:stCondLst>
                                            <p:cond delay="0"/>
                                          </p:stCondLst>
                                        </p:cTn>
                                        <p:tgtEl>
                                          <p:spTgt spid="18"/>
                                        </p:tgtEl>
                                        <p:attrNameLst>
                                          <p:attrName>style.visibility</p:attrName>
                                        </p:attrNameLst>
                                      </p:cBhvr>
                                      <p:to>
                                        <p:strVal val="visible"/>
                                      </p:to>
                                    </p:set>
                                    <p:animEffect transition="in" filter="wipe(down)">
                                      <p:cBhvr>
                                        <p:cTn id="35" dur="500"/>
                                        <p:tgtEl>
                                          <p:spTgt spid="18"/>
                                        </p:tgtEl>
                                      </p:cBhvr>
                                    </p:animEffect>
                                  </p:childTnLst>
                                </p:cTn>
                              </p:par>
                            </p:childTnLst>
                          </p:cTn>
                        </p:par>
                        <p:par>
                          <p:cTn id="36" fill="hold">
                            <p:stCondLst>
                              <p:cond delay="4000"/>
                            </p:stCondLst>
                            <p:childTnLst>
                              <p:par>
                                <p:cTn id="37" presetID="22" presetClass="entr" presetSubtype="4" fill="hold" grpId="0" nodeType="afterEffect" nodePh="1">
                                  <p:stCondLst>
                                    <p:cond delay="0"/>
                                  </p:stCondLst>
                                  <p:endCondLst>
                                    <p:cond evt="begin" delay="0">
                                      <p:tn val="37"/>
                                    </p:cond>
                                  </p:endCondLst>
                                  <p:childTnLst>
                                    <p:set>
                                      <p:cBhvr>
                                        <p:cTn id="38" dur="1" fill="hold">
                                          <p:stCondLst>
                                            <p:cond delay="0"/>
                                          </p:stCondLst>
                                        </p:cTn>
                                        <p:tgtEl>
                                          <p:spTgt spid="19">
                                            <p:txEl>
                                              <p:pRg st="0" end="0"/>
                                            </p:txEl>
                                          </p:spTgt>
                                        </p:tgtEl>
                                        <p:attrNameLst>
                                          <p:attrName>style.visibility</p:attrName>
                                        </p:attrNameLst>
                                      </p:cBhvr>
                                      <p:to>
                                        <p:strVal val="visible"/>
                                      </p:to>
                                    </p:set>
                                    <p:animEffect transition="in" filter="wipe(down)">
                                      <p:cBhvr>
                                        <p:cTn id="39" dur="500"/>
                                        <p:tgtEl>
                                          <p:spTgt spid="19">
                                            <p:txEl>
                                              <p:pRg st="0" end="0"/>
                                            </p:txEl>
                                          </p:spTgt>
                                        </p:tgtEl>
                                      </p:cBhvr>
                                    </p:animEffect>
                                  </p:childTnLst>
                                </p:cTn>
                              </p:par>
                            </p:childTnLst>
                          </p:cTn>
                        </p:par>
                        <p:par>
                          <p:cTn id="40" fill="hold">
                            <p:stCondLst>
                              <p:cond delay="4500"/>
                            </p:stCondLst>
                            <p:childTnLst>
                              <p:par>
                                <p:cTn id="41" presetID="22" presetClass="entr" presetSubtype="4" fill="hold" grpId="0" nodeType="afterEffect">
                                  <p:stCondLst>
                                    <p:cond delay="0"/>
                                  </p:stCondLst>
                                  <p:childTnLst>
                                    <p:set>
                                      <p:cBhvr>
                                        <p:cTn id="42" dur="1" fill="hold">
                                          <p:stCondLst>
                                            <p:cond delay="0"/>
                                          </p:stCondLst>
                                        </p:cTn>
                                        <p:tgtEl>
                                          <p:spTgt spid="20"/>
                                        </p:tgtEl>
                                        <p:attrNameLst>
                                          <p:attrName>style.visibility</p:attrName>
                                        </p:attrNameLst>
                                      </p:cBhvr>
                                      <p:to>
                                        <p:strVal val="visible"/>
                                      </p:to>
                                    </p:set>
                                    <p:animEffect transition="in" filter="wipe(down)">
                                      <p:cBhvr>
                                        <p:cTn id="43" dur="500"/>
                                        <p:tgtEl>
                                          <p:spTgt spid="20"/>
                                        </p:tgtEl>
                                      </p:cBhvr>
                                    </p:animEffect>
                                  </p:childTnLst>
                                </p:cTn>
                              </p:par>
                            </p:childTnLst>
                          </p:cTn>
                        </p:par>
                        <p:par>
                          <p:cTn id="44" fill="hold">
                            <p:stCondLst>
                              <p:cond delay="5000"/>
                            </p:stCondLst>
                            <p:childTnLst>
                              <p:par>
                                <p:cTn id="45" presetID="22" presetClass="entr" presetSubtype="4" fill="hold" grpId="0" nodeType="afterEffect">
                                  <p:stCondLst>
                                    <p:cond delay="0"/>
                                  </p:stCondLst>
                                  <p:childTnLst>
                                    <p:set>
                                      <p:cBhvr>
                                        <p:cTn id="46" dur="1" fill="hold">
                                          <p:stCondLst>
                                            <p:cond delay="0"/>
                                          </p:stCondLst>
                                        </p:cTn>
                                        <p:tgtEl>
                                          <p:spTgt spid="21"/>
                                        </p:tgtEl>
                                        <p:attrNameLst>
                                          <p:attrName>style.visibility</p:attrName>
                                        </p:attrNameLst>
                                      </p:cBhvr>
                                      <p:to>
                                        <p:strVal val="visible"/>
                                      </p:to>
                                    </p:set>
                                    <p:animEffect transition="in" filter="wipe(down)">
                                      <p:cBhvr>
                                        <p:cTn id="47" dur="500"/>
                                        <p:tgtEl>
                                          <p:spTgt spid="21"/>
                                        </p:tgtEl>
                                      </p:cBhvr>
                                    </p:animEffect>
                                  </p:childTnLst>
                                </p:cTn>
                              </p:par>
                            </p:childTnLst>
                          </p:cTn>
                        </p:par>
                        <p:par>
                          <p:cTn id="48" fill="hold">
                            <p:stCondLst>
                              <p:cond delay="5500"/>
                            </p:stCondLst>
                            <p:childTnLst>
                              <p:par>
                                <p:cTn id="49" presetID="22" presetClass="entr" presetSubtype="4" fill="hold" grpId="0" nodeType="afterEffect" nodePh="1">
                                  <p:stCondLst>
                                    <p:cond delay="0"/>
                                  </p:stCondLst>
                                  <p:endCondLst>
                                    <p:cond evt="begin" delay="0">
                                      <p:tn val="49"/>
                                    </p:cond>
                                  </p:endCondLst>
                                  <p:childTnLst>
                                    <p:set>
                                      <p:cBhvr>
                                        <p:cTn id="50" dur="1" fill="hold">
                                          <p:stCondLst>
                                            <p:cond delay="0"/>
                                          </p:stCondLst>
                                        </p:cTn>
                                        <p:tgtEl>
                                          <p:spTgt spid="22">
                                            <p:txEl>
                                              <p:pRg st="0" end="0"/>
                                            </p:txEl>
                                          </p:spTgt>
                                        </p:tgtEl>
                                        <p:attrNameLst>
                                          <p:attrName>style.visibility</p:attrName>
                                        </p:attrNameLst>
                                      </p:cBhvr>
                                      <p:to>
                                        <p:strVal val="visible"/>
                                      </p:to>
                                    </p:set>
                                    <p:animEffect transition="in" filter="wipe(down)">
                                      <p:cBhvr>
                                        <p:cTn id="51" dur="500"/>
                                        <p:tgtEl>
                                          <p:spTgt spid="22">
                                            <p:txEl>
                                              <p:pRg st="0" end="0"/>
                                            </p:txEl>
                                          </p:spTgt>
                                        </p:tgtEl>
                                      </p:cBhvr>
                                    </p:animEffect>
                                  </p:childTnLst>
                                </p:cTn>
                              </p:par>
                            </p:childTnLst>
                          </p:cTn>
                        </p:par>
                        <p:par>
                          <p:cTn id="52" fill="hold">
                            <p:stCondLst>
                              <p:cond delay="6000"/>
                            </p:stCondLst>
                            <p:childTnLst>
                              <p:par>
                                <p:cTn id="53" presetID="22" presetClass="entr" presetSubtype="4" fill="hold" grpId="0" nodeType="afterEffect">
                                  <p:stCondLst>
                                    <p:cond delay="0"/>
                                  </p:stCondLst>
                                  <p:childTnLst>
                                    <p:set>
                                      <p:cBhvr>
                                        <p:cTn id="54" dur="1" fill="hold">
                                          <p:stCondLst>
                                            <p:cond delay="0"/>
                                          </p:stCondLst>
                                        </p:cTn>
                                        <p:tgtEl>
                                          <p:spTgt spid="23"/>
                                        </p:tgtEl>
                                        <p:attrNameLst>
                                          <p:attrName>style.visibility</p:attrName>
                                        </p:attrNameLst>
                                      </p:cBhvr>
                                      <p:to>
                                        <p:strVal val="visible"/>
                                      </p:to>
                                    </p:set>
                                    <p:animEffect transition="in" filter="wipe(down)">
                                      <p:cBhvr>
                                        <p:cTn id="55" dur="500"/>
                                        <p:tgtEl>
                                          <p:spTgt spid="23"/>
                                        </p:tgtEl>
                                      </p:cBhvr>
                                    </p:animEffect>
                                  </p:childTnLst>
                                </p:cTn>
                              </p:par>
                            </p:childTnLst>
                          </p:cTn>
                        </p:par>
                        <p:par>
                          <p:cTn id="56" fill="hold">
                            <p:stCondLst>
                              <p:cond delay="6500"/>
                            </p:stCondLst>
                            <p:childTnLst>
                              <p:par>
                                <p:cTn id="57" presetID="22" presetClass="entr" presetSubtype="4" fill="hold" grpId="0" nodeType="afterEffect">
                                  <p:stCondLst>
                                    <p:cond delay="0"/>
                                  </p:stCondLst>
                                  <p:childTnLst>
                                    <p:set>
                                      <p:cBhvr>
                                        <p:cTn id="58" dur="1" fill="hold">
                                          <p:stCondLst>
                                            <p:cond delay="0"/>
                                          </p:stCondLst>
                                        </p:cTn>
                                        <p:tgtEl>
                                          <p:spTgt spid="24"/>
                                        </p:tgtEl>
                                        <p:attrNameLst>
                                          <p:attrName>style.visibility</p:attrName>
                                        </p:attrNameLst>
                                      </p:cBhvr>
                                      <p:to>
                                        <p:strVal val="visible"/>
                                      </p:to>
                                    </p:set>
                                    <p:animEffect transition="in" filter="wipe(down)">
                                      <p:cBhvr>
                                        <p:cTn id="59" dur="500"/>
                                        <p:tgtEl>
                                          <p:spTgt spid="24"/>
                                        </p:tgtEl>
                                      </p:cBhvr>
                                    </p:animEffect>
                                  </p:childTnLst>
                                </p:cTn>
                              </p:par>
                            </p:childTnLst>
                          </p:cTn>
                        </p:par>
                        <p:par>
                          <p:cTn id="60" fill="hold">
                            <p:stCondLst>
                              <p:cond delay="7000"/>
                            </p:stCondLst>
                            <p:childTnLst>
                              <p:par>
                                <p:cTn id="61" presetID="22" presetClass="entr" presetSubtype="4" fill="hold" grpId="0" nodeType="afterEffect" nodePh="1">
                                  <p:stCondLst>
                                    <p:cond delay="0"/>
                                  </p:stCondLst>
                                  <p:endCondLst>
                                    <p:cond evt="begin" delay="0">
                                      <p:tn val="61"/>
                                    </p:cond>
                                  </p:endCondLst>
                                  <p:childTnLst>
                                    <p:set>
                                      <p:cBhvr>
                                        <p:cTn id="62" dur="1" fill="hold">
                                          <p:stCondLst>
                                            <p:cond delay="0"/>
                                          </p:stCondLst>
                                        </p:cTn>
                                        <p:tgtEl>
                                          <p:spTgt spid="25">
                                            <p:txEl>
                                              <p:pRg st="0" end="0"/>
                                            </p:txEl>
                                          </p:spTgt>
                                        </p:tgtEl>
                                        <p:attrNameLst>
                                          <p:attrName>style.visibility</p:attrName>
                                        </p:attrNameLst>
                                      </p:cBhvr>
                                      <p:to>
                                        <p:strVal val="visible"/>
                                      </p:to>
                                    </p:set>
                                    <p:animEffect transition="in" filter="wipe(down)">
                                      <p:cBhvr>
                                        <p:cTn id="63" dur="500"/>
                                        <p:tgtEl>
                                          <p:spTgt spid="25">
                                            <p:txEl>
                                              <p:pRg st="0" end="0"/>
                                            </p:txEl>
                                          </p:spTgt>
                                        </p:tgtEl>
                                      </p:cBhvr>
                                    </p:animEffect>
                                  </p:childTnLst>
                                </p:cTn>
                              </p:par>
                            </p:childTnLst>
                          </p:cTn>
                        </p:par>
                        <p:par>
                          <p:cTn id="64" fill="hold">
                            <p:stCondLst>
                              <p:cond delay="7500"/>
                            </p:stCondLst>
                            <p:childTnLst>
                              <p:par>
                                <p:cTn id="65" presetID="22" presetClass="entr" presetSubtype="4" fill="hold" grpId="0" nodeType="afterEffect">
                                  <p:stCondLst>
                                    <p:cond delay="0"/>
                                  </p:stCondLst>
                                  <p:childTnLst>
                                    <p:set>
                                      <p:cBhvr>
                                        <p:cTn id="66" dur="1" fill="hold">
                                          <p:stCondLst>
                                            <p:cond delay="0"/>
                                          </p:stCondLst>
                                        </p:cTn>
                                        <p:tgtEl>
                                          <p:spTgt spid="26"/>
                                        </p:tgtEl>
                                        <p:attrNameLst>
                                          <p:attrName>style.visibility</p:attrName>
                                        </p:attrNameLst>
                                      </p:cBhvr>
                                      <p:to>
                                        <p:strVal val="visible"/>
                                      </p:to>
                                    </p:set>
                                    <p:animEffect transition="in" filter="wipe(down)">
                                      <p:cBhvr>
                                        <p:cTn id="67" dur="500"/>
                                        <p:tgtEl>
                                          <p:spTgt spid="26"/>
                                        </p:tgtEl>
                                      </p:cBhvr>
                                    </p:animEffect>
                                  </p:childTnLst>
                                </p:cTn>
                              </p:par>
                            </p:childTnLst>
                          </p:cTn>
                        </p:par>
                        <p:par>
                          <p:cTn id="68" fill="hold">
                            <p:stCondLst>
                              <p:cond delay="8000"/>
                            </p:stCondLst>
                            <p:childTnLst>
                              <p:par>
                                <p:cTn id="69" presetID="22" presetClass="entr" presetSubtype="4" fill="hold" grpId="0" nodeType="afterEffect">
                                  <p:stCondLst>
                                    <p:cond delay="0"/>
                                  </p:stCondLst>
                                  <p:childTnLst>
                                    <p:set>
                                      <p:cBhvr>
                                        <p:cTn id="70" dur="1" fill="hold">
                                          <p:stCondLst>
                                            <p:cond delay="0"/>
                                          </p:stCondLst>
                                        </p:cTn>
                                        <p:tgtEl>
                                          <p:spTgt spid="27"/>
                                        </p:tgtEl>
                                        <p:attrNameLst>
                                          <p:attrName>style.visibility</p:attrName>
                                        </p:attrNameLst>
                                      </p:cBhvr>
                                      <p:to>
                                        <p:strVal val="visible"/>
                                      </p:to>
                                    </p:set>
                                    <p:animEffect transition="in" filter="wipe(down)">
                                      <p:cBhvr>
                                        <p:cTn id="71" dur="500"/>
                                        <p:tgtEl>
                                          <p:spTgt spid="27"/>
                                        </p:tgtEl>
                                      </p:cBhvr>
                                    </p:animEffect>
                                  </p:childTnLst>
                                </p:cTn>
                              </p:par>
                            </p:childTnLst>
                          </p:cTn>
                        </p:par>
                        <p:par>
                          <p:cTn id="72" fill="hold">
                            <p:stCondLst>
                              <p:cond delay="8500"/>
                            </p:stCondLst>
                            <p:childTnLst>
                              <p:par>
                                <p:cTn id="73" presetID="22" presetClass="entr" presetSubtype="4" fill="hold" grpId="0" nodeType="afterEffect" nodePh="1">
                                  <p:stCondLst>
                                    <p:cond delay="0"/>
                                  </p:stCondLst>
                                  <p:endCondLst>
                                    <p:cond evt="begin" delay="0">
                                      <p:tn val="73"/>
                                    </p:cond>
                                  </p:endCondLst>
                                  <p:childTnLst>
                                    <p:set>
                                      <p:cBhvr>
                                        <p:cTn id="74" dur="1" fill="hold">
                                          <p:stCondLst>
                                            <p:cond delay="0"/>
                                          </p:stCondLst>
                                        </p:cTn>
                                        <p:tgtEl>
                                          <p:spTgt spid="28">
                                            <p:txEl>
                                              <p:pRg st="0" end="0"/>
                                            </p:txEl>
                                          </p:spTgt>
                                        </p:tgtEl>
                                        <p:attrNameLst>
                                          <p:attrName>style.visibility</p:attrName>
                                        </p:attrNameLst>
                                      </p:cBhvr>
                                      <p:to>
                                        <p:strVal val="visible"/>
                                      </p:to>
                                    </p:set>
                                    <p:animEffect transition="in" filter="wipe(down)">
                                      <p:cBhvr>
                                        <p:cTn id="75" dur="500"/>
                                        <p:tgtEl>
                                          <p:spTgt spid="28">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4" grpId="0" animBg="1"/>
      <p:bldP spid="13"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13"/>
                        </p:tgtEl>
                        <p:attrNameLst>
                          <p:attrName>style.visibility</p:attrName>
                        </p:attrNameLst>
                      </p:cBhvr>
                      <p:to>
                        <p:strVal val="visible"/>
                      </p:to>
                    </p:set>
                    <p:animEffect transition="in" filter="wipe(down)">
                      <p:cBhvr>
                        <p:cTn dur="500"/>
                        <p:tgtEl>
                          <p:spTgt spid="13"/>
                        </p:tgtEl>
                      </p:cBhvr>
                    </p:animEffect>
                  </p:childTnLst>
                </p:cTn>
              </p:par>
            </p:tnLst>
          </p:tmpl>
        </p:tmplLst>
      </p:bldP>
      <p:bldP spid="14" grpId="0"/>
      <p:bldP spid="15" grpId="0" animBg="1"/>
      <p:bldP spid="16"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16"/>
                        </p:tgtEl>
                        <p:attrNameLst>
                          <p:attrName>style.visibility</p:attrName>
                        </p:attrNameLst>
                      </p:cBhvr>
                      <p:to>
                        <p:strVal val="visible"/>
                      </p:to>
                    </p:set>
                    <p:animEffect transition="in" filter="wipe(down)">
                      <p:cBhvr>
                        <p:cTn dur="500"/>
                        <p:tgtEl>
                          <p:spTgt spid="16"/>
                        </p:tgtEl>
                      </p:cBhvr>
                    </p:animEffect>
                  </p:childTnLst>
                </p:cTn>
              </p:par>
            </p:tnLst>
          </p:tmpl>
        </p:tmplLst>
      </p:bldP>
      <p:bldP spid="17" grpId="0"/>
      <p:bldP spid="18" grpId="0" animBg="1"/>
      <p:bldP spid="19"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19"/>
                        </p:tgtEl>
                        <p:attrNameLst>
                          <p:attrName>style.visibility</p:attrName>
                        </p:attrNameLst>
                      </p:cBhvr>
                      <p:to>
                        <p:strVal val="visible"/>
                      </p:to>
                    </p:set>
                    <p:animEffect transition="in" filter="wipe(down)">
                      <p:cBhvr>
                        <p:cTn dur="500"/>
                        <p:tgtEl>
                          <p:spTgt spid="19"/>
                        </p:tgtEl>
                      </p:cBhvr>
                    </p:animEffect>
                  </p:childTnLst>
                </p:cTn>
              </p:par>
            </p:tnLst>
          </p:tmpl>
        </p:tmplLst>
      </p:bldP>
      <p:bldP spid="20" grpId="0"/>
      <p:bldP spid="21" grpId="0" animBg="1"/>
      <p:bldP spid="22"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2"/>
                        </p:tgtEl>
                        <p:attrNameLst>
                          <p:attrName>style.visibility</p:attrName>
                        </p:attrNameLst>
                      </p:cBhvr>
                      <p:to>
                        <p:strVal val="visible"/>
                      </p:to>
                    </p:set>
                    <p:animEffect transition="in" filter="wipe(down)">
                      <p:cBhvr>
                        <p:cTn dur="500"/>
                        <p:tgtEl>
                          <p:spTgt spid="22"/>
                        </p:tgtEl>
                      </p:cBhvr>
                    </p:animEffect>
                  </p:childTnLst>
                </p:cTn>
              </p:par>
            </p:tnLst>
          </p:tmpl>
        </p:tmplLst>
      </p:bldP>
      <p:bldP spid="23" grpId="0"/>
      <p:bldP spid="24" grpId="0" animBg="1"/>
      <p:bldP spid="25"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5"/>
                        </p:tgtEl>
                        <p:attrNameLst>
                          <p:attrName>style.visibility</p:attrName>
                        </p:attrNameLst>
                      </p:cBhvr>
                      <p:to>
                        <p:strVal val="visible"/>
                      </p:to>
                    </p:set>
                    <p:animEffect transition="in" filter="wipe(down)">
                      <p:cBhvr>
                        <p:cTn dur="500"/>
                        <p:tgtEl>
                          <p:spTgt spid="25"/>
                        </p:tgtEl>
                      </p:cBhvr>
                    </p:animEffect>
                  </p:childTnLst>
                </p:cTn>
              </p:par>
            </p:tnLst>
          </p:tmpl>
        </p:tmplLst>
      </p:bldP>
      <p:bldP spid="26" grpId="0"/>
      <p:bldP spid="27" grpId="0" animBg="1"/>
      <p:bldP spid="28"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8"/>
                        </p:tgtEl>
                        <p:attrNameLst>
                          <p:attrName>style.visibility</p:attrName>
                        </p:attrNameLst>
                      </p:cBhvr>
                      <p:to>
                        <p:strVal val="visible"/>
                      </p:to>
                    </p:set>
                    <p:animEffect transition="in" filter="wipe(down)">
                      <p:cBhvr>
                        <p:cTn dur="500"/>
                        <p:tgtEl>
                          <p:spTgt spid="28"/>
                        </p:tgtEl>
                      </p:cBhvr>
                    </p:animEffect>
                  </p:childTnLst>
                </p:cTn>
              </p:par>
            </p:tnLst>
          </p:tmpl>
        </p:tmplLst>
      </p:bldP>
    </p:bldLst>
  </p:timing>
</p:sldLayout>
</file>

<file path=ppt/slideLayouts/slideLayout304.xml><?xml version="1.0" encoding="utf-8"?>
<p:sldLayout xmlns:a="http://schemas.openxmlformats.org/drawingml/2006/main" xmlns:r="http://schemas.openxmlformats.org/officeDocument/2006/relationships" xmlns:p="http://schemas.openxmlformats.org/presentationml/2006/main" userDrawn="1">
  <p:cSld name="MockUp02">
    <p:spTree>
      <p:nvGrpSpPr>
        <p:cNvPr id="1" name=""/>
        <p:cNvGrpSpPr/>
        <p:nvPr/>
      </p:nvGrpSpPr>
      <p:grpSpPr>
        <a:xfrm>
          <a:off x="0" y="0"/>
          <a:ext cx="0" cy="0"/>
          <a:chOff x="0" y="0"/>
          <a:chExt cx="0" cy="0"/>
        </a:xfrm>
      </p:grpSpPr>
      <p:grpSp>
        <p:nvGrpSpPr>
          <p:cNvPr id="14" name="Group 13"/>
          <p:cNvGrpSpPr/>
          <p:nvPr userDrawn="1"/>
        </p:nvGrpSpPr>
        <p:grpSpPr>
          <a:xfrm>
            <a:off x="4811183" y="1589752"/>
            <a:ext cx="2569636" cy="4785648"/>
            <a:chOff x="6140449" y="1116114"/>
            <a:chExt cx="1927226" cy="3589236"/>
          </a:xfrm>
        </p:grpSpPr>
        <p:sp>
          <p:nvSpPr>
            <p:cNvPr id="15" name="Rectangle 14"/>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18"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rgbClr val="7F8183"/>
            </a:solid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sp>
        <p:nvSpPr>
          <p:cNvPr id="20" name="Picture Placeholder 7"/>
          <p:cNvSpPr>
            <a:spLocks noGrp="1"/>
          </p:cNvSpPr>
          <p:nvPr>
            <p:ph type="pic" sz="quarter" idx="10" hasCustomPrompt="1"/>
          </p:nvPr>
        </p:nvSpPr>
        <p:spPr>
          <a:xfrm>
            <a:off x="4978400" y="2267109"/>
            <a:ext cx="2235200" cy="3386444"/>
          </a:xfrm>
          <a:prstGeom prst="rect">
            <a:avLst/>
          </a:prstGeom>
          <a:ln>
            <a:noFill/>
          </a:ln>
        </p:spPr>
        <p:txBody>
          <a:bodyPr bIns="45720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10"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1"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155406825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500" fill="hold"/>
                                        <p:tgtEl>
                                          <p:spTgt spid="14"/>
                                        </p:tgtEl>
                                        <p:attrNameLst>
                                          <p:attrName>ppt_x</p:attrName>
                                        </p:attrNameLst>
                                      </p:cBhvr>
                                      <p:tavLst>
                                        <p:tav tm="0">
                                          <p:val>
                                            <p:strVal val="#ppt_x"/>
                                          </p:val>
                                        </p:tav>
                                        <p:tav tm="100000">
                                          <p:val>
                                            <p:strVal val="#ppt_x"/>
                                          </p:val>
                                        </p:tav>
                                      </p:tavLst>
                                    </p:anim>
                                    <p:anim calcmode="lin" valueType="num">
                                      <p:cBhvr additive="base">
                                        <p:cTn id="8" dur="500" fill="hold"/>
                                        <p:tgtEl>
                                          <p:spTgt spid="14"/>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4" fill="hold" grpId="0" nodeType="after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wipe(down)">
                                      <p:cBhvr>
                                        <p:cTn id="12"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Lst>
  </p:timing>
</p:sldLayout>
</file>

<file path=ppt/slideLayouts/slideLayout305.xml><?xml version="1.0" encoding="utf-8"?>
<p:sldLayout xmlns:a="http://schemas.openxmlformats.org/drawingml/2006/main" xmlns:r="http://schemas.openxmlformats.org/officeDocument/2006/relationships" xmlns:p="http://schemas.openxmlformats.org/presentationml/2006/main" preserve="1" userDrawn="1">
  <p:cSld name="2_MockUp02">
    <p:spTree>
      <p:nvGrpSpPr>
        <p:cNvPr id="1" name=""/>
        <p:cNvGrpSpPr/>
        <p:nvPr/>
      </p:nvGrpSpPr>
      <p:grpSpPr>
        <a:xfrm>
          <a:off x="0" y="0"/>
          <a:ext cx="0" cy="0"/>
          <a:chOff x="0" y="0"/>
          <a:chExt cx="0" cy="0"/>
        </a:xfrm>
      </p:grpSpPr>
      <p:grpSp>
        <p:nvGrpSpPr>
          <p:cNvPr id="2" name="Group 17"/>
          <p:cNvGrpSpPr/>
          <p:nvPr userDrawn="1"/>
        </p:nvGrpSpPr>
        <p:grpSpPr>
          <a:xfrm>
            <a:off x="3968595" y="1726608"/>
            <a:ext cx="4343760" cy="3456120"/>
            <a:chOff x="2094899" y="1081795"/>
            <a:chExt cx="4400683" cy="3501414"/>
          </a:xfrm>
        </p:grpSpPr>
        <p:sp>
          <p:nvSpPr>
            <p:cNvPr id="20" name="Rectangle 19"/>
            <p:cNvSpPr/>
            <p:nvPr/>
          </p:nvSpPr>
          <p:spPr>
            <a:xfrm>
              <a:off x="2261198" y="1247618"/>
              <a:ext cx="4081379" cy="225986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rtl="1" fontAlgn="auto">
                <a:spcBef>
                  <a:spcPts val="0"/>
                </a:spcBef>
                <a:spcAft>
                  <a:spcPts val="0"/>
                </a:spcAft>
              </a:pPr>
              <a:endParaRPr lang="en-US" sz="2667" dirty="0">
                <a:solidFill>
                  <a:srgbClr val="FFFFFF"/>
                </a:solidFill>
              </a:endParaRPr>
            </a:p>
          </p:txBody>
        </p:sp>
        <p:sp>
          <p:nvSpPr>
            <p:cNvPr id="31" name="Freeform 5"/>
            <p:cNvSpPr>
              <a:spLocks noEditPoints="1"/>
            </p:cNvSpPr>
            <p:nvPr/>
          </p:nvSpPr>
          <p:spPr bwMode="auto">
            <a:xfrm>
              <a:off x="2094899" y="1081795"/>
              <a:ext cx="4400683" cy="2608522"/>
            </a:xfrm>
            <a:custGeom>
              <a:avLst/>
              <a:gdLst/>
              <a:ahLst/>
              <a:cxnLst>
                <a:cxn ang="0">
                  <a:pos x="1757" y="0"/>
                </a:cxn>
                <a:cxn ang="0">
                  <a:pos x="921" y="0"/>
                </a:cxn>
                <a:cxn ang="0">
                  <a:pos x="893" y="0"/>
                </a:cxn>
                <a:cxn ang="0">
                  <a:pos x="56" y="0"/>
                </a:cxn>
                <a:cxn ang="0">
                  <a:pos x="0" y="47"/>
                </a:cxn>
                <a:cxn ang="0">
                  <a:pos x="0" y="1076"/>
                </a:cxn>
                <a:cxn ang="0">
                  <a:pos x="1816" y="1076"/>
                </a:cxn>
                <a:cxn ang="0">
                  <a:pos x="1816" y="47"/>
                </a:cxn>
                <a:cxn ang="0">
                  <a:pos x="1757" y="0"/>
                </a:cxn>
                <a:cxn ang="0">
                  <a:pos x="1732" y="1000"/>
                </a:cxn>
                <a:cxn ang="0">
                  <a:pos x="76" y="1000"/>
                </a:cxn>
                <a:cxn ang="0">
                  <a:pos x="76" y="68"/>
                </a:cxn>
                <a:cxn ang="0">
                  <a:pos x="1732" y="68"/>
                </a:cxn>
                <a:cxn ang="0">
                  <a:pos x="1732" y="1000"/>
                </a:cxn>
              </a:cxnLst>
              <a:rect l="0" t="0" r="r" b="b"/>
              <a:pathLst>
                <a:path w="1816" h="1076">
                  <a:moveTo>
                    <a:pt x="1757" y="0"/>
                  </a:moveTo>
                  <a:cubicBezTo>
                    <a:pt x="921" y="0"/>
                    <a:pt x="921" y="0"/>
                    <a:pt x="921" y="0"/>
                  </a:cubicBezTo>
                  <a:cubicBezTo>
                    <a:pt x="893" y="0"/>
                    <a:pt x="893" y="0"/>
                    <a:pt x="893" y="0"/>
                  </a:cubicBezTo>
                  <a:cubicBezTo>
                    <a:pt x="56" y="0"/>
                    <a:pt x="56" y="0"/>
                    <a:pt x="56" y="0"/>
                  </a:cubicBezTo>
                  <a:cubicBezTo>
                    <a:pt x="27" y="0"/>
                    <a:pt x="0" y="17"/>
                    <a:pt x="0" y="47"/>
                  </a:cubicBezTo>
                  <a:cubicBezTo>
                    <a:pt x="0" y="1076"/>
                    <a:pt x="0" y="1076"/>
                    <a:pt x="0" y="1076"/>
                  </a:cubicBezTo>
                  <a:cubicBezTo>
                    <a:pt x="1816" y="1076"/>
                    <a:pt x="1816" y="1076"/>
                    <a:pt x="1816" y="1076"/>
                  </a:cubicBezTo>
                  <a:cubicBezTo>
                    <a:pt x="1816" y="47"/>
                    <a:pt x="1816" y="47"/>
                    <a:pt x="1816" y="47"/>
                  </a:cubicBezTo>
                  <a:cubicBezTo>
                    <a:pt x="1816" y="17"/>
                    <a:pt x="1787" y="0"/>
                    <a:pt x="1757" y="0"/>
                  </a:cubicBezTo>
                  <a:moveTo>
                    <a:pt x="1732" y="1000"/>
                  </a:moveTo>
                  <a:cubicBezTo>
                    <a:pt x="76" y="1000"/>
                    <a:pt x="76" y="1000"/>
                    <a:pt x="76" y="1000"/>
                  </a:cubicBezTo>
                  <a:cubicBezTo>
                    <a:pt x="76" y="68"/>
                    <a:pt x="76" y="68"/>
                    <a:pt x="76" y="68"/>
                  </a:cubicBezTo>
                  <a:cubicBezTo>
                    <a:pt x="1732" y="68"/>
                    <a:pt x="1732" y="68"/>
                    <a:pt x="1732" y="68"/>
                  </a:cubicBezTo>
                  <a:cubicBezTo>
                    <a:pt x="1732" y="1000"/>
                    <a:pt x="1732" y="1000"/>
                    <a:pt x="1732" y="1000"/>
                  </a:cubicBezTo>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p>
              <a:pPr algn="r" defTabSz="1375467" rtl="1"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33" name="Freeform 23"/>
            <p:cNvSpPr>
              <a:spLocks/>
            </p:cNvSpPr>
            <p:nvPr/>
          </p:nvSpPr>
          <p:spPr bwMode="auto">
            <a:xfrm>
              <a:off x="2311744" y="1247618"/>
              <a:ext cx="3979748" cy="2259869"/>
            </a:xfrm>
            <a:custGeom>
              <a:avLst/>
              <a:gdLst/>
              <a:ahLst/>
              <a:cxnLst>
                <a:cxn ang="0">
                  <a:pos x="1872" y="0"/>
                </a:cxn>
                <a:cxn ang="0">
                  <a:pos x="0" y="0"/>
                </a:cxn>
                <a:cxn ang="0">
                  <a:pos x="1872" y="1063"/>
                </a:cxn>
                <a:cxn ang="0">
                  <a:pos x="1872" y="0"/>
                </a:cxn>
              </a:cxnLst>
              <a:rect l="0" t="0" r="r" b="b"/>
              <a:pathLst>
                <a:path w="1872" h="1063">
                  <a:moveTo>
                    <a:pt x="1872" y="0"/>
                  </a:moveTo>
                  <a:lnTo>
                    <a:pt x="0" y="0"/>
                  </a:lnTo>
                  <a:lnTo>
                    <a:pt x="1872" y="1063"/>
                  </a:lnTo>
                  <a:lnTo>
                    <a:pt x="1872" y="0"/>
                  </a:lnTo>
                  <a:close/>
                </a:path>
              </a:pathLst>
            </a:custGeom>
            <a:solidFill>
              <a:srgbClr val="FFFFFF">
                <a:alpha val="16000"/>
              </a:srgbClr>
            </a:solidFill>
            <a:ln w="9525">
              <a:noFill/>
              <a:round/>
              <a:headEnd/>
              <a:tailEnd/>
            </a:ln>
          </p:spPr>
          <p:txBody>
            <a:bodyPr vert="horz" wrap="square" lIns="91440" tIns="45720" rIns="91440" bIns="45720" numCol="1" anchor="t" anchorCtr="0" compatLnSpc="1">
              <a:prstTxWarp prst="textNoShape">
                <a:avLst/>
              </a:prstTxWarp>
            </a:bodyPr>
            <a:lstStyle/>
            <a:p>
              <a:pPr algn="r" defTabSz="1375467" rtl="1"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34" name="Freeform 27"/>
            <p:cNvSpPr>
              <a:spLocks/>
            </p:cNvSpPr>
            <p:nvPr/>
          </p:nvSpPr>
          <p:spPr bwMode="auto">
            <a:xfrm>
              <a:off x="2094899" y="3690315"/>
              <a:ext cx="4400683" cy="397550"/>
            </a:xfrm>
            <a:custGeom>
              <a:avLst/>
              <a:gdLst/>
              <a:ahLst/>
              <a:cxnLst>
                <a:cxn ang="0">
                  <a:pos x="0" y="0"/>
                </a:cxn>
                <a:cxn ang="0">
                  <a:pos x="0" y="100"/>
                </a:cxn>
                <a:cxn ang="0">
                  <a:pos x="56" y="164"/>
                </a:cxn>
                <a:cxn ang="0">
                  <a:pos x="893" y="164"/>
                </a:cxn>
                <a:cxn ang="0">
                  <a:pos x="921" y="164"/>
                </a:cxn>
                <a:cxn ang="0">
                  <a:pos x="1757" y="164"/>
                </a:cxn>
                <a:cxn ang="0">
                  <a:pos x="1816" y="100"/>
                </a:cxn>
                <a:cxn ang="0">
                  <a:pos x="1816" y="0"/>
                </a:cxn>
                <a:cxn ang="0">
                  <a:pos x="0" y="0"/>
                </a:cxn>
              </a:cxnLst>
              <a:rect l="0" t="0" r="r" b="b"/>
              <a:pathLst>
                <a:path w="1816" h="164">
                  <a:moveTo>
                    <a:pt x="0" y="0"/>
                  </a:moveTo>
                  <a:cubicBezTo>
                    <a:pt x="0" y="100"/>
                    <a:pt x="0" y="100"/>
                    <a:pt x="0" y="100"/>
                  </a:cubicBezTo>
                  <a:cubicBezTo>
                    <a:pt x="0" y="130"/>
                    <a:pt x="27" y="164"/>
                    <a:pt x="56" y="164"/>
                  </a:cubicBezTo>
                  <a:cubicBezTo>
                    <a:pt x="893" y="164"/>
                    <a:pt x="893" y="164"/>
                    <a:pt x="893" y="164"/>
                  </a:cubicBezTo>
                  <a:cubicBezTo>
                    <a:pt x="921" y="164"/>
                    <a:pt x="921" y="164"/>
                    <a:pt x="921" y="164"/>
                  </a:cubicBezTo>
                  <a:cubicBezTo>
                    <a:pt x="1757" y="164"/>
                    <a:pt x="1757" y="164"/>
                    <a:pt x="1757" y="164"/>
                  </a:cubicBezTo>
                  <a:cubicBezTo>
                    <a:pt x="1787" y="164"/>
                    <a:pt x="1816" y="130"/>
                    <a:pt x="1816" y="100"/>
                  </a:cubicBezTo>
                  <a:cubicBezTo>
                    <a:pt x="1816" y="0"/>
                    <a:pt x="1816" y="0"/>
                    <a:pt x="1816" y="0"/>
                  </a:cubicBezTo>
                  <a:lnTo>
                    <a:pt x="0" y="0"/>
                  </a:lnTo>
                  <a:close/>
                </a:path>
              </a:pathLst>
            </a:custGeom>
            <a:gradFill>
              <a:gsLst>
                <a:gs pos="83000">
                  <a:schemeClr val="bg1">
                    <a:lumMod val="75000"/>
                  </a:schemeClr>
                </a:gs>
                <a:gs pos="54000">
                  <a:schemeClr val="bg1">
                    <a:lumMod val="85000"/>
                  </a:schemeClr>
                </a:gs>
              </a:gsLst>
              <a:lin ang="1800000" scaled="0"/>
            </a:gradFill>
            <a:ln w="9525">
              <a:noFill/>
              <a:round/>
              <a:headEnd/>
              <a:tailEnd/>
            </a:ln>
          </p:spPr>
          <p:txBody>
            <a:bodyPr vert="horz" wrap="square" lIns="91440" tIns="45720" rIns="91440" bIns="45720" numCol="1" anchor="t" anchorCtr="0" compatLnSpc="1">
              <a:prstTxWarp prst="textNoShape">
                <a:avLst/>
              </a:prstTxWarp>
            </a:bodyPr>
            <a:lstStyle/>
            <a:p>
              <a:pPr algn="r" defTabSz="1375467" rtl="1" fontAlgn="auto">
                <a:spcBef>
                  <a:spcPts val="0"/>
                </a:spcBef>
                <a:spcAft>
                  <a:spcPts val="0"/>
                </a:spcAft>
              </a:pPr>
              <a:r>
                <a:rPr lang="en-US" sz="2667" dirty="0" smtClean="0">
                  <a:solidFill>
                    <a:srgbClr val="262626"/>
                  </a:solidFill>
                  <a:latin typeface="Roboto Condensed"/>
                  <a:cs typeface="Simplified Arabic" panose="02020603050405020304" pitchFamily="18" charset="-78"/>
                </a:rPr>
                <a:t> </a:t>
              </a:r>
              <a:endParaRPr lang="en-US" sz="2667" dirty="0">
                <a:solidFill>
                  <a:srgbClr val="262626"/>
                </a:solidFill>
                <a:latin typeface="Roboto Condensed"/>
                <a:cs typeface="Simplified Arabic" panose="02020603050405020304" pitchFamily="18" charset="-78"/>
              </a:endParaRPr>
            </a:p>
          </p:txBody>
        </p:sp>
        <p:sp>
          <p:nvSpPr>
            <p:cNvPr id="35" name="Freeform 29"/>
            <p:cNvSpPr>
              <a:spLocks/>
            </p:cNvSpPr>
            <p:nvPr/>
          </p:nvSpPr>
          <p:spPr bwMode="auto">
            <a:xfrm>
              <a:off x="3506519" y="4087866"/>
              <a:ext cx="1590198" cy="495343"/>
            </a:xfrm>
            <a:custGeom>
              <a:avLst/>
              <a:gdLst/>
              <a:ahLst/>
              <a:cxnLst>
                <a:cxn ang="0">
                  <a:pos x="335" y="0"/>
                </a:cxn>
                <a:cxn ang="0">
                  <a:pos x="322" y="0"/>
                </a:cxn>
                <a:cxn ang="0">
                  <a:pos x="143" y="0"/>
                </a:cxn>
                <a:cxn ang="0">
                  <a:pos x="102" y="128"/>
                </a:cxn>
                <a:cxn ang="0">
                  <a:pos x="108" y="204"/>
                </a:cxn>
                <a:cxn ang="0">
                  <a:pos x="322" y="204"/>
                </a:cxn>
                <a:cxn ang="0">
                  <a:pos x="335" y="204"/>
                </a:cxn>
                <a:cxn ang="0">
                  <a:pos x="549" y="204"/>
                </a:cxn>
                <a:cxn ang="0">
                  <a:pos x="555" y="128"/>
                </a:cxn>
                <a:cxn ang="0">
                  <a:pos x="513" y="0"/>
                </a:cxn>
                <a:cxn ang="0">
                  <a:pos x="335" y="0"/>
                </a:cxn>
              </a:cxnLst>
              <a:rect l="0" t="0" r="r" b="b"/>
              <a:pathLst>
                <a:path w="656" h="204">
                  <a:moveTo>
                    <a:pt x="335" y="0"/>
                  </a:moveTo>
                  <a:cubicBezTo>
                    <a:pt x="322" y="0"/>
                    <a:pt x="322" y="0"/>
                    <a:pt x="322" y="0"/>
                  </a:cubicBezTo>
                  <a:cubicBezTo>
                    <a:pt x="143" y="0"/>
                    <a:pt x="143" y="0"/>
                    <a:pt x="143" y="0"/>
                  </a:cubicBezTo>
                  <a:cubicBezTo>
                    <a:pt x="143" y="0"/>
                    <a:pt x="142" y="88"/>
                    <a:pt x="102" y="128"/>
                  </a:cubicBezTo>
                  <a:cubicBezTo>
                    <a:pt x="62" y="169"/>
                    <a:pt x="0" y="204"/>
                    <a:pt x="108" y="204"/>
                  </a:cubicBezTo>
                  <a:cubicBezTo>
                    <a:pt x="322" y="204"/>
                    <a:pt x="322" y="204"/>
                    <a:pt x="322" y="204"/>
                  </a:cubicBezTo>
                  <a:cubicBezTo>
                    <a:pt x="335" y="204"/>
                    <a:pt x="335" y="204"/>
                    <a:pt x="335" y="204"/>
                  </a:cubicBezTo>
                  <a:cubicBezTo>
                    <a:pt x="549" y="204"/>
                    <a:pt x="549" y="204"/>
                    <a:pt x="549" y="204"/>
                  </a:cubicBezTo>
                  <a:cubicBezTo>
                    <a:pt x="656" y="204"/>
                    <a:pt x="594" y="169"/>
                    <a:pt x="555" y="128"/>
                  </a:cubicBezTo>
                  <a:cubicBezTo>
                    <a:pt x="515" y="88"/>
                    <a:pt x="513" y="0"/>
                    <a:pt x="513" y="0"/>
                  </a:cubicBezTo>
                  <a:lnTo>
                    <a:pt x="335" y="0"/>
                  </a:lnTo>
                  <a:close/>
                </a:path>
              </a:pathLst>
            </a:custGeom>
            <a:gradFill>
              <a:gsLst>
                <a:gs pos="42000">
                  <a:schemeClr val="bg1">
                    <a:lumMod val="75000"/>
                  </a:schemeClr>
                </a:gs>
                <a:gs pos="6000">
                  <a:schemeClr val="bg1">
                    <a:lumMod val="85000"/>
                  </a:schemeClr>
                </a:gs>
                <a:gs pos="0">
                  <a:schemeClr val="bg1">
                    <a:lumMod val="65000"/>
                  </a:schemeClr>
                </a:gs>
              </a:gsLst>
              <a:lin ang="5400000" scaled="0"/>
            </a:gradFill>
            <a:ln w="9525">
              <a:noFill/>
              <a:round/>
              <a:headEnd/>
              <a:tailEnd/>
            </a:ln>
          </p:spPr>
          <p:txBody>
            <a:bodyPr vert="horz" wrap="square" lIns="91440" tIns="45720" rIns="91440" bIns="45720" numCol="1" anchor="t" anchorCtr="0" compatLnSpc="1">
              <a:prstTxWarp prst="textNoShape">
                <a:avLst/>
              </a:prstTxWarp>
            </a:bodyPr>
            <a:lstStyle/>
            <a:p>
              <a:pPr algn="r" defTabSz="1375467" rtl="1"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sp>
        <p:nvSpPr>
          <p:cNvPr id="36" name="Picture Placeholder 7"/>
          <p:cNvSpPr>
            <a:spLocks noGrp="1"/>
          </p:cNvSpPr>
          <p:nvPr>
            <p:ph type="pic" sz="quarter" idx="10" hasCustomPrompt="1"/>
          </p:nvPr>
        </p:nvSpPr>
        <p:spPr>
          <a:xfrm>
            <a:off x="4153968" y="1879600"/>
            <a:ext cx="3944649" cy="2230637"/>
          </a:xfrm>
          <a:prstGeom prst="rect">
            <a:avLst/>
          </a:prstGeom>
          <a:ln>
            <a:noFill/>
          </a:ln>
        </p:spPr>
        <p:txBody>
          <a:bodyPr tIns="0" bIns="27432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13"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4"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285246647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4" fill="hold" grpId="0" nodeType="afterEffect">
                                  <p:stCondLst>
                                    <p:cond delay="0"/>
                                  </p:stCondLst>
                                  <p:childTnLst>
                                    <p:set>
                                      <p:cBhvr>
                                        <p:cTn id="11" dur="1" fill="hold">
                                          <p:stCondLst>
                                            <p:cond delay="0"/>
                                          </p:stCondLst>
                                        </p:cTn>
                                        <p:tgtEl>
                                          <p:spTgt spid="36"/>
                                        </p:tgtEl>
                                        <p:attrNameLst>
                                          <p:attrName>style.visibility</p:attrName>
                                        </p:attrNameLst>
                                      </p:cBhvr>
                                      <p:to>
                                        <p:strVal val="visible"/>
                                      </p:to>
                                    </p:set>
                                    <p:animEffect transition="in" filter="wipe(down)">
                                      <p:cBhvr>
                                        <p:cTn id="12" dur="50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p:bldLst>
  </p:timing>
</p:sldLayout>
</file>

<file path=ppt/slideLayouts/slideLayout306.xml><?xml version="1.0" encoding="utf-8"?>
<p:sldLayout xmlns:a="http://schemas.openxmlformats.org/drawingml/2006/main" xmlns:r="http://schemas.openxmlformats.org/officeDocument/2006/relationships" xmlns:p="http://schemas.openxmlformats.org/presentationml/2006/main" userDrawn="1">
  <p:cSld name="MockUp5">
    <p:spTree>
      <p:nvGrpSpPr>
        <p:cNvPr id="1" name=""/>
        <p:cNvGrpSpPr/>
        <p:nvPr/>
      </p:nvGrpSpPr>
      <p:grpSpPr>
        <a:xfrm>
          <a:off x="0" y="0"/>
          <a:ext cx="0" cy="0"/>
          <a:chOff x="0" y="0"/>
          <a:chExt cx="0" cy="0"/>
        </a:xfrm>
      </p:grpSpPr>
      <p:grpSp>
        <p:nvGrpSpPr>
          <p:cNvPr id="2" name="Group 20"/>
          <p:cNvGrpSpPr/>
          <p:nvPr userDrawn="1"/>
        </p:nvGrpSpPr>
        <p:grpSpPr>
          <a:xfrm>
            <a:off x="5558337" y="1602393"/>
            <a:ext cx="5867577" cy="4668552"/>
            <a:chOff x="2094899" y="1081795"/>
            <a:chExt cx="4400683" cy="3501414"/>
          </a:xfrm>
        </p:grpSpPr>
        <p:sp>
          <p:nvSpPr>
            <p:cNvPr id="22" name="Rectangle 21"/>
            <p:cNvSpPr/>
            <p:nvPr/>
          </p:nvSpPr>
          <p:spPr>
            <a:xfrm>
              <a:off x="2261198" y="1247618"/>
              <a:ext cx="4081379" cy="225986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23" name="Freeform 5"/>
            <p:cNvSpPr>
              <a:spLocks noEditPoints="1"/>
            </p:cNvSpPr>
            <p:nvPr/>
          </p:nvSpPr>
          <p:spPr bwMode="auto">
            <a:xfrm>
              <a:off x="2094899" y="1081795"/>
              <a:ext cx="4400683" cy="2608522"/>
            </a:xfrm>
            <a:custGeom>
              <a:avLst/>
              <a:gdLst/>
              <a:ahLst/>
              <a:cxnLst>
                <a:cxn ang="0">
                  <a:pos x="1757" y="0"/>
                </a:cxn>
                <a:cxn ang="0">
                  <a:pos x="921" y="0"/>
                </a:cxn>
                <a:cxn ang="0">
                  <a:pos x="893" y="0"/>
                </a:cxn>
                <a:cxn ang="0">
                  <a:pos x="56" y="0"/>
                </a:cxn>
                <a:cxn ang="0">
                  <a:pos x="0" y="47"/>
                </a:cxn>
                <a:cxn ang="0">
                  <a:pos x="0" y="1076"/>
                </a:cxn>
                <a:cxn ang="0">
                  <a:pos x="1816" y="1076"/>
                </a:cxn>
                <a:cxn ang="0">
                  <a:pos x="1816" y="47"/>
                </a:cxn>
                <a:cxn ang="0">
                  <a:pos x="1757" y="0"/>
                </a:cxn>
                <a:cxn ang="0">
                  <a:pos x="1732" y="1000"/>
                </a:cxn>
                <a:cxn ang="0">
                  <a:pos x="76" y="1000"/>
                </a:cxn>
                <a:cxn ang="0">
                  <a:pos x="76" y="68"/>
                </a:cxn>
                <a:cxn ang="0">
                  <a:pos x="1732" y="68"/>
                </a:cxn>
                <a:cxn ang="0">
                  <a:pos x="1732" y="1000"/>
                </a:cxn>
              </a:cxnLst>
              <a:rect l="0" t="0" r="r" b="b"/>
              <a:pathLst>
                <a:path w="1816" h="1076">
                  <a:moveTo>
                    <a:pt x="1757" y="0"/>
                  </a:moveTo>
                  <a:cubicBezTo>
                    <a:pt x="921" y="0"/>
                    <a:pt x="921" y="0"/>
                    <a:pt x="921" y="0"/>
                  </a:cubicBezTo>
                  <a:cubicBezTo>
                    <a:pt x="893" y="0"/>
                    <a:pt x="893" y="0"/>
                    <a:pt x="893" y="0"/>
                  </a:cubicBezTo>
                  <a:cubicBezTo>
                    <a:pt x="56" y="0"/>
                    <a:pt x="56" y="0"/>
                    <a:pt x="56" y="0"/>
                  </a:cubicBezTo>
                  <a:cubicBezTo>
                    <a:pt x="27" y="0"/>
                    <a:pt x="0" y="17"/>
                    <a:pt x="0" y="47"/>
                  </a:cubicBezTo>
                  <a:cubicBezTo>
                    <a:pt x="0" y="1076"/>
                    <a:pt x="0" y="1076"/>
                    <a:pt x="0" y="1076"/>
                  </a:cubicBezTo>
                  <a:cubicBezTo>
                    <a:pt x="1816" y="1076"/>
                    <a:pt x="1816" y="1076"/>
                    <a:pt x="1816" y="1076"/>
                  </a:cubicBezTo>
                  <a:cubicBezTo>
                    <a:pt x="1816" y="47"/>
                    <a:pt x="1816" y="47"/>
                    <a:pt x="1816" y="47"/>
                  </a:cubicBezTo>
                  <a:cubicBezTo>
                    <a:pt x="1816" y="17"/>
                    <a:pt x="1787" y="0"/>
                    <a:pt x="1757" y="0"/>
                  </a:cubicBezTo>
                  <a:moveTo>
                    <a:pt x="1732" y="1000"/>
                  </a:moveTo>
                  <a:cubicBezTo>
                    <a:pt x="76" y="1000"/>
                    <a:pt x="76" y="1000"/>
                    <a:pt x="76" y="1000"/>
                  </a:cubicBezTo>
                  <a:cubicBezTo>
                    <a:pt x="76" y="68"/>
                    <a:pt x="76" y="68"/>
                    <a:pt x="76" y="68"/>
                  </a:cubicBezTo>
                  <a:cubicBezTo>
                    <a:pt x="1732" y="68"/>
                    <a:pt x="1732" y="68"/>
                    <a:pt x="1732" y="68"/>
                  </a:cubicBezTo>
                  <a:cubicBezTo>
                    <a:pt x="1732" y="1000"/>
                    <a:pt x="1732" y="1000"/>
                    <a:pt x="1732" y="1000"/>
                  </a:cubicBezTo>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24" name="Freeform 23"/>
            <p:cNvSpPr>
              <a:spLocks/>
            </p:cNvSpPr>
            <p:nvPr/>
          </p:nvSpPr>
          <p:spPr bwMode="auto">
            <a:xfrm>
              <a:off x="2311744" y="1247618"/>
              <a:ext cx="3979748" cy="2259869"/>
            </a:xfrm>
            <a:custGeom>
              <a:avLst/>
              <a:gdLst/>
              <a:ahLst/>
              <a:cxnLst>
                <a:cxn ang="0">
                  <a:pos x="1872" y="0"/>
                </a:cxn>
                <a:cxn ang="0">
                  <a:pos x="0" y="0"/>
                </a:cxn>
                <a:cxn ang="0">
                  <a:pos x="1872" y="1063"/>
                </a:cxn>
                <a:cxn ang="0">
                  <a:pos x="1872" y="0"/>
                </a:cxn>
              </a:cxnLst>
              <a:rect l="0" t="0" r="r" b="b"/>
              <a:pathLst>
                <a:path w="1872" h="1063">
                  <a:moveTo>
                    <a:pt x="1872" y="0"/>
                  </a:moveTo>
                  <a:lnTo>
                    <a:pt x="0" y="0"/>
                  </a:lnTo>
                  <a:lnTo>
                    <a:pt x="1872" y="1063"/>
                  </a:lnTo>
                  <a:lnTo>
                    <a:pt x="1872" y="0"/>
                  </a:lnTo>
                  <a:close/>
                </a:path>
              </a:pathLst>
            </a:custGeom>
            <a:solidFill>
              <a:srgbClr val="FFFFFF">
                <a:alpha val="16000"/>
              </a:srgbClr>
            </a:solid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25" name="Freeform 27"/>
            <p:cNvSpPr>
              <a:spLocks/>
            </p:cNvSpPr>
            <p:nvPr/>
          </p:nvSpPr>
          <p:spPr bwMode="auto">
            <a:xfrm>
              <a:off x="2094899" y="3690315"/>
              <a:ext cx="4400683" cy="397550"/>
            </a:xfrm>
            <a:custGeom>
              <a:avLst/>
              <a:gdLst/>
              <a:ahLst/>
              <a:cxnLst>
                <a:cxn ang="0">
                  <a:pos x="0" y="0"/>
                </a:cxn>
                <a:cxn ang="0">
                  <a:pos x="0" y="100"/>
                </a:cxn>
                <a:cxn ang="0">
                  <a:pos x="56" y="164"/>
                </a:cxn>
                <a:cxn ang="0">
                  <a:pos x="893" y="164"/>
                </a:cxn>
                <a:cxn ang="0">
                  <a:pos x="921" y="164"/>
                </a:cxn>
                <a:cxn ang="0">
                  <a:pos x="1757" y="164"/>
                </a:cxn>
                <a:cxn ang="0">
                  <a:pos x="1816" y="100"/>
                </a:cxn>
                <a:cxn ang="0">
                  <a:pos x="1816" y="0"/>
                </a:cxn>
                <a:cxn ang="0">
                  <a:pos x="0" y="0"/>
                </a:cxn>
              </a:cxnLst>
              <a:rect l="0" t="0" r="r" b="b"/>
              <a:pathLst>
                <a:path w="1816" h="164">
                  <a:moveTo>
                    <a:pt x="0" y="0"/>
                  </a:moveTo>
                  <a:cubicBezTo>
                    <a:pt x="0" y="100"/>
                    <a:pt x="0" y="100"/>
                    <a:pt x="0" y="100"/>
                  </a:cubicBezTo>
                  <a:cubicBezTo>
                    <a:pt x="0" y="130"/>
                    <a:pt x="27" y="164"/>
                    <a:pt x="56" y="164"/>
                  </a:cubicBezTo>
                  <a:cubicBezTo>
                    <a:pt x="893" y="164"/>
                    <a:pt x="893" y="164"/>
                    <a:pt x="893" y="164"/>
                  </a:cubicBezTo>
                  <a:cubicBezTo>
                    <a:pt x="921" y="164"/>
                    <a:pt x="921" y="164"/>
                    <a:pt x="921" y="164"/>
                  </a:cubicBezTo>
                  <a:cubicBezTo>
                    <a:pt x="1757" y="164"/>
                    <a:pt x="1757" y="164"/>
                    <a:pt x="1757" y="164"/>
                  </a:cubicBezTo>
                  <a:cubicBezTo>
                    <a:pt x="1787" y="164"/>
                    <a:pt x="1816" y="130"/>
                    <a:pt x="1816" y="100"/>
                  </a:cubicBezTo>
                  <a:cubicBezTo>
                    <a:pt x="1816" y="0"/>
                    <a:pt x="1816" y="0"/>
                    <a:pt x="1816" y="0"/>
                  </a:cubicBezTo>
                  <a:lnTo>
                    <a:pt x="0" y="0"/>
                  </a:lnTo>
                  <a:close/>
                </a:path>
              </a:pathLst>
            </a:custGeom>
            <a:gradFill>
              <a:gsLst>
                <a:gs pos="83000">
                  <a:schemeClr val="bg1">
                    <a:lumMod val="75000"/>
                  </a:schemeClr>
                </a:gs>
                <a:gs pos="54000">
                  <a:schemeClr val="bg1">
                    <a:lumMod val="85000"/>
                  </a:schemeClr>
                </a:gs>
              </a:gsLst>
              <a:lin ang="1800000" scaled="0"/>
            </a:grad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r>
                <a:rPr lang="en-US" sz="2667" dirty="0" smtClean="0">
                  <a:solidFill>
                    <a:srgbClr val="262626"/>
                  </a:solidFill>
                  <a:latin typeface="Roboto Condensed"/>
                  <a:cs typeface="Simplified Arabic" panose="02020603050405020304" pitchFamily="18" charset="-78"/>
                </a:rPr>
                <a:t> </a:t>
              </a:r>
              <a:endParaRPr lang="en-US" sz="2667" dirty="0">
                <a:solidFill>
                  <a:srgbClr val="262626"/>
                </a:solidFill>
                <a:latin typeface="Roboto Condensed"/>
                <a:cs typeface="Simplified Arabic" panose="02020603050405020304" pitchFamily="18" charset="-78"/>
              </a:endParaRPr>
            </a:p>
          </p:txBody>
        </p:sp>
        <p:sp>
          <p:nvSpPr>
            <p:cNvPr id="26" name="Freeform 29"/>
            <p:cNvSpPr>
              <a:spLocks/>
            </p:cNvSpPr>
            <p:nvPr/>
          </p:nvSpPr>
          <p:spPr bwMode="auto">
            <a:xfrm>
              <a:off x="3506519" y="4087866"/>
              <a:ext cx="1590198" cy="495343"/>
            </a:xfrm>
            <a:custGeom>
              <a:avLst/>
              <a:gdLst/>
              <a:ahLst/>
              <a:cxnLst>
                <a:cxn ang="0">
                  <a:pos x="335" y="0"/>
                </a:cxn>
                <a:cxn ang="0">
                  <a:pos x="322" y="0"/>
                </a:cxn>
                <a:cxn ang="0">
                  <a:pos x="143" y="0"/>
                </a:cxn>
                <a:cxn ang="0">
                  <a:pos x="102" y="128"/>
                </a:cxn>
                <a:cxn ang="0">
                  <a:pos x="108" y="204"/>
                </a:cxn>
                <a:cxn ang="0">
                  <a:pos x="322" y="204"/>
                </a:cxn>
                <a:cxn ang="0">
                  <a:pos x="335" y="204"/>
                </a:cxn>
                <a:cxn ang="0">
                  <a:pos x="549" y="204"/>
                </a:cxn>
                <a:cxn ang="0">
                  <a:pos x="555" y="128"/>
                </a:cxn>
                <a:cxn ang="0">
                  <a:pos x="513" y="0"/>
                </a:cxn>
                <a:cxn ang="0">
                  <a:pos x="335" y="0"/>
                </a:cxn>
              </a:cxnLst>
              <a:rect l="0" t="0" r="r" b="b"/>
              <a:pathLst>
                <a:path w="656" h="204">
                  <a:moveTo>
                    <a:pt x="335" y="0"/>
                  </a:moveTo>
                  <a:cubicBezTo>
                    <a:pt x="322" y="0"/>
                    <a:pt x="322" y="0"/>
                    <a:pt x="322" y="0"/>
                  </a:cubicBezTo>
                  <a:cubicBezTo>
                    <a:pt x="143" y="0"/>
                    <a:pt x="143" y="0"/>
                    <a:pt x="143" y="0"/>
                  </a:cubicBezTo>
                  <a:cubicBezTo>
                    <a:pt x="143" y="0"/>
                    <a:pt x="142" y="88"/>
                    <a:pt x="102" y="128"/>
                  </a:cubicBezTo>
                  <a:cubicBezTo>
                    <a:pt x="62" y="169"/>
                    <a:pt x="0" y="204"/>
                    <a:pt x="108" y="204"/>
                  </a:cubicBezTo>
                  <a:cubicBezTo>
                    <a:pt x="322" y="204"/>
                    <a:pt x="322" y="204"/>
                    <a:pt x="322" y="204"/>
                  </a:cubicBezTo>
                  <a:cubicBezTo>
                    <a:pt x="335" y="204"/>
                    <a:pt x="335" y="204"/>
                    <a:pt x="335" y="204"/>
                  </a:cubicBezTo>
                  <a:cubicBezTo>
                    <a:pt x="549" y="204"/>
                    <a:pt x="549" y="204"/>
                    <a:pt x="549" y="204"/>
                  </a:cubicBezTo>
                  <a:cubicBezTo>
                    <a:pt x="656" y="204"/>
                    <a:pt x="594" y="169"/>
                    <a:pt x="555" y="128"/>
                  </a:cubicBezTo>
                  <a:cubicBezTo>
                    <a:pt x="515" y="88"/>
                    <a:pt x="513" y="0"/>
                    <a:pt x="513" y="0"/>
                  </a:cubicBezTo>
                  <a:lnTo>
                    <a:pt x="335" y="0"/>
                  </a:lnTo>
                  <a:close/>
                </a:path>
              </a:pathLst>
            </a:custGeom>
            <a:gradFill>
              <a:gsLst>
                <a:gs pos="42000">
                  <a:schemeClr val="bg1">
                    <a:lumMod val="75000"/>
                  </a:schemeClr>
                </a:gs>
                <a:gs pos="6000">
                  <a:schemeClr val="bg1">
                    <a:lumMod val="85000"/>
                  </a:schemeClr>
                </a:gs>
                <a:gs pos="0">
                  <a:schemeClr val="bg1">
                    <a:lumMod val="65000"/>
                  </a:schemeClr>
                </a:gs>
              </a:gsLst>
              <a:lin ang="5400000" scaled="0"/>
            </a:grad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sp>
        <p:nvSpPr>
          <p:cNvPr id="27" name="Picture Placeholder 7"/>
          <p:cNvSpPr>
            <a:spLocks noGrp="1"/>
          </p:cNvSpPr>
          <p:nvPr>
            <p:ph type="pic" sz="quarter" idx="10" hasCustomPrompt="1"/>
          </p:nvPr>
        </p:nvSpPr>
        <p:spPr>
          <a:xfrm>
            <a:off x="5808963" y="1823494"/>
            <a:ext cx="5344831" cy="3013159"/>
          </a:xfrm>
          <a:prstGeom prst="rect">
            <a:avLst/>
          </a:prstGeom>
          <a:ln>
            <a:noFill/>
          </a:ln>
        </p:spPr>
        <p:txBody>
          <a:bodyPr bIns="45720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13"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4"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214718337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4" fill="hold" grpId="0" nodeType="afterEffect">
                                  <p:stCondLst>
                                    <p:cond delay="0"/>
                                  </p:stCondLst>
                                  <p:childTnLst>
                                    <p:set>
                                      <p:cBhvr>
                                        <p:cTn id="11" dur="1" fill="hold">
                                          <p:stCondLst>
                                            <p:cond delay="0"/>
                                          </p:stCondLst>
                                        </p:cTn>
                                        <p:tgtEl>
                                          <p:spTgt spid="27"/>
                                        </p:tgtEl>
                                        <p:attrNameLst>
                                          <p:attrName>style.visibility</p:attrName>
                                        </p:attrNameLst>
                                      </p:cBhvr>
                                      <p:to>
                                        <p:strVal val="visible"/>
                                      </p:to>
                                    </p:set>
                                    <p:animEffect transition="in" filter="wipe(down)">
                                      <p:cBhvr>
                                        <p:cTn id="12"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p:bldLst>
  </p:timing>
</p:sldLayout>
</file>

<file path=ppt/slideLayouts/slideLayout307.xml><?xml version="1.0" encoding="utf-8"?>
<p:sldLayout xmlns:a="http://schemas.openxmlformats.org/drawingml/2006/main" xmlns:r="http://schemas.openxmlformats.org/officeDocument/2006/relationships" xmlns:p="http://schemas.openxmlformats.org/presentationml/2006/main" preserve="1" userDrawn="1">
  <p:cSld name="Vertical Title and Text">
    <p:spTree>
      <p:nvGrpSpPr>
        <p:cNvPr id="1" name=""/>
        <p:cNvGrpSpPr/>
        <p:nvPr/>
      </p:nvGrpSpPr>
      <p:grpSpPr>
        <a:xfrm>
          <a:off x="0" y="0"/>
          <a:ext cx="0" cy="0"/>
          <a:chOff x="0" y="0"/>
          <a:chExt cx="0" cy="0"/>
        </a:xfrm>
      </p:grpSpPr>
      <p:sp>
        <p:nvSpPr>
          <p:cNvPr id="7"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8"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92892955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308.xml><?xml version="1.0" encoding="utf-8"?>
<p:sldLayout xmlns:a="http://schemas.openxmlformats.org/drawingml/2006/main" xmlns:r="http://schemas.openxmlformats.org/officeDocument/2006/relationships" xmlns:p="http://schemas.openxmlformats.org/presentationml/2006/main" userDrawn="1">
  <p:cSld name="Pic08_02">
    <p:spTree>
      <p:nvGrpSpPr>
        <p:cNvPr id="1" name=""/>
        <p:cNvGrpSpPr/>
        <p:nvPr/>
      </p:nvGrpSpPr>
      <p:grpSpPr>
        <a:xfrm>
          <a:off x="0" y="0"/>
          <a:ext cx="0" cy="0"/>
          <a:chOff x="0" y="0"/>
          <a:chExt cx="0" cy="0"/>
        </a:xfrm>
      </p:grpSpPr>
      <p:sp>
        <p:nvSpPr>
          <p:cNvPr id="8" name="Picture Placeholder 7"/>
          <p:cNvSpPr>
            <a:spLocks noGrp="1"/>
          </p:cNvSpPr>
          <p:nvPr>
            <p:ph type="pic" sz="quarter" idx="10" hasCustomPrompt="1"/>
          </p:nvPr>
        </p:nvSpPr>
        <p:spPr>
          <a:xfrm>
            <a:off x="3" y="1600200"/>
            <a:ext cx="12191996" cy="26416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178308892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accel="50000" decel="5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1000" fill="hold"/>
                                        <p:tgtEl>
                                          <p:spTgt spid="8"/>
                                        </p:tgtEl>
                                        <p:attrNameLst>
                                          <p:attrName>ppt_x</p:attrName>
                                        </p:attrNameLst>
                                      </p:cBhvr>
                                      <p:tavLst>
                                        <p:tav tm="0">
                                          <p:val>
                                            <p:strVal val="#ppt_x"/>
                                          </p:val>
                                        </p:tav>
                                        <p:tav tm="100000">
                                          <p:val>
                                            <p:strVal val="#ppt_x"/>
                                          </p:val>
                                        </p:tav>
                                      </p:tavLst>
                                    </p:anim>
                                    <p:anim calcmode="lin" valueType="num">
                                      <p:cBhvr additive="base">
                                        <p:cTn id="8" dur="1000" fill="hold"/>
                                        <p:tgtEl>
                                          <p:spTgt spid="8"/>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Layout>
</file>

<file path=ppt/slideLayouts/slideLayout309.xml><?xml version="1.0" encoding="utf-8"?>
<p:sldLayout xmlns:a="http://schemas.openxmlformats.org/drawingml/2006/main" xmlns:r="http://schemas.openxmlformats.org/officeDocument/2006/relationships" xmlns:p="http://schemas.openxmlformats.org/presentationml/2006/main" preserve="1" userDrawn="1">
  <p:cSld name="2_Pic08_02">
    <p:spTree>
      <p:nvGrpSpPr>
        <p:cNvPr id="1" name=""/>
        <p:cNvGrpSpPr/>
        <p:nvPr/>
      </p:nvGrpSpPr>
      <p:grpSpPr>
        <a:xfrm>
          <a:off x="0" y="0"/>
          <a:ext cx="0" cy="0"/>
          <a:chOff x="0" y="0"/>
          <a:chExt cx="0" cy="0"/>
        </a:xfrm>
      </p:grpSpPr>
      <p:sp>
        <p:nvSpPr>
          <p:cNvPr id="8" name="Picture Placeholder 7"/>
          <p:cNvSpPr>
            <a:spLocks noGrp="1"/>
          </p:cNvSpPr>
          <p:nvPr>
            <p:ph type="pic" sz="quarter" idx="10" hasCustomPrompt="1"/>
          </p:nvPr>
        </p:nvSpPr>
        <p:spPr>
          <a:xfrm>
            <a:off x="3" y="-12699"/>
            <a:ext cx="12191999" cy="36449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7" name="Round Same Side Corner Rectangle 6"/>
          <p:cNvSpPr/>
          <p:nvPr userDrawn="1"/>
        </p:nvSpPr>
        <p:spPr>
          <a:xfrm rot="16200000" flipH="1">
            <a:off x="11731147" y="6331910"/>
            <a:ext cx="384047" cy="537665"/>
          </a:xfrm>
          <a:prstGeom prst="round2Same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50000"/>
                  <a:lumOff val="50000"/>
                </a:srgbClr>
              </a:solidFill>
            </a:endParaRPr>
          </a:p>
        </p:txBody>
      </p:sp>
      <p:sp>
        <p:nvSpPr>
          <p:cNvPr id="9" name="Slide Number Placeholder 4"/>
          <p:cNvSpPr>
            <a:spLocks noGrp="1"/>
          </p:cNvSpPr>
          <p:nvPr>
            <p:ph type="sldNum" sz="quarter" idx="4"/>
          </p:nvPr>
        </p:nvSpPr>
        <p:spPr>
          <a:xfrm>
            <a:off x="11662445" y="6408719"/>
            <a:ext cx="508001" cy="366183"/>
          </a:xfrm>
          <a:prstGeom prst="rect">
            <a:avLst/>
          </a:prstGeom>
        </p:spPr>
        <p:txBody>
          <a:bodyPr anchor="ctr"/>
          <a:lstStyle>
            <a:lvl1pPr algn="ctr">
              <a:defRPr sz="1200" b="1">
                <a:solidFill>
                  <a:schemeClr val="tx1">
                    <a:lumMod val="50000"/>
                    <a:lumOff val="50000"/>
                  </a:schemeClr>
                </a:solidFill>
                <a:cs typeface="Simplified Arabic" panose="02020603050405020304" pitchFamily="18" charset="-78"/>
              </a:defRPr>
            </a:lvl1pPr>
          </a:lstStyle>
          <a:p>
            <a:pPr defTabSz="1375467" fontAlgn="auto">
              <a:spcBef>
                <a:spcPts val="0"/>
              </a:spcBef>
              <a:spcAft>
                <a:spcPts val="0"/>
              </a:spcAft>
            </a:pPr>
            <a:fld id="{C136B7D2-B98C-44FD-8D04-7EC62A564975}" type="slidenum">
              <a:rPr lang="en-US" smtClean="0">
                <a:solidFill>
                  <a:srgbClr val="262626">
                    <a:lumMod val="50000"/>
                    <a:lumOff val="50000"/>
                  </a:srgbClr>
                </a:solidFill>
                <a:latin typeface="Roboto Condensed"/>
              </a:rPr>
              <a:pPr defTabSz="1375467" fontAlgn="auto">
                <a:spcBef>
                  <a:spcPts val="0"/>
                </a:spcBef>
                <a:spcAft>
                  <a:spcPts val="0"/>
                </a:spcAft>
              </a:pPr>
              <a:t>‹#›</a:t>
            </a:fld>
            <a:endParaRPr lang="en-US" dirty="0">
              <a:solidFill>
                <a:srgbClr val="262626">
                  <a:lumMod val="50000"/>
                  <a:lumOff val="50000"/>
                </a:srgbClr>
              </a:solidFill>
              <a:latin typeface="Roboto Condensed"/>
            </a:endParaRPr>
          </a:p>
        </p:txBody>
      </p:sp>
    </p:spTree>
    <p:extLst>
      <p:ext uri="{BB962C8B-B14F-4D97-AF65-F5344CB8AC3E}">
        <p14:creationId xmlns:p14="http://schemas.microsoft.com/office/powerpoint/2010/main" val="181587052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accel="50000" decel="5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1000" fill="hold"/>
                                        <p:tgtEl>
                                          <p:spTgt spid="8"/>
                                        </p:tgtEl>
                                        <p:attrNameLst>
                                          <p:attrName>ppt_x</p:attrName>
                                        </p:attrNameLst>
                                      </p:cBhvr>
                                      <p:tavLst>
                                        <p:tav tm="0">
                                          <p:val>
                                            <p:strVal val="#ppt_x"/>
                                          </p:val>
                                        </p:tav>
                                        <p:tav tm="100000">
                                          <p:val>
                                            <p:strVal val="#ppt_x"/>
                                          </p:val>
                                        </p:tav>
                                      </p:tavLst>
                                    </p:anim>
                                    <p:anim calcmode="lin" valueType="num">
                                      <p:cBhvr additive="base">
                                        <p:cTn id="8" dur="1000" fill="hold"/>
                                        <p:tgtEl>
                                          <p:spTgt spid="8"/>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Layout>
</file>

<file path=ppt/slideLayouts/slideLayout310.xml><?xml version="1.0" encoding="utf-8"?>
<p:sldLayout xmlns:a="http://schemas.openxmlformats.org/drawingml/2006/main" xmlns:r="http://schemas.openxmlformats.org/officeDocument/2006/relationships" xmlns:p="http://schemas.openxmlformats.org/presentationml/2006/main" userDrawn="1">
  <p:cSld name="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68579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86439150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Layout>
</file>

<file path=ppt/slideLayouts/slideLayout311.xml><?xml version="1.0" encoding="utf-8"?>
<p:sldLayout xmlns:a="http://schemas.openxmlformats.org/drawingml/2006/main" xmlns:r="http://schemas.openxmlformats.org/officeDocument/2006/relationships" xmlns:p="http://schemas.openxmlformats.org/presentationml/2006/main" userDrawn="1">
  <p:cSld name="Team00">
    <p:spTree>
      <p:nvGrpSpPr>
        <p:cNvPr id="1" name=""/>
        <p:cNvGrpSpPr/>
        <p:nvPr/>
      </p:nvGrpSpPr>
      <p:grpSpPr>
        <a:xfrm>
          <a:off x="0" y="0"/>
          <a:ext cx="0" cy="0"/>
          <a:chOff x="0" y="0"/>
          <a:chExt cx="0" cy="0"/>
        </a:xfrm>
      </p:grpSpPr>
      <p:sp>
        <p:nvSpPr>
          <p:cNvPr id="18" name="Down Arrow Callout 17"/>
          <p:cNvSpPr/>
          <p:nvPr userDrawn="1"/>
        </p:nvSpPr>
        <p:spPr bwMode="auto">
          <a:xfrm>
            <a:off x="0" y="0"/>
            <a:ext cx="12192000" cy="3372155"/>
          </a:xfrm>
          <a:prstGeom prst="downArrowCallout">
            <a:avLst>
              <a:gd name="adj1" fmla="val 32676"/>
              <a:gd name="adj2" fmla="val 14109"/>
              <a:gd name="adj3" fmla="val 10498"/>
              <a:gd name="adj4" fmla="val 92638"/>
            </a:avLst>
          </a:prstGeom>
          <a:solidFill>
            <a:schemeClr val="accent1"/>
          </a:solidFill>
          <a:ln w="9525">
            <a:noFill/>
            <a:round/>
            <a:headEnd/>
            <a:tailEnd/>
          </a:ln>
        </p:spPr>
        <p:txBody>
          <a:bodyPr vert="horz" wrap="square" lIns="121920" tIns="60960" rIns="121920" bIns="60960" numCol="1" rtlCol="0" anchor="t" anchorCtr="0" compatLnSpc="1">
            <a:prstTxWarp prst="textNoShape">
              <a:avLst/>
            </a:prstTxWarp>
          </a:bodyPr>
          <a:lstStyle/>
          <a:p>
            <a:pPr algn="ct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21" name="Picture Placeholder 7"/>
          <p:cNvSpPr>
            <a:spLocks noGrp="1"/>
          </p:cNvSpPr>
          <p:nvPr>
            <p:ph type="pic" sz="quarter" idx="10" hasCustomPrompt="1"/>
          </p:nvPr>
        </p:nvSpPr>
        <p:spPr>
          <a:xfrm>
            <a:off x="4999171" y="622368"/>
            <a:ext cx="2193663" cy="2193005"/>
          </a:xfrm>
          <a:prstGeom prst="ellipse">
            <a:avLst/>
          </a:prstGeom>
          <a:ln w="28575">
            <a:solidFill>
              <a:schemeClr val="accent1">
                <a:lumMod val="75000"/>
              </a:schemeClr>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grpSp>
        <p:nvGrpSpPr>
          <p:cNvPr id="17" name="Group 16"/>
          <p:cNvGrpSpPr/>
          <p:nvPr userDrawn="1"/>
        </p:nvGrpSpPr>
        <p:grpSpPr>
          <a:xfrm>
            <a:off x="0" y="1275080"/>
            <a:ext cx="12192000" cy="2125339"/>
            <a:chOff x="0" y="956310"/>
            <a:chExt cx="9144000" cy="1594004"/>
          </a:xfrm>
        </p:grpSpPr>
        <p:sp>
          <p:nvSpPr>
            <p:cNvPr id="14" name="Freeform 13"/>
            <p:cNvSpPr>
              <a:spLocks/>
            </p:cNvSpPr>
            <p:nvPr userDrawn="1"/>
          </p:nvSpPr>
          <p:spPr bwMode="auto">
            <a:xfrm>
              <a:off x="0" y="956310"/>
              <a:ext cx="9144000" cy="1300543"/>
            </a:xfrm>
            <a:custGeom>
              <a:avLst/>
              <a:gdLst/>
              <a:ahLst/>
              <a:cxnLst>
                <a:cxn ang="0">
                  <a:pos x="30" y="330"/>
                </a:cxn>
                <a:cxn ang="0">
                  <a:pos x="99" y="339"/>
                </a:cxn>
                <a:cxn ang="0">
                  <a:pos x="181" y="385"/>
                </a:cxn>
                <a:cxn ang="0">
                  <a:pos x="289" y="307"/>
                </a:cxn>
                <a:cxn ang="0">
                  <a:pos x="364" y="303"/>
                </a:cxn>
                <a:cxn ang="0">
                  <a:pos x="444" y="328"/>
                </a:cxn>
                <a:cxn ang="0">
                  <a:pos x="528" y="322"/>
                </a:cxn>
                <a:cxn ang="0">
                  <a:pos x="661" y="60"/>
                </a:cxn>
                <a:cxn ang="0">
                  <a:pos x="697" y="60"/>
                </a:cxn>
                <a:cxn ang="0">
                  <a:pos x="726" y="57"/>
                </a:cxn>
                <a:cxn ang="0">
                  <a:pos x="768" y="290"/>
                </a:cxn>
                <a:cxn ang="0">
                  <a:pos x="800" y="246"/>
                </a:cxn>
                <a:cxn ang="0">
                  <a:pos x="888" y="176"/>
                </a:cxn>
                <a:cxn ang="0">
                  <a:pos x="955" y="208"/>
                </a:cxn>
                <a:cxn ang="0">
                  <a:pos x="993" y="358"/>
                </a:cxn>
                <a:cxn ang="0">
                  <a:pos x="1025" y="178"/>
                </a:cxn>
                <a:cxn ang="0">
                  <a:pos x="1138" y="172"/>
                </a:cxn>
                <a:cxn ang="0">
                  <a:pos x="1216" y="161"/>
                </a:cxn>
                <a:cxn ang="0">
                  <a:pos x="1241" y="144"/>
                </a:cxn>
                <a:cxn ang="0">
                  <a:pos x="1300" y="0"/>
                </a:cxn>
                <a:cxn ang="0">
                  <a:pos x="1428" y="157"/>
                </a:cxn>
                <a:cxn ang="0">
                  <a:pos x="1462" y="102"/>
                </a:cxn>
                <a:cxn ang="0">
                  <a:pos x="1492" y="57"/>
                </a:cxn>
                <a:cxn ang="0">
                  <a:pos x="1531" y="55"/>
                </a:cxn>
                <a:cxn ang="0">
                  <a:pos x="1567" y="100"/>
                </a:cxn>
                <a:cxn ang="0">
                  <a:pos x="1670" y="159"/>
                </a:cxn>
                <a:cxn ang="0">
                  <a:pos x="1700" y="127"/>
                </a:cxn>
                <a:cxn ang="0">
                  <a:pos x="1782" y="297"/>
                </a:cxn>
                <a:cxn ang="0">
                  <a:pos x="1843" y="153"/>
                </a:cxn>
                <a:cxn ang="0">
                  <a:pos x="1939" y="153"/>
                </a:cxn>
                <a:cxn ang="0">
                  <a:pos x="1973" y="225"/>
                </a:cxn>
                <a:cxn ang="0">
                  <a:pos x="2011" y="131"/>
                </a:cxn>
                <a:cxn ang="0">
                  <a:pos x="2072" y="127"/>
                </a:cxn>
                <a:cxn ang="0">
                  <a:pos x="2127" y="136"/>
                </a:cxn>
                <a:cxn ang="0">
                  <a:pos x="2160" y="227"/>
                </a:cxn>
                <a:cxn ang="0">
                  <a:pos x="2198" y="358"/>
                </a:cxn>
                <a:cxn ang="0">
                  <a:pos x="2238" y="153"/>
                </a:cxn>
                <a:cxn ang="0">
                  <a:pos x="2291" y="153"/>
                </a:cxn>
                <a:cxn ang="0">
                  <a:pos x="2381" y="313"/>
                </a:cxn>
                <a:cxn ang="0">
                  <a:pos x="2417" y="339"/>
                </a:cxn>
                <a:cxn ang="0">
                  <a:pos x="2434" y="288"/>
                </a:cxn>
                <a:cxn ang="0">
                  <a:pos x="2501" y="330"/>
                </a:cxn>
                <a:cxn ang="0">
                  <a:pos x="2535" y="400"/>
                </a:cxn>
                <a:cxn ang="0">
                  <a:pos x="2705" y="377"/>
                </a:cxn>
                <a:cxn ang="0">
                  <a:pos x="2753" y="362"/>
                </a:cxn>
                <a:cxn ang="0">
                  <a:pos x="2785" y="337"/>
                </a:cxn>
                <a:cxn ang="0">
                  <a:pos x="2835" y="392"/>
                </a:cxn>
                <a:cxn ang="0">
                  <a:pos x="2875" y="307"/>
                </a:cxn>
                <a:cxn ang="0">
                  <a:pos x="2915" y="402"/>
                </a:cxn>
                <a:cxn ang="0">
                  <a:pos x="2940" y="307"/>
                </a:cxn>
                <a:cxn ang="0">
                  <a:pos x="2989" y="407"/>
                </a:cxn>
                <a:cxn ang="0">
                  <a:pos x="3050" y="381"/>
                </a:cxn>
                <a:cxn ang="0">
                  <a:pos x="3102" y="404"/>
                </a:cxn>
                <a:cxn ang="0">
                  <a:pos x="3142" y="373"/>
                </a:cxn>
                <a:cxn ang="0">
                  <a:pos x="3182" y="409"/>
                </a:cxn>
                <a:cxn ang="0">
                  <a:pos x="3239" y="455"/>
                </a:cxn>
              </a:cxnLst>
              <a:rect l="0" t="0" r="r" b="b"/>
              <a:pathLst>
                <a:path w="3239" h="455">
                  <a:moveTo>
                    <a:pt x="0" y="455"/>
                  </a:moveTo>
                  <a:lnTo>
                    <a:pt x="0" y="349"/>
                  </a:lnTo>
                  <a:lnTo>
                    <a:pt x="30" y="349"/>
                  </a:lnTo>
                  <a:lnTo>
                    <a:pt x="30" y="330"/>
                  </a:lnTo>
                  <a:lnTo>
                    <a:pt x="85" y="330"/>
                  </a:lnTo>
                  <a:lnTo>
                    <a:pt x="85" y="356"/>
                  </a:lnTo>
                  <a:lnTo>
                    <a:pt x="99" y="356"/>
                  </a:lnTo>
                  <a:lnTo>
                    <a:pt x="99" y="339"/>
                  </a:lnTo>
                  <a:lnTo>
                    <a:pt x="122" y="339"/>
                  </a:lnTo>
                  <a:lnTo>
                    <a:pt x="122" y="368"/>
                  </a:lnTo>
                  <a:lnTo>
                    <a:pt x="181" y="368"/>
                  </a:lnTo>
                  <a:lnTo>
                    <a:pt x="181" y="385"/>
                  </a:lnTo>
                  <a:lnTo>
                    <a:pt x="251" y="385"/>
                  </a:lnTo>
                  <a:lnTo>
                    <a:pt x="251" y="322"/>
                  </a:lnTo>
                  <a:lnTo>
                    <a:pt x="289" y="322"/>
                  </a:lnTo>
                  <a:lnTo>
                    <a:pt x="289" y="307"/>
                  </a:lnTo>
                  <a:lnTo>
                    <a:pt x="331" y="307"/>
                  </a:lnTo>
                  <a:lnTo>
                    <a:pt x="331" y="290"/>
                  </a:lnTo>
                  <a:lnTo>
                    <a:pt x="364" y="290"/>
                  </a:lnTo>
                  <a:lnTo>
                    <a:pt x="364" y="303"/>
                  </a:lnTo>
                  <a:lnTo>
                    <a:pt x="411" y="303"/>
                  </a:lnTo>
                  <a:lnTo>
                    <a:pt x="411" y="311"/>
                  </a:lnTo>
                  <a:lnTo>
                    <a:pt x="444" y="311"/>
                  </a:lnTo>
                  <a:lnTo>
                    <a:pt x="444" y="328"/>
                  </a:lnTo>
                  <a:lnTo>
                    <a:pt x="455" y="328"/>
                  </a:lnTo>
                  <a:lnTo>
                    <a:pt x="455" y="303"/>
                  </a:lnTo>
                  <a:lnTo>
                    <a:pt x="528" y="303"/>
                  </a:lnTo>
                  <a:lnTo>
                    <a:pt x="528" y="322"/>
                  </a:lnTo>
                  <a:lnTo>
                    <a:pt x="617" y="322"/>
                  </a:lnTo>
                  <a:lnTo>
                    <a:pt x="617" y="66"/>
                  </a:lnTo>
                  <a:lnTo>
                    <a:pt x="661" y="66"/>
                  </a:lnTo>
                  <a:lnTo>
                    <a:pt x="661" y="60"/>
                  </a:lnTo>
                  <a:lnTo>
                    <a:pt x="673" y="60"/>
                  </a:lnTo>
                  <a:lnTo>
                    <a:pt x="673" y="83"/>
                  </a:lnTo>
                  <a:lnTo>
                    <a:pt x="697" y="83"/>
                  </a:lnTo>
                  <a:lnTo>
                    <a:pt x="697" y="60"/>
                  </a:lnTo>
                  <a:lnTo>
                    <a:pt x="705" y="60"/>
                  </a:lnTo>
                  <a:lnTo>
                    <a:pt x="705" y="49"/>
                  </a:lnTo>
                  <a:lnTo>
                    <a:pt x="726" y="49"/>
                  </a:lnTo>
                  <a:lnTo>
                    <a:pt x="726" y="57"/>
                  </a:lnTo>
                  <a:lnTo>
                    <a:pt x="753" y="57"/>
                  </a:lnTo>
                  <a:lnTo>
                    <a:pt x="753" y="102"/>
                  </a:lnTo>
                  <a:lnTo>
                    <a:pt x="768" y="102"/>
                  </a:lnTo>
                  <a:lnTo>
                    <a:pt x="768" y="290"/>
                  </a:lnTo>
                  <a:lnTo>
                    <a:pt x="789" y="290"/>
                  </a:lnTo>
                  <a:lnTo>
                    <a:pt x="789" y="263"/>
                  </a:lnTo>
                  <a:lnTo>
                    <a:pt x="800" y="263"/>
                  </a:lnTo>
                  <a:lnTo>
                    <a:pt x="800" y="246"/>
                  </a:lnTo>
                  <a:lnTo>
                    <a:pt x="873" y="246"/>
                  </a:lnTo>
                  <a:lnTo>
                    <a:pt x="873" y="199"/>
                  </a:lnTo>
                  <a:lnTo>
                    <a:pt x="888" y="199"/>
                  </a:lnTo>
                  <a:lnTo>
                    <a:pt x="888" y="176"/>
                  </a:lnTo>
                  <a:lnTo>
                    <a:pt x="943" y="176"/>
                  </a:lnTo>
                  <a:lnTo>
                    <a:pt x="943" y="195"/>
                  </a:lnTo>
                  <a:lnTo>
                    <a:pt x="955" y="195"/>
                  </a:lnTo>
                  <a:lnTo>
                    <a:pt x="955" y="208"/>
                  </a:lnTo>
                  <a:lnTo>
                    <a:pt x="976" y="208"/>
                  </a:lnTo>
                  <a:lnTo>
                    <a:pt x="976" y="333"/>
                  </a:lnTo>
                  <a:lnTo>
                    <a:pt x="993" y="333"/>
                  </a:lnTo>
                  <a:lnTo>
                    <a:pt x="993" y="358"/>
                  </a:lnTo>
                  <a:lnTo>
                    <a:pt x="1004" y="358"/>
                  </a:lnTo>
                  <a:lnTo>
                    <a:pt x="1004" y="195"/>
                  </a:lnTo>
                  <a:lnTo>
                    <a:pt x="1025" y="195"/>
                  </a:lnTo>
                  <a:lnTo>
                    <a:pt x="1025" y="178"/>
                  </a:lnTo>
                  <a:lnTo>
                    <a:pt x="1115" y="178"/>
                  </a:lnTo>
                  <a:lnTo>
                    <a:pt x="1115" y="193"/>
                  </a:lnTo>
                  <a:lnTo>
                    <a:pt x="1138" y="193"/>
                  </a:lnTo>
                  <a:lnTo>
                    <a:pt x="1138" y="172"/>
                  </a:lnTo>
                  <a:lnTo>
                    <a:pt x="1147" y="172"/>
                  </a:lnTo>
                  <a:lnTo>
                    <a:pt x="1147" y="134"/>
                  </a:lnTo>
                  <a:lnTo>
                    <a:pt x="1216" y="134"/>
                  </a:lnTo>
                  <a:lnTo>
                    <a:pt x="1216" y="161"/>
                  </a:lnTo>
                  <a:lnTo>
                    <a:pt x="1224" y="161"/>
                  </a:lnTo>
                  <a:lnTo>
                    <a:pt x="1224" y="176"/>
                  </a:lnTo>
                  <a:lnTo>
                    <a:pt x="1241" y="176"/>
                  </a:lnTo>
                  <a:lnTo>
                    <a:pt x="1241" y="144"/>
                  </a:lnTo>
                  <a:lnTo>
                    <a:pt x="1250" y="144"/>
                  </a:lnTo>
                  <a:lnTo>
                    <a:pt x="1250" y="85"/>
                  </a:lnTo>
                  <a:lnTo>
                    <a:pt x="1300" y="85"/>
                  </a:lnTo>
                  <a:lnTo>
                    <a:pt x="1300" y="0"/>
                  </a:lnTo>
                  <a:lnTo>
                    <a:pt x="1409" y="0"/>
                  </a:lnTo>
                  <a:lnTo>
                    <a:pt x="1409" y="178"/>
                  </a:lnTo>
                  <a:lnTo>
                    <a:pt x="1428" y="178"/>
                  </a:lnTo>
                  <a:lnTo>
                    <a:pt x="1428" y="157"/>
                  </a:lnTo>
                  <a:lnTo>
                    <a:pt x="1439" y="157"/>
                  </a:lnTo>
                  <a:lnTo>
                    <a:pt x="1439" y="134"/>
                  </a:lnTo>
                  <a:lnTo>
                    <a:pt x="1462" y="134"/>
                  </a:lnTo>
                  <a:lnTo>
                    <a:pt x="1462" y="102"/>
                  </a:lnTo>
                  <a:lnTo>
                    <a:pt x="1481" y="102"/>
                  </a:lnTo>
                  <a:lnTo>
                    <a:pt x="1481" y="70"/>
                  </a:lnTo>
                  <a:lnTo>
                    <a:pt x="1492" y="70"/>
                  </a:lnTo>
                  <a:lnTo>
                    <a:pt x="1492" y="57"/>
                  </a:lnTo>
                  <a:lnTo>
                    <a:pt x="1508" y="57"/>
                  </a:lnTo>
                  <a:lnTo>
                    <a:pt x="1508" y="40"/>
                  </a:lnTo>
                  <a:lnTo>
                    <a:pt x="1531" y="40"/>
                  </a:lnTo>
                  <a:lnTo>
                    <a:pt x="1531" y="55"/>
                  </a:lnTo>
                  <a:lnTo>
                    <a:pt x="1550" y="55"/>
                  </a:lnTo>
                  <a:lnTo>
                    <a:pt x="1550" y="66"/>
                  </a:lnTo>
                  <a:lnTo>
                    <a:pt x="1567" y="66"/>
                  </a:lnTo>
                  <a:lnTo>
                    <a:pt x="1567" y="100"/>
                  </a:lnTo>
                  <a:lnTo>
                    <a:pt x="1584" y="100"/>
                  </a:lnTo>
                  <a:lnTo>
                    <a:pt x="1584" y="153"/>
                  </a:lnTo>
                  <a:lnTo>
                    <a:pt x="1670" y="153"/>
                  </a:lnTo>
                  <a:lnTo>
                    <a:pt x="1670" y="159"/>
                  </a:lnTo>
                  <a:lnTo>
                    <a:pt x="1689" y="159"/>
                  </a:lnTo>
                  <a:lnTo>
                    <a:pt x="1689" y="142"/>
                  </a:lnTo>
                  <a:lnTo>
                    <a:pt x="1700" y="142"/>
                  </a:lnTo>
                  <a:lnTo>
                    <a:pt x="1700" y="127"/>
                  </a:lnTo>
                  <a:lnTo>
                    <a:pt x="1769" y="127"/>
                  </a:lnTo>
                  <a:lnTo>
                    <a:pt x="1769" y="142"/>
                  </a:lnTo>
                  <a:lnTo>
                    <a:pt x="1782" y="142"/>
                  </a:lnTo>
                  <a:lnTo>
                    <a:pt x="1782" y="297"/>
                  </a:lnTo>
                  <a:lnTo>
                    <a:pt x="1790" y="297"/>
                  </a:lnTo>
                  <a:lnTo>
                    <a:pt x="1790" y="269"/>
                  </a:lnTo>
                  <a:lnTo>
                    <a:pt x="1843" y="269"/>
                  </a:lnTo>
                  <a:lnTo>
                    <a:pt x="1843" y="153"/>
                  </a:lnTo>
                  <a:lnTo>
                    <a:pt x="1864" y="153"/>
                  </a:lnTo>
                  <a:lnTo>
                    <a:pt x="1864" y="136"/>
                  </a:lnTo>
                  <a:lnTo>
                    <a:pt x="1939" y="136"/>
                  </a:lnTo>
                  <a:lnTo>
                    <a:pt x="1939" y="153"/>
                  </a:lnTo>
                  <a:lnTo>
                    <a:pt x="1958" y="153"/>
                  </a:lnTo>
                  <a:lnTo>
                    <a:pt x="1958" y="360"/>
                  </a:lnTo>
                  <a:lnTo>
                    <a:pt x="1973" y="360"/>
                  </a:lnTo>
                  <a:lnTo>
                    <a:pt x="1973" y="225"/>
                  </a:lnTo>
                  <a:lnTo>
                    <a:pt x="1996" y="225"/>
                  </a:lnTo>
                  <a:lnTo>
                    <a:pt x="1996" y="144"/>
                  </a:lnTo>
                  <a:lnTo>
                    <a:pt x="2011" y="144"/>
                  </a:lnTo>
                  <a:lnTo>
                    <a:pt x="2011" y="131"/>
                  </a:lnTo>
                  <a:lnTo>
                    <a:pt x="2019" y="131"/>
                  </a:lnTo>
                  <a:lnTo>
                    <a:pt x="2019" y="115"/>
                  </a:lnTo>
                  <a:lnTo>
                    <a:pt x="2072" y="115"/>
                  </a:lnTo>
                  <a:lnTo>
                    <a:pt x="2072" y="127"/>
                  </a:lnTo>
                  <a:lnTo>
                    <a:pt x="2093" y="127"/>
                  </a:lnTo>
                  <a:lnTo>
                    <a:pt x="2093" y="110"/>
                  </a:lnTo>
                  <a:lnTo>
                    <a:pt x="2127" y="110"/>
                  </a:lnTo>
                  <a:lnTo>
                    <a:pt x="2127" y="136"/>
                  </a:lnTo>
                  <a:lnTo>
                    <a:pt x="2141" y="136"/>
                  </a:lnTo>
                  <a:lnTo>
                    <a:pt x="2141" y="144"/>
                  </a:lnTo>
                  <a:lnTo>
                    <a:pt x="2160" y="144"/>
                  </a:lnTo>
                  <a:lnTo>
                    <a:pt x="2160" y="227"/>
                  </a:lnTo>
                  <a:lnTo>
                    <a:pt x="2173" y="227"/>
                  </a:lnTo>
                  <a:lnTo>
                    <a:pt x="2173" y="373"/>
                  </a:lnTo>
                  <a:lnTo>
                    <a:pt x="2198" y="373"/>
                  </a:lnTo>
                  <a:lnTo>
                    <a:pt x="2198" y="358"/>
                  </a:lnTo>
                  <a:lnTo>
                    <a:pt x="2221" y="358"/>
                  </a:lnTo>
                  <a:lnTo>
                    <a:pt x="2221" y="288"/>
                  </a:lnTo>
                  <a:lnTo>
                    <a:pt x="2238" y="288"/>
                  </a:lnTo>
                  <a:lnTo>
                    <a:pt x="2238" y="153"/>
                  </a:lnTo>
                  <a:lnTo>
                    <a:pt x="2274" y="153"/>
                  </a:lnTo>
                  <a:lnTo>
                    <a:pt x="2274" y="121"/>
                  </a:lnTo>
                  <a:lnTo>
                    <a:pt x="2291" y="121"/>
                  </a:lnTo>
                  <a:lnTo>
                    <a:pt x="2291" y="153"/>
                  </a:lnTo>
                  <a:lnTo>
                    <a:pt x="2350" y="153"/>
                  </a:lnTo>
                  <a:lnTo>
                    <a:pt x="2350" y="288"/>
                  </a:lnTo>
                  <a:lnTo>
                    <a:pt x="2381" y="288"/>
                  </a:lnTo>
                  <a:lnTo>
                    <a:pt x="2381" y="313"/>
                  </a:lnTo>
                  <a:lnTo>
                    <a:pt x="2389" y="313"/>
                  </a:lnTo>
                  <a:lnTo>
                    <a:pt x="2389" y="347"/>
                  </a:lnTo>
                  <a:lnTo>
                    <a:pt x="2417" y="347"/>
                  </a:lnTo>
                  <a:lnTo>
                    <a:pt x="2417" y="339"/>
                  </a:lnTo>
                  <a:lnTo>
                    <a:pt x="2427" y="339"/>
                  </a:lnTo>
                  <a:lnTo>
                    <a:pt x="2427" y="311"/>
                  </a:lnTo>
                  <a:lnTo>
                    <a:pt x="2434" y="311"/>
                  </a:lnTo>
                  <a:lnTo>
                    <a:pt x="2434" y="288"/>
                  </a:lnTo>
                  <a:lnTo>
                    <a:pt x="2486" y="288"/>
                  </a:lnTo>
                  <a:lnTo>
                    <a:pt x="2486" y="316"/>
                  </a:lnTo>
                  <a:lnTo>
                    <a:pt x="2501" y="316"/>
                  </a:lnTo>
                  <a:lnTo>
                    <a:pt x="2501" y="330"/>
                  </a:lnTo>
                  <a:lnTo>
                    <a:pt x="2526" y="330"/>
                  </a:lnTo>
                  <a:lnTo>
                    <a:pt x="2526" y="356"/>
                  </a:lnTo>
                  <a:lnTo>
                    <a:pt x="2535" y="356"/>
                  </a:lnTo>
                  <a:lnTo>
                    <a:pt x="2535" y="400"/>
                  </a:lnTo>
                  <a:lnTo>
                    <a:pt x="2554" y="400"/>
                  </a:lnTo>
                  <a:lnTo>
                    <a:pt x="2554" y="275"/>
                  </a:lnTo>
                  <a:lnTo>
                    <a:pt x="2705" y="275"/>
                  </a:lnTo>
                  <a:lnTo>
                    <a:pt x="2705" y="377"/>
                  </a:lnTo>
                  <a:lnTo>
                    <a:pt x="2726" y="377"/>
                  </a:lnTo>
                  <a:lnTo>
                    <a:pt x="2726" y="396"/>
                  </a:lnTo>
                  <a:lnTo>
                    <a:pt x="2753" y="396"/>
                  </a:lnTo>
                  <a:lnTo>
                    <a:pt x="2753" y="362"/>
                  </a:lnTo>
                  <a:lnTo>
                    <a:pt x="2762" y="362"/>
                  </a:lnTo>
                  <a:lnTo>
                    <a:pt x="2762" y="347"/>
                  </a:lnTo>
                  <a:lnTo>
                    <a:pt x="2785" y="347"/>
                  </a:lnTo>
                  <a:lnTo>
                    <a:pt x="2785" y="337"/>
                  </a:lnTo>
                  <a:lnTo>
                    <a:pt x="2814" y="337"/>
                  </a:lnTo>
                  <a:lnTo>
                    <a:pt x="2814" y="398"/>
                  </a:lnTo>
                  <a:lnTo>
                    <a:pt x="2835" y="398"/>
                  </a:lnTo>
                  <a:lnTo>
                    <a:pt x="2835" y="392"/>
                  </a:lnTo>
                  <a:lnTo>
                    <a:pt x="2858" y="392"/>
                  </a:lnTo>
                  <a:lnTo>
                    <a:pt x="2858" y="318"/>
                  </a:lnTo>
                  <a:lnTo>
                    <a:pt x="2875" y="318"/>
                  </a:lnTo>
                  <a:lnTo>
                    <a:pt x="2875" y="307"/>
                  </a:lnTo>
                  <a:lnTo>
                    <a:pt x="2900" y="307"/>
                  </a:lnTo>
                  <a:lnTo>
                    <a:pt x="2900" y="316"/>
                  </a:lnTo>
                  <a:lnTo>
                    <a:pt x="2915" y="316"/>
                  </a:lnTo>
                  <a:lnTo>
                    <a:pt x="2915" y="402"/>
                  </a:lnTo>
                  <a:lnTo>
                    <a:pt x="2928" y="402"/>
                  </a:lnTo>
                  <a:lnTo>
                    <a:pt x="2928" y="318"/>
                  </a:lnTo>
                  <a:lnTo>
                    <a:pt x="2940" y="318"/>
                  </a:lnTo>
                  <a:lnTo>
                    <a:pt x="2940" y="307"/>
                  </a:lnTo>
                  <a:lnTo>
                    <a:pt x="2968" y="307"/>
                  </a:lnTo>
                  <a:lnTo>
                    <a:pt x="2968" y="316"/>
                  </a:lnTo>
                  <a:lnTo>
                    <a:pt x="2989" y="316"/>
                  </a:lnTo>
                  <a:lnTo>
                    <a:pt x="2989" y="407"/>
                  </a:lnTo>
                  <a:lnTo>
                    <a:pt x="3035" y="407"/>
                  </a:lnTo>
                  <a:lnTo>
                    <a:pt x="3035" y="394"/>
                  </a:lnTo>
                  <a:lnTo>
                    <a:pt x="3050" y="394"/>
                  </a:lnTo>
                  <a:lnTo>
                    <a:pt x="3050" y="381"/>
                  </a:lnTo>
                  <a:lnTo>
                    <a:pt x="3092" y="381"/>
                  </a:lnTo>
                  <a:lnTo>
                    <a:pt x="3092" y="394"/>
                  </a:lnTo>
                  <a:lnTo>
                    <a:pt x="3102" y="394"/>
                  </a:lnTo>
                  <a:lnTo>
                    <a:pt x="3102" y="404"/>
                  </a:lnTo>
                  <a:lnTo>
                    <a:pt x="3130" y="404"/>
                  </a:lnTo>
                  <a:lnTo>
                    <a:pt x="3130" y="394"/>
                  </a:lnTo>
                  <a:lnTo>
                    <a:pt x="3142" y="394"/>
                  </a:lnTo>
                  <a:lnTo>
                    <a:pt x="3142" y="373"/>
                  </a:lnTo>
                  <a:lnTo>
                    <a:pt x="3157" y="373"/>
                  </a:lnTo>
                  <a:lnTo>
                    <a:pt x="3157" y="383"/>
                  </a:lnTo>
                  <a:lnTo>
                    <a:pt x="3182" y="383"/>
                  </a:lnTo>
                  <a:lnTo>
                    <a:pt x="3182" y="409"/>
                  </a:lnTo>
                  <a:lnTo>
                    <a:pt x="3199" y="409"/>
                  </a:lnTo>
                  <a:lnTo>
                    <a:pt x="3199" y="400"/>
                  </a:lnTo>
                  <a:lnTo>
                    <a:pt x="3239" y="400"/>
                  </a:lnTo>
                  <a:lnTo>
                    <a:pt x="3239" y="455"/>
                  </a:lnTo>
                  <a:lnTo>
                    <a:pt x="0" y="455"/>
                  </a:lnTo>
                  <a:close/>
                </a:path>
              </a:pathLst>
            </a:custGeom>
            <a:solidFill>
              <a:schemeClr val="accent1">
                <a:lumMod val="50000"/>
                <a:alpha val="28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16" name="Isosceles Triangle 15"/>
            <p:cNvSpPr/>
            <p:nvPr userDrawn="1"/>
          </p:nvSpPr>
          <p:spPr>
            <a:xfrm rot="10800000">
              <a:off x="4191000" y="2256627"/>
              <a:ext cx="762000" cy="293687"/>
            </a:xfrm>
            <a:prstGeom prst="triangle">
              <a:avLst>
                <a:gd name="adj" fmla="val 50000"/>
              </a:avLst>
            </a:prstGeom>
            <a:solidFill>
              <a:schemeClr val="accent1">
                <a:lumMod val="50000"/>
                <a:alpha val="2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grpSp>
    </p:spTree>
    <p:extLst>
      <p:ext uri="{BB962C8B-B14F-4D97-AF65-F5344CB8AC3E}">
        <p14:creationId xmlns:p14="http://schemas.microsoft.com/office/powerpoint/2010/main" val="120211480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accel="50000" decel="50000" fill="hold" grpId="0" nodeType="afterEffect">
                                  <p:stCondLst>
                                    <p:cond delay="0"/>
                                  </p:stCondLst>
                                  <p:childTnLst>
                                    <p:set>
                                      <p:cBhvr>
                                        <p:cTn id="6" dur="1" fill="hold">
                                          <p:stCondLst>
                                            <p:cond delay="0"/>
                                          </p:stCondLst>
                                        </p:cTn>
                                        <p:tgtEl>
                                          <p:spTgt spid="18"/>
                                        </p:tgtEl>
                                        <p:attrNameLst>
                                          <p:attrName>style.visibility</p:attrName>
                                        </p:attrNameLst>
                                      </p:cBhvr>
                                      <p:to>
                                        <p:strVal val="visible"/>
                                      </p:to>
                                    </p:set>
                                    <p:anim calcmode="lin" valueType="num">
                                      <p:cBhvr additive="base">
                                        <p:cTn id="7" dur="1000" fill="hold"/>
                                        <p:tgtEl>
                                          <p:spTgt spid="18"/>
                                        </p:tgtEl>
                                        <p:attrNameLst>
                                          <p:attrName>ppt_x</p:attrName>
                                        </p:attrNameLst>
                                      </p:cBhvr>
                                      <p:tavLst>
                                        <p:tav tm="0">
                                          <p:val>
                                            <p:strVal val="#ppt_x"/>
                                          </p:val>
                                        </p:tav>
                                        <p:tav tm="100000">
                                          <p:val>
                                            <p:strVal val="#ppt_x"/>
                                          </p:val>
                                        </p:tav>
                                      </p:tavLst>
                                    </p:anim>
                                    <p:anim calcmode="lin" valueType="num">
                                      <p:cBhvr additive="base">
                                        <p:cTn id="8" dur="1000" fill="hold"/>
                                        <p:tgtEl>
                                          <p:spTgt spid="18"/>
                                        </p:tgtEl>
                                        <p:attrNameLst>
                                          <p:attrName>ppt_y</p:attrName>
                                        </p:attrNameLst>
                                      </p:cBhvr>
                                      <p:tavLst>
                                        <p:tav tm="0">
                                          <p:val>
                                            <p:strVal val="0-#ppt_h/2"/>
                                          </p:val>
                                        </p:tav>
                                        <p:tav tm="100000">
                                          <p:val>
                                            <p:strVal val="#ppt_y"/>
                                          </p:val>
                                        </p:tav>
                                      </p:tavLst>
                                    </p:anim>
                                  </p:childTnLst>
                                </p:cTn>
                              </p:par>
                              <p:par>
                                <p:cTn id="9" presetID="2" presetClass="entr" presetSubtype="4" accel="50000" decel="50000" fill="hold" nodeType="withEffect">
                                  <p:stCondLst>
                                    <p:cond delay="0"/>
                                  </p:stCondLst>
                                  <p:childTnLst>
                                    <p:set>
                                      <p:cBhvr>
                                        <p:cTn id="10" dur="1" fill="hold">
                                          <p:stCondLst>
                                            <p:cond delay="0"/>
                                          </p:stCondLst>
                                        </p:cTn>
                                        <p:tgtEl>
                                          <p:spTgt spid="17"/>
                                        </p:tgtEl>
                                        <p:attrNameLst>
                                          <p:attrName>style.visibility</p:attrName>
                                        </p:attrNameLst>
                                      </p:cBhvr>
                                      <p:to>
                                        <p:strVal val="visible"/>
                                      </p:to>
                                    </p:set>
                                    <p:anim calcmode="lin" valueType="num">
                                      <p:cBhvr additive="base">
                                        <p:cTn id="11" dur="1000" fill="hold"/>
                                        <p:tgtEl>
                                          <p:spTgt spid="17"/>
                                        </p:tgtEl>
                                        <p:attrNameLst>
                                          <p:attrName>ppt_x</p:attrName>
                                        </p:attrNameLst>
                                      </p:cBhvr>
                                      <p:tavLst>
                                        <p:tav tm="0">
                                          <p:val>
                                            <p:strVal val="#ppt_x"/>
                                          </p:val>
                                        </p:tav>
                                        <p:tav tm="100000">
                                          <p:val>
                                            <p:strVal val="#ppt_x"/>
                                          </p:val>
                                        </p:tav>
                                      </p:tavLst>
                                    </p:anim>
                                    <p:anim calcmode="lin" valueType="num">
                                      <p:cBhvr additive="base">
                                        <p:cTn id="12" dur="1000" fill="hold"/>
                                        <p:tgtEl>
                                          <p:spTgt spid="17"/>
                                        </p:tgtEl>
                                        <p:attrNameLst>
                                          <p:attrName>ppt_y</p:attrName>
                                        </p:attrNameLst>
                                      </p:cBhvr>
                                      <p:tavLst>
                                        <p:tav tm="0">
                                          <p:val>
                                            <p:strVal val="1+#ppt_h/2"/>
                                          </p:val>
                                        </p:tav>
                                        <p:tav tm="100000">
                                          <p:val>
                                            <p:strVal val="#ppt_y"/>
                                          </p:val>
                                        </p:tav>
                                      </p:tavLst>
                                    </p:anim>
                                  </p:childTnLst>
                                </p:cTn>
                              </p:par>
                            </p:childTnLst>
                          </p:cTn>
                        </p:par>
                        <p:par>
                          <p:cTn id="13" fill="hold">
                            <p:stCondLst>
                              <p:cond delay="1000"/>
                            </p:stCondLst>
                            <p:childTnLst>
                              <p:par>
                                <p:cTn id="14" presetID="53" presetClass="entr" presetSubtype="0" fill="hold" grpId="0" nodeType="afterEffect">
                                  <p:stCondLst>
                                    <p:cond delay="0"/>
                                  </p:stCondLst>
                                  <p:childTnLst>
                                    <p:set>
                                      <p:cBhvr>
                                        <p:cTn id="15" dur="1" fill="hold">
                                          <p:stCondLst>
                                            <p:cond delay="0"/>
                                          </p:stCondLst>
                                        </p:cTn>
                                        <p:tgtEl>
                                          <p:spTgt spid="21"/>
                                        </p:tgtEl>
                                        <p:attrNameLst>
                                          <p:attrName>style.visibility</p:attrName>
                                        </p:attrNameLst>
                                      </p:cBhvr>
                                      <p:to>
                                        <p:strVal val="visible"/>
                                      </p:to>
                                    </p:set>
                                    <p:anim calcmode="lin" valueType="num">
                                      <p:cBhvr>
                                        <p:cTn id="16" dur="500" fill="hold"/>
                                        <p:tgtEl>
                                          <p:spTgt spid="21"/>
                                        </p:tgtEl>
                                        <p:attrNameLst>
                                          <p:attrName>ppt_w</p:attrName>
                                        </p:attrNameLst>
                                      </p:cBhvr>
                                      <p:tavLst>
                                        <p:tav tm="0">
                                          <p:val>
                                            <p:fltVal val="0"/>
                                          </p:val>
                                        </p:tav>
                                        <p:tav tm="100000">
                                          <p:val>
                                            <p:strVal val="#ppt_w"/>
                                          </p:val>
                                        </p:tav>
                                      </p:tavLst>
                                    </p:anim>
                                    <p:anim calcmode="lin" valueType="num">
                                      <p:cBhvr>
                                        <p:cTn id="17" dur="500" fill="hold"/>
                                        <p:tgtEl>
                                          <p:spTgt spid="21"/>
                                        </p:tgtEl>
                                        <p:attrNameLst>
                                          <p:attrName>ppt_h</p:attrName>
                                        </p:attrNameLst>
                                      </p:cBhvr>
                                      <p:tavLst>
                                        <p:tav tm="0">
                                          <p:val>
                                            <p:fltVal val="0"/>
                                          </p:val>
                                        </p:tav>
                                        <p:tav tm="100000">
                                          <p:val>
                                            <p:strVal val="#ppt_h"/>
                                          </p:val>
                                        </p:tav>
                                      </p:tavLst>
                                    </p:anim>
                                    <p:animEffect transition="in" filter="fade">
                                      <p:cBhvr>
                                        <p:cTn id="18"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21" grpId="0" animBg="1"/>
    </p:bldLst>
  </p:timing>
</p:sldLayout>
</file>

<file path=ppt/slideLayouts/slideLayout312.xml><?xml version="1.0" encoding="utf-8"?>
<p:sldLayout xmlns:a="http://schemas.openxmlformats.org/drawingml/2006/main" xmlns:r="http://schemas.openxmlformats.org/officeDocument/2006/relationships" xmlns:p="http://schemas.openxmlformats.org/presentationml/2006/main" userDrawn="1">
  <p:cSld name="Pic05">
    <p:spTree>
      <p:nvGrpSpPr>
        <p:cNvPr id="1" name=""/>
        <p:cNvGrpSpPr/>
        <p:nvPr/>
      </p:nvGrpSpPr>
      <p:grpSpPr>
        <a:xfrm>
          <a:off x="0" y="0"/>
          <a:ext cx="0" cy="0"/>
          <a:chOff x="0" y="0"/>
          <a:chExt cx="0" cy="0"/>
        </a:xfrm>
      </p:grpSpPr>
      <p:sp>
        <p:nvSpPr>
          <p:cNvPr id="20" name="Picture Placeholder 7"/>
          <p:cNvSpPr>
            <a:spLocks noGrp="1"/>
          </p:cNvSpPr>
          <p:nvPr>
            <p:ph type="pic" sz="quarter" idx="15" hasCustomPrompt="1"/>
          </p:nvPr>
        </p:nvSpPr>
        <p:spPr>
          <a:xfrm>
            <a:off x="0" y="1641603"/>
            <a:ext cx="12170443" cy="3006597"/>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7"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8"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06112753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20"/>
                                        </p:tgtEl>
                                        <p:attrNameLst>
                                          <p:attrName>style.visibility</p:attrName>
                                        </p:attrNameLst>
                                      </p:cBhvr>
                                      <p:to>
                                        <p:strVal val="visible"/>
                                      </p:to>
                                    </p:set>
                                    <p:anim calcmode="lin" valueType="num">
                                      <p:cBhvr additive="base">
                                        <p:cTn id="7" dur="500" fill="hold"/>
                                        <p:tgtEl>
                                          <p:spTgt spid="20"/>
                                        </p:tgtEl>
                                        <p:attrNameLst>
                                          <p:attrName>ppt_x</p:attrName>
                                        </p:attrNameLst>
                                      </p:cBhvr>
                                      <p:tavLst>
                                        <p:tav tm="0">
                                          <p:val>
                                            <p:strVal val="#ppt_x"/>
                                          </p:val>
                                        </p:tav>
                                        <p:tav tm="100000">
                                          <p:val>
                                            <p:strVal val="#ppt_x"/>
                                          </p:val>
                                        </p:tav>
                                      </p:tavLst>
                                    </p:anim>
                                    <p:anim calcmode="lin" valueType="num">
                                      <p:cBhvr additive="base">
                                        <p:cTn id="8" dur="500" fill="hold"/>
                                        <p:tgtEl>
                                          <p:spTgt spid="2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Lst>
  </p:timing>
</p:sldLayout>
</file>

<file path=ppt/slideLayouts/slideLayout313.xml><?xml version="1.0" encoding="utf-8"?>
<p:sldLayout xmlns:a="http://schemas.openxmlformats.org/drawingml/2006/main" xmlns:r="http://schemas.openxmlformats.org/officeDocument/2006/relationships" xmlns:p="http://schemas.openxmlformats.org/presentationml/2006/main" userDrawn="1">
  <p:cSld name="Pic07">
    <p:spTree>
      <p:nvGrpSpPr>
        <p:cNvPr id="1" name=""/>
        <p:cNvGrpSpPr/>
        <p:nvPr/>
      </p:nvGrpSpPr>
      <p:grpSpPr>
        <a:xfrm>
          <a:off x="0" y="0"/>
          <a:ext cx="0" cy="0"/>
          <a:chOff x="0" y="0"/>
          <a:chExt cx="0" cy="0"/>
        </a:xfrm>
      </p:grpSpPr>
      <p:sp>
        <p:nvSpPr>
          <p:cNvPr id="14" name="Rectangle 13"/>
          <p:cNvSpPr/>
          <p:nvPr userDrawn="1"/>
        </p:nvSpPr>
        <p:spPr>
          <a:xfrm>
            <a:off x="-10646" y="1907856"/>
            <a:ext cx="4214343" cy="2841945"/>
          </a:xfrm>
          <a:prstGeom prst="rect">
            <a:avLst/>
          </a:prstGeom>
          <a:solidFill>
            <a:schemeClr val="accent1"/>
          </a:solidFill>
          <a:ln>
            <a:noFill/>
          </a:ln>
          <a:effectLst>
            <a:outerShdw blurRad="317500" sx="1000" sy="1000" rotWithShape="0">
              <a:prstClr val="black"/>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15" name="Picture Placeholder 7"/>
          <p:cNvSpPr>
            <a:spLocks noGrp="1"/>
          </p:cNvSpPr>
          <p:nvPr>
            <p:ph type="pic" sz="quarter" idx="15" hasCustomPrompt="1"/>
          </p:nvPr>
        </p:nvSpPr>
        <p:spPr>
          <a:xfrm>
            <a:off x="4203697" y="1907856"/>
            <a:ext cx="7988304" cy="2841945"/>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8"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9"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198406922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accel="50000" decel="50000" fill="hold" grpId="0" nodeType="after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500" fill="hold"/>
                                        <p:tgtEl>
                                          <p:spTgt spid="15"/>
                                        </p:tgtEl>
                                        <p:attrNameLst>
                                          <p:attrName>ppt_x</p:attrName>
                                        </p:attrNameLst>
                                      </p:cBhvr>
                                      <p:tavLst>
                                        <p:tav tm="0">
                                          <p:val>
                                            <p:strVal val="1+#ppt_w/2"/>
                                          </p:val>
                                        </p:tav>
                                        <p:tav tm="100000">
                                          <p:val>
                                            <p:strVal val="#ppt_x"/>
                                          </p:val>
                                        </p:tav>
                                      </p:tavLst>
                                    </p:anim>
                                    <p:anim calcmode="lin" valueType="num">
                                      <p:cBhvr additive="base">
                                        <p:cTn id="8" dur="500" fill="hold"/>
                                        <p:tgtEl>
                                          <p:spTgt spid="15"/>
                                        </p:tgtEl>
                                        <p:attrNameLst>
                                          <p:attrName>ppt_y</p:attrName>
                                        </p:attrNameLst>
                                      </p:cBhvr>
                                      <p:tavLst>
                                        <p:tav tm="0">
                                          <p:val>
                                            <p:strVal val="#ppt_y"/>
                                          </p:val>
                                        </p:tav>
                                        <p:tav tm="100000">
                                          <p:val>
                                            <p:strVal val="#ppt_y"/>
                                          </p:val>
                                        </p:tav>
                                      </p:tavLst>
                                    </p:anim>
                                  </p:childTnLst>
                                </p:cTn>
                              </p:par>
                              <p:par>
                                <p:cTn id="9" presetID="2" presetClass="entr" presetSubtype="8" accel="50000" decel="50000" fill="hold" grpId="0" nodeType="withEffect">
                                  <p:stCondLst>
                                    <p:cond delay="0"/>
                                  </p:stCondLst>
                                  <p:childTnLst>
                                    <p:set>
                                      <p:cBhvr>
                                        <p:cTn id="10" dur="1" fill="hold">
                                          <p:stCondLst>
                                            <p:cond delay="0"/>
                                          </p:stCondLst>
                                        </p:cTn>
                                        <p:tgtEl>
                                          <p:spTgt spid="14"/>
                                        </p:tgtEl>
                                        <p:attrNameLst>
                                          <p:attrName>style.visibility</p:attrName>
                                        </p:attrNameLst>
                                      </p:cBhvr>
                                      <p:to>
                                        <p:strVal val="visible"/>
                                      </p:to>
                                    </p:set>
                                    <p:anim calcmode="lin" valueType="num">
                                      <p:cBhvr additive="base">
                                        <p:cTn id="11" dur="500" fill="hold"/>
                                        <p:tgtEl>
                                          <p:spTgt spid="14"/>
                                        </p:tgtEl>
                                        <p:attrNameLst>
                                          <p:attrName>ppt_x</p:attrName>
                                        </p:attrNameLst>
                                      </p:cBhvr>
                                      <p:tavLst>
                                        <p:tav tm="0">
                                          <p:val>
                                            <p:strVal val="0-#ppt_w/2"/>
                                          </p:val>
                                        </p:tav>
                                        <p:tav tm="100000">
                                          <p:val>
                                            <p:strVal val="#ppt_x"/>
                                          </p:val>
                                        </p:tav>
                                      </p:tavLst>
                                    </p:anim>
                                    <p:anim calcmode="lin" valueType="num">
                                      <p:cBhvr additive="base">
                                        <p:cTn id="12" dur="500" fill="hold"/>
                                        <p:tgtEl>
                                          <p:spTgt spid="1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p:bldLst>
  </p:timing>
</p:sldLayout>
</file>

<file path=ppt/slideLayouts/slideLayout314.xml><?xml version="1.0" encoding="utf-8"?>
<p:sldLayout xmlns:a="http://schemas.openxmlformats.org/drawingml/2006/main" xmlns:r="http://schemas.openxmlformats.org/officeDocument/2006/relationships" xmlns:p="http://schemas.openxmlformats.org/presentationml/2006/main" userDrawn="1">
  <p:cSld name="1_Pic02">
    <p:spTree>
      <p:nvGrpSpPr>
        <p:cNvPr id="1" name=""/>
        <p:cNvGrpSpPr/>
        <p:nvPr/>
      </p:nvGrpSpPr>
      <p:grpSpPr>
        <a:xfrm>
          <a:off x="0" y="0"/>
          <a:ext cx="0" cy="0"/>
          <a:chOff x="0" y="0"/>
          <a:chExt cx="0" cy="0"/>
        </a:xfrm>
      </p:grpSpPr>
      <p:sp>
        <p:nvSpPr>
          <p:cNvPr id="13" name="Picture Placeholder 7"/>
          <p:cNvSpPr>
            <a:spLocks noGrp="1"/>
          </p:cNvSpPr>
          <p:nvPr>
            <p:ph type="pic" sz="quarter" idx="16" hasCustomPrompt="1"/>
          </p:nvPr>
        </p:nvSpPr>
        <p:spPr>
          <a:xfrm>
            <a:off x="9042400" y="3251204"/>
            <a:ext cx="2540000" cy="1341193"/>
          </a:xfrm>
          <a:prstGeom prst="rect">
            <a:avLst/>
          </a:prstGeom>
          <a:ln>
            <a:noFill/>
          </a:ln>
        </p:spPr>
        <p:txBody>
          <a:bodyPr bIns="9144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8" name="Picture Placeholder 7"/>
          <p:cNvSpPr>
            <a:spLocks noGrp="1"/>
          </p:cNvSpPr>
          <p:nvPr>
            <p:ph type="pic" sz="quarter" idx="17" hasCustomPrompt="1"/>
          </p:nvPr>
        </p:nvSpPr>
        <p:spPr>
          <a:xfrm>
            <a:off x="6448268" y="4703209"/>
            <a:ext cx="2540000" cy="1341193"/>
          </a:xfrm>
          <a:prstGeom prst="rect">
            <a:avLst/>
          </a:prstGeom>
          <a:ln>
            <a:noFill/>
          </a:ln>
        </p:spPr>
        <p:txBody>
          <a:bodyPr bIns="91440" anchor="b"/>
          <a:lstStyle>
            <a:lvl1pPr algn="ctr">
              <a:buNone/>
              <a:defRPr sz="1600">
                <a:solidFill>
                  <a:schemeClr val="tx1">
                    <a:lumMod val="50000"/>
                    <a:lumOff val="50000"/>
                  </a:schemeClr>
                </a:solidFill>
              </a:defRPr>
            </a:lvl1pPr>
          </a:lstStyle>
          <a:p>
            <a:r>
              <a:rPr lang="en-US" dirty="0" smtClean="0"/>
              <a:t>Image Holder</a:t>
            </a:r>
            <a:endParaRPr lang="en-US" dirty="0"/>
          </a:p>
        </p:txBody>
      </p:sp>
      <p:grpSp>
        <p:nvGrpSpPr>
          <p:cNvPr id="2" name="Group 24"/>
          <p:cNvGrpSpPr/>
          <p:nvPr userDrawn="1"/>
        </p:nvGrpSpPr>
        <p:grpSpPr>
          <a:xfrm>
            <a:off x="9042400" y="1786333"/>
            <a:ext cx="2540000" cy="1365603"/>
            <a:chOff x="4750079" y="1706835"/>
            <a:chExt cx="1785974" cy="1044090"/>
          </a:xfrm>
        </p:grpSpPr>
        <p:sp>
          <p:nvSpPr>
            <p:cNvPr id="26" name="Rectangle 25"/>
            <p:cNvSpPr/>
            <p:nvPr/>
          </p:nvSpPr>
          <p:spPr>
            <a:xfrm>
              <a:off x="4750079" y="1747885"/>
              <a:ext cx="1785974" cy="1003040"/>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27" name="Rectangle 26"/>
            <p:cNvSpPr/>
            <p:nvPr/>
          </p:nvSpPr>
          <p:spPr>
            <a:xfrm>
              <a:off x="4750079" y="1706835"/>
              <a:ext cx="1785974" cy="10030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grpSp>
      <p:sp>
        <p:nvSpPr>
          <p:cNvPr id="31" name="Picture Placeholder 7"/>
          <p:cNvSpPr>
            <a:spLocks noGrp="1"/>
          </p:cNvSpPr>
          <p:nvPr>
            <p:ph type="pic" sz="quarter" idx="15" hasCustomPrompt="1"/>
          </p:nvPr>
        </p:nvSpPr>
        <p:spPr>
          <a:xfrm>
            <a:off x="6448268" y="1817965"/>
            <a:ext cx="2540000" cy="1341193"/>
          </a:xfrm>
          <a:prstGeom prst="rect">
            <a:avLst/>
          </a:prstGeom>
          <a:ln>
            <a:noFill/>
          </a:ln>
        </p:spPr>
        <p:txBody>
          <a:bodyPr bIns="91440" anchor="b"/>
          <a:lstStyle>
            <a:lvl1pPr algn="ctr">
              <a:buNone/>
              <a:defRPr sz="1600">
                <a:solidFill>
                  <a:schemeClr val="tx1">
                    <a:lumMod val="50000"/>
                    <a:lumOff val="50000"/>
                  </a:schemeClr>
                </a:solidFill>
              </a:defRPr>
            </a:lvl1pPr>
          </a:lstStyle>
          <a:p>
            <a:r>
              <a:rPr lang="en-US" dirty="0" smtClean="0"/>
              <a:t>Image Holder</a:t>
            </a:r>
            <a:endParaRPr lang="en-US" dirty="0"/>
          </a:p>
        </p:txBody>
      </p:sp>
      <p:grpSp>
        <p:nvGrpSpPr>
          <p:cNvPr id="3" name="Group 31"/>
          <p:cNvGrpSpPr/>
          <p:nvPr userDrawn="1"/>
        </p:nvGrpSpPr>
        <p:grpSpPr>
          <a:xfrm>
            <a:off x="6448268" y="3254528"/>
            <a:ext cx="2540000" cy="1365603"/>
            <a:chOff x="4750079" y="1706835"/>
            <a:chExt cx="1785974" cy="1044090"/>
          </a:xfrm>
        </p:grpSpPr>
        <p:sp>
          <p:nvSpPr>
            <p:cNvPr id="33" name="Rectangle 32"/>
            <p:cNvSpPr/>
            <p:nvPr/>
          </p:nvSpPr>
          <p:spPr>
            <a:xfrm>
              <a:off x="4750079" y="1747885"/>
              <a:ext cx="1785974" cy="1003040"/>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34" name="Rectangle 33"/>
            <p:cNvSpPr/>
            <p:nvPr/>
          </p:nvSpPr>
          <p:spPr>
            <a:xfrm>
              <a:off x="4750079" y="1706835"/>
              <a:ext cx="1785974" cy="100304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grpSp>
      <p:grpSp>
        <p:nvGrpSpPr>
          <p:cNvPr id="4" name="Group 34"/>
          <p:cNvGrpSpPr/>
          <p:nvPr userDrawn="1"/>
        </p:nvGrpSpPr>
        <p:grpSpPr>
          <a:xfrm>
            <a:off x="9042400" y="4706533"/>
            <a:ext cx="2540000" cy="1365603"/>
            <a:chOff x="4750079" y="1706835"/>
            <a:chExt cx="1785974" cy="1044090"/>
          </a:xfrm>
        </p:grpSpPr>
        <p:sp>
          <p:nvSpPr>
            <p:cNvPr id="36" name="Rectangle 35"/>
            <p:cNvSpPr/>
            <p:nvPr/>
          </p:nvSpPr>
          <p:spPr>
            <a:xfrm>
              <a:off x="4750079" y="1747885"/>
              <a:ext cx="1785974" cy="1003040"/>
            </a:xfrm>
            <a:prstGeom prst="rect">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37" name="Rectangle 36"/>
            <p:cNvSpPr/>
            <p:nvPr/>
          </p:nvSpPr>
          <p:spPr>
            <a:xfrm>
              <a:off x="4750079" y="1706835"/>
              <a:ext cx="1785974" cy="10030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grpSp>
      <p:sp>
        <p:nvSpPr>
          <p:cNvPr id="18"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9"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98466251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afterEffect">
                                  <p:stCondLst>
                                    <p:cond delay="0"/>
                                  </p:stCondLst>
                                  <p:childTnLst>
                                    <p:set>
                                      <p:cBhvr>
                                        <p:cTn id="6" dur="1" fill="hold">
                                          <p:stCondLst>
                                            <p:cond delay="0"/>
                                          </p:stCondLst>
                                        </p:cTn>
                                        <p:tgtEl>
                                          <p:spTgt spid="31"/>
                                        </p:tgtEl>
                                        <p:attrNameLst>
                                          <p:attrName>style.visibility</p:attrName>
                                        </p:attrNameLst>
                                      </p:cBhvr>
                                      <p:to>
                                        <p:strVal val="visible"/>
                                      </p:to>
                                    </p:set>
                                    <p:animEffect transition="in" filter="wipe(down)">
                                      <p:cBhvr>
                                        <p:cTn id="7" dur="500"/>
                                        <p:tgtEl>
                                          <p:spTgt spid="31"/>
                                        </p:tgtEl>
                                      </p:cBhvr>
                                    </p:animEffect>
                                  </p:childTnLst>
                                </p:cTn>
                              </p:par>
                            </p:childTnLst>
                          </p:cTn>
                        </p:par>
                        <p:par>
                          <p:cTn id="8" fill="hold">
                            <p:stCondLst>
                              <p:cond delay="500"/>
                            </p:stCondLst>
                            <p:childTnLst>
                              <p:par>
                                <p:cTn id="9" presetID="22" presetClass="entr" presetSubtype="4" fill="hold"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wipe(down)">
                                      <p:cBhvr>
                                        <p:cTn id="11" dur="500"/>
                                        <p:tgtEl>
                                          <p:spTgt spid="2"/>
                                        </p:tgtEl>
                                      </p:cBhvr>
                                    </p:animEffect>
                                  </p:childTnLst>
                                </p:cTn>
                              </p:par>
                            </p:childTnLst>
                          </p:cTn>
                        </p:par>
                        <p:par>
                          <p:cTn id="12" fill="hold">
                            <p:stCondLst>
                              <p:cond delay="1000"/>
                            </p:stCondLst>
                            <p:childTnLst>
                              <p:par>
                                <p:cTn id="13" presetID="22" presetClass="entr" presetSubtype="4" fill="hold" nodeType="afterEffect">
                                  <p:stCondLst>
                                    <p:cond delay="0"/>
                                  </p:stCondLst>
                                  <p:childTnLst>
                                    <p:set>
                                      <p:cBhvr>
                                        <p:cTn id="14" dur="1" fill="hold">
                                          <p:stCondLst>
                                            <p:cond delay="0"/>
                                          </p:stCondLst>
                                        </p:cTn>
                                        <p:tgtEl>
                                          <p:spTgt spid="3"/>
                                        </p:tgtEl>
                                        <p:attrNameLst>
                                          <p:attrName>style.visibility</p:attrName>
                                        </p:attrNameLst>
                                      </p:cBhvr>
                                      <p:to>
                                        <p:strVal val="visible"/>
                                      </p:to>
                                    </p:set>
                                    <p:animEffect transition="in" filter="wipe(down)">
                                      <p:cBhvr>
                                        <p:cTn id="15" dur="500"/>
                                        <p:tgtEl>
                                          <p:spTgt spid="3"/>
                                        </p:tgtEl>
                                      </p:cBhvr>
                                    </p:animEffect>
                                  </p:childTnLst>
                                </p:cTn>
                              </p:par>
                            </p:childTnLst>
                          </p:cTn>
                        </p:par>
                        <p:par>
                          <p:cTn id="16" fill="hold">
                            <p:stCondLst>
                              <p:cond delay="1500"/>
                            </p:stCondLst>
                            <p:childTnLst>
                              <p:par>
                                <p:cTn id="17" presetID="22" presetClass="entr" presetSubtype="4" fill="hold" grpId="0" nodeType="afterEffect">
                                  <p:stCondLst>
                                    <p:cond delay="0"/>
                                  </p:stCondLst>
                                  <p:childTnLst>
                                    <p:set>
                                      <p:cBhvr>
                                        <p:cTn id="18" dur="1" fill="hold">
                                          <p:stCondLst>
                                            <p:cond delay="0"/>
                                          </p:stCondLst>
                                        </p:cTn>
                                        <p:tgtEl>
                                          <p:spTgt spid="13"/>
                                        </p:tgtEl>
                                        <p:attrNameLst>
                                          <p:attrName>style.visibility</p:attrName>
                                        </p:attrNameLst>
                                      </p:cBhvr>
                                      <p:to>
                                        <p:strVal val="visible"/>
                                      </p:to>
                                    </p:set>
                                    <p:animEffect transition="in" filter="wipe(down)">
                                      <p:cBhvr>
                                        <p:cTn id="19" dur="500"/>
                                        <p:tgtEl>
                                          <p:spTgt spid="13"/>
                                        </p:tgtEl>
                                      </p:cBhvr>
                                    </p:animEffect>
                                  </p:childTnLst>
                                </p:cTn>
                              </p:par>
                            </p:childTnLst>
                          </p:cTn>
                        </p:par>
                        <p:par>
                          <p:cTn id="20" fill="hold">
                            <p:stCondLst>
                              <p:cond delay="2000"/>
                            </p:stCondLst>
                            <p:childTnLst>
                              <p:par>
                                <p:cTn id="21" presetID="22" presetClass="entr" presetSubtype="4" fill="hold" grpId="0" nodeType="afterEffect">
                                  <p:stCondLst>
                                    <p:cond delay="0"/>
                                  </p:stCondLst>
                                  <p:childTnLst>
                                    <p:set>
                                      <p:cBhvr>
                                        <p:cTn id="22" dur="1" fill="hold">
                                          <p:stCondLst>
                                            <p:cond delay="0"/>
                                          </p:stCondLst>
                                        </p:cTn>
                                        <p:tgtEl>
                                          <p:spTgt spid="8"/>
                                        </p:tgtEl>
                                        <p:attrNameLst>
                                          <p:attrName>style.visibility</p:attrName>
                                        </p:attrNameLst>
                                      </p:cBhvr>
                                      <p:to>
                                        <p:strVal val="visible"/>
                                      </p:to>
                                    </p:set>
                                    <p:animEffect transition="in" filter="wipe(down)">
                                      <p:cBhvr>
                                        <p:cTn id="23" dur="500"/>
                                        <p:tgtEl>
                                          <p:spTgt spid="8"/>
                                        </p:tgtEl>
                                      </p:cBhvr>
                                    </p:animEffect>
                                  </p:childTnLst>
                                </p:cTn>
                              </p:par>
                            </p:childTnLst>
                          </p:cTn>
                        </p:par>
                        <p:par>
                          <p:cTn id="24" fill="hold">
                            <p:stCondLst>
                              <p:cond delay="2500"/>
                            </p:stCondLst>
                            <p:childTnLst>
                              <p:par>
                                <p:cTn id="25" presetID="22" presetClass="entr" presetSubtype="4" fill="hold" nodeType="afterEffect">
                                  <p:stCondLst>
                                    <p:cond delay="0"/>
                                  </p:stCondLst>
                                  <p:childTnLst>
                                    <p:set>
                                      <p:cBhvr>
                                        <p:cTn id="26" dur="1" fill="hold">
                                          <p:stCondLst>
                                            <p:cond delay="0"/>
                                          </p:stCondLst>
                                        </p:cTn>
                                        <p:tgtEl>
                                          <p:spTgt spid="4"/>
                                        </p:tgtEl>
                                        <p:attrNameLst>
                                          <p:attrName>style.visibility</p:attrName>
                                        </p:attrNameLst>
                                      </p:cBhvr>
                                      <p:to>
                                        <p:strVal val="visible"/>
                                      </p:to>
                                    </p:set>
                                    <p:animEffect transition="in" filter="wipe(down)">
                                      <p:cBhvr>
                                        <p:cTn id="2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P spid="8" grpId="0"/>
      <p:bldP spid="31" grpId="0"/>
    </p:bldLst>
  </p:timing>
</p:sldLayout>
</file>

<file path=ppt/slideLayouts/slideLayout315.xml><?xml version="1.0" encoding="utf-8"?>
<p:sldLayout xmlns:a="http://schemas.openxmlformats.org/drawingml/2006/main" xmlns:r="http://schemas.openxmlformats.org/officeDocument/2006/relationships" xmlns:p="http://schemas.openxmlformats.org/presentationml/2006/main" userDrawn="1">
  <p:cSld name="Pic09">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880609" y="1870880"/>
            <a:ext cx="4908153" cy="4301321"/>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10"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1"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112130552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Layout>
</file>

<file path=ppt/slideLayouts/slideLayout316.xml><?xml version="1.0" encoding="utf-8"?>
<p:sldLayout xmlns:a="http://schemas.openxmlformats.org/drawingml/2006/main" xmlns:r="http://schemas.openxmlformats.org/officeDocument/2006/relationships" xmlns:p="http://schemas.openxmlformats.org/presentationml/2006/main" userDrawn="1">
  <p:cSld name="Pic11">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6385125" y="1870880"/>
            <a:ext cx="4908153" cy="4301321"/>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10"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1"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169497971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Layout>
</file>

<file path=ppt/slideLayouts/slideLayout317.xml><?xml version="1.0" encoding="utf-8"?>
<p:sldLayout xmlns:a="http://schemas.openxmlformats.org/drawingml/2006/main" xmlns:r="http://schemas.openxmlformats.org/officeDocument/2006/relationships" xmlns:p="http://schemas.openxmlformats.org/presentationml/2006/main" preserve="1" userDrawn="1">
  <p:cSld name="1_Team09">
    <p:spTree>
      <p:nvGrpSpPr>
        <p:cNvPr id="1" name=""/>
        <p:cNvGrpSpPr/>
        <p:nvPr/>
      </p:nvGrpSpPr>
      <p:grpSpPr>
        <a:xfrm>
          <a:off x="0" y="0"/>
          <a:ext cx="0" cy="0"/>
          <a:chOff x="0" y="0"/>
          <a:chExt cx="0" cy="0"/>
        </a:xfrm>
      </p:grpSpPr>
      <p:sp>
        <p:nvSpPr>
          <p:cNvPr id="31" name="Picture Placeholder 7"/>
          <p:cNvSpPr>
            <a:spLocks noGrp="1"/>
          </p:cNvSpPr>
          <p:nvPr>
            <p:ph type="pic" sz="quarter" idx="10" hasCustomPrompt="1"/>
          </p:nvPr>
        </p:nvSpPr>
        <p:spPr>
          <a:xfrm>
            <a:off x="884639" y="2201898"/>
            <a:ext cx="1895355" cy="1894789"/>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1"/>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14" name="Text Placeholder 3"/>
          <p:cNvSpPr>
            <a:spLocks noGrp="1"/>
          </p:cNvSpPr>
          <p:nvPr>
            <p:ph type="body" sz="half" idx="15"/>
          </p:nvPr>
        </p:nvSpPr>
        <p:spPr>
          <a:xfrm>
            <a:off x="849403" y="4839493"/>
            <a:ext cx="1948892" cy="1231107"/>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3" name="Picture Placeholder 7"/>
          <p:cNvSpPr>
            <a:spLocks noGrp="1"/>
          </p:cNvSpPr>
          <p:nvPr>
            <p:ph type="pic" sz="quarter" idx="17" hasCustomPrompt="1"/>
          </p:nvPr>
        </p:nvSpPr>
        <p:spPr>
          <a:xfrm>
            <a:off x="3019721" y="2201898"/>
            <a:ext cx="1895355" cy="1894789"/>
          </a:xfrm>
          <a:prstGeom prst="rect">
            <a:avLst/>
          </a:prstGeom>
          <a:ln w="19050">
            <a:solidFill>
              <a:schemeClr val="accent2"/>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24" name="Text Placeholder 3"/>
          <p:cNvSpPr>
            <a:spLocks noGrp="1"/>
          </p:cNvSpPr>
          <p:nvPr>
            <p:ph type="body" sz="half" idx="18"/>
          </p:nvPr>
        </p:nvSpPr>
        <p:spPr>
          <a:xfrm>
            <a:off x="2984486" y="4839493"/>
            <a:ext cx="1948892" cy="1231107"/>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7" name="Picture Placeholder 7"/>
          <p:cNvSpPr>
            <a:spLocks noGrp="1"/>
          </p:cNvSpPr>
          <p:nvPr>
            <p:ph type="pic" sz="quarter" idx="20" hasCustomPrompt="1"/>
          </p:nvPr>
        </p:nvSpPr>
        <p:spPr>
          <a:xfrm>
            <a:off x="5140351" y="2201898"/>
            <a:ext cx="1895355" cy="1894789"/>
          </a:xfrm>
          <a:prstGeom prst="rect">
            <a:avLst/>
          </a:prstGeom>
          <a:ln w="19050">
            <a:solidFill>
              <a:schemeClr val="accent3"/>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28" name="Text Placeholder 3"/>
          <p:cNvSpPr>
            <a:spLocks noGrp="1"/>
          </p:cNvSpPr>
          <p:nvPr>
            <p:ph type="body" sz="half" idx="21"/>
          </p:nvPr>
        </p:nvSpPr>
        <p:spPr>
          <a:xfrm>
            <a:off x="5105115" y="4839493"/>
            <a:ext cx="1948892" cy="1231107"/>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32" name="Picture Placeholder 7"/>
          <p:cNvSpPr>
            <a:spLocks noGrp="1"/>
          </p:cNvSpPr>
          <p:nvPr>
            <p:ph type="pic" sz="quarter" idx="23" hasCustomPrompt="1"/>
          </p:nvPr>
        </p:nvSpPr>
        <p:spPr>
          <a:xfrm>
            <a:off x="7250175" y="2201898"/>
            <a:ext cx="1895355" cy="1894789"/>
          </a:xfrm>
          <a:prstGeom prst="rect">
            <a:avLst/>
          </a:prstGeom>
          <a:ln w="19050">
            <a:solidFill>
              <a:schemeClr val="accent4"/>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33" name="Text Placeholder 3"/>
          <p:cNvSpPr>
            <a:spLocks noGrp="1"/>
          </p:cNvSpPr>
          <p:nvPr>
            <p:ph type="body" sz="half" idx="24"/>
          </p:nvPr>
        </p:nvSpPr>
        <p:spPr>
          <a:xfrm>
            <a:off x="7214939" y="4839493"/>
            <a:ext cx="1948892" cy="1231107"/>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38" name="Picture Placeholder 7"/>
          <p:cNvSpPr>
            <a:spLocks noGrp="1"/>
          </p:cNvSpPr>
          <p:nvPr>
            <p:ph type="pic" sz="quarter" idx="26" hasCustomPrompt="1"/>
          </p:nvPr>
        </p:nvSpPr>
        <p:spPr>
          <a:xfrm>
            <a:off x="9381609" y="2201898"/>
            <a:ext cx="1895355" cy="1894789"/>
          </a:xfrm>
          <a:prstGeom prst="rect">
            <a:avLst/>
          </a:prstGeom>
          <a:ln w="19050">
            <a:solidFill>
              <a:schemeClr val="accent5"/>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39" name="Text Placeholder 3"/>
          <p:cNvSpPr>
            <a:spLocks noGrp="1"/>
          </p:cNvSpPr>
          <p:nvPr>
            <p:ph type="body" sz="half" idx="27"/>
          </p:nvPr>
        </p:nvSpPr>
        <p:spPr>
          <a:xfrm>
            <a:off x="9346374" y="4839493"/>
            <a:ext cx="1948892" cy="1231107"/>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1" name="Rectangle 20"/>
          <p:cNvSpPr/>
          <p:nvPr userDrawn="1"/>
        </p:nvSpPr>
        <p:spPr>
          <a:xfrm>
            <a:off x="872114" y="4051293"/>
            <a:ext cx="1920405" cy="7112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22" name="Text Placeholder 3"/>
          <p:cNvSpPr>
            <a:spLocks noGrp="1"/>
          </p:cNvSpPr>
          <p:nvPr>
            <p:ph type="body" sz="half" idx="16"/>
          </p:nvPr>
        </p:nvSpPr>
        <p:spPr>
          <a:xfrm>
            <a:off x="1140228" y="4176106"/>
            <a:ext cx="1367243" cy="508973"/>
          </a:xfrm>
          <a:prstGeom prst="rect">
            <a:avLst/>
          </a:prstGeom>
        </p:spPr>
        <p:txBody>
          <a:bodyPr wrap="square" lIns="0" tIns="0" rIns="0" bIns="0" anchor="ctr">
            <a:noAutofit/>
          </a:bodyPr>
          <a:lstStyle>
            <a:lvl1pPr marL="0" indent="0" algn="ctr">
              <a:buNone/>
              <a:defRPr sz="1467" b="1" baseline="0">
                <a:solidFill>
                  <a:schemeClr val="bg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25" name="Rectangle 24"/>
          <p:cNvSpPr/>
          <p:nvPr userDrawn="1"/>
        </p:nvSpPr>
        <p:spPr>
          <a:xfrm>
            <a:off x="3007196" y="4051293"/>
            <a:ext cx="1920405" cy="7112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26" name="Text Placeholder 3"/>
          <p:cNvSpPr>
            <a:spLocks noGrp="1"/>
          </p:cNvSpPr>
          <p:nvPr>
            <p:ph type="body" sz="half" idx="19"/>
          </p:nvPr>
        </p:nvSpPr>
        <p:spPr>
          <a:xfrm>
            <a:off x="3275311" y="4176106"/>
            <a:ext cx="1367243" cy="508973"/>
          </a:xfrm>
          <a:prstGeom prst="rect">
            <a:avLst/>
          </a:prstGeom>
        </p:spPr>
        <p:txBody>
          <a:bodyPr wrap="square" lIns="0" tIns="0" rIns="0" bIns="0" anchor="ctr">
            <a:noAutofit/>
          </a:bodyPr>
          <a:lstStyle>
            <a:lvl1pPr marL="0" indent="0" algn="ctr">
              <a:buNone/>
              <a:defRPr sz="1467" b="1" baseline="0">
                <a:solidFill>
                  <a:schemeClr val="bg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29" name="Rectangle 28"/>
          <p:cNvSpPr/>
          <p:nvPr userDrawn="1"/>
        </p:nvSpPr>
        <p:spPr>
          <a:xfrm>
            <a:off x="5127826" y="4051293"/>
            <a:ext cx="1920405" cy="7112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30" name="Text Placeholder 3"/>
          <p:cNvSpPr>
            <a:spLocks noGrp="1"/>
          </p:cNvSpPr>
          <p:nvPr>
            <p:ph type="body" sz="half" idx="22"/>
          </p:nvPr>
        </p:nvSpPr>
        <p:spPr>
          <a:xfrm>
            <a:off x="5395940" y="4176106"/>
            <a:ext cx="1367243" cy="508973"/>
          </a:xfrm>
          <a:prstGeom prst="rect">
            <a:avLst/>
          </a:prstGeom>
        </p:spPr>
        <p:txBody>
          <a:bodyPr wrap="square" lIns="0" tIns="0" rIns="0" bIns="0" anchor="ctr">
            <a:noAutofit/>
          </a:bodyPr>
          <a:lstStyle>
            <a:lvl1pPr marL="0" indent="0" algn="ctr">
              <a:buNone/>
              <a:defRPr sz="1467" b="1" baseline="0">
                <a:solidFill>
                  <a:schemeClr val="bg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35" name="Rectangle 34"/>
          <p:cNvSpPr/>
          <p:nvPr userDrawn="1"/>
        </p:nvSpPr>
        <p:spPr>
          <a:xfrm>
            <a:off x="7237650" y="4051293"/>
            <a:ext cx="1920405" cy="7112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36" name="Text Placeholder 3"/>
          <p:cNvSpPr>
            <a:spLocks noGrp="1"/>
          </p:cNvSpPr>
          <p:nvPr>
            <p:ph type="body" sz="half" idx="25"/>
          </p:nvPr>
        </p:nvSpPr>
        <p:spPr>
          <a:xfrm>
            <a:off x="7505764" y="4176106"/>
            <a:ext cx="1367243" cy="508973"/>
          </a:xfrm>
          <a:prstGeom prst="rect">
            <a:avLst/>
          </a:prstGeom>
        </p:spPr>
        <p:txBody>
          <a:bodyPr wrap="square" lIns="0" tIns="0" rIns="0" bIns="0" anchor="ctr">
            <a:noAutofit/>
          </a:bodyPr>
          <a:lstStyle>
            <a:lvl1pPr marL="0" indent="0" algn="ctr">
              <a:buNone/>
              <a:defRPr sz="1467" b="1" baseline="0">
                <a:solidFill>
                  <a:schemeClr val="bg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41" name="Rectangle 40"/>
          <p:cNvSpPr/>
          <p:nvPr userDrawn="1"/>
        </p:nvSpPr>
        <p:spPr>
          <a:xfrm>
            <a:off x="9369084" y="4051293"/>
            <a:ext cx="1920405" cy="71120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44" name="Text Placeholder 3"/>
          <p:cNvSpPr>
            <a:spLocks noGrp="1"/>
          </p:cNvSpPr>
          <p:nvPr>
            <p:ph type="body" sz="half" idx="28"/>
          </p:nvPr>
        </p:nvSpPr>
        <p:spPr>
          <a:xfrm>
            <a:off x="9637199" y="4176106"/>
            <a:ext cx="1367243" cy="508973"/>
          </a:xfrm>
          <a:prstGeom prst="rect">
            <a:avLst/>
          </a:prstGeom>
        </p:spPr>
        <p:txBody>
          <a:bodyPr wrap="square" lIns="0" tIns="0" rIns="0" bIns="0" anchor="ctr">
            <a:noAutofit/>
          </a:bodyPr>
          <a:lstStyle>
            <a:lvl1pPr marL="0" indent="0" algn="ctr">
              <a:buNone/>
              <a:defRPr sz="1467" b="1" baseline="0">
                <a:solidFill>
                  <a:schemeClr val="bg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34"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37"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169988517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grpId="0" nodeType="afterEffect">
                                  <p:stCondLst>
                                    <p:cond delay="0"/>
                                  </p:stCondLst>
                                  <p:childTnLst>
                                    <p:set>
                                      <p:cBhvr>
                                        <p:cTn id="6" dur="1" fill="hold">
                                          <p:stCondLst>
                                            <p:cond delay="0"/>
                                          </p:stCondLst>
                                        </p:cTn>
                                        <p:tgtEl>
                                          <p:spTgt spid="31"/>
                                        </p:tgtEl>
                                        <p:attrNameLst>
                                          <p:attrName>style.visibility</p:attrName>
                                        </p:attrNameLst>
                                      </p:cBhvr>
                                      <p:to>
                                        <p:strVal val="visible"/>
                                      </p:to>
                                    </p:set>
                                    <p:anim calcmode="lin" valueType="num">
                                      <p:cBhvr>
                                        <p:cTn id="7" dur="500" fill="hold"/>
                                        <p:tgtEl>
                                          <p:spTgt spid="31"/>
                                        </p:tgtEl>
                                        <p:attrNameLst>
                                          <p:attrName>ppt_w</p:attrName>
                                        </p:attrNameLst>
                                      </p:cBhvr>
                                      <p:tavLst>
                                        <p:tav tm="0">
                                          <p:val>
                                            <p:fltVal val="0"/>
                                          </p:val>
                                        </p:tav>
                                        <p:tav tm="100000">
                                          <p:val>
                                            <p:strVal val="#ppt_w"/>
                                          </p:val>
                                        </p:tav>
                                      </p:tavLst>
                                    </p:anim>
                                    <p:anim calcmode="lin" valueType="num">
                                      <p:cBhvr>
                                        <p:cTn id="8" dur="500" fill="hold"/>
                                        <p:tgtEl>
                                          <p:spTgt spid="31"/>
                                        </p:tgtEl>
                                        <p:attrNameLst>
                                          <p:attrName>ppt_h</p:attrName>
                                        </p:attrNameLst>
                                      </p:cBhvr>
                                      <p:tavLst>
                                        <p:tav tm="0">
                                          <p:val>
                                            <p:fltVal val="0"/>
                                          </p:val>
                                        </p:tav>
                                        <p:tav tm="100000">
                                          <p:val>
                                            <p:strVal val="#ppt_h"/>
                                          </p:val>
                                        </p:tav>
                                      </p:tavLst>
                                    </p:anim>
                                    <p:animEffect transition="in" filter="fade">
                                      <p:cBhvr>
                                        <p:cTn id="9" dur="500"/>
                                        <p:tgtEl>
                                          <p:spTgt spid="31"/>
                                        </p:tgtEl>
                                      </p:cBhvr>
                                    </p:animEffect>
                                  </p:childTnLst>
                                </p:cTn>
                              </p:par>
                            </p:childTnLst>
                          </p:cTn>
                        </p:par>
                        <p:par>
                          <p:cTn id="10" fill="hold">
                            <p:stCondLst>
                              <p:cond delay="500"/>
                            </p:stCondLst>
                            <p:childTnLst>
                              <p:par>
                                <p:cTn id="11" presetID="22" presetClass="entr" presetSubtype="4" fill="hold" grpId="0" nodeType="afterEffect">
                                  <p:stCondLst>
                                    <p:cond delay="0"/>
                                  </p:stCondLst>
                                  <p:childTnLst>
                                    <p:set>
                                      <p:cBhvr>
                                        <p:cTn id="12" dur="1" fill="hold">
                                          <p:stCondLst>
                                            <p:cond delay="0"/>
                                          </p:stCondLst>
                                        </p:cTn>
                                        <p:tgtEl>
                                          <p:spTgt spid="21"/>
                                        </p:tgtEl>
                                        <p:attrNameLst>
                                          <p:attrName>style.visibility</p:attrName>
                                        </p:attrNameLst>
                                      </p:cBhvr>
                                      <p:to>
                                        <p:strVal val="visible"/>
                                      </p:to>
                                    </p:set>
                                    <p:animEffect transition="in" filter="wipe(down)">
                                      <p:cBhvr>
                                        <p:cTn id="13" dur="500"/>
                                        <p:tgtEl>
                                          <p:spTgt spid="21"/>
                                        </p:tgtEl>
                                      </p:cBhvr>
                                    </p:animEffect>
                                  </p:childTnLst>
                                </p:cTn>
                              </p:par>
                            </p:childTnLst>
                          </p:cTn>
                        </p:par>
                        <p:par>
                          <p:cTn id="14" fill="hold">
                            <p:stCondLst>
                              <p:cond delay="1000"/>
                            </p:stCondLst>
                            <p:childTnLst>
                              <p:par>
                                <p:cTn id="15" presetID="22" presetClass="entr" presetSubtype="4" fill="hold" grpId="0" nodeType="afterEffect" nodePh="1">
                                  <p:stCondLst>
                                    <p:cond delay="0"/>
                                  </p:stCondLst>
                                  <p:endCondLst>
                                    <p:cond evt="begin" delay="0">
                                      <p:tn val="15"/>
                                    </p:cond>
                                  </p:endCondLst>
                                  <p:childTnLst>
                                    <p:set>
                                      <p:cBhvr>
                                        <p:cTn id="16" dur="1" fill="hold">
                                          <p:stCondLst>
                                            <p:cond delay="0"/>
                                          </p:stCondLst>
                                        </p:cTn>
                                        <p:tgtEl>
                                          <p:spTgt spid="22">
                                            <p:txEl>
                                              <p:pRg st="0" end="0"/>
                                            </p:txEl>
                                          </p:spTgt>
                                        </p:tgtEl>
                                        <p:attrNameLst>
                                          <p:attrName>style.visibility</p:attrName>
                                        </p:attrNameLst>
                                      </p:cBhvr>
                                      <p:to>
                                        <p:strVal val="visible"/>
                                      </p:to>
                                    </p:set>
                                    <p:animEffect transition="in" filter="wipe(down)">
                                      <p:cBhvr>
                                        <p:cTn id="17" dur="500"/>
                                        <p:tgtEl>
                                          <p:spTgt spid="22">
                                            <p:txEl>
                                              <p:pRg st="0" end="0"/>
                                            </p:txEl>
                                          </p:spTgt>
                                        </p:tgtEl>
                                      </p:cBhvr>
                                    </p:animEffect>
                                  </p:childTnLst>
                                </p:cTn>
                              </p:par>
                            </p:childTnLst>
                          </p:cTn>
                        </p:par>
                        <p:par>
                          <p:cTn id="18" fill="hold">
                            <p:stCondLst>
                              <p:cond delay="1500"/>
                            </p:stCondLst>
                            <p:childTnLst>
                              <p:par>
                                <p:cTn id="19" presetID="2" presetClass="entr" presetSubtype="4" accel="50000" decel="50000" fill="hold" grpId="0" nodeType="afterEffect" nodePh="1">
                                  <p:stCondLst>
                                    <p:cond delay="0"/>
                                  </p:stCondLst>
                                  <p:endCondLst>
                                    <p:cond evt="begin" delay="0">
                                      <p:tn val="19"/>
                                    </p:cond>
                                  </p:endCondLst>
                                  <p:childTnLst>
                                    <p:set>
                                      <p:cBhvr>
                                        <p:cTn id="20" dur="1" fill="hold">
                                          <p:stCondLst>
                                            <p:cond delay="0"/>
                                          </p:stCondLst>
                                        </p:cTn>
                                        <p:tgtEl>
                                          <p:spTgt spid="14">
                                            <p:txEl>
                                              <p:pRg st="0" end="0"/>
                                            </p:txEl>
                                          </p:spTgt>
                                        </p:tgtEl>
                                        <p:attrNameLst>
                                          <p:attrName>style.visibility</p:attrName>
                                        </p:attrNameLst>
                                      </p:cBhvr>
                                      <p:to>
                                        <p:strVal val="visible"/>
                                      </p:to>
                                    </p:set>
                                    <p:anim calcmode="lin" valueType="num">
                                      <p:cBhvr additive="base">
                                        <p:cTn id="21" dur="500" fill="hold"/>
                                        <p:tgtEl>
                                          <p:spTgt spid="14">
                                            <p:txEl>
                                              <p:pRg st="0" end="0"/>
                                            </p:txEl>
                                          </p:spTgt>
                                        </p:tgtEl>
                                        <p:attrNameLst>
                                          <p:attrName>ppt_x</p:attrName>
                                        </p:attrNameLst>
                                      </p:cBhvr>
                                      <p:tavLst>
                                        <p:tav tm="0">
                                          <p:val>
                                            <p:strVal val="#ppt_x"/>
                                          </p:val>
                                        </p:tav>
                                        <p:tav tm="100000">
                                          <p:val>
                                            <p:strVal val="#ppt_x"/>
                                          </p:val>
                                        </p:tav>
                                      </p:tavLst>
                                    </p:anim>
                                    <p:anim calcmode="lin" valueType="num">
                                      <p:cBhvr additive="base">
                                        <p:cTn id="22" dur="500" fill="hold"/>
                                        <p:tgtEl>
                                          <p:spTgt spid="14">
                                            <p:txEl>
                                              <p:pRg st="0" end="0"/>
                                            </p:txEl>
                                          </p:spTgt>
                                        </p:tgtEl>
                                        <p:attrNameLst>
                                          <p:attrName>ppt_y</p:attrName>
                                        </p:attrNameLst>
                                      </p:cBhvr>
                                      <p:tavLst>
                                        <p:tav tm="0">
                                          <p:val>
                                            <p:strVal val="1+#ppt_h/2"/>
                                          </p:val>
                                        </p:tav>
                                        <p:tav tm="100000">
                                          <p:val>
                                            <p:strVal val="#ppt_y"/>
                                          </p:val>
                                        </p:tav>
                                      </p:tavLst>
                                    </p:anim>
                                  </p:childTnLst>
                                </p:cTn>
                              </p:par>
                            </p:childTnLst>
                          </p:cTn>
                        </p:par>
                        <p:par>
                          <p:cTn id="23" fill="hold">
                            <p:stCondLst>
                              <p:cond delay="2000"/>
                            </p:stCondLst>
                            <p:childTnLst>
                              <p:par>
                                <p:cTn id="24" presetID="53" presetClass="entr" presetSubtype="0" fill="hold" grpId="0" nodeType="afterEffect">
                                  <p:stCondLst>
                                    <p:cond delay="0"/>
                                  </p:stCondLst>
                                  <p:childTnLst>
                                    <p:set>
                                      <p:cBhvr>
                                        <p:cTn id="25" dur="1" fill="hold">
                                          <p:stCondLst>
                                            <p:cond delay="0"/>
                                          </p:stCondLst>
                                        </p:cTn>
                                        <p:tgtEl>
                                          <p:spTgt spid="23"/>
                                        </p:tgtEl>
                                        <p:attrNameLst>
                                          <p:attrName>style.visibility</p:attrName>
                                        </p:attrNameLst>
                                      </p:cBhvr>
                                      <p:to>
                                        <p:strVal val="visible"/>
                                      </p:to>
                                    </p:set>
                                    <p:anim calcmode="lin" valueType="num">
                                      <p:cBhvr>
                                        <p:cTn id="26" dur="500" fill="hold"/>
                                        <p:tgtEl>
                                          <p:spTgt spid="23"/>
                                        </p:tgtEl>
                                        <p:attrNameLst>
                                          <p:attrName>ppt_w</p:attrName>
                                        </p:attrNameLst>
                                      </p:cBhvr>
                                      <p:tavLst>
                                        <p:tav tm="0">
                                          <p:val>
                                            <p:fltVal val="0"/>
                                          </p:val>
                                        </p:tav>
                                        <p:tav tm="100000">
                                          <p:val>
                                            <p:strVal val="#ppt_w"/>
                                          </p:val>
                                        </p:tav>
                                      </p:tavLst>
                                    </p:anim>
                                    <p:anim calcmode="lin" valueType="num">
                                      <p:cBhvr>
                                        <p:cTn id="27" dur="500" fill="hold"/>
                                        <p:tgtEl>
                                          <p:spTgt spid="23"/>
                                        </p:tgtEl>
                                        <p:attrNameLst>
                                          <p:attrName>ppt_h</p:attrName>
                                        </p:attrNameLst>
                                      </p:cBhvr>
                                      <p:tavLst>
                                        <p:tav tm="0">
                                          <p:val>
                                            <p:fltVal val="0"/>
                                          </p:val>
                                        </p:tav>
                                        <p:tav tm="100000">
                                          <p:val>
                                            <p:strVal val="#ppt_h"/>
                                          </p:val>
                                        </p:tav>
                                      </p:tavLst>
                                    </p:anim>
                                    <p:animEffect transition="in" filter="fade">
                                      <p:cBhvr>
                                        <p:cTn id="28" dur="500"/>
                                        <p:tgtEl>
                                          <p:spTgt spid="23"/>
                                        </p:tgtEl>
                                      </p:cBhvr>
                                    </p:animEffect>
                                  </p:childTnLst>
                                </p:cTn>
                              </p:par>
                            </p:childTnLst>
                          </p:cTn>
                        </p:par>
                        <p:par>
                          <p:cTn id="29" fill="hold">
                            <p:stCondLst>
                              <p:cond delay="2500"/>
                            </p:stCondLst>
                            <p:childTnLst>
                              <p:par>
                                <p:cTn id="30" presetID="22" presetClass="entr" presetSubtype="4" fill="hold" grpId="0" nodeType="afterEffect">
                                  <p:stCondLst>
                                    <p:cond delay="0"/>
                                  </p:stCondLst>
                                  <p:childTnLst>
                                    <p:set>
                                      <p:cBhvr>
                                        <p:cTn id="31" dur="1" fill="hold">
                                          <p:stCondLst>
                                            <p:cond delay="0"/>
                                          </p:stCondLst>
                                        </p:cTn>
                                        <p:tgtEl>
                                          <p:spTgt spid="25"/>
                                        </p:tgtEl>
                                        <p:attrNameLst>
                                          <p:attrName>style.visibility</p:attrName>
                                        </p:attrNameLst>
                                      </p:cBhvr>
                                      <p:to>
                                        <p:strVal val="visible"/>
                                      </p:to>
                                    </p:set>
                                    <p:animEffect transition="in" filter="wipe(down)">
                                      <p:cBhvr>
                                        <p:cTn id="32" dur="500"/>
                                        <p:tgtEl>
                                          <p:spTgt spid="25"/>
                                        </p:tgtEl>
                                      </p:cBhvr>
                                    </p:animEffect>
                                  </p:childTnLst>
                                </p:cTn>
                              </p:par>
                            </p:childTnLst>
                          </p:cTn>
                        </p:par>
                        <p:par>
                          <p:cTn id="33" fill="hold">
                            <p:stCondLst>
                              <p:cond delay="3000"/>
                            </p:stCondLst>
                            <p:childTnLst>
                              <p:par>
                                <p:cTn id="34" presetID="22" presetClass="entr" presetSubtype="4" fill="hold" grpId="0" nodeType="afterEffect" nodePh="1">
                                  <p:stCondLst>
                                    <p:cond delay="0"/>
                                  </p:stCondLst>
                                  <p:endCondLst>
                                    <p:cond evt="begin" delay="0">
                                      <p:tn val="34"/>
                                    </p:cond>
                                  </p:endCondLst>
                                  <p:childTnLst>
                                    <p:set>
                                      <p:cBhvr>
                                        <p:cTn id="35" dur="1" fill="hold">
                                          <p:stCondLst>
                                            <p:cond delay="0"/>
                                          </p:stCondLst>
                                        </p:cTn>
                                        <p:tgtEl>
                                          <p:spTgt spid="26">
                                            <p:txEl>
                                              <p:pRg st="0" end="0"/>
                                            </p:txEl>
                                          </p:spTgt>
                                        </p:tgtEl>
                                        <p:attrNameLst>
                                          <p:attrName>style.visibility</p:attrName>
                                        </p:attrNameLst>
                                      </p:cBhvr>
                                      <p:to>
                                        <p:strVal val="visible"/>
                                      </p:to>
                                    </p:set>
                                    <p:animEffect transition="in" filter="wipe(down)">
                                      <p:cBhvr>
                                        <p:cTn id="36" dur="500"/>
                                        <p:tgtEl>
                                          <p:spTgt spid="26">
                                            <p:txEl>
                                              <p:pRg st="0" end="0"/>
                                            </p:txEl>
                                          </p:spTgt>
                                        </p:tgtEl>
                                      </p:cBhvr>
                                    </p:animEffect>
                                  </p:childTnLst>
                                </p:cTn>
                              </p:par>
                            </p:childTnLst>
                          </p:cTn>
                        </p:par>
                        <p:par>
                          <p:cTn id="37" fill="hold">
                            <p:stCondLst>
                              <p:cond delay="3500"/>
                            </p:stCondLst>
                            <p:childTnLst>
                              <p:par>
                                <p:cTn id="38" presetID="2" presetClass="entr" presetSubtype="4" accel="50000" decel="50000" fill="hold" grpId="0" nodeType="afterEffect" nodePh="1">
                                  <p:stCondLst>
                                    <p:cond delay="0"/>
                                  </p:stCondLst>
                                  <p:endCondLst>
                                    <p:cond evt="begin" delay="0">
                                      <p:tn val="38"/>
                                    </p:cond>
                                  </p:endCondLst>
                                  <p:childTnLst>
                                    <p:set>
                                      <p:cBhvr>
                                        <p:cTn id="39" dur="1" fill="hold">
                                          <p:stCondLst>
                                            <p:cond delay="0"/>
                                          </p:stCondLst>
                                        </p:cTn>
                                        <p:tgtEl>
                                          <p:spTgt spid="24">
                                            <p:txEl>
                                              <p:pRg st="0" end="0"/>
                                            </p:txEl>
                                          </p:spTgt>
                                        </p:tgtEl>
                                        <p:attrNameLst>
                                          <p:attrName>style.visibility</p:attrName>
                                        </p:attrNameLst>
                                      </p:cBhvr>
                                      <p:to>
                                        <p:strVal val="visible"/>
                                      </p:to>
                                    </p:set>
                                    <p:anim calcmode="lin" valueType="num">
                                      <p:cBhvr additive="base">
                                        <p:cTn id="40"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additive="base">
                                        <p:cTn id="41" dur="500" fill="hold"/>
                                        <p:tgtEl>
                                          <p:spTgt spid="24">
                                            <p:txEl>
                                              <p:pRg st="0" end="0"/>
                                            </p:txEl>
                                          </p:spTgt>
                                        </p:tgtEl>
                                        <p:attrNameLst>
                                          <p:attrName>ppt_y</p:attrName>
                                        </p:attrNameLst>
                                      </p:cBhvr>
                                      <p:tavLst>
                                        <p:tav tm="0">
                                          <p:val>
                                            <p:strVal val="1+#ppt_h/2"/>
                                          </p:val>
                                        </p:tav>
                                        <p:tav tm="100000">
                                          <p:val>
                                            <p:strVal val="#ppt_y"/>
                                          </p:val>
                                        </p:tav>
                                      </p:tavLst>
                                    </p:anim>
                                  </p:childTnLst>
                                </p:cTn>
                              </p:par>
                            </p:childTnLst>
                          </p:cTn>
                        </p:par>
                        <p:par>
                          <p:cTn id="42" fill="hold">
                            <p:stCondLst>
                              <p:cond delay="4000"/>
                            </p:stCondLst>
                            <p:childTnLst>
                              <p:par>
                                <p:cTn id="43" presetID="53" presetClass="entr" presetSubtype="0" fill="hold" grpId="0" nodeType="afterEffect">
                                  <p:stCondLst>
                                    <p:cond delay="0"/>
                                  </p:stCondLst>
                                  <p:childTnLst>
                                    <p:set>
                                      <p:cBhvr>
                                        <p:cTn id="44" dur="1" fill="hold">
                                          <p:stCondLst>
                                            <p:cond delay="0"/>
                                          </p:stCondLst>
                                        </p:cTn>
                                        <p:tgtEl>
                                          <p:spTgt spid="27"/>
                                        </p:tgtEl>
                                        <p:attrNameLst>
                                          <p:attrName>style.visibility</p:attrName>
                                        </p:attrNameLst>
                                      </p:cBhvr>
                                      <p:to>
                                        <p:strVal val="visible"/>
                                      </p:to>
                                    </p:set>
                                    <p:anim calcmode="lin" valueType="num">
                                      <p:cBhvr>
                                        <p:cTn id="45" dur="500" fill="hold"/>
                                        <p:tgtEl>
                                          <p:spTgt spid="27"/>
                                        </p:tgtEl>
                                        <p:attrNameLst>
                                          <p:attrName>ppt_w</p:attrName>
                                        </p:attrNameLst>
                                      </p:cBhvr>
                                      <p:tavLst>
                                        <p:tav tm="0">
                                          <p:val>
                                            <p:fltVal val="0"/>
                                          </p:val>
                                        </p:tav>
                                        <p:tav tm="100000">
                                          <p:val>
                                            <p:strVal val="#ppt_w"/>
                                          </p:val>
                                        </p:tav>
                                      </p:tavLst>
                                    </p:anim>
                                    <p:anim calcmode="lin" valueType="num">
                                      <p:cBhvr>
                                        <p:cTn id="46" dur="500" fill="hold"/>
                                        <p:tgtEl>
                                          <p:spTgt spid="27"/>
                                        </p:tgtEl>
                                        <p:attrNameLst>
                                          <p:attrName>ppt_h</p:attrName>
                                        </p:attrNameLst>
                                      </p:cBhvr>
                                      <p:tavLst>
                                        <p:tav tm="0">
                                          <p:val>
                                            <p:fltVal val="0"/>
                                          </p:val>
                                        </p:tav>
                                        <p:tav tm="100000">
                                          <p:val>
                                            <p:strVal val="#ppt_h"/>
                                          </p:val>
                                        </p:tav>
                                      </p:tavLst>
                                    </p:anim>
                                    <p:animEffect transition="in" filter="fade">
                                      <p:cBhvr>
                                        <p:cTn id="47" dur="500"/>
                                        <p:tgtEl>
                                          <p:spTgt spid="27"/>
                                        </p:tgtEl>
                                      </p:cBhvr>
                                    </p:animEffect>
                                  </p:childTnLst>
                                </p:cTn>
                              </p:par>
                            </p:childTnLst>
                          </p:cTn>
                        </p:par>
                        <p:par>
                          <p:cTn id="48" fill="hold">
                            <p:stCondLst>
                              <p:cond delay="4500"/>
                            </p:stCondLst>
                            <p:childTnLst>
                              <p:par>
                                <p:cTn id="49" presetID="22" presetClass="entr" presetSubtype="4" fill="hold" grpId="0" nodeType="afterEffect">
                                  <p:stCondLst>
                                    <p:cond delay="0"/>
                                  </p:stCondLst>
                                  <p:childTnLst>
                                    <p:set>
                                      <p:cBhvr>
                                        <p:cTn id="50" dur="1" fill="hold">
                                          <p:stCondLst>
                                            <p:cond delay="0"/>
                                          </p:stCondLst>
                                        </p:cTn>
                                        <p:tgtEl>
                                          <p:spTgt spid="29"/>
                                        </p:tgtEl>
                                        <p:attrNameLst>
                                          <p:attrName>style.visibility</p:attrName>
                                        </p:attrNameLst>
                                      </p:cBhvr>
                                      <p:to>
                                        <p:strVal val="visible"/>
                                      </p:to>
                                    </p:set>
                                    <p:animEffect transition="in" filter="wipe(down)">
                                      <p:cBhvr>
                                        <p:cTn id="51" dur="500"/>
                                        <p:tgtEl>
                                          <p:spTgt spid="29"/>
                                        </p:tgtEl>
                                      </p:cBhvr>
                                    </p:animEffect>
                                  </p:childTnLst>
                                </p:cTn>
                              </p:par>
                            </p:childTnLst>
                          </p:cTn>
                        </p:par>
                        <p:par>
                          <p:cTn id="52" fill="hold">
                            <p:stCondLst>
                              <p:cond delay="5000"/>
                            </p:stCondLst>
                            <p:childTnLst>
                              <p:par>
                                <p:cTn id="53" presetID="22" presetClass="entr" presetSubtype="4" fill="hold" grpId="0" nodeType="afterEffect" nodePh="1">
                                  <p:stCondLst>
                                    <p:cond delay="0"/>
                                  </p:stCondLst>
                                  <p:endCondLst>
                                    <p:cond evt="begin" delay="0">
                                      <p:tn val="53"/>
                                    </p:cond>
                                  </p:endCondLst>
                                  <p:childTnLst>
                                    <p:set>
                                      <p:cBhvr>
                                        <p:cTn id="54" dur="1" fill="hold">
                                          <p:stCondLst>
                                            <p:cond delay="0"/>
                                          </p:stCondLst>
                                        </p:cTn>
                                        <p:tgtEl>
                                          <p:spTgt spid="30">
                                            <p:txEl>
                                              <p:pRg st="0" end="0"/>
                                            </p:txEl>
                                          </p:spTgt>
                                        </p:tgtEl>
                                        <p:attrNameLst>
                                          <p:attrName>style.visibility</p:attrName>
                                        </p:attrNameLst>
                                      </p:cBhvr>
                                      <p:to>
                                        <p:strVal val="visible"/>
                                      </p:to>
                                    </p:set>
                                    <p:animEffect transition="in" filter="wipe(down)">
                                      <p:cBhvr>
                                        <p:cTn id="55" dur="500"/>
                                        <p:tgtEl>
                                          <p:spTgt spid="30">
                                            <p:txEl>
                                              <p:pRg st="0" end="0"/>
                                            </p:txEl>
                                          </p:spTgt>
                                        </p:tgtEl>
                                      </p:cBhvr>
                                    </p:animEffect>
                                  </p:childTnLst>
                                </p:cTn>
                              </p:par>
                            </p:childTnLst>
                          </p:cTn>
                        </p:par>
                        <p:par>
                          <p:cTn id="56" fill="hold">
                            <p:stCondLst>
                              <p:cond delay="5500"/>
                            </p:stCondLst>
                            <p:childTnLst>
                              <p:par>
                                <p:cTn id="57" presetID="2" presetClass="entr" presetSubtype="4" accel="50000" decel="50000" fill="hold" grpId="0" nodeType="afterEffect" nodePh="1">
                                  <p:stCondLst>
                                    <p:cond delay="0"/>
                                  </p:stCondLst>
                                  <p:endCondLst>
                                    <p:cond evt="begin" delay="0">
                                      <p:tn val="57"/>
                                    </p:cond>
                                  </p:endCondLst>
                                  <p:childTnLst>
                                    <p:set>
                                      <p:cBhvr>
                                        <p:cTn id="58" dur="1" fill="hold">
                                          <p:stCondLst>
                                            <p:cond delay="0"/>
                                          </p:stCondLst>
                                        </p:cTn>
                                        <p:tgtEl>
                                          <p:spTgt spid="28">
                                            <p:txEl>
                                              <p:pRg st="0" end="0"/>
                                            </p:txEl>
                                          </p:spTgt>
                                        </p:tgtEl>
                                        <p:attrNameLst>
                                          <p:attrName>style.visibility</p:attrName>
                                        </p:attrNameLst>
                                      </p:cBhvr>
                                      <p:to>
                                        <p:strVal val="visible"/>
                                      </p:to>
                                    </p:set>
                                    <p:anim calcmode="lin" valueType="num">
                                      <p:cBhvr additive="base">
                                        <p:cTn id="59" dur="500" fill="hold"/>
                                        <p:tgtEl>
                                          <p:spTgt spid="28">
                                            <p:txEl>
                                              <p:pRg st="0" end="0"/>
                                            </p:txEl>
                                          </p:spTgt>
                                        </p:tgtEl>
                                        <p:attrNameLst>
                                          <p:attrName>ppt_x</p:attrName>
                                        </p:attrNameLst>
                                      </p:cBhvr>
                                      <p:tavLst>
                                        <p:tav tm="0">
                                          <p:val>
                                            <p:strVal val="#ppt_x"/>
                                          </p:val>
                                        </p:tav>
                                        <p:tav tm="100000">
                                          <p:val>
                                            <p:strVal val="#ppt_x"/>
                                          </p:val>
                                        </p:tav>
                                      </p:tavLst>
                                    </p:anim>
                                    <p:anim calcmode="lin" valueType="num">
                                      <p:cBhvr additive="base">
                                        <p:cTn id="60" dur="500" fill="hold"/>
                                        <p:tgtEl>
                                          <p:spTgt spid="28">
                                            <p:txEl>
                                              <p:pRg st="0" end="0"/>
                                            </p:txEl>
                                          </p:spTgt>
                                        </p:tgtEl>
                                        <p:attrNameLst>
                                          <p:attrName>ppt_y</p:attrName>
                                        </p:attrNameLst>
                                      </p:cBhvr>
                                      <p:tavLst>
                                        <p:tav tm="0">
                                          <p:val>
                                            <p:strVal val="1+#ppt_h/2"/>
                                          </p:val>
                                        </p:tav>
                                        <p:tav tm="100000">
                                          <p:val>
                                            <p:strVal val="#ppt_y"/>
                                          </p:val>
                                        </p:tav>
                                      </p:tavLst>
                                    </p:anim>
                                  </p:childTnLst>
                                </p:cTn>
                              </p:par>
                            </p:childTnLst>
                          </p:cTn>
                        </p:par>
                        <p:par>
                          <p:cTn id="61" fill="hold">
                            <p:stCondLst>
                              <p:cond delay="6000"/>
                            </p:stCondLst>
                            <p:childTnLst>
                              <p:par>
                                <p:cTn id="62" presetID="53" presetClass="entr" presetSubtype="0" fill="hold" grpId="0" nodeType="afterEffect">
                                  <p:stCondLst>
                                    <p:cond delay="0"/>
                                  </p:stCondLst>
                                  <p:childTnLst>
                                    <p:set>
                                      <p:cBhvr>
                                        <p:cTn id="63" dur="1" fill="hold">
                                          <p:stCondLst>
                                            <p:cond delay="0"/>
                                          </p:stCondLst>
                                        </p:cTn>
                                        <p:tgtEl>
                                          <p:spTgt spid="32"/>
                                        </p:tgtEl>
                                        <p:attrNameLst>
                                          <p:attrName>style.visibility</p:attrName>
                                        </p:attrNameLst>
                                      </p:cBhvr>
                                      <p:to>
                                        <p:strVal val="visible"/>
                                      </p:to>
                                    </p:set>
                                    <p:anim calcmode="lin" valueType="num">
                                      <p:cBhvr>
                                        <p:cTn id="64" dur="500" fill="hold"/>
                                        <p:tgtEl>
                                          <p:spTgt spid="32"/>
                                        </p:tgtEl>
                                        <p:attrNameLst>
                                          <p:attrName>ppt_w</p:attrName>
                                        </p:attrNameLst>
                                      </p:cBhvr>
                                      <p:tavLst>
                                        <p:tav tm="0">
                                          <p:val>
                                            <p:fltVal val="0"/>
                                          </p:val>
                                        </p:tav>
                                        <p:tav tm="100000">
                                          <p:val>
                                            <p:strVal val="#ppt_w"/>
                                          </p:val>
                                        </p:tav>
                                      </p:tavLst>
                                    </p:anim>
                                    <p:anim calcmode="lin" valueType="num">
                                      <p:cBhvr>
                                        <p:cTn id="65" dur="500" fill="hold"/>
                                        <p:tgtEl>
                                          <p:spTgt spid="32"/>
                                        </p:tgtEl>
                                        <p:attrNameLst>
                                          <p:attrName>ppt_h</p:attrName>
                                        </p:attrNameLst>
                                      </p:cBhvr>
                                      <p:tavLst>
                                        <p:tav tm="0">
                                          <p:val>
                                            <p:fltVal val="0"/>
                                          </p:val>
                                        </p:tav>
                                        <p:tav tm="100000">
                                          <p:val>
                                            <p:strVal val="#ppt_h"/>
                                          </p:val>
                                        </p:tav>
                                      </p:tavLst>
                                    </p:anim>
                                    <p:animEffect transition="in" filter="fade">
                                      <p:cBhvr>
                                        <p:cTn id="66" dur="500"/>
                                        <p:tgtEl>
                                          <p:spTgt spid="32"/>
                                        </p:tgtEl>
                                      </p:cBhvr>
                                    </p:animEffect>
                                  </p:childTnLst>
                                </p:cTn>
                              </p:par>
                            </p:childTnLst>
                          </p:cTn>
                        </p:par>
                        <p:par>
                          <p:cTn id="67" fill="hold">
                            <p:stCondLst>
                              <p:cond delay="6500"/>
                            </p:stCondLst>
                            <p:childTnLst>
                              <p:par>
                                <p:cTn id="68" presetID="22" presetClass="entr" presetSubtype="4" fill="hold" grpId="0" nodeType="afterEffect">
                                  <p:stCondLst>
                                    <p:cond delay="0"/>
                                  </p:stCondLst>
                                  <p:childTnLst>
                                    <p:set>
                                      <p:cBhvr>
                                        <p:cTn id="69" dur="1" fill="hold">
                                          <p:stCondLst>
                                            <p:cond delay="0"/>
                                          </p:stCondLst>
                                        </p:cTn>
                                        <p:tgtEl>
                                          <p:spTgt spid="35"/>
                                        </p:tgtEl>
                                        <p:attrNameLst>
                                          <p:attrName>style.visibility</p:attrName>
                                        </p:attrNameLst>
                                      </p:cBhvr>
                                      <p:to>
                                        <p:strVal val="visible"/>
                                      </p:to>
                                    </p:set>
                                    <p:animEffect transition="in" filter="wipe(down)">
                                      <p:cBhvr>
                                        <p:cTn id="70" dur="500"/>
                                        <p:tgtEl>
                                          <p:spTgt spid="35"/>
                                        </p:tgtEl>
                                      </p:cBhvr>
                                    </p:animEffect>
                                  </p:childTnLst>
                                </p:cTn>
                              </p:par>
                            </p:childTnLst>
                          </p:cTn>
                        </p:par>
                        <p:par>
                          <p:cTn id="71" fill="hold">
                            <p:stCondLst>
                              <p:cond delay="7000"/>
                            </p:stCondLst>
                            <p:childTnLst>
                              <p:par>
                                <p:cTn id="72" presetID="22" presetClass="entr" presetSubtype="4" fill="hold" grpId="0" nodeType="afterEffect" nodePh="1">
                                  <p:stCondLst>
                                    <p:cond delay="0"/>
                                  </p:stCondLst>
                                  <p:endCondLst>
                                    <p:cond evt="begin" delay="0">
                                      <p:tn val="72"/>
                                    </p:cond>
                                  </p:endCondLst>
                                  <p:childTnLst>
                                    <p:set>
                                      <p:cBhvr>
                                        <p:cTn id="73" dur="1" fill="hold">
                                          <p:stCondLst>
                                            <p:cond delay="0"/>
                                          </p:stCondLst>
                                        </p:cTn>
                                        <p:tgtEl>
                                          <p:spTgt spid="36">
                                            <p:txEl>
                                              <p:pRg st="0" end="0"/>
                                            </p:txEl>
                                          </p:spTgt>
                                        </p:tgtEl>
                                        <p:attrNameLst>
                                          <p:attrName>style.visibility</p:attrName>
                                        </p:attrNameLst>
                                      </p:cBhvr>
                                      <p:to>
                                        <p:strVal val="visible"/>
                                      </p:to>
                                    </p:set>
                                    <p:animEffect transition="in" filter="wipe(down)">
                                      <p:cBhvr>
                                        <p:cTn id="74" dur="500"/>
                                        <p:tgtEl>
                                          <p:spTgt spid="36">
                                            <p:txEl>
                                              <p:pRg st="0" end="0"/>
                                            </p:txEl>
                                          </p:spTgt>
                                        </p:tgtEl>
                                      </p:cBhvr>
                                    </p:animEffect>
                                  </p:childTnLst>
                                </p:cTn>
                              </p:par>
                            </p:childTnLst>
                          </p:cTn>
                        </p:par>
                        <p:par>
                          <p:cTn id="75" fill="hold">
                            <p:stCondLst>
                              <p:cond delay="7500"/>
                            </p:stCondLst>
                            <p:childTnLst>
                              <p:par>
                                <p:cTn id="76" presetID="2" presetClass="entr" presetSubtype="4" accel="50000" decel="50000" fill="hold" grpId="0" nodeType="afterEffect" nodePh="1">
                                  <p:stCondLst>
                                    <p:cond delay="0"/>
                                  </p:stCondLst>
                                  <p:endCondLst>
                                    <p:cond evt="begin" delay="0">
                                      <p:tn val="76"/>
                                    </p:cond>
                                  </p:endCondLst>
                                  <p:childTnLst>
                                    <p:set>
                                      <p:cBhvr>
                                        <p:cTn id="77" dur="1" fill="hold">
                                          <p:stCondLst>
                                            <p:cond delay="0"/>
                                          </p:stCondLst>
                                        </p:cTn>
                                        <p:tgtEl>
                                          <p:spTgt spid="33">
                                            <p:txEl>
                                              <p:pRg st="0" end="0"/>
                                            </p:txEl>
                                          </p:spTgt>
                                        </p:tgtEl>
                                        <p:attrNameLst>
                                          <p:attrName>style.visibility</p:attrName>
                                        </p:attrNameLst>
                                      </p:cBhvr>
                                      <p:to>
                                        <p:strVal val="visible"/>
                                      </p:to>
                                    </p:set>
                                    <p:anim calcmode="lin" valueType="num">
                                      <p:cBhvr additive="base">
                                        <p:cTn id="78" dur="500" fill="hold"/>
                                        <p:tgtEl>
                                          <p:spTgt spid="33">
                                            <p:txEl>
                                              <p:pRg st="0" end="0"/>
                                            </p:txEl>
                                          </p:spTgt>
                                        </p:tgtEl>
                                        <p:attrNameLst>
                                          <p:attrName>ppt_x</p:attrName>
                                        </p:attrNameLst>
                                      </p:cBhvr>
                                      <p:tavLst>
                                        <p:tav tm="0">
                                          <p:val>
                                            <p:strVal val="#ppt_x"/>
                                          </p:val>
                                        </p:tav>
                                        <p:tav tm="100000">
                                          <p:val>
                                            <p:strVal val="#ppt_x"/>
                                          </p:val>
                                        </p:tav>
                                      </p:tavLst>
                                    </p:anim>
                                    <p:anim calcmode="lin" valueType="num">
                                      <p:cBhvr additive="base">
                                        <p:cTn id="79" dur="500" fill="hold"/>
                                        <p:tgtEl>
                                          <p:spTgt spid="33">
                                            <p:txEl>
                                              <p:pRg st="0" end="0"/>
                                            </p:txEl>
                                          </p:spTgt>
                                        </p:tgtEl>
                                        <p:attrNameLst>
                                          <p:attrName>ppt_y</p:attrName>
                                        </p:attrNameLst>
                                      </p:cBhvr>
                                      <p:tavLst>
                                        <p:tav tm="0">
                                          <p:val>
                                            <p:strVal val="1+#ppt_h/2"/>
                                          </p:val>
                                        </p:tav>
                                        <p:tav tm="100000">
                                          <p:val>
                                            <p:strVal val="#ppt_y"/>
                                          </p:val>
                                        </p:tav>
                                      </p:tavLst>
                                    </p:anim>
                                  </p:childTnLst>
                                </p:cTn>
                              </p:par>
                            </p:childTnLst>
                          </p:cTn>
                        </p:par>
                        <p:par>
                          <p:cTn id="80" fill="hold">
                            <p:stCondLst>
                              <p:cond delay="8000"/>
                            </p:stCondLst>
                            <p:childTnLst>
                              <p:par>
                                <p:cTn id="81" presetID="53" presetClass="entr" presetSubtype="0" fill="hold" grpId="0" nodeType="afterEffect">
                                  <p:stCondLst>
                                    <p:cond delay="0"/>
                                  </p:stCondLst>
                                  <p:childTnLst>
                                    <p:set>
                                      <p:cBhvr>
                                        <p:cTn id="82" dur="1" fill="hold">
                                          <p:stCondLst>
                                            <p:cond delay="0"/>
                                          </p:stCondLst>
                                        </p:cTn>
                                        <p:tgtEl>
                                          <p:spTgt spid="38"/>
                                        </p:tgtEl>
                                        <p:attrNameLst>
                                          <p:attrName>style.visibility</p:attrName>
                                        </p:attrNameLst>
                                      </p:cBhvr>
                                      <p:to>
                                        <p:strVal val="visible"/>
                                      </p:to>
                                    </p:set>
                                    <p:anim calcmode="lin" valueType="num">
                                      <p:cBhvr>
                                        <p:cTn id="83" dur="500" fill="hold"/>
                                        <p:tgtEl>
                                          <p:spTgt spid="38"/>
                                        </p:tgtEl>
                                        <p:attrNameLst>
                                          <p:attrName>ppt_w</p:attrName>
                                        </p:attrNameLst>
                                      </p:cBhvr>
                                      <p:tavLst>
                                        <p:tav tm="0">
                                          <p:val>
                                            <p:fltVal val="0"/>
                                          </p:val>
                                        </p:tav>
                                        <p:tav tm="100000">
                                          <p:val>
                                            <p:strVal val="#ppt_w"/>
                                          </p:val>
                                        </p:tav>
                                      </p:tavLst>
                                    </p:anim>
                                    <p:anim calcmode="lin" valueType="num">
                                      <p:cBhvr>
                                        <p:cTn id="84" dur="500" fill="hold"/>
                                        <p:tgtEl>
                                          <p:spTgt spid="38"/>
                                        </p:tgtEl>
                                        <p:attrNameLst>
                                          <p:attrName>ppt_h</p:attrName>
                                        </p:attrNameLst>
                                      </p:cBhvr>
                                      <p:tavLst>
                                        <p:tav tm="0">
                                          <p:val>
                                            <p:fltVal val="0"/>
                                          </p:val>
                                        </p:tav>
                                        <p:tav tm="100000">
                                          <p:val>
                                            <p:strVal val="#ppt_h"/>
                                          </p:val>
                                        </p:tav>
                                      </p:tavLst>
                                    </p:anim>
                                    <p:animEffect transition="in" filter="fade">
                                      <p:cBhvr>
                                        <p:cTn id="85" dur="500"/>
                                        <p:tgtEl>
                                          <p:spTgt spid="38"/>
                                        </p:tgtEl>
                                      </p:cBhvr>
                                    </p:animEffect>
                                  </p:childTnLst>
                                </p:cTn>
                              </p:par>
                            </p:childTnLst>
                          </p:cTn>
                        </p:par>
                        <p:par>
                          <p:cTn id="86" fill="hold">
                            <p:stCondLst>
                              <p:cond delay="8500"/>
                            </p:stCondLst>
                            <p:childTnLst>
                              <p:par>
                                <p:cTn id="87" presetID="22" presetClass="entr" presetSubtype="4" fill="hold" grpId="0" nodeType="afterEffect">
                                  <p:stCondLst>
                                    <p:cond delay="0"/>
                                  </p:stCondLst>
                                  <p:childTnLst>
                                    <p:set>
                                      <p:cBhvr>
                                        <p:cTn id="88" dur="1" fill="hold">
                                          <p:stCondLst>
                                            <p:cond delay="0"/>
                                          </p:stCondLst>
                                        </p:cTn>
                                        <p:tgtEl>
                                          <p:spTgt spid="41"/>
                                        </p:tgtEl>
                                        <p:attrNameLst>
                                          <p:attrName>style.visibility</p:attrName>
                                        </p:attrNameLst>
                                      </p:cBhvr>
                                      <p:to>
                                        <p:strVal val="visible"/>
                                      </p:to>
                                    </p:set>
                                    <p:animEffect transition="in" filter="wipe(down)">
                                      <p:cBhvr>
                                        <p:cTn id="89" dur="500"/>
                                        <p:tgtEl>
                                          <p:spTgt spid="41"/>
                                        </p:tgtEl>
                                      </p:cBhvr>
                                    </p:animEffect>
                                  </p:childTnLst>
                                </p:cTn>
                              </p:par>
                            </p:childTnLst>
                          </p:cTn>
                        </p:par>
                        <p:par>
                          <p:cTn id="90" fill="hold">
                            <p:stCondLst>
                              <p:cond delay="9000"/>
                            </p:stCondLst>
                            <p:childTnLst>
                              <p:par>
                                <p:cTn id="91" presetID="22" presetClass="entr" presetSubtype="4" fill="hold" grpId="0" nodeType="afterEffect" nodePh="1">
                                  <p:stCondLst>
                                    <p:cond delay="0"/>
                                  </p:stCondLst>
                                  <p:endCondLst>
                                    <p:cond evt="begin" delay="0">
                                      <p:tn val="91"/>
                                    </p:cond>
                                  </p:endCondLst>
                                  <p:childTnLst>
                                    <p:set>
                                      <p:cBhvr>
                                        <p:cTn id="92" dur="1" fill="hold">
                                          <p:stCondLst>
                                            <p:cond delay="0"/>
                                          </p:stCondLst>
                                        </p:cTn>
                                        <p:tgtEl>
                                          <p:spTgt spid="44">
                                            <p:txEl>
                                              <p:pRg st="0" end="0"/>
                                            </p:txEl>
                                          </p:spTgt>
                                        </p:tgtEl>
                                        <p:attrNameLst>
                                          <p:attrName>style.visibility</p:attrName>
                                        </p:attrNameLst>
                                      </p:cBhvr>
                                      <p:to>
                                        <p:strVal val="visible"/>
                                      </p:to>
                                    </p:set>
                                    <p:animEffect transition="in" filter="wipe(down)">
                                      <p:cBhvr>
                                        <p:cTn id="93" dur="500"/>
                                        <p:tgtEl>
                                          <p:spTgt spid="44">
                                            <p:txEl>
                                              <p:pRg st="0" end="0"/>
                                            </p:txEl>
                                          </p:spTgt>
                                        </p:tgtEl>
                                      </p:cBhvr>
                                    </p:animEffect>
                                  </p:childTnLst>
                                </p:cTn>
                              </p:par>
                            </p:childTnLst>
                          </p:cTn>
                        </p:par>
                        <p:par>
                          <p:cTn id="94" fill="hold">
                            <p:stCondLst>
                              <p:cond delay="9500"/>
                            </p:stCondLst>
                            <p:childTnLst>
                              <p:par>
                                <p:cTn id="95" presetID="2" presetClass="entr" presetSubtype="4" accel="50000" decel="50000" fill="hold" grpId="0" nodeType="afterEffect" nodePh="1">
                                  <p:stCondLst>
                                    <p:cond delay="0"/>
                                  </p:stCondLst>
                                  <p:endCondLst>
                                    <p:cond evt="begin" delay="0">
                                      <p:tn val="95"/>
                                    </p:cond>
                                  </p:endCondLst>
                                  <p:childTnLst>
                                    <p:set>
                                      <p:cBhvr>
                                        <p:cTn id="96" dur="1" fill="hold">
                                          <p:stCondLst>
                                            <p:cond delay="0"/>
                                          </p:stCondLst>
                                        </p:cTn>
                                        <p:tgtEl>
                                          <p:spTgt spid="39">
                                            <p:txEl>
                                              <p:pRg st="0" end="0"/>
                                            </p:txEl>
                                          </p:spTgt>
                                        </p:tgtEl>
                                        <p:attrNameLst>
                                          <p:attrName>style.visibility</p:attrName>
                                        </p:attrNameLst>
                                      </p:cBhvr>
                                      <p:to>
                                        <p:strVal val="visible"/>
                                      </p:to>
                                    </p:set>
                                    <p:anim calcmode="lin" valueType="num">
                                      <p:cBhvr additive="base">
                                        <p:cTn id="97" dur="500" fill="hold"/>
                                        <p:tgtEl>
                                          <p:spTgt spid="39">
                                            <p:txEl>
                                              <p:pRg st="0" end="0"/>
                                            </p:txEl>
                                          </p:spTgt>
                                        </p:tgtEl>
                                        <p:attrNameLst>
                                          <p:attrName>ppt_x</p:attrName>
                                        </p:attrNameLst>
                                      </p:cBhvr>
                                      <p:tavLst>
                                        <p:tav tm="0">
                                          <p:val>
                                            <p:strVal val="#ppt_x"/>
                                          </p:val>
                                        </p:tav>
                                        <p:tav tm="100000">
                                          <p:val>
                                            <p:strVal val="#ppt_x"/>
                                          </p:val>
                                        </p:tav>
                                      </p:tavLst>
                                    </p:anim>
                                    <p:anim calcmode="lin" valueType="num">
                                      <p:cBhvr additive="base">
                                        <p:cTn id="98" dur="500" fill="hold"/>
                                        <p:tgtEl>
                                          <p:spTgt spid="39">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14"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14"/>
                        </p:tgtEl>
                        <p:attrNameLst>
                          <p:attrName>style.visibility</p:attrName>
                        </p:attrNameLst>
                      </p:cBhvr>
                      <p:to>
                        <p:strVal val="visible"/>
                      </p:to>
                    </p:set>
                    <p:anim calcmode="lin" valueType="num">
                      <p:cBhvr additive="base">
                        <p:cTn dur="500" fill="hold"/>
                        <p:tgtEl>
                          <p:spTgt spid="14"/>
                        </p:tgtEl>
                        <p:attrNameLst>
                          <p:attrName>ppt_x</p:attrName>
                        </p:attrNameLst>
                      </p:cBhvr>
                      <p:tavLst>
                        <p:tav tm="0">
                          <p:val>
                            <p:strVal val="#ppt_x"/>
                          </p:val>
                        </p:tav>
                        <p:tav tm="100000">
                          <p:val>
                            <p:strVal val="#ppt_x"/>
                          </p:val>
                        </p:tav>
                      </p:tavLst>
                    </p:anim>
                    <p:anim calcmode="lin" valueType="num">
                      <p:cBhvr additive="base">
                        <p:cTn dur="500" fill="hold"/>
                        <p:tgtEl>
                          <p:spTgt spid="14"/>
                        </p:tgtEl>
                        <p:attrNameLst>
                          <p:attrName>ppt_y</p:attrName>
                        </p:attrNameLst>
                      </p:cBhvr>
                      <p:tavLst>
                        <p:tav tm="0">
                          <p:val>
                            <p:strVal val="1+#ppt_h/2"/>
                          </p:val>
                        </p:tav>
                        <p:tav tm="100000">
                          <p:val>
                            <p:strVal val="#ppt_y"/>
                          </p:val>
                        </p:tav>
                      </p:tavLst>
                    </p:anim>
                  </p:childTnLst>
                </p:cTn>
              </p:par>
            </p:tnLst>
          </p:tmpl>
        </p:tmplLst>
      </p:bldP>
      <p:bldP spid="23" grpId="0" animBg="1"/>
      <p:bldP spid="24"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24"/>
                        </p:tgtEl>
                        <p:attrNameLst>
                          <p:attrName>style.visibility</p:attrName>
                        </p:attrNameLst>
                      </p:cBhvr>
                      <p:to>
                        <p:strVal val="visible"/>
                      </p:to>
                    </p:set>
                    <p:anim calcmode="lin" valueType="num">
                      <p:cBhvr additive="base">
                        <p:cTn dur="500" fill="hold"/>
                        <p:tgtEl>
                          <p:spTgt spid="24"/>
                        </p:tgtEl>
                        <p:attrNameLst>
                          <p:attrName>ppt_x</p:attrName>
                        </p:attrNameLst>
                      </p:cBhvr>
                      <p:tavLst>
                        <p:tav tm="0">
                          <p:val>
                            <p:strVal val="#ppt_x"/>
                          </p:val>
                        </p:tav>
                        <p:tav tm="100000">
                          <p:val>
                            <p:strVal val="#ppt_x"/>
                          </p:val>
                        </p:tav>
                      </p:tavLst>
                    </p:anim>
                    <p:anim calcmode="lin" valueType="num">
                      <p:cBhvr additive="base">
                        <p:cTn dur="500" fill="hold"/>
                        <p:tgtEl>
                          <p:spTgt spid="24"/>
                        </p:tgtEl>
                        <p:attrNameLst>
                          <p:attrName>ppt_y</p:attrName>
                        </p:attrNameLst>
                      </p:cBhvr>
                      <p:tavLst>
                        <p:tav tm="0">
                          <p:val>
                            <p:strVal val="1+#ppt_h/2"/>
                          </p:val>
                        </p:tav>
                        <p:tav tm="100000">
                          <p:val>
                            <p:strVal val="#ppt_y"/>
                          </p:val>
                        </p:tav>
                      </p:tavLst>
                    </p:anim>
                  </p:childTnLst>
                </p:cTn>
              </p:par>
            </p:tnLst>
          </p:tmpl>
        </p:tmplLst>
      </p:bldP>
      <p:bldP spid="27" grpId="0" animBg="1"/>
      <p:bldP spid="28"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28"/>
                        </p:tgtEl>
                        <p:attrNameLst>
                          <p:attrName>style.visibility</p:attrName>
                        </p:attrNameLst>
                      </p:cBhvr>
                      <p:to>
                        <p:strVal val="visible"/>
                      </p:to>
                    </p:set>
                    <p:anim calcmode="lin" valueType="num">
                      <p:cBhvr additive="base">
                        <p:cTn dur="500" fill="hold"/>
                        <p:tgtEl>
                          <p:spTgt spid="28"/>
                        </p:tgtEl>
                        <p:attrNameLst>
                          <p:attrName>ppt_x</p:attrName>
                        </p:attrNameLst>
                      </p:cBhvr>
                      <p:tavLst>
                        <p:tav tm="0">
                          <p:val>
                            <p:strVal val="#ppt_x"/>
                          </p:val>
                        </p:tav>
                        <p:tav tm="100000">
                          <p:val>
                            <p:strVal val="#ppt_x"/>
                          </p:val>
                        </p:tav>
                      </p:tavLst>
                    </p:anim>
                    <p:anim calcmode="lin" valueType="num">
                      <p:cBhvr additive="base">
                        <p:cTn dur="500" fill="hold"/>
                        <p:tgtEl>
                          <p:spTgt spid="28"/>
                        </p:tgtEl>
                        <p:attrNameLst>
                          <p:attrName>ppt_y</p:attrName>
                        </p:attrNameLst>
                      </p:cBhvr>
                      <p:tavLst>
                        <p:tav tm="0">
                          <p:val>
                            <p:strVal val="1+#ppt_h/2"/>
                          </p:val>
                        </p:tav>
                        <p:tav tm="100000">
                          <p:val>
                            <p:strVal val="#ppt_y"/>
                          </p:val>
                        </p:tav>
                      </p:tavLst>
                    </p:anim>
                  </p:childTnLst>
                </p:cTn>
              </p:par>
            </p:tnLst>
          </p:tmpl>
        </p:tmplLst>
      </p:bldP>
      <p:bldP spid="32" grpId="0" animBg="1"/>
      <p:bldP spid="33"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33"/>
                        </p:tgtEl>
                        <p:attrNameLst>
                          <p:attrName>style.visibility</p:attrName>
                        </p:attrNameLst>
                      </p:cBhvr>
                      <p:to>
                        <p:strVal val="visible"/>
                      </p:to>
                    </p:set>
                    <p:anim calcmode="lin" valueType="num">
                      <p:cBhvr additive="base">
                        <p:cTn dur="500" fill="hold"/>
                        <p:tgtEl>
                          <p:spTgt spid="33"/>
                        </p:tgtEl>
                        <p:attrNameLst>
                          <p:attrName>ppt_x</p:attrName>
                        </p:attrNameLst>
                      </p:cBhvr>
                      <p:tavLst>
                        <p:tav tm="0">
                          <p:val>
                            <p:strVal val="#ppt_x"/>
                          </p:val>
                        </p:tav>
                        <p:tav tm="100000">
                          <p:val>
                            <p:strVal val="#ppt_x"/>
                          </p:val>
                        </p:tav>
                      </p:tavLst>
                    </p:anim>
                    <p:anim calcmode="lin" valueType="num">
                      <p:cBhvr additive="base">
                        <p:cTn dur="500" fill="hold"/>
                        <p:tgtEl>
                          <p:spTgt spid="33"/>
                        </p:tgtEl>
                        <p:attrNameLst>
                          <p:attrName>ppt_y</p:attrName>
                        </p:attrNameLst>
                      </p:cBhvr>
                      <p:tavLst>
                        <p:tav tm="0">
                          <p:val>
                            <p:strVal val="1+#ppt_h/2"/>
                          </p:val>
                        </p:tav>
                        <p:tav tm="100000">
                          <p:val>
                            <p:strVal val="#ppt_y"/>
                          </p:val>
                        </p:tav>
                      </p:tavLst>
                    </p:anim>
                  </p:childTnLst>
                </p:cTn>
              </p:par>
            </p:tnLst>
          </p:tmpl>
        </p:tmplLst>
      </p:bldP>
      <p:bldP spid="38" grpId="0" animBg="1"/>
      <p:bldP spid="39"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39"/>
                        </p:tgtEl>
                        <p:attrNameLst>
                          <p:attrName>style.visibility</p:attrName>
                        </p:attrNameLst>
                      </p:cBhvr>
                      <p:to>
                        <p:strVal val="visible"/>
                      </p:to>
                    </p:set>
                    <p:anim calcmode="lin" valueType="num">
                      <p:cBhvr additive="base">
                        <p:cTn dur="500" fill="hold"/>
                        <p:tgtEl>
                          <p:spTgt spid="39"/>
                        </p:tgtEl>
                        <p:attrNameLst>
                          <p:attrName>ppt_x</p:attrName>
                        </p:attrNameLst>
                      </p:cBhvr>
                      <p:tavLst>
                        <p:tav tm="0">
                          <p:val>
                            <p:strVal val="#ppt_x"/>
                          </p:val>
                        </p:tav>
                        <p:tav tm="100000">
                          <p:val>
                            <p:strVal val="#ppt_x"/>
                          </p:val>
                        </p:tav>
                      </p:tavLst>
                    </p:anim>
                    <p:anim calcmode="lin" valueType="num">
                      <p:cBhvr additive="base">
                        <p:cTn dur="500" fill="hold"/>
                        <p:tgtEl>
                          <p:spTgt spid="39"/>
                        </p:tgtEl>
                        <p:attrNameLst>
                          <p:attrName>ppt_y</p:attrName>
                        </p:attrNameLst>
                      </p:cBhvr>
                      <p:tavLst>
                        <p:tav tm="0">
                          <p:val>
                            <p:strVal val="1+#ppt_h/2"/>
                          </p:val>
                        </p:tav>
                        <p:tav tm="100000">
                          <p:val>
                            <p:strVal val="#ppt_y"/>
                          </p:val>
                        </p:tav>
                      </p:tavLst>
                    </p:anim>
                  </p:childTnLst>
                </p:cTn>
              </p:par>
            </p:tnLst>
          </p:tmpl>
        </p:tmplLst>
      </p:bldP>
      <p:bldP spid="21" grpId="0" animBg="1"/>
      <p:bldP spid="22"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2"/>
                        </p:tgtEl>
                        <p:attrNameLst>
                          <p:attrName>style.visibility</p:attrName>
                        </p:attrNameLst>
                      </p:cBhvr>
                      <p:to>
                        <p:strVal val="visible"/>
                      </p:to>
                    </p:set>
                    <p:animEffect transition="in" filter="wipe(down)">
                      <p:cBhvr>
                        <p:cTn dur="500"/>
                        <p:tgtEl>
                          <p:spTgt spid="22"/>
                        </p:tgtEl>
                      </p:cBhvr>
                    </p:animEffect>
                  </p:childTnLst>
                </p:cTn>
              </p:par>
            </p:tnLst>
          </p:tmpl>
        </p:tmplLst>
      </p:bldP>
      <p:bldP spid="25" grpId="0" animBg="1"/>
      <p:bldP spid="26"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6"/>
                        </p:tgtEl>
                        <p:attrNameLst>
                          <p:attrName>style.visibility</p:attrName>
                        </p:attrNameLst>
                      </p:cBhvr>
                      <p:to>
                        <p:strVal val="visible"/>
                      </p:to>
                    </p:set>
                    <p:animEffect transition="in" filter="wipe(down)">
                      <p:cBhvr>
                        <p:cTn dur="500"/>
                        <p:tgtEl>
                          <p:spTgt spid="26"/>
                        </p:tgtEl>
                      </p:cBhvr>
                    </p:animEffect>
                  </p:childTnLst>
                </p:cTn>
              </p:par>
            </p:tnLst>
          </p:tmpl>
        </p:tmplLst>
      </p:bldP>
      <p:bldP spid="29" grpId="0" animBg="1"/>
      <p:bldP spid="30"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30"/>
                        </p:tgtEl>
                        <p:attrNameLst>
                          <p:attrName>style.visibility</p:attrName>
                        </p:attrNameLst>
                      </p:cBhvr>
                      <p:to>
                        <p:strVal val="visible"/>
                      </p:to>
                    </p:set>
                    <p:animEffect transition="in" filter="wipe(down)">
                      <p:cBhvr>
                        <p:cTn dur="500"/>
                        <p:tgtEl>
                          <p:spTgt spid="30"/>
                        </p:tgtEl>
                      </p:cBhvr>
                    </p:animEffect>
                  </p:childTnLst>
                </p:cTn>
              </p:par>
            </p:tnLst>
          </p:tmpl>
        </p:tmplLst>
      </p:bldP>
      <p:bldP spid="35" grpId="0" animBg="1"/>
      <p:bldP spid="36"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36"/>
                        </p:tgtEl>
                        <p:attrNameLst>
                          <p:attrName>style.visibility</p:attrName>
                        </p:attrNameLst>
                      </p:cBhvr>
                      <p:to>
                        <p:strVal val="visible"/>
                      </p:to>
                    </p:set>
                    <p:animEffect transition="in" filter="wipe(down)">
                      <p:cBhvr>
                        <p:cTn dur="500"/>
                        <p:tgtEl>
                          <p:spTgt spid="36"/>
                        </p:tgtEl>
                      </p:cBhvr>
                    </p:animEffect>
                  </p:childTnLst>
                </p:cTn>
              </p:par>
            </p:tnLst>
          </p:tmpl>
        </p:tmplLst>
      </p:bldP>
      <p:bldP spid="41" grpId="0" animBg="1"/>
      <p:bldP spid="44"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44"/>
                        </p:tgtEl>
                        <p:attrNameLst>
                          <p:attrName>style.visibility</p:attrName>
                        </p:attrNameLst>
                      </p:cBhvr>
                      <p:to>
                        <p:strVal val="visible"/>
                      </p:to>
                    </p:set>
                    <p:animEffect transition="in" filter="wipe(down)">
                      <p:cBhvr>
                        <p:cTn dur="500"/>
                        <p:tgtEl>
                          <p:spTgt spid="44"/>
                        </p:tgtEl>
                      </p:cBhvr>
                    </p:animEffect>
                  </p:childTnLst>
                </p:cTn>
              </p:par>
            </p:tnLst>
          </p:tmpl>
        </p:tmplLst>
      </p:bldP>
    </p:bldLst>
  </p:timing>
</p:sldLayout>
</file>

<file path=ppt/slideLayouts/slideLayout318.xml><?xml version="1.0" encoding="utf-8"?>
<p:sldLayout xmlns:a="http://schemas.openxmlformats.org/drawingml/2006/main" xmlns:r="http://schemas.openxmlformats.org/officeDocument/2006/relationships" xmlns:p="http://schemas.openxmlformats.org/presentationml/2006/main" preserve="1" userDrawn="1">
  <p:cSld name="2_Team09">
    <p:spTree>
      <p:nvGrpSpPr>
        <p:cNvPr id="1" name=""/>
        <p:cNvGrpSpPr/>
        <p:nvPr/>
      </p:nvGrpSpPr>
      <p:grpSpPr>
        <a:xfrm>
          <a:off x="0" y="0"/>
          <a:ext cx="0" cy="0"/>
          <a:chOff x="0" y="0"/>
          <a:chExt cx="0" cy="0"/>
        </a:xfrm>
      </p:grpSpPr>
      <p:sp>
        <p:nvSpPr>
          <p:cNvPr id="31" name="Picture Placeholder 7"/>
          <p:cNvSpPr>
            <a:spLocks noGrp="1"/>
          </p:cNvSpPr>
          <p:nvPr>
            <p:ph type="pic" sz="quarter" idx="10" hasCustomPrompt="1"/>
          </p:nvPr>
        </p:nvSpPr>
        <p:spPr>
          <a:xfrm>
            <a:off x="876172" y="2006600"/>
            <a:ext cx="1895355" cy="1894789"/>
          </a:xfrm>
          <a:prstGeom prst="ellipse">
            <a:avLst/>
          </a:prstGeom>
          <a:ln w="19050">
            <a:solidFill>
              <a:schemeClr val="accent1"/>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14" name="Text Placeholder 3"/>
          <p:cNvSpPr>
            <a:spLocks noGrp="1"/>
          </p:cNvSpPr>
          <p:nvPr>
            <p:ph type="body" sz="half" idx="15"/>
          </p:nvPr>
        </p:nvSpPr>
        <p:spPr>
          <a:xfrm>
            <a:off x="849403" y="4644196"/>
            <a:ext cx="1948892" cy="1231107"/>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3" name="Picture Placeholder 7"/>
          <p:cNvSpPr>
            <a:spLocks noGrp="1"/>
          </p:cNvSpPr>
          <p:nvPr>
            <p:ph type="pic" sz="quarter" idx="17" hasCustomPrompt="1"/>
          </p:nvPr>
        </p:nvSpPr>
        <p:spPr>
          <a:xfrm>
            <a:off x="3011255" y="2006600"/>
            <a:ext cx="1895355" cy="1894789"/>
          </a:xfrm>
          <a:prstGeom prst="ellipse">
            <a:avLst/>
          </a:prstGeom>
          <a:ln w="19050">
            <a:solidFill>
              <a:schemeClr val="accent2"/>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24" name="Text Placeholder 3"/>
          <p:cNvSpPr>
            <a:spLocks noGrp="1"/>
          </p:cNvSpPr>
          <p:nvPr>
            <p:ph type="body" sz="half" idx="18"/>
          </p:nvPr>
        </p:nvSpPr>
        <p:spPr>
          <a:xfrm>
            <a:off x="2984486" y="4644196"/>
            <a:ext cx="1948892" cy="1231107"/>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7" name="Picture Placeholder 7"/>
          <p:cNvSpPr>
            <a:spLocks noGrp="1"/>
          </p:cNvSpPr>
          <p:nvPr>
            <p:ph type="pic" sz="quarter" idx="20" hasCustomPrompt="1"/>
          </p:nvPr>
        </p:nvSpPr>
        <p:spPr>
          <a:xfrm>
            <a:off x="5131884" y="2006600"/>
            <a:ext cx="1895355" cy="1894789"/>
          </a:xfrm>
          <a:prstGeom prst="ellipse">
            <a:avLst/>
          </a:prstGeom>
          <a:ln w="19050">
            <a:solidFill>
              <a:schemeClr val="accent3"/>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28" name="Text Placeholder 3"/>
          <p:cNvSpPr>
            <a:spLocks noGrp="1"/>
          </p:cNvSpPr>
          <p:nvPr>
            <p:ph type="body" sz="half" idx="21"/>
          </p:nvPr>
        </p:nvSpPr>
        <p:spPr>
          <a:xfrm>
            <a:off x="5105115" y="4644196"/>
            <a:ext cx="1948892" cy="1231107"/>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32" name="Picture Placeholder 7"/>
          <p:cNvSpPr>
            <a:spLocks noGrp="1"/>
          </p:cNvSpPr>
          <p:nvPr>
            <p:ph type="pic" sz="quarter" idx="23" hasCustomPrompt="1"/>
          </p:nvPr>
        </p:nvSpPr>
        <p:spPr>
          <a:xfrm>
            <a:off x="7241708" y="2006600"/>
            <a:ext cx="1895355" cy="1894789"/>
          </a:xfrm>
          <a:prstGeom prst="ellipse">
            <a:avLst/>
          </a:prstGeom>
          <a:ln w="19050">
            <a:solidFill>
              <a:schemeClr val="accent4"/>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33" name="Text Placeholder 3"/>
          <p:cNvSpPr>
            <a:spLocks noGrp="1"/>
          </p:cNvSpPr>
          <p:nvPr>
            <p:ph type="body" sz="half" idx="24"/>
          </p:nvPr>
        </p:nvSpPr>
        <p:spPr>
          <a:xfrm>
            <a:off x="7214939" y="4644196"/>
            <a:ext cx="1948892" cy="1231107"/>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38" name="Picture Placeholder 7"/>
          <p:cNvSpPr>
            <a:spLocks noGrp="1"/>
          </p:cNvSpPr>
          <p:nvPr>
            <p:ph type="pic" sz="quarter" idx="26" hasCustomPrompt="1"/>
          </p:nvPr>
        </p:nvSpPr>
        <p:spPr>
          <a:xfrm>
            <a:off x="9373143" y="2006600"/>
            <a:ext cx="1895355" cy="1894789"/>
          </a:xfrm>
          <a:prstGeom prst="ellipse">
            <a:avLst/>
          </a:prstGeom>
          <a:ln w="19050">
            <a:solidFill>
              <a:schemeClr val="accent5"/>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39" name="Text Placeholder 3"/>
          <p:cNvSpPr>
            <a:spLocks noGrp="1"/>
          </p:cNvSpPr>
          <p:nvPr>
            <p:ph type="body" sz="half" idx="27"/>
          </p:nvPr>
        </p:nvSpPr>
        <p:spPr>
          <a:xfrm>
            <a:off x="9346374" y="4644196"/>
            <a:ext cx="1948892" cy="1231107"/>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2" name="Text Placeholder 3"/>
          <p:cNvSpPr>
            <a:spLocks noGrp="1"/>
          </p:cNvSpPr>
          <p:nvPr>
            <p:ph type="body" sz="half" idx="16"/>
          </p:nvPr>
        </p:nvSpPr>
        <p:spPr>
          <a:xfrm>
            <a:off x="1140228" y="3980808"/>
            <a:ext cx="1367243" cy="508973"/>
          </a:xfrm>
          <a:prstGeom prst="rect">
            <a:avLst/>
          </a:prstGeom>
        </p:spPr>
        <p:txBody>
          <a:bodyPr wrap="square" lIns="0" tIns="0" rIns="0" bIns="0" anchor="ctr">
            <a:noAutofit/>
          </a:bodyPr>
          <a:lstStyle>
            <a:lvl1pPr marL="0" indent="0" algn="ctr">
              <a:buNone/>
              <a:defRPr sz="1467" b="1" baseline="0">
                <a:solidFill>
                  <a:schemeClr val="accent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26" name="Text Placeholder 3"/>
          <p:cNvSpPr>
            <a:spLocks noGrp="1"/>
          </p:cNvSpPr>
          <p:nvPr>
            <p:ph type="body" sz="half" idx="19"/>
          </p:nvPr>
        </p:nvSpPr>
        <p:spPr>
          <a:xfrm>
            <a:off x="3275311" y="3980808"/>
            <a:ext cx="1367243" cy="508973"/>
          </a:xfrm>
          <a:prstGeom prst="rect">
            <a:avLst/>
          </a:prstGeom>
        </p:spPr>
        <p:txBody>
          <a:bodyPr wrap="square" lIns="0" tIns="0" rIns="0" bIns="0" anchor="ctr">
            <a:noAutofit/>
          </a:bodyPr>
          <a:lstStyle>
            <a:lvl1pPr marL="0" indent="0" algn="ctr">
              <a:buNone/>
              <a:defRPr sz="1467" b="1" baseline="0">
                <a:solidFill>
                  <a:schemeClr val="accent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30" name="Text Placeholder 3"/>
          <p:cNvSpPr>
            <a:spLocks noGrp="1"/>
          </p:cNvSpPr>
          <p:nvPr>
            <p:ph type="body" sz="half" idx="22"/>
          </p:nvPr>
        </p:nvSpPr>
        <p:spPr>
          <a:xfrm>
            <a:off x="5395940" y="3980808"/>
            <a:ext cx="1367243" cy="508973"/>
          </a:xfrm>
          <a:prstGeom prst="rect">
            <a:avLst/>
          </a:prstGeom>
        </p:spPr>
        <p:txBody>
          <a:bodyPr wrap="square" lIns="0" tIns="0" rIns="0" bIns="0" anchor="ctr">
            <a:noAutofit/>
          </a:bodyPr>
          <a:lstStyle>
            <a:lvl1pPr marL="0" indent="0" algn="ctr">
              <a:buNone/>
              <a:defRPr sz="1467" b="1" baseline="0">
                <a:solidFill>
                  <a:schemeClr val="accent3"/>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36" name="Text Placeholder 3"/>
          <p:cNvSpPr>
            <a:spLocks noGrp="1"/>
          </p:cNvSpPr>
          <p:nvPr>
            <p:ph type="body" sz="half" idx="25"/>
          </p:nvPr>
        </p:nvSpPr>
        <p:spPr>
          <a:xfrm>
            <a:off x="7505764" y="3980808"/>
            <a:ext cx="1367243" cy="508973"/>
          </a:xfrm>
          <a:prstGeom prst="rect">
            <a:avLst/>
          </a:prstGeom>
        </p:spPr>
        <p:txBody>
          <a:bodyPr wrap="square" lIns="0" tIns="0" rIns="0" bIns="0" anchor="ctr">
            <a:noAutofit/>
          </a:bodyPr>
          <a:lstStyle>
            <a:lvl1pPr marL="0" indent="0" algn="ctr">
              <a:buNone/>
              <a:defRPr sz="1467" b="1" baseline="0">
                <a:solidFill>
                  <a:schemeClr val="accent4"/>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44" name="Text Placeholder 3"/>
          <p:cNvSpPr>
            <a:spLocks noGrp="1"/>
          </p:cNvSpPr>
          <p:nvPr>
            <p:ph type="body" sz="half" idx="28"/>
          </p:nvPr>
        </p:nvSpPr>
        <p:spPr>
          <a:xfrm>
            <a:off x="9637199" y="3980808"/>
            <a:ext cx="1367243" cy="508973"/>
          </a:xfrm>
          <a:prstGeom prst="rect">
            <a:avLst/>
          </a:prstGeom>
        </p:spPr>
        <p:txBody>
          <a:bodyPr wrap="square" lIns="0" tIns="0" rIns="0" bIns="0" anchor="ctr">
            <a:noAutofit/>
          </a:bodyPr>
          <a:lstStyle>
            <a:lvl1pPr marL="0" indent="0" algn="ctr">
              <a:buNone/>
              <a:defRPr sz="1467" b="1" baseline="0">
                <a:solidFill>
                  <a:schemeClr val="accent5"/>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34"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37"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27111323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grpId="0" nodeType="afterEffect">
                                  <p:stCondLst>
                                    <p:cond delay="0"/>
                                  </p:stCondLst>
                                  <p:childTnLst>
                                    <p:set>
                                      <p:cBhvr>
                                        <p:cTn id="6" dur="1" fill="hold">
                                          <p:stCondLst>
                                            <p:cond delay="0"/>
                                          </p:stCondLst>
                                        </p:cTn>
                                        <p:tgtEl>
                                          <p:spTgt spid="31"/>
                                        </p:tgtEl>
                                        <p:attrNameLst>
                                          <p:attrName>style.visibility</p:attrName>
                                        </p:attrNameLst>
                                      </p:cBhvr>
                                      <p:to>
                                        <p:strVal val="visible"/>
                                      </p:to>
                                    </p:set>
                                    <p:anim calcmode="lin" valueType="num">
                                      <p:cBhvr>
                                        <p:cTn id="7" dur="500" fill="hold"/>
                                        <p:tgtEl>
                                          <p:spTgt spid="31"/>
                                        </p:tgtEl>
                                        <p:attrNameLst>
                                          <p:attrName>ppt_w</p:attrName>
                                        </p:attrNameLst>
                                      </p:cBhvr>
                                      <p:tavLst>
                                        <p:tav tm="0">
                                          <p:val>
                                            <p:fltVal val="0"/>
                                          </p:val>
                                        </p:tav>
                                        <p:tav tm="100000">
                                          <p:val>
                                            <p:strVal val="#ppt_w"/>
                                          </p:val>
                                        </p:tav>
                                      </p:tavLst>
                                    </p:anim>
                                    <p:anim calcmode="lin" valueType="num">
                                      <p:cBhvr>
                                        <p:cTn id="8" dur="500" fill="hold"/>
                                        <p:tgtEl>
                                          <p:spTgt spid="31"/>
                                        </p:tgtEl>
                                        <p:attrNameLst>
                                          <p:attrName>ppt_h</p:attrName>
                                        </p:attrNameLst>
                                      </p:cBhvr>
                                      <p:tavLst>
                                        <p:tav tm="0">
                                          <p:val>
                                            <p:fltVal val="0"/>
                                          </p:val>
                                        </p:tav>
                                        <p:tav tm="100000">
                                          <p:val>
                                            <p:strVal val="#ppt_h"/>
                                          </p:val>
                                        </p:tav>
                                      </p:tavLst>
                                    </p:anim>
                                    <p:animEffect transition="in" filter="fade">
                                      <p:cBhvr>
                                        <p:cTn id="9" dur="500"/>
                                        <p:tgtEl>
                                          <p:spTgt spid="31"/>
                                        </p:tgtEl>
                                      </p:cBhvr>
                                    </p:animEffect>
                                  </p:childTnLst>
                                </p:cTn>
                              </p:par>
                            </p:childTnLst>
                          </p:cTn>
                        </p:par>
                        <p:par>
                          <p:cTn id="10" fill="hold">
                            <p:stCondLst>
                              <p:cond delay="500"/>
                            </p:stCondLst>
                            <p:childTnLst>
                              <p:par>
                                <p:cTn id="11" presetID="22" presetClass="entr" presetSubtype="4" fill="hold" grpId="0" nodeType="afterEffect" nodePh="1">
                                  <p:stCondLst>
                                    <p:cond delay="0"/>
                                  </p:stCondLst>
                                  <p:endCondLst>
                                    <p:cond evt="begin" delay="0">
                                      <p:tn val="11"/>
                                    </p:cond>
                                  </p:endCondLst>
                                  <p:childTnLst>
                                    <p:set>
                                      <p:cBhvr>
                                        <p:cTn id="12" dur="1" fill="hold">
                                          <p:stCondLst>
                                            <p:cond delay="0"/>
                                          </p:stCondLst>
                                        </p:cTn>
                                        <p:tgtEl>
                                          <p:spTgt spid="22">
                                            <p:txEl>
                                              <p:pRg st="0" end="0"/>
                                            </p:txEl>
                                          </p:spTgt>
                                        </p:tgtEl>
                                        <p:attrNameLst>
                                          <p:attrName>style.visibility</p:attrName>
                                        </p:attrNameLst>
                                      </p:cBhvr>
                                      <p:to>
                                        <p:strVal val="visible"/>
                                      </p:to>
                                    </p:set>
                                    <p:animEffect transition="in" filter="wipe(down)">
                                      <p:cBhvr>
                                        <p:cTn id="13" dur="500"/>
                                        <p:tgtEl>
                                          <p:spTgt spid="22">
                                            <p:txEl>
                                              <p:pRg st="0" end="0"/>
                                            </p:txEl>
                                          </p:spTgt>
                                        </p:tgtEl>
                                      </p:cBhvr>
                                    </p:animEffect>
                                  </p:childTnLst>
                                </p:cTn>
                              </p:par>
                            </p:childTnLst>
                          </p:cTn>
                        </p:par>
                        <p:par>
                          <p:cTn id="14" fill="hold">
                            <p:stCondLst>
                              <p:cond delay="1000"/>
                            </p:stCondLst>
                            <p:childTnLst>
                              <p:par>
                                <p:cTn id="15" presetID="2" presetClass="entr" presetSubtype="4" accel="50000" decel="50000" fill="hold" grpId="0" nodeType="afterEffect" nodePh="1">
                                  <p:stCondLst>
                                    <p:cond delay="0"/>
                                  </p:stCondLst>
                                  <p:endCondLst>
                                    <p:cond evt="begin" delay="0">
                                      <p:tn val="15"/>
                                    </p:cond>
                                  </p:endCondLst>
                                  <p:childTnLst>
                                    <p:set>
                                      <p:cBhvr>
                                        <p:cTn id="16" dur="1" fill="hold">
                                          <p:stCondLst>
                                            <p:cond delay="0"/>
                                          </p:stCondLst>
                                        </p:cTn>
                                        <p:tgtEl>
                                          <p:spTgt spid="14">
                                            <p:txEl>
                                              <p:pRg st="0" end="0"/>
                                            </p:txEl>
                                          </p:spTgt>
                                        </p:tgtEl>
                                        <p:attrNameLst>
                                          <p:attrName>style.visibility</p:attrName>
                                        </p:attrNameLst>
                                      </p:cBhvr>
                                      <p:to>
                                        <p:strVal val="visible"/>
                                      </p:to>
                                    </p:set>
                                    <p:anim calcmode="lin" valueType="num">
                                      <p:cBhvr additive="base">
                                        <p:cTn id="17" dur="500" fill="hold"/>
                                        <p:tgtEl>
                                          <p:spTgt spid="14">
                                            <p:txEl>
                                              <p:pRg st="0" end="0"/>
                                            </p:txEl>
                                          </p:spTgt>
                                        </p:tgtEl>
                                        <p:attrNameLst>
                                          <p:attrName>ppt_x</p:attrName>
                                        </p:attrNameLst>
                                      </p:cBhvr>
                                      <p:tavLst>
                                        <p:tav tm="0">
                                          <p:val>
                                            <p:strVal val="#ppt_x"/>
                                          </p:val>
                                        </p:tav>
                                        <p:tav tm="100000">
                                          <p:val>
                                            <p:strVal val="#ppt_x"/>
                                          </p:val>
                                        </p:tav>
                                      </p:tavLst>
                                    </p:anim>
                                    <p:anim calcmode="lin" valueType="num">
                                      <p:cBhvr additive="base">
                                        <p:cTn id="18" dur="500" fill="hold"/>
                                        <p:tgtEl>
                                          <p:spTgt spid="14">
                                            <p:txEl>
                                              <p:pRg st="0" end="0"/>
                                            </p:txEl>
                                          </p:spTgt>
                                        </p:tgtEl>
                                        <p:attrNameLst>
                                          <p:attrName>ppt_y</p:attrName>
                                        </p:attrNameLst>
                                      </p:cBhvr>
                                      <p:tavLst>
                                        <p:tav tm="0">
                                          <p:val>
                                            <p:strVal val="1+#ppt_h/2"/>
                                          </p:val>
                                        </p:tav>
                                        <p:tav tm="100000">
                                          <p:val>
                                            <p:strVal val="#ppt_y"/>
                                          </p:val>
                                        </p:tav>
                                      </p:tavLst>
                                    </p:anim>
                                  </p:childTnLst>
                                </p:cTn>
                              </p:par>
                            </p:childTnLst>
                          </p:cTn>
                        </p:par>
                        <p:par>
                          <p:cTn id="19" fill="hold">
                            <p:stCondLst>
                              <p:cond delay="1500"/>
                            </p:stCondLst>
                            <p:childTnLst>
                              <p:par>
                                <p:cTn id="20" presetID="53" presetClass="entr" presetSubtype="0" fill="hold" grpId="0" nodeType="afterEffect">
                                  <p:stCondLst>
                                    <p:cond delay="0"/>
                                  </p:stCondLst>
                                  <p:childTnLst>
                                    <p:set>
                                      <p:cBhvr>
                                        <p:cTn id="21" dur="1" fill="hold">
                                          <p:stCondLst>
                                            <p:cond delay="0"/>
                                          </p:stCondLst>
                                        </p:cTn>
                                        <p:tgtEl>
                                          <p:spTgt spid="23"/>
                                        </p:tgtEl>
                                        <p:attrNameLst>
                                          <p:attrName>style.visibility</p:attrName>
                                        </p:attrNameLst>
                                      </p:cBhvr>
                                      <p:to>
                                        <p:strVal val="visible"/>
                                      </p:to>
                                    </p:set>
                                    <p:anim calcmode="lin" valueType="num">
                                      <p:cBhvr>
                                        <p:cTn id="22" dur="500" fill="hold"/>
                                        <p:tgtEl>
                                          <p:spTgt spid="23"/>
                                        </p:tgtEl>
                                        <p:attrNameLst>
                                          <p:attrName>ppt_w</p:attrName>
                                        </p:attrNameLst>
                                      </p:cBhvr>
                                      <p:tavLst>
                                        <p:tav tm="0">
                                          <p:val>
                                            <p:fltVal val="0"/>
                                          </p:val>
                                        </p:tav>
                                        <p:tav tm="100000">
                                          <p:val>
                                            <p:strVal val="#ppt_w"/>
                                          </p:val>
                                        </p:tav>
                                      </p:tavLst>
                                    </p:anim>
                                    <p:anim calcmode="lin" valueType="num">
                                      <p:cBhvr>
                                        <p:cTn id="23" dur="500" fill="hold"/>
                                        <p:tgtEl>
                                          <p:spTgt spid="23"/>
                                        </p:tgtEl>
                                        <p:attrNameLst>
                                          <p:attrName>ppt_h</p:attrName>
                                        </p:attrNameLst>
                                      </p:cBhvr>
                                      <p:tavLst>
                                        <p:tav tm="0">
                                          <p:val>
                                            <p:fltVal val="0"/>
                                          </p:val>
                                        </p:tav>
                                        <p:tav tm="100000">
                                          <p:val>
                                            <p:strVal val="#ppt_h"/>
                                          </p:val>
                                        </p:tav>
                                      </p:tavLst>
                                    </p:anim>
                                    <p:animEffect transition="in" filter="fade">
                                      <p:cBhvr>
                                        <p:cTn id="24" dur="500"/>
                                        <p:tgtEl>
                                          <p:spTgt spid="23"/>
                                        </p:tgtEl>
                                      </p:cBhvr>
                                    </p:animEffect>
                                  </p:childTnLst>
                                </p:cTn>
                              </p:par>
                            </p:childTnLst>
                          </p:cTn>
                        </p:par>
                        <p:par>
                          <p:cTn id="25" fill="hold">
                            <p:stCondLst>
                              <p:cond delay="2000"/>
                            </p:stCondLst>
                            <p:childTnLst>
                              <p:par>
                                <p:cTn id="26" presetID="22" presetClass="entr" presetSubtype="4" fill="hold" grpId="0" nodeType="afterEffect" nodePh="1">
                                  <p:stCondLst>
                                    <p:cond delay="0"/>
                                  </p:stCondLst>
                                  <p:endCondLst>
                                    <p:cond evt="begin" delay="0">
                                      <p:tn val="26"/>
                                    </p:cond>
                                  </p:endCondLst>
                                  <p:childTnLst>
                                    <p:set>
                                      <p:cBhvr>
                                        <p:cTn id="27" dur="1" fill="hold">
                                          <p:stCondLst>
                                            <p:cond delay="0"/>
                                          </p:stCondLst>
                                        </p:cTn>
                                        <p:tgtEl>
                                          <p:spTgt spid="26">
                                            <p:txEl>
                                              <p:pRg st="0" end="0"/>
                                            </p:txEl>
                                          </p:spTgt>
                                        </p:tgtEl>
                                        <p:attrNameLst>
                                          <p:attrName>style.visibility</p:attrName>
                                        </p:attrNameLst>
                                      </p:cBhvr>
                                      <p:to>
                                        <p:strVal val="visible"/>
                                      </p:to>
                                    </p:set>
                                    <p:animEffect transition="in" filter="wipe(down)">
                                      <p:cBhvr>
                                        <p:cTn id="28" dur="500"/>
                                        <p:tgtEl>
                                          <p:spTgt spid="26">
                                            <p:txEl>
                                              <p:pRg st="0" end="0"/>
                                            </p:txEl>
                                          </p:spTgt>
                                        </p:tgtEl>
                                      </p:cBhvr>
                                    </p:animEffect>
                                  </p:childTnLst>
                                </p:cTn>
                              </p:par>
                            </p:childTnLst>
                          </p:cTn>
                        </p:par>
                        <p:par>
                          <p:cTn id="29" fill="hold">
                            <p:stCondLst>
                              <p:cond delay="2500"/>
                            </p:stCondLst>
                            <p:childTnLst>
                              <p:par>
                                <p:cTn id="30" presetID="2" presetClass="entr" presetSubtype="4" accel="50000" decel="50000" fill="hold" grpId="0" nodeType="afterEffect" nodePh="1">
                                  <p:stCondLst>
                                    <p:cond delay="0"/>
                                  </p:stCondLst>
                                  <p:endCondLst>
                                    <p:cond evt="begin" delay="0">
                                      <p:tn val="30"/>
                                    </p:cond>
                                  </p:endCondLst>
                                  <p:childTnLst>
                                    <p:set>
                                      <p:cBhvr>
                                        <p:cTn id="31" dur="1" fill="hold">
                                          <p:stCondLst>
                                            <p:cond delay="0"/>
                                          </p:stCondLst>
                                        </p:cTn>
                                        <p:tgtEl>
                                          <p:spTgt spid="24">
                                            <p:txEl>
                                              <p:pRg st="0" end="0"/>
                                            </p:txEl>
                                          </p:spTgt>
                                        </p:tgtEl>
                                        <p:attrNameLst>
                                          <p:attrName>style.visibility</p:attrName>
                                        </p:attrNameLst>
                                      </p:cBhvr>
                                      <p:to>
                                        <p:strVal val="visible"/>
                                      </p:to>
                                    </p:set>
                                    <p:anim calcmode="lin" valueType="num">
                                      <p:cBhvr additive="base">
                                        <p:cTn id="32"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additive="base">
                                        <p:cTn id="33" dur="500" fill="hold"/>
                                        <p:tgtEl>
                                          <p:spTgt spid="24">
                                            <p:txEl>
                                              <p:pRg st="0" end="0"/>
                                            </p:txEl>
                                          </p:spTgt>
                                        </p:tgtEl>
                                        <p:attrNameLst>
                                          <p:attrName>ppt_y</p:attrName>
                                        </p:attrNameLst>
                                      </p:cBhvr>
                                      <p:tavLst>
                                        <p:tav tm="0">
                                          <p:val>
                                            <p:strVal val="1+#ppt_h/2"/>
                                          </p:val>
                                        </p:tav>
                                        <p:tav tm="100000">
                                          <p:val>
                                            <p:strVal val="#ppt_y"/>
                                          </p:val>
                                        </p:tav>
                                      </p:tavLst>
                                    </p:anim>
                                  </p:childTnLst>
                                </p:cTn>
                              </p:par>
                            </p:childTnLst>
                          </p:cTn>
                        </p:par>
                        <p:par>
                          <p:cTn id="34" fill="hold">
                            <p:stCondLst>
                              <p:cond delay="3000"/>
                            </p:stCondLst>
                            <p:childTnLst>
                              <p:par>
                                <p:cTn id="35" presetID="53" presetClass="entr" presetSubtype="0" fill="hold" grpId="0" nodeType="afterEffect">
                                  <p:stCondLst>
                                    <p:cond delay="0"/>
                                  </p:stCondLst>
                                  <p:childTnLst>
                                    <p:set>
                                      <p:cBhvr>
                                        <p:cTn id="36" dur="1" fill="hold">
                                          <p:stCondLst>
                                            <p:cond delay="0"/>
                                          </p:stCondLst>
                                        </p:cTn>
                                        <p:tgtEl>
                                          <p:spTgt spid="27"/>
                                        </p:tgtEl>
                                        <p:attrNameLst>
                                          <p:attrName>style.visibility</p:attrName>
                                        </p:attrNameLst>
                                      </p:cBhvr>
                                      <p:to>
                                        <p:strVal val="visible"/>
                                      </p:to>
                                    </p:set>
                                    <p:anim calcmode="lin" valueType="num">
                                      <p:cBhvr>
                                        <p:cTn id="37" dur="500" fill="hold"/>
                                        <p:tgtEl>
                                          <p:spTgt spid="27"/>
                                        </p:tgtEl>
                                        <p:attrNameLst>
                                          <p:attrName>ppt_w</p:attrName>
                                        </p:attrNameLst>
                                      </p:cBhvr>
                                      <p:tavLst>
                                        <p:tav tm="0">
                                          <p:val>
                                            <p:fltVal val="0"/>
                                          </p:val>
                                        </p:tav>
                                        <p:tav tm="100000">
                                          <p:val>
                                            <p:strVal val="#ppt_w"/>
                                          </p:val>
                                        </p:tav>
                                      </p:tavLst>
                                    </p:anim>
                                    <p:anim calcmode="lin" valueType="num">
                                      <p:cBhvr>
                                        <p:cTn id="38" dur="500" fill="hold"/>
                                        <p:tgtEl>
                                          <p:spTgt spid="27"/>
                                        </p:tgtEl>
                                        <p:attrNameLst>
                                          <p:attrName>ppt_h</p:attrName>
                                        </p:attrNameLst>
                                      </p:cBhvr>
                                      <p:tavLst>
                                        <p:tav tm="0">
                                          <p:val>
                                            <p:fltVal val="0"/>
                                          </p:val>
                                        </p:tav>
                                        <p:tav tm="100000">
                                          <p:val>
                                            <p:strVal val="#ppt_h"/>
                                          </p:val>
                                        </p:tav>
                                      </p:tavLst>
                                    </p:anim>
                                    <p:animEffect transition="in" filter="fade">
                                      <p:cBhvr>
                                        <p:cTn id="39" dur="500"/>
                                        <p:tgtEl>
                                          <p:spTgt spid="27"/>
                                        </p:tgtEl>
                                      </p:cBhvr>
                                    </p:animEffect>
                                  </p:childTnLst>
                                </p:cTn>
                              </p:par>
                            </p:childTnLst>
                          </p:cTn>
                        </p:par>
                        <p:par>
                          <p:cTn id="40" fill="hold">
                            <p:stCondLst>
                              <p:cond delay="3500"/>
                            </p:stCondLst>
                            <p:childTnLst>
                              <p:par>
                                <p:cTn id="41" presetID="22" presetClass="entr" presetSubtype="4" fill="hold" grpId="0" nodeType="afterEffect" nodePh="1">
                                  <p:stCondLst>
                                    <p:cond delay="0"/>
                                  </p:stCondLst>
                                  <p:endCondLst>
                                    <p:cond evt="begin" delay="0">
                                      <p:tn val="41"/>
                                    </p:cond>
                                  </p:endCondLst>
                                  <p:childTnLst>
                                    <p:set>
                                      <p:cBhvr>
                                        <p:cTn id="42" dur="1" fill="hold">
                                          <p:stCondLst>
                                            <p:cond delay="0"/>
                                          </p:stCondLst>
                                        </p:cTn>
                                        <p:tgtEl>
                                          <p:spTgt spid="30">
                                            <p:txEl>
                                              <p:pRg st="0" end="0"/>
                                            </p:txEl>
                                          </p:spTgt>
                                        </p:tgtEl>
                                        <p:attrNameLst>
                                          <p:attrName>style.visibility</p:attrName>
                                        </p:attrNameLst>
                                      </p:cBhvr>
                                      <p:to>
                                        <p:strVal val="visible"/>
                                      </p:to>
                                    </p:set>
                                    <p:animEffect transition="in" filter="wipe(down)">
                                      <p:cBhvr>
                                        <p:cTn id="43" dur="500"/>
                                        <p:tgtEl>
                                          <p:spTgt spid="30">
                                            <p:txEl>
                                              <p:pRg st="0" end="0"/>
                                            </p:txEl>
                                          </p:spTgt>
                                        </p:tgtEl>
                                      </p:cBhvr>
                                    </p:animEffect>
                                  </p:childTnLst>
                                </p:cTn>
                              </p:par>
                            </p:childTnLst>
                          </p:cTn>
                        </p:par>
                        <p:par>
                          <p:cTn id="44" fill="hold">
                            <p:stCondLst>
                              <p:cond delay="4000"/>
                            </p:stCondLst>
                            <p:childTnLst>
                              <p:par>
                                <p:cTn id="45" presetID="2" presetClass="entr" presetSubtype="4" accel="50000" decel="50000" fill="hold" grpId="0" nodeType="afterEffect" nodePh="1">
                                  <p:stCondLst>
                                    <p:cond delay="0"/>
                                  </p:stCondLst>
                                  <p:endCondLst>
                                    <p:cond evt="begin" delay="0">
                                      <p:tn val="45"/>
                                    </p:cond>
                                  </p:endCondLst>
                                  <p:childTnLst>
                                    <p:set>
                                      <p:cBhvr>
                                        <p:cTn id="46" dur="1" fill="hold">
                                          <p:stCondLst>
                                            <p:cond delay="0"/>
                                          </p:stCondLst>
                                        </p:cTn>
                                        <p:tgtEl>
                                          <p:spTgt spid="28">
                                            <p:txEl>
                                              <p:pRg st="0" end="0"/>
                                            </p:txEl>
                                          </p:spTgt>
                                        </p:tgtEl>
                                        <p:attrNameLst>
                                          <p:attrName>style.visibility</p:attrName>
                                        </p:attrNameLst>
                                      </p:cBhvr>
                                      <p:to>
                                        <p:strVal val="visible"/>
                                      </p:to>
                                    </p:set>
                                    <p:anim calcmode="lin" valueType="num">
                                      <p:cBhvr additive="base">
                                        <p:cTn id="47" dur="500" fill="hold"/>
                                        <p:tgtEl>
                                          <p:spTgt spid="28">
                                            <p:txEl>
                                              <p:pRg st="0" end="0"/>
                                            </p:txEl>
                                          </p:spTgt>
                                        </p:tgtEl>
                                        <p:attrNameLst>
                                          <p:attrName>ppt_x</p:attrName>
                                        </p:attrNameLst>
                                      </p:cBhvr>
                                      <p:tavLst>
                                        <p:tav tm="0">
                                          <p:val>
                                            <p:strVal val="#ppt_x"/>
                                          </p:val>
                                        </p:tav>
                                        <p:tav tm="100000">
                                          <p:val>
                                            <p:strVal val="#ppt_x"/>
                                          </p:val>
                                        </p:tav>
                                      </p:tavLst>
                                    </p:anim>
                                    <p:anim calcmode="lin" valueType="num">
                                      <p:cBhvr additive="base">
                                        <p:cTn id="48" dur="500" fill="hold"/>
                                        <p:tgtEl>
                                          <p:spTgt spid="28">
                                            <p:txEl>
                                              <p:pRg st="0" end="0"/>
                                            </p:txEl>
                                          </p:spTgt>
                                        </p:tgtEl>
                                        <p:attrNameLst>
                                          <p:attrName>ppt_y</p:attrName>
                                        </p:attrNameLst>
                                      </p:cBhvr>
                                      <p:tavLst>
                                        <p:tav tm="0">
                                          <p:val>
                                            <p:strVal val="1+#ppt_h/2"/>
                                          </p:val>
                                        </p:tav>
                                        <p:tav tm="100000">
                                          <p:val>
                                            <p:strVal val="#ppt_y"/>
                                          </p:val>
                                        </p:tav>
                                      </p:tavLst>
                                    </p:anim>
                                  </p:childTnLst>
                                </p:cTn>
                              </p:par>
                            </p:childTnLst>
                          </p:cTn>
                        </p:par>
                        <p:par>
                          <p:cTn id="49" fill="hold">
                            <p:stCondLst>
                              <p:cond delay="4500"/>
                            </p:stCondLst>
                            <p:childTnLst>
                              <p:par>
                                <p:cTn id="50" presetID="53" presetClass="entr" presetSubtype="0" fill="hold" grpId="0" nodeType="afterEffect">
                                  <p:stCondLst>
                                    <p:cond delay="0"/>
                                  </p:stCondLst>
                                  <p:childTnLst>
                                    <p:set>
                                      <p:cBhvr>
                                        <p:cTn id="51" dur="1" fill="hold">
                                          <p:stCondLst>
                                            <p:cond delay="0"/>
                                          </p:stCondLst>
                                        </p:cTn>
                                        <p:tgtEl>
                                          <p:spTgt spid="32"/>
                                        </p:tgtEl>
                                        <p:attrNameLst>
                                          <p:attrName>style.visibility</p:attrName>
                                        </p:attrNameLst>
                                      </p:cBhvr>
                                      <p:to>
                                        <p:strVal val="visible"/>
                                      </p:to>
                                    </p:set>
                                    <p:anim calcmode="lin" valueType="num">
                                      <p:cBhvr>
                                        <p:cTn id="52" dur="500" fill="hold"/>
                                        <p:tgtEl>
                                          <p:spTgt spid="32"/>
                                        </p:tgtEl>
                                        <p:attrNameLst>
                                          <p:attrName>ppt_w</p:attrName>
                                        </p:attrNameLst>
                                      </p:cBhvr>
                                      <p:tavLst>
                                        <p:tav tm="0">
                                          <p:val>
                                            <p:fltVal val="0"/>
                                          </p:val>
                                        </p:tav>
                                        <p:tav tm="100000">
                                          <p:val>
                                            <p:strVal val="#ppt_w"/>
                                          </p:val>
                                        </p:tav>
                                      </p:tavLst>
                                    </p:anim>
                                    <p:anim calcmode="lin" valueType="num">
                                      <p:cBhvr>
                                        <p:cTn id="53" dur="500" fill="hold"/>
                                        <p:tgtEl>
                                          <p:spTgt spid="32"/>
                                        </p:tgtEl>
                                        <p:attrNameLst>
                                          <p:attrName>ppt_h</p:attrName>
                                        </p:attrNameLst>
                                      </p:cBhvr>
                                      <p:tavLst>
                                        <p:tav tm="0">
                                          <p:val>
                                            <p:fltVal val="0"/>
                                          </p:val>
                                        </p:tav>
                                        <p:tav tm="100000">
                                          <p:val>
                                            <p:strVal val="#ppt_h"/>
                                          </p:val>
                                        </p:tav>
                                      </p:tavLst>
                                    </p:anim>
                                    <p:animEffect transition="in" filter="fade">
                                      <p:cBhvr>
                                        <p:cTn id="54" dur="500"/>
                                        <p:tgtEl>
                                          <p:spTgt spid="32"/>
                                        </p:tgtEl>
                                      </p:cBhvr>
                                    </p:animEffect>
                                  </p:childTnLst>
                                </p:cTn>
                              </p:par>
                            </p:childTnLst>
                          </p:cTn>
                        </p:par>
                        <p:par>
                          <p:cTn id="55" fill="hold">
                            <p:stCondLst>
                              <p:cond delay="5000"/>
                            </p:stCondLst>
                            <p:childTnLst>
                              <p:par>
                                <p:cTn id="56" presetID="22" presetClass="entr" presetSubtype="4" fill="hold" grpId="0" nodeType="afterEffect" nodePh="1">
                                  <p:stCondLst>
                                    <p:cond delay="0"/>
                                  </p:stCondLst>
                                  <p:endCondLst>
                                    <p:cond evt="begin" delay="0">
                                      <p:tn val="56"/>
                                    </p:cond>
                                  </p:endCondLst>
                                  <p:childTnLst>
                                    <p:set>
                                      <p:cBhvr>
                                        <p:cTn id="57" dur="1" fill="hold">
                                          <p:stCondLst>
                                            <p:cond delay="0"/>
                                          </p:stCondLst>
                                        </p:cTn>
                                        <p:tgtEl>
                                          <p:spTgt spid="36">
                                            <p:txEl>
                                              <p:pRg st="0" end="0"/>
                                            </p:txEl>
                                          </p:spTgt>
                                        </p:tgtEl>
                                        <p:attrNameLst>
                                          <p:attrName>style.visibility</p:attrName>
                                        </p:attrNameLst>
                                      </p:cBhvr>
                                      <p:to>
                                        <p:strVal val="visible"/>
                                      </p:to>
                                    </p:set>
                                    <p:animEffect transition="in" filter="wipe(down)">
                                      <p:cBhvr>
                                        <p:cTn id="58" dur="500"/>
                                        <p:tgtEl>
                                          <p:spTgt spid="36">
                                            <p:txEl>
                                              <p:pRg st="0" end="0"/>
                                            </p:txEl>
                                          </p:spTgt>
                                        </p:tgtEl>
                                      </p:cBhvr>
                                    </p:animEffect>
                                  </p:childTnLst>
                                </p:cTn>
                              </p:par>
                            </p:childTnLst>
                          </p:cTn>
                        </p:par>
                        <p:par>
                          <p:cTn id="59" fill="hold">
                            <p:stCondLst>
                              <p:cond delay="5500"/>
                            </p:stCondLst>
                            <p:childTnLst>
                              <p:par>
                                <p:cTn id="60" presetID="2" presetClass="entr" presetSubtype="4" accel="50000" decel="50000" fill="hold" grpId="0" nodeType="afterEffect" nodePh="1">
                                  <p:stCondLst>
                                    <p:cond delay="0"/>
                                  </p:stCondLst>
                                  <p:endCondLst>
                                    <p:cond evt="begin" delay="0">
                                      <p:tn val="60"/>
                                    </p:cond>
                                  </p:endCondLst>
                                  <p:childTnLst>
                                    <p:set>
                                      <p:cBhvr>
                                        <p:cTn id="61" dur="1" fill="hold">
                                          <p:stCondLst>
                                            <p:cond delay="0"/>
                                          </p:stCondLst>
                                        </p:cTn>
                                        <p:tgtEl>
                                          <p:spTgt spid="33">
                                            <p:txEl>
                                              <p:pRg st="0" end="0"/>
                                            </p:txEl>
                                          </p:spTgt>
                                        </p:tgtEl>
                                        <p:attrNameLst>
                                          <p:attrName>style.visibility</p:attrName>
                                        </p:attrNameLst>
                                      </p:cBhvr>
                                      <p:to>
                                        <p:strVal val="visible"/>
                                      </p:to>
                                    </p:set>
                                    <p:anim calcmode="lin" valueType="num">
                                      <p:cBhvr additive="base">
                                        <p:cTn id="62" dur="500" fill="hold"/>
                                        <p:tgtEl>
                                          <p:spTgt spid="33">
                                            <p:txEl>
                                              <p:pRg st="0" end="0"/>
                                            </p:txEl>
                                          </p:spTgt>
                                        </p:tgtEl>
                                        <p:attrNameLst>
                                          <p:attrName>ppt_x</p:attrName>
                                        </p:attrNameLst>
                                      </p:cBhvr>
                                      <p:tavLst>
                                        <p:tav tm="0">
                                          <p:val>
                                            <p:strVal val="#ppt_x"/>
                                          </p:val>
                                        </p:tav>
                                        <p:tav tm="100000">
                                          <p:val>
                                            <p:strVal val="#ppt_x"/>
                                          </p:val>
                                        </p:tav>
                                      </p:tavLst>
                                    </p:anim>
                                    <p:anim calcmode="lin" valueType="num">
                                      <p:cBhvr additive="base">
                                        <p:cTn id="63" dur="500" fill="hold"/>
                                        <p:tgtEl>
                                          <p:spTgt spid="33">
                                            <p:txEl>
                                              <p:pRg st="0" end="0"/>
                                            </p:txEl>
                                          </p:spTgt>
                                        </p:tgtEl>
                                        <p:attrNameLst>
                                          <p:attrName>ppt_y</p:attrName>
                                        </p:attrNameLst>
                                      </p:cBhvr>
                                      <p:tavLst>
                                        <p:tav tm="0">
                                          <p:val>
                                            <p:strVal val="1+#ppt_h/2"/>
                                          </p:val>
                                        </p:tav>
                                        <p:tav tm="100000">
                                          <p:val>
                                            <p:strVal val="#ppt_y"/>
                                          </p:val>
                                        </p:tav>
                                      </p:tavLst>
                                    </p:anim>
                                  </p:childTnLst>
                                </p:cTn>
                              </p:par>
                            </p:childTnLst>
                          </p:cTn>
                        </p:par>
                        <p:par>
                          <p:cTn id="64" fill="hold">
                            <p:stCondLst>
                              <p:cond delay="6000"/>
                            </p:stCondLst>
                            <p:childTnLst>
                              <p:par>
                                <p:cTn id="65" presetID="53" presetClass="entr" presetSubtype="0" fill="hold" grpId="0" nodeType="afterEffect">
                                  <p:stCondLst>
                                    <p:cond delay="0"/>
                                  </p:stCondLst>
                                  <p:childTnLst>
                                    <p:set>
                                      <p:cBhvr>
                                        <p:cTn id="66" dur="1" fill="hold">
                                          <p:stCondLst>
                                            <p:cond delay="0"/>
                                          </p:stCondLst>
                                        </p:cTn>
                                        <p:tgtEl>
                                          <p:spTgt spid="38"/>
                                        </p:tgtEl>
                                        <p:attrNameLst>
                                          <p:attrName>style.visibility</p:attrName>
                                        </p:attrNameLst>
                                      </p:cBhvr>
                                      <p:to>
                                        <p:strVal val="visible"/>
                                      </p:to>
                                    </p:set>
                                    <p:anim calcmode="lin" valueType="num">
                                      <p:cBhvr>
                                        <p:cTn id="67" dur="500" fill="hold"/>
                                        <p:tgtEl>
                                          <p:spTgt spid="38"/>
                                        </p:tgtEl>
                                        <p:attrNameLst>
                                          <p:attrName>ppt_w</p:attrName>
                                        </p:attrNameLst>
                                      </p:cBhvr>
                                      <p:tavLst>
                                        <p:tav tm="0">
                                          <p:val>
                                            <p:fltVal val="0"/>
                                          </p:val>
                                        </p:tav>
                                        <p:tav tm="100000">
                                          <p:val>
                                            <p:strVal val="#ppt_w"/>
                                          </p:val>
                                        </p:tav>
                                      </p:tavLst>
                                    </p:anim>
                                    <p:anim calcmode="lin" valueType="num">
                                      <p:cBhvr>
                                        <p:cTn id="68" dur="500" fill="hold"/>
                                        <p:tgtEl>
                                          <p:spTgt spid="38"/>
                                        </p:tgtEl>
                                        <p:attrNameLst>
                                          <p:attrName>ppt_h</p:attrName>
                                        </p:attrNameLst>
                                      </p:cBhvr>
                                      <p:tavLst>
                                        <p:tav tm="0">
                                          <p:val>
                                            <p:fltVal val="0"/>
                                          </p:val>
                                        </p:tav>
                                        <p:tav tm="100000">
                                          <p:val>
                                            <p:strVal val="#ppt_h"/>
                                          </p:val>
                                        </p:tav>
                                      </p:tavLst>
                                    </p:anim>
                                    <p:animEffect transition="in" filter="fade">
                                      <p:cBhvr>
                                        <p:cTn id="69" dur="500"/>
                                        <p:tgtEl>
                                          <p:spTgt spid="38"/>
                                        </p:tgtEl>
                                      </p:cBhvr>
                                    </p:animEffect>
                                  </p:childTnLst>
                                </p:cTn>
                              </p:par>
                            </p:childTnLst>
                          </p:cTn>
                        </p:par>
                        <p:par>
                          <p:cTn id="70" fill="hold">
                            <p:stCondLst>
                              <p:cond delay="6500"/>
                            </p:stCondLst>
                            <p:childTnLst>
                              <p:par>
                                <p:cTn id="71" presetID="22" presetClass="entr" presetSubtype="4" fill="hold" grpId="0" nodeType="afterEffect" nodePh="1">
                                  <p:stCondLst>
                                    <p:cond delay="0"/>
                                  </p:stCondLst>
                                  <p:endCondLst>
                                    <p:cond evt="begin" delay="0">
                                      <p:tn val="71"/>
                                    </p:cond>
                                  </p:endCondLst>
                                  <p:childTnLst>
                                    <p:set>
                                      <p:cBhvr>
                                        <p:cTn id="72" dur="1" fill="hold">
                                          <p:stCondLst>
                                            <p:cond delay="0"/>
                                          </p:stCondLst>
                                        </p:cTn>
                                        <p:tgtEl>
                                          <p:spTgt spid="44">
                                            <p:txEl>
                                              <p:pRg st="0" end="0"/>
                                            </p:txEl>
                                          </p:spTgt>
                                        </p:tgtEl>
                                        <p:attrNameLst>
                                          <p:attrName>style.visibility</p:attrName>
                                        </p:attrNameLst>
                                      </p:cBhvr>
                                      <p:to>
                                        <p:strVal val="visible"/>
                                      </p:to>
                                    </p:set>
                                    <p:animEffect transition="in" filter="wipe(down)">
                                      <p:cBhvr>
                                        <p:cTn id="73" dur="500"/>
                                        <p:tgtEl>
                                          <p:spTgt spid="44">
                                            <p:txEl>
                                              <p:pRg st="0" end="0"/>
                                            </p:txEl>
                                          </p:spTgt>
                                        </p:tgtEl>
                                      </p:cBhvr>
                                    </p:animEffect>
                                  </p:childTnLst>
                                </p:cTn>
                              </p:par>
                            </p:childTnLst>
                          </p:cTn>
                        </p:par>
                        <p:par>
                          <p:cTn id="74" fill="hold">
                            <p:stCondLst>
                              <p:cond delay="7000"/>
                            </p:stCondLst>
                            <p:childTnLst>
                              <p:par>
                                <p:cTn id="75" presetID="2" presetClass="entr" presetSubtype="4" accel="50000" decel="50000" fill="hold" grpId="0" nodeType="afterEffect" nodePh="1">
                                  <p:stCondLst>
                                    <p:cond delay="0"/>
                                  </p:stCondLst>
                                  <p:endCondLst>
                                    <p:cond evt="begin" delay="0">
                                      <p:tn val="75"/>
                                    </p:cond>
                                  </p:endCondLst>
                                  <p:childTnLst>
                                    <p:set>
                                      <p:cBhvr>
                                        <p:cTn id="76" dur="1" fill="hold">
                                          <p:stCondLst>
                                            <p:cond delay="0"/>
                                          </p:stCondLst>
                                        </p:cTn>
                                        <p:tgtEl>
                                          <p:spTgt spid="39">
                                            <p:txEl>
                                              <p:pRg st="0" end="0"/>
                                            </p:txEl>
                                          </p:spTgt>
                                        </p:tgtEl>
                                        <p:attrNameLst>
                                          <p:attrName>style.visibility</p:attrName>
                                        </p:attrNameLst>
                                      </p:cBhvr>
                                      <p:to>
                                        <p:strVal val="visible"/>
                                      </p:to>
                                    </p:set>
                                    <p:anim calcmode="lin" valueType="num">
                                      <p:cBhvr additive="base">
                                        <p:cTn id="77" dur="500" fill="hold"/>
                                        <p:tgtEl>
                                          <p:spTgt spid="39">
                                            <p:txEl>
                                              <p:pRg st="0" end="0"/>
                                            </p:txEl>
                                          </p:spTgt>
                                        </p:tgtEl>
                                        <p:attrNameLst>
                                          <p:attrName>ppt_x</p:attrName>
                                        </p:attrNameLst>
                                      </p:cBhvr>
                                      <p:tavLst>
                                        <p:tav tm="0">
                                          <p:val>
                                            <p:strVal val="#ppt_x"/>
                                          </p:val>
                                        </p:tav>
                                        <p:tav tm="100000">
                                          <p:val>
                                            <p:strVal val="#ppt_x"/>
                                          </p:val>
                                        </p:tav>
                                      </p:tavLst>
                                    </p:anim>
                                    <p:anim calcmode="lin" valueType="num">
                                      <p:cBhvr additive="base">
                                        <p:cTn id="78" dur="500" fill="hold"/>
                                        <p:tgtEl>
                                          <p:spTgt spid="39">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14"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14"/>
                        </p:tgtEl>
                        <p:attrNameLst>
                          <p:attrName>style.visibility</p:attrName>
                        </p:attrNameLst>
                      </p:cBhvr>
                      <p:to>
                        <p:strVal val="visible"/>
                      </p:to>
                    </p:set>
                    <p:anim calcmode="lin" valueType="num">
                      <p:cBhvr additive="base">
                        <p:cTn dur="500" fill="hold"/>
                        <p:tgtEl>
                          <p:spTgt spid="14"/>
                        </p:tgtEl>
                        <p:attrNameLst>
                          <p:attrName>ppt_x</p:attrName>
                        </p:attrNameLst>
                      </p:cBhvr>
                      <p:tavLst>
                        <p:tav tm="0">
                          <p:val>
                            <p:strVal val="#ppt_x"/>
                          </p:val>
                        </p:tav>
                        <p:tav tm="100000">
                          <p:val>
                            <p:strVal val="#ppt_x"/>
                          </p:val>
                        </p:tav>
                      </p:tavLst>
                    </p:anim>
                    <p:anim calcmode="lin" valueType="num">
                      <p:cBhvr additive="base">
                        <p:cTn dur="500" fill="hold"/>
                        <p:tgtEl>
                          <p:spTgt spid="14"/>
                        </p:tgtEl>
                        <p:attrNameLst>
                          <p:attrName>ppt_y</p:attrName>
                        </p:attrNameLst>
                      </p:cBhvr>
                      <p:tavLst>
                        <p:tav tm="0">
                          <p:val>
                            <p:strVal val="1+#ppt_h/2"/>
                          </p:val>
                        </p:tav>
                        <p:tav tm="100000">
                          <p:val>
                            <p:strVal val="#ppt_y"/>
                          </p:val>
                        </p:tav>
                      </p:tavLst>
                    </p:anim>
                  </p:childTnLst>
                </p:cTn>
              </p:par>
            </p:tnLst>
          </p:tmpl>
        </p:tmplLst>
      </p:bldP>
      <p:bldP spid="23" grpId="0" animBg="1"/>
      <p:bldP spid="24"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24"/>
                        </p:tgtEl>
                        <p:attrNameLst>
                          <p:attrName>style.visibility</p:attrName>
                        </p:attrNameLst>
                      </p:cBhvr>
                      <p:to>
                        <p:strVal val="visible"/>
                      </p:to>
                    </p:set>
                    <p:anim calcmode="lin" valueType="num">
                      <p:cBhvr additive="base">
                        <p:cTn dur="500" fill="hold"/>
                        <p:tgtEl>
                          <p:spTgt spid="24"/>
                        </p:tgtEl>
                        <p:attrNameLst>
                          <p:attrName>ppt_x</p:attrName>
                        </p:attrNameLst>
                      </p:cBhvr>
                      <p:tavLst>
                        <p:tav tm="0">
                          <p:val>
                            <p:strVal val="#ppt_x"/>
                          </p:val>
                        </p:tav>
                        <p:tav tm="100000">
                          <p:val>
                            <p:strVal val="#ppt_x"/>
                          </p:val>
                        </p:tav>
                      </p:tavLst>
                    </p:anim>
                    <p:anim calcmode="lin" valueType="num">
                      <p:cBhvr additive="base">
                        <p:cTn dur="500" fill="hold"/>
                        <p:tgtEl>
                          <p:spTgt spid="24"/>
                        </p:tgtEl>
                        <p:attrNameLst>
                          <p:attrName>ppt_y</p:attrName>
                        </p:attrNameLst>
                      </p:cBhvr>
                      <p:tavLst>
                        <p:tav tm="0">
                          <p:val>
                            <p:strVal val="1+#ppt_h/2"/>
                          </p:val>
                        </p:tav>
                        <p:tav tm="100000">
                          <p:val>
                            <p:strVal val="#ppt_y"/>
                          </p:val>
                        </p:tav>
                      </p:tavLst>
                    </p:anim>
                  </p:childTnLst>
                </p:cTn>
              </p:par>
            </p:tnLst>
          </p:tmpl>
        </p:tmplLst>
      </p:bldP>
      <p:bldP spid="27" grpId="0" animBg="1"/>
      <p:bldP spid="28"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28"/>
                        </p:tgtEl>
                        <p:attrNameLst>
                          <p:attrName>style.visibility</p:attrName>
                        </p:attrNameLst>
                      </p:cBhvr>
                      <p:to>
                        <p:strVal val="visible"/>
                      </p:to>
                    </p:set>
                    <p:anim calcmode="lin" valueType="num">
                      <p:cBhvr additive="base">
                        <p:cTn dur="500" fill="hold"/>
                        <p:tgtEl>
                          <p:spTgt spid="28"/>
                        </p:tgtEl>
                        <p:attrNameLst>
                          <p:attrName>ppt_x</p:attrName>
                        </p:attrNameLst>
                      </p:cBhvr>
                      <p:tavLst>
                        <p:tav tm="0">
                          <p:val>
                            <p:strVal val="#ppt_x"/>
                          </p:val>
                        </p:tav>
                        <p:tav tm="100000">
                          <p:val>
                            <p:strVal val="#ppt_x"/>
                          </p:val>
                        </p:tav>
                      </p:tavLst>
                    </p:anim>
                    <p:anim calcmode="lin" valueType="num">
                      <p:cBhvr additive="base">
                        <p:cTn dur="500" fill="hold"/>
                        <p:tgtEl>
                          <p:spTgt spid="28"/>
                        </p:tgtEl>
                        <p:attrNameLst>
                          <p:attrName>ppt_y</p:attrName>
                        </p:attrNameLst>
                      </p:cBhvr>
                      <p:tavLst>
                        <p:tav tm="0">
                          <p:val>
                            <p:strVal val="1+#ppt_h/2"/>
                          </p:val>
                        </p:tav>
                        <p:tav tm="100000">
                          <p:val>
                            <p:strVal val="#ppt_y"/>
                          </p:val>
                        </p:tav>
                      </p:tavLst>
                    </p:anim>
                  </p:childTnLst>
                </p:cTn>
              </p:par>
            </p:tnLst>
          </p:tmpl>
        </p:tmplLst>
      </p:bldP>
      <p:bldP spid="32" grpId="0" animBg="1"/>
      <p:bldP spid="33"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33"/>
                        </p:tgtEl>
                        <p:attrNameLst>
                          <p:attrName>style.visibility</p:attrName>
                        </p:attrNameLst>
                      </p:cBhvr>
                      <p:to>
                        <p:strVal val="visible"/>
                      </p:to>
                    </p:set>
                    <p:anim calcmode="lin" valueType="num">
                      <p:cBhvr additive="base">
                        <p:cTn dur="500" fill="hold"/>
                        <p:tgtEl>
                          <p:spTgt spid="33"/>
                        </p:tgtEl>
                        <p:attrNameLst>
                          <p:attrName>ppt_x</p:attrName>
                        </p:attrNameLst>
                      </p:cBhvr>
                      <p:tavLst>
                        <p:tav tm="0">
                          <p:val>
                            <p:strVal val="#ppt_x"/>
                          </p:val>
                        </p:tav>
                        <p:tav tm="100000">
                          <p:val>
                            <p:strVal val="#ppt_x"/>
                          </p:val>
                        </p:tav>
                      </p:tavLst>
                    </p:anim>
                    <p:anim calcmode="lin" valueType="num">
                      <p:cBhvr additive="base">
                        <p:cTn dur="500" fill="hold"/>
                        <p:tgtEl>
                          <p:spTgt spid="33"/>
                        </p:tgtEl>
                        <p:attrNameLst>
                          <p:attrName>ppt_y</p:attrName>
                        </p:attrNameLst>
                      </p:cBhvr>
                      <p:tavLst>
                        <p:tav tm="0">
                          <p:val>
                            <p:strVal val="1+#ppt_h/2"/>
                          </p:val>
                        </p:tav>
                        <p:tav tm="100000">
                          <p:val>
                            <p:strVal val="#ppt_y"/>
                          </p:val>
                        </p:tav>
                      </p:tavLst>
                    </p:anim>
                  </p:childTnLst>
                </p:cTn>
              </p:par>
            </p:tnLst>
          </p:tmpl>
        </p:tmplLst>
      </p:bldP>
      <p:bldP spid="38" grpId="0" animBg="1"/>
      <p:bldP spid="39"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39"/>
                        </p:tgtEl>
                        <p:attrNameLst>
                          <p:attrName>style.visibility</p:attrName>
                        </p:attrNameLst>
                      </p:cBhvr>
                      <p:to>
                        <p:strVal val="visible"/>
                      </p:to>
                    </p:set>
                    <p:anim calcmode="lin" valueType="num">
                      <p:cBhvr additive="base">
                        <p:cTn dur="500" fill="hold"/>
                        <p:tgtEl>
                          <p:spTgt spid="39"/>
                        </p:tgtEl>
                        <p:attrNameLst>
                          <p:attrName>ppt_x</p:attrName>
                        </p:attrNameLst>
                      </p:cBhvr>
                      <p:tavLst>
                        <p:tav tm="0">
                          <p:val>
                            <p:strVal val="#ppt_x"/>
                          </p:val>
                        </p:tav>
                        <p:tav tm="100000">
                          <p:val>
                            <p:strVal val="#ppt_x"/>
                          </p:val>
                        </p:tav>
                      </p:tavLst>
                    </p:anim>
                    <p:anim calcmode="lin" valueType="num">
                      <p:cBhvr additive="base">
                        <p:cTn dur="500" fill="hold"/>
                        <p:tgtEl>
                          <p:spTgt spid="39"/>
                        </p:tgtEl>
                        <p:attrNameLst>
                          <p:attrName>ppt_y</p:attrName>
                        </p:attrNameLst>
                      </p:cBhvr>
                      <p:tavLst>
                        <p:tav tm="0">
                          <p:val>
                            <p:strVal val="1+#ppt_h/2"/>
                          </p:val>
                        </p:tav>
                        <p:tav tm="100000">
                          <p:val>
                            <p:strVal val="#ppt_y"/>
                          </p:val>
                        </p:tav>
                      </p:tavLst>
                    </p:anim>
                  </p:childTnLst>
                </p:cTn>
              </p:par>
            </p:tnLst>
          </p:tmpl>
        </p:tmplLst>
      </p:bldP>
      <p:bldP spid="22"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2"/>
                        </p:tgtEl>
                        <p:attrNameLst>
                          <p:attrName>style.visibility</p:attrName>
                        </p:attrNameLst>
                      </p:cBhvr>
                      <p:to>
                        <p:strVal val="visible"/>
                      </p:to>
                    </p:set>
                    <p:animEffect transition="in" filter="wipe(down)">
                      <p:cBhvr>
                        <p:cTn dur="500"/>
                        <p:tgtEl>
                          <p:spTgt spid="22"/>
                        </p:tgtEl>
                      </p:cBhvr>
                    </p:animEffect>
                  </p:childTnLst>
                </p:cTn>
              </p:par>
            </p:tnLst>
          </p:tmpl>
        </p:tmplLst>
      </p:bldP>
      <p:bldP spid="26"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6"/>
                        </p:tgtEl>
                        <p:attrNameLst>
                          <p:attrName>style.visibility</p:attrName>
                        </p:attrNameLst>
                      </p:cBhvr>
                      <p:to>
                        <p:strVal val="visible"/>
                      </p:to>
                    </p:set>
                    <p:animEffect transition="in" filter="wipe(down)">
                      <p:cBhvr>
                        <p:cTn dur="500"/>
                        <p:tgtEl>
                          <p:spTgt spid="26"/>
                        </p:tgtEl>
                      </p:cBhvr>
                    </p:animEffect>
                  </p:childTnLst>
                </p:cTn>
              </p:par>
            </p:tnLst>
          </p:tmpl>
        </p:tmplLst>
      </p:bldP>
      <p:bldP spid="30"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30"/>
                        </p:tgtEl>
                        <p:attrNameLst>
                          <p:attrName>style.visibility</p:attrName>
                        </p:attrNameLst>
                      </p:cBhvr>
                      <p:to>
                        <p:strVal val="visible"/>
                      </p:to>
                    </p:set>
                    <p:animEffect transition="in" filter="wipe(down)">
                      <p:cBhvr>
                        <p:cTn dur="500"/>
                        <p:tgtEl>
                          <p:spTgt spid="30"/>
                        </p:tgtEl>
                      </p:cBhvr>
                    </p:animEffect>
                  </p:childTnLst>
                </p:cTn>
              </p:par>
            </p:tnLst>
          </p:tmpl>
        </p:tmplLst>
      </p:bldP>
      <p:bldP spid="36"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36"/>
                        </p:tgtEl>
                        <p:attrNameLst>
                          <p:attrName>style.visibility</p:attrName>
                        </p:attrNameLst>
                      </p:cBhvr>
                      <p:to>
                        <p:strVal val="visible"/>
                      </p:to>
                    </p:set>
                    <p:animEffect transition="in" filter="wipe(down)">
                      <p:cBhvr>
                        <p:cTn dur="500"/>
                        <p:tgtEl>
                          <p:spTgt spid="36"/>
                        </p:tgtEl>
                      </p:cBhvr>
                    </p:animEffect>
                  </p:childTnLst>
                </p:cTn>
              </p:par>
            </p:tnLst>
          </p:tmpl>
        </p:tmplLst>
      </p:bldP>
      <p:bldP spid="44"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44"/>
                        </p:tgtEl>
                        <p:attrNameLst>
                          <p:attrName>style.visibility</p:attrName>
                        </p:attrNameLst>
                      </p:cBhvr>
                      <p:to>
                        <p:strVal val="visible"/>
                      </p:to>
                    </p:set>
                    <p:animEffect transition="in" filter="wipe(down)">
                      <p:cBhvr>
                        <p:cTn dur="500"/>
                        <p:tgtEl>
                          <p:spTgt spid="44"/>
                        </p:tgtEl>
                      </p:cBhvr>
                    </p:animEffect>
                  </p:childTnLst>
                </p:cTn>
              </p:par>
            </p:tnLst>
          </p:tmpl>
        </p:tmplLst>
      </p:bldP>
    </p:bldLst>
  </p:timing>
</p:sldLayout>
</file>

<file path=ppt/slideLayouts/slideLayout319.xml><?xml version="1.0" encoding="utf-8"?>
<p:sldLayout xmlns:a="http://schemas.openxmlformats.org/drawingml/2006/main" xmlns:r="http://schemas.openxmlformats.org/officeDocument/2006/relationships" xmlns:p="http://schemas.openxmlformats.org/presentationml/2006/main" userDrawn="1">
  <p:cSld name="Team04">
    <p:spTree>
      <p:nvGrpSpPr>
        <p:cNvPr id="1" name=""/>
        <p:cNvGrpSpPr/>
        <p:nvPr/>
      </p:nvGrpSpPr>
      <p:grpSpPr>
        <a:xfrm>
          <a:off x="0" y="0"/>
          <a:ext cx="0" cy="0"/>
          <a:chOff x="0" y="0"/>
          <a:chExt cx="0" cy="0"/>
        </a:xfrm>
      </p:grpSpPr>
      <p:sp>
        <p:nvSpPr>
          <p:cNvPr id="16" name="Picture Placeholder 7"/>
          <p:cNvSpPr>
            <a:spLocks noGrp="1"/>
          </p:cNvSpPr>
          <p:nvPr>
            <p:ph type="pic" sz="quarter" idx="15" hasCustomPrompt="1"/>
          </p:nvPr>
        </p:nvSpPr>
        <p:spPr>
          <a:xfrm>
            <a:off x="736664" y="1583268"/>
            <a:ext cx="248160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17" name="Rectangle 16"/>
          <p:cNvSpPr/>
          <p:nvPr userDrawn="1"/>
        </p:nvSpPr>
        <p:spPr>
          <a:xfrm>
            <a:off x="736665" y="3401374"/>
            <a:ext cx="2481605" cy="56122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48" name="Text Placeholder 3"/>
          <p:cNvSpPr>
            <a:spLocks noGrp="1"/>
          </p:cNvSpPr>
          <p:nvPr>
            <p:ph type="body" sz="half" idx="16"/>
          </p:nvPr>
        </p:nvSpPr>
        <p:spPr>
          <a:xfrm>
            <a:off x="736665" y="3414798"/>
            <a:ext cx="2481605" cy="508973"/>
          </a:xfrm>
          <a:prstGeom prst="rect">
            <a:avLst/>
          </a:prstGeom>
        </p:spPr>
        <p:txBody>
          <a:bodyPr wrap="square" lIns="0" tIns="0" rIns="0" bIns="0" anchor="t">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a:p>
            <a:pPr lvl="0"/>
            <a:endParaRPr lang="en-US" dirty="0" smtClean="0"/>
          </a:p>
        </p:txBody>
      </p:sp>
      <p:sp>
        <p:nvSpPr>
          <p:cNvPr id="49" name="Picture Placeholder 7"/>
          <p:cNvSpPr>
            <a:spLocks noGrp="1"/>
          </p:cNvSpPr>
          <p:nvPr>
            <p:ph type="pic" sz="quarter" idx="17" hasCustomPrompt="1"/>
          </p:nvPr>
        </p:nvSpPr>
        <p:spPr>
          <a:xfrm>
            <a:off x="3501466" y="1583268"/>
            <a:ext cx="248160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0" name="Rectangle 49"/>
          <p:cNvSpPr/>
          <p:nvPr userDrawn="1"/>
        </p:nvSpPr>
        <p:spPr>
          <a:xfrm>
            <a:off x="3501468" y="3401374"/>
            <a:ext cx="2481605" cy="56122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51" name="Text Placeholder 3"/>
          <p:cNvSpPr>
            <a:spLocks noGrp="1"/>
          </p:cNvSpPr>
          <p:nvPr>
            <p:ph type="body" sz="half" idx="18"/>
          </p:nvPr>
        </p:nvSpPr>
        <p:spPr>
          <a:xfrm>
            <a:off x="3501468" y="3414798"/>
            <a:ext cx="2481605" cy="508973"/>
          </a:xfrm>
          <a:prstGeom prst="rect">
            <a:avLst/>
          </a:prstGeom>
        </p:spPr>
        <p:txBody>
          <a:bodyPr wrap="square" lIns="0" tIns="0" rIns="0" bIns="0" anchor="t">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a:p>
            <a:pPr lvl="0"/>
            <a:endParaRPr lang="en-US" dirty="0" smtClean="0"/>
          </a:p>
        </p:txBody>
      </p:sp>
      <p:sp>
        <p:nvSpPr>
          <p:cNvPr id="52" name="Picture Placeholder 7"/>
          <p:cNvSpPr>
            <a:spLocks noGrp="1"/>
          </p:cNvSpPr>
          <p:nvPr>
            <p:ph type="pic" sz="quarter" idx="19" hasCustomPrompt="1"/>
          </p:nvPr>
        </p:nvSpPr>
        <p:spPr>
          <a:xfrm>
            <a:off x="6244666" y="1583268"/>
            <a:ext cx="248160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3" name="Rectangle 52"/>
          <p:cNvSpPr/>
          <p:nvPr userDrawn="1"/>
        </p:nvSpPr>
        <p:spPr>
          <a:xfrm>
            <a:off x="6244668" y="3401374"/>
            <a:ext cx="2481605" cy="56122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54" name="Text Placeholder 3"/>
          <p:cNvSpPr>
            <a:spLocks noGrp="1"/>
          </p:cNvSpPr>
          <p:nvPr>
            <p:ph type="body" sz="half" idx="20"/>
          </p:nvPr>
        </p:nvSpPr>
        <p:spPr>
          <a:xfrm>
            <a:off x="6244668" y="3414798"/>
            <a:ext cx="2481605" cy="508973"/>
          </a:xfrm>
          <a:prstGeom prst="rect">
            <a:avLst/>
          </a:prstGeom>
        </p:spPr>
        <p:txBody>
          <a:bodyPr wrap="square" lIns="0" tIns="0" rIns="0" bIns="0" anchor="t">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a:p>
            <a:pPr lvl="0"/>
            <a:endParaRPr lang="en-US" dirty="0" smtClean="0"/>
          </a:p>
        </p:txBody>
      </p:sp>
      <p:sp>
        <p:nvSpPr>
          <p:cNvPr id="55" name="Picture Placeholder 7"/>
          <p:cNvSpPr>
            <a:spLocks noGrp="1"/>
          </p:cNvSpPr>
          <p:nvPr>
            <p:ph type="pic" sz="quarter" idx="21" hasCustomPrompt="1"/>
          </p:nvPr>
        </p:nvSpPr>
        <p:spPr>
          <a:xfrm>
            <a:off x="8987866" y="1583268"/>
            <a:ext cx="248160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6" name="Rectangle 55"/>
          <p:cNvSpPr/>
          <p:nvPr userDrawn="1"/>
        </p:nvSpPr>
        <p:spPr>
          <a:xfrm>
            <a:off x="8987868" y="3401374"/>
            <a:ext cx="2481605" cy="561221"/>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57" name="Text Placeholder 3"/>
          <p:cNvSpPr>
            <a:spLocks noGrp="1"/>
          </p:cNvSpPr>
          <p:nvPr>
            <p:ph type="body" sz="half" idx="22"/>
          </p:nvPr>
        </p:nvSpPr>
        <p:spPr>
          <a:xfrm>
            <a:off x="8987868" y="3414798"/>
            <a:ext cx="2481605" cy="508973"/>
          </a:xfrm>
          <a:prstGeom prst="rect">
            <a:avLst/>
          </a:prstGeom>
        </p:spPr>
        <p:txBody>
          <a:bodyPr wrap="square" lIns="0" tIns="0" rIns="0" bIns="0" anchor="t">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a:p>
            <a:pPr lvl="0"/>
            <a:endParaRPr lang="en-US" dirty="0" smtClean="0"/>
          </a:p>
        </p:txBody>
      </p:sp>
      <p:sp>
        <p:nvSpPr>
          <p:cNvPr id="58" name="Picture Placeholder 7"/>
          <p:cNvSpPr>
            <a:spLocks noGrp="1"/>
          </p:cNvSpPr>
          <p:nvPr>
            <p:ph type="pic" sz="quarter" idx="23" hasCustomPrompt="1"/>
          </p:nvPr>
        </p:nvSpPr>
        <p:spPr>
          <a:xfrm>
            <a:off x="736664" y="4022110"/>
            <a:ext cx="248160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9" name="Rectangle 58"/>
          <p:cNvSpPr/>
          <p:nvPr userDrawn="1"/>
        </p:nvSpPr>
        <p:spPr>
          <a:xfrm>
            <a:off x="736665" y="5840216"/>
            <a:ext cx="2481605" cy="561221"/>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60" name="Text Placeholder 3"/>
          <p:cNvSpPr>
            <a:spLocks noGrp="1"/>
          </p:cNvSpPr>
          <p:nvPr>
            <p:ph type="body" sz="half" idx="24"/>
          </p:nvPr>
        </p:nvSpPr>
        <p:spPr>
          <a:xfrm>
            <a:off x="736665" y="5853640"/>
            <a:ext cx="2481605" cy="508973"/>
          </a:xfrm>
          <a:prstGeom prst="rect">
            <a:avLst/>
          </a:prstGeom>
        </p:spPr>
        <p:txBody>
          <a:bodyPr wrap="square" lIns="0" tIns="0" rIns="0" bIns="0" anchor="t">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a:p>
            <a:pPr lvl="0"/>
            <a:endParaRPr lang="en-US" dirty="0" smtClean="0"/>
          </a:p>
        </p:txBody>
      </p:sp>
      <p:sp>
        <p:nvSpPr>
          <p:cNvPr id="61" name="Picture Placeholder 7"/>
          <p:cNvSpPr>
            <a:spLocks noGrp="1"/>
          </p:cNvSpPr>
          <p:nvPr>
            <p:ph type="pic" sz="quarter" idx="25" hasCustomPrompt="1"/>
          </p:nvPr>
        </p:nvSpPr>
        <p:spPr>
          <a:xfrm>
            <a:off x="3501466" y="4022110"/>
            <a:ext cx="248160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62" name="Rectangle 61"/>
          <p:cNvSpPr/>
          <p:nvPr userDrawn="1"/>
        </p:nvSpPr>
        <p:spPr>
          <a:xfrm>
            <a:off x="3501468" y="5840216"/>
            <a:ext cx="2481605" cy="561221"/>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63" name="Text Placeholder 3"/>
          <p:cNvSpPr>
            <a:spLocks noGrp="1"/>
          </p:cNvSpPr>
          <p:nvPr>
            <p:ph type="body" sz="half" idx="26"/>
          </p:nvPr>
        </p:nvSpPr>
        <p:spPr>
          <a:xfrm>
            <a:off x="3501468" y="5853640"/>
            <a:ext cx="2481605" cy="508973"/>
          </a:xfrm>
          <a:prstGeom prst="rect">
            <a:avLst/>
          </a:prstGeom>
        </p:spPr>
        <p:txBody>
          <a:bodyPr wrap="square" lIns="0" tIns="0" rIns="0" bIns="0" anchor="t">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a:p>
            <a:pPr lvl="0"/>
            <a:endParaRPr lang="en-US" dirty="0" smtClean="0"/>
          </a:p>
        </p:txBody>
      </p:sp>
      <p:sp>
        <p:nvSpPr>
          <p:cNvPr id="64" name="Picture Placeholder 7"/>
          <p:cNvSpPr>
            <a:spLocks noGrp="1"/>
          </p:cNvSpPr>
          <p:nvPr>
            <p:ph type="pic" sz="quarter" idx="27" hasCustomPrompt="1"/>
          </p:nvPr>
        </p:nvSpPr>
        <p:spPr>
          <a:xfrm>
            <a:off x="6244666" y="4022110"/>
            <a:ext cx="248160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65" name="Rectangle 64"/>
          <p:cNvSpPr/>
          <p:nvPr userDrawn="1"/>
        </p:nvSpPr>
        <p:spPr>
          <a:xfrm>
            <a:off x="6244668" y="5840216"/>
            <a:ext cx="2481605" cy="56122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66" name="Text Placeholder 3"/>
          <p:cNvSpPr>
            <a:spLocks noGrp="1"/>
          </p:cNvSpPr>
          <p:nvPr>
            <p:ph type="body" sz="half" idx="28"/>
          </p:nvPr>
        </p:nvSpPr>
        <p:spPr>
          <a:xfrm>
            <a:off x="6244668" y="5853640"/>
            <a:ext cx="2481605" cy="508973"/>
          </a:xfrm>
          <a:prstGeom prst="rect">
            <a:avLst/>
          </a:prstGeom>
        </p:spPr>
        <p:txBody>
          <a:bodyPr wrap="square" lIns="0" tIns="0" rIns="0" bIns="0" anchor="t">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a:p>
            <a:pPr lvl="0"/>
            <a:endParaRPr lang="en-US" dirty="0" smtClean="0"/>
          </a:p>
        </p:txBody>
      </p:sp>
      <p:sp>
        <p:nvSpPr>
          <p:cNvPr id="67" name="Picture Placeholder 7"/>
          <p:cNvSpPr>
            <a:spLocks noGrp="1"/>
          </p:cNvSpPr>
          <p:nvPr>
            <p:ph type="pic" sz="quarter" idx="29" hasCustomPrompt="1"/>
          </p:nvPr>
        </p:nvSpPr>
        <p:spPr>
          <a:xfrm>
            <a:off x="8987866" y="4022110"/>
            <a:ext cx="248160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68" name="Rectangle 67"/>
          <p:cNvSpPr/>
          <p:nvPr userDrawn="1"/>
        </p:nvSpPr>
        <p:spPr>
          <a:xfrm>
            <a:off x="8987868" y="5840216"/>
            <a:ext cx="2481605" cy="56122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69" name="Text Placeholder 3"/>
          <p:cNvSpPr>
            <a:spLocks noGrp="1"/>
          </p:cNvSpPr>
          <p:nvPr>
            <p:ph type="body" sz="half" idx="30"/>
          </p:nvPr>
        </p:nvSpPr>
        <p:spPr>
          <a:xfrm>
            <a:off x="8987868" y="5853640"/>
            <a:ext cx="2481605" cy="508973"/>
          </a:xfrm>
          <a:prstGeom prst="rect">
            <a:avLst/>
          </a:prstGeom>
        </p:spPr>
        <p:txBody>
          <a:bodyPr wrap="square" lIns="0" tIns="0" rIns="0" bIns="0" anchor="t">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a:p>
            <a:pPr lvl="0"/>
            <a:endParaRPr lang="en-US" dirty="0" smtClean="0"/>
          </a:p>
        </p:txBody>
      </p:sp>
      <p:sp>
        <p:nvSpPr>
          <p:cNvPr id="30"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31"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200727804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after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wipe(down)">
                                      <p:cBhvr>
                                        <p:cTn id="7" dur="500"/>
                                        <p:tgtEl>
                                          <p:spTgt spid="16"/>
                                        </p:tgtEl>
                                      </p:cBhvr>
                                    </p:animEffect>
                                  </p:childTnLst>
                                </p:cTn>
                              </p:par>
                            </p:childTnLst>
                          </p:cTn>
                        </p:par>
                        <p:par>
                          <p:cTn id="8" fill="hold">
                            <p:stCondLst>
                              <p:cond delay="500"/>
                            </p:stCondLst>
                            <p:childTnLst>
                              <p:par>
                                <p:cTn id="9" presetID="22" presetClass="entr" presetSubtype="4" fill="hold" grpId="0" nodeType="afterEffect">
                                  <p:stCondLst>
                                    <p:cond delay="0"/>
                                  </p:stCondLst>
                                  <p:childTnLst>
                                    <p:set>
                                      <p:cBhvr>
                                        <p:cTn id="10" dur="1" fill="hold">
                                          <p:stCondLst>
                                            <p:cond delay="0"/>
                                          </p:stCondLst>
                                        </p:cTn>
                                        <p:tgtEl>
                                          <p:spTgt spid="17"/>
                                        </p:tgtEl>
                                        <p:attrNameLst>
                                          <p:attrName>style.visibility</p:attrName>
                                        </p:attrNameLst>
                                      </p:cBhvr>
                                      <p:to>
                                        <p:strVal val="visible"/>
                                      </p:to>
                                    </p:set>
                                    <p:animEffect transition="in" filter="wipe(down)">
                                      <p:cBhvr>
                                        <p:cTn id="11" dur="500"/>
                                        <p:tgtEl>
                                          <p:spTgt spid="17"/>
                                        </p:tgtEl>
                                      </p:cBhvr>
                                    </p:animEffect>
                                  </p:childTnLst>
                                </p:cTn>
                              </p:par>
                            </p:childTnLst>
                          </p:cTn>
                        </p:par>
                        <p:par>
                          <p:cTn id="12" fill="hold">
                            <p:stCondLst>
                              <p:cond delay="1000"/>
                            </p:stCondLst>
                            <p:childTnLst>
                              <p:par>
                                <p:cTn id="13" presetID="22" presetClass="entr" presetSubtype="4" fill="hold" grpId="0" nodeType="afterEffect" nodePh="1">
                                  <p:stCondLst>
                                    <p:cond delay="0"/>
                                  </p:stCondLst>
                                  <p:endCondLst>
                                    <p:cond evt="begin" delay="0">
                                      <p:tn val="13"/>
                                    </p:cond>
                                  </p:endCondLst>
                                  <p:childTnLst>
                                    <p:set>
                                      <p:cBhvr>
                                        <p:cTn id="14" dur="1" fill="hold">
                                          <p:stCondLst>
                                            <p:cond delay="0"/>
                                          </p:stCondLst>
                                        </p:cTn>
                                        <p:tgtEl>
                                          <p:spTgt spid="48">
                                            <p:txEl>
                                              <p:pRg st="0" end="0"/>
                                            </p:txEl>
                                          </p:spTgt>
                                        </p:tgtEl>
                                        <p:attrNameLst>
                                          <p:attrName>style.visibility</p:attrName>
                                        </p:attrNameLst>
                                      </p:cBhvr>
                                      <p:to>
                                        <p:strVal val="visible"/>
                                      </p:to>
                                    </p:set>
                                    <p:animEffect transition="in" filter="wipe(down)">
                                      <p:cBhvr>
                                        <p:cTn id="15" dur="500"/>
                                        <p:tgtEl>
                                          <p:spTgt spid="48">
                                            <p:txEl>
                                              <p:pRg st="0" end="0"/>
                                            </p:txEl>
                                          </p:spTgt>
                                        </p:tgtEl>
                                      </p:cBhvr>
                                    </p:animEffect>
                                  </p:childTnLst>
                                </p:cTn>
                              </p:par>
                            </p:childTnLst>
                          </p:cTn>
                        </p:par>
                        <p:par>
                          <p:cTn id="16" fill="hold">
                            <p:stCondLst>
                              <p:cond delay="1500"/>
                            </p:stCondLst>
                            <p:childTnLst>
                              <p:par>
                                <p:cTn id="17" presetID="22" presetClass="entr" presetSubtype="4" fill="hold" grpId="0" nodeType="afterEffect">
                                  <p:stCondLst>
                                    <p:cond delay="0"/>
                                  </p:stCondLst>
                                  <p:childTnLst>
                                    <p:set>
                                      <p:cBhvr>
                                        <p:cTn id="18" dur="1" fill="hold">
                                          <p:stCondLst>
                                            <p:cond delay="0"/>
                                          </p:stCondLst>
                                        </p:cTn>
                                        <p:tgtEl>
                                          <p:spTgt spid="49"/>
                                        </p:tgtEl>
                                        <p:attrNameLst>
                                          <p:attrName>style.visibility</p:attrName>
                                        </p:attrNameLst>
                                      </p:cBhvr>
                                      <p:to>
                                        <p:strVal val="visible"/>
                                      </p:to>
                                    </p:set>
                                    <p:animEffect transition="in" filter="wipe(down)">
                                      <p:cBhvr>
                                        <p:cTn id="19" dur="500"/>
                                        <p:tgtEl>
                                          <p:spTgt spid="49"/>
                                        </p:tgtEl>
                                      </p:cBhvr>
                                    </p:animEffect>
                                  </p:childTnLst>
                                </p:cTn>
                              </p:par>
                            </p:childTnLst>
                          </p:cTn>
                        </p:par>
                        <p:par>
                          <p:cTn id="20" fill="hold">
                            <p:stCondLst>
                              <p:cond delay="2000"/>
                            </p:stCondLst>
                            <p:childTnLst>
                              <p:par>
                                <p:cTn id="21" presetID="22" presetClass="entr" presetSubtype="4" fill="hold" grpId="0" nodeType="afterEffect">
                                  <p:stCondLst>
                                    <p:cond delay="0"/>
                                  </p:stCondLst>
                                  <p:childTnLst>
                                    <p:set>
                                      <p:cBhvr>
                                        <p:cTn id="22" dur="1" fill="hold">
                                          <p:stCondLst>
                                            <p:cond delay="0"/>
                                          </p:stCondLst>
                                        </p:cTn>
                                        <p:tgtEl>
                                          <p:spTgt spid="50"/>
                                        </p:tgtEl>
                                        <p:attrNameLst>
                                          <p:attrName>style.visibility</p:attrName>
                                        </p:attrNameLst>
                                      </p:cBhvr>
                                      <p:to>
                                        <p:strVal val="visible"/>
                                      </p:to>
                                    </p:set>
                                    <p:animEffect transition="in" filter="wipe(down)">
                                      <p:cBhvr>
                                        <p:cTn id="23" dur="500"/>
                                        <p:tgtEl>
                                          <p:spTgt spid="50"/>
                                        </p:tgtEl>
                                      </p:cBhvr>
                                    </p:animEffect>
                                  </p:childTnLst>
                                </p:cTn>
                              </p:par>
                            </p:childTnLst>
                          </p:cTn>
                        </p:par>
                        <p:par>
                          <p:cTn id="24" fill="hold">
                            <p:stCondLst>
                              <p:cond delay="2500"/>
                            </p:stCondLst>
                            <p:childTnLst>
                              <p:par>
                                <p:cTn id="25" presetID="22" presetClass="entr" presetSubtype="4" fill="hold" grpId="0" nodeType="afterEffect" nodePh="1">
                                  <p:stCondLst>
                                    <p:cond delay="0"/>
                                  </p:stCondLst>
                                  <p:endCondLst>
                                    <p:cond evt="begin" delay="0">
                                      <p:tn val="25"/>
                                    </p:cond>
                                  </p:endCondLst>
                                  <p:childTnLst>
                                    <p:set>
                                      <p:cBhvr>
                                        <p:cTn id="26" dur="1" fill="hold">
                                          <p:stCondLst>
                                            <p:cond delay="0"/>
                                          </p:stCondLst>
                                        </p:cTn>
                                        <p:tgtEl>
                                          <p:spTgt spid="51">
                                            <p:txEl>
                                              <p:pRg st="0" end="0"/>
                                            </p:txEl>
                                          </p:spTgt>
                                        </p:tgtEl>
                                        <p:attrNameLst>
                                          <p:attrName>style.visibility</p:attrName>
                                        </p:attrNameLst>
                                      </p:cBhvr>
                                      <p:to>
                                        <p:strVal val="visible"/>
                                      </p:to>
                                    </p:set>
                                    <p:animEffect transition="in" filter="wipe(down)">
                                      <p:cBhvr>
                                        <p:cTn id="27" dur="500"/>
                                        <p:tgtEl>
                                          <p:spTgt spid="51">
                                            <p:txEl>
                                              <p:pRg st="0" end="0"/>
                                            </p:txEl>
                                          </p:spTgt>
                                        </p:tgtEl>
                                      </p:cBhvr>
                                    </p:animEffect>
                                  </p:childTnLst>
                                </p:cTn>
                              </p:par>
                            </p:childTnLst>
                          </p:cTn>
                        </p:par>
                        <p:par>
                          <p:cTn id="28" fill="hold">
                            <p:stCondLst>
                              <p:cond delay="3000"/>
                            </p:stCondLst>
                            <p:childTnLst>
                              <p:par>
                                <p:cTn id="29" presetID="22" presetClass="entr" presetSubtype="4" fill="hold" grpId="0" nodeType="afterEffect">
                                  <p:stCondLst>
                                    <p:cond delay="0"/>
                                  </p:stCondLst>
                                  <p:childTnLst>
                                    <p:set>
                                      <p:cBhvr>
                                        <p:cTn id="30" dur="1" fill="hold">
                                          <p:stCondLst>
                                            <p:cond delay="0"/>
                                          </p:stCondLst>
                                        </p:cTn>
                                        <p:tgtEl>
                                          <p:spTgt spid="52"/>
                                        </p:tgtEl>
                                        <p:attrNameLst>
                                          <p:attrName>style.visibility</p:attrName>
                                        </p:attrNameLst>
                                      </p:cBhvr>
                                      <p:to>
                                        <p:strVal val="visible"/>
                                      </p:to>
                                    </p:set>
                                    <p:animEffect transition="in" filter="wipe(down)">
                                      <p:cBhvr>
                                        <p:cTn id="31" dur="500"/>
                                        <p:tgtEl>
                                          <p:spTgt spid="52"/>
                                        </p:tgtEl>
                                      </p:cBhvr>
                                    </p:animEffect>
                                  </p:childTnLst>
                                </p:cTn>
                              </p:par>
                            </p:childTnLst>
                          </p:cTn>
                        </p:par>
                        <p:par>
                          <p:cTn id="32" fill="hold">
                            <p:stCondLst>
                              <p:cond delay="3500"/>
                            </p:stCondLst>
                            <p:childTnLst>
                              <p:par>
                                <p:cTn id="33" presetID="22" presetClass="entr" presetSubtype="4" fill="hold" grpId="0" nodeType="afterEffect">
                                  <p:stCondLst>
                                    <p:cond delay="0"/>
                                  </p:stCondLst>
                                  <p:childTnLst>
                                    <p:set>
                                      <p:cBhvr>
                                        <p:cTn id="34" dur="1" fill="hold">
                                          <p:stCondLst>
                                            <p:cond delay="0"/>
                                          </p:stCondLst>
                                        </p:cTn>
                                        <p:tgtEl>
                                          <p:spTgt spid="53"/>
                                        </p:tgtEl>
                                        <p:attrNameLst>
                                          <p:attrName>style.visibility</p:attrName>
                                        </p:attrNameLst>
                                      </p:cBhvr>
                                      <p:to>
                                        <p:strVal val="visible"/>
                                      </p:to>
                                    </p:set>
                                    <p:animEffect transition="in" filter="wipe(down)">
                                      <p:cBhvr>
                                        <p:cTn id="35" dur="500"/>
                                        <p:tgtEl>
                                          <p:spTgt spid="53"/>
                                        </p:tgtEl>
                                      </p:cBhvr>
                                    </p:animEffect>
                                  </p:childTnLst>
                                </p:cTn>
                              </p:par>
                            </p:childTnLst>
                          </p:cTn>
                        </p:par>
                        <p:par>
                          <p:cTn id="36" fill="hold">
                            <p:stCondLst>
                              <p:cond delay="4000"/>
                            </p:stCondLst>
                            <p:childTnLst>
                              <p:par>
                                <p:cTn id="37" presetID="22" presetClass="entr" presetSubtype="4" fill="hold" grpId="0" nodeType="afterEffect" nodePh="1">
                                  <p:stCondLst>
                                    <p:cond delay="0"/>
                                  </p:stCondLst>
                                  <p:endCondLst>
                                    <p:cond evt="begin" delay="0">
                                      <p:tn val="37"/>
                                    </p:cond>
                                  </p:endCondLst>
                                  <p:childTnLst>
                                    <p:set>
                                      <p:cBhvr>
                                        <p:cTn id="38" dur="1" fill="hold">
                                          <p:stCondLst>
                                            <p:cond delay="0"/>
                                          </p:stCondLst>
                                        </p:cTn>
                                        <p:tgtEl>
                                          <p:spTgt spid="54">
                                            <p:txEl>
                                              <p:pRg st="0" end="0"/>
                                            </p:txEl>
                                          </p:spTgt>
                                        </p:tgtEl>
                                        <p:attrNameLst>
                                          <p:attrName>style.visibility</p:attrName>
                                        </p:attrNameLst>
                                      </p:cBhvr>
                                      <p:to>
                                        <p:strVal val="visible"/>
                                      </p:to>
                                    </p:set>
                                    <p:animEffect transition="in" filter="wipe(down)">
                                      <p:cBhvr>
                                        <p:cTn id="39" dur="500"/>
                                        <p:tgtEl>
                                          <p:spTgt spid="54">
                                            <p:txEl>
                                              <p:pRg st="0" end="0"/>
                                            </p:txEl>
                                          </p:spTgt>
                                        </p:tgtEl>
                                      </p:cBhvr>
                                    </p:animEffect>
                                  </p:childTnLst>
                                </p:cTn>
                              </p:par>
                            </p:childTnLst>
                          </p:cTn>
                        </p:par>
                        <p:par>
                          <p:cTn id="40" fill="hold">
                            <p:stCondLst>
                              <p:cond delay="4500"/>
                            </p:stCondLst>
                            <p:childTnLst>
                              <p:par>
                                <p:cTn id="41" presetID="22" presetClass="entr" presetSubtype="4" fill="hold" grpId="0" nodeType="afterEffect">
                                  <p:stCondLst>
                                    <p:cond delay="0"/>
                                  </p:stCondLst>
                                  <p:childTnLst>
                                    <p:set>
                                      <p:cBhvr>
                                        <p:cTn id="42" dur="1" fill="hold">
                                          <p:stCondLst>
                                            <p:cond delay="0"/>
                                          </p:stCondLst>
                                        </p:cTn>
                                        <p:tgtEl>
                                          <p:spTgt spid="55"/>
                                        </p:tgtEl>
                                        <p:attrNameLst>
                                          <p:attrName>style.visibility</p:attrName>
                                        </p:attrNameLst>
                                      </p:cBhvr>
                                      <p:to>
                                        <p:strVal val="visible"/>
                                      </p:to>
                                    </p:set>
                                    <p:animEffect transition="in" filter="wipe(down)">
                                      <p:cBhvr>
                                        <p:cTn id="43" dur="500"/>
                                        <p:tgtEl>
                                          <p:spTgt spid="55"/>
                                        </p:tgtEl>
                                      </p:cBhvr>
                                    </p:animEffect>
                                  </p:childTnLst>
                                </p:cTn>
                              </p:par>
                            </p:childTnLst>
                          </p:cTn>
                        </p:par>
                        <p:par>
                          <p:cTn id="44" fill="hold">
                            <p:stCondLst>
                              <p:cond delay="5000"/>
                            </p:stCondLst>
                            <p:childTnLst>
                              <p:par>
                                <p:cTn id="45" presetID="22" presetClass="entr" presetSubtype="4" fill="hold" grpId="0" nodeType="afterEffect">
                                  <p:stCondLst>
                                    <p:cond delay="0"/>
                                  </p:stCondLst>
                                  <p:childTnLst>
                                    <p:set>
                                      <p:cBhvr>
                                        <p:cTn id="46" dur="1" fill="hold">
                                          <p:stCondLst>
                                            <p:cond delay="0"/>
                                          </p:stCondLst>
                                        </p:cTn>
                                        <p:tgtEl>
                                          <p:spTgt spid="56"/>
                                        </p:tgtEl>
                                        <p:attrNameLst>
                                          <p:attrName>style.visibility</p:attrName>
                                        </p:attrNameLst>
                                      </p:cBhvr>
                                      <p:to>
                                        <p:strVal val="visible"/>
                                      </p:to>
                                    </p:set>
                                    <p:animEffect transition="in" filter="wipe(down)">
                                      <p:cBhvr>
                                        <p:cTn id="47" dur="500"/>
                                        <p:tgtEl>
                                          <p:spTgt spid="56"/>
                                        </p:tgtEl>
                                      </p:cBhvr>
                                    </p:animEffect>
                                  </p:childTnLst>
                                </p:cTn>
                              </p:par>
                            </p:childTnLst>
                          </p:cTn>
                        </p:par>
                        <p:par>
                          <p:cTn id="48" fill="hold">
                            <p:stCondLst>
                              <p:cond delay="5500"/>
                            </p:stCondLst>
                            <p:childTnLst>
                              <p:par>
                                <p:cTn id="49" presetID="22" presetClass="entr" presetSubtype="4" fill="hold" grpId="0" nodeType="afterEffect" nodePh="1">
                                  <p:stCondLst>
                                    <p:cond delay="0"/>
                                  </p:stCondLst>
                                  <p:endCondLst>
                                    <p:cond evt="begin" delay="0">
                                      <p:tn val="49"/>
                                    </p:cond>
                                  </p:endCondLst>
                                  <p:childTnLst>
                                    <p:set>
                                      <p:cBhvr>
                                        <p:cTn id="50" dur="1" fill="hold">
                                          <p:stCondLst>
                                            <p:cond delay="0"/>
                                          </p:stCondLst>
                                        </p:cTn>
                                        <p:tgtEl>
                                          <p:spTgt spid="57">
                                            <p:txEl>
                                              <p:pRg st="0" end="0"/>
                                            </p:txEl>
                                          </p:spTgt>
                                        </p:tgtEl>
                                        <p:attrNameLst>
                                          <p:attrName>style.visibility</p:attrName>
                                        </p:attrNameLst>
                                      </p:cBhvr>
                                      <p:to>
                                        <p:strVal val="visible"/>
                                      </p:to>
                                    </p:set>
                                    <p:animEffect transition="in" filter="wipe(down)">
                                      <p:cBhvr>
                                        <p:cTn id="51" dur="500"/>
                                        <p:tgtEl>
                                          <p:spTgt spid="57">
                                            <p:txEl>
                                              <p:pRg st="0" end="0"/>
                                            </p:txEl>
                                          </p:spTgt>
                                        </p:tgtEl>
                                      </p:cBhvr>
                                    </p:animEffect>
                                  </p:childTnLst>
                                </p:cTn>
                              </p:par>
                            </p:childTnLst>
                          </p:cTn>
                        </p:par>
                        <p:par>
                          <p:cTn id="52" fill="hold">
                            <p:stCondLst>
                              <p:cond delay="6000"/>
                            </p:stCondLst>
                            <p:childTnLst>
                              <p:par>
                                <p:cTn id="53" presetID="22" presetClass="entr" presetSubtype="4" fill="hold" grpId="0" nodeType="afterEffect">
                                  <p:stCondLst>
                                    <p:cond delay="0"/>
                                  </p:stCondLst>
                                  <p:childTnLst>
                                    <p:set>
                                      <p:cBhvr>
                                        <p:cTn id="54" dur="1" fill="hold">
                                          <p:stCondLst>
                                            <p:cond delay="0"/>
                                          </p:stCondLst>
                                        </p:cTn>
                                        <p:tgtEl>
                                          <p:spTgt spid="58"/>
                                        </p:tgtEl>
                                        <p:attrNameLst>
                                          <p:attrName>style.visibility</p:attrName>
                                        </p:attrNameLst>
                                      </p:cBhvr>
                                      <p:to>
                                        <p:strVal val="visible"/>
                                      </p:to>
                                    </p:set>
                                    <p:animEffect transition="in" filter="wipe(down)">
                                      <p:cBhvr>
                                        <p:cTn id="55" dur="500"/>
                                        <p:tgtEl>
                                          <p:spTgt spid="58"/>
                                        </p:tgtEl>
                                      </p:cBhvr>
                                    </p:animEffect>
                                  </p:childTnLst>
                                </p:cTn>
                              </p:par>
                            </p:childTnLst>
                          </p:cTn>
                        </p:par>
                        <p:par>
                          <p:cTn id="56" fill="hold">
                            <p:stCondLst>
                              <p:cond delay="6500"/>
                            </p:stCondLst>
                            <p:childTnLst>
                              <p:par>
                                <p:cTn id="57" presetID="22" presetClass="entr" presetSubtype="4" fill="hold" grpId="0" nodeType="afterEffect">
                                  <p:stCondLst>
                                    <p:cond delay="0"/>
                                  </p:stCondLst>
                                  <p:childTnLst>
                                    <p:set>
                                      <p:cBhvr>
                                        <p:cTn id="58" dur="1" fill="hold">
                                          <p:stCondLst>
                                            <p:cond delay="0"/>
                                          </p:stCondLst>
                                        </p:cTn>
                                        <p:tgtEl>
                                          <p:spTgt spid="59"/>
                                        </p:tgtEl>
                                        <p:attrNameLst>
                                          <p:attrName>style.visibility</p:attrName>
                                        </p:attrNameLst>
                                      </p:cBhvr>
                                      <p:to>
                                        <p:strVal val="visible"/>
                                      </p:to>
                                    </p:set>
                                    <p:animEffect transition="in" filter="wipe(down)">
                                      <p:cBhvr>
                                        <p:cTn id="59" dur="500"/>
                                        <p:tgtEl>
                                          <p:spTgt spid="59"/>
                                        </p:tgtEl>
                                      </p:cBhvr>
                                    </p:animEffect>
                                  </p:childTnLst>
                                </p:cTn>
                              </p:par>
                            </p:childTnLst>
                          </p:cTn>
                        </p:par>
                        <p:par>
                          <p:cTn id="60" fill="hold">
                            <p:stCondLst>
                              <p:cond delay="7000"/>
                            </p:stCondLst>
                            <p:childTnLst>
                              <p:par>
                                <p:cTn id="61" presetID="22" presetClass="entr" presetSubtype="4" fill="hold" grpId="0" nodeType="afterEffect" nodePh="1">
                                  <p:stCondLst>
                                    <p:cond delay="0"/>
                                  </p:stCondLst>
                                  <p:endCondLst>
                                    <p:cond evt="begin" delay="0">
                                      <p:tn val="61"/>
                                    </p:cond>
                                  </p:endCondLst>
                                  <p:childTnLst>
                                    <p:set>
                                      <p:cBhvr>
                                        <p:cTn id="62" dur="1" fill="hold">
                                          <p:stCondLst>
                                            <p:cond delay="0"/>
                                          </p:stCondLst>
                                        </p:cTn>
                                        <p:tgtEl>
                                          <p:spTgt spid="60">
                                            <p:txEl>
                                              <p:pRg st="0" end="0"/>
                                            </p:txEl>
                                          </p:spTgt>
                                        </p:tgtEl>
                                        <p:attrNameLst>
                                          <p:attrName>style.visibility</p:attrName>
                                        </p:attrNameLst>
                                      </p:cBhvr>
                                      <p:to>
                                        <p:strVal val="visible"/>
                                      </p:to>
                                    </p:set>
                                    <p:animEffect transition="in" filter="wipe(down)">
                                      <p:cBhvr>
                                        <p:cTn id="63" dur="500"/>
                                        <p:tgtEl>
                                          <p:spTgt spid="60">
                                            <p:txEl>
                                              <p:pRg st="0" end="0"/>
                                            </p:txEl>
                                          </p:spTgt>
                                        </p:tgtEl>
                                      </p:cBhvr>
                                    </p:animEffect>
                                  </p:childTnLst>
                                </p:cTn>
                              </p:par>
                            </p:childTnLst>
                          </p:cTn>
                        </p:par>
                        <p:par>
                          <p:cTn id="64" fill="hold">
                            <p:stCondLst>
                              <p:cond delay="7500"/>
                            </p:stCondLst>
                            <p:childTnLst>
                              <p:par>
                                <p:cTn id="65" presetID="22" presetClass="entr" presetSubtype="4" fill="hold" grpId="0" nodeType="afterEffect">
                                  <p:stCondLst>
                                    <p:cond delay="0"/>
                                  </p:stCondLst>
                                  <p:childTnLst>
                                    <p:set>
                                      <p:cBhvr>
                                        <p:cTn id="66" dur="1" fill="hold">
                                          <p:stCondLst>
                                            <p:cond delay="0"/>
                                          </p:stCondLst>
                                        </p:cTn>
                                        <p:tgtEl>
                                          <p:spTgt spid="61"/>
                                        </p:tgtEl>
                                        <p:attrNameLst>
                                          <p:attrName>style.visibility</p:attrName>
                                        </p:attrNameLst>
                                      </p:cBhvr>
                                      <p:to>
                                        <p:strVal val="visible"/>
                                      </p:to>
                                    </p:set>
                                    <p:animEffect transition="in" filter="wipe(down)">
                                      <p:cBhvr>
                                        <p:cTn id="67" dur="500"/>
                                        <p:tgtEl>
                                          <p:spTgt spid="61"/>
                                        </p:tgtEl>
                                      </p:cBhvr>
                                    </p:animEffect>
                                  </p:childTnLst>
                                </p:cTn>
                              </p:par>
                            </p:childTnLst>
                          </p:cTn>
                        </p:par>
                        <p:par>
                          <p:cTn id="68" fill="hold">
                            <p:stCondLst>
                              <p:cond delay="8000"/>
                            </p:stCondLst>
                            <p:childTnLst>
                              <p:par>
                                <p:cTn id="69" presetID="22" presetClass="entr" presetSubtype="4" fill="hold" grpId="0" nodeType="afterEffect">
                                  <p:stCondLst>
                                    <p:cond delay="0"/>
                                  </p:stCondLst>
                                  <p:childTnLst>
                                    <p:set>
                                      <p:cBhvr>
                                        <p:cTn id="70" dur="1" fill="hold">
                                          <p:stCondLst>
                                            <p:cond delay="0"/>
                                          </p:stCondLst>
                                        </p:cTn>
                                        <p:tgtEl>
                                          <p:spTgt spid="62"/>
                                        </p:tgtEl>
                                        <p:attrNameLst>
                                          <p:attrName>style.visibility</p:attrName>
                                        </p:attrNameLst>
                                      </p:cBhvr>
                                      <p:to>
                                        <p:strVal val="visible"/>
                                      </p:to>
                                    </p:set>
                                    <p:animEffect transition="in" filter="wipe(down)">
                                      <p:cBhvr>
                                        <p:cTn id="71" dur="500"/>
                                        <p:tgtEl>
                                          <p:spTgt spid="62"/>
                                        </p:tgtEl>
                                      </p:cBhvr>
                                    </p:animEffect>
                                  </p:childTnLst>
                                </p:cTn>
                              </p:par>
                            </p:childTnLst>
                          </p:cTn>
                        </p:par>
                        <p:par>
                          <p:cTn id="72" fill="hold">
                            <p:stCondLst>
                              <p:cond delay="8500"/>
                            </p:stCondLst>
                            <p:childTnLst>
                              <p:par>
                                <p:cTn id="73" presetID="22" presetClass="entr" presetSubtype="4" fill="hold" nodeType="afterEffect" nodePh="1">
                                  <p:stCondLst>
                                    <p:cond delay="0"/>
                                  </p:stCondLst>
                                  <p:endCondLst>
                                    <p:cond evt="begin" delay="0">
                                      <p:tn val="73"/>
                                    </p:cond>
                                  </p:endCondLst>
                                  <p:childTnLst>
                                    <p:set>
                                      <p:cBhvr>
                                        <p:cTn id="74" dur="1" fill="hold">
                                          <p:stCondLst>
                                            <p:cond delay="0"/>
                                          </p:stCondLst>
                                        </p:cTn>
                                        <p:tgtEl>
                                          <p:spTgt spid="63">
                                            <p:txEl>
                                              <p:pRg st="0" end="0"/>
                                            </p:txEl>
                                          </p:spTgt>
                                        </p:tgtEl>
                                        <p:attrNameLst>
                                          <p:attrName>style.visibility</p:attrName>
                                        </p:attrNameLst>
                                      </p:cBhvr>
                                      <p:to>
                                        <p:strVal val="visible"/>
                                      </p:to>
                                    </p:set>
                                    <p:animEffect transition="in" filter="wipe(down)">
                                      <p:cBhvr>
                                        <p:cTn id="75" dur="500"/>
                                        <p:tgtEl>
                                          <p:spTgt spid="63">
                                            <p:txEl>
                                              <p:pRg st="0" end="0"/>
                                            </p:txEl>
                                          </p:spTgt>
                                        </p:tgtEl>
                                      </p:cBhvr>
                                    </p:animEffect>
                                  </p:childTnLst>
                                </p:cTn>
                              </p:par>
                            </p:childTnLst>
                          </p:cTn>
                        </p:par>
                        <p:par>
                          <p:cTn id="76" fill="hold">
                            <p:stCondLst>
                              <p:cond delay="9000"/>
                            </p:stCondLst>
                            <p:childTnLst>
                              <p:par>
                                <p:cTn id="77" presetID="22" presetClass="entr" presetSubtype="4" fill="hold" grpId="0" nodeType="afterEffect">
                                  <p:stCondLst>
                                    <p:cond delay="0"/>
                                  </p:stCondLst>
                                  <p:childTnLst>
                                    <p:set>
                                      <p:cBhvr>
                                        <p:cTn id="78" dur="1" fill="hold">
                                          <p:stCondLst>
                                            <p:cond delay="0"/>
                                          </p:stCondLst>
                                        </p:cTn>
                                        <p:tgtEl>
                                          <p:spTgt spid="64"/>
                                        </p:tgtEl>
                                        <p:attrNameLst>
                                          <p:attrName>style.visibility</p:attrName>
                                        </p:attrNameLst>
                                      </p:cBhvr>
                                      <p:to>
                                        <p:strVal val="visible"/>
                                      </p:to>
                                    </p:set>
                                    <p:animEffect transition="in" filter="wipe(down)">
                                      <p:cBhvr>
                                        <p:cTn id="79" dur="500"/>
                                        <p:tgtEl>
                                          <p:spTgt spid="64"/>
                                        </p:tgtEl>
                                      </p:cBhvr>
                                    </p:animEffect>
                                  </p:childTnLst>
                                </p:cTn>
                              </p:par>
                            </p:childTnLst>
                          </p:cTn>
                        </p:par>
                        <p:par>
                          <p:cTn id="80" fill="hold">
                            <p:stCondLst>
                              <p:cond delay="9500"/>
                            </p:stCondLst>
                            <p:childTnLst>
                              <p:par>
                                <p:cTn id="81" presetID="22" presetClass="entr" presetSubtype="4" fill="hold" grpId="0" nodeType="afterEffect">
                                  <p:stCondLst>
                                    <p:cond delay="0"/>
                                  </p:stCondLst>
                                  <p:childTnLst>
                                    <p:set>
                                      <p:cBhvr>
                                        <p:cTn id="82" dur="1" fill="hold">
                                          <p:stCondLst>
                                            <p:cond delay="0"/>
                                          </p:stCondLst>
                                        </p:cTn>
                                        <p:tgtEl>
                                          <p:spTgt spid="65"/>
                                        </p:tgtEl>
                                        <p:attrNameLst>
                                          <p:attrName>style.visibility</p:attrName>
                                        </p:attrNameLst>
                                      </p:cBhvr>
                                      <p:to>
                                        <p:strVal val="visible"/>
                                      </p:to>
                                    </p:set>
                                    <p:animEffect transition="in" filter="wipe(down)">
                                      <p:cBhvr>
                                        <p:cTn id="83" dur="500"/>
                                        <p:tgtEl>
                                          <p:spTgt spid="65"/>
                                        </p:tgtEl>
                                      </p:cBhvr>
                                    </p:animEffect>
                                  </p:childTnLst>
                                </p:cTn>
                              </p:par>
                            </p:childTnLst>
                          </p:cTn>
                        </p:par>
                        <p:par>
                          <p:cTn id="84" fill="hold">
                            <p:stCondLst>
                              <p:cond delay="10000"/>
                            </p:stCondLst>
                            <p:childTnLst>
                              <p:par>
                                <p:cTn id="85" presetID="22" presetClass="entr" presetSubtype="4" fill="hold" grpId="0" nodeType="afterEffect" nodePh="1">
                                  <p:stCondLst>
                                    <p:cond delay="0"/>
                                  </p:stCondLst>
                                  <p:endCondLst>
                                    <p:cond evt="begin" delay="0">
                                      <p:tn val="85"/>
                                    </p:cond>
                                  </p:endCondLst>
                                  <p:childTnLst>
                                    <p:set>
                                      <p:cBhvr>
                                        <p:cTn id="86" dur="1" fill="hold">
                                          <p:stCondLst>
                                            <p:cond delay="0"/>
                                          </p:stCondLst>
                                        </p:cTn>
                                        <p:tgtEl>
                                          <p:spTgt spid="66">
                                            <p:txEl>
                                              <p:pRg st="0" end="0"/>
                                            </p:txEl>
                                          </p:spTgt>
                                        </p:tgtEl>
                                        <p:attrNameLst>
                                          <p:attrName>style.visibility</p:attrName>
                                        </p:attrNameLst>
                                      </p:cBhvr>
                                      <p:to>
                                        <p:strVal val="visible"/>
                                      </p:to>
                                    </p:set>
                                    <p:animEffect transition="in" filter="wipe(down)">
                                      <p:cBhvr>
                                        <p:cTn id="87" dur="500"/>
                                        <p:tgtEl>
                                          <p:spTgt spid="66">
                                            <p:txEl>
                                              <p:pRg st="0" end="0"/>
                                            </p:txEl>
                                          </p:spTgt>
                                        </p:tgtEl>
                                      </p:cBhvr>
                                    </p:animEffect>
                                  </p:childTnLst>
                                </p:cTn>
                              </p:par>
                            </p:childTnLst>
                          </p:cTn>
                        </p:par>
                        <p:par>
                          <p:cTn id="88" fill="hold">
                            <p:stCondLst>
                              <p:cond delay="10500"/>
                            </p:stCondLst>
                            <p:childTnLst>
                              <p:par>
                                <p:cTn id="89" presetID="22" presetClass="entr" presetSubtype="4" fill="hold" grpId="0" nodeType="afterEffect">
                                  <p:stCondLst>
                                    <p:cond delay="0"/>
                                  </p:stCondLst>
                                  <p:childTnLst>
                                    <p:set>
                                      <p:cBhvr>
                                        <p:cTn id="90" dur="1" fill="hold">
                                          <p:stCondLst>
                                            <p:cond delay="0"/>
                                          </p:stCondLst>
                                        </p:cTn>
                                        <p:tgtEl>
                                          <p:spTgt spid="67"/>
                                        </p:tgtEl>
                                        <p:attrNameLst>
                                          <p:attrName>style.visibility</p:attrName>
                                        </p:attrNameLst>
                                      </p:cBhvr>
                                      <p:to>
                                        <p:strVal val="visible"/>
                                      </p:to>
                                    </p:set>
                                    <p:animEffect transition="in" filter="wipe(down)">
                                      <p:cBhvr>
                                        <p:cTn id="91" dur="500"/>
                                        <p:tgtEl>
                                          <p:spTgt spid="67"/>
                                        </p:tgtEl>
                                      </p:cBhvr>
                                    </p:animEffect>
                                  </p:childTnLst>
                                </p:cTn>
                              </p:par>
                            </p:childTnLst>
                          </p:cTn>
                        </p:par>
                        <p:par>
                          <p:cTn id="92" fill="hold">
                            <p:stCondLst>
                              <p:cond delay="11000"/>
                            </p:stCondLst>
                            <p:childTnLst>
                              <p:par>
                                <p:cTn id="93" presetID="22" presetClass="entr" presetSubtype="4" fill="hold" grpId="0" nodeType="afterEffect">
                                  <p:stCondLst>
                                    <p:cond delay="0"/>
                                  </p:stCondLst>
                                  <p:childTnLst>
                                    <p:set>
                                      <p:cBhvr>
                                        <p:cTn id="94" dur="1" fill="hold">
                                          <p:stCondLst>
                                            <p:cond delay="0"/>
                                          </p:stCondLst>
                                        </p:cTn>
                                        <p:tgtEl>
                                          <p:spTgt spid="68"/>
                                        </p:tgtEl>
                                        <p:attrNameLst>
                                          <p:attrName>style.visibility</p:attrName>
                                        </p:attrNameLst>
                                      </p:cBhvr>
                                      <p:to>
                                        <p:strVal val="visible"/>
                                      </p:to>
                                    </p:set>
                                    <p:animEffect transition="in" filter="wipe(down)">
                                      <p:cBhvr>
                                        <p:cTn id="95" dur="500"/>
                                        <p:tgtEl>
                                          <p:spTgt spid="68"/>
                                        </p:tgtEl>
                                      </p:cBhvr>
                                    </p:animEffect>
                                  </p:childTnLst>
                                </p:cTn>
                              </p:par>
                            </p:childTnLst>
                          </p:cTn>
                        </p:par>
                        <p:par>
                          <p:cTn id="96" fill="hold">
                            <p:stCondLst>
                              <p:cond delay="11500"/>
                            </p:stCondLst>
                            <p:childTnLst>
                              <p:par>
                                <p:cTn id="97" presetID="22" presetClass="entr" presetSubtype="4" fill="hold" grpId="0" nodeType="afterEffect" nodePh="1">
                                  <p:stCondLst>
                                    <p:cond delay="0"/>
                                  </p:stCondLst>
                                  <p:endCondLst>
                                    <p:cond evt="begin" delay="0">
                                      <p:tn val="97"/>
                                    </p:cond>
                                  </p:endCondLst>
                                  <p:childTnLst>
                                    <p:set>
                                      <p:cBhvr>
                                        <p:cTn id="98" dur="1" fill="hold">
                                          <p:stCondLst>
                                            <p:cond delay="0"/>
                                          </p:stCondLst>
                                        </p:cTn>
                                        <p:tgtEl>
                                          <p:spTgt spid="69">
                                            <p:txEl>
                                              <p:pRg st="0" end="0"/>
                                            </p:txEl>
                                          </p:spTgt>
                                        </p:tgtEl>
                                        <p:attrNameLst>
                                          <p:attrName>style.visibility</p:attrName>
                                        </p:attrNameLst>
                                      </p:cBhvr>
                                      <p:to>
                                        <p:strVal val="visible"/>
                                      </p:to>
                                    </p:set>
                                    <p:animEffect transition="in" filter="wipe(down)">
                                      <p:cBhvr>
                                        <p:cTn id="99" dur="500"/>
                                        <p:tgtEl>
                                          <p:spTgt spid="69">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P spid="17" grpId="0" animBg="1"/>
      <p:bldP spid="48"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48"/>
                        </p:tgtEl>
                        <p:attrNameLst>
                          <p:attrName>style.visibility</p:attrName>
                        </p:attrNameLst>
                      </p:cBhvr>
                      <p:to>
                        <p:strVal val="visible"/>
                      </p:to>
                    </p:set>
                    <p:animEffect transition="in" filter="wipe(down)">
                      <p:cBhvr>
                        <p:cTn dur="500"/>
                        <p:tgtEl>
                          <p:spTgt spid="48"/>
                        </p:tgtEl>
                      </p:cBhvr>
                    </p:animEffect>
                  </p:childTnLst>
                </p:cTn>
              </p:par>
            </p:tnLst>
          </p:tmpl>
        </p:tmplLst>
      </p:bldP>
      <p:bldP spid="49" grpId="0"/>
      <p:bldP spid="50" grpId="0" animBg="1"/>
      <p:bldP spid="51"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51"/>
                        </p:tgtEl>
                        <p:attrNameLst>
                          <p:attrName>style.visibility</p:attrName>
                        </p:attrNameLst>
                      </p:cBhvr>
                      <p:to>
                        <p:strVal val="visible"/>
                      </p:to>
                    </p:set>
                    <p:animEffect transition="in" filter="wipe(down)">
                      <p:cBhvr>
                        <p:cTn dur="500"/>
                        <p:tgtEl>
                          <p:spTgt spid="51"/>
                        </p:tgtEl>
                      </p:cBhvr>
                    </p:animEffect>
                  </p:childTnLst>
                </p:cTn>
              </p:par>
            </p:tnLst>
          </p:tmpl>
        </p:tmplLst>
      </p:bldP>
      <p:bldP spid="52" grpId="0"/>
      <p:bldP spid="53" grpId="0" animBg="1"/>
      <p:bldP spid="54"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54"/>
                        </p:tgtEl>
                        <p:attrNameLst>
                          <p:attrName>style.visibility</p:attrName>
                        </p:attrNameLst>
                      </p:cBhvr>
                      <p:to>
                        <p:strVal val="visible"/>
                      </p:to>
                    </p:set>
                    <p:animEffect transition="in" filter="wipe(down)">
                      <p:cBhvr>
                        <p:cTn dur="500"/>
                        <p:tgtEl>
                          <p:spTgt spid="54"/>
                        </p:tgtEl>
                      </p:cBhvr>
                    </p:animEffect>
                  </p:childTnLst>
                </p:cTn>
              </p:par>
            </p:tnLst>
          </p:tmpl>
        </p:tmplLst>
      </p:bldP>
      <p:bldP spid="55" grpId="0"/>
      <p:bldP spid="56" grpId="0" animBg="1"/>
      <p:bldP spid="57"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57"/>
                        </p:tgtEl>
                        <p:attrNameLst>
                          <p:attrName>style.visibility</p:attrName>
                        </p:attrNameLst>
                      </p:cBhvr>
                      <p:to>
                        <p:strVal val="visible"/>
                      </p:to>
                    </p:set>
                    <p:animEffect transition="in" filter="wipe(down)">
                      <p:cBhvr>
                        <p:cTn dur="500"/>
                        <p:tgtEl>
                          <p:spTgt spid="57"/>
                        </p:tgtEl>
                      </p:cBhvr>
                    </p:animEffect>
                  </p:childTnLst>
                </p:cTn>
              </p:par>
            </p:tnLst>
          </p:tmpl>
        </p:tmplLst>
      </p:bldP>
      <p:bldP spid="58" grpId="0"/>
      <p:bldP spid="59" grpId="0" animBg="1"/>
      <p:bldP spid="60"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60"/>
                        </p:tgtEl>
                        <p:attrNameLst>
                          <p:attrName>style.visibility</p:attrName>
                        </p:attrNameLst>
                      </p:cBhvr>
                      <p:to>
                        <p:strVal val="visible"/>
                      </p:to>
                    </p:set>
                    <p:animEffect transition="in" filter="wipe(down)">
                      <p:cBhvr>
                        <p:cTn dur="500"/>
                        <p:tgtEl>
                          <p:spTgt spid="60"/>
                        </p:tgtEl>
                      </p:cBhvr>
                    </p:animEffect>
                  </p:childTnLst>
                </p:cTn>
              </p:par>
            </p:tnLst>
          </p:tmpl>
        </p:tmplLst>
      </p:bldP>
      <p:bldP spid="61" grpId="0"/>
      <p:bldP spid="62" grpId="0" animBg="1"/>
      <p:bldP spid="64" grpId="0"/>
      <p:bldP spid="65" grpId="0" animBg="1"/>
      <p:bldP spid="66"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66"/>
                        </p:tgtEl>
                        <p:attrNameLst>
                          <p:attrName>style.visibility</p:attrName>
                        </p:attrNameLst>
                      </p:cBhvr>
                      <p:to>
                        <p:strVal val="visible"/>
                      </p:to>
                    </p:set>
                    <p:animEffect transition="in" filter="wipe(down)">
                      <p:cBhvr>
                        <p:cTn dur="500"/>
                        <p:tgtEl>
                          <p:spTgt spid="66"/>
                        </p:tgtEl>
                      </p:cBhvr>
                    </p:animEffect>
                  </p:childTnLst>
                </p:cTn>
              </p:par>
            </p:tnLst>
          </p:tmpl>
        </p:tmplLst>
      </p:bldP>
      <p:bldP spid="67" grpId="0"/>
      <p:bldP spid="68" grpId="0" animBg="1"/>
      <p:bldP spid="69"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69"/>
                        </p:tgtEl>
                        <p:attrNameLst>
                          <p:attrName>style.visibility</p:attrName>
                        </p:attrNameLst>
                      </p:cBhvr>
                      <p:to>
                        <p:strVal val="visible"/>
                      </p:to>
                    </p:set>
                    <p:animEffect transition="in" filter="wipe(down)">
                      <p:cBhvr>
                        <p:cTn dur="500"/>
                        <p:tgtEl>
                          <p:spTgt spid="69"/>
                        </p:tgtEl>
                      </p:cBhvr>
                    </p:animEffect>
                  </p:childTnLst>
                </p:cTn>
              </p:par>
            </p:tnLst>
          </p:tmpl>
        </p:tmplLst>
      </p:bldP>
    </p:bldLst>
  </p:timing>
</p:sldLayout>
</file>

<file path=ppt/slideLayouts/slideLayout320.xml><?xml version="1.0" encoding="utf-8"?>
<p:sldLayout xmlns:a="http://schemas.openxmlformats.org/drawingml/2006/main" xmlns:r="http://schemas.openxmlformats.org/officeDocument/2006/relationships" xmlns:p="http://schemas.openxmlformats.org/presentationml/2006/main" userDrawn="1">
  <p:cSld name="2_2-Pics">
    <p:spTree>
      <p:nvGrpSpPr>
        <p:cNvPr id="1" name=""/>
        <p:cNvGrpSpPr/>
        <p:nvPr/>
      </p:nvGrpSpPr>
      <p:grpSpPr>
        <a:xfrm>
          <a:off x="0" y="0"/>
          <a:ext cx="0" cy="0"/>
          <a:chOff x="0" y="0"/>
          <a:chExt cx="0" cy="0"/>
        </a:xfrm>
      </p:grpSpPr>
      <p:sp>
        <p:nvSpPr>
          <p:cNvPr id="58" name="Picture Placeholder 7"/>
          <p:cNvSpPr>
            <a:spLocks noGrp="1"/>
          </p:cNvSpPr>
          <p:nvPr>
            <p:ph type="pic" sz="quarter" idx="22" hasCustomPrompt="1"/>
          </p:nvPr>
        </p:nvSpPr>
        <p:spPr>
          <a:xfrm>
            <a:off x="6286302" y="2195021"/>
            <a:ext cx="5030956" cy="2697948"/>
          </a:xfrm>
          <a:prstGeom prst="downArrowCallout">
            <a:avLst>
              <a:gd name="adj1" fmla="val 50000"/>
              <a:gd name="adj2" fmla="val 11967"/>
              <a:gd name="adj3" fmla="val 7487"/>
              <a:gd name="adj4" fmla="val 92647"/>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8" name="Picture Placeholder 7"/>
          <p:cNvSpPr>
            <a:spLocks noGrp="1"/>
          </p:cNvSpPr>
          <p:nvPr>
            <p:ph type="pic" sz="quarter" idx="10" hasCustomPrompt="1"/>
          </p:nvPr>
        </p:nvSpPr>
        <p:spPr>
          <a:xfrm>
            <a:off x="858246" y="2182184"/>
            <a:ext cx="5030956" cy="2710781"/>
          </a:xfrm>
          <a:prstGeom prst="downArrowCallout">
            <a:avLst>
              <a:gd name="adj1" fmla="val 50000"/>
              <a:gd name="adj2" fmla="val 11967"/>
              <a:gd name="adj3" fmla="val 7487"/>
              <a:gd name="adj4" fmla="val 92647"/>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40" name="Text Placeholder 3"/>
          <p:cNvSpPr>
            <a:spLocks noGrp="1"/>
          </p:cNvSpPr>
          <p:nvPr>
            <p:ph type="body" sz="half" idx="15"/>
          </p:nvPr>
        </p:nvSpPr>
        <p:spPr>
          <a:xfrm>
            <a:off x="865266" y="5193235"/>
            <a:ext cx="5016911" cy="846795"/>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a:solidFill>
                <a:schemeClr val="tx1">
                  <a:lumMod val="50000"/>
                  <a:lumOff val="50000"/>
                </a:schemeClr>
              </a:solidFill>
            </a:endParaRPr>
          </a:p>
        </p:txBody>
      </p:sp>
      <p:sp>
        <p:nvSpPr>
          <p:cNvPr id="42" name="Text Placeholder 3"/>
          <p:cNvSpPr>
            <a:spLocks noGrp="1"/>
          </p:cNvSpPr>
          <p:nvPr>
            <p:ph type="body" sz="half" idx="17"/>
          </p:nvPr>
        </p:nvSpPr>
        <p:spPr>
          <a:xfrm>
            <a:off x="858242" y="4918632"/>
            <a:ext cx="5030959" cy="257040"/>
          </a:xfrm>
          <a:prstGeom prst="rect">
            <a:avLst/>
          </a:prstGeom>
        </p:spPr>
        <p:txBody>
          <a:bodyPr wrap="none" lIns="0" tIns="0" rIns="0" bIns="0" anchor="ctr">
            <a:noAutofit/>
          </a:bodyPr>
          <a:lstStyle>
            <a:lvl1pPr marL="0" indent="0" algn="ctr">
              <a:buNone/>
              <a:defRPr sz="1467" b="1" baseline="0">
                <a:solidFill>
                  <a:schemeClr val="accent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59" name="Text Placeholder 3"/>
          <p:cNvSpPr>
            <a:spLocks noGrp="1"/>
          </p:cNvSpPr>
          <p:nvPr>
            <p:ph type="body" sz="half" idx="23"/>
          </p:nvPr>
        </p:nvSpPr>
        <p:spPr>
          <a:xfrm>
            <a:off x="6293325" y="5193235"/>
            <a:ext cx="5016911" cy="846795"/>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a:solidFill>
                <a:schemeClr val="tx1">
                  <a:lumMod val="50000"/>
                  <a:lumOff val="50000"/>
                </a:schemeClr>
              </a:solidFill>
            </a:endParaRPr>
          </a:p>
        </p:txBody>
      </p:sp>
      <p:sp>
        <p:nvSpPr>
          <p:cNvPr id="62" name="Text Placeholder 3"/>
          <p:cNvSpPr>
            <a:spLocks noGrp="1"/>
          </p:cNvSpPr>
          <p:nvPr>
            <p:ph type="body" sz="half" idx="25"/>
          </p:nvPr>
        </p:nvSpPr>
        <p:spPr>
          <a:xfrm>
            <a:off x="6286299" y="4918632"/>
            <a:ext cx="5030959" cy="257040"/>
          </a:xfrm>
          <a:prstGeom prst="rect">
            <a:avLst/>
          </a:prstGeom>
        </p:spPr>
        <p:txBody>
          <a:bodyPr wrap="none" lIns="0" tIns="0" rIns="0" bIns="0" anchor="ctr">
            <a:noAutofit/>
          </a:bodyPr>
          <a:lstStyle>
            <a:lvl1pPr marL="0" indent="0" algn="ctr">
              <a:buNone/>
              <a:defRPr sz="1467" b="1" baseline="0">
                <a:solidFill>
                  <a:schemeClr val="accent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32" name="Rectangle 31"/>
          <p:cNvSpPr/>
          <p:nvPr userDrawn="1"/>
        </p:nvSpPr>
        <p:spPr>
          <a:xfrm>
            <a:off x="865265" y="1672313"/>
            <a:ext cx="5016912" cy="50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1867" dirty="0">
              <a:solidFill>
                <a:srgbClr val="FFFFFF"/>
              </a:solidFill>
            </a:endParaRPr>
          </a:p>
        </p:txBody>
      </p:sp>
      <p:sp>
        <p:nvSpPr>
          <p:cNvPr id="41" name="Text Placeholder 3"/>
          <p:cNvSpPr>
            <a:spLocks noGrp="1"/>
          </p:cNvSpPr>
          <p:nvPr>
            <p:ph type="body" sz="half" idx="16"/>
          </p:nvPr>
        </p:nvSpPr>
        <p:spPr>
          <a:xfrm>
            <a:off x="896710" y="1773356"/>
            <a:ext cx="4954023" cy="267661"/>
          </a:xfrm>
          <a:prstGeom prst="rect">
            <a:avLst/>
          </a:prstGeom>
        </p:spPr>
        <p:txBody>
          <a:bodyPr wrap="non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60" name="Rectangle 59"/>
          <p:cNvSpPr/>
          <p:nvPr userDrawn="1"/>
        </p:nvSpPr>
        <p:spPr>
          <a:xfrm>
            <a:off x="6293321" y="1672313"/>
            <a:ext cx="5016912" cy="50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1867" dirty="0">
              <a:solidFill>
                <a:srgbClr val="FFFFFF"/>
              </a:solidFill>
            </a:endParaRPr>
          </a:p>
        </p:txBody>
      </p:sp>
      <p:sp>
        <p:nvSpPr>
          <p:cNvPr id="61" name="Text Placeholder 3"/>
          <p:cNvSpPr>
            <a:spLocks noGrp="1"/>
          </p:cNvSpPr>
          <p:nvPr>
            <p:ph type="body" sz="half" idx="24"/>
          </p:nvPr>
        </p:nvSpPr>
        <p:spPr>
          <a:xfrm>
            <a:off x="6324769" y="1773356"/>
            <a:ext cx="4954023" cy="267661"/>
          </a:xfrm>
          <a:prstGeom prst="rect">
            <a:avLst/>
          </a:prstGeom>
        </p:spPr>
        <p:txBody>
          <a:bodyPr wrap="non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18"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9"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76115312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accel="50000" decel="50000" fill="hold" grpId="0" nodeType="afterEffect">
                                  <p:stCondLst>
                                    <p:cond delay="0"/>
                                  </p:stCondLst>
                                  <p:childTnLst>
                                    <p:set>
                                      <p:cBhvr>
                                        <p:cTn id="6" dur="1" fill="hold">
                                          <p:stCondLst>
                                            <p:cond delay="0"/>
                                          </p:stCondLst>
                                        </p:cTn>
                                        <p:tgtEl>
                                          <p:spTgt spid="32"/>
                                        </p:tgtEl>
                                        <p:attrNameLst>
                                          <p:attrName>style.visibility</p:attrName>
                                        </p:attrNameLst>
                                      </p:cBhvr>
                                      <p:to>
                                        <p:strVal val="visible"/>
                                      </p:to>
                                    </p:set>
                                    <p:anim calcmode="lin" valueType="num">
                                      <p:cBhvr additive="base">
                                        <p:cTn id="7" dur="500" fill="hold"/>
                                        <p:tgtEl>
                                          <p:spTgt spid="32"/>
                                        </p:tgtEl>
                                        <p:attrNameLst>
                                          <p:attrName>ppt_x</p:attrName>
                                        </p:attrNameLst>
                                      </p:cBhvr>
                                      <p:tavLst>
                                        <p:tav tm="0">
                                          <p:val>
                                            <p:strVal val="#ppt_x"/>
                                          </p:val>
                                        </p:tav>
                                        <p:tav tm="100000">
                                          <p:val>
                                            <p:strVal val="#ppt_x"/>
                                          </p:val>
                                        </p:tav>
                                      </p:tavLst>
                                    </p:anim>
                                    <p:anim calcmode="lin" valueType="num">
                                      <p:cBhvr additive="base">
                                        <p:cTn id="8" dur="500" fill="hold"/>
                                        <p:tgtEl>
                                          <p:spTgt spid="32"/>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2" presetClass="entr" presetSubtype="4" fill="hold" grpId="0" nodeType="afterEffect" nodePh="1">
                                  <p:stCondLst>
                                    <p:cond delay="0"/>
                                  </p:stCondLst>
                                  <p:endCondLst>
                                    <p:cond evt="begin" delay="0">
                                      <p:tn val="10"/>
                                    </p:cond>
                                  </p:endCondLst>
                                  <p:childTnLst>
                                    <p:set>
                                      <p:cBhvr>
                                        <p:cTn id="11" dur="1" fill="hold">
                                          <p:stCondLst>
                                            <p:cond delay="0"/>
                                          </p:stCondLst>
                                        </p:cTn>
                                        <p:tgtEl>
                                          <p:spTgt spid="41">
                                            <p:txEl>
                                              <p:pRg st="0" end="0"/>
                                            </p:txEl>
                                          </p:spTgt>
                                        </p:tgtEl>
                                        <p:attrNameLst>
                                          <p:attrName>style.visibility</p:attrName>
                                        </p:attrNameLst>
                                      </p:cBhvr>
                                      <p:to>
                                        <p:strVal val="visible"/>
                                      </p:to>
                                    </p:set>
                                    <p:animEffect transition="in" filter="wipe(down)">
                                      <p:cBhvr>
                                        <p:cTn id="12" dur="500"/>
                                        <p:tgtEl>
                                          <p:spTgt spid="41">
                                            <p:txEl>
                                              <p:pRg st="0" end="0"/>
                                            </p:txEl>
                                          </p:spTgt>
                                        </p:tgtEl>
                                      </p:cBhvr>
                                    </p:animEffect>
                                  </p:childTnLst>
                                </p:cTn>
                              </p:par>
                              <p:par>
                                <p:cTn id="13" presetID="2" presetClass="entr" presetSubtype="4" accel="50000" decel="50000" fill="hold" grpId="0" nodeType="withEffect">
                                  <p:stCondLst>
                                    <p:cond delay="0"/>
                                  </p:stCondLst>
                                  <p:childTnLst>
                                    <p:set>
                                      <p:cBhvr>
                                        <p:cTn id="14" dur="1" fill="hold">
                                          <p:stCondLst>
                                            <p:cond delay="0"/>
                                          </p:stCondLst>
                                        </p:cTn>
                                        <p:tgtEl>
                                          <p:spTgt spid="38"/>
                                        </p:tgtEl>
                                        <p:attrNameLst>
                                          <p:attrName>style.visibility</p:attrName>
                                        </p:attrNameLst>
                                      </p:cBhvr>
                                      <p:to>
                                        <p:strVal val="visible"/>
                                      </p:to>
                                    </p:set>
                                    <p:anim calcmode="lin" valueType="num">
                                      <p:cBhvr additive="base">
                                        <p:cTn id="15" dur="500" fill="hold"/>
                                        <p:tgtEl>
                                          <p:spTgt spid="38"/>
                                        </p:tgtEl>
                                        <p:attrNameLst>
                                          <p:attrName>ppt_x</p:attrName>
                                        </p:attrNameLst>
                                      </p:cBhvr>
                                      <p:tavLst>
                                        <p:tav tm="0">
                                          <p:val>
                                            <p:strVal val="#ppt_x"/>
                                          </p:val>
                                        </p:tav>
                                        <p:tav tm="100000">
                                          <p:val>
                                            <p:strVal val="#ppt_x"/>
                                          </p:val>
                                        </p:tav>
                                      </p:tavLst>
                                    </p:anim>
                                    <p:anim calcmode="lin" valueType="num">
                                      <p:cBhvr additive="base">
                                        <p:cTn id="16" dur="500" fill="hold"/>
                                        <p:tgtEl>
                                          <p:spTgt spid="38"/>
                                        </p:tgtEl>
                                        <p:attrNameLst>
                                          <p:attrName>ppt_y</p:attrName>
                                        </p:attrNameLst>
                                      </p:cBhvr>
                                      <p:tavLst>
                                        <p:tav tm="0">
                                          <p:val>
                                            <p:strVal val="1+#ppt_h/2"/>
                                          </p:val>
                                        </p:tav>
                                        <p:tav tm="100000">
                                          <p:val>
                                            <p:strVal val="#ppt_y"/>
                                          </p:val>
                                        </p:tav>
                                      </p:tavLst>
                                    </p:anim>
                                  </p:childTnLst>
                                </p:cTn>
                              </p:par>
                            </p:childTnLst>
                          </p:cTn>
                        </p:par>
                        <p:par>
                          <p:cTn id="17" fill="hold">
                            <p:stCondLst>
                              <p:cond delay="1000"/>
                            </p:stCondLst>
                            <p:childTnLst>
                              <p:par>
                                <p:cTn id="18" presetID="2" presetClass="entr" presetSubtype="4" accel="50000" decel="50000" fill="hold" grpId="0" nodeType="afterEffect" nodePh="1">
                                  <p:stCondLst>
                                    <p:cond delay="0"/>
                                  </p:stCondLst>
                                  <p:endCondLst>
                                    <p:cond evt="begin" delay="0">
                                      <p:tn val="18"/>
                                    </p:cond>
                                  </p:endCondLst>
                                  <p:childTnLst>
                                    <p:set>
                                      <p:cBhvr>
                                        <p:cTn id="19" dur="1" fill="hold">
                                          <p:stCondLst>
                                            <p:cond delay="0"/>
                                          </p:stCondLst>
                                        </p:cTn>
                                        <p:tgtEl>
                                          <p:spTgt spid="42">
                                            <p:txEl>
                                              <p:pRg st="0" end="0"/>
                                            </p:txEl>
                                          </p:spTgt>
                                        </p:tgtEl>
                                        <p:attrNameLst>
                                          <p:attrName>style.visibility</p:attrName>
                                        </p:attrNameLst>
                                      </p:cBhvr>
                                      <p:to>
                                        <p:strVal val="visible"/>
                                      </p:to>
                                    </p:set>
                                    <p:anim calcmode="lin" valueType="num">
                                      <p:cBhvr additive="base">
                                        <p:cTn id="20" dur="500" fill="hold"/>
                                        <p:tgtEl>
                                          <p:spTgt spid="42">
                                            <p:txEl>
                                              <p:pRg st="0" end="0"/>
                                            </p:txEl>
                                          </p:spTgt>
                                        </p:tgtEl>
                                        <p:attrNameLst>
                                          <p:attrName>ppt_x</p:attrName>
                                        </p:attrNameLst>
                                      </p:cBhvr>
                                      <p:tavLst>
                                        <p:tav tm="0">
                                          <p:val>
                                            <p:strVal val="#ppt_x"/>
                                          </p:val>
                                        </p:tav>
                                        <p:tav tm="100000">
                                          <p:val>
                                            <p:strVal val="#ppt_x"/>
                                          </p:val>
                                        </p:tav>
                                      </p:tavLst>
                                    </p:anim>
                                    <p:anim calcmode="lin" valueType="num">
                                      <p:cBhvr additive="base">
                                        <p:cTn id="21" dur="500" fill="hold"/>
                                        <p:tgtEl>
                                          <p:spTgt spid="42">
                                            <p:txEl>
                                              <p:pRg st="0" end="0"/>
                                            </p:txEl>
                                          </p:spTgt>
                                        </p:tgtEl>
                                        <p:attrNameLst>
                                          <p:attrName>ppt_y</p:attrName>
                                        </p:attrNameLst>
                                      </p:cBhvr>
                                      <p:tavLst>
                                        <p:tav tm="0">
                                          <p:val>
                                            <p:strVal val="1+#ppt_h/2"/>
                                          </p:val>
                                        </p:tav>
                                        <p:tav tm="100000">
                                          <p:val>
                                            <p:strVal val="#ppt_y"/>
                                          </p:val>
                                        </p:tav>
                                      </p:tavLst>
                                    </p:anim>
                                  </p:childTnLst>
                                </p:cTn>
                              </p:par>
                            </p:childTnLst>
                          </p:cTn>
                        </p:par>
                        <p:par>
                          <p:cTn id="22" fill="hold">
                            <p:stCondLst>
                              <p:cond delay="1500"/>
                            </p:stCondLst>
                            <p:childTnLst>
                              <p:par>
                                <p:cTn id="23" presetID="2" presetClass="entr" presetSubtype="4" accel="50000" decel="50000" fill="hold" grpId="0" nodeType="afterEffect" nodePh="1">
                                  <p:stCondLst>
                                    <p:cond delay="0"/>
                                  </p:stCondLst>
                                  <p:endCondLst>
                                    <p:cond evt="begin" delay="0">
                                      <p:tn val="23"/>
                                    </p:cond>
                                  </p:endCondLst>
                                  <p:childTnLst>
                                    <p:set>
                                      <p:cBhvr>
                                        <p:cTn id="24" dur="1" fill="hold">
                                          <p:stCondLst>
                                            <p:cond delay="0"/>
                                          </p:stCondLst>
                                        </p:cTn>
                                        <p:tgtEl>
                                          <p:spTgt spid="40">
                                            <p:txEl>
                                              <p:pRg st="0" end="0"/>
                                            </p:txEl>
                                          </p:spTgt>
                                        </p:tgtEl>
                                        <p:attrNameLst>
                                          <p:attrName>style.visibility</p:attrName>
                                        </p:attrNameLst>
                                      </p:cBhvr>
                                      <p:to>
                                        <p:strVal val="visible"/>
                                      </p:to>
                                    </p:set>
                                    <p:anim calcmode="lin" valueType="num">
                                      <p:cBhvr additive="base">
                                        <p:cTn id="25" dur="500" fill="hold"/>
                                        <p:tgtEl>
                                          <p:spTgt spid="40">
                                            <p:txEl>
                                              <p:pRg st="0" end="0"/>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40">
                                            <p:txEl>
                                              <p:pRg st="0" end="0"/>
                                            </p:txEl>
                                          </p:spTgt>
                                        </p:tgtEl>
                                        <p:attrNameLst>
                                          <p:attrName>ppt_y</p:attrName>
                                        </p:attrNameLst>
                                      </p:cBhvr>
                                      <p:tavLst>
                                        <p:tav tm="0">
                                          <p:val>
                                            <p:strVal val="1+#ppt_h/2"/>
                                          </p:val>
                                        </p:tav>
                                        <p:tav tm="100000">
                                          <p:val>
                                            <p:strVal val="#ppt_y"/>
                                          </p:val>
                                        </p:tav>
                                      </p:tavLst>
                                    </p:anim>
                                  </p:childTnLst>
                                </p:cTn>
                              </p:par>
                            </p:childTnLst>
                          </p:cTn>
                        </p:par>
                        <p:par>
                          <p:cTn id="27" fill="hold">
                            <p:stCondLst>
                              <p:cond delay="2000"/>
                            </p:stCondLst>
                            <p:childTnLst>
                              <p:par>
                                <p:cTn id="28" presetID="2" presetClass="entr" presetSubtype="1" accel="50000" decel="50000" fill="hold" grpId="0" nodeType="afterEffect">
                                  <p:stCondLst>
                                    <p:cond delay="0"/>
                                  </p:stCondLst>
                                  <p:childTnLst>
                                    <p:set>
                                      <p:cBhvr>
                                        <p:cTn id="29" dur="1" fill="hold">
                                          <p:stCondLst>
                                            <p:cond delay="0"/>
                                          </p:stCondLst>
                                        </p:cTn>
                                        <p:tgtEl>
                                          <p:spTgt spid="60"/>
                                        </p:tgtEl>
                                        <p:attrNameLst>
                                          <p:attrName>style.visibility</p:attrName>
                                        </p:attrNameLst>
                                      </p:cBhvr>
                                      <p:to>
                                        <p:strVal val="visible"/>
                                      </p:to>
                                    </p:set>
                                    <p:anim calcmode="lin" valueType="num">
                                      <p:cBhvr additive="base">
                                        <p:cTn id="30" dur="500" fill="hold"/>
                                        <p:tgtEl>
                                          <p:spTgt spid="60"/>
                                        </p:tgtEl>
                                        <p:attrNameLst>
                                          <p:attrName>ppt_x</p:attrName>
                                        </p:attrNameLst>
                                      </p:cBhvr>
                                      <p:tavLst>
                                        <p:tav tm="0">
                                          <p:val>
                                            <p:strVal val="#ppt_x"/>
                                          </p:val>
                                        </p:tav>
                                        <p:tav tm="100000">
                                          <p:val>
                                            <p:strVal val="#ppt_x"/>
                                          </p:val>
                                        </p:tav>
                                      </p:tavLst>
                                    </p:anim>
                                    <p:anim calcmode="lin" valueType="num">
                                      <p:cBhvr additive="base">
                                        <p:cTn id="31" dur="500" fill="hold"/>
                                        <p:tgtEl>
                                          <p:spTgt spid="60"/>
                                        </p:tgtEl>
                                        <p:attrNameLst>
                                          <p:attrName>ppt_y</p:attrName>
                                        </p:attrNameLst>
                                      </p:cBhvr>
                                      <p:tavLst>
                                        <p:tav tm="0">
                                          <p:val>
                                            <p:strVal val="0-#ppt_h/2"/>
                                          </p:val>
                                        </p:tav>
                                        <p:tav tm="100000">
                                          <p:val>
                                            <p:strVal val="#ppt_y"/>
                                          </p:val>
                                        </p:tav>
                                      </p:tavLst>
                                    </p:anim>
                                  </p:childTnLst>
                                </p:cTn>
                              </p:par>
                            </p:childTnLst>
                          </p:cTn>
                        </p:par>
                        <p:par>
                          <p:cTn id="32" fill="hold">
                            <p:stCondLst>
                              <p:cond delay="2500"/>
                            </p:stCondLst>
                            <p:childTnLst>
                              <p:par>
                                <p:cTn id="33" presetID="22" presetClass="entr" presetSubtype="4" fill="hold" grpId="0" nodeType="afterEffect" nodePh="1">
                                  <p:stCondLst>
                                    <p:cond delay="0"/>
                                  </p:stCondLst>
                                  <p:endCondLst>
                                    <p:cond evt="begin" delay="0">
                                      <p:tn val="33"/>
                                    </p:cond>
                                  </p:endCondLst>
                                  <p:childTnLst>
                                    <p:set>
                                      <p:cBhvr>
                                        <p:cTn id="34" dur="1" fill="hold">
                                          <p:stCondLst>
                                            <p:cond delay="0"/>
                                          </p:stCondLst>
                                        </p:cTn>
                                        <p:tgtEl>
                                          <p:spTgt spid="61">
                                            <p:txEl>
                                              <p:pRg st="0" end="0"/>
                                            </p:txEl>
                                          </p:spTgt>
                                        </p:tgtEl>
                                        <p:attrNameLst>
                                          <p:attrName>style.visibility</p:attrName>
                                        </p:attrNameLst>
                                      </p:cBhvr>
                                      <p:to>
                                        <p:strVal val="visible"/>
                                      </p:to>
                                    </p:set>
                                    <p:animEffect transition="in" filter="wipe(down)">
                                      <p:cBhvr>
                                        <p:cTn id="35" dur="500"/>
                                        <p:tgtEl>
                                          <p:spTgt spid="61">
                                            <p:txEl>
                                              <p:pRg st="0" end="0"/>
                                            </p:txEl>
                                          </p:spTgt>
                                        </p:tgtEl>
                                      </p:cBhvr>
                                    </p:animEffect>
                                  </p:childTnLst>
                                </p:cTn>
                              </p:par>
                              <p:par>
                                <p:cTn id="36" presetID="2" presetClass="entr" presetSubtype="4" accel="50000" decel="50000" fill="hold" grpId="0" nodeType="withEffect">
                                  <p:stCondLst>
                                    <p:cond delay="0"/>
                                  </p:stCondLst>
                                  <p:childTnLst>
                                    <p:set>
                                      <p:cBhvr>
                                        <p:cTn id="37" dur="1" fill="hold">
                                          <p:stCondLst>
                                            <p:cond delay="0"/>
                                          </p:stCondLst>
                                        </p:cTn>
                                        <p:tgtEl>
                                          <p:spTgt spid="58"/>
                                        </p:tgtEl>
                                        <p:attrNameLst>
                                          <p:attrName>style.visibility</p:attrName>
                                        </p:attrNameLst>
                                      </p:cBhvr>
                                      <p:to>
                                        <p:strVal val="visible"/>
                                      </p:to>
                                    </p:set>
                                    <p:anim calcmode="lin" valueType="num">
                                      <p:cBhvr additive="base">
                                        <p:cTn id="38" dur="500" fill="hold"/>
                                        <p:tgtEl>
                                          <p:spTgt spid="58"/>
                                        </p:tgtEl>
                                        <p:attrNameLst>
                                          <p:attrName>ppt_x</p:attrName>
                                        </p:attrNameLst>
                                      </p:cBhvr>
                                      <p:tavLst>
                                        <p:tav tm="0">
                                          <p:val>
                                            <p:strVal val="#ppt_x"/>
                                          </p:val>
                                        </p:tav>
                                        <p:tav tm="100000">
                                          <p:val>
                                            <p:strVal val="#ppt_x"/>
                                          </p:val>
                                        </p:tav>
                                      </p:tavLst>
                                    </p:anim>
                                    <p:anim calcmode="lin" valueType="num">
                                      <p:cBhvr additive="base">
                                        <p:cTn id="39" dur="500" fill="hold"/>
                                        <p:tgtEl>
                                          <p:spTgt spid="58"/>
                                        </p:tgtEl>
                                        <p:attrNameLst>
                                          <p:attrName>ppt_y</p:attrName>
                                        </p:attrNameLst>
                                      </p:cBhvr>
                                      <p:tavLst>
                                        <p:tav tm="0">
                                          <p:val>
                                            <p:strVal val="1+#ppt_h/2"/>
                                          </p:val>
                                        </p:tav>
                                        <p:tav tm="100000">
                                          <p:val>
                                            <p:strVal val="#ppt_y"/>
                                          </p:val>
                                        </p:tav>
                                      </p:tavLst>
                                    </p:anim>
                                  </p:childTnLst>
                                </p:cTn>
                              </p:par>
                            </p:childTnLst>
                          </p:cTn>
                        </p:par>
                        <p:par>
                          <p:cTn id="40" fill="hold">
                            <p:stCondLst>
                              <p:cond delay="3000"/>
                            </p:stCondLst>
                            <p:childTnLst>
                              <p:par>
                                <p:cTn id="41" presetID="2" presetClass="entr" presetSubtype="4" accel="50000" decel="50000" fill="hold" grpId="0" nodeType="afterEffect" nodePh="1">
                                  <p:stCondLst>
                                    <p:cond delay="0"/>
                                  </p:stCondLst>
                                  <p:endCondLst>
                                    <p:cond evt="begin" delay="0">
                                      <p:tn val="41"/>
                                    </p:cond>
                                  </p:endCondLst>
                                  <p:childTnLst>
                                    <p:set>
                                      <p:cBhvr>
                                        <p:cTn id="42" dur="1" fill="hold">
                                          <p:stCondLst>
                                            <p:cond delay="0"/>
                                          </p:stCondLst>
                                        </p:cTn>
                                        <p:tgtEl>
                                          <p:spTgt spid="62">
                                            <p:txEl>
                                              <p:pRg st="0" end="0"/>
                                            </p:txEl>
                                          </p:spTgt>
                                        </p:tgtEl>
                                        <p:attrNameLst>
                                          <p:attrName>style.visibility</p:attrName>
                                        </p:attrNameLst>
                                      </p:cBhvr>
                                      <p:to>
                                        <p:strVal val="visible"/>
                                      </p:to>
                                    </p:set>
                                    <p:anim calcmode="lin" valueType="num">
                                      <p:cBhvr additive="base">
                                        <p:cTn id="43" dur="500" fill="hold"/>
                                        <p:tgtEl>
                                          <p:spTgt spid="62">
                                            <p:txEl>
                                              <p:pRg st="0" end="0"/>
                                            </p:txEl>
                                          </p:spTgt>
                                        </p:tgtEl>
                                        <p:attrNameLst>
                                          <p:attrName>ppt_x</p:attrName>
                                        </p:attrNameLst>
                                      </p:cBhvr>
                                      <p:tavLst>
                                        <p:tav tm="0">
                                          <p:val>
                                            <p:strVal val="#ppt_x"/>
                                          </p:val>
                                        </p:tav>
                                        <p:tav tm="100000">
                                          <p:val>
                                            <p:strVal val="#ppt_x"/>
                                          </p:val>
                                        </p:tav>
                                      </p:tavLst>
                                    </p:anim>
                                    <p:anim calcmode="lin" valueType="num">
                                      <p:cBhvr additive="base">
                                        <p:cTn id="44" dur="500" fill="hold"/>
                                        <p:tgtEl>
                                          <p:spTgt spid="62">
                                            <p:txEl>
                                              <p:pRg st="0" end="0"/>
                                            </p:txEl>
                                          </p:spTgt>
                                        </p:tgtEl>
                                        <p:attrNameLst>
                                          <p:attrName>ppt_y</p:attrName>
                                        </p:attrNameLst>
                                      </p:cBhvr>
                                      <p:tavLst>
                                        <p:tav tm="0">
                                          <p:val>
                                            <p:strVal val="1+#ppt_h/2"/>
                                          </p:val>
                                        </p:tav>
                                        <p:tav tm="100000">
                                          <p:val>
                                            <p:strVal val="#ppt_y"/>
                                          </p:val>
                                        </p:tav>
                                      </p:tavLst>
                                    </p:anim>
                                  </p:childTnLst>
                                </p:cTn>
                              </p:par>
                            </p:childTnLst>
                          </p:cTn>
                        </p:par>
                        <p:par>
                          <p:cTn id="45" fill="hold">
                            <p:stCondLst>
                              <p:cond delay="3500"/>
                            </p:stCondLst>
                            <p:childTnLst>
                              <p:par>
                                <p:cTn id="46" presetID="2" presetClass="entr" presetSubtype="4" accel="50000" decel="50000" fill="hold" grpId="0" nodeType="afterEffect" nodePh="1">
                                  <p:stCondLst>
                                    <p:cond delay="0"/>
                                  </p:stCondLst>
                                  <p:endCondLst>
                                    <p:cond evt="begin" delay="0">
                                      <p:tn val="46"/>
                                    </p:cond>
                                  </p:endCondLst>
                                  <p:childTnLst>
                                    <p:set>
                                      <p:cBhvr>
                                        <p:cTn id="47" dur="1" fill="hold">
                                          <p:stCondLst>
                                            <p:cond delay="0"/>
                                          </p:stCondLst>
                                        </p:cTn>
                                        <p:tgtEl>
                                          <p:spTgt spid="59">
                                            <p:txEl>
                                              <p:pRg st="0" end="0"/>
                                            </p:txEl>
                                          </p:spTgt>
                                        </p:tgtEl>
                                        <p:attrNameLst>
                                          <p:attrName>style.visibility</p:attrName>
                                        </p:attrNameLst>
                                      </p:cBhvr>
                                      <p:to>
                                        <p:strVal val="visible"/>
                                      </p:to>
                                    </p:set>
                                    <p:anim calcmode="lin" valueType="num">
                                      <p:cBhvr additive="base">
                                        <p:cTn id="48" dur="500" fill="hold"/>
                                        <p:tgtEl>
                                          <p:spTgt spid="59">
                                            <p:txEl>
                                              <p:pRg st="0" end="0"/>
                                            </p:txEl>
                                          </p:spTgt>
                                        </p:tgtEl>
                                        <p:attrNameLst>
                                          <p:attrName>ppt_x</p:attrName>
                                        </p:attrNameLst>
                                      </p:cBhvr>
                                      <p:tavLst>
                                        <p:tav tm="0">
                                          <p:val>
                                            <p:strVal val="#ppt_x"/>
                                          </p:val>
                                        </p:tav>
                                        <p:tav tm="100000">
                                          <p:val>
                                            <p:strVal val="#ppt_x"/>
                                          </p:val>
                                        </p:tav>
                                      </p:tavLst>
                                    </p:anim>
                                    <p:anim calcmode="lin" valueType="num">
                                      <p:cBhvr additive="base">
                                        <p:cTn id="49" dur="500" fill="hold"/>
                                        <p:tgtEl>
                                          <p:spTgt spid="59">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 grpId="0"/>
      <p:bldP spid="38" grpId="0"/>
      <p:bldP spid="40"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40"/>
                        </p:tgtEl>
                        <p:attrNameLst>
                          <p:attrName>style.visibility</p:attrName>
                        </p:attrNameLst>
                      </p:cBhvr>
                      <p:to>
                        <p:strVal val="visible"/>
                      </p:to>
                    </p:set>
                    <p:anim calcmode="lin" valueType="num">
                      <p:cBhvr additive="base">
                        <p:cTn dur="500" fill="hold"/>
                        <p:tgtEl>
                          <p:spTgt spid="40"/>
                        </p:tgtEl>
                        <p:attrNameLst>
                          <p:attrName>ppt_x</p:attrName>
                        </p:attrNameLst>
                      </p:cBhvr>
                      <p:tavLst>
                        <p:tav tm="0">
                          <p:val>
                            <p:strVal val="#ppt_x"/>
                          </p:val>
                        </p:tav>
                        <p:tav tm="100000">
                          <p:val>
                            <p:strVal val="#ppt_x"/>
                          </p:val>
                        </p:tav>
                      </p:tavLst>
                    </p:anim>
                    <p:anim calcmode="lin" valueType="num">
                      <p:cBhvr additive="base">
                        <p:cTn dur="500" fill="hold"/>
                        <p:tgtEl>
                          <p:spTgt spid="40"/>
                        </p:tgtEl>
                        <p:attrNameLst>
                          <p:attrName>ppt_y</p:attrName>
                        </p:attrNameLst>
                      </p:cBhvr>
                      <p:tavLst>
                        <p:tav tm="0">
                          <p:val>
                            <p:strVal val="1+#ppt_h/2"/>
                          </p:val>
                        </p:tav>
                        <p:tav tm="100000">
                          <p:val>
                            <p:strVal val="#ppt_y"/>
                          </p:val>
                        </p:tav>
                      </p:tavLst>
                    </p:anim>
                  </p:childTnLst>
                </p:cTn>
              </p:par>
            </p:tnLst>
          </p:tmpl>
        </p:tmplLst>
      </p:bldP>
      <p:bldP spid="42"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42"/>
                        </p:tgtEl>
                        <p:attrNameLst>
                          <p:attrName>style.visibility</p:attrName>
                        </p:attrNameLst>
                      </p:cBhvr>
                      <p:to>
                        <p:strVal val="visible"/>
                      </p:to>
                    </p:set>
                    <p:anim calcmode="lin" valueType="num">
                      <p:cBhvr additive="base">
                        <p:cTn dur="500" fill="hold"/>
                        <p:tgtEl>
                          <p:spTgt spid="42"/>
                        </p:tgtEl>
                        <p:attrNameLst>
                          <p:attrName>ppt_x</p:attrName>
                        </p:attrNameLst>
                      </p:cBhvr>
                      <p:tavLst>
                        <p:tav tm="0">
                          <p:val>
                            <p:strVal val="#ppt_x"/>
                          </p:val>
                        </p:tav>
                        <p:tav tm="100000">
                          <p:val>
                            <p:strVal val="#ppt_x"/>
                          </p:val>
                        </p:tav>
                      </p:tavLst>
                    </p:anim>
                    <p:anim calcmode="lin" valueType="num">
                      <p:cBhvr additive="base">
                        <p:cTn dur="500" fill="hold"/>
                        <p:tgtEl>
                          <p:spTgt spid="42"/>
                        </p:tgtEl>
                        <p:attrNameLst>
                          <p:attrName>ppt_y</p:attrName>
                        </p:attrNameLst>
                      </p:cBhvr>
                      <p:tavLst>
                        <p:tav tm="0">
                          <p:val>
                            <p:strVal val="1+#ppt_h/2"/>
                          </p:val>
                        </p:tav>
                        <p:tav tm="100000">
                          <p:val>
                            <p:strVal val="#ppt_y"/>
                          </p:val>
                        </p:tav>
                      </p:tavLst>
                    </p:anim>
                  </p:childTnLst>
                </p:cTn>
              </p:par>
            </p:tnLst>
          </p:tmpl>
        </p:tmplLst>
      </p:bldP>
      <p:bldP spid="59"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59"/>
                        </p:tgtEl>
                        <p:attrNameLst>
                          <p:attrName>style.visibility</p:attrName>
                        </p:attrNameLst>
                      </p:cBhvr>
                      <p:to>
                        <p:strVal val="visible"/>
                      </p:to>
                    </p:set>
                    <p:anim calcmode="lin" valueType="num">
                      <p:cBhvr additive="base">
                        <p:cTn dur="500" fill="hold"/>
                        <p:tgtEl>
                          <p:spTgt spid="59"/>
                        </p:tgtEl>
                        <p:attrNameLst>
                          <p:attrName>ppt_x</p:attrName>
                        </p:attrNameLst>
                      </p:cBhvr>
                      <p:tavLst>
                        <p:tav tm="0">
                          <p:val>
                            <p:strVal val="#ppt_x"/>
                          </p:val>
                        </p:tav>
                        <p:tav tm="100000">
                          <p:val>
                            <p:strVal val="#ppt_x"/>
                          </p:val>
                        </p:tav>
                      </p:tavLst>
                    </p:anim>
                    <p:anim calcmode="lin" valueType="num">
                      <p:cBhvr additive="base">
                        <p:cTn dur="500" fill="hold"/>
                        <p:tgtEl>
                          <p:spTgt spid="59"/>
                        </p:tgtEl>
                        <p:attrNameLst>
                          <p:attrName>ppt_y</p:attrName>
                        </p:attrNameLst>
                      </p:cBhvr>
                      <p:tavLst>
                        <p:tav tm="0">
                          <p:val>
                            <p:strVal val="1+#ppt_h/2"/>
                          </p:val>
                        </p:tav>
                        <p:tav tm="100000">
                          <p:val>
                            <p:strVal val="#ppt_y"/>
                          </p:val>
                        </p:tav>
                      </p:tavLst>
                    </p:anim>
                  </p:childTnLst>
                </p:cTn>
              </p:par>
            </p:tnLst>
          </p:tmpl>
        </p:tmplLst>
      </p:bldP>
      <p:bldP spid="62"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62"/>
                        </p:tgtEl>
                        <p:attrNameLst>
                          <p:attrName>style.visibility</p:attrName>
                        </p:attrNameLst>
                      </p:cBhvr>
                      <p:to>
                        <p:strVal val="visible"/>
                      </p:to>
                    </p:set>
                    <p:anim calcmode="lin" valueType="num">
                      <p:cBhvr additive="base">
                        <p:cTn dur="500" fill="hold"/>
                        <p:tgtEl>
                          <p:spTgt spid="62"/>
                        </p:tgtEl>
                        <p:attrNameLst>
                          <p:attrName>ppt_x</p:attrName>
                        </p:attrNameLst>
                      </p:cBhvr>
                      <p:tavLst>
                        <p:tav tm="0">
                          <p:val>
                            <p:strVal val="#ppt_x"/>
                          </p:val>
                        </p:tav>
                        <p:tav tm="100000">
                          <p:val>
                            <p:strVal val="#ppt_x"/>
                          </p:val>
                        </p:tav>
                      </p:tavLst>
                    </p:anim>
                    <p:anim calcmode="lin" valueType="num">
                      <p:cBhvr additive="base">
                        <p:cTn dur="500" fill="hold"/>
                        <p:tgtEl>
                          <p:spTgt spid="62"/>
                        </p:tgtEl>
                        <p:attrNameLst>
                          <p:attrName>ppt_y</p:attrName>
                        </p:attrNameLst>
                      </p:cBhvr>
                      <p:tavLst>
                        <p:tav tm="0">
                          <p:val>
                            <p:strVal val="1+#ppt_h/2"/>
                          </p:val>
                        </p:tav>
                        <p:tav tm="100000">
                          <p:val>
                            <p:strVal val="#ppt_y"/>
                          </p:val>
                        </p:tav>
                      </p:tavLst>
                    </p:anim>
                  </p:childTnLst>
                </p:cTn>
              </p:par>
            </p:tnLst>
          </p:tmpl>
        </p:tmplLst>
      </p:bldP>
      <p:bldP spid="32" grpId="0" animBg="1"/>
      <p:bldP spid="41"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41"/>
                        </p:tgtEl>
                        <p:attrNameLst>
                          <p:attrName>style.visibility</p:attrName>
                        </p:attrNameLst>
                      </p:cBhvr>
                      <p:to>
                        <p:strVal val="visible"/>
                      </p:to>
                    </p:set>
                    <p:animEffect transition="in" filter="wipe(down)">
                      <p:cBhvr>
                        <p:cTn dur="500"/>
                        <p:tgtEl>
                          <p:spTgt spid="41"/>
                        </p:tgtEl>
                      </p:cBhvr>
                    </p:animEffect>
                  </p:childTnLst>
                </p:cTn>
              </p:par>
            </p:tnLst>
          </p:tmpl>
        </p:tmplLst>
      </p:bldP>
      <p:bldP spid="60" grpId="0" animBg="1"/>
      <p:bldP spid="61"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61"/>
                        </p:tgtEl>
                        <p:attrNameLst>
                          <p:attrName>style.visibility</p:attrName>
                        </p:attrNameLst>
                      </p:cBhvr>
                      <p:to>
                        <p:strVal val="visible"/>
                      </p:to>
                    </p:set>
                    <p:animEffect transition="in" filter="wipe(down)">
                      <p:cBhvr>
                        <p:cTn dur="500"/>
                        <p:tgtEl>
                          <p:spTgt spid="61"/>
                        </p:tgtEl>
                      </p:cBhvr>
                    </p:animEffect>
                  </p:childTnLst>
                </p:cTn>
              </p:par>
            </p:tnLst>
          </p:tmpl>
        </p:tmplLst>
      </p:bldP>
    </p:bldLst>
  </p:timing>
</p:sldLayout>
</file>

<file path=ppt/slideLayouts/slideLayout321.xml><?xml version="1.0" encoding="utf-8"?>
<p:sldLayout xmlns:a="http://schemas.openxmlformats.org/drawingml/2006/main" xmlns:r="http://schemas.openxmlformats.org/officeDocument/2006/relationships" xmlns:p="http://schemas.openxmlformats.org/presentationml/2006/main" userDrawn="1">
  <p:cSld name="3-Pics">
    <p:spTree>
      <p:nvGrpSpPr>
        <p:cNvPr id="1" name=""/>
        <p:cNvGrpSpPr/>
        <p:nvPr/>
      </p:nvGrpSpPr>
      <p:grpSpPr>
        <a:xfrm>
          <a:off x="0" y="0"/>
          <a:ext cx="0" cy="0"/>
          <a:chOff x="0" y="0"/>
          <a:chExt cx="0" cy="0"/>
        </a:xfrm>
      </p:grpSpPr>
      <p:sp>
        <p:nvSpPr>
          <p:cNvPr id="75" name="Picture Placeholder 7"/>
          <p:cNvSpPr>
            <a:spLocks noGrp="1"/>
          </p:cNvSpPr>
          <p:nvPr>
            <p:ph type="pic" sz="quarter" idx="10" hasCustomPrompt="1"/>
          </p:nvPr>
        </p:nvSpPr>
        <p:spPr>
          <a:xfrm>
            <a:off x="858245" y="2220287"/>
            <a:ext cx="3322495" cy="2522991"/>
          </a:xfrm>
          <a:prstGeom prst="downArrowCallout">
            <a:avLst>
              <a:gd name="adj1" fmla="val 35178"/>
              <a:gd name="adj2" fmla="val 13059"/>
              <a:gd name="adj3" fmla="val 7566"/>
              <a:gd name="adj4" fmla="val 92434"/>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76" name="Text Placeholder 3"/>
          <p:cNvSpPr>
            <a:spLocks noGrp="1"/>
          </p:cNvSpPr>
          <p:nvPr>
            <p:ph type="body" sz="half" idx="15"/>
          </p:nvPr>
        </p:nvSpPr>
        <p:spPr>
          <a:xfrm>
            <a:off x="865268" y="5155135"/>
            <a:ext cx="3315472" cy="846795"/>
          </a:xfrm>
          <a:prstGeom prst="rect">
            <a:avLst/>
          </a:prstGeom>
        </p:spPr>
        <p:txBody>
          <a:bodyPr wrap="non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a:solidFill>
                <a:schemeClr val="tx1">
                  <a:lumMod val="50000"/>
                  <a:lumOff val="50000"/>
                </a:schemeClr>
              </a:solidFill>
            </a:endParaRPr>
          </a:p>
        </p:txBody>
      </p:sp>
      <p:sp>
        <p:nvSpPr>
          <p:cNvPr id="77" name="Text Placeholder 3"/>
          <p:cNvSpPr>
            <a:spLocks noGrp="1"/>
          </p:cNvSpPr>
          <p:nvPr>
            <p:ph type="body" sz="half" idx="17"/>
          </p:nvPr>
        </p:nvSpPr>
        <p:spPr>
          <a:xfrm>
            <a:off x="858243" y="4880532"/>
            <a:ext cx="3324756" cy="257040"/>
          </a:xfrm>
          <a:prstGeom prst="rect">
            <a:avLst/>
          </a:prstGeom>
        </p:spPr>
        <p:txBody>
          <a:bodyPr wrap="none" lIns="0" tIns="0" rIns="0" bIns="0" anchor="ctr">
            <a:noAutofit/>
          </a:bodyPr>
          <a:lstStyle>
            <a:lvl1pPr marL="0" indent="0" algn="ctr">
              <a:buNone/>
              <a:defRPr sz="1467" b="1" baseline="0">
                <a:solidFill>
                  <a:schemeClr val="accent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78" name="Rectangle 77"/>
          <p:cNvSpPr/>
          <p:nvPr userDrawn="1"/>
        </p:nvSpPr>
        <p:spPr>
          <a:xfrm>
            <a:off x="865267" y="1710413"/>
            <a:ext cx="3315472" cy="50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1867" dirty="0">
              <a:solidFill>
                <a:srgbClr val="FFFFFF"/>
              </a:solidFill>
            </a:endParaRPr>
          </a:p>
        </p:txBody>
      </p:sp>
      <p:sp>
        <p:nvSpPr>
          <p:cNvPr id="79" name="Text Placeholder 3"/>
          <p:cNvSpPr>
            <a:spLocks noGrp="1"/>
          </p:cNvSpPr>
          <p:nvPr>
            <p:ph type="body" sz="half" idx="16"/>
          </p:nvPr>
        </p:nvSpPr>
        <p:spPr>
          <a:xfrm>
            <a:off x="990157" y="1830583"/>
            <a:ext cx="3065691" cy="267661"/>
          </a:xfrm>
          <a:prstGeom prst="rect">
            <a:avLst/>
          </a:prstGeom>
        </p:spPr>
        <p:txBody>
          <a:bodyPr wrap="non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80" name="Picture Placeholder 7"/>
          <p:cNvSpPr>
            <a:spLocks noGrp="1"/>
          </p:cNvSpPr>
          <p:nvPr>
            <p:ph type="pic" sz="quarter" idx="18" hasCustomPrompt="1"/>
          </p:nvPr>
        </p:nvSpPr>
        <p:spPr>
          <a:xfrm>
            <a:off x="4445005" y="2220287"/>
            <a:ext cx="3322495" cy="2522991"/>
          </a:xfrm>
          <a:prstGeom prst="downArrowCallout">
            <a:avLst>
              <a:gd name="adj1" fmla="val 35178"/>
              <a:gd name="adj2" fmla="val 13059"/>
              <a:gd name="adj3" fmla="val 7566"/>
              <a:gd name="adj4" fmla="val 92434"/>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81" name="Text Placeholder 3"/>
          <p:cNvSpPr>
            <a:spLocks noGrp="1"/>
          </p:cNvSpPr>
          <p:nvPr>
            <p:ph type="body" sz="half" idx="19"/>
          </p:nvPr>
        </p:nvSpPr>
        <p:spPr>
          <a:xfrm>
            <a:off x="4452025" y="5155135"/>
            <a:ext cx="3315472" cy="846795"/>
          </a:xfrm>
          <a:prstGeom prst="rect">
            <a:avLst/>
          </a:prstGeom>
        </p:spPr>
        <p:txBody>
          <a:bodyPr wrap="non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a:solidFill>
                <a:schemeClr val="tx1">
                  <a:lumMod val="50000"/>
                  <a:lumOff val="50000"/>
                </a:schemeClr>
              </a:solidFill>
            </a:endParaRPr>
          </a:p>
        </p:txBody>
      </p:sp>
      <p:sp>
        <p:nvSpPr>
          <p:cNvPr id="82" name="Text Placeholder 3"/>
          <p:cNvSpPr>
            <a:spLocks noGrp="1"/>
          </p:cNvSpPr>
          <p:nvPr>
            <p:ph type="body" sz="half" idx="20"/>
          </p:nvPr>
        </p:nvSpPr>
        <p:spPr>
          <a:xfrm>
            <a:off x="4445001" y="4880532"/>
            <a:ext cx="3324756" cy="257040"/>
          </a:xfrm>
          <a:prstGeom prst="rect">
            <a:avLst/>
          </a:prstGeom>
        </p:spPr>
        <p:txBody>
          <a:bodyPr wrap="none" lIns="0" tIns="0" rIns="0" bIns="0" anchor="ctr">
            <a:noAutofit/>
          </a:bodyPr>
          <a:lstStyle>
            <a:lvl1pPr marL="0" indent="0" algn="ctr">
              <a:buNone/>
              <a:defRPr sz="1467" b="1" baseline="0">
                <a:solidFill>
                  <a:schemeClr val="accent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83" name="Rectangle 82"/>
          <p:cNvSpPr/>
          <p:nvPr userDrawn="1"/>
        </p:nvSpPr>
        <p:spPr>
          <a:xfrm>
            <a:off x="4452025" y="1710413"/>
            <a:ext cx="3315472" cy="50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1867" dirty="0">
              <a:solidFill>
                <a:srgbClr val="FFFFFF"/>
              </a:solidFill>
            </a:endParaRPr>
          </a:p>
        </p:txBody>
      </p:sp>
      <p:sp>
        <p:nvSpPr>
          <p:cNvPr id="84" name="Text Placeholder 3"/>
          <p:cNvSpPr>
            <a:spLocks noGrp="1"/>
          </p:cNvSpPr>
          <p:nvPr>
            <p:ph type="body" sz="half" idx="21"/>
          </p:nvPr>
        </p:nvSpPr>
        <p:spPr>
          <a:xfrm>
            <a:off x="4576916" y="1830583"/>
            <a:ext cx="3065691" cy="267661"/>
          </a:xfrm>
          <a:prstGeom prst="rect">
            <a:avLst/>
          </a:prstGeom>
        </p:spPr>
        <p:txBody>
          <a:bodyPr wrap="non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85" name="Picture Placeholder 7"/>
          <p:cNvSpPr>
            <a:spLocks noGrp="1"/>
          </p:cNvSpPr>
          <p:nvPr>
            <p:ph type="pic" sz="quarter" idx="22" hasCustomPrompt="1"/>
          </p:nvPr>
        </p:nvSpPr>
        <p:spPr>
          <a:xfrm>
            <a:off x="8026403" y="2220287"/>
            <a:ext cx="3322495" cy="2522991"/>
          </a:xfrm>
          <a:prstGeom prst="downArrowCallout">
            <a:avLst>
              <a:gd name="adj1" fmla="val 35178"/>
              <a:gd name="adj2" fmla="val 13059"/>
              <a:gd name="adj3" fmla="val 7566"/>
              <a:gd name="adj4" fmla="val 92434"/>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86" name="Text Placeholder 3"/>
          <p:cNvSpPr>
            <a:spLocks noGrp="1"/>
          </p:cNvSpPr>
          <p:nvPr>
            <p:ph type="body" sz="half" idx="23"/>
          </p:nvPr>
        </p:nvSpPr>
        <p:spPr>
          <a:xfrm>
            <a:off x="8033427" y="5155135"/>
            <a:ext cx="3315472" cy="846795"/>
          </a:xfrm>
          <a:prstGeom prst="rect">
            <a:avLst/>
          </a:prstGeom>
        </p:spPr>
        <p:txBody>
          <a:bodyPr wrap="non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a:solidFill>
                <a:schemeClr val="tx1">
                  <a:lumMod val="50000"/>
                  <a:lumOff val="50000"/>
                </a:schemeClr>
              </a:solidFill>
            </a:endParaRPr>
          </a:p>
        </p:txBody>
      </p:sp>
      <p:sp>
        <p:nvSpPr>
          <p:cNvPr id="87" name="Text Placeholder 3"/>
          <p:cNvSpPr>
            <a:spLocks noGrp="1"/>
          </p:cNvSpPr>
          <p:nvPr>
            <p:ph type="body" sz="half" idx="24"/>
          </p:nvPr>
        </p:nvSpPr>
        <p:spPr>
          <a:xfrm>
            <a:off x="8026402" y="4880532"/>
            <a:ext cx="3324756" cy="257040"/>
          </a:xfrm>
          <a:prstGeom prst="rect">
            <a:avLst/>
          </a:prstGeom>
        </p:spPr>
        <p:txBody>
          <a:bodyPr wrap="none" lIns="0" tIns="0" rIns="0" bIns="0" anchor="ctr">
            <a:noAutofit/>
          </a:bodyPr>
          <a:lstStyle>
            <a:lvl1pPr marL="0" indent="0" algn="ctr">
              <a:buNone/>
              <a:defRPr sz="1467" b="1" baseline="0">
                <a:solidFill>
                  <a:schemeClr val="accent3"/>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88" name="Rectangle 87"/>
          <p:cNvSpPr/>
          <p:nvPr userDrawn="1"/>
        </p:nvSpPr>
        <p:spPr>
          <a:xfrm>
            <a:off x="8033425" y="1710413"/>
            <a:ext cx="3315472" cy="508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1867" dirty="0">
              <a:solidFill>
                <a:srgbClr val="FFFFFF"/>
              </a:solidFill>
            </a:endParaRPr>
          </a:p>
        </p:txBody>
      </p:sp>
      <p:sp>
        <p:nvSpPr>
          <p:cNvPr id="89" name="Text Placeholder 3"/>
          <p:cNvSpPr>
            <a:spLocks noGrp="1"/>
          </p:cNvSpPr>
          <p:nvPr>
            <p:ph type="body" sz="half" idx="25"/>
          </p:nvPr>
        </p:nvSpPr>
        <p:spPr>
          <a:xfrm>
            <a:off x="8158316" y="1830583"/>
            <a:ext cx="3065691" cy="267661"/>
          </a:xfrm>
          <a:prstGeom prst="rect">
            <a:avLst/>
          </a:prstGeom>
        </p:spPr>
        <p:txBody>
          <a:bodyPr wrap="non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21"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22"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127406438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accel="50000" decel="50000" fill="hold" grpId="0" nodeType="afterEffect">
                                  <p:stCondLst>
                                    <p:cond delay="0"/>
                                  </p:stCondLst>
                                  <p:childTnLst>
                                    <p:set>
                                      <p:cBhvr>
                                        <p:cTn id="6" dur="1" fill="hold">
                                          <p:stCondLst>
                                            <p:cond delay="0"/>
                                          </p:stCondLst>
                                        </p:cTn>
                                        <p:tgtEl>
                                          <p:spTgt spid="78"/>
                                        </p:tgtEl>
                                        <p:attrNameLst>
                                          <p:attrName>style.visibility</p:attrName>
                                        </p:attrNameLst>
                                      </p:cBhvr>
                                      <p:to>
                                        <p:strVal val="visible"/>
                                      </p:to>
                                    </p:set>
                                    <p:anim calcmode="lin" valueType="num">
                                      <p:cBhvr additive="base">
                                        <p:cTn id="7" dur="500" fill="hold"/>
                                        <p:tgtEl>
                                          <p:spTgt spid="78"/>
                                        </p:tgtEl>
                                        <p:attrNameLst>
                                          <p:attrName>ppt_x</p:attrName>
                                        </p:attrNameLst>
                                      </p:cBhvr>
                                      <p:tavLst>
                                        <p:tav tm="0">
                                          <p:val>
                                            <p:strVal val="#ppt_x"/>
                                          </p:val>
                                        </p:tav>
                                        <p:tav tm="100000">
                                          <p:val>
                                            <p:strVal val="#ppt_x"/>
                                          </p:val>
                                        </p:tav>
                                      </p:tavLst>
                                    </p:anim>
                                    <p:anim calcmode="lin" valueType="num">
                                      <p:cBhvr additive="base">
                                        <p:cTn id="8" dur="500" fill="hold"/>
                                        <p:tgtEl>
                                          <p:spTgt spid="78"/>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2" presetClass="entr" presetSubtype="4" fill="hold" grpId="0" nodeType="afterEffect" nodePh="1">
                                  <p:stCondLst>
                                    <p:cond delay="0"/>
                                  </p:stCondLst>
                                  <p:endCondLst>
                                    <p:cond evt="begin" delay="0">
                                      <p:tn val="10"/>
                                    </p:cond>
                                  </p:endCondLst>
                                  <p:childTnLst>
                                    <p:set>
                                      <p:cBhvr>
                                        <p:cTn id="11" dur="1" fill="hold">
                                          <p:stCondLst>
                                            <p:cond delay="0"/>
                                          </p:stCondLst>
                                        </p:cTn>
                                        <p:tgtEl>
                                          <p:spTgt spid="79">
                                            <p:txEl>
                                              <p:pRg st="0" end="0"/>
                                            </p:txEl>
                                          </p:spTgt>
                                        </p:tgtEl>
                                        <p:attrNameLst>
                                          <p:attrName>style.visibility</p:attrName>
                                        </p:attrNameLst>
                                      </p:cBhvr>
                                      <p:to>
                                        <p:strVal val="visible"/>
                                      </p:to>
                                    </p:set>
                                    <p:animEffect transition="in" filter="wipe(down)">
                                      <p:cBhvr>
                                        <p:cTn id="12" dur="500"/>
                                        <p:tgtEl>
                                          <p:spTgt spid="79">
                                            <p:txEl>
                                              <p:pRg st="0" end="0"/>
                                            </p:txEl>
                                          </p:spTgt>
                                        </p:tgtEl>
                                      </p:cBhvr>
                                    </p:animEffect>
                                  </p:childTnLst>
                                </p:cTn>
                              </p:par>
                              <p:par>
                                <p:cTn id="13" presetID="2" presetClass="entr" presetSubtype="4" accel="50000" decel="50000" fill="hold" grpId="0" nodeType="withEffect">
                                  <p:stCondLst>
                                    <p:cond delay="0"/>
                                  </p:stCondLst>
                                  <p:childTnLst>
                                    <p:set>
                                      <p:cBhvr>
                                        <p:cTn id="14" dur="1" fill="hold">
                                          <p:stCondLst>
                                            <p:cond delay="0"/>
                                          </p:stCondLst>
                                        </p:cTn>
                                        <p:tgtEl>
                                          <p:spTgt spid="75"/>
                                        </p:tgtEl>
                                        <p:attrNameLst>
                                          <p:attrName>style.visibility</p:attrName>
                                        </p:attrNameLst>
                                      </p:cBhvr>
                                      <p:to>
                                        <p:strVal val="visible"/>
                                      </p:to>
                                    </p:set>
                                    <p:anim calcmode="lin" valueType="num">
                                      <p:cBhvr additive="base">
                                        <p:cTn id="15" dur="500" fill="hold"/>
                                        <p:tgtEl>
                                          <p:spTgt spid="75"/>
                                        </p:tgtEl>
                                        <p:attrNameLst>
                                          <p:attrName>ppt_x</p:attrName>
                                        </p:attrNameLst>
                                      </p:cBhvr>
                                      <p:tavLst>
                                        <p:tav tm="0">
                                          <p:val>
                                            <p:strVal val="#ppt_x"/>
                                          </p:val>
                                        </p:tav>
                                        <p:tav tm="100000">
                                          <p:val>
                                            <p:strVal val="#ppt_x"/>
                                          </p:val>
                                        </p:tav>
                                      </p:tavLst>
                                    </p:anim>
                                    <p:anim calcmode="lin" valueType="num">
                                      <p:cBhvr additive="base">
                                        <p:cTn id="16" dur="500" fill="hold"/>
                                        <p:tgtEl>
                                          <p:spTgt spid="75"/>
                                        </p:tgtEl>
                                        <p:attrNameLst>
                                          <p:attrName>ppt_y</p:attrName>
                                        </p:attrNameLst>
                                      </p:cBhvr>
                                      <p:tavLst>
                                        <p:tav tm="0">
                                          <p:val>
                                            <p:strVal val="1+#ppt_h/2"/>
                                          </p:val>
                                        </p:tav>
                                        <p:tav tm="100000">
                                          <p:val>
                                            <p:strVal val="#ppt_y"/>
                                          </p:val>
                                        </p:tav>
                                      </p:tavLst>
                                    </p:anim>
                                  </p:childTnLst>
                                </p:cTn>
                              </p:par>
                            </p:childTnLst>
                          </p:cTn>
                        </p:par>
                        <p:par>
                          <p:cTn id="17" fill="hold">
                            <p:stCondLst>
                              <p:cond delay="1000"/>
                            </p:stCondLst>
                            <p:childTnLst>
                              <p:par>
                                <p:cTn id="18" presetID="2" presetClass="entr" presetSubtype="4" accel="50000" decel="50000" fill="hold" grpId="0" nodeType="afterEffect" nodePh="1">
                                  <p:stCondLst>
                                    <p:cond delay="0"/>
                                  </p:stCondLst>
                                  <p:endCondLst>
                                    <p:cond evt="begin" delay="0">
                                      <p:tn val="18"/>
                                    </p:cond>
                                  </p:endCondLst>
                                  <p:childTnLst>
                                    <p:set>
                                      <p:cBhvr>
                                        <p:cTn id="19" dur="1" fill="hold">
                                          <p:stCondLst>
                                            <p:cond delay="0"/>
                                          </p:stCondLst>
                                        </p:cTn>
                                        <p:tgtEl>
                                          <p:spTgt spid="77">
                                            <p:txEl>
                                              <p:pRg st="0" end="0"/>
                                            </p:txEl>
                                          </p:spTgt>
                                        </p:tgtEl>
                                        <p:attrNameLst>
                                          <p:attrName>style.visibility</p:attrName>
                                        </p:attrNameLst>
                                      </p:cBhvr>
                                      <p:to>
                                        <p:strVal val="visible"/>
                                      </p:to>
                                    </p:set>
                                    <p:anim calcmode="lin" valueType="num">
                                      <p:cBhvr additive="base">
                                        <p:cTn id="20" dur="500" fill="hold"/>
                                        <p:tgtEl>
                                          <p:spTgt spid="77">
                                            <p:txEl>
                                              <p:pRg st="0" end="0"/>
                                            </p:txEl>
                                          </p:spTgt>
                                        </p:tgtEl>
                                        <p:attrNameLst>
                                          <p:attrName>ppt_x</p:attrName>
                                        </p:attrNameLst>
                                      </p:cBhvr>
                                      <p:tavLst>
                                        <p:tav tm="0">
                                          <p:val>
                                            <p:strVal val="#ppt_x"/>
                                          </p:val>
                                        </p:tav>
                                        <p:tav tm="100000">
                                          <p:val>
                                            <p:strVal val="#ppt_x"/>
                                          </p:val>
                                        </p:tav>
                                      </p:tavLst>
                                    </p:anim>
                                    <p:anim calcmode="lin" valueType="num">
                                      <p:cBhvr additive="base">
                                        <p:cTn id="21" dur="500" fill="hold"/>
                                        <p:tgtEl>
                                          <p:spTgt spid="77">
                                            <p:txEl>
                                              <p:pRg st="0" end="0"/>
                                            </p:txEl>
                                          </p:spTgt>
                                        </p:tgtEl>
                                        <p:attrNameLst>
                                          <p:attrName>ppt_y</p:attrName>
                                        </p:attrNameLst>
                                      </p:cBhvr>
                                      <p:tavLst>
                                        <p:tav tm="0">
                                          <p:val>
                                            <p:strVal val="1+#ppt_h/2"/>
                                          </p:val>
                                        </p:tav>
                                        <p:tav tm="100000">
                                          <p:val>
                                            <p:strVal val="#ppt_y"/>
                                          </p:val>
                                        </p:tav>
                                      </p:tavLst>
                                    </p:anim>
                                  </p:childTnLst>
                                </p:cTn>
                              </p:par>
                            </p:childTnLst>
                          </p:cTn>
                        </p:par>
                        <p:par>
                          <p:cTn id="22" fill="hold">
                            <p:stCondLst>
                              <p:cond delay="1500"/>
                            </p:stCondLst>
                            <p:childTnLst>
                              <p:par>
                                <p:cTn id="23" presetID="2" presetClass="entr" presetSubtype="4" accel="50000" decel="50000" fill="hold" grpId="0" nodeType="afterEffect" nodePh="1">
                                  <p:stCondLst>
                                    <p:cond delay="0"/>
                                  </p:stCondLst>
                                  <p:endCondLst>
                                    <p:cond evt="begin" delay="0">
                                      <p:tn val="23"/>
                                    </p:cond>
                                  </p:endCondLst>
                                  <p:childTnLst>
                                    <p:set>
                                      <p:cBhvr>
                                        <p:cTn id="24" dur="1" fill="hold">
                                          <p:stCondLst>
                                            <p:cond delay="0"/>
                                          </p:stCondLst>
                                        </p:cTn>
                                        <p:tgtEl>
                                          <p:spTgt spid="76">
                                            <p:txEl>
                                              <p:pRg st="0" end="0"/>
                                            </p:txEl>
                                          </p:spTgt>
                                        </p:tgtEl>
                                        <p:attrNameLst>
                                          <p:attrName>style.visibility</p:attrName>
                                        </p:attrNameLst>
                                      </p:cBhvr>
                                      <p:to>
                                        <p:strVal val="visible"/>
                                      </p:to>
                                    </p:set>
                                    <p:anim calcmode="lin" valueType="num">
                                      <p:cBhvr additive="base">
                                        <p:cTn id="25" dur="500" fill="hold"/>
                                        <p:tgtEl>
                                          <p:spTgt spid="76">
                                            <p:txEl>
                                              <p:pRg st="0" end="0"/>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76">
                                            <p:txEl>
                                              <p:pRg st="0" end="0"/>
                                            </p:txEl>
                                          </p:spTgt>
                                        </p:tgtEl>
                                        <p:attrNameLst>
                                          <p:attrName>ppt_y</p:attrName>
                                        </p:attrNameLst>
                                      </p:cBhvr>
                                      <p:tavLst>
                                        <p:tav tm="0">
                                          <p:val>
                                            <p:strVal val="1+#ppt_h/2"/>
                                          </p:val>
                                        </p:tav>
                                        <p:tav tm="100000">
                                          <p:val>
                                            <p:strVal val="#ppt_y"/>
                                          </p:val>
                                        </p:tav>
                                      </p:tavLst>
                                    </p:anim>
                                  </p:childTnLst>
                                </p:cTn>
                              </p:par>
                            </p:childTnLst>
                          </p:cTn>
                        </p:par>
                        <p:par>
                          <p:cTn id="27" fill="hold">
                            <p:stCondLst>
                              <p:cond delay="2000"/>
                            </p:stCondLst>
                            <p:childTnLst>
                              <p:par>
                                <p:cTn id="28" presetID="2" presetClass="entr" presetSubtype="1" accel="50000" decel="50000" fill="hold" grpId="0" nodeType="afterEffect">
                                  <p:stCondLst>
                                    <p:cond delay="0"/>
                                  </p:stCondLst>
                                  <p:childTnLst>
                                    <p:set>
                                      <p:cBhvr>
                                        <p:cTn id="29" dur="1" fill="hold">
                                          <p:stCondLst>
                                            <p:cond delay="0"/>
                                          </p:stCondLst>
                                        </p:cTn>
                                        <p:tgtEl>
                                          <p:spTgt spid="83"/>
                                        </p:tgtEl>
                                        <p:attrNameLst>
                                          <p:attrName>style.visibility</p:attrName>
                                        </p:attrNameLst>
                                      </p:cBhvr>
                                      <p:to>
                                        <p:strVal val="visible"/>
                                      </p:to>
                                    </p:set>
                                    <p:anim calcmode="lin" valueType="num">
                                      <p:cBhvr additive="base">
                                        <p:cTn id="30" dur="500" fill="hold"/>
                                        <p:tgtEl>
                                          <p:spTgt spid="83"/>
                                        </p:tgtEl>
                                        <p:attrNameLst>
                                          <p:attrName>ppt_x</p:attrName>
                                        </p:attrNameLst>
                                      </p:cBhvr>
                                      <p:tavLst>
                                        <p:tav tm="0">
                                          <p:val>
                                            <p:strVal val="#ppt_x"/>
                                          </p:val>
                                        </p:tav>
                                        <p:tav tm="100000">
                                          <p:val>
                                            <p:strVal val="#ppt_x"/>
                                          </p:val>
                                        </p:tav>
                                      </p:tavLst>
                                    </p:anim>
                                    <p:anim calcmode="lin" valueType="num">
                                      <p:cBhvr additive="base">
                                        <p:cTn id="31" dur="500" fill="hold"/>
                                        <p:tgtEl>
                                          <p:spTgt spid="83"/>
                                        </p:tgtEl>
                                        <p:attrNameLst>
                                          <p:attrName>ppt_y</p:attrName>
                                        </p:attrNameLst>
                                      </p:cBhvr>
                                      <p:tavLst>
                                        <p:tav tm="0">
                                          <p:val>
                                            <p:strVal val="0-#ppt_h/2"/>
                                          </p:val>
                                        </p:tav>
                                        <p:tav tm="100000">
                                          <p:val>
                                            <p:strVal val="#ppt_y"/>
                                          </p:val>
                                        </p:tav>
                                      </p:tavLst>
                                    </p:anim>
                                  </p:childTnLst>
                                </p:cTn>
                              </p:par>
                            </p:childTnLst>
                          </p:cTn>
                        </p:par>
                        <p:par>
                          <p:cTn id="32" fill="hold">
                            <p:stCondLst>
                              <p:cond delay="2500"/>
                            </p:stCondLst>
                            <p:childTnLst>
                              <p:par>
                                <p:cTn id="33" presetID="22" presetClass="entr" presetSubtype="4" fill="hold" grpId="0" nodeType="afterEffect" nodePh="1">
                                  <p:stCondLst>
                                    <p:cond delay="0"/>
                                  </p:stCondLst>
                                  <p:endCondLst>
                                    <p:cond evt="begin" delay="0">
                                      <p:tn val="33"/>
                                    </p:cond>
                                  </p:endCondLst>
                                  <p:childTnLst>
                                    <p:set>
                                      <p:cBhvr>
                                        <p:cTn id="34" dur="1" fill="hold">
                                          <p:stCondLst>
                                            <p:cond delay="0"/>
                                          </p:stCondLst>
                                        </p:cTn>
                                        <p:tgtEl>
                                          <p:spTgt spid="84">
                                            <p:txEl>
                                              <p:pRg st="0" end="0"/>
                                            </p:txEl>
                                          </p:spTgt>
                                        </p:tgtEl>
                                        <p:attrNameLst>
                                          <p:attrName>style.visibility</p:attrName>
                                        </p:attrNameLst>
                                      </p:cBhvr>
                                      <p:to>
                                        <p:strVal val="visible"/>
                                      </p:to>
                                    </p:set>
                                    <p:animEffect transition="in" filter="wipe(down)">
                                      <p:cBhvr>
                                        <p:cTn id="35" dur="500"/>
                                        <p:tgtEl>
                                          <p:spTgt spid="84">
                                            <p:txEl>
                                              <p:pRg st="0" end="0"/>
                                            </p:txEl>
                                          </p:spTgt>
                                        </p:tgtEl>
                                      </p:cBhvr>
                                    </p:animEffect>
                                  </p:childTnLst>
                                </p:cTn>
                              </p:par>
                              <p:par>
                                <p:cTn id="36" presetID="2" presetClass="entr" presetSubtype="4" accel="50000" decel="50000" fill="hold" grpId="0" nodeType="withEffect">
                                  <p:stCondLst>
                                    <p:cond delay="0"/>
                                  </p:stCondLst>
                                  <p:childTnLst>
                                    <p:set>
                                      <p:cBhvr>
                                        <p:cTn id="37" dur="1" fill="hold">
                                          <p:stCondLst>
                                            <p:cond delay="0"/>
                                          </p:stCondLst>
                                        </p:cTn>
                                        <p:tgtEl>
                                          <p:spTgt spid="80"/>
                                        </p:tgtEl>
                                        <p:attrNameLst>
                                          <p:attrName>style.visibility</p:attrName>
                                        </p:attrNameLst>
                                      </p:cBhvr>
                                      <p:to>
                                        <p:strVal val="visible"/>
                                      </p:to>
                                    </p:set>
                                    <p:anim calcmode="lin" valueType="num">
                                      <p:cBhvr additive="base">
                                        <p:cTn id="38" dur="500" fill="hold"/>
                                        <p:tgtEl>
                                          <p:spTgt spid="80"/>
                                        </p:tgtEl>
                                        <p:attrNameLst>
                                          <p:attrName>ppt_x</p:attrName>
                                        </p:attrNameLst>
                                      </p:cBhvr>
                                      <p:tavLst>
                                        <p:tav tm="0">
                                          <p:val>
                                            <p:strVal val="#ppt_x"/>
                                          </p:val>
                                        </p:tav>
                                        <p:tav tm="100000">
                                          <p:val>
                                            <p:strVal val="#ppt_x"/>
                                          </p:val>
                                        </p:tav>
                                      </p:tavLst>
                                    </p:anim>
                                    <p:anim calcmode="lin" valueType="num">
                                      <p:cBhvr additive="base">
                                        <p:cTn id="39" dur="500" fill="hold"/>
                                        <p:tgtEl>
                                          <p:spTgt spid="80"/>
                                        </p:tgtEl>
                                        <p:attrNameLst>
                                          <p:attrName>ppt_y</p:attrName>
                                        </p:attrNameLst>
                                      </p:cBhvr>
                                      <p:tavLst>
                                        <p:tav tm="0">
                                          <p:val>
                                            <p:strVal val="1+#ppt_h/2"/>
                                          </p:val>
                                        </p:tav>
                                        <p:tav tm="100000">
                                          <p:val>
                                            <p:strVal val="#ppt_y"/>
                                          </p:val>
                                        </p:tav>
                                      </p:tavLst>
                                    </p:anim>
                                  </p:childTnLst>
                                </p:cTn>
                              </p:par>
                            </p:childTnLst>
                          </p:cTn>
                        </p:par>
                        <p:par>
                          <p:cTn id="40" fill="hold">
                            <p:stCondLst>
                              <p:cond delay="3000"/>
                            </p:stCondLst>
                            <p:childTnLst>
                              <p:par>
                                <p:cTn id="41" presetID="2" presetClass="entr" presetSubtype="4" accel="50000" decel="50000" fill="hold" grpId="0" nodeType="afterEffect" nodePh="1">
                                  <p:stCondLst>
                                    <p:cond delay="0"/>
                                  </p:stCondLst>
                                  <p:endCondLst>
                                    <p:cond evt="begin" delay="0">
                                      <p:tn val="41"/>
                                    </p:cond>
                                  </p:endCondLst>
                                  <p:childTnLst>
                                    <p:set>
                                      <p:cBhvr>
                                        <p:cTn id="42" dur="1" fill="hold">
                                          <p:stCondLst>
                                            <p:cond delay="0"/>
                                          </p:stCondLst>
                                        </p:cTn>
                                        <p:tgtEl>
                                          <p:spTgt spid="82">
                                            <p:txEl>
                                              <p:pRg st="0" end="0"/>
                                            </p:txEl>
                                          </p:spTgt>
                                        </p:tgtEl>
                                        <p:attrNameLst>
                                          <p:attrName>style.visibility</p:attrName>
                                        </p:attrNameLst>
                                      </p:cBhvr>
                                      <p:to>
                                        <p:strVal val="visible"/>
                                      </p:to>
                                    </p:set>
                                    <p:anim calcmode="lin" valueType="num">
                                      <p:cBhvr additive="base">
                                        <p:cTn id="43" dur="500" fill="hold"/>
                                        <p:tgtEl>
                                          <p:spTgt spid="82">
                                            <p:txEl>
                                              <p:pRg st="0" end="0"/>
                                            </p:txEl>
                                          </p:spTgt>
                                        </p:tgtEl>
                                        <p:attrNameLst>
                                          <p:attrName>ppt_x</p:attrName>
                                        </p:attrNameLst>
                                      </p:cBhvr>
                                      <p:tavLst>
                                        <p:tav tm="0">
                                          <p:val>
                                            <p:strVal val="#ppt_x"/>
                                          </p:val>
                                        </p:tav>
                                        <p:tav tm="100000">
                                          <p:val>
                                            <p:strVal val="#ppt_x"/>
                                          </p:val>
                                        </p:tav>
                                      </p:tavLst>
                                    </p:anim>
                                    <p:anim calcmode="lin" valueType="num">
                                      <p:cBhvr additive="base">
                                        <p:cTn id="44" dur="500" fill="hold"/>
                                        <p:tgtEl>
                                          <p:spTgt spid="82">
                                            <p:txEl>
                                              <p:pRg st="0" end="0"/>
                                            </p:txEl>
                                          </p:spTgt>
                                        </p:tgtEl>
                                        <p:attrNameLst>
                                          <p:attrName>ppt_y</p:attrName>
                                        </p:attrNameLst>
                                      </p:cBhvr>
                                      <p:tavLst>
                                        <p:tav tm="0">
                                          <p:val>
                                            <p:strVal val="1+#ppt_h/2"/>
                                          </p:val>
                                        </p:tav>
                                        <p:tav tm="100000">
                                          <p:val>
                                            <p:strVal val="#ppt_y"/>
                                          </p:val>
                                        </p:tav>
                                      </p:tavLst>
                                    </p:anim>
                                  </p:childTnLst>
                                </p:cTn>
                              </p:par>
                            </p:childTnLst>
                          </p:cTn>
                        </p:par>
                        <p:par>
                          <p:cTn id="45" fill="hold">
                            <p:stCondLst>
                              <p:cond delay="3500"/>
                            </p:stCondLst>
                            <p:childTnLst>
                              <p:par>
                                <p:cTn id="46" presetID="2" presetClass="entr" presetSubtype="4" accel="50000" decel="50000" fill="hold" grpId="0" nodeType="afterEffect" nodePh="1">
                                  <p:stCondLst>
                                    <p:cond delay="0"/>
                                  </p:stCondLst>
                                  <p:endCondLst>
                                    <p:cond evt="begin" delay="0">
                                      <p:tn val="46"/>
                                    </p:cond>
                                  </p:endCondLst>
                                  <p:childTnLst>
                                    <p:set>
                                      <p:cBhvr>
                                        <p:cTn id="47" dur="1" fill="hold">
                                          <p:stCondLst>
                                            <p:cond delay="0"/>
                                          </p:stCondLst>
                                        </p:cTn>
                                        <p:tgtEl>
                                          <p:spTgt spid="81">
                                            <p:txEl>
                                              <p:pRg st="0" end="0"/>
                                            </p:txEl>
                                          </p:spTgt>
                                        </p:tgtEl>
                                        <p:attrNameLst>
                                          <p:attrName>style.visibility</p:attrName>
                                        </p:attrNameLst>
                                      </p:cBhvr>
                                      <p:to>
                                        <p:strVal val="visible"/>
                                      </p:to>
                                    </p:set>
                                    <p:anim calcmode="lin" valueType="num">
                                      <p:cBhvr additive="base">
                                        <p:cTn id="48" dur="500" fill="hold"/>
                                        <p:tgtEl>
                                          <p:spTgt spid="81">
                                            <p:txEl>
                                              <p:pRg st="0" end="0"/>
                                            </p:txEl>
                                          </p:spTgt>
                                        </p:tgtEl>
                                        <p:attrNameLst>
                                          <p:attrName>ppt_x</p:attrName>
                                        </p:attrNameLst>
                                      </p:cBhvr>
                                      <p:tavLst>
                                        <p:tav tm="0">
                                          <p:val>
                                            <p:strVal val="#ppt_x"/>
                                          </p:val>
                                        </p:tav>
                                        <p:tav tm="100000">
                                          <p:val>
                                            <p:strVal val="#ppt_x"/>
                                          </p:val>
                                        </p:tav>
                                      </p:tavLst>
                                    </p:anim>
                                    <p:anim calcmode="lin" valueType="num">
                                      <p:cBhvr additive="base">
                                        <p:cTn id="49" dur="500" fill="hold"/>
                                        <p:tgtEl>
                                          <p:spTgt spid="81">
                                            <p:txEl>
                                              <p:pRg st="0" end="0"/>
                                            </p:txEl>
                                          </p:spTgt>
                                        </p:tgtEl>
                                        <p:attrNameLst>
                                          <p:attrName>ppt_y</p:attrName>
                                        </p:attrNameLst>
                                      </p:cBhvr>
                                      <p:tavLst>
                                        <p:tav tm="0">
                                          <p:val>
                                            <p:strVal val="1+#ppt_h/2"/>
                                          </p:val>
                                        </p:tav>
                                        <p:tav tm="100000">
                                          <p:val>
                                            <p:strVal val="#ppt_y"/>
                                          </p:val>
                                        </p:tav>
                                      </p:tavLst>
                                    </p:anim>
                                  </p:childTnLst>
                                </p:cTn>
                              </p:par>
                            </p:childTnLst>
                          </p:cTn>
                        </p:par>
                        <p:par>
                          <p:cTn id="50" fill="hold">
                            <p:stCondLst>
                              <p:cond delay="4000"/>
                            </p:stCondLst>
                            <p:childTnLst>
                              <p:par>
                                <p:cTn id="51" presetID="2" presetClass="entr" presetSubtype="1" accel="50000" decel="50000" fill="hold" grpId="0" nodeType="afterEffect">
                                  <p:stCondLst>
                                    <p:cond delay="0"/>
                                  </p:stCondLst>
                                  <p:childTnLst>
                                    <p:set>
                                      <p:cBhvr>
                                        <p:cTn id="52" dur="1" fill="hold">
                                          <p:stCondLst>
                                            <p:cond delay="0"/>
                                          </p:stCondLst>
                                        </p:cTn>
                                        <p:tgtEl>
                                          <p:spTgt spid="88"/>
                                        </p:tgtEl>
                                        <p:attrNameLst>
                                          <p:attrName>style.visibility</p:attrName>
                                        </p:attrNameLst>
                                      </p:cBhvr>
                                      <p:to>
                                        <p:strVal val="visible"/>
                                      </p:to>
                                    </p:set>
                                    <p:anim calcmode="lin" valueType="num">
                                      <p:cBhvr additive="base">
                                        <p:cTn id="53" dur="500" fill="hold"/>
                                        <p:tgtEl>
                                          <p:spTgt spid="88"/>
                                        </p:tgtEl>
                                        <p:attrNameLst>
                                          <p:attrName>ppt_x</p:attrName>
                                        </p:attrNameLst>
                                      </p:cBhvr>
                                      <p:tavLst>
                                        <p:tav tm="0">
                                          <p:val>
                                            <p:strVal val="#ppt_x"/>
                                          </p:val>
                                        </p:tav>
                                        <p:tav tm="100000">
                                          <p:val>
                                            <p:strVal val="#ppt_x"/>
                                          </p:val>
                                        </p:tav>
                                      </p:tavLst>
                                    </p:anim>
                                    <p:anim calcmode="lin" valueType="num">
                                      <p:cBhvr additive="base">
                                        <p:cTn id="54" dur="500" fill="hold"/>
                                        <p:tgtEl>
                                          <p:spTgt spid="88"/>
                                        </p:tgtEl>
                                        <p:attrNameLst>
                                          <p:attrName>ppt_y</p:attrName>
                                        </p:attrNameLst>
                                      </p:cBhvr>
                                      <p:tavLst>
                                        <p:tav tm="0">
                                          <p:val>
                                            <p:strVal val="0-#ppt_h/2"/>
                                          </p:val>
                                        </p:tav>
                                        <p:tav tm="100000">
                                          <p:val>
                                            <p:strVal val="#ppt_y"/>
                                          </p:val>
                                        </p:tav>
                                      </p:tavLst>
                                    </p:anim>
                                  </p:childTnLst>
                                </p:cTn>
                              </p:par>
                            </p:childTnLst>
                          </p:cTn>
                        </p:par>
                        <p:par>
                          <p:cTn id="55" fill="hold">
                            <p:stCondLst>
                              <p:cond delay="4500"/>
                            </p:stCondLst>
                            <p:childTnLst>
                              <p:par>
                                <p:cTn id="56" presetID="22" presetClass="entr" presetSubtype="4" fill="hold" grpId="0" nodeType="afterEffect" nodePh="1">
                                  <p:stCondLst>
                                    <p:cond delay="0"/>
                                  </p:stCondLst>
                                  <p:endCondLst>
                                    <p:cond evt="begin" delay="0">
                                      <p:tn val="56"/>
                                    </p:cond>
                                  </p:endCondLst>
                                  <p:childTnLst>
                                    <p:set>
                                      <p:cBhvr>
                                        <p:cTn id="57" dur="1" fill="hold">
                                          <p:stCondLst>
                                            <p:cond delay="0"/>
                                          </p:stCondLst>
                                        </p:cTn>
                                        <p:tgtEl>
                                          <p:spTgt spid="89">
                                            <p:txEl>
                                              <p:pRg st="0" end="0"/>
                                            </p:txEl>
                                          </p:spTgt>
                                        </p:tgtEl>
                                        <p:attrNameLst>
                                          <p:attrName>style.visibility</p:attrName>
                                        </p:attrNameLst>
                                      </p:cBhvr>
                                      <p:to>
                                        <p:strVal val="visible"/>
                                      </p:to>
                                    </p:set>
                                    <p:animEffect transition="in" filter="wipe(down)">
                                      <p:cBhvr>
                                        <p:cTn id="58" dur="500"/>
                                        <p:tgtEl>
                                          <p:spTgt spid="89">
                                            <p:txEl>
                                              <p:pRg st="0" end="0"/>
                                            </p:txEl>
                                          </p:spTgt>
                                        </p:tgtEl>
                                      </p:cBhvr>
                                    </p:animEffect>
                                  </p:childTnLst>
                                </p:cTn>
                              </p:par>
                              <p:par>
                                <p:cTn id="59" presetID="2" presetClass="entr" presetSubtype="4" accel="50000" decel="50000" fill="hold" grpId="0" nodeType="withEffect">
                                  <p:stCondLst>
                                    <p:cond delay="0"/>
                                  </p:stCondLst>
                                  <p:childTnLst>
                                    <p:set>
                                      <p:cBhvr>
                                        <p:cTn id="60" dur="1" fill="hold">
                                          <p:stCondLst>
                                            <p:cond delay="0"/>
                                          </p:stCondLst>
                                        </p:cTn>
                                        <p:tgtEl>
                                          <p:spTgt spid="85"/>
                                        </p:tgtEl>
                                        <p:attrNameLst>
                                          <p:attrName>style.visibility</p:attrName>
                                        </p:attrNameLst>
                                      </p:cBhvr>
                                      <p:to>
                                        <p:strVal val="visible"/>
                                      </p:to>
                                    </p:set>
                                    <p:anim calcmode="lin" valueType="num">
                                      <p:cBhvr additive="base">
                                        <p:cTn id="61" dur="500" fill="hold"/>
                                        <p:tgtEl>
                                          <p:spTgt spid="85"/>
                                        </p:tgtEl>
                                        <p:attrNameLst>
                                          <p:attrName>ppt_x</p:attrName>
                                        </p:attrNameLst>
                                      </p:cBhvr>
                                      <p:tavLst>
                                        <p:tav tm="0">
                                          <p:val>
                                            <p:strVal val="#ppt_x"/>
                                          </p:val>
                                        </p:tav>
                                        <p:tav tm="100000">
                                          <p:val>
                                            <p:strVal val="#ppt_x"/>
                                          </p:val>
                                        </p:tav>
                                      </p:tavLst>
                                    </p:anim>
                                    <p:anim calcmode="lin" valueType="num">
                                      <p:cBhvr additive="base">
                                        <p:cTn id="62" dur="500" fill="hold"/>
                                        <p:tgtEl>
                                          <p:spTgt spid="85"/>
                                        </p:tgtEl>
                                        <p:attrNameLst>
                                          <p:attrName>ppt_y</p:attrName>
                                        </p:attrNameLst>
                                      </p:cBhvr>
                                      <p:tavLst>
                                        <p:tav tm="0">
                                          <p:val>
                                            <p:strVal val="1+#ppt_h/2"/>
                                          </p:val>
                                        </p:tav>
                                        <p:tav tm="100000">
                                          <p:val>
                                            <p:strVal val="#ppt_y"/>
                                          </p:val>
                                        </p:tav>
                                      </p:tavLst>
                                    </p:anim>
                                  </p:childTnLst>
                                </p:cTn>
                              </p:par>
                            </p:childTnLst>
                          </p:cTn>
                        </p:par>
                        <p:par>
                          <p:cTn id="63" fill="hold">
                            <p:stCondLst>
                              <p:cond delay="5000"/>
                            </p:stCondLst>
                            <p:childTnLst>
                              <p:par>
                                <p:cTn id="64" presetID="2" presetClass="entr" presetSubtype="4" accel="50000" decel="50000" fill="hold" grpId="0" nodeType="afterEffect" nodePh="1">
                                  <p:stCondLst>
                                    <p:cond delay="0"/>
                                  </p:stCondLst>
                                  <p:endCondLst>
                                    <p:cond evt="begin" delay="0">
                                      <p:tn val="64"/>
                                    </p:cond>
                                  </p:endCondLst>
                                  <p:childTnLst>
                                    <p:set>
                                      <p:cBhvr>
                                        <p:cTn id="65" dur="1" fill="hold">
                                          <p:stCondLst>
                                            <p:cond delay="0"/>
                                          </p:stCondLst>
                                        </p:cTn>
                                        <p:tgtEl>
                                          <p:spTgt spid="87">
                                            <p:txEl>
                                              <p:pRg st="0" end="0"/>
                                            </p:txEl>
                                          </p:spTgt>
                                        </p:tgtEl>
                                        <p:attrNameLst>
                                          <p:attrName>style.visibility</p:attrName>
                                        </p:attrNameLst>
                                      </p:cBhvr>
                                      <p:to>
                                        <p:strVal val="visible"/>
                                      </p:to>
                                    </p:set>
                                    <p:anim calcmode="lin" valueType="num">
                                      <p:cBhvr additive="base">
                                        <p:cTn id="66" dur="500" fill="hold"/>
                                        <p:tgtEl>
                                          <p:spTgt spid="87">
                                            <p:txEl>
                                              <p:pRg st="0" end="0"/>
                                            </p:txEl>
                                          </p:spTgt>
                                        </p:tgtEl>
                                        <p:attrNameLst>
                                          <p:attrName>ppt_x</p:attrName>
                                        </p:attrNameLst>
                                      </p:cBhvr>
                                      <p:tavLst>
                                        <p:tav tm="0">
                                          <p:val>
                                            <p:strVal val="#ppt_x"/>
                                          </p:val>
                                        </p:tav>
                                        <p:tav tm="100000">
                                          <p:val>
                                            <p:strVal val="#ppt_x"/>
                                          </p:val>
                                        </p:tav>
                                      </p:tavLst>
                                    </p:anim>
                                    <p:anim calcmode="lin" valueType="num">
                                      <p:cBhvr additive="base">
                                        <p:cTn id="67" dur="500" fill="hold"/>
                                        <p:tgtEl>
                                          <p:spTgt spid="87">
                                            <p:txEl>
                                              <p:pRg st="0" end="0"/>
                                            </p:txEl>
                                          </p:spTgt>
                                        </p:tgtEl>
                                        <p:attrNameLst>
                                          <p:attrName>ppt_y</p:attrName>
                                        </p:attrNameLst>
                                      </p:cBhvr>
                                      <p:tavLst>
                                        <p:tav tm="0">
                                          <p:val>
                                            <p:strVal val="1+#ppt_h/2"/>
                                          </p:val>
                                        </p:tav>
                                        <p:tav tm="100000">
                                          <p:val>
                                            <p:strVal val="#ppt_y"/>
                                          </p:val>
                                        </p:tav>
                                      </p:tavLst>
                                    </p:anim>
                                  </p:childTnLst>
                                </p:cTn>
                              </p:par>
                            </p:childTnLst>
                          </p:cTn>
                        </p:par>
                        <p:par>
                          <p:cTn id="68" fill="hold">
                            <p:stCondLst>
                              <p:cond delay="5500"/>
                            </p:stCondLst>
                            <p:childTnLst>
                              <p:par>
                                <p:cTn id="69" presetID="2" presetClass="entr" presetSubtype="4" accel="50000" decel="50000" fill="hold" grpId="0" nodeType="afterEffect" nodePh="1">
                                  <p:stCondLst>
                                    <p:cond delay="0"/>
                                  </p:stCondLst>
                                  <p:endCondLst>
                                    <p:cond evt="begin" delay="0">
                                      <p:tn val="69"/>
                                    </p:cond>
                                  </p:endCondLst>
                                  <p:childTnLst>
                                    <p:set>
                                      <p:cBhvr>
                                        <p:cTn id="70" dur="1" fill="hold">
                                          <p:stCondLst>
                                            <p:cond delay="0"/>
                                          </p:stCondLst>
                                        </p:cTn>
                                        <p:tgtEl>
                                          <p:spTgt spid="86">
                                            <p:txEl>
                                              <p:pRg st="0" end="0"/>
                                            </p:txEl>
                                          </p:spTgt>
                                        </p:tgtEl>
                                        <p:attrNameLst>
                                          <p:attrName>style.visibility</p:attrName>
                                        </p:attrNameLst>
                                      </p:cBhvr>
                                      <p:to>
                                        <p:strVal val="visible"/>
                                      </p:to>
                                    </p:set>
                                    <p:anim calcmode="lin" valueType="num">
                                      <p:cBhvr additive="base">
                                        <p:cTn id="71" dur="500" fill="hold"/>
                                        <p:tgtEl>
                                          <p:spTgt spid="86">
                                            <p:txEl>
                                              <p:pRg st="0" end="0"/>
                                            </p:txEl>
                                          </p:spTgt>
                                        </p:tgtEl>
                                        <p:attrNameLst>
                                          <p:attrName>ppt_x</p:attrName>
                                        </p:attrNameLst>
                                      </p:cBhvr>
                                      <p:tavLst>
                                        <p:tav tm="0">
                                          <p:val>
                                            <p:strVal val="#ppt_x"/>
                                          </p:val>
                                        </p:tav>
                                        <p:tav tm="100000">
                                          <p:val>
                                            <p:strVal val="#ppt_x"/>
                                          </p:val>
                                        </p:tav>
                                      </p:tavLst>
                                    </p:anim>
                                    <p:anim calcmode="lin" valueType="num">
                                      <p:cBhvr additive="base">
                                        <p:cTn id="72" dur="500" fill="hold"/>
                                        <p:tgtEl>
                                          <p:spTgt spid="86">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5" grpId="0"/>
      <p:bldP spid="76"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76"/>
                        </p:tgtEl>
                        <p:attrNameLst>
                          <p:attrName>style.visibility</p:attrName>
                        </p:attrNameLst>
                      </p:cBhvr>
                      <p:to>
                        <p:strVal val="visible"/>
                      </p:to>
                    </p:set>
                    <p:anim calcmode="lin" valueType="num">
                      <p:cBhvr additive="base">
                        <p:cTn dur="500" fill="hold"/>
                        <p:tgtEl>
                          <p:spTgt spid="76"/>
                        </p:tgtEl>
                        <p:attrNameLst>
                          <p:attrName>ppt_x</p:attrName>
                        </p:attrNameLst>
                      </p:cBhvr>
                      <p:tavLst>
                        <p:tav tm="0">
                          <p:val>
                            <p:strVal val="#ppt_x"/>
                          </p:val>
                        </p:tav>
                        <p:tav tm="100000">
                          <p:val>
                            <p:strVal val="#ppt_x"/>
                          </p:val>
                        </p:tav>
                      </p:tavLst>
                    </p:anim>
                    <p:anim calcmode="lin" valueType="num">
                      <p:cBhvr additive="base">
                        <p:cTn dur="500" fill="hold"/>
                        <p:tgtEl>
                          <p:spTgt spid="76"/>
                        </p:tgtEl>
                        <p:attrNameLst>
                          <p:attrName>ppt_y</p:attrName>
                        </p:attrNameLst>
                      </p:cBhvr>
                      <p:tavLst>
                        <p:tav tm="0">
                          <p:val>
                            <p:strVal val="1+#ppt_h/2"/>
                          </p:val>
                        </p:tav>
                        <p:tav tm="100000">
                          <p:val>
                            <p:strVal val="#ppt_y"/>
                          </p:val>
                        </p:tav>
                      </p:tavLst>
                    </p:anim>
                  </p:childTnLst>
                </p:cTn>
              </p:par>
            </p:tnLst>
          </p:tmpl>
        </p:tmplLst>
      </p:bldP>
      <p:bldP spid="77"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77"/>
                        </p:tgtEl>
                        <p:attrNameLst>
                          <p:attrName>style.visibility</p:attrName>
                        </p:attrNameLst>
                      </p:cBhvr>
                      <p:to>
                        <p:strVal val="visible"/>
                      </p:to>
                    </p:set>
                    <p:anim calcmode="lin" valueType="num">
                      <p:cBhvr additive="base">
                        <p:cTn dur="500" fill="hold"/>
                        <p:tgtEl>
                          <p:spTgt spid="77"/>
                        </p:tgtEl>
                        <p:attrNameLst>
                          <p:attrName>ppt_x</p:attrName>
                        </p:attrNameLst>
                      </p:cBhvr>
                      <p:tavLst>
                        <p:tav tm="0">
                          <p:val>
                            <p:strVal val="#ppt_x"/>
                          </p:val>
                        </p:tav>
                        <p:tav tm="100000">
                          <p:val>
                            <p:strVal val="#ppt_x"/>
                          </p:val>
                        </p:tav>
                      </p:tavLst>
                    </p:anim>
                    <p:anim calcmode="lin" valueType="num">
                      <p:cBhvr additive="base">
                        <p:cTn dur="500" fill="hold"/>
                        <p:tgtEl>
                          <p:spTgt spid="77"/>
                        </p:tgtEl>
                        <p:attrNameLst>
                          <p:attrName>ppt_y</p:attrName>
                        </p:attrNameLst>
                      </p:cBhvr>
                      <p:tavLst>
                        <p:tav tm="0">
                          <p:val>
                            <p:strVal val="1+#ppt_h/2"/>
                          </p:val>
                        </p:tav>
                        <p:tav tm="100000">
                          <p:val>
                            <p:strVal val="#ppt_y"/>
                          </p:val>
                        </p:tav>
                      </p:tavLst>
                    </p:anim>
                  </p:childTnLst>
                </p:cTn>
              </p:par>
            </p:tnLst>
          </p:tmpl>
        </p:tmplLst>
      </p:bldP>
      <p:bldP spid="78" grpId="0" animBg="1"/>
      <p:bldP spid="79"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79"/>
                        </p:tgtEl>
                        <p:attrNameLst>
                          <p:attrName>style.visibility</p:attrName>
                        </p:attrNameLst>
                      </p:cBhvr>
                      <p:to>
                        <p:strVal val="visible"/>
                      </p:to>
                    </p:set>
                    <p:animEffect transition="in" filter="wipe(down)">
                      <p:cBhvr>
                        <p:cTn dur="500"/>
                        <p:tgtEl>
                          <p:spTgt spid="79"/>
                        </p:tgtEl>
                      </p:cBhvr>
                    </p:animEffect>
                  </p:childTnLst>
                </p:cTn>
              </p:par>
            </p:tnLst>
          </p:tmpl>
        </p:tmplLst>
      </p:bldP>
      <p:bldP spid="80" grpId="0"/>
      <p:bldP spid="81"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81"/>
                        </p:tgtEl>
                        <p:attrNameLst>
                          <p:attrName>style.visibility</p:attrName>
                        </p:attrNameLst>
                      </p:cBhvr>
                      <p:to>
                        <p:strVal val="visible"/>
                      </p:to>
                    </p:set>
                    <p:anim calcmode="lin" valueType="num">
                      <p:cBhvr additive="base">
                        <p:cTn dur="500" fill="hold"/>
                        <p:tgtEl>
                          <p:spTgt spid="81"/>
                        </p:tgtEl>
                        <p:attrNameLst>
                          <p:attrName>ppt_x</p:attrName>
                        </p:attrNameLst>
                      </p:cBhvr>
                      <p:tavLst>
                        <p:tav tm="0">
                          <p:val>
                            <p:strVal val="#ppt_x"/>
                          </p:val>
                        </p:tav>
                        <p:tav tm="100000">
                          <p:val>
                            <p:strVal val="#ppt_x"/>
                          </p:val>
                        </p:tav>
                      </p:tavLst>
                    </p:anim>
                    <p:anim calcmode="lin" valueType="num">
                      <p:cBhvr additive="base">
                        <p:cTn dur="500" fill="hold"/>
                        <p:tgtEl>
                          <p:spTgt spid="81"/>
                        </p:tgtEl>
                        <p:attrNameLst>
                          <p:attrName>ppt_y</p:attrName>
                        </p:attrNameLst>
                      </p:cBhvr>
                      <p:tavLst>
                        <p:tav tm="0">
                          <p:val>
                            <p:strVal val="1+#ppt_h/2"/>
                          </p:val>
                        </p:tav>
                        <p:tav tm="100000">
                          <p:val>
                            <p:strVal val="#ppt_y"/>
                          </p:val>
                        </p:tav>
                      </p:tavLst>
                    </p:anim>
                  </p:childTnLst>
                </p:cTn>
              </p:par>
            </p:tnLst>
          </p:tmpl>
        </p:tmplLst>
      </p:bldP>
      <p:bldP spid="82"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82"/>
                        </p:tgtEl>
                        <p:attrNameLst>
                          <p:attrName>style.visibility</p:attrName>
                        </p:attrNameLst>
                      </p:cBhvr>
                      <p:to>
                        <p:strVal val="visible"/>
                      </p:to>
                    </p:set>
                    <p:anim calcmode="lin" valueType="num">
                      <p:cBhvr additive="base">
                        <p:cTn dur="500" fill="hold"/>
                        <p:tgtEl>
                          <p:spTgt spid="82"/>
                        </p:tgtEl>
                        <p:attrNameLst>
                          <p:attrName>ppt_x</p:attrName>
                        </p:attrNameLst>
                      </p:cBhvr>
                      <p:tavLst>
                        <p:tav tm="0">
                          <p:val>
                            <p:strVal val="#ppt_x"/>
                          </p:val>
                        </p:tav>
                        <p:tav tm="100000">
                          <p:val>
                            <p:strVal val="#ppt_x"/>
                          </p:val>
                        </p:tav>
                      </p:tavLst>
                    </p:anim>
                    <p:anim calcmode="lin" valueType="num">
                      <p:cBhvr additive="base">
                        <p:cTn dur="500" fill="hold"/>
                        <p:tgtEl>
                          <p:spTgt spid="82"/>
                        </p:tgtEl>
                        <p:attrNameLst>
                          <p:attrName>ppt_y</p:attrName>
                        </p:attrNameLst>
                      </p:cBhvr>
                      <p:tavLst>
                        <p:tav tm="0">
                          <p:val>
                            <p:strVal val="1+#ppt_h/2"/>
                          </p:val>
                        </p:tav>
                        <p:tav tm="100000">
                          <p:val>
                            <p:strVal val="#ppt_y"/>
                          </p:val>
                        </p:tav>
                      </p:tavLst>
                    </p:anim>
                  </p:childTnLst>
                </p:cTn>
              </p:par>
            </p:tnLst>
          </p:tmpl>
        </p:tmplLst>
      </p:bldP>
      <p:bldP spid="83" grpId="0" animBg="1"/>
      <p:bldP spid="84"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84"/>
                        </p:tgtEl>
                        <p:attrNameLst>
                          <p:attrName>style.visibility</p:attrName>
                        </p:attrNameLst>
                      </p:cBhvr>
                      <p:to>
                        <p:strVal val="visible"/>
                      </p:to>
                    </p:set>
                    <p:animEffect transition="in" filter="wipe(down)">
                      <p:cBhvr>
                        <p:cTn dur="500"/>
                        <p:tgtEl>
                          <p:spTgt spid="84"/>
                        </p:tgtEl>
                      </p:cBhvr>
                    </p:animEffect>
                  </p:childTnLst>
                </p:cTn>
              </p:par>
            </p:tnLst>
          </p:tmpl>
        </p:tmplLst>
      </p:bldP>
      <p:bldP spid="85" grpId="0"/>
      <p:bldP spid="86"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86"/>
                        </p:tgtEl>
                        <p:attrNameLst>
                          <p:attrName>style.visibility</p:attrName>
                        </p:attrNameLst>
                      </p:cBhvr>
                      <p:to>
                        <p:strVal val="visible"/>
                      </p:to>
                    </p:set>
                    <p:anim calcmode="lin" valueType="num">
                      <p:cBhvr additive="base">
                        <p:cTn dur="500" fill="hold"/>
                        <p:tgtEl>
                          <p:spTgt spid="86"/>
                        </p:tgtEl>
                        <p:attrNameLst>
                          <p:attrName>ppt_x</p:attrName>
                        </p:attrNameLst>
                      </p:cBhvr>
                      <p:tavLst>
                        <p:tav tm="0">
                          <p:val>
                            <p:strVal val="#ppt_x"/>
                          </p:val>
                        </p:tav>
                        <p:tav tm="100000">
                          <p:val>
                            <p:strVal val="#ppt_x"/>
                          </p:val>
                        </p:tav>
                      </p:tavLst>
                    </p:anim>
                    <p:anim calcmode="lin" valueType="num">
                      <p:cBhvr additive="base">
                        <p:cTn dur="500" fill="hold"/>
                        <p:tgtEl>
                          <p:spTgt spid="86"/>
                        </p:tgtEl>
                        <p:attrNameLst>
                          <p:attrName>ppt_y</p:attrName>
                        </p:attrNameLst>
                      </p:cBhvr>
                      <p:tavLst>
                        <p:tav tm="0">
                          <p:val>
                            <p:strVal val="1+#ppt_h/2"/>
                          </p:val>
                        </p:tav>
                        <p:tav tm="100000">
                          <p:val>
                            <p:strVal val="#ppt_y"/>
                          </p:val>
                        </p:tav>
                      </p:tavLst>
                    </p:anim>
                  </p:childTnLst>
                </p:cTn>
              </p:par>
            </p:tnLst>
          </p:tmpl>
        </p:tmplLst>
      </p:bldP>
      <p:bldP spid="87"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87"/>
                        </p:tgtEl>
                        <p:attrNameLst>
                          <p:attrName>style.visibility</p:attrName>
                        </p:attrNameLst>
                      </p:cBhvr>
                      <p:to>
                        <p:strVal val="visible"/>
                      </p:to>
                    </p:set>
                    <p:anim calcmode="lin" valueType="num">
                      <p:cBhvr additive="base">
                        <p:cTn dur="500" fill="hold"/>
                        <p:tgtEl>
                          <p:spTgt spid="87"/>
                        </p:tgtEl>
                        <p:attrNameLst>
                          <p:attrName>ppt_x</p:attrName>
                        </p:attrNameLst>
                      </p:cBhvr>
                      <p:tavLst>
                        <p:tav tm="0">
                          <p:val>
                            <p:strVal val="#ppt_x"/>
                          </p:val>
                        </p:tav>
                        <p:tav tm="100000">
                          <p:val>
                            <p:strVal val="#ppt_x"/>
                          </p:val>
                        </p:tav>
                      </p:tavLst>
                    </p:anim>
                    <p:anim calcmode="lin" valueType="num">
                      <p:cBhvr additive="base">
                        <p:cTn dur="500" fill="hold"/>
                        <p:tgtEl>
                          <p:spTgt spid="87"/>
                        </p:tgtEl>
                        <p:attrNameLst>
                          <p:attrName>ppt_y</p:attrName>
                        </p:attrNameLst>
                      </p:cBhvr>
                      <p:tavLst>
                        <p:tav tm="0">
                          <p:val>
                            <p:strVal val="1+#ppt_h/2"/>
                          </p:val>
                        </p:tav>
                        <p:tav tm="100000">
                          <p:val>
                            <p:strVal val="#ppt_y"/>
                          </p:val>
                        </p:tav>
                      </p:tavLst>
                    </p:anim>
                  </p:childTnLst>
                </p:cTn>
              </p:par>
            </p:tnLst>
          </p:tmpl>
        </p:tmplLst>
      </p:bldP>
      <p:bldP spid="88" grpId="0" animBg="1"/>
      <p:bldP spid="89"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89"/>
                        </p:tgtEl>
                        <p:attrNameLst>
                          <p:attrName>style.visibility</p:attrName>
                        </p:attrNameLst>
                      </p:cBhvr>
                      <p:to>
                        <p:strVal val="visible"/>
                      </p:to>
                    </p:set>
                    <p:animEffect transition="in" filter="wipe(down)">
                      <p:cBhvr>
                        <p:cTn dur="500"/>
                        <p:tgtEl>
                          <p:spTgt spid="89"/>
                        </p:tgtEl>
                      </p:cBhvr>
                    </p:animEffect>
                  </p:childTnLst>
                </p:cTn>
              </p:par>
            </p:tnLst>
          </p:tmpl>
        </p:tmplLst>
      </p:bldP>
    </p:bldLst>
  </p:timing>
</p:sldLayout>
</file>

<file path=ppt/slideLayouts/slideLayout322.xml><?xml version="1.0" encoding="utf-8"?>
<p:sldLayout xmlns:a="http://schemas.openxmlformats.org/drawingml/2006/main" xmlns:r="http://schemas.openxmlformats.org/officeDocument/2006/relationships" xmlns:p="http://schemas.openxmlformats.org/presentationml/2006/main" userDrawn="1">
  <p:cSld name="Four Pic Ver">
    <p:spTree>
      <p:nvGrpSpPr>
        <p:cNvPr id="1" name=""/>
        <p:cNvGrpSpPr/>
        <p:nvPr/>
      </p:nvGrpSpPr>
      <p:grpSpPr>
        <a:xfrm>
          <a:off x="0" y="0"/>
          <a:ext cx="0" cy="0"/>
          <a:chOff x="0" y="0"/>
          <a:chExt cx="0" cy="0"/>
        </a:xfrm>
      </p:grpSpPr>
      <p:sp>
        <p:nvSpPr>
          <p:cNvPr id="12" name="Picture Placeholder 7"/>
          <p:cNvSpPr>
            <a:spLocks noGrp="1"/>
          </p:cNvSpPr>
          <p:nvPr>
            <p:ph type="pic" sz="quarter" idx="15" hasCustomPrompt="1"/>
          </p:nvPr>
        </p:nvSpPr>
        <p:spPr>
          <a:xfrm>
            <a:off x="590995" y="1536506"/>
            <a:ext cx="346953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4" name="Rectangle 3"/>
          <p:cNvSpPr/>
          <p:nvPr userDrawn="1"/>
        </p:nvSpPr>
        <p:spPr>
          <a:xfrm>
            <a:off x="590997" y="3341912"/>
            <a:ext cx="3469532" cy="56122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13" name="Text Placeholder 3"/>
          <p:cNvSpPr>
            <a:spLocks noGrp="1"/>
          </p:cNvSpPr>
          <p:nvPr>
            <p:ph type="body" sz="half" idx="17"/>
          </p:nvPr>
        </p:nvSpPr>
        <p:spPr>
          <a:xfrm>
            <a:off x="680830" y="3483079"/>
            <a:ext cx="3324756" cy="257040"/>
          </a:xfrm>
          <a:prstGeom prst="rect">
            <a:avLst/>
          </a:prstGeom>
        </p:spPr>
        <p:txBody>
          <a:bodyPr wrap="none" lIns="0" tIns="0" rIns="0" bIns="0" anchor="ctr">
            <a:noAutofit/>
          </a:bodyPr>
          <a:lstStyle>
            <a:lvl1pPr marL="0" indent="0" algn="ctr">
              <a:buNone/>
              <a:defRPr sz="1600"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14" name="Picture Placeholder 7"/>
          <p:cNvSpPr>
            <a:spLocks noGrp="1"/>
          </p:cNvSpPr>
          <p:nvPr>
            <p:ph type="pic" sz="quarter" idx="18" hasCustomPrompt="1"/>
          </p:nvPr>
        </p:nvSpPr>
        <p:spPr>
          <a:xfrm>
            <a:off x="4344201" y="1536506"/>
            <a:ext cx="346953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15" name="Rectangle 14"/>
          <p:cNvSpPr/>
          <p:nvPr userDrawn="1"/>
        </p:nvSpPr>
        <p:spPr>
          <a:xfrm>
            <a:off x="4344202" y="3341912"/>
            <a:ext cx="3469532" cy="56122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16" name="Text Placeholder 3"/>
          <p:cNvSpPr>
            <a:spLocks noGrp="1"/>
          </p:cNvSpPr>
          <p:nvPr>
            <p:ph type="body" sz="half" idx="19"/>
          </p:nvPr>
        </p:nvSpPr>
        <p:spPr>
          <a:xfrm>
            <a:off x="4434033" y="3483079"/>
            <a:ext cx="3324756" cy="257040"/>
          </a:xfrm>
          <a:prstGeom prst="rect">
            <a:avLst/>
          </a:prstGeom>
        </p:spPr>
        <p:txBody>
          <a:bodyPr wrap="none" lIns="0" tIns="0" rIns="0" bIns="0" anchor="ctr">
            <a:noAutofit/>
          </a:bodyPr>
          <a:lstStyle>
            <a:lvl1pPr marL="0" indent="0" algn="ctr">
              <a:buNone/>
              <a:defRPr sz="1600"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17" name="Picture Placeholder 7"/>
          <p:cNvSpPr>
            <a:spLocks noGrp="1"/>
          </p:cNvSpPr>
          <p:nvPr>
            <p:ph type="pic" sz="quarter" idx="20" hasCustomPrompt="1"/>
          </p:nvPr>
        </p:nvSpPr>
        <p:spPr>
          <a:xfrm>
            <a:off x="8094767" y="1536506"/>
            <a:ext cx="346953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18" name="Rectangle 17"/>
          <p:cNvSpPr/>
          <p:nvPr userDrawn="1"/>
        </p:nvSpPr>
        <p:spPr>
          <a:xfrm>
            <a:off x="8094769" y="3341912"/>
            <a:ext cx="3469532" cy="56122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19" name="Text Placeholder 3"/>
          <p:cNvSpPr>
            <a:spLocks noGrp="1"/>
          </p:cNvSpPr>
          <p:nvPr>
            <p:ph type="body" sz="half" idx="21"/>
          </p:nvPr>
        </p:nvSpPr>
        <p:spPr>
          <a:xfrm>
            <a:off x="8184601" y="3483079"/>
            <a:ext cx="3324756" cy="257040"/>
          </a:xfrm>
          <a:prstGeom prst="rect">
            <a:avLst/>
          </a:prstGeom>
        </p:spPr>
        <p:txBody>
          <a:bodyPr wrap="none" lIns="0" tIns="0" rIns="0" bIns="0" anchor="ctr">
            <a:noAutofit/>
          </a:bodyPr>
          <a:lstStyle>
            <a:lvl1pPr marL="0" indent="0" algn="ctr">
              <a:buNone/>
              <a:defRPr sz="1600"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20" name="Picture Placeholder 7"/>
          <p:cNvSpPr>
            <a:spLocks noGrp="1"/>
          </p:cNvSpPr>
          <p:nvPr>
            <p:ph type="pic" sz="quarter" idx="22" hasCustomPrompt="1"/>
          </p:nvPr>
        </p:nvSpPr>
        <p:spPr>
          <a:xfrm>
            <a:off x="590995" y="3990754"/>
            <a:ext cx="346953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21" name="Rectangle 20"/>
          <p:cNvSpPr/>
          <p:nvPr userDrawn="1"/>
        </p:nvSpPr>
        <p:spPr>
          <a:xfrm>
            <a:off x="590997" y="5796160"/>
            <a:ext cx="3469532" cy="561221"/>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22" name="Text Placeholder 3"/>
          <p:cNvSpPr>
            <a:spLocks noGrp="1"/>
          </p:cNvSpPr>
          <p:nvPr>
            <p:ph type="body" sz="half" idx="23"/>
          </p:nvPr>
        </p:nvSpPr>
        <p:spPr>
          <a:xfrm>
            <a:off x="680830" y="5937327"/>
            <a:ext cx="3324756" cy="257040"/>
          </a:xfrm>
          <a:prstGeom prst="rect">
            <a:avLst/>
          </a:prstGeom>
        </p:spPr>
        <p:txBody>
          <a:bodyPr wrap="none" lIns="0" tIns="0" rIns="0" bIns="0" anchor="ctr">
            <a:noAutofit/>
          </a:bodyPr>
          <a:lstStyle>
            <a:lvl1pPr marL="0" indent="0" algn="ctr">
              <a:buNone/>
              <a:defRPr sz="1600"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23" name="Picture Placeholder 7"/>
          <p:cNvSpPr>
            <a:spLocks noGrp="1"/>
          </p:cNvSpPr>
          <p:nvPr>
            <p:ph type="pic" sz="quarter" idx="24" hasCustomPrompt="1"/>
          </p:nvPr>
        </p:nvSpPr>
        <p:spPr>
          <a:xfrm>
            <a:off x="4344201" y="3990754"/>
            <a:ext cx="346953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24" name="Rectangle 23"/>
          <p:cNvSpPr/>
          <p:nvPr userDrawn="1"/>
        </p:nvSpPr>
        <p:spPr>
          <a:xfrm>
            <a:off x="4344202" y="5796160"/>
            <a:ext cx="3469532" cy="561221"/>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25" name="Text Placeholder 3"/>
          <p:cNvSpPr>
            <a:spLocks noGrp="1"/>
          </p:cNvSpPr>
          <p:nvPr>
            <p:ph type="body" sz="half" idx="25"/>
          </p:nvPr>
        </p:nvSpPr>
        <p:spPr>
          <a:xfrm>
            <a:off x="4434033" y="5937327"/>
            <a:ext cx="3324756" cy="257040"/>
          </a:xfrm>
          <a:prstGeom prst="rect">
            <a:avLst/>
          </a:prstGeom>
        </p:spPr>
        <p:txBody>
          <a:bodyPr wrap="none" lIns="0" tIns="0" rIns="0" bIns="0" anchor="ctr">
            <a:noAutofit/>
          </a:bodyPr>
          <a:lstStyle>
            <a:lvl1pPr marL="0" indent="0" algn="ctr">
              <a:buNone/>
              <a:defRPr sz="1600"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26" name="Picture Placeholder 7"/>
          <p:cNvSpPr>
            <a:spLocks noGrp="1"/>
          </p:cNvSpPr>
          <p:nvPr>
            <p:ph type="pic" sz="quarter" idx="26" hasCustomPrompt="1"/>
          </p:nvPr>
        </p:nvSpPr>
        <p:spPr>
          <a:xfrm>
            <a:off x="8094767" y="3990754"/>
            <a:ext cx="346953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27" name="Rectangle 26"/>
          <p:cNvSpPr/>
          <p:nvPr userDrawn="1"/>
        </p:nvSpPr>
        <p:spPr>
          <a:xfrm>
            <a:off x="8094769" y="5796160"/>
            <a:ext cx="3469532" cy="561221"/>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28" name="Text Placeholder 3"/>
          <p:cNvSpPr>
            <a:spLocks noGrp="1"/>
          </p:cNvSpPr>
          <p:nvPr>
            <p:ph type="body" sz="half" idx="27"/>
          </p:nvPr>
        </p:nvSpPr>
        <p:spPr>
          <a:xfrm>
            <a:off x="8184601" y="5937327"/>
            <a:ext cx="3324756" cy="257040"/>
          </a:xfrm>
          <a:prstGeom prst="rect">
            <a:avLst/>
          </a:prstGeom>
        </p:spPr>
        <p:txBody>
          <a:bodyPr wrap="none" lIns="0" tIns="0" rIns="0" bIns="0" anchor="ctr">
            <a:noAutofit/>
          </a:bodyPr>
          <a:lstStyle>
            <a:lvl1pPr marL="0" indent="0" algn="ctr">
              <a:buNone/>
              <a:defRPr sz="1600"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29"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30"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296730636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after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wipe(down)">
                                      <p:cBhvr>
                                        <p:cTn id="7" dur="500"/>
                                        <p:tgtEl>
                                          <p:spTgt spid="12"/>
                                        </p:tgtEl>
                                      </p:cBhvr>
                                    </p:animEffect>
                                  </p:childTnLst>
                                </p:cTn>
                              </p:par>
                            </p:childTnLst>
                          </p:cTn>
                        </p:par>
                        <p:par>
                          <p:cTn id="8" fill="hold">
                            <p:stCondLst>
                              <p:cond delay="500"/>
                            </p:stCondLst>
                            <p:childTnLst>
                              <p:par>
                                <p:cTn id="9" presetID="22" presetClass="entr" presetSubtype="4" fill="hold" grpId="0" nodeType="afterEffect">
                                  <p:stCondLst>
                                    <p:cond delay="0"/>
                                  </p:stCondLst>
                                  <p:childTnLst>
                                    <p:set>
                                      <p:cBhvr>
                                        <p:cTn id="10" dur="1" fill="hold">
                                          <p:stCondLst>
                                            <p:cond delay="0"/>
                                          </p:stCondLst>
                                        </p:cTn>
                                        <p:tgtEl>
                                          <p:spTgt spid="4"/>
                                        </p:tgtEl>
                                        <p:attrNameLst>
                                          <p:attrName>style.visibility</p:attrName>
                                        </p:attrNameLst>
                                      </p:cBhvr>
                                      <p:to>
                                        <p:strVal val="visible"/>
                                      </p:to>
                                    </p:set>
                                    <p:animEffect transition="in" filter="wipe(down)">
                                      <p:cBhvr>
                                        <p:cTn id="11" dur="500"/>
                                        <p:tgtEl>
                                          <p:spTgt spid="4"/>
                                        </p:tgtEl>
                                      </p:cBhvr>
                                    </p:animEffect>
                                  </p:childTnLst>
                                </p:cTn>
                              </p:par>
                            </p:childTnLst>
                          </p:cTn>
                        </p:par>
                        <p:par>
                          <p:cTn id="12" fill="hold">
                            <p:stCondLst>
                              <p:cond delay="1000"/>
                            </p:stCondLst>
                            <p:childTnLst>
                              <p:par>
                                <p:cTn id="13" presetID="22" presetClass="entr" presetSubtype="4" fill="hold" grpId="0" nodeType="afterEffect" nodePh="1">
                                  <p:stCondLst>
                                    <p:cond delay="0"/>
                                  </p:stCondLst>
                                  <p:endCondLst>
                                    <p:cond evt="begin" delay="0">
                                      <p:tn val="13"/>
                                    </p:cond>
                                  </p:endCondLst>
                                  <p:childTnLst>
                                    <p:set>
                                      <p:cBhvr>
                                        <p:cTn id="14" dur="1" fill="hold">
                                          <p:stCondLst>
                                            <p:cond delay="0"/>
                                          </p:stCondLst>
                                        </p:cTn>
                                        <p:tgtEl>
                                          <p:spTgt spid="13">
                                            <p:txEl>
                                              <p:pRg st="0" end="0"/>
                                            </p:txEl>
                                          </p:spTgt>
                                        </p:tgtEl>
                                        <p:attrNameLst>
                                          <p:attrName>style.visibility</p:attrName>
                                        </p:attrNameLst>
                                      </p:cBhvr>
                                      <p:to>
                                        <p:strVal val="visible"/>
                                      </p:to>
                                    </p:set>
                                    <p:animEffect transition="in" filter="wipe(down)">
                                      <p:cBhvr>
                                        <p:cTn id="15" dur="500"/>
                                        <p:tgtEl>
                                          <p:spTgt spid="13">
                                            <p:txEl>
                                              <p:pRg st="0" end="0"/>
                                            </p:txEl>
                                          </p:spTgt>
                                        </p:tgtEl>
                                      </p:cBhvr>
                                    </p:animEffect>
                                  </p:childTnLst>
                                </p:cTn>
                              </p:par>
                            </p:childTnLst>
                          </p:cTn>
                        </p:par>
                        <p:par>
                          <p:cTn id="16" fill="hold">
                            <p:stCondLst>
                              <p:cond delay="1500"/>
                            </p:stCondLst>
                            <p:childTnLst>
                              <p:par>
                                <p:cTn id="17" presetID="22" presetClass="entr" presetSubtype="4" fill="hold" grpId="0" nodeType="afterEffect">
                                  <p:stCondLst>
                                    <p:cond delay="0"/>
                                  </p:stCondLst>
                                  <p:childTnLst>
                                    <p:set>
                                      <p:cBhvr>
                                        <p:cTn id="18" dur="1" fill="hold">
                                          <p:stCondLst>
                                            <p:cond delay="0"/>
                                          </p:stCondLst>
                                        </p:cTn>
                                        <p:tgtEl>
                                          <p:spTgt spid="14"/>
                                        </p:tgtEl>
                                        <p:attrNameLst>
                                          <p:attrName>style.visibility</p:attrName>
                                        </p:attrNameLst>
                                      </p:cBhvr>
                                      <p:to>
                                        <p:strVal val="visible"/>
                                      </p:to>
                                    </p:set>
                                    <p:animEffect transition="in" filter="wipe(down)">
                                      <p:cBhvr>
                                        <p:cTn id="19" dur="500"/>
                                        <p:tgtEl>
                                          <p:spTgt spid="14"/>
                                        </p:tgtEl>
                                      </p:cBhvr>
                                    </p:animEffect>
                                  </p:childTnLst>
                                </p:cTn>
                              </p:par>
                            </p:childTnLst>
                          </p:cTn>
                        </p:par>
                        <p:par>
                          <p:cTn id="20" fill="hold">
                            <p:stCondLst>
                              <p:cond delay="2000"/>
                            </p:stCondLst>
                            <p:childTnLst>
                              <p:par>
                                <p:cTn id="21" presetID="22" presetClass="entr" presetSubtype="4" fill="hold" grpId="0" nodeType="afterEffect">
                                  <p:stCondLst>
                                    <p:cond delay="0"/>
                                  </p:stCondLst>
                                  <p:childTnLst>
                                    <p:set>
                                      <p:cBhvr>
                                        <p:cTn id="22" dur="1" fill="hold">
                                          <p:stCondLst>
                                            <p:cond delay="0"/>
                                          </p:stCondLst>
                                        </p:cTn>
                                        <p:tgtEl>
                                          <p:spTgt spid="15"/>
                                        </p:tgtEl>
                                        <p:attrNameLst>
                                          <p:attrName>style.visibility</p:attrName>
                                        </p:attrNameLst>
                                      </p:cBhvr>
                                      <p:to>
                                        <p:strVal val="visible"/>
                                      </p:to>
                                    </p:set>
                                    <p:animEffect transition="in" filter="wipe(down)">
                                      <p:cBhvr>
                                        <p:cTn id="23" dur="500"/>
                                        <p:tgtEl>
                                          <p:spTgt spid="15"/>
                                        </p:tgtEl>
                                      </p:cBhvr>
                                    </p:animEffect>
                                  </p:childTnLst>
                                </p:cTn>
                              </p:par>
                            </p:childTnLst>
                          </p:cTn>
                        </p:par>
                        <p:par>
                          <p:cTn id="24" fill="hold">
                            <p:stCondLst>
                              <p:cond delay="2500"/>
                            </p:stCondLst>
                            <p:childTnLst>
                              <p:par>
                                <p:cTn id="25" presetID="22" presetClass="entr" presetSubtype="4" fill="hold" grpId="0" nodeType="afterEffect" nodePh="1">
                                  <p:stCondLst>
                                    <p:cond delay="0"/>
                                  </p:stCondLst>
                                  <p:endCondLst>
                                    <p:cond evt="begin" delay="0">
                                      <p:tn val="25"/>
                                    </p:cond>
                                  </p:endCondLst>
                                  <p:childTnLst>
                                    <p:set>
                                      <p:cBhvr>
                                        <p:cTn id="26" dur="1" fill="hold">
                                          <p:stCondLst>
                                            <p:cond delay="0"/>
                                          </p:stCondLst>
                                        </p:cTn>
                                        <p:tgtEl>
                                          <p:spTgt spid="16">
                                            <p:txEl>
                                              <p:pRg st="0" end="0"/>
                                            </p:txEl>
                                          </p:spTgt>
                                        </p:tgtEl>
                                        <p:attrNameLst>
                                          <p:attrName>style.visibility</p:attrName>
                                        </p:attrNameLst>
                                      </p:cBhvr>
                                      <p:to>
                                        <p:strVal val="visible"/>
                                      </p:to>
                                    </p:set>
                                    <p:animEffect transition="in" filter="wipe(down)">
                                      <p:cBhvr>
                                        <p:cTn id="27" dur="500"/>
                                        <p:tgtEl>
                                          <p:spTgt spid="16">
                                            <p:txEl>
                                              <p:pRg st="0" end="0"/>
                                            </p:txEl>
                                          </p:spTgt>
                                        </p:tgtEl>
                                      </p:cBhvr>
                                    </p:animEffect>
                                  </p:childTnLst>
                                </p:cTn>
                              </p:par>
                            </p:childTnLst>
                          </p:cTn>
                        </p:par>
                        <p:par>
                          <p:cTn id="28" fill="hold">
                            <p:stCondLst>
                              <p:cond delay="3000"/>
                            </p:stCondLst>
                            <p:childTnLst>
                              <p:par>
                                <p:cTn id="29" presetID="22" presetClass="entr" presetSubtype="4" fill="hold" grpId="0" nodeType="afterEffect">
                                  <p:stCondLst>
                                    <p:cond delay="0"/>
                                  </p:stCondLst>
                                  <p:childTnLst>
                                    <p:set>
                                      <p:cBhvr>
                                        <p:cTn id="30" dur="1" fill="hold">
                                          <p:stCondLst>
                                            <p:cond delay="0"/>
                                          </p:stCondLst>
                                        </p:cTn>
                                        <p:tgtEl>
                                          <p:spTgt spid="17"/>
                                        </p:tgtEl>
                                        <p:attrNameLst>
                                          <p:attrName>style.visibility</p:attrName>
                                        </p:attrNameLst>
                                      </p:cBhvr>
                                      <p:to>
                                        <p:strVal val="visible"/>
                                      </p:to>
                                    </p:set>
                                    <p:animEffect transition="in" filter="wipe(down)">
                                      <p:cBhvr>
                                        <p:cTn id="31" dur="500"/>
                                        <p:tgtEl>
                                          <p:spTgt spid="17"/>
                                        </p:tgtEl>
                                      </p:cBhvr>
                                    </p:animEffect>
                                  </p:childTnLst>
                                </p:cTn>
                              </p:par>
                            </p:childTnLst>
                          </p:cTn>
                        </p:par>
                        <p:par>
                          <p:cTn id="32" fill="hold">
                            <p:stCondLst>
                              <p:cond delay="3500"/>
                            </p:stCondLst>
                            <p:childTnLst>
                              <p:par>
                                <p:cTn id="33" presetID="22" presetClass="entr" presetSubtype="4" fill="hold" grpId="0" nodeType="afterEffect">
                                  <p:stCondLst>
                                    <p:cond delay="0"/>
                                  </p:stCondLst>
                                  <p:childTnLst>
                                    <p:set>
                                      <p:cBhvr>
                                        <p:cTn id="34" dur="1" fill="hold">
                                          <p:stCondLst>
                                            <p:cond delay="0"/>
                                          </p:stCondLst>
                                        </p:cTn>
                                        <p:tgtEl>
                                          <p:spTgt spid="18"/>
                                        </p:tgtEl>
                                        <p:attrNameLst>
                                          <p:attrName>style.visibility</p:attrName>
                                        </p:attrNameLst>
                                      </p:cBhvr>
                                      <p:to>
                                        <p:strVal val="visible"/>
                                      </p:to>
                                    </p:set>
                                    <p:animEffect transition="in" filter="wipe(down)">
                                      <p:cBhvr>
                                        <p:cTn id="35" dur="500"/>
                                        <p:tgtEl>
                                          <p:spTgt spid="18"/>
                                        </p:tgtEl>
                                      </p:cBhvr>
                                    </p:animEffect>
                                  </p:childTnLst>
                                </p:cTn>
                              </p:par>
                            </p:childTnLst>
                          </p:cTn>
                        </p:par>
                        <p:par>
                          <p:cTn id="36" fill="hold">
                            <p:stCondLst>
                              <p:cond delay="4000"/>
                            </p:stCondLst>
                            <p:childTnLst>
                              <p:par>
                                <p:cTn id="37" presetID="22" presetClass="entr" presetSubtype="4" fill="hold" grpId="0" nodeType="afterEffect" nodePh="1">
                                  <p:stCondLst>
                                    <p:cond delay="0"/>
                                  </p:stCondLst>
                                  <p:endCondLst>
                                    <p:cond evt="begin" delay="0">
                                      <p:tn val="37"/>
                                    </p:cond>
                                  </p:endCondLst>
                                  <p:childTnLst>
                                    <p:set>
                                      <p:cBhvr>
                                        <p:cTn id="38" dur="1" fill="hold">
                                          <p:stCondLst>
                                            <p:cond delay="0"/>
                                          </p:stCondLst>
                                        </p:cTn>
                                        <p:tgtEl>
                                          <p:spTgt spid="19">
                                            <p:txEl>
                                              <p:pRg st="0" end="0"/>
                                            </p:txEl>
                                          </p:spTgt>
                                        </p:tgtEl>
                                        <p:attrNameLst>
                                          <p:attrName>style.visibility</p:attrName>
                                        </p:attrNameLst>
                                      </p:cBhvr>
                                      <p:to>
                                        <p:strVal val="visible"/>
                                      </p:to>
                                    </p:set>
                                    <p:animEffect transition="in" filter="wipe(down)">
                                      <p:cBhvr>
                                        <p:cTn id="39" dur="500"/>
                                        <p:tgtEl>
                                          <p:spTgt spid="19">
                                            <p:txEl>
                                              <p:pRg st="0" end="0"/>
                                            </p:txEl>
                                          </p:spTgt>
                                        </p:tgtEl>
                                      </p:cBhvr>
                                    </p:animEffect>
                                  </p:childTnLst>
                                </p:cTn>
                              </p:par>
                            </p:childTnLst>
                          </p:cTn>
                        </p:par>
                        <p:par>
                          <p:cTn id="40" fill="hold">
                            <p:stCondLst>
                              <p:cond delay="4500"/>
                            </p:stCondLst>
                            <p:childTnLst>
                              <p:par>
                                <p:cTn id="41" presetID="22" presetClass="entr" presetSubtype="4" fill="hold" grpId="0" nodeType="afterEffect">
                                  <p:stCondLst>
                                    <p:cond delay="0"/>
                                  </p:stCondLst>
                                  <p:childTnLst>
                                    <p:set>
                                      <p:cBhvr>
                                        <p:cTn id="42" dur="1" fill="hold">
                                          <p:stCondLst>
                                            <p:cond delay="0"/>
                                          </p:stCondLst>
                                        </p:cTn>
                                        <p:tgtEl>
                                          <p:spTgt spid="20"/>
                                        </p:tgtEl>
                                        <p:attrNameLst>
                                          <p:attrName>style.visibility</p:attrName>
                                        </p:attrNameLst>
                                      </p:cBhvr>
                                      <p:to>
                                        <p:strVal val="visible"/>
                                      </p:to>
                                    </p:set>
                                    <p:animEffect transition="in" filter="wipe(down)">
                                      <p:cBhvr>
                                        <p:cTn id="43" dur="500"/>
                                        <p:tgtEl>
                                          <p:spTgt spid="20"/>
                                        </p:tgtEl>
                                      </p:cBhvr>
                                    </p:animEffect>
                                  </p:childTnLst>
                                </p:cTn>
                              </p:par>
                            </p:childTnLst>
                          </p:cTn>
                        </p:par>
                        <p:par>
                          <p:cTn id="44" fill="hold">
                            <p:stCondLst>
                              <p:cond delay="5000"/>
                            </p:stCondLst>
                            <p:childTnLst>
                              <p:par>
                                <p:cTn id="45" presetID="22" presetClass="entr" presetSubtype="4" fill="hold" grpId="0" nodeType="afterEffect">
                                  <p:stCondLst>
                                    <p:cond delay="0"/>
                                  </p:stCondLst>
                                  <p:childTnLst>
                                    <p:set>
                                      <p:cBhvr>
                                        <p:cTn id="46" dur="1" fill="hold">
                                          <p:stCondLst>
                                            <p:cond delay="0"/>
                                          </p:stCondLst>
                                        </p:cTn>
                                        <p:tgtEl>
                                          <p:spTgt spid="21"/>
                                        </p:tgtEl>
                                        <p:attrNameLst>
                                          <p:attrName>style.visibility</p:attrName>
                                        </p:attrNameLst>
                                      </p:cBhvr>
                                      <p:to>
                                        <p:strVal val="visible"/>
                                      </p:to>
                                    </p:set>
                                    <p:animEffect transition="in" filter="wipe(down)">
                                      <p:cBhvr>
                                        <p:cTn id="47" dur="500"/>
                                        <p:tgtEl>
                                          <p:spTgt spid="21"/>
                                        </p:tgtEl>
                                      </p:cBhvr>
                                    </p:animEffect>
                                  </p:childTnLst>
                                </p:cTn>
                              </p:par>
                            </p:childTnLst>
                          </p:cTn>
                        </p:par>
                        <p:par>
                          <p:cTn id="48" fill="hold">
                            <p:stCondLst>
                              <p:cond delay="5500"/>
                            </p:stCondLst>
                            <p:childTnLst>
                              <p:par>
                                <p:cTn id="49" presetID="22" presetClass="entr" presetSubtype="4" fill="hold" grpId="0" nodeType="afterEffect" nodePh="1">
                                  <p:stCondLst>
                                    <p:cond delay="0"/>
                                  </p:stCondLst>
                                  <p:endCondLst>
                                    <p:cond evt="begin" delay="0">
                                      <p:tn val="49"/>
                                    </p:cond>
                                  </p:endCondLst>
                                  <p:childTnLst>
                                    <p:set>
                                      <p:cBhvr>
                                        <p:cTn id="50" dur="1" fill="hold">
                                          <p:stCondLst>
                                            <p:cond delay="0"/>
                                          </p:stCondLst>
                                        </p:cTn>
                                        <p:tgtEl>
                                          <p:spTgt spid="22">
                                            <p:txEl>
                                              <p:pRg st="0" end="0"/>
                                            </p:txEl>
                                          </p:spTgt>
                                        </p:tgtEl>
                                        <p:attrNameLst>
                                          <p:attrName>style.visibility</p:attrName>
                                        </p:attrNameLst>
                                      </p:cBhvr>
                                      <p:to>
                                        <p:strVal val="visible"/>
                                      </p:to>
                                    </p:set>
                                    <p:animEffect transition="in" filter="wipe(down)">
                                      <p:cBhvr>
                                        <p:cTn id="51" dur="500"/>
                                        <p:tgtEl>
                                          <p:spTgt spid="22">
                                            <p:txEl>
                                              <p:pRg st="0" end="0"/>
                                            </p:txEl>
                                          </p:spTgt>
                                        </p:tgtEl>
                                      </p:cBhvr>
                                    </p:animEffect>
                                  </p:childTnLst>
                                </p:cTn>
                              </p:par>
                            </p:childTnLst>
                          </p:cTn>
                        </p:par>
                        <p:par>
                          <p:cTn id="52" fill="hold">
                            <p:stCondLst>
                              <p:cond delay="6000"/>
                            </p:stCondLst>
                            <p:childTnLst>
                              <p:par>
                                <p:cTn id="53" presetID="22" presetClass="entr" presetSubtype="4" fill="hold" grpId="0" nodeType="afterEffect">
                                  <p:stCondLst>
                                    <p:cond delay="0"/>
                                  </p:stCondLst>
                                  <p:childTnLst>
                                    <p:set>
                                      <p:cBhvr>
                                        <p:cTn id="54" dur="1" fill="hold">
                                          <p:stCondLst>
                                            <p:cond delay="0"/>
                                          </p:stCondLst>
                                        </p:cTn>
                                        <p:tgtEl>
                                          <p:spTgt spid="23"/>
                                        </p:tgtEl>
                                        <p:attrNameLst>
                                          <p:attrName>style.visibility</p:attrName>
                                        </p:attrNameLst>
                                      </p:cBhvr>
                                      <p:to>
                                        <p:strVal val="visible"/>
                                      </p:to>
                                    </p:set>
                                    <p:animEffect transition="in" filter="wipe(down)">
                                      <p:cBhvr>
                                        <p:cTn id="55" dur="500"/>
                                        <p:tgtEl>
                                          <p:spTgt spid="23"/>
                                        </p:tgtEl>
                                      </p:cBhvr>
                                    </p:animEffect>
                                  </p:childTnLst>
                                </p:cTn>
                              </p:par>
                            </p:childTnLst>
                          </p:cTn>
                        </p:par>
                        <p:par>
                          <p:cTn id="56" fill="hold">
                            <p:stCondLst>
                              <p:cond delay="6500"/>
                            </p:stCondLst>
                            <p:childTnLst>
                              <p:par>
                                <p:cTn id="57" presetID="22" presetClass="entr" presetSubtype="4" fill="hold" grpId="0" nodeType="afterEffect">
                                  <p:stCondLst>
                                    <p:cond delay="0"/>
                                  </p:stCondLst>
                                  <p:childTnLst>
                                    <p:set>
                                      <p:cBhvr>
                                        <p:cTn id="58" dur="1" fill="hold">
                                          <p:stCondLst>
                                            <p:cond delay="0"/>
                                          </p:stCondLst>
                                        </p:cTn>
                                        <p:tgtEl>
                                          <p:spTgt spid="24"/>
                                        </p:tgtEl>
                                        <p:attrNameLst>
                                          <p:attrName>style.visibility</p:attrName>
                                        </p:attrNameLst>
                                      </p:cBhvr>
                                      <p:to>
                                        <p:strVal val="visible"/>
                                      </p:to>
                                    </p:set>
                                    <p:animEffect transition="in" filter="wipe(down)">
                                      <p:cBhvr>
                                        <p:cTn id="59" dur="500"/>
                                        <p:tgtEl>
                                          <p:spTgt spid="24"/>
                                        </p:tgtEl>
                                      </p:cBhvr>
                                    </p:animEffect>
                                  </p:childTnLst>
                                </p:cTn>
                              </p:par>
                            </p:childTnLst>
                          </p:cTn>
                        </p:par>
                        <p:par>
                          <p:cTn id="60" fill="hold">
                            <p:stCondLst>
                              <p:cond delay="7000"/>
                            </p:stCondLst>
                            <p:childTnLst>
                              <p:par>
                                <p:cTn id="61" presetID="22" presetClass="entr" presetSubtype="4" fill="hold" grpId="0" nodeType="afterEffect" nodePh="1">
                                  <p:stCondLst>
                                    <p:cond delay="0"/>
                                  </p:stCondLst>
                                  <p:endCondLst>
                                    <p:cond evt="begin" delay="0">
                                      <p:tn val="61"/>
                                    </p:cond>
                                  </p:endCondLst>
                                  <p:childTnLst>
                                    <p:set>
                                      <p:cBhvr>
                                        <p:cTn id="62" dur="1" fill="hold">
                                          <p:stCondLst>
                                            <p:cond delay="0"/>
                                          </p:stCondLst>
                                        </p:cTn>
                                        <p:tgtEl>
                                          <p:spTgt spid="25">
                                            <p:txEl>
                                              <p:pRg st="0" end="0"/>
                                            </p:txEl>
                                          </p:spTgt>
                                        </p:tgtEl>
                                        <p:attrNameLst>
                                          <p:attrName>style.visibility</p:attrName>
                                        </p:attrNameLst>
                                      </p:cBhvr>
                                      <p:to>
                                        <p:strVal val="visible"/>
                                      </p:to>
                                    </p:set>
                                    <p:animEffect transition="in" filter="wipe(down)">
                                      <p:cBhvr>
                                        <p:cTn id="63" dur="500"/>
                                        <p:tgtEl>
                                          <p:spTgt spid="25">
                                            <p:txEl>
                                              <p:pRg st="0" end="0"/>
                                            </p:txEl>
                                          </p:spTgt>
                                        </p:tgtEl>
                                      </p:cBhvr>
                                    </p:animEffect>
                                  </p:childTnLst>
                                </p:cTn>
                              </p:par>
                            </p:childTnLst>
                          </p:cTn>
                        </p:par>
                        <p:par>
                          <p:cTn id="64" fill="hold">
                            <p:stCondLst>
                              <p:cond delay="7500"/>
                            </p:stCondLst>
                            <p:childTnLst>
                              <p:par>
                                <p:cTn id="65" presetID="22" presetClass="entr" presetSubtype="4" fill="hold" grpId="0" nodeType="afterEffect">
                                  <p:stCondLst>
                                    <p:cond delay="0"/>
                                  </p:stCondLst>
                                  <p:childTnLst>
                                    <p:set>
                                      <p:cBhvr>
                                        <p:cTn id="66" dur="1" fill="hold">
                                          <p:stCondLst>
                                            <p:cond delay="0"/>
                                          </p:stCondLst>
                                        </p:cTn>
                                        <p:tgtEl>
                                          <p:spTgt spid="26"/>
                                        </p:tgtEl>
                                        <p:attrNameLst>
                                          <p:attrName>style.visibility</p:attrName>
                                        </p:attrNameLst>
                                      </p:cBhvr>
                                      <p:to>
                                        <p:strVal val="visible"/>
                                      </p:to>
                                    </p:set>
                                    <p:animEffect transition="in" filter="wipe(down)">
                                      <p:cBhvr>
                                        <p:cTn id="67" dur="500"/>
                                        <p:tgtEl>
                                          <p:spTgt spid="26"/>
                                        </p:tgtEl>
                                      </p:cBhvr>
                                    </p:animEffect>
                                  </p:childTnLst>
                                </p:cTn>
                              </p:par>
                            </p:childTnLst>
                          </p:cTn>
                        </p:par>
                        <p:par>
                          <p:cTn id="68" fill="hold">
                            <p:stCondLst>
                              <p:cond delay="8000"/>
                            </p:stCondLst>
                            <p:childTnLst>
                              <p:par>
                                <p:cTn id="69" presetID="22" presetClass="entr" presetSubtype="4" fill="hold" grpId="0" nodeType="afterEffect">
                                  <p:stCondLst>
                                    <p:cond delay="0"/>
                                  </p:stCondLst>
                                  <p:childTnLst>
                                    <p:set>
                                      <p:cBhvr>
                                        <p:cTn id="70" dur="1" fill="hold">
                                          <p:stCondLst>
                                            <p:cond delay="0"/>
                                          </p:stCondLst>
                                        </p:cTn>
                                        <p:tgtEl>
                                          <p:spTgt spid="27"/>
                                        </p:tgtEl>
                                        <p:attrNameLst>
                                          <p:attrName>style.visibility</p:attrName>
                                        </p:attrNameLst>
                                      </p:cBhvr>
                                      <p:to>
                                        <p:strVal val="visible"/>
                                      </p:to>
                                    </p:set>
                                    <p:animEffect transition="in" filter="wipe(down)">
                                      <p:cBhvr>
                                        <p:cTn id="71" dur="500"/>
                                        <p:tgtEl>
                                          <p:spTgt spid="27"/>
                                        </p:tgtEl>
                                      </p:cBhvr>
                                    </p:animEffect>
                                  </p:childTnLst>
                                </p:cTn>
                              </p:par>
                            </p:childTnLst>
                          </p:cTn>
                        </p:par>
                        <p:par>
                          <p:cTn id="72" fill="hold">
                            <p:stCondLst>
                              <p:cond delay="8500"/>
                            </p:stCondLst>
                            <p:childTnLst>
                              <p:par>
                                <p:cTn id="73" presetID="22" presetClass="entr" presetSubtype="4" fill="hold" grpId="0" nodeType="afterEffect" nodePh="1">
                                  <p:stCondLst>
                                    <p:cond delay="0"/>
                                  </p:stCondLst>
                                  <p:endCondLst>
                                    <p:cond evt="begin" delay="0">
                                      <p:tn val="73"/>
                                    </p:cond>
                                  </p:endCondLst>
                                  <p:childTnLst>
                                    <p:set>
                                      <p:cBhvr>
                                        <p:cTn id="74" dur="1" fill="hold">
                                          <p:stCondLst>
                                            <p:cond delay="0"/>
                                          </p:stCondLst>
                                        </p:cTn>
                                        <p:tgtEl>
                                          <p:spTgt spid="28">
                                            <p:txEl>
                                              <p:pRg st="0" end="0"/>
                                            </p:txEl>
                                          </p:spTgt>
                                        </p:tgtEl>
                                        <p:attrNameLst>
                                          <p:attrName>style.visibility</p:attrName>
                                        </p:attrNameLst>
                                      </p:cBhvr>
                                      <p:to>
                                        <p:strVal val="visible"/>
                                      </p:to>
                                    </p:set>
                                    <p:animEffect transition="in" filter="wipe(down)">
                                      <p:cBhvr>
                                        <p:cTn id="75" dur="500"/>
                                        <p:tgtEl>
                                          <p:spTgt spid="28">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4" grpId="0" animBg="1"/>
      <p:bldP spid="13"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13"/>
                        </p:tgtEl>
                        <p:attrNameLst>
                          <p:attrName>style.visibility</p:attrName>
                        </p:attrNameLst>
                      </p:cBhvr>
                      <p:to>
                        <p:strVal val="visible"/>
                      </p:to>
                    </p:set>
                    <p:animEffect transition="in" filter="wipe(down)">
                      <p:cBhvr>
                        <p:cTn dur="500"/>
                        <p:tgtEl>
                          <p:spTgt spid="13"/>
                        </p:tgtEl>
                      </p:cBhvr>
                    </p:animEffect>
                  </p:childTnLst>
                </p:cTn>
              </p:par>
            </p:tnLst>
          </p:tmpl>
        </p:tmplLst>
      </p:bldP>
      <p:bldP spid="14" grpId="0"/>
      <p:bldP spid="15" grpId="0" animBg="1"/>
      <p:bldP spid="16"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16"/>
                        </p:tgtEl>
                        <p:attrNameLst>
                          <p:attrName>style.visibility</p:attrName>
                        </p:attrNameLst>
                      </p:cBhvr>
                      <p:to>
                        <p:strVal val="visible"/>
                      </p:to>
                    </p:set>
                    <p:animEffect transition="in" filter="wipe(down)">
                      <p:cBhvr>
                        <p:cTn dur="500"/>
                        <p:tgtEl>
                          <p:spTgt spid="16"/>
                        </p:tgtEl>
                      </p:cBhvr>
                    </p:animEffect>
                  </p:childTnLst>
                </p:cTn>
              </p:par>
            </p:tnLst>
          </p:tmpl>
        </p:tmplLst>
      </p:bldP>
      <p:bldP spid="17" grpId="0"/>
      <p:bldP spid="18" grpId="0" animBg="1"/>
      <p:bldP spid="19"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19"/>
                        </p:tgtEl>
                        <p:attrNameLst>
                          <p:attrName>style.visibility</p:attrName>
                        </p:attrNameLst>
                      </p:cBhvr>
                      <p:to>
                        <p:strVal val="visible"/>
                      </p:to>
                    </p:set>
                    <p:animEffect transition="in" filter="wipe(down)">
                      <p:cBhvr>
                        <p:cTn dur="500"/>
                        <p:tgtEl>
                          <p:spTgt spid="19"/>
                        </p:tgtEl>
                      </p:cBhvr>
                    </p:animEffect>
                  </p:childTnLst>
                </p:cTn>
              </p:par>
            </p:tnLst>
          </p:tmpl>
        </p:tmplLst>
      </p:bldP>
      <p:bldP spid="20" grpId="0"/>
      <p:bldP spid="21" grpId="0" animBg="1"/>
      <p:bldP spid="22"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2"/>
                        </p:tgtEl>
                        <p:attrNameLst>
                          <p:attrName>style.visibility</p:attrName>
                        </p:attrNameLst>
                      </p:cBhvr>
                      <p:to>
                        <p:strVal val="visible"/>
                      </p:to>
                    </p:set>
                    <p:animEffect transition="in" filter="wipe(down)">
                      <p:cBhvr>
                        <p:cTn dur="500"/>
                        <p:tgtEl>
                          <p:spTgt spid="22"/>
                        </p:tgtEl>
                      </p:cBhvr>
                    </p:animEffect>
                  </p:childTnLst>
                </p:cTn>
              </p:par>
            </p:tnLst>
          </p:tmpl>
        </p:tmplLst>
      </p:bldP>
      <p:bldP spid="23" grpId="0"/>
      <p:bldP spid="24" grpId="0" animBg="1"/>
      <p:bldP spid="25"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5"/>
                        </p:tgtEl>
                        <p:attrNameLst>
                          <p:attrName>style.visibility</p:attrName>
                        </p:attrNameLst>
                      </p:cBhvr>
                      <p:to>
                        <p:strVal val="visible"/>
                      </p:to>
                    </p:set>
                    <p:animEffect transition="in" filter="wipe(down)">
                      <p:cBhvr>
                        <p:cTn dur="500"/>
                        <p:tgtEl>
                          <p:spTgt spid="25"/>
                        </p:tgtEl>
                      </p:cBhvr>
                    </p:animEffect>
                  </p:childTnLst>
                </p:cTn>
              </p:par>
            </p:tnLst>
          </p:tmpl>
        </p:tmplLst>
      </p:bldP>
      <p:bldP spid="26" grpId="0"/>
      <p:bldP spid="27" grpId="0" animBg="1"/>
      <p:bldP spid="28"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8"/>
                        </p:tgtEl>
                        <p:attrNameLst>
                          <p:attrName>style.visibility</p:attrName>
                        </p:attrNameLst>
                      </p:cBhvr>
                      <p:to>
                        <p:strVal val="visible"/>
                      </p:to>
                    </p:set>
                    <p:animEffect transition="in" filter="wipe(down)">
                      <p:cBhvr>
                        <p:cTn dur="500"/>
                        <p:tgtEl>
                          <p:spTgt spid="28"/>
                        </p:tgtEl>
                      </p:cBhvr>
                    </p:animEffect>
                  </p:childTnLst>
                </p:cTn>
              </p:par>
            </p:tnLst>
          </p:tmpl>
        </p:tmplLst>
      </p:bldP>
    </p:bldLst>
  </p:timing>
</p:sldLayout>
</file>

<file path=ppt/slideLayouts/slideLayout323.xml><?xml version="1.0" encoding="utf-8"?>
<p:sldLayout xmlns:a="http://schemas.openxmlformats.org/drawingml/2006/main" xmlns:r="http://schemas.openxmlformats.org/officeDocument/2006/relationships" xmlns:p="http://schemas.openxmlformats.org/presentationml/2006/main" userDrawn="1">
  <p:cSld name="MockUp02">
    <p:spTree>
      <p:nvGrpSpPr>
        <p:cNvPr id="1" name=""/>
        <p:cNvGrpSpPr/>
        <p:nvPr/>
      </p:nvGrpSpPr>
      <p:grpSpPr>
        <a:xfrm>
          <a:off x="0" y="0"/>
          <a:ext cx="0" cy="0"/>
          <a:chOff x="0" y="0"/>
          <a:chExt cx="0" cy="0"/>
        </a:xfrm>
      </p:grpSpPr>
      <p:grpSp>
        <p:nvGrpSpPr>
          <p:cNvPr id="14" name="Group 13"/>
          <p:cNvGrpSpPr/>
          <p:nvPr userDrawn="1"/>
        </p:nvGrpSpPr>
        <p:grpSpPr>
          <a:xfrm>
            <a:off x="4811183" y="1589752"/>
            <a:ext cx="2569636" cy="4785648"/>
            <a:chOff x="6140449" y="1116114"/>
            <a:chExt cx="1927226" cy="3589236"/>
          </a:xfrm>
        </p:grpSpPr>
        <p:sp>
          <p:nvSpPr>
            <p:cNvPr id="15" name="Rectangle 14"/>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18"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rgbClr val="7F8183"/>
            </a:solid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sp>
        <p:nvSpPr>
          <p:cNvPr id="20" name="Picture Placeholder 7"/>
          <p:cNvSpPr>
            <a:spLocks noGrp="1"/>
          </p:cNvSpPr>
          <p:nvPr>
            <p:ph type="pic" sz="quarter" idx="10" hasCustomPrompt="1"/>
          </p:nvPr>
        </p:nvSpPr>
        <p:spPr>
          <a:xfrm>
            <a:off x="4978400" y="2267109"/>
            <a:ext cx="2235200" cy="3386444"/>
          </a:xfrm>
          <a:prstGeom prst="rect">
            <a:avLst/>
          </a:prstGeom>
          <a:ln>
            <a:noFill/>
          </a:ln>
        </p:spPr>
        <p:txBody>
          <a:bodyPr bIns="45720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10"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1"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38422074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500" fill="hold"/>
                                        <p:tgtEl>
                                          <p:spTgt spid="14"/>
                                        </p:tgtEl>
                                        <p:attrNameLst>
                                          <p:attrName>ppt_x</p:attrName>
                                        </p:attrNameLst>
                                      </p:cBhvr>
                                      <p:tavLst>
                                        <p:tav tm="0">
                                          <p:val>
                                            <p:strVal val="#ppt_x"/>
                                          </p:val>
                                        </p:tav>
                                        <p:tav tm="100000">
                                          <p:val>
                                            <p:strVal val="#ppt_x"/>
                                          </p:val>
                                        </p:tav>
                                      </p:tavLst>
                                    </p:anim>
                                    <p:anim calcmode="lin" valueType="num">
                                      <p:cBhvr additive="base">
                                        <p:cTn id="8" dur="500" fill="hold"/>
                                        <p:tgtEl>
                                          <p:spTgt spid="14"/>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4" fill="hold" grpId="0" nodeType="after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wipe(down)">
                                      <p:cBhvr>
                                        <p:cTn id="12"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Lst>
  </p:timing>
</p:sldLayout>
</file>

<file path=ppt/slideLayouts/slideLayout324.xml><?xml version="1.0" encoding="utf-8"?>
<p:sldLayout xmlns:a="http://schemas.openxmlformats.org/drawingml/2006/main" xmlns:r="http://schemas.openxmlformats.org/officeDocument/2006/relationships" xmlns:p="http://schemas.openxmlformats.org/presentationml/2006/main" preserve="1" userDrawn="1">
  <p:cSld name="2_MockUp02">
    <p:spTree>
      <p:nvGrpSpPr>
        <p:cNvPr id="1" name=""/>
        <p:cNvGrpSpPr/>
        <p:nvPr/>
      </p:nvGrpSpPr>
      <p:grpSpPr>
        <a:xfrm>
          <a:off x="0" y="0"/>
          <a:ext cx="0" cy="0"/>
          <a:chOff x="0" y="0"/>
          <a:chExt cx="0" cy="0"/>
        </a:xfrm>
      </p:grpSpPr>
      <p:grpSp>
        <p:nvGrpSpPr>
          <p:cNvPr id="2" name="Group 17"/>
          <p:cNvGrpSpPr/>
          <p:nvPr userDrawn="1"/>
        </p:nvGrpSpPr>
        <p:grpSpPr>
          <a:xfrm>
            <a:off x="3968595" y="1726608"/>
            <a:ext cx="4343760" cy="3456120"/>
            <a:chOff x="2094899" y="1081795"/>
            <a:chExt cx="4400683" cy="3501414"/>
          </a:xfrm>
        </p:grpSpPr>
        <p:sp>
          <p:nvSpPr>
            <p:cNvPr id="20" name="Rectangle 19"/>
            <p:cNvSpPr/>
            <p:nvPr/>
          </p:nvSpPr>
          <p:spPr>
            <a:xfrm>
              <a:off x="2261198" y="1247618"/>
              <a:ext cx="4081379" cy="225986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rtl="1" fontAlgn="auto">
                <a:spcBef>
                  <a:spcPts val="0"/>
                </a:spcBef>
                <a:spcAft>
                  <a:spcPts val="0"/>
                </a:spcAft>
              </a:pPr>
              <a:endParaRPr lang="en-US" sz="2667" dirty="0">
                <a:solidFill>
                  <a:srgbClr val="FFFFFF"/>
                </a:solidFill>
              </a:endParaRPr>
            </a:p>
          </p:txBody>
        </p:sp>
        <p:sp>
          <p:nvSpPr>
            <p:cNvPr id="31" name="Freeform 5"/>
            <p:cNvSpPr>
              <a:spLocks noEditPoints="1"/>
            </p:cNvSpPr>
            <p:nvPr/>
          </p:nvSpPr>
          <p:spPr bwMode="auto">
            <a:xfrm>
              <a:off x="2094899" y="1081795"/>
              <a:ext cx="4400683" cy="2608522"/>
            </a:xfrm>
            <a:custGeom>
              <a:avLst/>
              <a:gdLst/>
              <a:ahLst/>
              <a:cxnLst>
                <a:cxn ang="0">
                  <a:pos x="1757" y="0"/>
                </a:cxn>
                <a:cxn ang="0">
                  <a:pos x="921" y="0"/>
                </a:cxn>
                <a:cxn ang="0">
                  <a:pos x="893" y="0"/>
                </a:cxn>
                <a:cxn ang="0">
                  <a:pos x="56" y="0"/>
                </a:cxn>
                <a:cxn ang="0">
                  <a:pos x="0" y="47"/>
                </a:cxn>
                <a:cxn ang="0">
                  <a:pos x="0" y="1076"/>
                </a:cxn>
                <a:cxn ang="0">
                  <a:pos x="1816" y="1076"/>
                </a:cxn>
                <a:cxn ang="0">
                  <a:pos x="1816" y="47"/>
                </a:cxn>
                <a:cxn ang="0">
                  <a:pos x="1757" y="0"/>
                </a:cxn>
                <a:cxn ang="0">
                  <a:pos x="1732" y="1000"/>
                </a:cxn>
                <a:cxn ang="0">
                  <a:pos x="76" y="1000"/>
                </a:cxn>
                <a:cxn ang="0">
                  <a:pos x="76" y="68"/>
                </a:cxn>
                <a:cxn ang="0">
                  <a:pos x="1732" y="68"/>
                </a:cxn>
                <a:cxn ang="0">
                  <a:pos x="1732" y="1000"/>
                </a:cxn>
              </a:cxnLst>
              <a:rect l="0" t="0" r="r" b="b"/>
              <a:pathLst>
                <a:path w="1816" h="1076">
                  <a:moveTo>
                    <a:pt x="1757" y="0"/>
                  </a:moveTo>
                  <a:cubicBezTo>
                    <a:pt x="921" y="0"/>
                    <a:pt x="921" y="0"/>
                    <a:pt x="921" y="0"/>
                  </a:cubicBezTo>
                  <a:cubicBezTo>
                    <a:pt x="893" y="0"/>
                    <a:pt x="893" y="0"/>
                    <a:pt x="893" y="0"/>
                  </a:cubicBezTo>
                  <a:cubicBezTo>
                    <a:pt x="56" y="0"/>
                    <a:pt x="56" y="0"/>
                    <a:pt x="56" y="0"/>
                  </a:cubicBezTo>
                  <a:cubicBezTo>
                    <a:pt x="27" y="0"/>
                    <a:pt x="0" y="17"/>
                    <a:pt x="0" y="47"/>
                  </a:cubicBezTo>
                  <a:cubicBezTo>
                    <a:pt x="0" y="1076"/>
                    <a:pt x="0" y="1076"/>
                    <a:pt x="0" y="1076"/>
                  </a:cubicBezTo>
                  <a:cubicBezTo>
                    <a:pt x="1816" y="1076"/>
                    <a:pt x="1816" y="1076"/>
                    <a:pt x="1816" y="1076"/>
                  </a:cubicBezTo>
                  <a:cubicBezTo>
                    <a:pt x="1816" y="47"/>
                    <a:pt x="1816" y="47"/>
                    <a:pt x="1816" y="47"/>
                  </a:cubicBezTo>
                  <a:cubicBezTo>
                    <a:pt x="1816" y="17"/>
                    <a:pt x="1787" y="0"/>
                    <a:pt x="1757" y="0"/>
                  </a:cubicBezTo>
                  <a:moveTo>
                    <a:pt x="1732" y="1000"/>
                  </a:moveTo>
                  <a:cubicBezTo>
                    <a:pt x="76" y="1000"/>
                    <a:pt x="76" y="1000"/>
                    <a:pt x="76" y="1000"/>
                  </a:cubicBezTo>
                  <a:cubicBezTo>
                    <a:pt x="76" y="68"/>
                    <a:pt x="76" y="68"/>
                    <a:pt x="76" y="68"/>
                  </a:cubicBezTo>
                  <a:cubicBezTo>
                    <a:pt x="1732" y="68"/>
                    <a:pt x="1732" y="68"/>
                    <a:pt x="1732" y="68"/>
                  </a:cubicBezTo>
                  <a:cubicBezTo>
                    <a:pt x="1732" y="1000"/>
                    <a:pt x="1732" y="1000"/>
                    <a:pt x="1732" y="1000"/>
                  </a:cubicBezTo>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p>
              <a:pPr algn="r" defTabSz="1375467" rtl="1"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33" name="Freeform 23"/>
            <p:cNvSpPr>
              <a:spLocks/>
            </p:cNvSpPr>
            <p:nvPr/>
          </p:nvSpPr>
          <p:spPr bwMode="auto">
            <a:xfrm>
              <a:off x="2311744" y="1247618"/>
              <a:ext cx="3979748" cy="2259869"/>
            </a:xfrm>
            <a:custGeom>
              <a:avLst/>
              <a:gdLst/>
              <a:ahLst/>
              <a:cxnLst>
                <a:cxn ang="0">
                  <a:pos x="1872" y="0"/>
                </a:cxn>
                <a:cxn ang="0">
                  <a:pos x="0" y="0"/>
                </a:cxn>
                <a:cxn ang="0">
                  <a:pos x="1872" y="1063"/>
                </a:cxn>
                <a:cxn ang="0">
                  <a:pos x="1872" y="0"/>
                </a:cxn>
              </a:cxnLst>
              <a:rect l="0" t="0" r="r" b="b"/>
              <a:pathLst>
                <a:path w="1872" h="1063">
                  <a:moveTo>
                    <a:pt x="1872" y="0"/>
                  </a:moveTo>
                  <a:lnTo>
                    <a:pt x="0" y="0"/>
                  </a:lnTo>
                  <a:lnTo>
                    <a:pt x="1872" y="1063"/>
                  </a:lnTo>
                  <a:lnTo>
                    <a:pt x="1872" y="0"/>
                  </a:lnTo>
                  <a:close/>
                </a:path>
              </a:pathLst>
            </a:custGeom>
            <a:solidFill>
              <a:srgbClr val="FFFFFF">
                <a:alpha val="16000"/>
              </a:srgbClr>
            </a:solidFill>
            <a:ln w="9525">
              <a:noFill/>
              <a:round/>
              <a:headEnd/>
              <a:tailEnd/>
            </a:ln>
          </p:spPr>
          <p:txBody>
            <a:bodyPr vert="horz" wrap="square" lIns="91440" tIns="45720" rIns="91440" bIns="45720" numCol="1" anchor="t" anchorCtr="0" compatLnSpc="1">
              <a:prstTxWarp prst="textNoShape">
                <a:avLst/>
              </a:prstTxWarp>
            </a:bodyPr>
            <a:lstStyle/>
            <a:p>
              <a:pPr algn="r" defTabSz="1375467" rtl="1"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34" name="Freeform 27"/>
            <p:cNvSpPr>
              <a:spLocks/>
            </p:cNvSpPr>
            <p:nvPr/>
          </p:nvSpPr>
          <p:spPr bwMode="auto">
            <a:xfrm>
              <a:off x="2094899" y="3690315"/>
              <a:ext cx="4400683" cy="397550"/>
            </a:xfrm>
            <a:custGeom>
              <a:avLst/>
              <a:gdLst/>
              <a:ahLst/>
              <a:cxnLst>
                <a:cxn ang="0">
                  <a:pos x="0" y="0"/>
                </a:cxn>
                <a:cxn ang="0">
                  <a:pos x="0" y="100"/>
                </a:cxn>
                <a:cxn ang="0">
                  <a:pos x="56" y="164"/>
                </a:cxn>
                <a:cxn ang="0">
                  <a:pos x="893" y="164"/>
                </a:cxn>
                <a:cxn ang="0">
                  <a:pos x="921" y="164"/>
                </a:cxn>
                <a:cxn ang="0">
                  <a:pos x="1757" y="164"/>
                </a:cxn>
                <a:cxn ang="0">
                  <a:pos x="1816" y="100"/>
                </a:cxn>
                <a:cxn ang="0">
                  <a:pos x="1816" y="0"/>
                </a:cxn>
                <a:cxn ang="0">
                  <a:pos x="0" y="0"/>
                </a:cxn>
              </a:cxnLst>
              <a:rect l="0" t="0" r="r" b="b"/>
              <a:pathLst>
                <a:path w="1816" h="164">
                  <a:moveTo>
                    <a:pt x="0" y="0"/>
                  </a:moveTo>
                  <a:cubicBezTo>
                    <a:pt x="0" y="100"/>
                    <a:pt x="0" y="100"/>
                    <a:pt x="0" y="100"/>
                  </a:cubicBezTo>
                  <a:cubicBezTo>
                    <a:pt x="0" y="130"/>
                    <a:pt x="27" y="164"/>
                    <a:pt x="56" y="164"/>
                  </a:cubicBezTo>
                  <a:cubicBezTo>
                    <a:pt x="893" y="164"/>
                    <a:pt x="893" y="164"/>
                    <a:pt x="893" y="164"/>
                  </a:cubicBezTo>
                  <a:cubicBezTo>
                    <a:pt x="921" y="164"/>
                    <a:pt x="921" y="164"/>
                    <a:pt x="921" y="164"/>
                  </a:cubicBezTo>
                  <a:cubicBezTo>
                    <a:pt x="1757" y="164"/>
                    <a:pt x="1757" y="164"/>
                    <a:pt x="1757" y="164"/>
                  </a:cubicBezTo>
                  <a:cubicBezTo>
                    <a:pt x="1787" y="164"/>
                    <a:pt x="1816" y="130"/>
                    <a:pt x="1816" y="100"/>
                  </a:cubicBezTo>
                  <a:cubicBezTo>
                    <a:pt x="1816" y="0"/>
                    <a:pt x="1816" y="0"/>
                    <a:pt x="1816" y="0"/>
                  </a:cubicBezTo>
                  <a:lnTo>
                    <a:pt x="0" y="0"/>
                  </a:lnTo>
                  <a:close/>
                </a:path>
              </a:pathLst>
            </a:custGeom>
            <a:gradFill>
              <a:gsLst>
                <a:gs pos="83000">
                  <a:schemeClr val="bg1">
                    <a:lumMod val="75000"/>
                  </a:schemeClr>
                </a:gs>
                <a:gs pos="54000">
                  <a:schemeClr val="bg1">
                    <a:lumMod val="85000"/>
                  </a:schemeClr>
                </a:gs>
              </a:gsLst>
              <a:lin ang="1800000" scaled="0"/>
            </a:gradFill>
            <a:ln w="9525">
              <a:noFill/>
              <a:round/>
              <a:headEnd/>
              <a:tailEnd/>
            </a:ln>
          </p:spPr>
          <p:txBody>
            <a:bodyPr vert="horz" wrap="square" lIns="91440" tIns="45720" rIns="91440" bIns="45720" numCol="1" anchor="t" anchorCtr="0" compatLnSpc="1">
              <a:prstTxWarp prst="textNoShape">
                <a:avLst/>
              </a:prstTxWarp>
            </a:bodyPr>
            <a:lstStyle/>
            <a:p>
              <a:pPr algn="r" defTabSz="1375467" rtl="1" fontAlgn="auto">
                <a:spcBef>
                  <a:spcPts val="0"/>
                </a:spcBef>
                <a:spcAft>
                  <a:spcPts val="0"/>
                </a:spcAft>
              </a:pPr>
              <a:r>
                <a:rPr lang="en-US" sz="2667" dirty="0" smtClean="0">
                  <a:solidFill>
                    <a:srgbClr val="262626"/>
                  </a:solidFill>
                  <a:latin typeface="Roboto Condensed"/>
                  <a:cs typeface="Simplified Arabic" panose="02020603050405020304" pitchFamily="18" charset="-78"/>
                </a:rPr>
                <a:t> </a:t>
              </a:r>
              <a:endParaRPr lang="en-US" sz="2667" dirty="0">
                <a:solidFill>
                  <a:srgbClr val="262626"/>
                </a:solidFill>
                <a:latin typeface="Roboto Condensed"/>
                <a:cs typeface="Simplified Arabic" panose="02020603050405020304" pitchFamily="18" charset="-78"/>
              </a:endParaRPr>
            </a:p>
          </p:txBody>
        </p:sp>
        <p:sp>
          <p:nvSpPr>
            <p:cNvPr id="35" name="Freeform 29"/>
            <p:cNvSpPr>
              <a:spLocks/>
            </p:cNvSpPr>
            <p:nvPr/>
          </p:nvSpPr>
          <p:spPr bwMode="auto">
            <a:xfrm>
              <a:off x="3506519" y="4087866"/>
              <a:ext cx="1590198" cy="495343"/>
            </a:xfrm>
            <a:custGeom>
              <a:avLst/>
              <a:gdLst/>
              <a:ahLst/>
              <a:cxnLst>
                <a:cxn ang="0">
                  <a:pos x="335" y="0"/>
                </a:cxn>
                <a:cxn ang="0">
                  <a:pos x="322" y="0"/>
                </a:cxn>
                <a:cxn ang="0">
                  <a:pos x="143" y="0"/>
                </a:cxn>
                <a:cxn ang="0">
                  <a:pos x="102" y="128"/>
                </a:cxn>
                <a:cxn ang="0">
                  <a:pos x="108" y="204"/>
                </a:cxn>
                <a:cxn ang="0">
                  <a:pos x="322" y="204"/>
                </a:cxn>
                <a:cxn ang="0">
                  <a:pos x="335" y="204"/>
                </a:cxn>
                <a:cxn ang="0">
                  <a:pos x="549" y="204"/>
                </a:cxn>
                <a:cxn ang="0">
                  <a:pos x="555" y="128"/>
                </a:cxn>
                <a:cxn ang="0">
                  <a:pos x="513" y="0"/>
                </a:cxn>
                <a:cxn ang="0">
                  <a:pos x="335" y="0"/>
                </a:cxn>
              </a:cxnLst>
              <a:rect l="0" t="0" r="r" b="b"/>
              <a:pathLst>
                <a:path w="656" h="204">
                  <a:moveTo>
                    <a:pt x="335" y="0"/>
                  </a:moveTo>
                  <a:cubicBezTo>
                    <a:pt x="322" y="0"/>
                    <a:pt x="322" y="0"/>
                    <a:pt x="322" y="0"/>
                  </a:cubicBezTo>
                  <a:cubicBezTo>
                    <a:pt x="143" y="0"/>
                    <a:pt x="143" y="0"/>
                    <a:pt x="143" y="0"/>
                  </a:cubicBezTo>
                  <a:cubicBezTo>
                    <a:pt x="143" y="0"/>
                    <a:pt x="142" y="88"/>
                    <a:pt x="102" y="128"/>
                  </a:cubicBezTo>
                  <a:cubicBezTo>
                    <a:pt x="62" y="169"/>
                    <a:pt x="0" y="204"/>
                    <a:pt x="108" y="204"/>
                  </a:cubicBezTo>
                  <a:cubicBezTo>
                    <a:pt x="322" y="204"/>
                    <a:pt x="322" y="204"/>
                    <a:pt x="322" y="204"/>
                  </a:cubicBezTo>
                  <a:cubicBezTo>
                    <a:pt x="335" y="204"/>
                    <a:pt x="335" y="204"/>
                    <a:pt x="335" y="204"/>
                  </a:cubicBezTo>
                  <a:cubicBezTo>
                    <a:pt x="549" y="204"/>
                    <a:pt x="549" y="204"/>
                    <a:pt x="549" y="204"/>
                  </a:cubicBezTo>
                  <a:cubicBezTo>
                    <a:pt x="656" y="204"/>
                    <a:pt x="594" y="169"/>
                    <a:pt x="555" y="128"/>
                  </a:cubicBezTo>
                  <a:cubicBezTo>
                    <a:pt x="515" y="88"/>
                    <a:pt x="513" y="0"/>
                    <a:pt x="513" y="0"/>
                  </a:cubicBezTo>
                  <a:lnTo>
                    <a:pt x="335" y="0"/>
                  </a:lnTo>
                  <a:close/>
                </a:path>
              </a:pathLst>
            </a:custGeom>
            <a:gradFill>
              <a:gsLst>
                <a:gs pos="42000">
                  <a:schemeClr val="bg1">
                    <a:lumMod val="75000"/>
                  </a:schemeClr>
                </a:gs>
                <a:gs pos="6000">
                  <a:schemeClr val="bg1">
                    <a:lumMod val="85000"/>
                  </a:schemeClr>
                </a:gs>
                <a:gs pos="0">
                  <a:schemeClr val="bg1">
                    <a:lumMod val="65000"/>
                  </a:schemeClr>
                </a:gs>
              </a:gsLst>
              <a:lin ang="5400000" scaled="0"/>
            </a:gradFill>
            <a:ln w="9525">
              <a:noFill/>
              <a:round/>
              <a:headEnd/>
              <a:tailEnd/>
            </a:ln>
          </p:spPr>
          <p:txBody>
            <a:bodyPr vert="horz" wrap="square" lIns="91440" tIns="45720" rIns="91440" bIns="45720" numCol="1" anchor="t" anchorCtr="0" compatLnSpc="1">
              <a:prstTxWarp prst="textNoShape">
                <a:avLst/>
              </a:prstTxWarp>
            </a:bodyPr>
            <a:lstStyle/>
            <a:p>
              <a:pPr algn="r" defTabSz="1375467" rtl="1"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sp>
        <p:nvSpPr>
          <p:cNvPr id="36" name="Picture Placeholder 7"/>
          <p:cNvSpPr>
            <a:spLocks noGrp="1"/>
          </p:cNvSpPr>
          <p:nvPr>
            <p:ph type="pic" sz="quarter" idx="10" hasCustomPrompt="1"/>
          </p:nvPr>
        </p:nvSpPr>
        <p:spPr>
          <a:xfrm>
            <a:off x="4153968" y="1879600"/>
            <a:ext cx="3944649" cy="2230637"/>
          </a:xfrm>
          <a:prstGeom prst="rect">
            <a:avLst/>
          </a:prstGeom>
          <a:ln>
            <a:noFill/>
          </a:ln>
        </p:spPr>
        <p:txBody>
          <a:bodyPr tIns="0" bIns="27432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13"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4"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198477082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4" fill="hold" grpId="0" nodeType="afterEffect">
                                  <p:stCondLst>
                                    <p:cond delay="0"/>
                                  </p:stCondLst>
                                  <p:childTnLst>
                                    <p:set>
                                      <p:cBhvr>
                                        <p:cTn id="11" dur="1" fill="hold">
                                          <p:stCondLst>
                                            <p:cond delay="0"/>
                                          </p:stCondLst>
                                        </p:cTn>
                                        <p:tgtEl>
                                          <p:spTgt spid="36"/>
                                        </p:tgtEl>
                                        <p:attrNameLst>
                                          <p:attrName>style.visibility</p:attrName>
                                        </p:attrNameLst>
                                      </p:cBhvr>
                                      <p:to>
                                        <p:strVal val="visible"/>
                                      </p:to>
                                    </p:set>
                                    <p:animEffect transition="in" filter="wipe(down)">
                                      <p:cBhvr>
                                        <p:cTn id="12" dur="50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p:bldLst>
  </p:timing>
</p:sldLayout>
</file>

<file path=ppt/slideLayouts/slideLayout325.xml><?xml version="1.0" encoding="utf-8"?>
<p:sldLayout xmlns:a="http://schemas.openxmlformats.org/drawingml/2006/main" xmlns:r="http://schemas.openxmlformats.org/officeDocument/2006/relationships" xmlns:p="http://schemas.openxmlformats.org/presentationml/2006/main" userDrawn="1">
  <p:cSld name="MockUp5">
    <p:spTree>
      <p:nvGrpSpPr>
        <p:cNvPr id="1" name=""/>
        <p:cNvGrpSpPr/>
        <p:nvPr/>
      </p:nvGrpSpPr>
      <p:grpSpPr>
        <a:xfrm>
          <a:off x="0" y="0"/>
          <a:ext cx="0" cy="0"/>
          <a:chOff x="0" y="0"/>
          <a:chExt cx="0" cy="0"/>
        </a:xfrm>
      </p:grpSpPr>
      <p:grpSp>
        <p:nvGrpSpPr>
          <p:cNvPr id="2" name="Group 20"/>
          <p:cNvGrpSpPr/>
          <p:nvPr userDrawn="1"/>
        </p:nvGrpSpPr>
        <p:grpSpPr>
          <a:xfrm>
            <a:off x="5558337" y="1602393"/>
            <a:ext cx="5867577" cy="4668552"/>
            <a:chOff x="2094899" y="1081795"/>
            <a:chExt cx="4400683" cy="3501414"/>
          </a:xfrm>
        </p:grpSpPr>
        <p:sp>
          <p:nvSpPr>
            <p:cNvPr id="22" name="Rectangle 21"/>
            <p:cNvSpPr/>
            <p:nvPr/>
          </p:nvSpPr>
          <p:spPr>
            <a:xfrm>
              <a:off x="2261198" y="1247618"/>
              <a:ext cx="4081379" cy="225986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23" name="Freeform 5"/>
            <p:cNvSpPr>
              <a:spLocks noEditPoints="1"/>
            </p:cNvSpPr>
            <p:nvPr/>
          </p:nvSpPr>
          <p:spPr bwMode="auto">
            <a:xfrm>
              <a:off x="2094899" y="1081795"/>
              <a:ext cx="4400683" cy="2608522"/>
            </a:xfrm>
            <a:custGeom>
              <a:avLst/>
              <a:gdLst/>
              <a:ahLst/>
              <a:cxnLst>
                <a:cxn ang="0">
                  <a:pos x="1757" y="0"/>
                </a:cxn>
                <a:cxn ang="0">
                  <a:pos x="921" y="0"/>
                </a:cxn>
                <a:cxn ang="0">
                  <a:pos x="893" y="0"/>
                </a:cxn>
                <a:cxn ang="0">
                  <a:pos x="56" y="0"/>
                </a:cxn>
                <a:cxn ang="0">
                  <a:pos x="0" y="47"/>
                </a:cxn>
                <a:cxn ang="0">
                  <a:pos x="0" y="1076"/>
                </a:cxn>
                <a:cxn ang="0">
                  <a:pos x="1816" y="1076"/>
                </a:cxn>
                <a:cxn ang="0">
                  <a:pos x="1816" y="47"/>
                </a:cxn>
                <a:cxn ang="0">
                  <a:pos x="1757" y="0"/>
                </a:cxn>
                <a:cxn ang="0">
                  <a:pos x="1732" y="1000"/>
                </a:cxn>
                <a:cxn ang="0">
                  <a:pos x="76" y="1000"/>
                </a:cxn>
                <a:cxn ang="0">
                  <a:pos x="76" y="68"/>
                </a:cxn>
                <a:cxn ang="0">
                  <a:pos x="1732" y="68"/>
                </a:cxn>
                <a:cxn ang="0">
                  <a:pos x="1732" y="1000"/>
                </a:cxn>
              </a:cxnLst>
              <a:rect l="0" t="0" r="r" b="b"/>
              <a:pathLst>
                <a:path w="1816" h="1076">
                  <a:moveTo>
                    <a:pt x="1757" y="0"/>
                  </a:moveTo>
                  <a:cubicBezTo>
                    <a:pt x="921" y="0"/>
                    <a:pt x="921" y="0"/>
                    <a:pt x="921" y="0"/>
                  </a:cubicBezTo>
                  <a:cubicBezTo>
                    <a:pt x="893" y="0"/>
                    <a:pt x="893" y="0"/>
                    <a:pt x="893" y="0"/>
                  </a:cubicBezTo>
                  <a:cubicBezTo>
                    <a:pt x="56" y="0"/>
                    <a:pt x="56" y="0"/>
                    <a:pt x="56" y="0"/>
                  </a:cubicBezTo>
                  <a:cubicBezTo>
                    <a:pt x="27" y="0"/>
                    <a:pt x="0" y="17"/>
                    <a:pt x="0" y="47"/>
                  </a:cubicBezTo>
                  <a:cubicBezTo>
                    <a:pt x="0" y="1076"/>
                    <a:pt x="0" y="1076"/>
                    <a:pt x="0" y="1076"/>
                  </a:cubicBezTo>
                  <a:cubicBezTo>
                    <a:pt x="1816" y="1076"/>
                    <a:pt x="1816" y="1076"/>
                    <a:pt x="1816" y="1076"/>
                  </a:cubicBezTo>
                  <a:cubicBezTo>
                    <a:pt x="1816" y="47"/>
                    <a:pt x="1816" y="47"/>
                    <a:pt x="1816" y="47"/>
                  </a:cubicBezTo>
                  <a:cubicBezTo>
                    <a:pt x="1816" y="17"/>
                    <a:pt x="1787" y="0"/>
                    <a:pt x="1757" y="0"/>
                  </a:cubicBezTo>
                  <a:moveTo>
                    <a:pt x="1732" y="1000"/>
                  </a:moveTo>
                  <a:cubicBezTo>
                    <a:pt x="76" y="1000"/>
                    <a:pt x="76" y="1000"/>
                    <a:pt x="76" y="1000"/>
                  </a:cubicBezTo>
                  <a:cubicBezTo>
                    <a:pt x="76" y="68"/>
                    <a:pt x="76" y="68"/>
                    <a:pt x="76" y="68"/>
                  </a:cubicBezTo>
                  <a:cubicBezTo>
                    <a:pt x="1732" y="68"/>
                    <a:pt x="1732" y="68"/>
                    <a:pt x="1732" y="68"/>
                  </a:cubicBezTo>
                  <a:cubicBezTo>
                    <a:pt x="1732" y="1000"/>
                    <a:pt x="1732" y="1000"/>
                    <a:pt x="1732" y="1000"/>
                  </a:cubicBezTo>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24" name="Freeform 23"/>
            <p:cNvSpPr>
              <a:spLocks/>
            </p:cNvSpPr>
            <p:nvPr/>
          </p:nvSpPr>
          <p:spPr bwMode="auto">
            <a:xfrm>
              <a:off x="2311744" y="1247618"/>
              <a:ext cx="3979748" cy="2259869"/>
            </a:xfrm>
            <a:custGeom>
              <a:avLst/>
              <a:gdLst/>
              <a:ahLst/>
              <a:cxnLst>
                <a:cxn ang="0">
                  <a:pos x="1872" y="0"/>
                </a:cxn>
                <a:cxn ang="0">
                  <a:pos x="0" y="0"/>
                </a:cxn>
                <a:cxn ang="0">
                  <a:pos x="1872" y="1063"/>
                </a:cxn>
                <a:cxn ang="0">
                  <a:pos x="1872" y="0"/>
                </a:cxn>
              </a:cxnLst>
              <a:rect l="0" t="0" r="r" b="b"/>
              <a:pathLst>
                <a:path w="1872" h="1063">
                  <a:moveTo>
                    <a:pt x="1872" y="0"/>
                  </a:moveTo>
                  <a:lnTo>
                    <a:pt x="0" y="0"/>
                  </a:lnTo>
                  <a:lnTo>
                    <a:pt x="1872" y="1063"/>
                  </a:lnTo>
                  <a:lnTo>
                    <a:pt x="1872" y="0"/>
                  </a:lnTo>
                  <a:close/>
                </a:path>
              </a:pathLst>
            </a:custGeom>
            <a:solidFill>
              <a:srgbClr val="FFFFFF">
                <a:alpha val="16000"/>
              </a:srgbClr>
            </a:solid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25" name="Freeform 27"/>
            <p:cNvSpPr>
              <a:spLocks/>
            </p:cNvSpPr>
            <p:nvPr/>
          </p:nvSpPr>
          <p:spPr bwMode="auto">
            <a:xfrm>
              <a:off x="2094899" y="3690315"/>
              <a:ext cx="4400683" cy="397550"/>
            </a:xfrm>
            <a:custGeom>
              <a:avLst/>
              <a:gdLst/>
              <a:ahLst/>
              <a:cxnLst>
                <a:cxn ang="0">
                  <a:pos x="0" y="0"/>
                </a:cxn>
                <a:cxn ang="0">
                  <a:pos x="0" y="100"/>
                </a:cxn>
                <a:cxn ang="0">
                  <a:pos x="56" y="164"/>
                </a:cxn>
                <a:cxn ang="0">
                  <a:pos x="893" y="164"/>
                </a:cxn>
                <a:cxn ang="0">
                  <a:pos x="921" y="164"/>
                </a:cxn>
                <a:cxn ang="0">
                  <a:pos x="1757" y="164"/>
                </a:cxn>
                <a:cxn ang="0">
                  <a:pos x="1816" y="100"/>
                </a:cxn>
                <a:cxn ang="0">
                  <a:pos x="1816" y="0"/>
                </a:cxn>
                <a:cxn ang="0">
                  <a:pos x="0" y="0"/>
                </a:cxn>
              </a:cxnLst>
              <a:rect l="0" t="0" r="r" b="b"/>
              <a:pathLst>
                <a:path w="1816" h="164">
                  <a:moveTo>
                    <a:pt x="0" y="0"/>
                  </a:moveTo>
                  <a:cubicBezTo>
                    <a:pt x="0" y="100"/>
                    <a:pt x="0" y="100"/>
                    <a:pt x="0" y="100"/>
                  </a:cubicBezTo>
                  <a:cubicBezTo>
                    <a:pt x="0" y="130"/>
                    <a:pt x="27" y="164"/>
                    <a:pt x="56" y="164"/>
                  </a:cubicBezTo>
                  <a:cubicBezTo>
                    <a:pt x="893" y="164"/>
                    <a:pt x="893" y="164"/>
                    <a:pt x="893" y="164"/>
                  </a:cubicBezTo>
                  <a:cubicBezTo>
                    <a:pt x="921" y="164"/>
                    <a:pt x="921" y="164"/>
                    <a:pt x="921" y="164"/>
                  </a:cubicBezTo>
                  <a:cubicBezTo>
                    <a:pt x="1757" y="164"/>
                    <a:pt x="1757" y="164"/>
                    <a:pt x="1757" y="164"/>
                  </a:cubicBezTo>
                  <a:cubicBezTo>
                    <a:pt x="1787" y="164"/>
                    <a:pt x="1816" y="130"/>
                    <a:pt x="1816" y="100"/>
                  </a:cubicBezTo>
                  <a:cubicBezTo>
                    <a:pt x="1816" y="0"/>
                    <a:pt x="1816" y="0"/>
                    <a:pt x="1816" y="0"/>
                  </a:cubicBezTo>
                  <a:lnTo>
                    <a:pt x="0" y="0"/>
                  </a:lnTo>
                  <a:close/>
                </a:path>
              </a:pathLst>
            </a:custGeom>
            <a:gradFill>
              <a:gsLst>
                <a:gs pos="83000">
                  <a:schemeClr val="bg1">
                    <a:lumMod val="75000"/>
                  </a:schemeClr>
                </a:gs>
                <a:gs pos="54000">
                  <a:schemeClr val="bg1">
                    <a:lumMod val="85000"/>
                  </a:schemeClr>
                </a:gs>
              </a:gsLst>
              <a:lin ang="1800000" scaled="0"/>
            </a:grad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r>
                <a:rPr lang="en-US" sz="2667" dirty="0" smtClean="0">
                  <a:solidFill>
                    <a:srgbClr val="262626"/>
                  </a:solidFill>
                  <a:latin typeface="Roboto Condensed"/>
                  <a:cs typeface="Simplified Arabic" panose="02020603050405020304" pitchFamily="18" charset="-78"/>
                </a:rPr>
                <a:t> </a:t>
              </a:r>
              <a:endParaRPr lang="en-US" sz="2667" dirty="0">
                <a:solidFill>
                  <a:srgbClr val="262626"/>
                </a:solidFill>
                <a:latin typeface="Roboto Condensed"/>
                <a:cs typeface="Simplified Arabic" panose="02020603050405020304" pitchFamily="18" charset="-78"/>
              </a:endParaRPr>
            </a:p>
          </p:txBody>
        </p:sp>
        <p:sp>
          <p:nvSpPr>
            <p:cNvPr id="26" name="Freeform 29"/>
            <p:cNvSpPr>
              <a:spLocks/>
            </p:cNvSpPr>
            <p:nvPr/>
          </p:nvSpPr>
          <p:spPr bwMode="auto">
            <a:xfrm>
              <a:off x="3506519" y="4087866"/>
              <a:ext cx="1590198" cy="495343"/>
            </a:xfrm>
            <a:custGeom>
              <a:avLst/>
              <a:gdLst/>
              <a:ahLst/>
              <a:cxnLst>
                <a:cxn ang="0">
                  <a:pos x="335" y="0"/>
                </a:cxn>
                <a:cxn ang="0">
                  <a:pos x="322" y="0"/>
                </a:cxn>
                <a:cxn ang="0">
                  <a:pos x="143" y="0"/>
                </a:cxn>
                <a:cxn ang="0">
                  <a:pos x="102" y="128"/>
                </a:cxn>
                <a:cxn ang="0">
                  <a:pos x="108" y="204"/>
                </a:cxn>
                <a:cxn ang="0">
                  <a:pos x="322" y="204"/>
                </a:cxn>
                <a:cxn ang="0">
                  <a:pos x="335" y="204"/>
                </a:cxn>
                <a:cxn ang="0">
                  <a:pos x="549" y="204"/>
                </a:cxn>
                <a:cxn ang="0">
                  <a:pos x="555" y="128"/>
                </a:cxn>
                <a:cxn ang="0">
                  <a:pos x="513" y="0"/>
                </a:cxn>
                <a:cxn ang="0">
                  <a:pos x="335" y="0"/>
                </a:cxn>
              </a:cxnLst>
              <a:rect l="0" t="0" r="r" b="b"/>
              <a:pathLst>
                <a:path w="656" h="204">
                  <a:moveTo>
                    <a:pt x="335" y="0"/>
                  </a:moveTo>
                  <a:cubicBezTo>
                    <a:pt x="322" y="0"/>
                    <a:pt x="322" y="0"/>
                    <a:pt x="322" y="0"/>
                  </a:cubicBezTo>
                  <a:cubicBezTo>
                    <a:pt x="143" y="0"/>
                    <a:pt x="143" y="0"/>
                    <a:pt x="143" y="0"/>
                  </a:cubicBezTo>
                  <a:cubicBezTo>
                    <a:pt x="143" y="0"/>
                    <a:pt x="142" y="88"/>
                    <a:pt x="102" y="128"/>
                  </a:cubicBezTo>
                  <a:cubicBezTo>
                    <a:pt x="62" y="169"/>
                    <a:pt x="0" y="204"/>
                    <a:pt x="108" y="204"/>
                  </a:cubicBezTo>
                  <a:cubicBezTo>
                    <a:pt x="322" y="204"/>
                    <a:pt x="322" y="204"/>
                    <a:pt x="322" y="204"/>
                  </a:cubicBezTo>
                  <a:cubicBezTo>
                    <a:pt x="335" y="204"/>
                    <a:pt x="335" y="204"/>
                    <a:pt x="335" y="204"/>
                  </a:cubicBezTo>
                  <a:cubicBezTo>
                    <a:pt x="549" y="204"/>
                    <a:pt x="549" y="204"/>
                    <a:pt x="549" y="204"/>
                  </a:cubicBezTo>
                  <a:cubicBezTo>
                    <a:pt x="656" y="204"/>
                    <a:pt x="594" y="169"/>
                    <a:pt x="555" y="128"/>
                  </a:cubicBezTo>
                  <a:cubicBezTo>
                    <a:pt x="515" y="88"/>
                    <a:pt x="513" y="0"/>
                    <a:pt x="513" y="0"/>
                  </a:cubicBezTo>
                  <a:lnTo>
                    <a:pt x="335" y="0"/>
                  </a:lnTo>
                  <a:close/>
                </a:path>
              </a:pathLst>
            </a:custGeom>
            <a:gradFill>
              <a:gsLst>
                <a:gs pos="42000">
                  <a:schemeClr val="bg1">
                    <a:lumMod val="75000"/>
                  </a:schemeClr>
                </a:gs>
                <a:gs pos="6000">
                  <a:schemeClr val="bg1">
                    <a:lumMod val="85000"/>
                  </a:schemeClr>
                </a:gs>
                <a:gs pos="0">
                  <a:schemeClr val="bg1">
                    <a:lumMod val="65000"/>
                  </a:schemeClr>
                </a:gs>
              </a:gsLst>
              <a:lin ang="5400000" scaled="0"/>
            </a:grad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sp>
        <p:nvSpPr>
          <p:cNvPr id="27" name="Picture Placeholder 7"/>
          <p:cNvSpPr>
            <a:spLocks noGrp="1"/>
          </p:cNvSpPr>
          <p:nvPr>
            <p:ph type="pic" sz="quarter" idx="10" hasCustomPrompt="1"/>
          </p:nvPr>
        </p:nvSpPr>
        <p:spPr>
          <a:xfrm>
            <a:off x="5808963" y="1823494"/>
            <a:ext cx="5344831" cy="3013159"/>
          </a:xfrm>
          <a:prstGeom prst="rect">
            <a:avLst/>
          </a:prstGeom>
          <a:ln>
            <a:noFill/>
          </a:ln>
        </p:spPr>
        <p:txBody>
          <a:bodyPr bIns="45720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13"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4"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262716739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4" fill="hold" grpId="0" nodeType="afterEffect">
                                  <p:stCondLst>
                                    <p:cond delay="0"/>
                                  </p:stCondLst>
                                  <p:childTnLst>
                                    <p:set>
                                      <p:cBhvr>
                                        <p:cTn id="11" dur="1" fill="hold">
                                          <p:stCondLst>
                                            <p:cond delay="0"/>
                                          </p:stCondLst>
                                        </p:cTn>
                                        <p:tgtEl>
                                          <p:spTgt spid="27"/>
                                        </p:tgtEl>
                                        <p:attrNameLst>
                                          <p:attrName>style.visibility</p:attrName>
                                        </p:attrNameLst>
                                      </p:cBhvr>
                                      <p:to>
                                        <p:strVal val="visible"/>
                                      </p:to>
                                    </p:set>
                                    <p:animEffect transition="in" filter="wipe(down)">
                                      <p:cBhvr>
                                        <p:cTn id="12"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p:bldLst>
  </p:timing>
</p:sldLayout>
</file>

<file path=ppt/slideLayouts/slideLayout326.xml><?xml version="1.0" encoding="utf-8"?>
<p:sldLayout xmlns:a="http://schemas.openxmlformats.org/drawingml/2006/main" xmlns:r="http://schemas.openxmlformats.org/officeDocument/2006/relationships" xmlns:p="http://schemas.openxmlformats.org/presentationml/2006/main" userDrawn="1">
  <p:cSld name="Pic08_02">
    <p:spTree>
      <p:nvGrpSpPr>
        <p:cNvPr id="1" name=""/>
        <p:cNvGrpSpPr/>
        <p:nvPr/>
      </p:nvGrpSpPr>
      <p:grpSpPr>
        <a:xfrm>
          <a:off x="0" y="0"/>
          <a:ext cx="0" cy="0"/>
          <a:chOff x="0" y="0"/>
          <a:chExt cx="0" cy="0"/>
        </a:xfrm>
      </p:grpSpPr>
      <p:sp>
        <p:nvSpPr>
          <p:cNvPr id="8" name="Picture Placeholder 7"/>
          <p:cNvSpPr>
            <a:spLocks noGrp="1"/>
          </p:cNvSpPr>
          <p:nvPr>
            <p:ph type="pic" sz="quarter" idx="10" hasCustomPrompt="1"/>
          </p:nvPr>
        </p:nvSpPr>
        <p:spPr>
          <a:xfrm>
            <a:off x="3" y="1600200"/>
            <a:ext cx="12191996" cy="26416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82872815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accel="50000" decel="5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1000" fill="hold"/>
                                        <p:tgtEl>
                                          <p:spTgt spid="8"/>
                                        </p:tgtEl>
                                        <p:attrNameLst>
                                          <p:attrName>ppt_x</p:attrName>
                                        </p:attrNameLst>
                                      </p:cBhvr>
                                      <p:tavLst>
                                        <p:tav tm="0">
                                          <p:val>
                                            <p:strVal val="#ppt_x"/>
                                          </p:val>
                                        </p:tav>
                                        <p:tav tm="100000">
                                          <p:val>
                                            <p:strVal val="#ppt_x"/>
                                          </p:val>
                                        </p:tav>
                                      </p:tavLst>
                                    </p:anim>
                                    <p:anim calcmode="lin" valueType="num">
                                      <p:cBhvr additive="base">
                                        <p:cTn id="8" dur="1000" fill="hold"/>
                                        <p:tgtEl>
                                          <p:spTgt spid="8"/>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Layout>
</file>

<file path=ppt/slideLayouts/slideLayout327.xml><?xml version="1.0" encoding="utf-8"?>
<p:sldLayout xmlns:a="http://schemas.openxmlformats.org/drawingml/2006/main" xmlns:r="http://schemas.openxmlformats.org/officeDocument/2006/relationships" xmlns:p="http://schemas.openxmlformats.org/presentationml/2006/main" preserve="1" userDrawn="1">
  <p:cSld name="2_Pic08_02">
    <p:spTree>
      <p:nvGrpSpPr>
        <p:cNvPr id="1" name=""/>
        <p:cNvGrpSpPr/>
        <p:nvPr/>
      </p:nvGrpSpPr>
      <p:grpSpPr>
        <a:xfrm>
          <a:off x="0" y="0"/>
          <a:ext cx="0" cy="0"/>
          <a:chOff x="0" y="0"/>
          <a:chExt cx="0" cy="0"/>
        </a:xfrm>
      </p:grpSpPr>
      <p:sp>
        <p:nvSpPr>
          <p:cNvPr id="8" name="Picture Placeholder 7"/>
          <p:cNvSpPr>
            <a:spLocks noGrp="1"/>
          </p:cNvSpPr>
          <p:nvPr>
            <p:ph type="pic" sz="quarter" idx="10" hasCustomPrompt="1"/>
          </p:nvPr>
        </p:nvSpPr>
        <p:spPr>
          <a:xfrm>
            <a:off x="3" y="-12699"/>
            <a:ext cx="12191999" cy="36449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7" name="Round Same Side Corner Rectangle 6"/>
          <p:cNvSpPr/>
          <p:nvPr userDrawn="1"/>
        </p:nvSpPr>
        <p:spPr>
          <a:xfrm rot="16200000" flipH="1">
            <a:off x="11731147" y="6331910"/>
            <a:ext cx="384047" cy="537665"/>
          </a:xfrm>
          <a:prstGeom prst="round2Same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50000"/>
                  <a:lumOff val="50000"/>
                </a:srgbClr>
              </a:solidFill>
            </a:endParaRPr>
          </a:p>
        </p:txBody>
      </p:sp>
      <p:sp>
        <p:nvSpPr>
          <p:cNvPr id="9" name="Slide Number Placeholder 4"/>
          <p:cNvSpPr>
            <a:spLocks noGrp="1"/>
          </p:cNvSpPr>
          <p:nvPr>
            <p:ph type="sldNum" sz="quarter" idx="4"/>
          </p:nvPr>
        </p:nvSpPr>
        <p:spPr>
          <a:xfrm>
            <a:off x="11662445" y="6408719"/>
            <a:ext cx="508001" cy="366183"/>
          </a:xfrm>
          <a:prstGeom prst="rect">
            <a:avLst/>
          </a:prstGeom>
        </p:spPr>
        <p:txBody>
          <a:bodyPr anchor="ctr"/>
          <a:lstStyle>
            <a:lvl1pPr algn="ctr">
              <a:defRPr sz="1200" b="1">
                <a:solidFill>
                  <a:schemeClr val="tx1">
                    <a:lumMod val="50000"/>
                    <a:lumOff val="50000"/>
                  </a:schemeClr>
                </a:solidFill>
                <a:cs typeface="Simplified Arabic" panose="02020603050405020304" pitchFamily="18" charset="-78"/>
              </a:defRPr>
            </a:lvl1pPr>
          </a:lstStyle>
          <a:p>
            <a:pPr defTabSz="1375467" fontAlgn="auto">
              <a:spcBef>
                <a:spcPts val="0"/>
              </a:spcBef>
              <a:spcAft>
                <a:spcPts val="0"/>
              </a:spcAft>
            </a:pPr>
            <a:fld id="{C136B7D2-B98C-44FD-8D04-7EC62A564975}" type="slidenum">
              <a:rPr lang="en-US" smtClean="0">
                <a:solidFill>
                  <a:srgbClr val="262626">
                    <a:lumMod val="50000"/>
                    <a:lumOff val="50000"/>
                  </a:srgbClr>
                </a:solidFill>
                <a:latin typeface="Roboto Condensed"/>
              </a:rPr>
              <a:pPr defTabSz="1375467" fontAlgn="auto">
                <a:spcBef>
                  <a:spcPts val="0"/>
                </a:spcBef>
                <a:spcAft>
                  <a:spcPts val="0"/>
                </a:spcAft>
              </a:pPr>
              <a:t>‹#›</a:t>
            </a:fld>
            <a:endParaRPr lang="en-US" dirty="0">
              <a:solidFill>
                <a:srgbClr val="262626">
                  <a:lumMod val="50000"/>
                  <a:lumOff val="50000"/>
                </a:srgbClr>
              </a:solidFill>
              <a:latin typeface="Roboto Condensed"/>
            </a:endParaRPr>
          </a:p>
        </p:txBody>
      </p:sp>
    </p:spTree>
    <p:extLst>
      <p:ext uri="{BB962C8B-B14F-4D97-AF65-F5344CB8AC3E}">
        <p14:creationId xmlns:p14="http://schemas.microsoft.com/office/powerpoint/2010/main" val="173758901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accel="50000" decel="5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1000" fill="hold"/>
                                        <p:tgtEl>
                                          <p:spTgt spid="8"/>
                                        </p:tgtEl>
                                        <p:attrNameLst>
                                          <p:attrName>ppt_x</p:attrName>
                                        </p:attrNameLst>
                                      </p:cBhvr>
                                      <p:tavLst>
                                        <p:tav tm="0">
                                          <p:val>
                                            <p:strVal val="#ppt_x"/>
                                          </p:val>
                                        </p:tav>
                                        <p:tav tm="100000">
                                          <p:val>
                                            <p:strVal val="#ppt_x"/>
                                          </p:val>
                                        </p:tav>
                                      </p:tavLst>
                                    </p:anim>
                                    <p:anim calcmode="lin" valueType="num">
                                      <p:cBhvr additive="base">
                                        <p:cTn id="8" dur="1000" fill="hold"/>
                                        <p:tgtEl>
                                          <p:spTgt spid="8"/>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Layout>
</file>

<file path=ppt/slideLayouts/slideLayout328.xml><?xml version="1.0" encoding="utf-8"?>
<p:sldLayout xmlns:a="http://schemas.openxmlformats.org/drawingml/2006/main" xmlns:r="http://schemas.openxmlformats.org/officeDocument/2006/relationships" xmlns:p="http://schemas.openxmlformats.org/presentationml/2006/main" userDrawn="1">
  <p:cSld name="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68579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176628786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Layout>
</file>

<file path=ppt/slideLayouts/slideLayout329.xml><?xml version="1.0" encoding="utf-8"?>
<p:sldLayout xmlns:a="http://schemas.openxmlformats.org/drawingml/2006/main" xmlns:r="http://schemas.openxmlformats.org/officeDocument/2006/relationships" xmlns:p="http://schemas.openxmlformats.org/presentationml/2006/main" userDrawn="1">
  <p:cSld name="Team00">
    <p:spTree>
      <p:nvGrpSpPr>
        <p:cNvPr id="1" name=""/>
        <p:cNvGrpSpPr/>
        <p:nvPr/>
      </p:nvGrpSpPr>
      <p:grpSpPr>
        <a:xfrm>
          <a:off x="0" y="0"/>
          <a:ext cx="0" cy="0"/>
          <a:chOff x="0" y="0"/>
          <a:chExt cx="0" cy="0"/>
        </a:xfrm>
      </p:grpSpPr>
      <p:sp>
        <p:nvSpPr>
          <p:cNvPr id="18" name="Down Arrow Callout 17"/>
          <p:cNvSpPr/>
          <p:nvPr userDrawn="1"/>
        </p:nvSpPr>
        <p:spPr bwMode="auto">
          <a:xfrm>
            <a:off x="0" y="0"/>
            <a:ext cx="12192000" cy="3372155"/>
          </a:xfrm>
          <a:prstGeom prst="downArrowCallout">
            <a:avLst>
              <a:gd name="adj1" fmla="val 32676"/>
              <a:gd name="adj2" fmla="val 14109"/>
              <a:gd name="adj3" fmla="val 10498"/>
              <a:gd name="adj4" fmla="val 92638"/>
            </a:avLst>
          </a:prstGeom>
          <a:solidFill>
            <a:schemeClr val="accent1"/>
          </a:solidFill>
          <a:ln w="9525">
            <a:noFill/>
            <a:round/>
            <a:headEnd/>
            <a:tailEnd/>
          </a:ln>
        </p:spPr>
        <p:txBody>
          <a:bodyPr vert="horz" wrap="square" lIns="121920" tIns="60960" rIns="121920" bIns="60960" numCol="1" rtlCol="0" anchor="t" anchorCtr="0" compatLnSpc="1">
            <a:prstTxWarp prst="textNoShape">
              <a:avLst/>
            </a:prstTxWarp>
          </a:bodyPr>
          <a:lstStyle/>
          <a:p>
            <a:pPr algn="ct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21" name="Picture Placeholder 7"/>
          <p:cNvSpPr>
            <a:spLocks noGrp="1"/>
          </p:cNvSpPr>
          <p:nvPr>
            <p:ph type="pic" sz="quarter" idx="10" hasCustomPrompt="1"/>
          </p:nvPr>
        </p:nvSpPr>
        <p:spPr>
          <a:xfrm>
            <a:off x="4999171" y="622368"/>
            <a:ext cx="2193663" cy="2193005"/>
          </a:xfrm>
          <a:prstGeom prst="ellipse">
            <a:avLst/>
          </a:prstGeom>
          <a:ln w="28575">
            <a:solidFill>
              <a:schemeClr val="accent1">
                <a:lumMod val="75000"/>
              </a:schemeClr>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grpSp>
        <p:nvGrpSpPr>
          <p:cNvPr id="17" name="Group 16"/>
          <p:cNvGrpSpPr/>
          <p:nvPr userDrawn="1"/>
        </p:nvGrpSpPr>
        <p:grpSpPr>
          <a:xfrm>
            <a:off x="0" y="1275080"/>
            <a:ext cx="12192000" cy="2125339"/>
            <a:chOff x="0" y="956310"/>
            <a:chExt cx="9144000" cy="1594004"/>
          </a:xfrm>
        </p:grpSpPr>
        <p:sp>
          <p:nvSpPr>
            <p:cNvPr id="14" name="Freeform 13"/>
            <p:cNvSpPr>
              <a:spLocks/>
            </p:cNvSpPr>
            <p:nvPr userDrawn="1"/>
          </p:nvSpPr>
          <p:spPr bwMode="auto">
            <a:xfrm>
              <a:off x="0" y="956310"/>
              <a:ext cx="9144000" cy="1300543"/>
            </a:xfrm>
            <a:custGeom>
              <a:avLst/>
              <a:gdLst/>
              <a:ahLst/>
              <a:cxnLst>
                <a:cxn ang="0">
                  <a:pos x="30" y="330"/>
                </a:cxn>
                <a:cxn ang="0">
                  <a:pos x="99" y="339"/>
                </a:cxn>
                <a:cxn ang="0">
                  <a:pos x="181" y="385"/>
                </a:cxn>
                <a:cxn ang="0">
                  <a:pos x="289" y="307"/>
                </a:cxn>
                <a:cxn ang="0">
                  <a:pos x="364" y="303"/>
                </a:cxn>
                <a:cxn ang="0">
                  <a:pos x="444" y="328"/>
                </a:cxn>
                <a:cxn ang="0">
                  <a:pos x="528" y="322"/>
                </a:cxn>
                <a:cxn ang="0">
                  <a:pos x="661" y="60"/>
                </a:cxn>
                <a:cxn ang="0">
                  <a:pos x="697" y="60"/>
                </a:cxn>
                <a:cxn ang="0">
                  <a:pos x="726" y="57"/>
                </a:cxn>
                <a:cxn ang="0">
                  <a:pos x="768" y="290"/>
                </a:cxn>
                <a:cxn ang="0">
                  <a:pos x="800" y="246"/>
                </a:cxn>
                <a:cxn ang="0">
                  <a:pos x="888" y="176"/>
                </a:cxn>
                <a:cxn ang="0">
                  <a:pos x="955" y="208"/>
                </a:cxn>
                <a:cxn ang="0">
                  <a:pos x="993" y="358"/>
                </a:cxn>
                <a:cxn ang="0">
                  <a:pos x="1025" y="178"/>
                </a:cxn>
                <a:cxn ang="0">
                  <a:pos x="1138" y="172"/>
                </a:cxn>
                <a:cxn ang="0">
                  <a:pos x="1216" y="161"/>
                </a:cxn>
                <a:cxn ang="0">
                  <a:pos x="1241" y="144"/>
                </a:cxn>
                <a:cxn ang="0">
                  <a:pos x="1300" y="0"/>
                </a:cxn>
                <a:cxn ang="0">
                  <a:pos x="1428" y="157"/>
                </a:cxn>
                <a:cxn ang="0">
                  <a:pos x="1462" y="102"/>
                </a:cxn>
                <a:cxn ang="0">
                  <a:pos x="1492" y="57"/>
                </a:cxn>
                <a:cxn ang="0">
                  <a:pos x="1531" y="55"/>
                </a:cxn>
                <a:cxn ang="0">
                  <a:pos x="1567" y="100"/>
                </a:cxn>
                <a:cxn ang="0">
                  <a:pos x="1670" y="159"/>
                </a:cxn>
                <a:cxn ang="0">
                  <a:pos x="1700" y="127"/>
                </a:cxn>
                <a:cxn ang="0">
                  <a:pos x="1782" y="297"/>
                </a:cxn>
                <a:cxn ang="0">
                  <a:pos x="1843" y="153"/>
                </a:cxn>
                <a:cxn ang="0">
                  <a:pos x="1939" y="153"/>
                </a:cxn>
                <a:cxn ang="0">
                  <a:pos x="1973" y="225"/>
                </a:cxn>
                <a:cxn ang="0">
                  <a:pos x="2011" y="131"/>
                </a:cxn>
                <a:cxn ang="0">
                  <a:pos x="2072" y="127"/>
                </a:cxn>
                <a:cxn ang="0">
                  <a:pos x="2127" y="136"/>
                </a:cxn>
                <a:cxn ang="0">
                  <a:pos x="2160" y="227"/>
                </a:cxn>
                <a:cxn ang="0">
                  <a:pos x="2198" y="358"/>
                </a:cxn>
                <a:cxn ang="0">
                  <a:pos x="2238" y="153"/>
                </a:cxn>
                <a:cxn ang="0">
                  <a:pos x="2291" y="153"/>
                </a:cxn>
                <a:cxn ang="0">
                  <a:pos x="2381" y="313"/>
                </a:cxn>
                <a:cxn ang="0">
                  <a:pos x="2417" y="339"/>
                </a:cxn>
                <a:cxn ang="0">
                  <a:pos x="2434" y="288"/>
                </a:cxn>
                <a:cxn ang="0">
                  <a:pos x="2501" y="330"/>
                </a:cxn>
                <a:cxn ang="0">
                  <a:pos x="2535" y="400"/>
                </a:cxn>
                <a:cxn ang="0">
                  <a:pos x="2705" y="377"/>
                </a:cxn>
                <a:cxn ang="0">
                  <a:pos x="2753" y="362"/>
                </a:cxn>
                <a:cxn ang="0">
                  <a:pos x="2785" y="337"/>
                </a:cxn>
                <a:cxn ang="0">
                  <a:pos x="2835" y="392"/>
                </a:cxn>
                <a:cxn ang="0">
                  <a:pos x="2875" y="307"/>
                </a:cxn>
                <a:cxn ang="0">
                  <a:pos x="2915" y="402"/>
                </a:cxn>
                <a:cxn ang="0">
                  <a:pos x="2940" y="307"/>
                </a:cxn>
                <a:cxn ang="0">
                  <a:pos x="2989" y="407"/>
                </a:cxn>
                <a:cxn ang="0">
                  <a:pos x="3050" y="381"/>
                </a:cxn>
                <a:cxn ang="0">
                  <a:pos x="3102" y="404"/>
                </a:cxn>
                <a:cxn ang="0">
                  <a:pos x="3142" y="373"/>
                </a:cxn>
                <a:cxn ang="0">
                  <a:pos x="3182" y="409"/>
                </a:cxn>
                <a:cxn ang="0">
                  <a:pos x="3239" y="455"/>
                </a:cxn>
              </a:cxnLst>
              <a:rect l="0" t="0" r="r" b="b"/>
              <a:pathLst>
                <a:path w="3239" h="455">
                  <a:moveTo>
                    <a:pt x="0" y="455"/>
                  </a:moveTo>
                  <a:lnTo>
                    <a:pt x="0" y="349"/>
                  </a:lnTo>
                  <a:lnTo>
                    <a:pt x="30" y="349"/>
                  </a:lnTo>
                  <a:lnTo>
                    <a:pt x="30" y="330"/>
                  </a:lnTo>
                  <a:lnTo>
                    <a:pt x="85" y="330"/>
                  </a:lnTo>
                  <a:lnTo>
                    <a:pt x="85" y="356"/>
                  </a:lnTo>
                  <a:lnTo>
                    <a:pt x="99" y="356"/>
                  </a:lnTo>
                  <a:lnTo>
                    <a:pt x="99" y="339"/>
                  </a:lnTo>
                  <a:lnTo>
                    <a:pt x="122" y="339"/>
                  </a:lnTo>
                  <a:lnTo>
                    <a:pt x="122" y="368"/>
                  </a:lnTo>
                  <a:lnTo>
                    <a:pt x="181" y="368"/>
                  </a:lnTo>
                  <a:lnTo>
                    <a:pt x="181" y="385"/>
                  </a:lnTo>
                  <a:lnTo>
                    <a:pt x="251" y="385"/>
                  </a:lnTo>
                  <a:lnTo>
                    <a:pt x="251" y="322"/>
                  </a:lnTo>
                  <a:lnTo>
                    <a:pt x="289" y="322"/>
                  </a:lnTo>
                  <a:lnTo>
                    <a:pt x="289" y="307"/>
                  </a:lnTo>
                  <a:lnTo>
                    <a:pt x="331" y="307"/>
                  </a:lnTo>
                  <a:lnTo>
                    <a:pt x="331" y="290"/>
                  </a:lnTo>
                  <a:lnTo>
                    <a:pt x="364" y="290"/>
                  </a:lnTo>
                  <a:lnTo>
                    <a:pt x="364" y="303"/>
                  </a:lnTo>
                  <a:lnTo>
                    <a:pt x="411" y="303"/>
                  </a:lnTo>
                  <a:lnTo>
                    <a:pt x="411" y="311"/>
                  </a:lnTo>
                  <a:lnTo>
                    <a:pt x="444" y="311"/>
                  </a:lnTo>
                  <a:lnTo>
                    <a:pt x="444" y="328"/>
                  </a:lnTo>
                  <a:lnTo>
                    <a:pt x="455" y="328"/>
                  </a:lnTo>
                  <a:lnTo>
                    <a:pt x="455" y="303"/>
                  </a:lnTo>
                  <a:lnTo>
                    <a:pt x="528" y="303"/>
                  </a:lnTo>
                  <a:lnTo>
                    <a:pt x="528" y="322"/>
                  </a:lnTo>
                  <a:lnTo>
                    <a:pt x="617" y="322"/>
                  </a:lnTo>
                  <a:lnTo>
                    <a:pt x="617" y="66"/>
                  </a:lnTo>
                  <a:lnTo>
                    <a:pt x="661" y="66"/>
                  </a:lnTo>
                  <a:lnTo>
                    <a:pt x="661" y="60"/>
                  </a:lnTo>
                  <a:lnTo>
                    <a:pt x="673" y="60"/>
                  </a:lnTo>
                  <a:lnTo>
                    <a:pt x="673" y="83"/>
                  </a:lnTo>
                  <a:lnTo>
                    <a:pt x="697" y="83"/>
                  </a:lnTo>
                  <a:lnTo>
                    <a:pt x="697" y="60"/>
                  </a:lnTo>
                  <a:lnTo>
                    <a:pt x="705" y="60"/>
                  </a:lnTo>
                  <a:lnTo>
                    <a:pt x="705" y="49"/>
                  </a:lnTo>
                  <a:lnTo>
                    <a:pt x="726" y="49"/>
                  </a:lnTo>
                  <a:lnTo>
                    <a:pt x="726" y="57"/>
                  </a:lnTo>
                  <a:lnTo>
                    <a:pt x="753" y="57"/>
                  </a:lnTo>
                  <a:lnTo>
                    <a:pt x="753" y="102"/>
                  </a:lnTo>
                  <a:lnTo>
                    <a:pt x="768" y="102"/>
                  </a:lnTo>
                  <a:lnTo>
                    <a:pt x="768" y="290"/>
                  </a:lnTo>
                  <a:lnTo>
                    <a:pt x="789" y="290"/>
                  </a:lnTo>
                  <a:lnTo>
                    <a:pt x="789" y="263"/>
                  </a:lnTo>
                  <a:lnTo>
                    <a:pt x="800" y="263"/>
                  </a:lnTo>
                  <a:lnTo>
                    <a:pt x="800" y="246"/>
                  </a:lnTo>
                  <a:lnTo>
                    <a:pt x="873" y="246"/>
                  </a:lnTo>
                  <a:lnTo>
                    <a:pt x="873" y="199"/>
                  </a:lnTo>
                  <a:lnTo>
                    <a:pt x="888" y="199"/>
                  </a:lnTo>
                  <a:lnTo>
                    <a:pt x="888" y="176"/>
                  </a:lnTo>
                  <a:lnTo>
                    <a:pt x="943" y="176"/>
                  </a:lnTo>
                  <a:lnTo>
                    <a:pt x="943" y="195"/>
                  </a:lnTo>
                  <a:lnTo>
                    <a:pt x="955" y="195"/>
                  </a:lnTo>
                  <a:lnTo>
                    <a:pt x="955" y="208"/>
                  </a:lnTo>
                  <a:lnTo>
                    <a:pt x="976" y="208"/>
                  </a:lnTo>
                  <a:lnTo>
                    <a:pt x="976" y="333"/>
                  </a:lnTo>
                  <a:lnTo>
                    <a:pt x="993" y="333"/>
                  </a:lnTo>
                  <a:lnTo>
                    <a:pt x="993" y="358"/>
                  </a:lnTo>
                  <a:lnTo>
                    <a:pt x="1004" y="358"/>
                  </a:lnTo>
                  <a:lnTo>
                    <a:pt x="1004" y="195"/>
                  </a:lnTo>
                  <a:lnTo>
                    <a:pt x="1025" y="195"/>
                  </a:lnTo>
                  <a:lnTo>
                    <a:pt x="1025" y="178"/>
                  </a:lnTo>
                  <a:lnTo>
                    <a:pt x="1115" y="178"/>
                  </a:lnTo>
                  <a:lnTo>
                    <a:pt x="1115" y="193"/>
                  </a:lnTo>
                  <a:lnTo>
                    <a:pt x="1138" y="193"/>
                  </a:lnTo>
                  <a:lnTo>
                    <a:pt x="1138" y="172"/>
                  </a:lnTo>
                  <a:lnTo>
                    <a:pt x="1147" y="172"/>
                  </a:lnTo>
                  <a:lnTo>
                    <a:pt x="1147" y="134"/>
                  </a:lnTo>
                  <a:lnTo>
                    <a:pt x="1216" y="134"/>
                  </a:lnTo>
                  <a:lnTo>
                    <a:pt x="1216" y="161"/>
                  </a:lnTo>
                  <a:lnTo>
                    <a:pt x="1224" y="161"/>
                  </a:lnTo>
                  <a:lnTo>
                    <a:pt x="1224" y="176"/>
                  </a:lnTo>
                  <a:lnTo>
                    <a:pt x="1241" y="176"/>
                  </a:lnTo>
                  <a:lnTo>
                    <a:pt x="1241" y="144"/>
                  </a:lnTo>
                  <a:lnTo>
                    <a:pt x="1250" y="144"/>
                  </a:lnTo>
                  <a:lnTo>
                    <a:pt x="1250" y="85"/>
                  </a:lnTo>
                  <a:lnTo>
                    <a:pt x="1300" y="85"/>
                  </a:lnTo>
                  <a:lnTo>
                    <a:pt x="1300" y="0"/>
                  </a:lnTo>
                  <a:lnTo>
                    <a:pt x="1409" y="0"/>
                  </a:lnTo>
                  <a:lnTo>
                    <a:pt x="1409" y="178"/>
                  </a:lnTo>
                  <a:lnTo>
                    <a:pt x="1428" y="178"/>
                  </a:lnTo>
                  <a:lnTo>
                    <a:pt x="1428" y="157"/>
                  </a:lnTo>
                  <a:lnTo>
                    <a:pt x="1439" y="157"/>
                  </a:lnTo>
                  <a:lnTo>
                    <a:pt x="1439" y="134"/>
                  </a:lnTo>
                  <a:lnTo>
                    <a:pt x="1462" y="134"/>
                  </a:lnTo>
                  <a:lnTo>
                    <a:pt x="1462" y="102"/>
                  </a:lnTo>
                  <a:lnTo>
                    <a:pt x="1481" y="102"/>
                  </a:lnTo>
                  <a:lnTo>
                    <a:pt x="1481" y="70"/>
                  </a:lnTo>
                  <a:lnTo>
                    <a:pt x="1492" y="70"/>
                  </a:lnTo>
                  <a:lnTo>
                    <a:pt x="1492" y="57"/>
                  </a:lnTo>
                  <a:lnTo>
                    <a:pt x="1508" y="57"/>
                  </a:lnTo>
                  <a:lnTo>
                    <a:pt x="1508" y="40"/>
                  </a:lnTo>
                  <a:lnTo>
                    <a:pt x="1531" y="40"/>
                  </a:lnTo>
                  <a:lnTo>
                    <a:pt x="1531" y="55"/>
                  </a:lnTo>
                  <a:lnTo>
                    <a:pt x="1550" y="55"/>
                  </a:lnTo>
                  <a:lnTo>
                    <a:pt x="1550" y="66"/>
                  </a:lnTo>
                  <a:lnTo>
                    <a:pt x="1567" y="66"/>
                  </a:lnTo>
                  <a:lnTo>
                    <a:pt x="1567" y="100"/>
                  </a:lnTo>
                  <a:lnTo>
                    <a:pt x="1584" y="100"/>
                  </a:lnTo>
                  <a:lnTo>
                    <a:pt x="1584" y="153"/>
                  </a:lnTo>
                  <a:lnTo>
                    <a:pt x="1670" y="153"/>
                  </a:lnTo>
                  <a:lnTo>
                    <a:pt x="1670" y="159"/>
                  </a:lnTo>
                  <a:lnTo>
                    <a:pt x="1689" y="159"/>
                  </a:lnTo>
                  <a:lnTo>
                    <a:pt x="1689" y="142"/>
                  </a:lnTo>
                  <a:lnTo>
                    <a:pt x="1700" y="142"/>
                  </a:lnTo>
                  <a:lnTo>
                    <a:pt x="1700" y="127"/>
                  </a:lnTo>
                  <a:lnTo>
                    <a:pt x="1769" y="127"/>
                  </a:lnTo>
                  <a:lnTo>
                    <a:pt x="1769" y="142"/>
                  </a:lnTo>
                  <a:lnTo>
                    <a:pt x="1782" y="142"/>
                  </a:lnTo>
                  <a:lnTo>
                    <a:pt x="1782" y="297"/>
                  </a:lnTo>
                  <a:lnTo>
                    <a:pt x="1790" y="297"/>
                  </a:lnTo>
                  <a:lnTo>
                    <a:pt x="1790" y="269"/>
                  </a:lnTo>
                  <a:lnTo>
                    <a:pt x="1843" y="269"/>
                  </a:lnTo>
                  <a:lnTo>
                    <a:pt x="1843" y="153"/>
                  </a:lnTo>
                  <a:lnTo>
                    <a:pt x="1864" y="153"/>
                  </a:lnTo>
                  <a:lnTo>
                    <a:pt x="1864" y="136"/>
                  </a:lnTo>
                  <a:lnTo>
                    <a:pt x="1939" y="136"/>
                  </a:lnTo>
                  <a:lnTo>
                    <a:pt x="1939" y="153"/>
                  </a:lnTo>
                  <a:lnTo>
                    <a:pt x="1958" y="153"/>
                  </a:lnTo>
                  <a:lnTo>
                    <a:pt x="1958" y="360"/>
                  </a:lnTo>
                  <a:lnTo>
                    <a:pt x="1973" y="360"/>
                  </a:lnTo>
                  <a:lnTo>
                    <a:pt x="1973" y="225"/>
                  </a:lnTo>
                  <a:lnTo>
                    <a:pt x="1996" y="225"/>
                  </a:lnTo>
                  <a:lnTo>
                    <a:pt x="1996" y="144"/>
                  </a:lnTo>
                  <a:lnTo>
                    <a:pt x="2011" y="144"/>
                  </a:lnTo>
                  <a:lnTo>
                    <a:pt x="2011" y="131"/>
                  </a:lnTo>
                  <a:lnTo>
                    <a:pt x="2019" y="131"/>
                  </a:lnTo>
                  <a:lnTo>
                    <a:pt x="2019" y="115"/>
                  </a:lnTo>
                  <a:lnTo>
                    <a:pt x="2072" y="115"/>
                  </a:lnTo>
                  <a:lnTo>
                    <a:pt x="2072" y="127"/>
                  </a:lnTo>
                  <a:lnTo>
                    <a:pt x="2093" y="127"/>
                  </a:lnTo>
                  <a:lnTo>
                    <a:pt x="2093" y="110"/>
                  </a:lnTo>
                  <a:lnTo>
                    <a:pt x="2127" y="110"/>
                  </a:lnTo>
                  <a:lnTo>
                    <a:pt x="2127" y="136"/>
                  </a:lnTo>
                  <a:lnTo>
                    <a:pt x="2141" y="136"/>
                  </a:lnTo>
                  <a:lnTo>
                    <a:pt x="2141" y="144"/>
                  </a:lnTo>
                  <a:lnTo>
                    <a:pt x="2160" y="144"/>
                  </a:lnTo>
                  <a:lnTo>
                    <a:pt x="2160" y="227"/>
                  </a:lnTo>
                  <a:lnTo>
                    <a:pt x="2173" y="227"/>
                  </a:lnTo>
                  <a:lnTo>
                    <a:pt x="2173" y="373"/>
                  </a:lnTo>
                  <a:lnTo>
                    <a:pt x="2198" y="373"/>
                  </a:lnTo>
                  <a:lnTo>
                    <a:pt x="2198" y="358"/>
                  </a:lnTo>
                  <a:lnTo>
                    <a:pt x="2221" y="358"/>
                  </a:lnTo>
                  <a:lnTo>
                    <a:pt x="2221" y="288"/>
                  </a:lnTo>
                  <a:lnTo>
                    <a:pt x="2238" y="288"/>
                  </a:lnTo>
                  <a:lnTo>
                    <a:pt x="2238" y="153"/>
                  </a:lnTo>
                  <a:lnTo>
                    <a:pt x="2274" y="153"/>
                  </a:lnTo>
                  <a:lnTo>
                    <a:pt x="2274" y="121"/>
                  </a:lnTo>
                  <a:lnTo>
                    <a:pt x="2291" y="121"/>
                  </a:lnTo>
                  <a:lnTo>
                    <a:pt x="2291" y="153"/>
                  </a:lnTo>
                  <a:lnTo>
                    <a:pt x="2350" y="153"/>
                  </a:lnTo>
                  <a:lnTo>
                    <a:pt x="2350" y="288"/>
                  </a:lnTo>
                  <a:lnTo>
                    <a:pt x="2381" y="288"/>
                  </a:lnTo>
                  <a:lnTo>
                    <a:pt x="2381" y="313"/>
                  </a:lnTo>
                  <a:lnTo>
                    <a:pt x="2389" y="313"/>
                  </a:lnTo>
                  <a:lnTo>
                    <a:pt x="2389" y="347"/>
                  </a:lnTo>
                  <a:lnTo>
                    <a:pt x="2417" y="347"/>
                  </a:lnTo>
                  <a:lnTo>
                    <a:pt x="2417" y="339"/>
                  </a:lnTo>
                  <a:lnTo>
                    <a:pt x="2427" y="339"/>
                  </a:lnTo>
                  <a:lnTo>
                    <a:pt x="2427" y="311"/>
                  </a:lnTo>
                  <a:lnTo>
                    <a:pt x="2434" y="311"/>
                  </a:lnTo>
                  <a:lnTo>
                    <a:pt x="2434" y="288"/>
                  </a:lnTo>
                  <a:lnTo>
                    <a:pt x="2486" y="288"/>
                  </a:lnTo>
                  <a:lnTo>
                    <a:pt x="2486" y="316"/>
                  </a:lnTo>
                  <a:lnTo>
                    <a:pt x="2501" y="316"/>
                  </a:lnTo>
                  <a:lnTo>
                    <a:pt x="2501" y="330"/>
                  </a:lnTo>
                  <a:lnTo>
                    <a:pt x="2526" y="330"/>
                  </a:lnTo>
                  <a:lnTo>
                    <a:pt x="2526" y="356"/>
                  </a:lnTo>
                  <a:lnTo>
                    <a:pt x="2535" y="356"/>
                  </a:lnTo>
                  <a:lnTo>
                    <a:pt x="2535" y="400"/>
                  </a:lnTo>
                  <a:lnTo>
                    <a:pt x="2554" y="400"/>
                  </a:lnTo>
                  <a:lnTo>
                    <a:pt x="2554" y="275"/>
                  </a:lnTo>
                  <a:lnTo>
                    <a:pt x="2705" y="275"/>
                  </a:lnTo>
                  <a:lnTo>
                    <a:pt x="2705" y="377"/>
                  </a:lnTo>
                  <a:lnTo>
                    <a:pt x="2726" y="377"/>
                  </a:lnTo>
                  <a:lnTo>
                    <a:pt x="2726" y="396"/>
                  </a:lnTo>
                  <a:lnTo>
                    <a:pt x="2753" y="396"/>
                  </a:lnTo>
                  <a:lnTo>
                    <a:pt x="2753" y="362"/>
                  </a:lnTo>
                  <a:lnTo>
                    <a:pt x="2762" y="362"/>
                  </a:lnTo>
                  <a:lnTo>
                    <a:pt x="2762" y="347"/>
                  </a:lnTo>
                  <a:lnTo>
                    <a:pt x="2785" y="347"/>
                  </a:lnTo>
                  <a:lnTo>
                    <a:pt x="2785" y="337"/>
                  </a:lnTo>
                  <a:lnTo>
                    <a:pt x="2814" y="337"/>
                  </a:lnTo>
                  <a:lnTo>
                    <a:pt x="2814" y="398"/>
                  </a:lnTo>
                  <a:lnTo>
                    <a:pt x="2835" y="398"/>
                  </a:lnTo>
                  <a:lnTo>
                    <a:pt x="2835" y="392"/>
                  </a:lnTo>
                  <a:lnTo>
                    <a:pt x="2858" y="392"/>
                  </a:lnTo>
                  <a:lnTo>
                    <a:pt x="2858" y="318"/>
                  </a:lnTo>
                  <a:lnTo>
                    <a:pt x="2875" y="318"/>
                  </a:lnTo>
                  <a:lnTo>
                    <a:pt x="2875" y="307"/>
                  </a:lnTo>
                  <a:lnTo>
                    <a:pt x="2900" y="307"/>
                  </a:lnTo>
                  <a:lnTo>
                    <a:pt x="2900" y="316"/>
                  </a:lnTo>
                  <a:lnTo>
                    <a:pt x="2915" y="316"/>
                  </a:lnTo>
                  <a:lnTo>
                    <a:pt x="2915" y="402"/>
                  </a:lnTo>
                  <a:lnTo>
                    <a:pt x="2928" y="402"/>
                  </a:lnTo>
                  <a:lnTo>
                    <a:pt x="2928" y="318"/>
                  </a:lnTo>
                  <a:lnTo>
                    <a:pt x="2940" y="318"/>
                  </a:lnTo>
                  <a:lnTo>
                    <a:pt x="2940" y="307"/>
                  </a:lnTo>
                  <a:lnTo>
                    <a:pt x="2968" y="307"/>
                  </a:lnTo>
                  <a:lnTo>
                    <a:pt x="2968" y="316"/>
                  </a:lnTo>
                  <a:lnTo>
                    <a:pt x="2989" y="316"/>
                  </a:lnTo>
                  <a:lnTo>
                    <a:pt x="2989" y="407"/>
                  </a:lnTo>
                  <a:lnTo>
                    <a:pt x="3035" y="407"/>
                  </a:lnTo>
                  <a:lnTo>
                    <a:pt x="3035" y="394"/>
                  </a:lnTo>
                  <a:lnTo>
                    <a:pt x="3050" y="394"/>
                  </a:lnTo>
                  <a:lnTo>
                    <a:pt x="3050" y="381"/>
                  </a:lnTo>
                  <a:lnTo>
                    <a:pt x="3092" y="381"/>
                  </a:lnTo>
                  <a:lnTo>
                    <a:pt x="3092" y="394"/>
                  </a:lnTo>
                  <a:lnTo>
                    <a:pt x="3102" y="394"/>
                  </a:lnTo>
                  <a:lnTo>
                    <a:pt x="3102" y="404"/>
                  </a:lnTo>
                  <a:lnTo>
                    <a:pt x="3130" y="404"/>
                  </a:lnTo>
                  <a:lnTo>
                    <a:pt x="3130" y="394"/>
                  </a:lnTo>
                  <a:lnTo>
                    <a:pt x="3142" y="394"/>
                  </a:lnTo>
                  <a:lnTo>
                    <a:pt x="3142" y="373"/>
                  </a:lnTo>
                  <a:lnTo>
                    <a:pt x="3157" y="373"/>
                  </a:lnTo>
                  <a:lnTo>
                    <a:pt x="3157" y="383"/>
                  </a:lnTo>
                  <a:lnTo>
                    <a:pt x="3182" y="383"/>
                  </a:lnTo>
                  <a:lnTo>
                    <a:pt x="3182" y="409"/>
                  </a:lnTo>
                  <a:lnTo>
                    <a:pt x="3199" y="409"/>
                  </a:lnTo>
                  <a:lnTo>
                    <a:pt x="3199" y="400"/>
                  </a:lnTo>
                  <a:lnTo>
                    <a:pt x="3239" y="400"/>
                  </a:lnTo>
                  <a:lnTo>
                    <a:pt x="3239" y="455"/>
                  </a:lnTo>
                  <a:lnTo>
                    <a:pt x="0" y="455"/>
                  </a:lnTo>
                  <a:close/>
                </a:path>
              </a:pathLst>
            </a:custGeom>
            <a:solidFill>
              <a:schemeClr val="accent1">
                <a:lumMod val="50000"/>
                <a:alpha val="28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16" name="Isosceles Triangle 15"/>
            <p:cNvSpPr/>
            <p:nvPr userDrawn="1"/>
          </p:nvSpPr>
          <p:spPr>
            <a:xfrm rot="10800000">
              <a:off x="4191000" y="2256627"/>
              <a:ext cx="762000" cy="293687"/>
            </a:xfrm>
            <a:prstGeom prst="triangle">
              <a:avLst>
                <a:gd name="adj" fmla="val 50000"/>
              </a:avLst>
            </a:prstGeom>
            <a:solidFill>
              <a:schemeClr val="accent1">
                <a:lumMod val="50000"/>
                <a:alpha val="2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grpSp>
    </p:spTree>
    <p:extLst>
      <p:ext uri="{BB962C8B-B14F-4D97-AF65-F5344CB8AC3E}">
        <p14:creationId xmlns:p14="http://schemas.microsoft.com/office/powerpoint/2010/main" val="145729908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accel="50000" decel="50000" fill="hold" grpId="0" nodeType="afterEffect">
                                  <p:stCondLst>
                                    <p:cond delay="0"/>
                                  </p:stCondLst>
                                  <p:childTnLst>
                                    <p:set>
                                      <p:cBhvr>
                                        <p:cTn id="6" dur="1" fill="hold">
                                          <p:stCondLst>
                                            <p:cond delay="0"/>
                                          </p:stCondLst>
                                        </p:cTn>
                                        <p:tgtEl>
                                          <p:spTgt spid="18"/>
                                        </p:tgtEl>
                                        <p:attrNameLst>
                                          <p:attrName>style.visibility</p:attrName>
                                        </p:attrNameLst>
                                      </p:cBhvr>
                                      <p:to>
                                        <p:strVal val="visible"/>
                                      </p:to>
                                    </p:set>
                                    <p:anim calcmode="lin" valueType="num">
                                      <p:cBhvr additive="base">
                                        <p:cTn id="7" dur="1000" fill="hold"/>
                                        <p:tgtEl>
                                          <p:spTgt spid="18"/>
                                        </p:tgtEl>
                                        <p:attrNameLst>
                                          <p:attrName>ppt_x</p:attrName>
                                        </p:attrNameLst>
                                      </p:cBhvr>
                                      <p:tavLst>
                                        <p:tav tm="0">
                                          <p:val>
                                            <p:strVal val="#ppt_x"/>
                                          </p:val>
                                        </p:tav>
                                        <p:tav tm="100000">
                                          <p:val>
                                            <p:strVal val="#ppt_x"/>
                                          </p:val>
                                        </p:tav>
                                      </p:tavLst>
                                    </p:anim>
                                    <p:anim calcmode="lin" valueType="num">
                                      <p:cBhvr additive="base">
                                        <p:cTn id="8" dur="1000" fill="hold"/>
                                        <p:tgtEl>
                                          <p:spTgt spid="18"/>
                                        </p:tgtEl>
                                        <p:attrNameLst>
                                          <p:attrName>ppt_y</p:attrName>
                                        </p:attrNameLst>
                                      </p:cBhvr>
                                      <p:tavLst>
                                        <p:tav tm="0">
                                          <p:val>
                                            <p:strVal val="0-#ppt_h/2"/>
                                          </p:val>
                                        </p:tav>
                                        <p:tav tm="100000">
                                          <p:val>
                                            <p:strVal val="#ppt_y"/>
                                          </p:val>
                                        </p:tav>
                                      </p:tavLst>
                                    </p:anim>
                                  </p:childTnLst>
                                </p:cTn>
                              </p:par>
                              <p:par>
                                <p:cTn id="9" presetID="2" presetClass="entr" presetSubtype="4" accel="50000" decel="50000" fill="hold" nodeType="withEffect">
                                  <p:stCondLst>
                                    <p:cond delay="0"/>
                                  </p:stCondLst>
                                  <p:childTnLst>
                                    <p:set>
                                      <p:cBhvr>
                                        <p:cTn id="10" dur="1" fill="hold">
                                          <p:stCondLst>
                                            <p:cond delay="0"/>
                                          </p:stCondLst>
                                        </p:cTn>
                                        <p:tgtEl>
                                          <p:spTgt spid="17"/>
                                        </p:tgtEl>
                                        <p:attrNameLst>
                                          <p:attrName>style.visibility</p:attrName>
                                        </p:attrNameLst>
                                      </p:cBhvr>
                                      <p:to>
                                        <p:strVal val="visible"/>
                                      </p:to>
                                    </p:set>
                                    <p:anim calcmode="lin" valueType="num">
                                      <p:cBhvr additive="base">
                                        <p:cTn id="11" dur="1000" fill="hold"/>
                                        <p:tgtEl>
                                          <p:spTgt spid="17"/>
                                        </p:tgtEl>
                                        <p:attrNameLst>
                                          <p:attrName>ppt_x</p:attrName>
                                        </p:attrNameLst>
                                      </p:cBhvr>
                                      <p:tavLst>
                                        <p:tav tm="0">
                                          <p:val>
                                            <p:strVal val="#ppt_x"/>
                                          </p:val>
                                        </p:tav>
                                        <p:tav tm="100000">
                                          <p:val>
                                            <p:strVal val="#ppt_x"/>
                                          </p:val>
                                        </p:tav>
                                      </p:tavLst>
                                    </p:anim>
                                    <p:anim calcmode="lin" valueType="num">
                                      <p:cBhvr additive="base">
                                        <p:cTn id="12" dur="1000" fill="hold"/>
                                        <p:tgtEl>
                                          <p:spTgt spid="17"/>
                                        </p:tgtEl>
                                        <p:attrNameLst>
                                          <p:attrName>ppt_y</p:attrName>
                                        </p:attrNameLst>
                                      </p:cBhvr>
                                      <p:tavLst>
                                        <p:tav tm="0">
                                          <p:val>
                                            <p:strVal val="1+#ppt_h/2"/>
                                          </p:val>
                                        </p:tav>
                                        <p:tav tm="100000">
                                          <p:val>
                                            <p:strVal val="#ppt_y"/>
                                          </p:val>
                                        </p:tav>
                                      </p:tavLst>
                                    </p:anim>
                                  </p:childTnLst>
                                </p:cTn>
                              </p:par>
                            </p:childTnLst>
                          </p:cTn>
                        </p:par>
                        <p:par>
                          <p:cTn id="13" fill="hold">
                            <p:stCondLst>
                              <p:cond delay="1000"/>
                            </p:stCondLst>
                            <p:childTnLst>
                              <p:par>
                                <p:cTn id="14" presetID="53" presetClass="entr" presetSubtype="0" fill="hold" grpId="0" nodeType="afterEffect">
                                  <p:stCondLst>
                                    <p:cond delay="0"/>
                                  </p:stCondLst>
                                  <p:childTnLst>
                                    <p:set>
                                      <p:cBhvr>
                                        <p:cTn id="15" dur="1" fill="hold">
                                          <p:stCondLst>
                                            <p:cond delay="0"/>
                                          </p:stCondLst>
                                        </p:cTn>
                                        <p:tgtEl>
                                          <p:spTgt spid="21"/>
                                        </p:tgtEl>
                                        <p:attrNameLst>
                                          <p:attrName>style.visibility</p:attrName>
                                        </p:attrNameLst>
                                      </p:cBhvr>
                                      <p:to>
                                        <p:strVal val="visible"/>
                                      </p:to>
                                    </p:set>
                                    <p:anim calcmode="lin" valueType="num">
                                      <p:cBhvr>
                                        <p:cTn id="16" dur="500" fill="hold"/>
                                        <p:tgtEl>
                                          <p:spTgt spid="21"/>
                                        </p:tgtEl>
                                        <p:attrNameLst>
                                          <p:attrName>ppt_w</p:attrName>
                                        </p:attrNameLst>
                                      </p:cBhvr>
                                      <p:tavLst>
                                        <p:tav tm="0">
                                          <p:val>
                                            <p:fltVal val="0"/>
                                          </p:val>
                                        </p:tav>
                                        <p:tav tm="100000">
                                          <p:val>
                                            <p:strVal val="#ppt_w"/>
                                          </p:val>
                                        </p:tav>
                                      </p:tavLst>
                                    </p:anim>
                                    <p:anim calcmode="lin" valueType="num">
                                      <p:cBhvr>
                                        <p:cTn id="17" dur="500" fill="hold"/>
                                        <p:tgtEl>
                                          <p:spTgt spid="21"/>
                                        </p:tgtEl>
                                        <p:attrNameLst>
                                          <p:attrName>ppt_h</p:attrName>
                                        </p:attrNameLst>
                                      </p:cBhvr>
                                      <p:tavLst>
                                        <p:tav tm="0">
                                          <p:val>
                                            <p:fltVal val="0"/>
                                          </p:val>
                                        </p:tav>
                                        <p:tav tm="100000">
                                          <p:val>
                                            <p:strVal val="#ppt_h"/>
                                          </p:val>
                                        </p:tav>
                                      </p:tavLst>
                                    </p:anim>
                                    <p:animEffect transition="in" filter="fade">
                                      <p:cBhvr>
                                        <p:cTn id="18"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21" grpId="0" animBg="1"/>
    </p:bldLst>
  </p:timing>
</p:sldLayout>
</file>

<file path=ppt/slideLayouts/slideLayout330.xml><?xml version="1.0" encoding="utf-8"?>
<p:sldLayout xmlns:a="http://schemas.openxmlformats.org/drawingml/2006/main" xmlns:r="http://schemas.openxmlformats.org/officeDocument/2006/relationships" xmlns:p="http://schemas.openxmlformats.org/presentationml/2006/main" userDrawn="1">
  <p:cSld name="Pic01">
    <p:spTree>
      <p:nvGrpSpPr>
        <p:cNvPr id="1" name=""/>
        <p:cNvGrpSpPr/>
        <p:nvPr/>
      </p:nvGrpSpPr>
      <p:grpSpPr>
        <a:xfrm>
          <a:off x="0" y="0"/>
          <a:ext cx="0" cy="0"/>
          <a:chOff x="0" y="0"/>
          <a:chExt cx="0" cy="0"/>
        </a:xfrm>
      </p:grpSpPr>
      <p:sp>
        <p:nvSpPr>
          <p:cNvPr id="26" name="Picture Placeholder 7"/>
          <p:cNvSpPr>
            <a:spLocks noGrp="1"/>
          </p:cNvSpPr>
          <p:nvPr>
            <p:ph type="pic" sz="quarter" idx="10" hasCustomPrompt="1"/>
          </p:nvPr>
        </p:nvSpPr>
        <p:spPr>
          <a:xfrm>
            <a:off x="2" y="1704654"/>
            <a:ext cx="3698113" cy="2841945"/>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27" name="Picture Placeholder 7"/>
          <p:cNvSpPr>
            <a:spLocks noGrp="1"/>
          </p:cNvSpPr>
          <p:nvPr>
            <p:ph type="pic" sz="quarter" idx="15" hasCustomPrompt="1"/>
          </p:nvPr>
        </p:nvSpPr>
        <p:spPr>
          <a:xfrm>
            <a:off x="8483240" y="1704654"/>
            <a:ext cx="3708763" cy="2841945"/>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1" name="Rectangle 30"/>
          <p:cNvSpPr/>
          <p:nvPr/>
        </p:nvSpPr>
        <p:spPr>
          <a:xfrm>
            <a:off x="3698115" y="1704656"/>
            <a:ext cx="4785125" cy="284194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9"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0"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222021711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accel="50000" decel="50000" fill="hold" grpId="0" nodeType="afterEffect">
                                  <p:stCondLst>
                                    <p:cond delay="0"/>
                                  </p:stCondLst>
                                  <p:childTnLst>
                                    <p:set>
                                      <p:cBhvr>
                                        <p:cTn id="6" dur="1" fill="hold">
                                          <p:stCondLst>
                                            <p:cond delay="0"/>
                                          </p:stCondLst>
                                        </p:cTn>
                                        <p:tgtEl>
                                          <p:spTgt spid="27"/>
                                        </p:tgtEl>
                                        <p:attrNameLst>
                                          <p:attrName>style.visibility</p:attrName>
                                        </p:attrNameLst>
                                      </p:cBhvr>
                                      <p:to>
                                        <p:strVal val="visible"/>
                                      </p:to>
                                    </p:set>
                                    <p:anim calcmode="lin" valueType="num">
                                      <p:cBhvr additive="base">
                                        <p:cTn id="7" dur="500" fill="hold"/>
                                        <p:tgtEl>
                                          <p:spTgt spid="27"/>
                                        </p:tgtEl>
                                        <p:attrNameLst>
                                          <p:attrName>ppt_x</p:attrName>
                                        </p:attrNameLst>
                                      </p:cBhvr>
                                      <p:tavLst>
                                        <p:tav tm="0">
                                          <p:val>
                                            <p:strVal val="1+#ppt_w/2"/>
                                          </p:val>
                                        </p:tav>
                                        <p:tav tm="100000">
                                          <p:val>
                                            <p:strVal val="#ppt_x"/>
                                          </p:val>
                                        </p:tav>
                                      </p:tavLst>
                                    </p:anim>
                                    <p:anim calcmode="lin" valueType="num">
                                      <p:cBhvr additive="base">
                                        <p:cTn id="8" dur="500" fill="hold"/>
                                        <p:tgtEl>
                                          <p:spTgt spid="27"/>
                                        </p:tgtEl>
                                        <p:attrNameLst>
                                          <p:attrName>ppt_y</p:attrName>
                                        </p:attrNameLst>
                                      </p:cBhvr>
                                      <p:tavLst>
                                        <p:tav tm="0">
                                          <p:val>
                                            <p:strVal val="#ppt_y"/>
                                          </p:val>
                                        </p:tav>
                                        <p:tav tm="100000">
                                          <p:val>
                                            <p:strVal val="#ppt_y"/>
                                          </p:val>
                                        </p:tav>
                                      </p:tavLst>
                                    </p:anim>
                                  </p:childTnLst>
                                </p:cTn>
                              </p:par>
                              <p:par>
                                <p:cTn id="9" presetID="2" presetClass="entr" presetSubtype="8" accel="50000" decel="50000" fill="hold" grpId="0" nodeType="withEffect">
                                  <p:stCondLst>
                                    <p:cond delay="0"/>
                                  </p:stCondLst>
                                  <p:childTnLst>
                                    <p:set>
                                      <p:cBhvr>
                                        <p:cTn id="10" dur="1" fill="hold">
                                          <p:stCondLst>
                                            <p:cond delay="0"/>
                                          </p:stCondLst>
                                        </p:cTn>
                                        <p:tgtEl>
                                          <p:spTgt spid="26"/>
                                        </p:tgtEl>
                                        <p:attrNameLst>
                                          <p:attrName>style.visibility</p:attrName>
                                        </p:attrNameLst>
                                      </p:cBhvr>
                                      <p:to>
                                        <p:strVal val="visible"/>
                                      </p:to>
                                    </p:set>
                                    <p:anim calcmode="lin" valueType="num">
                                      <p:cBhvr additive="base">
                                        <p:cTn id="11" dur="500" fill="hold"/>
                                        <p:tgtEl>
                                          <p:spTgt spid="26"/>
                                        </p:tgtEl>
                                        <p:attrNameLst>
                                          <p:attrName>ppt_x</p:attrName>
                                        </p:attrNameLst>
                                      </p:cBhvr>
                                      <p:tavLst>
                                        <p:tav tm="0">
                                          <p:val>
                                            <p:strVal val="0-#ppt_w/2"/>
                                          </p:val>
                                        </p:tav>
                                        <p:tav tm="100000">
                                          <p:val>
                                            <p:strVal val="#ppt_x"/>
                                          </p:val>
                                        </p:tav>
                                      </p:tavLst>
                                    </p:anim>
                                    <p:anim calcmode="lin" valueType="num">
                                      <p:cBhvr additive="base">
                                        <p:cTn id="12" dur="500" fill="hold"/>
                                        <p:tgtEl>
                                          <p:spTgt spid="2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p:bldP spid="27" grpId="0"/>
    </p:bldLst>
  </p:timing>
</p:sldLayout>
</file>

<file path=ppt/slideLayouts/slideLayout331.xml><?xml version="1.0" encoding="utf-8"?>
<p:sldLayout xmlns:a="http://schemas.openxmlformats.org/drawingml/2006/main" xmlns:r="http://schemas.openxmlformats.org/officeDocument/2006/relationships" xmlns:p="http://schemas.openxmlformats.org/presentationml/2006/main" userDrawn="1">
  <p:cSld name="Pic05">
    <p:spTree>
      <p:nvGrpSpPr>
        <p:cNvPr id="1" name=""/>
        <p:cNvGrpSpPr/>
        <p:nvPr/>
      </p:nvGrpSpPr>
      <p:grpSpPr>
        <a:xfrm>
          <a:off x="0" y="0"/>
          <a:ext cx="0" cy="0"/>
          <a:chOff x="0" y="0"/>
          <a:chExt cx="0" cy="0"/>
        </a:xfrm>
      </p:grpSpPr>
      <p:sp>
        <p:nvSpPr>
          <p:cNvPr id="20" name="Picture Placeholder 7"/>
          <p:cNvSpPr>
            <a:spLocks noGrp="1"/>
          </p:cNvSpPr>
          <p:nvPr>
            <p:ph type="pic" sz="quarter" idx="15" hasCustomPrompt="1"/>
          </p:nvPr>
        </p:nvSpPr>
        <p:spPr>
          <a:xfrm>
            <a:off x="0" y="1641603"/>
            <a:ext cx="12170443" cy="3006597"/>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7"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8"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112991205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20"/>
                                        </p:tgtEl>
                                        <p:attrNameLst>
                                          <p:attrName>style.visibility</p:attrName>
                                        </p:attrNameLst>
                                      </p:cBhvr>
                                      <p:to>
                                        <p:strVal val="visible"/>
                                      </p:to>
                                    </p:set>
                                    <p:anim calcmode="lin" valueType="num">
                                      <p:cBhvr additive="base">
                                        <p:cTn id="7" dur="500" fill="hold"/>
                                        <p:tgtEl>
                                          <p:spTgt spid="20"/>
                                        </p:tgtEl>
                                        <p:attrNameLst>
                                          <p:attrName>ppt_x</p:attrName>
                                        </p:attrNameLst>
                                      </p:cBhvr>
                                      <p:tavLst>
                                        <p:tav tm="0">
                                          <p:val>
                                            <p:strVal val="#ppt_x"/>
                                          </p:val>
                                        </p:tav>
                                        <p:tav tm="100000">
                                          <p:val>
                                            <p:strVal val="#ppt_x"/>
                                          </p:val>
                                        </p:tav>
                                      </p:tavLst>
                                    </p:anim>
                                    <p:anim calcmode="lin" valueType="num">
                                      <p:cBhvr additive="base">
                                        <p:cTn id="8" dur="500" fill="hold"/>
                                        <p:tgtEl>
                                          <p:spTgt spid="2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Lst>
  </p:timing>
</p:sldLayout>
</file>

<file path=ppt/slideLayouts/slideLayout332.xml><?xml version="1.0" encoding="utf-8"?>
<p:sldLayout xmlns:a="http://schemas.openxmlformats.org/drawingml/2006/main" xmlns:r="http://schemas.openxmlformats.org/officeDocument/2006/relationships" xmlns:p="http://schemas.openxmlformats.org/presentationml/2006/main" userDrawn="1">
  <p:cSld name="1_Pic02">
    <p:spTree>
      <p:nvGrpSpPr>
        <p:cNvPr id="1" name=""/>
        <p:cNvGrpSpPr/>
        <p:nvPr/>
      </p:nvGrpSpPr>
      <p:grpSpPr>
        <a:xfrm>
          <a:off x="0" y="0"/>
          <a:ext cx="0" cy="0"/>
          <a:chOff x="0" y="0"/>
          <a:chExt cx="0" cy="0"/>
        </a:xfrm>
      </p:grpSpPr>
      <p:sp>
        <p:nvSpPr>
          <p:cNvPr id="13" name="Picture Placeholder 7"/>
          <p:cNvSpPr>
            <a:spLocks noGrp="1"/>
          </p:cNvSpPr>
          <p:nvPr>
            <p:ph type="pic" sz="quarter" idx="16" hasCustomPrompt="1"/>
          </p:nvPr>
        </p:nvSpPr>
        <p:spPr>
          <a:xfrm>
            <a:off x="9042400" y="3251204"/>
            <a:ext cx="2540000" cy="1341193"/>
          </a:xfrm>
          <a:prstGeom prst="rect">
            <a:avLst/>
          </a:prstGeom>
          <a:ln>
            <a:noFill/>
          </a:ln>
        </p:spPr>
        <p:txBody>
          <a:bodyPr bIns="9144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8" name="Picture Placeholder 7"/>
          <p:cNvSpPr>
            <a:spLocks noGrp="1"/>
          </p:cNvSpPr>
          <p:nvPr>
            <p:ph type="pic" sz="quarter" idx="17" hasCustomPrompt="1"/>
          </p:nvPr>
        </p:nvSpPr>
        <p:spPr>
          <a:xfrm>
            <a:off x="6448268" y="4703209"/>
            <a:ext cx="2540000" cy="1341193"/>
          </a:xfrm>
          <a:prstGeom prst="rect">
            <a:avLst/>
          </a:prstGeom>
          <a:ln>
            <a:noFill/>
          </a:ln>
        </p:spPr>
        <p:txBody>
          <a:bodyPr bIns="91440" anchor="b"/>
          <a:lstStyle>
            <a:lvl1pPr algn="ctr">
              <a:buNone/>
              <a:defRPr sz="1600">
                <a:solidFill>
                  <a:schemeClr val="tx1">
                    <a:lumMod val="50000"/>
                    <a:lumOff val="50000"/>
                  </a:schemeClr>
                </a:solidFill>
              </a:defRPr>
            </a:lvl1pPr>
          </a:lstStyle>
          <a:p>
            <a:r>
              <a:rPr lang="en-US" dirty="0" smtClean="0"/>
              <a:t>Image Holder</a:t>
            </a:r>
            <a:endParaRPr lang="en-US" dirty="0"/>
          </a:p>
        </p:txBody>
      </p:sp>
      <p:grpSp>
        <p:nvGrpSpPr>
          <p:cNvPr id="2" name="Group 24"/>
          <p:cNvGrpSpPr/>
          <p:nvPr userDrawn="1"/>
        </p:nvGrpSpPr>
        <p:grpSpPr>
          <a:xfrm>
            <a:off x="9042400" y="1786333"/>
            <a:ext cx="2540000" cy="1365603"/>
            <a:chOff x="4750079" y="1706835"/>
            <a:chExt cx="1785974" cy="1044090"/>
          </a:xfrm>
        </p:grpSpPr>
        <p:sp>
          <p:nvSpPr>
            <p:cNvPr id="26" name="Rectangle 25"/>
            <p:cNvSpPr/>
            <p:nvPr/>
          </p:nvSpPr>
          <p:spPr>
            <a:xfrm>
              <a:off x="4750079" y="1747885"/>
              <a:ext cx="1785974" cy="1003040"/>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27" name="Rectangle 26"/>
            <p:cNvSpPr/>
            <p:nvPr/>
          </p:nvSpPr>
          <p:spPr>
            <a:xfrm>
              <a:off x="4750079" y="1706835"/>
              <a:ext cx="1785974" cy="10030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grpSp>
      <p:sp>
        <p:nvSpPr>
          <p:cNvPr id="31" name="Picture Placeholder 7"/>
          <p:cNvSpPr>
            <a:spLocks noGrp="1"/>
          </p:cNvSpPr>
          <p:nvPr>
            <p:ph type="pic" sz="quarter" idx="15" hasCustomPrompt="1"/>
          </p:nvPr>
        </p:nvSpPr>
        <p:spPr>
          <a:xfrm>
            <a:off x="6448268" y="1817965"/>
            <a:ext cx="2540000" cy="1341193"/>
          </a:xfrm>
          <a:prstGeom prst="rect">
            <a:avLst/>
          </a:prstGeom>
          <a:ln>
            <a:noFill/>
          </a:ln>
        </p:spPr>
        <p:txBody>
          <a:bodyPr bIns="91440" anchor="b"/>
          <a:lstStyle>
            <a:lvl1pPr algn="ctr">
              <a:buNone/>
              <a:defRPr sz="1600">
                <a:solidFill>
                  <a:schemeClr val="tx1">
                    <a:lumMod val="50000"/>
                    <a:lumOff val="50000"/>
                  </a:schemeClr>
                </a:solidFill>
              </a:defRPr>
            </a:lvl1pPr>
          </a:lstStyle>
          <a:p>
            <a:r>
              <a:rPr lang="en-US" dirty="0" smtClean="0"/>
              <a:t>Image Holder</a:t>
            </a:r>
            <a:endParaRPr lang="en-US" dirty="0"/>
          </a:p>
        </p:txBody>
      </p:sp>
      <p:grpSp>
        <p:nvGrpSpPr>
          <p:cNvPr id="3" name="Group 31"/>
          <p:cNvGrpSpPr/>
          <p:nvPr userDrawn="1"/>
        </p:nvGrpSpPr>
        <p:grpSpPr>
          <a:xfrm>
            <a:off x="6448268" y="3254528"/>
            <a:ext cx="2540000" cy="1365603"/>
            <a:chOff x="4750079" y="1706835"/>
            <a:chExt cx="1785974" cy="1044090"/>
          </a:xfrm>
        </p:grpSpPr>
        <p:sp>
          <p:nvSpPr>
            <p:cNvPr id="33" name="Rectangle 32"/>
            <p:cNvSpPr/>
            <p:nvPr/>
          </p:nvSpPr>
          <p:spPr>
            <a:xfrm>
              <a:off x="4750079" y="1747885"/>
              <a:ext cx="1785974" cy="1003040"/>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34" name="Rectangle 33"/>
            <p:cNvSpPr/>
            <p:nvPr/>
          </p:nvSpPr>
          <p:spPr>
            <a:xfrm>
              <a:off x="4750079" y="1706835"/>
              <a:ext cx="1785974" cy="100304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grpSp>
      <p:grpSp>
        <p:nvGrpSpPr>
          <p:cNvPr id="4" name="Group 34"/>
          <p:cNvGrpSpPr/>
          <p:nvPr userDrawn="1"/>
        </p:nvGrpSpPr>
        <p:grpSpPr>
          <a:xfrm>
            <a:off x="9042400" y="4706533"/>
            <a:ext cx="2540000" cy="1365603"/>
            <a:chOff x="4750079" y="1706835"/>
            <a:chExt cx="1785974" cy="1044090"/>
          </a:xfrm>
        </p:grpSpPr>
        <p:sp>
          <p:nvSpPr>
            <p:cNvPr id="36" name="Rectangle 35"/>
            <p:cNvSpPr/>
            <p:nvPr/>
          </p:nvSpPr>
          <p:spPr>
            <a:xfrm>
              <a:off x="4750079" y="1747885"/>
              <a:ext cx="1785974" cy="1003040"/>
            </a:xfrm>
            <a:prstGeom prst="rect">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37" name="Rectangle 36"/>
            <p:cNvSpPr/>
            <p:nvPr/>
          </p:nvSpPr>
          <p:spPr>
            <a:xfrm>
              <a:off x="4750079" y="1706835"/>
              <a:ext cx="1785974" cy="10030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grpSp>
      <p:sp>
        <p:nvSpPr>
          <p:cNvPr id="18"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9"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45577382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afterEffect">
                                  <p:stCondLst>
                                    <p:cond delay="0"/>
                                  </p:stCondLst>
                                  <p:childTnLst>
                                    <p:set>
                                      <p:cBhvr>
                                        <p:cTn id="6" dur="1" fill="hold">
                                          <p:stCondLst>
                                            <p:cond delay="0"/>
                                          </p:stCondLst>
                                        </p:cTn>
                                        <p:tgtEl>
                                          <p:spTgt spid="31"/>
                                        </p:tgtEl>
                                        <p:attrNameLst>
                                          <p:attrName>style.visibility</p:attrName>
                                        </p:attrNameLst>
                                      </p:cBhvr>
                                      <p:to>
                                        <p:strVal val="visible"/>
                                      </p:to>
                                    </p:set>
                                    <p:animEffect transition="in" filter="wipe(down)">
                                      <p:cBhvr>
                                        <p:cTn id="7" dur="500"/>
                                        <p:tgtEl>
                                          <p:spTgt spid="31"/>
                                        </p:tgtEl>
                                      </p:cBhvr>
                                    </p:animEffect>
                                  </p:childTnLst>
                                </p:cTn>
                              </p:par>
                            </p:childTnLst>
                          </p:cTn>
                        </p:par>
                        <p:par>
                          <p:cTn id="8" fill="hold">
                            <p:stCondLst>
                              <p:cond delay="500"/>
                            </p:stCondLst>
                            <p:childTnLst>
                              <p:par>
                                <p:cTn id="9" presetID="22" presetClass="entr" presetSubtype="4" fill="hold"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wipe(down)">
                                      <p:cBhvr>
                                        <p:cTn id="11" dur="500"/>
                                        <p:tgtEl>
                                          <p:spTgt spid="2"/>
                                        </p:tgtEl>
                                      </p:cBhvr>
                                    </p:animEffect>
                                  </p:childTnLst>
                                </p:cTn>
                              </p:par>
                            </p:childTnLst>
                          </p:cTn>
                        </p:par>
                        <p:par>
                          <p:cTn id="12" fill="hold">
                            <p:stCondLst>
                              <p:cond delay="1000"/>
                            </p:stCondLst>
                            <p:childTnLst>
                              <p:par>
                                <p:cTn id="13" presetID="22" presetClass="entr" presetSubtype="4" fill="hold" nodeType="afterEffect">
                                  <p:stCondLst>
                                    <p:cond delay="0"/>
                                  </p:stCondLst>
                                  <p:childTnLst>
                                    <p:set>
                                      <p:cBhvr>
                                        <p:cTn id="14" dur="1" fill="hold">
                                          <p:stCondLst>
                                            <p:cond delay="0"/>
                                          </p:stCondLst>
                                        </p:cTn>
                                        <p:tgtEl>
                                          <p:spTgt spid="3"/>
                                        </p:tgtEl>
                                        <p:attrNameLst>
                                          <p:attrName>style.visibility</p:attrName>
                                        </p:attrNameLst>
                                      </p:cBhvr>
                                      <p:to>
                                        <p:strVal val="visible"/>
                                      </p:to>
                                    </p:set>
                                    <p:animEffect transition="in" filter="wipe(down)">
                                      <p:cBhvr>
                                        <p:cTn id="15" dur="500"/>
                                        <p:tgtEl>
                                          <p:spTgt spid="3"/>
                                        </p:tgtEl>
                                      </p:cBhvr>
                                    </p:animEffect>
                                  </p:childTnLst>
                                </p:cTn>
                              </p:par>
                            </p:childTnLst>
                          </p:cTn>
                        </p:par>
                        <p:par>
                          <p:cTn id="16" fill="hold">
                            <p:stCondLst>
                              <p:cond delay="1500"/>
                            </p:stCondLst>
                            <p:childTnLst>
                              <p:par>
                                <p:cTn id="17" presetID="22" presetClass="entr" presetSubtype="4" fill="hold" grpId="0" nodeType="afterEffect">
                                  <p:stCondLst>
                                    <p:cond delay="0"/>
                                  </p:stCondLst>
                                  <p:childTnLst>
                                    <p:set>
                                      <p:cBhvr>
                                        <p:cTn id="18" dur="1" fill="hold">
                                          <p:stCondLst>
                                            <p:cond delay="0"/>
                                          </p:stCondLst>
                                        </p:cTn>
                                        <p:tgtEl>
                                          <p:spTgt spid="13"/>
                                        </p:tgtEl>
                                        <p:attrNameLst>
                                          <p:attrName>style.visibility</p:attrName>
                                        </p:attrNameLst>
                                      </p:cBhvr>
                                      <p:to>
                                        <p:strVal val="visible"/>
                                      </p:to>
                                    </p:set>
                                    <p:animEffect transition="in" filter="wipe(down)">
                                      <p:cBhvr>
                                        <p:cTn id="19" dur="500"/>
                                        <p:tgtEl>
                                          <p:spTgt spid="13"/>
                                        </p:tgtEl>
                                      </p:cBhvr>
                                    </p:animEffect>
                                  </p:childTnLst>
                                </p:cTn>
                              </p:par>
                            </p:childTnLst>
                          </p:cTn>
                        </p:par>
                        <p:par>
                          <p:cTn id="20" fill="hold">
                            <p:stCondLst>
                              <p:cond delay="2000"/>
                            </p:stCondLst>
                            <p:childTnLst>
                              <p:par>
                                <p:cTn id="21" presetID="22" presetClass="entr" presetSubtype="4" fill="hold" grpId="0" nodeType="afterEffect">
                                  <p:stCondLst>
                                    <p:cond delay="0"/>
                                  </p:stCondLst>
                                  <p:childTnLst>
                                    <p:set>
                                      <p:cBhvr>
                                        <p:cTn id="22" dur="1" fill="hold">
                                          <p:stCondLst>
                                            <p:cond delay="0"/>
                                          </p:stCondLst>
                                        </p:cTn>
                                        <p:tgtEl>
                                          <p:spTgt spid="8"/>
                                        </p:tgtEl>
                                        <p:attrNameLst>
                                          <p:attrName>style.visibility</p:attrName>
                                        </p:attrNameLst>
                                      </p:cBhvr>
                                      <p:to>
                                        <p:strVal val="visible"/>
                                      </p:to>
                                    </p:set>
                                    <p:animEffect transition="in" filter="wipe(down)">
                                      <p:cBhvr>
                                        <p:cTn id="23" dur="500"/>
                                        <p:tgtEl>
                                          <p:spTgt spid="8"/>
                                        </p:tgtEl>
                                      </p:cBhvr>
                                    </p:animEffect>
                                  </p:childTnLst>
                                </p:cTn>
                              </p:par>
                            </p:childTnLst>
                          </p:cTn>
                        </p:par>
                        <p:par>
                          <p:cTn id="24" fill="hold">
                            <p:stCondLst>
                              <p:cond delay="2500"/>
                            </p:stCondLst>
                            <p:childTnLst>
                              <p:par>
                                <p:cTn id="25" presetID="22" presetClass="entr" presetSubtype="4" fill="hold" nodeType="afterEffect">
                                  <p:stCondLst>
                                    <p:cond delay="0"/>
                                  </p:stCondLst>
                                  <p:childTnLst>
                                    <p:set>
                                      <p:cBhvr>
                                        <p:cTn id="26" dur="1" fill="hold">
                                          <p:stCondLst>
                                            <p:cond delay="0"/>
                                          </p:stCondLst>
                                        </p:cTn>
                                        <p:tgtEl>
                                          <p:spTgt spid="4"/>
                                        </p:tgtEl>
                                        <p:attrNameLst>
                                          <p:attrName>style.visibility</p:attrName>
                                        </p:attrNameLst>
                                      </p:cBhvr>
                                      <p:to>
                                        <p:strVal val="visible"/>
                                      </p:to>
                                    </p:set>
                                    <p:animEffect transition="in" filter="wipe(down)">
                                      <p:cBhvr>
                                        <p:cTn id="2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P spid="8" grpId="0"/>
      <p:bldP spid="31" grpId="0"/>
    </p:bldLst>
  </p:timing>
</p:sldLayout>
</file>

<file path=ppt/slideLayouts/slideLayout333.xml><?xml version="1.0" encoding="utf-8"?>
<p:sldLayout xmlns:a="http://schemas.openxmlformats.org/drawingml/2006/main" xmlns:r="http://schemas.openxmlformats.org/officeDocument/2006/relationships" xmlns:p="http://schemas.openxmlformats.org/presentationml/2006/main" userDrawn="1">
  <p:cSld name="Pic09">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880609" y="1870880"/>
            <a:ext cx="4908153" cy="4301321"/>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10"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1"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150276536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Layout>
</file>

<file path=ppt/slideLayouts/slideLayout334.xml><?xml version="1.0" encoding="utf-8"?>
<p:sldLayout xmlns:a="http://schemas.openxmlformats.org/drawingml/2006/main" xmlns:r="http://schemas.openxmlformats.org/officeDocument/2006/relationships" xmlns:p="http://schemas.openxmlformats.org/presentationml/2006/main" userDrawn="1">
  <p:cSld name="Pic11">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6385125" y="1870880"/>
            <a:ext cx="4908153" cy="4301321"/>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10"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1"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12499862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Layout>
</file>

<file path=ppt/slideLayouts/slideLayout335.xml><?xml version="1.0" encoding="utf-8"?>
<p:sldLayout xmlns:a="http://schemas.openxmlformats.org/drawingml/2006/main" xmlns:r="http://schemas.openxmlformats.org/officeDocument/2006/relationships" xmlns:p="http://schemas.openxmlformats.org/presentationml/2006/main" userDrawn="1">
  <p:cSld name="Team09">
    <p:spTree>
      <p:nvGrpSpPr>
        <p:cNvPr id="1" name=""/>
        <p:cNvGrpSpPr/>
        <p:nvPr/>
      </p:nvGrpSpPr>
      <p:grpSpPr>
        <a:xfrm>
          <a:off x="0" y="0"/>
          <a:ext cx="0" cy="0"/>
          <a:chOff x="0" y="0"/>
          <a:chExt cx="0" cy="0"/>
        </a:xfrm>
      </p:grpSpPr>
      <p:sp>
        <p:nvSpPr>
          <p:cNvPr id="31" name="Picture Placeholder 7"/>
          <p:cNvSpPr>
            <a:spLocks noGrp="1"/>
          </p:cNvSpPr>
          <p:nvPr>
            <p:ph type="pic" sz="quarter" idx="10" hasCustomPrompt="1"/>
          </p:nvPr>
        </p:nvSpPr>
        <p:spPr>
          <a:xfrm>
            <a:off x="1157321" y="2245411"/>
            <a:ext cx="1895355" cy="1894789"/>
          </a:xfrm>
          <a:prstGeom prst="roundRect">
            <a:avLst>
              <a:gd name="adj" fmla="val 9160"/>
            </a:avLst>
          </a:prstGeom>
          <a:ln w="28575">
            <a:solidFill>
              <a:schemeClr val="accent1"/>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34" name="Picture Placeholder 7"/>
          <p:cNvSpPr>
            <a:spLocks noGrp="1"/>
          </p:cNvSpPr>
          <p:nvPr>
            <p:ph type="pic" sz="quarter" idx="18" hasCustomPrompt="1"/>
          </p:nvPr>
        </p:nvSpPr>
        <p:spPr>
          <a:xfrm>
            <a:off x="3763524" y="2245411"/>
            <a:ext cx="1895355" cy="1894789"/>
          </a:xfrm>
          <a:prstGeom prst="roundRect">
            <a:avLst>
              <a:gd name="adj" fmla="val 10232"/>
            </a:avLst>
          </a:prstGeom>
          <a:ln w="28575">
            <a:solidFill>
              <a:schemeClr val="accent2"/>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37" name="Picture Placeholder 7"/>
          <p:cNvSpPr>
            <a:spLocks noGrp="1"/>
          </p:cNvSpPr>
          <p:nvPr>
            <p:ph type="pic" sz="quarter" idx="21" hasCustomPrompt="1"/>
          </p:nvPr>
        </p:nvSpPr>
        <p:spPr>
          <a:xfrm>
            <a:off x="6438791" y="2245411"/>
            <a:ext cx="1895355" cy="1894789"/>
          </a:xfrm>
          <a:prstGeom prst="roundRect">
            <a:avLst>
              <a:gd name="adj" fmla="val 11305"/>
            </a:avLst>
          </a:prstGeom>
          <a:ln w="28575">
            <a:solidFill>
              <a:schemeClr val="accent3"/>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40" name="Picture Placeholder 7"/>
          <p:cNvSpPr>
            <a:spLocks noGrp="1"/>
          </p:cNvSpPr>
          <p:nvPr>
            <p:ph type="pic" sz="quarter" idx="24" hasCustomPrompt="1"/>
          </p:nvPr>
        </p:nvSpPr>
        <p:spPr>
          <a:xfrm>
            <a:off x="9113801" y="2245411"/>
            <a:ext cx="1895355" cy="1894789"/>
          </a:xfrm>
          <a:prstGeom prst="roundRect">
            <a:avLst>
              <a:gd name="adj" fmla="val 10769"/>
            </a:avLst>
          </a:prstGeom>
          <a:ln w="28575">
            <a:solidFill>
              <a:schemeClr val="accent4"/>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12"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3"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217530910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grpId="0" nodeType="afterEffect">
                                  <p:stCondLst>
                                    <p:cond delay="0"/>
                                  </p:stCondLst>
                                  <p:childTnLst>
                                    <p:set>
                                      <p:cBhvr>
                                        <p:cTn id="6" dur="1" fill="hold">
                                          <p:stCondLst>
                                            <p:cond delay="0"/>
                                          </p:stCondLst>
                                        </p:cTn>
                                        <p:tgtEl>
                                          <p:spTgt spid="31"/>
                                        </p:tgtEl>
                                        <p:attrNameLst>
                                          <p:attrName>style.visibility</p:attrName>
                                        </p:attrNameLst>
                                      </p:cBhvr>
                                      <p:to>
                                        <p:strVal val="visible"/>
                                      </p:to>
                                    </p:set>
                                    <p:anim calcmode="lin" valueType="num">
                                      <p:cBhvr>
                                        <p:cTn id="7" dur="500" fill="hold"/>
                                        <p:tgtEl>
                                          <p:spTgt spid="31"/>
                                        </p:tgtEl>
                                        <p:attrNameLst>
                                          <p:attrName>ppt_w</p:attrName>
                                        </p:attrNameLst>
                                      </p:cBhvr>
                                      <p:tavLst>
                                        <p:tav tm="0">
                                          <p:val>
                                            <p:fltVal val="0"/>
                                          </p:val>
                                        </p:tav>
                                        <p:tav tm="100000">
                                          <p:val>
                                            <p:strVal val="#ppt_w"/>
                                          </p:val>
                                        </p:tav>
                                      </p:tavLst>
                                    </p:anim>
                                    <p:anim calcmode="lin" valueType="num">
                                      <p:cBhvr>
                                        <p:cTn id="8" dur="500" fill="hold"/>
                                        <p:tgtEl>
                                          <p:spTgt spid="31"/>
                                        </p:tgtEl>
                                        <p:attrNameLst>
                                          <p:attrName>ppt_h</p:attrName>
                                        </p:attrNameLst>
                                      </p:cBhvr>
                                      <p:tavLst>
                                        <p:tav tm="0">
                                          <p:val>
                                            <p:fltVal val="0"/>
                                          </p:val>
                                        </p:tav>
                                        <p:tav tm="100000">
                                          <p:val>
                                            <p:strVal val="#ppt_h"/>
                                          </p:val>
                                        </p:tav>
                                      </p:tavLst>
                                    </p:anim>
                                    <p:animEffect transition="in" filter="fade">
                                      <p:cBhvr>
                                        <p:cTn id="9" dur="500"/>
                                        <p:tgtEl>
                                          <p:spTgt spid="31"/>
                                        </p:tgtEl>
                                      </p:cBhvr>
                                    </p:animEffect>
                                  </p:childTnLst>
                                </p:cTn>
                              </p:par>
                            </p:childTnLst>
                          </p:cTn>
                        </p:par>
                        <p:par>
                          <p:cTn id="10" fill="hold">
                            <p:stCondLst>
                              <p:cond delay="500"/>
                            </p:stCondLst>
                            <p:childTnLst>
                              <p:par>
                                <p:cTn id="11" presetID="53" presetClass="entr" presetSubtype="0" fill="hold" grpId="0" nodeType="afterEffect">
                                  <p:stCondLst>
                                    <p:cond delay="0"/>
                                  </p:stCondLst>
                                  <p:childTnLst>
                                    <p:set>
                                      <p:cBhvr>
                                        <p:cTn id="12" dur="1" fill="hold">
                                          <p:stCondLst>
                                            <p:cond delay="0"/>
                                          </p:stCondLst>
                                        </p:cTn>
                                        <p:tgtEl>
                                          <p:spTgt spid="34"/>
                                        </p:tgtEl>
                                        <p:attrNameLst>
                                          <p:attrName>style.visibility</p:attrName>
                                        </p:attrNameLst>
                                      </p:cBhvr>
                                      <p:to>
                                        <p:strVal val="visible"/>
                                      </p:to>
                                    </p:set>
                                    <p:anim calcmode="lin" valueType="num">
                                      <p:cBhvr>
                                        <p:cTn id="13" dur="500" fill="hold"/>
                                        <p:tgtEl>
                                          <p:spTgt spid="34"/>
                                        </p:tgtEl>
                                        <p:attrNameLst>
                                          <p:attrName>ppt_w</p:attrName>
                                        </p:attrNameLst>
                                      </p:cBhvr>
                                      <p:tavLst>
                                        <p:tav tm="0">
                                          <p:val>
                                            <p:fltVal val="0"/>
                                          </p:val>
                                        </p:tav>
                                        <p:tav tm="100000">
                                          <p:val>
                                            <p:strVal val="#ppt_w"/>
                                          </p:val>
                                        </p:tav>
                                      </p:tavLst>
                                    </p:anim>
                                    <p:anim calcmode="lin" valueType="num">
                                      <p:cBhvr>
                                        <p:cTn id="14" dur="500" fill="hold"/>
                                        <p:tgtEl>
                                          <p:spTgt spid="34"/>
                                        </p:tgtEl>
                                        <p:attrNameLst>
                                          <p:attrName>ppt_h</p:attrName>
                                        </p:attrNameLst>
                                      </p:cBhvr>
                                      <p:tavLst>
                                        <p:tav tm="0">
                                          <p:val>
                                            <p:fltVal val="0"/>
                                          </p:val>
                                        </p:tav>
                                        <p:tav tm="100000">
                                          <p:val>
                                            <p:strVal val="#ppt_h"/>
                                          </p:val>
                                        </p:tav>
                                      </p:tavLst>
                                    </p:anim>
                                    <p:animEffect transition="in" filter="fade">
                                      <p:cBhvr>
                                        <p:cTn id="15" dur="500"/>
                                        <p:tgtEl>
                                          <p:spTgt spid="34"/>
                                        </p:tgtEl>
                                      </p:cBhvr>
                                    </p:animEffect>
                                  </p:childTnLst>
                                </p:cTn>
                              </p:par>
                            </p:childTnLst>
                          </p:cTn>
                        </p:par>
                        <p:par>
                          <p:cTn id="16" fill="hold">
                            <p:stCondLst>
                              <p:cond delay="1000"/>
                            </p:stCondLst>
                            <p:childTnLst>
                              <p:par>
                                <p:cTn id="17" presetID="53" presetClass="entr" presetSubtype="0" fill="hold" grpId="0" nodeType="afterEffect">
                                  <p:stCondLst>
                                    <p:cond delay="0"/>
                                  </p:stCondLst>
                                  <p:childTnLst>
                                    <p:set>
                                      <p:cBhvr>
                                        <p:cTn id="18" dur="1" fill="hold">
                                          <p:stCondLst>
                                            <p:cond delay="0"/>
                                          </p:stCondLst>
                                        </p:cTn>
                                        <p:tgtEl>
                                          <p:spTgt spid="37"/>
                                        </p:tgtEl>
                                        <p:attrNameLst>
                                          <p:attrName>style.visibility</p:attrName>
                                        </p:attrNameLst>
                                      </p:cBhvr>
                                      <p:to>
                                        <p:strVal val="visible"/>
                                      </p:to>
                                    </p:set>
                                    <p:anim calcmode="lin" valueType="num">
                                      <p:cBhvr>
                                        <p:cTn id="19" dur="500" fill="hold"/>
                                        <p:tgtEl>
                                          <p:spTgt spid="37"/>
                                        </p:tgtEl>
                                        <p:attrNameLst>
                                          <p:attrName>ppt_w</p:attrName>
                                        </p:attrNameLst>
                                      </p:cBhvr>
                                      <p:tavLst>
                                        <p:tav tm="0">
                                          <p:val>
                                            <p:fltVal val="0"/>
                                          </p:val>
                                        </p:tav>
                                        <p:tav tm="100000">
                                          <p:val>
                                            <p:strVal val="#ppt_w"/>
                                          </p:val>
                                        </p:tav>
                                      </p:tavLst>
                                    </p:anim>
                                    <p:anim calcmode="lin" valueType="num">
                                      <p:cBhvr>
                                        <p:cTn id="20" dur="500" fill="hold"/>
                                        <p:tgtEl>
                                          <p:spTgt spid="37"/>
                                        </p:tgtEl>
                                        <p:attrNameLst>
                                          <p:attrName>ppt_h</p:attrName>
                                        </p:attrNameLst>
                                      </p:cBhvr>
                                      <p:tavLst>
                                        <p:tav tm="0">
                                          <p:val>
                                            <p:fltVal val="0"/>
                                          </p:val>
                                        </p:tav>
                                        <p:tav tm="100000">
                                          <p:val>
                                            <p:strVal val="#ppt_h"/>
                                          </p:val>
                                        </p:tav>
                                      </p:tavLst>
                                    </p:anim>
                                    <p:animEffect transition="in" filter="fade">
                                      <p:cBhvr>
                                        <p:cTn id="21" dur="500"/>
                                        <p:tgtEl>
                                          <p:spTgt spid="37"/>
                                        </p:tgtEl>
                                      </p:cBhvr>
                                    </p:animEffect>
                                  </p:childTnLst>
                                </p:cTn>
                              </p:par>
                            </p:childTnLst>
                          </p:cTn>
                        </p:par>
                        <p:par>
                          <p:cTn id="22" fill="hold">
                            <p:stCondLst>
                              <p:cond delay="1500"/>
                            </p:stCondLst>
                            <p:childTnLst>
                              <p:par>
                                <p:cTn id="23" presetID="53" presetClass="entr" presetSubtype="0" fill="hold" grpId="0" nodeType="afterEffect">
                                  <p:stCondLst>
                                    <p:cond delay="0"/>
                                  </p:stCondLst>
                                  <p:childTnLst>
                                    <p:set>
                                      <p:cBhvr>
                                        <p:cTn id="24" dur="1" fill="hold">
                                          <p:stCondLst>
                                            <p:cond delay="0"/>
                                          </p:stCondLst>
                                        </p:cTn>
                                        <p:tgtEl>
                                          <p:spTgt spid="40"/>
                                        </p:tgtEl>
                                        <p:attrNameLst>
                                          <p:attrName>style.visibility</p:attrName>
                                        </p:attrNameLst>
                                      </p:cBhvr>
                                      <p:to>
                                        <p:strVal val="visible"/>
                                      </p:to>
                                    </p:set>
                                    <p:anim calcmode="lin" valueType="num">
                                      <p:cBhvr>
                                        <p:cTn id="25" dur="500" fill="hold"/>
                                        <p:tgtEl>
                                          <p:spTgt spid="40"/>
                                        </p:tgtEl>
                                        <p:attrNameLst>
                                          <p:attrName>ppt_w</p:attrName>
                                        </p:attrNameLst>
                                      </p:cBhvr>
                                      <p:tavLst>
                                        <p:tav tm="0">
                                          <p:val>
                                            <p:fltVal val="0"/>
                                          </p:val>
                                        </p:tav>
                                        <p:tav tm="100000">
                                          <p:val>
                                            <p:strVal val="#ppt_w"/>
                                          </p:val>
                                        </p:tav>
                                      </p:tavLst>
                                    </p:anim>
                                    <p:anim calcmode="lin" valueType="num">
                                      <p:cBhvr>
                                        <p:cTn id="26" dur="500" fill="hold"/>
                                        <p:tgtEl>
                                          <p:spTgt spid="40"/>
                                        </p:tgtEl>
                                        <p:attrNameLst>
                                          <p:attrName>ppt_h</p:attrName>
                                        </p:attrNameLst>
                                      </p:cBhvr>
                                      <p:tavLst>
                                        <p:tav tm="0">
                                          <p:val>
                                            <p:fltVal val="0"/>
                                          </p:val>
                                        </p:tav>
                                        <p:tav tm="100000">
                                          <p:val>
                                            <p:strVal val="#ppt_h"/>
                                          </p:val>
                                        </p:tav>
                                      </p:tavLst>
                                    </p:anim>
                                    <p:animEffect transition="in" filter="fade">
                                      <p:cBhvr>
                                        <p:cTn id="27"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34" grpId="0" animBg="1"/>
      <p:bldP spid="37" grpId="0" animBg="1"/>
      <p:bldP spid="40" grpId="0" animBg="1"/>
    </p:bldLst>
  </p:timing>
</p:sldLayout>
</file>

<file path=ppt/slideLayouts/slideLayout336.xml><?xml version="1.0" encoding="utf-8"?>
<p:sldLayout xmlns:a="http://schemas.openxmlformats.org/drawingml/2006/main" xmlns:r="http://schemas.openxmlformats.org/officeDocument/2006/relationships" xmlns:p="http://schemas.openxmlformats.org/presentationml/2006/main" preserve="1" userDrawn="1">
  <p:cSld name="1_Team09">
    <p:spTree>
      <p:nvGrpSpPr>
        <p:cNvPr id="1" name=""/>
        <p:cNvGrpSpPr/>
        <p:nvPr/>
      </p:nvGrpSpPr>
      <p:grpSpPr>
        <a:xfrm>
          <a:off x="0" y="0"/>
          <a:ext cx="0" cy="0"/>
          <a:chOff x="0" y="0"/>
          <a:chExt cx="0" cy="0"/>
        </a:xfrm>
      </p:grpSpPr>
      <p:sp>
        <p:nvSpPr>
          <p:cNvPr id="31" name="Picture Placeholder 7"/>
          <p:cNvSpPr>
            <a:spLocks noGrp="1"/>
          </p:cNvSpPr>
          <p:nvPr>
            <p:ph type="pic" sz="quarter" idx="10" hasCustomPrompt="1"/>
          </p:nvPr>
        </p:nvSpPr>
        <p:spPr>
          <a:xfrm>
            <a:off x="884639" y="2201898"/>
            <a:ext cx="1895355" cy="1894789"/>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1"/>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14" name="Text Placeholder 3"/>
          <p:cNvSpPr>
            <a:spLocks noGrp="1"/>
          </p:cNvSpPr>
          <p:nvPr>
            <p:ph type="body" sz="half" idx="15"/>
          </p:nvPr>
        </p:nvSpPr>
        <p:spPr>
          <a:xfrm>
            <a:off x="849403" y="4839493"/>
            <a:ext cx="1948892" cy="1231107"/>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3" name="Picture Placeholder 7"/>
          <p:cNvSpPr>
            <a:spLocks noGrp="1"/>
          </p:cNvSpPr>
          <p:nvPr>
            <p:ph type="pic" sz="quarter" idx="17" hasCustomPrompt="1"/>
          </p:nvPr>
        </p:nvSpPr>
        <p:spPr>
          <a:xfrm>
            <a:off x="3019721" y="2201898"/>
            <a:ext cx="1895355" cy="1894789"/>
          </a:xfrm>
          <a:prstGeom prst="rect">
            <a:avLst/>
          </a:prstGeom>
          <a:ln w="19050">
            <a:solidFill>
              <a:schemeClr val="accent2"/>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24" name="Text Placeholder 3"/>
          <p:cNvSpPr>
            <a:spLocks noGrp="1"/>
          </p:cNvSpPr>
          <p:nvPr>
            <p:ph type="body" sz="half" idx="18"/>
          </p:nvPr>
        </p:nvSpPr>
        <p:spPr>
          <a:xfrm>
            <a:off x="2984486" y="4839493"/>
            <a:ext cx="1948892" cy="1231107"/>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7" name="Picture Placeholder 7"/>
          <p:cNvSpPr>
            <a:spLocks noGrp="1"/>
          </p:cNvSpPr>
          <p:nvPr>
            <p:ph type="pic" sz="quarter" idx="20" hasCustomPrompt="1"/>
          </p:nvPr>
        </p:nvSpPr>
        <p:spPr>
          <a:xfrm>
            <a:off x="5140351" y="2201898"/>
            <a:ext cx="1895355" cy="1894789"/>
          </a:xfrm>
          <a:prstGeom prst="rect">
            <a:avLst/>
          </a:prstGeom>
          <a:ln w="19050">
            <a:solidFill>
              <a:schemeClr val="accent3"/>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28" name="Text Placeholder 3"/>
          <p:cNvSpPr>
            <a:spLocks noGrp="1"/>
          </p:cNvSpPr>
          <p:nvPr>
            <p:ph type="body" sz="half" idx="21"/>
          </p:nvPr>
        </p:nvSpPr>
        <p:spPr>
          <a:xfrm>
            <a:off x="5105115" y="4839493"/>
            <a:ext cx="1948892" cy="1231107"/>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32" name="Picture Placeholder 7"/>
          <p:cNvSpPr>
            <a:spLocks noGrp="1"/>
          </p:cNvSpPr>
          <p:nvPr>
            <p:ph type="pic" sz="quarter" idx="23" hasCustomPrompt="1"/>
          </p:nvPr>
        </p:nvSpPr>
        <p:spPr>
          <a:xfrm>
            <a:off x="7250175" y="2201898"/>
            <a:ext cx="1895355" cy="1894789"/>
          </a:xfrm>
          <a:prstGeom prst="rect">
            <a:avLst/>
          </a:prstGeom>
          <a:ln w="19050">
            <a:solidFill>
              <a:schemeClr val="accent4"/>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33" name="Text Placeholder 3"/>
          <p:cNvSpPr>
            <a:spLocks noGrp="1"/>
          </p:cNvSpPr>
          <p:nvPr>
            <p:ph type="body" sz="half" idx="24"/>
          </p:nvPr>
        </p:nvSpPr>
        <p:spPr>
          <a:xfrm>
            <a:off x="7214939" y="4839493"/>
            <a:ext cx="1948892" cy="1231107"/>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38" name="Picture Placeholder 7"/>
          <p:cNvSpPr>
            <a:spLocks noGrp="1"/>
          </p:cNvSpPr>
          <p:nvPr>
            <p:ph type="pic" sz="quarter" idx="26" hasCustomPrompt="1"/>
          </p:nvPr>
        </p:nvSpPr>
        <p:spPr>
          <a:xfrm>
            <a:off x="9381609" y="2201898"/>
            <a:ext cx="1895355" cy="1894789"/>
          </a:xfrm>
          <a:prstGeom prst="rect">
            <a:avLst/>
          </a:prstGeom>
          <a:ln w="19050">
            <a:solidFill>
              <a:schemeClr val="accent5"/>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39" name="Text Placeholder 3"/>
          <p:cNvSpPr>
            <a:spLocks noGrp="1"/>
          </p:cNvSpPr>
          <p:nvPr>
            <p:ph type="body" sz="half" idx="27"/>
          </p:nvPr>
        </p:nvSpPr>
        <p:spPr>
          <a:xfrm>
            <a:off x="9346374" y="4839493"/>
            <a:ext cx="1948892" cy="1231107"/>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1" name="Rectangle 20"/>
          <p:cNvSpPr/>
          <p:nvPr userDrawn="1"/>
        </p:nvSpPr>
        <p:spPr>
          <a:xfrm>
            <a:off x="872114" y="4051293"/>
            <a:ext cx="1920405" cy="7112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22" name="Text Placeholder 3"/>
          <p:cNvSpPr>
            <a:spLocks noGrp="1"/>
          </p:cNvSpPr>
          <p:nvPr>
            <p:ph type="body" sz="half" idx="16"/>
          </p:nvPr>
        </p:nvSpPr>
        <p:spPr>
          <a:xfrm>
            <a:off x="1140228" y="4176106"/>
            <a:ext cx="1367243" cy="508973"/>
          </a:xfrm>
          <a:prstGeom prst="rect">
            <a:avLst/>
          </a:prstGeom>
        </p:spPr>
        <p:txBody>
          <a:bodyPr wrap="square" lIns="0" tIns="0" rIns="0" bIns="0" anchor="ctr">
            <a:noAutofit/>
          </a:bodyPr>
          <a:lstStyle>
            <a:lvl1pPr marL="0" indent="0" algn="ctr">
              <a:buNone/>
              <a:defRPr sz="1467" b="1" baseline="0">
                <a:solidFill>
                  <a:schemeClr val="bg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25" name="Rectangle 24"/>
          <p:cNvSpPr/>
          <p:nvPr userDrawn="1"/>
        </p:nvSpPr>
        <p:spPr>
          <a:xfrm>
            <a:off x="3007196" y="4051293"/>
            <a:ext cx="1920405" cy="7112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26" name="Text Placeholder 3"/>
          <p:cNvSpPr>
            <a:spLocks noGrp="1"/>
          </p:cNvSpPr>
          <p:nvPr>
            <p:ph type="body" sz="half" idx="19"/>
          </p:nvPr>
        </p:nvSpPr>
        <p:spPr>
          <a:xfrm>
            <a:off x="3275311" y="4176106"/>
            <a:ext cx="1367243" cy="508973"/>
          </a:xfrm>
          <a:prstGeom prst="rect">
            <a:avLst/>
          </a:prstGeom>
        </p:spPr>
        <p:txBody>
          <a:bodyPr wrap="square" lIns="0" tIns="0" rIns="0" bIns="0" anchor="ctr">
            <a:noAutofit/>
          </a:bodyPr>
          <a:lstStyle>
            <a:lvl1pPr marL="0" indent="0" algn="ctr">
              <a:buNone/>
              <a:defRPr sz="1467" b="1" baseline="0">
                <a:solidFill>
                  <a:schemeClr val="bg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29" name="Rectangle 28"/>
          <p:cNvSpPr/>
          <p:nvPr userDrawn="1"/>
        </p:nvSpPr>
        <p:spPr>
          <a:xfrm>
            <a:off x="5127826" y="4051293"/>
            <a:ext cx="1920405" cy="7112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30" name="Text Placeholder 3"/>
          <p:cNvSpPr>
            <a:spLocks noGrp="1"/>
          </p:cNvSpPr>
          <p:nvPr>
            <p:ph type="body" sz="half" idx="22"/>
          </p:nvPr>
        </p:nvSpPr>
        <p:spPr>
          <a:xfrm>
            <a:off x="5395940" y="4176106"/>
            <a:ext cx="1367243" cy="508973"/>
          </a:xfrm>
          <a:prstGeom prst="rect">
            <a:avLst/>
          </a:prstGeom>
        </p:spPr>
        <p:txBody>
          <a:bodyPr wrap="square" lIns="0" tIns="0" rIns="0" bIns="0" anchor="ctr">
            <a:noAutofit/>
          </a:bodyPr>
          <a:lstStyle>
            <a:lvl1pPr marL="0" indent="0" algn="ctr">
              <a:buNone/>
              <a:defRPr sz="1467" b="1" baseline="0">
                <a:solidFill>
                  <a:schemeClr val="bg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35" name="Rectangle 34"/>
          <p:cNvSpPr/>
          <p:nvPr userDrawn="1"/>
        </p:nvSpPr>
        <p:spPr>
          <a:xfrm>
            <a:off x="7237650" y="4051293"/>
            <a:ext cx="1920405" cy="7112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36" name="Text Placeholder 3"/>
          <p:cNvSpPr>
            <a:spLocks noGrp="1"/>
          </p:cNvSpPr>
          <p:nvPr>
            <p:ph type="body" sz="half" idx="25"/>
          </p:nvPr>
        </p:nvSpPr>
        <p:spPr>
          <a:xfrm>
            <a:off x="7505764" y="4176106"/>
            <a:ext cx="1367243" cy="508973"/>
          </a:xfrm>
          <a:prstGeom prst="rect">
            <a:avLst/>
          </a:prstGeom>
        </p:spPr>
        <p:txBody>
          <a:bodyPr wrap="square" lIns="0" tIns="0" rIns="0" bIns="0" anchor="ctr">
            <a:noAutofit/>
          </a:bodyPr>
          <a:lstStyle>
            <a:lvl1pPr marL="0" indent="0" algn="ctr">
              <a:buNone/>
              <a:defRPr sz="1467" b="1" baseline="0">
                <a:solidFill>
                  <a:schemeClr val="bg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41" name="Rectangle 40"/>
          <p:cNvSpPr/>
          <p:nvPr userDrawn="1"/>
        </p:nvSpPr>
        <p:spPr>
          <a:xfrm>
            <a:off x="9369084" y="4051293"/>
            <a:ext cx="1920405" cy="71120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44" name="Text Placeholder 3"/>
          <p:cNvSpPr>
            <a:spLocks noGrp="1"/>
          </p:cNvSpPr>
          <p:nvPr>
            <p:ph type="body" sz="half" idx="28"/>
          </p:nvPr>
        </p:nvSpPr>
        <p:spPr>
          <a:xfrm>
            <a:off x="9637199" y="4176106"/>
            <a:ext cx="1367243" cy="508973"/>
          </a:xfrm>
          <a:prstGeom prst="rect">
            <a:avLst/>
          </a:prstGeom>
        </p:spPr>
        <p:txBody>
          <a:bodyPr wrap="square" lIns="0" tIns="0" rIns="0" bIns="0" anchor="ctr">
            <a:noAutofit/>
          </a:bodyPr>
          <a:lstStyle>
            <a:lvl1pPr marL="0" indent="0" algn="ctr">
              <a:buNone/>
              <a:defRPr sz="1467" b="1" baseline="0">
                <a:solidFill>
                  <a:schemeClr val="bg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34"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37"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35054092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grpId="0" nodeType="afterEffect">
                                  <p:stCondLst>
                                    <p:cond delay="0"/>
                                  </p:stCondLst>
                                  <p:childTnLst>
                                    <p:set>
                                      <p:cBhvr>
                                        <p:cTn id="6" dur="1" fill="hold">
                                          <p:stCondLst>
                                            <p:cond delay="0"/>
                                          </p:stCondLst>
                                        </p:cTn>
                                        <p:tgtEl>
                                          <p:spTgt spid="31"/>
                                        </p:tgtEl>
                                        <p:attrNameLst>
                                          <p:attrName>style.visibility</p:attrName>
                                        </p:attrNameLst>
                                      </p:cBhvr>
                                      <p:to>
                                        <p:strVal val="visible"/>
                                      </p:to>
                                    </p:set>
                                    <p:anim calcmode="lin" valueType="num">
                                      <p:cBhvr>
                                        <p:cTn id="7" dur="500" fill="hold"/>
                                        <p:tgtEl>
                                          <p:spTgt spid="31"/>
                                        </p:tgtEl>
                                        <p:attrNameLst>
                                          <p:attrName>ppt_w</p:attrName>
                                        </p:attrNameLst>
                                      </p:cBhvr>
                                      <p:tavLst>
                                        <p:tav tm="0">
                                          <p:val>
                                            <p:fltVal val="0"/>
                                          </p:val>
                                        </p:tav>
                                        <p:tav tm="100000">
                                          <p:val>
                                            <p:strVal val="#ppt_w"/>
                                          </p:val>
                                        </p:tav>
                                      </p:tavLst>
                                    </p:anim>
                                    <p:anim calcmode="lin" valueType="num">
                                      <p:cBhvr>
                                        <p:cTn id="8" dur="500" fill="hold"/>
                                        <p:tgtEl>
                                          <p:spTgt spid="31"/>
                                        </p:tgtEl>
                                        <p:attrNameLst>
                                          <p:attrName>ppt_h</p:attrName>
                                        </p:attrNameLst>
                                      </p:cBhvr>
                                      <p:tavLst>
                                        <p:tav tm="0">
                                          <p:val>
                                            <p:fltVal val="0"/>
                                          </p:val>
                                        </p:tav>
                                        <p:tav tm="100000">
                                          <p:val>
                                            <p:strVal val="#ppt_h"/>
                                          </p:val>
                                        </p:tav>
                                      </p:tavLst>
                                    </p:anim>
                                    <p:animEffect transition="in" filter="fade">
                                      <p:cBhvr>
                                        <p:cTn id="9" dur="500"/>
                                        <p:tgtEl>
                                          <p:spTgt spid="31"/>
                                        </p:tgtEl>
                                      </p:cBhvr>
                                    </p:animEffect>
                                  </p:childTnLst>
                                </p:cTn>
                              </p:par>
                            </p:childTnLst>
                          </p:cTn>
                        </p:par>
                        <p:par>
                          <p:cTn id="10" fill="hold">
                            <p:stCondLst>
                              <p:cond delay="500"/>
                            </p:stCondLst>
                            <p:childTnLst>
                              <p:par>
                                <p:cTn id="11" presetID="22" presetClass="entr" presetSubtype="4" fill="hold" grpId="0" nodeType="afterEffect">
                                  <p:stCondLst>
                                    <p:cond delay="0"/>
                                  </p:stCondLst>
                                  <p:childTnLst>
                                    <p:set>
                                      <p:cBhvr>
                                        <p:cTn id="12" dur="1" fill="hold">
                                          <p:stCondLst>
                                            <p:cond delay="0"/>
                                          </p:stCondLst>
                                        </p:cTn>
                                        <p:tgtEl>
                                          <p:spTgt spid="21"/>
                                        </p:tgtEl>
                                        <p:attrNameLst>
                                          <p:attrName>style.visibility</p:attrName>
                                        </p:attrNameLst>
                                      </p:cBhvr>
                                      <p:to>
                                        <p:strVal val="visible"/>
                                      </p:to>
                                    </p:set>
                                    <p:animEffect transition="in" filter="wipe(down)">
                                      <p:cBhvr>
                                        <p:cTn id="13" dur="500"/>
                                        <p:tgtEl>
                                          <p:spTgt spid="21"/>
                                        </p:tgtEl>
                                      </p:cBhvr>
                                    </p:animEffect>
                                  </p:childTnLst>
                                </p:cTn>
                              </p:par>
                            </p:childTnLst>
                          </p:cTn>
                        </p:par>
                        <p:par>
                          <p:cTn id="14" fill="hold">
                            <p:stCondLst>
                              <p:cond delay="1000"/>
                            </p:stCondLst>
                            <p:childTnLst>
                              <p:par>
                                <p:cTn id="15" presetID="22" presetClass="entr" presetSubtype="4" fill="hold" grpId="0" nodeType="afterEffect" nodePh="1">
                                  <p:stCondLst>
                                    <p:cond delay="0"/>
                                  </p:stCondLst>
                                  <p:endCondLst>
                                    <p:cond evt="begin" delay="0">
                                      <p:tn val="15"/>
                                    </p:cond>
                                  </p:endCondLst>
                                  <p:childTnLst>
                                    <p:set>
                                      <p:cBhvr>
                                        <p:cTn id="16" dur="1" fill="hold">
                                          <p:stCondLst>
                                            <p:cond delay="0"/>
                                          </p:stCondLst>
                                        </p:cTn>
                                        <p:tgtEl>
                                          <p:spTgt spid="22">
                                            <p:txEl>
                                              <p:pRg st="0" end="0"/>
                                            </p:txEl>
                                          </p:spTgt>
                                        </p:tgtEl>
                                        <p:attrNameLst>
                                          <p:attrName>style.visibility</p:attrName>
                                        </p:attrNameLst>
                                      </p:cBhvr>
                                      <p:to>
                                        <p:strVal val="visible"/>
                                      </p:to>
                                    </p:set>
                                    <p:animEffect transition="in" filter="wipe(down)">
                                      <p:cBhvr>
                                        <p:cTn id="17" dur="500"/>
                                        <p:tgtEl>
                                          <p:spTgt spid="22">
                                            <p:txEl>
                                              <p:pRg st="0" end="0"/>
                                            </p:txEl>
                                          </p:spTgt>
                                        </p:tgtEl>
                                      </p:cBhvr>
                                    </p:animEffect>
                                  </p:childTnLst>
                                </p:cTn>
                              </p:par>
                            </p:childTnLst>
                          </p:cTn>
                        </p:par>
                        <p:par>
                          <p:cTn id="18" fill="hold">
                            <p:stCondLst>
                              <p:cond delay="1500"/>
                            </p:stCondLst>
                            <p:childTnLst>
                              <p:par>
                                <p:cTn id="19" presetID="2" presetClass="entr" presetSubtype="4" accel="50000" decel="50000" fill="hold" grpId="0" nodeType="afterEffect" nodePh="1">
                                  <p:stCondLst>
                                    <p:cond delay="0"/>
                                  </p:stCondLst>
                                  <p:endCondLst>
                                    <p:cond evt="begin" delay="0">
                                      <p:tn val="19"/>
                                    </p:cond>
                                  </p:endCondLst>
                                  <p:childTnLst>
                                    <p:set>
                                      <p:cBhvr>
                                        <p:cTn id="20" dur="1" fill="hold">
                                          <p:stCondLst>
                                            <p:cond delay="0"/>
                                          </p:stCondLst>
                                        </p:cTn>
                                        <p:tgtEl>
                                          <p:spTgt spid="14">
                                            <p:txEl>
                                              <p:pRg st="0" end="0"/>
                                            </p:txEl>
                                          </p:spTgt>
                                        </p:tgtEl>
                                        <p:attrNameLst>
                                          <p:attrName>style.visibility</p:attrName>
                                        </p:attrNameLst>
                                      </p:cBhvr>
                                      <p:to>
                                        <p:strVal val="visible"/>
                                      </p:to>
                                    </p:set>
                                    <p:anim calcmode="lin" valueType="num">
                                      <p:cBhvr additive="base">
                                        <p:cTn id="21" dur="500" fill="hold"/>
                                        <p:tgtEl>
                                          <p:spTgt spid="14">
                                            <p:txEl>
                                              <p:pRg st="0" end="0"/>
                                            </p:txEl>
                                          </p:spTgt>
                                        </p:tgtEl>
                                        <p:attrNameLst>
                                          <p:attrName>ppt_x</p:attrName>
                                        </p:attrNameLst>
                                      </p:cBhvr>
                                      <p:tavLst>
                                        <p:tav tm="0">
                                          <p:val>
                                            <p:strVal val="#ppt_x"/>
                                          </p:val>
                                        </p:tav>
                                        <p:tav tm="100000">
                                          <p:val>
                                            <p:strVal val="#ppt_x"/>
                                          </p:val>
                                        </p:tav>
                                      </p:tavLst>
                                    </p:anim>
                                    <p:anim calcmode="lin" valueType="num">
                                      <p:cBhvr additive="base">
                                        <p:cTn id="22" dur="500" fill="hold"/>
                                        <p:tgtEl>
                                          <p:spTgt spid="14">
                                            <p:txEl>
                                              <p:pRg st="0" end="0"/>
                                            </p:txEl>
                                          </p:spTgt>
                                        </p:tgtEl>
                                        <p:attrNameLst>
                                          <p:attrName>ppt_y</p:attrName>
                                        </p:attrNameLst>
                                      </p:cBhvr>
                                      <p:tavLst>
                                        <p:tav tm="0">
                                          <p:val>
                                            <p:strVal val="1+#ppt_h/2"/>
                                          </p:val>
                                        </p:tav>
                                        <p:tav tm="100000">
                                          <p:val>
                                            <p:strVal val="#ppt_y"/>
                                          </p:val>
                                        </p:tav>
                                      </p:tavLst>
                                    </p:anim>
                                  </p:childTnLst>
                                </p:cTn>
                              </p:par>
                            </p:childTnLst>
                          </p:cTn>
                        </p:par>
                        <p:par>
                          <p:cTn id="23" fill="hold">
                            <p:stCondLst>
                              <p:cond delay="2000"/>
                            </p:stCondLst>
                            <p:childTnLst>
                              <p:par>
                                <p:cTn id="24" presetID="53" presetClass="entr" presetSubtype="0" fill="hold" grpId="0" nodeType="afterEffect">
                                  <p:stCondLst>
                                    <p:cond delay="0"/>
                                  </p:stCondLst>
                                  <p:childTnLst>
                                    <p:set>
                                      <p:cBhvr>
                                        <p:cTn id="25" dur="1" fill="hold">
                                          <p:stCondLst>
                                            <p:cond delay="0"/>
                                          </p:stCondLst>
                                        </p:cTn>
                                        <p:tgtEl>
                                          <p:spTgt spid="23"/>
                                        </p:tgtEl>
                                        <p:attrNameLst>
                                          <p:attrName>style.visibility</p:attrName>
                                        </p:attrNameLst>
                                      </p:cBhvr>
                                      <p:to>
                                        <p:strVal val="visible"/>
                                      </p:to>
                                    </p:set>
                                    <p:anim calcmode="lin" valueType="num">
                                      <p:cBhvr>
                                        <p:cTn id="26" dur="500" fill="hold"/>
                                        <p:tgtEl>
                                          <p:spTgt spid="23"/>
                                        </p:tgtEl>
                                        <p:attrNameLst>
                                          <p:attrName>ppt_w</p:attrName>
                                        </p:attrNameLst>
                                      </p:cBhvr>
                                      <p:tavLst>
                                        <p:tav tm="0">
                                          <p:val>
                                            <p:fltVal val="0"/>
                                          </p:val>
                                        </p:tav>
                                        <p:tav tm="100000">
                                          <p:val>
                                            <p:strVal val="#ppt_w"/>
                                          </p:val>
                                        </p:tav>
                                      </p:tavLst>
                                    </p:anim>
                                    <p:anim calcmode="lin" valueType="num">
                                      <p:cBhvr>
                                        <p:cTn id="27" dur="500" fill="hold"/>
                                        <p:tgtEl>
                                          <p:spTgt spid="23"/>
                                        </p:tgtEl>
                                        <p:attrNameLst>
                                          <p:attrName>ppt_h</p:attrName>
                                        </p:attrNameLst>
                                      </p:cBhvr>
                                      <p:tavLst>
                                        <p:tav tm="0">
                                          <p:val>
                                            <p:fltVal val="0"/>
                                          </p:val>
                                        </p:tav>
                                        <p:tav tm="100000">
                                          <p:val>
                                            <p:strVal val="#ppt_h"/>
                                          </p:val>
                                        </p:tav>
                                      </p:tavLst>
                                    </p:anim>
                                    <p:animEffect transition="in" filter="fade">
                                      <p:cBhvr>
                                        <p:cTn id="28" dur="500"/>
                                        <p:tgtEl>
                                          <p:spTgt spid="23"/>
                                        </p:tgtEl>
                                      </p:cBhvr>
                                    </p:animEffect>
                                  </p:childTnLst>
                                </p:cTn>
                              </p:par>
                            </p:childTnLst>
                          </p:cTn>
                        </p:par>
                        <p:par>
                          <p:cTn id="29" fill="hold">
                            <p:stCondLst>
                              <p:cond delay="2500"/>
                            </p:stCondLst>
                            <p:childTnLst>
                              <p:par>
                                <p:cTn id="30" presetID="22" presetClass="entr" presetSubtype="4" fill="hold" grpId="0" nodeType="afterEffect">
                                  <p:stCondLst>
                                    <p:cond delay="0"/>
                                  </p:stCondLst>
                                  <p:childTnLst>
                                    <p:set>
                                      <p:cBhvr>
                                        <p:cTn id="31" dur="1" fill="hold">
                                          <p:stCondLst>
                                            <p:cond delay="0"/>
                                          </p:stCondLst>
                                        </p:cTn>
                                        <p:tgtEl>
                                          <p:spTgt spid="25"/>
                                        </p:tgtEl>
                                        <p:attrNameLst>
                                          <p:attrName>style.visibility</p:attrName>
                                        </p:attrNameLst>
                                      </p:cBhvr>
                                      <p:to>
                                        <p:strVal val="visible"/>
                                      </p:to>
                                    </p:set>
                                    <p:animEffect transition="in" filter="wipe(down)">
                                      <p:cBhvr>
                                        <p:cTn id="32" dur="500"/>
                                        <p:tgtEl>
                                          <p:spTgt spid="25"/>
                                        </p:tgtEl>
                                      </p:cBhvr>
                                    </p:animEffect>
                                  </p:childTnLst>
                                </p:cTn>
                              </p:par>
                            </p:childTnLst>
                          </p:cTn>
                        </p:par>
                        <p:par>
                          <p:cTn id="33" fill="hold">
                            <p:stCondLst>
                              <p:cond delay="3000"/>
                            </p:stCondLst>
                            <p:childTnLst>
                              <p:par>
                                <p:cTn id="34" presetID="22" presetClass="entr" presetSubtype="4" fill="hold" grpId="0" nodeType="afterEffect" nodePh="1">
                                  <p:stCondLst>
                                    <p:cond delay="0"/>
                                  </p:stCondLst>
                                  <p:endCondLst>
                                    <p:cond evt="begin" delay="0">
                                      <p:tn val="34"/>
                                    </p:cond>
                                  </p:endCondLst>
                                  <p:childTnLst>
                                    <p:set>
                                      <p:cBhvr>
                                        <p:cTn id="35" dur="1" fill="hold">
                                          <p:stCondLst>
                                            <p:cond delay="0"/>
                                          </p:stCondLst>
                                        </p:cTn>
                                        <p:tgtEl>
                                          <p:spTgt spid="26">
                                            <p:txEl>
                                              <p:pRg st="0" end="0"/>
                                            </p:txEl>
                                          </p:spTgt>
                                        </p:tgtEl>
                                        <p:attrNameLst>
                                          <p:attrName>style.visibility</p:attrName>
                                        </p:attrNameLst>
                                      </p:cBhvr>
                                      <p:to>
                                        <p:strVal val="visible"/>
                                      </p:to>
                                    </p:set>
                                    <p:animEffect transition="in" filter="wipe(down)">
                                      <p:cBhvr>
                                        <p:cTn id="36" dur="500"/>
                                        <p:tgtEl>
                                          <p:spTgt spid="26">
                                            <p:txEl>
                                              <p:pRg st="0" end="0"/>
                                            </p:txEl>
                                          </p:spTgt>
                                        </p:tgtEl>
                                      </p:cBhvr>
                                    </p:animEffect>
                                  </p:childTnLst>
                                </p:cTn>
                              </p:par>
                            </p:childTnLst>
                          </p:cTn>
                        </p:par>
                        <p:par>
                          <p:cTn id="37" fill="hold">
                            <p:stCondLst>
                              <p:cond delay="3500"/>
                            </p:stCondLst>
                            <p:childTnLst>
                              <p:par>
                                <p:cTn id="38" presetID="2" presetClass="entr" presetSubtype="4" accel="50000" decel="50000" fill="hold" grpId="0" nodeType="afterEffect" nodePh="1">
                                  <p:stCondLst>
                                    <p:cond delay="0"/>
                                  </p:stCondLst>
                                  <p:endCondLst>
                                    <p:cond evt="begin" delay="0">
                                      <p:tn val="38"/>
                                    </p:cond>
                                  </p:endCondLst>
                                  <p:childTnLst>
                                    <p:set>
                                      <p:cBhvr>
                                        <p:cTn id="39" dur="1" fill="hold">
                                          <p:stCondLst>
                                            <p:cond delay="0"/>
                                          </p:stCondLst>
                                        </p:cTn>
                                        <p:tgtEl>
                                          <p:spTgt spid="24">
                                            <p:txEl>
                                              <p:pRg st="0" end="0"/>
                                            </p:txEl>
                                          </p:spTgt>
                                        </p:tgtEl>
                                        <p:attrNameLst>
                                          <p:attrName>style.visibility</p:attrName>
                                        </p:attrNameLst>
                                      </p:cBhvr>
                                      <p:to>
                                        <p:strVal val="visible"/>
                                      </p:to>
                                    </p:set>
                                    <p:anim calcmode="lin" valueType="num">
                                      <p:cBhvr additive="base">
                                        <p:cTn id="40"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additive="base">
                                        <p:cTn id="41" dur="500" fill="hold"/>
                                        <p:tgtEl>
                                          <p:spTgt spid="24">
                                            <p:txEl>
                                              <p:pRg st="0" end="0"/>
                                            </p:txEl>
                                          </p:spTgt>
                                        </p:tgtEl>
                                        <p:attrNameLst>
                                          <p:attrName>ppt_y</p:attrName>
                                        </p:attrNameLst>
                                      </p:cBhvr>
                                      <p:tavLst>
                                        <p:tav tm="0">
                                          <p:val>
                                            <p:strVal val="1+#ppt_h/2"/>
                                          </p:val>
                                        </p:tav>
                                        <p:tav tm="100000">
                                          <p:val>
                                            <p:strVal val="#ppt_y"/>
                                          </p:val>
                                        </p:tav>
                                      </p:tavLst>
                                    </p:anim>
                                  </p:childTnLst>
                                </p:cTn>
                              </p:par>
                            </p:childTnLst>
                          </p:cTn>
                        </p:par>
                        <p:par>
                          <p:cTn id="42" fill="hold">
                            <p:stCondLst>
                              <p:cond delay="4000"/>
                            </p:stCondLst>
                            <p:childTnLst>
                              <p:par>
                                <p:cTn id="43" presetID="53" presetClass="entr" presetSubtype="0" fill="hold" grpId="0" nodeType="afterEffect">
                                  <p:stCondLst>
                                    <p:cond delay="0"/>
                                  </p:stCondLst>
                                  <p:childTnLst>
                                    <p:set>
                                      <p:cBhvr>
                                        <p:cTn id="44" dur="1" fill="hold">
                                          <p:stCondLst>
                                            <p:cond delay="0"/>
                                          </p:stCondLst>
                                        </p:cTn>
                                        <p:tgtEl>
                                          <p:spTgt spid="27"/>
                                        </p:tgtEl>
                                        <p:attrNameLst>
                                          <p:attrName>style.visibility</p:attrName>
                                        </p:attrNameLst>
                                      </p:cBhvr>
                                      <p:to>
                                        <p:strVal val="visible"/>
                                      </p:to>
                                    </p:set>
                                    <p:anim calcmode="lin" valueType="num">
                                      <p:cBhvr>
                                        <p:cTn id="45" dur="500" fill="hold"/>
                                        <p:tgtEl>
                                          <p:spTgt spid="27"/>
                                        </p:tgtEl>
                                        <p:attrNameLst>
                                          <p:attrName>ppt_w</p:attrName>
                                        </p:attrNameLst>
                                      </p:cBhvr>
                                      <p:tavLst>
                                        <p:tav tm="0">
                                          <p:val>
                                            <p:fltVal val="0"/>
                                          </p:val>
                                        </p:tav>
                                        <p:tav tm="100000">
                                          <p:val>
                                            <p:strVal val="#ppt_w"/>
                                          </p:val>
                                        </p:tav>
                                      </p:tavLst>
                                    </p:anim>
                                    <p:anim calcmode="lin" valueType="num">
                                      <p:cBhvr>
                                        <p:cTn id="46" dur="500" fill="hold"/>
                                        <p:tgtEl>
                                          <p:spTgt spid="27"/>
                                        </p:tgtEl>
                                        <p:attrNameLst>
                                          <p:attrName>ppt_h</p:attrName>
                                        </p:attrNameLst>
                                      </p:cBhvr>
                                      <p:tavLst>
                                        <p:tav tm="0">
                                          <p:val>
                                            <p:fltVal val="0"/>
                                          </p:val>
                                        </p:tav>
                                        <p:tav tm="100000">
                                          <p:val>
                                            <p:strVal val="#ppt_h"/>
                                          </p:val>
                                        </p:tav>
                                      </p:tavLst>
                                    </p:anim>
                                    <p:animEffect transition="in" filter="fade">
                                      <p:cBhvr>
                                        <p:cTn id="47" dur="500"/>
                                        <p:tgtEl>
                                          <p:spTgt spid="27"/>
                                        </p:tgtEl>
                                      </p:cBhvr>
                                    </p:animEffect>
                                  </p:childTnLst>
                                </p:cTn>
                              </p:par>
                            </p:childTnLst>
                          </p:cTn>
                        </p:par>
                        <p:par>
                          <p:cTn id="48" fill="hold">
                            <p:stCondLst>
                              <p:cond delay="4500"/>
                            </p:stCondLst>
                            <p:childTnLst>
                              <p:par>
                                <p:cTn id="49" presetID="22" presetClass="entr" presetSubtype="4" fill="hold" grpId="0" nodeType="afterEffect">
                                  <p:stCondLst>
                                    <p:cond delay="0"/>
                                  </p:stCondLst>
                                  <p:childTnLst>
                                    <p:set>
                                      <p:cBhvr>
                                        <p:cTn id="50" dur="1" fill="hold">
                                          <p:stCondLst>
                                            <p:cond delay="0"/>
                                          </p:stCondLst>
                                        </p:cTn>
                                        <p:tgtEl>
                                          <p:spTgt spid="29"/>
                                        </p:tgtEl>
                                        <p:attrNameLst>
                                          <p:attrName>style.visibility</p:attrName>
                                        </p:attrNameLst>
                                      </p:cBhvr>
                                      <p:to>
                                        <p:strVal val="visible"/>
                                      </p:to>
                                    </p:set>
                                    <p:animEffect transition="in" filter="wipe(down)">
                                      <p:cBhvr>
                                        <p:cTn id="51" dur="500"/>
                                        <p:tgtEl>
                                          <p:spTgt spid="29"/>
                                        </p:tgtEl>
                                      </p:cBhvr>
                                    </p:animEffect>
                                  </p:childTnLst>
                                </p:cTn>
                              </p:par>
                            </p:childTnLst>
                          </p:cTn>
                        </p:par>
                        <p:par>
                          <p:cTn id="52" fill="hold">
                            <p:stCondLst>
                              <p:cond delay="5000"/>
                            </p:stCondLst>
                            <p:childTnLst>
                              <p:par>
                                <p:cTn id="53" presetID="22" presetClass="entr" presetSubtype="4" fill="hold" grpId="0" nodeType="afterEffect" nodePh="1">
                                  <p:stCondLst>
                                    <p:cond delay="0"/>
                                  </p:stCondLst>
                                  <p:endCondLst>
                                    <p:cond evt="begin" delay="0">
                                      <p:tn val="53"/>
                                    </p:cond>
                                  </p:endCondLst>
                                  <p:childTnLst>
                                    <p:set>
                                      <p:cBhvr>
                                        <p:cTn id="54" dur="1" fill="hold">
                                          <p:stCondLst>
                                            <p:cond delay="0"/>
                                          </p:stCondLst>
                                        </p:cTn>
                                        <p:tgtEl>
                                          <p:spTgt spid="30">
                                            <p:txEl>
                                              <p:pRg st="0" end="0"/>
                                            </p:txEl>
                                          </p:spTgt>
                                        </p:tgtEl>
                                        <p:attrNameLst>
                                          <p:attrName>style.visibility</p:attrName>
                                        </p:attrNameLst>
                                      </p:cBhvr>
                                      <p:to>
                                        <p:strVal val="visible"/>
                                      </p:to>
                                    </p:set>
                                    <p:animEffect transition="in" filter="wipe(down)">
                                      <p:cBhvr>
                                        <p:cTn id="55" dur="500"/>
                                        <p:tgtEl>
                                          <p:spTgt spid="30">
                                            <p:txEl>
                                              <p:pRg st="0" end="0"/>
                                            </p:txEl>
                                          </p:spTgt>
                                        </p:tgtEl>
                                      </p:cBhvr>
                                    </p:animEffect>
                                  </p:childTnLst>
                                </p:cTn>
                              </p:par>
                            </p:childTnLst>
                          </p:cTn>
                        </p:par>
                        <p:par>
                          <p:cTn id="56" fill="hold">
                            <p:stCondLst>
                              <p:cond delay="5500"/>
                            </p:stCondLst>
                            <p:childTnLst>
                              <p:par>
                                <p:cTn id="57" presetID="2" presetClass="entr" presetSubtype="4" accel="50000" decel="50000" fill="hold" grpId="0" nodeType="afterEffect" nodePh="1">
                                  <p:stCondLst>
                                    <p:cond delay="0"/>
                                  </p:stCondLst>
                                  <p:endCondLst>
                                    <p:cond evt="begin" delay="0">
                                      <p:tn val="57"/>
                                    </p:cond>
                                  </p:endCondLst>
                                  <p:childTnLst>
                                    <p:set>
                                      <p:cBhvr>
                                        <p:cTn id="58" dur="1" fill="hold">
                                          <p:stCondLst>
                                            <p:cond delay="0"/>
                                          </p:stCondLst>
                                        </p:cTn>
                                        <p:tgtEl>
                                          <p:spTgt spid="28">
                                            <p:txEl>
                                              <p:pRg st="0" end="0"/>
                                            </p:txEl>
                                          </p:spTgt>
                                        </p:tgtEl>
                                        <p:attrNameLst>
                                          <p:attrName>style.visibility</p:attrName>
                                        </p:attrNameLst>
                                      </p:cBhvr>
                                      <p:to>
                                        <p:strVal val="visible"/>
                                      </p:to>
                                    </p:set>
                                    <p:anim calcmode="lin" valueType="num">
                                      <p:cBhvr additive="base">
                                        <p:cTn id="59" dur="500" fill="hold"/>
                                        <p:tgtEl>
                                          <p:spTgt spid="28">
                                            <p:txEl>
                                              <p:pRg st="0" end="0"/>
                                            </p:txEl>
                                          </p:spTgt>
                                        </p:tgtEl>
                                        <p:attrNameLst>
                                          <p:attrName>ppt_x</p:attrName>
                                        </p:attrNameLst>
                                      </p:cBhvr>
                                      <p:tavLst>
                                        <p:tav tm="0">
                                          <p:val>
                                            <p:strVal val="#ppt_x"/>
                                          </p:val>
                                        </p:tav>
                                        <p:tav tm="100000">
                                          <p:val>
                                            <p:strVal val="#ppt_x"/>
                                          </p:val>
                                        </p:tav>
                                      </p:tavLst>
                                    </p:anim>
                                    <p:anim calcmode="lin" valueType="num">
                                      <p:cBhvr additive="base">
                                        <p:cTn id="60" dur="500" fill="hold"/>
                                        <p:tgtEl>
                                          <p:spTgt spid="28">
                                            <p:txEl>
                                              <p:pRg st="0" end="0"/>
                                            </p:txEl>
                                          </p:spTgt>
                                        </p:tgtEl>
                                        <p:attrNameLst>
                                          <p:attrName>ppt_y</p:attrName>
                                        </p:attrNameLst>
                                      </p:cBhvr>
                                      <p:tavLst>
                                        <p:tav tm="0">
                                          <p:val>
                                            <p:strVal val="1+#ppt_h/2"/>
                                          </p:val>
                                        </p:tav>
                                        <p:tav tm="100000">
                                          <p:val>
                                            <p:strVal val="#ppt_y"/>
                                          </p:val>
                                        </p:tav>
                                      </p:tavLst>
                                    </p:anim>
                                  </p:childTnLst>
                                </p:cTn>
                              </p:par>
                            </p:childTnLst>
                          </p:cTn>
                        </p:par>
                        <p:par>
                          <p:cTn id="61" fill="hold">
                            <p:stCondLst>
                              <p:cond delay="6000"/>
                            </p:stCondLst>
                            <p:childTnLst>
                              <p:par>
                                <p:cTn id="62" presetID="53" presetClass="entr" presetSubtype="0" fill="hold" grpId="0" nodeType="afterEffect">
                                  <p:stCondLst>
                                    <p:cond delay="0"/>
                                  </p:stCondLst>
                                  <p:childTnLst>
                                    <p:set>
                                      <p:cBhvr>
                                        <p:cTn id="63" dur="1" fill="hold">
                                          <p:stCondLst>
                                            <p:cond delay="0"/>
                                          </p:stCondLst>
                                        </p:cTn>
                                        <p:tgtEl>
                                          <p:spTgt spid="32"/>
                                        </p:tgtEl>
                                        <p:attrNameLst>
                                          <p:attrName>style.visibility</p:attrName>
                                        </p:attrNameLst>
                                      </p:cBhvr>
                                      <p:to>
                                        <p:strVal val="visible"/>
                                      </p:to>
                                    </p:set>
                                    <p:anim calcmode="lin" valueType="num">
                                      <p:cBhvr>
                                        <p:cTn id="64" dur="500" fill="hold"/>
                                        <p:tgtEl>
                                          <p:spTgt spid="32"/>
                                        </p:tgtEl>
                                        <p:attrNameLst>
                                          <p:attrName>ppt_w</p:attrName>
                                        </p:attrNameLst>
                                      </p:cBhvr>
                                      <p:tavLst>
                                        <p:tav tm="0">
                                          <p:val>
                                            <p:fltVal val="0"/>
                                          </p:val>
                                        </p:tav>
                                        <p:tav tm="100000">
                                          <p:val>
                                            <p:strVal val="#ppt_w"/>
                                          </p:val>
                                        </p:tav>
                                      </p:tavLst>
                                    </p:anim>
                                    <p:anim calcmode="lin" valueType="num">
                                      <p:cBhvr>
                                        <p:cTn id="65" dur="500" fill="hold"/>
                                        <p:tgtEl>
                                          <p:spTgt spid="32"/>
                                        </p:tgtEl>
                                        <p:attrNameLst>
                                          <p:attrName>ppt_h</p:attrName>
                                        </p:attrNameLst>
                                      </p:cBhvr>
                                      <p:tavLst>
                                        <p:tav tm="0">
                                          <p:val>
                                            <p:fltVal val="0"/>
                                          </p:val>
                                        </p:tav>
                                        <p:tav tm="100000">
                                          <p:val>
                                            <p:strVal val="#ppt_h"/>
                                          </p:val>
                                        </p:tav>
                                      </p:tavLst>
                                    </p:anim>
                                    <p:animEffect transition="in" filter="fade">
                                      <p:cBhvr>
                                        <p:cTn id="66" dur="500"/>
                                        <p:tgtEl>
                                          <p:spTgt spid="32"/>
                                        </p:tgtEl>
                                      </p:cBhvr>
                                    </p:animEffect>
                                  </p:childTnLst>
                                </p:cTn>
                              </p:par>
                            </p:childTnLst>
                          </p:cTn>
                        </p:par>
                        <p:par>
                          <p:cTn id="67" fill="hold">
                            <p:stCondLst>
                              <p:cond delay="6500"/>
                            </p:stCondLst>
                            <p:childTnLst>
                              <p:par>
                                <p:cTn id="68" presetID="22" presetClass="entr" presetSubtype="4" fill="hold" grpId="0" nodeType="afterEffect">
                                  <p:stCondLst>
                                    <p:cond delay="0"/>
                                  </p:stCondLst>
                                  <p:childTnLst>
                                    <p:set>
                                      <p:cBhvr>
                                        <p:cTn id="69" dur="1" fill="hold">
                                          <p:stCondLst>
                                            <p:cond delay="0"/>
                                          </p:stCondLst>
                                        </p:cTn>
                                        <p:tgtEl>
                                          <p:spTgt spid="35"/>
                                        </p:tgtEl>
                                        <p:attrNameLst>
                                          <p:attrName>style.visibility</p:attrName>
                                        </p:attrNameLst>
                                      </p:cBhvr>
                                      <p:to>
                                        <p:strVal val="visible"/>
                                      </p:to>
                                    </p:set>
                                    <p:animEffect transition="in" filter="wipe(down)">
                                      <p:cBhvr>
                                        <p:cTn id="70" dur="500"/>
                                        <p:tgtEl>
                                          <p:spTgt spid="35"/>
                                        </p:tgtEl>
                                      </p:cBhvr>
                                    </p:animEffect>
                                  </p:childTnLst>
                                </p:cTn>
                              </p:par>
                            </p:childTnLst>
                          </p:cTn>
                        </p:par>
                        <p:par>
                          <p:cTn id="71" fill="hold">
                            <p:stCondLst>
                              <p:cond delay="7000"/>
                            </p:stCondLst>
                            <p:childTnLst>
                              <p:par>
                                <p:cTn id="72" presetID="22" presetClass="entr" presetSubtype="4" fill="hold" grpId="0" nodeType="afterEffect" nodePh="1">
                                  <p:stCondLst>
                                    <p:cond delay="0"/>
                                  </p:stCondLst>
                                  <p:endCondLst>
                                    <p:cond evt="begin" delay="0">
                                      <p:tn val="72"/>
                                    </p:cond>
                                  </p:endCondLst>
                                  <p:childTnLst>
                                    <p:set>
                                      <p:cBhvr>
                                        <p:cTn id="73" dur="1" fill="hold">
                                          <p:stCondLst>
                                            <p:cond delay="0"/>
                                          </p:stCondLst>
                                        </p:cTn>
                                        <p:tgtEl>
                                          <p:spTgt spid="36">
                                            <p:txEl>
                                              <p:pRg st="0" end="0"/>
                                            </p:txEl>
                                          </p:spTgt>
                                        </p:tgtEl>
                                        <p:attrNameLst>
                                          <p:attrName>style.visibility</p:attrName>
                                        </p:attrNameLst>
                                      </p:cBhvr>
                                      <p:to>
                                        <p:strVal val="visible"/>
                                      </p:to>
                                    </p:set>
                                    <p:animEffect transition="in" filter="wipe(down)">
                                      <p:cBhvr>
                                        <p:cTn id="74" dur="500"/>
                                        <p:tgtEl>
                                          <p:spTgt spid="36">
                                            <p:txEl>
                                              <p:pRg st="0" end="0"/>
                                            </p:txEl>
                                          </p:spTgt>
                                        </p:tgtEl>
                                      </p:cBhvr>
                                    </p:animEffect>
                                  </p:childTnLst>
                                </p:cTn>
                              </p:par>
                            </p:childTnLst>
                          </p:cTn>
                        </p:par>
                        <p:par>
                          <p:cTn id="75" fill="hold">
                            <p:stCondLst>
                              <p:cond delay="7500"/>
                            </p:stCondLst>
                            <p:childTnLst>
                              <p:par>
                                <p:cTn id="76" presetID="2" presetClass="entr" presetSubtype="4" accel="50000" decel="50000" fill="hold" grpId="0" nodeType="afterEffect" nodePh="1">
                                  <p:stCondLst>
                                    <p:cond delay="0"/>
                                  </p:stCondLst>
                                  <p:endCondLst>
                                    <p:cond evt="begin" delay="0">
                                      <p:tn val="76"/>
                                    </p:cond>
                                  </p:endCondLst>
                                  <p:childTnLst>
                                    <p:set>
                                      <p:cBhvr>
                                        <p:cTn id="77" dur="1" fill="hold">
                                          <p:stCondLst>
                                            <p:cond delay="0"/>
                                          </p:stCondLst>
                                        </p:cTn>
                                        <p:tgtEl>
                                          <p:spTgt spid="33">
                                            <p:txEl>
                                              <p:pRg st="0" end="0"/>
                                            </p:txEl>
                                          </p:spTgt>
                                        </p:tgtEl>
                                        <p:attrNameLst>
                                          <p:attrName>style.visibility</p:attrName>
                                        </p:attrNameLst>
                                      </p:cBhvr>
                                      <p:to>
                                        <p:strVal val="visible"/>
                                      </p:to>
                                    </p:set>
                                    <p:anim calcmode="lin" valueType="num">
                                      <p:cBhvr additive="base">
                                        <p:cTn id="78" dur="500" fill="hold"/>
                                        <p:tgtEl>
                                          <p:spTgt spid="33">
                                            <p:txEl>
                                              <p:pRg st="0" end="0"/>
                                            </p:txEl>
                                          </p:spTgt>
                                        </p:tgtEl>
                                        <p:attrNameLst>
                                          <p:attrName>ppt_x</p:attrName>
                                        </p:attrNameLst>
                                      </p:cBhvr>
                                      <p:tavLst>
                                        <p:tav tm="0">
                                          <p:val>
                                            <p:strVal val="#ppt_x"/>
                                          </p:val>
                                        </p:tav>
                                        <p:tav tm="100000">
                                          <p:val>
                                            <p:strVal val="#ppt_x"/>
                                          </p:val>
                                        </p:tav>
                                      </p:tavLst>
                                    </p:anim>
                                    <p:anim calcmode="lin" valueType="num">
                                      <p:cBhvr additive="base">
                                        <p:cTn id="79" dur="500" fill="hold"/>
                                        <p:tgtEl>
                                          <p:spTgt spid="33">
                                            <p:txEl>
                                              <p:pRg st="0" end="0"/>
                                            </p:txEl>
                                          </p:spTgt>
                                        </p:tgtEl>
                                        <p:attrNameLst>
                                          <p:attrName>ppt_y</p:attrName>
                                        </p:attrNameLst>
                                      </p:cBhvr>
                                      <p:tavLst>
                                        <p:tav tm="0">
                                          <p:val>
                                            <p:strVal val="1+#ppt_h/2"/>
                                          </p:val>
                                        </p:tav>
                                        <p:tav tm="100000">
                                          <p:val>
                                            <p:strVal val="#ppt_y"/>
                                          </p:val>
                                        </p:tav>
                                      </p:tavLst>
                                    </p:anim>
                                  </p:childTnLst>
                                </p:cTn>
                              </p:par>
                            </p:childTnLst>
                          </p:cTn>
                        </p:par>
                        <p:par>
                          <p:cTn id="80" fill="hold">
                            <p:stCondLst>
                              <p:cond delay="8000"/>
                            </p:stCondLst>
                            <p:childTnLst>
                              <p:par>
                                <p:cTn id="81" presetID="53" presetClass="entr" presetSubtype="0" fill="hold" grpId="0" nodeType="afterEffect">
                                  <p:stCondLst>
                                    <p:cond delay="0"/>
                                  </p:stCondLst>
                                  <p:childTnLst>
                                    <p:set>
                                      <p:cBhvr>
                                        <p:cTn id="82" dur="1" fill="hold">
                                          <p:stCondLst>
                                            <p:cond delay="0"/>
                                          </p:stCondLst>
                                        </p:cTn>
                                        <p:tgtEl>
                                          <p:spTgt spid="38"/>
                                        </p:tgtEl>
                                        <p:attrNameLst>
                                          <p:attrName>style.visibility</p:attrName>
                                        </p:attrNameLst>
                                      </p:cBhvr>
                                      <p:to>
                                        <p:strVal val="visible"/>
                                      </p:to>
                                    </p:set>
                                    <p:anim calcmode="lin" valueType="num">
                                      <p:cBhvr>
                                        <p:cTn id="83" dur="500" fill="hold"/>
                                        <p:tgtEl>
                                          <p:spTgt spid="38"/>
                                        </p:tgtEl>
                                        <p:attrNameLst>
                                          <p:attrName>ppt_w</p:attrName>
                                        </p:attrNameLst>
                                      </p:cBhvr>
                                      <p:tavLst>
                                        <p:tav tm="0">
                                          <p:val>
                                            <p:fltVal val="0"/>
                                          </p:val>
                                        </p:tav>
                                        <p:tav tm="100000">
                                          <p:val>
                                            <p:strVal val="#ppt_w"/>
                                          </p:val>
                                        </p:tav>
                                      </p:tavLst>
                                    </p:anim>
                                    <p:anim calcmode="lin" valueType="num">
                                      <p:cBhvr>
                                        <p:cTn id="84" dur="500" fill="hold"/>
                                        <p:tgtEl>
                                          <p:spTgt spid="38"/>
                                        </p:tgtEl>
                                        <p:attrNameLst>
                                          <p:attrName>ppt_h</p:attrName>
                                        </p:attrNameLst>
                                      </p:cBhvr>
                                      <p:tavLst>
                                        <p:tav tm="0">
                                          <p:val>
                                            <p:fltVal val="0"/>
                                          </p:val>
                                        </p:tav>
                                        <p:tav tm="100000">
                                          <p:val>
                                            <p:strVal val="#ppt_h"/>
                                          </p:val>
                                        </p:tav>
                                      </p:tavLst>
                                    </p:anim>
                                    <p:animEffect transition="in" filter="fade">
                                      <p:cBhvr>
                                        <p:cTn id="85" dur="500"/>
                                        <p:tgtEl>
                                          <p:spTgt spid="38"/>
                                        </p:tgtEl>
                                      </p:cBhvr>
                                    </p:animEffect>
                                  </p:childTnLst>
                                </p:cTn>
                              </p:par>
                            </p:childTnLst>
                          </p:cTn>
                        </p:par>
                        <p:par>
                          <p:cTn id="86" fill="hold">
                            <p:stCondLst>
                              <p:cond delay="8500"/>
                            </p:stCondLst>
                            <p:childTnLst>
                              <p:par>
                                <p:cTn id="87" presetID="22" presetClass="entr" presetSubtype="4" fill="hold" grpId="0" nodeType="afterEffect">
                                  <p:stCondLst>
                                    <p:cond delay="0"/>
                                  </p:stCondLst>
                                  <p:childTnLst>
                                    <p:set>
                                      <p:cBhvr>
                                        <p:cTn id="88" dur="1" fill="hold">
                                          <p:stCondLst>
                                            <p:cond delay="0"/>
                                          </p:stCondLst>
                                        </p:cTn>
                                        <p:tgtEl>
                                          <p:spTgt spid="41"/>
                                        </p:tgtEl>
                                        <p:attrNameLst>
                                          <p:attrName>style.visibility</p:attrName>
                                        </p:attrNameLst>
                                      </p:cBhvr>
                                      <p:to>
                                        <p:strVal val="visible"/>
                                      </p:to>
                                    </p:set>
                                    <p:animEffect transition="in" filter="wipe(down)">
                                      <p:cBhvr>
                                        <p:cTn id="89" dur="500"/>
                                        <p:tgtEl>
                                          <p:spTgt spid="41"/>
                                        </p:tgtEl>
                                      </p:cBhvr>
                                    </p:animEffect>
                                  </p:childTnLst>
                                </p:cTn>
                              </p:par>
                            </p:childTnLst>
                          </p:cTn>
                        </p:par>
                        <p:par>
                          <p:cTn id="90" fill="hold">
                            <p:stCondLst>
                              <p:cond delay="9000"/>
                            </p:stCondLst>
                            <p:childTnLst>
                              <p:par>
                                <p:cTn id="91" presetID="22" presetClass="entr" presetSubtype="4" fill="hold" grpId="0" nodeType="afterEffect" nodePh="1">
                                  <p:stCondLst>
                                    <p:cond delay="0"/>
                                  </p:stCondLst>
                                  <p:endCondLst>
                                    <p:cond evt="begin" delay="0">
                                      <p:tn val="91"/>
                                    </p:cond>
                                  </p:endCondLst>
                                  <p:childTnLst>
                                    <p:set>
                                      <p:cBhvr>
                                        <p:cTn id="92" dur="1" fill="hold">
                                          <p:stCondLst>
                                            <p:cond delay="0"/>
                                          </p:stCondLst>
                                        </p:cTn>
                                        <p:tgtEl>
                                          <p:spTgt spid="44">
                                            <p:txEl>
                                              <p:pRg st="0" end="0"/>
                                            </p:txEl>
                                          </p:spTgt>
                                        </p:tgtEl>
                                        <p:attrNameLst>
                                          <p:attrName>style.visibility</p:attrName>
                                        </p:attrNameLst>
                                      </p:cBhvr>
                                      <p:to>
                                        <p:strVal val="visible"/>
                                      </p:to>
                                    </p:set>
                                    <p:animEffect transition="in" filter="wipe(down)">
                                      <p:cBhvr>
                                        <p:cTn id="93" dur="500"/>
                                        <p:tgtEl>
                                          <p:spTgt spid="44">
                                            <p:txEl>
                                              <p:pRg st="0" end="0"/>
                                            </p:txEl>
                                          </p:spTgt>
                                        </p:tgtEl>
                                      </p:cBhvr>
                                    </p:animEffect>
                                  </p:childTnLst>
                                </p:cTn>
                              </p:par>
                            </p:childTnLst>
                          </p:cTn>
                        </p:par>
                        <p:par>
                          <p:cTn id="94" fill="hold">
                            <p:stCondLst>
                              <p:cond delay="9500"/>
                            </p:stCondLst>
                            <p:childTnLst>
                              <p:par>
                                <p:cTn id="95" presetID="2" presetClass="entr" presetSubtype="4" accel="50000" decel="50000" fill="hold" grpId="0" nodeType="afterEffect" nodePh="1">
                                  <p:stCondLst>
                                    <p:cond delay="0"/>
                                  </p:stCondLst>
                                  <p:endCondLst>
                                    <p:cond evt="begin" delay="0">
                                      <p:tn val="95"/>
                                    </p:cond>
                                  </p:endCondLst>
                                  <p:childTnLst>
                                    <p:set>
                                      <p:cBhvr>
                                        <p:cTn id="96" dur="1" fill="hold">
                                          <p:stCondLst>
                                            <p:cond delay="0"/>
                                          </p:stCondLst>
                                        </p:cTn>
                                        <p:tgtEl>
                                          <p:spTgt spid="39">
                                            <p:txEl>
                                              <p:pRg st="0" end="0"/>
                                            </p:txEl>
                                          </p:spTgt>
                                        </p:tgtEl>
                                        <p:attrNameLst>
                                          <p:attrName>style.visibility</p:attrName>
                                        </p:attrNameLst>
                                      </p:cBhvr>
                                      <p:to>
                                        <p:strVal val="visible"/>
                                      </p:to>
                                    </p:set>
                                    <p:anim calcmode="lin" valueType="num">
                                      <p:cBhvr additive="base">
                                        <p:cTn id="97" dur="500" fill="hold"/>
                                        <p:tgtEl>
                                          <p:spTgt spid="39">
                                            <p:txEl>
                                              <p:pRg st="0" end="0"/>
                                            </p:txEl>
                                          </p:spTgt>
                                        </p:tgtEl>
                                        <p:attrNameLst>
                                          <p:attrName>ppt_x</p:attrName>
                                        </p:attrNameLst>
                                      </p:cBhvr>
                                      <p:tavLst>
                                        <p:tav tm="0">
                                          <p:val>
                                            <p:strVal val="#ppt_x"/>
                                          </p:val>
                                        </p:tav>
                                        <p:tav tm="100000">
                                          <p:val>
                                            <p:strVal val="#ppt_x"/>
                                          </p:val>
                                        </p:tav>
                                      </p:tavLst>
                                    </p:anim>
                                    <p:anim calcmode="lin" valueType="num">
                                      <p:cBhvr additive="base">
                                        <p:cTn id="98" dur="500" fill="hold"/>
                                        <p:tgtEl>
                                          <p:spTgt spid="39">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14"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14"/>
                        </p:tgtEl>
                        <p:attrNameLst>
                          <p:attrName>style.visibility</p:attrName>
                        </p:attrNameLst>
                      </p:cBhvr>
                      <p:to>
                        <p:strVal val="visible"/>
                      </p:to>
                    </p:set>
                    <p:anim calcmode="lin" valueType="num">
                      <p:cBhvr additive="base">
                        <p:cTn dur="500" fill="hold"/>
                        <p:tgtEl>
                          <p:spTgt spid="14"/>
                        </p:tgtEl>
                        <p:attrNameLst>
                          <p:attrName>ppt_x</p:attrName>
                        </p:attrNameLst>
                      </p:cBhvr>
                      <p:tavLst>
                        <p:tav tm="0">
                          <p:val>
                            <p:strVal val="#ppt_x"/>
                          </p:val>
                        </p:tav>
                        <p:tav tm="100000">
                          <p:val>
                            <p:strVal val="#ppt_x"/>
                          </p:val>
                        </p:tav>
                      </p:tavLst>
                    </p:anim>
                    <p:anim calcmode="lin" valueType="num">
                      <p:cBhvr additive="base">
                        <p:cTn dur="500" fill="hold"/>
                        <p:tgtEl>
                          <p:spTgt spid="14"/>
                        </p:tgtEl>
                        <p:attrNameLst>
                          <p:attrName>ppt_y</p:attrName>
                        </p:attrNameLst>
                      </p:cBhvr>
                      <p:tavLst>
                        <p:tav tm="0">
                          <p:val>
                            <p:strVal val="1+#ppt_h/2"/>
                          </p:val>
                        </p:tav>
                        <p:tav tm="100000">
                          <p:val>
                            <p:strVal val="#ppt_y"/>
                          </p:val>
                        </p:tav>
                      </p:tavLst>
                    </p:anim>
                  </p:childTnLst>
                </p:cTn>
              </p:par>
            </p:tnLst>
          </p:tmpl>
        </p:tmplLst>
      </p:bldP>
      <p:bldP spid="23" grpId="0" animBg="1"/>
      <p:bldP spid="24"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24"/>
                        </p:tgtEl>
                        <p:attrNameLst>
                          <p:attrName>style.visibility</p:attrName>
                        </p:attrNameLst>
                      </p:cBhvr>
                      <p:to>
                        <p:strVal val="visible"/>
                      </p:to>
                    </p:set>
                    <p:anim calcmode="lin" valueType="num">
                      <p:cBhvr additive="base">
                        <p:cTn dur="500" fill="hold"/>
                        <p:tgtEl>
                          <p:spTgt spid="24"/>
                        </p:tgtEl>
                        <p:attrNameLst>
                          <p:attrName>ppt_x</p:attrName>
                        </p:attrNameLst>
                      </p:cBhvr>
                      <p:tavLst>
                        <p:tav tm="0">
                          <p:val>
                            <p:strVal val="#ppt_x"/>
                          </p:val>
                        </p:tav>
                        <p:tav tm="100000">
                          <p:val>
                            <p:strVal val="#ppt_x"/>
                          </p:val>
                        </p:tav>
                      </p:tavLst>
                    </p:anim>
                    <p:anim calcmode="lin" valueType="num">
                      <p:cBhvr additive="base">
                        <p:cTn dur="500" fill="hold"/>
                        <p:tgtEl>
                          <p:spTgt spid="24"/>
                        </p:tgtEl>
                        <p:attrNameLst>
                          <p:attrName>ppt_y</p:attrName>
                        </p:attrNameLst>
                      </p:cBhvr>
                      <p:tavLst>
                        <p:tav tm="0">
                          <p:val>
                            <p:strVal val="1+#ppt_h/2"/>
                          </p:val>
                        </p:tav>
                        <p:tav tm="100000">
                          <p:val>
                            <p:strVal val="#ppt_y"/>
                          </p:val>
                        </p:tav>
                      </p:tavLst>
                    </p:anim>
                  </p:childTnLst>
                </p:cTn>
              </p:par>
            </p:tnLst>
          </p:tmpl>
        </p:tmplLst>
      </p:bldP>
      <p:bldP spid="27" grpId="0" animBg="1"/>
      <p:bldP spid="28"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28"/>
                        </p:tgtEl>
                        <p:attrNameLst>
                          <p:attrName>style.visibility</p:attrName>
                        </p:attrNameLst>
                      </p:cBhvr>
                      <p:to>
                        <p:strVal val="visible"/>
                      </p:to>
                    </p:set>
                    <p:anim calcmode="lin" valueType="num">
                      <p:cBhvr additive="base">
                        <p:cTn dur="500" fill="hold"/>
                        <p:tgtEl>
                          <p:spTgt spid="28"/>
                        </p:tgtEl>
                        <p:attrNameLst>
                          <p:attrName>ppt_x</p:attrName>
                        </p:attrNameLst>
                      </p:cBhvr>
                      <p:tavLst>
                        <p:tav tm="0">
                          <p:val>
                            <p:strVal val="#ppt_x"/>
                          </p:val>
                        </p:tav>
                        <p:tav tm="100000">
                          <p:val>
                            <p:strVal val="#ppt_x"/>
                          </p:val>
                        </p:tav>
                      </p:tavLst>
                    </p:anim>
                    <p:anim calcmode="lin" valueType="num">
                      <p:cBhvr additive="base">
                        <p:cTn dur="500" fill="hold"/>
                        <p:tgtEl>
                          <p:spTgt spid="28"/>
                        </p:tgtEl>
                        <p:attrNameLst>
                          <p:attrName>ppt_y</p:attrName>
                        </p:attrNameLst>
                      </p:cBhvr>
                      <p:tavLst>
                        <p:tav tm="0">
                          <p:val>
                            <p:strVal val="1+#ppt_h/2"/>
                          </p:val>
                        </p:tav>
                        <p:tav tm="100000">
                          <p:val>
                            <p:strVal val="#ppt_y"/>
                          </p:val>
                        </p:tav>
                      </p:tavLst>
                    </p:anim>
                  </p:childTnLst>
                </p:cTn>
              </p:par>
            </p:tnLst>
          </p:tmpl>
        </p:tmplLst>
      </p:bldP>
      <p:bldP spid="32" grpId="0" animBg="1"/>
      <p:bldP spid="33"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33"/>
                        </p:tgtEl>
                        <p:attrNameLst>
                          <p:attrName>style.visibility</p:attrName>
                        </p:attrNameLst>
                      </p:cBhvr>
                      <p:to>
                        <p:strVal val="visible"/>
                      </p:to>
                    </p:set>
                    <p:anim calcmode="lin" valueType="num">
                      <p:cBhvr additive="base">
                        <p:cTn dur="500" fill="hold"/>
                        <p:tgtEl>
                          <p:spTgt spid="33"/>
                        </p:tgtEl>
                        <p:attrNameLst>
                          <p:attrName>ppt_x</p:attrName>
                        </p:attrNameLst>
                      </p:cBhvr>
                      <p:tavLst>
                        <p:tav tm="0">
                          <p:val>
                            <p:strVal val="#ppt_x"/>
                          </p:val>
                        </p:tav>
                        <p:tav tm="100000">
                          <p:val>
                            <p:strVal val="#ppt_x"/>
                          </p:val>
                        </p:tav>
                      </p:tavLst>
                    </p:anim>
                    <p:anim calcmode="lin" valueType="num">
                      <p:cBhvr additive="base">
                        <p:cTn dur="500" fill="hold"/>
                        <p:tgtEl>
                          <p:spTgt spid="33"/>
                        </p:tgtEl>
                        <p:attrNameLst>
                          <p:attrName>ppt_y</p:attrName>
                        </p:attrNameLst>
                      </p:cBhvr>
                      <p:tavLst>
                        <p:tav tm="0">
                          <p:val>
                            <p:strVal val="1+#ppt_h/2"/>
                          </p:val>
                        </p:tav>
                        <p:tav tm="100000">
                          <p:val>
                            <p:strVal val="#ppt_y"/>
                          </p:val>
                        </p:tav>
                      </p:tavLst>
                    </p:anim>
                  </p:childTnLst>
                </p:cTn>
              </p:par>
            </p:tnLst>
          </p:tmpl>
        </p:tmplLst>
      </p:bldP>
      <p:bldP spid="38" grpId="0" animBg="1"/>
      <p:bldP spid="39"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39"/>
                        </p:tgtEl>
                        <p:attrNameLst>
                          <p:attrName>style.visibility</p:attrName>
                        </p:attrNameLst>
                      </p:cBhvr>
                      <p:to>
                        <p:strVal val="visible"/>
                      </p:to>
                    </p:set>
                    <p:anim calcmode="lin" valueType="num">
                      <p:cBhvr additive="base">
                        <p:cTn dur="500" fill="hold"/>
                        <p:tgtEl>
                          <p:spTgt spid="39"/>
                        </p:tgtEl>
                        <p:attrNameLst>
                          <p:attrName>ppt_x</p:attrName>
                        </p:attrNameLst>
                      </p:cBhvr>
                      <p:tavLst>
                        <p:tav tm="0">
                          <p:val>
                            <p:strVal val="#ppt_x"/>
                          </p:val>
                        </p:tav>
                        <p:tav tm="100000">
                          <p:val>
                            <p:strVal val="#ppt_x"/>
                          </p:val>
                        </p:tav>
                      </p:tavLst>
                    </p:anim>
                    <p:anim calcmode="lin" valueType="num">
                      <p:cBhvr additive="base">
                        <p:cTn dur="500" fill="hold"/>
                        <p:tgtEl>
                          <p:spTgt spid="39"/>
                        </p:tgtEl>
                        <p:attrNameLst>
                          <p:attrName>ppt_y</p:attrName>
                        </p:attrNameLst>
                      </p:cBhvr>
                      <p:tavLst>
                        <p:tav tm="0">
                          <p:val>
                            <p:strVal val="1+#ppt_h/2"/>
                          </p:val>
                        </p:tav>
                        <p:tav tm="100000">
                          <p:val>
                            <p:strVal val="#ppt_y"/>
                          </p:val>
                        </p:tav>
                      </p:tavLst>
                    </p:anim>
                  </p:childTnLst>
                </p:cTn>
              </p:par>
            </p:tnLst>
          </p:tmpl>
        </p:tmplLst>
      </p:bldP>
      <p:bldP spid="21" grpId="0" animBg="1"/>
      <p:bldP spid="22"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2"/>
                        </p:tgtEl>
                        <p:attrNameLst>
                          <p:attrName>style.visibility</p:attrName>
                        </p:attrNameLst>
                      </p:cBhvr>
                      <p:to>
                        <p:strVal val="visible"/>
                      </p:to>
                    </p:set>
                    <p:animEffect transition="in" filter="wipe(down)">
                      <p:cBhvr>
                        <p:cTn dur="500"/>
                        <p:tgtEl>
                          <p:spTgt spid="22"/>
                        </p:tgtEl>
                      </p:cBhvr>
                    </p:animEffect>
                  </p:childTnLst>
                </p:cTn>
              </p:par>
            </p:tnLst>
          </p:tmpl>
        </p:tmplLst>
      </p:bldP>
      <p:bldP spid="25" grpId="0" animBg="1"/>
      <p:bldP spid="26"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6"/>
                        </p:tgtEl>
                        <p:attrNameLst>
                          <p:attrName>style.visibility</p:attrName>
                        </p:attrNameLst>
                      </p:cBhvr>
                      <p:to>
                        <p:strVal val="visible"/>
                      </p:to>
                    </p:set>
                    <p:animEffect transition="in" filter="wipe(down)">
                      <p:cBhvr>
                        <p:cTn dur="500"/>
                        <p:tgtEl>
                          <p:spTgt spid="26"/>
                        </p:tgtEl>
                      </p:cBhvr>
                    </p:animEffect>
                  </p:childTnLst>
                </p:cTn>
              </p:par>
            </p:tnLst>
          </p:tmpl>
        </p:tmplLst>
      </p:bldP>
      <p:bldP spid="29" grpId="0" animBg="1"/>
      <p:bldP spid="30"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30"/>
                        </p:tgtEl>
                        <p:attrNameLst>
                          <p:attrName>style.visibility</p:attrName>
                        </p:attrNameLst>
                      </p:cBhvr>
                      <p:to>
                        <p:strVal val="visible"/>
                      </p:to>
                    </p:set>
                    <p:animEffect transition="in" filter="wipe(down)">
                      <p:cBhvr>
                        <p:cTn dur="500"/>
                        <p:tgtEl>
                          <p:spTgt spid="30"/>
                        </p:tgtEl>
                      </p:cBhvr>
                    </p:animEffect>
                  </p:childTnLst>
                </p:cTn>
              </p:par>
            </p:tnLst>
          </p:tmpl>
        </p:tmplLst>
      </p:bldP>
      <p:bldP spid="35" grpId="0" animBg="1"/>
      <p:bldP spid="36"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36"/>
                        </p:tgtEl>
                        <p:attrNameLst>
                          <p:attrName>style.visibility</p:attrName>
                        </p:attrNameLst>
                      </p:cBhvr>
                      <p:to>
                        <p:strVal val="visible"/>
                      </p:to>
                    </p:set>
                    <p:animEffect transition="in" filter="wipe(down)">
                      <p:cBhvr>
                        <p:cTn dur="500"/>
                        <p:tgtEl>
                          <p:spTgt spid="36"/>
                        </p:tgtEl>
                      </p:cBhvr>
                    </p:animEffect>
                  </p:childTnLst>
                </p:cTn>
              </p:par>
            </p:tnLst>
          </p:tmpl>
        </p:tmplLst>
      </p:bldP>
      <p:bldP spid="41" grpId="0" animBg="1"/>
      <p:bldP spid="44"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44"/>
                        </p:tgtEl>
                        <p:attrNameLst>
                          <p:attrName>style.visibility</p:attrName>
                        </p:attrNameLst>
                      </p:cBhvr>
                      <p:to>
                        <p:strVal val="visible"/>
                      </p:to>
                    </p:set>
                    <p:animEffect transition="in" filter="wipe(down)">
                      <p:cBhvr>
                        <p:cTn dur="500"/>
                        <p:tgtEl>
                          <p:spTgt spid="44"/>
                        </p:tgtEl>
                      </p:cBhvr>
                    </p:animEffect>
                  </p:childTnLst>
                </p:cTn>
              </p:par>
            </p:tnLst>
          </p:tmpl>
        </p:tmplLst>
      </p:bldP>
    </p:bldLst>
  </p:timing>
</p:sldLayout>
</file>

<file path=ppt/slideLayouts/slideLayout337.xml><?xml version="1.0" encoding="utf-8"?>
<p:sldLayout xmlns:a="http://schemas.openxmlformats.org/drawingml/2006/main" xmlns:r="http://schemas.openxmlformats.org/officeDocument/2006/relationships" xmlns:p="http://schemas.openxmlformats.org/presentationml/2006/main" preserve="1" userDrawn="1">
  <p:cSld name="2_Team09">
    <p:spTree>
      <p:nvGrpSpPr>
        <p:cNvPr id="1" name=""/>
        <p:cNvGrpSpPr/>
        <p:nvPr/>
      </p:nvGrpSpPr>
      <p:grpSpPr>
        <a:xfrm>
          <a:off x="0" y="0"/>
          <a:ext cx="0" cy="0"/>
          <a:chOff x="0" y="0"/>
          <a:chExt cx="0" cy="0"/>
        </a:xfrm>
      </p:grpSpPr>
      <p:sp>
        <p:nvSpPr>
          <p:cNvPr id="31" name="Picture Placeholder 7"/>
          <p:cNvSpPr>
            <a:spLocks noGrp="1"/>
          </p:cNvSpPr>
          <p:nvPr>
            <p:ph type="pic" sz="quarter" idx="10" hasCustomPrompt="1"/>
          </p:nvPr>
        </p:nvSpPr>
        <p:spPr>
          <a:xfrm>
            <a:off x="876172" y="2006600"/>
            <a:ext cx="1895355" cy="1894789"/>
          </a:xfrm>
          <a:prstGeom prst="ellipse">
            <a:avLst/>
          </a:prstGeom>
          <a:ln w="19050">
            <a:solidFill>
              <a:schemeClr val="accent1"/>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14" name="Text Placeholder 3"/>
          <p:cNvSpPr>
            <a:spLocks noGrp="1"/>
          </p:cNvSpPr>
          <p:nvPr>
            <p:ph type="body" sz="half" idx="15"/>
          </p:nvPr>
        </p:nvSpPr>
        <p:spPr>
          <a:xfrm>
            <a:off x="849403" y="4644196"/>
            <a:ext cx="1948892" cy="1231107"/>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3" name="Picture Placeholder 7"/>
          <p:cNvSpPr>
            <a:spLocks noGrp="1"/>
          </p:cNvSpPr>
          <p:nvPr>
            <p:ph type="pic" sz="quarter" idx="17" hasCustomPrompt="1"/>
          </p:nvPr>
        </p:nvSpPr>
        <p:spPr>
          <a:xfrm>
            <a:off x="3011255" y="2006600"/>
            <a:ext cx="1895355" cy="1894789"/>
          </a:xfrm>
          <a:prstGeom prst="ellipse">
            <a:avLst/>
          </a:prstGeom>
          <a:ln w="19050">
            <a:solidFill>
              <a:schemeClr val="accent2"/>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24" name="Text Placeholder 3"/>
          <p:cNvSpPr>
            <a:spLocks noGrp="1"/>
          </p:cNvSpPr>
          <p:nvPr>
            <p:ph type="body" sz="half" idx="18"/>
          </p:nvPr>
        </p:nvSpPr>
        <p:spPr>
          <a:xfrm>
            <a:off x="2984486" y="4644196"/>
            <a:ext cx="1948892" cy="1231107"/>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7" name="Picture Placeholder 7"/>
          <p:cNvSpPr>
            <a:spLocks noGrp="1"/>
          </p:cNvSpPr>
          <p:nvPr>
            <p:ph type="pic" sz="quarter" idx="20" hasCustomPrompt="1"/>
          </p:nvPr>
        </p:nvSpPr>
        <p:spPr>
          <a:xfrm>
            <a:off x="5131884" y="2006600"/>
            <a:ext cx="1895355" cy="1894789"/>
          </a:xfrm>
          <a:prstGeom prst="ellipse">
            <a:avLst/>
          </a:prstGeom>
          <a:ln w="19050">
            <a:solidFill>
              <a:schemeClr val="accent3"/>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28" name="Text Placeholder 3"/>
          <p:cNvSpPr>
            <a:spLocks noGrp="1"/>
          </p:cNvSpPr>
          <p:nvPr>
            <p:ph type="body" sz="half" idx="21"/>
          </p:nvPr>
        </p:nvSpPr>
        <p:spPr>
          <a:xfrm>
            <a:off x="5105115" y="4644196"/>
            <a:ext cx="1948892" cy="1231107"/>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32" name="Picture Placeholder 7"/>
          <p:cNvSpPr>
            <a:spLocks noGrp="1"/>
          </p:cNvSpPr>
          <p:nvPr>
            <p:ph type="pic" sz="quarter" idx="23" hasCustomPrompt="1"/>
          </p:nvPr>
        </p:nvSpPr>
        <p:spPr>
          <a:xfrm>
            <a:off x="7241708" y="2006600"/>
            <a:ext cx="1895355" cy="1894789"/>
          </a:xfrm>
          <a:prstGeom prst="ellipse">
            <a:avLst/>
          </a:prstGeom>
          <a:ln w="19050">
            <a:solidFill>
              <a:schemeClr val="accent4"/>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33" name="Text Placeholder 3"/>
          <p:cNvSpPr>
            <a:spLocks noGrp="1"/>
          </p:cNvSpPr>
          <p:nvPr>
            <p:ph type="body" sz="half" idx="24"/>
          </p:nvPr>
        </p:nvSpPr>
        <p:spPr>
          <a:xfrm>
            <a:off x="7214939" y="4644196"/>
            <a:ext cx="1948892" cy="1231107"/>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38" name="Picture Placeholder 7"/>
          <p:cNvSpPr>
            <a:spLocks noGrp="1"/>
          </p:cNvSpPr>
          <p:nvPr>
            <p:ph type="pic" sz="quarter" idx="26" hasCustomPrompt="1"/>
          </p:nvPr>
        </p:nvSpPr>
        <p:spPr>
          <a:xfrm>
            <a:off x="9373143" y="2006600"/>
            <a:ext cx="1895355" cy="1894789"/>
          </a:xfrm>
          <a:prstGeom prst="ellipse">
            <a:avLst/>
          </a:prstGeom>
          <a:ln w="19050">
            <a:solidFill>
              <a:schemeClr val="accent5"/>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39" name="Text Placeholder 3"/>
          <p:cNvSpPr>
            <a:spLocks noGrp="1"/>
          </p:cNvSpPr>
          <p:nvPr>
            <p:ph type="body" sz="half" idx="27"/>
          </p:nvPr>
        </p:nvSpPr>
        <p:spPr>
          <a:xfrm>
            <a:off x="9346374" y="4644196"/>
            <a:ext cx="1948892" cy="1231107"/>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2" name="Text Placeholder 3"/>
          <p:cNvSpPr>
            <a:spLocks noGrp="1"/>
          </p:cNvSpPr>
          <p:nvPr>
            <p:ph type="body" sz="half" idx="16"/>
          </p:nvPr>
        </p:nvSpPr>
        <p:spPr>
          <a:xfrm>
            <a:off x="1140228" y="3980808"/>
            <a:ext cx="1367243" cy="508973"/>
          </a:xfrm>
          <a:prstGeom prst="rect">
            <a:avLst/>
          </a:prstGeom>
        </p:spPr>
        <p:txBody>
          <a:bodyPr wrap="square" lIns="0" tIns="0" rIns="0" bIns="0" anchor="ctr">
            <a:noAutofit/>
          </a:bodyPr>
          <a:lstStyle>
            <a:lvl1pPr marL="0" indent="0" algn="ctr">
              <a:buNone/>
              <a:defRPr sz="1467" b="1" baseline="0">
                <a:solidFill>
                  <a:schemeClr val="accent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26" name="Text Placeholder 3"/>
          <p:cNvSpPr>
            <a:spLocks noGrp="1"/>
          </p:cNvSpPr>
          <p:nvPr>
            <p:ph type="body" sz="half" idx="19"/>
          </p:nvPr>
        </p:nvSpPr>
        <p:spPr>
          <a:xfrm>
            <a:off x="3275311" y="3980808"/>
            <a:ext cx="1367243" cy="508973"/>
          </a:xfrm>
          <a:prstGeom prst="rect">
            <a:avLst/>
          </a:prstGeom>
        </p:spPr>
        <p:txBody>
          <a:bodyPr wrap="square" lIns="0" tIns="0" rIns="0" bIns="0" anchor="ctr">
            <a:noAutofit/>
          </a:bodyPr>
          <a:lstStyle>
            <a:lvl1pPr marL="0" indent="0" algn="ctr">
              <a:buNone/>
              <a:defRPr sz="1467" b="1" baseline="0">
                <a:solidFill>
                  <a:schemeClr val="accent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30" name="Text Placeholder 3"/>
          <p:cNvSpPr>
            <a:spLocks noGrp="1"/>
          </p:cNvSpPr>
          <p:nvPr>
            <p:ph type="body" sz="half" idx="22"/>
          </p:nvPr>
        </p:nvSpPr>
        <p:spPr>
          <a:xfrm>
            <a:off x="5395940" y="3980808"/>
            <a:ext cx="1367243" cy="508973"/>
          </a:xfrm>
          <a:prstGeom prst="rect">
            <a:avLst/>
          </a:prstGeom>
        </p:spPr>
        <p:txBody>
          <a:bodyPr wrap="square" lIns="0" tIns="0" rIns="0" bIns="0" anchor="ctr">
            <a:noAutofit/>
          </a:bodyPr>
          <a:lstStyle>
            <a:lvl1pPr marL="0" indent="0" algn="ctr">
              <a:buNone/>
              <a:defRPr sz="1467" b="1" baseline="0">
                <a:solidFill>
                  <a:schemeClr val="accent3"/>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36" name="Text Placeholder 3"/>
          <p:cNvSpPr>
            <a:spLocks noGrp="1"/>
          </p:cNvSpPr>
          <p:nvPr>
            <p:ph type="body" sz="half" idx="25"/>
          </p:nvPr>
        </p:nvSpPr>
        <p:spPr>
          <a:xfrm>
            <a:off x="7505764" y="3980808"/>
            <a:ext cx="1367243" cy="508973"/>
          </a:xfrm>
          <a:prstGeom prst="rect">
            <a:avLst/>
          </a:prstGeom>
        </p:spPr>
        <p:txBody>
          <a:bodyPr wrap="square" lIns="0" tIns="0" rIns="0" bIns="0" anchor="ctr">
            <a:noAutofit/>
          </a:bodyPr>
          <a:lstStyle>
            <a:lvl1pPr marL="0" indent="0" algn="ctr">
              <a:buNone/>
              <a:defRPr sz="1467" b="1" baseline="0">
                <a:solidFill>
                  <a:schemeClr val="accent4"/>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44" name="Text Placeholder 3"/>
          <p:cNvSpPr>
            <a:spLocks noGrp="1"/>
          </p:cNvSpPr>
          <p:nvPr>
            <p:ph type="body" sz="half" idx="28"/>
          </p:nvPr>
        </p:nvSpPr>
        <p:spPr>
          <a:xfrm>
            <a:off x="9637199" y="3980808"/>
            <a:ext cx="1367243" cy="508973"/>
          </a:xfrm>
          <a:prstGeom prst="rect">
            <a:avLst/>
          </a:prstGeom>
        </p:spPr>
        <p:txBody>
          <a:bodyPr wrap="square" lIns="0" tIns="0" rIns="0" bIns="0" anchor="ctr">
            <a:noAutofit/>
          </a:bodyPr>
          <a:lstStyle>
            <a:lvl1pPr marL="0" indent="0" algn="ctr">
              <a:buNone/>
              <a:defRPr sz="1467" b="1" baseline="0">
                <a:solidFill>
                  <a:schemeClr val="accent5"/>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34"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37"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203313006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grpId="0" nodeType="afterEffect">
                                  <p:stCondLst>
                                    <p:cond delay="0"/>
                                  </p:stCondLst>
                                  <p:childTnLst>
                                    <p:set>
                                      <p:cBhvr>
                                        <p:cTn id="6" dur="1" fill="hold">
                                          <p:stCondLst>
                                            <p:cond delay="0"/>
                                          </p:stCondLst>
                                        </p:cTn>
                                        <p:tgtEl>
                                          <p:spTgt spid="31"/>
                                        </p:tgtEl>
                                        <p:attrNameLst>
                                          <p:attrName>style.visibility</p:attrName>
                                        </p:attrNameLst>
                                      </p:cBhvr>
                                      <p:to>
                                        <p:strVal val="visible"/>
                                      </p:to>
                                    </p:set>
                                    <p:anim calcmode="lin" valueType="num">
                                      <p:cBhvr>
                                        <p:cTn id="7" dur="500" fill="hold"/>
                                        <p:tgtEl>
                                          <p:spTgt spid="31"/>
                                        </p:tgtEl>
                                        <p:attrNameLst>
                                          <p:attrName>ppt_w</p:attrName>
                                        </p:attrNameLst>
                                      </p:cBhvr>
                                      <p:tavLst>
                                        <p:tav tm="0">
                                          <p:val>
                                            <p:fltVal val="0"/>
                                          </p:val>
                                        </p:tav>
                                        <p:tav tm="100000">
                                          <p:val>
                                            <p:strVal val="#ppt_w"/>
                                          </p:val>
                                        </p:tav>
                                      </p:tavLst>
                                    </p:anim>
                                    <p:anim calcmode="lin" valueType="num">
                                      <p:cBhvr>
                                        <p:cTn id="8" dur="500" fill="hold"/>
                                        <p:tgtEl>
                                          <p:spTgt spid="31"/>
                                        </p:tgtEl>
                                        <p:attrNameLst>
                                          <p:attrName>ppt_h</p:attrName>
                                        </p:attrNameLst>
                                      </p:cBhvr>
                                      <p:tavLst>
                                        <p:tav tm="0">
                                          <p:val>
                                            <p:fltVal val="0"/>
                                          </p:val>
                                        </p:tav>
                                        <p:tav tm="100000">
                                          <p:val>
                                            <p:strVal val="#ppt_h"/>
                                          </p:val>
                                        </p:tav>
                                      </p:tavLst>
                                    </p:anim>
                                    <p:animEffect transition="in" filter="fade">
                                      <p:cBhvr>
                                        <p:cTn id="9" dur="500"/>
                                        <p:tgtEl>
                                          <p:spTgt spid="31"/>
                                        </p:tgtEl>
                                      </p:cBhvr>
                                    </p:animEffect>
                                  </p:childTnLst>
                                </p:cTn>
                              </p:par>
                            </p:childTnLst>
                          </p:cTn>
                        </p:par>
                        <p:par>
                          <p:cTn id="10" fill="hold">
                            <p:stCondLst>
                              <p:cond delay="500"/>
                            </p:stCondLst>
                            <p:childTnLst>
                              <p:par>
                                <p:cTn id="11" presetID="22" presetClass="entr" presetSubtype="4" fill="hold" grpId="0" nodeType="afterEffect" nodePh="1">
                                  <p:stCondLst>
                                    <p:cond delay="0"/>
                                  </p:stCondLst>
                                  <p:endCondLst>
                                    <p:cond evt="begin" delay="0">
                                      <p:tn val="11"/>
                                    </p:cond>
                                  </p:endCondLst>
                                  <p:childTnLst>
                                    <p:set>
                                      <p:cBhvr>
                                        <p:cTn id="12" dur="1" fill="hold">
                                          <p:stCondLst>
                                            <p:cond delay="0"/>
                                          </p:stCondLst>
                                        </p:cTn>
                                        <p:tgtEl>
                                          <p:spTgt spid="22">
                                            <p:txEl>
                                              <p:pRg st="0" end="0"/>
                                            </p:txEl>
                                          </p:spTgt>
                                        </p:tgtEl>
                                        <p:attrNameLst>
                                          <p:attrName>style.visibility</p:attrName>
                                        </p:attrNameLst>
                                      </p:cBhvr>
                                      <p:to>
                                        <p:strVal val="visible"/>
                                      </p:to>
                                    </p:set>
                                    <p:animEffect transition="in" filter="wipe(down)">
                                      <p:cBhvr>
                                        <p:cTn id="13" dur="500"/>
                                        <p:tgtEl>
                                          <p:spTgt spid="22">
                                            <p:txEl>
                                              <p:pRg st="0" end="0"/>
                                            </p:txEl>
                                          </p:spTgt>
                                        </p:tgtEl>
                                      </p:cBhvr>
                                    </p:animEffect>
                                  </p:childTnLst>
                                </p:cTn>
                              </p:par>
                            </p:childTnLst>
                          </p:cTn>
                        </p:par>
                        <p:par>
                          <p:cTn id="14" fill="hold">
                            <p:stCondLst>
                              <p:cond delay="1000"/>
                            </p:stCondLst>
                            <p:childTnLst>
                              <p:par>
                                <p:cTn id="15" presetID="2" presetClass="entr" presetSubtype="4" accel="50000" decel="50000" fill="hold" grpId="0" nodeType="afterEffect" nodePh="1">
                                  <p:stCondLst>
                                    <p:cond delay="0"/>
                                  </p:stCondLst>
                                  <p:endCondLst>
                                    <p:cond evt="begin" delay="0">
                                      <p:tn val="15"/>
                                    </p:cond>
                                  </p:endCondLst>
                                  <p:childTnLst>
                                    <p:set>
                                      <p:cBhvr>
                                        <p:cTn id="16" dur="1" fill="hold">
                                          <p:stCondLst>
                                            <p:cond delay="0"/>
                                          </p:stCondLst>
                                        </p:cTn>
                                        <p:tgtEl>
                                          <p:spTgt spid="14">
                                            <p:txEl>
                                              <p:pRg st="0" end="0"/>
                                            </p:txEl>
                                          </p:spTgt>
                                        </p:tgtEl>
                                        <p:attrNameLst>
                                          <p:attrName>style.visibility</p:attrName>
                                        </p:attrNameLst>
                                      </p:cBhvr>
                                      <p:to>
                                        <p:strVal val="visible"/>
                                      </p:to>
                                    </p:set>
                                    <p:anim calcmode="lin" valueType="num">
                                      <p:cBhvr additive="base">
                                        <p:cTn id="17" dur="500" fill="hold"/>
                                        <p:tgtEl>
                                          <p:spTgt spid="14">
                                            <p:txEl>
                                              <p:pRg st="0" end="0"/>
                                            </p:txEl>
                                          </p:spTgt>
                                        </p:tgtEl>
                                        <p:attrNameLst>
                                          <p:attrName>ppt_x</p:attrName>
                                        </p:attrNameLst>
                                      </p:cBhvr>
                                      <p:tavLst>
                                        <p:tav tm="0">
                                          <p:val>
                                            <p:strVal val="#ppt_x"/>
                                          </p:val>
                                        </p:tav>
                                        <p:tav tm="100000">
                                          <p:val>
                                            <p:strVal val="#ppt_x"/>
                                          </p:val>
                                        </p:tav>
                                      </p:tavLst>
                                    </p:anim>
                                    <p:anim calcmode="lin" valueType="num">
                                      <p:cBhvr additive="base">
                                        <p:cTn id="18" dur="500" fill="hold"/>
                                        <p:tgtEl>
                                          <p:spTgt spid="14">
                                            <p:txEl>
                                              <p:pRg st="0" end="0"/>
                                            </p:txEl>
                                          </p:spTgt>
                                        </p:tgtEl>
                                        <p:attrNameLst>
                                          <p:attrName>ppt_y</p:attrName>
                                        </p:attrNameLst>
                                      </p:cBhvr>
                                      <p:tavLst>
                                        <p:tav tm="0">
                                          <p:val>
                                            <p:strVal val="1+#ppt_h/2"/>
                                          </p:val>
                                        </p:tav>
                                        <p:tav tm="100000">
                                          <p:val>
                                            <p:strVal val="#ppt_y"/>
                                          </p:val>
                                        </p:tav>
                                      </p:tavLst>
                                    </p:anim>
                                  </p:childTnLst>
                                </p:cTn>
                              </p:par>
                            </p:childTnLst>
                          </p:cTn>
                        </p:par>
                        <p:par>
                          <p:cTn id="19" fill="hold">
                            <p:stCondLst>
                              <p:cond delay="1500"/>
                            </p:stCondLst>
                            <p:childTnLst>
                              <p:par>
                                <p:cTn id="20" presetID="53" presetClass="entr" presetSubtype="0" fill="hold" grpId="0" nodeType="afterEffect">
                                  <p:stCondLst>
                                    <p:cond delay="0"/>
                                  </p:stCondLst>
                                  <p:childTnLst>
                                    <p:set>
                                      <p:cBhvr>
                                        <p:cTn id="21" dur="1" fill="hold">
                                          <p:stCondLst>
                                            <p:cond delay="0"/>
                                          </p:stCondLst>
                                        </p:cTn>
                                        <p:tgtEl>
                                          <p:spTgt spid="23"/>
                                        </p:tgtEl>
                                        <p:attrNameLst>
                                          <p:attrName>style.visibility</p:attrName>
                                        </p:attrNameLst>
                                      </p:cBhvr>
                                      <p:to>
                                        <p:strVal val="visible"/>
                                      </p:to>
                                    </p:set>
                                    <p:anim calcmode="lin" valueType="num">
                                      <p:cBhvr>
                                        <p:cTn id="22" dur="500" fill="hold"/>
                                        <p:tgtEl>
                                          <p:spTgt spid="23"/>
                                        </p:tgtEl>
                                        <p:attrNameLst>
                                          <p:attrName>ppt_w</p:attrName>
                                        </p:attrNameLst>
                                      </p:cBhvr>
                                      <p:tavLst>
                                        <p:tav tm="0">
                                          <p:val>
                                            <p:fltVal val="0"/>
                                          </p:val>
                                        </p:tav>
                                        <p:tav tm="100000">
                                          <p:val>
                                            <p:strVal val="#ppt_w"/>
                                          </p:val>
                                        </p:tav>
                                      </p:tavLst>
                                    </p:anim>
                                    <p:anim calcmode="lin" valueType="num">
                                      <p:cBhvr>
                                        <p:cTn id="23" dur="500" fill="hold"/>
                                        <p:tgtEl>
                                          <p:spTgt spid="23"/>
                                        </p:tgtEl>
                                        <p:attrNameLst>
                                          <p:attrName>ppt_h</p:attrName>
                                        </p:attrNameLst>
                                      </p:cBhvr>
                                      <p:tavLst>
                                        <p:tav tm="0">
                                          <p:val>
                                            <p:fltVal val="0"/>
                                          </p:val>
                                        </p:tav>
                                        <p:tav tm="100000">
                                          <p:val>
                                            <p:strVal val="#ppt_h"/>
                                          </p:val>
                                        </p:tav>
                                      </p:tavLst>
                                    </p:anim>
                                    <p:animEffect transition="in" filter="fade">
                                      <p:cBhvr>
                                        <p:cTn id="24" dur="500"/>
                                        <p:tgtEl>
                                          <p:spTgt spid="23"/>
                                        </p:tgtEl>
                                      </p:cBhvr>
                                    </p:animEffect>
                                  </p:childTnLst>
                                </p:cTn>
                              </p:par>
                            </p:childTnLst>
                          </p:cTn>
                        </p:par>
                        <p:par>
                          <p:cTn id="25" fill="hold">
                            <p:stCondLst>
                              <p:cond delay="2000"/>
                            </p:stCondLst>
                            <p:childTnLst>
                              <p:par>
                                <p:cTn id="26" presetID="22" presetClass="entr" presetSubtype="4" fill="hold" grpId="0" nodeType="afterEffect" nodePh="1">
                                  <p:stCondLst>
                                    <p:cond delay="0"/>
                                  </p:stCondLst>
                                  <p:endCondLst>
                                    <p:cond evt="begin" delay="0">
                                      <p:tn val="26"/>
                                    </p:cond>
                                  </p:endCondLst>
                                  <p:childTnLst>
                                    <p:set>
                                      <p:cBhvr>
                                        <p:cTn id="27" dur="1" fill="hold">
                                          <p:stCondLst>
                                            <p:cond delay="0"/>
                                          </p:stCondLst>
                                        </p:cTn>
                                        <p:tgtEl>
                                          <p:spTgt spid="26">
                                            <p:txEl>
                                              <p:pRg st="0" end="0"/>
                                            </p:txEl>
                                          </p:spTgt>
                                        </p:tgtEl>
                                        <p:attrNameLst>
                                          <p:attrName>style.visibility</p:attrName>
                                        </p:attrNameLst>
                                      </p:cBhvr>
                                      <p:to>
                                        <p:strVal val="visible"/>
                                      </p:to>
                                    </p:set>
                                    <p:animEffect transition="in" filter="wipe(down)">
                                      <p:cBhvr>
                                        <p:cTn id="28" dur="500"/>
                                        <p:tgtEl>
                                          <p:spTgt spid="26">
                                            <p:txEl>
                                              <p:pRg st="0" end="0"/>
                                            </p:txEl>
                                          </p:spTgt>
                                        </p:tgtEl>
                                      </p:cBhvr>
                                    </p:animEffect>
                                  </p:childTnLst>
                                </p:cTn>
                              </p:par>
                            </p:childTnLst>
                          </p:cTn>
                        </p:par>
                        <p:par>
                          <p:cTn id="29" fill="hold">
                            <p:stCondLst>
                              <p:cond delay="2500"/>
                            </p:stCondLst>
                            <p:childTnLst>
                              <p:par>
                                <p:cTn id="30" presetID="2" presetClass="entr" presetSubtype="4" accel="50000" decel="50000" fill="hold" grpId="0" nodeType="afterEffect" nodePh="1">
                                  <p:stCondLst>
                                    <p:cond delay="0"/>
                                  </p:stCondLst>
                                  <p:endCondLst>
                                    <p:cond evt="begin" delay="0">
                                      <p:tn val="30"/>
                                    </p:cond>
                                  </p:endCondLst>
                                  <p:childTnLst>
                                    <p:set>
                                      <p:cBhvr>
                                        <p:cTn id="31" dur="1" fill="hold">
                                          <p:stCondLst>
                                            <p:cond delay="0"/>
                                          </p:stCondLst>
                                        </p:cTn>
                                        <p:tgtEl>
                                          <p:spTgt spid="24">
                                            <p:txEl>
                                              <p:pRg st="0" end="0"/>
                                            </p:txEl>
                                          </p:spTgt>
                                        </p:tgtEl>
                                        <p:attrNameLst>
                                          <p:attrName>style.visibility</p:attrName>
                                        </p:attrNameLst>
                                      </p:cBhvr>
                                      <p:to>
                                        <p:strVal val="visible"/>
                                      </p:to>
                                    </p:set>
                                    <p:anim calcmode="lin" valueType="num">
                                      <p:cBhvr additive="base">
                                        <p:cTn id="32"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additive="base">
                                        <p:cTn id="33" dur="500" fill="hold"/>
                                        <p:tgtEl>
                                          <p:spTgt spid="24">
                                            <p:txEl>
                                              <p:pRg st="0" end="0"/>
                                            </p:txEl>
                                          </p:spTgt>
                                        </p:tgtEl>
                                        <p:attrNameLst>
                                          <p:attrName>ppt_y</p:attrName>
                                        </p:attrNameLst>
                                      </p:cBhvr>
                                      <p:tavLst>
                                        <p:tav tm="0">
                                          <p:val>
                                            <p:strVal val="1+#ppt_h/2"/>
                                          </p:val>
                                        </p:tav>
                                        <p:tav tm="100000">
                                          <p:val>
                                            <p:strVal val="#ppt_y"/>
                                          </p:val>
                                        </p:tav>
                                      </p:tavLst>
                                    </p:anim>
                                  </p:childTnLst>
                                </p:cTn>
                              </p:par>
                            </p:childTnLst>
                          </p:cTn>
                        </p:par>
                        <p:par>
                          <p:cTn id="34" fill="hold">
                            <p:stCondLst>
                              <p:cond delay="3000"/>
                            </p:stCondLst>
                            <p:childTnLst>
                              <p:par>
                                <p:cTn id="35" presetID="53" presetClass="entr" presetSubtype="0" fill="hold" grpId="0" nodeType="afterEffect">
                                  <p:stCondLst>
                                    <p:cond delay="0"/>
                                  </p:stCondLst>
                                  <p:childTnLst>
                                    <p:set>
                                      <p:cBhvr>
                                        <p:cTn id="36" dur="1" fill="hold">
                                          <p:stCondLst>
                                            <p:cond delay="0"/>
                                          </p:stCondLst>
                                        </p:cTn>
                                        <p:tgtEl>
                                          <p:spTgt spid="27"/>
                                        </p:tgtEl>
                                        <p:attrNameLst>
                                          <p:attrName>style.visibility</p:attrName>
                                        </p:attrNameLst>
                                      </p:cBhvr>
                                      <p:to>
                                        <p:strVal val="visible"/>
                                      </p:to>
                                    </p:set>
                                    <p:anim calcmode="lin" valueType="num">
                                      <p:cBhvr>
                                        <p:cTn id="37" dur="500" fill="hold"/>
                                        <p:tgtEl>
                                          <p:spTgt spid="27"/>
                                        </p:tgtEl>
                                        <p:attrNameLst>
                                          <p:attrName>ppt_w</p:attrName>
                                        </p:attrNameLst>
                                      </p:cBhvr>
                                      <p:tavLst>
                                        <p:tav tm="0">
                                          <p:val>
                                            <p:fltVal val="0"/>
                                          </p:val>
                                        </p:tav>
                                        <p:tav tm="100000">
                                          <p:val>
                                            <p:strVal val="#ppt_w"/>
                                          </p:val>
                                        </p:tav>
                                      </p:tavLst>
                                    </p:anim>
                                    <p:anim calcmode="lin" valueType="num">
                                      <p:cBhvr>
                                        <p:cTn id="38" dur="500" fill="hold"/>
                                        <p:tgtEl>
                                          <p:spTgt spid="27"/>
                                        </p:tgtEl>
                                        <p:attrNameLst>
                                          <p:attrName>ppt_h</p:attrName>
                                        </p:attrNameLst>
                                      </p:cBhvr>
                                      <p:tavLst>
                                        <p:tav tm="0">
                                          <p:val>
                                            <p:fltVal val="0"/>
                                          </p:val>
                                        </p:tav>
                                        <p:tav tm="100000">
                                          <p:val>
                                            <p:strVal val="#ppt_h"/>
                                          </p:val>
                                        </p:tav>
                                      </p:tavLst>
                                    </p:anim>
                                    <p:animEffect transition="in" filter="fade">
                                      <p:cBhvr>
                                        <p:cTn id="39" dur="500"/>
                                        <p:tgtEl>
                                          <p:spTgt spid="27"/>
                                        </p:tgtEl>
                                      </p:cBhvr>
                                    </p:animEffect>
                                  </p:childTnLst>
                                </p:cTn>
                              </p:par>
                            </p:childTnLst>
                          </p:cTn>
                        </p:par>
                        <p:par>
                          <p:cTn id="40" fill="hold">
                            <p:stCondLst>
                              <p:cond delay="3500"/>
                            </p:stCondLst>
                            <p:childTnLst>
                              <p:par>
                                <p:cTn id="41" presetID="22" presetClass="entr" presetSubtype="4" fill="hold" grpId="0" nodeType="afterEffect" nodePh="1">
                                  <p:stCondLst>
                                    <p:cond delay="0"/>
                                  </p:stCondLst>
                                  <p:endCondLst>
                                    <p:cond evt="begin" delay="0">
                                      <p:tn val="41"/>
                                    </p:cond>
                                  </p:endCondLst>
                                  <p:childTnLst>
                                    <p:set>
                                      <p:cBhvr>
                                        <p:cTn id="42" dur="1" fill="hold">
                                          <p:stCondLst>
                                            <p:cond delay="0"/>
                                          </p:stCondLst>
                                        </p:cTn>
                                        <p:tgtEl>
                                          <p:spTgt spid="30">
                                            <p:txEl>
                                              <p:pRg st="0" end="0"/>
                                            </p:txEl>
                                          </p:spTgt>
                                        </p:tgtEl>
                                        <p:attrNameLst>
                                          <p:attrName>style.visibility</p:attrName>
                                        </p:attrNameLst>
                                      </p:cBhvr>
                                      <p:to>
                                        <p:strVal val="visible"/>
                                      </p:to>
                                    </p:set>
                                    <p:animEffect transition="in" filter="wipe(down)">
                                      <p:cBhvr>
                                        <p:cTn id="43" dur="500"/>
                                        <p:tgtEl>
                                          <p:spTgt spid="30">
                                            <p:txEl>
                                              <p:pRg st="0" end="0"/>
                                            </p:txEl>
                                          </p:spTgt>
                                        </p:tgtEl>
                                      </p:cBhvr>
                                    </p:animEffect>
                                  </p:childTnLst>
                                </p:cTn>
                              </p:par>
                            </p:childTnLst>
                          </p:cTn>
                        </p:par>
                        <p:par>
                          <p:cTn id="44" fill="hold">
                            <p:stCondLst>
                              <p:cond delay="4000"/>
                            </p:stCondLst>
                            <p:childTnLst>
                              <p:par>
                                <p:cTn id="45" presetID="2" presetClass="entr" presetSubtype="4" accel="50000" decel="50000" fill="hold" grpId="0" nodeType="afterEffect" nodePh="1">
                                  <p:stCondLst>
                                    <p:cond delay="0"/>
                                  </p:stCondLst>
                                  <p:endCondLst>
                                    <p:cond evt="begin" delay="0">
                                      <p:tn val="45"/>
                                    </p:cond>
                                  </p:endCondLst>
                                  <p:childTnLst>
                                    <p:set>
                                      <p:cBhvr>
                                        <p:cTn id="46" dur="1" fill="hold">
                                          <p:stCondLst>
                                            <p:cond delay="0"/>
                                          </p:stCondLst>
                                        </p:cTn>
                                        <p:tgtEl>
                                          <p:spTgt spid="28">
                                            <p:txEl>
                                              <p:pRg st="0" end="0"/>
                                            </p:txEl>
                                          </p:spTgt>
                                        </p:tgtEl>
                                        <p:attrNameLst>
                                          <p:attrName>style.visibility</p:attrName>
                                        </p:attrNameLst>
                                      </p:cBhvr>
                                      <p:to>
                                        <p:strVal val="visible"/>
                                      </p:to>
                                    </p:set>
                                    <p:anim calcmode="lin" valueType="num">
                                      <p:cBhvr additive="base">
                                        <p:cTn id="47" dur="500" fill="hold"/>
                                        <p:tgtEl>
                                          <p:spTgt spid="28">
                                            <p:txEl>
                                              <p:pRg st="0" end="0"/>
                                            </p:txEl>
                                          </p:spTgt>
                                        </p:tgtEl>
                                        <p:attrNameLst>
                                          <p:attrName>ppt_x</p:attrName>
                                        </p:attrNameLst>
                                      </p:cBhvr>
                                      <p:tavLst>
                                        <p:tav tm="0">
                                          <p:val>
                                            <p:strVal val="#ppt_x"/>
                                          </p:val>
                                        </p:tav>
                                        <p:tav tm="100000">
                                          <p:val>
                                            <p:strVal val="#ppt_x"/>
                                          </p:val>
                                        </p:tav>
                                      </p:tavLst>
                                    </p:anim>
                                    <p:anim calcmode="lin" valueType="num">
                                      <p:cBhvr additive="base">
                                        <p:cTn id="48" dur="500" fill="hold"/>
                                        <p:tgtEl>
                                          <p:spTgt spid="28">
                                            <p:txEl>
                                              <p:pRg st="0" end="0"/>
                                            </p:txEl>
                                          </p:spTgt>
                                        </p:tgtEl>
                                        <p:attrNameLst>
                                          <p:attrName>ppt_y</p:attrName>
                                        </p:attrNameLst>
                                      </p:cBhvr>
                                      <p:tavLst>
                                        <p:tav tm="0">
                                          <p:val>
                                            <p:strVal val="1+#ppt_h/2"/>
                                          </p:val>
                                        </p:tav>
                                        <p:tav tm="100000">
                                          <p:val>
                                            <p:strVal val="#ppt_y"/>
                                          </p:val>
                                        </p:tav>
                                      </p:tavLst>
                                    </p:anim>
                                  </p:childTnLst>
                                </p:cTn>
                              </p:par>
                            </p:childTnLst>
                          </p:cTn>
                        </p:par>
                        <p:par>
                          <p:cTn id="49" fill="hold">
                            <p:stCondLst>
                              <p:cond delay="4500"/>
                            </p:stCondLst>
                            <p:childTnLst>
                              <p:par>
                                <p:cTn id="50" presetID="53" presetClass="entr" presetSubtype="0" fill="hold" grpId="0" nodeType="afterEffect">
                                  <p:stCondLst>
                                    <p:cond delay="0"/>
                                  </p:stCondLst>
                                  <p:childTnLst>
                                    <p:set>
                                      <p:cBhvr>
                                        <p:cTn id="51" dur="1" fill="hold">
                                          <p:stCondLst>
                                            <p:cond delay="0"/>
                                          </p:stCondLst>
                                        </p:cTn>
                                        <p:tgtEl>
                                          <p:spTgt spid="32"/>
                                        </p:tgtEl>
                                        <p:attrNameLst>
                                          <p:attrName>style.visibility</p:attrName>
                                        </p:attrNameLst>
                                      </p:cBhvr>
                                      <p:to>
                                        <p:strVal val="visible"/>
                                      </p:to>
                                    </p:set>
                                    <p:anim calcmode="lin" valueType="num">
                                      <p:cBhvr>
                                        <p:cTn id="52" dur="500" fill="hold"/>
                                        <p:tgtEl>
                                          <p:spTgt spid="32"/>
                                        </p:tgtEl>
                                        <p:attrNameLst>
                                          <p:attrName>ppt_w</p:attrName>
                                        </p:attrNameLst>
                                      </p:cBhvr>
                                      <p:tavLst>
                                        <p:tav tm="0">
                                          <p:val>
                                            <p:fltVal val="0"/>
                                          </p:val>
                                        </p:tav>
                                        <p:tav tm="100000">
                                          <p:val>
                                            <p:strVal val="#ppt_w"/>
                                          </p:val>
                                        </p:tav>
                                      </p:tavLst>
                                    </p:anim>
                                    <p:anim calcmode="lin" valueType="num">
                                      <p:cBhvr>
                                        <p:cTn id="53" dur="500" fill="hold"/>
                                        <p:tgtEl>
                                          <p:spTgt spid="32"/>
                                        </p:tgtEl>
                                        <p:attrNameLst>
                                          <p:attrName>ppt_h</p:attrName>
                                        </p:attrNameLst>
                                      </p:cBhvr>
                                      <p:tavLst>
                                        <p:tav tm="0">
                                          <p:val>
                                            <p:fltVal val="0"/>
                                          </p:val>
                                        </p:tav>
                                        <p:tav tm="100000">
                                          <p:val>
                                            <p:strVal val="#ppt_h"/>
                                          </p:val>
                                        </p:tav>
                                      </p:tavLst>
                                    </p:anim>
                                    <p:animEffect transition="in" filter="fade">
                                      <p:cBhvr>
                                        <p:cTn id="54" dur="500"/>
                                        <p:tgtEl>
                                          <p:spTgt spid="32"/>
                                        </p:tgtEl>
                                      </p:cBhvr>
                                    </p:animEffect>
                                  </p:childTnLst>
                                </p:cTn>
                              </p:par>
                            </p:childTnLst>
                          </p:cTn>
                        </p:par>
                        <p:par>
                          <p:cTn id="55" fill="hold">
                            <p:stCondLst>
                              <p:cond delay="5000"/>
                            </p:stCondLst>
                            <p:childTnLst>
                              <p:par>
                                <p:cTn id="56" presetID="22" presetClass="entr" presetSubtype="4" fill="hold" grpId="0" nodeType="afterEffect" nodePh="1">
                                  <p:stCondLst>
                                    <p:cond delay="0"/>
                                  </p:stCondLst>
                                  <p:endCondLst>
                                    <p:cond evt="begin" delay="0">
                                      <p:tn val="56"/>
                                    </p:cond>
                                  </p:endCondLst>
                                  <p:childTnLst>
                                    <p:set>
                                      <p:cBhvr>
                                        <p:cTn id="57" dur="1" fill="hold">
                                          <p:stCondLst>
                                            <p:cond delay="0"/>
                                          </p:stCondLst>
                                        </p:cTn>
                                        <p:tgtEl>
                                          <p:spTgt spid="36">
                                            <p:txEl>
                                              <p:pRg st="0" end="0"/>
                                            </p:txEl>
                                          </p:spTgt>
                                        </p:tgtEl>
                                        <p:attrNameLst>
                                          <p:attrName>style.visibility</p:attrName>
                                        </p:attrNameLst>
                                      </p:cBhvr>
                                      <p:to>
                                        <p:strVal val="visible"/>
                                      </p:to>
                                    </p:set>
                                    <p:animEffect transition="in" filter="wipe(down)">
                                      <p:cBhvr>
                                        <p:cTn id="58" dur="500"/>
                                        <p:tgtEl>
                                          <p:spTgt spid="36">
                                            <p:txEl>
                                              <p:pRg st="0" end="0"/>
                                            </p:txEl>
                                          </p:spTgt>
                                        </p:tgtEl>
                                      </p:cBhvr>
                                    </p:animEffect>
                                  </p:childTnLst>
                                </p:cTn>
                              </p:par>
                            </p:childTnLst>
                          </p:cTn>
                        </p:par>
                        <p:par>
                          <p:cTn id="59" fill="hold">
                            <p:stCondLst>
                              <p:cond delay="5500"/>
                            </p:stCondLst>
                            <p:childTnLst>
                              <p:par>
                                <p:cTn id="60" presetID="2" presetClass="entr" presetSubtype="4" accel="50000" decel="50000" fill="hold" grpId="0" nodeType="afterEffect" nodePh="1">
                                  <p:stCondLst>
                                    <p:cond delay="0"/>
                                  </p:stCondLst>
                                  <p:endCondLst>
                                    <p:cond evt="begin" delay="0">
                                      <p:tn val="60"/>
                                    </p:cond>
                                  </p:endCondLst>
                                  <p:childTnLst>
                                    <p:set>
                                      <p:cBhvr>
                                        <p:cTn id="61" dur="1" fill="hold">
                                          <p:stCondLst>
                                            <p:cond delay="0"/>
                                          </p:stCondLst>
                                        </p:cTn>
                                        <p:tgtEl>
                                          <p:spTgt spid="33">
                                            <p:txEl>
                                              <p:pRg st="0" end="0"/>
                                            </p:txEl>
                                          </p:spTgt>
                                        </p:tgtEl>
                                        <p:attrNameLst>
                                          <p:attrName>style.visibility</p:attrName>
                                        </p:attrNameLst>
                                      </p:cBhvr>
                                      <p:to>
                                        <p:strVal val="visible"/>
                                      </p:to>
                                    </p:set>
                                    <p:anim calcmode="lin" valueType="num">
                                      <p:cBhvr additive="base">
                                        <p:cTn id="62" dur="500" fill="hold"/>
                                        <p:tgtEl>
                                          <p:spTgt spid="33">
                                            <p:txEl>
                                              <p:pRg st="0" end="0"/>
                                            </p:txEl>
                                          </p:spTgt>
                                        </p:tgtEl>
                                        <p:attrNameLst>
                                          <p:attrName>ppt_x</p:attrName>
                                        </p:attrNameLst>
                                      </p:cBhvr>
                                      <p:tavLst>
                                        <p:tav tm="0">
                                          <p:val>
                                            <p:strVal val="#ppt_x"/>
                                          </p:val>
                                        </p:tav>
                                        <p:tav tm="100000">
                                          <p:val>
                                            <p:strVal val="#ppt_x"/>
                                          </p:val>
                                        </p:tav>
                                      </p:tavLst>
                                    </p:anim>
                                    <p:anim calcmode="lin" valueType="num">
                                      <p:cBhvr additive="base">
                                        <p:cTn id="63" dur="500" fill="hold"/>
                                        <p:tgtEl>
                                          <p:spTgt spid="33">
                                            <p:txEl>
                                              <p:pRg st="0" end="0"/>
                                            </p:txEl>
                                          </p:spTgt>
                                        </p:tgtEl>
                                        <p:attrNameLst>
                                          <p:attrName>ppt_y</p:attrName>
                                        </p:attrNameLst>
                                      </p:cBhvr>
                                      <p:tavLst>
                                        <p:tav tm="0">
                                          <p:val>
                                            <p:strVal val="1+#ppt_h/2"/>
                                          </p:val>
                                        </p:tav>
                                        <p:tav tm="100000">
                                          <p:val>
                                            <p:strVal val="#ppt_y"/>
                                          </p:val>
                                        </p:tav>
                                      </p:tavLst>
                                    </p:anim>
                                  </p:childTnLst>
                                </p:cTn>
                              </p:par>
                            </p:childTnLst>
                          </p:cTn>
                        </p:par>
                        <p:par>
                          <p:cTn id="64" fill="hold">
                            <p:stCondLst>
                              <p:cond delay="6000"/>
                            </p:stCondLst>
                            <p:childTnLst>
                              <p:par>
                                <p:cTn id="65" presetID="53" presetClass="entr" presetSubtype="0" fill="hold" grpId="0" nodeType="afterEffect">
                                  <p:stCondLst>
                                    <p:cond delay="0"/>
                                  </p:stCondLst>
                                  <p:childTnLst>
                                    <p:set>
                                      <p:cBhvr>
                                        <p:cTn id="66" dur="1" fill="hold">
                                          <p:stCondLst>
                                            <p:cond delay="0"/>
                                          </p:stCondLst>
                                        </p:cTn>
                                        <p:tgtEl>
                                          <p:spTgt spid="38"/>
                                        </p:tgtEl>
                                        <p:attrNameLst>
                                          <p:attrName>style.visibility</p:attrName>
                                        </p:attrNameLst>
                                      </p:cBhvr>
                                      <p:to>
                                        <p:strVal val="visible"/>
                                      </p:to>
                                    </p:set>
                                    <p:anim calcmode="lin" valueType="num">
                                      <p:cBhvr>
                                        <p:cTn id="67" dur="500" fill="hold"/>
                                        <p:tgtEl>
                                          <p:spTgt spid="38"/>
                                        </p:tgtEl>
                                        <p:attrNameLst>
                                          <p:attrName>ppt_w</p:attrName>
                                        </p:attrNameLst>
                                      </p:cBhvr>
                                      <p:tavLst>
                                        <p:tav tm="0">
                                          <p:val>
                                            <p:fltVal val="0"/>
                                          </p:val>
                                        </p:tav>
                                        <p:tav tm="100000">
                                          <p:val>
                                            <p:strVal val="#ppt_w"/>
                                          </p:val>
                                        </p:tav>
                                      </p:tavLst>
                                    </p:anim>
                                    <p:anim calcmode="lin" valueType="num">
                                      <p:cBhvr>
                                        <p:cTn id="68" dur="500" fill="hold"/>
                                        <p:tgtEl>
                                          <p:spTgt spid="38"/>
                                        </p:tgtEl>
                                        <p:attrNameLst>
                                          <p:attrName>ppt_h</p:attrName>
                                        </p:attrNameLst>
                                      </p:cBhvr>
                                      <p:tavLst>
                                        <p:tav tm="0">
                                          <p:val>
                                            <p:fltVal val="0"/>
                                          </p:val>
                                        </p:tav>
                                        <p:tav tm="100000">
                                          <p:val>
                                            <p:strVal val="#ppt_h"/>
                                          </p:val>
                                        </p:tav>
                                      </p:tavLst>
                                    </p:anim>
                                    <p:animEffect transition="in" filter="fade">
                                      <p:cBhvr>
                                        <p:cTn id="69" dur="500"/>
                                        <p:tgtEl>
                                          <p:spTgt spid="38"/>
                                        </p:tgtEl>
                                      </p:cBhvr>
                                    </p:animEffect>
                                  </p:childTnLst>
                                </p:cTn>
                              </p:par>
                            </p:childTnLst>
                          </p:cTn>
                        </p:par>
                        <p:par>
                          <p:cTn id="70" fill="hold">
                            <p:stCondLst>
                              <p:cond delay="6500"/>
                            </p:stCondLst>
                            <p:childTnLst>
                              <p:par>
                                <p:cTn id="71" presetID="22" presetClass="entr" presetSubtype="4" fill="hold" grpId="0" nodeType="afterEffect" nodePh="1">
                                  <p:stCondLst>
                                    <p:cond delay="0"/>
                                  </p:stCondLst>
                                  <p:endCondLst>
                                    <p:cond evt="begin" delay="0">
                                      <p:tn val="71"/>
                                    </p:cond>
                                  </p:endCondLst>
                                  <p:childTnLst>
                                    <p:set>
                                      <p:cBhvr>
                                        <p:cTn id="72" dur="1" fill="hold">
                                          <p:stCondLst>
                                            <p:cond delay="0"/>
                                          </p:stCondLst>
                                        </p:cTn>
                                        <p:tgtEl>
                                          <p:spTgt spid="44">
                                            <p:txEl>
                                              <p:pRg st="0" end="0"/>
                                            </p:txEl>
                                          </p:spTgt>
                                        </p:tgtEl>
                                        <p:attrNameLst>
                                          <p:attrName>style.visibility</p:attrName>
                                        </p:attrNameLst>
                                      </p:cBhvr>
                                      <p:to>
                                        <p:strVal val="visible"/>
                                      </p:to>
                                    </p:set>
                                    <p:animEffect transition="in" filter="wipe(down)">
                                      <p:cBhvr>
                                        <p:cTn id="73" dur="500"/>
                                        <p:tgtEl>
                                          <p:spTgt spid="44">
                                            <p:txEl>
                                              <p:pRg st="0" end="0"/>
                                            </p:txEl>
                                          </p:spTgt>
                                        </p:tgtEl>
                                      </p:cBhvr>
                                    </p:animEffect>
                                  </p:childTnLst>
                                </p:cTn>
                              </p:par>
                            </p:childTnLst>
                          </p:cTn>
                        </p:par>
                        <p:par>
                          <p:cTn id="74" fill="hold">
                            <p:stCondLst>
                              <p:cond delay="7000"/>
                            </p:stCondLst>
                            <p:childTnLst>
                              <p:par>
                                <p:cTn id="75" presetID="2" presetClass="entr" presetSubtype="4" accel="50000" decel="50000" fill="hold" grpId="0" nodeType="afterEffect" nodePh="1">
                                  <p:stCondLst>
                                    <p:cond delay="0"/>
                                  </p:stCondLst>
                                  <p:endCondLst>
                                    <p:cond evt="begin" delay="0">
                                      <p:tn val="75"/>
                                    </p:cond>
                                  </p:endCondLst>
                                  <p:childTnLst>
                                    <p:set>
                                      <p:cBhvr>
                                        <p:cTn id="76" dur="1" fill="hold">
                                          <p:stCondLst>
                                            <p:cond delay="0"/>
                                          </p:stCondLst>
                                        </p:cTn>
                                        <p:tgtEl>
                                          <p:spTgt spid="39">
                                            <p:txEl>
                                              <p:pRg st="0" end="0"/>
                                            </p:txEl>
                                          </p:spTgt>
                                        </p:tgtEl>
                                        <p:attrNameLst>
                                          <p:attrName>style.visibility</p:attrName>
                                        </p:attrNameLst>
                                      </p:cBhvr>
                                      <p:to>
                                        <p:strVal val="visible"/>
                                      </p:to>
                                    </p:set>
                                    <p:anim calcmode="lin" valueType="num">
                                      <p:cBhvr additive="base">
                                        <p:cTn id="77" dur="500" fill="hold"/>
                                        <p:tgtEl>
                                          <p:spTgt spid="39">
                                            <p:txEl>
                                              <p:pRg st="0" end="0"/>
                                            </p:txEl>
                                          </p:spTgt>
                                        </p:tgtEl>
                                        <p:attrNameLst>
                                          <p:attrName>ppt_x</p:attrName>
                                        </p:attrNameLst>
                                      </p:cBhvr>
                                      <p:tavLst>
                                        <p:tav tm="0">
                                          <p:val>
                                            <p:strVal val="#ppt_x"/>
                                          </p:val>
                                        </p:tav>
                                        <p:tav tm="100000">
                                          <p:val>
                                            <p:strVal val="#ppt_x"/>
                                          </p:val>
                                        </p:tav>
                                      </p:tavLst>
                                    </p:anim>
                                    <p:anim calcmode="lin" valueType="num">
                                      <p:cBhvr additive="base">
                                        <p:cTn id="78" dur="500" fill="hold"/>
                                        <p:tgtEl>
                                          <p:spTgt spid="39">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14"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14"/>
                        </p:tgtEl>
                        <p:attrNameLst>
                          <p:attrName>style.visibility</p:attrName>
                        </p:attrNameLst>
                      </p:cBhvr>
                      <p:to>
                        <p:strVal val="visible"/>
                      </p:to>
                    </p:set>
                    <p:anim calcmode="lin" valueType="num">
                      <p:cBhvr additive="base">
                        <p:cTn dur="500" fill="hold"/>
                        <p:tgtEl>
                          <p:spTgt spid="14"/>
                        </p:tgtEl>
                        <p:attrNameLst>
                          <p:attrName>ppt_x</p:attrName>
                        </p:attrNameLst>
                      </p:cBhvr>
                      <p:tavLst>
                        <p:tav tm="0">
                          <p:val>
                            <p:strVal val="#ppt_x"/>
                          </p:val>
                        </p:tav>
                        <p:tav tm="100000">
                          <p:val>
                            <p:strVal val="#ppt_x"/>
                          </p:val>
                        </p:tav>
                      </p:tavLst>
                    </p:anim>
                    <p:anim calcmode="lin" valueType="num">
                      <p:cBhvr additive="base">
                        <p:cTn dur="500" fill="hold"/>
                        <p:tgtEl>
                          <p:spTgt spid="14"/>
                        </p:tgtEl>
                        <p:attrNameLst>
                          <p:attrName>ppt_y</p:attrName>
                        </p:attrNameLst>
                      </p:cBhvr>
                      <p:tavLst>
                        <p:tav tm="0">
                          <p:val>
                            <p:strVal val="1+#ppt_h/2"/>
                          </p:val>
                        </p:tav>
                        <p:tav tm="100000">
                          <p:val>
                            <p:strVal val="#ppt_y"/>
                          </p:val>
                        </p:tav>
                      </p:tavLst>
                    </p:anim>
                  </p:childTnLst>
                </p:cTn>
              </p:par>
            </p:tnLst>
          </p:tmpl>
        </p:tmplLst>
      </p:bldP>
      <p:bldP spid="23" grpId="0" animBg="1"/>
      <p:bldP spid="24"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24"/>
                        </p:tgtEl>
                        <p:attrNameLst>
                          <p:attrName>style.visibility</p:attrName>
                        </p:attrNameLst>
                      </p:cBhvr>
                      <p:to>
                        <p:strVal val="visible"/>
                      </p:to>
                    </p:set>
                    <p:anim calcmode="lin" valueType="num">
                      <p:cBhvr additive="base">
                        <p:cTn dur="500" fill="hold"/>
                        <p:tgtEl>
                          <p:spTgt spid="24"/>
                        </p:tgtEl>
                        <p:attrNameLst>
                          <p:attrName>ppt_x</p:attrName>
                        </p:attrNameLst>
                      </p:cBhvr>
                      <p:tavLst>
                        <p:tav tm="0">
                          <p:val>
                            <p:strVal val="#ppt_x"/>
                          </p:val>
                        </p:tav>
                        <p:tav tm="100000">
                          <p:val>
                            <p:strVal val="#ppt_x"/>
                          </p:val>
                        </p:tav>
                      </p:tavLst>
                    </p:anim>
                    <p:anim calcmode="lin" valueType="num">
                      <p:cBhvr additive="base">
                        <p:cTn dur="500" fill="hold"/>
                        <p:tgtEl>
                          <p:spTgt spid="24"/>
                        </p:tgtEl>
                        <p:attrNameLst>
                          <p:attrName>ppt_y</p:attrName>
                        </p:attrNameLst>
                      </p:cBhvr>
                      <p:tavLst>
                        <p:tav tm="0">
                          <p:val>
                            <p:strVal val="1+#ppt_h/2"/>
                          </p:val>
                        </p:tav>
                        <p:tav tm="100000">
                          <p:val>
                            <p:strVal val="#ppt_y"/>
                          </p:val>
                        </p:tav>
                      </p:tavLst>
                    </p:anim>
                  </p:childTnLst>
                </p:cTn>
              </p:par>
            </p:tnLst>
          </p:tmpl>
        </p:tmplLst>
      </p:bldP>
      <p:bldP spid="27" grpId="0" animBg="1"/>
      <p:bldP spid="28"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28"/>
                        </p:tgtEl>
                        <p:attrNameLst>
                          <p:attrName>style.visibility</p:attrName>
                        </p:attrNameLst>
                      </p:cBhvr>
                      <p:to>
                        <p:strVal val="visible"/>
                      </p:to>
                    </p:set>
                    <p:anim calcmode="lin" valueType="num">
                      <p:cBhvr additive="base">
                        <p:cTn dur="500" fill="hold"/>
                        <p:tgtEl>
                          <p:spTgt spid="28"/>
                        </p:tgtEl>
                        <p:attrNameLst>
                          <p:attrName>ppt_x</p:attrName>
                        </p:attrNameLst>
                      </p:cBhvr>
                      <p:tavLst>
                        <p:tav tm="0">
                          <p:val>
                            <p:strVal val="#ppt_x"/>
                          </p:val>
                        </p:tav>
                        <p:tav tm="100000">
                          <p:val>
                            <p:strVal val="#ppt_x"/>
                          </p:val>
                        </p:tav>
                      </p:tavLst>
                    </p:anim>
                    <p:anim calcmode="lin" valueType="num">
                      <p:cBhvr additive="base">
                        <p:cTn dur="500" fill="hold"/>
                        <p:tgtEl>
                          <p:spTgt spid="28"/>
                        </p:tgtEl>
                        <p:attrNameLst>
                          <p:attrName>ppt_y</p:attrName>
                        </p:attrNameLst>
                      </p:cBhvr>
                      <p:tavLst>
                        <p:tav tm="0">
                          <p:val>
                            <p:strVal val="1+#ppt_h/2"/>
                          </p:val>
                        </p:tav>
                        <p:tav tm="100000">
                          <p:val>
                            <p:strVal val="#ppt_y"/>
                          </p:val>
                        </p:tav>
                      </p:tavLst>
                    </p:anim>
                  </p:childTnLst>
                </p:cTn>
              </p:par>
            </p:tnLst>
          </p:tmpl>
        </p:tmplLst>
      </p:bldP>
      <p:bldP spid="32" grpId="0" animBg="1"/>
      <p:bldP spid="33"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33"/>
                        </p:tgtEl>
                        <p:attrNameLst>
                          <p:attrName>style.visibility</p:attrName>
                        </p:attrNameLst>
                      </p:cBhvr>
                      <p:to>
                        <p:strVal val="visible"/>
                      </p:to>
                    </p:set>
                    <p:anim calcmode="lin" valueType="num">
                      <p:cBhvr additive="base">
                        <p:cTn dur="500" fill="hold"/>
                        <p:tgtEl>
                          <p:spTgt spid="33"/>
                        </p:tgtEl>
                        <p:attrNameLst>
                          <p:attrName>ppt_x</p:attrName>
                        </p:attrNameLst>
                      </p:cBhvr>
                      <p:tavLst>
                        <p:tav tm="0">
                          <p:val>
                            <p:strVal val="#ppt_x"/>
                          </p:val>
                        </p:tav>
                        <p:tav tm="100000">
                          <p:val>
                            <p:strVal val="#ppt_x"/>
                          </p:val>
                        </p:tav>
                      </p:tavLst>
                    </p:anim>
                    <p:anim calcmode="lin" valueType="num">
                      <p:cBhvr additive="base">
                        <p:cTn dur="500" fill="hold"/>
                        <p:tgtEl>
                          <p:spTgt spid="33"/>
                        </p:tgtEl>
                        <p:attrNameLst>
                          <p:attrName>ppt_y</p:attrName>
                        </p:attrNameLst>
                      </p:cBhvr>
                      <p:tavLst>
                        <p:tav tm="0">
                          <p:val>
                            <p:strVal val="1+#ppt_h/2"/>
                          </p:val>
                        </p:tav>
                        <p:tav tm="100000">
                          <p:val>
                            <p:strVal val="#ppt_y"/>
                          </p:val>
                        </p:tav>
                      </p:tavLst>
                    </p:anim>
                  </p:childTnLst>
                </p:cTn>
              </p:par>
            </p:tnLst>
          </p:tmpl>
        </p:tmplLst>
      </p:bldP>
      <p:bldP spid="38" grpId="0" animBg="1"/>
      <p:bldP spid="39"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39"/>
                        </p:tgtEl>
                        <p:attrNameLst>
                          <p:attrName>style.visibility</p:attrName>
                        </p:attrNameLst>
                      </p:cBhvr>
                      <p:to>
                        <p:strVal val="visible"/>
                      </p:to>
                    </p:set>
                    <p:anim calcmode="lin" valueType="num">
                      <p:cBhvr additive="base">
                        <p:cTn dur="500" fill="hold"/>
                        <p:tgtEl>
                          <p:spTgt spid="39"/>
                        </p:tgtEl>
                        <p:attrNameLst>
                          <p:attrName>ppt_x</p:attrName>
                        </p:attrNameLst>
                      </p:cBhvr>
                      <p:tavLst>
                        <p:tav tm="0">
                          <p:val>
                            <p:strVal val="#ppt_x"/>
                          </p:val>
                        </p:tav>
                        <p:tav tm="100000">
                          <p:val>
                            <p:strVal val="#ppt_x"/>
                          </p:val>
                        </p:tav>
                      </p:tavLst>
                    </p:anim>
                    <p:anim calcmode="lin" valueType="num">
                      <p:cBhvr additive="base">
                        <p:cTn dur="500" fill="hold"/>
                        <p:tgtEl>
                          <p:spTgt spid="39"/>
                        </p:tgtEl>
                        <p:attrNameLst>
                          <p:attrName>ppt_y</p:attrName>
                        </p:attrNameLst>
                      </p:cBhvr>
                      <p:tavLst>
                        <p:tav tm="0">
                          <p:val>
                            <p:strVal val="1+#ppt_h/2"/>
                          </p:val>
                        </p:tav>
                        <p:tav tm="100000">
                          <p:val>
                            <p:strVal val="#ppt_y"/>
                          </p:val>
                        </p:tav>
                      </p:tavLst>
                    </p:anim>
                  </p:childTnLst>
                </p:cTn>
              </p:par>
            </p:tnLst>
          </p:tmpl>
        </p:tmplLst>
      </p:bldP>
      <p:bldP spid="22"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2"/>
                        </p:tgtEl>
                        <p:attrNameLst>
                          <p:attrName>style.visibility</p:attrName>
                        </p:attrNameLst>
                      </p:cBhvr>
                      <p:to>
                        <p:strVal val="visible"/>
                      </p:to>
                    </p:set>
                    <p:animEffect transition="in" filter="wipe(down)">
                      <p:cBhvr>
                        <p:cTn dur="500"/>
                        <p:tgtEl>
                          <p:spTgt spid="22"/>
                        </p:tgtEl>
                      </p:cBhvr>
                    </p:animEffect>
                  </p:childTnLst>
                </p:cTn>
              </p:par>
            </p:tnLst>
          </p:tmpl>
        </p:tmplLst>
      </p:bldP>
      <p:bldP spid="26"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6"/>
                        </p:tgtEl>
                        <p:attrNameLst>
                          <p:attrName>style.visibility</p:attrName>
                        </p:attrNameLst>
                      </p:cBhvr>
                      <p:to>
                        <p:strVal val="visible"/>
                      </p:to>
                    </p:set>
                    <p:animEffect transition="in" filter="wipe(down)">
                      <p:cBhvr>
                        <p:cTn dur="500"/>
                        <p:tgtEl>
                          <p:spTgt spid="26"/>
                        </p:tgtEl>
                      </p:cBhvr>
                    </p:animEffect>
                  </p:childTnLst>
                </p:cTn>
              </p:par>
            </p:tnLst>
          </p:tmpl>
        </p:tmplLst>
      </p:bldP>
      <p:bldP spid="30"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30"/>
                        </p:tgtEl>
                        <p:attrNameLst>
                          <p:attrName>style.visibility</p:attrName>
                        </p:attrNameLst>
                      </p:cBhvr>
                      <p:to>
                        <p:strVal val="visible"/>
                      </p:to>
                    </p:set>
                    <p:animEffect transition="in" filter="wipe(down)">
                      <p:cBhvr>
                        <p:cTn dur="500"/>
                        <p:tgtEl>
                          <p:spTgt spid="30"/>
                        </p:tgtEl>
                      </p:cBhvr>
                    </p:animEffect>
                  </p:childTnLst>
                </p:cTn>
              </p:par>
            </p:tnLst>
          </p:tmpl>
        </p:tmplLst>
      </p:bldP>
      <p:bldP spid="36"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36"/>
                        </p:tgtEl>
                        <p:attrNameLst>
                          <p:attrName>style.visibility</p:attrName>
                        </p:attrNameLst>
                      </p:cBhvr>
                      <p:to>
                        <p:strVal val="visible"/>
                      </p:to>
                    </p:set>
                    <p:animEffect transition="in" filter="wipe(down)">
                      <p:cBhvr>
                        <p:cTn dur="500"/>
                        <p:tgtEl>
                          <p:spTgt spid="36"/>
                        </p:tgtEl>
                      </p:cBhvr>
                    </p:animEffect>
                  </p:childTnLst>
                </p:cTn>
              </p:par>
            </p:tnLst>
          </p:tmpl>
        </p:tmplLst>
      </p:bldP>
      <p:bldP spid="44"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44"/>
                        </p:tgtEl>
                        <p:attrNameLst>
                          <p:attrName>style.visibility</p:attrName>
                        </p:attrNameLst>
                      </p:cBhvr>
                      <p:to>
                        <p:strVal val="visible"/>
                      </p:to>
                    </p:set>
                    <p:animEffect transition="in" filter="wipe(down)">
                      <p:cBhvr>
                        <p:cTn dur="500"/>
                        <p:tgtEl>
                          <p:spTgt spid="44"/>
                        </p:tgtEl>
                      </p:cBhvr>
                    </p:animEffect>
                  </p:childTnLst>
                </p:cTn>
              </p:par>
            </p:tnLst>
          </p:tmpl>
        </p:tmplLst>
      </p:bldP>
    </p:bldLst>
  </p:timing>
</p:sldLayout>
</file>

<file path=ppt/slideLayouts/slideLayout338.xml><?xml version="1.0" encoding="utf-8"?>
<p:sldLayout xmlns:a="http://schemas.openxmlformats.org/drawingml/2006/main" xmlns:r="http://schemas.openxmlformats.org/officeDocument/2006/relationships" xmlns:p="http://schemas.openxmlformats.org/presentationml/2006/main" userDrawn="1">
  <p:cSld name="Team04">
    <p:spTree>
      <p:nvGrpSpPr>
        <p:cNvPr id="1" name=""/>
        <p:cNvGrpSpPr/>
        <p:nvPr/>
      </p:nvGrpSpPr>
      <p:grpSpPr>
        <a:xfrm>
          <a:off x="0" y="0"/>
          <a:ext cx="0" cy="0"/>
          <a:chOff x="0" y="0"/>
          <a:chExt cx="0" cy="0"/>
        </a:xfrm>
      </p:grpSpPr>
      <p:sp>
        <p:nvSpPr>
          <p:cNvPr id="16" name="Picture Placeholder 7"/>
          <p:cNvSpPr>
            <a:spLocks noGrp="1"/>
          </p:cNvSpPr>
          <p:nvPr>
            <p:ph type="pic" sz="quarter" idx="15" hasCustomPrompt="1"/>
          </p:nvPr>
        </p:nvSpPr>
        <p:spPr>
          <a:xfrm>
            <a:off x="736664" y="1583268"/>
            <a:ext cx="248160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17" name="Rectangle 16"/>
          <p:cNvSpPr/>
          <p:nvPr userDrawn="1"/>
        </p:nvSpPr>
        <p:spPr>
          <a:xfrm>
            <a:off x="736665" y="3401374"/>
            <a:ext cx="2481605" cy="56122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48" name="Text Placeholder 3"/>
          <p:cNvSpPr>
            <a:spLocks noGrp="1"/>
          </p:cNvSpPr>
          <p:nvPr>
            <p:ph type="body" sz="half" idx="16"/>
          </p:nvPr>
        </p:nvSpPr>
        <p:spPr>
          <a:xfrm>
            <a:off x="736665" y="3414798"/>
            <a:ext cx="2481605" cy="508973"/>
          </a:xfrm>
          <a:prstGeom prst="rect">
            <a:avLst/>
          </a:prstGeom>
        </p:spPr>
        <p:txBody>
          <a:bodyPr wrap="square" lIns="0" tIns="0" rIns="0" bIns="0" anchor="t">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a:p>
            <a:pPr lvl="0"/>
            <a:endParaRPr lang="en-US" dirty="0" smtClean="0"/>
          </a:p>
        </p:txBody>
      </p:sp>
      <p:sp>
        <p:nvSpPr>
          <p:cNvPr id="49" name="Picture Placeholder 7"/>
          <p:cNvSpPr>
            <a:spLocks noGrp="1"/>
          </p:cNvSpPr>
          <p:nvPr>
            <p:ph type="pic" sz="quarter" idx="17" hasCustomPrompt="1"/>
          </p:nvPr>
        </p:nvSpPr>
        <p:spPr>
          <a:xfrm>
            <a:off x="3501466" y="1583268"/>
            <a:ext cx="248160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0" name="Rectangle 49"/>
          <p:cNvSpPr/>
          <p:nvPr userDrawn="1"/>
        </p:nvSpPr>
        <p:spPr>
          <a:xfrm>
            <a:off x="3501468" y="3401374"/>
            <a:ext cx="2481605" cy="56122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51" name="Text Placeholder 3"/>
          <p:cNvSpPr>
            <a:spLocks noGrp="1"/>
          </p:cNvSpPr>
          <p:nvPr>
            <p:ph type="body" sz="half" idx="18"/>
          </p:nvPr>
        </p:nvSpPr>
        <p:spPr>
          <a:xfrm>
            <a:off x="3501468" y="3414798"/>
            <a:ext cx="2481605" cy="508973"/>
          </a:xfrm>
          <a:prstGeom prst="rect">
            <a:avLst/>
          </a:prstGeom>
        </p:spPr>
        <p:txBody>
          <a:bodyPr wrap="square" lIns="0" tIns="0" rIns="0" bIns="0" anchor="t">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a:p>
            <a:pPr lvl="0"/>
            <a:endParaRPr lang="en-US" dirty="0" smtClean="0"/>
          </a:p>
        </p:txBody>
      </p:sp>
      <p:sp>
        <p:nvSpPr>
          <p:cNvPr id="52" name="Picture Placeholder 7"/>
          <p:cNvSpPr>
            <a:spLocks noGrp="1"/>
          </p:cNvSpPr>
          <p:nvPr>
            <p:ph type="pic" sz="quarter" idx="19" hasCustomPrompt="1"/>
          </p:nvPr>
        </p:nvSpPr>
        <p:spPr>
          <a:xfrm>
            <a:off x="6244666" y="1583268"/>
            <a:ext cx="248160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3" name="Rectangle 52"/>
          <p:cNvSpPr/>
          <p:nvPr userDrawn="1"/>
        </p:nvSpPr>
        <p:spPr>
          <a:xfrm>
            <a:off x="6244668" y="3401374"/>
            <a:ext cx="2481605" cy="56122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54" name="Text Placeholder 3"/>
          <p:cNvSpPr>
            <a:spLocks noGrp="1"/>
          </p:cNvSpPr>
          <p:nvPr>
            <p:ph type="body" sz="half" idx="20"/>
          </p:nvPr>
        </p:nvSpPr>
        <p:spPr>
          <a:xfrm>
            <a:off x="6244668" y="3414798"/>
            <a:ext cx="2481605" cy="508973"/>
          </a:xfrm>
          <a:prstGeom prst="rect">
            <a:avLst/>
          </a:prstGeom>
        </p:spPr>
        <p:txBody>
          <a:bodyPr wrap="square" lIns="0" tIns="0" rIns="0" bIns="0" anchor="t">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a:p>
            <a:pPr lvl="0"/>
            <a:endParaRPr lang="en-US" dirty="0" smtClean="0"/>
          </a:p>
        </p:txBody>
      </p:sp>
      <p:sp>
        <p:nvSpPr>
          <p:cNvPr id="55" name="Picture Placeholder 7"/>
          <p:cNvSpPr>
            <a:spLocks noGrp="1"/>
          </p:cNvSpPr>
          <p:nvPr>
            <p:ph type="pic" sz="quarter" idx="21" hasCustomPrompt="1"/>
          </p:nvPr>
        </p:nvSpPr>
        <p:spPr>
          <a:xfrm>
            <a:off x="8987866" y="1583268"/>
            <a:ext cx="248160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6" name="Rectangle 55"/>
          <p:cNvSpPr/>
          <p:nvPr userDrawn="1"/>
        </p:nvSpPr>
        <p:spPr>
          <a:xfrm>
            <a:off x="8987868" y="3401374"/>
            <a:ext cx="2481605" cy="561221"/>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57" name="Text Placeholder 3"/>
          <p:cNvSpPr>
            <a:spLocks noGrp="1"/>
          </p:cNvSpPr>
          <p:nvPr>
            <p:ph type="body" sz="half" idx="22"/>
          </p:nvPr>
        </p:nvSpPr>
        <p:spPr>
          <a:xfrm>
            <a:off x="8987868" y="3414798"/>
            <a:ext cx="2481605" cy="508973"/>
          </a:xfrm>
          <a:prstGeom prst="rect">
            <a:avLst/>
          </a:prstGeom>
        </p:spPr>
        <p:txBody>
          <a:bodyPr wrap="square" lIns="0" tIns="0" rIns="0" bIns="0" anchor="t">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a:p>
            <a:pPr lvl="0"/>
            <a:endParaRPr lang="en-US" dirty="0" smtClean="0"/>
          </a:p>
        </p:txBody>
      </p:sp>
      <p:sp>
        <p:nvSpPr>
          <p:cNvPr id="58" name="Picture Placeholder 7"/>
          <p:cNvSpPr>
            <a:spLocks noGrp="1"/>
          </p:cNvSpPr>
          <p:nvPr>
            <p:ph type="pic" sz="quarter" idx="23" hasCustomPrompt="1"/>
          </p:nvPr>
        </p:nvSpPr>
        <p:spPr>
          <a:xfrm>
            <a:off x="736664" y="4022110"/>
            <a:ext cx="248160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9" name="Rectangle 58"/>
          <p:cNvSpPr/>
          <p:nvPr userDrawn="1"/>
        </p:nvSpPr>
        <p:spPr>
          <a:xfrm>
            <a:off x="736665" y="5840216"/>
            <a:ext cx="2481605" cy="561221"/>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60" name="Text Placeholder 3"/>
          <p:cNvSpPr>
            <a:spLocks noGrp="1"/>
          </p:cNvSpPr>
          <p:nvPr>
            <p:ph type="body" sz="half" idx="24"/>
          </p:nvPr>
        </p:nvSpPr>
        <p:spPr>
          <a:xfrm>
            <a:off x="736665" y="5853640"/>
            <a:ext cx="2481605" cy="508973"/>
          </a:xfrm>
          <a:prstGeom prst="rect">
            <a:avLst/>
          </a:prstGeom>
        </p:spPr>
        <p:txBody>
          <a:bodyPr wrap="square" lIns="0" tIns="0" rIns="0" bIns="0" anchor="t">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a:p>
            <a:pPr lvl="0"/>
            <a:endParaRPr lang="en-US" dirty="0" smtClean="0"/>
          </a:p>
        </p:txBody>
      </p:sp>
      <p:sp>
        <p:nvSpPr>
          <p:cNvPr id="61" name="Picture Placeholder 7"/>
          <p:cNvSpPr>
            <a:spLocks noGrp="1"/>
          </p:cNvSpPr>
          <p:nvPr>
            <p:ph type="pic" sz="quarter" idx="25" hasCustomPrompt="1"/>
          </p:nvPr>
        </p:nvSpPr>
        <p:spPr>
          <a:xfrm>
            <a:off x="3501466" y="4022110"/>
            <a:ext cx="248160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62" name="Rectangle 61"/>
          <p:cNvSpPr/>
          <p:nvPr userDrawn="1"/>
        </p:nvSpPr>
        <p:spPr>
          <a:xfrm>
            <a:off x="3501468" y="5840216"/>
            <a:ext cx="2481605" cy="561221"/>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63" name="Text Placeholder 3"/>
          <p:cNvSpPr>
            <a:spLocks noGrp="1"/>
          </p:cNvSpPr>
          <p:nvPr>
            <p:ph type="body" sz="half" idx="26"/>
          </p:nvPr>
        </p:nvSpPr>
        <p:spPr>
          <a:xfrm>
            <a:off x="3501468" y="5853640"/>
            <a:ext cx="2481605" cy="508973"/>
          </a:xfrm>
          <a:prstGeom prst="rect">
            <a:avLst/>
          </a:prstGeom>
        </p:spPr>
        <p:txBody>
          <a:bodyPr wrap="square" lIns="0" tIns="0" rIns="0" bIns="0" anchor="t">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a:p>
            <a:pPr lvl="0"/>
            <a:endParaRPr lang="en-US" dirty="0" smtClean="0"/>
          </a:p>
        </p:txBody>
      </p:sp>
      <p:sp>
        <p:nvSpPr>
          <p:cNvPr id="64" name="Picture Placeholder 7"/>
          <p:cNvSpPr>
            <a:spLocks noGrp="1"/>
          </p:cNvSpPr>
          <p:nvPr>
            <p:ph type="pic" sz="quarter" idx="27" hasCustomPrompt="1"/>
          </p:nvPr>
        </p:nvSpPr>
        <p:spPr>
          <a:xfrm>
            <a:off x="6244666" y="4022110"/>
            <a:ext cx="248160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65" name="Rectangle 64"/>
          <p:cNvSpPr/>
          <p:nvPr userDrawn="1"/>
        </p:nvSpPr>
        <p:spPr>
          <a:xfrm>
            <a:off x="6244668" y="5840216"/>
            <a:ext cx="2481605" cy="56122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66" name="Text Placeholder 3"/>
          <p:cNvSpPr>
            <a:spLocks noGrp="1"/>
          </p:cNvSpPr>
          <p:nvPr>
            <p:ph type="body" sz="half" idx="28"/>
          </p:nvPr>
        </p:nvSpPr>
        <p:spPr>
          <a:xfrm>
            <a:off x="6244668" y="5853640"/>
            <a:ext cx="2481605" cy="508973"/>
          </a:xfrm>
          <a:prstGeom prst="rect">
            <a:avLst/>
          </a:prstGeom>
        </p:spPr>
        <p:txBody>
          <a:bodyPr wrap="square" lIns="0" tIns="0" rIns="0" bIns="0" anchor="t">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a:p>
            <a:pPr lvl="0"/>
            <a:endParaRPr lang="en-US" dirty="0" smtClean="0"/>
          </a:p>
        </p:txBody>
      </p:sp>
      <p:sp>
        <p:nvSpPr>
          <p:cNvPr id="67" name="Picture Placeholder 7"/>
          <p:cNvSpPr>
            <a:spLocks noGrp="1"/>
          </p:cNvSpPr>
          <p:nvPr>
            <p:ph type="pic" sz="quarter" idx="29" hasCustomPrompt="1"/>
          </p:nvPr>
        </p:nvSpPr>
        <p:spPr>
          <a:xfrm>
            <a:off x="8987866" y="4022110"/>
            <a:ext cx="248160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68" name="Rectangle 67"/>
          <p:cNvSpPr/>
          <p:nvPr userDrawn="1"/>
        </p:nvSpPr>
        <p:spPr>
          <a:xfrm>
            <a:off x="8987868" y="5840216"/>
            <a:ext cx="2481605" cy="56122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69" name="Text Placeholder 3"/>
          <p:cNvSpPr>
            <a:spLocks noGrp="1"/>
          </p:cNvSpPr>
          <p:nvPr>
            <p:ph type="body" sz="half" idx="30"/>
          </p:nvPr>
        </p:nvSpPr>
        <p:spPr>
          <a:xfrm>
            <a:off x="8987868" y="5853640"/>
            <a:ext cx="2481605" cy="508973"/>
          </a:xfrm>
          <a:prstGeom prst="rect">
            <a:avLst/>
          </a:prstGeom>
        </p:spPr>
        <p:txBody>
          <a:bodyPr wrap="square" lIns="0" tIns="0" rIns="0" bIns="0" anchor="t">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a:p>
            <a:pPr lvl="0"/>
            <a:endParaRPr lang="en-US" dirty="0" smtClean="0"/>
          </a:p>
        </p:txBody>
      </p:sp>
      <p:sp>
        <p:nvSpPr>
          <p:cNvPr id="30"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31"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00201725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after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wipe(down)">
                                      <p:cBhvr>
                                        <p:cTn id="7" dur="500"/>
                                        <p:tgtEl>
                                          <p:spTgt spid="16"/>
                                        </p:tgtEl>
                                      </p:cBhvr>
                                    </p:animEffect>
                                  </p:childTnLst>
                                </p:cTn>
                              </p:par>
                            </p:childTnLst>
                          </p:cTn>
                        </p:par>
                        <p:par>
                          <p:cTn id="8" fill="hold">
                            <p:stCondLst>
                              <p:cond delay="500"/>
                            </p:stCondLst>
                            <p:childTnLst>
                              <p:par>
                                <p:cTn id="9" presetID="22" presetClass="entr" presetSubtype="4" fill="hold" grpId="0" nodeType="afterEffect">
                                  <p:stCondLst>
                                    <p:cond delay="0"/>
                                  </p:stCondLst>
                                  <p:childTnLst>
                                    <p:set>
                                      <p:cBhvr>
                                        <p:cTn id="10" dur="1" fill="hold">
                                          <p:stCondLst>
                                            <p:cond delay="0"/>
                                          </p:stCondLst>
                                        </p:cTn>
                                        <p:tgtEl>
                                          <p:spTgt spid="17"/>
                                        </p:tgtEl>
                                        <p:attrNameLst>
                                          <p:attrName>style.visibility</p:attrName>
                                        </p:attrNameLst>
                                      </p:cBhvr>
                                      <p:to>
                                        <p:strVal val="visible"/>
                                      </p:to>
                                    </p:set>
                                    <p:animEffect transition="in" filter="wipe(down)">
                                      <p:cBhvr>
                                        <p:cTn id="11" dur="500"/>
                                        <p:tgtEl>
                                          <p:spTgt spid="17"/>
                                        </p:tgtEl>
                                      </p:cBhvr>
                                    </p:animEffect>
                                  </p:childTnLst>
                                </p:cTn>
                              </p:par>
                            </p:childTnLst>
                          </p:cTn>
                        </p:par>
                        <p:par>
                          <p:cTn id="12" fill="hold">
                            <p:stCondLst>
                              <p:cond delay="1000"/>
                            </p:stCondLst>
                            <p:childTnLst>
                              <p:par>
                                <p:cTn id="13" presetID="22" presetClass="entr" presetSubtype="4" fill="hold" grpId="0" nodeType="afterEffect" nodePh="1">
                                  <p:stCondLst>
                                    <p:cond delay="0"/>
                                  </p:stCondLst>
                                  <p:endCondLst>
                                    <p:cond evt="begin" delay="0">
                                      <p:tn val="13"/>
                                    </p:cond>
                                  </p:endCondLst>
                                  <p:childTnLst>
                                    <p:set>
                                      <p:cBhvr>
                                        <p:cTn id="14" dur="1" fill="hold">
                                          <p:stCondLst>
                                            <p:cond delay="0"/>
                                          </p:stCondLst>
                                        </p:cTn>
                                        <p:tgtEl>
                                          <p:spTgt spid="48">
                                            <p:txEl>
                                              <p:pRg st="0" end="0"/>
                                            </p:txEl>
                                          </p:spTgt>
                                        </p:tgtEl>
                                        <p:attrNameLst>
                                          <p:attrName>style.visibility</p:attrName>
                                        </p:attrNameLst>
                                      </p:cBhvr>
                                      <p:to>
                                        <p:strVal val="visible"/>
                                      </p:to>
                                    </p:set>
                                    <p:animEffect transition="in" filter="wipe(down)">
                                      <p:cBhvr>
                                        <p:cTn id="15" dur="500"/>
                                        <p:tgtEl>
                                          <p:spTgt spid="48">
                                            <p:txEl>
                                              <p:pRg st="0" end="0"/>
                                            </p:txEl>
                                          </p:spTgt>
                                        </p:tgtEl>
                                      </p:cBhvr>
                                    </p:animEffect>
                                  </p:childTnLst>
                                </p:cTn>
                              </p:par>
                            </p:childTnLst>
                          </p:cTn>
                        </p:par>
                        <p:par>
                          <p:cTn id="16" fill="hold">
                            <p:stCondLst>
                              <p:cond delay="1500"/>
                            </p:stCondLst>
                            <p:childTnLst>
                              <p:par>
                                <p:cTn id="17" presetID="22" presetClass="entr" presetSubtype="4" fill="hold" grpId="0" nodeType="afterEffect">
                                  <p:stCondLst>
                                    <p:cond delay="0"/>
                                  </p:stCondLst>
                                  <p:childTnLst>
                                    <p:set>
                                      <p:cBhvr>
                                        <p:cTn id="18" dur="1" fill="hold">
                                          <p:stCondLst>
                                            <p:cond delay="0"/>
                                          </p:stCondLst>
                                        </p:cTn>
                                        <p:tgtEl>
                                          <p:spTgt spid="49"/>
                                        </p:tgtEl>
                                        <p:attrNameLst>
                                          <p:attrName>style.visibility</p:attrName>
                                        </p:attrNameLst>
                                      </p:cBhvr>
                                      <p:to>
                                        <p:strVal val="visible"/>
                                      </p:to>
                                    </p:set>
                                    <p:animEffect transition="in" filter="wipe(down)">
                                      <p:cBhvr>
                                        <p:cTn id="19" dur="500"/>
                                        <p:tgtEl>
                                          <p:spTgt spid="49"/>
                                        </p:tgtEl>
                                      </p:cBhvr>
                                    </p:animEffect>
                                  </p:childTnLst>
                                </p:cTn>
                              </p:par>
                            </p:childTnLst>
                          </p:cTn>
                        </p:par>
                        <p:par>
                          <p:cTn id="20" fill="hold">
                            <p:stCondLst>
                              <p:cond delay="2000"/>
                            </p:stCondLst>
                            <p:childTnLst>
                              <p:par>
                                <p:cTn id="21" presetID="22" presetClass="entr" presetSubtype="4" fill="hold" grpId="0" nodeType="afterEffect">
                                  <p:stCondLst>
                                    <p:cond delay="0"/>
                                  </p:stCondLst>
                                  <p:childTnLst>
                                    <p:set>
                                      <p:cBhvr>
                                        <p:cTn id="22" dur="1" fill="hold">
                                          <p:stCondLst>
                                            <p:cond delay="0"/>
                                          </p:stCondLst>
                                        </p:cTn>
                                        <p:tgtEl>
                                          <p:spTgt spid="50"/>
                                        </p:tgtEl>
                                        <p:attrNameLst>
                                          <p:attrName>style.visibility</p:attrName>
                                        </p:attrNameLst>
                                      </p:cBhvr>
                                      <p:to>
                                        <p:strVal val="visible"/>
                                      </p:to>
                                    </p:set>
                                    <p:animEffect transition="in" filter="wipe(down)">
                                      <p:cBhvr>
                                        <p:cTn id="23" dur="500"/>
                                        <p:tgtEl>
                                          <p:spTgt spid="50"/>
                                        </p:tgtEl>
                                      </p:cBhvr>
                                    </p:animEffect>
                                  </p:childTnLst>
                                </p:cTn>
                              </p:par>
                            </p:childTnLst>
                          </p:cTn>
                        </p:par>
                        <p:par>
                          <p:cTn id="24" fill="hold">
                            <p:stCondLst>
                              <p:cond delay="2500"/>
                            </p:stCondLst>
                            <p:childTnLst>
                              <p:par>
                                <p:cTn id="25" presetID="22" presetClass="entr" presetSubtype="4" fill="hold" grpId="0" nodeType="afterEffect" nodePh="1">
                                  <p:stCondLst>
                                    <p:cond delay="0"/>
                                  </p:stCondLst>
                                  <p:endCondLst>
                                    <p:cond evt="begin" delay="0">
                                      <p:tn val="25"/>
                                    </p:cond>
                                  </p:endCondLst>
                                  <p:childTnLst>
                                    <p:set>
                                      <p:cBhvr>
                                        <p:cTn id="26" dur="1" fill="hold">
                                          <p:stCondLst>
                                            <p:cond delay="0"/>
                                          </p:stCondLst>
                                        </p:cTn>
                                        <p:tgtEl>
                                          <p:spTgt spid="51">
                                            <p:txEl>
                                              <p:pRg st="0" end="0"/>
                                            </p:txEl>
                                          </p:spTgt>
                                        </p:tgtEl>
                                        <p:attrNameLst>
                                          <p:attrName>style.visibility</p:attrName>
                                        </p:attrNameLst>
                                      </p:cBhvr>
                                      <p:to>
                                        <p:strVal val="visible"/>
                                      </p:to>
                                    </p:set>
                                    <p:animEffect transition="in" filter="wipe(down)">
                                      <p:cBhvr>
                                        <p:cTn id="27" dur="500"/>
                                        <p:tgtEl>
                                          <p:spTgt spid="51">
                                            <p:txEl>
                                              <p:pRg st="0" end="0"/>
                                            </p:txEl>
                                          </p:spTgt>
                                        </p:tgtEl>
                                      </p:cBhvr>
                                    </p:animEffect>
                                  </p:childTnLst>
                                </p:cTn>
                              </p:par>
                            </p:childTnLst>
                          </p:cTn>
                        </p:par>
                        <p:par>
                          <p:cTn id="28" fill="hold">
                            <p:stCondLst>
                              <p:cond delay="3000"/>
                            </p:stCondLst>
                            <p:childTnLst>
                              <p:par>
                                <p:cTn id="29" presetID="22" presetClass="entr" presetSubtype="4" fill="hold" grpId="0" nodeType="afterEffect">
                                  <p:stCondLst>
                                    <p:cond delay="0"/>
                                  </p:stCondLst>
                                  <p:childTnLst>
                                    <p:set>
                                      <p:cBhvr>
                                        <p:cTn id="30" dur="1" fill="hold">
                                          <p:stCondLst>
                                            <p:cond delay="0"/>
                                          </p:stCondLst>
                                        </p:cTn>
                                        <p:tgtEl>
                                          <p:spTgt spid="52"/>
                                        </p:tgtEl>
                                        <p:attrNameLst>
                                          <p:attrName>style.visibility</p:attrName>
                                        </p:attrNameLst>
                                      </p:cBhvr>
                                      <p:to>
                                        <p:strVal val="visible"/>
                                      </p:to>
                                    </p:set>
                                    <p:animEffect transition="in" filter="wipe(down)">
                                      <p:cBhvr>
                                        <p:cTn id="31" dur="500"/>
                                        <p:tgtEl>
                                          <p:spTgt spid="52"/>
                                        </p:tgtEl>
                                      </p:cBhvr>
                                    </p:animEffect>
                                  </p:childTnLst>
                                </p:cTn>
                              </p:par>
                            </p:childTnLst>
                          </p:cTn>
                        </p:par>
                        <p:par>
                          <p:cTn id="32" fill="hold">
                            <p:stCondLst>
                              <p:cond delay="3500"/>
                            </p:stCondLst>
                            <p:childTnLst>
                              <p:par>
                                <p:cTn id="33" presetID="22" presetClass="entr" presetSubtype="4" fill="hold" grpId="0" nodeType="afterEffect">
                                  <p:stCondLst>
                                    <p:cond delay="0"/>
                                  </p:stCondLst>
                                  <p:childTnLst>
                                    <p:set>
                                      <p:cBhvr>
                                        <p:cTn id="34" dur="1" fill="hold">
                                          <p:stCondLst>
                                            <p:cond delay="0"/>
                                          </p:stCondLst>
                                        </p:cTn>
                                        <p:tgtEl>
                                          <p:spTgt spid="53"/>
                                        </p:tgtEl>
                                        <p:attrNameLst>
                                          <p:attrName>style.visibility</p:attrName>
                                        </p:attrNameLst>
                                      </p:cBhvr>
                                      <p:to>
                                        <p:strVal val="visible"/>
                                      </p:to>
                                    </p:set>
                                    <p:animEffect transition="in" filter="wipe(down)">
                                      <p:cBhvr>
                                        <p:cTn id="35" dur="500"/>
                                        <p:tgtEl>
                                          <p:spTgt spid="53"/>
                                        </p:tgtEl>
                                      </p:cBhvr>
                                    </p:animEffect>
                                  </p:childTnLst>
                                </p:cTn>
                              </p:par>
                            </p:childTnLst>
                          </p:cTn>
                        </p:par>
                        <p:par>
                          <p:cTn id="36" fill="hold">
                            <p:stCondLst>
                              <p:cond delay="4000"/>
                            </p:stCondLst>
                            <p:childTnLst>
                              <p:par>
                                <p:cTn id="37" presetID="22" presetClass="entr" presetSubtype="4" fill="hold" grpId="0" nodeType="afterEffect" nodePh="1">
                                  <p:stCondLst>
                                    <p:cond delay="0"/>
                                  </p:stCondLst>
                                  <p:endCondLst>
                                    <p:cond evt="begin" delay="0">
                                      <p:tn val="37"/>
                                    </p:cond>
                                  </p:endCondLst>
                                  <p:childTnLst>
                                    <p:set>
                                      <p:cBhvr>
                                        <p:cTn id="38" dur="1" fill="hold">
                                          <p:stCondLst>
                                            <p:cond delay="0"/>
                                          </p:stCondLst>
                                        </p:cTn>
                                        <p:tgtEl>
                                          <p:spTgt spid="54">
                                            <p:txEl>
                                              <p:pRg st="0" end="0"/>
                                            </p:txEl>
                                          </p:spTgt>
                                        </p:tgtEl>
                                        <p:attrNameLst>
                                          <p:attrName>style.visibility</p:attrName>
                                        </p:attrNameLst>
                                      </p:cBhvr>
                                      <p:to>
                                        <p:strVal val="visible"/>
                                      </p:to>
                                    </p:set>
                                    <p:animEffect transition="in" filter="wipe(down)">
                                      <p:cBhvr>
                                        <p:cTn id="39" dur="500"/>
                                        <p:tgtEl>
                                          <p:spTgt spid="54">
                                            <p:txEl>
                                              <p:pRg st="0" end="0"/>
                                            </p:txEl>
                                          </p:spTgt>
                                        </p:tgtEl>
                                      </p:cBhvr>
                                    </p:animEffect>
                                  </p:childTnLst>
                                </p:cTn>
                              </p:par>
                            </p:childTnLst>
                          </p:cTn>
                        </p:par>
                        <p:par>
                          <p:cTn id="40" fill="hold">
                            <p:stCondLst>
                              <p:cond delay="4500"/>
                            </p:stCondLst>
                            <p:childTnLst>
                              <p:par>
                                <p:cTn id="41" presetID="22" presetClass="entr" presetSubtype="4" fill="hold" grpId="0" nodeType="afterEffect">
                                  <p:stCondLst>
                                    <p:cond delay="0"/>
                                  </p:stCondLst>
                                  <p:childTnLst>
                                    <p:set>
                                      <p:cBhvr>
                                        <p:cTn id="42" dur="1" fill="hold">
                                          <p:stCondLst>
                                            <p:cond delay="0"/>
                                          </p:stCondLst>
                                        </p:cTn>
                                        <p:tgtEl>
                                          <p:spTgt spid="55"/>
                                        </p:tgtEl>
                                        <p:attrNameLst>
                                          <p:attrName>style.visibility</p:attrName>
                                        </p:attrNameLst>
                                      </p:cBhvr>
                                      <p:to>
                                        <p:strVal val="visible"/>
                                      </p:to>
                                    </p:set>
                                    <p:animEffect transition="in" filter="wipe(down)">
                                      <p:cBhvr>
                                        <p:cTn id="43" dur="500"/>
                                        <p:tgtEl>
                                          <p:spTgt spid="55"/>
                                        </p:tgtEl>
                                      </p:cBhvr>
                                    </p:animEffect>
                                  </p:childTnLst>
                                </p:cTn>
                              </p:par>
                            </p:childTnLst>
                          </p:cTn>
                        </p:par>
                        <p:par>
                          <p:cTn id="44" fill="hold">
                            <p:stCondLst>
                              <p:cond delay="5000"/>
                            </p:stCondLst>
                            <p:childTnLst>
                              <p:par>
                                <p:cTn id="45" presetID="22" presetClass="entr" presetSubtype="4" fill="hold" grpId="0" nodeType="afterEffect">
                                  <p:stCondLst>
                                    <p:cond delay="0"/>
                                  </p:stCondLst>
                                  <p:childTnLst>
                                    <p:set>
                                      <p:cBhvr>
                                        <p:cTn id="46" dur="1" fill="hold">
                                          <p:stCondLst>
                                            <p:cond delay="0"/>
                                          </p:stCondLst>
                                        </p:cTn>
                                        <p:tgtEl>
                                          <p:spTgt spid="56"/>
                                        </p:tgtEl>
                                        <p:attrNameLst>
                                          <p:attrName>style.visibility</p:attrName>
                                        </p:attrNameLst>
                                      </p:cBhvr>
                                      <p:to>
                                        <p:strVal val="visible"/>
                                      </p:to>
                                    </p:set>
                                    <p:animEffect transition="in" filter="wipe(down)">
                                      <p:cBhvr>
                                        <p:cTn id="47" dur="500"/>
                                        <p:tgtEl>
                                          <p:spTgt spid="56"/>
                                        </p:tgtEl>
                                      </p:cBhvr>
                                    </p:animEffect>
                                  </p:childTnLst>
                                </p:cTn>
                              </p:par>
                            </p:childTnLst>
                          </p:cTn>
                        </p:par>
                        <p:par>
                          <p:cTn id="48" fill="hold">
                            <p:stCondLst>
                              <p:cond delay="5500"/>
                            </p:stCondLst>
                            <p:childTnLst>
                              <p:par>
                                <p:cTn id="49" presetID="22" presetClass="entr" presetSubtype="4" fill="hold" grpId="0" nodeType="afterEffect" nodePh="1">
                                  <p:stCondLst>
                                    <p:cond delay="0"/>
                                  </p:stCondLst>
                                  <p:endCondLst>
                                    <p:cond evt="begin" delay="0">
                                      <p:tn val="49"/>
                                    </p:cond>
                                  </p:endCondLst>
                                  <p:childTnLst>
                                    <p:set>
                                      <p:cBhvr>
                                        <p:cTn id="50" dur="1" fill="hold">
                                          <p:stCondLst>
                                            <p:cond delay="0"/>
                                          </p:stCondLst>
                                        </p:cTn>
                                        <p:tgtEl>
                                          <p:spTgt spid="57">
                                            <p:txEl>
                                              <p:pRg st="0" end="0"/>
                                            </p:txEl>
                                          </p:spTgt>
                                        </p:tgtEl>
                                        <p:attrNameLst>
                                          <p:attrName>style.visibility</p:attrName>
                                        </p:attrNameLst>
                                      </p:cBhvr>
                                      <p:to>
                                        <p:strVal val="visible"/>
                                      </p:to>
                                    </p:set>
                                    <p:animEffect transition="in" filter="wipe(down)">
                                      <p:cBhvr>
                                        <p:cTn id="51" dur="500"/>
                                        <p:tgtEl>
                                          <p:spTgt spid="57">
                                            <p:txEl>
                                              <p:pRg st="0" end="0"/>
                                            </p:txEl>
                                          </p:spTgt>
                                        </p:tgtEl>
                                      </p:cBhvr>
                                    </p:animEffect>
                                  </p:childTnLst>
                                </p:cTn>
                              </p:par>
                            </p:childTnLst>
                          </p:cTn>
                        </p:par>
                        <p:par>
                          <p:cTn id="52" fill="hold">
                            <p:stCondLst>
                              <p:cond delay="6000"/>
                            </p:stCondLst>
                            <p:childTnLst>
                              <p:par>
                                <p:cTn id="53" presetID="22" presetClass="entr" presetSubtype="4" fill="hold" grpId="0" nodeType="afterEffect">
                                  <p:stCondLst>
                                    <p:cond delay="0"/>
                                  </p:stCondLst>
                                  <p:childTnLst>
                                    <p:set>
                                      <p:cBhvr>
                                        <p:cTn id="54" dur="1" fill="hold">
                                          <p:stCondLst>
                                            <p:cond delay="0"/>
                                          </p:stCondLst>
                                        </p:cTn>
                                        <p:tgtEl>
                                          <p:spTgt spid="58"/>
                                        </p:tgtEl>
                                        <p:attrNameLst>
                                          <p:attrName>style.visibility</p:attrName>
                                        </p:attrNameLst>
                                      </p:cBhvr>
                                      <p:to>
                                        <p:strVal val="visible"/>
                                      </p:to>
                                    </p:set>
                                    <p:animEffect transition="in" filter="wipe(down)">
                                      <p:cBhvr>
                                        <p:cTn id="55" dur="500"/>
                                        <p:tgtEl>
                                          <p:spTgt spid="58"/>
                                        </p:tgtEl>
                                      </p:cBhvr>
                                    </p:animEffect>
                                  </p:childTnLst>
                                </p:cTn>
                              </p:par>
                            </p:childTnLst>
                          </p:cTn>
                        </p:par>
                        <p:par>
                          <p:cTn id="56" fill="hold">
                            <p:stCondLst>
                              <p:cond delay="6500"/>
                            </p:stCondLst>
                            <p:childTnLst>
                              <p:par>
                                <p:cTn id="57" presetID="22" presetClass="entr" presetSubtype="4" fill="hold" grpId="0" nodeType="afterEffect">
                                  <p:stCondLst>
                                    <p:cond delay="0"/>
                                  </p:stCondLst>
                                  <p:childTnLst>
                                    <p:set>
                                      <p:cBhvr>
                                        <p:cTn id="58" dur="1" fill="hold">
                                          <p:stCondLst>
                                            <p:cond delay="0"/>
                                          </p:stCondLst>
                                        </p:cTn>
                                        <p:tgtEl>
                                          <p:spTgt spid="59"/>
                                        </p:tgtEl>
                                        <p:attrNameLst>
                                          <p:attrName>style.visibility</p:attrName>
                                        </p:attrNameLst>
                                      </p:cBhvr>
                                      <p:to>
                                        <p:strVal val="visible"/>
                                      </p:to>
                                    </p:set>
                                    <p:animEffect transition="in" filter="wipe(down)">
                                      <p:cBhvr>
                                        <p:cTn id="59" dur="500"/>
                                        <p:tgtEl>
                                          <p:spTgt spid="59"/>
                                        </p:tgtEl>
                                      </p:cBhvr>
                                    </p:animEffect>
                                  </p:childTnLst>
                                </p:cTn>
                              </p:par>
                            </p:childTnLst>
                          </p:cTn>
                        </p:par>
                        <p:par>
                          <p:cTn id="60" fill="hold">
                            <p:stCondLst>
                              <p:cond delay="7000"/>
                            </p:stCondLst>
                            <p:childTnLst>
                              <p:par>
                                <p:cTn id="61" presetID="22" presetClass="entr" presetSubtype="4" fill="hold" grpId="0" nodeType="afterEffect" nodePh="1">
                                  <p:stCondLst>
                                    <p:cond delay="0"/>
                                  </p:stCondLst>
                                  <p:endCondLst>
                                    <p:cond evt="begin" delay="0">
                                      <p:tn val="61"/>
                                    </p:cond>
                                  </p:endCondLst>
                                  <p:childTnLst>
                                    <p:set>
                                      <p:cBhvr>
                                        <p:cTn id="62" dur="1" fill="hold">
                                          <p:stCondLst>
                                            <p:cond delay="0"/>
                                          </p:stCondLst>
                                        </p:cTn>
                                        <p:tgtEl>
                                          <p:spTgt spid="60">
                                            <p:txEl>
                                              <p:pRg st="0" end="0"/>
                                            </p:txEl>
                                          </p:spTgt>
                                        </p:tgtEl>
                                        <p:attrNameLst>
                                          <p:attrName>style.visibility</p:attrName>
                                        </p:attrNameLst>
                                      </p:cBhvr>
                                      <p:to>
                                        <p:strVal val="visible"/>
                                      </p:to>
                                    </p:set>
                                    <p:animEffect transition="in" filter="wipe(down)">
                                      <p:cBhvr>
                                        <p:cTn id="63" dur="500"/>
                                        <p:tgtEl>
                                          <p:spTgt spid="60">
                                            <p:txEl>
                                              <p:pRg st="0" end="0"/>
                                            </p:txEl>
                                          </p:spTgt>
                                        </p:tgtEl>
                                      </p:cBhvr>
                                    </p:animEffect>
                                  </p:childTnLst>
                                </p:cTn>
                              </p:par>
                            </p:childTnLst>
                          </p:cTn>
                        </p:par>
                        <p:par>
                          <p:cTn id="64" fill="hold">
                            <p:stCondLst>
                              <p:cond delay="7500"/>
                            </p:stCondLst>
                            <p:childTnLst>
                              <p:par>
                                <p:cTn id="65" presetID="22" presetClass="entr" presetSubtype="4" fill="hold" grpId="0" nodeType="afterEffect">
                                  <p:stCondLst>
                                    <p:cond delay="0"/>
                                  </p:stCondLst>
                                  <p:childTnLst>
                                    <p:set>
                                      <p:cBhvr>
                                        <p:cTn id="66" dur="1" fill="hold">
                                          <p:stCondLst>
                                            <p:cond delay="0"/>
                                          </p:stCondLst>
                                        </p:cTn>
                                        <p:tgtEl>
                                          <p:spTgt spid="61"/>
                                        </p:tgtEl>
                                        <p:attrNameLst>
                                          <p:attrName>style.visibility</p:attrName>
                                        </p:attrNameLst>
                                      </p:cBhvr>
                                      <p:to>
                                        <p:strVal val="visible"/>
                                      </p:to>
                                    </p:set>
                                    <p:animEffect transition="in" filter="wipe(down)">
                                      <p:cBhvr>
                                        <p:cTn id="67" dur="500"/>
                                        <p:tgtEl>
                                          <p:spTgt spid="61"/>
                                        </p:tgtEl>
                                      </p:cBhvr>
                                    </p:animEffect>
                                  </p:childTnLst>
                                </p:cTn>
                              </p:par>
                            </p:childTnLst>
                          </p:cTn>
                        </p:par>
                        <p:par>
                          <p:cTn id="68" fill="hold">
                            <p:stCondLst>
                              <p:cond delay="8000"/>
                            </p:stCondLst>
                            <p:childTnLst>
                              <p:par>
                                <p:cTn id="69" presetID="22" presetClass="entr" presetSubtype="4" fill="hold" grpId="0" nodeType="afterEffect">
                                  <p:stCondLst>
                                    <p:cond delay="0"/>
                                  </p:stCondLst>
                                  <p:childTnLst>
                                    <p:set>
                                      <p:cBhvr>
                                        <p:cTn id="70" dur="1" fill="hold">
                                          <p:stCondLst>
                                            <p:cond delay="0"/>
                                          </p:stCondLst>
                                        </p:cTn>
                                        <p:tgtEl>
                                          <p:spTgt spid="62"/>
                                        </p:tgtEl>
                                        <p:attrNameLst>
                                          <p:attrName>style.visibility</p:attrName>
                                        </p:attrNameLst>
                                      </p:cBhvr>
                                      <p:to>
                                        <p:strVal val="visible"/>
                                      </p:to>
                                    </p:set>
                                    <p:animEffect transition="in" filter="wipe(down)">
                                      <p:cBhvr>
                                        <p:cTn id="71" dur="500"/>
                                        <p:tgtEl>
                                          <p:spTgt spid="62"/>
                                        </p:tgtEl>
                                      </p:cBhvr>
                                    </p:animEffect>
                                  </p:childTnLst>
                                </p:cTn>
                              </p:par>
                            </p:childTnLst>
                          </p:cTn>
                        </p:par>
                        <p:par>
                          <p:cTn id="72" fill="hold">
                            <p:stCondLst>
                              <p:cond delay="8500"/>
                            </p:stCondLst>
                            <p:childTnLst>
                              <p:par>
                                <p:cTn id="73" presetID="22" presetClass="entr" presetSubtype="4" fill="hold" nodeType="afterEffect" nodePh="1">
                                  <p:stCondLst>
                                    <p:cond delay="0"/>
                                  </p:stCondLst>
                                  <p:endCondLst>
                                    <p:cond evt="begin" delay="0">
                                      <p:tn val="73"/>
                                    </p:cond>
                                  </p:endCondLst>
                                  <p:childTnLst>
                                    <p:set>
                                      <p:cBhvr>
                                        <p:cTn id="74" dur="1" fill="hold">
                                          <p:stCondLst>
                                            <p:cond delay="0"/>
                                          </p:stCondLst>
                                        </p:cTn>
                                        <p:tgtEl>
                                          <p:spTgt spid="63">
                                            <p:txEl>
                                              <p:pRg st="0" end="0"/>
                                            </p:txEl>
                                          </p:spTgt>
                                        </p:tgtEl>
                                        <p:attrNameLst>
                                          <p:attrName>style.visibility</p:attrName>
                                        </p:attrNameLst>
                                      </p:cBhvr>
                                      <p:to>
                                        <p:strVal val="visible"/>
                                      </p:to>
                                    </p:set>
                                    <p:animEffect transition="in" filter="wipe(down)">
                                      <p:cBhvr>
                                        <p:cTn id="75" dur="500"/>
                                        <p:tgtEl>
                                          <p:spTgt spid="63">
                                            <p:txEl>
                                              <p:pRg st="0" end="0"/>
                                            </p:txEl>
                                          </p:spTgt>
                                        </p:tgtEl>
                                      </p:cBhvr>
                                    </p:animEffect>
                                  </p:childTnLst>
                                </p:cTn>
                              </p:par>
                            </p:childTnLst>
                          </p:cTn>
                        </p:par>
                        <p:par>
                          <p:cTn id="76" fill="hold">
                            <p:stCondLst>
                              <p:cond delay="9000"/>
                            </p:stCondLst>
                            <p:childTnLst>
                              <p:par>
                                <p:cTn id="77" presetID="22" presetClass="entr" presetSubtype="4" fill="hold" grpId="0" nodeType="afterEffect">
                                  <p:stCondLst>
                                    <p:cond delay="0"/>
                                  </p:stCondLst>
                                  <p:childTnLst>
                                    <p:set>
                                      <p:cBhvr>
                                        <p:cTn id="78" dur="1" fill="hold">
                                          <p:stCondLst>
                                            <p:cond delay="0"/>
                                          </p:stCondLst>
                                        </p:cTn>
                                        <p:tgtEl>
                                          <p:spTgt spid="64"/>
                                        </p:tgtEl>
                                        <p:attrNameLst>
                                          <p:attrName>style.visibility</p:attrName>
                                        </p:attrNameLst>
                                      </p:cBhvr>
                                      <p:to>
                                        <p:strVal val="visible"/>
                                      </p:to>
                                    </p:set>
                                    <p:animEffect transition="in" filter="wipe(down)">
                                      <p:cBhvr>
                                        <p:cTn id="79" dur="500"/>
                                        <p:tgtEl>
                                          <p:spTgt spid="64"/>
                                        </p:tgtEl>
                                      </p:cBhvr>
                                    </p:animEffect>
                                  </p:childTnLst>
                                </p:cTn>
                              </p:par>
                            </p:childTnLst>
                          </p:cTn>
                        </p:par>
                        <p:par>
                          <p:cTn id="80" fill="hold">
                            <p:stCondLst>
                              <p:cond delay="9500"/>
                            </p:stCondLst>
                            <p:childTnLst>
                              <p:par>
                                <p:cTn id="81" presetID="22" presetClass="entr" presetSubtype="4" fill="hold" grpId="0" nodeType="afterEffect">
                                  <p:stCondLst>
                                    <p:cond delay="0"/>
                                  </p:stCondLst>
                                  <p:childTnLst>
                                    <p:set>
                                      <p:cBhvr>
                                        <p:cTn id="82" dur="1" fill="hold">
                                          <p:stCondLst>
                                            <p:cond delay="0"/>
                                          </p:stCondLst>
                                        </p:cTn>
                                        <p:tgtEl>
                                          <p:spTgt spid="65"/>
                                        </p:tgtEl>
                                        <p:attrNameLst>
                                          <p:attrName>style.visibility</p:attrName>
                                        </p:attrNameLst>
                                      </p:cBhvr>
                                      <p:to>
                                        <p:strVal val="visible"/>
                                      </p:to>
                                    </p:set>
                                    <p:animEffect transition="in" filter="wipe(down)">
                                      <p:cBhvr>
                                        <p:cTn id="83" dur="500"/>
                                        <p:tgtEl>
                                          <p:spTgt spid="65"/>
                                        </p:tgtEl>
                                      </p:cBhvr>
                                    </p:animEffect>
                                  </p:childTnLst>
                                </p:cTn>
                              </p:par>
                            </p:childTnLst>
                          </p:cTn>
                        </p:par>
                        <p:par>
                          <p:cTn id="84" fill="hold">
                            <p:stCondLst>
                              <p:cond delay="10000"/>
                            </p:stCondLst>
                            <p:childTnLst>
                              <p:par>
                                <p:cTn id="85" presetID="22" presetClass="entr" presetSubtype="4" fill="hold" grpId="0" nodeType="afterEffect" nodePh="1">
                                  <p:stCondLst>
                                    <p:cond delay="0"/>
                                  </p:stCondLst>
                                  <p:endCondLst>
                                    <p:cond evt="begin" delay="0">
                                      <p:tn val="85"/>
                                    </p:cond>
                                  </p:endCondLst>
                                  <p:childTnLst>
                                    <p:set>
                                      <p:cBhvr>
                                        <p:cTn id="86" dur="1" fill="hold">
                                          <p:stCondLst>
                                            <p:cond delay="0"/>
                                          </p:stCondLst>
                                        </p:cTn>
                                        <p:tgtEl>
                                          <p:spTgt spid="66">
                                            <p:txEl>
                                              <p:pRg st="0" end="0"/>
                                            </p:txEl>
                                          </p:spTgt>
                                        </p:tgtEl>
                                        <p:attrNameLst>
                                          <p:attrName>style.visibility</p:attrName>
                                        </p:attrNameLst>
                                      </p:cBhvr>
                                      <p:to>
                                        <p:strVal val="visible"/>
                                      </p:to>
                                    </p:set>
                                    <p:animEffect transition="in" filter="wipe(down)">
                                      <p:cBhvr>
                                        <p:cTn id="87" dur="500"/>
                                        <p:tgtEl>
                                          <p:spTgt spid="66">
                                            <p:txEl>
                                              <p:pRg st="0" end="0"/>
                                            </p:txEl>
                                          </p:spTgt>
                                        </p:tgtEl>
                                      </p:cBhvr>
                                    </p:animEffect>
                                  </p:childTnLst>
                                </p:cTn>
                              </p:par>
                            </p:childTnLst>
                          </p:cTn>
                        </p:par>
                        <p:par>
                          <p:cTn id="88" fill="hold">
                            <p:stCondLst>
                              <p:cond delay="10500"/>
                            </p:stCondLst>
                            <p:childTnLst>
                              <p:par>
                                <p:cTn id="89" presetID="22" presetClass="entr" presetSubtype="4" fill="hold" grpId="0" nodeType="afterEffect">
                                  <p:stCondLst>
                                    <p:cond delay="0"/>
                                  </p:stCondLst>
                                  <p:childTnLst>
                                    <p:set>
                                      <p:cBhvr>
                                        <p:cTn id="90" dur="1" fill="hold">
                                          <p:stCondLst>
                                            <p:cond delay="0"/>
                                          </p:stCondLst>
                                        </p:cTn>
                                        <p:tgtEl>
                                          <p:spTgt spid="67"/>
                                        </p:tgtEl>
                                        <p:attrNameLst>
                                          <p:attrName>style.visibility</p:attrName>
                                        </p:attrNameLst>
                                      </p:cBhvr>
                                      <p:to>
                                        <p:strVal val="visible"/>
                                      </p:to>
                                    </p:set>
                                    <p:animEffect transition="in" filter="wipe(down)">
                                      <p:cBhvr>
                                        <p:cTn id="91" dur="500"/>
                                        <p:tgtEl>
                                          <p:spTgt spid="67"/>
                                        </p:tgtEl>
                                      </p:cBhvr>
                                    </p:animEffect>
                                  </p:childTnLst>
                                </p:cTn>
                              </p:par>
                            </p:childTnLst>
                          </p:cTn>
                        </p:par>
                        <p:par>
                          <p:cTn id="92" fill="hold">
                            <p:stCondLst>
                              <p:cond delay="11000"/>
                            </p:stCondLst>
                            <p:childTnLst>
                              <p:par>
                                <p:cTn id="93" presetID="22" presetClass="entr" presetSubtype="4" fill="hold" grpId="0" nodeType="afterEffect">
                                  <p:stCondLst>
                                    <p:cond delay="0"/>
                                  </p:stCondLst>
                                  <p:childTnLst>
                                    <p:set>
                                      <p:cBhvr>
                                        <p:cTn id="94" dur="1" fill="hold">
                                          <p:stCondLst>
                                            <p:cond delay="0"/>
                                          </p:stCondLst>
                                        </p:cTn>
                                        <p:tgtEl>
                                          <p:spTgt spid="68"/>
                                        </p:tgtEl>
                                        <p:attrNameLst>
                                          <p:attrName>style.visibility</p:attrName>
                                        </p:attrNameLst>
                                      </p:cBhvr>
                                      <p:to>
                                        <p:strVal val="visible"/>
                                      </p:to>
                                    </p:set>
                                    <p:animEffect transition="in" filter="wipe(down)">
                                      <p:cBhvr>
                                        <p:cTn id="95" dur="500"/>
                                        <p:tgtEl>
                                          <p:spTgt spid="68"/>
                                        </p:tgtEl>
                                      </p:cBhvr>
                                    </p:animEffect>
                                  </p:childTnLst>
                                </p:cTn>
                              </p:par>
                            </p:childTnLst>
                          </p:cTn>
                        </p:par>
                        <p:par>
                          <p:cTn id="96" fill="hold">
                            <p:stCondLst>
                              <p:cond delay="11500"/>
                            </p:stCondLst>
                            <p:childTnLst>
                              <p:par>
                                <p:cTn id="97" presetID="22" presetClass="entr" presetSubtype="4" fill="hold" grpId="0" nodeType="afterEffect" nodePh="1">
                                  <p:stCondLst>
                                    <p:cond delay="0"/>
                                  </p:stCondLst>
                                  <p:endCondLst>
                                    <p:cond evt="begin" delay="0">
                                      <p:tn val="97"/>
                                    </p:cond>
                                  </p:endCondLst>
                                  <p:childTnLst>
                                    <p:set>
                                      <p:cBhvr>
                                        <p:cTn id="98" dur="1" fill="hold">
                                          <p:stCondLst>
                                            <p:cond delay="0"/>
                                          </p:stCondLst>
                                        </p:cTn>
                                        <p:tgtEl>
                                          <p:spTgt spid="69">
                                            <p:txEl>
                                              <p:pRg st="0" end="0"/>
                                            </p:txEl>
                                          </p:spTgt>
                                        </p:tgtEl>
                                        <p:attrNameLst>
                                          <p:attrName>style.visibility</p:attrName>
                                        </p:attrNameLst>
                                      </p:cBhvr>
                                      <p:to>
                                        <p:strVal val="visible"/>
                                      </p:to>
                                    </p:set>
                                    <p:animEffect transition="in" filter="wipe(down)">
                                      <p:cBhvr>
                                        <p:cTn id="99" dur="500"/>
                                        <p:tgtEl>
                                          <p:spTgt spid="69">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P spid="17" grpId="0" animBg="1"/>
      <p:bldP spid="48"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48"/>
                        </p:tgtEl>
                        <p:attrNameLst>
                          <p:attrName>style.visibility</p:attrName>
                        </p:attrNameLst>
                      </p:cBhvr>
                      <p:to>
                        <p:strVal val="visible"/>
                      </p:to>
                    </p:set>
                    <p:animEffect transition="in" filter="wipe(down)">
                      <p:cBhvr>
                        <p:cTn dur="500"/>
                        <p:tgtEl>
                          <p:spTgt spid="48"/>
                        </p:tgtEl>
                      </p:cBhvr>
                    </p:animEffect>
                  </p:childTnLst>
                </p:cTn>
              </p:par>
            </p:tnLst>
          </p:tmpl>
        </p:tmplLst>
      </p:bldP>
      <p:bldP spid="49" grpId="0"/>
      <p:bldP spid="50" grpId="0" animBg="1"/>
      <p:bldP spid="51"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51"/>
                        </p:tgtEl>
                        <p:attrNameLst>
                          <p:attrName>style.visibility</p:attrName>
                        </p:attrNameLst>
                      </p:cBhvr>
                      <p:to>
                        <p:strVal val="visible"/>
                      </p:to>
                    </p:set>
                    <p:animEffect transition="in" filter="wipe(down)">
                      <p:cBhvr>
                        <p:cTn dur="500"/>
                        <p:tgtEl>
                          <p:spTgt spid="51"/>
                        </p:tgtEl>
                      </p:cBhvr>
                    </p:animEffect>
                  </p:childTnLst>
                </p:cTn>
              </p:par>
            </p:tnLst>
          </p:tmpl>
        </p:tmplLst>
      </p:bldP>
      <p:bldP spid="52" grpId="0"/>
      <p:bldP spid="53" grpId="0" animBg="1"/>
      <p:bldP spid="54"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54"/>
                        </p:tgtEl>
                        <p:attrNameLst>
                          <p:attrName>style.visibility</p:attrName>
                        </p:attrNameLst>
                      </p:cBhvr>
                      <p:to>
                        <p:strVal val="visible"/>
                      </p:to>
                    </p:set>
                    <p:animEffect transition="in" filter="wipe(down)">
                      <p:cBhvr>
                        <p:cTn dur="500"/>
                        <p:tgtEl>
                          <p:spTgt spid="54"/>
                        </p:tgtEl>
                      </p:cBhvr>
                    </p:animEffect>
                  </p:childTnLst>
                </p:cTn>
              </p:par>
            </p:tnLst>
          </p:tmpl>
        </p:tmplLst>
      </p:bldP>
      <p:bldP spid="55" grpId="0"/>
      <p:bldP spid="56" grpId="0" animBg="1"/>
      <p:bldP spid="57"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57"/>
                        </p:tgtEl>
                        <p:attrNameLst>
                          <p:attrName>style.visibility</p:attrName>
                        </p:attrNameLst>
                      </p:cBhvr>
                      <p:to>
                        <p:strVal val="visible"/>
                      </p:to>
                    </p:set>
                    <p:animEffect transition="in" filter="wipe(down)">
                      <p:cBhvr>
                        <p:cTn dur="500"/>
                        <p:tgtEl>
                          <p:spTgt spid="57"/>
                        </p:tgtEl>
                      </p:cBhvr>
                    </p:animEffect>
                  </p:childTnLst>
                </p:cTn>
              </p:par>
            </p:tnLst>
          </p:tmpl>
        </p:tmplLst>
      </p:bldP>
      <p:bldP spid="58" grpId="0"/>
      <p:bldP spid="59" grpId="0" animBg="1"/>
      <p:bldP spid="60"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60"/>
                        </p:tgtEl>
                        <p:attrNameLst>
                          <p:attrName>style.visibility</p:attrName>
                        </p:attrNameLst>
                      </p:cBhvr>
                      <p:to>
                        <p:strVal val="visible"/>
                      </p:to>
                    </p:set>
                    <p:animEffect transition="in" filter="wipe(down)">
                      <p:cBhvr>
                        <p:cTn dur="500"/>
                        <p:tgtEl>
                          <p:spTgt spid="60"/>
                        </p:tgtEl>
                      </p:cBhvr>
                    </p:animEffect>
                  </p:childTnLst>
                </p:cTn>
              </p:par>
            </p:tnLst>
          </p:tmpl>
        </p:tmplLst>
      </p:bldP>
      <p:bldP spid="61" grpId="0"/>
      <p:bldP spid="62" grpId="0" animBg="1"/>
      <p:bldP spid="64" grpId="0"/>
      <p:bldP spid="65" grpId="0" animBg="1"/>
      <p:bldP spid="66"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66"/>
                        </p:tgtEl>
                        <p:attrNameLst>
                          <p:attrName>style.visibility</p:attrName>
                        </p:attrNameLst>
                      </p:cBhvr>
                      <p:to>
                        <p:strVal val="visible"/>
                      </p:to>
                    </p:set>
                    <p:animEffect transition="in" filter="wipe(down)">
                      <p:cBhvr>
                        <p:cTn dur="500"/>
                        <p:tgtEl>
                          <p:spTgt spid="66"/>
                        </p:tgtEl>
                      </p:cBhvr>
                    </p:animEffect>
                  </p:childTnLst>
                </p:cTn>
              </p:par>
            </p:tnLst>
          </p:tmpl>
        </p:tmplLst>
      </p:bldP>
      <p:bldP spid="67" grpId="0"/>
      <p:bldP spid="68" grpId="0" animBg="1"/>
      <p:bldP spid="69"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69"/>
                        </p:tgtEl>
                        <p:attrNameLst>
                          <p:attrName>style.visibility</p:attrName>
                        </p:attrNameLst>
                      </p:cBhvr>
                      <p:to>
                        <p:strVal val="visible"/>
                      </p:to>
                    </p:set>
                    <p:animEffect transition="in" filter="wipe(down)">
                      <p:cBhvr>
                        <p:cTn dur="500"/>
                        <p:tgtEl>
                          <p:spTgt spid="69"/>
                        </p:tgtEl>
                      </p:cBhvr>
                    </p:animEffect>
                  </p:childTnLst>
                </p:cTn>
              </p:par>
            </p:tnLst>
          </p:tmpl>
        </p:tmplLst>
      </p:bldP>
    </p:bldLst>
  </p:timing>
</p:sldLayout>
</file>

<file path=ppt/slideLayouts/slideLayout339.xml><?xml version="1.0" encoding="utf-8"?>
<p:sldLayout xmlns:a="http://schemas.openxmlformats.org/drawingml/2006/main" xmlns:r="http://schemas.openxmlformats.org/officeDocument/2006/relationships" xmlns:p="http://schemas.openxmlformats.org/presentationml/2006/main" userDrawn="1">
  <p:cSld name="2_2-Pics">
    <p:spTree>
      <p:nvGrpSpPr>
        <p:cNvPr id="1" name=""/>
        <p:cNvGrpSpPr/>
        <p:nvPr/>
      </p:nvGrpSpPr>
      <p:grpSpPr>
        <a:xfrm>
          <a:off x="0" y="0"/>
          <a:ext cx="0" cy="0"/>
          <a:chOff x="0" y="0"/>
          <a:chExt cx="0" cy="0"/>
        </a:xfrm>
      </p:grpSpPr>
      <p:sp>
        <p:nvSpPr>
          <p:cNvPr id="58" name="Picture Placeholder 7"/>
          <p:cNvSpPr>
            <a:spLocks noGrp="1"/>
          </p:cNvSpPr>
          <p:nvPr>
            <p:ph type="pic" sz="quarter" idx="22" hasCustomPrompt="1"/>
          </p:nvPr>
        </p:nvSpPr>
        <p:spPr>
          <a:xfrm>
            <a:off x="6286302" y="2195021"/>
            <a:ext cx="5030956" cy="2697948"/>
          </a:xfrm>
          <a:prstGeom prst="downArrowCallout">
            <a:avLst>
              <a:gd name="adj1" fmla="val 50000"/>
              <a:gd name="adj2" fmla="val 11967"/>
              <a:gd name="adj3" fmla="val 7487"/>
              <a:gd name="adj4" fmla="val 92647"/>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8" name="Picture Placeholder 7"/>
          <p:cNvSpPr>
            <a:spLocks noGrp="1"/>
          </p:cNvSpPr>
          <p:nvPr>
            <p:ph type="pic" sz="quarter" idx="10" hasCustomPrompt="1"/>
          </p:nvPr>
        </p:nvSpPr>
        <p:spPr>
          <a:xfrm>
            <a:off x="858246" y="2182184"/>
            <a:ext cx="5030956" cy="2710781"/>
          </a:xfrm>
          <a:prstGeom prst="downArrowCallout">
            <a:avLst>
              <a:gd name="adj1" fmla="val 50000"/>
              <a:gd name="adj2" fmla="val 11967"/>
              <a:gd name="adj3" fmla="val 7487"/>
              <a:gd name="adj4" fmla="val 92647"/>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40" name="Text Placeholder 3"/>
          <p:cNvSpPr>
            <a:spLocks noGrp="1"/>
          </p:cNvSpPr>
          <p:nvPr>
            <p:ph type="body" sz="half" idx="15"/>
          </p:nvPr>
        </p:nvSpPr>
        <p:spPr>
          <a:xfrm>
            <a:off x="865266" y="5193235"/>
            <a:ext cx="5016911" cy="846795"/>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a:solidFill>
                <a:schemeClr val="tx1">
                  <a:lumMod val="50000"/>
                  <a:lumOff val="50000"/>
                </a:schemeClr>
              </a:solidFill>
            </a:endParaRPr>
          </a:p>
        </p:txBody>
      </p:sp>
      <p:sp>
        <p:nvSpPr>
          <p:cNvPr id="42" name="Text Placeholder 3"/>
          <p:cNvSpPr>
            <a:spLocks noGrp="1"/>
          </p:cNvSpPr>
          <p:nvPr>
            <p:ph type="body" sz="half" idx="17"/>
          </p:nvPr>
        </p:nvSpPr>
        <p:spPr>
          <a:xfrm>
            <a:off x="858242" y="4918632"/>
            <a:ext cx="5030959" cy="257040"/>
          </a:xfrm>
          <a:prstGeom prst="rect">
            <a:avLst/>
          </a:prstGeom>
        </p:spPr>
        <p:txBody>
          <a:bodyPr wrap="none" lIns="0" tIns="0" rIns="0" bIns="0" anchor="ctr">
            <a:noAutofit/>
          </a:bodyPr>
          <a:lstStyle>
            <a:lvl1pPr marL="0" indent="0" algn="ctr">
              <a:buNone/>
              <a:defRPr sz="1467" b="1" baseline="0">
                <a:solidFill>
                  <a:schemeClr val="accent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59" name="Text Placeholder 3"/>
          <p:cNvSpPr>
            <a:spLocks noGrp="1"/>
          </p:cNvSpPr>
          <p:nvPr>
            <p:ph type="body" sz="half" idx="23"/>
          </p:nvPr>
        </p:nvSpPr>
        <p:spPr>
          <a:xfrm>
            <a:off x="6293325" y="5193235"/>
            <a:ext cx="5016911" cy="846795"/>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a:solidFill>
                <a:schemeClr val="tx1">
                  <a:lumMod val="50000"/>
                  <a:lumOff val="50000"/>
                </a:schemeClr>
              </a:solidFill>
            </a:endParaRPr>
          </a:p>
        </p:txBody>
      </p:sp>
      <p:sp>
        <p:nvSpPr>
          <p:cNvPr id="62" name="Text Placeholder 3"/>
          <p:cNvSpPr>
            <a:spLocks noGrp="1"/>
          </p:cNvSpPr>
          <p:nvPr>
            <p:ph type="body" sz="half" idx="25"/>
          </p:nvPr>
        </p:nvSpPr>
        <p:spPr>
          <a:xfrm>
            <a:off x="6286299" y="4918632"/>
            <a:ext cx="5030959" cy="257040"/>
          </a:xfrm>
          <a:prstGeom prst="rect">
            <a:avLst/>
          </a:prstGeom>
        </p:spPr>
        <p:txBody>
          <a:bodyPr wrap="none" lIns="0" tIns="0" rIns="0" bIns="0" anchor="ctr">
            <a:noAutofit/>
          </a:bodyPr>
          <a:lstStyle>
            <a:lvl1pPr marL="0" indent="0" algn="ctr">
              <a:buNone/>
              <a:defRPr sz="1467" b="1" baseline="0">
                <a:solidFill>
                  <a:schemeClr val="accent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32" name="Rectangle 31"/>
          <p:cNvSpPr/>
          <p:nvPr userDrawn="1"/>
        </p:nvSpPr>
        <p:spPr>
          <a:xfrm>
            <a:off x="865265" y="1672313"/>
            <a:ext cx="5016912" cy="50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1867" dirty="0">
              <a:solidFill>
                <a:srgbClr val="FFFFFF"/>
              </a:solidFill>
            </a:endParaRPr>
          </a:p>
        </p:txBody>
      </p:sp>
      <p:sp>
        <p:nvSpPr>
          <p:cNvPr id="41" name="Text Placeholder 3"/>
          <p:cNvSpPr>
            <a:spLocks noGrp="1"/>
          </p:cNvSpPr>
          <p:nvPr>
            <p:ph type="body" sz="half" idx="16"/>
          </p:nvPr>
        </p:nvSpPr>
        <p:spPr>
          <a:xfrm>
            <a:off x="896710" y="1773356"/>
            <a:ext cx="4954023" cy="267661"/>
          </a:xfrm>
          <a:prstGeom prst="rect">
            <a:avLst/>
          </a:prstGeom>
        </p:spPr>
        <p:txBody>
          <a:bodyPr wrap="non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60" name="Rectangle 59"/>
          <p:cNvSpPr/>
          <p:nvPr userDrawn="1"/>
        </p:nvSpPr>
        <p:spPr>
          <a:xfrm>
            <a:off x="6293321" y="1672313"/>
            <a:ext cx="5016912" cy="50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1867" dirty="0">
              <a:solidFill>
                <a:srgbClr val="FFFFFF"/>
              </a:solidFill>
            </a:endParaRPr>
          </a:p>
        </p:txBody>
      </p:sp>
      <p:sp>
        <p:nvSpPr>
          <p:cNvPr id="61" name="Text Placeholder 3"/>
          <p:cNvSpPr>
            <a:spLocks noGrp="1"/>
          </p:cNvSpPr>
          <p:nvPr>
            <p:ph type="body" sz="half" idx="24"/>
          </p:nvPr>
        </p:nvSpPr>
        <p:spPr>
          <a:xfrm>
            <a:off x="6324769" y="1773356"/>
            <a:ext cx="4954023" cy="267661"/>
          </a:xfrm>
          <a:prstGeom prst="rect">
            <a:avLst/>
          </a:prstGeom>
        </p:spPr>
        <p:txBody>
          <a:bodyPr wrap="non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18"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9"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152792508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accel="50000" decel="50000" fill="hold" grpId="0" nodeType="afterEffect">
                                  <p:stCondLst>
                                    <p:cond delay="0"/>
                                  </p:stCondLst>
                                  <p:childTnLst>
                                    <p:set>
                                      <p:cBhvr>
                                        <p:cTn id="6" dur="1" fill="hold">
                                          <p:stCondLst>
                                            <p:cond delay="0"/>
                                          </p:stCondLst>
                                        </p:cTn>
                                        <p:tgtEl>
                                          <p:spTgt spid="32"/>
                                        </p:tgtEl>
                                        <p:attrNameLst>
                                          <p:attrName>style.visibility</p:attrName>
                                        </p:attrNameLst>
                                      </p:cBhvr>
                                      <p:to>
                                        <p:strVal val="visible"/>
                                      </p:to>
                                    </p:set>
                                    <p:anim calcmode="lin" valueType="num">
                                      <p:cBhvr additive="base">
                                        <p:cTn id="7" dur="500" fill="hold"/>
                                        <p:tgtEl>
                                          <p:spTgt spid="32"/>
                                        </p:tgtEl>
                                        <p:attrNameLst>
                                          <p:attrName>ppt_x</p:attrName>
                                        </p:attrNameLst>
                                      </p:cBhvr>
                                      <p:tavLst>
                                        <p:tav tm="0">
                                          <p:val>
                                            <p:strVal val="#ppt_x"/>
                                          </p:val>
                                        </p:tav>
                                        <p:tav tm="100000">
                                          <p:val>
                                            <p:strVal val="#ppt_x"/>
                                          </p:val>
                                        </p:tav>
                                      </p:tavLst>
                                    </p:anim>
                                    <p:anim calcmode="lin" valueType="num">
                                      <p:cBhvr additive="base">
                                        <p:cTn id="8" dur="500" fill="hold"/>
                                        <p:tgtEl>
                                          <p:spTgt spid="32"/>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2" presetClass="entr" presetSubtype="4" fill="hold" grpId="0" nodeType="afterEffect" nodePh="1">
                                  <p:stCondLst>
                                    <p:cond delay="0"/>
                                  </p:stCondLst>
                                  <p:endCondLst>
                                    <p:cond evt="begin" delay="0">
                                      <p:tn val="10"/>
                                    </p:cond>
                                  </p:endCondLst>
                                  <p:childTnLst>
                                    <p:set>
                                      <p:cBhvr>
                                        <p:cTn id="11" dur="1" fill="hold">
                                          <p:stCondLst>
                                            <p:cond delay="0"/>
                                          </p:stCondLst>
                                        </p:cTn>
                                        <p:tgtEl>
                                          <p:spTgt spid="41">
                                            <p:txEl>
                                              <p:pRg st="0" end="0"/>
                                            </p:txEl>
                                          </p:spTgt>
                                        </p:tgtEl>
                                        <p:attrNameLst>
                                          <p:attrName>style.visibility</p:attrName>
                                        </p:attrNameLst>
                                      </p:cBhvr>
                                      <p:to>
                                        <p:strVal val="visible"/>
                                      </p:to>
                                    </p:set>
                                    <p:animEffect transition="in" filter="wipe(down)">
                                      <p:cBhvr>
                                        <p:cTn id="12" dur="500"/>
                                        <p:tgtEl>
                                          <p:spTgt spid="41">
                                            <p:txEl>
                                              <p:pRg st="0" end="0"/>
                                            </p:txEl>
                                          </p:spTgt>
                                        </p:tgtEl>
                                      </p:cBhvr>
                                    </p:animEffect>
                                  </p:childTnLst>
                                </p:cTn>
                              </p:par>
                              <p:par>
                                <p:cTn id="13" presetID="2" presetClass="entr" presetSubtype="4" accel="50000" decel="50000" fill="hold" grpId="0" nodeType="withEffect">
                                  <p:stCondLst>
                                    <p:cond delay="0"/>
                                  </p:stCondLst>
                                  <p:childTnLst>
                                    <p:set>
                                      <p:cBhvr>
                                        <p:cTn id="14" dur="1" fill="hold">
                                          <p:stCondLst>
                                            <p:cond delay="0"/>
                                          </p:stCondLst>
                                        </p:cTn>
                                        <p:tgtEl>
                                          <p:spTgt spid="38"/>
                                        </p:tgtEl>
                                        <p:attrNameLst>
                                          <p:attrName>style.visibility</p:attrName>
                                        </p:attrNameLst>
                                      </p:cBhvr>
                                      <p:to>
                                        <p:strVal val="visible"/>
                                      </p:to>
                                    </p:set>
                                    <p:anim calcmode="lin" valueType="num">
                                      <p:cBhvr additive="base">
                                        <p:cTn id="15" dur="500" fill="hold"/>
                                        <p:tgtEl>
                                          <p:spTgt spid="38"/>
                                        </p:tgtEl>
                                        <p:attrNameLst>
                                          <p:attrName>ppt_x</p:attrName>
                                        </p:attrNameLst>
                                      </p:cBhvr>
                                      <p:tavLst>
                                        <p:tav tm="0">
                                          <p:val>
                                            <p:strVal val="#ppt_x"/>
                                          </p:val>
                                        </p:tav>
                                        <p:tav tm="100000">
                                          <p:val>
                                            <p:strVal val="#ppt_x"/>
                                          </p:val>
                                        </p:tav>
                                      </p:tavLst>
                                    </p:anim>
                                    <p:anim calcmode="lin" valueType="num">
                                      <p:cBhvr additive="base">
                                        <p:cTn id="16" dur="500" fill="hold"/>
                                        <p:tgtEl>
                                          <p:spTgt spid="38"/>
                                        </p:tgtEl>
                                        <p:attrNameLst>
                                          <p:attrName>ppt_y</p:attrName>
                                        </p:attrNameLst>
                                      </p:cBhvr>
                                      <p:tavLst>
                                        <p:tav tm="0">
                                          <p:val>
                                            <p:strVal val="1+#ppt_h/2"/>
                                          </p:val>
                                        </p:tav>
                                        <p:tav tm="100000">
                                          <p:val>
                                            <p:strVal val="#ppt_y"/>
                                          </p:val>
                                        </p:tav>
                                      </p:tavLst>
                                    </p:anim>
                                  </p:childTnLst>
                                </p:cTn>
                              </p:par>
                            </p:childTnLst>
                          </p:cTn>
                        </p:par>
                        <p:par>
                          <p:cTn id="17" fill="hold">
                            <p:stCondLst>
                              <p:cond delay="1000"/>
                            </p:stCondLst>
                            <p:childTnLst>
                              <p:par>
                                <p:cTn id="18" presetID="2" presetClass="entr" presetSubtype="4" accel="50000" decel="50000" fill="hold" grpId="0" nodeType="afterEffect" nodePh="1">
                                  <p:stCondLst>
                                    <p:cond delay="0"/>
                                  </p:stCondLst>
                                  <p:endCondLst>
                                    <p:cond evt="begin" delay="0">
                                      <p:tn val="18"/>
                                    </p:cond>
                                  </p:endCondLst>
                                  <p:childTnLst>
                                    <p:set>
                                      <p:cBhvr>
                                        <p:cTn id="19" dur="1" fill="hold">
                                          <p:stCondLst>
                                            <p:cond delay="0"/>
                                          </p:stCondLst>
                                        </p:cTn>
                                        <p:tgtEl>
                                          <p:spTgt spid="42">
                                            <p:txEl>
                                              <p:pRg st="0" end="0"/>
                                            </p:txEl>
                                          </p:spTgt>
                                        </p:tgtEl>
                                        <p:attrNameLst>
                                          <p:attrName>style.visibility</p:attrName>
                                        </p:attrNameLst>
                                      </p:cBhvr>
                                      <p:to>
                                        <p:strVal val="visible"/>
                                      </p:to>
                                    </p:set>
                                    <p:anim calcmode="lin" valueType="num">
                                      <p:cBhvr additive="base">
                                        <p:cTn id="20" dur="500" fill="hold"/>
                                        <p:tgtEl>
                                          <p:spTgt spid="42">
                                            <p:txEl>
                                              <p:pRg st="0" end="0"/>
                                            </p:txEl>
                                          </p:spTgt>
                                        </p:tgtEl>
                                        <p:attrNameLst>
                                          <p:attrName>ppt_x</p:attrName>
                                        </p:attrNameLst>
                                      </p:cBhvr>
                                      <p:tavLst>
                                        <p:tav tm="0">
                                          <p:val>
                                            <p:strVal val="#ppt_x"/>
                                          </p:val>
                                        </p:tav>
                                        <p:tav tm="100000">
                                          <p:val>
                                            <p:strVal val="#ppt_x"/>
                                          </p:val>
                                        </p:tav>
                                      </p:tavLst>
                                    </p:anim>
                                    <p:anim calcmode="lin" valueType="num">
                                      <p:cBhvr additive="base">
                                        <p:cTn id="21" dur="500" fill="hold"/>
                                        <p:tgtEl>
                                          <p:spTgt spid="42">
                                            <p:txEl>
                                              <p:pRg st="0" end="0"/>
                                            </p:txEl>
                                          </p:spTgt>
                                        </p:tgtEl>
                                        <p:attrNameLst>
                                          <p:attrName>ppt_y</p:attrName>
                                        </p:attrNameLst>
                                      </p:cBhvr>
                                      <p:tavLst>
                                        <p:tav tm="0">
                                          <p:val>
                                            <p:strVal val="1+#ppt_h/2"/>
                                          </p:val>
                                        </p:tav>
                                        <p:tav tm="100000">
                                          <p:val>
                                            <p:strVal val="#ppt_y"/>
                                          </p:val>
                                        </p:tav>
                                      </p:tavLst>
                                    </p:anim>
                                  </p:childTnLst>
                                </p:cTn>
                              </p:par>
                            </p:childTnLst>
                          </p:cTn>
                        </p:par>
                        <p:par>
                          <p:cTn id="22" fill="hold">
                            <p:stCondLst>
                              <p:cond delay="1500"/>
                            </p:stCondLst>
                            <p:childTnLst>
                              <p:par>
                                <p:cTn id="23" presetID="2" presetClass="entr" presetSubtype="4" accel="50000" decel="50000" fill="hold" grpId="0" nodeType="afterEffect" nodePh="1">
                                  <p:stCondLst>
                                    <p:cond delay="0"/>
                                  </p:stCondLst>
                                  <p:endCondLst>
                                    <p:cond evt="begin" delay="0">
                                      <p:tn val="23"/>
                                    </p:cond>
                                  </p:endCondLst>
                                  <p:childTnLst>
                                    <p:set>
                                      <p:cBhvr>
                                        <p:cTn id="24" dur="1" fill="hold">
                                          <p:stCondLst>
                                            <p:cond delay="0"/>
                                          </p:stCondLst>
                                        </p:cTn>
                                        <p:tgtEl>
                                          <p:spTgt spid="40">
                                            <p:txEl>
                                              <p:pRg st="0" end="0"/>
                                            </p:txEl>
                                          </p:spTgt>
                                        </p:tgtEl>
                                        <p:attrNameLst>
                                          <p:attrName>style.visibility</p:attrName>
                                        </p:attrNameLst>
                                      </p:cBhvr>
                                      <p:to>
                                        <p:strVal val="visible"/>
                                      </p:to>
                                    </p:set>
                                    <p:anim calcmode="lin" valueType="num">
                                      <p:cBhvr additive="base">
                                        <p:cTn id="25" dur="500" fill="hold"/>
                                        <p:tgtEl>
                                          <p:spTgt spid="40">
                                            <p:txEl>
                                              <p:pRg st="0" end="0"/>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40">
                                            <p:txEl>
                                              <p:pRg st="0" end="0"/>
                                            </p:txEl>
                                          </p:spTgt>
                                        </p:tgtEl>
                                        <p:attrNameLst>
                                          <p:attrName>ppt_y</p:attrName>
                                        </p:attrNameLst>
                                      </p:cBhvr>
                                      <p:tavLst>
                                        <p:tav tm="0">
                                          <p:val>
                                            <p:strVal val="1+#ppt_h/2"/>
                                          </p:val>
                                        </p:tav>
                                        <p:tav tm="100000">
                                          <p:val>
                                            <p:strVal val="#ppt_y"/>
                                          </p:val>
                                        </p:tav>
                                      </p:tavLst>
                                    </p:anim>
                                  </p:childTnLst>
                                </p:cTn>
                              </p:par>
                            </p:childTnLst>
                          </p:cTn>
                        </p:par>
                        <p:par>
                          <p:cTn id="27" fill="hold">
                            <p:stCondLst>
                              <p:cond delay="2000"/>
                            </p:stCondLst>
                            <p:childTnLst>
                              <p:par>
                                <p:cTn id="28" presetID="2" presetClass="entr" presetSubtype="1" accel="50000" decel="50000" fill="hold" grpId="0" nodeType="afterEffect">
                                  <p:stCondLst>
                                    <p:cond delay="0"/>
                                  </p:stCondLst>
                                  <p:childTnLst>
                                    <p:set>
                                      <p:cBhvr>
                                        <p:cTn id="29" dur="1" fill="hold">
                                          <p:stCondLst>
                                            <p:cond delay="0"/>
                                          </p:stCondLst>
                                        </p:cTn>
                                        <p:tgtEl>
                                          <p:spTgt spid="60"/>
                                        </p:tgtEl>
                                        <p:attrNameLst>
                                          <p:attrName>style.visibility</p:attrName>
                                        </p:attrNameLst>
                                      </p:cBhvr>
                                      <p:to>
                                        <p:strVal val="visible"/>
                                      </p:to>
                                    </p:set>
                                    <p:anim calcmode="lin" valueType="num">
                                      <p:cBhvr additive="base">
                                        <p:cTn id="30" dur="500" fill="hold"/>
                                        <p:tgtEl>
                                          <p:spTgt spid="60"/>
                                        </p:tgtEl>
                                        <p:attrNameLst>
                                          <p:attrName>ppt_x</p:attrName>
                                        </p:attrNameLst>
                                      </p:cBhvr>
                                      <p:tavLst>
                                        <p:tav tm="0">
                                          <p:val>
                                            <p:strVal val="#ppt_x"/>
                                          </p:val>
                                        </p:tav>
                                        <p:tav tm="100000">
                                          <p:val>
                                            <p:strVal val="#ppt_x"/>
                                          </p:val>
                                        </p:tav>
                                      </p:tavLst>
                                    </p:anim>
                                    <p:anim calcmode="lin" valueType="num">
                                      <p:cBhvr additive="base">
                                        <p:cTn id="31" dur="500" fill="hold"/>
                                        <p:tgtEl>
                                          <p:spTgt spid="60"/>
                                        </p:tgtEl>
                                        <p:attrNameLst>
                                          <p:attrName>ppt_y</p:attrName>
                                        </p:attrNameLst>
                                      </p:cBhvr>
                                      <p:tavLst>
                                        <p:tav tm="0">
                                          <p:val>
                                            <p:strVal val="0-#ppt_h/2"/>
                                          </p:val>
                                        </p:tav>
                                        <p:tav tm="100000">
                                          <p:val>
                                            <p:strVal val="#ppt_y"/>
                                          </p:val>
                                        </p:tav>
                                      </p:tavLst>
                                    </p:anim>
                                  </p:childTnLst>
                                </p:cTn>
                              </p:par>
                            </p:childTnLst>
                          </p:cTn>
                        </p:par>
                        <p:par>
                          <p:cTn id="32" fill="hold">
                            <p:stCondLst>
                              <p:cond delay="2500"/>
                            </p:stCondLst>
                            <p:childTnLst>
                              <p:par>
                                <p:cTn id="33" presetID="22" presetClass="entr" presetSubtype="4" fill="hold" grpId="0" nodeType="afterEffect" nodePh="1">
                                  <p:stCondLst>
                                    <p:cond delay="0"/>
                                  </p:stCondLst>
                                  <p:endCondLst>
                                    <p:cond evt="begin" delay="0">
                                      <p:tn val="33"/>
                                    </p:cond>
                                  </p:endCondLst>
                                  <p:childTnLst>
                                    <p:set>
                                      <p:cBhvr>
                                        <p:cTn id="34" dur="1" fill="hold">
                                          <p:stCondLst>
                                            <p:cond delay="0"/>
                                          </p:stCondLst>
                                        </p:cTn>
                                        <p:tgtEl>
                                          <p:spTgt spid="61">
                                            <p:txEl>
                                              <p:pRg st="0" end="0"/>
                                            </p:txEl>
                                          </p:spTgt>
                                        </p:tgtEl>
                                        <p:attrNameLst>
                                          <p:attrName>style.visibility</p:attrName>
                                        </p:attrNameLst>
                                      </p:cBhvr>
                                      <p:to>
                                        <p:strVal val="visible"/>
                                      </p:to>
                                    </p:set>
                                    <p:animEffect transition="in" filter="wipe(down)">
                                      <p:cBhvr>
                                        <p:cTn id="35" dur="500"/>
                                        <p:tgtEl>
                                          <p:spTgt spid="61">
                                            <p:txEl>
                                              <p:pRg st="0" end="0"/>
                                            </p:txEl>
                                          </p:spTgt>
                                        </p:tgtEl>
                                      </p:cBhvr>
                                    </p:animEffect>
                                  </p:childTnLst>
                                </p:cTn>
                              </p:par>
                              <p:par>
                                <p:cTn id="36" presetID="2" presetClass="entr" presetSubtype="4" accel="50000" decel="50000" fill="hold" grpId="0" nodeType="withEffect">
                                  <p:stCondLst>
                                    <p:cond delay="0"/>
                                  </p:stCondLst>
                                  <p:childTnLst>
                                    <p:set>
                                      <p:cBhvr>
                                        <p:cTn id="37" dur="1" fill="hold">
                                          <p:stCondLst>
                                            <p:cond delay="0"/>
                                          </p:stCondLst>
                                        </p:cTn>
                                        <p:tgtEl>
                                          <p:spTgt spid="58"/>
                                        </p:tgtEl>
                                        <p:attrNameLst>
                                          <p:attrName>style.visibility</p:attrName>
                                        </p:attrNameLst>
                                      </p:cBhvr>
                                      <p:to>
                                        <p:strVal val="visible"/>
                                      </p:to>
                                    </p:set>
                                    <p:anim calcmode="lin" valueType="num">
                                      <p:cBhvr additive="base">
                                        <p:cTn id="38" dur="500" fill="hold"/>
                                        <p:tgtEl>
                                          <p:spTgt spid="58"/>
                                        </p:tgtEl>
                                        <p:attrNameLst>
                                          <p:attrName>ppt_x</p:attrName>
                                        </p:attrNameLst>
                                      </p:cBhvr>
                                      <p:tavLst>
                                        <p:tav tm="0">
                                          <p:val>
                                            <p:strVal val="#ppt_x"/>
                                          </p:val>
                                        </p:tav>
                                        <p:tav tm="100000">
                                          <p:val>
                                            <p:strVal val="#ppt_x"/>
                                          </p:val>
                                        </p:tav>
                                      </p:tavLst>
                                    </p:anim>
                                    <p:anim calcmode="lin" valueType="num">
                                      <p:cBhvr additive="base">
                                        <p:cTn id="39" dur="500" fill="hold"/>
                                        <p:tgtEl>
                                          <p:spTgt spid="58"/>
                                        </p:tgtEl>
                                        <p:attrNameLst>
                                          <p:attrName>ppt_y</p:attrName>
                                        </p:attrNameLst>
                                      </p:cBhvr>
                                      <p:tavLst>
                                        <p:tav tm="0">
                                          <p:val>
                                            <p:strVal val="1+#ppt_h/2"/>
                                          </p:val>
                                        </p:tav>
                                        <p:tav tm="100000">
                                          <p:val>
                                            <p:strVal val="#ppt_y"/>
                                          </p:val>
                                        </p:tav>
                                      </p:tavLst>
                                    </p:anim>
                                  </p:childTnLst>
                                </p:cTn>
                              </p:par>
                            </p:childTnLst>
                          </p:cTn>
                        </p:par>
                        <p:par>
                          <p:cTn id="40" fill="hold">
                            <p:stCondLst>
                              <p:cond delay="3000"/>
                            </p:stCondLst>
                            <p:childTnLst>
                              <p:par>
                                <p:cTn id="41" presetID="2" presetClass="entr" presetSubtype="4" accel="50000" decel="50000" fill="hold" grpId="0" nodeType="afterEffect" nodePh="1">
                                  <p:stCondLst>
                                    <p:cond delay="0"/>
                                  </p:stCondLst>
                                  <p:endCondLst>
                                    <p:cond evt="begin" delay="0">
                                      <p:tn val="41"/>
                                    </p:cond>
                                  </p:endCondLst>
                                  <p:childTnLst>
                                    <p:set>
                                      <p:cBhvr>
                                        <p:cTn id="42" dur="1" fill="hold">
                                          <p:stCondLst>
                                            <p:cond delay="0"/>
                                          </p:stCondLst>
                                        </p:cTn>
                                        <p:tgtEl>
                                          <p:spTgt spid="62">
                                            <p:txEl>
                                              <p:pRg st="0" end="0"/>
                                            </p:txEl>
                                          </p:spTgt>
                                        </p:tgtEl>
                                        <p:attrNameLst>
                                          <p:attrName>style.visibility</p:attrName>
                                        </p:attrNameLst>
                                      </p:cBhvr>
                                      <p:to>
                                        <p:strVal val="visible"/>
                                      </p:to>
                                    </p:set>
                                    <p:anim calcmode="lin" valueType="num">
                                      <p:cBhvr additive="base">
                                        <p:cTn id="43" dur="500" fill="hold"/>
                                        <p:tgtEl>
                                          <p:spTgt spid="62">
                                            <p:txEl>
                                              <p:pRg st="0" end="0"/>
                                            </p:txEl>
                                          </p:spTgt>
                                        </p:tgtEl>
                                        <p:attrNameLst>
                                          <p:attrName>ppt_x</p:attrName>
                                        </p:attrNameLst>
                                      </p:cBhvr>
                                      <p:tavLst>
                                        <p:tav tm="0">
                                          <p:val>
                                            <p:strVal val="#ppt_x"/>
                                          </p:val>
                                        </p:tav>
                                        <p:tav tm="100000">
                                          <p:val>
                                            <p:strVal val="#ppt_x"/>
                                          </p:val>
                                        </p:tav>
                                      </p:tavLst>
                                    </p:anim>
                                    <p:anim calcmode="lin" valueType="num">
                                      <p:cBhvr additive="base">
                                        <p:cTn id="44" dur="500" fill="hold"/>
                                        <p:tgtEl>
                                          <p:spTgt spid="62">
                                            <p:txEl>
                                              <p:pRg st="0" end="0"/>
                                            </p:txEl>
                                          </p:spTgt>
                                        </p:tgtEl>
                                        <p:attrNameLst>
                                          <p:attrName>ppt_y</p:attrName>
                                        </p:attrNameLst>
                                      </p:cBhvr>
                                      <p:tavLst>
                                        <p:tav tm="0">
                                          <p:val>
                                            <p:strVal val="1+#ppt_h/2"/>
                                          </p:val>
                                        </p:tav>
                                        <p:tav tm="100000">
                                          <p:val>
                                            <p:strVal val="#ppt_y"/>
                                          </p:val>
                                        </p:tav>
                                      </p:tavLst>
                                    </p:anim>
                                  </p:childTnLst>
                                </p:cTn>
                              </p:par>
                            </p:childTnLst>
                          </p:cTn>
                        </p:par>
                        <p:par>
                          <p:cTn id="45" fill="hold">
                            <p:stCondLst>
                              <p:cond delay="3500"/>
                            </p:stCondLst>
                            <p:childTnLst>
                              <p:par>
                                <p:cTn id="46" presetID="2" presetClass="entr" presetSubtype="4" accel="50000" decel="50000" fill="hold" grpId="0" nodeType="afterEffect" nodePh="1">
                                  <p:stCondLst>
                                    <p:cond delay="0"/>
                                  </p:stCondLst>
                                  <p:endCondLst>
                                    <p:cond evt="begin" delay="0">
                                      <p:tn val="46"/>
                                    </p:cond>
                                  </p:endCondLst>
                                  <p:childTnLst>
                                    <p:set>
                                      <p:cBhvr>
                                        <p:cTn id="47" dur="1" fill="hold">
                                          <p:stCondLst>
                                            <p:cond delay="0"/>
                                          </p:stCondLst>
                                        </p:cTn>
                                        <p:tgtEl>
                                          <p:spTgt spid="59">
                                            <p:txEl>
                                              <p:pRg st="0" end="0"/>
                                            </p:txEl>
                                          </p:spTgt>
                                        </p:tgtEl>
                                        <p:attrNameLst>
                                          <p:attrName>style.visibility</p:attrName>
                                        </p:attrNameLst>
                                      </p:cBhvr>
                                      <p:to>
                                        <p:strVal val="visible"/>
                                      </p:to>
                                    </p:set>
                                    <p:anim calcmode="lin" valueType="num">
                                      <p:cBhvr additive="base">
                                        <p:cTn id="48" dur="500" fill="hold"/>
                                        <p:tgtEl>
                                          <p:spTgt spid="59">
                                            <p:txEl>
                                              <p:pRg st="0" end="0"/>
                                            </p:txEl>
                                          </p:spTgt>
                                        </p:tgtEl>
                                        <p:attrNameLst>
                                          <p:attrName>ppt_x</p:attrName>
                                        </p:attrNameLst>
                                      </p:cBhvr>
                                      <p:tavLst>
                                        <p:tav tm="0">
                                          <p:val>
                                            <p:strVal val="#ppt_x"/>
                                          </p:val>
                                        </p:tav>
                                        <p:tav tm="100000">
                                          <p:val>
                                            <p:strVal val="#ppt_x"/>
                                          </p:val>
                                        </p:tav>
                                      </p:tavLst>
                                    </p:anim>
                                    <p:anim calcmode="lin" valueType="num">
                                      <p:cBhvr additive="base">
                                        <p:cTn id="49" dur="500" fill="hold"/>
                                        <p:tgtEl>
                                          <p:spTgt spid="59">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 grpId="0"/>
      <p:bldP spid="38" grpId="0"/>
      <p:bldP spid="40"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40"/>
                        </p:tgtEl>
                        <p:attrNameLst>
                          <p:attrName>style.visibility</p:attrName>
                        </p:attrNameLst>
                      </p:cBhvr>
                      <p:to>
                        <p:strVal val="visible"/>
                      </p:to>
                    </p:set>
                    <p:anim calcmode="lin" valueType="num">
                      <p:cBhvr additive="base">
                        <p:cTn dur="500" fill="hold"/>
                        <p:tgtEl>
                          <p:spTgt spid="40"/>
                        </p:tgtEl>
                        <p:attrNameLst>
                          <p:attrName>ppt_x</p:attrName>
                        </p:attrNameLst>
                      </p:cBhvr>
                      <p:tavLst>
                        <p:tav tm="0">
                          <p:val>
                            <p:strVal val="#ppt_x"/>
                          </p:val>
                        </p:tav>
                        <p:tav tm="100000">
                          <p:val>
                            <p:strVal val="#ppt_x"/>
                          </p:val>
                        </p:tav>
                      </p:tavLst>
                    </p:anim>
                    <p:anim calcmode="lin" valueType="num">
                      <p:cBhvr additive="base">
                        <p:cTn dur="500" fill="hold"/>
                        <p:tgtEl>
                          <p:spTgt spid="40"/>
                        </p:tgtEl>
                        <p:attrNameLst>
                          <p:attrName>ppt_y</p:attrName>
                        </p:attrNameLst>
                      </p:cBhvr>
                      <p:tavLst>
                        <p:tav tm="0">
                          <p:val>
                            <p:strVal val="1+#ppt_h/2"/>
                          </p:val>
                        </p:tav>
                        <p:tav tm="100000">
                          <p:val>
                            <p:strVal val="#ppt_y"/>
                          </p:val>
                        </p:tav>
                      </p:tavLst>
                    </p:anim>
                  </p:childTnLst>
                </p:cTn>
              </p:par>
            </p:tnLst>
          </p:tmpl>
        </p:tmplLst>
      </p:bldP>
      <p:bldP spid="42"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42"/>
                        </p:tgtEl>
                        <p:attrNameLst>
                          <p:attrName>style.visibility</p:attrName>
                        </p:attrNameLst>
                      </p:cBhvr>
                      <p:to>
                        <p:strVal val="visible"/>
                      </p:to>
                    </p:set>
                    <p:anim calcmode="lin" valueType="num">
                      <p:cBhvr additive="base">
                        <p:cTn dur="500" fill="hold"/>
                        <p:tgtEl>
                          <p:spTgt spid="42"/>
                        </p:tgtEl>
                        <p:attrNameLst>
                          <p:attrName>ppt_x</p:attrName>
                        </p:attrNameLst>
                      </p:cBhvr>
                      <p:tavLst>
                        <p:tav tm="0">
                          <p:val>
                            <p:strVal val="#ppt_x"/>
                          </p:val>
                        </p:tav>
                        <p:tav tm="100000">
                          <p:val>
                            <p:strVal val="#ppt_x"/>
                          </p:val>
                        </p:tav>
                      </p:tavLst>
                    </p:anim>
                    <p:anim calcmode="lin" valueType="num">
                      <p:cBhvr additive="base">
                        <p:cTn dur="500" fill="hold"/>
                        <p:tgtEl>
                          <p:spTgt spid="42"/>
                        </p:tgtEl>
                        <p:attrNameLst>
                          <p:attrName>ppt_y</p:attrName>
                        </p:attrNameLst>
                      </p:cBhvr>
                      <p:tavLst>
                        <p:tav tm="0">
                          <p:val>
                            <p:strVal val="1+#ppt_h/2"/>
                          </p:val>
                        </p:tav>
                        <p:tav tm="100000">
                          <p:val>
                            <p:strVal val="#ppt_y"/>
                          </p:val>
                        </p:tav>
                      </p:tavLst>
                    </p:anim>
                  </p:childTnLst>
                </p:cTn>
              </p:par>
            </p:tnLst>
          </p:tmpl>
        </p:tmplLst>
      </p:bldP>
      <p:bldP spid="59"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59"/>
                        </p:tgtEl>
                        <p:attrNameLst>
                          <p:attrName>style.visibility</p:attrName>
                        </p:attrNameLst>
                      </p:cBhvr>
                      <p:to>
                        <p:strVal val="visible"/>
                      </p:to>
                    </p:set>
                    <p:anim calcmode="lin" valueType="num">
                      <p:cBhvr additive="base">
                        <p:cTn dur="500" fill="hold"/>
                        <p:tgtEl>
                          <p:spTgt spid="59"/>
                        </p:tgtEl>
                        <p:attrNameLst>
                          <p:attrName>ppt_x</p:attrName>
                        </p:attrNameLst>
                      </p:cBhvr>
                      <p:tavLst>
                        <p:tav tm="0">
                          <p:val>
                            <p:strVal val="#ppt_x"/>
                          </p:val>
                        </p:tav>
                        <p:tav tm="100000">
                          <p:val>
                            <p:strVal val="#ppt_x"/>
                          </p:val>
                        </p:tav>
                      </p:tavLst>
                    </p:anim>
                    <p:anim calcmode="lin" valueType="num">
                      <p:cBhvr additive="base">
                        <p:cTn dur="500" fill="hold"/>
                        <p:tgtEl>
                          <p:spTgt spid="59"/>
                        </p:tgtEl>
                        <p:attrNameLst>
                          <p:attrName>ppt_y</p:attrName>
                        </p:attrNameLst>
                      </p:cBhvr>
                      <p:tavLst>
                        <p:tav tm="0">
                          <p:val>
                            <p:strVal val="1+#ppt_h/2"/>
                          </p:val>
                        </p:tav>
                        <p:tav tm="100000">
                          <p:val>
                            <p:strVal val="#ppt_y"/>
                          </p:val>
                        </p:tav>
                      </p:tavLst>
                    </p:anim>
                  </p:childTnLst>
                </p:cTn>
              </p:par>
            </p:tnLst>
          </p:tmpl>
        </p:tmplLst>
      </p:bldP>
      <p:bldP spid="62"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62"/>
                        </p:tgtEl>
                        <p:attrNameLst>
                          <p:attrName>style.visibility</p:attrName>
                        </p:attrNameLst>
                      </p:cBhvr>
                      <p:to>
                        <p:strVal val="visible"/>
                      </p:to>
                    </p:set>
                    <p:anim calcmode="lin" valueType="num">
                      <p:cBhvr additive="base">
                        <p:cTn dur="500" fill="hold"/>
                        <p:tgtEl>
                          <p:spTgt spid="62"/>
                        </p:tgtEl>
                        <p:attrNameLst>
                          <p:attrName>ppt_x</p:attrName>
                        </p:attrNameLst>
                      </p:cBhvr>
                      <p:tavLst>
                        <p:tav tm="0">
                          <p:val>
                            <p:strVal val="#ppt_x"/>
                          </p:val>
                        </p:tav>
                        <p:tav tm="100000">
                          <p:val>
                            <p:strVal val="#ppt_x"/>
                          </p:val>
                        </p:tav>
                      </p:tavLst>
                    </p:anim>
                    <p:anim calcmode="lin" valueType="num">
                      <p:cBhvr additive="base">
                        <p:cTn dur="500" fill="hold"/>
                        <p:tgtEl>
                          <p:spTgt spid="62"/>
                        </p:tgtEl>
                        <p:attrNameLst>
                          <p:attrName>ppt_y</p:attrName>
                        </p:attrNameLst>
                      </p:cBhvr>
                      <p:tavLst>
                        <p:tav tm="0">
                          <p:val>
                            <p:strVal val="1+#ppt_h/2"/>
                          </p:val>
                        </p:tav>
                        <p:tav tm="100000">
                          <p:val>
                            <p:strVal val="#ppt_y"/>
                          </p:val>
                        </p:tav>
                      </p:tavLst>
                    </p:anim>
                  </p:childTnLst>
                </p:cTn>
              </p:par>
            </p:tnLst>
          </p:tmpl>
        </p:tmplLst>
      </p:bldP>
      <p:bldP spid="32" grpId="0" animBg="1"/>
      <p:bldP spid="41"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41"/>
                        </p:tgtEl>
                        <p:attrNameLst>
                          <p:attrName>style.visibility</p:attrName>
                        </p:attrNameLst>
                      </p:cBhvr>
                      <p:to>
                        <p:strVal val="visible"/>
                      </p:to>
                    </p:set>
                    <p:animEffect transition="in" filter="wipe(down)">
                      <p:cBhvr>
                        <p:cTn dur="500"/>
                        <p:tgtEl>
                          <p:spTgt spid="41"/>
                        </p:tgtEl>
                      </p:cBhvr>
                    </p:animEffect>
                  </p:childTnLst>
                </p:cTn>
              </p:par>
            </p:tnLst>
          </p:tmpl>
        </p:tmplLst>
      </p:bldP>
      <p:bldP spid="60" grpId="0" animBg="1"/>
      <p:bldP spid="61"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61"/>
                        </p:tgtEl>
                        <p:attrNameLst>
                          <p:attrName>style.visibility</p:attrName>
                        </p:attrNameLst>
                      </p:cBhvr>
                      <p:to>
                        <p:strVal val="visible"/>
                      </p:to>
                    </p:set>
                    <p:animEffect transition="in" filter="wipe(down)">
                      <p:cBhvr>
                        <p:cTn dur="500"/>
                        <p:tgtEl>
                          <p:spTgt spid="61"/>
                        </p:tgtEl>
                      </p:cBhvr>
                    </p:animEffect>
                  </p:childTnLst>
                </p:cTn>
              </p:par>
            </p:tnLst>
          </p:tmpl>
        </p:tmplLst>
      </p:bldP>
    </p:bldLst>
  </p:timing>
</p:sldLayout>
</file>

<file path=ppt/slideLayouts/slideLayout340.xml><?xml version="1.0" encoding="utf-8"?>
<p:sldLayout xmlns:a="http://schemas.openxmlformats.org/drawingml/2006/main" xmlns:r="http://schemas.openxmlformats.org/officeDocument/2006/relationships" xmlns:p="http://schemas.openxmlformats.org/presentationml/2006/main" userDrawn="1">
  <p:cSld name="3-Pics">
    <p:spTree>
      <p:nvGrpSpPr>
        <p:cNvPr id="1" name=""/>
        <p:cNvGrpSpPr/>
        <p:nvPr/>
      </p:nvGrpSpPr>
      <p:grpSpPr>
        <a:xfrm>
          <a:off x="0" y="0"/>
          <a:ext cx="0" cy="0"/>
          <a:chOff x="0" y="0"/>
          <a:chExt cx="0" cy="0"/>
        </a:xfrm>
      </p:grpSpPr>
      <p:sp>
        <p:nvSpPr>
          <p:cNvPr id="75" name="Picture Placeholder 7"/>
          <p:cNvSpPr>
            <a:spLocks noGrp="1"/>
          </p:cNvSpPr>
          <p:nvPr>
            <p:ph type="pic" sz="quarter" idx="10" hasCustomPrompt="1"/>
          </p:nvPr>
        </p:nvSpPr>
        <p:spPr>
          <a:xfrm>
            <a:off x="858245" y="2220287"/>
            <a:ext cx="3322495" cy="2522991"/>
          </a:xfrm>
          <a:prstGeom prst="downArrowCallout">
            <a:avLst>
              <a:gd name="adj1" fmla="val 35178"/>
              <a:gd name="adj2" fmla="val 13059"/>
              <a:gd name="adj3" fmla="val 7566"/>
              <a:gd name="adj4" fmla="val 92434"/>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76" name="Text Placeholder 3"/>
          <p:cNvSpPr>
            <a:spLocks noGrp="1"/>
          </p:cNvSpPr>
          <p:nvPr>
            <p:ph type="body" sz="half" idx="15"/>
          </p:nvPr>
        </p:nvSpPr>
        <p:spPr>
          <a:xfrm>
            <a:off x="865268" y="5155135"/>
            <a:ext cx="3315472" cy="846795"/>
          </a:xfrm>
          <a:prstGeom prst="rect">
            <a:avLst/>
          </a:prstGeom>
        </p:spPr>
        <p:txBody>
          <a:bodyPr wrap="non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a:solidFill>
                <a:schemeClr val="tx1">
                  <a:lumMod val="50000"/>
                  <a:lumOff val="50000"/>
                </a:schemeClr>
              </a:solidFill>
            </a:endParaRPr>
          </a:p>
        </p:txBody>
      </p:sp>
      <p:sp>
        <p:nvSpPr>
          <p:cNvPr id="77" name="Text Placeholder 3"/>
          <p:cNvSpPr>
            <a:spLocks noGrp="1"/>
          </p:cNvSpPr>
          <p:nvPr>
            <p:ph type="body" sz="half" idx="17"/>
          </p:nvPr>
        </p:nvSpPr>
        <p:spPr>
          <a:xfrm>
            <a:off x="858243" y="4880532"/>
            <a:ext cx="3324756" cy="257040"/>
          </a:xfrm>
          <a:prstGeom prst="rect">
            <a:avLst/>
          </a:prstGeom>
        </p:spPr>
        <p:txBody>
          <a:bodyPr wrap="none" lIns="0" tIns="0" rIns="0" bIns="0" anchor="ctr">
            <a:noAutofit/>
          </a:bodyPr>
          <a:lstStyle>
            <a:lvl1pPr marL="0" indent="0" algn="ctr">
              <a:buNone/>
              <a:defRPr sz="1467" b="1" baseline="0">
                <a:solidFill>
                  <a:schemeClr val="accent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78" name="Rectangle 77"/>
          <p:cNvSpPr/>
          <p:nvPr userDrawn="1"/>
        </p:nvSpPr>
        <p:spPr>
          <a:xfrm>
            <a:off x="865267" y="1710413"/>
            <a:ext cx="3315472" cy="50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1867" dirty="0">
              <a:solidFill>
                <a:srgbClr val="FFFFFF"/>
              </a:solidFill>
            </a:endParaRPr>
          </a:p>
        </p:txBody>
      </p:sp>
      <p:sp>
        <p:nvSpPr>
          <p:cNvPr id="79" name="Text Placeholder 3"/>
          <p:cNvSpPr>
            <a:spLocks noGrp="1"/>
          </p:cNvSpPr>
          <p:nvPr>
            <p:ph type="body" sz="half" idx="16"/>
          </p:nvPr>
        </p:nvSpPr>
        <p:spPr>
          <a:xfrm>
            <a:off x="990157" y="1830583"/>
            <a:ext cx="3065691" cy="267661"/>
          </a:xfrm>
          <a:prstGeom prst="rect">
            <a:avLst/>
          </a:prstGeom>
        </p:spPr>
        <p:txBody>
          <a:bodyPr wrap="non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80" name="Picture Placeholder 7"/>
          <p:cNvSpPr>
            <a:spLocks noGrp="1"/>
          </p:cNvSpPr>
          <p:nvPr>
            <p:ph type="pic" sz="quarter" idx="18" hasCustomPrompt="1"/>
          </p:nvPr>
        </p:nvSpPr>
        <p:spPr>
          <a:xfrm>
            <a:off x="4445005" y="2220287"/>
            <a:ext cx="3322495" cy="2522991"/>
          </a:xfrm>
          <a:prstGeom prst="downArrowCallout">
            <a:avLst>
              <a:gd name="adj1" fmla="val 35178"/>
              <a:gd name="adj2" fmla="val 13059"/>
              <a:gd name="adj3" fmla="val 7566"/>
              <a:gd name="adj4" fmla="val 92434"/>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81" name="Text Placeholder 3"/>
          <p:cNvSpPr>
            <a:spLocks noGrp="1"/>
          </p:cNvSpPr>
          <p:nvPr>
            <p:ph type="body" sz="half" idx="19"/>
          </p:nvPr>
        </p:nvSpPr>
        <p:spPr>
          <a:xfrm>
            <a:off x="4452025" y="5155135"/>
            <a:ext cx="3315472" cy="846795"/>
          </a:xfrm>
          <a:prstGeom prst="rect">
            <a:avLst/>
          </a:prstGeom>
        </p:spPr>
        <p:txBody>
          <a:bodyPr wrap="non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a:solidFill>
                <a:schemeClr val="tx1">
                  <a:lumMod val="50000"/>
                  <a:lumOff val="50000"/>
                </a:schemeClr>
              </a:solidFill>
            </a:endParaRPr>
          </a:p>
        </p:txBody>
      </p:sp>
      <p:sp>
        <p:nvSpPr>
          <p:cNvPr id="82" name="Text Placeholder 3"/>
          <p:cNvSpPr>
            <a:spLocks noGrp="1"/>
          </p:cNvSpPr>
          <p:nvPr>
            <p:ph type="body" sz="half" idx="20"/>
          </p:nvPr>
        </p:nvSpPr>
        <p:spPr>
          <a:xfrm>
            <a:off x="4445001" y="4880532"/>
            <a:ext cx="3324756" cy="257040"/>
          </a:xfrm>
          <a:prstGeom prst="rect">
            <a:avLst/>
          </a:prstGeom>
        </p:spPr>
        <p:txBody>
          <a:bodyPr wrap="none" lIns="0" tIns="0" rIns="0" bIns="0" anchor="ctr">
            <a:noAutofit/>
          </a:bodyPr>
          <a:lstStyle>
            <a:lvl1pPr marL="0" indent="0" algn="ctr">
              <a:buNone/>
              <a:defRPr sz="1467" b="1" baseline="0">
                <a:solidFill>
                  <a:schemeClr val="accent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83" name="Rectangle 82"/>
          <p:cNvSpPr/>
          <p:nvPr userDrawn="1"/>
        </p:nvSpPr>
        <p:spPr>
          <a:xfrm>
            <a:off x="4452025" y="1710413"/>
            <a:ext cx="3315472" cy="50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1867" dirty="0">
              <a:solidFill>
                <a:srgbClr val="FFFFFF"/>
              </a:solidFill>
            </a:endParaRPr>
          </a:p>
        </p:txBody>
      </p:sp>
      <p:sp>
        <p:nvSpPr>
          <p:cNvPr id="84" name="Text Placeholder 3"/>
          <p:cNvSpPr>
            <a:spLocks noGrp="1"/>
          </p:cNvSpPr>
          <p:nvPr>
            <p:ph type="body" sz="half" idx="21"/>
          </p:nvPr>
        </p:nvSpPr>
        <p:spPr>
          <a:xfrm>
            <a:off x="4576916" y="1830583"/>
            <a:ext cx="3065691" cy="267661"/>
          </a:xfrm>
          <a:prstGeom prst="rect">
            <a:avLst/>
          </a:prstGeom>
        </p:spPr>
        <p:txBody>
          <a:bodyPr wrap="non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85" name="Picture Placeholder 7"/>
          <p:cNvSpPr>
            <a:spLocks noGrp="1"/>
          </p:cNvSpPr>
          <p:nvPr>
            <p:ph type="pic" sz="quarter" idx="22" hasCustomPrompt="1"/>
          </p:nvPr>
        </p:nvSpPr>
        <p:spPr>
          <a:xfrm>
            <a:off x="8026403" y="2220287"/>
            <a:ext cx="3322495" cy="2522991"/>
          </a:xfrm>
          <a:prstGeom prst="downArrowCallout">
            <a:avLst>
              <a:gd name="adj1" fmla="val 35178"/>
              <a:gd name="adj2" fmla="val 13059"/>
              <a:gd name="adj3" fmla="val 7566"/>
              <a:gd name="adj4" fmla="val 92434"/>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86" name="Text Placeholder 3"/>
          <p:cNvSpPr>
            <a:spLocks noGrp="1"/>
          </p:cNvSpPr>
          <p:nvPr>
            <p:ph type="body" sz="half" idx="23"/>
          </p:nvPr>
        </p:nvSpPr>
        <p:spPr>
          <a:xfrm>
            <a:off x="8033427" y="5155135"/>
            <a:ext cx="3315472" cy="846795"/>
          </a:xfrm>
          <a:prstGeom prst="rect">
            <a:avLst/>
          </a:prstGeom>
        </p:spPr>
        <p:txBody>
          <a:bodyPr wrap="non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a:solidFill>
                <a:schemeClr val="tx1">
                  <a:lumMod val="50000"/>
                  <a:lumOff val="50000"/>
                </a:schemeClr>
              </a:solidFill>
            </a:endParaRPr>
          </a:p>
        </p:txBody>
      </p:sp>
      <p:sp>
        <p:nvSpPr>
          <p:cNvPr id="87" name="Text Placeholder 3"/>
          <p:cNvSpPr>
            <a:spLocks noGrp="1"/>
          </p:cNvSpPr>
          <p:nvPr>
            <p:ph type="body" sz="half" idx="24"/>
          </p:nvPr>
        </p:nvSpPr>
        <p:spPr>
          <a:xfrm>
            <a:off x="8026402" y="4880532"/>
            <a:ext cx="3324756" cy="257040"/>
          </a:xfrm>
          <a:prstGeom prst="rect">
            <a:avLst/>
          </a:prstGeom>
        </p:spPr>
        <p:txBody>
          <a:bodyPr wrap="none" lIns="0" tIns="0" rIns="0" bIns="0" anchor="ctr">
            <a:noAutofit/>
          </a:bodyPr>
          <a:lstStyle>
            <a:lvl1pPr marL="0" indent="0" algn="ctr">
              <a:buNone/>
              <a:defRPr sz="1467" b="1" baseline="0">
                <a:solidFill>
                  <a:schemeClr val="accent3"/>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88" name="Rectangle 87"/>
          <p:cNvSpPr/>
          <p:nvPr userDrawn="1"/>
        </p:nvSpPr>
        <p:spPr>
          <a:xfrm>
            <a:off x="8033425" y="1710413"/>
            <a:ext cx="3315472" cy="508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1867" dirty="0">
              <a:solidFill>
                <a:srgbClr val="FFFFFF"/>
              </a:solidFill>
            </a:endParaRPr>
          </a:p>
        </p:txBody>
      </p:sp>
      <p:sp>
        <p:nvSpPr>
          <p:cNvPr id="89" name="Text Placeholder 3"/>
          <p:cNvSpPr>
            <a:spLocks noGrp="1"/>
          </p:cNvSpPr>
          <p:nvPr>
            <p:ph type="body" sz="half" idx="25"/>
          </p:nvPr>
        </p:nvSpPr>
        <p:spPr>
          <a:xfrm>
            <a:off x="8158316" y="1830583"/>
            <a:ext cx="3065691" cy="267661"/>
          </a:xfrm>
          <a:prstGeom prst="rect">
            <a:avLst/>
          </a:prstGeom>
        </p:spPr>
        <p:txBody>
          <a:bodyPr wrap="non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21"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22"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402181526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accel="50000" decel="50000" fill="hold" grpId="0" nodeType="afterEffect">
                                  <p:stCondLst>
                                    <p:cond delay="0"/>
                                  </p:stCondLst>
                                  <p:childTnLst>
                                    <p:set>
                                      <p:cBhvr>
                                        <p:cTn id="6" dur="1" fill="hold">
                                          <p:stCondLst>
                                            <p:cond delay="0"/>
                                          </p:stCondLst>
                                        </p:cTn>
                                        <p:tgtEl>
                                          <p:spTgt spid="78"/>
                                        </p:tgtEl>
                                        <p:attrNameLst>
                                          <p:attrName>style.visibility</p:attrName>
                                        </p:attrNameLst>
                                      </p:cBhvr>
                                      <p:to>
                                        <p:strVal val="visible"/>
                                      </p:to>
                                    </p:set>
                                    <p:anim calcmode="lin" valueType="num">
                                      <p:cBhvr additive="base">
                                        <p:cTn id="7" dur="500" fill="hold"/>
                                        <p:tgtEl>
                                          <p:spTgt spid="78"/>
                                        </p:tgtEl>
                                        <p:attrNameLst>
                                          <p:attrName>ppt_x</p:attrName>
                                        </p:attrNameLst>
                                      </p:cBhvr>
                                      <p:tavLst>
                                        <p:tav tm="0">
                                          <p:val>
                                            <p:strVal val="#ppt_x"/>
                                          </p:val>
                                        </p:tav>
                                        <p:tav tm="100000">
                                          <p:val>
                                            <p:strVal val="#ppt_x"/>
                                          </p:val>
                                        </p:tav>
                                      </p:tavLst>
                                    </p:anim>
                                    <p:anim calcmode="lin" valueType="num">
                                      <p:cBhvr additive="base">
                                        <p:cTn id="8" dur="500" fill="hold"/>
                                        <p:tgtEl>
                                          <p:spTgt spid="78"/>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2" presetClass="entr" presetSubtype="4" fill="hold" grpId="0" nodeType="afterEffect" nodePh="1">
                                  <p:stCondLst>
                                    <p:cond delay="0"/>
                                  </p:stCondLst>
                                  <p:endCondLst>
                                    <p:cond evt="begin" delay="0">
                                      <p:tn val="10"/>
                                    </p:cond>
                                  </p:endCondLst>
                                  <p:childTnLst>
                                    <p:set>
                                      <p:cBhvr>
                                        <p:cTn id="11" dur="1" fill="hold">
                                          <p:stCondLst>
                                            <p:cond delay="0"/>
                                          </p:stCondLst>
                                        </p:cTn>
                                        <p:tgtEl>
                                          <p:spTgt spid="79">
                                            <p:txEl>
                                              <p:pRg st="0" end="0"/>
                                            </p:txEl>
                                          </p:spTgt>
                                        </p:tgtEl>
                                        <p:attrNameLst>
                                          <p:attrName>style.visibility</p:attrName>
                                        </p:attrNameLst>
                                      </p:cBhvr>
                                      <p:to>
                                        <p:strVal val="visible"/>
                                      </p:to>
                                    </p:set>
                                    <p:animEffect transition="in" filter="wipe(down)">
                                      <p:cBhvr>
                                        <p:cTn id="12" dur="500"/>
                                        <p:tgtEl>
                                          <p:spTgt spid="79">
                                            <p:txEl>
                                              <p:pRg st="0" end="0"/>
                                            </p:txEl>
                                          </p:spTgt>
                                        </p:tgtEl>
                                      </p:cBhvr>
                                    </p:animEffect>
                                  </p:childTnLst>
                                </p:cTn>
                              </p:par>
                              <p:par>
                                <p:cTn id="13" presetID="2" presetClass="entr" presetSubtype="4" accel="50000" decel="50000" fill="hold" grpId="0" nodeType="withEffect">
                                  <p:stCondLst>
                                    <p:cond delay="0"/>
                                  </p:stCondLst>
                                  <p:childTnLst>
                                    <p:set>
                                      <p:cBhvr>
                                        <p:cTn id="14" dur="1" fill="hold">
                                          <p:stCondLst>
                                            <p:cond delay="0"/>
                                          </p:stCondLst>
                                        </p:cTn>
                                        <p:tgtEl>
                                          <p:spTgt spid="75"/>
                                        </p:tgtEl>
                                        <p:attrNameLst>
                                          <p:attrName>style.visibility</p:attrName>
                                        </p:attrNameLst>
                                      </p:cBhvr>
                                      <p:to>
                                        <p:strVal val="visible"/>
                                      </p:to>
                                    </p:set>
                                    <p:anim calcmode="lin" valueType="num">
                                      <p:cBhvr additive="base">
                                        <p:cTn id="15" dur="500" fill="hold"/>
                                        <p:tgtEl>
                                          <p:spTgt spid="75"/>
                                        </p:tgtEl>
                                        <p:attrNameLst>
                                          <p:attrName>ppt_x</p:attrName>
                                        </p:attrNameLst>
                                      </p:cBhvr>
                                      <p:tavLst>
                                        <p:tav tm="0">
                                          <p:val>
                                            <p:strVal val="#ppt_x"/>
                                          </p:val>
                                        </p:tav>
                                        <p:tav tm="100000">
                                          <p:val>
                                            <p:strVal val="#ppt_x"/>
                                          </p:val>
                                        </p:tav>
                                      </p:tavLst>
                                    </p:anim>
                                    <p:anim calcmode="lin" valueType="num">
                                      <p:cBhvr additive="base">
                                        <p:cTn id="16" dur="500" fill="hold"/>
                                        <p:tgtEl>
                                          <p:spTgt spid="75"/>
                                        </p:tgtEl>
                                        <p:attrNameLst>
                                          <p:attrName>ppt_y</p:attrName>
                                        </p:attrNameLst>
                                      </p:cBhvr>
                                      <p:tavLst>
                                        <p:tav tm="0">
                                          <p:val>
                                            <p:strVal val="1+#ppt_h/2"/>
                                          </p:val>
                                        </p:tav>
                                        <p:tav tm="100000">
                                          <p:val>
                                            <p:strVal val="#ppt_y"/>
                                          </p:val>
                                        </p:tav>
                                      </p:tavLst>
                                    </p:anim>
                                  </p:childTnLst>
                                </p:cTn>
                              </p:par>
                            </p:childTnLst>
                          </p:cTn>
                        </p:par>
                        <p:par>
                          <p:cTn id="17" fill="hold">
                            <p:stCondLst>
                              <p:cond delay="1000"/>
                            </p:stCondLst>
                            <p:childTnLst>
                              <p:par>
                                <p:cTn id="18" presetID="2" presetClass="entr" presetSubtype="4" accel="50000" decel="50000" fill="hold" grpId="0" nodeType="afterEffect" nodePh="1">
                                  <p:stCondLst>
                                    <p:cond delay="0"/>
                                  </p:stCondLst>
                                  <p:endCondLst>
                                    <p:cond evt="begin" delay="0">
                                      <p:tn val="18"/>
                                    </p:cond>
                                  </p:endCondLst>
                                  <p:childTnLst>
                                    <p:set>
                                      <p:cBhvr>
                                        <p:cTn id="19" dur="1" fill="hold">
                                          <p:stCondLst>
                                            <p:cond delay="0"/>
                                          </p:stCondLst>
                                        </p:cTn>
                                        <p:tgtEl>
                                          <p:spTgt spid="77">
                                            <p:txEl>
                                              <p:pRg st="0" end="0"/>
                                            </p:txEl>
                                          </p:spTgt>
                                        </p:tgtEl>
                                        <p:attrNameLst>
                                          <p:attrName>style.visibility</p:attrName>
                                        </p:attrNameLst>
                                      </p:cBhvr>
                                      <p:to>
                                        <p:strVal val="visible"/>
                                      </p:to>
                                    </p:set>
                                    <p:anim calcmode="lin" valueType="num">
                                      <p:cBhvr additive="base">
                                        <p:cTn id="20" dur="500" fill="hold"/>
                                        <p:tgtEl>
                                          <p:spTgt spid="77">
                                            <p:txEl>
                                              <p:pRg st="0" end="0"/>
                                            </p:txEl>
                                          </p:spTgt>
                                        </p:tgtEl>
                                        <p:attrNameLst>
                                          <p:attrName>ppt_x</p:attrName>
                                        </p:attrNameLst>
                                      </p:cBhvr>
                                      <p:tavLst>
                                        <p:tav tm="0">
                                          <p:val>
                                            <p:strVal val="#ppt_x"/>
                                          </p:val>
                                        </p:tav>
                                        <p:tav tm="100000">
                                          <p:val>
                                            <p:strVal val="#ppt_x"/>
                                          </p:val>
                                        </p:tav>
                                      </p:tavLst>
                                    </p:anim>
                                    <p:anim calcmode="lin" valueType="num">
                                      <p:cBhvr additive="base">
                                        <p:cTn id="21" dur="500" fill="hold"/>
                                        <p:tgtEl>
                                          <p:spTgt spid="77">
                                            <p:txEl>
                                              <p:pRg st="0" end="0"/>
                                            </p:txEl>
                                          </p:spTgt>
                                        </p:tgtEl>
                                        <p:attrNameLst>
                                          <p:attrName>ppt_y</p:attrName>
                                        </p:attrNameLst>
                                      </p:cBhvr>
                                      <p:tavLst>
                                        <p:tav tm="0">
                                          <p:val>
                                            <p:strVal val="1+#ppt_h/2"/>
                                          </p:val>
                                        </p:tav>
                                        <p:tav tm="100000">
                                          <p:val>
                                            <p:strVal val="#ppt_y"/>
                                          </p:val>
                                        </p:tav>
                                      </p:tavLst>
                                    </p:anim>
                                  </p:childTnLst>
                                </p:cTn>
                              </p:par>
                            </p:childTnLst>
                          </p:cTn>
                        </p:par>
                        <p:par>
                          <p:cTn id="22" fill="hold">
                            <p:stCondLst>
                              <p:cond delay="1500"/>
                            </p:stCondLst>
                            <p:childTnLst>
                              <p:par>
                                <p:cTn id="23" presetID="2" presetClass="entr" presetSubtype="4" accel="50000" decel="50000" fill="hold" grpId="0" nodeType="afterEffect" nodePh="1">
                                  <p:stCondLst>
                                    <p:cond delay="0"/>
                                  </p:stCondLst>
                                  <p:endCondLst>
                                    <p:cond evt="begin" delay="0">
                                      <p:tn val="23"/>
                                    </p:cond>
                                  </p:endCondLst>
                                  <p:childTnLst>
                                    <p:set>
                                      <p:cBhvr>
                                        <p:cTn id="24" dur="1" fill="hold">
                                          <p:stCondLst>
                                            <p:cond delay="0"/>
                                          </p:stCondLst>
                                        </p:cTn>
                                        <p:tgtEl>
                                          <p:spTgt spid="76">
                                            <p:txEl>
                                              <p:pRg st="0" end="0"/>
                                            </p:txEl>
                                          </p:spTgt>
                                        </p:tgtEl>
                                        <p:attrNameLst>
                                          <p:attrName>style.visibility</p:attrName>
                                        </p:attrNameLst>
                                      </p:cBhvr>
                                      <p:to>
                                        <p:strVal val="visible"/>
                                      </p:to>
                                    </p:set>
                                    <p:anim calcmode="lin" valueType="num">
                                      <p:cBhvr additive="base">
                                        <p:cTn id="25" dur="500" fill="hold"/>
                                        <p:tgtEl>
                                          <p:spTgt spid="76">
                                            <p:txEl>
                                              <p:pRg st="0" end="0"/>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76">
                                            <p:txEl>
                                              <p:pRg st="0" end="0"/>
                                            </p:txEl>
                                          </p:spTgt>
                                        </p:tgtEl>
                                        <p:attrNameLst>
                                          <p:attrName>ppt_y</p:attrName>
                                        </p:attrNameLst>
                                      </p:cBhvr>
                                      <p:tavLst>
                                        <p:tav tm="0">
                                          <p:val>
                                            <p:strVal val="1+#ppt_h/2"/>
                                          </p:val>
                                        </p:tav>
                                        <p:tav tm="100000">
                                          <p:val>
                                            <p:strVal val="#ppt_y"/>
                                          </p:val>
                                        </p:tav>
                                      </p:tavLst>
                                    </p:anim>
                                  </p:childTnLst>
                                </p:cTn>
                              </p:par>
                            </p:childTnLst>
                          </p:cTn>
                        </p:par>
                        <p:par>
                          <p:cTn id="27" fill="hold">
                            <p:stCondLst>
                              <p:cond delay="2000"/>
                            </p:stCondLst>
                            <p:childTnLst>
                              <p:par>
                                <p:cTn id="28" presetID="2" presetClass="entr" presetSubtype="1" accel="50000" decel="50000" fill="hold" grpId="0" nodeType="afterEffect">
                                  <p:stCondLst>
                                    <p:cond delay="0"/>
                                  </p:stCondLst>
                                  <p:childTnLst>
                                    <p:set>
                                      <p:cBhvr>
                                        <p:cTn id="29" dur="1" fill="hold">
                                          <p:stCondLst>
                                            <p:cond delay="0"/>
                                          </p:stCondLst>
                                        </p:cTn>
                                        <p:tgtEl>
                                          <p:spTgt spid="83"/>
                                        </p:tgtEl>
                                        <p:attrNameLst>
                                          <p:attrName>style.visibility</p:attrName>
                                        </p:attrNameLst>
                                      </p:cBhvr>
                                      <p:to>
                                        <p:strVal val="visible"/>
                                      </p:to>
                                    </p:set>
                                    <p:anim calcmode="lin" valueType="num">
                                      <p:cBhvr additive="base">
                                        <p:cTn id="30" dur="500" fill="hold"/>
                                        <p:tgtEl>
                                          <p:spTgt spid="83"/>
                                        </p:tgtEl>
                                        <p:attrNameLst>
                                          <p:attrName>ppt_x</p:attrName>
                                        </p:attrNameLst>
                                      </p:cBhvr>
                                      <p:tavLst>
                                        <p:tav tm="0">
                                          <p:val>
                                            <p:strVal val="#ppt_x"/>
                                          </p:val>
                                        </p:tav>
                                        <p:tav tm="100000">
                                          <p:val>
                                            <p:strVal val="#ppt_x"/>
                                          </p:val>
                                        </p:tav>
                                      </p:tavLst>
                                    </p:anim>
                                    <p:anim calcmode="lin" valueType="num">
                                      <p:cBhvr additive="base">
                                        <p:cTn id="31" dur="500" fill="hold"/>
                                        <p:tgtEl>
                                          <p:spTgt spid="83"/>
                                        </p:tgtEl>
                                        <p:attrNameLst>
                                          <p:attrName>ppt_y</p:attrName>
                                        </p:attrNameLst>
                                      </p:cBhvr>
                                      <p:tavLst>
                                        <p:tav tm="0">
                                          <p:val>
                                            <p:strVal val="0-#ppt_h/2"/>
                                          </p:val>
                                        </p:tav>
                                        <p:tav tm="100000">
                                          <p:val>
                                            <p:strVal val="#ppt_y"/>
                                          </p:val>
                                        </p:tav>
                                      </p:tavLst>
                                    </p:anim>
                                  </p:childTnLst>
                                </p:cTn>
                              </p:par>
                            </p:childTnLst>
                          </p:cTn>
                        </p:par>
                        <p:par>
                          <p:cTn id="32" fill="hold">
                            <p:stCondLst>
                              <p:cond delay="2500"/>
                            </p:stCondLst>
                            <p:childTnLst>
                              <p:par>
                                <p:cTn id="33" presetID="22" presetClass="entr" presetSubtype="4" fill="hold" grpId="0" nodeType="afterEffect" nodePh="1">
                                  <p:stCondLst>
                                    <p:cond delay="0"/>
                                  </p:stCondLst>
                                  <p:endCondLst>
                                    <p:cond evt="begin" delay="0">
                                      <p:tn val="33"/>
                                    </p:cond>
                                  </p:endCondLst>
                                  <p:childTnLst>
                                    <p:set>
                                      <p:cBhvr>
                                        <p:cTn id="34" dur="1" fill="hold">
                                          <p:stCondLst>
                                            <p:cond delay="0"/>
                                          </p:stCondLst>
                                        </p:cTn>
                                        <p:tgtEl>
                                          <p:spTgt spid="84">
                                            <p:txEl>
                                              <p:pRg st="0" end="0"/>
                                            </p:txEl>
                                          </p:spTgt>
                                        </p:tgtEl>
                                        <p:attrNameLst>
                                          <p:attrName>style.visibility</p:attrName>
                                        </p:attrNameLst>
                                      </p:cBhvr>
                                      <p:to>
                                        <p:strVal val="visible"/>
                                      </p:to>
                                    </p:set>
                                    <p:animEffect transition="in" filter="wipe(down)">
                                      <p:cBhvr>
                                        <p:cTn id="35" dur="500"/>
                                        <p:tgtEl>
                                          <p:spTgt spid="84">
                                            <p:txEl>
                                              <p:pRg st="0" end="0"/>
                                            </p:txEl>
                                          </p:spTgt>
                                        </p:tgtEl>
                                      </p:cBhvr>
                                    </p:animEffect>
                                  </p:childTnLst>
                                </p:cTn>
                              </p:par>
                              <p:par>
                                <p:cTn id="36" presetID="2" presetClass="entr" presetSubtype="4" accel="50000" decel="50000" fill="hold" grpId="0" nodeType="withEffect">
                                  <p:stCondLst>
                                    <p:cond delay="0"/>
                                  </p:stCondLst>
                                  <p:childTnLst>
                                    <p:set>
                                      <p:cBhvr>
                                        <p:cTn id="37" dur="1" fill="hold">
                                          <p:stCondLst>
                                            <p:cond delay="0"/>
                                          </p:stCondLst>
                                        </p:cTn>
                                        <p:tgtEl>
                                          <p:spTgt spid="80"/>
                                        </p:tgtEl>
                                        <p:attrNameLst>
                                          <p:attrName>style.visibility</p:attrName>
                                        </p:attrNameLst>
                                      </p:cBhvr>
                                      <p:to>
                                        <p:strVal val="visible"/>
                                      </p:to>
                                    </p:set>
                                    <p:anim calcmode="lin" valueType="num">
                                      <p:cBhvr additive="base">
                                        <p:cTn id="38" dur="500" fill="hold"/>
                                        <p:tgtEl>
                                          <p:spTgt spid="80"/>
                                        </p:tgtEl>
                                        <p:attrNameLst>
                                          <p:attrName>ppt_x</p:attrName>
                                        </p:attrNameLst>
                                      </p:cBhvr>
                                      <p:tavLst>
                                        <p:tav tm="0">
                                          <p:val>
                                            <p:strVal val="#ppt_x"/>
                                          </p:val>
                                        </p:tav>
                                        <p:tav tm="100000">
                                          <p:val>
                                            <p:strVal val="#ppt_x"/>
                                          </p:val>
                                        </p:tav>
                                      </p:tavLst>
                                    </p:anim>
                                    <p:anim calcmode="lin" valueType="num">
                                      <p:cBhvr additive="base">
                                        <p:cTn id="39" dur="500" fill="hold"/>
                                        <p:tgtEl>
                                          <p:spTgt spid="80"/>
                                        </p:tgtEl>
                                        <p:attrNameLst>
                                          <p:attrName>ppt_y</p:attrName>
                                        </p:attrNameLst>
                                      </p:cBhvr>
                                      <p:tavLst>
                                        <p:tav tm="0">
                                          <p:val>
                                            <p:strVal val="1+#ppt_h/2"/>
                                          </p:val>
                                        </p:tav>
                                        <p:tav tm="100000">
                                          <p:val>
                                            <p:strVal val="#ppt_y"/>
                                          </p:val>
                                        </p:tav>
                                      </p:tavLst>
                                    </p:anim>
                                  </p:childTnLst>
                                </p:cTn>
                              </p:par>
                            </p:childTnLst>
                          </p:cTn>
                        </p:par>
                        <p:par>
                          <p:cTn id="40" fill="hold">
                            <p:stCondLst>
                              <p:cond delay="3000"/>
                            </p:stCondLst>
                            <p:childTnLst>
                              <p:par>
                                <p:cTn id="41" presetID="2" presetClass="entr" presetSubtype="4" accel="50000" decel="50000" fill="hold" grpId="0" nodeType="afterEffect" nodePh="1">
                                  <p:stCondLst>
                                    <p:cond delay="0"/>
                                  </p:stCondLst>
                                  <p:endCondLst>
                                    <p:cond evt="begin" delay="0">
                                      <p:tn val="41"/>
                                    </p:cond>
                                  </p:endCondLst>
                                  <p:childTnLst>
                                    <p:set>
                                      <p:cBhvr>
                                        <p:cTn id="42" dur="1" fill="hold">
                                          <p:stCondLst>
                                            <p:cond delay="0"/>
                                          </p:stCondLst>
                                        </p:cTn>
                                        <p:tgtEl>
                                          <p:spTgt spid="82">
                                            <p:txEl>
                                              <p:pRg st="0" end="0"/>
                                            </p:txEl>
                                          </p:spTgt>
                                        </p:tgtEl>
                                        <p:attrNameLst>
                                          <p:attrName>style.visibility</p:attrName>
                                        </p:attrNameLst>
                                      </p:cBhvr>
                                      <p:to>
                                        <p:strVal val="visible"/>
                                      </p:to>
                                    </p:set>
                                    <p:anim calcmode="lin" valueType="num">
                                      <p:cBhvr additive="base">
                                        <p:cTn id="43" dur="500" fill="hold"/>
                                        <p:tgtEl>
                                          <p:spTgt spid="82">
                                            <p:txEl>
                                              <p:pRg st="0" end="0"/>
                                            </p:txEl>
                                          </p:spTgt>
                                        </p:tgtEl>
                                        <p:attrNameLst>
                                          <p:attrName>ppt_x</p:attrName>
                                        </p:attrNameLst>
                                      </p:cBhvr>
                                      <p:tavLst>
                                        <p:tav tm="0">
                                          <p:val>
                                            <p:strVal val="#ppt_x"/>
                                          </p:val>
                                        </p:tav>
                                        <p:tav tm="100000">
                                          <p:val>
                                            <p:strVal val="#ppt_x"/>
                                          </p:val>
                                        </p:tav>
                                      </p:tavLst>
                                    </p:anim>
                                    <p:anim calcmode="lin" valueType="num">
                                      <p:cBhvr additive="base">
                                        <p:cTn id="44" dur="500" fill="hold"/>
                                        <p:tgtEl>
                                          <p:spTgt spid="82">
                                            <p:txEl>
                                              <p:pRg st="0" end="0"/>
                                            </p:txEl>
                                          </p:spTgt>
                                        </p:tgtEl>
                                        <p:attrNameLst>
                                          <p:attrName>ppt_y</p:attrName>
                                        </p:attrNameLst>
                                      </p:cBhvr>
                                      <p:tavLst>
                                        <p:tav tm="0">
                                          <p:val>
                                            <p:strVal val="1+#ppt_h/2"/>
                                          </p:val>
                                        </p:tav>
                                        <p:tav tm="100000">
                                          <p:val>
                                            <p:strVal val="#ppt_y"/>
                                          </p:val>
                                        </p:tav>
                                      </p:tavLst>
                                    </p:anim>
                                  </p:childTnLst>
                                </p:cTn>
                              </p:par>
                            </p:childTnLst>
                          </p:cTn>
                        </p:par>
                        <p:par>
                          <p:cTn id="45" fill="hold">
                            <p:stCondLst>
                              <p:cond delay="3500"/>
                            </p:stCondLst>
                            <p:childTnLst>
                              <p:par>
                                <p:cTn id="46" presetID="2" presetClass="entr" presetSubtype="4" accel="50000" decel="50000" fill="hold" grpId="0" nodeType="afterEffect" nodePh="1">
                                  <p:stCondLst>
                                    <p:cond delay="0"/>
                                  </p:stCondLst>
                                  <p:endCondLst>
                                    <p:cond evt="begin" delay="0">
                                      <p:tn val="46"/>
                                    </p:cond>
                                  </p:endCondLst>
                                  <p:childTnLst>
                                    <p:set>
                                      <p:cBhvr>
                                        <p:cTn id="47" dur="1" fill="hold">
                                          <p:stCondLst>
                                            <p:cond delay="0"/>
                                          </p:stCondLst>
                                        </p:cTn>
                                        <p:tgtEl>
                                          <p:spTgt spid="81">
                                            <p:txEl>
                                              <p:pRg st="0" end="0"/>
                                            </p:txEl>
                                          </p:spTgt>
                                        </p:tgtEl>
                                        <p:attrNameLst>
                                          <p:attrName>style.visibility</p:attrName>
                                        </p:attrNameLst>
                                      </p:cBhvr>
                                      <p:to>
                                        <p:strVal val="visible"/>
                                      </p:to>
                                    </p:set>
                                    <p:anim calcmode="lin" valueType="num">
                                      <p:cBhvr additive="base">
                                        <p:cTn id="48" dur="500" fill="hold"/>
                                        <p:tgtEl>
                                          <p:spTgt spid="81">
                                            <p:txEl>
                                              <p:pRg st="0" end="0"/>
                                            </p:txEl>
                                          </p:spTgt>
                                        </p:tgtEl>
                                        <p:attrNameLst>
                                          <p:attrName>ppt_x</p:attrName>
                                        </p:attrNameLst>
                                      </p:cBhvr>
                                      <p:tavLst>
                                        <p:tav tm="0">
                                          <p:val>
                                            <p:strVal val="#ppt_x"/>
                                          </p:val>
                                        </p:tav>
                                        <p:tav tm="100000">
                                          <p:val>
                                            <p:strVal val="#ppt_x"/>
                                          </p:val>
                                        </p:tav>
                                      </p:tavLst>
                                    </p:anim>
                                    <p:anim calcmode="lin" valueType="num">
                                      <p:cBhvr additive="base">
                                        <p:cTn id="49" dur="500" fill="hold"/>
                                        <p:tgtEl>
                                          <p:spTgt spid="81">
                                            <p:txEl>
                                              <p:pRg st="0" end="0"/>
                                            </p:txEl>
                                          </p:spTgt>
                                        </p:tgtEl>
                                        <p:attrNameLst>
                                          <p:attrName>ppt_y</p:attrName>
                                        </p:attrNameLst>
                                      </p:cBhvr>
                                      <p:tavLst>
                                        <p:tav tm="0">
                                          <p:val>
                                            <p:strVal val="1+#ppt_h/2"/>
                                          </p:val>
                                        </p:tav>
                                        <p:tav tm="100000">
                                          <p:val>
                                            <p:strVal val="#ppt_y"/>
                                          </p:val>
                                        </p:tav>
                                      </p:tavLst>
                                    </p:anim>
                                  </p:childTnLst>
                                </p:cTn>
                              </p:par>
                            </p:childTnLst>
                          </p:cTn>
                        </p:par>
                        <p:par>
                          <p:cTn id="50" fill="hold">
                            <p:stCondLst>
                              <p:cond delay="4000"/>
                            </p:stCondLst>
                            <p:childTnLst>
                              <p:par>
                                <p:cTn id="51" presetID="2" presetClass="entr" presetSubtype="1" accel="50000" decel="50000" fill="hold" grpId="0" nodeType="afterEffect">
                                  <p:stCondLst>
                                    <p:cond delay="0"/>
                                  </p:stCondLst>
                                  <p:childTnLst>
                                    <p:set>
                                      <p:cBhvr>
                                        <p:cTn id="52" dur="1" fill="hold">
                                          <p:stCondLst>
                                            <p:cond delay="0"/>
                                          </p:stCondLst>
                                        </p:cTn>
                                        <p:tgtEl>
                                          <p:spTgt spid="88"/>
                                        </p:tgtEl>
                                        <p:attrNameLst>
                                          <p:attrName>style.visibility</p:attrName>
                                        </p:attrNameLst>
                                      </p:cBhvr>
                                      <p:to>
                                        <p:strVal val="visible"/>
                                      </p:to>
                                    </p:set>
                                    <p:anim calcmode="lin" valueType="num">
                                      <p:cBhvr additive="base">
                                        <p:cTn id="53" dur="500" fill="hold"/>
                                        <p:tgtEl>
                                          <p:spTgt spid="88"/>
                                        </p:tgtEl>
                                        <p:attrNameLst>
                                          <p:attrName>ppt_x</p:attrName>
                                        </p:attrNameLst>
                                      </p:cBhvr>
                                      <p:tavLst>
                                        <p:tav tm="0">
                                          <p:val>
                                            <p:strVal val="#ppt_x"/>
                                          </p:val>
                                        </p:tav>
                                        <p:tav tm="100000">
                                          <p:val>
                                            <p:strVal val="#ppt_x"/>
                                          </p:val>
                                        </p:tav>
                                      </p:tavLst>
                                    </p:anim>
                                    <p:anim calcmode="lin" valueType="num">
                                      <p:cBhvr additive="base">
                                        <p:cTn id="54" dur="500" fill="hold"/>
                                        <p:tgtEl>
                                          <p:spTgt spid="88"/>
                                        </p:tgtEl>
                                        <p:attrNameLst>
                                          <p:attrName>ppt_y</p:attrName>
                                        </p:attrNameLst>
                                      </p:cBhvr>
                                      <p:tavLst>
                                        <p:tav tm="0">
                                          <p:val>
                                            <p:strVal val="0-#ppt_h/2"/>
                                          </p:val>
                                        </p:tav>
                                        <p:tav tm="100000">
                                          <p:val>
                                            <p:strVal val="#ppt_y"/>
                                          </p:val>
                                        </p:tav>
                                      </p:tavLst>
                                    </p:anim>
                                  </p:childTnLst>
                                </p:cTn>
                              </p:par>
                            </p:childTnLst>
                          </p:cTn>
                        </p:par>
                        <p:par>
                          <p:cTn id="55" fill="hold">
                            <p:stCondLst>
                              <p:cond delay="4500"/>
                            </p:stCondLst>
                            <p:childTnLst>
                              <p:par>
                                <p:cTn id="56" presetID="22" presetClass="entr" presetSubtype="4" fill="hold" grpId="0" nodeType="afterEffect" nodePh="1">
                                  <p:stCondLst>
                                    <p:cond delay="0"/>
                                  </p:stCondLst>
                                  <p:endCondLst>
                                    <p:cond evt="begin" delay="0">
                                      <p:tn val="56"/>
                                    </p:cond>
                                  </p:endCondLst>
                                  <p:childTnLst>
                                    <p:set>
                                      <p:cBhvr>
                                        <p:cTn id="57" dur="1" fill="hold">
                                          <p:stCondLst>
                                            <p:cond delay="0"/>
                                          </p:stCondLst>
                                        </p:cTn>
                                        <p:tgtEl>
                                          <p:spTgt spid="89">
                                            <p:txEl>
                                              <p:pRg st="0" end="0"/>
                                            </p:txEl>
                                          </p:spTgt>
                                        </p:tgtEl>
                                        <p:attrNameLst>
                                          <p:attrName>style.visibility</p:attrName>
                                        </p:attrNameLst>
                                      </p:cBhvr>
                                      <p:to>
                                        <p:strVal val="visible"/>
                                      </p:to>
                                    </p:set>
                                    <p:animEffect transition="in" filter="wipe(down)">
                                      <p:cBhvr>
                                        <p:cTn id="58" dur="500"/>
                                        <p:tgtEl>
                                          <p:spTgt spid="89">
                                            <p:txEl>
                                              <p:pRg st="0" end="0"/>
                                            </p:txEl>
                                          </p:spTgt>
                                        </p:tgtEl>
                                      </p:cBhvr>
                                    </p:animEffect>
                                  </p:childTnLst>
                                </p:cTn>
                              </p:par>
                              <p:par>
                                <p:cTn id="59" presetID="2" presetClass="entr" presetSubtype="4" accel="50000" decel="50000" fill="hold" grpId="0" nodeType="withEffect">
                                  <p:stCondLst>
                                    <p:cond delay="0"/>
                                  </p:stCondLst>
                                  <p:childTnLst>
                                    <p:set>
                                      <p:cBhvr>
                                        <p:cTn id="60" dur="1" fill="hold">
                                          <p:stCondLst>
                                            <p:cond delay="0"/>
                                          </p:stCondLst>
                                        </p:cTn>
                                        <p:tgtEl>
                                          <p:spTgt spid="85"/>
                                        </p:tgtEl>
                                        <p:attrNameLst>
                                          <p:attrName>style.visibility</p:attrName>
                                        </p:attrNameLst>
                                      </p:cBhvr>
                                      <p:to>
                                        <p:strVal val="visible"/>
                                      </p:to>
                                    </p:set>
                                    <p:anim calcmode="lin" valueType="num">
                                      <p:cBhvr additive="base">
                                        <p:cTn id="61" dur="500" fill="hold"/>
                                        <p:tgtEl>
                                          <p:spTgt spid="85"/>
                                        </p:tgtEl>
                                        <p:attrNameLst>
                                          <p:attrName>ppt_x</p:attrName>
                                        </p:attrNameLst>
                                      </p:cBhvr>
                                      <p:tavLst>
                                        <p:tav tm="0">
                                          <p:val>
                                            <p:strVal val="#ppt_x"/>
                                          </p:val>
                                        </p:tav>
                                        <p:tav tm="100000">
                                          <p:val>
                                            <p:strVal val="#ppt_x"/>
                                          </p:val>
                                        </p:tav>
                                      </p:tavLst>
                                    </p:anim>
                                    <p:anim calcmode="lin" valueType="num">
                                      <p:cBhvr additive="base">
                                        <p:cTn id="62" dur="500" fill="hold"/>
                                        <p:tgtEl>
                                          <p:spTgt spid="85"/>
                                        </p:tgtEl>
                                        <p:attrNameLst>
                                          <p:attrName>ppt_y</p:attrName>
                                        </p:attrNameLst>
                                      </p:cBhvr>
                                      <p:tavLst>
                                        <p:tav tm="0">
                                          <p:val>
                                            <p:strVal val="1+#ppt_h/2"/>
                                          </p:val>
                                        </p:tav>
                                        <p:tav tm="100000">
                                          <p:val>
                                            <p:strVal val="#ppt_y"/>
                                          </p:val>
                                        </p:tav>
                                      </p:tavLst>
                                    </p:anim>
                                  </p:childTnLst>
                                </p:cTn>
                              </p:par>
                            </p:childTnLst>
                          </p:cTn>
                        </p:par>
                        <p:par>
                          <p:cTn id="63" fill="hold">
                            <p:stCondLst>
                              <p:cond delay="5000"/>
                            </p:stCondLst>
                            <p:childTnLst>
                              <p:par>
                                <p:cTn id="64" presetID="2" presetClass="entr" presetSubtype="4" accel="50000" decel="50000" fill="hold" grpId="0" nodeType="afterEffect" nodePh="1">
                                  <p:stCondLst>
                                    <p:cond delay="0"/>
                                  </p:stCondLst>
                                  <p:endCondLst>
                                    <p:cond evt="begin" delay="0">
                                      <p:tn val="64"/>
                                    </p:cond>
                                  </p:endCondLst>
                                  <p:childTnLst>
                                    <p:set>
                                      <p:cBhvr>
                                        <p:cTn id="65" dur="1" fill="hold">
                                          <p:stCondLst>
                                            <p:cond delay="0"/>
                                          </p:stCondLst>
                                        </p:cTn>
                                        <p:tgtEl>
                                          <p:spTgt spid="87">
                                            <p:txEl>
                                              <p:pRg st="0" end="0"/>
                                            </p:txEl>
                                          </p:spTgt>
                                        </p:tgtEl>
                                        <p:attrNameLst>
                                          <p:attrName>style.visibility</p:attrName>
                                        </p:attrNameLst>
                                      </p:cBhvr>
                                      <p:to>
                                        <p:strVal val="visible"/>
                                      </p:to>
                                    </p:set>
                                    <p:anim calcmode="lin" valueType="num">
                                      <p:cBhvr additive="base">
                                        <p:cTn id="66" dur="500" fill="hold"/>
                                        <p:tgtEl>
                                          <p:spTgt spid="87">
                                            <p:txEl>
                                              <p:pRg st="0" end="0"/>
                                            </p:txEl>
                                          </p:spTgt>
                                        </p:tgtEl>
                                        <p:attrNameLst>
                                          <p:attrName>ppt_x</p:attrName>
                                        </p:attrNameLst>
                                      </p:cBhvr>
                                      <p:tavLst>
                                        <p:tav tm="0">
                                          <p:val>
                                            <p:strVal val="#ppt_x"/>
                                          </p:val>
                                        </p:tav>
                                        <p:tav tm="100000">
                                          <p:val>
                                            <p:strVal val="#ppt_x"/>
                                          </p:val>
                                        </p:tav>
                                      </p:tavLst>
                                    </p:anim>
                                    <p:anim calcmode="lin" valueType="num">
                                      <p:cBhvr additive="base">
                                        <p:cTn id="67" dur="500" fill="hold"/>
                                        <p:tgtEl>
                                          <p:spTgt spid="87">
                                            <p:txEl>
                                              <p:pRg st="0" end="0"/>
                                            </p:txEl>
                                          </p:spTgt>
                                        </p:tgtEl>
                                        <p:attrNameLst>
                                          <p:attrName>ppt_y</p:attrName>
                                        </p:attrNameLst>
                                      </p:cBhvr>
                                      <p:tavLst>
                                        <p:tav tm="0">
                                          <p:val>
                                            <p:strVal val="1+#ppt_h/2"/>
                                          </p:val>
                                        </p:tav>
                                        <p:tav tm="100000">
                                          <p:val>
                                            <p:strVal val="#ppt_y"/>
                                          </p:val>
                                        </p:tav>
                                      </p:tavLst>
                                    </p:anim>
                                  </p:childTnLst>
                                </p:cTn>
                              </p:par>
                            </p:childTnLst>
                          </p:cTn>
                        </p:par>
                        <p:par>
                          <p:cTn id="68" fill="hold">
                            <p:stCondLst>
                              <p:cond delay="5500"/>
                            </p:stCondLst>
                            <p:childTnLst>
                              <p:par>
                                <p:cTn id="69" presetID="2" presetClass="entr" presetSubtype="4" accel="50000" decel="50000" fill="hold" grpId="0" nodeType="afterEffect" nodePh="1">
                                  <p:stCondLst>
                                    <p:cond delay="0"/>
                                  </p:stCondLst>
                                  <p:endCondLst>
                                    <p:cond evt="begin" delay="0">
                                      <p:tn val="69"/>
                                    </p:cond>
                                  </p:endCondLst>
                                  <p:childTnLst>
                                    <p:set>
                                      <p:cBhvr>
                                        <p:cTn id="70" dur="1" fill="hold">
                                          <p:stCondLst>
                                            <p:cond delay="0"/>
                                          </p:stCondLst>
                                        </p:cTn>
                                        <p:tgtEl>
                                          <p:spTgt spid="86">
                                            <p:txEl>
                                              <p:pRg st="0" end="0"/>
                                            </p:txEl>
                                          </p:spTgt>
                                        </p:tgtEl>
                                        <p:attrNameLst>
                                          <p:attrName>style.visibility</p:attrName>
                                        </p:attrNameLst>
                                      </p:cBhvr>
                                      <p:to>
                                        <p:strVal val="visible"/>
                                      </p:to>
                                    </p:set>
                                    <p:anim calcmode="lin" valueType="num">
                                      <p:cBhvr additive="base">
                                        <p:cTn id="71" dur="500" fill="hold"/>
                                        <p:tgtEl>
                                          <p:spTgt spid="86">
                                            <p:txEl>
                                              <p:pRg st="0" end="0"/>
                                            </p:txEl>
                                          </p:spTgt>
                                        </p:tgtEl>
                                        <p:attrNameLst>
                                          <p:attrName>ppt_x</p:attrName>
                                        </p:attrNameLst>
                                      </p:cBhvr>
                                      <p:tavLst>
                                        <p:tav tm="0">
                                          <p:val>
                                            <p:strVal val="#ppt_x"/>
                                          </p:val>
                                        </p:tav>
                                        <p:tav tm="100000">
                                          <p:val>
                                            <p:strVal val="#ppt_x"/>
                                          </p:val>
                                        </p:tav>
                                      </p:tavLst>
                                    </p:anim>
                                    <p:anim calcmode="lin" valueType="num">
                                      <p:cBhvr additive="base">
                                        <p:cTn id="72" dur="500" fill="hold"/>
                                        <p:tgtEl>
                                          <p:spTgt spid="86">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5" grpId="0"/>
      <p:bldP spid="76"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76"/>
                        </p:tgtEl>
                        <p:attrNameLst>
                          <p:attrName>style.visibility</p:attrName>
                        </p:attrNameLst>
                      </p:cBhvr>
                      <p:to>
                        <p:strVal val="visible"/>
                      </p:to>
                    </p:set>
                    <p:anim calcmode="lin" valueType="num">
                      <p:cBhvr additive="base">
                        <p:cTn dur="500" fill="hold"/>
                        <p:tgtEl>
                          <p:spTgt spid="76"/>
                        </p:tgtEl>
                        <p:attrNameLst>
                          <p:attrName>ppt_x</p:attrName>
                        </p:attrNameLst>
                      </p:cBhvr>
                      <p:tavLst>
                        <p:tav tm="0">
                          <p:val>
                            <p:strVal val="#ppt_x"/>
                          </p:val>
                        </p:tav>
                        <p:tav tm="100000">
                          <p:val>
                            <p:strVal val="#ppt_x"/>
                          </p:val>
                        </p:tav>
                      </p:tavLst>
                    </p:anim>
                    <p:anim calcmode="lin" valueType="num">
                      <p:cBhvr additive="base">
                        <p:cTn dur="500" fill="hold"/>
                        <p:tgtEl>
                          <p:spTgt spid="76"/>
                        </p:tgtEl>
                        <p:attrNameLst>
                          <p:attrName>ppt_y</p:attrName>
                        </p:attrNameLst>
                      </p:cBhvr>
                      <p:tavLst>
                        <p:tav tm="0">
                          <p:val>
                            <p:strVal val="1+#ppt_h/2"/>
                          </p:val>
                        </p:tav>
                        <p:tav tm="100000">
                          <p:val>
                            <p:strVal val="#ppt_y"/>
                          </p:val>
                        </p:tav>
                      </p:tavLst>
                    </p:anim>
                  </p:childTnLst>
                </p:cTn>
              </p:par>
            </p:tnLst>
          </p:tmpl>
        </p:tmplLst>
      </p:bldP>
      <p:bldP spid="77"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77"/>
                        </p:tgtEl>
                        <p:attrNameLst>
                          <p:attrName>style.visibility</p:attrName>
                        </p:attrNameLst>
                      </p:cBhvr>
                      <p:to>
                        <p:strVal val="visible"/>
                      </p:to>
                    </p:set>
                    <p:anim calcmode="lin" valueType="num">
                      <p:cBhvr additive="base">
                        <p:cTn dur="500" fill="hold"/>
                        <p:tgtEl>
                          <p:spTgt spid="77"/>
                        </p:tgtEl>
                        <p:attrNameLst>
                          <p:attrName>ppt_x</p:attrName>
                        </p:attrNameLst>
                      </p:cBhvr>
                      <p:tavLst>
                        <p:tav tm="0">
                          <p:val>
                            <p:strVal val="#ppt_x"/>
                          </p:val>
                        </p:tav>
                        <p:tav tm="100000">
                          <p:val>
                            <p:strVal val="#ppt_x"/>
                          </p:val>
                        </p:tav>
                      </p:tavLst>
                    </p:anim>
                    <p:anim calcmode="lin" valueType="num">
                      <p:cBhvr additive="base">
                        <p:cTn dur="500" fill="hold"/>
                        <p:tgtEl>
                          <p:spTgt spid="77"/>
                        </p:tgtEl>
                        <p:attrNameLst>
                          <p:attrName>ppt_y</p:attrName>
                        </p:attrNameLst>
                      </p:cBhvr>
                      <p:tavLst>
                        <p:tav tm="0">
                          <p:val>
                            <p:strVal val="1+#ppt_h/2"/>
                          </p:val>
                        </p:tav>
                        <p:tav tm="100000">
                          <p:val>
                            <p:strVal val="#ppt_y"/>
                          </p:val>
                        </p:tav>
                      </p:tavLst>
                    </p:anim>
                  </p:childTnLst>
                </p:cTn>
              </p:par>
            </p:tnLst>
          </p:tmpl>
        </p:tmplLst>
      </p:bldP>
      <p:bldP spid="78" grpId="0" animBg="1"/>
      <p:bldP spid="79"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79"/>
                        </p:tgtEl>
                        <p:attrNameLst>
                          <p:attrName>style.visibility</p:attrName>
                        </p:attrNameLst>
                      </p:cBhvr>
                      <p:to>
                        <p:strVal val="visible"/>
                      </p:to>
                    </p:set>
                    <p:animEffect transition="in" filter="wipe(down)">
                      <p:cBhvr>
                        <p:cTn dur="500"/>
                        <p:tgtEl>
                          <p:spTgt spid="79"/>
                        </p:tgtEl>
                      </p:cBhvr>
                    </p:animEffect>
                  </p:childTnLst>
                </p:cTn>
              </p:par>
            </p:tnLst>
          </p:tmpl>
        </p:tmplLst>
      </p:bldP>
      <p:bldP spid="80" grpId="0"/>
      <p:bldP spid="81"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81"/>
                        </p:tgtEl>
                        <p:attrNameLst>
                          <p:attrName>style.visibility</p:attrName>
                        </p:attrNameLst>
                      </p:cBhvr>
                      <p:to>
                        <p:strVal val="visible"/>
                      </p:to>
                    </p:set>
                    <p:anim calcmode="lin" valueType="num">
                      <p:cBhvr additive="base">
                        <p:cTn dur="500" fill="hold"/>
                        <p:tgtEl>
                          <p:spTgt spid="81"/>
                        </p:tgtEl>
                        <p:attrNameLst>
                          <p:attrName>ppt_x</p:attrName>
                        </p:attrNameLst>
                      </p:cBhvr>
                      <p:tavLst>
                        <p:tav tm="0">
                          <p:val>
                            <p:strVal val="#ppt_x"/>
                          </p:val>
                        </p:tav>
                        <p:tav tm="100000">
                          <p:val>
                            <p:strVal val="#ppt_x"/>
                          </p:val>
                        </p:tav>
                      </p:tavLst>
                    </p:anim>
                    <p:anim calcmode="lin" valueType="num">
                      <p:cBhvr additive="base">
                        <p:cTn dur="500" fill="hold"/>
                        <p:tgtEl>
                          <p:spTgt spid="81"/>
                        </p:tgtEl>
                        <p:attrNameLst>
                          <p:attrName>ppt_y</p:attrName>
                        </p:attrNameLst>
                      </p:cBhvr>
                      <p:tavLst>
                        <p:tav tm="0">
                          <p:val>
                            <p:strVal val="1+#ppt_h/2"/>
                          </p:val>
                        </p:tav>
                        <p:tav tm="100000">
                          <p:val>
                            <p:strVal val="#ppt_y"/>
                          </p:val>
                        </p:tav>
                      </p:tavLst>
                    </p:anim>
                  </p:childTnLst>
                </p:cTn>
              </p:par>
            </p:tnLst>
          </p:tmpl>
        </p:tmplLst>
      </p:bldP>
      <p:bldP spid="82"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82"/>
                        </p:tgtEl>
                        <p:attrNameLst>
                          <p:attrName>style.visibility</p:attrName>
                        </p:attrNameLst>
                      </p:cBhvr>
                      <p:to>
                        <p:strVal val="visible"/>
                      </p:to>
                    </p:set>
                    <p:anim calcmode="lin" valueType="num">
                      <p:cBhvr additive="base">
                        <p:cTn dur="500" fill="hold"/>
                        <p:tgtEl>
                          <p:spTgt spid="82"/>
                        </p:tgtEl>
                        <p:attrNameLst>
                          <p:attrName>ppt_x</p:attrName>
                        </p:attrNameLst>
                      </p:cBhvr>
                      <p:tavLst>
                        <p:tav tm="0">
                          <p:val>
                            <p:strVal val="#ppt_x"/>
                          </p:val>
                        </p:tav>
                        <p:tav tm="100000">
                          <p:val>
                            <p:strVal val="#ppt_x"/>
                          </p:val>
                        </p:tav>
                      </p:tavLst>
                    </p:anim>
                    <p:anim calcmode="lin" valueType="num">
                      <p:cBhvr additive="base">
                        <p:cTn dur="500" fill="hold"/>
                        <p:tgtEl>
                          <p:spTgt spid="82"/>
                        </p:tgtEl>
                        <p:attrNameLst>
                          <p:attrName>ppt_y</p:attrName>
                        </p:attrNameLst>
                      </p:cBhvr>
                      <p:tavLst>
                        <p:tav tm="0">
                          <p:val>
                            <p:strVal val="1+#ppt_h/2"/>
                          </p:val>
                        </p:tav>
                        <p:tav tm="100000">
                          <p:val>
                            <p:strVal val="#ppt_y"/>
                          </p:val>
                        </p:tav>
                      </p:tavLst>
                    </p:anim>
                  </p:childTnLst>
                </p:cTn>
              </p:par>
            </p:tnLst>
          </p:tmpl>
        </p:tmplLst>
      </p:bldP>
      <p:bldP spid="83" grpId="0" animBg="1"/>
      <p:bldP spid="84"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84"/>
                        </p:tgtEl>
                        <p:attrNameLst>
                          <p:attrName>style.visibility</p:attrName>
                        </p:attrNameLst>
                      </p:cBhvr>
                      <p:to>
                        <p:strVal val="visible"/>
                      </p:to>
                    </p:set>
                    <p:animEffect transition="in" filter="wipe(down)">
                      <p:cBhvr>
                        <p:cTn dur="500"/>
                        <p:tgtEl>
                          <p:spTgt spid="84"/>
                        </p:tgtEl>
                      </p:cBhvr>
                    </p:animEffect>
                  </p:childTnLst>
                </p:cTn>
              </p:par>
            </p:tnLst>
          </p:tmpl>
        </p:tmplLst>
      </p:bldP>
      <p:bldP spid="85" grpId="0"/>
      <p:bldP spid="86"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86"/>
                        </p:tgtEl>
                        <p:attrNameLst>
                          <p:attrName>style.visibility</p:attrName>
                        </p:attrNameLst>
                      </p:cBhvr>
                      <p:to>
                        <p:strVal val="visible"/>
                      </p:to>
                    </p:set>
                    <p:anim calcmode="lin" valueType="num">
                      <p:cBhvr additive="base">
                        <p:cTn dur="500" fill="hold"/>
                        <p:tgtEl>
                          <p:spTgt spid="86"/>
                        </p:tgtEl>
                        <p:attrNameLst>
                          <p:attrName>ppt_x</p:attrName>
                        </p:attrNameLst>
                      </p:cBhvr>
                      <p:tavLst>
                        <p:tav tm="0">
                          <p:val>
                            <p:strVal val="#ppt_x"/>
                          </p:val>
                        </p:tav>
                        <p:tav tm="100000">
                          <p:val>
                            <p:strVal val="#ppt_x"/>
                          </p:val>
                        </p:tav>
                      </p:tavLst>
                    </p:anim>
                    <p:anim calcmode="lin" valueType="num">
                      <p:cBhvr additive="base">
                        <p:cTn dur="500" fill="hold"/>
                        <p:tgtEl>
                          <p:spTgt spid="86"/>
                        </p:tgtEl>
                        <p:attrNameLst>
                          <p:attrName>ppt_y</p:attrName>
                        </p:attrNameLst>
                      </p:cBhvr>
                      <p:tavLst>
                        <p:tav tm="0">
                          <p:val>
                            <p:strVal val="1+#ppt_h/2"/>
                          </p:val>
                        </p:tav>
                        <p:tav tm="100000">
                          <p:val>
                            <p:strVal val="#ppt_y"/>
                          </p:val>
                        </p:tav>
                      </p:tavLst>
                    </p:anim>
                  </p:childTnLst>
                </p:cTn>
              </p:par>
            </p:tnLst>
          </p:tmpl>
        </p:tmplLst>
      </p:bldP>
      <p:bldP spid="87"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87"/>
                        </p:tgtEl>
                        <p:attrNameLst>
                          <p:attrName>style.visibility</p:attrName>
                        </p:attrNameLst>
                      </p:cBhvr>
                      <p:to>
                        <p:strVal val="visible"/>
                      </p:to>
                    </p:set>
                    <p:anim calcmode="lin" valueType="num">
                      <p:cBhvr additive="base">
                        <p:cTn dur="500" fill="hold"/>
                        <p:tgtEl>
                          <p:spTgt spid="87"/>
                        </p:tgtEl>
                        <p:attrNameLst>
                          <p:attrName>ppt_x</p:attrName>
                        </p:attrNameLst>
                      </p:cBhvr>
                      <p:tavLst>
                        <p:tav tm="0">
                          <p:val>
                            <p:strVal val="#ppt_x"/>
                          </p:val>
                        </p:tav>
                        <p:tav tm="100000">
                          <p:val>
                            <p:strVal val="#ppt_x"/>
                          </p:val>
                        </p:tav>
                      </p:tavLst>
                    </p:anim>
                    <p:anim calcmode="lin" valueType="num">
                      <p:cBhvr additive="base">
                        <p:cTn dur="500" fill="hold"/>
                        <p:tgtEl>
                          <p:spTgt spid="87"/>
                        </p:tgtEl>
                        <p:attrNameLst>
                          <p:attrName>ppt_y</p:attrName>
                        </p:attrNameLst>
                      </p:cBhvr>
                      <p:tavLst>
                        <p:tav tm="0">
                          <p:val>
                            <p:strVal val="1+#ppt_h/2"/>
                          </p:val>
                        </p:tav>
                        <p:tav tm="100000">
                          <p:val>
                            <p:strVal val="#ppt_y"/>
                          </p:val>
                        </p:tav>
                      </p:tavLst>
                    </p:anim>
                  </p:childTnLst>
                </p:cTn>
              </p:par>
            </p:tnLst>
          </p:tmpl>
        </p:tmplLst>
      </p:bldP>
      <p:bldP spid="88" grpId="0" animBg="1"/>
      <p:bldP spid="89"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89"/>
                        </p:tgtEl>
                        <p:attrNameLst>
                          <p:attrName>style.visibility</p:attrName>
                        </p:attrNameLst>
                      </p:cBhvr>
                      <p:to>
                        <p:strVal val="visible"/>
                      </p:to>
                    </p:set>
                    <p:animEffect transition="in" filter="wipe(down)">
                      <p:cBhvr>
                        <p:cTn dur="500"/>
                        <p:tgtEl>
                          <p:spTgt spid="89"/>
                        </p:tgtEl>
                      </p:cBhvr>
                    </p:animEffect>
                  </p:childTnLst>
                </p:cTn>
              </p:par>
            </p:tnLst>
          </p:tmpl>
        </p:tmplLst>
      </p:bldP>
    </p:bldLst>
  </p:timing>
</p:sldLayout>
</file>

<file path=ppt/slideLayouts/slideLayout341.xml><?xml version="1.0" encoding="utf-8"?>
<p:sldLayout xmlns:a="http://schemas.openxmlformats.org/drawingml/2006/main" xmlns:r="http://schemas.openxmlformats.org/officeDocument/2006/relationships" xmlns:p="http://schemas.openxmlformats.org/presentationml/2006/main" userDrawn="1">
  <p:cSld name="Four Pic Ver">
    <p:spTree>
      <p:nvGrpSpPr>
        <p:cNvPr id="1" name=""/>
        <p:cNvGrpSpPr/>
        <p:nvPr/>
      </p:nvGrpSpPr>
      <p:grpSpPr>
        <a:xfrm>
          <a:off x="0" y="0"/>
          <a:ext cx="0" cy="0"/>
          <a:chOff x="0" y="0"/>
          <a:chExt cx="0" cy="0"/>
        </a:xfrm>
      </p:grpSpPr>
      <p:sp>
        <p:nvSpPr>
          <p:cNvPr id="12" name="Picture Placeholder 7"/>
          <p:cNvSpPr>
            <a:spLocks noGrp="1"/>
          </p:cNvSpPr>
          <p:nvPr>
            <p:ph type="pic" sz="quarter" idx="15" hasCustomPrompt="1"/>
          </p:nvPr>
        </p:nvSpPr>
        <p:spPr>
          <a:xfrm>
            <a:off x="590995" y="1536506"/>
            <a:ext cx="346953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4" name="Rectangle 3"/>
          <p:cNvSpPr/>
          <p:nvPr userDrawn="1"/>
        </p:nvSpPr>
        <p:spPr>
          <a:xfrm>
            <a:off x="590997" y="3341912"/>
            <a:ext cx="3469532" cy="56122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13" name="Text Placeholder 3"/>
          <p:cNvSpPr>
            <a:spLocks noGrp="1"/>
          </p:cNvSpPr>
          <p:nvPr>
            <p:ph type="body" sz="half" idx="17"/>
          </p:nvPr>
        </p:nvSpPr>
        <p:spPr>
          <a:xfrm>
            <a:off x="680830" y="3483079"/>
            <a:ext cx="3324756" cy="257040"/>
          </a:xfrm>
          <a:prstGeom prst="rect">
            <a:avLst/>
          </a:prstGeom>
        </p:spPr>
        <p:txBody>
          <a:bodyPr wrap="none" lIns="0" tIns="0" rIns="0" bIns="0" anchor="ctr">
            <a:noAutofit/>
          </a:bodyPr>
          <a:lstStyle>
            <a:lvl1pPr marL="0" indent="0" algn="ctr">
              <a:buNone/>
              <a:defRPr sz="1600"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14" name="Picture Placeholder 7"/>
          <p:cNvSpPr>
            <a:spLocks noGrp="1"/>
          </p:cNvSpPr>
          <p:nvPr>
            <p:ph type="pic" sz="quarter" idx="18" hasCustomPrompt="1"/>
          </p:nvPr>
        </p:nvSpPr>
        <p:spPr>
          <a:xfrm>
            <a:off x="4344201" y="1536506"/>
            <a:ext cx="346953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15" name="Rectangle 14"/>
          <p:cNvSpPr/>
          <p:nvPr userDrawn="1"/>
        </p:nvSpPr>
        <p:spPr>
          <a:xfrm>
            <a:off x="4344202" y="3341912"/>
            <a:ext cx="3469532" cy="56122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16" name="Text Placeholder 3"/>
          <p:cNvSpPr>
            <a:spLocks noGrp="1"/>
          </p:cNvSpPr>
          <p:nvPr>
            <p:ph type="body" sz="half" idx="19"/>
          </p:nvPr>
        </p:nvSpPr>
        <p:spPr>
          <a:xfrm>
            <a:off x="4434033" y="3483079"/>
            <a:ext cx="3324756" cy="257040"/>
          </a:xfrm>
          <a:prstGeom prst="rect">
            <a:avLst/>
          </a:prstGeom>
        </p:spPr>
        <p:txBody>
          <a:bodyPr wrap="none" lIns="0" tIns="0" rIns="0" bIns="0" anchor="ctr">
            <a:noAutofit/>
          </a:bodyPr>
          <a:lstStyle>
            <a:lvl1pPr marL="0" indent="0" algn="ctr">
              <a:buNone/>
              <a:defRPr sz="1600"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17" name="Picture Placeholder 7"/>
          <p:cNvSpPr>
            <a:spLocks noGrp="1"/>
          </p:cNvSpPr>
          <p:nvPr>
            <p:ph type="pic" sz="quarter" idx="20" hasCustomPrompt="1"/>
          </p:nvPr>
        </p:nvSpPr>
        <p:spPr>
          <a:xfrm>
            <a:off x="8094767" y="1536506"/>
            <a:ext cx="346953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18" name="Rectangle 17"/>
          <p:cNvSpPr/>
          <p:nvPr userDrawn="1"/>
        </p:nvSpPr>
        <p:spPr>
          <a:xfrm>
            <a:off x="8094769" y="3341912"/>
            <a:ext cx="3469532" cy="56122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19" name="Text Placeholder 3"/>
          <p:cNvSpPr>
            <a:spLocks noGrp="1"/>
          </p:cNvSpPr>
          <p:nvPr>
            <p:ph type="body" sz="half" idx="21"/>
          </p:nvPr>
        </p:nvSpPr>
        <p:spPr>
          <a:xfrm>
            <a:off x="8184601" y="3483079"/>
            <a:ext cx="3324756" cy="257040"/>
          </a:xfrm>
          <a:prstGeom prst="rect">
            <a:avLst/>
          </a:prstGeom>
        </p:spPr>
        <p:txBody>
          <a:bodyPr wrap="none" lIns="0" tIns="0" rIns="0" bIns="0" anchor="ctr">
            <a:noAutofit/>
          </a:bodyPr>
          <a:lstStyle>
            <a:lvl1pPr marL="0" indent="0" algn="ctr">
              <a:buNone/>
              <a:defRPr sz="1600"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20" name="Picture Placeholder 7"/>
          <p:cNvSpPr>
            <a:spLocks noGrp="1"/>
          </p:cNvSpPr>
          <p:nvPr>
            <p:ph type="pic" sz="quarter" idx="22" hasCustomPrompt="1"/>
          </p:nvPr>
        </p:nvSpPr>
        <p:spPr>
          <a:xfrm>
            <a:off x="590995" y="3990754"/>
            <a:ext cx="346953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21" name="Rectangle 20"/>
          <p:cNvSpPr/>
          <p:nvPr userDrawn="1"/>
        </p:nvSpPr>
        <p:spPr>
          <a:xfrm>
            <a:off x="590997" y="5796160"/>
            <a:ext cx="3469532" cy="561221"/>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22" name="Text Placeholder 3"/>
          <p:cNvSpPr>
            <a:spLocks noGrp="1"/>
          </p:cNvSpPr>
          <p:nvPr>
            <p:ph type="body" sz="half" idx="23"/>
          </p:nvPr>
        </p:nvSpPr>
        <p:spPr>
          <a:xfrm>
            <a:off x="680830" y="5937327"/>
            <a:ext cx="3324756" cy="257040"/>
          </a:xfrm>
          <a:prstGeom prst="rect">
            <a:avLst/>
          </a:prstGeom>
        </p:spPr>
        <p:txBody>
          <a:bodyPr wrap="none" lIns="0" tIns="0" rIns="0" bIns="0" anchor="ctr">
            <a:noAutofit/>
          </a:bodyPr>
          <a:lstStyle>
            <a:lvl1pPr marL="0" indent="0" algn="ctr">
              <a:buNone/>
              <a:defRPr sz="1600"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23" name="Picture Placeholder 7"/>
          <p:cNvSpPr>
            <a:spLocks noGrp="1"/>
          </p:cNvSpPr>
          <p:nvPr>
            <p:ph type="pic" sz="quarter" idx="24" hasCustomPrompt="1"/>
          </p:nvPr>
        </p:nvSpPr>
        <p:spPr>
          <a:xfrm>
            <a:off x="4344201" y="3990754"/>
            <a:ext cx="346953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24" name="Rectangle 23"/>
          <p:cNvSpPr/>
          <p:nvPr userDrawn="1"/>
        </p:nvSpPr>
        <p:spPr>
          <a:xfrm>
            <a:off x="4344202" y="5796160"/>
            <a:ext cx="3469532" cy="561221"/>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25" name="Text Placeholder 3"/>
          <p:cNvSpPr>
            <a:spLocks noGrp="1"/>
          </p:cNvSpPr>
          <p:nvPr>
            <p:ph type="body" sz="half" idx="25"/>
          </p:nvPr>
        </p:nvSpPr>
        <p:spPr>
          <a:xfrm>
            <a:off x="4434033" y="5937327"/>
            <a:ext cx="3324756" cy="257040"/>
          </a:xfrm>
          <a:prstGeom prst="rect">
            <a:avLst/>
          </a:prstGeom>
        </p:spPr>
        <p:txBody>
          <a:bodyPr wrap="none" lIns="0" tIns="0" rIns="0" bIns="0" anchor="ctr">
            <a:noAutofit/>
          </a:bodyPr>
          <a:lstStyle>
            <a:lvl1pPr marL="0" indent="0" algn="ctr">
              <a:buNone/>
              <a:defRPr sz="1600"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26" name="Picture Placeholder 7"/>
          <p:cNvSpPr>
            <a:spLocks noGrp="1"/>
          </p:cNvSpPr>
          <p:nvPr>
            <p:ph type="pic" sz="quarter" idx="26" hasCustomPrompt="1"/>
          </p:nvPr>
        </p:nvSpPr>
        <p:spPr>
          <a:xfrm>
            <a:off x="8094767" y="3990754"/>
            <a:ext cx="346953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27" name="Rectangle 26"/>
          <p:cNvSpPr/>
          <p:nvPr userDrawn="1"/>
        </p:nvSpPr>
        <p:spPr>
          <a:xfrm>
            <a:off x="8094769" y="5796160"/>
            <a:ext cx="3469532" cy="561221"/>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28" name="Text Placeholder 3"/>
          <p:cNvSpPr>
            <a:spLocks noGrp="1"/>
          </p:cNvSpPr>
          <p:nvPr>
            <p:ph type="body" sz="half" idx="27"/>
          </p:nvPr>
        </p:nvSpPr>
        <p:spPr>
          <a:xfrm>
            <a:off x="8184601" y="5937327"/>
            <a:ext cx="3324756" cy="257040"/>
          </a:xfrm>
          <a:prstGeom prst="rect">
            <a:avLst/>
          </a:prstGeom>
        </p:spPr>
        <p:txBody>
          <a:bodyPr wrap="none" lIns="0" tIns="0" rIns="0" bIns="0" anchor="ctr">
            <a:noAutofit/>
          </a:bodyPr>
          <a:lstStyle>
            <a:lvl1pPr marL="0" indent="0" algn="ctr">
              <a:buNone/>
              <a:defRPr sz="1600"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29"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30"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00802205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after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wipe(down)">
                                      <p:cBhvr>
                                        <p:cTn id="7" dur="500"/>
                                        <p:tgtEl>
                                          <p:spTgt spid="12"/>
                                        </p:tgtEl>
                                      </p:cBhvr>
                                    </p:animEffect>
                                  </p:childTnLst>
                                </p:cTn>
                              </p:par>
                            </p:childTnLst>
                          </p:cTn>
                        </p:par>
                        <p:par>
                          <p:cTn id="8" fill="hold">
                            <p:stCondLst>
                              <p:cond delay="500"/>
                            </p:stCondLst>
                            <p:childTnLst>
                              <p:par>
                                <p:cTn id="9" presetID="22" presetClass="entr" presetSubtype="4" fill="hold" grpId="0" nodeType="afterEffect">
                                  <p:stCondLst>
                                    <p:cond delay="0"/>
                                  </p:stCondLst>
                                  <p:childTnLst>
                                    <p:set>
                                      <p:cBhvr>
                                        <p:cTn id="10" dur="1" fill="hold">
                                          <p:stCondLst>
                                            <p:cond delay="0"/>
                                          </p:stCondLst>
                                        </p:cTn>
                                        <p:tgtEl>
                                          <p:spTgt spid="4"/>
                                        </p:tgtEl>
                                        <p:attrNameLst>
                                          <p:attrName>style.visibility</p:attrName>
                                        </p:attrNameLst>
                                      </p:cBhvr>
                                      <p:to>
                                        <p:strVal val="visible"/>
                                      </p:to>
                                    </p:set>
                                    <p:animEffect transition="in" filter="wipe(down)">
                                      <p:cBhvr>
                                        <p:cTn id="11" dur="500"/>
                                        <p:tgtEl>
                                          <p:spTgt spid="4"/>
                                        </p:tgtEl>
                                      </p:cBhvr>
                                    </p:animEffect>
                                  </p:childTnLst>
                                </p:cTn>
                              </p:par>
                            </p:childTnLst>
                          </p:cTn>
                        </p:par>
                        <p:par>
                          <p:cTn id="12" fill="hold">
                            <p:stCondLst>
                              <p:cond delay="1000"/>
                            </p:stCondLst>
                            <p:childTnLst>
                              <p:par>
                                <p:cTn id="13" presetID="22" presetClass="entr" presetSubtype="4" fill="hold" grpId="0" nodeType="afterEffect" nodePh="1">
                                  <p:stCondLst>
                                    <p:cond delay="0"/>
                                  </p:stCondLst>
                                  <p:endCondLst>
                                    <p:cond evt="begin" delay="0">
                                      <p:tn val="13"/>
                                    </p:cond>
                                  </p:endCondLst>
                                  <p:childTnLst>
                                    <p:set>
                                      <p:cBhvr>
                                        <p:cTn id="14" dur="1" fill="hold">
                                          <p:stCondLst>
                                            <p:cond delay="0"/>
                                          </p:stCondLst>
                                        </p:cTn>
                                        <p:tgtEl>
                                          <p:spTgt spid="13">
                                            <p:txEl>
                                              <p:pRg st="0" end="0"/>
                                            </p:txEl>
                                          </p:spTgt>
                                        </p:tgtEl>
                                        <p:attrNameLst>
                                          <p:attrName>style.visibility</p:attrName>
                                        </p:attrNameLst>
                                      </p:cBhvr>
                                      <p:to>
                                        <p:strVal val="visible"/>
                                      </p:to>
                                    </p:set>
                                    <p:animEffect transition="in" filter="wipe(down)">
                                      <p:cBhvr>
                                        <p:cTn id="15" dur="500"/>
                                        <p:tgtEl>
                                          <p:spTgt spid="13">
                                            <p:txEl>
                                              <p:pRg st="0" end="0"/>
                                            </p:txEl>
                                          </p:spTgt>
                                        </p:tgtEl>
                                      </p:cBhvr>
                                    </p:animEffect>
                                  </p:childTnLst>
                                </p:cTn>
                              </p:par>
                            </p:childTnLst>
                          </p:cTn>
                        </p:par>
                        <p:par>
                          <p:cTn id="16" fill="hold">
                            <p:stCondLst>
                              <p:cond delay="1500"/>
                            </p:stCondLst>
                            <p:childTnLst>
                              <p:par>
                                <p:cTn id="17" presetID="22" presetClass="entr" presetSubtype="4" fill="hold" grpId="0" nodeType="afterEffect">
                                  <p:stCondLst>
                                    <p:cond delay="0"/>
                                  </p:stCondLst>
                                  <p:childTnLst>
                                    <p:set>
                                      <p:cBhvr>
                                        <p:cTn id="18" dur="1" fill="hold">
                                          <p:stCondLst>
                                            <p:cond delay="0"/>
                                          </p:stCondLst>
                                        </p:cTn>
                                        <p:tgtEl>
                                          <p:spTgt spid="14"/>
                                        </p:tgtEl>
                                        <p:attrNameLst>
                                          <p:attrName>style.visibility</p:attrName>
                                        </p:attrNameLst>
                                      </p:cBhvr>
                                      <p:to>
                                        <p:strVal val="visible"/>
                                      </p:to>
                                    </p:set>
                                    <p:animEffect transition="in" filter="wipe(down)">
                                      <p:cBhvr>
                                        <p:cTn id="19" dur="500"/>
                                        <p:tgtEl>
                                          <p:spTgt spid="14"/>
                                        </p:tgtEl>
                                      </p:cBhvr>
                                    </p:animEffect>
                                  </p:childTnLst>
                                </p:cTn>
                              </p:par>
                            </p:childTnLst>
                          </p:cTn>
                        </p:par>
                        <p:par>
                          <p:cTn id="20" fill="hold">
                            <p:stCondLst>
                              <p:cond delay="2000"/>
                            </p:stCondLst>
                            <p:childTnLst>
                              <p:par>
                                <p:cTn id="21" presetID="22" presetClass="entr" presetSubtype="4" fill="hold" grpId="0" nodeType="afterEffect">
                                  <p:stCondLst>
                                    <p:cond delay="0"/>
                                  </p:stCondLst>
                                  <p:childTnLst>
                                    <p:set>
                                      <p:cBhvr>
                                        <p:cTn id="22" dur="1" fill="hold">
                                          <p:stCondLst>
                                            <p:cond delay="0"/>
                                          </p:stCondLst>
                                        </p:cTn>
                                        <p:tgtEl>
                                          <p:spTgt spid="15"/>
                                        </p:tgtEl>
                                        <p:attrNameLst>
                                          <p:attrName>style.visibility</p:attrName>
                                        </p:attrNameLst>
                                      </p:cBhvr>
                                      <p:to>
                                        <p:strVal val="visible"/>
                                      </p:to>
                                    </p:set>
                                    <p:animEffect transition="in" filter="wipe(down)">
                                      <p:cBhvr>
                                        <p:cTn id="23" dur="500"/>
                                        <p:tgtEl>
                                          <p:spTgt spid="15"/>
                                        </p:tgtEl>
                                      </p:cBhvr>
                                    </p:animEffect>
                                  </p:childTnLst>
                                </p:cTn>
                              </p:par>
                            </p:childTnLst>
                          </p:cTn>
                        </p:par>
                        <p:par>
                          <p:cTn id="24" fill="hold">
                            <p:stCondLst>
                              <p:cond delay="2500"/>
                            </p:stCondLst>
                            <p:childTnLst>
                              <p:par>
                                <p:cTn id="25" presetID="22" presetClass="entr" presetSubtype="4" fill="hold" grpId="0" nodeType="afterEffect" nodePh="1">
                                  <p:stCondLst>
                                    <p:cond delay="0"/>
                                  </p:stCondLst>
                                  <p:endCondLst>
                                    <p:cond evt="begin" delay="0">
                                      <p:tn val="25"/>
                                    </p:cond>
                                  </p:endCondLst>
                                  <p:childTnLst>
                                    <p:set>
                                      <p:cBhvr>
                                        <p:cTn id="26" dur="1" fill="hold">
                                          <p:stCondLst>
                                            <p:cond delay="0"/>
                                          </p:stCondLst>
                                        </p:cTn>
                                        <p:tgtEl>
                                          <p:spTgt spid="16">
                                            <p:txEl>
                                              <p:pRg st="0" end="0"/>
                                            </p:txEl>
                                          </p:spTgt>
                                        </p:tgtEl>
                                        <p:attrNameLst>
                                          <p:attrName>style.visibility</p:attrName>
                                        </p:attrNameLst>
                                      </p:cBhvr>
                                      <p:to>
                                        <p:strVal val="visible"/>
                                      </p:to>
                                    </p:set>
                                    <p:animEffect transition="in" filter="wipe(down)">
                                      <p:cBhvr>
                                        <p:cTn id="27" dur="500"/>
                                        <p:tgtEl>
                                          <p:spTgt spid="16">
                                            <p:txEl>
                                              <p:pRg st="0" end="0"/>
                                            </p:txEl>
                                          </p:spTgt>
                                        </p:tgtEl>
                                      </p:cBhvr>
                                    </p:animEffect>
                                  </p:childTnLst>
                                </p:cTn>
                              </p:par>
                            </p:childTnLst>
                          </p:cTn>
                        </p:par>
                        <p:par>
                          <p:cTn id="28" fill="hold">
                            <p:stCondLst>
                              <p:cond delay="3000"/>
                            </p:stCondLst>
                            <p:childTnLst>
                              <p:par>
                                <p:cTn id="29" presetID="22" presetClass="entr" presetSubtype="4" fill="hold" grpId="0" nodeType="afterEffect">
                                  <p:stCondLst>
                                    <p:cond delay="0"/>
                                  </p:stCondLst>
                                  <p:childTnLst>
                                    <p:set>
                                      <p:cBhvr>
                                        <p:cTn id="30" dur="1" fill="hold">
                                          <p:stCondLst>
                                            <p:cond delay="0"/>
                                          </p:stCondLst>
                                        </p:cTn>
                                        <p:tgtEl>
                                          <p:spTgt spid="17"/>
                                        </p:tgtEl>
                                        <p:attrNameLst>
                                          <p:attrName>style.visibility</p:attrName>
                                        </p:attrNameLst>
                                      </p:cBhvr>
                                      <p:to>
                                        <p:strVal val="visible"/>
                                      </p:to>
                                    </p:set>
                                    <p:animEffect transition="in" filter="wipe(down)">
                                      <p:cBhvr>
                                        <p:cTn id="31" dur="500"/>
                                        <p:tgtEl>
                                          <p:spTgt spid="17"/>
                                        </p:tgtEl>
                                      </p:cBhvr>
                                    </p:animEffect>
                                  </p:childTnLst>
                                </p:cTn>
                              </p:par>
                            </p:childTnLst>
                          </p:cTn>
                        </p:par>
                        <p:par>
                          <p:cTn id="32" fill="hold">
                            <p:stCondLst>
                              <p:cond delay="3500"/>
                            </p:stCondLst>
                            <p:childTnLst>
                              <p:par>
                                <p:cTn id="33" presetID="22" presetClass="entr" presetSubtype="4" fill="hold" grpId="0" nodeType="afterEffect">
                                  <p:stCondLst>
                                    <p:cond delay="0"/>
                                  </p:stCondLst>
                                  <p:childTnLst>
                                    <p:set>
                                      <p:cBhvr>
                                        <p:cTn id="34" dur="1" fill="hold">
                                          <p:stCondLst>
                                            <p:cond delay="0"/>
                                          </p:stCondLst>
                                        </p:cTn>
                                        <p:tgtEl>
                                          <p:spTgt spid="18"/>
                                        </p:tgtEl>
                                        <p:attrNameLst>
                                          <p:attrName>style.visibility</p:attrName>
                                        </p:attrNameLst>
                                      </p:cBhvr>
                                      <p:to>
                                        <p:strVal val="visible"/>
                                      </p:to>
                                    </p:set>
                                    <p:animEffect transition="in" filter="wipe(down)">
                                      <p:cBhvr>
                                        <p:cTn id="35" dur="500"/>
                                        <p:tgtEl>
                                          <p:spTgt spid="18"/>
                                        </p:tgtEl>
                                      </p:cBhvr>
                                    </p:animEffect>
                                  </p:childTnLst>
                                </p:cTn>
                              </p:par>
                            </p:childTnLst>
                          </p:cTn>
                        </p:par>
                        <p:par>
                          <p:cTn id="36" fill="hold">
                            <p:stCondLst>
                              <p:cond delay="4000"/>
                            </p:stCondLst>
                            <p:childTnLst>
                              <p:par>
                                <p:cTn id="37" presetID="22" presetClass="entr" presetSubtype="4" fill="hold" grpId="0" nodeType="afterEffect" nodePh="1">
                                  <p:stCondLst>
                                    <p:cond delay="0"/>
                                  </p:stCondLst>
                                  <p:endCondLst>
                                    <p:cond evt="begin" delay="0">
                                      <p:tn val="37"/>
                                    </p:cond>
                                  </p:endCondLst>
                                  <p:childTnLst>
                                    <p:set>
                                      <p:cBhvr>
                                        <p:cTn id="38" dur="1" fill="hold">
                                          <p:stCondLst>
                                            <p:cond delay="0"/>
                                          </p:stCondLst>
                                        </p:cTn>
                                        <p:tgtEl>
                                          <p:spTgt spid="19">
                                            <p:txEl>
                                              <p:pRg st="0" end="0"/>
                                            </p:txEl>
                                          </p:spTgt>
                                        </p:tgtEl>
                                        <p:attrNameLst>
                                          <p:attrName>style.visibility</p:attrName>
                                        </p:attrNameLst>
                                      </p:cBhvr>
                                      <p:to>
                                        <p:strVal val="visible"/>
                                      </p:to>
                                    </p:set>
                                    <p:animEffect transition="in" filter="wipe(down)">
                                      <p:cBhvr>
                                        <p:cTn id="39" dur="500"/>
                                        <p:tgtEl>
                                          <p:spTgt spid="19">
                                            <p:txEl>
                                              <p:pRg st="0" end="0"/>
                                            </p:txEl>
                                          </p:spTgt>
                                        </p:tgtEl>
                                      </p:cBhvr>
                                    </p:animEffect>
                                  </p:childTnLst>
                                </p:cTn>
                              </p:par>
                            </p:childTnLst>
                          </p:cTn>
                        </p:par>
                        <p:par>
                          <p:cTn id="40" fill="hold">
                            <p:stCondLst>
                              <p:cond delay="4500"/>
                            </p:stCondLst>
                            <p:childTnLst>
                              <p:par>
                                <p:cTn id="41" presetID="22" presetClass="entr" presetSubtype="4" fill="hold" grpId="0" nodeType="afterEffect">
                                  <p:stCondLst>
                                    <p:cond delay="0"/>
                                  </p:stCondLst>
                                  <p:childTnLst>
                                    <p:set>
                                      <p:cBhvr>
                                        <p:cTn id="42" dur="1" fill="hold">
                                          <p:stCondLst>
                                            <p:cond delay="0"/>
                                          </p:stCondLst>
                                        </p:cTn>
                                        <p:tgtEl>
                                          <p:spTgt spid="20"/>
                                        </p:tgtEl>
                                        <p:attrNameLst>
                                          <p:attrName>style.visibility</p:attrName>
                                        </p:attrNameLst>
                                      </p:cBhvr>
                                      <p:to>
                                        <p:strVal val="visible"/>
                                      </p:to>
                                    </p:set>
                                    <p:animEffect transition="in" filter="wipe(down)">
                                      <p:cBhvr>
                                        <p:cTn id="43" dur="500"/>
                                        <p:tgtEl>
                                          <p:spTgt spid="20"/>
                                        </p:tgtEl>
                                      </p:cBhvr>
                                    </p:animEffect>
                                  </p:childTnLst>
                                </p:cTn>
                              </p:par>
                            </p:childTnLst>
                          </p:cTn>
                        </p:par>
                        <p:par>
                          <p:cTn id="44" fill="hold">
                            <p:stCondLst>
                              <p:cond delay="5000"/>
                            </p:stCondLst>
                            <p:childTnLst>
                              <p:par>
                                <p:cTn id="45" presetID="22" presetClass="entr" presetSubtype="4" fill="hold" grpId="0" nodeType="afterEffect">
                                  <p:stCondLst>
                                    <p:cond delay="0"/>
                                  </p:stCondLst>
                                  <p:childTnLst>
                                    <p:set>
                                      <p:cBhvr>
                                        <p:cTn id="46" dur="1" fill="hold">
                                          <p:stCondLst>
                                            <p:cond delay="0"/>
                                          </p:stCondLst>
                                        </p:cTn>
                                        <p:tgtEl>
                                          <p:spTgt spid="21"/>
                                        </p:tgtEl>
                                        <p:attrNameLst>
                                          <p:attrName>style.visibility</p:attrName>
                                        </p:attrNameLst>
                                      </p:cBhvr>
                                      <p:to>
                                        <p:strVal val="visible"/>
                                      </p:to>
                                    </p:set>
                                    <p:animEffect transition="in" filter="wipe(down)">
                                      <p:cBhvr>
                                        <p:cTn id="47" dur="500"/>
                                        <p:tgtEl>
                                          <p:spTgt spid="21"/>
                                        </p:tgtEl>
                                      </p:cBhvr>
                                    </p:animEffect>
                                  </p:childTnLst>
                                </p:cTn>
                              </p:par>
                            </p:childTnLst>
                          </p:cTn>
                        </p:par>
                        <p:par>
                          <p:cTn id="48" fill="hold">
                            <p:stCondLst>
                              <p:cond delay="5500"/>
                            </p:stCondLst>
                            <p:childTnLst>
                              <p:par>
                                <p:cTn id="49" presetID="22" presetClass="entr" presetSubtype="4" fill="hold" grpId="0" nodeType="afterEffect" nodePh="1">
                                  <p:stCondLst>
                                    <p:cond delay="0"/>
                                  </p:stCondLst>
                                  <p:endCondLst>
                                    <p:cond evt="begin" delay="0">
                                      <p:tn val="49"/>
                                    </p:cond>
                                  </p:endCondLst>
                                  <p:childTnLst>
                                    <p:set>
                                      <p:cBhvr>
                                        <p:cTn id="50" dur="1" fill="hold">
                                          <p:stCondLst>
                                            <p:cond delay="0"/>
                                          </p:stCondLst>
                                        </p:cTn>
                                        <p:tgtEl>
                                          <p:spTgt spid="22">
                                            <p:txEl>
                                              <p:pRg st="0" end="0"/>
                                            </p:txEl>
                                          </p:spTgt>
                                        </p:tgtEl>
                                        <p:attrNameLst>
                                          <p:attrName>style.visibility</p:attrName>
                                        </p:attrNameLst>
                                      </p:cBhvr>
                                      <p:to>
                                        <p:strVal val="visible"/>
                                      </p:to>
                                    </p:set>
                                    <p:animEffect transition="in" filter="wipe(down)">
                                      <p:cBhvr>
                                        <p:cTn id="51" dur="500"/>
                                        <p:tgtEl>
                                          <p:spTgt spid="22">
                                            <p:txEl>
                                              <p:pRg st="0" end="0"/>
                                            </p:txEl>
                                          </p:spTgt>
                                        </p:tgtEl>
                                      </p:cBhvr>
                                    </p:animEffect>
                                  </p:childTnLst>
                                </p:cTn>
                              </p:par>
                            </p:childTnLst>
                          </p:cTn>
                        </p:par>
                        <p:par>
                          <p:cTn id="52" fill="hold">
                            <p:stCondLst>
                              <p:cond delay="6000"/>
                            </p:stCondLst>
                            <p:childTnLst>
                              <p:par>
                                <p:cTn id="53" presetID="22" presetClass="entr" presetSubtype="4" fill="hold" grpId="0" nodeType="afterEffect">
                                  <p:stCondLst>
                                    <p:cond delay="0"/>
                                  </p:stCondLst>
                                  <p:childTnLst>
                                    <p:set>
                                      <p:cBhvr>
                                        <p:cTn id="54" dur="1" fill="hold">
                                          <p:stCondLst>
                                            <p:cond delay="0"/>
                                          </p:stCondLst>
                                        </p:cTn>
                                        <p:tgtEl>
                                          <p:spTgt spid="23"/>
                                        </p:tgtEl>
                                        <p:attrNameLst>
                                          <p:attrName>style.visibility</p:attrName>
                                        </p:attrNameLst>
                                      </p:cBhvr>
                                      <p:to>
                                        <p:strVal val="visible"/>
                                      </p:to>
                                    </p:set>
                                    <p:animEffect transition="in" filter="wipe(down)">
                                      <p:cBhvr>
                                        <p:cTn id="55" dur="500"/>
                                        <p:tgtEl>
                                          <p:spTgt spid="23"/>
                                        </p:tgtEl>
                                      </p:cBhvr>
                                    </p:animEffect>
                                  </p:childTnLst>
                                </p:cTn>
                              </p:par>
                            </p:childTnLst>
                          </p:cTn>
                        </p:par>
                        <p:par>
                          <p:cTn id="56" fill="hold">
                            <p:stCondLst>
                              <p:cond delay="6500"/>
                            </p:stCondLst>
                            <p:childTnLst>
                              <p:par>
                                <p:cTn id="57" presetID="22" presetClass="entr" presetSubtype="4" fill="hold" grpId="0" nodeType="afterEffect">
                                  <p:stCondLst>
                                    <p:cond delay="0"/>
                                  </p:stCondLst>
                                  <p:childTnLst>
                                    <p:set>
                                      <p:cBhvr>
                                        <p:cTn id="58" dur="1" fill="hold">
                                          <p:stCondLst>
                                            <p:cond delay="0"/>
                                          </p:stCondLst>
                                        </p:cTn>
                                        <p:tgtEl>
                                          <p:spTgt spid="24"/>
                                        </p:tgtEl>
                                        <p:attrNameLst>
                                          <p:attrName>style.visibility</p:attrName>
                                        </p:attrNameLst>
                                      </p:cBhvr>
                                      <p:to>
                                        <p:strVal val="visible"/>
                                      </p:to>
                                    </p:set>
                                    <p:animEffect transition="in" filter="wipe(down)">
                                      <p:cBhvr>
                                        <p:cTn id="59" dur="500"/>
                                        <p:tgtEl>
                                          <p:spTgt spid="24"/>
                                        </p:tgtEl>
                                      </p:cBhvr>
                                    </p:animEffect>
                                  </p:childTnLst>
                                </p:cTn>
                              </p:par>
                            </p:childTnLst>
                          </p:cTn>
                        </p:par>
                        <p:par>
                          <p:cTn id="60" fill="hold">
                            <p:stCondLst>
                              <p:cond delay="7000"/>
                            </p:stCondLst>
                            <p:childTnLst>
                              <p:par>
                                <p:cTn id="61" presetID="22" presetClass="entr" presetSubtype="4" fill="hold" grpId="0" nodeType="afterEffect" nodePh="1">
                                  <p:stCondLst>
                                    <p:cond delay="0"/>
                                  </p:stCondLst>
                                  <p:endCondLst>
                                    <p:cond evt="begin" delay="0">
                                      <p:tn val="61"/>
                                    </p:cond>
                                  </p:endCondLst>
                                  <p:childTnLst>
                                    <p:set>
                                      <p:cBhvr>
                                        <p:cTn id="62" dur="1" fill="hold">
                                          <p:stCondLst>
                                            <p:cond delay="0"/>
                                          </p:stCondLst>
                                        </p:cTn>
                                        <p:tgtEl>
                                          <p:spTgt spid="25">
                                            <p:txEl>
                                              <p:pRg st="0" end="0"/>
                                            </p:txEl>
                                          </p:spTgt>
                                        </p:tgtEl>
                                        <p:attrNameLst>
                                          <p:attrName>style.visibility</p:attrName>
                                        </p:attrNameLst>
                                      </p:cBhvr>
                                      <p:to>
                                        <p:strVal val="visible"/>
                                      </p:to>
                                    </p:set>
                                    <p:animEffect transition="in" filter="wipe(down)">
                                      <p:cBhvr>
                                        <p:cTn id="63" dur="500"/>
                                        <p:tgtEl>
                                          <p:spTgt spid="25">
                                            <p:txEl>
                                              <p:pRg st="0" end="0"/>
                                            </p:txEl>
                                          </p:spTgt>
                                        </p:tgtEl>
                                      </p:cBhvr>
                                    </p:animEffect>
                                  </p:childTnLst>
                                </p:cTn>
                              </p:par>
                            </p:childTnLst>
                          </p:cTn>
                        </p:par>
                        <p:par>
                          <p:cTn id="64" fill="hold">
                            <p:stCondLst>
                              <p:cond delay="7500"/>
                            </p:stCondLst>
                            <p:childTnLst>
                              <p:par>
                                <p:cTn id="65" presetID="22" presetClass="entr" presetSubtype="4" fill="hold" grpId="0" nodeType="afterEffect">
                                  <p:stCondLst>
                                    <p:cond delay="0"/>
                                  </p:stCondLst>
                                  <p:childTnLst>
                                    <p:set>
                                      <p:cBhvr>
                                        <p:cTn id="66" dur="1" fill="hold">
                                          <p:stCondLst>
                                            <p:cond delay="0"/>
                                          </p:stCondLst>
                                        </p:cTn>
                                        <p:tgtEl>
                                          <p:spTgt spid="26"/>
                                        </p:tgtEl>
                                        <p:attrNameLst>
                                          <p:attrName>style.visibility</p:attrName>
                                        </p:attrNameLst>
                                      </p:cBhvr>
                                      <p:to>
                                        <p:strVal val="visible"/>
                                      </p:to>
                                    </p:set>
                                    <p:animEffect transition="in" filter="wipe(down)">
                                      <p:cBhvr>
                                        <p:cTn id="67" dur="500"/>
                                        <p:tgtEl>
                                          <p:spTgt spid="26"/>
                                        </p:tgtEl>
                                      </p:cBhvr>
                                    </p:animEffect>
                                  </p:childTnLst>
                                </p:cTn>
                              </p:par>
                            </p:childTnLst>
                          </p:cTn>
                        </p:par>
                        <p:par>
                          <p:cTn id="68" fill="hold">
                            <p:stCondLst>
                              <p:cond delay="8000"/>
                            </p:stCondLst>
                            <p:childTnLst>
                              <p:par>
                                <p:cTn id="69" presetID="22" presetClass="entr" presetSubtype="4" fill="hold" grpId="0" nodeType="afterEffect">
                                  <p:stCondLst>
                                    <p:cond delay="0"/>
                                  </p:stCondLst>
                                  <p:childTnLst>
                                    <p:set>
                                      <p:cBhvr>
                                        <p:cTn id="70" dur="1" fill="hold">
                                          <p:stCondLst>
                                            <p:cond delay="0"/>
                                          </p:stCondLst>
                                        </p:cTn>
                                        <p:tgtEl>
                                          <p:spTgt spid="27"/>
                                        </p:tgtEl>
                                        <p:attrNameLst>
                                          <p:attrName>style.visibility</p:attrName>
                                        </p:attrNameLst>
                                      </p:cBhvr>
                                      <p:to>
                                        <p:strVal val="visible"/>
                                      </p:to>
                                    </p:set>
                                    <p:animEffect transition="in" filter="wipe(down)">
                                      <p:cBhvr>
                                        <p:cTn id="71" dur="500"/>
                                        <p:tgtEl>
                                          <p:spTgt spid="27"/>
                                        </p:tgtEl>
                                      </p:cBhvr>
                                    </p:animEffect>
                                  </p:childTnLst>
                                </p:cTn>
                              </p:par>
                            </p:childTnLst>
                          </p:cTn>
                        </p:par>
                        <p:par>
                          <p:cTn id="72" fill="hold">
                            <p:stCondLst>
                              <p:cond delay="8500"/>
                            </p:stCondLst>
                            <p:childTnLst>
                              <p:par>
                                <p:cTn id="73" presetID="22" presetClass="entr" presetSubtype="4" fill="hold" grpId="0" nodeType="afterEffect" nodePh="1">
                                  <p:stCondLst>
                                    <p:cond delay="0"/>
                                  </p:stCondLst>
                                  <p:endCondLst>
                                    <p:cond evt="begin" delay="0">
                                      <p:tn val="73"/>
                                    </p:cond>
                                  </p:endCondLst>
                                  <p:childTnLst>
                                    <p:set>
                                      <p:cBhvr>
                                        <p:cTn id="74" dur="1" fill="hold">
                                          <p:stCondLst>
                                            <p:cond delay="0"/>
                                          </p:stCondLst>
                                        </p:cTn>
                                        <p:tgtEl>
                                          <p:spTgt spid="28">
                                            <p:txEl>
                                              <p:pRg st="0" end="0"/>
                                            </p:txEl>
                                          </p:spTgt>
                                        </p:tgtEl>
                                        <p:attrNameLst>
                                          <p:attrName>style.visibility</p:attrName>
                                        </p:attrNameLst>
                                      </p:cBhvr>
                                      <p:to>
                                        <p:strVal val="visible"/>
                                      </p:to>
                                    </p:set>
                                    <p:animEffect transition="in" filter="wipe(down)">
                                      <p:cBhvr>
                                        <p:cTn id="75" dur="500"/>
                                        <p:tgtEl>
                                          <p:spTgt spid="28">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4" grpId="0" animBg="1"/>
      <p:bldP spid="13"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13"/>
                        </p:tgtEl>
                        <p:attrNameLst>
                          <p:attrName>style.visibility</p:attrName>
                        </p:attrNameLst>
                      </p:cBhvr>
                      <p:to>
                        <p:strVal val="visible"/>
                      </p:to>
                    </p:set>
                    <p:animEffect transition="in" filter="wipe(down)">
                      <p:cBhvr>
                        <p:cTn dur="500"/>
                        <p:tgtEl>
                          <p:spTgt spid="13"/>
                        </p:tgtEl>
                      </p:cBhvr>
                    </p:animEffect>
                  </p:childTnLst>
                </p:cTn>
              </p:par>
            </p:tnLst>
          </p:tmpl>
        </p:tmplLst>
      </p:bldP>
      <p:bldP spid="14" grpId="0"/>
      <p:bldP spid="15" grpId="0" animBg="1"/>
      <p:bldP spid="16"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16"/>
                        </p:tgtEl>
                        <p:attrNameLst>
                          <p:attrName>style.visibility</p:attrName>
                        </p:attrNameLst>
                      </p:cBhvr>
                      <p:to>
                        <p:strVal val="visible"/>
                      </p:to>
                    </p:set>
                    <p:animEffect transition="in" filter="wipe(down)">
                      <p:cBhvr>
                        <p:cTn dur="500"/>
                        <p:tgtEl>
                          <p:spTgt spid="16"/>
                        </p:tgtEl>
                      </p:cBhvr>
                    </p:animEffect>
                  </p:childTnLst>
                </p:cTn>
              </p:par>
            </p:tnLst>
          </p:tmpl>
        </p:tmplLst>
      </p:bldP>
      <p:bldP spid="17" grpId="0"/>
      <p:bldP spid="18" grpId="0" animBg="1"/>
      <p:bldP spid="19"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19"/>
                        </p:tgtEl>
                        <p:attrNameLst>
                          <p:attrName>style.visibility</p:attrName>
                        </p:attrNameLst>
                      </p:cBhvr>
                      <p:to>
                        <p:strVal val="visible"/>
                      </p:to>
                    </p:set>
                    <p:animEffect transition="in" filter="wipe(down)">
                      <p:cBhvr>
                        <p:cTn dur="500"/>
                        <p:tgtEl>
                          <p:spTgt spid="19"/>
                        </p:tgtEl>
                      </p:cBhvr>
                    </p:animEffect>
                  </p:childTnLst>
                </p:cTn>
              </p:par>
            </p:tnLst>
          </p:tmpl>
        </p:tmplLst>
      </p:bldP>
      <p:bldP spid="20" grpId="0"/>
      <p:bldP spid="21" grpId="0" animBg="1"/>
      <p:bldP spid="22"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2"/>
                        </p:tgtEl>
                        <p:attrNameLst>
                          <p:attrName>style.visibility</p:attrName>
                        </p:attrNameLst>
                      </p:cBhvr>
                      <p:to>
                        <p:strVal val="visible"/>
                      </p:to>
                    </p:set>
                    <p:animEffect transition="in" filter="wipe(down)">
                      <p:cBhvr>
                        <p:cTn dur="500"/>
                        <p:tgtEl>
                          <p:spTgt spid="22"/>
                        </p:tgtEl>
                      </p:cBhvr>
                    </p:animEffect>
                  </p:childTnLst>
                </p:cTn>
              </p:par>
            </p:tnLst>
          </p:tmpl>
        </p:tmplLst>
      </p:bldP>
      <p:bldP spid="23" grpId="0"/>
      <p:bldP spid="24" grpId="0" animBg="1"/>
      <p:bldP spid="25"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5"/>
                        </p:tgtEl>
                        <p:attrNameLst>
                          <p:attrName>style.visibility</p:attrName>
                        </p:attrNameLst>
                      </p:cBhvr>
                      <p:to>
                        <p:strVal val="visible"/>
                      </p:to>
                    </p:set>
                    <p:animEffect transition="in" filter="wipe(down)">
                      <p:cBhvr>
                        <p:cTn dur="500"/>
                        <p:tgtEl>
                          <p:spTgt spid="25"/>
                        </p:tgtEl>
                      </p:cBhvr>
                    </p:animEffect>
                  </p:childTnLst>
                </p:cTn>
              </p:par>
            </p:tnLst>
          </p:tmpl>
        </p:tmplLst>
      </p:bldP>
      <p:bldP spid="26" grpId="0"/>
      <p:bldP spid="27" grpId="0" animBg="1"/>
      <p:bldP spid="28"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8"/>
                        </p:tgtEl>
                        <p:attrNameLst>
                          <p:attrName>style.visibility</p:attrName>
                        </p:attrNameLst>
                      </p:cBhvr>
                      <p:to>
                        <p:strVal val="visible"/>
                      </p:to>
                    </p:set>
                    <p:animEffect transition="in" filter="wipe(down)">
                      <p:cBhvr>
                        <p:cTn dur="500"/>
                        <p:tgtEl>
                          <p:spTgt spid="28"/>
                        </p:tgtEl>
                      </p:cBhvr>
                    </p:animEffect>
                  </p:childTnLst>
                </p:cTn>
              </p:par>
            </p:tnLst>
          </p:tmpl>
        </p:tmplLst>
      </p:bldP>
    </p:bldLst>
  </p:timing>
</p:sldLayout>
</file>

<file path=ppt/slideLayouts/slideLayout342.xml><?xml version="1.0" encoding="utf-8"?>
<p:sldLayout xmlns:a="http://schemas.openxmlformats.org/drawingml/2006/main" xmlns:r="http://schemas.openxmlformats.org/officeDocument/2006/relationships" xmlns:p="http://schemas.openxmlformats.org/presentationml/2006/main" userDrawn="1">
  <p:cSld name="MockUp02">
    <p:spTree>
      <p:nvGrpSpPr>
        <p:cNvPr id="1" name=""/>
        <p:cNvGrpSpPr/>
        <p:nvPr/>
      </p:nvGrpSpPr>
      <p:grpSpPr>
        <a:xfrm>
          <a:off x="0" y="0"/>
          <a:ext cx="0" cy="0"/>
          <a:chOff x="0" y="0"/>
          <a:chExt cx="0" cy="0"/>
        </a:xfrm>
      </p:grpSpPr>
      <p:grpSp>
        <p:nvGrpSpPr>
          <p:cNvPr id="14" name="Group 13"/>
          <p:cNvGrpSpPr/>
          <p:nvPr userDrawn="1"/>
        </p:nvGrpSpPr>
        <p:grpSpPr>
          <a:xfrm>
            <a:off x="4811183" y="1589752"/>
            <a:ext cx="2569636" cy="4785648"/>
            <a:chOff x="6140449" y="1116114"/>
            <a:chExt cx="1927226" cy="3589236"/>
          </a:xfrm>
        </p:grpSpPr>
        <p:sp>
          <p:nvSpPr>
            <p:cNvPr id="15" name="Rectangle 14"/>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18"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rgbClr val="7F8183"/>
            </a:solid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sp>
        <p:nvSpPr>
          <p:cNvPr id="20" name="Picture Placeholder 7"/>
          <p:cNvSpPr>
            <a:spLocks noGrp="1"/>
          </p:cNvSpPr>
          <p:nvPr>
            <p:ph type="pic" sz="quarter" idx="10" hasCustomPrompt="1"/>
          </p:nvPr>
        </p:nvSpPr>
        <p:spPr>
          <a:xfrm>
            <a:off x="4978400" y="2267109"/>
            <a:ext cx="2235200" cy="3386444"/>
          </a:xfrm>
          <a:prstGeom prst="rect">
            <a:avLst/>
          </a:prstGeom>
          <a:ln>
            <a:noFill/>
          </a:ln>
        </p:spPr>
        <p:txBody>
          <a:bodyPr bIns="45720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10"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1"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92192615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500" fill="hold"/>
                                        <p:tgtEl>
                                          <p:spTgt spid="14"/>
                                        </p:tgtEl>
                                        <p:attrNameLst>
                                          <p:attrName>ppt_x</p:attrName>
                                        </p:attrNameLst>
                                      </p:cBhvr>
                                      <p:tavLst>
                                        <p:tav tm="0">
                                          <p:val>
                                            <p:strVal val="#ppt_x"/>
                                          </p:val>
                                        </p:tav>
                                        <p:tav tm="100000">
                                          <p:val>
                                            <p:strVal val="#ppt_x"/>
                                          </p:val>
                                        </p:tav>
                                      </p:tavLst>
                                    </p:anim>
                                    <p:anim calcmode="lin" valueType="num">
                                      <p:cBhvr additive="base">
                                        <p:cTn id="8" dur="500" fill="hold"/>
                                        <p:tgtEl>
                                          <p:spTgt spid="14"/>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4" fill="hold" grpId="0" nodeType="after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wipe(down)">
                                      <p:cBhvr>
                                        <p:cTn id="12"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Lst>
  </p:timing>
</p:sldLayout>
</file>

<file path=ppt/slideLayouts/slideLayout343.xml><?xml version="1.0" encoding="utf-8"?>
<p:sldLayout xmlns:a="http://schemas.openxmlformats.org/drawingml/2006/main" xmlns:r="http://schemas.openxmlformats.org/officeDocument/2006/relationships" xmlns:p="http://schemas.openxmlformats.org/presentationml/2006/main" preserve="1" userDrawn="1">
  <p:cSld name="2_MockUp02">
    <p:spTree>
      <p:nvGrpSpPr>
        <p:cNvPr id="1" name=""/>
        <p:cNvGrpSpPr/>
        <p:nvPr/>
      </p:nvGrpSpPr>
      <p:grpSpPr>
        <a:xfrm>
          <a:off x="0" y="0"/>
          <a:ext cx="0" cy="0"/>
          <a:chOff x="0" y="0"/>
          <a:chExt cx="0" cy="0"/>
        </a:xfrm>
      </p:grpSpPr>
      <p:grpSp>
        <p:nvGrpSpPr>
          <p:cNvPr id="2" name="Group 17"/>
          <p:cNvGrpSpPr/>
          <p:nvPr userDrawn="1"/>
        </p:nvGrpSpPr>
        <p:grpSpPr>
          <a:xfrm>
            <a:off x="3968595" y="1726608"/>
            <a:ext cx="4343760" cy="3456120"/>
            <a:chOff x="2094899" y="1081795"/>
            <a:chExt cx="4400683" cy="3501414"/>
          </a:xfrm>
        </p:grpSpPr>
        <p:sp>
          <p:nvSpPr>
            <p:cNvPr id="20" name="Rectangle 19"/>
            <p:cNvSpPr/>
            <p:nvPr/>
          </p:nvSpPr>
          <p:spPr>
            <a:xfrm>
              <a:off x="2261198" y="1247618"/>
              <a:ext cx="4081379" cy="225986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rtl="1" fontAlgn="auto">
                <a:spcBef>
                  <a:spcPts val="0"/>
                </a:spcBef>
                <a:spcAft>
                  <a:spcPts val="0"/>
                </a:spcAft>
              </a:pPr>
              <a:endParaRPr lang="en-US" sz="2667" dirty="0">
                <a:solidFill>
                  <a:srgbClr val="FFFFFF"/>
                </a:solidFill>
              </a:endParaRPr>
            </a:p>
          </p:txBody>
        </p:sp>
        <p:sp>
          <p:nvSpPr>
            <p:cNvPr id="31" name="Freeform 5"/>
            <p:cNvSpPr>
              <a:spLocks noEditPoints="1"/>
            </p:cNvSpPr>
            <p:nvPr/>
          </p:nvSpPr>
          <p:spPr bwMode="auto">
            <a:xfrm>
              <a:off x="2094899" y="1081795"/>
              <a:ext cx="4400683" cy="2608522"/>
            </a:xfrm>
            <a:custGeom>
              <a:avLst/>
              <a:gdLst/>
              <a:ahLst/>
              <a:cxnLst>
                <a:cxn ang="0">
                  <a:pos x="1757" y="0"/>
                </a:cxn>
                <a:cxn ang="0">
                  <a:pos x="921" y="0"/>
                </a:cxn>
                <a:cxn ang="0">
                  <a:pos x="893" y="0"/>
                </a:cxn>
                <a:cxn ang="0">
                  <a:pos x="56" y="0"/>
                </a:cxn>
                <a:cxn ang="0">
                  <a:pos x="0" y="47"/>
                </a:cxn>
                <a:cxn ang="0">
                  <a:pos x="0" y="1076"/>
                </a:cxn>
                <a:cxn ang="0">
                  <a:pos x="1816" y="1076"/>
                </a:cxn>
                <a:cxn ang="0">
                  <a:pos x="1816" y="47"/>
                </a:cxn>
                <a:cxn ang="0">
                  <a:pos x="1757" y="0"/>
                </a:cxn>
                <a:cxn ang="0">
                  <a:pos x="1732" y="1000"/>
                </a:cxn>
                <a:cxn ang="0">
                  <a:pos x="76" y="1000"/>
                </a:cxn>
                <a:cxn ang="0">
                  <a:pos x="76" y="68"/>
                </a:cxn>
                <a:cxn ang="0">
                  <a:pos x="1732" y="68"/>
                </a:cxn>
                <a:cxn ang="0">
                  <a:pos x="1732" y="1000"/>
                </a:cxn>
              </a:cxnLst>
              <a:rect l="0" t="0" r="r" b="b"/>
              <a:pathLst>
                <a:path w="1816" h="1076">
                  <a:moveTo>
                    <a:pt x="1757" y="0"/>
                  </a:moveTo>
                  <a:cubicBezTo>
                    <a:pt x="921" y="0"/>
                    <a:pt x="921" y="0"/>
                    <a:pt x="921" y="0"/>
                  </a:cubicBezTo>
                  <a:cubicBezTo>
                    <a:pt x="893" y="0"/>
                    <a:pt x="893" y="0"/>
                    <a:pt x="893" y="0"/>
                  </a:cubicBezTo>
                  <a:cubicBezTo>
                    <a:pt x="56" y="0"/>
                    <a:pt x="56" y="0"/>
                    <a:pt x="56" y="0"/>
                  </a:cubicBezTo>
                  <a:cubicBezTo>
                    <a:pt x="27" y="0"/>
                    <a:pt x="0" y="17"/>
                    <a:pt x="0" y="47"/>
                  </a:cubicBezTo>
                  <a:cubicBezTo>
                    <a:pt x="0" y="1076"/>
                    <a:pt x="0" y="1076"/>
                    <a:pt x="0" y="1076"/>
                  </a:cubicBezTo>
                  <a:cubicBezTo>
                    <a:pt x="1816" y="1076"/>
                    <a:pt x="1816" y="1076"/>
                    <a:pt x="1816" y="1076"/>
                  </a:cubicBezTo>
                  <a:cubicBezTo>
                    <a:pt x="1816" y="47"/>
                    <a:pt x="1816" y="47"/>
                    <a:pt x="1816" y="47"/>
                  </a:cubicBezTo>
                  <a:cubicBezTo>
                    <a:pt x="1816" y="17"/>
                    <a:pt x="1787" y="0"/>
                    <a:pt x="1757" y="0"/>
                  </a:cubicBezTo>
                  <a:moveTo>
                    <a:pt x="1732" y="1000"/>
                  </a:moveTo>
                  <a:cubicBezTo>
                    <a:pt x="76" y="1000"/>
                    <a:pt x="76" y="1000"/>
                    <a:pt x="76" y="1000"/>
                  </a:cubicBezTo>
                  <a:cubicBezTo>
                    <a:pt x="76" y="68"/>
                    <a:pt x="76" y="68"/>
                    <a:pt x="76" y="68"/>
                  </a:cubicBezTo>
                  <a:cubicBezTo>
                    <a:pt x="1732" y="68"/>
                    <a:pt x="1732" y="68"/>
                    <a:pt x="1732" y="68"/>
                  </a:cubicBezTo>
                  <a:cubicBezTo>
                    <a:pt x="1732" y="1000"/>
                    <a:pt x="1732" y="1000"/>
                    <a:pt x="1732" y="1000"/>
                  </a:cubicBezTo>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p>
              <a:pPr algn="r" defTabSz="1375467" rtl="1"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33" name="Freeform 23"/>
            <p:cNvSpPr>
              <a:spLocks/>
            </p:cNvSpPr>
            <p:nvPr/>
          </p:nvSpPr>
          <p:spPr bwMode="auto">
            <a:xfrm>
              <a:off x="2311744" y="1247618"/>
              <a:ext cx="3979748" cy="2259869"/>
            </a:xfrm>
            <a:custGeom>
              <a:avLst/>
              <a:gdLst/>
              <a:ahLst/>
              <a:cxnLst>
                <a:cxn ang="0">
                  <a:pos x="1872" y="0"/>
                </a:cxn>
                <a:cxn ang="0">
                  <a:pos x="0" y="0"/>
                </a:cxn>
                <a:cxn ang="0">
                  <a:pos x="1872" y="1063"/>
                </a:cxn>
                <a:cxn ang="0">
                  <a:pos x="1872" y="0"/>
                </a:cxn>
              </a:cxnLst>
              <a:rect l="0" t="0" r="r" b="b"/>
              <a:pathLst>
                <a:path w="1872" h="1063">
                  <a:moveTo>
                    <a:pt x="1872" y="0"/>
                  </a:moveTo>
                  <a:lnTo>
                    <a:pt x="0" y="0"/>
                  </a:lnTo>
                  <a:lnTo>
                    <a:pt x="1872" y="1063"/>
                  </a:lnTo>
                  <a:lnTo>
                    <a:pt x="1872" y="0"/>
                  </a:lnTo>
                  <a:close/>
                </a:path>
              </a:pathLst>
            </a:custGeom>
            <a:solidFill>
              <a:srgbClr val="FFFFFF">
                <a:alpha val="16000"/>
              </a:srgbClr>
            </a:solidFill>
            <a:ln w="9525">
              <a:noFill/>
              <a:round/>
              <a:headEnd/>
              <a:tailEnd/>
            </a:ln>
          </p:spPr>
          <p:txBody>
            <a:bodyPr vert="horz" wrap="square" lIns="91440" tIns="45720" rIns="91440" bIns="45720" numCol="1" anchor="t" anchorCtr="0" compatLnSpc="1">
              <a:prstTxWarp prst="textNoShape">
                <a:avLst/>
              </a:prstTxWarp>
            </a:bodyPr>
            <a:lstStyle/>
            <a:p>
              <a:pPr algn="r" defTabSz="1375467" rtl="1"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34" name="Freeform 27"/>
            <p:cNvSpPr>
              <a:spLocks/>
            </p:cNvSpPr>
            <p:nvPr/>
          </p:nvSpPr>
          <p:spPr bwMode="auto">
            <a:xfrm>
              <a:off x="2094899" y="3690315"/>
              <a:ext cx="4400683" cy="397550"/>
            </a:xfrm>
            <a:custGeom>
              <a:avLst/>
              <a:gdLst/>
              <a:ahLst/>
              <a:cxnLst>
                <a:cxn ang="0">
                  <a:pos x="0" y="0"/>
                </a:cxn>
                <a:cxn ang="0">
                  <a:pos x="0" y="100"/>
                </a:cxn>
                <a:cxn ang="0">
                  <a:pos x="56" y="164"/>
                </a:cxn>
                <a:cxn ang="0">
                  <a:pos x="893" y="164"/>
                </a:cxn>
                <a:cxn ang="0">
                  <a:pos x="921" y="164"/>
                </a:cxn>
                <a:cxn ang="0">
                  <a:pos x="1757" y="164"/>
                </a:cxn>
                <a:cxn ang="0">
                  <a:pos x="1816" y="100"/>
                </a:cxn>
                <a:cxn ang="0">
                  <a:pos x="1816" y="0"/>
                </a:cxn>
                <a:cxn ang="0">
                  <a:pos x="0" y="0"/>
                </a:cxn>
              </a:cxnLst>
              <a:rect l="0" t="0" r="r" b="b"/>
              <a:pathLst>
                <a:path w="1816" h="164">
                  <a:moveTo>
                    <a:pt x="0" y="0"/>
                  </a:moveTo>
                  <a:cubicBezTo>
                    <a:pt x="0" y="100"/>
                    <a:pt x="0" y="100"/>
                    <a:pt x="0" y="100"/>
                  </a:cubicBezTo>
                  <a:cubicBezTo>
                    <a:pt x="0" y="130"/>
                    <a:pt x="27" y="164"/>
                    <a:pt x="56" y="164"/>
                  </a:cubicBezTo>
                  <a:cubicBezTo>
                    <a:pt x="893" y="164"/>
                    <a:pt x="893" y="164"/>
                    <a:pt x="893" y="164"/>
                  </a:cubicBezTo>
                  <a:cubicBezTo>
                    <a:pt x="921" y="164"/>
                    <a:pt x="921" y="164"/>
                    <a:pt x="921" y="164"/>
                  </a:cubicBezTo>
                  <a:cubicBezTo>
                    <a:pt x="1757" y="164"/>
                    <a:pt x="1757" y="164"/>
                    <a:pt x="1757" y="164"/>
                  </a:cubicBezTo>
                  <a:cubicBezTo>
                    <a:pt x="1787" y="164"/>
                    <a:pt x="1816" y="130"/>
                    <a:pt x="1816" y="100"/>
                  </a:cubicBezTo>
                  <a:cubicBezTo>
                    <a:pt x="1816" y="0"/>
                    <a:pt x="1816" y="0"/>
                    <a:pt x="1816" y="0"/>
                  </a:cubicBezTo>
                  <a:lnTo>
                    <a:pt x="0" y="0"/>
                  </a:lnTo>
                  <a:close/>
                </a:path>
              </a:pathLst>
            </a:custGeom>
            <a:gradFill>
              <a:gsLst>
                <a:gs pos="83000">
                  <a:schemeClr val="bg1">
                    <a:lumMod val="75000"/>
                  </a:schemeClr>
                </a:gs>
                <a:gs pos="54000">
                  <a:schemeClr val="bg1">
                    <a:lumMod val="85000"/>
                  </a:schemeClr>
                </a:gs>
              </a:gsLst>
              <a:lin ang="1800000" scaled="0"/>
            </a:gradFill>
            <a:ln w="9525">
              <a:noFill/>
              <a:round/>
              <a:headEnd/>
              <a:tailEnd/>
            </a:ln>
          </p:spPr>
          <p:txBody>
            <a:bodyPr vert="horz" wrap="square" lIns="91440" tIns="45720" rIns="91440" bIns="45720" numCol="1" anchor="t" anchorCtr="0" compatLnSpc="1">
              <a:prstTxWarp prst="textNoShape">
                <a:avLst/>
              </a:prstTxWarp>
            </a:bodyPr>
            <a:lstStyle/>
            <a:p>
              <a:pPr algn="r" defTabSz="1375467" rtl="1" fontAlgn="auto">
                <a:spcBef>
                  <a:spcPts val="0"/>
                </a:spcBef>
                <a:spcAft>
                  <a:spcPts val="0"/>
                </a:spcAft>
              </a:pPr>
              <a:r>
                <a:rPr lang="en-US" sz="2667" dirty="0" smtClean="0">
                  <a:solidFill>
                    <a:srgbClr val="262626"/>
                  </a:solidFill>
                  <a:latin typeface="Roboto Condensed"/>
                  <a:cs typeface="Simplified Arabic" panose="02020603050405020304" pitchFamily="18" charset="-78"/>
                </a:rPr>
                <a:t> </a:t>
              </a:r>
              <a:endParaRPr lang="en-US" sz="2667" dirty="0">
                <a:solidFill>
                  <a:srgbClr val="262626"/>
                </a:solidFill>
                <a:latin typeface="Roboto Condensed"/>
                <a:cs typeface="Simplified Arabic" panose="02020603050405020304" pitchFamily="18" charset="-78"/>
              </a:endParaRPr>
            </a:p>
          </p:txBody>
        </p:sp>
        <p:sp>
          <p:nvSpPr>
            <p:cNvPr id="35" name="Freeform 29"/>
            <p:cNvSpPr>
              <a:spLocks/>
            </p:cNvSpPr>
            <p:nvPr/>
          </p:nvSpPr>
          <p:spPr bwMode="auto">
            <a:xfrm>
              <a:off x="3506519" y="4087866"/>
              <a:ext cx="1590198" cy="495343"/>
            </a:xfrm>
            <a:custGeom>
              <a:avLst/>
              <a:gdLst/>
              <a:ahLst/>
              <a:cxnLst>
                <a:cxn ang="0">
                  <a:pos x="335" y="0"/>
                </a:cxn>
                <a:cxn ang="0">
                  <a:pos x="322" y="0"/>
                </a:cxn>
                <a:cxn ang="0">
                  <a:pos x="143" y="0"/>
                </a:cxn>
                <a:cxn ang="0">
                  <a:pos x="102" y="128"/>
                </a:cxn>
                <a:cxn ang="0">
                  <a:pos x="108" y="204"/>
                </a:cxn>
                <a:cxn ang="0">
                  <a:pos x="322" y="204"/>
                </a:cxn>
                <a:cxn ang="0">
                  <a:pos x="335" y="204"/>
                </a:cxn>
                <a:cxn ang="0">
                  <a:pos x="549" y="204"/>
                </a:cxn>
                <a:cxn ang="0">
                  <a:pos x="555" y="128"/>
                </a:cxn>
                <a:cxn ang="0">
                  <a:pos x="513" y="0"/>
                </a:cxn>
                <a:cxn ang="0">
                  <a:pos x="335" y="0"/>
                </a:cxn>
              </a:cxnLst>
              <a:rect l="0" t="0" r="r" b="b"/>
              <a:pathLst>
                <a:path w="656" h="204">
                  <a:moveTo>
                    <a:pt x="335" y="0"/>
                  </a:moveTo>
                  <a:cubicBezTo>
                    <a:pt x="322" y="0"/>
                    <a:pt x="322" y="0"/>
                    <a:pt x="322" y="0"/>
                  </a:cubicBezTo>
                  <a:cubicBezTo>
                    <a:pt x="143" y="0"/>
                    <a:pt x="143" y="0"/>
                    <a:pt x="143" y="0"/>
                  </a:cubicBezTo>
                  <a:cubicBezTo>
                    <a:pt x="143" y="0"/>
                    <a:pt x="142" y="88"/>
                    <a:pt x="102" y="128"/>
                  </a:cubicBezTo>
                  <a:cubicBezTo>
                    <a:pt x="62" y="169"/>
                    <a:pt x="0" y="204"/>
                    <a:pt x="108" y="204"/>
                  </a:cubicBezTo>
                  <a:cubicBezTo>
                    <a:pt x="322" y="204"/>
                    <a:pt x="322" y="204"/>
                    <a:pt x="322" y="204"/>
                  </a:cubicBezTo>
                  <a:cubicBezTo>
                    <a:pt x="335" y="204"/>
                    <a:pt x="335" y="204"/>
                    <a:pt x="335" y="204"/>
                  </a:cubicBezTo>
                  <a:cubicBezTo>
                    <a:pt x="549" y="204"/>
                    <a:pt x="549" y="204"/>
                    <a:pt x="549" y="204"/>
                  </a:cubicBezTo>
                  <a:cubicBezTo>
                    <a:pt x="656" y="204"/>
                    <a:pt x="594" y="169"/>
                    <a:pt x="555" y="128"/>
                  </a:cubicBezTo>
                  <a:cubicBezTo>
                    <a:pt x="515" y="88"/>
                    <a:pt x="513" y="0"/>
                    <a:pt x="513" y="0"/>
                  </a:cubicBezTo>
                  <a:lnTo>
                    <a:pt x="335" y="0"/>
                  </a:lnTo>
                  <a:close/>
                </a:path>
              </a:pathLst>
            </a:custGeom>
            <a:gradFill>
              <a:gsLst>
                <a:gs pos="42000">
                  <a:schemeClr val="bg1">
                    <a:lumMod val="75000"/>
                  </a:schemeClr>
                </a:gs>
                <a:gs pos="6000">
                  <a:schemeClr val="bg1">
                    <a:lumMod val="85000"/>
                  </a:schemeClr>
                </a:gs>
                <a:gs pos="0">
                  <a:schemeClr val="bg1">
                    <a:lumMod val="65000"/>
                  </a:schemeClr>
                </a:gs>
              </a:gsLst>
              <a:lin ang="5400000" scaled="0"/>
            </a:gradFill>
            <a:ln w="9525">
              <a:noFill/>
              <a:round/>
              <a:headEnd/>
              <a:tailEnd/>
            </a:ln>
          </p:spPr>
          <p:txBody>
            <a:bodyPr vert="horz" wrap="square" lIns="91440" tIns="45720" rIns="91440" bIns="45720" numCol="1" anchor="t" anchorCtr="0" compatLnSpc="1">
              <a:prstTxWarp prst="textNoShape">
                <a:avLst/>
              </a:prstTxWarp>
            </a:bodyPr>
            <a:lstStyle/>
            <a:p>
              <a:pPr algn="r" defTabSz="1375467" rtl="1"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sp>
        <p:nvSpPr>
          <p:cNvPr id="36" name="Picture Placeholder 7"/>
          <p:cNvSpPr>
            <a:spLocks noGrp="1"/>
          </p:cNvSpPr>
          <p:nvPr>
            <p:ph type="pic" sz="quarter" idx="10" hasCustomPrompt="1"/>
          </p:nvPr>
        </p:nvSpPr>
        <p:spPr>
          <a:xfrm>
            <a:off x="4153968" y="1879600"/>
            <a:ext cx="3944649" cy="2230637"/>
          </a:xfrm>
          <a:prstGeom prst="rect">
            <a:avLst/>
          </a:prstGeom>
          <a:ln>
            <a:noFill/>
          </a:ln>
        </p:spPr>
        <p:txBody>
          <a:bodyPr tIns="0" bIns="27432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13"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4"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6215421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4" fill="hold" grpId="0" nodeType="afterEffect">
                                  <p:stCondLst>
                                    <p:cond delay="0"/>
                                  </p:stCondLst>
                                  <p:childTnLst>
                                    <p:set>
                                      <p:cBhvr>
                                        <p:cTn id="11" dur="1" fill="hold">
                                          <p:stCondLst>
                                            <p:cond delay="0"/>
                                          </p:stCondLst>
                                        </p:cTn>
                                        <p:tgtEl>
                                          <p:spTgt spid="36"/>
                                        </p:tgtEl>
                                        <p:attrNameLst>
                                          <p:attrName>style.visibility</p:attrName>
                                        </p:attrNameLst>
                                      </p:cBhvr>
                                      <p:to>
                                        <p:strVal val="visible"/>
                                      </p:to>
                                    </p:set>
                                    <p:animEffect transition="in" filter="wipe(down)">
                                      <p:cBhvr>
                                        <p:cTn id="12" dur="50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p:bldLst>
  </p:timing>
</p:sldLayout>
</file>

<file path=ppt/slideLayouts/slideLayout344.xml><?xml version="1.0" encoding="utf-8"?>
<p:sldLayout xmlns:a="http://schemas.openxmlformats.org/drawingml/2006/main" xmlns:r="http://schemas.openxmlformats.org/officeDocument/2006/relationships" xmlns:p="http://schemas.openxmlformats.org/presentationml/2006/main" userDrawn="1">
  <p:cSld name="MockUp5">
    <p:spTree>
      <p:nvGrpSpPr>
        <p:cNvPr id="1" name=""/>
        <p:cNvGrpSpPr/>
        <p:nvPr/>
      </p:nvGrpSpPr>
      <p:grpSpPr>
        <a:xfrm>
          <a:off x="0" y="0"/>
          <a:ext cx="0" cy="0"/>
          <a:chOff x="0" y="0"/>
          <a:chExt cx="0" cy="0"/>
        </a:xfrm>
      </p:grpSpPr>
      <p:grpSp>
        <p:nvGrpSpPr>
          <p:cNvPr id="2" name="Group 20"/>
          <p:cNvGrpSpPr/>
          <p:nvPr userDrawn="1"/>
        </p:nvGrpSpPr>
        <p:grpSpPr>
          <a:xfrm>
            <a:off x="5558337" y="1602393"/>
            <a:ext cx="5867577" cy="4668552"/>
            <a:chOff x="2094899" y="1081795"/>
            <a:chExt cx="4400683" cy="3501414"/>
          </a:xfrm>
        </p:grpSpPr>
        <p:sp>
          <p:nvSpPr>
            <p:cNvPr id="22" name="Rectangle 21"/>
            <p:cNvSpPr/>
            <p:nvPr/>
          </p:nvSpPr>
          <p:spPr>
            <a:xfrm>
              <a:off x="2261198" y="1247618"/>
              <a:ext cx="4081379" cy="225986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23" name="Freeform 5"/>
            <p:cNvSpPr>
              <a:spLocks noEditPoints="1"/>
            </p:cNvSpPr>
            <p:nvPr/>
          </p:nvSpPr>
          <p:spPr bwMode="auto">
            <a:xfrm>
              <a:off x="2094899" y="1081795"/>
              <a:ext cx="4400683" cy="2608522"/>
            </a:xfrm>
            <a:custGeom>
              <a:avLst/>
              <a:gdLst/>
              <a:ahLst/>
              <a:cxnLst>
                <a:cxn ang="0">
                  <a:pos x="1757" y="0"/>
                </a:cxn>
                <a:cxn ang="0">
                  <a:pos x="921" y="0"/>
                </a:cxn>
                <a:cxn ang="0">
                  <a:pos x="893" y="0"/>
                </a:cxn>
                <a:cxn ang="0">
                  <a:pos x="56" y="0"/>
                </a:cxn>
                <a:cxn ang="0">
                  <a:pos x="0" y="47"/>
                </a:cxn>
                <a:cxn ang="0">
                  <a:pos x="0" y="1076"/>
                </a:cxn>
                <a:cxn ang="0">
                  <a:pos x="1816" y="1076"/>
                </a:cxn>
                <a:cxn ang="0">
                  <a:pos x="1816" y="47"/>
                </a:cxn>
                <a:cxn ang="0">
                  <a:pos x="1757" y="0"/>
                </a:cxn>
                <a:cxn ang="0">
                  <a:pos x="1732" y="1000"/>
                </a:cxn>
                <a:cxn ang="0">
                  <a:pos x="76" y="1000"/>
                </a:cxn>
                <a:cxn ang="0">
                  <a:pos x="76" y="68"/>
                </a:cxn>
                <a:cxn ang="0">
                  <a:pos x="1732" y="68"/>
                </a:cxn>
                <a:cxn ang="0">
                  <a:pos x="1732" y="1000"/>
                </a:cxn>
              </a:cxnLst>
              <a:rect l="0" t="0" r="r" b="b"/>
              <a:pathLst>
                <a:path w="1816" h="1076">
                  <a:moveTo>
                    <a:pt x="1757" y="0"/>
                  </a:moveTo>
                  <a:cubicBezTo>
                    <a:pt x="921" y="0"/>
                    <a:pt x="921" y="0"/>
                    <a:pt x="921" y="0"/>
                  </a:cubicBezTo>
                  <a:cubicBezTo>
                    <a:pt x="893" y="0"/>
                    <a:pt x="893" y="0"/>
                    <a:pt x="893" y="0"/>
                  </a:cubicBezTo>
                  <a:cubicBezTo>
                    <a:pt x="56" y="0"/>
                    <a:pt x="56" y="0"/>
                    <a:pt x="56" y="0"/>
                  </a:cubicBezTo>
                  <a:cubicBezTo>
                    <a:pt x="27" y="0"/>
                    <a:pt x="0" y="17"/>
                    <a:pt x="0" y="47"/>
                  </a:cubicBezTo>
                  <a:cubicBezTo>
                    <a:pt x="0" y="1076"/>
                    <a:pt x="0" y="1076"/>
                    <a:pt x="0" y="1076"/>
                  </a:cubicBezTo>
                  <a:cubicBezTo>
                    <a:pt x="1816" y="1076"/>
                    <a:pt x="1816" y="1076"/>
                    <a:pt x="1816" y="1076"/>
                  </a:cubicBezTo>
                  <a:cubicBezTo>
                    <a:pt x="1816" y="47"/>
                    <a:pt x="1816" y="47"/>
                    <a:pt x="1816" y="47"/>
                  </a:cubicBezTo>
                  <a:cubicBezTo>
                    <a:pt x="1816" y="17"/>
                    <a:pt x="1787" y="0"/>
                    <a:pt x="1757" y="0"/>
                  </a:cubicBezTo>
                  <a:moveTo>
                    <a:pt x="1732" y="1000"/>
                  </a:moveTo>
                  <a:cubicBezTo>
                    <a:pt x="76" y="1000"/>
                    <a:pt x="76" y="1000"/>
                    <a:pt x="76" y="1000"/>
                  </a:cubicBezTo>
                  <a:cubicBezTo>
                    <a:pt x="76" y="68"/>
                    <a:pt x="76" y="68"/>
                    <a:pt x="76" y="68"/>
                  </a:cubicBezTo>
                  <a:cubicBezTo>
                    <a:pt x="1732" y="68"/>
                    <a:pt x="1732" y="68"/>
                    <a:pt x="1732" y="68"/>
                  </a:cubicBezTo>
                  <a:cubicBezTo>
                    <a:pt x="1732" y="1000"/>
                    <a:pt x="1732" y="1000"/>
                    <a:pt x="1732" y="1000"/>
                  </a:cubicBezTo>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24" name="Freeform 23"/>
            <p:cNvSpPr>
              <a:spLocks/>
            </p:cNvSpPr>
            <p:nvPr/>
          </p:nvSpPr>
          <p:spPr bwMode="auto">
            <a:xfrm>
              <a:off x="2311744" y="1247618"/>
              <a:ext cx="3979748" cy="2259869"/>
            </a:xfrm>
            <a:custGeom>
              <a:avLst/>
              <a:gdLst/>
              <a:ahLst/>
              <a:cxnLst>
                <a:cxn ang="0">
                  <a:pos x="1872" y="0"/>
                </a:cxn>
                <a:cxn ang="0">
                  <a:pos x="0" y="0"/>
                </a:cxn>
                <a:cxn ang="0">
                  <a:pos x="1872" y="1063"/>
                </a:cxn>
                <a:cxn ang="0">
                  <a:pos x="1872" y="0"/>
                </a:cxn>
              </a:cxnLst>
              <a:rect l="0" t="0" r="r" b="b"/>
              <a:pathLst>
                <a:path w="1872" h="1063">
                  <a:moveTo>
                    <a:pt x="1872" y="0"/>
                  </a:moveTo>
                  <a:lnTo>
                    <a:pt x="0" y="0"/>
                  </a:lnTo>
                  <a:lnTo>
                    <a:pt x="1872" y="1063"/>
                  </a:lnTo>
                  <a:lnTo>
                    <a:pt x="1872" y="0"/>
                  </a:lnTo>
                  <a:close/>
                </a:path>
              </a:pathLst>
            </a:custGeom>
            <a:solidFill>
              <a:srgbClr val="FFFFFF">
                <a:alpha val="16000"/>
              </a:srgbClr>
            </a:solid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25" name="Freeform 27"/>
            <p:cNvSpPr>
              <a:spLocks/>
            </p:cNvSpPr>
            <p:nvPr/>
          </p:nvSpPr>
          <p:spPr bwMode="auto">
            <a:xfrm>
              <a:off x="2094899" y="3690315"/>
              <a:ext cx="4400683" cy="397550"/>
            </a:xfrm>
            <a:custGeom>
              <a:avLst/>
              <a:gdLst/>
              <a:ahLst/>
              <a:cxnLst>
                <a:cxn ang="0">
                  <a:pos x="0" y="0"/>
                </a:cxn>
                <a:cxn ang="0">
                  <a:pos x="0" y="100"/>
                </a:cxn>
                <a:cxn ang="0">
                  <a:pos x="56" y="164"/>
                </a:cxn>
                <a:cxn ang="0">
                  <a:pos x="893" y="164"/>
                </a:cxn>
                <a:cxn ang="0">
                  <a:pos x="921" y="164"/>
                </a:cxn>
                <a:cxn ang="0">
                  <a:pos x="1757" y="164"/>
                </a:cxn>
                <a:cxn ang="0">
                  <a:pos x="1816" y="100"/>
                </a:cxn>
                <a:cxn ang="0">
                  <a:pos x="1816" y="0"/>
                </a:cxn>
                <a:cxn ang="0">
                  <a:pos x="0" y="0"/>
                </a:cxn>
              </a:cxnLst>
              <a:rect l="0" t="0" r="r" b="b"/>
              <a:pathLst>
                <a:path w="1816" h="164">
                  <a:moveTo>
                    <a:pt x="0" y="0"/>
                  </a:moveTo>
                  <a:cubicBezTo>
                    <a:pt x="0" y="100"/>
                    <a:pt x="0" y="100"/>
                    <a:pt x="0" y="100"/>
                  </a:cubicBezTo>
                  <a:cubicBezTo>
                    <a:pt x="0" y="130"/>
                    <a:pt x="27" y="164"/>
                    <a:pt x="56" y="164"/>
                  </a:cubicBezTo>
                  <a:cubicBezTo>
                    <a:pt x="893" y="164"/>
                    <a:pt x="893" y="164"/>
                    <a:pt x="893" y="164"/>
                  </a:cubicBezTo>
                  <a:cubicBezTo>
                    <a:pt x="921" y="164"/>
                    <a:pt x="921" y="164"/>
                    <a:pt x="921" y="164"/>
                  </a:cubicBezTo>
                  <a:cubicBezTo>
                    <a:pt x="1757" y="164"/>
                    <a:pt x="1757" y="164"/>
                    <a:pt x="1757" y="164"/>
                  </a:cubicBezTo>
                  <a:cubicBezTo>
                    <a:pt x="1787" y="164"/>
                    <a:pt x="1816" y="130"/>
                    <a:pt x="1816" y="100"/>
                  </a:cubicBezTo>
                  <a:cubicBezTo>
                    <a:pt x="1816" y="0"/>
                    <a:pt x="1816" y="0"/>
                    <a:pt x="1816" y="0"/>
                  </a:cubicBezTo>
                  <a:lnTo>
                    <a:pt x="0" y="0"/>
                  </a:lnTo>
                  <a:close/>
                </a:path>
              </a:pathLst>
            </a:custGeom>
            <a:gradFill>
              <a:gsLst>
                <a:gs pos="83000">
                  <a:schemeClr val="bg1">
                    <a:lumMod val="75000"/>
                  </a:schemeClr>
                </a:gs>
                <a:gs pos="54000">
                  <a:schemeClr val="bg1">
                    <a:lumMod val="85000"/>
                  </a:schemeClr>
                </a:gs>
              </a:gsLst>
              <a:lin ang="1800000" scaled="0"/>
            </a:grad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r>
                <a:rPr lang="en-US" sz="2667" dirty="0" smtClean="0">
                  <a:solidFill>
                    <a:srgbClr val="262626"/>
                  </a:solidFill>
                  <a:latin typeface="Roboto Condensed"/>
                  <a:cs typeface="Simplified Arabic" panose="02020603050405020304" pitchFamily="18" charset="-78"/>
                </a:rPr>
                <a:t> </a:t>
              </a:r>
              <a:endParaRPr lang="en-US" sz="2667" dirty="0">
                <a:solidFill>
                  <a:srgbClr val="262626"/>
                </a:solidFill>
                <a:latin typeface="Roboto Condensed"/>
                <a:cs typeface="Simplified Arabic" panose="02020603050405020304" pitchFamily="18" charset="-78"/>
              </a:endParaRPr>
            </a:p>
          </p:txBody>
        </p:sp>
        <p:sp>
          <p:nvSpPr>
            <p:cNvPr id="26" name="Freeform 29"/>
            <p:cNvSpPr>
              <a:spLocks/>
            </p:cNvSpPr>
            <p:nvPr/>
          </p:nvSpPr>
          <p:spPr bwMode="auto">
            <a:xfrm>
              <a:off x="3506519" y="4087866"/>
              <a:ext cx="1590198" cy="495343"/>
            </a:xfrm>
            <a:custGeom>
              <a:avLst/>
              <a:gdLst/>
              <a:ahLst/>
              <a:cxnLst>
                <a:cxn ang="0">
                  <a:pos x="335" y="0"/>
                </a:cxn>
                <a:cxn ang="0">
                  <a:pos x="322" y="0"/>
                </a:cxn>
                <a:cxn ang="0">
                  <a:pos x="143" y="0"/>
                </a:cxn>
                <a:cxn ang="0">
                  <a:pos x="102" y="128"/>
                </a:cxn>
                <a:cxn ang="0">
                  <a:pos x="108" y="204"/>
                </a:cxn>
                <a:cxn ang="0">
                  <a:pos x="322" y="204"/>
                </a:cxn>
                <a:cxn ang="0">
                  <a:pos x="335" y="204"/>
                </a:cxn>
                <a:cxn ang="0">
                  <a:pos x="549" y="204"/>
                </a:cxn>
                <a:cxn ang="0">
                  <a:pos x="555" y="128"/>
                </a:cxn>
                <a:cxn ang="0">
                  <a:pos x="513" y="0"/>
                </a:cxn>
                <a:cxn ang="0">
                  <a:pos x="335" y="0"/>
                </a:cxn>
              </a:cxnLst>
              <a:rect l="0" t="0" r="r" b="b"/>
              <a:pathLst>
                <a:path w="656" h="204">
                  <a:moveTo>
                    <a:pt x="335" y="0"/>
                  </a:moveTo>
                  <a:cubicBezTo>
                    <a:pt x="322" y="0"/>
                    <a:pt x="322" y="0"/>
                    <a:pt x="322" y="0"/>
                  </a:cubicBezTo>
                  <a:cubicBezTo>
                    <a:pt x="143" y="0"/>
                    <a:pt x="143" y="0"/>
                    <a:pt x="143" y="0"/>
                  </a:cubicBezTo>
                  <a:cubicBezTo>
                    <a:pt x="143" y="0"/>
                    <a:pt x="142" y="88"/>
                    <a:pt x="102" y="128"/>
                  </a:cubicBezTo>
                  <a:cubicBezTo>
                    <a:pt x="62" y="169"/>
                    <a:pt x="0" y="204"/>
                    <a:pt x="108" y="204"/>
                  </a:cubicBezTo>
                  <a:cubicBezTo>
                    <a:pt x="322" y="204"/>
                    <a:pt x="322" y="204"/>
                    <a:pt x="322" y="204"/>
                  </a:cubicBezTo>
                  <a:cubicBezTo>
                    <a:pt x="335" y="204"/>
                    <a:pt x="335" y="204"/>
                    <a:pt x="335" y="204"/>
                  </a:cubicBezTo>
                  <a:cubicBezTo>
                    <a:pt x="549" y="204"/>
                    <a:pt x="549" y="204"/>
                    <a:pt x="549" y="204"/>
                  </a:cubicBezTo>
                  <a:cubicBezTo>
                    <a:pt x="656" y="204"/>
                    <a:pt x="594" y="169"/>
                    <a:pt x="555" y="128"/>
                  </a:cubicBezTo>
                  <a:cubicBezTo>
                    <a:pt x="515" y="88"/>
                    <a:pt x="513" y="0"/>
                    <a:pt x="513" y="0"/>
                  </a:cubicBezTo>
                  <a:lnTo>
                    <a:pt x="335" y="0"/>
                  </a:lnTo>
                  <a:close/>
                </a:path>
              </a:pathLst>
            </a:custGeom>
            <a:gradFill>
              <a:gsLst>
                <a:gs pos="42000">
                  <a:schemeClr val="bg1">
                    <a:lumMod val="75000"/>
                  </a:schemeClr>
                </a:gs>
                <a:gs pos="6000">
                  <a:schemeClr val="bg1">
                    <a:lumMod val="85000"/>
                  </a:schemeClr>
                </a:gs>
                <a:gs pos="0">
                  <a:schemeClr val="bg1">
                    <a:lumMod val="65000"/>
                  </a:schemeClr>
                </a:gs>
              </a:gsLst>
              <a:lin ang="5400000" scaled="0"/>
            </a:grad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sp>
        <p:nvSpPr>
          <p:cNvPr id="27" name="Picture Placeholder 7"/>
          <p:cNvSpPr>
            <a:spLocks noGrp="1"/>
          </p:cNvSpPr>
          <p:nvPr>
            <p:ph type="pic" sz="quarter" idx="10" hasCustomPrompt="1"/>
          </p:nvPr>
        </p:nvSpPr>
        <p:spPr>
          <a:xfrm>
            <a:off x="5808963" y="1823494"/>
            <a:ext cx="5344831" cy="3013159"/>
          </a:xfrm>
          <a:prstGeom prst="rect">
            <a:avLst/>
          </a:prstGeom>
          <a:ln>
            <a:noFill/>
          </a:ln>
        </p:spPr>
        <p:txBody>
          <a:bodyPr bIns="45720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13"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4"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68526252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4" fill="hold" grpId="0" nodeType="afterEffect">
                                  <p:stCondLst>
                                    <p:cond delay="0"/>
                                  </p:stCondLst>
                                  <p:childTnLst>
                                    <p:set>
                                      <p:cBhvr>
                                        <p:cTn id="11" dur="1" fill="hold">
                                          <p:stCondLst>
                                            <p:cond delay="0"/>
                                          </p:stCondLst>
                                        </p:cTn>
                                        <p:tgtEl>
                                          <p:spTgt spid="27"/>
                                        </p:tgtEl>
                                        <p:attrNameLst>
                                          <p:attrName>style.visibility</p:attrName>
                                        </p:attrNameLst>
                                      </p:cBhvr>
                                      <p:to>
                                        <p:strVal val="visible"/>
                                      </p:to>
                                    </p:set>
                                    <p:animEffect transition="in" filter="wipe(down)">
                                      <p:cBhvr>
                                        <p:cTn id="12"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p:bldLst>
  </p:timing>
</p:sldLayout>
</file>

<file path=ppt/slideLayouts/slideLayout345.xml><?xml version="1.0" encoding="utf-8"?>
<p:sldLayout xmlns:a="http://schemas.openxmlformats.org/drawingml/2006/main" xmlns:r="http://schemas.openxmlformats.org/officeDocument/2006/relationships" xmlns:p="http://schemas.openxmlformats.org/presentationml/2006/main" userDrawn="1">
  <p:cSld name="Pic08_02">
    <p:spTree>
      <p:nvGrpSpPr>
        <p:cNvPr id="1" name=""/>
        <p:cNvGrpSpPr/>
        <p:nvPr/>
      </p:nvGrpSpPr>
      <p:grpSpPr>
        <a:xfrm>
          <a:off x="0" y="0"/>
          <a:ext cx="0" cy="0"/>
          <a:chOff x="0" y="0"/>
          <a:chExt cx="0" cy="0"/>
        </a:xfrm>
      </p:grpSpPr>
      <p:sp>
        <p:nvSpPr>
          <p:cNvPr id="8" name="Picture Placeholder 7"/>
          <p:cNvSpPr>
            <a:spLocks noGrp="1"/>
          </p:cNvSpPr>
          <p:nvPr>
            <p:ph type="pic" sz="quarter" idx="10" hasCustomPrompt="1"/>
          </p:nvPr>
        </p:nvSpPr>
        <p:spPr>
          <a:xfrm>
            <a:off x="3" y="1600200"/>
            <a:ext cx="12191996" cy="26416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12337328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accel="50000" decel="5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1000" fill="hold"/>
                                        <p:tgtEl>
                                          <p:spTgt spid="8"/>
                                        </p:tgtEl>
                                        <p:attrNameLst>
                                          <p:attrName>ppt_x</p:attrName>
                                        </p:attrNameLst>
                                      </p:cBhvr>
                                      <p:tavLst>
                                        <p:tav tm="0">
                                          <p:val>
                                            <p:strVal val="#ppt_x"/>
                                          </p:val>
                                        </p:tav>
                                        <p:tav tm="100000">
                                          <p:val>
                                            <p:strVal val="#ppt_x"/>
                                          </p:val>
                                        </p:tav>
                                      </p:tavLst>
                                    </p:anim>
                                    <p:anim calcmode="lin" valueType="num">
                                      <p:cBhvr additive="base">
                                        <p:cTn id="8" dur="1000" fill="hold"/>
                                        <p:tgtEl>
                                          <p:spTgt spid="8"/>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Layout>
</file>

<file path=ppt/slideLayouts/slideLayout346.xml><?xml version="1.0" encoding="utf-8"?>
<p:sldLayout xmlns:a="http://schemas.openxmlformats.org/drawingml/2006/main" xmlns:r="http://schemas.openxmlformats.org/officeDocument/2006/relationships" xmlns:p="http://schemas.openxmlformats.org/presentationml/2006/main" preserve="1" userDrawn="1">
  <p:cSld name="2_Pic08_02">
    <p:spTree>
      <p:nvGrpSpPr>
        <p:cNvPr id="1" name=""/>
        <p:cNvGrpSpPr/>
        <p:nvPr/>
      </p:nvGrpSpPr>
      <p:grpSpPr>
        <a:xfrm>
          <a:off x="0" y="0"/>
          <a:ext cx="0" cy="0"/>
          <a:chOff x="0" y="0"/>
          <a:chExt cx="0" cy="0"/>
        </a:xfrm>
      </p:grpSpPr>
      <p:sp>
        <p:nvSpPr>
          <p:cNvPr id="8" name="Picture Placeholder 7"/>
          <p:cNvSpPr>
            <a:spLocks noGrp="1"/>
          </p:cNvSpPr>
          <p:nvPr>
            <p:ph type="pic" sz="quarter" idx="10" hasCustomPrompt="1"/>
          </p:nvPr>
        </p:nvSpPr>
        <p:spPr>
          <a:xfrm>
            <a:off x="3" y="-12699"/>
            <a:ext cx="12191999" cy="36449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7" name="Round Same Side Corner Rectangle 6"/>
          <p:cNvSpPr/>
          <p:nvPr userDrawn="1"/>
        </p:nvSpPr>
        <p:spPr>
          <a:xfrm rot="16200000" flipH="1">
            <a:off x="11731147" y="6331910"/>
            <a:ext cx="384047" cy="537665"/>
          </a:xfrm>
          <a:prstGeom prst="round2Same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50000"/>
                  <a:lumOff val="50000"/>
                </a:srgbClr>
              </a:solidFill>
            </a:endParaRPr>
          </a:p>
        </p:txBody>
      </p:sp>
      <p:sp>
        <p:nvSpPr>
          <p:cNvPr id="9" name="Slide Number Placeholder 4"/>
          <p:cNvSpPr>
            <a:spLocks noGrp="1"/>
          </p:cNvSpPr>
          <p:nvPr>
            <p:ph type="sldNum" sz="quarter" idx="4"/>
          </p:nvPr>
        </p:nvSpPr>
        <p:spPr>
          <a:xfrm>
            <a:off x="11662445" y="6408719"/>
            <a:ext cx="508001" cy="366183"/>
          </a:xfrm>
          <a:prstGeom prst="rect">
            <a:avLst/>
          </a:prstGeom>
        </p:spPr>
        <p:txBody>
          <a:bodyPr anchor="ctr"/>
          <a:lstStyle>
            <a:lvl1pPr algn="ctr">
              <a:defRPr sz="1200" b="1">
                <a:solidFill>
                  <a:schemeClr val="tx1">
                    <a:lumMod val="50000"/>
                    <a:lumOff val="50000"/>
                  </a:schemeClr>
                </a:solidFill>
                <a:cs typeface="Simplified Arabic" panose="02020603050405020304" pitchFamily="18" charset="-78"/>
              </a:defRPr>
            </a:lvl1pPr>
          </a:lstStyle>
          <a:p>
            <a:pPr defTabSz="1375467" fontAlgn="auto">
              <a:spcBef>
                <a:spcPts val="0"/>
              </a:spcBef>
              <a:spcAft>
                <a:spcPts val="0"/>
              </a:spcAft>
            </a:pPr>
            <a:fld id="{C136B7D2-B98C-44FD-8D04-7EC62A564975}" type="slidenum">
              <a:rPr lang="en-US" smtClean="0">
                <a:solidFill>
                  <a:srgbClr val="262626">
                    <a:lumMod val="50000"/>
                    <a:lumOff val="50000"/>
                  </a:srgbClr>
                </a:solidFill>
                <a:latin typeface="Roboto Condensed"/>
              </a:rPr>
              <a:pPr defTabSz="1375467" fontAlgn="auto">
                <a:spcBef>
                  <a:spcPts val="0"/>
                </a:spcBef>
                <a:spcAft>
                  <a:spcPts val="0"/>
                </a:spcAft>
              </a:pPr>
              <a:t>‹#›</a:t>
            </a:fld>
            <a:endParaRPr lang="en-US" dirty="0">
              <a:solidFill>
                <a:srgbClr val="262626">
                  <a:lumMod val="50000"/>
                  <a:lumOff val="50000"/>
                </a:srgbClr>
              </a:solidFill>
              <a:latin typeface="Roboto Condensed"/>
            </a:endParaRPr>
          </a:p>
        </p:txBody>
      </p:sp>
    </p:spTree>
    <p:extLst>
      <p:ext uri="{BB962C8B-B14F-4D97-AF65-F5344CB8AC3E}">
        <p14:creationId xmlns:p14="http://schemas.microsoft.com/office/powerpoint/2010/main" val="280608453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accel="50000" decel="5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1000" fill="hold"/>
                                        <p:tgtEl>
                                          <p:spTgt spid="8"/>
                                        </p:tgtEl>
                                        <p:attrNameLst>
                                          <p:attrName>ppt_x</p:attrName>
                                        </p:attrNameLst>
                                      </p:cBhvr>
                                      <p:tavLst>
                                        <p:tav tm="0">
                                          <p:val>
                                            <p:strVal val="#ppt_x"/>
                                          </p:val>
                                        </p:tav>
                                        <p:tav tm="100000">
                                          <p:val>
                                            <p:strVal val="#ppt_x"/>
                                          </p:val>
                                        </p:tav>
                                      </p:tavLst>
                                    </p:anim>
                                    <p:anim calcmode="lin" valueType="num">
                                      <p:cBhvr additive="base">
                                        <p:cTn id="8" dur="1000" fill="hold"/>
                                        <p:tgtEl>
                                          <p:spTgt spid="8"/>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Layout>
</file>

<file path=ppt/slideLayouts/slideLayout347.xml><?xml version="1.0" encoding="utf-8"?>
<p:sldLayout xmlns:a="http://schemas.openxmlformats.org/drawingml/2006/main" xmlns:r="http://schemas.openxmlformats.org/officeDocument/2006/relationships" xmlns:p="http://schemas.openxmlformats.org/presentationml/2006/main" userDrawn="1">
  <p:cSld name="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68579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117544958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Layout>
</file>

<file path=ppt/slideLayouts/slideLayout348.xml><?xml version="1.0" encoding="utf-8"?>
<p:sldLayout xmlns:a="http://schemas.openxmlformats.org/drawingml/2006/main" xmlns:r="http://schemas.openxmlformats.org/officeDocument/2006/relationships" xmlns:p="http://schemas.openxmlformats.org/presentationml/2006/main" userDrawn="1">
  <p:cSld name="Team00">
    <p:spTree>
      <p:nvGrpSpPr>
        <p:cNvPr id="1" name=""/>
        <p:cNvGrpSpPr/>
        <p:nvPr/>
      </p:nvGrpSpPr>
      <p:grpSpPr>
        <a:xfrm>
          <a:off x="0" y="0"/>
          <a:ext cx="0" cy="0"/>
          <a:chOff x="0" y="0"/>
          <a:chExt cx="0" cy="0"/>
        </a:xfrm>
      </p:grpSpPr>
      <p:sp>
        <p:nvSpPr>
          <p:cNvPr id="18" name="Down Arrow Callout 17"/>
          <p:cNvSpPr/>
          <p:nvPr userDrawn="1"/>
        </p:nvSpPr>
        <p:spPr bwMode="auto">
          <a:xfrm>
            <a:off x="0" y="0"/>
            <a:ext cx="12192000" cy="3372155"/>
          </a:xfrm>
          <a:prstGeom prst="downArrowCallout">
            <a:avLst>
              <a:gd name="adj1" fmla="val 32676"/>
              <a:gd name="adj2" fmla="val 14109"/>
              <a:gd name="adj3" fmla="val 10498"/>
              <a:gd name="adj4" fmla="val 92638"/>
            </a:avLst>
          </a:prstGeom>
          <a:solidFill>
            <a:schemeClr val="accent1"/>
          </a:solidFill>
          <a:ln w="9525">
            <a:noFill/>
            <a:round/>
            <a:headEnd/>
            <a:tailEnd/>
          </a:ln>
        </p:spPr>
        <p:txBody>
          <a:bodyPr vert="horz" wrap="square" lIns="121920" tIns="60960" rIns="121920" bIns="60960" numCol="1" rtlCol="0" anchor="t" anchorCtr="0" compatLnSpc="1">
            <a:prstTxWarp prst="textNoShape">
              <a:avLst/>
            </a:prstTxWarp>
          </a:bodyPr>
          <a:lstStyle/>
          <a:p>
            <a:pPr algn="ct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21" name="Picture Placeholder 7"/>
          <p:cNvSpPr>
            <a:spLocks noGrp="1"/>
          </p:cNvSpPr>
          <p:nvPr>
            <p:ph type="pic" sz="quarter" idx="10" hasCustomPrompt="1"/>
          </p:nvPr>
        </p:nvSpPr>
        <p:spPr>
          <a:xfrm>
            <a:off x="4999171" y="622368"/>
            <a:ext cx="2193663" cy="2193005"/>
          </a:xfrm>
          <a:prstGeom prst="ellipse">
            <a:avLst/>
          </a:prstGeom>
          <a:ln w="28575">
            <a:solidFill>
              <a:schemeClr val="accent1">
                <a:lumMod val="75000"/>
              </a:schemeClr>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grpSp>
        <p:nvGrpSpPr>
          <p:cNvPr id="17" name="Group 16"/>
          <p:cNvGrpSpPr/>
          <p:nvPr userDrawn="1"/>
        </p:nvGrpSpPr>
        <p:grpSpPr>
          <a:xfrm>
            <a:off x="0" y="1275080"/>
            <a:ext cx="12192000" cy="2125339"/>
            <a:chOff x="0" y="956310"/>
            <a:chExt cx="9144000" cy="1594004"/>
          </a:xfrm>
        </p:grpSpPr>
        <p:sp>
          <p:nvSpPr>
            <p:cNvPr id="14" name="Freeform 13"/>
            <p:cNvSpPr>
              <a:spLocks/>
            </p:cNvSpPr>
            <p:nvPr userDrawn="1"/>
          </p:nvSpPr>
          <p:spPr bwMode="auto">
            <a:xfrm>
              <a:off x="0" y="956310"/>
              <a:ext cx="9144000" cy="1300543"/>
            </a:xfrm>
            <a:custGeom>
              <a:avLst/>
              <a:gdLst/>
              <a:ahLst/>
              <a:cxnLst>
                <a:cxn ang="0">
                  <a:pos x="30" y="330"/>
                </a:cxn>
                <a:cxn ang="0">
                  <a:pos x="99" y="339"/>
                </a:cxn>
                <a:cxn ang="0">
                  <a:pos x="181" y="385"/>
                </a:cxn>
                <a:cxn ang="0">
                  <a:pos x="289" y="307"/>
                </a:cxn>
                <a:cxn ang="0">
                  <a:pos x="364" y="303"/>
                </a:cxn>
                <a:cxn ang="0">
                  <a:pos x="444" y="328"/>
                </a:cxn>
                <a:cxn ang="0">
                  <a:pos x="528" y="322"/>
                </a:cxn>
                <a:cxn ang="0">
                  <a:pos x="661" y="60"/>
                </a:cxn>
                <a:cxn ang="0">
                  <a:pos x="697" y="60"/>
                </a:cxn>
                <a:cxn ang="0">
                  <a:pos x="726" y="57"/>
                </a:cxn>
                <a:cxn ang="0">
                  <a:pos x="768" y="290"/>
                </a:cxn>
                <a:cxn ang="0">
                  <a:pos x="800" y="246"/>
                </a:cxn>
                <a:cxn ang="0">
                  <a:pos x="888" y="176"/>
                </a:cxn>
                <a:cxn ang="0">
                  <a:pos x="955" y="208"/>
                </a:cxn>
                <a:cxn ang="0">
                  <a:pos x="993" y="358"/>
                </a:cxn>
                <a:cxn ang="0">
                  <a:pos x="1025" y="178"/>
                </a:cxn>
                <a:cxn ang="0">
                  <a:pos x="1138" y="172"/>
                </a:cxn>
                <a:cxn ang="0">
                  <a:pos x="1216" y="161"/>
                </a:cxn>
                <a:cxn ang="0">
                  <a:pos x="1241" y="144"/>
                </a:cxn>
                <a:cxn ang="0">
                  <a:pos x="1300" y="0"/>
                </a:cxn>
                <a:cxn ang="0">
                  <a:pos x="1428" y="157"/>
                </a:cxn>
                <a:cxn ang="0">
                  <a:pos x="1462" y="102"/>
                </a:cxn>
                <a:cxn ang="0">
                  <a:pos x="1492" y="57"/>
                </a:cxn>
                <a:cxn ang="0">
                  <a:pos x="1531" y="55"/>
                </a:cxn>
                <a:cxn ang="0">
                  <a:pos x="1567" y="100"/>
                </a:cxn>
                <a:cxn ang="0">
                  <a:pos x="1670" y="159"/>
                </a:cxn>
                <a:cxn ang="0">
                  <a:pos x="1700" y="127"/>
                </a:cxn>
                <a:cxn ang="0">
                  <a:pos x="1782" y="297"/>
                </a:cxn>
                <a:cxn ang="0">
                  <a:pos x="1843" y="153"/>
                </a:cxn>
                <a:cxn ang="0">
                  <a:pos x="1939" y="153"/>
                </a:cxn>
                <a:cxn ang="0">
                  <a:pos x="1973" y="225"/>
                </a:cxn>
                <a:cxn ang="0">
                  <a:pos x="2011" y="131"/>
                </a:cxn>
                <a:cxn ang="0">
                  <a:pos x="2072" y="127"/>
                </a:cxn>
                <a:cxn ang="0">
                  <a:pos x="2127" y="136"/>
                </a:cxn>
                <a:cxn ang="0">
                  <a:pos x="2160" y="227"/>
                </a:cxn>
                <a:cxn ang="0">
                  <a:pos x="2198" y="358"/>
                </a:cxn>
                <a:cxn ang="0">
                  <a:pos x="2238" y="153"/>
                </a:cxn>
                <a:cxn ang="0">
                  <a:pos x="2291" y="153"/>
                </a:cxn>
                <a:cxn ang="0">
                  <a:pos x="2381" y="313"/>
                </a:cxn>
                <a:cxn ang="0">
                  <a:pos x="2417" y="339"/>
                </a:cxn>
                <a:cxn ang="0">
                  <a:pos x="2434" y="288"/>
                </a:cxn>
                <a:cxn ang="0">
                  <a:pos x="2501" y="330"/>
                </a:cxn>
                <a:cxn ang="0">
                  <a:pos x="2535" y="400"/>
                </a:cxn>
                <a:cxn ang="0">
                  <a:pos x="2705" y="377"/>
                </a:cxn>
                <a:cxn ang="0">
                  <a:pos x="2753" y="362"/>
                </a:cxn>
                <a:cxn ang="0">
                  <a:pos x="2785" y="337"/>
                </a:cxn>
                <a:cxn ang="0">
                  <a:pos x="2835" y="392"/>
                </a:cxn>
                <a:cxn ang="0">
                  <a:pos x="2875" y="307"/>
                </a:cxn>
                <a:cxn ang="0">
                  <a:pos x="2915" y="402"/>
                </a:cxn>
                <a:cxn ang="0">
                  <a:pos x="2940" y="307"/>
                </a:cxn>
                <a:cxn ang="0">
                  <a:pos x="2989" y="407"/>
                </a:cxn>
                <a:cxn ang="0">
                  <a:pos x="3050" y="381"/>
                </a:cxn>
                <a:cxn ang="0">
                  <a:pos x="3102" y="404"/>
                </a:cxn>
                <a:cxn ang="0">
                  <a:pos x="3142" y="373"/>
                </a:cxn>
                <a:cxn ang="0">
                  <a:pos x="3182" y="409"/>
                </a:cxn>
                <a:cxn ang="0">
                  <a:pos x="3239" y="455"/>
                </a:cxn>
              </a:cxnLst>
              <a:rect l="0" t="0" r="r" b="b"/>
              <a:pathLst>
                <a:path w="3239" h="455">
                  <a:moveTo>
                    <a:pt x="0" y="455"/>
                  </a:moveTo>
                  <a:lnTo>
                    <a:pt x="0" y="349"/>
                  </a:lnTo>
                  <a:lnTo>
                    <a:pt x="30" y="349"/>
                  </a:lnTo>
                  <a:lnTo>
                    <a:pt x="30" y="330"/>
                  </a:lnTo>
                  <a:lnTo>
                    <a:pt x="85" y="330"/>
                  </a:lnTo>
                  <a:lnTo>
                    <a:pt x="85" y="356"/>
                  </a:lnTo>
                  <a:lnTo>
                    <a:pt x="99" y="356"/>
                  </a:lnTo>
                  <a:lnTo>
                    <a:pt x="99" y="339"/>
                  </a:lnTo>
                  <a:lnTo>
                    <a:pt x="122" y="339"/>
                  </a:lnTo>
                  <a:lnTo>
                    <a:pt x="122" y="368"/>
                  </a:lnTo>
                  <a:lnTo>
                    <a:pt x="181" y="368"/>
                  </a:lnTo>
                  <a:lnTo>
                    <a:pt x="181" y="385"/>
                  </a:lnTo>
                  <a:lnTo>
                    <a:pt x="251" y="385"/>
                  </a:lnTo>
                  <a:lnTo>
                    <a:pt x="251" y="322"/>
                  </a:lnTo>
                  <a:lnTo>
                    <a:pt x="289" y="322"/>
                  </a:lnTo>
                  <a:lnTo>
                    <a:pt x="289" y="307"/>
                  </a:lnTo>
                  <a:lnTo>
                    <a:pt x="331" y="307"/>
                  </a:lnTo>
                  <a:lnTo>
                    <a:pt x="331" y="290"/>
                  </a:lnTo>
                  <a:lnTo>
                    <a:pt x="364" y="290"/>
                  </a:lnTo>
                  <a:lnTo>
                    <a:pt x="364" y="303"/>
                  </a:lnTo>
                  <a:lnTo>
                    <a:pt x="411" y="303"/>
                  </a:lnTo>
                  <a:lnTo>
                    <a:pt x="411" y="311"/>
                  </a:lnTo>
                  <a:lnTo>
                    <a:pt x="444" y="311"/>
                  </a:lnTo>
                  <a:lnTo>
                    <a:pt x="444" y="328"/>
                  </a:lnTo>
                  <a:lnTo>
                    <a:pt x="455" y="328"/>
                  </a:lnTo>
                  <a:lnTo>
                    <a:pt x="455" y="303"/>
                  </a:lnTo>
                  <a:lnTo>
                    <a:pt x="528" y="303"/>
                  </a:lnTo>
                  <a:lnTo>
                    <a:pt x="528" y="322"/>
                  </a:lnTo>
                  <a:lnTo>
                    <a:pt x="617" y="322"/>
                  </a:lnTo>
                  <a:lnTo>
                    <a:pt x="617" y="66"/>
                  </a:lnTo>
                  <a:lnTo>
                    <a:pt x="661" y="66"/>
                  </a:lnTo>
                  <a:lnTo>
                    <a:pt x="661" y="60"/>
                  </a:lnTo>
                  <a:lnTo>
                    <a:pt x="673" y="60"/>
                  </a:lnTo>
                  <a:lnTo>
                    <a:pt x="673" y="83"/>
                  </a:lnTo>
                  <a:lnTo>
                    <a:pt x="697" y="83"/>
                  </a:lnTo>
                  <a:lnTo>
                    <a:pt x="697" y="60"/>
                  </a:lnTo>
                  <a:lnTo>
                    <a:pt x="705" y="60"/>
                  </a:lnTo>
                  <a:lnTo>
                    <a:pt x="705" y="49"/>
                  </a:lnTo>
                  <a:lnTo>
                    <a:pt x="726" y="49"/>
                  </a:lnTo>
                  <a:lnTo>
                    <a:pt x="726" y="57"/>
                  </a:lnTo>
                  <a:lnTo>
                    <a:pt x="753" y="57"/>
                  </a:lnTo>
                  <a:lnTo>
                    <a:pt x="753" y="102"/>
                  </a:lnTo>
                  <a:lnTo>
                    <a:pt x="768" y="102"/>
                  </a:lnTo>
                  <a:lnTo>
                    <a:pt x="768" y="290"/>
                  </a:lnTo>
                  <a:lnTo>
                    <a:pt x="789" y="290"/>
                  </a:lnTo>
                  <a:lnTo>
                    <a:pt x="789" y="263"/>
                  </a:lnTo>
                  <a:lnTo>
                    <a:pt x="800" y="263"/>
                  </a:lnTo>
                  <a:lnTo>
                    <a:pt x="800" y="246"/>
                  </a:lnTo>
                  <a:lnTo>
                    <a:pt x="873" y="246"/>
                  </a:lnTo>
                  <a:lnTo>
                    <a:pt x="873" y="199"/>
                  </a:lnTo>
                  <a:lnTo>
                    <a:pt x="888" y="199"/>
                  </a:lnTo>
                  <a:lnTo>
                    <a:pt x="888" y="176"/>
                  </a:lnTo>
                  <a:lnTo>
                    <a:pt x="943" y="176"/>
                  </a:lnTo>
                  <a:lnTo>
                    <a:pt x="943" y="195"/>
                  </a:lnTo>
                  <a:lnTo>
                    <a:pt x="955" y="195"/>
                  </a:lnTo>
                  <a:lnTo>
                    <a:pt x="955" y="208"/>
                  </a:lnTo>
                  <a:lnTo>
                    <a:pt x="976" y="208"/>
                  </a:lnTo>
                  <a:lnTo>
                    <a:pt x="976" y="333"/>
                  </a:lnTo>
                  <a:lnTo>
                    <a:pt x="993" y="333"/>
                  </a:lnTo>
                  <a:lnTo>
                    <a:pt x="993" y="358"/>
                  </a:lnTo>
                  <a:lnTo>
                    <a:pt x="1004" y="358"/>
                  </a:lnTo>
                  <a:lnTo>
                    <a:pt x="1004" y="195"/>
                  </a:lnTo>
                  <a:lnTo>
                    <a:pt x="1025" y="195"/>
                  </a:lnTo>
                  <a:lnTo>
                    <a:pt x="1025" y="178"/>
                  </a:lnTo>
                  <a:lnTo>
                    <a:pt x="1115" y="178"/>
                  </a:lnTo>
                  <a:lnTo>
                    <a:pt x="1115" y="193"/>
                  </a:lnTo>
                  <a:lnTo>
                    <a:pt x="1138" y="193"/>
                  </a:lnTo>
                  <a:lnTo>
                    <a:pt x="1138" y="172"/>
                  </a:lnTo>
                  <a:lnTo>
                    <a:pt x="1147" y="172"/>
                  </a:lnTo>
                  <a:lnTo>
                    <a:pt x="1147" y="134"/>
                  </a:lnTo>
                  <a:lnTo>
                    <a:pt x="1216" y="134"/>
                  </a:lnTo>
                  <a:lnTo>
                    <a:pt x="1216" y="161"/>
                  </a:lnTo>
                  <a:lnTo>
                    <a:pt x="1224" y="161"/>
                  </a:lnTo>
                  <a:lnTo>
                    <a:pt x="1224" y="176"/>
                  </a:lnTo>
                  <a:lnTo>
                    <a:pt x="1241" y="176"/>
                  </a:lnTo>
                  <a:lnTo>
                    <a:pt x="1241" y="144"/>
                  </a:lnTo>
                  <a:lnTo>
                    <a:pt x="1250" y="144"/>
                  </a:lnTo>
                  <a:lnTo>
                    <a:pt x="1250" y="85"/>
                  </a:lnTo>
                  <a:lnTo>
                    <a:pt x="1300" y="85"/>
                  </a:lnTo>
                  <a:lnTo>
                    <a:pt x="1300" y="0"/>
                  </a:lnTo>
                  <a:lnTo>
                    <a:pt x="1409" y="0"/>
                  </a:lnTo>
                  <a:lnTo>
                    <a:pt x="1409" y="178"/>
                  </a:lnTo>
                  <a:lnTo>
                    <a:pt x="1428" y="178"/>
                  </a:lnTo>
                  <a:lnTo>
                    <a:pt x="1428" y="157"/>
                  </a:lnTo>
                  <a:lnTo>
                    <a:pt x="1439" y="157"/>
                  </a:lnTo>
                  <a:lnTo>
                    <a:pt x="1439" y="134"/>
                  </a:lnTo>
                  <a:lnTo>
                    <a:pt x="1462" y="134"/>
                  </a:lnTo>
                  <a:lnTo>
                    <a:pt x="1462" y="102"/>
                  </a:lnTo>
                  <a:lnTo>
                    <a:pt x="1481" y="102"/>
                  </a:lnTo>
                  <a:lnTo>
                    <a:pt x="1481" y="70"/>
                  </a:lnTo>
                  <a:lnTo>
                    <a:pt x="1492" y="70"/>
                  </a:lnTo>
                  <a:lnTo>
                    <a:pt x="1492" y="57"/>
                  </a:lnTo>
                  <a:lnTo>
                    <a:pt x="1508" y="57"/>
                  </a:lnTo>
                  <a:lnTo>
                    <a:pt x="1508" y="40"/>
                  </a:lnTo>
                  <a:lnTo>
                    <a:pt x="1531" y="40"/>
                  </a:lnTo>
                  <a:lnTo>
                    <a:pt x="1531" y="55"/>
                  </a:lnTo>
                  <a:lnTo>
                    <a:pt x="1550" y="55"/>
                  </a:lnTo>
                  <a:lnTo>
                    <a:pt x="1550" y="66"/>
                  </a:lnTo>
                  <a:lnTo>
                    <a:pt x="1567" y="66"/>
                  </a:lnTo>
                  <a:lnTo>
                    <a:pt x="1567" y="100"/>
                  </a:lnTo>
                  <a:lnTo>
                    <a:pt x="1584" y="100"/>
                  </a:lnTo>
                  <a:lnTo>
                    <a:pt x="1584" y="153"/>
                  </a:lnTo>
                  <a:lnTo>
                    <a:pt x="1670" y="153"/>
                  </a:lnTo>
                  <a:lnTo>
                    <a:pt x="1670" y="159"/>
                  </a:lnTo>
                  <a:lnTo>
                    <a:pt x="1689" y="159"/>
                  </a:lnTo>
                  <a:lnTo>
                    <a:pt x="1689" y="142"/>
                  </a:lnTo>
                  <a:lnTo>
                    <a:pt x="1700" y="142"/>
                  </a:lnTo>
                  <a:lnTo>
                    <a:pt x="1700" y="127"/>
                  </a:lnTo>
                  <a:lnTo>
                    <a:pt x="1769" y="127"/>
                  </a:lnTo>
                  <a:lnTo>
                    <a:pt x="1769" y="142"/>
                  </a:lnTo>
                  <a:lnTo>
                    <a:pt x="1782" y="142"/>
                  </a:lnTo>
                  <a:lnTo>
                    <a:pt x="1782" y="297"/>
                  </a:lnTo>
                  <a:lnTo>
                    <a:pt x="1790" y="297"/>
                  </a:lnTo>
                  <a:lnTo>
                    <a:pt x="1790" y="269"/>
                  </a:lnTo>
                  <a:lnTo>
                    <a:pt x="1843" y="269"/>
                  </a:lnTo>
                  <a:lnTo>
                    <a:pt x="1843" y="153"/>
                  </a:lnTo>
                  <a:lnTo>
                    <a:pt x="1864" y="153"/>
                  </a:lnTo>
                  <a:lnTo>
                    <a:pt x="1864" y="136"/>
                  </a:lnTo>
                  <a:lnTo>
                    <a:pt x="1939" y="136"/>
                  </a:lnTo>
                  <a:lnTo>
                    <a:pt x="1939" y="153"/>
                  </a:lnTo>
                  <a:lnTo>
                    <a:pt x="1958" y="153"/>
                  </a:lnTo>
                  <a:lnTo>
                    <a:pt x="1958" y="360"/>
                  </a:lnTo>
                  <a:lnTo>
                    <a:pt x="1973" y="360"/>
                  </a:lnTo>
                  <a:lnTo>
                    <a:pt x="1973" y="225"/>
                  </a:lnTo>
                  <a:lnTo>
                    <a:pt x="1996" y="225"/>
                  </a:lnTo>
                  <a:lnTo>
                    <a:pt x="1996" y="144"/>
                  </a:lnTo>
                  <a:lnTo>
                    <a:pt x="2011" y="144"/>
                  </a:lnTo>
                  <a:lnTo>
                    <a:pt x="2011" y="131"/>
                  </a:lnTo>
                  <a:lnTo>
                    <a:pt x="2019" y="131"/>
                  </a:lnTo>
                  <a:lnTo>
                    <a:pt x="2019" y="115"/>
                  </a:lnTo>
                  <a:lnTo>
                    <a:pt x="2072" y="115"/>
                  </a:lnTo>
                  <a:lnTo>
                    <a:pt x="2072" y="127"/>
                  </a:lnTo>
                  <a:lnTo>
                    <a:pt x="2093" y="127"/>
                  </a:lnTo>
                  <a:lnTo>
                    <a:pt x="2093" y="110"/>
                  </a:lnTo>
                  <a:lnTo>
                    <a:pt x="2127" y="110"/>
                  </a:lnTo>
                  <a:lnTo>
                    <a:pt x="2127" y="136"/>
                  </a:lnTo>
                  <a:lnTo>
                    <a:pt x="2141" y="136"/>
                  </a:lnTo>
                  <a:lnTo>
                    <a:pt x="2141" y="144"/>
                  </a:lnTo>
                  <a:lnTo>
                    <a:pt x="2160" y="144"/>
                  </a:lnTo>
                  <a:lnTo>
                    <a:pt x="2160" y="227"/>
                  </a:lnTo>
                  <a:lnTo>
                    <a:pt x="2173" y="227"/>
                  </a:lnTo>
                  <a:lnTo>
                    <a:pt x="2173" y="373"/>
                  </a:lnTo>
                  <a:lnTo>
                    <a:pt x="2198" y="373"/>
                  </a:lnTo>
                  <a:lnTo>
                    <a:pt x="2198" y="358"/>
                  </a:lnTo>
                  <a:lnTo>
                    <a:pt x="2221" y="358"/>
                  </a:lnTo>
                  <a:lnTo>
                    <a:pt x="2221" y="288"/>
                  </a:lnTo>
                  <a:lnTo>
                    <a:pt x="2238" y="288"/>
                  </a:lnTo>
                  <a:lnTo>
                    <a:pt x="2238" y="153"/>
                  </a:lnTo>
                  <a:lnTo>
                    <a:pt x="2274" y="153"/>
                  </a:lnTo>
                  <a:lnTo>
                    <a:pt x="2274" y="121"/>
                  </a:lnTo>
                  <a:lnTo>
                    <a:pt x="2291" y="121"/>
                  </a:lnTo>
                  <a:lnTo>
                    <a:pt x="2291" y="153"/>
                  </a:lnTo>
                  <a:lnTo>
                    <a:pt x="2350" y="153"/>
                  </a:lnTo>
                  <a:lnTo>
                    <a:pt x="2350" y="288"/>
                  </a:lnTo>
                  <a:lnTo>
                    <a:pt x="2381" y="288"/>
                  </a:lnTo>
                  <a:lnTo>
                    <a:pt x="2381" y="313"/>
                  </a:lnTo>
                  <a:lnTo>
                    <a:pt x="2389" y="313"/>
                  </a:lnTo>
                  <a:lnTo>
                    <a:pt x="2389" y="347"/>
                  </a:lnTo>
                  <a:lnTo>
                    <a:pt x="2417" y="347"/>
                  </a:lnTo>
                  <a:lnTo>
                    <a:pt x="2417" y="339"/>
                  </a:lnTo>
                  <a:lnTo>
                    <a:pt x="2427" y="339"/>
                  </a:lnTo>
                  <a:lnTo>
                    <a:pt x="2427" y="311"/>
                  </a:lnTo>
                  <a:lnTo>
                    <a:pt x="2434" y="311"/>
                  </a:lnTo>
                  <a:lnTo>
                    <a:pt x="2434" y="288"/>
                  </a:lnTo>
                  <a:lnTo>
                    <a:pt x="2486" y="288"/>
                  </a:lnTo>
                  <a:lnTo>
                    <a:pt x="2486" y="316"/>
                  </a:lnTo>
                  <a:lnTo>
                    <a:pt x="2501" y="316"/>
                  </a:lnTo>
                  <a:lnTo>
                    <a:pt x="2501" y="330"/>
                  </a:lnTo>
                  <a:lnTo>
                    <a:pt x="2526" y="330"/>
                  </a:lnTo>
                  <a:lnTo>
                    <a:pt x="2526" y="356"/>
                  </a:lnTo>
                  <a:lnTo>
                    <a:pt x="2535" y="356"/>
                  </a:lnTo>
                  <a:lnTo>
                    <a:pt x="2535" y="400"/>
                  </a:lnTo>
                  <a:lnTo>
                    <a:pt x="2554" y="400"/>
                  </a:lnTo>
                  <a:lnTo>
                    <a:pt x="2554" y="275"/>
                  </a:lnTo>
                  <a:lnTo>
                    <a:pt x="2705" y="275"/>
                  </a:lnTo>
                  <a:lnTo>
                    <a:pt x="2705" y="377"/>
                  </a:lnTo>
                  <a:lnTo>
                    <a:pt x="2726" y="377"/>
                  </a:lnTo>
                  <a:lnTo>
                    <a:pt x="2726" y="396"/>
                  </a:lnTo>
                  <a:lnTo>
                    <a:pt x="2753" y="396"/>
                  </a:lnTo>
                  <a:lnTo>
                    <a:pt x="2753" y="362"/>
                  </a:lnTo>
                  <a:lnTo>
                    <a:pt x="2762" y="362"/>
                  </a:lnTo>
                  <a:lnTo>
                    <a:pt x="2762" y="347"/>
                  </a:lnTo>
                  <a:lnTo>
                    <a:pt x="2785" y="347"/>
                  </a:lnTo>
                  <a:lnTo>
                    <a:pt x="2785" y="337"/>
                  </a:lnTo>
                  <a:lnTo>
                    <a:pt x="2814" y="337"/>
                  </a:lnTo>
                  <a:lnTo>
                    <a:pt x="2814" y="398"/>
                  </a:lnTo>
                  <a:lnTo>
                    <a:pt x="2835" y="398"/>
                  </a:lnTo>
                  <a:lnTo>
                    <a:pt x="2835" y="392"/>
                  </a:lnTo>
                  <a:lnTo>
                    <a:pt x="2858" y="392"/>
                  </a:lnTo>
                  <a:lnTo>
                    <a:pt x="2858" y="318"/>
                  </a:lnTo>
                  <a:lnTo>
                    <a:pt x="2875" y="318"/>
                  </a:lnTo>
                  <a:lnTo>
                    <a:pt x="2875" y="307"/>
                  </a:lnTo>
                  <a:lnTo>
                    <a:pt x="2900" y="307"/>
                  </a:lnTo>
                  <a:lnTo>
                    <a:pt x="2900" y="316"/>
                  </a:lnTo>
                  <a:lnTo>
                    <a:pt x="2915" y="316"/>
                  </a:lnTo>
                  <a:lnTo>
                    <a:pt x="2915" y="402"/>
                  </a:lnTo>
                  <a:lnTo>
                    <a:pt x="2928" y="402"/>
                  </a:lnTo>
                  <a:lnTo>
                    <a:pt x="2928" y="318"/>
                  </a:lnTo>
                  <a:lnTo>
                    <a:pt x="2940" y="318"/>
                  </a:lnTo>
                  <a:lnTo>
                    <a:pt x="2940" y="307"/>
                  </a:lnTo>
                  <a:lnTo>
                    <a:pt x="2968" y="307"/>
                  </a:lnTo>
                  <a:lnTo>
                    <a:pt x="2968" y="316"/>
                  </a:lnTo>
                  <a:lnTo>
                    <a:pt x="2989" y="316"/>
                  </a:lnTo>
                  <a:lnTo>
                    <a:pt x="2989" y="407"/>
                  </a:lnTo>
                  <a:lnTo>
                    <a:pt x="3035" y="407"/>
                  </a:lnTo>
                  <a:lnTo>
                    <a:pt x="3035" y="394"/>
                  </a:lnTo>
                  <a:lnTo>
                    <a:pt x="3050" y="394"/>
                  </a:lnTo>
                  <a:lnTo>
                    <a:pt x="3050" y="381"/>
                  </a:lnTo>
                  <a:lnTo>
                    <a:pt x="3092" y="381"/>
                  </a:lnTo>
                  <a:lnTo>
                    <a:pt x="3092" y="394"/>
                  </a:lnTo>
                  <a:lnTo>
                    <a:pt x="3102" y="394"/>
                  </a:lnTo>
                  <a:lnTo>
                    <a:pt x="3102" y="404"/>
                  </a:lnTo>
                  <a:lnTo>
                    <a:pt x="3130" y="404"/>
                  </a:lnTo>
                  <a:lnTo>
                    <a:pt x="3130" y="394"/>
                  </a:lnTo>
                  <a:lnTo>
                    <a:pt x="3142" y="394"/>
                  </a:lnTo>
                  <a:lnTo>
                    <a:pt x="3142" y="373"/>
                  </a:lnTo>
                  <a:lnTo>
                    <a:pt x="3157" y="373"/>
                  </a:lnTo>
                  <a:lnTo>
                    <a:pt x="3157" y="383"/>
                  </a:lnTo>
                  <a:lnTo>
                    <a:pt x="3182" y="383"/>
                  </a:lnTo>
                  <a:lnTo>
                    <a:pt x="3182" y="409"/>
                  </a:lnTo>
                  <a:lnTo>
                    <a:pt x="3199" y="409"/>
                  </a:lnTo>
                  <a:lnTo>
                    <a:pt x="3199" y="400"/>
                  </a:lnTo>
                  <a:lnTo>
                    <a:pt x="3239" y="400"/>
                  </a:lnTo>
                  <a:lnTo>
                    <a:pt x="3239" y="455"/>
                  </a:lnTo>
                  <a:lnTo>
                    <a:pt x="0" y="455"/>
                  </a:lnTo>
                  <a:close/>
                </a:path>
              </a:pathLst>
            </a:custGeom>
            <a:solidFill>
              <a:schemeClr val="accent1">
                <a:lumMod val="50000"/>
                <a:alpha val="28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16" name="Isosceles Triangle 15"/>
            <p:cNvSpPr/>
            <p:nvPr userDrawn="1"/>
          </p:nvSpPr>
          <p:spPr>
            <a:xfrm rot="10800000">
              <a:off x="4191000" y="2256627"/>
              <a:ext cx="762000" cy="293687"/>
            </a:xfrm>
            <a:prstGeom prst="triangle">
              <a:avLst>
                <a:gd name="adj" fmla="val 50000"/>
              </a:avLst>
            </a:prstGeom>
            <a:solidFill>
              <a:schemeClr val="accent1">
                <a:lumMod val="50000"/>
                <a:alpha val="2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grpSp>
    </p:spTree>
    <p:extLst>
      <p:ext uri="{BB962C8B-B14F-4D97-AF65-F5344CB8AC3E}">
        <p14:creationId xmlns:p14="http://schemas.microsoft.com/office/powerpoint/2010/main" val="119750316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accel="50000" decel="50000" fill="hold" grpId="0" nodeType="afterEffect">
                                  <p:stCondLst>
                                    <p:cond delay="0"/>
                                  </p:stCondLst>
                                  <p:childTnLst>
                                    <p:set>
                                      <p:cBhvr>
                                        <p:cTn id="6" dur="1" fill="hold">
                                          <p:stCondLst>
                                            <p:cond delay="0"/>
                                          </p:stCondLst>
                                        </p:cTn>
                                        <p:tgtEl>
                                          <p:spTgt spid="18"/>
                                        </p:tgtEl>
                                        <p:attrNameLst>
                                          <p:attrName>style.visibility</p:attrName>
                                        </p:attrNameLst>
                                      </p:cBhvr>
                                      <p:to>
                                        <p:strVal val="visible"/>
                                      </p:to>
                                    </p:set>
                                    <p:anim calcmode="lin" valueType="num">
                                      <p:cBhvr additive="base">
                                        <p:cTn id="7" dur="1000" fill="hold"/>
                                        <p:tgtEl>
                                          <p:spTgt spid="18"/>
                                        </p:tgtEl>
                                        <p:attrNameLst>
                                          <p:attrName>ppt_x</p:attrName>
                                        </p:attrNameLst>
                                      </p:cBhvr>
                                      <p:tavLst>
                                        <p:tav tm="0">
                                          <p:val>
                                            <p:strVal val="#ppt_x"/>
                                          </p:val>
                                        </p:tav>
                                        <p:tav tm="100000">
                                          <p:val>
                                            <p:strVal val="#ppt_x"/>
                                          </p:val>
                                        </p:tav>
                                      </p:tavLst>
                                    </p:anim>
                                    <p:anim calcmode="lin" valueType="num">
                                      <p:cBhvr additive="base">
                                        <p:cTn id="8" dur="1000" fill="hold"/>
                                        <p:tgtEl>
                                          <p:spTgt spid="18"/>
                                        </p:tgtEl>
                                        <p:attrNameLst>
                                          <p:attrName>ppt_y</p:attrName>
                                        </p:attrNameLst>
                                      </p:cBhvr>
                                      <p:tavLst>
                                        <p:tav tm="0">
                                          <p:val>
                                            <p:strVal val="0-#ppt_h/2"/>
                                          </p:val>
                                        </p:tav>
                                        <p:tav tm="100000">
                                          <p:val>
                                            <p:strVal val="#ppt_y"/>
                                          </p:val>
                                        </p:tav>
                                      </p:tavLst>
                                    </p:anim>
                                  </p:childTnLst>
                                </p:cTn>
                              </p:par>
                              <p:par>
                                <p:cTn id="9" presetID="2" presetClass="entr" presetSubtype="4" accel="50000" decel="50000" fill="hold" nodeType="withEffect">
                                  <p:stCondLst>
                                    <p:cond delay="0"/>
                                  </p:stCondLst>
                                  <p:childTnLst>
                                    <p:set>
                                      <p:cBhvr>
                                        <p:cTn id="10" dur="1" fill="hold">
                                          <p:stCondLst>
                                            <p:cond delay="0"/>
                                          </p:stCondLst>
                                        </p:cTn>
                                        <p:tgtEl>
                                          <p:spTgt spid="17"/>
                                        </p:tgtEl>
                                        <p:attrNameLst>
                                          <p:attrName>style.visibility</p:attrName>
                                        </p:attrNameLst>
                                      </p:cBhvr>
                                      <p:to>
                                        <p:strVal val="visible"/>
                                      </p:to>
                                    </p:set>
                                    <p:anim calcmode="lin" valueType="num">
                                      <p:cBhvr additive="base">
                                        <p:cTn id="11" dur="1000" fill="hold"/>
                                        <p:tgtEl>
                                          <p:spTgt spid="17"/>
                                        </p:tgtEl>
                                        <p:attrNameLst>
                                          <p:attrName>ppt_x</p:attrName>
                                        </p:attrNameLst>
                                      </p:cBhvr>
                                      <p:tavLst>
                                        <p:tav tm="0">
                                          <p:val>
                                            <p:strVal val="#ppt_x"/>
                                          </p:val>
                                        </p:tav>
                                        <p:tav tm="100000">
                                          <p:val>
                                            <p:strVal val="#ppt_x"/>
                                          </p:val>
                                        </p:tav>
                                      </p:tavLst>
                                    </p:anim>
                                    <p:anim calcmode="lin" valueType="num">
                                      <p:cBhvr additive="base">
                                        <p:cTn id="12" dur="1000" fill="hold"/>
                                        <p:tgtEl>
                                          <p:spTgt spid="17"/>
                                        </p:tgtEl>
                                        <p:attrNameLst>
                                          <p:attrName>ppt_y</p:attrName>
                                        </p:attrNameLst>
                                      </p:cBhvr>
                                      <p:tavLst>
                                        <p:tav tm="0">
                                          <p:val>
                                            <p:strVal val="1+#ppt_h/2"/>
                                          </p:val>
                                        </p:tav>
                                        <p:tav tm="100000">
                                          <p:val>
                                            <p:strVal val="#ppt_y"/>
                                          </p:val>
                                        </p:tav>
                                      </p:tavLst>
                                    </p:anim>
                                  </p:childTnLst>
                                </p:cTn>
                              </p:par>
                            </p:childTnLst>
                          </p:cTn>
                        </p:par>
                        <p:par>
                          <p:cTn id="13" fill="hold">
                            <p:stCondLst>
                              <p:cond delay="1000"/>
                            </p:stCondLst>
                            <p:childTnLst>
                              <p:par>
                                <p:cTn id="14" presetID="53" presetClass="entr" presetSubtype="0" fill="hold" grpId="0" nodeType="afterEffect">
                                  <p:stCondLst>
                                    <p:cond delay="0"/>
                                  </p:stCondLst>
                                  <p:childTnLst>
                                    <p:set>
                                      <p:cBhvr>
                                        <p:cTn id="15" dur="1" fill="hold">
                                          <p:stCondLst>
                                            <p:cond delay="0"/>
                                          </p:stCondLst>
                                        </p:cTn>
                                        <p:tgtEl>
                                          <p:spTgt spid="21"/>
                                        </p:tgtEl>
                                        <p:attrNameLst>
                                          <p:attrName>style.visibility</p:attrName>
                                        </p:attrNameLst>
                                      </p:cBhvr>
                                      <p:to>
                                        <p:strVal val="visible"/>
                                      </p:to>
                                    </p:set>
                                    <p:anim calcmode="lin" valueType="num">
                                      <p:cBhvr>
                                        <p:cTn id="16" dur="500" fill="hold"/>
                                        <p:tgtEl>
                                          <p:spTgt spid="21"/>
                                        </p:tgtEl>
                                        <p:attrNameLst>
                                          <p:attrName>ppt_w</p:attrName>
                                        </p:attrNameLst>
                                      </p:cBhvr>
                                      <p:tavLst>
                                        <p:tav tm="0">
                                          <p:val>
                                            <p:fltVal val="0"/>
                                          </p:val>
                                        </p:tav>
                                        <p:tav tm="100000">
                                          <p:val>
                                            <p:strVal val="#ppt_w"/>
                                          </p:val>
                                        </p:tav>
                                      </p:tavLst>
                                    </p:anim>
                                    <p:anim calcmode="lin" valueType="num">
                                      <p:cBhvr>
                                        <p:cTn id="17" dur="500" fill="hold"/>
                                        <p:tgtEl>
                                          <p:spTgt spid="21"/>
                                        </p:tgtEl>
                                        <p:attrNameLst>
                                          <p:attrName>ppt_h</p:attrName>
                                        </p:attrNameLst>
                                      </p:cBhvr>
                                      <p:tavLst>
                                        <p:tav tm="0">
                                          <p:val>
                                            <p:fltVal val="0"/>
                                          </p:val>
                                        </p:tav>
                                        <p:tav tm="100000">
                                          <p:val>
                                            <p:strVal val="#ppt_h"/>
                                          </p:val>
                                        </p:tav>
                                      </p:tavLst>
                                    </p:anim>
                                    <p:animEffect transition="in" filter="fade">
                                      <p:cBhvr>
                                        <p:cTn id="18"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21" grpId="0" animBg="1"/>
    </p:bldLst>
  </p:timing>
</p:sldLayout>
</file>

<file path=ppt/slideLayouts/slideLayout349.xml><?xml version="1.0" encoding="utf-8"?>
<p:sldLayout xmlns:a="http://schemas.openxmlformats.org/drawingml/2006/main" xmlns:r="http://schemas.openxmlformats.org/officeDocument/2006/relationships" xmlns:p="http://schemas.openxmlformats.org/presentationml/2006/main" userDrawn="1">
  <p:cSld name="Pic01">
    <p:spTree>
      <p:nvGrpSpPr>
        <p:cNvPr id="1" name=""/>
        <p:cNvGrpSpPr/>
        <p:nvPr/>
      </p:nvGrpSpPr>
      <p:grpSpPr>
        <a:xfrm>
          <a:off x="0" y="0"/>
          <a:ext cx="0" cy="0"/>
          <a:chOff x="0" y="0"/>
          <a:chExt cx="0" cy="0"/>
        </a:xfrm>
      </p:grpSpPr>
      <p:sp>
        <p:nvSpPr>
          <p:cNvPr id="26" name="Picture Placeholder 7"/>
          <p:cNvSpPr>
            <a:spLocks noGrp="1"/>
          </p:cNvSpPr>
          <p:nvPr>
            <p:ph type="pic" sz="quarter" idx="10" hasCustomPrompt="1"/>
          </p:nvPr>
        </p:nvSpPr>
        <p:spPr>
          <a:xfrm>
            <a:off x="2" y="1704654"/>
            <a:ext cx="3698113" cy="2841945"/>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27" name="Picture Placeholder 7"/>
          <p:cNvSpPr>
            <a:spLocks noGrp="1"/>
          </p:cNvSpPr>
          <p:nvPr>
            <p:ph type="pic" sz="quarter" idx="15" hasCustomPrompt="1"/>
          </p:nvPr>
        </p:nvSpPr>
        <p:spPr>
          <a:xfrm>
            <a:off x="8483240" y="1704654"/>
            <a:ext cx="3708763" cy="2841945"/>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1" name="Rectangle 30"/>
          <p:cNvSpPr/>
          <p:nvPr/>
        </p:nvSpPr>
        <p:spPr>
          <a:xfrm>
            <a:off x="3698115" y="1704656"/>
            <a:ext cx="4785125" cy="284194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9"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0"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4231541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accel="50000" decel="50000" fill="hold" grpId="0" nodeType="afterEffect">
                                  <p:stCondLst>
                                    <p:cond delay="0"/>
                                  </p:stCondLst>
                                  <p:childTnLst>
                                    <p:set>
                                      <p:cBhvr>
                                        <p:cTn id="6" dur="1" fill="hold">
                                          <p:stCondLst>
                                            <p:cond delay="0"/>
                                          </p:stCondLst>
                                        </p:cTn>
                                        <p:tgtEl>
                                          <p:spTgt spid="27"/>
                                        </p:tgtEl>
                                        <p:attrNameLst>
                                          <p:attrName>style.visibility</p:attrName>
                                        </p:attrNameLst>
                                      </p:cBhvr>
                                      <p:to>
                                        <p:strVal val="visible"/>
                                      </p:to>
                                    </p:set>
                                    <p:anim calcmode="lin" valueType="num">
                                      <p:cBhvr additive="base">
                                        <p:cTn id="7" dur="500" fill="hold"/>
                                        <p:tgtEl>
                                          <p:spTgt spid="27"/>
                                        </p:tgtEl>
                                        <p:attrNameLst>
                                          <p:attrName>ppt_x</p:attrName>
                                        </p:attrNameLst>
                                      </p:cBhvr>
                                      <p:tavLst>
                                        <p:tav tm="0">
                                          <p:val>
                                            <p:strVal val="1+#ppt_w/2"/>
                                          </p:val>
                                        </p:tav>
                                        <p:tav tm="100000">
                                          <p:val>
                                            <p:strVal val="#ppt_x"/>
                                          </p:val>
                                        </p:tav>
                                      </p:tavLst>
                                    </p:anim>
                                    <p:anim calcmode="lin" valueType="num">
                                      <p:cBhvr additive="base">
                                        <p:cTn id="8" dur="500" fill="hold"/>
                                        <p:tgtEl>
                                          <p:spTgt spid="27"/>
                                        </p:tgtEl>
                                        <p:attrNameLst>
                                          <p:attrName>ppt_y</p:attrName>
                                        </p:attrNameLst>
                                      </p:cBhvr>
                                      <p:tavLst>
                                        <p:tav tm="0">
                                          <p:val>
                                            <p:strVal val="#ppt_y"/>
                                          </p:val>
                                        </p:tav>
                                        <p:tav tm="100000">
                                          <p:val>
                                            <p:strVal val="#ppt_y"/>
                                          </p:val>
                                        </p:tav>
                                      </p:tavLst>
                                    </p:anim>
                                  </p:childTnLst>
                                </p:cTn>
                              </p:par>
                              <p:par>
                                <p:cTn id="9" presetID="2" presetClass="entr" presetSubtype="8" accel="50000" decel="50000" fill="hold" grpId="0" nodeType="withEffect">
                                  <p:stCondLst>
                                    <p:cond delay="0"/>
                                  </p:stCondLst>
                                  <p:childTnLst>
                                    <p:set>
                                      <p:cBhvr>
                                        <p:cTn id="10" dur="1" fill="hold">
                                          <p:stCondLst>
                                            <p:cond delay="0"/>
                                          </p:stCondLst>
                                        </p:cTn>
                                        <p:tgtEl>
                                          <p:spTgt spid="26"/>
                                        </p:tgtEl>
                                        <p:attrNameLst>
                                          <p:attrName>style.visibility</p:attrName>
                                        </p:attrNameLst>
                                      </p:cBhvr>
                                      <p:to>
                                        <p:strVal val="visible"/>
                                      </p:to>
                                    </p:set>
                                    <p:anim calcmode="lin" valueType="num">
                                      <p:cBhvr additive="base">
                                        <p:cTn id="11" dur="500" fill="hold"/>
                                        <p:tgtEl>
                                          <p:spTgt spid="26"/>
                                        </p:tgtEl>
                                        <p:attrNameLst>
                                          <p:attrName>ppt_x</p:attrName>
                                        </p:attrNameLst>
                                      </p:cBhvr>
                                      <p:tavLst>
                                        <p:tav tm="0">
                                          <p:val>
                                            <p:strVal val="0-#ppt_w/2"/>
                                          </p:val>
                                        </p:tav>
                                        <p:tav tm="100000">
                                          <p:val>
                                            <p:strVal val="#ppt_x"/>
                                          </p:val>
                                        </p:tav>
                                      </p:tavLst>
                                    </p:anim>
                                    <p:anim calcmode="lin" valueType="num">
                                      <p:cBhvr additive="base">
                                        <p:cTn id="12" dur="500" fill="hold"/>
                                        <p:tgtEl>
                                          <p:spTgt spid="2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p:bldP spid="27" grpId="0"/>
    </p:bldLst>
  </p:timing>
</p:sldLayout>
</file>

<file path=ppt/slideLayouts/slideLayout350.xml><?xml version="1.0" encoding="utf-8"?>
<p:sldLayout xmlns:a="http://schemas.openxmlformats.org/drawingml/2006/main" xmlns:r="http://schemas.openxmlformats.org/officeDocument/2006/relationships" xmlns:p="http://schemas.openxmlformats.org/presentationml/2006/main" userDrawn="1">
  <p:cSld name="Pic05">
    <p:spTree>
      <p:nvGrpSpPr>
        <p:cNvPr id="1" name=""/>
        <p:cNvGrpSpPr/>
        <p:nvPr/>
      </p:nvGrpSpPr>
      <p:grpSpPr>
        <a:xfrm>
          <a:off x="0" y="0"/>
          <a:ext cx="0" cy="0"/>
          <a:chOff x="0" y="0"/>
          <a:chExt cx="0" cy="0"/>
        </a:xfrm>
      </p:grpSpPr>
      <p:sp>
        <p:nvSpPr>
          <p:cNvPr id="20" name="Picture Placeholder 7"/>
          <p:cNvSpPr>
            <a:spLocks noGrp="1"/>
          </p:cNvSpPr>
          <p:nvPr>
            <p:ph type="pic" sz="quarter" idx="15" hasCustomPrompt="1"/>
          </p:nvPr>
        </p:nvSpPr>
        <p:spPr>
          <a:xfrm>
            <a:off x="0" y="1641603"/>
            <a:ext cx="12170443" cy="3006597"/>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7"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8"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252399971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20"/>
                                        </p:tgtEl>
                                        <p:attrNameLst>
                                          <p:attrName>style.visibility</p:attrName>
                                        </p:attrNameLst>
                                      </p:cBhvr>
                                      <p:to>
                                        <p:strVal val="visible"/>
                                      </p:to>
                                    </p:set>
                                    <p:anim calcmode="lin" valueType="num">
                                      <p:cBhvr additive="base">
                                        <p:cTn id="7" dur="500" fill="hold"/>
                                        <p:tgtEl>
                                          <p:spTgt spid="20"/>
                                        </p:tgtEl>
                                        <p:attrNameLst>
                                          <p:attrName>ppt_x</p:attrName>
                                        </p:attrNameLst>
                                      </p:cBhvr>
                                      <p:tavLst>
                                        <p:tav tm="0">
                                          <p:val>
                                            <p:strVal val="#ppt_x"/>
                                          </p:val>
                                        </p:tav>
                                        <p:tav tm="100000">
                                          <p:val>
                                            <p:strVal val="#ppt_x"/>
                                          </p:val>
                                        </p:tav>
                                      </p:tavLst>
                                    </p:anim>
                                    <p:anim calcmode="lin" valueType="num">
                                      <p:cBhvr additive="base">
                                        <p:cTn id="8" dur="500" fill="hold"/>
                                        <p:tgtEl>
                                          <p:spTgt spid="2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Lst>
  </p:timing>
</p:sldLayout>
</file>

<file path=ppt/slideLayouts/slideLayout351.xml><?xml version="1.0" encoding="utf-8"?>
<p:sldLayout xmlns:a="http://schemas.openxmlformats.org/drawingml/2006/main" xmlns:r="http://schemas.openxmlformats.org/officeDocument/2006/relationships" xmlns:p="http://schemas.openxmlformats.org/presentationml/2006/main" userDrawn="1">
  <p:cSld name="Pic07">
    <p:spTree>
      <p:nvGrpSpPr>
        <p:cNvPr id="1" name=""/>
        <p:cNvGrpSpPr/>
        <p:nvPr/>
      </p:nvGrpSpPr>
      <p:grpSpPr>
        <a:xfrm>
          <a:off x="0" y="0"/>
          <a:ext cx="0" cy="0"/>
          <a:chOff x="0" y="0"/>
          <a:chExt cx="0" cy="0"/>
        </a:xfrm>
      </p:grpSpPr>
      <p:sp>
        <p:nvSpPr>
          <p:cNvPr id="14" name="Rectangle 13"/>
          <p:cNvSpPr/>
          <p:nvPr userDrawn="1"/>
        </p:nvSpPr>
        <p:spPr>
          <a:xfrm>
            <a:off x="-10646" y="1907856"/>
            <a:ext cx="4214343" cy="2841945"/>
          </a:xfrm>
          <a:prstGeom prst="rect">
            <a:avLst/>
          </a:prstGeom>
          <a:solidFill>
            <a:schemeClr val="accent1"/>
          </a:solidFill>
          <a:ln>
            <a:noFill/>
          </a:ln>
          <a:effectLst>
            <a:outerShdw blurRad="317500" sx="1000" sy="1000" rotWithShape="0">
              <a:prstClr val="black"/>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15" name="Picture Placeholder 7"/>
          <p:cNvSpPr>
            <a:spLocks noGrp="1"/>
          </p:cNvSpPr>
          <p:nvPr>
            <p:ph type="pic" sz="quarter" idx="15" hasCustomPrompt="1"/>
          </p:nvPr>
        </p:nvSpPr>
        <p:spPr>
          <a:xfrm>
            <a:off x="4203697" y="1907856"/>
            <a:ext cx="7988304" cy="2841945"/>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8"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9"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145348727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accel="50000" decel="50000" fill="hold" grpId="0" nodeType="after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500" fill="hold"/>
                                        <p:tgtEl>
                                          <p:spTgt spid="15"/>
                                        </p:tgtEl>
                                        <p:attrNameLst>
                                          <p:attrName>ppt_x</p:attrName>
                                        </p:attrNameLst>
                                      </p:cBhvr>
                                      <p:tavLst>
                                        <p:tav tm="0">
                                          <p:val>
                                            <p:strVal val="1+#ppt_w/2"/>
                                          </p:val>
                                        </p:tav>
                                        <p:tav tm="100000">
                                          <p:val>
                                            <p:strVal val="#ppt_x"/>
                                          </p:val>
                                        </p:tav>
                                      </p:tavLst>
                                    </p:anim>
                                    <p:anim calcmode="lin" valueType="num">
                                      <p:cBhvr additive="base">
                                        <p:cTn id="8" dur="500" fill="hold"/>
                                        <p:tgtEl>
                                          <p:spTgt spid="15"/>
                                        </p:tgtEl>
                                        <p:attrNameLst>
                                          <p:attrName>ppt_y</p:attrName>
                                        </p:attrNameLst>
                                      </p:cBhvr>
                                      <p:tavLst>
                                        <p:tav tm="0">
                                          <p:val>
                                            <p:strVal val="#ppt_y"/>
                                          </p:val>
                                        </p:tav>
                                        <p:tav tm="100000">
                                          <p:val>
                                            <p:strVal val="#ppt_y"/>
                                          </p:val>
                                        </p:tav>
                                      </p:tavLst>
                                    </p:anim>
                                  </p:childTnLst>
                                </p:cTn>
                              </p:par>
                              <p:par>
                                <p:cTn id="9" presetID="2" presetClass="entr" presetSubtype="8" accel="50000" decel="50000" fill="hold" grpId="0" nodeType="withEffect">
                                  <p:stCondLst>
                                    <p:cond delay="0"/>
                                  </p:stCondLst>
                                  <p:childTnLst>
                                    <p:set>
                                      <p:cBhvr>
                                        <p:cTn id="10" dur="1" fill="hold">
                                          <p:stCondLst>
                                            <p:cond delay="0"/>
                                          </p:stCondLst>
                                        </p:cTn>
                                        <p:tgtEl>
                                          <p:spTgt spid="14"/>
                                        </p:tgtEl>
                                        <p:attrNameLst>
                                          <p:attrName>style.visibility</p:attrName>
                                        </p:attrNameLst>
                                      </p:cBhvr>
                                      <p:to>
                                        <p:strVal val="visible"/>
                                      </p:to>
                                    </p:set>
                                    <p:anim calcmode="lin" valueType="num">
                                      <p:cBhvr additive="base">
                                        <p:cTn id="11" dur="500" fill="hold"/>
                                        <p:tgtEl>
                                          <p:spTgt spid="14"/>
                                        </p:tgtEl>
                                        <p:attrNameLst>
                                          <p:attrName>ppt_x</p:attrName>
                                        </p:attrNameLst>
                                      </p:cBhvr>
                                      <p:tavLst>
                                        <p:tav tm="0">
                                          <p:val>
                                            <p:strVal val="0-#ppt_w/2"/>
                                          </p:val>
                                        </p:tav>
                                        <p:tav tm="100000">
                                          <p:val>
                                            <p:strVal val="#ppt_x"/>
                                          </p:val>
                                        </p:tav>
                                      </p:tavLst>
                                    </p:anim>
                                    <p:anim calcmode="lin" valueType="num">
                                      <p:cBhvr additive="base">
                                        <p:cTn id="12" dur="500" fill="hold"/>
                                        <p:tgtEl>
                                          <p:spTgt spid="1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p:bldLst>
  </p:timing>
</p:sldLayout>
</file>

<file path=ppt/slideLayouts/slideLayout352.xml><?xml version="1.0" encoding="utf-8"?>
<p:sldLayout xmlns:a="http://schemas.openxmlformats.org/drawingml/2006/main" xmlns:r="http://schemas.openxmlformats.org/officeDocument/2006/relationships" xmlns:p="http://schemas.openxmlformats.org/presentationml/2006/main" userDrawn="1">
  <p:cSld name="1_Pic02">
    <p:spTree>
      <p:nvGrpSpPr>
        <p:cNvPr id="1" name=""/>
        <p:cNvGrpSpPr/>
        <p:nvPr/>
      </p:nvGrpSpPr>
      <p:grpSpPr>
        <a:xfrm>
          <a:off x="0" y="0"/>
          <a:ext cx="0" cy="0"/>
          <a:chOff x="0" y="0"/>
          <a:chExt cx="0" cy="0"/>
        </a:xfrm>
      </p:grpSpPr>
      <p:sp>
        <p:nvSpPr>
          <p:cNvPr id="13" name="Picture Placeholder 7"/>
          <p:cNvSpPr>
            <a:spLocks noGrp="1"/>
          </p:cNvSpPr>
          <p:nvPr>
            <p:ph type="pic" sz="quarter" idx="16" hasCustomPrompt="1"/>
          </p:nvPr>
        </p:nvSpPr>
        <p:spPr>
          <a:xfrm>
            <a:off x="9042400" y="3251204"/>
            <a:ext cx="2540000" cy="1341193"/>
          </a:xfrm>
          <a:prstGeom prst="rect">
            <a:avLst/>
          </a:prstGeom>
          <a:ln>
            <a:noFill/>
          </a:ln>
        </p:spPr>
        <p:txBody>
          <a:bodyPr bIns="9144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8" name="Picture Placeholder 7"/>
          <p:cNvSpPr>
            <a:spLocks noGrp="1"/>
          </p:cNvSpPr>
          <p:nvPr>
            <p:ph type="pic" sz="quarter" idx="17" hasCustomPrompt="1"/>
          </p:nvPr>
        </p:nvSpPr>
        <p:spPr>
          <a:xfrm>
            <a:off x="6448268" y="4703209"/>
            <a:ext cx="2540000" cy="1341193"/>
          </a:xfrm>
          <a:prstGeom prst="rect">
            <a:avLst/>
          </a:prstGeom>
          <a:ln>
            <a:noFill/>
          </a:ln>
        </p:spPr>
        <p:txBody>
          <a:bodyPr bIns="91440" anchor="b"/>
          <a:lstStyle>
            <a:lvl1pPr algn="ctr">
              <a:buNone/>
              <a:defRPr sz="1600">
                <a:solidFill>
                  <a:schemeClr val="tx1">
                    <a:lumMod val="50000"/>
                    <a:lumOff val="50000"/>
                  </a:schemeClr>
                </a:solidFill>
              </a:defRPr>
            </a:lvl1pPr>
          </a:lstStyle>
          <a:p>
            <a:r>
              <a:rPr lang="en-US" dirty="0" smtClean="0"/>
              <a:t>Image Holder</a:t>
            </a:r>
            <a:endParaRPr lang="en-US" dirty="0"/>
          </a:p>
        </p:txBody>
      </p:sp>
      <p:grpSp>
        <p:nvGrpSpPr>
          <p:cNvPr id="2" name="Group 24"/>
          <p:cNvGrpSpPr/>
          <p:nvPr userDrawn="1"/>
        </p:nvGrpSpPr>
        <p:grpSpPr>
          <a:xfrm>
            <a:off x="9042400" y="1786333"/>
            <a:ext cx="2540000" cy="1365603"/>
            <a:chOff x="4750079" y="1706835"/>
            <a:chExt cx="1785974" cy="1044090"/>
          </a:xfrm>
        </p:grpSpPr>
        <p:sp>
          <p:nvSpPr>
            <p:cNvPr id="26" name="Rectangle 25"/>
            <p:cNvSpPr/>
            <p:nvPr/>
          </p:nvSpPr>
          <p:spPr>
            <a:xfrm>
              <a:off x="4750079" y="1747885"/>
              <a:ext cx="1785974" cy="1003040"/>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27" name="Rectangle 26"/>
            <p:cNvSpPr/>
            <p:nvPr/>
          </p:nvSpPr>
          <p:spPr>
            <a:xfrm>
              <a:off x="4750079" y="1706835"/>
              <a:ext cx="1785974" cy="10030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grpSp>
      <p:sp>
        <p:nvSpPr>
          <p:cNvPr id="31" name="Picture Placeholder 7"/>
          <p:cNvSpPr>
            <a:spLocks noGrp="1"/>
          </p:cNvSpPr>
          <p:nvPr>
            <p:ph type="pic" sz="quarter" idx="15" hasCustomPrompt="1"/>
          </p:nvPr>
        </p:nvSpPr>
        <p:spPr>
          <a:xfrm>
            <a:off x="6448268" y="1817965"/>
            <a:ext cx="2540000" cy="1341193"/>
          </a:xfrm>
          <a:prstGeom prst="rect">
            <a:avLst/>
          </a:prstGeom>
          <a:ln>
            <a:noFill/>
          </a:ln>
        </p:spPr>
        <p:txBody>
          <a:bodyPr bIns="91440" anchor="b"/>
          <a:lstStyle>
            <a:lvl1pPr algn="ctr">
              <a:buNone/>
              <a:defRPr sz="1600">
                <a:solidFill>
                  <a:schemeClr val="tx1">
                    <a:lumMod val="50000"/>
                    <a:lumOff val="50000"/>
                  </a:schemeClr>
                </a:solidFill>
              </a:defRPr>
            </a:lvl1pPr>
          </a:lstStyle>
          <a:p>
            <a:r>
              <a:rPr lang="en-US" dirty="0" smtClean="0"/>
              <a:t>Image Holder</a:t>
            </a:r>
            <a:endParaRPr lang="en-US" dirty="0"/>
          </a:p>
        </p:txBody>
      </p:sp>
      <p:grpSp>
        <p:nvGrpSpPr>
          <p:cNvPr id="3" name="Group 31"/>
          <p:cNvGrpSpPr/>
          <p:nvPr userDrawn="1"/>
        </p:nvGrpSpPr>
        <p:grpSpPr>
          <a:xfrm>
            <a:off x="6448268" y="3254528"/>
            <a:ext cx="2540000" cy="1365603"/>
            <a:chOff x="4750079" y="1706835"/>
            <a:chExt cx="1785974" cy="1044090"/>
          </a:xfrm>
        </p:grpSpPr>
        <p:sp>
          <p:nvSpPr>
            <p:cNvPr id="33" name="Rectangle 32"/>
            <p:cNvSpPr/>
            <p:nvPr/>
          </p:nvSpPr>
          <p:spPr>
            <a:xfrm>
              <a:off x="4750079" y="1747885"/>
              <a:ext cx="1785974" cy="1003040"/>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34" name="Rectangle 33"/>
            <p:cNvSpPr/>
            <p:nvPr/>
          </p:nvSpPr>
          <p:spPr>
            <a:xfrm>
              <a:off x="4750079" y="1706835"/>
              <a:ext cx="1785974" cy="100304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grpSp>
      <p:grpSp>
        <p:nvGrpSpPr>
          <p:cNvPr id="4" name="Group 34"/>
          <p:cNvGrpSpPr/>
          <p:nvPr userDrawn="1"/>
        </p:nvGrpSpPr>
        <p:grpSpPr>
          <a:xfrm>
            <a:off x="9042400" y="4706533"/>
            <a:ext cx="2540000" cy="1365603"/>
            <a:chOff x="4750079" y="1706835"/>
            <a:chExt cx="1785974" cy="1044090"/>
          </a:xfrm>
        </p:grpSpPr>
        <p:sp>
          <p:nvSpPr>
            <p:cNvPr id="36" name="Rectangle 35"/>
            <p:cNvSpPr/>
            <p:nvPr/>
          </p:nvSpPr>
          <p:spPr>
            <a:xfrm>
              <a:off x="4750079" y="1747885"/>
              <a:ext cx="1785974" cy="1003040"/>
            </a:xfrm>
            <a:prstGeom prst="rect">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37" name="Rectangle 36"/>
            <p:cNvSpPr/>
            <p:nvPr/>
          </p:nvSpPr>
          <p:spPr>
            <a:xfrm>
              <a:off x="4750079" y="1706835"/>
              <a:ext cx="1785974" cy="10030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grpSp>
      <p:sp>
        <p:nvSpPr>
          <p:cNvPr id="18"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9"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110216608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afterEffect">
                                  <p:stCondLst>
                                    <p:cond delay="0"/>
                                  </p:stCondLst>
                                  <p:childTnLst>
                                    <p:set>
                                      <p:cBhvr>
                                        <p:cTn id="6" dur="1" fill="hold">
                                          <p:stCondLst>
                                            <p:cond delay="0"/>
                                          </p:stCondLst>
                                        </p:cTn>
                                        <p:tgtEl>
                                          <p:spTgt spid="31"/>
                                        </p:tgtEl>
                                        <p:attrNameLst>
                                          <p:attrName>style.visibility</p:attrName>
                                        </p:attrNameLst>
                                      </p:cBhvr>
                                      <p:to>
                                        <p:strVal val="visible"/>
                                      </p:to>
                                    </p:set>
                                    <p:animEffect transition="in" filter="wipe(down)">
                                      <p:cBhvr>
                                        <p:cTn id="7" dur="500"/>
                                        <p:tgtEl>
                                          <p:spTgt spid="31"/>
                                        </p:tgtEl>
                                      </p:cBhvr>
                                    </p:animEffect>
                                  </p:childTnLst>
                                </p:cTn>
                              </p:par>
                            </p:childTnLst>
                          </p:cTn>
                        </p:par>
                        <p:par>
                          <p:cTn id="8" fill="hold">
                            <p:stCondLst>
                              <p:cond delay="500"/>
                            </p:stCondLst>
                            <p:childTnLst>
                              <p:par>
                                <p:cTn id="9" presetID="22" presetClass="entr" presetSubtype="4" fill="hold"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wipe(down)">
                                      <p:cBhvr>
                                        <p:cTn id="11" dur="500"/>
                                        <p:tgtEl>
                                          <p:spTgt spid="2"/>
                                        </p:tgtEl>
                                      </p:cBhvr>
                                    </p:animEffect>
                                  </p:childTnLst>
                                </p:cTn>
                              </p:par>
                            </p:childTnLst>
                          </p:cTn>
                        </p:par>
                        <p:par>
                          <p:cTn id="12" fill="hold">
                            <p:stCondLst>
                              <p:cond delay="1000"/>
                            </p:stCondLst>
                            <p:childTnLst>
                              <p:par>
                                <p:cTn id="13" presetID="22" presetClass="entr" presetSubtype="4" fill="hold" nodeType="afterEffect">
                                  <p:stCondLst>
                                    <p:cond delay="0"/>
                                  </p:stCondLst>
                                  <p:childTnLst>
                                    <p:set>
                                      <p:cBhvr>
                                        <p:cTn id="14" dur="1" fill="hold">
                                          <p:stCondLst>
                                            <p:cond delay="0"/>
                                          </p:stCondLst>
                                        </p:cTn>
                                        <p:tgtEl>
                                          <p:spTgt spid="3"/>
                                        </p:tgtEl>
                                        <p:attrNameLst>
                                          <p:attrName>style.visibility</p:attrName>
                                        </p:attrNameLst>
                                      </p:cBhvr>
                                      <p:to>
                                        <p:strVal val="visible"/>
                                      </p:to>
                                    </p:set>
                                    <p:animEffect transition="in" filter="wipe(down)">
                                      <p:cBhvr>
                                        <p:cTn id="15" dur="500"/>
                                        <p:tgtEl>
                                          <p:spTgt spid="3"/>
                                        </p:tgtEl>
                                      </p:cBhvr>
                                    </p:animEffect>
                                  </p:childTnLst>
                                </p:cTn>
                              </p:par>
                            </p:childTnLst>
                          </p:cTn>
                        </p:par>
                        <p:par>
                          <p:cTn id="16" fill="hold">
                            <p:stCondLst>
                              <p:cond delay="1500"/>
                            </p:stCondLst>
                            <p:childTnLst>
                              <p:par>
                                <p:cTn id="17" presetID="22" presetClass="entr" presetSubtype="4" fill="hold" grpId="0" nodeType="afterEffect">
                                  <p:stCondLst>
                                    <p:cond delay="0"/>
                                  </p:stCondLst>
                                  <p:childTnLst>
                                    <p:set>
                                      <p:cBhvr>
                                        <p:cTn id="18" dur="1" fill="hold">
                                          <p:stCondLst>
                                            <p:cond delay="0"/>
                                          </p:stCondLst>
                                        </p:cTn>
                                        <p:tgtEl>
                                          <p:spTgt spid="13"/>
                                        </p:tgtEl>
                                        <p:attrNameLst>
                                          <p:attrName>style.visibility</p:attrName>
                                        </p:attrNameLst>
                                      </p:cBhvr>
                                      <p:to>
                                        <p:strVal val="visible"/>
                                      </p:to>
                                    </p:set>
                                    <p:animEffect transition="in" filter="wipe(down)">
                                      <p:cBhvr>
                                        <p:cTn id="19" dur="500"/>
                                        <p:tgtEl>
                                          <p:spTgt spid="13"/>
                                        </p:tgtEl>
                                      </p:cBhvr>
                                    </p:animEffect>
                                  </p:childTnLst>
                                </p:cTn>
                              </p:par>
                            </p:childTnLst>
                          </p:cTn>
                        </p:par>
                        <p:par>
                          <p:cTn id="20" fill="hold">
                            <p:stCondLst>
                              <p:cond delay="2000"/>
                            </p:stCondLst>
                            <p:childTnLst>
                              <p:par>
                                <p:cTn id="21" presetID="22" presetClass="entr" presetSubtype="4" fill="hold" grpId="0" nodeType="afterEffect">
                                  <p:stCondLst>
                                    <p:cond delay="0"/>
                                  </p:stCondLst>
                                  <p:childTnLst>
                                    <p:set>
                                      <p:cBhvr>
                                        <p:cTn id="22" dur="1" fill="hold">
                                          <p:stCondLst>
                                            <p:cond delay="0"/>
                                          </p:stCondLst>
                                        </p:cTn>
                                        <p:tgtEl>
                                          <p:spTgt spid="8"/>
                                        </p:tgtEl>
                                        <p:attrNameLst>
                                          <p:attrName>style.visibility</p:attrName>
                                        </p:attrNameLst>
                                      </p:cBhvr>
                                      <p:to>
                                        <p:strVal val="visible"/>
                                      </p:to>
                                    </p:set>
                                    <p:animEffect transition="in" filter="wipe(down)">
                                      <p:cBhvr>
                                        <p:cTn id="23" dur="500"/>
                                        <p:tgtEl>
                                          <p:spTgt spid="8"/>
                                        </p:tgtEl>
                                      </p:cBhvr>
                                    </p:animEffect>
                                  </p:childTnLst>
                                </p:cTn>
                              </p:par>
                            </p:childTnLst>
                          </p:cTn>
                        </p:par>
                        <p:par>
                          <p:cTn id="24" fill="hold">
                            <p:stCondLst>
                              <p:cond delay="2500"/>
                            </p:stCondLst>
                            <p:childTnLst>
                              <p:par>
                                <p:cTn id="25" presetID="22" presetClass="entr" presetSubtype="4" fill="hold" nodeType="afterEffect">
                                  <p:stCondLst>
                                    <p:cond delay="0"/>
                                  </p:stCondLst>
                                  <p:childTnLst>
                                    <p:set>
                                      <p:cBhvr>
                                        <p:cTn id="26" dur="1" fill="hold">
                                          <p:stCondLst>
                                            <p:cond delay="0"/>
                                          </p:stCondLst>
                                        </p:cTn>
                                        <p:tgtEl>
                                          <p:spTgt spid="4"/>
                                        </p:tgtEl>
                                        <p:attrNameLst>
                                          <p:attrName>style.visibility</p:attrName>
                                        </p:attrNameLst>
                                      </p:cBhvr>
                                      <p:to>
                                        <p:strVal val="visible"/>
                                      </p:to>
                                    </p:set>
                                    <p:animEffect transition="in" filter="wipe(down)">
                                      <p:cBhvr>
                                        <p:cTn id="2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P spid="8" grpId="0"/>
      <p:bldP spid="31" grpId="0"/>
    </p:bldLst>
  </p:timing>
</p:sldLayout>
</file>

<file path=ppt/slideLayouts/slideLayout353.xml><?xml version="1.0" encoding="utf-8"?>
<p:sldLayout xmlns:a="http://schemas.openxmlformats.org/drawingml/2006/main" xmlns:r="http://schemas.openxmlformats.org/officeDocument/2006/relationships" xmlns:p="http://schemas.openxmlformats.org/presentationml/2006/main" userDrawn="1">
  <p:cSld name="Pic09">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880609" y="1870880"/>
            <a:ext cx="4908153" cy="4301321"/>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10"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1"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411364563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Layout>
</file>

<file path=ppt/slideLayouts/slideLayout354.xml><?xml version="1.0" encoding="utf-8"?>
<p:sldLayout xmlns:a="http://schemas.openxmlformats.org/drawingml/2006/main" xmlns:r="http://schemas.openxmlformats.org/officeDocument/2006/relationships" xmlns:p="http://schemas.openxmlformats.org/presentationml/2006/main" userDrawn="1">
  <p:cSld name="Pic11">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6385125" y="1870880"/>
            <a:ext cx="4908153" cy="4301321"/>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10"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1"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59618151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Layout>
</file>

<file path=ppt/slideLayouts/slideLayout355.xml><?xml version="1.0" encoding="utf-8"?>
<p:sldLayout xmlns:a="http://schemas.openxmlformats.org/drawingml/2006/main" xmlns:r="http://schemas.openxmlformats.org/officeDocument/2006/relationships" xmlns:p="http://schemas.openxmlformats.org/presentationml/2006/main" preserve="1" userDrawn="1">
  <p:cSld name="1_Team09">
    <p:spTree>
      <p:nvGrpSpPr>
        <p:cNvPr id="1" name=""/>
        <p:cNvGrpSpPr/>
        <p:nvPr/>
      </p:nvGrpSpPr>
      <p:grpSpPr>
        <a:xfrm>
          <a:off x="0" y="0"/>
          <a:ext cx="0" cy="0"/>
          <a:chOff x="0" y="0"/>
          <a:chExt cx="0" cy="0"/>
        </a:xfrm>
      </p:grpSpPr>
      <p:sp>
        <p:nvSpPr>
          <p:cNvPr id="31" name="Picture Placeholder 7"/>
          <p:cNvSpPr>
            <a:spLocks noGrp="1"/>
          </p:cNvSpPr>
          <p:nvPr>
            <p:ph type="pic" sz="quarter" idx="10" hasCustomPrompt="1"/>
          </p:nvPr>
        </p:nvSpPr>
        <p:spPr>
          <a:xfrm>
            <a:off x="884639" y="2201898"/>
            <a:ext cx="1895355" cy="1894789"/>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1"/>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14" name="Text Placeholder 3"/>
          <p:cNvSpPr>
            <a:spLocks noGrp="1"/>
          </p:cNvSpPr>
          <p:nvPr>
            <p:ph type="body" sz="half" idx="15"/>
          </p:nvPr>
        </p:nvSpPr>
        <p:spPr>
          <a:xfrm>
            <a:off x="849403" y="4839493"/>
            <a:ext cx="1948892" cy="1231107"/>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3" name="Picture Placeholder 7"/>
          <p:cNvSpPr>
            <a:spLocks noGrp="1"/>
          </p:cNvSpPr>
          <p:nvPr>
            <p:ph type="pic" sz="quarter" idx="17" hasCustomPrompt="1"/>
          </p:nvPr>
        </p:nvSpPr>
        <p:spPr>
          <a:xfrm>
            <a:off x="3019721" y="2201898"/>
            <a:ext cx="1895355" cy="1894789"/>
          </a:xfrm>
          <a:prstGeom prst="rect">
            <a:avLst/>
          </a:prstGeom>
          <a:ln w="19050">
            <a:solidFill>
              <a:schemeClr val="accent2"/>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24" name="Text Placeholder 3"/>
          <p:cNvSpPr>
            <a:spLocks noGrp="1"/>
          </p:cNvSpPr>
          <p:nvPr>
            <p:ph type="body" sz="half" idx="18"/>
          </p:nvPr>
        </p:nvSpPr>
        <p:spPr>
          <a:xfrm>
            <a:off x="2984486" y="4839493"/>
            <a:ext cx="1948892" cy="1231107"/>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7" name="Picture Placeholder 7"/>
          <p:cNvSpPr>
            <a:spLocks noGrp="1"/>
          </p:cNvSpPr>
          <p:nvPr>
            <p:ph type="pic" sz="quarter" idx="20" hasCustomPrompt="1"/>
          </p:nvPr>
        </p:nvSpPr>
        <p:spPr>
          <a:xfrm>
            <a:off x="5140351" y="2201898"/>
            <a:ext cx="1895355" cy="1894789"/>
          </a:xfrm>
          <a:prstGeom prst="rect">
            <a:avLst/>
          </a:prstGeom>
          <a:ln w="19050">
            <a:solidFill>
              <a:schemeClr val="accent3"/>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28" name="Text Placeholder 3"/>
          <p:cNvSpPr>
            <a:spLocks noGrp="1"/>
          </p:cNvSpPr>
          <p:nvPr>
            <p:ph type="body" sz="half" idx="21"/>
          </p:nvPr>
        </p:nvSpPr>
        <p:spPr>
          <a:xfrm>
            <a:off x="5105115" y="4839493"/>
            <a:ext cx="1948892" cy="1231107"/>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32" name="Picture Placeholder 7"/>
          <p:cNvSpPr>
            <a:spLocks noGrp="1"/>
          </p:cNvSpPr>
          <p:nvPr>
            <p:ph type="pic" sz="quarter" idx="23" hasCustomPrompt="1"/>
          </p:nvPr>
        </p:nvSpPr>
        <p:spPr>
          <a:xfrm>
            <a:off x="7250175" y="2201898"/>
            <a:ext cx="1895355" cy="1894789"/>
          </a:xfrm>
          <a:prstGeom prst="rect">
            <a:avLst/>
          </a:prstGeom>
          <a:ln w="19050">
            <a:solidFill>
              <a:schemeClr val="accent4"/>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33" name="Text Placeholder 3"/>
          <p:cNvSpPr>
            <a:spLocks noGrp="1"/>
          </p:cNvSpPr>
          <p:nvPr>
            <p:ph type="body" sz="half" idx="24"/>
          </p:nvPr>
        </p:nvSpPr>
        <p:spPr>
          <a:xfrm>
            <a:off x="7214939" y="4839493"/>
            <a:ext cx="1948892" cy="1231107"/>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38" name="Picture Placeholder 7"/>
          <p:cNvSpPr>
            <a:spLocks noGrp="1"/>
          </p:cNvSpPr>
          <p:nvPr>
            <p:ph type="pic" sz="quarter" idx="26" hasCustomPrompt="1"/>
          </p:nvPr>
        </p:nvSpPr>
        <p:spPr>
          <a:xfrm>
            <a:off x="9381609" y="2201898"/>
            <a:ext cx="1895355" cy="1894789"/>
          </a:xfrm>
          <a:prstGeom prst="rect">
            <a:avLst/>
          </a:prstGeom>
          <a:ln w="19050">
            <a:solidFill>
              <a:schemeClr val="accent5"/>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39" name="Text Placeholder 3"/>
          <p:cNvSpPr>
            <a:spLocks noGrp="1"/>
          </p:cNvSpPr>
          <p:nvPr>
            <p:ph type="body" sz="half" idx="27"/>
          </p:nvPr>
        </p:nvSpPr>
        <p:spPr>
          <a:xfrm>
            <a:off x="9346374" y="4839493"/>
            <a:ext cx="1948892" cy="1231107"/>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1" name="Rectangle 20"/>
          <p:cNvSpPr/>
          <p:nvPr userDrawn="1"/>
        </p:nvSpPr>
        <p:spPr>
          <a:xfrm>
            <a:off x="872114" y="4051293"/>
            <a:ext cx="1920405" cy="7112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22" name="Text Placeholder 3"/>
          <p:cNvSpPr>
            <a:spLocks noGrp="1"/>
          </p:cNvSpPr>
          <p:nvPr>
            <p:ph type="body" sz="half" idx="16"/>
          </p:nvPr>
        </p:nvSpPr>
        <p:spPr>
          <a:xfrm>
            <a:off x="1140228" y="4176106"/>
            <a:ext cx="1367243" cy="508973"/>
          </a:xfrm>
          <a:prstGeom prst="rect">
            <a:avLst/>
          </a:prstGeom>
        </p:spPr>
        <p:txBody>
          <a:bodyPr wrap="square" lIns="0" tIns="0" rIns="0" bIns="0" anchor="ctr">
            <a:noAutofit/>
          </a:bodyPr>
          <a:lstStyle>
            <a:lvl1pPr marL="0" indent="0" algn="ctr">
              <a:buNone/>
              <a:defRPr sz="1467" b="1" baseline="0">
                <a:solidFill>
                  <a:schemeClr val="bg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25" name="Rectangle 24"/>
          <p:cNvSpPr/>
          <p:nvPr userDrawn="1"/>
        </p:nvSpPr>
        <p:spPr>
          <a:xfrm>
            <a:off x="3007196" y="4051293"/>
            <a:ext cx="1920405" cy="7112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26" name="Text Placeholder 3"/>
          <p:cNvSpPr>
            <a:spLocks noGrp="1"/>
          </p:cNvSpPr>
          <p:nvPr>
            <p:ph type="body" sz="half" idx="19"/>
          </p:nvPr>
        </p:nvSpPr>
        <p:spPr>
          <a:xfrm>
            <a:off x="3275311" y="4176106"/>
            <a:ext cx="1367243" cy="508973"/>
          </a:xfrm>
          <a:prstGeom prst="rect">
            <a:avLst/>
          </a:prstGeom>
        </p:spPr>
        <p:txBody>
          <a:bodyPr wrap="square" lIns="0" tIns="0" rIns="0" bIns="0" anchor="ctr">
            <a:noAutofit/>
          </a:bodyPr>
          <a:lstStyle>
            <a:lvl1pPr marL="0" indent="0" algn="ctr">
              <a:buNone/>
              <a:defRPr sz="1467" b="1" baseline="0">
                <a:solidFill>
                  <a:schemeClr val="bg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29" name="Rectangle 28"/>
          <p:cNvSpPr/>
          <p:nvPr userDrawn="1"/>
        </p:nvSpPr>
        <p:spPr>
          <a:xfrm>
            <a:off x="5127826" y="4051293"/>
            <a:ext cx="1920405" cy="7112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30" name="Text Placeholder 3"/>
          <p:cNvSpPr>
            <a:spLocks noGrp="1"/>
          </p:cNvSpPr>
          <p:nvPr>
            <p:ph type="body" sz="half" idx="22"/>
          </p:nvPr>
        </p:nvSpPr>
        <p:spPr>
          <a:xfrm>
            <a:off x="5395940" y="4176106"/>
            <a:ext cx="1367243" cy="508973"/>
          </a:xfrm>
          <a:prstGeom prst="rect">
            <a:avLst/>
          </a:prstGeom>
        </p:spPr>
        <p:txBody>
          <a:bodyPr wrap="square" lIns="0" tIns="0" rIns="0" bIns="0" anchor="ctr">
            <a:noAutofit/>
          </a:bodyPr>
          <a:lstStyle>
            <a:lvl1pPr marL="0" indent="0" algn="ctr">
              <a:buNone/>
              <a:defRPr sz="1467" b="1" baseline="0">
                <a:solidFill>
                  <a:schemeClr val="bg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35" name="Rectangle 34"/>
          <p:cNvSpPr/>
          <p:nvPr userDrawn="1"/>
        </p:nvSpPr>
        <p:spPr>
          <a:xfrm>
            <a:off x="7237650" y="4051293"/>
            <a:ext cx="1920405" cy="7112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36" name="Text Placeholder 3"/>
          <p:cNvSpPr>
            <a:spLocks noGrp="1"/>
          </p:cNvSpPr>
          <p:nvPr>
            <p:ph type="body" sz="half" idx="25"/>
          </p:nvPr>
        </p:nvSpPr>
        <p:spPr>
          <a:xfrm>
            <a:off x="7505764" y="4176106"/>
            <a:ext cx="1367243" cy="508973"/>
          </a:xfrm>
          <a:prstGeom prst="rect">
            <a:avLst/>
          </a:prstGeom>
        </p:spPr>
        <p:txBody>
          <a:bodyPr wrap="square" lIns="0" tIns="0" rIns="0" bIns="0" anchor="ctr">
            <a:noAutofit/>
          </a:bodyPr>
          <a:lstStyle>
            <a:lvl1pPr marL="0" indent="0" algn="ctr">
              <a:buNone/>
              <a:defRPr sz="1467" b="1" baseline="0">
                <a:solidFill>
                  <a:schemeClr val="bg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41" name="Rectangle 40"/>
          <p:cNvSpPr/>
          <p:nvPr userDrawn="1"/>
        </p:nvSpPr>
        <p:spPr>
          <a:xfrm>
            <a:off x="9369084" y="4051293"/>
            <a:ext cx="1920405" cy="71120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44" name="Text Placeholder 3"/>
          <p:cNvSpPr>
            <a:spLocks noGrp="1"/>
          </p:cNvSpPr>
          <p:nvPr>
            <p:ph type="body" sz="half" idx="28"/>
          </p:nvPr>
        </p:nvSpPr>
        <p:spPr>
          <a:xfrm>
            <a:off x="9637199" y="4176106"/>
            <a:ext cx="1367243" cy="508973"/>
          </a:xfrm>
          <a:prstGeom prst="rect">
            <a:avLst/>
          </a:prstGeom>
        </p:spPr>
        <p:txBody>
          <a:bodyPr wrap="square" lIns="0" tIns="0" rIns="0" bIns="0" anchor="ctr">
            <a:noAutofit/>
          </a:bodyPr>
          <a:lstStyle>
            <a:lvl1pPr marL="0" indent="0" algn="ctr">
              <a:buNone/>
              <a:defRPr sz="1467" b="1" baseline="0">
                <a:solidFill>
                  <a:schemeClr val="bg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34"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37"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166491126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grpId="0" nodeType="afterEffect">
                                  <p:stCondLst>
                                    <p:cond delay="0"/>
                                  </p:stCondLst>
                                  <p:childTnLst>
                                    <p:set>
                                      <p:cBhvr>
                                        <p:cTn id="6" dur="1" fill="hold">
                                          <p:stCondLst>
                                            <p:cond delay="0"/>
                                          </p:stCondLst>
                                        </p:cTn>
                                        <p:tgtEl>
                                          <p:spTgt spid="31"/>
                                        </p:tgtEl>
                                        <p:attrNameLst>
                                          <p:attrName>style.visibility</p:attrName>
                                        </p:attrNameLst>
                                      </p:cBhvr>
                                      <p:to>
                                        <p:strVal val="visible"/>
                                      </p:to>
                                    </p:set>
                                    <p:anim calcmode="lin" valueType="num">
                                      <p:cBhvr>
                                        <p:cTn id="7" dur="500" fill="hold"/>
                                        <p:tgtEl>
                                          <p:spTgt spid="31"/>
                                        </p:tgtEl>
                                        <p:attrNameLst>
                                          <p:attrName>ppt_w</p:attrName>
                                        </p:attrNameLst>
                                      </p:cBhvr>
                                      <p:tavLst>
                                        <p:tav tm="0">
                                          <p:val>
                                            <p:fltVal val="0"/>
                                          </p:val>
                                        </p:tav>
                                        <p:tav tm="100000">
                                          <p:val>
                                            <p:strVal val="#ppt_w"/>
                                          </p:val>
                                        </p:tav>
                                      </p:tavLst>
                                    </p:anim>
                                    <p:anim calcmode="lin" valueType="num">
                                      <p:cBhvr>
                                        <p:cTn id="8" dur="500" fill="hold"/>
                                        <p:tgtEl>
                                          <p:spTgt spid="31"/>
                                        </p:tgtEl>
                                        <p:attrNameLst>
                                          <p:attrName>ppt_h</p:attrName>
                                        </p:attrNameLst>
                                      </p:cBhvr>
                                      <p:tavLst>
                                        <p:tav tm="0">
                                          <p:val>
                                            <p:fltVal val="0"/>
                                          </p:val>
                                        </p:tav>
                                        <p:tav tm="100000">
                                          <p:val>
                                            <p:strVal val="#ppt_h"/>
                                          </p:val>
                                        </p:tav>
                                      </p:tavLst>
                                    </p:anim>
                                    <p:animEffect transition="in" filter="fade">
                                      <p:cBhvr>
                                        <p:cTn id="9" dur="500"/>
                                        <p:tgtEl>
                                          <p:spTgt spid="31"/>
                                        </p:tgtEl>
                                      </p:cBhvr>
                                    </p:animEffect>
                                  </p:childTnLst>
                                </p:cTn>
                              </p:par>
                            </p:childTnLst>
                          </p:cTn>
                        </p:par>
                        <p:par>
                          <p:cTn id="10" fill="hold">
                            <p:stCondLst>
                              <p:cond delay="500"/>
                            </p:stCondLst>
                            <p:childTnLst>
                              <p:par>
                                <p:cTn id="11" presetID="22" presetClass="entr" presetSubtype="4" fill="hold" grpId="0" nodeType="afterEffect">
                                  <p:stCondLst>
                                    <p:cond delay="0"/>
                                  </p:stCondLst>
                                  <p:childTnLst>
                                    <p:set>
                                      <p:cBhvr>
                                        <p:cTn id="12" dur="1" fill="hold">
                                          <p:stCondLst>
                                            <p:cond delay="0"/>
                                          </p:stCondLst>
                                        </p:cTn>
                                        <p:tgtEl>
                                          <p:spTgt spid="21"/>
                                        </p:tgtEl>
                                        <p:attrNameLst>
                                          <p:attrName>style.visibility</p:attrName>
                                        </p:attrNameLst>
                                      </p:cBhvr>
                                      <p:to>
                                        <p:strVal val="visible"/>
                                      </p:to>
                                    </p:set>
                                    <p:animEffect transition="in" filter="wipe(down)">
                                      <p:cBhvr>
                                        <p:cTn id="13" dur="500"/>
                                        <p:tgtEl>
                                          <p:spTgt spid="21"/>
                                        </p:tgtEl>
                                      </p:cBhvr>
                                    </p:animEffect>
                                  </p:childTnLst>
                                </p:cTn>
                              </p:par>
                            </p:childTnLst>
                          </p:cTn>
                        </p:par>
                        <p:par>
                          <p:cTn id="14" fill="hold">
                            <p:stCondLst>
                              <p:cond delay="1000"/>
                            </p:stCondLst>
                            <p:childTnLst>
                              <p:par>
                                <p:cTn id="15" presetID="22" presetClass="entr" presetSubtype="4" fill="hold" grpId="0" nodeType="afterEffect" nodePh="1">
                                  <p:stCondLst>
                                    <p:cond delay="0"/>
                                  </p:stCondLst>
                                  <p:endCondLst>
                                    <p:cond evt="begin" delay="0">
                                      <p:tn val="15"/>
                                    </p:cond>
                                  </p:endCondLst>
                                  <p:childTnLst>
                                    <p:set>
                                      <p:cBhvr>
                                        <p:cTn id="16" dur="1" fill="hold">
                                          <p:stCondLst>
                                            <p:cond delay="0"/>
                                          </p:stCondLst>
                                        </p:cTn>
                                        <p:tgtEl>
                                          <p:spTgt spid="22">
                                            <p:txEl>
                                              <p:pRg st="0" end="0"/>
                                            </p:txEl>
                                          </p:spTgt>
                                        </p:tgtEl>
                                        <p:attrNameLst>
                                          <p:attrName>style.visibility</p:attrName>
                                        </p:attrNameLst>
                                      </p:cBhvr>
                                      <p:to>
                                        <p:strVal val="visible"/>
                                      </p:to>
                                    </p:set>
                                    <p:animEffect transition="in" filter="wipe(down)">
                                      <p:cBhvr>
                                        <p:cTn id="17" dur="500"/>
                                        <p:tgtEl>
                                          <p:spTgt spid="22">
                                            <p:txEl>
                                              <p:pRg st="0" end="0"/>
                                            </p:txEl>
                                          </p:spTgt>
                                        </p:tgtEl>
                                      </p:cBhvr>
                                    </p:animEffect>
                                  </p:childTnLst>
                                </p:cTn>
                              </p:par>
                            </p:childTnLst>
                          </p:cTn>
                        </p:par>
                        <p:par>
                          <p:cTn id="18" fill="hold">
                            <p:stCondLst>
                              <p:cond delay="1500"/>
                            </p:stCondLst>
                            <p:childTnLst>
                              <p:par>
                                <p:cTn id="19" presetID="2" presetClass="entr" presetSubtype="4" accel="50000" decel="50000" fill="hold" grpId="0" nodeType="afterEffect" nodePh="1">
                                  <p:stCondLst>
                                    <p:cond delay="0"/>
                                  </p:stCondLst>
                                  <p:endCondLst>
                                    <p:cond evt="begin" delay="0">
                                      <p:tn val="19"/>
                                    </p:cond>
                                  </p:endCondLst>
                                  <p:childTnLst>
                                    <p:set>
                                      <p:cBhvr>
                                        <p:cTn id="20" dur="1" fill="hold">
                                          <p:stCondLst>
                                            <p:cond delay="0"/>
                                          </p:stCondLst>
                                        </p:cTn>
                                        <p:tgtEl>
                                          <p:spTgt spid="14">
                                            <p:txEl>
                                              <p:pRg st="0" end="0"/>
                                            </p:txEl>
                                          </p:spTgt>
                                        </p:tgtEl>
                                        <p:attrNameLst>
                                          <p:attrName>style.visibility</p:attrName>
                                        </p:attrNameLst>
                                      </p:cBhvr>
                                      <p:to>
                                        <p:strVal val="visible"/>
                                      </p:to>
                                    </p:set>
                                    <p:anim calcmode="lin" valueType="num">
                                      <p:cBhvr additive="base">
                                        <p:cTn id="21" dur="500" fill="hold"/>
                                        <p:tgtEl>
                                          <p:spTgt spid="14">
                                            <p:txEl>
                                              <p:pRg st="0" end="0"/>
                                            </p:txEl>
                                          </p:spTgt>
                                        </p:tgtEl>
                                        <p:attrNameLst>
                                          <p:attrName>ppt_x</p:attrName>
                                        </p:attrNameLst>
                                      </p:cBhvr>
                                      <p:tavLst>
                                        <p:tav tm="0">
                                          <p:val>
                                            <p:strVal val="#ppt_x"/>
                                          </p:val>
                                        </p:tav>
                                        <p:tav tm="100000">
                                          <p:val>
                                            <p:strVal val="#ppt_x"/>
                                          </p:val>
                                        </p:tav>
                                      </p:tavLst>
                                    </p:anim>
                                    <p:anim calcmode="lin" valueType="num">
                                      <p:cBhvr additive="base">
                                        <p:cTn id="22" dur="500" fill="hold"/>
                                        <p:tgtEl>
                                          <p:spTgt spid="14">
                                            <p:txEl>
                                              <p:pRg st="0" end="0"/>
                                            </p:txEl>
                                          </p:spTgt>
                                        </p:tgtEl>
                                        <p:attrNameLst>
                                          <p:attrName>ppt_y</p:attrName>
                                        </p:attrNameLst>
                                      </p:cBhvr>
                                      <p:tavLst>
                                        <p:tav tm="0">
                                          <p:val>
                                            <p:strVal val="1+#ppt_h/2"/>
                                          </p:val>
                                        </p:tav>
                                        <p:tav tm="100000">
                                          <p:val>
                                            <p:strVal val="#ppt_y"/>
                                          </p:val>
                                        </p:tav>
                                      </p:tavLst>
                                    </p:anim>
                                  </p:childTnLst>
                                </p:cTn>
                              </p:par>
                            </p:childTnLst>
                          </p:cTn>
                        </p:par>
                        <p:par>
                          <p:cTn id="23" fill="hold">
                            <p:stCondLst>
                              <p:cond delay="2000"/>
                            </p:stCondLst>
                            <p:childTnLst>
                              <p:par>
                                <p:cTn id="24" presetID="53" presetClass="entr" presetSubtype="0" fill="hold" grpId="0" nodeType="afterEffect">
                                  <p:stCondLst>
                                    <p:cond delay="0"/>
                                  </p:stCondLst>
                                  <p:childTnLst>
                                    <p:set>
                                      <p:cBhvr>
                                        <p:cTn id="25" dur="1" fill="hold">
                                          <p:stCondLst>
                                            <p:cond delay="0"/>
                                          </p:stCondLst>
                                        </p:cTn>
                                        <p:tgtEl>
                                          <p:spTgt spid="23"/>
                                        </p:tgtEl>
                                        <p:attrNameLst>
                                          <p:attrName>style.visibility</p:attrName>
                                        </p:attrNameLst>
                                      </p:cBhvr>
                                      <p:to>
                                        <p:strVal val="visible"/>
                                      </p:to>
                                    </p:set>
                                    <p:anim calcmode="lin" valueType="num">
                                      <p:cBhvr>
                                        <p:cTn id="26" dur="500" fill="hold"/>
                                        <p:tgtEl>
                                          <p:spTgt spid="23"/>
                                        </p:tgtEl>
                                        <p:attrNameLst>
                                          <p:attrName>ppt_w</p:attrName>
                                        </p:attrNameLst>
                                      </p:cBhvr>
                                      <p:tavLst>
                                        <p:tav tm="0">
                                          <p:val>
                                            <p:fltVal val="0"/>
                                          </p:val>
                                        </p:tav>
                                        <p:tav tm="100000">
                                          <p:val>
                                            <p:strVal val="#ppt_w"/>
                                          </p:val>
                                        </p:tav>
                                      </p:tavLst>
                                    </p:anim>
                                    <p:anim calcmode="lin" valueType="num">
                                      <p:cBhvr>
                                        <p:cTn id="27" dur="500" fill="hold"/>
                                        <p:tgtEl>
                                          <p:spTgt spid="23"/>
                                        </p:tgtEl>
                                        <p:attrNameLst>
                                          <p:attrName>ppt_h</p:attrName>
                                        </p:attrNameLst>
                                      </p:cBhvr>
                                      <p:tavLst>
                                        <p:tav tm="0">
                                          <p:val>
                                            <p:fltVal val="0"/>
                                          </p:val>
                                        </p:tav>
                                        <p:tav tm="100000">
                                          <p:val>
                                            <p:strVal val="#ppt_h"/>
                                          </p:val>
                                        </p:tav>
                                      </p:tavLst>
                                    </p:anim>
                                    <p:animEffect transition="in" filter="fade">
                                      <p:cBhvr>
                                        <p:cTn id="28" dur="500"/>
                                        <p:tgtEl>
                                          <p:spTgt spid="23"/>
                                        </p:tgtEl>
                                      </p:cBhvr>
                                    </p:animEffect>
                                  </p:childTnLst>
                                </p:cTn>
                              </p:par>
                            </p:childTnLst>
                          </p:cTn>
                        </p:par>
                        <p:par>
                          <p:cTn id="29" fill="hold">
                            <p:stCondLst>
                              <p:cond delay="2500"/>
                            </p:stCondLst>
                            <p:childTnLst>
                              <p:par>
                                <p:cTn id="30" presetID="22" presetClass="entr" presetSubtype="4" fill="hold" grpId="0" nodeType="afterEffect">
                                  <p:stCondLst>
                                    <p:cond delay="0"/>
                                  </p:stCondLst>
                                  <p:childTnLst>
                                    <p:set>
                                      <p:cBhvr>
                                        <p:cTn id="31" dur="1" fill="hold">
                                          <p:stCondLst>
                                            <p:cond delay="0"/>
                                          </p:stCondLst>
                                        </p:cTn>
                                        <p:tgtEl>
                                          <p:spTgt spid="25"/>
                                        </p:tgtEl>
                                        <p:attrNameLst>
                                          <p:attrName>style.visibility</p:attrName>
                                        </p:attrNameLst>
                                      </p:cBhvr>
                                      <p:to>
                                        <p:strVal val="visible"/>
                                      </p:to>
                                    </p:set>
                                    <p:animEffect transition="in" filter="wipe(down)">
                                      <p:cBhvr>
                                        <p:cTn id="32" dur="500"/>
                                        <p:tgtEl>
                                          <p:spTgt spid="25"/>
                                        </p:tgtEl>
                                      </p:cBhvr>
                                    </p:animEffect>
                                  </p:childTnLst>
                                </p:cTn>
                              </p:par>
                            </p:childTnLst>
                          </p:cTn>
                        </p:par>
                        <p:par>
                          <p:cTn id="33" fill="hold">
                            <p:stCondLst>
                              <p:cond delay="3000"/>
                            </p:stCondLst>
                            <p:childTnLst>
                              <p:par>
                                <p:cTn id="34" presetID="22" presetClass="entr" presetSubtype="4" fill="hold" grpId="0" nodeType="afterEffect" nodePh="1">
                                  <p:stCondLst>
                                    <p:cond delay="0"/>
                                  </p:stCondLst>
                                  <p:endCondLst>
                                    <p:cond evt="begin" delay="0">
                                      <p:tn val="34"/>
                                    </p:cond>
                                  </p:endCondLst>
                                  <p:childTnLst>
                                    <p:set>
                                      <p:cBhvr>
                                        <p:cTn id="35" dur="1" fill="hold">
                                          <p:stCondLst>
                                            <p:cond delay="0"/>
                                          </p:stCondLst>
                                        </p:cTn>
                                        <p:tgtEl>
                                          <p:spTgt spid="26">
                                            <p:txEl>
                                              <p:pRg st="0" end="0"/>
                                            </p:txEl>
                                          </p:spTgt>
                                        </p:tgtEl>
                                        <p:attrNameLst>
                                          <p:attrName>style.visibility</p:attrName>
                                        </p:attrNameLst>
                                      </p:cBhvr>
                                      <p:to>
                                        <p:strVal val="visible"/>
                                      </p:to>
                                    </p:set>
                                    <p:animEffect transition="in" filter="wipe(down)">
                                      <p:cBhvr>
                                        <p:cTn id="36" dur="500"/>
                                        <p:tgtEl>
                                          <p:spTgt spid="26">
                                            <p:txEl>
                                              <p:pRg st="0" end="0"/>
                                            </p:txEl>
                                          </p:spTgt>
                                        </p:tgtEl>
                                      </p:cBhvr>
                                    </p:animEffect>
                                  </p:childTnLst>
                                </p:cTn>
                              </p:par>
                            </p:childTnLst>
                          </p:cTn>
                        </p:par>
                        <p:par>
                          <p:cTn id="37" fill="hold">
                            <p:stCondLst>
                              <p:cond delay="3500"/>
                            </p:stCondLst>
                            <p:childTnLst>
                              <p:par>
                                <p:cTn id="38" presetID="2" presetClass="entr" presetSubtype="4" accel="50000" decel="50000" fill="hold" grpId="0" nodeType="afterEffect" nodePh="1">
                                  <p:stCondLst>
                                    <p:cond delay="0"/>
                                  </p:stCondLst>
                                  <p:endCondLst>
                                    <p:cond evt="begin" delay="0">
                                      <p:tn val="38"/>
                                    </p:cond>
                                  </p:endCondLst>
                                  <p:childTnLst>
                                    <p:set>
                                      <p:cBhvr>
                                        <p:cTn id="39" dur="1" fill="hold">
                                          <p:stCondLst>
                                            <p:cond delay="0"/>
                                          </p:stCondLst>
                                        </p:cTn>
                                        <p:tgtEl>
                                          <p:spTgt spid="24">
                                            <p:txEl>
                                              <p:pRg st="0" end="0"/>
                                            </p:txEl>
                                          </p:spTgt>
                                        </p:tgtEl>
                                        <p:attrNameLst>
                                          <p:attrName>style.visibility</p:attrName>
                                        </p:attrNameLst>
                                      </p:cBhvr>
                                      <p:to>
                                        <p:strVal val="visible"/>
                                      </p:to>
                                    </p:set>
                                    <p:anim calcmode="lin" valueType="num">
                                      <p:cBhvr additive="base">
                                        <p:cTn id="40"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additive="base">
                                        <p:cTn id="41" dur="500" fill="hold"/>
                                        <p:tgtEl>
                                          <p:spTgt spid="24">
                                            <p:txEl>
                                              <p:pRg st="0" end="0"/>
                                            </p:txEl>
                                          </p:spTgt>
                                        </p:tgtEl>
                                        <p:attrNameLst>
                                          <p:attrName>ppt_y</p:attrName>
                                        </p:attrNameLst>
                                      </p:cBhvr>
                                      <p:tavLst>
                                        <p:tav tm="0">
                                          <p:val>
                                            <p:strVal val="1+#ppt_h/2"/>
                                          </p:val>
                                        </p:tav>
                                        <p:tav tm="100000">
                                          <p:val>
                                            <p:strVal val="#ppt_y"/>
                                          </p:val>
                                        </p:tav>
                                      </p:tavLst>
                                    </p:anim>
                                  </p:childTnLst>
                                </p:cTn>
                              </p:par>
                            </p:childTnLst>
                          </p:cTn>
                        </p:par>
                        <p:par>
                          <p:cTn id="42" fill="hold">
                            <p:stCondLst>
                              <p:cond delay="4000"/>
                            </p:stCondLst>
                            <p:childTnLst>
                              <p:par>
                                <p:cTn id="43" presetID="53" presetClass="entr" presetSubtype="0" fill="hold" grpId="0" nodeType="afterEffect">
                                  <p:stCondLst>
                                    <p:cond delay="0"/>
                                  </p:stCondLst>
                                  <p:childTnLst>
                                    <p:set>
                                      <p:cBhvr>
                                        <p:cTn id="44" dur="1" fill="hold">
                                          <p:stCondLst>
                                            <p:cond delay="0"/>
                                          </p:stCondLst>
                                        </p:cTn>
                                        <p:tgtEl>
                                          <p:spTgt spid="27"/>
                                        </p:tgtEl>
                                        <p:attrNameLst>
                                          <p:attrName>style.visibility</p:attrName>
                                        </p:attrNameLst>
                                      </p:cBhvr>
                                      <p:to>
                                        <p:strVal val="visible"/>
                                      </p:to>
                                    </p:set>
                                    <p:anim calcmode="lin" valueType="num">
                                      <p:cBhvr>
                                        <p:cTn id="45" dur="500" fill="hold"/>
                                        <p:tgtEl>
                                          <p:spTgt spid="27"/>
                                        </p:tgtEl>
                                        <p:attrNameLst>
                                          <p:attrName>ppt_w</p:attrName>
                                        </p:attrNameLst>
                                      </p:cBhvr>
                                      <p:tavLst>
                                        <p:tav tm="0">
                                          <p:val>
                                            <p:fltVal val="0"/>
                                          </p:val>
                                        </p:tav>
                                        <p:tav tm="100000">
                                          <p:val>
                                            <p:strVal val="#ppt_w"/>
                                          </p:val>
                                        </p:tav>
                                      </p:tavLst>
                                    </p:anim>
                                    <p:anim calcmode="lin" valueType="num">
                                      <p:cBhvr>
                                        <p:cTn id="46" dur="500" fill="hold"/>
                                        <p:tgtEl>
                                          <p:spTgt spid="27"/>
                                        </p:tgtEl>
                                        <p:attrNameLst>
                                          <p:attrName>ppt_h</p:attrName>
                                        </p:attrNameLst>
                                      </p:cBhvr>
                                      <p:tavLst>
                                        <p:tav tm="0">
                                          <p:val>
                                            <p:fltVal val="0"/>
                                          </p:val>
                                        </p:tav>
                                        <p:tav tm="100000">
                                          <p:val>
                                            <p:strVal val="#ppt_h"/>
                                          </p:val>
                                        </p:tav>
                                      </p:tavLst>
                                    </p:anim>
                                    <p:animEffect transition="in" filter="fade">
                                      <p:cBhvr>
                                        <p:cTn id="47" dur="500"/>
                                        <p:tgtEl>
                                          <p:spTgt spid="27"/>
                                        </p:tgtEl>
                                      </p:cBhvr>
                                    </p:animEffect>
                                  </p:childTnLst>
                                </p:cTn>
                              </p:par>
                            </p:childTnLst>
                          </p:cTn>
                        </p:par>
                        <p:par>
                          <p:cTn id="48" fill="hold">
                            <p:stCondLst>
                              <p:cond delay="4500"/>
                            </p:stCondLst>
                            <p:childTnLst>
                              <p:par>
                                <p:cTn id="49" presetID="22" presetClass="entr" presetSubtype="4" fill="hold" grpId="0" nodeType="afterEffect">
                                  <p:stCondLst>
                                    <p:cond delay="0"/>
                                  </p:stCondLst>
                                  <p:childTnLst>
                                    <p:set>
                                      <p:cBhvr>
                                        <p:cTn id="50" dur="1" fill="hold">
                                          <p:stCondLst>
                                            <p:cond delay="0"/>
                                          </p:stCondLst>
                                        </p:cTn>
                                        <p:tgtEl>
                                          <p:spTgt spid="29"/>
                                        </p:tgtEl>
                                        <p:attrNameLst>
                                          <p:attrName>style.visibility</p:attrName>
                                        </p:attrNameLst>
                                      </p:cBhvr>
                                      <p:to>
                                        <p:strVal val="visible"/>
                                      </p:to>
                                    </p:set>
                                    <p:animEffect transition="in" filter="wipe(down)">
                                      <p:cBhvr>
                                        <p:cTn id="51" dur="500"/>
                                        <p:tgtEl>
                                          <p:spTgt spid="29"/>
                                        </p:tgtEl>
                                      </p:cBhvr>
                                    </p:animEffect>
                                  </p:childTnLst>
                                </p:cTn>
                              </p:par>
                            </p:childTnLst>
                          </p:cTn>
                        </p:par>
                        <p:par>
                          <p:cTn id="52" fill="hold">
                            <p:stCondLst>
                              <p:cond delay="5000"/>
                            </p:stCondLst>
                            <p:childTnLst>
                              <p:par>
                                <p:cTn id="53" presetID="22" presetClass="entr" presetSubtype="4" fill="hold" grpId="0" nodeType="afterEffect" nodePh="1">
                                  <p:stCondLst>
                                    <p:cond delay="0"/>
                                  </p:stCondLst>
                                  <p:endCondLst>
                                    <p:cond evt="begin" delay="0">
                                      <p:tn val="53"/>
                                    </p:cond>
                                  </p:endCondLst>
                                  <p:childTnLst>
                                    <p:set>
                                      <p:cBhvr>
                                        <p:cTn id="54" dur="1" fill="hold">
                                          <p:stCondLst>
                                            <p:cond delay="0"/>
                                          </p:stCondLst>
                                        </p:cTn>
                                        <p:tgtEl>
                                          <p:spTgt spid="30">
                                            <p:txEl>
                                              <p:pRg st="0" end="0"/>
                                            </p:txEl>
                                          </p:spTgt>
                                        </p:tgtEl>
                                        <p:attrNameLst>
                                          <p:attrName>style.visibility</p:attrName>
                                        </p:attrNameLst>
                                      </p:cBhvr>
                                      <p:to>
                                        <p:strVal val="visible"/>
                                      </p:to>
                                    </p:set>
                                    <p:animEffect transition="in" filter="wipe(down)">
                                      <p:cBhvr>
                                        <p:cTn id="55" dur="500"/>
                                        <p:tgtEl>
                                          <p:spTgt spid="30">
                                            <p:txEl>
                                              <p:pRg st="0" end="0"/>
                                            </p:txEl>
                                          </p:spTgt>
                                        </p:tgtEl>
                                      </p:cBhvr>
                                    </p:animEffect>
                                  </p:childTnLst>
                                </p:cTn>
                              </p:par>
                            </p:childTnLst>
                          </p:cTn>
                        </p:par>
                        <p:par>
                          <p:cTn id="56" fill="hold">
                            <p:stCondLst>
                              <p:cond delay="5500"/>
                            </p:stCondLst>
                            <p:childTnLst>
                              <p:par>
                                <p:cTn id="57" presetID="2" presetClass="entr" presetSubtype="4" accel="50000" decel="50000" fill="hold" grpId="0" nodeType="afterEffect" nodePh="1">
                                  <p:stCondLst>
                                    <p:cond delay="0"/>
                                  </p:stCondLst>
                                  <p:endCondLst>
                                    <p:cond evt="begin" delay="0">
                                      <p:tn val="57"/>
                                    </p:cond>
                                  </p:endCondLst>
                                  <p:childTnLst>
                                    <p:set>
                                      <p:cBhvr>
                                        <p:cTn id="58" dur="1" fill="hold">
                                          <p:stCondLst>
                                            <p:cond delay="0"/>
                                          </p:stCondLst>
                                        </p:cTn>
                                        <p:tgtEl>
                                          <p:spTgt spid="28">
                                            <p:txEl>
                                              <p:pRg st="0" end="0"/>
                                            </p:txEl>
                                          </p:spTgt>
                                        </p:tgtEl>
                                        <p:attrNameLst>
                                          <p:attrName>style.visibility</p:attrName>
                                        </p:attrNameLst>
                                      </p:cBhvr>
                                      <p:to>
                                        <p:strVal val="visible"/>
                                      </p:to>
                                    </p:set>
                                    <p:anim calcmode="lin" valueType="num">
                                      <p:cBhvr additive="base">
                                        <p:cTn id="59" dur="500" fill="hold"/>
                                        <p:tgtEl>
                                          <p:spTgt spid="28">
                                            <p:txEl>
                                              <p:pRg st="0" end="0"/>
                                            </p:txEl>
                                          </p:spTgt>
                                        </p:tgtEl>
                                        <p:attrNameLst>
                                          <p:attrName>ppt_x</p:attrName>
                                        </p:attrNameLst>
                                      </p:cBhvr>
                                      <p:tavLst>
                                        <p:tav tm="0">
                                          <p:val>
                                            <p:strVal val="#ppt_x"/>
                                          </p:val>
                                        </p:tav>
                                        <p:tav tm="100000">
                                          <p:val>
                                            <p:strVal val="#ppt_x"/>
                                          </p:val>
                                        </p:tav>
                                      </p:tavLst>
                                    </p:anim>
                                    <p:anim calcmode="lin" valueType="num">
                                      <p:cBhvr additive="base">
                                        <p:cTn id="60" dur="500" fill="hold"/>
                                        <p:tgtEl>
                                          <p:spTgt spid="28">
                                            <p:txEl>
                                              <p:pRg st="0" end="0"/>
                                            </p:txEl>
                                          </p:spTgt>
                                        </p:tgtEl>
                                        <p:attrNameLst>
                                          <p:attrName>ppt_y</p:attrName>
                                        </p:attrNameLst>
                                      </p:cBhvr>
                                      <p:tavLst>
                                        <p:tav tm="0">
                                          <p:val>
                                            <p:strVal val="1+#ppt_h/2"/>
                                          </p:val>
                                        </p:tav>
                                        <p:tav tm="100000">
                                          <p:val>
                                            <p:strVal val="#ppt_y"/>
                                          </p:val>
                                        </p:tav>
                                      </p:tavLst>
                                    </p:anim>
                                  </p:childTnLst>
                                </p:cTn>
                              </p:par>
                            </p:childTnLst>
                          </p:cTn>
                        </p:par>
                        <p:par>
                          <p:cTn id="61" fill="hold">
                            <p:stCondLst>
                              <p:cond delay="6000"/>
                            </p:stCondLst>
                            <p:childTnLst>
                              <p:par>
                                <p:cTn id="62" presetID="53" presetClass="entr" presetSubtype="0" fill="hold" grpId="0" nodeType="afterEffect">
                                  <p:stCondLst>
                                    <p:cond delay="0"/>
                                  </p:stCondLst>
                                  <p:childTnLst>
                                    <p:set>
                                      <p:cBhvr>
                                        <p:cTn id="63" dur="1" fill="hold">
                                          <p:stCondLst>
                                            <p:cond delay="0"/>
                                          </p:stCondLst>
                                        </p:cTn>
                                        <p:tgtEl>
                                          <p:spTgt spid="32"/>
                                        </p:tgtEl>
                                        <p:attrNameLst>
                                          <p:attrName>style.visibility</p:attrName>
                                        </p:attrNameLst>
                                      </p:cBhvr>
                                      <p:to>
                                        <p:strVal val="visible"/>
                                      </p:to>
                                    </p:set>
                                    <p:anim calcmode="lin" valueType="num">
                                      <p:cBhvr>
                                        <p:cTn id="64" dur="500" fill="hold"/>
                                        <p:tgtEl>
                                          <p:spTgt spid="32"/>
                                        </p:tgtEl>
                                        <p:attrNameLst>
                                          <p:attrName>ppt_w</p:attrName>
                                        </p:attrNameLst>
                                      </p:cBhvr>
                                      <p:tavLst>
                                        <p:tav tm="0">
                                          <p:val>
                                            <p:fltVal val="0"/>
                                          </p:val>
                                        </p:tav>
                                        <p:tav tm="100000">
                                          <p:val>
                                            <p:strVal val="#ppt_w"/>
                                          </p:val>
                                        </p:tav>
                                      </p:tavLst>
                                    </p:anim>
                                    <p:anim calcmode="lin" valueType="num">
                                      <p:cBhvr>
                                        <p:cTn id="65" dur="500" fill="hold"/>
                                        <p:tgtEl>
                                          <p:spTgt spid="32"/>
                                        </p:tgtEl>
                                        <p:attrNameLst>
                                          <p:attrName>ppt_h</p:attrName>
                                        </p:attrNameLst>
                                      </p:cBhvr>
                                      <p:tavLst>
                                        <p:tav tm="0">
                                          <p:val>
                                            <p:fltVal val="0"/>
                                          </p:val>
                                        </p:tav>
                                        <p:tav tm="100000">
                                          <p:val>
                                            <p:strVal val="#ppt_h"/>
                                          </p:val>
                                        </p:tav>
                                      </p:tavLst>
                                    </p:anim>
                                    <p:animEffect transition="in" filter="fade">
                                      <p:cBhvr>
                                        <p:cTn id="66" dur="500"/>
                                        <p:tgtEl>
                                          <p:spTgt spid="32"/>
                                        </p:tgtEl>
                                      </p:cBhvr>
                                    </p:animEffect>
                                  </p:childTnLst>
                                </p:cTn>
                              </p:par>
                            </p:childTnLst>
                          </p:cTn>
                        </p:par>
                        <p:par>
                          <p:cTn id="67" fill="hold">
                            <p:stCondLst>
                              <p:cond delay="6500"/>
                            </p:stCondLst>
                            <p:childTnLst>
                              <p:par>
                                <p:cTn id="68" presetID="22" presetClass="entr" presetSubtype="4" fill="hold" grpId="0" nodeType="afterEffect">
                                  <p:stCondLst>
                                    <p:cond delay="0"/>
                                  </p:stCondLst>
                                  <p:childTnLst>
                                    <p:set>
                                      <p:cBhvr>
                                        <p:cTn id="69" dur="1" fill="hold">
                                          <p:stCondLst>
                                            <p:cond delay="0"/>
                                          </p:stCondLst>
                                        </p:cTn>
                                        <p:tgtEl>
                                          <p:spTgt spid="35"/>
                                        </p:tgtEl>
                                        <p:attrNameLst>
                                          <p:attrName>style.visibility</p:attrName>
                                        </p:attrNameLst>
                                      </p:cBhvr>
                                      <p:to>
                                        <p:strVal val="visible"/>
                                      </p:to>
                                    </p:set>
                                    <p:animEffect transition="in" filter="wipe(down)">
                                      <p:cBhvr>
                                        <p:cTn id="70" dur="500"/>
                                        <p:tgtEl>
                                          <p:spTgt spid="35"/>
                                        </p:tgtEl>
                                      </p:cBhvr>
                                    </p:animEffect>
                                  </p:childTnLst>
                                </p:cTn>
                              </p:par>
                            </p:childTnLst>
                          </p:cTn>
                        </p:par>
                        <p:par>
                          <p:cTn id="71" fill="hold">
                            <p:stCondLst>
                              <p:cond delay="7000"/>
                            </p:stCondLst>
                            <p:childTnLst>
                              <p:par>
                                <p:cTn id="72" presetID="22" presetClass="entr" presetSubtype="4" fill="hold" grpId="0" nodeType="afterEffect" nodePh="1">
                                  <p:stCondLst>
                                    <p:cond delay="0"/>
                                  </p:stCondLst>
                                  <p:endCondLst>
                                    <p:cond evt="begin" delay="0">
                                      <p:tn val="72"/>
                                    </p:cond>
                                  </p:endCondLst>
                                  <p:childTnLst>
                                    <p:set>
                                      <p:cBhvr>
                                        <p:cTn id="73" dur="1" fill="hold">
                                          <p:stCondLst>
                                            <p:cond delay="0"/>
                                          </p:stCondLst>
                                        </p:cTn>
                                        <p:tgtEl>
                                          <p:spTgt spid="36">
                                            <p:txEl>
                                              <p:pRg st="0" end="0"/>
                                            </p:txEl>
                                          </p:spTgt>
                                        </p:tgtEl>
                                        <p:attrNameLst>
                                          <p:attrName>style.visibility</p:attrName>
                                        </p:attrNameLst>
                                      </p:cBhvr>
                                      <p:to>
                                        <p:strVal val="visible"/>
                                      </p:to>
                                    </p:set>
                                    <p:animEffect transition="in" filter="wipe(down)">
                                      <p:cBhvr>
                                        <p:cTn id="74" dur="500"/>
                                        <p:tgtEl>
                                          <p:spTgt spid="36">
                                            <p:txEl>
                                              <p:pRg st="0" end="0"/>
                                            </p:txEl>
                                          </p:spTgt>
                                        </p:tgtEl>
                                      </p:cBhvr>
                                    </p:animEffect>
                                  </p:childTnLst>
                                </p:cTn>
                              </p:par>
                            </p:childTnLst>
                          </p:cTn>
                        </p:par>
                        <p:par>
                          <p:cTn id="75" fill="hold">
                            <p:stCondLst>
                              <p:cond delay="7500"/>
                            </p:stCondLst>
                            <p:childTnLst>
                              <p:par>
                                <p:cTn id="76" presetID="2" presetClass="entr" presetSubtype="4" accel="50000" decel="50000" fill="hold" grpId="0" nodeType="afterEffect" nodePh="1">
                                  <p:stCondLst>
                                    <p:cond delay="0"/>
                                  </p:stCondLst>
                                  <p:endCondLst>
                                    <p:cond evt="begin" delay="0">
                                      <p:tn val="76"/>
                                    </p:cond>
                                  </p:endCondLst>
                                  <p:childTnLst>
                                    <p:set>
                                      <p:cBhvr>
                                        <p:cTn id="77" dur="1" fill="hold">
                                          <p:stCondLst>
                                            <p:cond delay="0"/>
                                          </p:stCondLst>
                                        </p:cTn>
                                        <p:tgtEl>
                                          <p:spTgt spid="33">
                                            <p:txEl>
                                              <p:pRg st="0" end="0"/>
                                            </p:txEl>
                                          </p:spTgt>
                                        </p:tgtEl>
                                        <p:attrNameLst>
                                          <p:attrName>style.visibility</p:attrName>
                                        </p:attrNameLst>
                                      </p:cBhvr>
                                      <p:to>
                                        <p:strVal val="visible"/>
                                      </p:to>
                                    </p:set>
                                    <p:anim calcmode="lin" valueType="num">
                                      <p:cBhvr additive="base">
                                        <p:cTn id="78" dur="500" fill="hold"/>
                                        <p:tgtEl>
                                          <p:spTgt spid="33">
                                            <p:txEl>
                                              <p:pRg st="0" end="0"/>
                                            </p:txEl>
                                          </p:spTgt>
                                        </p:tgtEl>
                                        <p:attrNameLst>
                                          <p:attrName>ppt_x</p:attrName>
                                        </p:attrNameLst>
                                      </p:cBhvr>
                                      <p:tavLst>
                                        <p:tav tm="0">
                                          <p:val>
                                            <p:strVal val="#ppt_x"/>
                                          </p:val>
                                        </p:tav>
                                        <p:tav tm="100000">
                                          <p:val>
                                            <p:strVal val="#ppt_x"/>
                                          </p:val>
                                        </p:tav>
                                      </p:tavLst>
                                    </p:anim>
                                    <p:anim calcmode="lin" valueType="num">
                                      <p:cBhvr additive="base">
                                        <p:cTn id="79" dur="500" fill="hold"/>
                                        <p:tgtEl>
                                          <p:spTgt spid="33">
                                            <p:txEl>
                                              <p:pRg st="0" end="0"/>
                                            </p:txEl>
                                          </p:spTgt>
                                        </p:tgtEl>
                                        <p:attrNameLst>
                                          <p:attrName>ppt_y</p:attrName>
                                        </p:attrNameLst>
                                      </p:cBhvr>
                                      <p:tavLst>
                                        <p:tav tm="0">
                                          <p:val>
                                            <p:strVal val="1+#ppt_h/2"/>
                                          </p:val>
                                        </p:tav>
                                        <p:tav tm="100000">
                                          <p:val>
                                            <p:strVal val="#ppt_y"/>
                                          </p:val>
                                        </p:tav>
                                      </p:tavLst>
                                    </p:anim>
                                  </p:childTnLst>
                                </p:cTn>
                              </p:par>
                            </p:childTnLst>
                          </p:cTn>
                        </p:par>
                        <p:par>
                          <p:cTn id="80" fill="hold">
                            <p:stCondLst>
                              <p:cond delay="8000"/>
                            </p:stCondLst>
                            <p:childTnLst>
                              <p:par>
                                <p:cTn id="81" presetID="53" presetClass="entr" presetSubtype="0" fill="hold" grpId="0" nodeType="afterEffect">
                                  <p:stCondLst>
                                    <p:cond delay="0"/>
                                  </p:stCondLst>
                                  <p:childTnLst>
                                    <p:set>
                                      <p:cBhvr>
                                        <p:cTn id="82" dur="1" fill="hold">
                                          <p:stCondLst>
                                            <p:cond delay="0"/>
                                          </p:stCondLst>
                                        </p:cTn>
                                        <p:tgtEl>
                                          <p:spTgt spid="38"/>
                                        </p:tgtEl>
                                        <p:attrNameLst>
                                          <p:attrName>style.visibility</p:attrName>
                                        </p:attrNameLst>
                                      </p:cBhvr>
                                      <p:to>
                                        <p:strVal val="visible"/>
                                      </p:to>
                                    </p:set>
                                    <p:anim calcmode="lin" valueType="num">
                                      <p:cBhvr>
                                        <p:cTn id="83" dur="500" fill="hold"/>
                                        <p:tgtEl>
                                          <p:spTgt spid="38"/>
                                        </p:tgtEl>
                                        <p:attrNameLst>
                                          <p:attrName>ppt_w</p:attrName>
                                        </p:attrNameLst>
                                      </p:cBhvr>
                                      <p:tavLst>
                                        <p:tav tm="0">
                                          <p:val>
                                            <p:fltVal val="0"/>
                                          </p:val>
                                        </p:tav>
                                        <p:tav tm="100000">
                                          <p:val>
                                            <p:strVal val="#ppt_w"/>
                                          </p:val>
                                        </p:tav>
                                      </p:tavLst>
                                    </p:anim>
                                    <p:anim calcmode="lin" valueType="num">
                                      <p:cBhvr>
                                        <p:cTn id="84" dur="500" fill="hold"/>
                                        <p:tgtEl>
                                          <p:spTgt spid="38"/>
                                        </p:tgtEl>
                                        <p:attrNameLst>
                                          <p:attrName>ppt_h</p:attrName>
                                        </p:attrNameLst>
                                      </p:cBhvr>
                                      <p:tavLst>
                                        <p:tav tm="0">
                                          <p:val>
                                            <p:fltVal val="0"/>
                                          </p:val>
                                        </p:tav>
                                        <p:tav tm="100000">
                                          <p:val>
                                            <p:strVal val="#ppt_h"/>
                                          </p:val>
                                        </p:tav>
                                      </p:tavLst>
                                    </p:anim>
                                    <p:animEffect transition="in" filter="fade">
                                      <p:cBhvr>
                                        <p:cTn id="85" dur="500"/>
                                        <p:tgtEl>
                                          <p:spTgt spid="38"/>
                                        </p:tgtEl>
                                      </p:cBhvr>
                                    </p:animEffect>
                                  </p:childTnLst>
                                </p:cTn>
                              </p:par>
                            </p:childTnLst>
                          </p:cTn>
                        </p:par>
                        <p:par>
                          <p:cTn id="86" fill="hold">
                            <p:stCondLst>
                              <p:cond delay="8500"/>
                            </p:stCondLst>
                            <p:childTnLst>
                              <p:par>
                                <p:cTn id="87" presetID="22" presetClass="entr" presetSubtype="4" fill="hold" grpId="0" nodeType="afterEffect">
                                  <p:stCondLst>
                                    <p:cond delay="0"/>
                                  </p:stCondLst>
                                  <p:childTnLst>
                                    <p:set>
                                      <p:cBhvr>
                                        <p:cTn id="88" dur="1" fill="hold">
                                          <p:stCondLst>
                                            <p:cond delay="0"/>
                                          </p:stCondLst>
                                        </p:cTn>
                                        <p:tgtEl>
                                          <p:spTgt spid="41"/>
                                        </p:tgtEl>
                                        <p:attrNameLst>
                                          <p:attrName>style.visibility</p:attrName>
                                        </p:attrNameLst>
                                      </p:cBhvr>
                                      <p:to>
                                        <p:strVal val="visible"/>
                                      </p:to>
                                    </p:set>
                                    <p:animEffect transition="in" filter="wipe(down)">
                                      <p:cBhvr>
                                        <p:cTn id="89" dur="500"/>
                                        <p:tgtEl>
                                          <p:spTgt spid="41"/>
                                        </p:tgtEl>
                                      </p:cBhvr>
                                    </p:animEffect>
                                  </p:childTnLst>
                                </p:cTn>
                              </p:par>
                            </p:childTnLst>
                          </p:cTn>
                        </p:par>
                        <p:par>
                          <p:cTn id="90" fill="hold">
                            <p:stCondLst>
                              <p:cond delay="9000"/>
                            </p:stCondLst>
                            <p:childTnLst>
                              <p:par>
                                <p:cTn id="91" presetID="22" presetClass="entr" presetSubtype="4" fill="hold" grpId="0" nodeType="afterEffect" nodePh="1">
                                  <p:stCondLst>
                                    <p:cond delay="0"/>
                                  </p:stCondLst>
                                  <p:endCondLst>
                                    <p:cond evt="begin" delay="0">
                                      <p:tn val="91"/>
                                    </p:cond>
                                  </p:endCondLst>
                                  <p:childTnLst>
                                    <p:set>
                                      <p:cBhvr>
                                        <p:cTn id="92" dur="1" fill="hold">
                                          <p:stCondLst>
                                            <p:cond delay="0"/>
                                          </p:stCondLst>
                                        </p:cTn>
                                        <p:tgtEl>
                                          <p:spTgt spid="44">
                                            <p:txEl>
                                              <p:pRg st="0" end="0"/>
                                            </p:txEl>
                                          </p:spTgt>
                                        </p:tgtEl>
                                        <p:attrNameLst>
                                          <p:attrName>style.visibility</p:attrName>
                                        </p:attrNameLst>
                                      </p:cBhvr>
                                      <p:to>
                                        <p:strVal val="visible"/>
                                      </p:to>
                                    </p:set>
                                    <p:animEffect transition="in" filter="wipe(down)">
                                      <p:cBhvr>
                                        <p:cTn id="93" dur="500"/>
                                        <p:tgtEl>
                                          <p:spTgt spid="44">
                                            <p:txEl>
                                              <p:pRg st="0" end="0"/>
                                            </p:txEl>
                                          </p:spTgt>
                                        </p:tgtEl>
                                      </p:cBhvr>
                                    </p:animEffect>
                                  </p:childTnLst>
                                </p:cTn>
                              </p:par>
                            </p:childTnLst>
                          </p:cTn>
                        </p:par>
                        <p:par>
                          <p:cTn id="94" fill="hold">
                            <p:stCondLst>
                              <p:cond delay="9500"/>
                            </p:stCondLst>
                            <p:childTnLst>
                              <p:par>
                                <p:cTn id="95" presetID="2" presetClass="entr" presetSubtype="4" accel="50000" decel="50000" fill="hold" grpId="0" nodeType="afterEffect" nodePh="1">
                                  <p:stCondLst>
                                    <p:cond delay="0"/>
                                  </p:stCondLst>
                                  <p:endCondLst>
                                    <p:cond evt="begin" delay="0">
                                      <p:tn val="95"/>
                                    </p:cond>
                                  </p:endCondLst>
                                  <p:childTnLst>
                                    <p:set>
                                      <p:cBhvr>
                                        <p:cTn id="96" dur="1" fill="hold">
                                          <p:stCondLst>
                                            <p:cond delay="0"/>
                                          </p:stCondLst>
                                        </p:cTn>
                                        <p:tgtEl>
                                          <p:spTgt spid="39">
                                            <p:txEl>
                                              <p:pRg st="0" end="0"/>
                                            </p:txEl>
                                          </p:spTgt>
                                        </p:tgtEl>
                                        <p:attrNameLst>
                                          <p:attrName>style.visibility</p:attrName>
                                        </p:attrNameLst>
                                      </p:cBhvr>
                                      <p:to>
                                        <p:strVal val="visible"/>
                                      </p:to>
                                    </p:set>
                                    <p:anim calcmode="lin" valueType="num">
                                      <p:cBhvr additive="base">
                                        <p:cTn id="97" dur="500" fill="hold"/>
                                        <p:tgtEl>
                                          <p:spTgt spid="39">
                                            <p:txEl>
                                              <p:pRg st="0" end="0"/>
                                            </p:txEl>
                                          </p:spTgt>
                                        </p:tgtEl>
                                        <p:attrNameLst>
                                          <p:attrName>ppt_x</p:attrName>
                                        </p:attrNameLst>
                                      </p:cBhvr>
                                      <p:tavLst>
                                        <p:tav tm="0">
                                          <p:val>
                                            <p:strVal val="#ppt_x"/>
                                          </p:val>
                                        </p:tav>
                                        <p:tav tm="100000">
                                          <p:val>
                                            <p:strVal val="#ppt_x"/>
                                          </p:val>
                                        </p:tav>
                                      </p:tavLst>
                                    </p:anim>
                                    <p:anim calcmode="lin" valueType="num">
                                      <p:cBhvr additive="base">
                                        <p:cTn id="98" dur="500" fill="hold"/>
                                        <p:tgtEl>
                                          <p:spTgt spid="39">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14"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14"/>
                        </p:tgtEl>
                        <p:attrNameLst>
                          <p:attrName>style.visibility</p:attrName>
                        </p:attrNameLst>
                      </p:cBhvr>
                      <p:to>
                        <p:strVal val="visible"/>
                      </p:to>
                    </p:set>
                    <p:anim calcmode="lin" valueType="num">
                      <p:cBhvr additive="base">
                        <p:cTn dur="500" fill="hold"/>
                        <p:tgtEl>
                          <p:spTgt spid="14"/>
                        </p:tgtEl>
                        <p:attrNameLst>
                          <p:attrName>ppt_x</p:attrName>
                        </p:attrNameLst>
                      </p:cBhvr>
                      <p:tavLst>
                        <p:tav tm="0">
                          <p:val>
                            <p:strVal val="#ppt_x"/>
                          </p:val>
                        </p:tav>
                        <p:tav tm="100000">
                          <p:val>
                            <p:strVal val="#ppt_x"/>
                          </p:val>
                        </p:tav>
                      </p:tavLst>
                    </p:anim>
                    <p:anim calcmode="lin" valueType="num">
                      <p:cBhvr additive="base">
                        <p:cTn dur="500" fill="hold"/>
                        <p:tgtEl>
                          <p:spTgt spid="14"/>
                        </p:tgtEl>
                        <p:attrNameLst>
                          <p:attrName>ppt_y</p:attrName>
                        </p:attrNameLst>
                      </p:cBhvr>
                      <p:tavLst>
                        <p:tav tm="0">
                          <p:val>
                            <p:strVal val="1+#ppt_h/2"/>
                          </p:val>
                        </p:tav>
                        <p:tav tm="100000">
                          <p:val>
                            <p:strVal val="#ppt_y"/>
                          </p:val>
                        </p:tav>
                      </p:tavLst>
                    </p:anim>
                  </p:childTnLst>
                </p:cTn>
              </p:par>
            </p:tnLst>
          </p:tmpl>
        </p:tmplLst>
      </p:bldP>
      <p:bldP spid="23" grpId="0" animBg="1"/>
      <p:bldP spid="24"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24"/>
                        </p:tgtEl>
                        <p:attrNameLst>
                          <p:attrName>style.visibility</p:attrName>
                        </p:attrNameLst>
                      </p:cBhvr>
                      <p:to>
                        <p:strVal val="visible"/>
                      </p:to>
                    </p:set>
                    <p:anim calcmode="lin" valueType="num">
                      <p:cBhvr additive="base">
                        <p:cTn dur="500" fill="hold"/>
                        <p:tgtEl>
                          <p:spTgt spid="24"/>
                        </p:tgtEl>
                        <p:attrNameLst>
                          <p:attrName>ppt_x</p:attrName>
                        </p:attrNameLst>
                      </p:cBhvr>
                      <p:tavLst>
                        <p:tav tm="0">
                          <p:val>
                            <p:strVal val="#ppt_x"/>
                          </p:val>
                        </p:tav>
                        <p:tav tm="100000">
                          <p:val>
                            <p:strVal val="#ppt_x"/>
                          </p:val>
                        </p:tav>
                      </p:tavLst>
                    </p:anim>
                    <p:anim calcmode="lin" valueType="num">
                      <p:cBhvr additive="base">
                        <p:cTn dur="500" fill="hold"/>
                        <p:tgtEl>
                          <p:spTgt spid="24"/>
                        </p:tgtEl>
                        <p:attrNameLst>
                          <p:attrName>ppt_y</p:attrName>
                        </p:attrNameLst>
                      </p:cBhvr>
                      <p:tavLst>
                        <p:tav tm="0">
                          <p:val>
                            <p:strVal val="1+#ppt_h/2"/>
                          </p:val>
                        </p:tav>
                        <p:tav tm="100000">
                          <p:val>
                            <p:strVal val="#ppt_y"/>
                          </p:val>
                        </p:tav>
                      </p:tavLst>
                    </p:anim>
                  </p:childTnLst>
                </p:cTn>
              </p:par>
            </p:tnLst>
          </p:tmpl>
        </p:tmplLst>
      </p:bldP>
      <p:bldP spid="27" grpId="0" animBg="1"/>
      <p:bldP spid="28"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28"/>
                        </p:tgtEl>
                        <p:attrNameLst>
                          <p:attrName>style.visibility</p:attrName>
                        </p:attrNameLst>
                      </p:cBhvr>
                      <p:to>
                        <p:strVal val="visible"/>
                      </p:to>
                    </p:set>
                    <p:anim calcmode="lin" valueType="num">
                      <p:cBhvr additive="base">
                        <p:cTn dur="500" fill="hold"/>
                        <p:tgtEl>
                          <p:spTgt spid="28"/>
                        </p:tgtEl>
                        <p:attrNameLst>
                          <p:attrName>ppt_x</p:attrName>
                        </p:attrNameLst>
                      </p:cBhvr>
                      <p:tavLst>
                        <p:tav tm="0">
                          <p:val>
                            <p:strVal val="#ppt_x"/>
                          </p:val>
                        </p:tav>
                        <p:tav tm="100000">
                          <p:val>
                            <p:strVal val="#ppt_x"/>
                          </p:val>
                        </p:tav>
                      </p:tavLst>
                    </p:anim>
                    <p:anim calcmode="lin" valueType="num">
                      <p:cBhvr additive="base">
                        <p:cTn dur="500" fill="hold"/>
                        <p:tgtEl>
                          <p:spTgt spid="28"/>
                        </p:tgtEl>
                        <p:attrNameLst>
                          <p:attrName>ppt_y</p:attrName>
                        </p:attrNameLst>
                      </p:cBhvr>
                      <p:tavLst>
                        <p:tav tm="0">
                          <p:val>
                            <p:strVal val="1+#ppt_h/2"/>
                          </p:val>
                        </p:tav>
                        <p:tav tm="100000">
                          <p:val>
                            <p:strVal val="#ppt_y"/>
                          </p:val>
                        </p:tav>
                      </p:tavLst>
                    </p:anim>
                  </p:childTnLst>
                </p:cTn>
              </p:par>
            </p:tnLst>
          </p:tmpl>
        </p:tmplLst>
      </p:bldP>
      <p:bldP spid="32" grpId="0" animBg="1"/>
      <p:bldP spid="33"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33"/>
                        </p:tgtEl>
                        <p:attrNameLst>
                          <p:attrName>style.visibility</p:attrName>
                        </p:attrNameLst>
                      </p:cBhvr>
                      <p:to>
                        <p:strVal val="visible"/>
                      </p:to>
                    </p:set>
                    <p:anim calcmode="lin" valueType="num">
                      <p:cBhvr additive="base">
                        <p:cTn dur="500" fill="hold"/>
                        <p:tgtEl>
                          <p:spTgt spid="33"/>
                        </p:tgtEl>
                        <p:attrNameLst>
                          <p:attrName>ppt_x</p:attrName>
                        </p:attrNameLst>
                      </p:cBhvr>
                      <p:tavLst>
                        <p:tav tm="0">
                          <p:val>
                            <p:strVal val="#ppt_x"/>
                          </p:val>
                        </p:tav>
                        <p:tav tm="100000">
                          <p:val>
                            <p:strVal val="#ppt_x"/>
                          </p:val>
                        </p:tav>
                      </p:tavLst>
                    </p:anim>
                    <p:anim calcmode="lin" valueType="num">
                      <p:cBhvr additive="base">
                        <p:cTn dur="500" fill="hold"/>
                        <p:tgtEl>
                          <p:spTgt spid="33"/>
                        </p:tgtEl>
                        <p:attrNameLst>
                          <p:attrName>ppt_y</p:attrName>
                        </p:attrNameLst>
                      </p:cBhvr>
                      <p:tavLst>
                        <p:tav tm="0">
                          <p:val>
                            <p:strVal val="1+#ppt_h/2"/>
                          </p:val>
                        </p:tav>
                        <p:tav tm="100000">
                          <p:val>
                            <p:strVal val="#ppt_y"/>
                          </p:val>
                        </p:tav>
                      </p:tavLst>
                    </p:anim>
                  </p:childTnLst>
                </p:cTn>
              </p:par>
            </p:tnLst>
          </p:tmpl>
        </p:tmplLst>
      </p:bldP>
      <p:bldP spid="38" grpId="0" animBg="1"/>
      <p:bldP spid="39"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39"/>
                        </p:tgtEl>
                        <p:attrNameLst>
                          <p:attrName>style.visibility</p:attrName>
                        </p:attrNameLst>
                      </p:cBhvr>
                      <p:to>
                        <p:strVal val="visible"/>
                      </p:to>
                    </p:set>
                    <p:anim calcmode="lin" valueType="num">
                      <p:cBhvr additive="base">
                        <p:cTn dur="500" fill="hold"/>
                        <p:tgtEl>
                          <p:spTgt spid="39"/>
                        </p:tgtEl>
                        <p:attrNameLst>
                          <p:attrName>ppt_x</p:attrName>
                        </p:attrNameLst>
                      </p:cBhvr>
                      <p:tavLst>
                        <p:tav tm="0">
                          <p:val>
                            <p:strVal val="#ppt_x"/>
                          </p:val>
                        </p:tav>
                        <p:tav tm="100000">
                          <p:val>
                            <p:strVal val="#ppt_x"/>
                          </p:val>
                        </p:tav>
                      </p:tavLst>
                    </p:anim>
                    <p:anim calcmode="lin" valueType="num">
                      <p:cBhvr additive="base">
                        <p:cTn dur="500" fill="hold"/>
                        <p:tgtEl>
                          <p:spTgt spid="39"/>
                        </p:tgtEl>
                        <p:attrNameLst>
                          <p:attrName>ppt_y</p:attrName>
                        </p:attrNameLst>
                      </p:cBhvr>
                      <p:tavLst>
                        <p:tav tm="0">
                          <p:val>
                            <p:strVal val="1+#ppt_h/2"/>
                          </p:val>
                        </p:tav>
                        <p:tav tm="100000">
                          <p:val>
                            <p:strVal val="#ppt_y"/>
                          </p:val>
                        </p:tav>
                      </p:tavLst>
                    </p:anim>
                  </p:childTnLst>
                </p:cTn>
              </p:par>
            </p:tnLst>
          </p:tmpl>
        </p:tmplLst>
      </p:bldP>
      <p:bldP spid="21" grpId="0" animBg="1"/>
      <p:bldP spid="22"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2"/>
                        </p:tgtEl>
                        <p:attrNameLst>
                          <p:attrName>style.visibility</p:attrName>
                        </p:attrNameLst>
                      </p:cBhvr>
                      <p:to>
                        <p:strVal val="visible"/>
                      </p:to>
                    </p:set>
                    <p:animEffect transition="in" filter="wipe(down)">
                      <p:cBhvr>
                        <p:cTn dur="500"/>
                        <p:tgtEl>
                          <p:spTgt spid="22"/>
                        </p:tgtEl>
                      </p:cBhvr>
                    </p:animEffect>
                  </p:childTnLst>
                </p:cTn>
              </p:par>
            </p:tnLst>
          </p:tmpl>
        </p:tmplLst>
      </p:bldP>
      <p:bldP spid="25" grpId="0" animBg="1"/>
      <p:bldP spid="26"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6"/>
                        </p:tgtEl>
                        <p:attrNameLst>
                          <p:attrName>style.visibility</p:attrName>
                        </p:attrNameLst>
                      </p:cBhvr>
                      <p:to>
                        <p:strVal val="visible"/>
                      </p:to>
                    </p:set>
                    <p:animEffect transition="in" filter="wipe(down)">
                      <p:cBhvr>
                        <p:cTn dur="500"/>
                        <p:tgtEl>
                          <p:spTgt spid="26"/>
                        </p:tgtEl>
                      </p:cBhvr>
                    </p:animEffect>
                  </p:childTnLst>
                </p:cTn>
              </p:par>
            </p:tnLst>
          </p:tmpl>
        </p:tmplLst>
      </p:bldP>
      <p:bldP spid="29" grpId="0" animBg="1"/>
      <p:bldP spid="30"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30"/>
                        </p:tgtEl>
                        <p:attrNameLst>
                          <p:attrName>style.visibility</p:attrName>
                        </p:attrNameLst>
                      </p:cBhvr>
                      <p:to>
                        <p:strVal val="visible"/>
                      </p:to>
                    </p:set>
                    <p:animEffect transition="in" filter="wipe(down)">
                      <p:cBhvr>
                        <p:cTn dur="500"/>
                        <p:tgtEl>
                          <p:spTgt spid="30"/>
                        </p:tgtEl>
                      </p:cBhvr>
                    </p:animEffect>
                  </p:childTnLst>
                </p:cTn>
              </p:par>
            </p:tnLst>
          </p:tmpl>
        </p:tmplLst>
      </p:bldP>
      <p:bldP spid="35" grpId="0" animBg="1"/>
      <p:bldP spid="36"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36"/>
                        </p:tgtEl>
                        <p:attrNameLst>
                          <p:attrName>style.visibility</p:attrName>
                        </p:attrNameLst>
                      </p:cBhvr>
                      <p:to>
                        <p:strVal val="visible"/>
                      </p:to>
                    </p:set>
                    <p:animEffect transition="in" filter="wipe(down)">
                      <p:cBhvr>
                        <p:cTn dur="500"/>
                        <p:tgtEl>
                          <p:spTgt spid="36"/>
                        </p:tgtEl>
                      </p:cBhvr>
                    </p:animEffect>
                  </p:childTnLst>
                </p:cTn>
              </p:par>
            </p:tnLst>
          </p:tmpl>
        </p:tmplLst>
      </p:bldP>
      <p:bldP spid="41" grpId="0" animBg="1"/>
      <p:bldP spid="44"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44"/>
                        </p:tgtEl>
                        <p:attrNameLst>
                          <p:attrName>style.visibility</p:attrName>
                        </p:attrNameLst>
                      </p:cBhvr>
                      <p:to>
                        <p:strVal val="visible"/>
                      </p:to>
                    </p:set>
                    <p:animEffect transition="in" filter="wipe(down)">
                      <p:cBhvr>
                        <p:cTn dur="500"/>
                        <p:tgtEl>
                          <p:spTgt spid="44"/>
                        </p:tgtEl>
                      </p:cBhvr>
                    </p:animEffect>
                  </p:childTnLst>
                </p:cTn>
              </p:par>
            </p:tnLst>
          </p:tmpl>
        </p:tmplLst>
      </p:bldP>
    </p:bldLst>
  </p:timing>
</p:sldLayout>
</file>

<file path=ppt/slideLayouts/slideLayout356.xml><?xml version="1.0" encoding="utf-8"?>
<p:sldLayout xmlns:a="http://schemas.openxmlformats.org/drawingml/2006/main" xmlns:r="http://schemas.openxmlformats.org/officeDocument/2006/relationships" xmlns:p="http://schemas.openxmlformats.org/presentationml/2006/main" preserve="1" userDrawn="1">
  <p:cSld name="2_Team09">
    <p:spTree>
      <p:nvGrpSpPr>
        <p:cNvPr id="1" name=""/>
        <p:cNvGrpSpPr/>
        <p:nvPr/>
      </p:nvGrpSpPr>
      <p:grpSpPr>
        <a:xfrm>
          <a:off x="0" y="0"/>
          <a:ext cx="0" cy="0"/>
          <a:chOff x="0" y="0"/>
          <a:chExt cx="0" cy="0"/>
        </a:xfrm>
      </p:grpSpPr>
      <p:sp>
        <p:nvSpPr>
          <p:cNvPr id="31" name="Picture Placeholder 7"/>
          <p:cNvSpPr>
            <a:spLocks noGrp="1"/>
          </p:cNvSpPr>
          <p:nvPr>
            <p:ph type="pic" sz="quarter" idx="10" hasCustomPrompt="1"/>
          </p:nvPr>
        </p:nvSpPr>
        <p:spPr>
          <a:xfrm>
            <a:off x="876172" y="2006600"/>
            <a:ext cx="1895355" cy="1894789"/>
          </a:xfrm>
          <a:prstGeom prst="ellipse">
            <a:avLst/>
          </a:prstGeom>
          <a:ln w="19050">
            <a:solidFill>
              <a:schemeClr val="accent1"/>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14" name="Text Placeholder 3"/>
          <p:cNvSpPr>
            <a:spLocks noGrp="1"/>
          </p:cNvSpPr>
          <p:nvPr>
            <p:ph type="body" sz="half" idx="15"/>
          </p:nvPr>
        </p:nvSpPr>
        <p:spPr>
          <a:xfrm>
            <a:off x="849403" y="4644196"/>
            <a:ext cx="1948892" cy="1231107"/>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3" name="Picture Placeholder 7"/>
          <p:cNvSpPr>
            <a:spLocks noGrp="1"/>
          </p:cNvSpPr>
          <p:nvPr>
            <p:ph type="pic" sz="quarter" idx="17" hasCustomPrompt="1"/>
          </p:nvPr>
        </p:nvSpPr>
        <p:spPr>
          <a:xfrm>
            <a:off x="3011255" y="2006600"/>
            <a:ext cx="1895355" cy="1894789"/>
          </a:xfrm>
          <a:prstGeom prst="ellipse">
            <a:avLst/>
          </a:prstGeom>
          <a:ln w="19050">
            <a:solidFill>
              <a:schemeClr val="accent2"/>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24" name="Text Placeholder 3"/>
          <p:cNvSpPr>
            <a:spLocks noGrp="1"/>
          </p:cNvSpPr>
          <p:nvPr>
            <p:ph type="body" sz="half" idx="18"/>
          </p:nvPr>
        </p:nvSpPr>
        <p:spPr>
          <a:xfrm>
            <a:off x="2984486" y="4644196"/>
            <a:ext cx="1948892" cy="1231107"/>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7" name="Picture Placeholder 7"/>
          <p:cNvSpPr>
            <a:spLocks noGrp="1"/>
          </p:cNvSpPr>
          <p:nvPr>
            <p:ph type="pic" sz="quarter" idx="20" hasCustomPrompt="1"/>
          </p:nvPr>
        </p:nvSpPr>
        <p:spPr>
          <a:xfrm>
            <a:off x="5131884" y="2006600"/>
            <a:ext cx="1895355" cy="1894789"/>
          </a:xfrm>
          <a:prstGeom prst="ellipse">
            <a:avLst/>
          </a:prstGeom>
          <a:ln w="19050">
            <a:solidFill>
              <a:schemeClr val="accent3"/>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28" name="Text Placeholder 3"/>
          <p:cNvSpPr>
            <a:spLocks noGrp="1"/>
          </p:cNvSpPr>
          <p:nvPr>
            <p:ph type="body" sz="half" idx="21"/>
          </p:nvPr>
        </p:nvSpPr>
        <p:spPr>
          <a:xfrm>
            <a:off x="5105115" y="4644196"/>
            <a:ext cx="1948892" cy="1231107"/>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32" name="Picture Placeholder 7"/>
          <p:cNvSpPr>
            <a:spLocks noGrp="1"/>
          </p:cNvSpPr>
          <p:nvPr>
            <p:ph type="pic" sz="quarter" idx="23" hasCustomPrompt="1"/>
          </p:nvPr>
        </p:nvSpPr>
        <p:spPr>
          <a:xfrm>
            <a:off x="7241708" y="2006600"/>
            <a:ext cx="1895355" cy="1894789"/>
          </a:xfrm>
          <a:prstGeom prst="ellipse">
            <a:avLst/>
          </a:prstGeom>
          <a:ln w="19050">
            <a:solidFill>
              <a:schemeClr val="accent4"/>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33" name="Text Placeholder 3"/>
          <p:cNvSpPr>
            <a:spLocks noGrp="1"/>
          </p:cNvSpPr>
          <p:nvPr>
            <p:ph type="body" sz="half" idx="24"/>
          </p:nvPr>
        </p:nvSpPr>
        <p:spPr>
          <a:xfrm>
            <a:off x="7214939" y="4644196"/>
            <a:ext cx="1948892" cy="1231107"/>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38" name="Picture Placeholder 7"/>
          <p:cNvSpPr>
            <a:spLocks noGrp="1"/>
          </p:cNvSpPr>
          <p:nvPr>
            <p:ph type="pic" sz="quarter" idx="26" hasCustomPrompt="1"/>
          </p:nvPr>
        </p:nvSpPr>
        <p:spPr>
          <a:xfrm>
            <a:off x="9373143" y="2006600"/>
            <a:ext cx="1895355" cy="1894789"/>
          </a:xfrm>
          <a:prstGeom prst="ellipse">
            <a:avLst/>
          </a:prstGeom>
          <a:ln w="19050">
            <a:solidFill>
              <a:schemeClr val="accent5"/>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39" name="Text Placeholder 3"/>
          <p:cNvSpPr>
            <a:spLocks noGrp="1"/>
          </p:cNvSpPr>
          <p:nvPr>
            <p:ph type="body" sz="half" idx="27"/>
          </p:nvPr>
        </p:nvSpPr>
        <p:spPr>
          <a:xfrm>
            <a:off x="9346374" y="4644196"/>
            <a:ext cx="1948892" cy="1231107"/>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2" name="Text Placeholder 3"/>
          <p:cNvSpPr>
            <a:spLocks noGrp="1"/>
          </p:cNvSpPr>
          <p:nvPr>
            <p:ph type="body" sz="half" idx="16"/>
          </p:nvPr>
        </p:nvSpPr>
        <p:spPr>
          <a:xfrm>
            <a:off x="1140228" y="3980808"/>
            <a:ext cx="1367243" cy="508973"/>
          </a:xfrm>
          <a:prstGeom prst="rect">
            <a:avLst/>
          </a:prstGeom>
        </p:spPr>
        <p:txBody>
          <a:bodyPr wrap="square" lIns="0" tIns="0" rIns="0" bIns="0" anchor="ctr">
            <a:noAutofit/>
          </a:bodyPr>
          <a:lstStyle>
            <a:lvl1pPr marL="0" indent="0" algn="ctr">
              <a:buNone/>
              <a:defRPr sz="1467" b="1" baseline="0">
                <a:solidFill>
                  <a:schemeClr val="accent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26" name="Text Placeholder 3"/>
          <p:cNvSpPr>
            <a:spLocks noGrp="1"/>
          </p:cNvSpPr>
          <p:nvPr>
            <p:ph type="body" sz="half" idx="19"/>
          </p:nvPr>
        </p:nvSpPr>
        <p:spPr>
          <a:xfrm>
            <a:off x="3275311" y="3980808"/>
            <a:ext cx="1367243" cy="508973"/>
          </a:xfrm>
          <a:prstGeom prst="rect">
            <a:avLst/>
          </a:prstGeom>
        </p:spPr>
        <p:txBody>
          <a:bodyPr wrap="square" lIns="0" tIns="0" rIns="0" bIns="0" anchor="ctr">
            <a:noAutofit/>
          </a:bodyPr>
          <a:lstStyle>
            <a:lvl1pPr marL="0" indent="0" algn="ctr">
              <a:buNone/>
              <a:defRPr sz="1467" b="1" baseline="0">
                <a:solidFill>
                  <a:schemeClr val="accent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30" name="Text Placeholder 3"/>
          <p:cNvSpPr>
            <a:spLocks noGrp="1"/>
          </p:cNvSpPr>
          <p:nvPr>
            <p:ph type="body" sz="half" idx="22"/>
          </p:nvPr>
        </p:nvSpPr>
        <p:spPr>
          <a:xfrm>
            <a:off x="5395940" y="3980808"/>
            <a:ext cx="1367243" cy="508973"/>
          </a:xfrm>
          <a:prstGeom prst="rect">
            <a:avLst/>
          </a:prstGeom>
        </p:spPr>
        <p:txBody>
          <a:bodyPr wrap="square" lIns="0" tIns="0" rIns="0" bIns="0" anchor="ctr">
            <a:noAutofit/>
          </a:bodyPr>
          <a:lstStyle>
            <a:lvl1pPr marL="0" indent="0" algn="ctr">
              <a:buNone/>
              <a:defRPr sz="1467" b="1" baseline="0">
                <a:solidFill>
                  <a:schemeClr val="accent3"/>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36" name="Text Placeholder 3"/>
          <p:cNvSpPr>
            <a:spLocks noGrp="1"/>
          </p:cNvSpPr>
          <p:nvPr>
            <p:ph type="body" sz="half" idx="25"/>
          </p:nvPr>
        </p:nvSpPr>
        <p:spPr>
          <a:xfrm>
            <a:off x="7505764" y="3980808"/>
            <a:ext cx="1367243" cy="508973"/>
          </a:xfrm>
          <a:prstGeom prst="rect">
            <a:avLst/>
          </a:prstGeom>
        </p:spPr>
        <p:txBody>
          <a:bodyPr wrap="square" lIns="0" tIns="0" rIns="0" bIns="0" anchor="ctr">
            <a:noAutofit/>
          </a:bodyPr>
          <a:lstStyle>
            <a:lvl1pPr marL="0" indent="0" algn="ctr">
              <a:buNone/>
              <a:defRPr sz="1467" b="1" baseline="0">
                <a:solidFill>
                  <a:schemeClr val="accent4"/>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44" name="Text Placeholder 3"/>
          <p:cNvSpPr>
            <a:spLocks noGrp="1"/>
          </p:cNvSpPr>
          <p:nvPr>
            <p:ph type="body" sz="half" idx="28"/>
          </p:nvPr>
        </p:nvSpPr>
        <p:spPr>
          <a:xfrm>
            <a:off x="9637199" y="3980808"/>
            <a:ext cx="1367243" cy="508973"/>
          </a:xfrm>
          <a:prstGeom prst="rect">
            <a:avLst/>
          </a:prstGeom>
        </p:spPr>
        <p:txBody>
          <a:bodyPr wrap="square" lIns="0" tIns="0" rIns="0" bIns="0" anchor="ctr">
            <a:noAutofit/>
          </a:bodyPr>
          <a:lstStyle>
            <a:lvl1pPr marL="0" indent="0" algn="ctr">
              <a:buNone/>
              <a:defRPr sz="1467" b="1" baseline="0">
                <a:solidFill>
                  <a:schemeClr val="accent5"/>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34"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37"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43561314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grpId="0" nodeType="afterEffect">
                                  <p:stCondLst>
                                    <p:cond delay="0"/>
                                  </p:stCondLst>
                                  <p:childTnLst>
                                    <p:set>
                                      <p:cBhvr>
                                        <p:cTn id="6" dur="1" fill="hold">
                                          <p:stCondLst>
                                            <p:cond delay="0"/>
                                          </p:stCondLst>
                                        </p:cTn>
                                        <p:tgtEl>
                                          <p:spTgt spid="31"/>
                                        </p:tgtEl>
                                        <p:attrNameLst>
                                          <p:attrName>style.visibility</p:attrName>
                                        </p:attrNameLst>
                                      </p:cBhvr>
                                      <p:to>
                                        <p:strVal val="visible"/>
                                      </p:to>
                                    </p:set>
                                    <p:anim calcmode="lin" valueType="num">
                                      <p:cBhvr>
                                        <p:cTn id="7" dur="500" fill="hold"/>
                                        <p:tgtEl>
                                          <p:spTgt spid="31"/>
                                        </p:tgtEl>
                                        <p:attrNameLst>
                                          <p:attrName>ppt_w</p:attrName>
                                        </p:attrNameLst>
                                      </p:cBhvr>
                                      <p:tavLst>
                                        <p:tav tm="0">
                                          <p:val>
                                            <p:fltVal val="0"/>
                                          </p:val>
                                        </p:tav>
                                        <p:tav tm="100000">
                                          <p:val>
                                            <p:strVal val="#ppt_w"/>
                                          </p:val>
                                        </p:tav>
                                      </p:tavLst>
                                    </p:anim>
                                    <p:anim calcmode="lin" valueType="num">
                                      <p:cBhvr>
                                        <p:cTn id="8" dur="500" fill="hold"/>
                                        <p:tgtEl>
                                          <p:spTgt spid="31"/>
                                        </p:tgtEl>
                                        <p:attrNameLst>
                                          <p:attrName>ppt_h</p:attrName>
                                        </p:attrNameLst>
                                      </p:cBhvr>
                                      <p:tavLst>
                                        <p:tav tm="0">
                                          <p:val>
                                            <p:fltVal val="0"/>
                                          </p:val>
                                        </p:tav>
                                        <p:tav tm="100000">
                                          <p:val>
                                            <p:strVal val="#ppt_h"/>
                                          </p:val>
                                        </p:tav>
                                      </p:tavLst>
                                    </p:anim>
                                    <p:animEffect transition="in" filter="fade">
                                      <p:cBhvr>
                                        <p:cTn id="9" dur="500"/>
                                        <p:tgtEl>
                                          <p:spTgt spid="31"/>
                                        </p:tgtEl>
                                      </p:cBhvr>
                                    </p:animEffect>
                                  </p:childTnLst>
                                </p:cTn>
                              </p:par>
                            </p:childTnLst>
                          </p:cTn>
                        </p:par>
                        <p:par>
                          <p:cTn id="10" fill="hold">
                            <p:stCondLst>
                              <p:cond delay="500"/>
                            </p:stCondLst>
                            <p:childTnLst>
                              <p:par>
                                <p:cTn id="11" presetID="22" presetClass="entr" presetSubtype="4" fill="hold" grpId="0" nodeType="afterEffect" nodePh="1">
                                  <p:stCondLst>
                                    <p:cond delay="0"/>
                                  </p:stCondLst>
                                  <p:endCondLst>
                                    <p:cond evt="begin" delay="0">
                                      <p:tn val="11"/>
                                    </p:cond>
                                  </p:endCondLst>
                                  <p:childTnLst>
                                    <p:set>
                                      <p:cBhvr>
                                        <p:cTn id="12" dur="1" fill="hold">
                                          <p:stCondLst>
                                            <p:cond delay="0"/>
                                          </p:stCondLst>
                                        </p:cTn>
                                        <p:tgtEl>
                                          <p:spTgt spid="22">
                                            <p:txEl>
                                              <p:pRg st="0" end="0"/>
                                            </p:txEl>
                                          </p:spTgt>
                                        </p:tgtEl>
                                        <p:attrNameLst>
                                          <p:attrName>style.visibility</p:attrName>
                                        </p:attrNameLst>
                                      </p:cBhvr>
                                      <p:to>
                                        <p:strVal val="visible"/>
                                      </p:to>
                                    </p:set>
                                    <p:animEffect transition="in" filter="wipe(down)">
                                      <p:cBhvr>
                                        <p:cTn id="13" dur="500"/>
                                        <p:tgtEl>
                                          <p:spTgt spid="22">
                                            <p:txEl>
                                              <p:pRg st="0" end="0"/>
                                            </p:txEl>
                                          </p:spTgt>
                                        </p:tgtEl>
                                      </p:cBhvr>
                                    </p:animEffect>
                                  </p:childTnLst>
                                </p:cTn>
                              </p:par>
                            </p:childTnLst>
                          </p:cTn>
                        </p:par>
                        <p:par>
                          <p:cTn id="14" fill="hold">
                            <p:stCondLst>
                              <p:cond delay="1000"/>
                            </p:stCondLst>
                            <p:childTnLst>
                              <p:par>
                                <p:cTn id="15" presetID="2" presetClass="entr" presetSubtype="4" accel="50000" decel="50000" fill="hold" grpId="0" nodeType="afterEffect" nodePh="1">
                                  <p:stCondLst>
                                    <p:cond delay="0"/>
                                  </p:stCondLst>
                                  <p:endCondLst>
                                    <p:cond evt="begin" delay="0">
                                      <p:tn val="15"/>
                                    </p:cond>
                                  </p:endCondLst>
                                  <p:childTnLst>
                                    <p:set>
                                      <p:cBhvr>
                                        <p:cTn id="16" dur="1" fill="hold">
                                          <p:stCondLst>
                                            <p:cond delay="0"/>
                                          </p:stCondLst>
                                        </p:cTn>
                                        <p:tgtEl>
                                          <p:spTgt spid="14">
                                            <p:txEl>
                                              <p:pRg st="0" end="0"/>
                                            </p:txEl>
                                          </p:spTgt>
                                        </p:tgtEl>
                                        <p:attrNameLst>
                                          <p:attrName>style.visibility</p:attrName>
                                        </p:attrNameLst>
                                      </p:cBhvr>
                                      <p:to>
                                        <p:strVal val="visible"/>
                                      </p:to>
                                    </p:set>
                                    <p:anim calcmode="lin" valueType="num">
                                      <p:cBhvr additive="base">
                                        <p:cTn id="17" dur="500" fill="hold"/>
                                        <p:tgtEl>
                                          <p:spTgt spid="14">
                                            <p:txEl>
                                              <p:pRg st="0" end="0"/>
                                            </p:txEl>
                                          </p:spTgt>
                                        </p:tgtEl>
                                        <p:attrNameLst>
                                          <p:attrName>ppt_x</p:attrName>
                                        </p:attrNameLst>
                                      </p:cBhvr>
                                      <p:tavLst>
                                        <p:tav tm="0">
                                          <p:val>
                                            <p:strVal val="#ppt_x"/>
                                          </p:val>
                                        </p:tav>
                                        <p:tav tm="100000">
                                          <p:val>
                                            <p:strVal val="#ppt_x"/>
                                          </p:val>
                                        </p:tav>
                                      </p:tavLst>
                                    </p:anim>
                                    <p:anim calcmode="lin" valueType="num">
                                      <p:cBhvr additive="base">
                                        <p:cTn id="18" dur="500" fill="hold"/>
                                        <p:tgtEl>
                                          <p:spTgt spid="14">
                                            <p:txEl>
                                              <p:pRg st="0" end="0"/>
                                            </p:txEl>
                                          </p:spTgt>
                                        </p:tgtEl>
                                        <p:attrNameLst>
                                          <p:attrName>ppt_y</p:attrName>
                                        </p:attrNameLst>
                                      </p:cBhvr>
                                      <p:tavLst>
                                        <p:tav tm="0">
                                          <p:val>
                                            <p:strVal val="1+#ppt_h/2"/>
                                          </p:val>
                                        </p:tav>
                                        <p:tav tm="100000">
                                          <p:val>
                                            <p:strVal val="#ppt_y"/>
                                          </p:val>
                                        </p:tav>
                                      </p:tavLst>
                                    </p:anim>
                                  </p:childTnLst>
                                </p:cTn>
                              </p:par>
                            </p:childTnLst>
                          </p:cTn>
                        </p:par>
                        <p:par>
                          <p:cTn id="19" fill="hold">
                            <p:stCondLst>
                              <p:cond delay="1500"/>
                            </p:stCondLst>
                            <p:childTnLst>
                              <p:par>
                                <p:cTn id="20" presetID="53" presetClass="entr" presetSubtype="0" fill="hold" grpId="0" nodeType="afterEffect">
                                  <p:stCondLst>
                                    <p:cond delay="0"/>
                                  </p:stCondLst>
                                  <p:childTnLst>
                                    <p:set>
                                      <p:cBhvr>
                                        <p:cTn id="21" dur="1" fill="hold">
                                          <p:stCondLst>
                                            <p:cond delay="0"/>
                                          </p:stCondLst>
                                        </p:cTn>
                                        <p:tgtEl>
                                          <p:spTgt spid="23"/>
                                        </p:tgtEl>
                                        <p:attrNameLst>
                                          <p:attrName>style.visibility</p:attrName>
                                        </p:attrNameLst>
                                      </p:cBhvr>
                                      <p:to>
                                        <p:strVal val="visible"/>
                                      </p:to>
                                    </p:set>
                                    <p:anim calcmode="lin" valueType="num">
                                      <p:cBhvr>
                                        <p:cTn id="22" dur="500" fill="hold"/>
                                        <p:tgtEl>
                                          <p:spTgt spid="23"/>
                                        </p:tgtEl>
                                        <p:attrNameLst>
                                          <p:attrName>ppt_w</p:attrName>
                                        </p:attrNameLst>
                                      </p:cBhvr>
                                      <p:tavLst>
                                        <p:tav tm="0">
                                          <p:val>
                                            <p:fltVal val="0"/>
                                          </p:val>
                                        </p:tav>
                                        <p:tav tm="100000">
                                          <p:val>
                                            <p:strVal val="#ppt_w"/>
                                          </p:val>
                                        </p:tav>
                                      </p:tavLst>
                                    </p:anim>
                                    <p:anim calcmode="lin" valueType="num">
                                      <p:cBhvr>
                                        <p:cTn id="23" dur="500" fill="hold"/>
                                        <p:tgtEl>
                                          <p:spTgt spid="23"/>
                                        </p:tgtEl>
                                        <p:attrNameLst>
                                          <p:attrName>ppt_h</p:attrName>
                                        </p:attrNameLst>
                                      </p:cBhvr>
                                      <p:tavLst>
                                        <p:tav tm="0">
                                          <p:val>
                                            <p:fltVal val="0"/>
                                          </p:val>
                                        </p:tav>
                                        <p:tav tm="100000">
                                          <p:val>
                                            <p:strVal val="#ppt_h"/>
                                          </p:val>
                                        </p:tav>
                                      </p:tavLst>
                                    </p:anim>
                                    <p:animEffect transition="in" filter="fade">
                                      <p:cBhvr>
                                        <p:cTn id="24" dur="500"/>
                                        <p:tgtEl>
                                          <p:spTgt spid="23"/>
                                        </p:tgtEl>
                                      </p:cBhvr>
                                    </p:animEffect>
                                  </p:childTnLst>
                                </p:cTn>
                              </p:par>
                            </p:childTnLst>
                          </p:cTn>
                        </p:par>
                        <p:par>
                          <p:cTn id="25" fill="hold">
                            <p:stCondLst>
                              <p:cond delay="2000"/>
                            </p:stCondLst>
                            <p:childTnLst>
                              <p:par>
                                <p:cTn id="26" presetID="22" presetClass="entr" presetSubtype="4" fill="hold" grpId="0" nodeType="afterEffect" nodePh="1">
                                  <p:stCondLst>
                                    <p:cond delay="0"/>
                                  </p:stCondLst>
                                  <p:endCondLst>
                                    <p:cond evt="begin" delay="0">
                                      <p:tn val="26"/>
                                    </p:cond>
                                  </p:endCondLst>
                                  <p:childTnLst>
                                    <p:set>
                                      <p:cBhvr>
                                        <p:cTn id="27" dur="1" fill="hold">
                                          <p:stCondLst>
                                            <p:cond delay="0"/>
                                          </p:stCondLst>
                                        </p:cTn>
                                        <p:tgtEl>
                                          <p:spTgt spid="26">
                                            <p:txEl>
                                              <p:pRg st="0" end="0"/>
                                            </p:txEl>
                                          </p:spTgt>
                                        </p:tgtEl>
                                        <p:attrNameLst>
                                          <p:attrName>style.visibility</p:attrName>
                                        </p:attrNameLst>
                                      </p:cBhvr>
                                      <p:to>
                                        <p:strVal val="visible"/>
                                      </p:to>
                                    </p:set>
                                    <p:animEffect transition="in" filter="wipe(down)">
                                      <p:cBhvr>
                                        <p:cTn id="28" dur="500"/>
                                        <p:tgtEl>
                                          <p:spTgt spid="26">
                                            <p:txEl>
                                              <p:pRg st="0" end="0"/>
                                            </p:txEl>
                                          </p:spTgt>
                                        </p:tgtEl>
                                      </p:cBhvr>
                                    </p:animEffect>
                                  </p:childTnLst>
                                </p:cTn>
                              </p:par>
                            </p:childTnLst>
                          </p:cTn>
                        </p:par>
                        <p:par>
                          <p:cTn id="29" fill="hold">
                            <p:stCondLst>
                              <p:cond delay="2500"/>
                            </p:stCondLst>
                            <p:childTnLst>
                              <p:par>
                                <p:cTn id="30" presetID="2" presetClass="entr" presetSubtype="4" accel="50000" decel="50000" fill="hold" grpId="0" nodeType="afterEffect" nodePh="1">
                                  <p:stCondLst>
                                    <p:cond delay="0"/>
                                  </p:stCondLst>
                                  <p:endCondLst>
                                    <p:cond evt="begin" delay="0">
                                      <p:tn val="30"/>
                                    </p:cond>
                                  </p:endCondLst>
                                  <p:childTnLst>
                                    <p:set>
                                      <p:cBhvr>
                                        <p:cTn id="31" dur="1" fill="hold">
                                          <p:stCondLst>
                                            <p:cond delay="0"/>
                                          </p:stCondLst>
                                        </p:cTn>
                                        <p:tgtEl>
                                          <p:spTgt spid="24">
                                            <p:txEl>
                                              <p:pRg st="0" end="0"/>
                                            </p:txEl>
                                          </p:spTgt>
                                        </p:tgtEl>
                                        <p:attrNameLst>
                                          <p:attrName>style.visibility</p:attrName>
                                        </p:attrNameLst>
                                      </p:cBhvr>
                                      <p:to>
                                        <p:strVal val="visible"/>
                                      </p:to>
                                    </p:set>
                                    <p:anim calcmode="lin" valueType="num">
                                      <p:cBhvr additive="base">
                                        <p:cTn id="32"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additive="base">
                                        <p:cTn id="33" dur="500" fill="hold"/>
                                        <p:tgtEl>
                                          <p:spTgt spid="24">
                                            <p:txEl>
                                              <p:pRg st="0" end="0"/>
                                            </p:txEl>
                                          </p:spTgt>
                                        </p:tgtEl>
                                        <p:attrNameLst>
                                          <p:attrName>ppt_y</p:attrName>
                                        </p:attrNameLst>
                                      </p:cBhvr>
                                      <p:tavLst>
                                        <p:tav tm="0">
                                          <p:val>
                                            <p:strVal val="1+#ppt_h/2"/>
                                          </p:val>
                                        </p:tav>
                                        <p:tav tm="100000">
                                          <p:val>
                                            <p:strVal val="#ppt_y"/>
                                          </p:val>
                                        </p:tav>
                                      </p:tavLst>
                                    </p:anim>
                                  </p:childTnLst>
                                </p:cTn>
                              </p:par>
                            </p:childTnLst>
                          </p:cTn>
                        </p:par>
                        <p:par>
                          <p:cTn id="34" fill="hold">
                            <p:stCondLst>
                              <p:cond delay="3000"/>
                            </p:stCondLst>
                            <p:childTnLst>
                              <p:par>
                                <p:cTn id="35" presetID="53" presetClass="entr" presetSubtype="0" fill="hold" grpId="0" nodeType="afterEffect">
                                  <p:stCondLst>
                                    <p:cond delay="0"/>
                                  </p:stCondLst>
                                  <p:childTnLst>
                                    <p:set>
                                      <p:cBhvr>
                                        <p:cTn id="36" dur="1" fill="hold">
                                          <p:stCondLst>
                                            <p:cond delay="0"/>
                                          </p:stCondLst>
                                        </p:cTn>
                                        <p:tgtEl>
                                          <p:spTgt spid="27"/>
                                        </p:tgtEl>
                                        <p:attrNameLst>
                                          <p:attrName>style.visibility</p:attrName>
                                        </p:attrNameLst>
                                      </p:cBhvr>
                                      <p:to>
                                        <p:strVal val="visible"/>
                                      </p:to>
                                    </p:set>
                                    <p:anim calcmode="lin" valueType="num">
                                      <p:cBhvr>
                                        <p:cTn id="37" dur="500" fill="hold"/>
                                        <p:tgtEl>
                                          <p:spTgt spid="27"/>
                                        </p:tgtEl>
                                        <p:attrNameLst>
                                          <p:attrName>ppt_w</p:attrName>
                                        </p:attrNameLst>
                                      </p:cBhvr>
                                      <p:tavLst>
                                        <p:tav tm="0">
                                          <p:val>
                                            <p:fltVal val="0"/>
                                          </p:val>
                                        </p:tav>
                                        <p:tav tm="100000">
                                          <p:val>
                                            <p:strVal val="#ppt_w"/>
                                          </p:val>
                                        </p:tav>
                                      </p:tavLst>
                                    </p:anim>
                                    <p:anim calcmode="lin" valueType="num">
                                      <p:cBhvr>
                                        <p:cTn id="38" dur="500" fill="hold"/>
                                        <p:tgtEl>
                                          <p:spTgt spid="27"/>
                                        </p:tgtEl>
                                        <p:attrNameLst>
                                          <p:attrName>ppt_h</p:attrName>
                                        </p:attrNameLst>
                                      </p:cBhvr>
                                      <p:tavLst>
                                        <p:tav tm="0">
                                          <p:val>
                                            <p:fltVal val="0"/>
                                          </p:val>
                                        </p:tav>
                                        <p:tav tm="100000">
                                          <p:val>
                                            <p:strVal val="#ppt_h"/>
                                          </p:val>
                                        </p:tav>
                                      </p:tavLst>
                                    </p:anim>
                                    <p:animEffect transition="in" filter="fade">
                                      <p:cBhvr>
                                        <p:cTn id="39" dur="500"/>
                                        <p:tgtEl>
                                          <p:spTgt spid="27"/>
                                        </p:tgtEl>
                                      </p:cBhvr>
                                    </p:animEffect>
                                  </p:childTnLst>
                                </p:cTn>
                              </p:par>
                            </p:childTnLst>
                          </p:cTn>
                        </p:par>
                        <p:par>
                          <p:cTn id="40" fill="hold">
                            <p:stCondLst>
                              <p:cond delay="3500"/>
                            </p:stCondLst>
                            <p:childTnLst>
                              <p:par>
                                <p:cTn id="41" presetID="22" presetClass="entr" presetSubtype="4" fill="hold" grpId="0" nodeType="afterEffect" nodePh="1">
                                  <p:stCondLst>
                                    <p:cond delay="0"/>
                                  </p:stCondLst>
                                  <p:endCondLst>
                                    <p:cond evt="begin" delay="0">
                                      <p:tn val="41"/>
                                    </p:cond>
                                  </p:endCondLst>
                                  <p:childTnLst>
                                    <p:set>
                                      <p:cBhvr>
                                        <p:cTn id="42" dur="1" fill="hold">
                                          <p:stCondLst>
                                            <p:cond delay="0"/>
                                          </p:stCondLst>
                                        </p:cTn>
                                        <p:tgtEl>
                                          <p:spTgt spid="30">
                                            <p:txEl>
                                              <p:pRg st="0" end="0"/>
                                            </p:txEl>
                                          </p:spTgt>
                                        </p:tgtEl>
                                        <p:attrNameLst>
                                          <p:attrName>style.visibility</p:attrName>
                                        </p:attrNameLst>
                                      </p:cBhvr>
                                      <p:to>
                                        <p:strVal val="visible"/>
                                      </p:to>
                                    </p:set>
                                    <p:animEffect transition="in" filter="wipe(down)">
                                      <p:cBhvr>
                                        <p:cTn id="43" dur="500"/>
                                        <p:tgtEl>
                                          <p:spTgt spid="30">
                                            <p:txEl>
                                              <p:pRg st="0" end="0"/>
                                            </p:txEl>
                                          </p:spTgt>
                                        </p:tgtEl>
                                      </p:cBhvr>
                                    </p:animEffect>
                                  </p:childTnLst>
                                </p:cTn>
                              </p:par>
                            </p:childTnLst>
                          </p:cTn>
                        </p:par>
                        <p:par>
                          <p:cTn id="44" fill="hold">
                            <p:stCondLst>
                              <p:cond delay="4000"/>
                            </p:stCondLst>
                            <p:childTnLst>
                              <p:par>
                                <p:cTn id="45" presetID="2" presetClass="entr" presetSubtype="4" accel="50000" decel="50000" fill="hold" grpId="0" nodeType="afterEffect" nodePh="1">
                                  <p:stCondLst>
                                    <p:cond delay="0"/>
                                  </p:stCondLst>
                                  <p:endCondLst>
                                    <p:cond evt="begin" delay="0">
                                      <p:tn val="45"/>
                                    </p:cond>
                                  </p:endCondLst>
                                  <p:childTnLst>
                                    <p:set>
                                      <p:cBhvr>
                                        <p:cTn id="46" dur="1" fill="hold">
                                          <p:stCondLst>
                                            <p:cond delay="0"/>
                                          </p:stCondLst>
                                        </p:cTn>
                                        <p:tgtEl>
                                          <p:spTgt spid="28">
                                            <p:txEl>
                                              <p:pRg st="0" end="0"/>
                                            </p:txEl>
                                          </p:spTgt>
                                        </p:tgtEl>
                                        <p:attrNameLst>
                                          <p:attrName>style.visibility</p:attrName>
                                        </p:attrNameLst>
                                      </p:cBhvr>
                                      <p:to>
                                        <p:strVal val="visible"/>
                                      </p:to>
                                    </p:set>
                                    <p:anim calcmode="lin" valueType="num">
                                      <p:cBhvr additive="base">
                                        <p:cTn id="47" dur="500" fill="hold"/>
                                        <p:tgtEl>
                                          <p:spTgt spid="28">
                                            <p:txEl>
                                              <p:pRg st="0" end="0"/>
                                            </p:txEl>
                                          </p:spTgt>
                                        </p:tgtEl>
                                        <p:attrNameLst>
                                          <p:attrName>ppt_x</p:attrName>
                                        </p:attrNameLst>
                                      </p:cBhvr>
                                      <p:tavLst>
                                        <p:tav tm="0">
                                          <p:val>
                                            <p:strVal val="#ppt_x"/>
                                          </p:val>
                                        </p:tav>
                                        <p:tav tm="100000">
                                          <p:val>
                                            <p:strVal val="#ppt_x"/>
                                          </p:val>
                                        </p:tav>
                                      </p:tavLst>
                                    </p:anim>
                                    <p:anim calcmode="lin" valueType="num">
                                      <p:cBhvr additive="base">
                                        <p:cTn id="48" dur="500" fill="hold"/>
                                        <p:tgtEl>
                                          <p:spTgt spid="28">
                                            <p:txEl>
                                              <p:pRg st="0" end="0"/>
                                            </p:txEl>
                                          </p:spTgt>
                                        </p:tgtEl>
                                        <p:attrNameLst>
                                          <p:attrName>ppt_y</p:attrName>
                                        </p:attrNameLst>
                                      </p:cBhvr>
                                      <p:tavLst>
                                        <p:tav tm="0">
                                          <p:val>
                                            <p:strVal val="1+#ppt_h/2"/>
                                          </p:val>
                                        </p:tav>
                                        <p:tav tm="100000">
                                          <p:val>
                                            <p:strVal val="#ppt_y"/>
                                          </p:val>
                                        </p:tav>
                                      </p:tavLst>
                                    </p:anim>
                                  </p:childTnLst>
                                </p:cTn>
                              </p:par>
                            </p:childTnLst>
                          </p:cTn>
                        </p:par>
                        <p:par>
                          <p:cTn id="49" fill="hold">
                            <p:stCondLst>
                              <p:cond delay="4500"/>
                            </p:stCondLst>
                            <p:childTnLst>
                              <p:par>
                                <p:cTn id="50" presetID="53" presetClass="entr" presetSubtype="0" fill="hold" grpId="0" nodeType="afterEffect">
                                  <p:stCondLst>
                                    <p:cond delay="0"/>
                                  </p:stCondLst>
                                  <p:childTnLst>
                                    <p:set>
                                      <p:cBhvr>
                                        <p:cTn id="51" dur="1" fill="hold">
                                          <p:stCondLst>
                                            <p:cond delay="0"/>
                                          </p:stCondLst>
                                        </p:cTn>
                                        <p:tgtEl>
                                          <p:spTgt spid="32"/>
                                        </p:tgtEl>
                                        <p:attrNameLst>
                                          <p:attrName>style.visibility</p:attrName>
                                        </p:attrNameLst>
                                      </p:cBhvr>
                                      <p:to>
                                        <p:strVal val="visible"/>
                                      </p:to>
                                    </p:set>
                                    <p:anim calcmode="lin" valueType="num">
                                      <p:cBhvr>
                                        <p:cTn id="52" dur="500" fill="hold"/>
                                        <p:tgtEl>
                                          <p:spTgt spid="32"/>
                                        </p:tgtEl>
                                        <p:attrNameLst>
                                          <p:attrName>ppt_w</p:attrName>
                                        </p:attrNameLst>
                                      </p:cBhvr>
                                      <p:tavLst>
                                        <p:tav tm="0">
                                          <p:val>
                                            <p:fltVal val="0"/>
                                          </p:val>
                                        </p:tav>
                                        <p:tav tm="100000">
                                          <p:val>
                                            <p:strVal val="#ppt_w"/>
                                          </p:val>
                                        </p:tav>
                                      </p:tavLst>
                                    </p:anim>
                                    <p:anim calcmode="lin" valueType="num">
                                      <p:cBhvr>
                                        <p:cTn id="53" dur="500" fill="hold"/>
                                        <p:tgtEl>
                                          <p:spTgt spid="32"/>
                                        </p:tgtEl>
                                        <p:attrNameLst>
                                          <p:attrName>ppt_h</p:attrName>
                                        </p:attrNameLst>
                                      </p:cBhvr>
                                      <p:tavLst>
                                        <p:tav tm="0">
                                          <p:val>
                                            <p:fltVal val="0"/>
                                          </p:val>
                                        </p:tav>
                                        <p:tav tm="100000">
                                          <p:val>
                                            <p:strVal val="#ppt_h"/>
                                          </p:val>
                                        </p:tav>
                                      </p:tavLst>
                                    </p:anim>
                                    <p:animEffect transition="in" filter="fade">
                                      <p:cBhvr>
                                        <p:cTn id="54" dur="500"/>
                                        <p:tgtEl>
                                          <p:spTgt spid="32"/>
                                        </p:tgtEl>
                                      </p:cBhvr>
                                    </p:animEffect>
                                  </p:childTnLst>
                                </p:cTn>
                              </p:par>
                            </p:childTnLst>
                          </p:cTn>
                        </p:par>
                        <p:par>
                          <p:cTn id="55" fill="hold">
                            <p:stCondLst>
                              <p:cond delay="5000"/>
                            </p:stCondLst>
                            <p:childTnLst>
                              <p:par>
                                <p:cTn id="56" presetID="22" presetClass="entr" presetSubtype="4" fill="hold" grpId="0" nodeType="afterEffect" nodePh="1">
                                  <p:stCondLst>
                                    <p:cond delay="0"/>
                                  </p:stCondLst>
                                  <p:endCondLst>
                                    <p:cond evt="begin" delay="0">
                                      <p:tn val="56"/>
                                    </p:cond>
                                  </p:endCondLst>
                                  <p:childTnLst>
                                    <p:set>
                                      <p:cBhvr>
                                        <p:cTn id="57" dur="1" fill="hold">
                                          <p:stCondLst>
                                            <p:cond delay="0"/>
                                          </p:stCondLst>
                                        </p:cTn>
                                        <p:tgtEl>
                                          <p:spTgt spid="36">
                                            <p:txEl>
                                              <p:pRg st="0" end="0"/>
                                            </p:txEl>
                                          </p:spTgt>
                                        </p:tgtEl>
                                        <p:attrNameLst>
                                          <p:attrName>style.visibility</p:attrName>
                                        </p:attrNameLst>
                                      </p:cBhvr>
                                      <p:to>
                                        <p:strVal val="visible"/>
                                      </p:to>
                                    </p:set>
                                    <p:animEffect transition="in" filter="wipe(down)">
                                      <p:cBhvr>
                                        <p:cTn id="58" dur="500"/>
                                        <p:tgtEl>
                                          <p:spTgt spid="36">
                                            <p:txEl>
                                              <p:pRg st="0" end="0"/>
                                            </p:txEl>
                                          </p:spTgt>
                                        </p:tgtEl>
                                      </p:cBhvr>
                                    </p:animEffect>
                                  </p:childTnLst>
                                </p:cTn>
                              </p:par>
                            </p:childTnLst>
                          </p:cTn>
                        </p:par>
                        <p:par>
                          <p:cTn id="59" fill="hold">
                            <p:stCondLst>
                              <p:cond delay="5500"/>
                            </p:stCondLst>
                            <p:childTnLst>
                              <p:par>
                                <p:cTn id="60" presetID="2" presetClass="entr" presetSubtype="4" accel="50000" decel="50000" fill="hold" grpId="0" nodeType="afterEffect" nodePh="1">
                                  <p:stCondLst>
                                    <p:cond delay="0"/>
                                  </p:stCondLst>
                                  <p:endCondLst>
                                    <p:cond evt="begin" delay="0">
                                      <p:tn val="60"/>
                                    </p:cond>
                                  </p:endCondLst>
                                  <p:childTnLst>
                                    <p:set>
                                      <p:cBhvr>
                                        <p:cTn id="61" dur="1" fill="hold">
                                          <p:stCondLst>
                                            <p:cond delay="0"/>
                                          </p:stCondLst>
                                        </p:cTn>
                                        <p:tgtEl>
                                          <p:spTgt spid="33">
                                            <p:txEl>
                                              <p:pRg st="0" end="0"/>
                                            </p:txEl>
                                          </p:spTgt>
                                        </p:tgtEl>
                                        <p:attrNameLst>
                                          <p:attrName>style.visibility</p:attrName>
                                        </p:attrNameLst>
                                      </p:cBhvr>
                                      <p:to>
                                        <p:strVal val="visible"/>
                                      </p:to>
                                    </p:set>
                                    <p:anim calcmode="lin" valueType="num">
                                      <p:cBhvr additive="base">
                                        <p:cTn id="62" dur="500" fill="hold"/>
                                        <p:tgtEl>
                                          <p:spTgt spid="33">
                                            <p:txEl>
                                              <p:pRg st="0" end="0"/>
                                            </p:txEl>
                                          </p:spTgt>
                                        </p:tgtEl>
                                        <p:attrNameLst>
                                          <p:attrName>ppt_x</p:attrName>
                                        </p:attrNameLst>
                                      </p:cBhvr>
                                      <p:tavLst>
                                        <p:tav tm="0">
                                          <p:val>
                                            <p:strVal val="#ppt_x"/>
                                          </p:val>
                                        </p:tav>
                                        <p:tav tm="100000">
                                          <p:val>
                                            <p:strVal val="#ppt_x"/>
                                          </p:val>
                                        </p:tav>
                                      </p:tavLst>
                                    </p:anim>
                                    <p:anim calcmode="lin" valueType="num">
                                      <p:cBhvr additive="base">
                                        <p:cTn id="63" dur="500" fill="hold"/>
                                        <p:tgtEl>
                                          <p:spTgt spid="33">
                                            <p:txEl>
                                              <p:pRg st="0" end="0"/>
                                            </p:txEl>
                                          </p:spTgt>
                                        </p:tgtEl>
                                        <p:attrNameLst>
                                          <p:attrName>ppt_y</p:attrName>
                                        </p:attrNameLst>
                                      </p:cBhvr>
                                      <p:tavLst>
                                        <p:tav tm="0">
                                          <p:val>
                                            <p:strVal val="1+#ppt_h/2"/>
                                          </p:val>
                                        </p:tav>
                                        <p:tav tm="100000">
                                          <p:val>
                                            <p:strVal val="#ppt_y"/>
                                          </p:val>
                                        </p:tav>
                                      </p:tavLst>
                                    </p:anim>
                                  </p:childTnLst>
                                </p:cTn>
                              </p:par>
                            </p:childTnLst>
                          </p:cTn>
                        </p:par>
                        <p:par>
                          <p:cTn id="64" fill="hold">
                            <p:stCondLst>
                              <p:cond delay="6000"/>
                            </p:stCondLst>
                            <p:childTnLst>
                              <p:par>
                                <p:cTn id="65" presetID="53" presetClass="entr" presetSubtype="0" fill="hold" grpId="0" nodeType="afterEffect">
                                  <p:stCondLst>
                                    <p:cond delay="0"/>
                                  </p:stCondLst>
                                  <p:childTnLst>
                                    <p:set>
                                      <p:cBhvr>
                                        <p:cTn id="66" dur="1" fill="hold">
                                          <p:stCondLst>
                                            <p:cond delay="0"/>
                                          </p:stCondLst>
                                        </p:cTn>
                                        <p:tgtEl>
                                          <p:spTgt spid="38"/>
                                        </p:tgtEl>
                                        <p:attrNameLst>
                                          <p:attrName>style.visibility</p:attrName>
                                        </p:attrNameLst>
                                      </p:cBhvr>
                                      <p:to>
                                        <p:strVal val="visible"/>
                                      </p:to>
                                    </p:set>
                                    <p:anim calcmode="lin" valueType="num">
                                      <p:cBhvr>
                                        <p:cTn id="67" dur="500" fill="hold"/>
                                        <p:tgtEl>
                                          <p:spTgt spid="38"/>
                                        </p:tgtEl>
                                        <p:attrNameLst>
                                          <p:attrName>ppt_w</p:attrName>
                                        </p:attrNameLst>
                                      </p:cBhvr>
                                      <p:tavLst>
                                        <p:tav tm="0">
                                          <p:val>
                                            <p:fltVal val="0"/>
                                          </p:val>
                                        </p:tav>
                                        <p:tav tm="100000">
                                          <p:val>
                                            <p:strVal val="#ppt_w"/>
                                          </p:val>
                                        </p:tav>
                                      </p:tavLst>
                                    </p:anim>
                                    <p:anim calcmode="lin" valueType="num">
                                      <p:cBhvr>
                                        <p:cTn id="68" dur="500" fill="hold"/>
                                        <p:tgtEl>
                                          <p:spTgt spid="38"/>
                                        </p:tgtEl>
                                        <p:attrNameLst>
                                          <p:attrName>ppt_h</p:attrName>
                                        </p:attrNameLst>
                                      </p:cBhvr>
                                      <p:tavLst>
                                        <p:tav tm="0">
                                          <p:val>
                                            <p:fltVal val="0"/>
                                          </p:val>
                                        </p:tav>
                                        <p:tav tm="100000">
                                          <p:val>
                                            <p:strVal val="#ppt_h"/>
                                          </p:val>
                                        </p:tav>
                                      </p:tavLst>
                                    </p:anim>
                                    <p:animEffect transition="in" filter="fade">
                                      <p:cBhvr>
                                        <p:cTn id="69" dur="500"/>
                                        <p:tgtEl>
                                          <p:spTgt spid="38"/>
                                        </p:tgtEl>
                                      </p:cBhvr>
                                    </p:animEffect>
                                  </p:childTnLst>
                                </p:cTn>
                              </p:par>
                            </p:childTnLst>
                          </p:cTn>
                        </p:par>
                        <p:par>
                          <p:cTn id="70" fill="hold">
                            <p:stCondLst>
                              <p:cond delay="6500"/>
                            </p:stCondLst>
                            <p:childTnLst>
                              <p:par>
                                <p:cTn id="71" presetID="22" presetClass="entr" presetSubtype="4" fill="hold" grpId="0" nodeType="afterEffect" nodePh="1">
                                  <p:stCondLst>
                                    <p:cond delay="0"/>
                                  </p:stCondLst>
                                  <p:endCondLst>
                                    <p:cond evt="begin" delay="0">
                                      <p:tn val="71"/>
                                    </p:cond>
                                  </p:endCondLst>
                                  <p:childTnLst>
                                    <p:set>
                                      <p:cBhvr>
                                        <p:cTn id="72" dur="1" fill="hold">
                                          <p:stCondLst>
                                            <p:cond delay="0"/>
                                          </p:stCondLst>
                                        </p:cTn>
                                        <p:tgtEl>
                                          <p:spTgt spid="44">
                                            <p:txEl>
                                              <p:pRg st="0" end="0"/>
                                            </p:txEl>
                                          </p:spTgt>
                                        </p:tgtEl>
                                        <p:attrNameLst>
                                          <p:attrName>style.visibility</p:attrName>
                                        </p:attrNameLst>
                                      </p:cBhvr>
                                      <p:to>
                                        <p:strVal val="visible"/>
                                      </p:to>
                                    </p:set>
                                    <p:animEffect transition="in" filter="wipe(down)">
                                      <p:cBhvr>
                                        <p:cTn id="73" dur="500"/>
                                        <p:tgtEl>
                                          <p:spTgt spid="44">
                                            <p:txEl>
                                              <p:pRg st="0" end="0"/>
                                            </p:txEl>
                                          </p:spTgt>
                                        </p:tgtEl>
                                      </p:cBhvr>
                                    </p:animEffect>
                                  </p:childTnLst>
                                </p:cTn>
                              </p:par>
                            </p:childTnLst>
                          </p:cTn>
                        </p:par>
                        <p:par>
                          <p:cTn id="74" fill="hold">
                            <p:stCondLst>
                              <p:cond delay="7000"/>
                            </p:stCondLst>
                            <p:childTnLst>
                              <p:par>
                                <p:cTn id="75" presetID="2" presetClass="entr" presetSubtype="4" accel="50000" decel="50000" fill="hold" grpId="0" nodeType="afterEffect" nodePh="1">
                                  <p:stCondLst>
                                    <p:cond delay="0"/>
                                  </p:stCondLst>
                                  <p:endCondLst>
                                    <p:cond evt="begin" delay="0">
                                      <p:tn val="75"/>
                                    </p:cond>
                                  </p:endCondLst>
                                  <p:childTnLst>
                                    <p:set>
                                      <p:cBhvr>
                                        <p:cTn id="76" dur="1" fill="hold">
                                          <p:stCondLst>
                                            <p:cond delay="0"/>
                                          </p:stCondLst>
                                        </p:cTn>
                                        <p:tgtEl>
                                          <p:spTgt spid="39">
                                            <p:txEl>
                                              <p:pRg st="0" end="0"/>
                                            </p:txEl>
                                          </p:spTgt>
                                        </p:tgtEl>
                                        <p:attrNameLst>
                                          <p:attrName>style.visibility</p:attrName>
                                        </p:attrNameLst>
                                      </p:cBhvr>
                                      <p:to>
                                        <p:strVal val="visible"/>
                                      </p:to>
                                    </p:set>
                                    <p:anim calcmode="lin" valueType="num">
                                      <p:cBhvr additive="base">
                                        <p:cTn id="77" dur="500" fill="hold"/>
                                        <p:tgtEl>
                                          <p:spTgt spid="39">
                                            <p:txEl>
                                              <p:pRg st="0" end="0"/>
                                            </p:txEl>
                                          </p:spTgt>
                                        </p:tgtEl>
                                        <p:attrNameLst>
                                          <p:attrName>ppt_x</p:attrName>
                                        </p:attrNameLst>
                                      </p:cBhvr>
                                      <p:tavLst>
                                        <p:tav tm="0">
                                          <p:val>
                                            <p:strVal val="#ppt_x"/>
                                          </p:val>
                                        </p:tav>
                                        <p:tav tm="100000">
                                          <p:val>
                                            <p:strVal val="#ppt_x"/>
                                          </p:val>
                                        </p:tav>
                                      </p:tavLst>
                                    </p:anim>
                                    <p:anim calcmode="lin" valueType="num">
                                      <p:cBhvr additive="base">
                                        <p:cTn id="78" dur="500" fill="hold"/>
                                        <p:tgtEl>
                                          <p:spTgt spid="39">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14"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14"/>
                        </p:tgtEl>
                        <p:attrNameLst>
                          <p:attrName>style.visibility</p:attrName>
                        </p:attrNameLst>
                      </p:cBhvr>
                      <p:to>
                        <p:strVal val="visible"/>
                      </p:to>
                    </p:set>
                    <p:anim calcmode="lin" valueType="num">
                      <p:cBhvr additive="base">
                        <p:cTn dur="500" fill="hold"/>
                        <p:tgtEl>
                          <p:spTgt spid="14"/>
                        </p:tgtEl>
                        <p:attrNameLst>
                          <p:attrName>ppt_x</p:attrName>
                        </p:attrNameLst>
                      </p:cBhvr>
                      <p:tavLst>
                        <p:tav tm="0">
                          <p:val>
                            <p:strVal val="#ppt_x"/>
                          </p:val>
                        </p:tav>
                        <p:tav tm="100000">
                          <p:val>
                            <p:strVal val="#ppt_x"/>
                          </p:val>
                        </p:tav>
                      </p:tavLst>
                    </p:anim>
                    <p:anim calcmode="lin" valueType="num">
                      <p:cBhvr additive="base">
                        <p:cTn dur="500" fill="hold"/>
                        <p:tgtEl>
                          <p:spTgt spid="14"/>
                        </p:tgtEl>
                        <p:attrNameLst>
                          <p:attrName>ppt_y</p:attrName>
                        </p:attrNameLst>
                      </p:cBhvr>
                      <p:tavLst>
                        <p:tav tm="0">
                          <p:val>
                            <p:strVal val="1+#ppt_h/2"/>
                          </p:val>
                        </p:tav>
                        <p:tav tm="100000">
                          <p:val>
                            <p:strVal val="#ppt_y"/>
                          </p:val>
                        </p:tav>
                      </p:tavLst>
                    </p:anim>
                  </p:childTnLst>
                </p:cTn>
              </p:par>
            </p:tnLst>
          </p:tmpl>
        </p:tmplLst>
      </p:bldP>
      <p:bldP spid="23" grpId="0" animBg="1"/>
      <p:bldP spid="24"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24"/>
                        </p:tgtEl>
                        <p:attrNameLst>
                          <p:attrName>style.visibility</p:attrName>
                        </p:attrNameLst>
                      </p:cBhvr>
                      <p:to>
                        <p:strVal val="visible"/>
                      </p:to>
                    </p:set>
                    <p:anim calcmode="lin" valueType="num">
                      <p:cBhvr additive="base">
                        <p:cTn dur="500" fill="hold"/>
                        <p:tgtEl>
                          <p:spTgt spid="24"/>
                        </p:tgtEl>
                        <p:attrNameLst>
                          <p:attrName>ppt_x</p:attrName>
                        </p:attrNameLst>
                      </p:cBhvr>
                      <p:tavLst>
                        <p:tav tm="0">
                          <p:val>
                            <p:strVal val="#ppt_x"/>
                          </p:val>
                        </p:tav>
                        <p:tav tm="100000">
                          <p:val>
                            <p:strVal val="#ppt_x"/>
                          </p:val>
                        </p:tav>
                      </p:tavLst>
                    </p:anim>
                    <p:anim calcmode="lin" valueType="num">
                      <p:cBhvr additive="base">
                        <p:cTn dur="500" fill="hold"/>
                        <p:tgtEl>
                          <p:spTgt spid="24"/>
                        </p:tgtEl>
                        <p:attrNameLst>
                          <p:attrName>ppt_y</p:attrName>
                        </p:attrNameLst>
                      </p:cBhvr>
                      <p:tavLst>
                        <p:tav tm="0">
                          <p:val>
                            <p:strVal val="1+#ppt_h/2"/>
                          </p:val>
                        </p:tav>
                        <p:tav tm="100000">
                          <p:val>
                            <p:strVal val="#ppt_y"/>
                          </p:val>
                        </p:tav>
                      </p:tavLst>
                    </p:anim>
                  </p:childTnLst>
                </p:cTn>
              </p:par>
            </p:tnLst>
          </p:tmpl>
        </p:tmplLst>
      </p:bldP>
      <p:bldP spid="27" grpId="0" animBg="1"/>
      <p:bldP spid="28"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28"/>
                        </p:tgtEl>
                        <p:attrNameLst>
                          <p:attrName>style.visibility</p:attrName>
                        </p:attrNameLst>
                      </p:cBhvr>
                      <p:to>
                        <p:strVal val="visible"/>
                      </p:to>
                    </p:set>
                    <p:anim calcmode="lin" valueType="num">
                      <p:cBhvr additive="base">
                        <p:cTn dur="500" fill="hold"/>
                        <p:tgtEl>
                          <p:spTgt spid="28"/>
                        </p:tgtEl>
                        <p:attrNameLst>
                          <p:attrName>ppt_x</p:attrName>
                        </p:attrNameLst>
                      </p:cBhvr>
                      <p:tavLst>
                        <p:tav tm="0">
                          <p:val>
                            <p:strVal val="#ppt_x"/>
                          </p:val>
                        </p:tav>
                        <p:tav tm="100000">
                          <p:val>
                            <p:strVal val="#ppt_x"/>
                          </p:val>
                        </p:tav>
                      </p:tavLst>
                    </p:anim>
                    <p:anim calcmode="lin" valueType="num">
                      <p:cBhvr additive="base">
                        <p:cTn dur="500" fill="hold"/>
                        <p:tgtEl>
                          <p:spTgt spid="28"/>
                        </p:tgtEl>
                        <p:attrNameLst>
                          <p:attrName>ppt_y</p:attrName>
                        </p:attrNameLst>
                      </p:cBhvr>
                      <p:tavLst>
                        <p:tav tm="0">
                          <p:val>
                            <p:strVal val="1+#ppt_h/2"/>
                          </p:val>
                        </p:tav>
                        <p:tav tm="100000">
                          <p:val>
                            <p:strVal val="#ppt_y"/>
                          </p:val>
                        </p:tav>
                      </p:tavLst>
                    </p:anim>
                  </p:childTnLst>
                </p:cTn>
              </p:par>
            </p:tnLst>
          </p:tmpl>
        </p:tmplLst>
      </p:bldP>
      <p:bldP spid="32" grpId="0" animBg="1"/>
      <p:bldP spid="33"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33"/>
                        </p:tgtEl>
                        <p:attrNameLst>
                          <p:attrName>style.visibility</p:attrName>
                        </p:attrNameLst>
                      </p:cBhvr>
                      <p:to>
                        <p:strVal val="visible"/>
                      </p:to>
                    </p:set>
                    <p:anim calcmode="lin" valueType="num">
                      <p:cBhvr additive="base">
                        <p:cTn dur="500" fill="hold"/>
                        <p:tgtEl>
                          <p:spTgt spid="33"/>
                        </p:tgtEl>
                        <p:attrNameLst>
                          <p:attrName>ppt_x</p:attrName>
                        </p:attrNameLst>
                      </p:cBhvr>
                      <p:tavLst>
                        <p:tav tm="0">
                          <p:val>
                            <p:strVal val="#ppt_x"/>
                          </p:val>
                        </p:tav>
                        <p:tav tm="100000">
                          <p:val>
                            <p:strVal val="#ppt_x"/>
                          </p:val>
                        </p:tav>
                      </p:tavLst>
                    </p:anim>
                    <p:anim calcmode="lin" valueType="num">
                      <p:cBhvr additive="base">
                        <p:cTn dur="500" fill="hold"/>
                        <p:tgtEl>
                          <p:spTgt spid="33"/>
                        </p:tgtEl>
                        <p:attrNameLst>
                          <p:attrName>ppt_y</p:attrName>
                        </p:attrNameLst>
                      </p:cBhvr>
                      <p:tavLst>
                        <p:tav tm="0">
                          <p:val>
                            <p:strVal val="1+#ppt_h/2"/>
                          </p:val>
                        </p:tav>
                        <p:tav tm="100000">
                          <p:val>
                            <p:strVal val="#ppt_y"/>
                          </p:val>
                        </p:tav>
                      </p:tavLst>
                    </p:anim>
                  </p:childTnLst>
                </p:cTn>
              </p:par>
            </p:tnLst>
          </p:tmpl>
        </p:tmplLst>
      </p:bldP>
      <p:bldP spid="38" grpId="0" animBg="1"/>
      <p:bldP spid="39"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39"/>
                        </p:tgtEl>
                        <p:attrNameLst>
                          <p:attrName>style.visibility</p:attrName>
                        </p:attrNameLst>
                      </p:cBhvr>
                      <p:to>
                        <p:strVal val="visible"/>
                      </p:to>
                    </p:set>
                    <p:anim calcmode="lin" valueType="num">
                      <p:cBhvr additive="base">
                        <p:cTn dur="500" fill="hold"/>
                        <p:tgtEl>
                          <p:spTgt spid="39"/>
                        </p:tgtEl>
                        <p:attrNameLst>
                          <p:attrName>ppt_x</p:attrName>
                        </p:attrNameLst>
                      </p:cBhvr>
                      <p:tavLst>
                        <p:tav tm="0">
                          <p:val>
                            <p:strVal val="#ppt_x"/>
                          </p:val>
                        </p:tav>
                        <p:tav tm="100000">
                          <p:val>
                            <p:strVal val="#ppt_x"/>
                          </p:val>
                        </p:tav>
                      </p:tavLst>
                    </p:anim>
                    <p:anim calcmode="lin" valueType="num">
                      <p:cBhvr additive="base">
                        <p:cTn dur="500" fill="hold"/>
                        <p:tgtEl>
                          <p:spTgt spid="39"/>
                        </p:tgtEl>
                        <p:attrNameLst>
                          <p:attrName>ppt_y</p:attrName>
                        </p:attrNameLst>
                      </p:cBhvr>
                      <p:tavLst>
                        <p:tav tm="0">
                          <p:val>
                            <p:strVal val="1+#ppt_h/2"/>
                          </p:val>
                        </p:tav>
                        <p:tav tm="100000">
                          <p:val>
                            <p:strVal val="#ppt_y"/>
                          </p:val>
                        </p:tav>
                      </p:tavLst>
                    </p:anim>
                  </p:childTnLst>
                </p:cTn>
              </p:par>
            </p:tnLst>
          </p:tmpl>
        </p:tmplLst>
      </p:bldP>
      <p:bldP spid="22"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2"/>
                        </p:tgtEl>
                        <p:attrNameLst>
                          <p:attrName>style.visibility</p:attrName>
                        </p:attrNameLst>
                      </p:cBhvr>
                      <p:to>
                        <p:strVal val="visible"/>
                      </p:to>
                    </p:set>
                    <p:animEffect transition="in" filter="wipe(down)">
                      <p:cBhvr>
                        <p:cTn dur="500"/>
                        <p:tgtEl>
                          <p:spTgt spid="22"/>
                        </p:tgtEl>
                      </p:cBhvr>
                    </p:animEffect>
                  </p:childTnLst>
                </p:cTn>
              </p:par>
            </p:tnLst>
          </p:tmpl>
        </p:tmplLst>
      </p:bldP>
      <p:bldP spid="26"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6"/>
                        </p:tgtEl>
                        <p:attrNameLst>
                          <p:attrName>style.visibility</p:attrName>
                        </p:attrNameLst>
                      </p:cBhvr>
                      <p:to>
                        <p:strVal val="visible"/>
                      </p:to>
                    </p:set>
                    <p:animEffect transition="in" filter="wipe(down)">
                      <p:cBhvr>
                        <p:cTn dur="500"/>
                        <p:tgtEl>
                          <p:spTgt spid="26"/>
                        </p:tgtEl>
                      </p:cBhvr>
                    </p:animEffect>
                  </p:childTnLst>
                </p:cTn>
              </p:par>
            </p:tnLst>
          </p:tmpl>
        </p:tmplLst>
      </p:bldP>
      <p:bldP spid="30"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30"/>
                        </p:tgtEl>
                        <p:attrNameLst>
                          <p:attrName>style.visibility</p:attrName>
                        </p:attrNameLst>
                      </p:cBhvr>
                      <p:to>
                        <p:strVal val="visible"/>
                      </p:to>
                    </p:set>
                    <p:animEffect transition="in" filter="wipe(down)">
                      <p:cBhvr>
                        <p:cTn dur="500"/>
                        <p:tgtEl>
                          <p:spTgt spid="30"/>
                        </p:tgtEl>
                      </p:cBhvr>
                    </p:animEffect>
                  </p:childTnLst>
                </p:cTn>
              </p:par>
            </p:tnLst>
          </p:tmpl>
        </p:tmplLst>
      </p:bldP>
      <p:bldP spid="36"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36"/>
                        </p:tgtEl>
                        <p:attrNameLst>
                          <p:attrName>style.visibility</p:attrName>
                        </p:attrNameLst>
                      </p:cBhvr>
                      <p:to>
                        <p:strVal val="visible"/>
                      </p:to>
                    </p:set>
                    <p:animEffect transition="in" filter="wipe(down)">
                      <p:cBhvr>
                        <p:cTn dur="500"/>
                        <p:tgtEl>
                          <p:spTgt spid="36"/>
                        </p:tgtEl>
                      </p:cBhvr>
                    </p:animEffect>
                  </p:childTnLst>
                </p:cTn>
              </p:par>
            </p:tnLst>
          </p:tmpl>
        </p:tmplLst>
      </p:bldP>
      <p:bldP spid="44"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44"/>
                        </p:tgtEl>
                        <p:attrNameLst>
                          <p:attrName>style.visibility</p:attrName>
                        </p:attrNameLst>
                      </p:cBhvr>
                      <p:to>
                        <p:strVal val="visible"/>
                      </p:to>
                    </p:set>
                    <p:animEffect transition="in" filter="wipe(down)">
                      <p:cBhvr>
                        <p:cTn dur="500"/>
                        <p:tgtEl>
                          <p:spTgt spid="44"/>
                        </p:tgtEl>
                      </p:cBhvr>
                    </p:animEffect>
                  </p:childTnLst>
                </p:cTn>
              </p:par>
            </p:tnLst>
          </p:tmpl>
        </p:tmplLst>
      </p:bldP>
    </p:bldLst>
  </p:timing>
</p:sldLayout>
</file>

<file path=ppt/slideLayouts/slideLayout357.xml><?xml version="1.0" encoding="utf-8"?>
<p:sldLayout xmlns:a="http://schemas.openxmlformats.org/drawingml/2006/main" xmlns:r="http://schemas.openxmlformats.org/officeDocument/2006/relationships" xmlns:p="http://schemas.openxmlformats.org/presentationml/2006/main" userDrawn="1">
  <p:cSld name="Team04">
    <p:spTree>
      <p:nvGrpSpPr>
        <p:cNvPr id="1" name=""/>
        <p:cNvGrpSpPr/>
        <p:nvPr/>
      </p:nvGrpSpPr>
      <p:grpSpPr>
        <a:xfrm>
          <a:off x="0" y="0"/>
          <a:ext cx="0" cy="0"/>
          <a:chOff x="0" y="0"/>
          <a:chExt cx="0" cy="0"/>
        </a:xfrm>
      </p:grpSpPr>
      <p:sp>
        <p:nvSpPr>
          <p:cNvPr id="16" name="Picture Placeholder 7"/>
          <p:cNvSpPr>
            <a:spLocks noGrp="1"/>
          </p:cNvSpPr>
          <p:nvPr>
            <p:ph type="pic" sz="quarter" idx="15" hasCustomPrompt="1"/>
          </p:nvPr>
        </p:nvSpPr>
        <p:spPr>
          <a:xfrm>
            <a:off x="736664" y="1583268"/>
            <a:ext cx="248160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17" name="Rectangle 16"/>
          <p:cNvSpPr/>
          <p:nvPr userDrawn="1"/>
        </p:nvSpPr>
        <p:spPr>
          <a:xfrm>
            <a:off x="736665" y="3401374"/>
            <a:ext cx="2481605" cy="56122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48" name="Text Placeholder 3"/>
          <p:cNvSpPr>
            <a:spLocks noGrp="1"/>
          </p:cNvSpPr>
          <p:nvPr>
            <p:ph type="body" sz="half" idx="16"/>
          </p:nvPr>
        </p:nvSpPr>
        <p:spPr>
          <a:xfrm>
            <a:off x="736665" y="3414798"/>
            <a:ext cx="2481605" cy="508973"/>
          </a:xfrm>
          <a:prstGeom prst="rect">
            <a:avLst/>
          </a:prstGeom>
        </p:spPr>
        <p:txBody>
          <a:bodyPr wrap="square" lIns="0" tIns="0" rIns="0" bIns="0" anchor="t">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a:p>
            <a:pPr lvl="0"/>
            <a:endParaRPr lang="en-US" dirty="0" smtClean="0"/>
          </a:p>
        </p:txBody>
      </p:sp>
      <p:sp>
        <p:nvSpPr>
          <p:cNvPr id="49" name="Picture Placeholder 7"/>
          <p:cNvSpPr>
            <a:spLocks noGrp="1"/>
          </p:cNvSpPr>
          <p:nvPr>
            <p:ph type="pic" sz="quarter" idx="17" hasCustomPrompt="1"/>
          </p:nvPr>
        </p:nvSpPr>
        <p:spPr>
          <a:xfrm>
            <a:off x="3501466" y="1583268"/>
            <a:ext cx="248160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0" name="Rectangle 49"/>
          <p:cNvSpPr/>
          <p:nvPr userDrawn="1"/>
        </p:nvSpPr>
        <p:spPr>
          <a:xfrm>
            <a:off x="3501468" y="3401374"/>
            <a:ext cx="2481605" cy="56122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51" name="Text Placeholder 3"/>
          <p:cNvSpPr>
            <a:spLocks noGrp="1"/>
          </p:cNvSpPr>
          <p:nvPr>
            <p:ph type="body" sz="half" idx="18"/>
          </p:nvPr>
        </p:nvSpPr>
        <p:spPr>
          <a:xfrm>
            <a:off x="3501468" y="3414798"/>
            <a:ext cx="2481605" cy="508973"/>
          </a:xfrm>
          <a:prstGeom prst="rect">
            <a:avLst/>
          </a:prstGeom>
        </p:spPr>
        <p:txBody>
          <a:bodyPr wrap="square" lIns="0" tIns="0" rIns="0" bIns="0" anchor="t">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a:p>
            <a:pPr lvl="0"/>
            <a:endParaRPr lang="en-US" dirty="0" smtClean="0"/>
          </a:p>
        </p:txBody>
      </p:sp>
      <p:sp>
        <p:nvSpPr>
          <p:cNvPr id="52" name="Picture Placeholder 7"/>
          <p:cNvSpPr>
            <a:spLocks noGrp="1"/>
          </p:cNvSpPr>
          <p:nvPr>
            <p:ph type="pic" sz="quarter" idx="19" hasCustomPrompt="1"/>
          </p:nvPr>
        </p:nvSpPr>
        <p:spPr>
          <a:xfrm>
            <a:off x="6244666" y="1583268"/>
            <a:ext cx="248160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3" name="Rectangle 52"/>
          <p:cNvSpPr/>
          <p:nvPr userDrawn="1"/>
        </p:nvSpPr>
        <p:spPr>
          <a:xfrm>
            <a:off x="6244668" y="3401374"/>
            <a:ext cx="2481605" cy="56122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54" name="Text Placeholder 3"/>
          <p:cNvSpPr>
            <a:spLocks noGrp="1"/>
          </p:cNvSpPr>
          <p:nvPr>
            <p:ph type="body" sz="half" idx="20"/>
          </p:nvPr>
        </p:nvSpPr>
        <p:spPr>
          <a:xfrm>
            <a:off x="6244668" y="3414798"/>
            <a:ext cx="2481605" cy="508973"/>
          </a:xfrm>
          <a:prstGeom prst="rect">
            <a:avLst/>
          </a:prstGeom>
        </p:spPr>
        <p:txBody>
          <a:bodyPr wrap="square" lIns="0" tIns="0" rIns="0" bIns="0" anchor="t">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a:p>
            <a:pPr lvl="0"/>
            <a:endParaRPr lang="en-US" dirty="0" smtClean="0"/>
          </a:p>
        </p:txBody>
      </p:sp>
      <p:sp>
        <p:nvSpPr>
          <p:cNvPr id="55" name="Picture Placeholder 7"/>
          <p:cNvSpPr>
            <a:spLocks noGrp="1"/>
          </p:cNvSpPr>
          <p:nvPr>
            <p:ph type="pic" sz="quarter" idx="21" hasCustomPrompt="1"/>
          </p:nvPr>
        </p:nvSpPr>
        <p:spPr>
          <a:xfrm>
            <a:off x="8987866" y="1583268"/>
            <a:ext cx="248160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6" name="Rectangle 55"/>
          <p:cNvSpPr/>
          <p:nvPr userDrawn="1"/>
        </p:nvSpPr>
        <p:spPr>
          <a:xfrm>
            <a:off x="8987868" y="3401374"/>
            <a:ext cx="2481605" cy="561221"/>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57" name="Text Placeholder 3"/>
          <p:cNvSpPr>
            <a:spLocks noGrp="1"/>
          </p:cNvSpPr>
          <p:nvPr>
            <p:ph type="body" sz="half" idx="22"/>
          </p:nvPr>
        </p:nvSpPr>
        <p:spPr>
          <a:xfrm>
            <a:off x="8987868" y="3414798"/>
            <a:ext cx="2481605" cy="508973"/>
          </a:xfrm>
          <a:prstGeom prst="rect">
            <a:avLst/>
          </a:prstGeom>
        </p:spPr>
        <p:txBody>
          <a:bodyPr wrap="square" lIns="0" tIns="0" rIns="0" bIns="0" anchor="t">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a:p>
            <a:pPr lvl="0"/>
            <a:endParaRPr lang="en-US" dirty="0" smtClean="0"/>
          </a:p>
        </p:txBody>
      </p:sp>
      <p:sp>
        <p:nvSpPr>
          <p:cNvPr id="58" name="Picture Placeholder 7"/>
          <p:cNvSpPr>
            <a:spLocks noGrp="1"/>
          </p:cNvSpPr>
          <p:nvPr>
            <p:ph type="pic" sz="quarter" idx="23" hasCustomPrompt="1"/>
          </p:nvPr>
        </p:nvSpPr>
        <p:spPr>
          <a:xfrm>
            <a:off x="736664" y="4022110"/>
            <a:ext cx="248160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9" name="Rectangle 58"/>
          <p:cNvSpPr/>
          <p:nvPr userDrawn="1"/>
        </p:nvSpPr>
        <p:spPr>
          <a:xfrm>
            <a:off x="736665" y="5840216"/>
            <a:ext cx="2481605" cy="561221"/>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60" name="Text Placeholder 3"/>
          <p:cNvSpPr>
            <a:spLocks noGrp="1"/>
          </p:cNvSpPr>
          <p:nvPr>
            <p:ph type="body" sz="half" idx="24"/>
          </p:nvPr>
        </p:nvSpPr>
        <p:spPr>
          <a:xfrm>
            <a:off x="736665" y="5853640"/>
            <a:ext cx="2481605" cy="508973"/>
          </a:xfrm>
          <a:prstGeom prst="rect">
            <a:avLst/>
          </a:prstGeom>
        </p:spPr>
        <p:txBody>
          <a:bodyPr wrap="square" lIns="0" tIns="0" rIns="0" bIns="0" anchor="t">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a:p>
            <a:pPr lvl="0"/>
            <a:endParaRPr lang="en-US" dirty="0" smtClean="0"/>
          </a:p>
        </p:txBody>
      </p:sp>
      <p:sp>
        <p:nvSpPr>
          <p:cNvPr id="61" name="Picture Placeholder 7"/>
          <p:cNvSpPr>
            <a:spLocks noGrp="1"/>
          </p:cNvSpPr>
          <p:nvPr>
            <p:ph type="pic" sz="quarter" idx="25" hasCustomPrompt="1"/>
          </p:nvPr>
        </p:nvSpPr>
        <p:spPr>
          <a:xfrm>
            <a:off x="3501466" y="4022110"/>
            <a:ext cx="248160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62" name="Rectangle 61"/>
          <p:cNvSpPr/>
          <p:nvPr userDrawn="1"/>
        </p:nvSpPr>
        <p:spPr>
          <a:xfrm>
            <a:off x="3501468" y="5840216"/>
            <a:ext cx="2481605" cy="561221"/>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63" name="Text Placeholder 3"/>
          <p:cNvSpPr>
            <a:spLocks noGrp="1"/>
          </p:cNvSpPr>
          <p:nvPr>
            <p:ph type="body" sz="half" idx="26"/>
          </p:nvPr>
        </p:nvSpPr>
        <p:spPr>
          <a:xfrm>
            <a:off x="3501468" y="5853640"/>
            <a:ext cx="2481605" cy="508973"/>
          </a:xfrm>
          <a:prstGeom prst="rect">
            <a:avLst/>
          </a:prstGeom>
        </p:spPr>
        <p:txBody>
          <a:bodyPr wrap="square" lIns="0" tIns="0" rIns="0" bIns="0" anchor="t">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a:p>
            <a:pPr lvl="0"/>
            <a:endParaRPr lang="en-US" dirty="0" smtClean="0"/>
          </a:p>
        </p:txBody>
      </p:sp>
      <p:sp>
        <p:nvSpPr>
          <p:cNvPr id="64" name="Picture Placeholder 7"/>
          <p:cNvSpPr>
            <a:spLocks noGrp="1"/>
          </p:cNvSpPr>
          <p:nvPr>
            <p:ph type="pic" sz="quarter" idx="27" hasCustomPrompt="1"/>
          </p:nvPr>
        </p:nvSpPr>
        <p:spPr>
          <a:xfrm>
            <a:off x="6244666" y="4022110"/>
            <a:ext cx="248160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65" name="Rectangle 64"/>
          <p:cNvSpPr/>
          <p:nvPr userDrawn="1"/>
        </p:nvSpPr>
        <p:spPr>
          <a:xfrm>
            <a:off x="6244668" y="5840216"/>
            <a:ext cx="2481605" cy="56122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66" name="Text Placeholder 3"/>
          <p:cNvSpPr>
            <a:spLocks noGrp="1"/>
          </p:cNvSpPr>
          <p:nvPr>
            <p:ph type="body" sz="half" idx="28"/>
          </p:nvPr>
        </p:nvSpPr>
        <p:spPr>
          <a:xfrm>
            <a:off x="6244668" y="5853640"/>
            <a:ext cx="2481605" cy="508973"/>
          </a:xfrm>
          <a:prstGeom prst="rect">
            <a:avLst/>
          </a:prstGeom>
        </p:spPr>
        <p:txBody>
          <a:bodyPr wrap="square" lIns="0" tIns="0" rIns="0" bIns="0" anchor="t">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a:p>
            <a:pPr lvl="0"/>
            <a:endParaRPr lang="en-US" dirty="0" smtClean="0"/>
          </a:p>
        </p:txBody>
      </p:sp>
      <p:sp>
        <p:nvSpPr>
          <p:cNvPr id="67" name="Picture Placeholder 7"/>
          <p:cNvSpPr>
            <a:spLocks noGrp="1"/>
          </p:cNvSpPr>
          <p:nvPr>
            <p:ph type="pic" sz="quarter" idx="29" hasCustomPrompt="1"/>
          </p:nvPr>
        </p:nvSpPr>
        <p:spPr>
          <a:xfrm>
            <a:off x="8987866" y="4022110"/>
            <a:ext cx="248160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68" name="Rectangle 67"/>
          <p:cNvSpPr/>
          <p:nvPr userDrawn="1"/>
        </p:nvSpPr>
        <p:spPr>
          <a:xfrm>
            <a:off x="8987868" y="5840216"/>
            <a:ext cx="2481605" cy="56122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69" name="Text Placeholder 3"/>
          <p:cNvSpPr>
            <a:spLocks noGrp="1"/>
          </p:cNvSpPr>
          <p:nvPr>
            <p:ph type="body" sz="half" idx="30"/>
          </p:nvPr>
        </p:nvSpPr>
        <p:spPr>
          <a:xfrm>
            <a:off x="8987868" y="5853640"/>
            <a:ext cx="2481605" cy="508973"/>
          </a:xfrm>
          <a:prstGeom prst="rect">
            <a:avLst/>
          </a:prstGeom>
        </p:spPr>
        <p:txBody>
          <a:bodyPr wrap="square" lIns="0" tIns="0" rIns="0" bIns="0" anchor="t">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a:p>
            <a:pPr lvl="0"/>
            <a:endParaRPr lang="en-US" dirty="0" smtClean="0"/>
          </a:p>
        </p:txBody>
      </p:sp>
      <p:sp>
        <p:nvSpPr>
          <p:cNvPr id="30"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31"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72010932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after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wipe(down)">
                                      <p:cBhvr>
                                        <p:cTn id="7" dur="500"/>
                                        <p:tgtEl>
                                          <p:spTgt spid="16"/>
                                        </p:tgtEl>
                                      </p:cBhvr>
                                    </p:animEffect>
                                  </p:childTnLst>
                                </p:cTn>
                              </p:par>
                            </p:childTnLst>
                          </p:cTn>
                        </p:par>
                        <p:par>
                          <p:cTn id="8" fill="hold">
                            <p:stCondLst>
                              <p:cond delay="500"/>
                            </p:stCondLst>
                            <p:childTnLst>
                              <p:par>
                                <p:cTn id="9" presetID="22" presetClass="entr" presetSubtype="4" fill="hold" grpId="0" nodeType="afterEffect">
                                  <p:stCondLst>
                                    <p:cond delay="0"/>
                                  </p:stCondLst>
                                  <p:childTnLst>
                                    <p:set>
                                      <p:cBhvr>
                                        <p:cTn id="10" dur="1" fill="hold">
                                          <p:stCondLst>
                                            <p:cond delay="0"/>
                                          </p:stCondLst>
                                        </p:cTn>
                                        <p:tgtEl>
                                          <p:spTgt spid="17"/>
                                        </p:tgtEl>
                                        <p:attrNameLst>
                                          <p:attrName>style.visibility</p:attrName>
                                        </p:attrNameLst>
                                      </p:cBhvr>
                                      <p:to>
                                        <p:strVal val="visible"/>
                                      </p:to>
                                    </p:set>
                                    <p:animEffect transition="in" filter="wipe(down)">
                                      <p:cBhvr>
                                        <p:cTn id="11" dur="500"/>
                                        <p:tgtEl>
                                          <p:spTgt spid="17"/>
                                        </p:tgtEl>
                                      </p:cBhvr>
                                    </p:animEffect>
                                  </p:childTnLst>
                                </p:cTn>
                              </p:par>
                            </p:childTnLst>
                          </p:cTn>
                        </p:par>
                        <p:par>
                          <p:cTn id="12" fill="hold">
                            <p:stCondLst>
                              <p:cond delay="1000"/>
                            </p:stCondLst>
                            <p:childTnLst>
                              <p:par>
                                <p:cTn id="13" presetID="22" presetClass="entr" presetSubtype="4" fill="hold" grpId="0" nodeType="afterEffect" nodePh="1">
                                  <p:stCondLst>
                                    <p:cond delay="0"/>
                                  </p:stCondLst>
                                  <p:endCondLst>
                                    <p:cond evt="begin" delay="0">
                                      <p:tn val="13"/>
                                    </p:cond>
                                  </p:endCondLst>
                                  <p:childTnLst>
                                    <p:set>
                                      <p:cBhvr>
                                        <p:cTn id="14" dur="1" fill="hold">
                                          <p:stCondLst>
                                            <p:cond delay="0"/>
                                          </p:stCondLst>
                                        </p:cTn>
                                        <p:tgtEl>
                                          <p:spTgt spid="48">
                                            <p:txEl>
                                              <p:pRg st="0" end="0"/>
                                            </p:txEl>
                                          </p:spTgt>
                                        </p:tgtEl>
                                        <p:attrNameLst>
                                          <p:attrName>style.visibility</p:attrName>
                                        </p:attrNameLst>
                                      </p:cBhvr>
                                      <p:to>
                                        <p:strVal val="visible"/>
                                      </p:to>
                                    </p:set>
                                    <p:animEffect transition="in" filter="wipe(down)">
                                      <p:cBhvr>
                                        <p:cTn id="15" dur="500"/>
                                        <p:tgtEl>
                                          <p:spTgt spid="48">
                                            <p:txEl>
                                              <p:pRg st="0" end="0"/>
                                            </p:txEl>
                                          </p:spTgt>
                                        </p:tgtEl>
                                      </p:cBhvr>
                                    </p:animEffect>
                                  </p:childTnLst>
                                </p:cTn>
                              </p:par>
                            </p:childTnLst>
                          </p:cTn>
                        </p:par>
                        <p:par>
                          <p:cTn id="16" fill="hold">
                            <p:stCondLst>
                              <p:cond delay="1500"/>
                            </p:stCondLst>
                            <p:childTnLst>
                              <p:par>
                                <p:cTn id="17" presetID="22" presetClass="entr" presetSubtype="4" fill="hold" grpId="0" nodeType="afterEffect">
                                  <p:stCondLst>
                                    <p:cond delay="0"/>
                                  </p:stCondLst>
                                  <p:childTnLst>
                                    <p:set>
                                      <p:cBhvr>
                                        <p:cTn id="18" dur="1" fill="hold">
                                          <p:stCondLst>
                                            <p:cond delay="0"/>
                                          </p:stCondLst>
                                        </p:cTn>
                                        <p:tgtEl>
                                          <p:spTgt spid="49"/>
                                        </p:tgtEl>
                                        <p:attrNameLst>
                                          <p:attrName>style.visibility</p:attrName>
                                        </p:attrNameLst>
                                      </p:cBhvr>
                                      <p:to>
                                        <p:strVal val="visible"/>
                                      </p:to>
                                    </p:set>
                                    <p:animEffect transition="in" filter="wipe(down)">
                                      <p:cBhvr>
                                        <p:cTn id="19" dur="500"/>
                                        <p:tgtEl>
                                          <p:spTgt spid="49"/>
                                        </p:tgtEl>
                                      </p:cBhvr>
                                    </p:animEffect>
                                  </p:childTnLst>
                                </p:cTn>
                              </p:par>
                            </p:childTnLst>
                          </p:cTn>
                        </p:par>
                        <p:par>
                          <p:cTn id="20" fill="hold">
                            <p:stCondLst>
                              <p:cond delay="2000"/>
                            </p:stCondLst>
                            <p:childTnLst>
                              <p:par>
                                <p:cTn id="21" presetID="22" presetClass="entr" presetSubtype="4" fill="hold" grpId="0" nodeType="afterEffect">
                                  <p:stCondLst>
                                    <p:cond delay="0"/>
                                  </p:stCondLst>
                                  <p:childTnLst>
                                    <p:set>
                                      <p:cBhvr>
                                        <p:cTn id="22" dur="1" fill="hold">
                                          <p:stCondLst>
                                            <p:cond delay="0"/>
                                          </p:stCondLst>
                                        </p:cTn>
                                        <p:tgtEl>
                                          <p:spTgt spid="50"/>
                                        </p:tgtEl>
                                        <p:attrNameLst>
                                          <p:attrName>style.visibility</p:attrName>
                                        </p:attrNameLst>
                                      </p:cBhvr>
                                      <p:to>
                                        <p:strVal val="visible"/>
                                      </p:to>
                                    </p:set>
                                    <p:animEffect transition="in" filter="wipe(down)">
                                      <p:cBhvr>
                                        <p:cTn id="23" dur="500"/>
                                        <p:tgtEl>
                                          <p:spTgt spid="50"/>
                                        </p:tgtEl>
                                      </p:cBhvr>
                                    </p:animEffect>
                                  </p:childTnLst>
                                </p:cTn>
                              </p:par>
                            </p:childTnLst>
                          </p:cTn>
                        </p:par>
                        <p:par>
                          <p:cTn id="24" fill="hold">
                            <p:stCondLst>
                              <p:cond delay="2500"/>
                            </p:stCondLst>
                            <p:childTnLst>
                              <p:par>
                                <p:cTn id="25" presetID="22" presetClass="entr" presetSubtype="4" fill="hold" grpId="0" nodeType="afterEffect" nodePh="1">
                                  <p:stCondLst>
                                    <p:cond delay="0"/>
                                  </p:stCondLst>
                                  <p:endCondLst>
                                    <p:cond evt="begin" delay="0">
                                      <p:tn val="25"/>
                                    </p:cond>
                                  </p:endCondLst>
                                  <p:childTnLst>
                                    <p:set>
                                      <p:cBhvr>
                                        <p:cTn id="26" dur="1" fill="hold">
                                          <p:stCondLst>
                                            <p:cond delay="0"/>
                                          </p:stCondLst>
                                        </p:cTn>
                                        <p:tgtEl>
                                          <p:spTgt spid="51">
                                            <p:txEl>
                                              <p:pRg st="0" end="0"/>
                                            </p:txEl>
                                          </p:spTgt>
                                        </p:tgtEl>
                                        <p:attrNameLst>
                                          <p:attrName>style.visibility</p:attrName>
                                        </p:attrNameLst>
                                      </p:cBhvr>
                                      <p:to>
                                        <p:strVal val="visible"/>
                                      </p:to>
                                    </p:set>
                                    <p:animEffect transition="in" filter="wipe(down)">
                                      <p:cBhvr>
                                        <p:cTn id="27" dur="500"/>
                                        <p:tgtEl>
                                          <p:spTgt spid="51">
                                            <p:txEl>
                                              <p:pRg st="0" end="0"/>
                                            </p:txEl>
                                          </p:spTgt>
                                        </p:tgtEl>
                                      </p:cBhvr>
                                    </p:animEffect>
                                  </p:childTnLst>
                                </p:cTn>
                              </p:par>
                            </p:childTnLst>
                          </p:cTn>
                        </p:par>
                        <p:par>
                          <p:cTn id="28" fill="hold">
                            <p:stCondLst>
                              <p:cond delay="3000"/>
                            </p:stCondLst>
                            <p:childTnLst>
                              <p:par>
                                <p:cTn id="29" presetID="22" presetClass="entr" presetSubtype="4" fill="hold" grpId="0" nodeType="afterEffect">
                                  <p:stCondLst>
                                    <p:cond delay="0"/>
                                  </p:stCondLst>
                                  <p:childTnLst>
                                    <p:set>
                                      <p:cBhvr>
                                        <p:cTn id="30" dur="1" fill="hold">
                                          <p:stCondLst>
                                            <p:cond delay="0"/>
                                          </p:stCondLst>
                                        </p:cTn>
                                        <p:tgtEl>
                                          <p:spTgt spid="52"/>
                                        </p:tgtEl>
                                        <p:attrNameLst>
                                          <p:attrName>style.visibility</p:attrName>
                                        </p:attrNameLst>
                                      </p:cBhvr>
                                      <p:to>
                                        <p:strVal val="visible"/>
                                      </p:to>
                                    </p:set>
                                    <p:animEffect transition="in" filter="wipe(down)">
                                      <p:cBhvr>
                                        <p:cTn id="31" dur="500"/>
                                        <p:tgtEl>
                                          <p:spTgt spid="52"/>
                                        </p:tgtEl>
                                      </p:cBhvr>
                                    </p:animEffect>
                                  </p:childTnLst>
                                </p:cTn>
                              </p:par>
                            </p:childTnLst>
                          </p:cTn>
                        </p:par>
                        <p:par>
                          <p:cTn id="32" fill="hold">
                            <p:stCondLst>
                              <p:cond delay="3500"/>
                            </p:stCondLst>
                            <p:childTnLst>
                              <p:par>
                                <p:cTn id="33" presetID="22" presetClass="entr" presetSubtype="4" fill="hold" grpId="0" nodeType="afterEffect">
                                  <p:stCondLst>
                                    <p:cond delay="0"/>
                                  </p:stCondLst>
                                  <p:childTnLst>
                                    <p:set>
                                      <p:cBhvr>
                                        <p:cTn id="34" dur="1" fill="hold">
                                          <p:stCondLst>
                                            <p:cond delay="0"/>
                                          </p:stCondLst>
                                        </p:cTn>
                                        <p:tgtEl>
                                          <p:spTgt spid="53"/>
                                        </p:tgtEl>
                                        <p:attrNameLst>
                                          <p:attrName>style.visibility</p:attrName>
                                        </p:attrNameLst>
                                      </p:cBhvr>
                                      <p:to>
                                        <p:strVal val="visible"/>
                                      </p:to>
                                    </p:set>
                                    <p:animEffect transition="in" filter="wipe(down)">
                                      <p:cBhvr>
                                        <p:cTn id="35" dur="500"/>
                                        <p:tgtEl>
                                          <p:spTgt spid="53"/>
                                        </p:tgtEl>
                                      </p:cBhvr>
                                    </p:animEffect>
                                  </p:childTnLst>
                                </p:cTn>
                              </p:par>
                            </p:childTnLst>
                          </p:cTn>
                        </p:par>
                        <p:par>
                          <p:cTn id="36" fill="hold">
                            <p:stCondLst>
                              <p:cond delay="4000"/>
                            </p:stCondLst>
                            <p:childTnLst>
                              <p:par>
                                <p:cTn id="37" presetID="22" presetClass="entr" presetSubtype="4" fill="hold" grpId="0" nodeType="afterEffect" nodePh="1">
                                  <p:stCondLst>
                                    <p:cond delay="0"/>
                                  </p:stCondLst>
                                  <p:endCondLst>
                                    <p:cond evt="begin" delay="0">
                                      <p:tn val="37"/>
                                    </p:cond>
                                  </p:endCondLst>
                                  <p:childTnLst>
                                    <p:set>
                                      <p:cBhvr>
                                        <p:cTn id="38" dur="1" fill="hold">
                                          <p:stCondLst>
                                            <p:cond delay="0"/>
                                          </p:stCondLst>
                                        </p:cTn>
                                        <p:tgtEl>
                                          <p:spTgt spid="54">
                                            <p:txEl>
                                              <p:pRg st="0" end="0"/>
                                            </p:txEl>
                                          </p:spTgt>
                                        </p:tgtEl>
                                        <p:attrNameLst>
                                          <p:attrName>style.visibility</p:attrName>
                                        </p:attrNameLst>
                                      </p:cBhvr>
                                      <p:to>
                                        <p:strVal val="visible"/>
                                      </p:to>
                                    </p:set>
                                    <p:animEffect transition="in" filter="wipe(down)">
                                      <p:cBhvr>
                                        <p:cTn id="39" dur="500"/>
                                        <p:tgtEl>
                                          <p:spTgt spid="54">
                                            <p:txEl>
                                              <p:pRg st="0" end="0"/>
                                            </p:txEl>
                                          </p:spTgt>
                                        </p:tgtEl>
                                      </p:cBhvr>
                                    </p:animEffect>
                                  </p:childTnLst>
                                </p:cTn>
                              </p:par>
                            </p:childTnLst>
                          </p:cTn>
                        </p:par>
                        <p:par>
                          <p:cTn id="40" fill="hold">
                            <p:stCondLst>
                              <p:cond delay="4500"/>
                            </p:stCondLst>
                            <p:childTnLst>
                              <p:par>
                                <p:cTn id="41" presetID="22" presetClass="entr" presetSubtype="4" fill="hold" grpId="0" nodeType="afterEffect">
                                  <p:stCondLst>
                                    <p:cond delay="0"/>
                                  </p:stCondLst>
                                  <p:childTnLst>
                                    <p:set>
                                      <p:cBhvr>
                                        <p:cTn id="42" dur="1" fill="hold">
                                          <p:stCondLst>
                                            <p:cond delay="0"/>
                                          </p:stCondLst>
                                        </p:cTn>
                                        <p:tgtEl>
                                          <p:spTgt spid="55"/>
                                        </p:tgtEl>
                                        <p:attrNameLst>
                                          <p:attrName>style.visibility</p:attrName>
                                        </p:attrNameLst>
                                      </p:cBhvr>
                                      <p:to>
                                        <p:strVal val="visible"/>
                                      </p:to>
                                    </p:set>
                                    <p:animEffect transition="in" filter="wipe(down)">
                                      <p:cBhvr>
                                        <p:cTn id="43" dur="500"/>
                                        <p:tgtEl>
                                          <p:spTgt spid="55"/>
                                        </p:tgtEl>
                                      </p:cBhvr>
                                    </p:animEffect>
                                  </p:childTnLst>
                                </p:cTn>
                              </p:par>
                            </p:childTnLst>
                          </p:cTn>
                        </p:par>
                        <p:par>
                          <p:cTn id="44" fill="hold">
                            <p:stCondLst>
                              <p:cond delay="5000"/>
                            </p:stCondLst>
                            <p:childTnLst>
                              <p:par>
                                <p:cTn id="45" presetID="22" presetClass="entr" presetSubtype="4" fill="hold" grpId="0" nodeType="afterEffect">
                                  <p:stCondLst>
                                    <p:cond delay="0"/>
                                  </p:stCondLst>
                                  <p:childTnLst>
                                    <p:set>
                                      <p:cBhvr>
                                        <p:cTn id="46" dur="1" fill="hold">
                                          <p:stCondLst>
                                            <p:cond delay="0"/>
                                          </p:stCondLst>
                                        </p:cTn>
                                        <p:tgtEl>
                                          <p:spTgt spid="56"/>
                                        </p:tgtEl>
                                        <p:attrNameLst>
                                          <p:attrName>style.visibility</p:attrName>
                                        </p:attrNameLst>
                                      </p:cBhvr>
                                      <p:to>
                                        <p:strVal val="visible"/>
                                      </p:to>
                                    </p:set>
                                    <p:animEffect transition="in" filter="wipe(down)">
                                      <p:cBhvr>
                                        <p:cTn id="47" dur="500"/>
                                        <p:tgtEl>
                                          <p:spTgt spid="56"/>
                                        </p:tgtEl>
                                      </p:cBhvr>
                                    </p:animEffect>
                                  </p:childTnLst>
                                </p:cTn>
                              </p:par>
                            </p:childTnLst>
                          </p:cTn>
                        </p:par>
                        <p:par>
                          <p:cTn id="48" fill="hold">
                            <p:stCondLst>
                              <p:cond delay="5500"/>
                            </p:stCondLst>
                            <p:childTnLst>
                              <p:par>
                                <p:cTn id="49" presetID="22" presetClass="entr" presetSubtype="4" fill="hold" grpId="0" nodeType="afterEffect" nodePh="1">
                                  <p:stCondLst>
                                    <p:cond delay="0"/>
                                  </p:stCondLst>
                                  <p:endCondLst>
                                    <p:cond evt="begin" delay="0">
                                      <p:tn val="49"/>
                                    </p:cond>
                                  </p:endCondLst>
                                  <p:childTnLst>
                                    <p:set>
                                      <p:cBhvr>
                                        <p:cTn id="50" dur="1" fill="hold">
                                          <p:stCondLst>
                                            <p:cond delay="0"/>
                                          </p:stCondLst>
                                        </p:cTn>
                                        <p:tgtEl>
                                          <p:spTgt spid="57">
                                            <p:txEl>
                                              <p:pRg st="0" end="0"/>
                                            </p:txEl>
                                          </p:spTgt>
                                        </p:tgtEl>
                                        <p:attrNameLst>
                                          <p:attrName>style.visibility</p:attrName>
                                        </p:attrNameLst>
                                      </p:cBhvr>
                                      <p:to>
                                        <p:strVal val="visible"/>
                                      </p:to>
                                    </p:set>
                                    <p:animEffect transition="in" filter="wipe(down)">
                                      <p:cBhvr>
                                        <p:cTn id="51" dur="500"/>
                                        <p:tgtEl>
                                          <p:spTgt spid="57">
                                            <p:txEl>
                                              <p:pRg st="0" end="0"/>
                                            </p:txEl>
                                          </p:spTgt>
                                        </p:tgtEl>
                                      </p:cBhvr>
                                    </p:animEffect>
                                  </p:childTnLst>
                                </p:cTn>
                              </p:par>
                            </p:childTnLst>
                          </p:cTn>
                        </p:par>
                        <p:par>
                          <p:cTn id="52" fill="hold">
                            <p:stCondLst>
                              <p:cond delay="6000"/>
                            </p:stCondLst>
                            <p:childTnLst>
                              <p:par>
                                <p:cTn id="53" presetID="22" presetClass="entr" presetSubtype="4" fill="hold" grpId="0" nodeType="afterEffect">
                                  <p:stCondLst>
                                    <p:cond delay="0"/>
                                  </p:stCondLst>
                                  <p:childTnLst>
                                    <p:set>
                                      <p:cBhvr>
                                        <p:cTn id="54" dur="1" fill="hold">
                                          <p:stCondLst>
                                            <p:cond delay="0"/>
                                          </p:stCondLst>
                                        </p:cTn>
                                        <p:tgtEl>
                                          <p:spTgt spid="58"/>
                                        </p:tgtEl>
                                        <p:attrNameLst>
                                          <p:attrName>style.visibility</p:attrName>
                                        </p:attrNameLst>
                                      </p:cBhvr>
                                      <p:to>
                                        <p:strVal val="visible"/>
                                      </p:to>
                                    </p:set>
                                    <p:animEffect transition="in" filter="wipe(down)">
                                      <p:cBhvr>
                                        <p:cTn id="55" dur="500"/>
                                        <p:tgtEl>
                                          <p:spTgt spid="58"/>
                                        </p:tgtEl>
                                      </p:cBhvr>
                                    </p:animEffect>
                                  </p:childTnLst>
                                </p:cTn>
                              </p:par>
                            </p:childTnLst>
                          </p:cTn>
                        </p:par>
                        <p:par>
                          <p:cTn id="56" fill="hold">
                            <p:stCondLst>
                              <p:cond delay="6500"/>
                            </p:stCondLst>
                            <p:childTnLst>
                              <p:par>
                                <p:cTn id="57" presetID="22" presetClass="entr" presetSubtype="4" fill="hold" grpId="0" nodeType="afterEffect">
                                  <p:stCondLst>
                                    <p:cond delay="0"/>
                                  </p:stCondLst>
                                  <p:childTnLst>
                                    <p:set>
                                      <p:cBhvr>
                                        <p:cTn id="58" dur="1" fill="hold">
                                          <p:stCondLst>
                                            <p:cond delay="0"/>
                                          </p:stCondLst>
                                        </p:cTn>
                                        <p:tgtEl>
                                          <p:spTgt spid="59"/>
                                        </p:tgtEl>
                                        <p:attrNameLst>
                                          <p:attrName>style.visibility</p:attrName>
                                        </p:attrNameLst>
                                      </p:cBhvr>
                                      <p:to>
                                        <p:strVal val="visible"/>
                                      </p:to>
                                    </p:set>
                                    <p:animEffect transition="in" filter="wipe(down)">
                                      <p:cBhvr>
                                        <p:cTn id="59" dur="500"/>
                                        <p:tgtEl>
                                          <p:spTgt spid="59"/>
                                        </p:tgtEl>
                                      </p:cBhvr>
                                    </p:animEffect>
                                  </p:childTnLst>
                                </p:cTn>
                              </p:par>
                            </p:childTnLst>
                          </p:cTn>
                        </p:par>
                        <p:par>
                          <p:cTn id="60" fill="hold">
                            <p:stCondLst>
                              <p:cond delay="7000"/>
                            </p:stCondLst>
                            <p:childTnLst>
                              <p:par>
                                <p:cTn id="61" presetID="22" presetClass="entr" presetSubtype="4" fill="hold" grpId="0" nodeType="afterEffect" nodePh="1">
                                  <p:stCondLst>
                                    <p:cond delay="0"/>
                                  </p:stCondLst>
                                  <p:endCondLst>
                                    <p:cond evt="begin" delay="0">
                                      <p:tn val="61"/>
                                    </p:cond>
                                  </p:endCondLst>
                                  <p:childTnLst>
                                    <p:set>
                                      <p:cBhvr>
                                        <p:cTn id="62" dur="1" fill="hold">
                                          <p:stCondLst>
                                            <p:cond delay="0"/>
                                          </p:stCondLst>
                                        </p:cTn>
                                        <p:tgtEl>
                                          <p:spTgt spid="60">
                                            <p:txEl>
                                              <p:pRg st="0" end="0"/>
                                            </p:txEl>
                                          </p:spTgt>
                                        </p:tgtEl>
                                        <p:attrNameLst>
                                          <p:attrName>style.visibility</p:attrName>
                                        </p:attrNameLst>
                                      </p:cBhvr>
                                      <p:to>
                                        <p:strVal val="visible"/>
                                      </p:to>
                                    </p:set>
                                    <p:animEffect transition="in" filter="wipe(down)">
                                      <p:cBhvr>
                                        <p:cTn id="63" dur="500"/>
                                        <p:tgtEl>
                                          <p:spTgt spid="60">
                                            <p:txEl>
                                              <p:pRg st="0" end="0"/>
                                            </p:txEl>
                                          </p:spTgt>
                                        </p:tgtEl>
                                      </p:cBhvr>
                                    </p:animEffect>
                                  </p:childTnLst>
                                </p:cTn>
                              </p:par>
                            </p:childTnLst>
                          </p:cTn>
                        </p:par>
                        <p:par>
                          <p:cTn id="64" fill="hold">
                            <p:stCondLst>
                              <p:cond delay="7500"/>
                            </p:stCondLst>
                            <p:childTnLst>
                              <p:par>
                                <p:cTn id="65" presetID="22" presetClass="entr" presetSubtype="4" fill="hold" grpId="0" nodeType="afterEffect">
                                  <p:stCondLst>
                                    <p:cond delay="0"/>
                                  </p:stCondLst>
                                  <p:childTnLst>
                                    <p:set>
                                      <p:cBhvr>
                                        <p:cTn id="66" dur="1" fill="hold">
                                          <p:stCondLst>
                                            <p:cond delay="0"/>
                                          </p:stCondLst>
                                        </p:cTn>
                                        <p:tgtEl>
                                          <p:spTgt spid="61"/>
                                        </p:tgtEl>
                                        <p:attrNameLst>
                                          <p:attrName>style.visibility</p:attrName>
                                        </p:attrNameLst>
                                      </p:cBhvr>
                                      <p:to>
                                        <p:strVal val="visible"/>
                                      </p:to>
                                    </p:set>
                                    <p:animEffect transition="in" filter="wipe(down)">
                                      <p:cBhvr>
                                        <p:cTn id="67" dur="500"/>
                                        <p:tgtEl>
                                          <p:spTgt spid="61"/>
                                        </p:tgtEl>
                                      </p:cBhvr>
                                    </p:animEffect>
                                  </p:childTnLst>
                                </p:cTn>
                              </p:par>
                            </p:childTnLst>
                          </p:cTn>
                        </p:par>
                        <p:par>
                          <p:cTn id="68" fill="hold">
                            <p:stCondLst>
                              <p:cond delay="8000"/>
                            </p:stCondLst>
                            <p:childTnLst>
                              <p:par>
                                <p:cTn id="69" presetID="22" presetClass="entr" presetSubtype="4" fill="hold" grpId="0" nodeType="afterEffect">
                                  <p:stCondLst>
                                    <p:cond delay="0"/>
                                  </p:stCondLst>
                                  <p:childTnLst>
                                    <p:set>
                                      <p:cBhvr>
                                        <p:cTn id="70" dur="1" fill="hold">
                                          <p:stCondLst>
                                            <p:cond delay="0"/>
                                          </p:stCondLst>
                                        </p:cTn>
                                        <p:tgtEl>
                                          <p:spTgt spid="62"/>
                                        </p:tgtEl>
                                        <p:attrNameLst>
                                          <p:attrName>style.visibility</p:attrName>
                                        </p:attrNameLst>
                                      </p:cBhvr>
                                      <p:to>
                                        <p:strVal val="visible"/>
                                      </p:to>
                                    </p:set>
                                    <p:animEffect transition="in" filter="wipe(down)">
                                      <p:cBhvr>
                                        <p:cTn id="71" dur="500"/>
                                        <p:tgtEl>
                                          <p:spTgt spid="62"/>
                                        </p:tgtEl>
                                      </p:cBhvr>
                                    </p:animEffect>
                                  </p:childTnLst>
                                </p:cTn>
                              </p:par>
                            </p:childTnLst>
                          </p:cTn>
                        </p:par>
                        <p:par>
                          <p:cTn id="72" fill="hold">
                            <p:stCondLst>
                              <p:cond delay="8500"/>
                            </p:stCondLst>
                            <p:childTnLst>
                              <p:par>
                                <p:cTn id="73" presetID="22" presetClass="entr" presetSubtype="4" fill="hold" nodeType="afterEffect" nodePh="1">
                                  <p:stCondLst>
                                    <p:cond delay="0"/>
                                  </p:stCondLst>
                                  <p:endCondLst>
                                    <p:cond evt="begin" delay="0">
                                      <p:tn val="73"/>
                                    </p:cond>
                                  </p:endCondLst>
                                  <p:childTnLst>
                                    <p:set>
                                      <p:cBhvr>
                                        <p:cTn id="74" dur="1" fill="hold">
                                          <p:stCondLst>
                                            <p:cond delay="0"/>
                                          </p:stCondLst>
                                        </p:cTn>
                                        <p:tgtEl>
                                          <p:spTgt spid="63">
                                            <p:txEl>
                                              <p:pRg st="0" end="0"/>
                                            </p:txEl>
                                          </p:spTgt>
                                        </p:tgtEl>
                                        <p:attrNameLst>
                                          <p:attrName>style.visibility</p:attrName>
                                        </p:attrNameLst>
                                      </p:cBhvr>
                                      <p:to>
                                        <p:strVal val="visible"/>
                                      </p:to>
                                    </p:set>
                                    <p:animEffect transition="in" filter="wipe(down)">
                                      <p:cBhvr>
                                        <p:cTn id="75" dur="500"/>
                                        <p:tgtEl>
                                          <p:spTgt spid="63">
                                            <p:txEl>
                                              <p:pRg st="0" end="0"/>
                                            </p:txEl>
                                          </p:spTgt>
                                        </p:tgtEl>
                                      </p:cBhvr>
                                    </p:animEffect>
                                  </p:childTnLst>
                                </p:cTn>
                              </p:par>
                            </p:childTnLst>
                          </p:cTn>
                        </p:par>
                        <p:par>
                          <p:cTn id="76" fill="hold">
                            <p:stCondLst>
                              <p:cond delay="9000"/>
                            </p:stCondLst>
                            <p:childTnLst>
                              <p:par>
                                <p:cTn id="77" presetID="22" presetClass="entr" presetSubtype="4" fill="hold" grpId="0" nodeType="afterEffect">
                                  <p:stCondLst>
                                    <p:cond delay="0"/>
                                  </p:stCondLst>
                                  <p:childTnLst>
                                    <p:set>
                                      <p:cBhvr>
                                        <p:cTn id="78" dur="1" fill="hold">
                                          <p:stCondLst>
                                            <p:cond delay="0"/>
                                          </p:stCondLst>
                                        </p:cTn>
                                        <p:tgtEl>
                                          <p:spTgt spid="64"/>
                                        </p:tgtEl>
                                        <p:attrNameLst>
                                          <p:attrName>style.visibility</p:attrName>
                                        </p:attrNameLst>
                                      </p:cBhvr>
                                      <p:to>
                                        <p:strVal val="visible"/>
                                      </p:to>
                                    </p:set>
                                    <p:animEffect transition="in" filter="wipe(down)">
                                      <p:cBhvr>
                                        <p:cTn id="79" dur="500"/>
                                        <p:tgtEl>
                                          <p:spTgt spid="64"/>
                                        </p:tgtEl>
                                      </p:cBhvr>
                                    </p:animEffect>
                                  </p:childTnLst>
                                </p:cTn>
                              </p:par>
                            </p:childTnLst>
                          </p:cTn>
                        </p:par>
                        <p:par>
                          <p:cTn id="80" fill="hold">
                            <p:stCondLst>
                              <p:cond delay="9500"/>
                            </p:stCondLst>
                            <p:childTnLst>
                              <p:par>
                                <p:cTn id="81" presetID="22" presetClass="entr" presetSubtype="4" fill="hold" grpId="0" nodeType="afterEffect">
                                  <p:stCondLst>
                                    <p:cond delay="0"/>
                                  </p:stCondLst>
                                  <p:childTnLst>
                                    <p:set>
                                      <p:cBhvr>
                                        <p:cTn id="82" dur="1" fill="hold">
                                          <p:stCondLst>
                                            <p:cond delay="0"/>
                                          </p:stCondLst>
                                        </p:cTn>
                                        <p:tgtEl>
                                          <p:spTgt spid="65"/>
                                        </p:tgtEl>
                                        <p:attrNameLst>
                                          <p:attrName>style.visibility</p:attrName>
                                        </p:attrNameLst>
                                      </p:cBhvr>
                                      <p:to>
                                        <p:strVal val="visible"/>
                                      </p:to>
                                    </p:set>
                                    <p:animEffect transition="in" filter="wipe(down)">
                                      <p:cBhvr>
                                        <p:cTn id="83" dur="500"/>
                                        <p:tgtEl>
                                          <p:spTgt spid="65"/>
                                        </p:tgtEl>
                                      </p:cBhvr>
                                    </p:animEffect>
                                  </p:childTnLst>
                                </p:cTn>
                              </p:par>
                            </p:childTnLst>
                          </p:cTn>
                        </p:par>
                        <p:par>
                          <p:cTn id="84" fill="hold">
                            <p:stCondLst>
                              <p:cond delay="10000"/>
                            </p:stCondLst>
                            <p:childTnLst>
                              <p:par>
                                <p:cTn id="85" presetID="22" presetClass="entr" presetSubtype="4" fill="hold" grpId="0" nodeType="afterEffect" nodePh="1">
                                  <p:stCondLst>
                                    <p:cond delay="0"/>
                                  </p:stCondLst>
                                  <p:endCondLst>
                                    <p:cond evt="begin" delay="0">
                                      <p:tn val="85"/>
                                    </p:cond>
                                  </p:endCondLst>
                                  <p:childTnLst>
                                    <p:set>
                                      <p:cBhvr>
                                        <p:cTn id="86" dur="1" fill="hold">
                                          <p:stCondLst>
                                            <p:cond delay="0"/>
                                          </p:stCondLst>
                                        </p:cTn>
                                        <p:tgtEl>
                                          <p:spTgt spid="66">
                                            <p:txEl>
                                              <p:pRg st="0" end="0"/>
                                            </p:txEl>
                                          </p:spTgt>
                                        </p:tgtEl>
                                        <p:attrNameLst>
                                          <p:attrName>style.visibility</p:attrName>
                                        </p:attrNameLst>
                                      </p:cBhvr>
                                      <p:to>
                                        <p:strVal val="visible"/>
                                      </p:to>
                                    </p:set>
                                    <p:animEffect transition="in" filter="wipe(down)">
                                      <p:cBhvr>
                                        <p:cTn id="87" dur="500"/>
                                        <p:tgtEl>
                                          <p:spTgt spid="66">
                                            <p:txEl>
                                              <p:pRg st="0" end="0"/>
                                            </p:txEl>
                                          </p:spTgt>
                                        </p:tgtEl>
                                      </p:cBhvr>
                                    </p:animEffect>
                                  </p:childTnLst>
                                </p:cTn>
                              </p:par>
                            </p:childTnLst>
                          </p:cTn>
                        </p:par>
                        <p:par>
                          <p:cTn id="88" fill="hold">
                            <p:stCondLst>
                              <p:cond delay="10500"/>
                            </p:stCondLst>
                            <p:childTnLst>
                              <p:par>
                                <p:cTn id="89" presetID="22" presetClass="entr" presetSubtype="4" fill="hold" grpId="0" nodeType="afterEffect">
                                  <p:stCondLst>
                                    <p:cond delay="0"/>
                                  </p:stCondLst>
                                  <p:childTnLst>
                                    <p:set>
                                      <p:cBhvr>
                                        <p:cTn id="90" dur="1" fill="hold">
                                          <p:stCondLst>
                                            <p:cond delay="0"/>
                                          </p:stCondLst>
                                        </p:cTn>
                                        <p:tgtEl>
                                          <p:spTgt spid="67"/>
                                        </p:tgtEl>
                                        <p:attrNameLst>
                                          <p:attrName>style.visibility</p:attrName>
                                        </p:attrNameLst>
                                      </p:cBhvr>
                                      <p:to>
                                        <p:strVal val="visible"/>
                                      </p:to>
                                    </p:set>
                                    <p:animEffect transition="in" filter="wipe(down)">
                                      <p:cBhvr>
                                        <p:cTn id="91" dur="500"/>
                                        <p:tgtEl>
                                          <p:spTgt spid="67"/>
                                        </p:tgtEl>
                                      </p:cBhvr>
                                    </p:animEffect>
                                  </p:childTnLst>
                                </p:cTn>
                              </p:par>
                            </p:childTnLst>
                          </p:cTn>
                        </p:par>
                        <p:par>
                          <p:cTn id="92" fill="hold">
                            <p:stCondLst>
                              <p:cond delay="11000"/>
                            </p:stCondLst>
                            <p:childTnLst>
                              <p:par>
                                <p:cTn id="93" presetID="22" presetClass="entr" presetSubtype="4" fill="hold" grpId="0" nodeType="afterEffect">
                                  <p:stCondLst>
                                    <p:cond delay="0"/>
                                  </p:stCondLst>
                                  <p:childTnLst>
                                    <p:set>
                                      <p:cBhvr>
                                        <p:cTn id="94" dur="1" fill="hold">
                                          <p:stCondLst>
                                            <p:cond delay="0"/>
                                          </p:stCondLst>
                                        </p:cTn>
                                        <p:tgtEl>
                                          <p:spTgt spid="68"/>
                                        </p:tgtEl>
                                        <p:attrNameLst>
                                          <p:attrName>style.visibility</p:attrName>
                                        </p:attrNameLst>
                                      </p:cBhvr>
                                      <p:to>
                                        <p:strVal val="visible"/>
                                      </p:to>
                                    </p:set>
                                    <p:animEffect transition="in" filter="wipe(down)">
                                      <p:cBhvr>
                                        <p:cTn id="95" dur="500"/>
                                        <p:tgtEl>
                                          <p:spTgt spid="68"/>
                                        </p:tgtEl>
                                      </p:cBhvr>
                                    </p:animEffect>
                                  </p:childTnLst>
                                </p:cTn>
                              </p:par>
                            </p:childTnLst>
                          </p:cTn>
                        </p:par>
                        <p:par>
                          <p:cTn id="96" fill="hold">
                            <p:stCondLst>
                              <p:cond delay="11500"/>
                            </p:stCondLst>
                            <p:childTnLst>
                              <p:par>
                                <p:cTn id="97" presetID="22" presetClass="entr" presetSubtype="4" fill="hold" grpId="0" nodeType="afterEffect" nodePh="1">
                                  <p:stCondLst>
                                    <p:cond delay="0"/>
                                  </p:stCondLst>
                                  <p:endCondLst>
                                    <p:cond evt="begin" delay="0">
                                      <p:tn val="97"/>
                                    </p:cond>
                                  </p:endCondLst>
                                  <p:childTnLst>
                                    <p:set>
                                      <p:cBhvr>
                                        <p:cTn id="98" dur="1" fill="hold">
                                          <p:stCondLst>
                                            <p:cond delay="0"/>
                                          </p:stCondLst>
                                        </p:cTn>
                                        <p:tgtEl>
                                          <p:spTgt spid="69">
                                            <p:txEl>
                                              <p:pRg st="0" end="0"/>
                                            </p:txEl>
                                          </p:spTgt>
                                        </p:tgtEl>
                                        <p:attrNameLst>
                                          <p:attrName>style.visibility</p:attrName>
                                        </p:attrNameLst>
                                      </p:cBhvr>
                                      <p:to>
                                        <p:strVal val="visible"/>
                                      </p:to>
                                    </p:set>
                                    <p:animEffect transition="in" filter="wipe(down)">
                                      <p:cBhvr>
                                        <p:cTn id="99" dur="500"/>
                                        <p:tgtEl>
                                          <p:spTgt spid="69">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P spid="17" grpId="0" animBg="1"/>
      <p:bldP spid="48"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48"/>
                        </p:tgtEl>
                        <p:attrNameLst>
                          <p:attrName>style.visibility</p:attrName>
                        </p:attrNameLst>
                      </p:cBhvr>
                      <p:to>
                        <p:strVal val="visible"/>
                      </p:to>
                    </p:set>
                    <p:animEffect transition="in" filter="wipe(down)">
                      <p:cBhvr>
                        <p:cTn dur="500"/>
                        <p:tgtEl>
                          <p:spTgt spid="48"/>
                        </p:tgtEl>
                      </p:cBhvr>
                    </p:animEffect>
                  </p:childTnLst>
                </p:cTn>
              </p:par>
            </p:tnLst>
          </p:tmpl>
        </p:tmplLst>
      </p:bldP>
      <p:bldP spid="49" grpId="0"/>
      <p:bldP spid="50" grpId="0" animBg="1"/>
      <p:bldP spid="51"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51"/>
                        </p:tgtEl>
                        <p:attrNameLst>
                          <p:attrName>style.visibility</p:attrName>
                        </p:attrNameLst>
                      </p:cBhvr>
                      <p:to>
                        <p:strVal val="visible"/>
                      </p:to>
                    </p:set>
                    <p:animEffect transition="in" filter="wipe(down)">
                      <p:cBhvr>
                        <p:cTn dur="500"/>
                        <p:tgtEl>
                          <p:spTgt spid="51"/>
                        </p:tgtEl>
                      </p:cBhvr>
                    </p:animEffect>
                  </p:childTnLst>
                </p:cTn>
              </p:par>
            </p:tnLst>
          </p:tmpl>
        </p:tmplLst>
      </p:bldP>
      <p:bldP spid="52" grpId="0"/>
      <p:bldP spid="53" grpId="0" animBg="1"/>
      <p:bldP spid="54"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54"/>
                        </p:tgtEl>
                        <p:attrNameLst>
                          <p:attrName>style.visibility</p:attrName>
                        </p:attrNameLst>
                      </p:cBhvr>
                      <p:to>
                        <p:strVal val="visible"/>
                      </p:to>
                    </p:set>
                    <p:animEffect transition="in" filter="wipe(down)">
                      <p:cBhvr>
                        <p:cTn dur="500"/>
                        <p:tgtEl>
                          <p:spTgt spid="54"/>
                        </p:tgtEl>
                      </p:cBhvr>
                    </p:animEffect>
                  </p:childTnLst>
                </p:cTn>
              </p:par>
            </p:tnLst>
          </p:tmpl>
        </p:tmplLst>
      </p:bldP>
      <p:bldP spid="55" grpId="0"/>
      <p:bldP spid="56" grpId="0" animBg="1"/>
      <p:bldP spid="57"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57"/>
                        </p:tgtEl>
                        <p:attrNameLst>
                          <p:attrName>style.visibility</p:attrName>
                        </p:attrNameLst>
                      </p:cBhvr>
                      <p:to>
                        <p:strVal val="visible"/>
                      </p:to>
                    </p:set>
                    <p:animEffect transition="in" filter="wipe(down)">
                      <p:cBhvr>
                        <p:cTn dur="500"/>
                        <p:tgtEl>
                          <p:spTgt spid="57"/>
                        </p:tgtEl>
                      </p:cBhvr>
                    </p:animEffect>
                  </p:childTnLst>
                </p:cTn>
              </p:par>
            </p:tnLst>
          </p:tmpl>
        </p:tmplLst>
      </p:bldP>
      <p:bldP spid="58" grpId="0"/>
      <p:bldP spid="59" grpId="0" animBg="1"/>
      <p:bldP spid="60"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60"/>
                        </p:tgtEl>
                        <p:attrNameLst>
                          <p:attrName>style.visibility</p:attrName>
                        </p:attrNameLst>
                      </p:cBhvr>
                      <p:to>
                        <p:strVal val="visible"/>
                      </p:to>
                    </p:set>
                    <p:animEffect transition="in" filter="wipe(down)">
                      <p:cBhvr>
                        <p:cTn dur="500"/>
                        <p:tgtEl>
                          <p:spTgt spid="60"/>
                        </p:tgtEl>
                      </p:cBhvr>
                    </p:animEffect>
                  </p:childTnLst>
                </p:cTn>
              </p:par>
            </p:tnLst>
          </p:tmpl>
        </p:tmplLst>
      </p:bldP>
      <p:bldP spid="61" grpId="0"/>
      <p:bldP spid="62" grpId="0" animBg="1"/>
      <p:bldP spid="64" grpId="0"/>
      <p:bldP spid="65" grpId="0" animBg="1"/>
      <p:bldP spid="66"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66"/>
                        </p:tgtEl>
                        <p:attrNameLst>
                          <p:attrName>style.visibility</p:attrName>
                        </p:attrNameLst>
                      </p:cBhvr>
                      <p:to>
                        <p:strVal val="visible"/>
                      </p:to>
                    </p:set>
                    <p:animEffect transition="in" filter="wipe(down)">
                      <p:cBhvr>
                        <p:cTn dur="500"/>
                        <p:tgtEl>
                          <p:spTgt spid="66"/>
                        </p:tgtEl>
                      </p:cBhvr>
                    </p:animEffect>
                  </p:childTnLst>
                </p:cTn>
              </p:par>
            </p:tnLst>
          </p:tmpl>
        </p:tmplLst>
      </p:bldP>
      <p:bldP spid="67" grpId="0"/>
      <p:bldP spid="68" grpId="0" animBg="1"/>
      <p:bldP spid="69"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69"/>
                        </p:tgtEl>
                        <p:attrNameLst>
                          <p:attrName>style.visibility</p:attrName>
                        </p:attrNameLst>
                      </p:cBhvr>
                      <p:to>
                        <p:strVal val="visible"/>
                      </p:to>
                    </p:set>
                    <p:animEffect transition="in" filter="wipe(down)">
                      <p:cBhvr>
                        <p:cTn dur="500"/>
                        <p:tgtEl>
                          <p:spTgt spid="69"/>
                        </p:tgtEl>
                      </p:cBhvr>
                    </p:animEffect>
                  </p:childTnLst>
                </p:cTn>
              </p:par>
            </p:tnLst>
          </p:tmpl>
        </p:tmplLst>
      </p:bldP>
    </p:bldLst>
  </p:timing>
</p:sldLayout>
</file>

<file path=ppt/slideLayouts/slideLayout358.xml><?xml version="1.0" encoding="utf-8"?>
<p:sldLayout xmlns:a="http://schemas.openxmlformats.org/drawingml/2006/main" xmlns:r="http://schemas.openxmlformats.org/officeDocument/2006/relationships" xmlns:p="http://schemas.openxmlformats.org/presentationml/2006/main" userDrawn="1">
  <p:cSld name="2_2-Pics">
    <p:spTree>
      <p:nvGrpSpPr>
        <p:cNvPr id="1" name=""/>
        <p:cNvGrpSpPr/>
        <p:nvPr/>
      </p:nvGrpSpPr>
      <p:grpSpPr>
        <a:xfrm>
          <a:off x="0" y="0"/>
          <a:ext cx="0" cy="0"/>
          <a:chOff x="0" y="0"/>
          <a:chExt cx="0" cy="0"/>
        </a:xfrm>
      </p:grpSpPr>
      <p:sp>
        <p:nvSpPr>
          <p:cNvPr id="58" name="Picture Placeholder 7"/>
          <p:cNvSpPr>
            <a:spLocks noGrp="1"/>
          </p:cNvSpPr>
          <p:nvPr>
            <p:ph type="pic" sz="quarter" idx="22" hasCustomPrompt="1"/>
          </p:nvPr>
        </p:nvSpPr>
        <p:spPr>
          <a:xfrm>
            <a:off x="6286302" y="2195021"/>
            <a:ext cx="5030956" cy="2697948"/>
          </a:xfrm>
          <a:prstGeom prst="downArrowCallout">
            <a:avLst>
              <a:gd name="adj1" fmla="val 50000"/>
              <a:gd name="adj2" fmla="val 11967"/>
              <a:gd name="adj3" fmla="val 7487"/>
              <a:gd name="adj4" fmla="val 92647"/>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8" name="Picture Placeholder 7"/>
          <p:cNvSpPr>
            <a:spLocks noGrp="1"/>
          </p:cNvSpPr>
          <p:nvPr>
            <p:ph type="pic" sz="quarter" idx="10" hasCustomPrompt="1"/>
          </p:nvPr>
        </p:nvSpPr>
        <p:spPr>
          <a:xfrm>
            <a:off x="858246" y="2182184"/>
            <a:ext cx="5030956" cy="2710781"/>
          </a:xfrm>
          <a:prstGeom prst="downArrowCallout">
            <a:avLst>
              <a:gd name="adj1" fmla="val 50000"/>
              <a:gd name="adj2" fmla="val 11967"/>
              <a:gd name="adj3" fmla="val 7487"/>
              <a:gd name="adj4" fmla="val 92647"/>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40" name="Text Placeholder 3"/>
          <p:cNvSpPr>
            <a:spLocks noGrp="1"/>
          </p:cNvSpPr>
          <p:nvPr>
            <p:ph type="body" sz="half" idx="15"/>
          </p:nvPr>
        </p:nvSpPr>
        <p:spPr>
          <a:xfrm>
            <a:off x="865266" y="5193235"/>
            <a:ext cx="5016911" cy="846795"/>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a:solidFill>
                <a:schemeClr val="tx1">
                  <a:lumMod val="50000"/>
                  <a:lumOff val="50000"/>
                </a:schemeClr>
              </a:solidFill>
            </a:endParaRPr>
          </a:p>
        </p:txBody>
      </p:sp>
      <p:sp>
        <p:nvSpPr>
          <p:cNvPr id="42" name="Text Placeholder 3"/>
          <p:cNvSpPr>
            <a:spLocks noGrp="1"/>
          </p:cNvSpPr>
          <p:nvPr>
            <p:ph type="body" sz="half" idx="17"/>
          </p:nvPr>
        </p:nvSpPr>
        <p:spPr>
          <a:xfrm>
            <a:off x="858242" y="4918632"/>
            <a:ext cx="5030959" cy="257040"/>
          </a:xfrm>
          <a:prstGeom prst="rect">
            <a:avLst/>
          </a:prstGeom>
        </p:spPr>
        <p:txBody>
          <a:bodyPr wrap="none" lIns="0" tIns="0" rIns="0" bIns="0" anchor="ctr">
            <a:noAutofit/>
          </a:bodyPr>
          <a:lstStyle>
            <a:lvl1pPr marL="0" indent="0" algn="ctr">
              <a:buNone/>
              <a:defRPr sz="1467" b="1" baseline="0">
                <a:solidFill>
                  <a:schemeClr val="accent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59" name="Text Placeholder 3"/>
          <p:cNvSpPr>
            <a:spLocks noGrp="1"/>
          </p:cNvSpPr>
          <p:nvPr>
            <p:ph type="body" sz="half" idx="23"/>
          </p:nvPr>
        </p:nvSpPr>
        <p:spPr>
          <a:xfrm>
            <a:off x="6293325" y="5193235"/>
            <a:ext cx="5016911" cy="846795"/>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a:solidFill>
                <a:schemeClr val="tx1">
                  <a:lumMod val="50000"/>
                  <a:lumOff val="50000"/>
                </a:schemeClr>
              </a:solidFill>
            </a:endParaRPr>
          </a:p>
        </p:txBody>
      </p:sp>
      <p:sp>
        <p:nvSpPr>
          <p:cNvPr id="62" name="Text Placeholder 3"/>
          <p:cNvSpPr>
            <a:spLocks noGrp="1"/>
          </p:cNvSpPr>
          <p:nvPr>
            <p:ph type="body" sz="half" idx="25"/>
          </p:nvPr>
        </p:nvSpPr>
        <p:spPr>
          <a:xfrm>
            <a:off x="6286299" y="4918632"/>
            <a:ext cx="5030959" cy="257040"/>
          </a:xfrm>
          <a:prstGeom prst="rect">
            <a:avLst/>
          </a:prstGeom>
        </p:spPr>
        <p:txBody>
          <a:bodyPr wrap="none" lIns="0" tIns="0" rIns="0" bIns="0" anchor="ctr">
            <a:noAutofit/>
          </a:bodyPr>
          <a:lstStyle>
            <a:lvl1pPr marL="0" indent="0" algn="ctr">
              <a:buNone/>
              <a:defRPr sz="1467" b="1" baseline="0">
                <a:solidFill>
                  <a:schemeClr val="accent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32" name="Rectangle 31"/>
          <p:cNvSpPr/>
          <p:nvPr userDrawn="1"/>
        </p:nvSpPr>
        <p:spPr>
          <a:xfrm>
            <a:off x="865265" y="1672313"/>
            <a:ext cx="5016912" cy="50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1867" dirty="0">
              <a:solidFill>
                <a:srgbClr val="FFFFFF"/>
              </a:solidFill>
            </a:endParaRPr>
          </a:p>
        </p:txBody>
      </p:sp>
      <p:sp>
        <p:nvSpPr>
          <p:cNvPr id="41" name="Text Placeholder 3"/>
          <p:cNvSpPr>
            <a:spLocks noGrp="1"/>
          </p:cNvSpPr>
          <p:nvPr>
            <p:ph type="body" sz="half" idx="16"/>
          </p:nvPr>
        </p:nvSpPr>
        <p:spPr>
          <a:xfrm>
            <a:off x="896710" y="1773356"/>
            <a:ext cx="4954023" cy="267661"/>
          </a:xfrm>
          <a:prstGeom prst="rect">
            <a:avLst/>
          </a:prstGeom>
        </p:spPr>
        <p:txBody>
          <a:bodyPr wrap="non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60" name="Rectangle 59"/>
          <p:cNvSpPr/>
          <p:nvPr userDrawn="1"/>
        </p:nvSpPr>
        <p:spPr>
          <a:xfrm>
            <a:off x="6293321" y="1672313"/>
            <a:ext cx="5016912" cy="50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1867" dirty="0">
              <a:solidFill>
                <a:srgbClr val="FFFFFF"/>
              </a:solidFill>
            </a:endParaRPr>
          </a:p>
        </p:txBody>
      </p:sp>
      <p:sp>
        <p:nvSpPr>
          <p:cNvPr id="61" name="Text Placeholder 3"/>
          <p:cNvSpPr>
            <a:spLocks noGrp="1"/>
          </p:cNvSpPr>
          <p:nvPr>
            <p:ph type="body" sz="half" idx="24"/>
          </p:nvPr>
        </p:nvSpPr>
        <p:spPr>
          <a:xfrm>
            <a:off x="6324769" y="1773356"/>
            <a:ext cx="4954023" cy="267661"/>
          </a:xfrm>
          <a:prstGeom prst="rect">
            <a:avLst/>
          </a:prstGeom>
        </p:spPr>
        <p:txBody>
          <a:bodyPr wrap="non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18"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9"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12446373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accel="50000" decel="50000" fill="hold" grpId="0" nodeType="afterEffect">
                                  <p:stCondLst>
                                    <p:cond delay="0"/>
                                  </p:stCondLst>
                                  <p:childTnLst>
                                    <p:set>
                                      <p:cBhvr>
                                        <p:cTn id="6" dur="1" fill="hold">
                                          <p:stCondLst>
                                            <p:cond delay="0"/>
                                          </p:stCondLst>
                                        </p:cTn>
                                        <p:tgtEl>
                                          <p:spTgt spid="32"/>
                                        </p:tgtEl>
                                        <p:attrNameLst>
                                          <p:attrName>style.visibility</p:attrName>
                                        </p:attrNameLst>
                                      </p:cBhvr>
                                      <p:to>
                                        <p:strVal val="visible"/>
                                      </p:to>
                                    </p:set>
                                    <p:anim calcmode="lin" valueType="num">
                                      <p:cBhvr additive="base">
                                        <p:cTn id="7" dur="500" fill="hold"/>
                                        <p:tgtEl>
                                          <p:spTgt spid="32"/>
                                        </p:tgtEl>
                                        <p:attrNameLst>
                                          <p:attrName>ppt_x</p:attrName>
                                        </p:attrNameLst>
                                      </p:cBhvr>
                                      <p:tavLst>
                                        <p:tav tm="0">
                                          <p:val>
                                            <p:strVal val="#ppt_x"/>
                                          </p:val>
                                        </p:tav>
                                        <p:tav tm="100000">
                                          <p:val>
                                            <p:strVal val="#ppt_x"/>
                                          </p:val>
                                        </p:tav>
                                      </p:tavLst>
                                    </p:anim>
                                    <p:anim calcmode="lin" valueType="num">
                                      <p:cBhvr additive="base">
                                        <p:cTn id="8" dur="500" fill="hold"/>
                                        <p:tgtEl>
                                          <p:spTgt spid="32"/>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2" presetClass="entr" presetSubtype="4" fill="hold" grpId="0" nodeType="afterEffect" nodePh="1">
                                  <p:stCondLst>
                                    <p:cond delay="0"/>
                                  </p:stCondLst>
                                  <p:endCondLst>
                                    <p:cond evt="begin" delay="0">
                                      <p:tn val="10"/>
                                    </p:cond>
                                  </p:endCondLst>
                                  <p:childTnLst>
                                    <p:set>
                                      <p:cBhvr>
                                        <p:cTn id="11" dur="1" fill="hold">
                                          <p:stCondLst>
                                            <p:cond delay="0"/>
                                          </p:stCondLst>
                                        </p:cTn>
                                        <p:tgtEl>
                                          <p:spTgt spid="41">
                                            <p:txEl>
                                              <p:pRg st="0" end="0"/>
                                            </p:txEl>
                                          </p:spTgt>
                                        </p:tgtEl>
                                        <p:attrNameLst>
                                          <p:attrName>style.visibility</p:attrName>
                                        </p:attrNameLst>
                                      </p:cBhvr>
                                      <p:to>
                                        <p:strVal val="visible"/>
                                      </p:to>
                                    </p:set>
                                    <p:animEffect transition="in" filter="wipe(down)">
                                      <p:cBhvr>
                                        <p:cTn id="12" dur="500"/>
                                        <p:tgtEl>
                                          <p:spTgt spid="41">
                                            <p:txEl>
                                              <p:pRg st="0" end="0"/>
                                            </p:txEl>
                                          </p:spTgt>
                                        </p:tgtEl>
                                      </p:cBhvr>
                                    </p:animEffect>
                                  </p:childTnLst>
                                </p:cTn>
                              </p:par>
                              <p:par>
                                <p:cTn id="13" presetID="2" presetClass="entr" presetSubtype="4" accel="50000" decel="50000" fill="hold" grpId="0" nodeType="withEffect">
                                  <p:stCondLst>
                                    <p:cond delay="0"/>
                                  </p:stCondLst>
                                  <p:childTnLst>
                                    <p:set>
                                      <p:cBhvr>
                                        <p:cTn id="14" dur="1" fill="hold">
                                          <p:stCondLst>
                                            <p:cond delay="0"/>
                                          </p:stCondLst>
                                        </p:cTn>
                                        <p:tgtEl>
                                          <p:spTgt spid="38"/>
                                        </p:tgtEl>
                                        <p:attrNameLst>
                                          <p:attrName>style.visibility</p:attrName>
                                        </p:attrNameLst>
                                      </p:cBhvr>
                                      <p:to>
                                        <p:strVal val="visible"/>
                                      </p:to>
                                    </p:set>
                                    <p:anim calcmode="lin" valueType="num">
                                      <p:cBhvr additive="base">
                                        <p:cTn id="15" dur="500" fill="hold"/>
                                        <p:tgtEl>
                                          <p:spTgt spid="38"/>
                                        </p:tgtEl>
                                        <p:attrNameLst>
                                          <p:attrName>ppt_x</p:attrName>
                                        </p:attrNameLst>
                                      </p:cBhvr>
                                      <p:tavLst>
                                        <p:tav tm="0">
                                          <p:val>
                                            <p:strVal val="#ppt_x"/>
                                          </p:val>
                                        </p:tav>
                                        <p:tav tm="100000">
                                          <p:val>
                                            <p:strVal val="#ppt_x"/>
                                          </p:val>
                                        </p:tav>
                                      </p:tavLst>
                                    </p:anim>
                                    <p:anim calcmode="lin" valueType="num">
                                      <p:cBhvr additive="base">
                                        <p:cTn id="16" dur="500" fill="hold"/>
                                        <p:tgtEl>
                                          <p:spTgt spid="38"/>
                                        </p:tgtEl>
                                        <p:attrNameLst>
                                          <p:attrName>ppt_y</p:attrName>
                                        </p:attrNameLst>
                                      </p:cBhvr>
                                      <p:tavLst>
                                        <p:tav tm="0">
                                          <p:val>
                                            <p:strVal val="1+#ppt_h/2"/>
                                          </p:val>
                                        </p:tav>
                                        <p:tav tm="100000">
                                          <p:val>
                                            <p:strVal val="#ppt_y"/>
                                          </p:val>
                                        </p:tav>
                                      </p:tavLst>
                                    </p:anim>
                                  </p:childTnLst>
                                </p:cTn>
                              </p:par>
                            </p:childTnLst>
                          </p:cTn>
                        </p:par>
                        <p:par>
                          <p:cTn id="17" fill="hold">
                            <p:stCondLst>
                              <p:cond delay="1000"/>
                            </p:stCondLst>
                            <p:childTnLst>
                              <p:par>
                                <p:cTn id="18" presetID="2" presetClass="entr" presetSubtype="4" accel="50000" decel="50000" fill="hold" grpId="0" nodeType="afterEffect" nodePh="1">
                                  <p:stCondLst>
                                    <p:cond delay="0"/>
                                  </p:stCondLst>
                                  <p:endCondLst>
                                    <p:cond evt="begin" delay="0">
                                      <p:tn val="18"/>
                                    </p:cond>
                                  </p:endCondLst>
                                  <p:childTnLst>
                                    <p:set>
                                      <p:cBhvr>
                                        <p:cTn id="19" dur="1" fill="hold">
                                          <p:stCondLst>
                                            <p:cond delay="0"/>
                                          </p:stCondLst>
                                        </p:cTn>
                                        <p:tgtEl>
                                          <p:spTgt spid="42">
                                            <p:txEl>
                                              <p:pRg st="0" end="0"/>
                                            </p:txEl>
                                          </p:spTgt>
                                        </p:tgtEl>
                                        <p:attrNameLst>
                                          <p:attrName>style.visibility</p:attrName>
                                        </p:attrNameLst>
                                      </p:cBhvr>
                                      <p:to>
                                        <p:strVal val="visible"/>
                                      </p:to>
                                    </p:set>
                                    <p:anim calcmode="lin" valueType="num">
                                      <p:cBhvr additive="base">
                                        <p:cTn id="20" dur="500" fill="hold"/>
                                        <p:tgtEl>
                                          <p:spTgt spid="42">
                                            <p:txEl>
                                              <p:pRg st="0" end="0"/>
                                            </p:txEl>
                                          </p:spTgt>
                                        </p:tgtEl>
                                        <p:attrNameLst>
                                          <p:attrName>ppt_x</p:attrName>
                                        </p:attrNameLst>
                                      </p:cBhvr>
                                      <p:tavLst>
                                        <p:tav tm="0">
                                          <p:val>
                                            <p:strVal val="#ppt_x"/>
                                          </p:val>
                                        </p:tav>
                                        <p:tav tm="100000">
                                          <p:val>
                                            <p:strVal val="#ppt_x"/>
                                          </p:val>
                                        </p:tav>
                                      </p:tavLst>
                                    </p:anim>
                                    <p:anim calcmode="lin" valueType="num">
                                      <p:cBhvr additive="base">
                                        <p:cTn id="21" dur="500" fill="hold"/>
                                        <p:tgtEl>
                                          <p:spTgt spid="42">
                                            <p:txEl>
                                              <p:pRg st="0" end="0"/>
                                            </p:txEl>
                                          </p:spTgt>
                                        </p:tgtEl>
                                        <p:attrNameLst>
                                          <p:attrName>ppt_y</p:attrName>
                                        </p:attrNameLst>
                                      </p:cBhvr>
                                      <p:tavLst>
                                        <p:tav tm="0">
                                          <p:val>
                                            <p:strVal val="1+#ppt_h/2"/>
                                          </p:val>
                                        </p:tav>
                                        <p:tav tm="100000">
                                          <p:val>
                                            <p:strVal val="#ppt_y"/>
                                          </p:val>
                                        </p:tav>
                                      </p:tavLst>
                                    </p:anim>
                                  </p:childTnLst>
                                </p:cTn>
                              </p:par>
                            </p:childTnLst>
                          </p:cTn>
                        </p:par>
                        <p:par>
                          <p:cTn id="22" fill="hold">
                            <p:stCondLst>
                              <p:cond delay="1500"/>
                            </p:stCondLst>
                            <p:childTnLst>
                              <p:par>
                                <p:cTn id="23" presetID="2" presetClass="entr" presetSubtype="4" accel="50000" decel="50000" fill="hold" grpId="0" nodeType="afterEffect" nodePh="1">
                                  <p:stCondLst>
                                    <p:cond delay="0"/>
                                  </p:stCondLst>
                                  <p:endCondLst>
                                    <p:cond evt="begin" delay="0">
                                      <p:tn val="23"/>
                                    </p:cond>
                                  </p:endCondLst>
                                  <p:childTnLst>
                                    <p:set>
                                      <p:cBhvr>
                                        <p:cTn id="24" dur="1" fill="hold">
                                          <p:stCondLst>
                                            <p:cond delay="0"/>
                                          </p:stCondLst>
                                        </p:cTn>
                                        <p:tgtEl>
                                          <p:spTgt spid="40">
                                            <p:txEl>
                                              <p:pRg st="0" end="0"/>
                                            </p:txEl>
                                          </p:spTgt>
                                        </p:tgtEl>
                                        <p:attrNameLst>
                                          <p:attrName>style.visibility</p:attrName>
                                        </p:attrNameLst>
                                      </p:cBhvr>
                                      <p:to>
                                        <p:strVal val="visible"/>
                                      </p:to>
                                    </p:set>
                                    <p:anim calcmode="lin" valueType="num">
                                      <p:cBhvr additive="base">
                                        <p:cTn id="25" dur="500" fill="hold"/>
                                        <p:tgtEl>
                                          <p:spTgt spid="40">
                                            <p:txEl>
                                              <p:pRg st="0" end="0"/>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40">
                                            <p:txEl>
                                              <p:pRg st="0" end="0"/>
                                            </p:txEl>
                                          </p:spTgt>
                                        </p:tgtEl>
                                        <p:attrNameLst>
                                          <p:attrName>ppt_y</p:attrName>
                                        </p:attrNameLst>
                                      </p:cBhvr>
                                      <p:tavLst>
                                        <p:tav tm="0">
                                          <p:val>
                                            <p:strVal val="1+#ppt_h/2"/>
                                          </p:val>
                                        </p:tav>
                                        <p:tav tm="100000">
                                          <p:val>
                                            <p:strVal val="#ppt_y"/>
                                          </p:val>
                                        </p:tav>
                                      </p:tavLst>
                                    </p:anim>
                                  </p:childTnLst>
                                </p:cTn>
                              </p:par>
                            </p:childTnLst>
                          </p:cTn>
                        </p:par>
                        <p:par>
                          <p:cTn id="27" fill="hold">
                            <p:stCondLst>
                              <p:cond delay="2000"/>
                            </p:stCondLst>
                            <p:childTnLst>
                              <p:par>
                                <p:cTn id="28" presetID="2" presetClass="entr" presetSubtype="1" accel="50000" decel="50000" fill="hold" grpId="0" nodeType="afterEffect">
                                  <p:stCondLst>
                                    <p:cond delay="0"/>
                                  </p:stCondLst>
                                  <p:childTnLst>
                                    <p:set>
                                      <p:cBhvr>
                                        <p:cTn id="29" dur="1" fill="hold">
                                          <p:stCondLst>
                                            <p:cond delay="0"/>
                                          </p:stCondLst>
                                        </p:cTn>
                                        <p:tgtEl>
                                          <p:spTgt spid="60"/>
                                        </p:tgtEl>
                                        <p:attrNameLst>
                                          <p:attrName>style.visibility</p:attrName>
                                        </p:attrNameLst>
                                      </p:cBhvr>
                                      <p:to>
                                        <p:strVal val="visible"/>
                                      </p:to>
                                    </p:set>
                                    <p:anim calcmode="lin" valueType="num">
                                      <p:cBhvr additive="base">
                                        <p:cTn id="30" dur="500" fill="hold"/>
                                        <p:tgtEl>
                                          <p:spTgt spid="60"/>
                                        </p:tgtEl>
                                        <p:attrNameLst>
                                          <p:attrName>ppt_x</p:attrName>
                                        </p:attrNameLst>
                                      </p:cBhvr>
                                      <p:tavLst>
                                        <p:tav tm="0">
                                          <p:val>
                                            <p:strVal val="#ppt_x"/>
                                          </p:val>
                                        </p:tav>
                                        <p:tav tm="100000">
                                          <p:val>
                                            <p:strVal val="#ppt_x"/>
                                          </p:val>
                                        </p:tav>
                                      </p:tavLst>
                                    </p:anim>
                                    <p:anim calcmode="lin" valueType="num">
                                      <p:cBhvr additive="base">
                                        <p:cTn id="31" dur="500" fill="hold"/>
                                        <p:tgtEl>
                                          <p:spTgt spid="60"/>
                                        </p:tgtEl>
                                        <p:attrNameLst>
                                          <p:attrName>ppt_y</p:attrName>
                                        </p:attrNameLst>
                                      </p:cBhvr>
                                      <p:tavLst>
                                        <p:tav tm="0">
                                          <p:val>
                                            <p:strVal val="0-#ppt_h/2"/>
                                          </p:val>
                                        </p:tav>
                                        <p:tav tm="100000">
                                          <p:val>
                                            <p:strVal val="#ppt_y"/>
                                          </p:val>
                                        </p:tav>
                                      </p:tavLst>
                                    </p:anim>
                                  </p:childTnLst>
                                </p:cTn>
                              </p:par>
                            </p:childTnLst>
                          </p:cTn>
                        </p:par>
                        <p:par>
                          <p:cTn id="32" fill="hold">
                            <p:stCondLst>
                              <p:cond delay="2500"/>
                            </p:stCondLst>
                            <p:childTnLst>
                              <p:par>
                                <p:cTn id="33" presetID="22" presetClass="entr" presetSubtype="4" fill="hold" grpId="0" nodeType="afterEffect" nodePh="1">
                                  <p:stCondLst>
                                    <p:cond delay="0"/>
                                  </p:stCondLst>
                                  <p:endCondLst>
                                    <p:cond evt="begin" delay="0">
                                      <p:tn val="33"/>
                                    </p:cond>
                                  </p:endCondLst>
                                  <p:childTnLst>
                                    <p:set>
                                      <p:cBhvr>
                                        <p:cTn id="34" dur="1" fill="hold">
                                          <p:stCondLst>
                                            <p:cond delay="0"/>
                                          </p:stCondLst>
                                        </p:cTn>
                                        <p:tgtEl>
                                          <p:spTgt spid="61">
                                            <p:txEl>
                                              <p:pRg st="0" end="0"/>
                                            </p:txEl>
                                          </p:spTgt>
                                        </p:tgtEl>
                                        <p:attrNameLst>
                                          <p:attrName>style.visibility</p:attrName>
                                        </p:attrNameLst>
                                      </p:cBhvr>
                                      <p:to>
                                        <p:strVal val="visible"/>
                                      </p:to>
                                    </p:set>
                                    <p:animEffect transition="in" filter="wipe(down)">
                                      <p:cBhvr>
                                        <p:cTn id="35" dur="500"/>
                                        <p:tgtEl>
                                          <p:spTgt spid="61">
                                            <p:txEl>
                                              <p:pRg st="0" end="0"/>
                                            </p:txEl>
                                          </p:spTgt>
                                        </p:tgtEl>
                                      </p:cBhvr>
                                    </p:animEffect>
                                  </p:childTnLst>
                                </p:cTn>
                              </p:par>
                              <p:par>
                                <p:cTn id="36" presetID="2" presetClass="entr" presetSubtype="4" accel="50000" decel="50000" fill="hold" grpId="0" nodeType="withEffect">
                                  <p:stCondLst>
                                    <p:cond delay="0"/>
                                  </p:stCondLst>
                                  <p:childTnLst>
                                    <p:set>
                                      <p:cBhvr>
                                        <p:cTn id="37" dur="1" fill="hold">
                                          <p:stCondLst>
                                            <p:cond delay="0"/>
                                          </p:stCondLst>
                                        </p:cTn>
                                        <p:tgtEl>
                                          <p:spTgt spid="58"/>
                                        </p:tgtEl>
                                        <p:attrNameLst>
                                          <p:attrName>style.visibility</p:attrName>
                                        </p:attrNameLst>
                                      </p:cBhvr>
                                      <p:to>
                                        <p:strVal val="visible"/>
                                      </p:to>
                                    </p:set>
                                    <p:anim calcmode="lin" valueType="num">
                                      <p:cBhvr additive="base">
                                        <p:cTn id="38" dur="500" fill="hold"/>
                                        <p:tgtEl>
                                          <p:spTgt spid="58"/>
                                        </p:tgtEl>
                                        <p:attrNameLst>
                                          <p:attrName>ppt_x</p:attrName>
                                        </p:attrNameLst>
                                      </p:cBhvr>
                                      <p:tavLst>
                                        <p:tav tm="0">
                                          <p:val>
                                            <p:strVal val="#ppt_x"/>
                                          </p:val>
                                        </p:tav>
                                        <p:tav tm="100000">
                                          <p:val>
                                            <p:strVal val="#ppt_x"/>
                                          </p:val>
                                        </p:tav>
                                      </p:tavLst>
                                    </p:anim>
                                    <p:anim calcmode="lin" valueType="num">
                                      <p:cBhvr additive="base">
                                        <p:cTn id="39" dur="500" fill="hold"/>
                                        <p:tgtEl>
                                          <p:spTgt spid="58"/>
                                        </p:tgtEl>
                                        <p:attrNameLst>
                                          <p:attrName>ppt_y</p:attrName>
                                        </p:attrNameLst>
                                      </p:cBhvr>
                                      <p:tavLst>
                                        <p:tav tm="0">
                                          <p:val>
                                            <p:strVal val="1+#ppt_h/2"/>
                                          </p:val>
                                        </p:tav>
                                        <p:tav tm="100000">
                                          <p:val>
                                            <p:strVal val="#ppt_y"/>
                                          </p:val>
                                        </p:tav>
                                      </p:tavLst>
                                    </p:anim>
                                  </p:childTnLst>
                                </p:cTn>
                              </p:par>
                            </p:childTnLst>
                          </p:cTn>
                        </p:par>
                        <p:par>
                          <p:cTn id="40" fill="hold">
                            <p:stCondLst>
                              <p:cond delay="3000"/>
                            </p:stCondLst>
                            <p:childTnLst>
                              <p:par>
                                <p:cTn id="41" presetID="2" presetClass="entr" presetSubtype="4" accel="50000" decel="50000" fill="hold" grpId="0" nodeType="afterEffect" nodePh="1">
                                  <p:stCondLst>
                                    <p:cond delay="0"/>
                                  </p:stCondLst>
                                  <p:endCondLst>
                                    <p:cond evt="begin" delay="0">
                                      <p:tn val="41"/>
                                    </p:cond>
                                  </p:endCondLst>
                                  <p:childTnLst>
                                    <p:set>
                                      <p:cBhvr>
                                        <p:cTn id="42" dur="1" fill="hold">
                                          <p:stCondLst>
                                            <p:cond delay="0"/>
                                          </p:stCondLst>
                                        </p:cTn>
                                        <p:tgtEl>
                                          <p:spTgt spid="62">
                                            <p:txEl>
                                              <p:pRg st="0" end="0"/>
                                            </p:txEl>
                                          </p:spTgt>
                                        </p:tgtEl>
                                        <p:attrNameLst>
                                          <p:attrName>style.visibility</p:attrName>
                                        </p:attrNameLst>
                                      </p:cBhvr>
                                      <p:to>
                                        <p:strVal val="visible"/>
                                      </p:to>
                                    </p:set>
                                    <p:anim calcmode="lin" valueType="num">
                                      <p:cBhvr additive="base">
                                        <p:cTn id="43" dur="500" fill="hold"/>
                                        <p:tgtEl>
                                          <p:spTgt spid="62">
                                            <p:txEl>
                                              <p:pRg st="0" end="0"/>
                                            </p:txEl>
                                          </p:spTgt>
                                        </p:tgtEl>
                                        <p:attrNameLst>
                                          <p:attrName>ppt_x</p:attrName>
                                        </p:attrNameLst>
                                      </p:cBhvr>
                                      <p:tavLst>
                                        <p:tav tm="0">
                                          <p:val>
                                            <p:strVal val="#ppt_x"/>
                                          </p:val>
                                        </p:tav>
                                        <p:tav tm="100000">
                                          <p:val>
                                            <p:strVal val="#ppt_x"/>
                                          </p:val>
                                        </p:tav>
                                      </p:tavLst>
                                    </p:anim>
                                    <p:anim calcmode="lin" valueType="num">
                                      <p:cBhvr additive="base">
                                        <p:cTn id="44" dur="500" fill="hold"/>
                                        <p:tgtEl>
                                          <p:spTgt spid="62">
                                            <p:txEl>
                                              <p:pRg st="0" end="0"/>
                                            </p:txEl>
                                          </p:spTgt>
                                        </p:tgtEl>
                                        <p:attrNameLst>
                                          <p:attrName>ppt_y</p:attrName>
                                        </p:attrNameLst>
                                      </p:cBhvr>
                                      <p:tavLst>
                                        <p:tav tm="0">
                                          <p:val>
                                            <p:strVal val="1+#ppt_h/2"/>
                                          </p:val>
                                        </p:tav>
                                        <p:tav tm="100000">
                                          <p:val>
                                            <p:strVal val="#ppt_y"/>
                                          </p:val>
                                        </p:tav>
                                      </p:tavLst>
                                    </p:anim>
                                  </p:childTnLst>
                                </p:cTn>
                              </p:par>
                            </p:childTnLst>
                          </p:cTn>
                        </p:par>
                        <p:par>
                          <p:cTn id="45" fill="hold">
                            <p:stCondLst>
                              <p:cond delay="3500"/>
                            </p:stCondLst>
                            <p:childTnLst>
                              <p:par>
                                <p:cTn id="46" presetID="2" presetClass="entr" presetSubtype="4" accel="50000" decel="50000" fill="hold" grpId="0" nodeType="afterEffect" nodePh="1">
                                  <p:stCondLst>
                                    <p:cond delay="0"/>
                                  </p:stCondLst>
                                  <p:endCondLst>
                                    <p:cond evt="begin" delay="0">
                                      <p:tn val="46"/>
                                    </p:cond>
                                  </p:endCondLst>
                                  <p:childTnLst>
                                    <p:set>
                                      <p:cBhvr>
                                        <p:cTn id="47" dur="1" fill="hold">
                                          <p:stCondLst>
                                            <p:cond delay="0"/>
                                          </p:stCondLst>
                                        </p:cTn>
                                        <p:tgtEl>
                                          <p:spTgt spid="59">
                                            <p:txEl>
                                              <p:pRg st="0" end="0"/>
                                            </p:txEl>
                                          </p:spTgt>
                                        </p:tgtEl>
                                        <p:attrNameLst>
                                          <p:attrName>style.visibility</p:attrName>
                                        </p:attrNameLst>
                                      </p:cBhvr>
                                      <p:to>
                                        <p:strVal val="visible"/>
                                      </p:to>
                                    </p:set>
                                    <p:anim calcmode="lin" valueType="num">
                                      <p:cBhvr additive="base">
                                        <p:cTn id="48" dur="500" fill="hold"/>
                                        <p:tgtEl>
                                          <p:spTgt spid="59">
                                            <p:txEl>
                                              <p:pRg st="0" end="0"/>
                                            </p:txEl>
                                          </p:spTgt>
                                        </p:tgtEl>
                                        <p:attrNameLst>
                                          <p:attrName>ppt_x</p:attrName>
                                        </p:attrNameLst>
                                      </p:cBhvr>
                                      <p:tavLst>
                                        <p:tav tm="0">
                                          <p:val>
                                            <p:strVal val="#ppt_x"/>
                                          </p:val>
                                        </p:tav>
                                        <p:tav tm="100000">
                                          <p:val>
                                            <p:strVal val="#ppt_x"/>
                                          </p:val>
                                        </p:tav>
                                      </p:tavLst>
                                    </p:anim>
                                    <p:anim calcmode="lin" valueType="num">
                                      <p:cBhvr additive="base">
                                        <p:cTn id="49" dur="500" fill="hold"/>
                                        <p:tgtEl>
                                          <p:spTgt spid="59">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 grpId="0"/>
      <p:bldP spid="38" grpId="0"/>
      <p:bldP spid="40"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40"/>
                        </p:tgtEl>
                        <p:attrNameLst>
                          <p:attrName>style.visibility</p:attrName>
                        </p:attrNameLst>
                      </p:cBhvr>
                      <p:to>
                        <p:strVal val="visible"/>
                      </p:to>
                    </p:set>
                    <p:anim calcmode="lin" valueType="num">
                      <p:cBhvr additive="base">
                        <p:cTn dur="500" fill="hold"/>
                        <p:tgtEl>
                          <p:spTgt spid="40"/>
                        </p:tgtEl>
                        <p:attrNameLst>
                          <p:attrName>ppt_x</p:attrName>
                        </p:attrNameLst>
                      </p:cBhvr>
                      <p:tavLst>
                        <p:tav tm="0">
                          <p:val>
                            <p:strVal val="#ppt_x"/>
                          </p:val>
                        </p:tav>
                        <p:tav tm="100000">
                          <p:val>
                            <p:strVal val="#ppt_x"/>
                          </p:val>
                        </p:tav>
                      </p:tavLst>
                    </p:anim>
                    <p:anim calcmode="lin" valueType="num">
                      <p:cBhvr additive="base">
                        <p:cTn dur="500" fill="hold"/>
                        <p:tgtEl>
                          <p:spTgt spid="40"/>
                        </p:tgtEl>
                        <p:attrNameLst>
                          <p:attrName>ppt_y</p:attrName>
                        </p:attrNameLst>
                      </p:cBhvr>
                      <p:tavLst>
                        <p:tav tm="0">
                          <p:val>
                            <p:strVal val="1+#ppt_h/2"/>
                          </p:val>
                        </p:tav>
                        <p:tav tm="100000">
                          <p:val>
                            <p:strVal val="#ppt_y"/>
                          </p:val>
                        </p:tav>
                      </p:tavLst>
                    </p:anim>
                  </p:childTnLst>
                </p:cTn>
              </p:par>
            </p:tnLst>
          </p:tmpl>
        </p:tmplLst>
      </p:bldP>
      <p:bldP spid="42"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42"/>
                        </p:tgtEl>
                        <p:attrNameLst>
                          <p:attrName>style.visibility</p:attrName>
                        </p:attrNameLst>
                      </p:cBhvr>
                      <p:to>
                        <p:strVal val="visible"/>
                      </p:to>
                    </p:set>
                    <p:anim calcmode="lin" valueType="num">
                      <p:cBhvr additive="base">
                        <p:cTn dur="500" fill="hold"/>
                        <p:tgtEl>
                          <p:spTgt spid="42"/>
                        </p:tgtEl>
                        <p:attrNameLst>
                          <p:attrName>ppt_x</p:attrName>
                        </p:attrNameLst>
                      </p:cBhvr>
                      <p:tavLst>
                        <p:tav tm="0">
                          <p:val>
                            <p:strVal val="#ppt_x"/>
                          </p:val>
                        </p:tav>
                        <p:tav tm="100000">
                          <p:val>
                            <p:strVal val="#ppt_x"/>
                          </p:val>
                        </p:tav>
                      </p:tavLst>
                    </p:anim>
                    <p:anim calcmode="lin" valueType="num">
                      <p:cBhvr additive="base">
                        <p:cTn dur="500" fill="hold"/>
                        <p:tgtEl>
                          <p:spTgt spid="42"/>
                        </p:tgtEl>
                        <p:attrNameLst>
                          <p:attrName>ppt_y</p:attrName>
                        </p:attrNameLst>
                      </p:cBhvr>
                      <p:tavLst>
                        <p:tav tm="0">
                          <p:val>
                            <p:strVal val="1+#ppt_h/2"/>
                          </p:val>
                        </p:tav>
                        <p:tav tm="100000">
                          <p:val>
                            <p:strVal val="#ppt_y"/>
                          </p:val>
                        </p:tav>
                      </p:tavLst>
                    </p:anim>
                  </p:childTnLst>
                </p:cTn>
              </p:par>
            </p:tnLst>
          </p:tmpl>
        </p:tmplLst>
      </p:bldP>
      <p:bldP spid="59"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59"/>
                        </p:tgtEl>
                        <p:attrNameLst>
                          <p:attrName>style.visibility</p:attrName>
                        </p:attrNameLst>
                      </p:cBhvr>
                      <p:to>
                        <p:strVal val="visible"/>
                      </p:to>
                    </p:set>
                    <p:anim calcmode="lin" valueType="num">
                      <p:cBhvr additive="base">
                        <p:cTn dur="500" fill="hold"/>
                        <p:tgtEl>
                          <p:spTgt spid="59"/>
                        </p:tgtEl>
                        <p:attrNameLst>
                          <p:attrName>ppt_x</p:attrName>
                        </p:attrNameLst>
                      </p:cBhvr>
                      <p:tavLst>
                        <p:tav tm="0">
                          <p:val>
                            <p:strVal val="#ppt_x"/>
                          </p:val>
                        </p:tav>
                        <p:tav tm="100000">
                          <p:val>
                            <p:strVal val="#ppt_x"/>
                          </p:val>
                        </p:tav>
                      </p:tavLst>
                    </p:anim>
                    <p:anim calcmode="lin" valueType="num">
                      <p:cBhvr additive="base">
                        <p:cTn dur="500" fill="hold"/>
                        <p:tgtEl>
                          <p:spTgt spid="59"/>
                        </p:tgtEl>
                        <p:attrNameLst>
                          <p:attrName>ppt_y</p:attrName>
                        </p:attrNameLst>
                      </p:cBhvr>
                      <p:tavLst>
                        <p:tav tm="0">
                          <p:val>
                            <p:strVal val="1+#ppt_h/2"/>
                          </p:val>
                        </p:tav>
                        <p:tav tm="100000">
                          <p:val>
                            <p:strVal val="#ppt_y"/>
                          </p:val>
                        </p:tav>
                      </p:tavLst>
                    </p:anim>
                  </p:childTnLst>
                </p:cTn>
              </p:par>
            </p:tnLst>
          </p:tmpl>
        </p:tmplLst>
      </p:bldP>
      <p:bldP spid="62"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62"/>
                        </p:tgtEl>
                        <p:attrNameLst>
                          <p:attrName>style.visibility</p:attrName>
                        </p:attrNameLst>
                      </p:cBhvr>
                      <p:to>
                        <p:strVal val="visible"/>
                      </p:to>
                    </p:set>
                    <p:anim calcmode="lin" valueType="num">
                      <p:cBhvr additive="base">
                        <p:cTn dur="500" fill="hold"/>
                        <p:tgtEl>
                          <p:spTgt spid="62"/>
                        </p:tgtEl>
                        <p:attrNameLst>
                          <p:attrName>ppt_x</p:attrName>
                        </p:attrNameLst>
                      </p:cBhvr>
                      <p:tavLst>
                        <p:tav tm="0">
                          <p:val>
                            <p:strVal val="#ppt_x"/>
                          </p:val>
                        </p:tav>
                        <p:tav tm="100000">
                          <p:val>
                            <p:strVal val="#ppt_x"/>
                          </p:val>
                        </p:tav>
                      </p:tavLst>
                    </p:anim>
                    <p:anim calcmode="lin" valueType="num">
                      <p:cBhvr additive="base">
                        <p:cTn dur="500" fill="hold"/>
                        <p:tgtEl>
                          <p:spTgt spid="62"/>
                        </p:tgtEl>
                        <p:attrNameLst>
                          <p:attrName>ppt_y</p:attrName>
                        </p:attrNameLst>
                      </p:cBhvr>
                      <p:tavLst>
                        <p:tav tm="0">
                          <p:val>
                            <p:strVal val="1+#ppt_h/2"/>
                          </p:val>
                        </p:tav>
                        <p:tav tm="100000">
                          <p:val>
                            <p:strVal val="#ppt_y"/>
                          </p:val>
                        </p:tav>
                      </p:tavLst>
                    </p:anim>
                  </p:childTnLst>
                </p:cTn>
              </p:par>
            </p:tnLst>
          </p:tmpl>
        </p:tmplLst>
      </p:bldP>
      <p:bldP spid="32" grpId="0" animBg="1"/>
      <p:bldP spid="41"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41"/>
                        </p:tgtEl>
                        <p:attrNameLst>
                          <p:attrName>style.visibility</p:attrName>
                        </p:attrNameLst>
                      </p:cBhvr>
                      <p:to>
                        <p:strVal val="visible"/>
                      </p:to>
                    </p:set>
                    <p:animEffect transition="in" filter="wipe(down)">
                      <p:cBhvr>
                        <p:cTn dur="500"/>
                        <p:tgtEl>
                          <p:spTgt spid="41"/>
                        </p:tgtEl>
                      </p:cBhvr>
                    </p:animEffect>
                  </p:childTnLst>
                </p:cTn>
              </p:par>
            </p:tnLst>
          </p:tmpl>
        </p:tmplLst>
      </p:bldP>
      <p:bldP spid="60" grpId="0" animBg="1"/>
      <p:bldP spid="61"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61"/>
                        </p:tgtEl>
                        <p:attrNameLst>
                          <p:attrName>style.visibility</p:attrName>
                        </p:attrNameLst>
                      </p:cBhvr>
                      <p:to>
                        <p:strVal val="visible"/>
                      </p:to>
                    </p:set>
                    <p:animEffect transition="in" filter="wipe(down)">
                      <p:cBhvr>
                        <p:cTn dur="500"/>
                        <p:tgtEl>
                          <p:spTgt spid="61"/>
                        </p:tgtEl>
                      </p:cBhvr>
                    </p:animEffect>
                  </p:childTnLst>
                </p:cTn>
              </p:par>
            </p:tnLst>
          </p:tmpl>
        </p:tmplLst>
      </p:bldP>
    </p:bldLst>
  </p:timing>
</p:sldLayout>
</file>

<file path=ppt/slideLayouts/slideLayout359.xml><?xml version="1.0" encoding="utf-8"?>
<p:sldLayout xmlns:a="http://schemas.openxmlformats.org/drawingml/2006/main" xmlns:r="http://schemas.openxmlformats.org/officeDocument/2006/relationships" xmlns:p="http://schemas.openxmlformats.org/presentationml/2006/main" userDrawn="1">
  <p:cSld name="3-Pics">
    <p:spTree>
      <p:nvGrpSpPr>
        <p:cNvPr id="1" name=""/>
        <p:cNvGrpSpPr/>
        <p:nvPr/>
      </p:nvGrpSpPr>
      <p:grpSpPr>
        <a:xfrm>
          <a:off x="0" y="0"/>
          <a:ext cx="0" cy="0"/>
          <a:chOff x="0" y="0"/>
          <a:chExt cx="0" cy="0"/>
        </a:xfrm>
      </p:grpSpPr>
      <p:sp>
        <p:nvSpPr>
          <p:cNvPr id="75" name="Picture Placeholder 7"/>
          <p:cNvSpPr>
            <a:spLocks noGrp="1"/>
          </p:cNvSpPr>
          <p:nvPr>
            <p:ph type="pic" sz="quarter" idx="10" hasCustomPrompt="1"/>
          </p:nvPr>
        </p:nvSpPr>
        <p:spPr>
          <a:xfrm>
            <a:off x="858245" y="2220287"/>
            <a:ext cx="3322495" cy="2522991"/>
          </a:xfrm>
          <a:prstGeom prst="downArrowCallout">
            <a:avLst>
              <a:gd name="adj1" fmla="val 35178"/>
              <a:gd name="adj2" fmla="val 13059"/>
              <a:gd name="adj3" fmla="val 7566"/>
              <a:gd name="adj4" fmla="val 92434"/>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76" name="Text Placeholder 3"/>
          <p:cNvSpPr>
            <a:spLocks noGrp="1"/>
          </p:cNvSpPr>
          <p:nvPr>
            <p:ph type="body" sz="half" idx="15"/>
          </p:nvPr>
        </p:nvSpPr>
        <p:spPr>
          <a:xfrm>
            <a:off x="865268" y="5155135"/>
            <a:ext cx="3315472" cy="846795"/>
          </a:xfrm>
          <a:prstGeom prst="rect">
            <a:avLst/>
          </a:prstGeom>
        </p:spPr>
        <p:txBody>
          <a:bodyPr wrap="non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a:solidFill>
                <a:schemeClr val="tx1">
                  <a:lumMod val="50000"/>
                  <a:lumOff val="50000"/>
                </a:schemeClr>
              </a:solidFill>
            </a:endParaRPr>
          </a:p>
        </p:txBody>
      </p:sp>
      <p:sp>
        <p:nvSpPr>
          <p:cNvPr id="77" name="Text Placeholder 3"/>
          <p:cNvSpPr>
            <a:spLocks noGrp="1"/>
          </p:cNvSpPr>
          <p:nvPr>
            <p:ph type="body" sz="half" idx="17"/>
          </p:nvPr>
        </p:nvSpPr>
        <p:spPr>
          <a:xfrm>
            <a:off x="858243" y="4880532"/>
            <a:ext cx="3324756" cy="257040"/>
          </a:xfrm>
          <a:prstGeom prst="rect">
            <a:avLst/>
          </a:prstGeom>
        </p:spPr>
        <p:txBody>
          <a:bodyPr wrap="none" lIns="0" tIns="0" rIns="0" bIns="0" anchor="ctr">
            <a:noAutofit/>
          </a:bodyPr>
          <a:lstStyle>
            <a:lvl1pPr marL="0" indent="0" algn="ctr">
              <a:buNone/>
              <a:defRPr sz="1467" b="1" baseline="0">
                <a:solidFill>
                  <a:schemeClr val="accent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78" name="Rectangle 77"/>
          <p:cNvSpPr/>
          <p:nvPr userDrawn="1"/>
        </p:nvSpPr>
        <p:spPr>
          <a:xfrm>
            <a:off x="865267" y="1710413"/>
            <a:ext cx="3315472" cy="50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1867" dirty="0">
              <a:solidFill>
                <a:srgbClr val="FFFFFF"/>
              </a:solidFill>
            </a:endParaRPr>
          </a:p>
        </p:txBody>
      </p:sp>
      <p:sp>
        <p:nvSpPr>
          <p:cNvPr id="79" name="Text Placeholder 3"/>
          <p:cNvSpPr>
            <a:spLocks noGrp="1"/>
          </p:cNvSpPr>
          <p:nvPr>
            <p:ph type="body" sz="half" idx="16"/>
          </p:nvPr>
        </p:nvSpPr>
        <p:spPr>
          <a:xfrm>
            <a:off x="990157" y="1830583"/>
            <a:ext cx="3065691" cy="267661"/>
          </a:xfrm>
          <a:prstGeom prst="rect">
            <a:avLst/>
          </a:prstGeom>
        </p:spPr>
        <p:txBody>
          <a:bodyPr wrap="non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80" name="Picture Placeholder 7"/>
          <p:cNvSpPr>
            <a:spLocks noGrp="1"/>
          </p:cNvSpPr>
          <p:nvPr>
            <p:ph type="pic" sz="quarter" idx="18" hasCustomPrompt="1"/>
          </p:nvPr>
        </p:nvSpPr>
        <p:spPr>
          <a:xfrm>
            <a:off x="4445005" y="2220287"/>
            <a:ext cx="3322495" cy="2522991"/>
          </a:xfrm>
          <a:prstGeom prst="downArrowCallout">
            <a:avLst>
              <a:gd name="adj1" fmla="val 35178"/>
              <a:gd name="adj2" fmla="val 13059"/>
              <a:gd name="adj3" fmla="val 7566"/>
              <a:gd name="adj4" fmla="val 92434"/>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81" name="Text Placeholder 3"/>
          <p:cNvSpPr>
            <a:spLocks noGrp="1"/>
          </p:cNvSpPr>
          <p:nvPr>
            <p:ph type="body" sz="half" idx="19"/>
          </p:nvPr>
        </p:nvSpPr>
        <p:spPr>
          <a:xfrm>
            <a:off x="4452025" y="5155135"/>
            <a:ext cx="3315472" cy="846795"/>
          </a:xfrm>
          <a:prstGeom prst="rect">
            <a:avLst/>
          </a:prstGeom>
        </p:spPr>
        <p:txBody>
          <a:bodyPr wrap="non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a:solidFill>
                <a:schemeClr val="tx1">
                  <a:lumMod val="50000"/>
                  <a:lumOff val="50000"/>
                </a:schemeClr>
              </a:solidFill>
            </a:endParaRPr>
          </a:p>
        </p:txBody>
      </p:sp>
      <p:sp>
        <p:nvSpPr>
          <p:cNvPr id="82" name="Text Placeholder 3"/>
          <p:cNvSpPr>
            <a:spLocks noGrp="1"/>
          </p:cNvSpPr>
          <p:nvPr>
            <p:ph type="body" sz="half" idx="20"/>
          </p:nvPr>
        </p:nvSpPr>
        <p:spPr>
          <a:xfrm>
            <a:off x="4445001" y="4880532"/>
            <a:ext cx="3324756" cy="257040"/>
          </a:xfrm>
          <a:prstGeom prst="rect">
            <a:avLst/>
          </a:prstGeom>
        </p:spPr>
        <p:txBody>
          <a:bodyPr wrap="none" lIns="0" tIns="0" rIns="0" bIns="0" anchor="ctr">
            <a:noAutofit/>
          </a:bodyPr>
          <a:lstStyle>
            <a:lvl1pPr marL="0" indent="0" algn="ctr">
              <a:buNone/>
              <a:defRPr sz="1467" b="1" baseline="0">
                <a:solidFill>
                  <a:schemeClr val="accent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83" name="Rectangle 82"/>
          <p:cNvSpPr/>
          <p:nvPr userDrawn="1"/>
        </p:nvSpPr>
        <p:spPr>
          <a:xfrm>
            <a:off x="4452025" y="1710413"/>
            <a:ext cx="3315472" cy="50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1867" dirty="0">
              <a:solidFill>
                <a:srgbClr val="FFFFFF"/>
              </a:solidFill>
            </a:endParaRPr>
          </a:p>
        </p:txBody>
      </p:sp>
      <p:sp>
        <p:nvSpPr>
          <p:cNvPr id="84" name="Text Placeholder 3"/>
          <p:cNvSpPr>
            <a:spLocks noGrp="1"/>
          </p:cNvSpPr>
          <p:nvPr>
            <p:ph type="body" sz="half" idx="21"/>
          </p:nvPr>
        </p:nvSpPr>
        <p:spPr>
          <a:xfrm>
            <a:off x="4576916" y="1830583"/>
            <a:ext cx="3065691" cy="267661"/>
          </a:xfrm>
          <a:prstGeom prst="rect">
            <a:avLst/>
          </a:prstGeom>
        </p:spPr>
        <p:txBody>
          <a:bodyPr wrap="non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85" name="Picture Placeholder 7"/>
          <p:cNvSpPr>
            <a:spLocks noGrp="1"/>
          </p:cNvSpPr>
          <p:nvPr>
            <p:ph type="pic" sz="quarter" idx="22" hasCustomPrompt="1"/>
          </p:nvPr>
        </p:nvSpPr>
        <p:spPr>
          <a:xfrm>
            <a:off x="8026403" y="2220287"/>
            <a:ext cx="3322495" cy="2522991"/>
          </a:xfrm>
          <a:prstGeom prst="downArrowCallout">
            <a:avLst>
              <a:gd name="adj1" fmla="val 35178"/>
              <a:gd name="adj2" fmla="val 13059"/>
              <a:gd name="adj3" fmla="val 7566"/>
              <a:gd name="adj4" fmla="val 92434"/>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86" name="Text Placeholder 3"/>
          <p:cNvSpPr>
            <a:spLocks noGrp="1"/>
          </p:cNvSpPr>
          <p:nvPr>
            <p:ph type="body" sz="half" idx="23"/>
          </p:nvPr>
        </p:nvSpPr>
        <p:spPr>
          <a:xfrm>
            <a:off x="8033427" y="5155135"/>
            <a:ext cx="3315472" cy="846795"/>
          </a:xfrm>
          <a:prstGeom prst="rect">
            <a:avLst/>
          </a:prstGeom>
        </p:spPr>
        <p:txBody>
          <a:bodyPr wrap="non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a:solidFill>
                <a:schemeClr val="tx1">
                  <a:lumMod val="50000"/>
                  <a:lumOff val="50000"/>
                </a:schemeClr>
              </a:solidFill>
            </a:endParaRPr>
          </a:p>
        </p:txBody>
      </p:sp>
      <p:sp>
        <p:nvSpPr>
          <p:cNvPr id="87" name="Text Placeholder 3"/>
          <p:cNvSpPr>
            <a:spLocks noGrp="1"/>
          </p:cNvSpPr>
          <p:nvPr>
            <p:ph type="body" sz="half" idx="24"/>
          </p:nvPr>
        </p:nvSpPr>
        <p:spPr>
          <a:xfrm>
            <a:off x="8026402" y="4880532"/>
            <a:ext cx="3324756" cy="257040"/>
          </a:xfrm>
          <a:prstGeom prst="rect">
            <a:avLst/>
          </a:prstGeom>
        </p:spPr>
        <p:txBody>
          <a:bodyPr wrap="none" lIns="0" tIns="0" rIns="0" bIns="0" anchor="ctr">
            <a:noAutofit/>
          </a:bodyPr>
          <a:lstStyle>
            <a:lvl1pPr marL="0" indent="0" algn="ctr">
              <a:buNone/>
              <a:defRPr sz="1467" b="1" baseline="0">
                <a:solidFill>
                  <a:schemeClr val="accent3"/>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88" name="Rectangle 87"/>
          <p:cNvSpPr/>
          <p:nvPr userDrawn="1"/>
        </p:nvSpPr>
        <p:spPr>
          <a:xfrm>
            <a:off x="8033425" y="1710413"/>
            <a:ext cx="3315472" cy="508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1867" dirty="0">
              <a:solidFill>
                <a:srgbClr val="FFFFFF"/>
              </a:solidFill>
            </a:endParaRPr>
          </a:p>
        </p:txBody>
      </p:sp>
      <p:sp>
        <p:nvSpPr>
          <p:cNvPr id="89" name="Text Placeholder 3"/>
          <p:cNvSpPr>
            <a:spLocks noGrp="1"/>
          </p:cNvSpPr>
          <p:nvPr>
            <p:ph type="body" sz="half" idx="25"/>
          </p:nvPr>
        </p:nvSpPr>
        <p:spPr>
          <a:xfrm>
            <a:off x="8158316" y="1830583"/>
            <a:ext cx="3065691" cy="267661"/>
          </a:xfrm>
          <a:prstGeom prst="rect">
            <a:avLst/>
          </a:prstGeom>
        </p:spPr>
        <p:txBody>
          <a:bodyPr wrap="non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21"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22"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167585753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accel="50000" decel="50000" fill="hold" grpId="0" nodeType="afterEffect">
                                  <p:stCondLst>
                                    <p:cond delay="0"/>
                                  </p:stCondLst>
                                  <p:childTnLst>
                                    <p:set>
                                      <p:cBhvr>
                                        <p:cTn id="6" dur="1" fill="hold">
                                          <p:stCondLst>
                                            <p:cond delay="0"/>
                                          </p:stCondLst>
                                        </p:cTn>
                                        <p:tgtEl>
                                          <p:spTgt spid="78"/>
                                        </p:tgtEl>
                                        <p:attrNameLst>
                                          <p:attrName>style.visibility</p:attrName>
                                        </p:attrNameLst>
                                      </p:cBhvr>
                                      <p:to>
                                        <p:strVal val="visible"/>
                                      </p:to>
                                    </p:set>
                                    <p:anim calcmode="lin" valueType="num">
                                      <p:cBhvr additive="base">
                                        <p:cTn id="7" dur="500" fill="hold"/>
                                        <p:tgtEl>
                                          <p:spTgt spid="78"/>
                                        </p:tgtEl>
                                        <p:attrNameLst>
                                          <p:attrName>ppt_x</p:attrName>
                                        </p:attrNameLst>
                                      </p:cBhvr>
                                      <p:tavLst>
                                        <p:tav tm="0">
                                          <p:val>
                                            <p:strVal val="#ppt_x"/>
                                          </p:val>
                                        </p:tav>
                                        <p:tav tm="100000">
                                          <p:val>
                                            <p:strVal val="#ppt_x"/>
                                          </p:val>
                                        </p:tav>
                                      </p:tavLst>
                                    </p:anim>
                                    <p:anim calcmode="lin" valueType="num">
                                      <p:cBhvr additive="base">
                                        <p:cTn id="8" dur="500" fill="hold"/>
                                        <p:tgtEl>
                                          <p:spTgt spid="78"/>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2" presetClass="entr" presetSubtype="4" fill="hold" grpId="0" nodeType="afterEffect" nodePh="1">
                                  <p:stCondLst>
                                    <p:cond delay="0"/>
                                  </p:stCondLst>
                                  <p:endCondLst>
                                    <p:cond evt="begin" delay="0">
                                      <p:tn val="10"/>
                                    </p:cond>
                                  </p:endCondLst>
                                  <p:childTnLst>
                                    <p:set>
                                      <p:cBhvr>
                                        <p:cTn id="11" dur="1" fill="hold">
                                          <p:stCondLst>
                                            <p:cond delay="0"/>
                                          </p:stCondLst>
                                        </p:cTn>
                                        <p:tgtEl>
                                          <p:spTgt spid="79">
                                            <p:txEl>
                                              <p:pRg st="0" end="0"/>
                                            </p:txEl>
                                          </p:spTgt>
                                        </p:tgtEl>
                                        <p:attrNameLst>
                                          <p:attrName>style.visibility</p:attrName>
                                        </p:attrNameLst>
                                      </p:cBhvr>
                                      <p:to>
                                        <p:strVal val="visible"/>
                                      </p:to>
                                    </p:set>
                                    <p:animEffect transition="in" filter="wipe(down)">
                                      <p:cBhvr>
                                        <p:cTn id="12" dur="500"/>
                                        <p:tgtEl>
                                          <p:spTgt spid="79">
                                            <p:txEl>
                                              <p:pRg st="0" end="0"/>
                                            </p:txEl>
                                          </p:spTgt>
                                        </p:tgtEl>
                                      </p:cBhvr>
                                    </p:animEffect>
                                  </p:childTnLst>
                                </p:cTn>
                              </p:par>
                              <p:par>
                                <p:cTn id="13" presetID="2" presetClass="entr" presetSubtype="4" accel="50000" decel="50000" fill="hold" grpId="0" nodeType="withEffect">
                                  <p:stCondLst>
                                    <p:cond delay="0"/>
                                  </p:stCondLst>
                                  <p:childTnLst>
                                    <p:set>
                                      <p:cBhvr>
                                        <p:cTn id="14" dur="1" fill="hold">
                                          <p:stCondLst>
                                            <p:cond delay="0"/>
                                          </p:stCondLst>
                                        </p:cTn>
                                        <p:tgtEl>
                                          <p:spTgt spid="75"/>
                                        </p:tgtEl>
                                        <p:attrNameLst>
                                          <p:attrName>style.visibility</p:attrName>
                                        </p:attrNameLst>
                                      </p:cBhvr>
                                      <p:to>
                                        <p:strVal val="visible"/>
                                      </p:to>
                                    </p:set>
                                    <p:anim calcmode="lin" valueType="num">
                                      <p:cBhvr additive="base">
                                        <p:cTn id="15" dur="500" fill="hold"/>
                                        <p:tgtEl>
                                          <p:spTgt spid="75"/>
                                        </p:tgtEl>
                                        <p:attrNameLst>
                                          <p:attrName>ppt_x</p:attrName>
                                        </p:attrNameLst>
                                      </p:cBhvr>
                                      <p:tavLst>
                                        <p:tav tm="0">
                                          <p:val>
                                            <p:strVal val="#ppt_x"/>
                                          </p:val>
                                        </p:tav>
                                        <p:tav tm="100000">
                                          <p:val>
                                            <p:strVal val="#ppt_x"/>
                                          </p:val>
                                        </p:tav>
                                      </p:tavLst>
                                    </p:anim>
                                    <p:anim calcmode="lin" valueType="num">
                                      <p:cBhvr additive="base">
                                        <p:cTn id="16" dur="500" fill="hold"/>
                                        <p:tgtEl>
                                          <p:spTgt spid="75"/>
                                        </p:tgtEl>
                                        <p:attrNameLst>
                                          <p:attrName>ppt_y</p:attrName>
                                        </p:attrNameLst>
                                      </p:cBhvr>
                                      <p:tavLst>
                                        <p:tav tm="0">
                                          <p:val>
                                            <p:strVal val="1+#ppt_h/2"/>
                                          </p:val>
                                        </p:tav>
                                        <p:tav tm="100000">
                                          <p:val>
                                            <p:strVal val="#ppt_y"/>
                                          </p:val>
                                        </p:tav>
                                      </p:tavLst>
                                    </p:anim>
                                  </p:childTnLst>
                                </p:cTn>
                              </p:par>
                            </p:childTnLst>
                          </p:cTn>
                        </p:par>
                        <p:par>
                          <p:cTn id="17" fill="hold">
                            <p:stCondLst>
                              <p:cond delay="1000"/>
                            </p:stCondLst>
                            <p:childTnLst>
                              <p:par>
                                <p:cTn id="18" presetID="2" presetClass="entr" presetSubtype="4" accel="50000" decel="50000" fill="hold" grpId="0" nodeType="afterEffect" nodePh="1">
                                  <p:stCondLst>
                                    <p:cond delay="0"/>
                                  </p:stCondLst>
                                  <p:endCondLst>
                                    <p:cond evt="begin" delay="0">
                                      <p:tn val="18"/>
                                    </p:cond>
                                  </p:endCondLst>
                                  <p:childTnLst>
                                    <p:set>
                                      <p:cBhvr>
                                        <p:cTn id="19" dur="1" fill="hold">
                                          <p:stCondLst>
                                            <p:cond delay="0"/>
                                          </p:stCondLst>
                                        </p:cTn>
                                        <p:tgtEl>
                                          <p:spTgt spid="77">
                                            <p:txEl>
                                              <p:pRg st="0" end="0"/>
                                            </p:txEl>
                                          </p:spTgt>
                                        </p:tgtEl>
                                        <p:attrNameLst>
                                          <p:attrName>style.visibility</p:attrName>
                                        </p:attrNameLst>
                                      </p:cBhvr>
                                      <p:to>
                                        <p:strVal val="visible"/>
                                      </p:to>
                                    </p:set>
                                    <p:anim calcmode="lin" valueType="num">
                                      <p:cBhvr additive="base">
                                        <p:cTn id="20" dur="500" fill="hold"/>
                                        <p:tgtEl>
                                          <p:spTgt spid="77">
                                            <p:txEl>
                                              <p:pRg st="0" end="0"/>
                                            </p:txEl>
                                          </p:spTgt>
                                        </p:tgtEl>
                                        <p:attrNameLst>
                                          <p:attrName>ppt_x</p:attrName>
                                        </p:attrNameLst>
                                      </p:cBhvr>
                                      <p:tavLst>
                                        <p:tav tm="0">
                                          <p:val>
                                            <p:strVal val="#ppt_x"/>
                                          </p:val>
                                        </p:tav>
                                        <p:tav tm="100000">
                                          <p:val>
                                            <p:strVal val="#ppt_x"/>
                                          </p:val>
                                        </p:tav>
                                      </p:tavLst>
                                    </p:anim>
                                    <p:anim calcmode="lin" valueType="num">
                                      <p:cBhvr additive="base">
                                        <p:cTn id="21" dur="500" fill="hold"/>
                                        <p:tgtEl>
                                          <p:spTgt spid="77">
                                            <p:txEl>
                                              <p:pRg st="0" end="0"/>
                                            </p:txEl>
                                          </p:spTgt>
                                        </p:tgtEl>
                                        <p:attrNameLst>
                                          <p:attrName>ppt_y</p:attrName>
                                        </p:attrNameLst>
                                      </p:cBhvr>
                                      <p:tavLst>
                                        <p:tav tm="0">
                                          <p:val>
                                            <p:strVal val="1+#ppt_h/2"/>
                                          </p:val>
                                        </p:tav>
                                        <p:tav tm="100000">
                                          <p:val>
                                            <p:strVal val="#ppt_y"/>
                                          </p:val>
                                        </p:tav>
                                      </p:tavLst>
                                    </p:anim>
                                  </p:childTnLst>
                                </p:cTn>
                              </p:par>
                            </p:childTnLst>
                          </p:cTn>
                        </p:par>
                        <p:par>
                          <p:cTn id="22" fill="hold">
                            <p:stCondLst>
                              <p:cond delay="1500"/>
                            </p:stCondLst>
                            <p:childTnLst>
                              <p:par>
                                <p:cTn id="23" presetID="2" presetClass="entr" presetSubtype="4" accel="50000" decel="50000" fill="hold" grpId="0" nodeType="afterEffect" nodePh="1">
                                  <p:stCondLst>
                                    <p:cond delay="0"/>
                                  </p:stCondLst>
                                  <p:endCondLst>
                                    <p:cond evt="begin" delay="0">
                                      <p:tn val="23"/>
                                    </p:cond>
                                  </p:endCondLst>
                                  <p:childTnLst>
                                    <p:set>
                                      <p:cBhvr>
                                        <p:cTn id="24" dur="1" fill="hold">
                                          <p:stCondLst>
                                            <p:cond delay="0"/>
                                          </p:stCondLst>
                                        </p:cTn>
                                        <p:tgtEl>
                                          <p:spTgt spid="76">
                                            <p:txEl>
                                              <p:pRg st="0" end="0"/>
                                            </p:txEl>
                                          </p:spTgt>
                                        </p:tgtEl>
                                        <p:attrNameLst>
                                          <p:attrName>style.visibility</p:attrName>
                                        </p:attrNameLst>
                                      </p:cBhvr>
                                      <p:to>
                                        <p:strVal val="visible"/>
                                      </p:to>
                                    </p:set>
                                    <p:anim calcmode="lin" valueType="num">
                                      <p:cBhvr additive="base">
                                        <p:cTn id="25" dur="500" fill="hold"/>
                                        <p:tgtEl>
                                          <p:spTgt spid="76">
                                            <p:txEl>
                                              <p:pRg st="0" end="0"/>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76">
                                            <p:txEl>
                                              <p:pRg st="0" end="0"/>
                                            </p:txEl>
                                          </p:spTgt>
                                        </p:tgtEl>
                                        <p:attrNameLst>
                                          <p:attrName>ppt_y</p:attrName>
                                        </p:attrNameLst>
                                      </p:cBhvr>
                                      <p:tavLst>
                                        <p:tav tm="0">
                                          <p:val>
                                            <p:strVal val="1+#ppt_h/2"/>
                                          </p:val>
                                        </p:tav>
                                        <p:tav tm="100000">
                                          <p:val>
                                            <p:strVal val="#ppt_y"/>
                                          </p:val>
                                        </p:tav>
                                      </p:tavLst>
                                    </p:anim>
                                  </p:childTnLst>
                                </p:cTn>
                              </p:par>
                            </p:childTnLst>
                          </p:cTn>
                        </p:par>
                        <p:par>
                          <p:cTn id="27" fill="hold">
                            <p:stCondLst>
                              <p:cond delay="2000"/>
                            </p:stCondLst>
                            <p:childTnLst>
                              <p:par>
                                <p:cTn id="28" presetID="2" presetClass="entr" presetSubtype="1" accel="50000" decel="50000" fill="hold" grpId="0" nodeType="afterEffect">
                                  <p:stCondLst>
                                    <p:cond delay="0"/>
                                  </p:stCondLst>
                                  <p:childTnLst>
                                    <p:set>
                                      <p:cBhvr>
                                        <p:cTn id="29" dur="1" fill="hold">
                                          <p:stCondLst>
                                            <p:cond delay="0"/>
                                          </p:stCondLst>
                                        </p:cTn>
                                        <p:tgtEl>
                                          <p:spTgt spid="83"/>
                                        </p:tgtEl>
                                        <p:attrNameLst>
                                          <p:attrName>style.visibility</p:attrName>
                                        </p:attrNameLst>
                                      </p:cBhvr>
                                      <p:to>
                                        <p:strVal val="visible"/>
                                      </p:to>
                                    </p:set>
                                    <p:anim calcmode="lin" valueType="num">
                                      <p:cBhvr additive="base">
                                        <p:cTn id="30" dur="500" fill="hold"/>
                                        <p:tgtEl>
                                          <p:spTgt spid="83"/>
                                        </p:tgtEl>
                                        <p:attrNameLst>
                                          <p:attrName>ppt_x</p:attrName>
                                        </p:attrNameLst>
                                      </p:cBhvr>
                                      <p:tavLst>
                                        <p:tav tm="0">
                                          <p:val>
                                            <p:strVal val="#ppt_x"/>
                                          </p:val>
                                        </p:tav>
                                        <p:tav tm="100000">
                                          <p:val>
                                            <p:strVal val="#ppt_x"/>
                                          </p:val>
                                        </p:tav>
                                      </p:tavLst>
                                    </p:anim>
                                    <p:anim calcmode="lin" valueType="num">
                                      <p:cBhvr additive="base">
                                        <p:cTn id="31" dur="500" fill="hold"/>
                                        <p:tgtEl>
                                          <p:spTgt spid="83"/>
                                        </p:tgtEl>
                                        <p:attrNameLst>
                                          <p:attrName>ppt_y</p:attrName>
                                        </p:attrNameLst>
                                      </p:cBhvr>
                                      <p:tavLst>
                                        <p:tav tm="0">
                                          <p:val>
                                            <p:strVal val="0-#ppt_h/2"/>
                                          </p:val>
                                        </p:tav>
                                        <p:tav tm="100000">
                                          <p:val>
                                            <p:strVal val="#ppt_y"/>
                                          </p:val>
                                        </p:tav>
                                      </p:tavLst>
                                    </p:anim>
                                  </p:childTnLst>
                                </p:cTn>
                              </p:par>
                            </p:childTnLst>
                          </p:cTn>
                        </p:par>
                        <p:par>
                          <p:cTn id="32" fill="hold">
                            <p:stCondLst>
                              <p:cond delay="2500"/>
                            </p:stCondLst>
                            <p:childTnLst>
                              <p:par>
                                <p:cTn id="33" presetID="22" presetClass="entr" presetSubtype="4" fill="hold" grpId="0" nodeType="afterEffect" nodePh="1">
                                  <p:stCondLst>
                                    <p:cond delay="0"/>
                                  </p:stCondLst>
                                  <p:endCondLst>
                                    <p:cond evt="begin" delay="0">
                                      <p:tn val="33"/>
                                    </p:cond>
                                  </p:endCondLst>
                                  <p:childTnLst>
                                    <p:set>
                                      <p:cBhvr>
                                        <p:cTn id="34" dur="1" fill="hold">
                                          <p:stCondLst>
                                            <p:cond delay="0"/>
                                          </p:stCondLst>
                                        </p:cTn>
                                        <p:tgtEl>
                                          <p:spTgt spid="84">
                                            <p:txEl>
                                              <p:pRg st="0" end="0"/>
                                            </p:txEl>
                                          </p:spTgt>
                                        </p:tgtEl>
                                        <p:attrNameLst>
                                          <p:attrName>style.visibility</p:attrName>
                                        </p:attrNameLst>
                                      </p:cBhvr>
                                      <p:to>
                                        <p:strVal val="visible"/>
                                      </p:to>
                                    </p:set>
                                    <p:animEffect transition="in" filter="wipe(down)">
                                      <p:cBhvr>
                                        <p:cTn id="35" dur="500"/>
                                        <p:tgtEl>
                                          <p:spTgt spid="84">
                                            <p:txEl>
                                              <p:pRg st="0" end="0"/>
                                            </p:txEl>
                                          </p:spTgt>
                                        </p:tgtEl>
                                      </p:cBhvr>
                                    </p:animEffect>
                                  </p:childTnLst>
                                </p:cTn>
                              </p:par>
                              <p:par>
                                <p:cTn id="36" presetID="2" presetClass="entr" presetSubtype="4" accel="50000" decel="50000" fill="hold" grpId="0" nodeType="withEffect">
                                  <p:stCondLst>
                                    <p:cond delay="0"/>
                                  </p:stCondLst>
                                  <p:childTnLst>
                                    <p:set>
                                      <p:cBhvr>
                                        <p:cTn id="37" dur="1" fill="hold">
                                          <p:stCondLst>
                                            <p:cond delay="0"/>
                                          </p:stCondLst>
                                        </p:cTn>
                                        <p:tgtEl>
                                          <p:spTgt spid="80"/>
                                        </p:tgtEl>
                                        <p:attrNameLst>
                                          <p:attrName>style.visibility</p:attrName>
                                        </p:attrNameLst>
                                      </p:cBhvr>
                                      <p:to>
                                        <p:strVal val="visible"/>
                                      </p:to>
                                    </p:set>
                                    <p:anim calcmode="lin" valueType="num">
                                      <p:cBhvr additive="base">
                                        <p:cTn id="38" dur="500" fill="hold"/>
                                        <p:tgtEl>
                                          <p:spTgt spid="80"/>
                                        </p:tgtEl>
                                        <p:attrNameLst>
                                          <p:attrName>ppt_x</p:attrName>
                                        </p:attrNameLst>
                                      </p:cBhvr>
                                      <p:tavLst>
                                        <p:tav tm="0">
                                          <p:val>
                                            <p:strVal val="#ppt_x"/>
                                          </p:val>
                                        </p:tav>
                                        <p:tav tm="100000">
                                          <p:val>
                                            <p:strVal val="#ppt_x"/>
                                          </p:val>
                                        </p:tav>
                                      </p:tavLst>
                                    </p:anim>
                                    <p:anim calcmode="lin" valueType="num">
                                      <p:cBhvr additive="base">
                                        <p:cTn id="39" dur="500" fill="hold"/>
                                        <p:tgtEl>
                                          <p:spTgt spid="80"/>
                                        </p:tgtEl>
                                        <p:attrNameLst>
                                          <p:attrName>ppt_y</p:attrName>
                                        </p:attrNameLst>
                                      </p:cBhvr>
                                      <p:tavLst>
                                        <p:tav tm="0">
                                          <p:val>
                                            <p:strVal val="1+#ppt_h/2"/>
                                          </p:val>
                                        </p:tav>
                                        <p:tav tm="100000">
                                          <p:val>
                                            <p:strVal val="#ppt_y"/>
                                          </p:val>
                                        </p:tav>
                                      </p:tavLst>
                                    </p:anim>
                                  </p:childTnLst>
                                </p:cTn>
                              </p:par>
                            </p:childTnLst>
                          </p:cTn>
                        </p:par>
                        <p:par>
                          <p:cTn id="40" fill="hold">
                            <p:stCondLst>
                              <p:cond delay="3000"/>
                            </p:stCondLst>
                            <p:childTnLst>
                              <p:par>
                                <p:cTn id="41" presetID="2" presetClass="entr" presetSubtype="4" accel="50000" decel="50000" fill="hold" grpId="0" nodeType="afterEffect" nodePh="1">
                                  <p:stCondLst>
                                    <p:cond delay="0"/>
                                  </p:stCondLst>
                                  <p:endCondLst>
                                    <p:cond evt="begin" delay="0">
                                      <p:tn val="41"/>
                                    </p:cond>
                                  </p:endCondLst>
                                  <p:childTnLst>
                                    <p:set>
                                      <p:cBhvr>
                                        <p:cTn id="42" dur="1" fill="hold">
                                          <p:stCondLst>
                                            <p:cond delay="0"/>
                                          </p:stCondLst>
                                        </p:cTn>
                                        <p:tgtEl>
                                          <p:spTgt spid="82">
                                            <p:txEl>
                                              <p:pRg st="0" end="0"/>
                                            </p:txEl>
                                          </p:spTgt>
                                        </p:tgtEl>
                                        <p:attrNameLst>
                                          <p:attrName>style.visibility</p:attrName>
                                        </p:attrNameLst>
                                      </p:cBhvr>
                                      <p:to>
                                        <p:strVal val="visible"/>
                                      </p:to>
                                    </p:set>
                                    <p:anim calcmode="lin" valueType="num">
                                      <p:cBhvr additive="base">
                                        <p:cTn id="43" dur="500" fill="hold"/>
                                        <p:tgtEl>
                                          <p:spTgt spid="82">
                                            <p:txEl>
                                              <p:pRg st="0" end="0"/>
                                            </p:txEl>
                                          </p:spTgt>
                                        </p:tgtEl>
                                        <p:attrNameLst>
                                          <p:attrName>ppt_x</p:attrName>
                                        </p:attrNameLst>
                                      </p:cBhvr>
                                      <p:tavLst>
                                        <p:tav tm="0">
                                          <p:val>
                                            <p:strVal val="#ppt_x"/>
                                          </p:val>
                                        </p:tav>
                                        <p:tav tm="100000">
                                          <p:val>
                                            <p:strVal val="#ppt_x"/>
                                          </p:val>
                                        </p:tav>
                                      </p:tavLst>
                                    </p:anim>
                                    <p:anim calcmode="lin" valueType="num">
                                      <p:cBhvr additive="base">
                                        <p:cTn id="44" dur="500" fill="hold"/>
                                        <p:tgtEl>
                                          <p:spTgt spid="82">
                                            <p:txEl>
                                              <p:pRg st="0" end="0"/>
                                            </p:txEl>
                                          </p:spTgt>
                                        </p:tgtEl>
                                        <p:attrNameLst>
                                          <p:attrName>ppt_y</p:attrName>
                                        </p:attrNameLst>
                                      </p:cBhvr>
                                      <p:tavLst>
                                        <p:tav tm="0">
                                          <p:val>
                                            <p:strVal val="1+#ppt_h/2"/>
                                          </p:val>
                                        </p:tav>
                                        <p:tav tm="100000">
                                          <p:val>
                                            <p:strVal val="#ppt_y"/>
                                          </p:val>
                                        </p:tav>
                                      </p:tavLst>
                                    </p:anim>
                                  </p:childTnLst>
                                </p:cTn>
                              </p:par>
                            </p:childTnLst>
                          </p:cTn>
                        </p:par>
                        <p:par>
                          <p:cTn id="45" fill="hold">
                            <p:stCondLst>
                              <p:cond delay="3500"/>
                            </p:stCondLst>
                            <p:childTnLst>
                              <p:par>
                                <p:cTn id="46" presetID="2" presetClass="entr" presetSubtype="4" accel="50000" decel="50000" fill="hold" grpId="0" nodeType="afterEffect" nodePh="1">
                                  <p:stCondLst>
                                    <p:cond delay="0"/>
                                  </p:stCondLst>
                                  <p:endCondLst>
                                    <p:cond evt="begin" delay="0">
                                      <p:tn val="46"/>
                                    </p:cond>
                                  </p:endCondLst>
                                  <p:childTnLst>
                                    <p:set>
                                      <p:cBhvr>
                                        <p:cTn id="47" dur="1" fill="hold">
                                          <p:stCondLst>
                                            <p:cond delay="0"/>
                                          </p:stCondLst>
                                        </p:cTn>
                                        <p:tgtEl>
                                          <p:spTgt spid="81">
                                            <p:txEl>
                                              <p:pRg st="0" end="0"/>
                                            </p:txEl>
                                          </p:spTgt>
                                        </p:tgtEl>
                                        <p:attrNameLst>
                                          <p:attrName>style.visibility</p:attrName>
                                        </p:attrNameLst>
                                      </p:cBhvr>
                                      <p:to>
                                        <p:strVal val="visible"/>
                                      </p:to>
                                    </p:set>
                                    <p:anim calcmode="lin" valueType="num">
                                      <p:cBhvr additive="base">
                                        <p:cTn id="48" dur="500" fill="hold"/>
                                        <p:tgtEl>
                                          <p:spTgt spid="81">
                                            <p:txEl>
                                              <p:pRg st="0" end="0"/>
                                            </p:txEl>
                                          </p:spTgt>
                                        </p:tgtEl>
                                        <p:attrNameLst>
                                          <p:attrName>ppt_x</p:attrName>
                                        </p:attrNameLst>
                                      </p:cBhvr>
                                      <p:tavLst>
                                        <p:tav tm="0">
                                          <p:val>
                                            <p:strVal val="#ppt_x"/>
                                          </p:val>
                                        </p:tav>
                                        <p:tav tm="100000">
                                          <p:val>
                                            <p:strVal val="#ppt_x"/>
                                          </p:val>
                                        </p:tav>
                                      </p:tavLst>
                                    </p:anim>
                                    <p:anim calcmode="lin" valueType="num">
                                      <p:cBhvr additive="base">
                                        <p:cTn id="49" dur="500" fill="hold"/>
                                        <p:tgtEl>
                                          <p:spTgt spid="81">
                                            <p:txEl>
                                              <p:pRg st="0" end="0"/>
                                            </p:txEl>
                                          </p:spTgt>
                                        </p:tgtEl>
                                        <p:attrNameLst>
                                          <p:attrName>ppt_y</p:attrName>
                                        </p:attrNameLst>
                                      </p:cBhvr>
                                      <p:tavLst>
                                        <p:tav tm="0">
                                          <p:val>
                                            <p:strVal val="1+#ppt_h/2"/>
                                          </p:val>
                                        </p:tav>
                                        <p:tav tm="100000">
                                          <p:val>
                                            <p:strVal val="#ppt_y"/>
                                          </p:val>
                                        </p:tav>
                                      </p:tavLst>
                                    </p:anim>
                                  </p:childTnLst>
                                </p:cTn>
                              </p:par>
                            </p:childTnLst>
                          </p:cTn>
                        </p:par>
                        <p:par>
                          <p:cTn id="50" fill="hold">
                            <p:stCondLst>
                              <p:cond delay="4000"/>
                            </p:stCondLst>
                            <p:childTnLst>
                              <p:par>
                                <p:cTn id="51" presetID="2" presetClass="entr" presetSubtype="1" accel="50000" decel="50000" fill="hold" grpId="0" nodeType="afterEffect">
                                  <p:stCondLst>
                                    <p:cond delay="0"/>
                                  </p:stCondLst>
                                  <p:childTnLst>
                                    <p:set>
                                      <p:cBhvr>
                                        <p:cTn id="52" dur="1" fill="hold">
                                          <p:stCondLst>
                                            <p:cond delay="0"/>
                                          </p:stCondLst>
                                        </p:cTn>
                                        <p:tgtEl>
                                          <p:spTgt spid="88"/>
                                        </p:tgtEl>
                                        <p:attrNameLst>
                                          <p:attrName>style.visibility</p:attrName>
                                        </p:attrNameLst>
                                      </p:cBhvr>
                                      <p:to>
                                        <p:strVal val="visible"/>
                                      </p:to>
                                    </p:set>
                                    <p:anim calcmode="lin" valueType="num">
                                      <p:cBhvr additive="base">
                                        <p:cTn id="53" dur="500" fill="hold"/>
                                        <p:tgtEl>
                                          <p:spTgt spid="88"/>
                                        </p:tgtEl>
                                        <p:attrNameLst>
                                          <p:attrName>ppt_x</p:attrName>
                                        </p:attrNameLst>
                                      </p:cBhvr>
                                      <p:tavLst>
                                        <p:tav tm="0">
                                          <p:val>
                                            <p:strVal val="#ppt_x"/>
                                          </p:val>
                                        </p:tav>
                                        <p:tav tm="100000">
                                          <p:val>
                                            <p:strVal val="#ppt_x"/>
                                          </p:val>
                                        </p:tav>
                                      </p:tavLst>
                                    </p:anim>
                                    <p:anim calcmode="lin" valueType="num">
                                      <p:cBhvr additive="base">
                                        <p:cTn id="54" dur="500" fill="hold"/>
                                        <p:tgtEl>
                                          <p:spTgt spid="88"/>
                                        </p:tgtEl>
                                        <p:attrNameLst>
                                          <p:attrName>ppt_y</p:attrName>
                                        </p:attrNameLst>
                                      </p:cBhvr>
                                      <p:tavLst>
                                        <p:tav tm="0">
                                          <p:val>
                                            <p:strVal val="0-#ppt_h/2"/>
                                          </p:val>
                                        </p:tav>
                                        <p:tav tm="100000">
                                          <p:val>
                                            <p:strVal val="#ppt_y"/>
                                          </p:val>
                                        </p:tav>
                                      </p:tavLst>
                                    </p:anim>
                                  </p:childTnLst>
                                </p:cTn>
                              </p:par>
                            </p:childTnLst>
                          </p:cTn>
                        </p:par>
                        <p:par>
                          <p:cTn id="55" fill="hold">
                            <p:stCondLst>
                              <p:cond delay="4500"/>
                            </p:stCondLst>
                            <p:childTnLst>
                              <p:par>
                                <p:cTn id="56" presetID="22" presetClass="entr" presetSubtype="4" fill="hold" grpId="0" nodeType="afterEffect" nodePh="1">
                                  <p:stCondLst>
                                    <p:cond delay="0"/>
                                  </p:stCondLst>
                                  <p:endCondLst>
                                    <p:cond evt="begin" delay="0">
                                      <p:tn val="56"/>
                                    </p:cond>
                                  </p:endCondLst>
                                  <p:childTnLst>
                                    <p:set>
                                      <p:cBhvr>
                                        <p:cTn id="57" dur="1" fill="hold">
                                          <p:stCondLst>
                                            <p:cond delay="0"/>
                                          </p:stCondLst>
                                        </p:cTn>
                                        <p:tgtEl>
                                          <p:spTgt spid="89">
                                            <p:txEl>
                                              <p:pRg st="0" end="0"/>
                                            </p:txEl>
                                          </p:spTgt>
                                        </p:tgtEl>
                                        <p:attrNameLst>
                                          <p:attrName>style.visibility</p:attrName>
                                        </p:attrNameLst>
                                      </p:cBhvr>
                                      <p:to>
                                        <p:strVal val="visible"/>
                                      </p:to>
                                    </p:set>
                                    <p:animEffect transition="in" filter="wipe(down)">
                                      <p:cBhvr>
                                        <p:cTn id="58" dur="500"/>
                                        <p:tgtEl>
                                          <p:spTgt spid="89">
                                            <p:txEl>
                                              <p:pRg st="0" end="0"/>
                                            </p:txEl>
                                          </p:spTgt>
                                        </p:tgtEl>
                                      </p:cBhvr>
                                    </p:animEffect>
                                  </p:childTnLst>
                                </p:cTn>
                              </p:par>
                              <p:par>
                                <p:cTn id="59" presetID="2" presetClass="entr" presetSubtype="4" accel="50000" decel="50000" fill="hold" grpId="0" nodeType="withEffect">
                                  <p:stCondLst>
                                    <p:cond delay="0"/>
                                  </p:stCondLst>
                                  <p:childTnLst>
                                    <p:set>
                                      <p:cBhvr>
                                        <p:cTn id="60" dur="1" fill="hold">
                                          <p:stCondLst>
                                            <p:cond delay="0"/>
                                          </p:stCondLst>
                                        </p:cTn>
                                        <p:tgtEl>
                                          <p:spTgt spid="85"/>
                                        </p:tgtEl>
                                        <p:attrNameLst>
                                          <p:attrName>style.visibility</p:attrName>
                                        </p:attrNameLst>
                                      </p:cBhvr>
                                      <p:to>
                                        <p:strVal val="visible"/>
                                      </p:to>
                                    </p:set>
                                    <p:anim calcmode="lin" valueType="num">
                                      <p:cBhvr additive="base">
                                        <p:cTn id="61" dur="500" fill="hold"/>
                                        <p:tgtEl>
                                          <p:spTgt spid="85"/>
                                        </p:tgtEl>
                                        <p:attrNameLst>
                                          <p:attrName>ppt_x</p:attrName>
                                        </p:attrNameLst>
                                      </p:cBhvr>
                                      <p:tavLst>
                                        <p:tav tm="0">
                                          <p:val>
                                            <p:strVal val="#ppt_x"/>
                                          </p:val>
                                        </p:tav>
                                        <p:tav tm="100000">
                                          <p:val>
                                            <p:strVal val="#ppt_x"/>
                                          </p:val>
                                        </p:tav>
                                      </p:tavLst>
                                    </p:anim>
                                    <p:anim calcmode="lin" valueType="num">
                                      <p:cBhvr additive="base">
                                        <p:cTn id="62" dur="500" fill="hold"/>
                                        <p:tgtEl>
                                          <p:spTgt spid="85"/>
                                        </p:tgtEl>
                                        <p:attrNameLst>
                                          <p:attrName>ppt_y</p:attrName>
                                        </p:attrNameLst>
                                      </p:cBhvr>
                                      <p:tavLst>
                                        <p:tav tm="0">
                                          <p:val>
                                            <p:strVal val="1+#ppt_h/2"/>
                                          </p:val>
                                        </p:tav>
                                        <p:tav tm="100000">
                                          <p:val>
                                            <p:strVal val="#ppt_y"/>
                                          </p:val>
                                        </p:tav>
                                      </p:tavLst>
                                    </p:anim>
                                  </p:childTnLst>
                                </p:cTn>
                              </p:par>
                            </p:childTnLst>
                          </p:cTn>
                        </p:par>
                        <p:par>
                          <p:cTn id="63" fill="hold">
                            <p:stCondLst>
                              <p:cond delay="5000"/>
                            </p:stCondLst>
                            <p:childTnLst>
                              <p:par>
                                <p:cTn id="64" presetID="2" presetClass="entr" presetSubtype="4" accel="50000" decel="50000" fill="hold" grpId="0" nodeType="afterEffect" nodePh="1">
                                  <p:stCondLst>
                                    <p:cond delay="0"/>
                                  </p:stCondLst>
                                  <p:endCondLst>
                                    <p:cond evt="begin" delay="0">
                                      <p:tn val="64"/>
                                    </p:cond>
                                  </p:endCondLst>
                                  <p:childTnLst>
                                    <p:set>
                                      <p:cBhvr>
                                        <p:cTn id="65" dur="1" fill="hold">
                                          <p:stCondLst>
                                            <p:cond delay="0"/>
                                          </p:stCondLst>
                                        </p:cTn>
                                        <p:tgtEl>
                                          <p:spTgt spid="87">
                                            <p:txEl>
                                              <p:pRg st="0" end="0"/>
                                            </p:txEl>
                                          </p:spTgt>
                                        </p:tgtEl>
                                        <p:attrNameLst>
                                          <p:attrName>style.visibility</p:attrName>
                                        </p:attrNameLst>
                                      </p:cBhvr>
                                      <p:to>
                                        <p:strVal val="visible"/>
                                      </p:to>
                                    </p:set>
                                    <p:anim calcmode="lin" valueType="num">
                                      <p:cBhvr additive="base">
                                        <p:cTn id="66" dur="500" fill="hold"/>
                                        <p:tgtEl>
                                          <p:spTgt spid="87">
                                            <p:txEl>
                                              <p:pRg st="0" end="0"/>
                                            </p:txEl>
                                          </p:spTgt>
                                        </p:tgtEl>
                                        <p:attrNameLst>
                                          <p:attrName>ppt_x</p:attrName>
                                        </p:attrNameLst>
                                      </p:cBhvr>
                                      <p:tavLst>
                                        <p:tav tm="0">
                                          <p:val>
                                            <p:strVal val="#ppt_x"/>
                                          </p:val>
                                        </p:tav>
                                        <p:tav tm="100000">
                                          <p:val>
                                            <p:strVal val="#ppt_x"/>
                                          </p:val>
                                        </p:tav>
                                      </p:tavLst>
                                    </p:anim>
                                    <p:anim calcmode="lin" valueType="num">
                                      <p:cBhvr additive="base">
                                        <p:cTn id="67" dur="500" fill="hold"/>
                                        <p:tgtEl>
                                          <p:spTgt spid="87">
                                            <p:txEl>
                                              <p:pRg st="0" end="0"/>
                                            </p:txEl>
                                          </p:spTgt>
                                        </p:tgtEl>
                                        <p:attrNameLst>
                                          <p:attrName>ppt_y</p:attrName>
                                        </p:attrNameLst>
                                      </p:cBhvr>
                                      <p:tavLst>
                                        <p:tav tm="0">
                                          <p:val>
                                            <p:strVal val="1+#ppt_h/2"/>
                                          </p:val>
                                        </p:tav>
                                        <p:tav tm="100000">
                                          <p:val>
                                            <p:strVal val="#ppt_y"/>
                                          </p:val>
                                        </p:tav>
                                      </p:tavLst>
                                    </p:anim>
                                  </p:childTnLst>
                                </p:cTn>
                              </p:par>
                            </p:childTnLst>
                          </p:cTn>
                        </p:par>
                        <p:par>
                          <p:cTn id="68" fill="hold">
                            <p:stCondLst>
                              <p:cond delay="5500"/>
                            </p:stCondLst>
                            <p:childTnLst>
                              <p:par>
                                <p:cTn id="69" presetID="2" presetClass="entr" presetSubtype="4" accel="50000" decel="50000" fill="hold" grpId="0" nodeType="afterEffect" nodePh="1">
                                  <p:stCondLst>
                                    <p:cond delay="0"/>
                                  </p:stCondLst>
                                  <p:endCondLst>
                                    <p:cond evt="begin" delay="0">
                                      <p:tn val="69"/>
                                    </p:cond>
                                  </p:endCondLst>
                                  <p:childTnLst>
                                    <p:set>
                                      <p:cBhvr>
                                        <p:cTn id="70" dur="1" fill="hold">
                                          <p:stCondLst>
                                            <p:cond delay="0"/>
                                          </p:stCondLst>
                                        </p:cTn>
                                        <p:tgtEl>
                                          <p:spTgt spid="86">
                                            <p:txEl>
                                              <p:pRg st="0" end="0"/>
                                            </p:txEl>
                                          </p:spTgt>
                                        </p:tgtEl>
                                        <p:attrNameLst>
                                          <p:attrName>style.visibility</p:attrName>
                                        </p:attrNameLst>
                                      </p:cBhvr>
                                      <p:to>
                                        <p:strVal val="visible"/>
                                      </p:to>
                                    </p:set>
                                    <p:anim calcmode="lin" valueType="num">
                                      <p:cBhvr additive="base">
                                        <p:cTn id="71" dur="500" fill="hold"/>
                                        <p:tgtEl>
                                          <p:spTgt spid="86">
                                            <p:txEl>
                                              <p:pRg st="0" end="0"/>
                                            </p:txEl>
                                          </p:spTgt>
                                        </p:tgtEl>
                                        <p:attrNameLst>
                                          <p:attrName>ppt_x</p:attrName>
                                        </p:attrNameLst>
                                      </p:cBhvr>
                                      <p:tavLst>
                                        <p:tav tm="0">
                                          <p:val>
                                            <p:strVal val="#ppt_x"/>
                                          </p:val>
                                        </p:tav>
                                        <p:tav tm="100000">
                                          <p:val>
                                            <p:strVal val="#ppt_x"/>
                                          </p:val>
                                        </p:tav>
                                      </p:tavLst>
                                    </p:anim>
                                    <p:anim calcmode="lin" valueType="num">
                                      <p:cBhvr additive="base">
                                        <p:cTn id="72" dur="500" fill="hold"/>
                                        <p:tgtEl>
                                          <p:spTgt spid="86">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5" grpId="0"/>
      <p:bldP spid="76"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76"/>
                        </p:tgtEl>
                        <p:attrNameLst>
                          <p:attrName>style.visibility</p:attrName>
                        </p:attrNameLst>
                      </p:cBhvr>
                      <p:to>
                        <p:strVal val="visible"/>
                      </p:to>
                    </p:set>
                    <p:anim calcmode="lin" valueType="num">
                      <p:cBhvr additive="base">
                        <p:cTn dur="500" fill="hold"/>
                        <p:tgtEl>
                          <p:spTgt spid="76"/>
                        </p:tgtEl>
                        <p:attrNameLst>
                          <p:attrName>ppt_x</p:attrName>
                        </p:attrNameLst>
                      </p:cBhvr>
                      <p:tavLst>
                        <p:tav tm="0">
                          <p:val>
                            <p:strVal val="#ppt_x"/>
                          </p:val>
                        </p:tav>
                        <p:tav tm="100000">
                          <p:val>
                            <p:strVal val="#ppt_x"/>
                          </p:val>
                        </p:tav>
                      </p:tavLst>
                    </p:anim>
                    <p:anim calcmode="lin" valueType="num">
                      <p:cBhvr additive="base">
                        <p:cTn dur="500" fill="hold"/>
                        <p:tgtEl>
                          <p:spTgt spid="76"/>
                        </p:tgtEl>
                        <p:attrNameLst>
                          <p:attrName>ppt_y</p:attrName>
                        </p:attrNameLst>
                      </p:cBhvr>
                      <p:tavLst>
                        <p:tav tm="0">
                          <p:val>
                            <p:strVal val="1+#ppt_h/2"/>
                          </p:val>
                        </p:tav>
                        <p:tav tm="100000">
                          <p:val>
                            <p:strVal val="#ppt_y"/>
                          </p:val>
                        </p:tav>
                      </p:tavLst>
                    </p:anim>
                  </p:childTnLst>
                </p:cTn>
              </p:par>
            </p:tnLst>
          </p:tmpl>
        </p:tmplLst>
      </p:bldP>
      <p:bldP spid="77"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77"/>
                        </p:tgtEl>
                        <p:attrNameLst>
                          <p:attrName>style.visibility</p:attrName>
                        </p:attrNameLst>
                      </p:cBhvr>
                      <p:to>
                        <p:strVal val="visible"/>
                      </p:to>
                    </p:set>
                    <p:anim calcmode="lin" valueType="num">
                      <p:cBhvr additive="base">
                        <p:cTn dur="500" fill="hold"/>
                        <p:tgtEl>
                          <p:spTgt spid="77"/>
                        </p:tgtEl>
                        <p:attrNameLst>
                          <p:attrName>ppt_x</p:attrName>
                        </p:attrNameLst>
                      </p:cBhvr>
                      <p:tavLst>
                        <p:tav tm="0">
                          <p:val>
                            <p:strVal val="#ppt_x"/>
                          </p:val>
                        </p:tav>
                        <p:tav tm="100000">
                          <p:val>
                            <p:strVal val="#ppt_x"/>
                          </p:val>
                        </p:tav>
                      </p:tavLst>
                    </p:anim>
                    <p:anim calcmode="lin" valueType="num">
                      <p:cBhvr additive="base">
                        <p:cTn dur="500" fill="hold"/>
                        <p:tgtEl>
                          <p:spTgt spid="77"/>
                        </p:tgtEl>
                        <p:attrNameLst>
                          <p:attrName>ppt_y</p:attrName>
                        </p:attrNameLst>
                      </p:cBhvr>
                      <p:tavLst>
                        <p:tav tm="0">
                          <p:val>
                            <p:strVal val="1+#ppt_h/2"/>
                          </p:val>
                        </p:tav>
                        <p:tav tm="100000">
                          <p:val>
                            <p:strVal val="#ppt_y"/>
                          </p:val>
                        </p:tav>
                      </p:tavLst>
                    </p:anim>
                  </p:childTnLst>
                </p:cTn>
              </p:par>
            </p:tnLst>
          </p:tmpl>
        </p:tmplLst>
      </p:bldP>
      <p:bldP spid="78" grpId="0" animBg="1"/>
      <p:bldP spid="79"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79"/>
                        </p:tgtEl>
                        <p:attrNameLst>
                          <p:attrName>style.visibility</p:attrName>
                        </p:attrNameLst>
                      </p:cBhvr>
                      <p:to>
                        <p:strVal val="visible"/>
                      </p:to>
                    </p:set>
                    <p:animEffect transition="in" filter="wipe(down)">
                      <p:cBhvr>
                        <p:cTn dur="500"/>
                        <p:tgtEl>
                          <p:spTgt spid="79"/>
                        </p:tgtEl>
                      </p:cBhvr>
                    </p:animEffect>
                  </p:childTnLst>
                </p:cTn>
              </p:par>
            </p:tnLst>
          </p:tmpl>
        </p:tmplLst>
      </p:bldP>
      <p:bldP spid="80" grpId="0"/>
      <p:bldP spid="81"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81"/>
                        </p:tgtEl>
                        <p:attrNameLst>
                          <p:attrName>style.visibility</p:attrName>
                        </p:attrNameLst>
                      </p:cBhvr>
                      <p:to>
                        <p:strVal val="visible"/>
                      </p:to>
                    </p:set>
                    <p:anim calcmode="lin" valueType="num">
                      <p:cBhvr additive="base">
                        <p:cTn dur="500" fill="hold"/>
                        <p:tgtEl>
                          <p:spTgt spid="81"/>
                        </p:tgtEl>
                        <p:attrNameLst>
                          <p:attrName>ppt_x</p:attrName>
                        </p:attrNameLst>
                      </p:cBhvr>
                      <p:tavLst>
                        <p:tav tm="0">
                          <p:val>
                            <p:strVal val="#ppt_x"/>
                          </p:val>
                        </p:tav>
                        <p:tav tm="100000">
                          <p:val>
                            <p:strVal val="#ppt_x"/>
                          </p:val>
                        </p:tav>
                      </p:tavLst>
                    </p:anim>
                    <p:anim calcmode="lin" valueType="num">
                      <p:cBhvr additive="base">
                        <p:cTn dur="500" fill="hold"/>
                        <p:tgtEl>
                          <p:spTgt spid="81"/>
                        </p:tgtEl>
                        <p:attrNameLst>
                          <p:attrName>ppt_y</p:attrName>
                        </p:attrNameLst>
                      </p:cBhvr>
                      <p:tavLst>
                        <p:tav tm="0">
                          <p:val>
                            <p:strVal val="1+#ppt_h/2"/>
                          </p:val>
                        </p:tav>
                        <p:tav tm="100000">
                          <p:val>
                            <p:strVal val="#ppt_y"/>
                          </p:val>
                        </p:tav>
                      </p:tavLst>
                    </p:anim>
                  </p:childTnLst>
                </p:cTn>
              </p:par>
            </p:tnLst>
          </p:tmpl>
        </p:tmplLst>
      </p:bldP>
      <p:bldP spid="82"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82"/>
                        </p:tgtEl>
                        <p:attrNameLst>
                          <p:attrName>style.visibility</p:attrName>
                        </p:attrNameLst>
                      </p:cBhvr>
                      <p:to>
                        <p:strVal val="visible"/>
                      </p:to>
                    </p:set>
                    <p:anim calcmode="lin" valueType="num">
                      <p:cBhvr additive="base">
                        <p:cTn dur="500" fill="hold"/>
                        <p:tgtEl>
                          <p:spTgt spid="82"/>
                        </p:tgtEl>
                        <p:attrNameLst>
                          <p:attrName>ppt_x</p:attrName>
                        </p:attrNameLst>
                      </p:cBhvr>
                      <p:tavLst>
                        <p:tav tm="0">
                          <p:val>
                            <p:strVal val="#ppt_x"/>
                          </p:val>
                        </p:tav>
                        <p:tav tm="100000">
                          <p:val>
                            <p:strVal val="#ppt_x"/>
                          </p:val>
                        </p:tav>
                      </p:tavLst>
                    </p:anim>
                    <p:anim calcmode="lin" valueType="num">
                      <p:cBhvr additive="base">
                        <p:cTn dur="500" fill="hold"/>
                        <p:tgtEl>
                          <p:spTgt spid="82"/>
                        </p:tgtEl>
                        <p:attrNameLst>
                          <p:attrName>ppt_y</p:attrName>
                        </p:attrNameLst>
                      </p:cBhvr>
                      <p:tavLst>
                        <p:tav tm="0">
                          <p:val>
                            <p:strVal val="1+#ppt_h/2"/>
                          </p:val>
                        </p:tav>
                        <p:tav tm="100000">
                          <p:val>
                            <p:strVal val="#ppt_y"/>
                          </p:val>
                        </p:tav>
                      </p:tavLst>
                    </p:anim>
                  </p:childTnLst>
                </p:cTn>
              </p:par>
            </p:tnLst>
          </p:tmpl>
        </p:tmplLst>
      </p:bldP>
      <p:bldP spid="83" grpId="0" animBg="1"/>
      <p:bldP spid="84"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84"/>
                        </p:tgtEl>
                        <p:attrNameLst>
                          <p:attrName>style.visibility</p:attrName>
                        </p:attrNameLst>
                      </p:cBhvr>
                      <p:to>
                        <p:strVal val="visible"/>
                      </p:to>
                    </p:set>
                    <p:animEffect transition="in" filter="wipe(down)">
                      <p:cBhvr>
                        <p:cTn dur="500"/>
                        <p:tgtEl>
                          <p:spTgt spid="84"/>
                        </p:tgtEl>
                      </p:cBhvr>
                    </p:animEffect>
                  </p:childTnLst>
                </p:cTn>
              </p:par>
            </p:tnLst>
          </p:tmpl>
        </p:tmplLst>
      </p:bldP>
      <p:bldP spid="85" grpId="0"/>
      <p:bldP spid="86"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86"/>
                        </p:tgtEl>
                        <p:attrNameLst>
                          <p:attrName>style.visibility</p:attrName>
                        </p:attrNameLst>
                      </p:cBhvr>
                      <p:to>
                        <p:strVal val="visible"/>
                      </p:to>
                    </p:set>
                    <p:anim calcmode="lin" valueType="num">
                      <p:cBhvr additive="base">
                        <p:cTn dur="500" fill="hold"/>
                        <p:tgtEl>
                          <p:spTgt spid="86"/>
                        </p:tgtEl>
                        <p:attrNameLst>
                          <p:attrName>ppt_x</p:attrName>
                        </p:attrNameLst>
                      </p:cBhvr>
                      <p:tavLst>
                        <p:tav tm="0">
                          <p:val>
                            <p:strVal val="#ppt_x"/>
                          </p:val>
                        </p:tav>
                        <p:tav tm="100000">
                          <p:val>
                            <p:strVal val="#ppt_x"/>
                          </p:val>
                        </p:tav>
                      </p:tavLst>
                    </p:anim>
                    <p:anim calcmode="lin" valueType="num">
                      <p:cBhvr additive="base">
                        <p:cTn dur="500" fill="hold"/>
                        <p:tgtEl>
                          <p:spTgt spid="86"/>
                        </p:tgtEl>
                        <p:attrNameLst>
                          <p:attrName>ppt_y</p:attrName>
                        </p:attrNameLst>
                      </p:cBhvr>
                      <p:tavLst>
                        <p:tav tm="0">
                          <p:val>
                            <p:strVal val="1+#ppt_h/2"/>
                          </p:val>
                        </p:tav>
                        <p:tav tm="100000">
                          <p:val>
                            <p:strVal val="#ppt_y"/>
                          </p:val>
                        </p:tav>
                      </p:tavLst>
                    </p:anim>
                  </p:childTnLst>
                </p:cTn>
              </p:par>
            </p:tnLst>
          </p:tmpl>
        </p:tmplLst>
      </p:bldP>
      <p:bldP spid="87"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87"/>
                        </p:tgtEl>
                        <p:attrNameLst>
                          <p:attrName>style.visibility</p:attrName>
                        </p:attrNameLst>
                      </p:cBhvr>
                      <p:to>
                        <p:strVal val="visible"/>
                      </p:to>
                    </p:set>
                    <p:anim calcmode="lin" valueType="num">
                      <p:cBhvr additive="base">
                        <p:cTn dur="500" fill="hold"/>
                        <p:tgtEl>
                          <p:spTgt spid="87"/>
                        </p:tgtEl>
                        <p:attrNameLst>
                          <p:attrName>ppt_x</p:attrName>
                        </p:attrNameLst>
                      </p:cBhvr>
                      <p:tavLst>
                        <p:tav tm="0">
                          <p:val>
                            <p:strVal val="#ppt_x"/>
                          </p:val>
                        </p:tav>
                        <p:tav tm="100000">
                          <p:val>
                            <p:strVal val="#ppt_x"/>
                          </p:val>
                        </p:tav>
                      </p:tavLst>
                    </p:anim>
                    <p:anim calcmode="lin" valueType="num">
                      <p:cBhvr additive="base">
                        <p:cTn dur="500" fill="hold"/>
                        <p:tgtEl>
                          <p:spTgt spid="87"/>
                        </p:tgtEl>
                        <p:attrNameLst>
                          <p:attrName>ppt_y</p:attrName>
                        </p:attrNameLst>
                      </p:cBhvr>
                      <p:tavLst>
                        <p:tav tm="0">
                          <p:val>
                            <p:strVal val="1+#ppt_h/2"/>
                          </p:val>
                        </p:tav>
                        <p:tav tm="100000">
                          <p:val>
                            <p:strVal val="#ppt_y"/>
                          </p:val>
                        </p:tav>
                      </p:tavLst>
                    </p:anim>
                  </p:childTnLst>
                </p:cTn>
              </p:par>
            </p:tnLst>
          </p:tmpl>
        </p:tmplLst>
      </p:bldP>
      <p:bldP spid="88" grpId="0" animBg="1"/>
      <p:bldP spid="89"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89"/>
                        </p:tgtEl>
                        <p:attrNameLst>
                          <p:attrName>style.visibility</p:attrName>
                        </p:attrNameLst>
                      </p:cBhvr>
                      <p:to>
                        <p:strVal val="visible"/>
                      </p:to>
                    </p:set>
                    <p:animEffect transition="in" filter="wipe(down)">
                      <p:cBhvr>
                        <p:cTn dur="500"/>
                        <p:tgtEl>
                          <p:spTgt spid="89"/>
                        </p:tgtEl>
                      </p:cBhvr>
                    </p:animEffect>
                  </p:childTnLst>
                </p:cTn>
              </p:par>
            </p:tnLst>
          </p:tmpl>
        </p:tmplLst>
      </p:bldP>
    </p:bldLst>
  </p:timing>
</p:sldLayout>
</file>

<file path=ppt/slideLayouts/slideLayout360.xml><?xml version="1.0" encoding="utf-8"?>
<p:sldLayout xmlns:a="http://schemas.openxmlformats.org/drawingml/2006/main" xmlns:r="http://schemas.openxmlformats.org/officeDocument/2006/relationships" xmlns:p="http://schemas.openxmlformats.org/presentationml/2006/main" userDrawn="1">
  <p:cSld name="Four Pic Ver">
    <p:spTree>
      <p:nvGrpSpPr>
        <p:cNvPr id="1" name=""/>
        <p:cNvGrpSpPr/>
        <p:nvPr/>
      </p:nvGrpSpPr>
      <p:grpSpPr>
        <a:xfrm>
          <a:off x="0" y="0"/>
          <a:ext cx="0" cy="0"/>
          <a:chOff x="0" y="0"/>
          <a:chExt cx="0" cy="0"/>
        </a:xfrm>
      </p:grpSpPr>
      <p:sp>
        <p:nvSpPr>
          <p:cNvPr id="12" name="Picture Placeholder 7"/>
          <p:cNvSpPr>
            <a:spLocks noGrp="1"/>
          </p:cNvSpPr>
          <p:nvPr>
            <p:ph type="pic" sz="quarter" idx="15" hasCustomPrompt="1"/>
          </p:nvPr>
        </p:nvSpPr>
        <p:spPr>
          <a:xfrm>
            <a:off x="590995" y="1536506"/>
            <a:ext cx="346953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4" name="Rectangle 3"/>
          <p:cNvSpPr/>
          <p:nvPr userDrawn="1"/>
        </p:nvSpPr>
        <p:spPr>
          <a:xfrm>
            <a:off x="590997" y="3341912"/>
            <a:ext cx="3469532" cy="56122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13" name="Text Placeholder 3"/>
          <p:cNvSpPr>
            <a:spLocks noGrp="1"/>
          </p:cNvSpPr>
          <p:nvPr>
            <p:ph type="body" sz="half" idx="17"/>
          </p:nvPr>
        </p:nvSpPr>
        <p:spPr>
          <a:xfrm>
            <a:off x="680830" y="3483079"/>
            <a:ext cx="3324756" cy="257040"/>
          </a:xfrm>
          <a:prstGeom prst="rect">
            <a:avLst/>
          </a:prstGeom>
        </p:spPr>
        <p:txBody>
          <a:bodyPr wrap="none" lIns="0" tIns="0" rIns="0" bIns="0" anchor="ctr">
            <a:noAutofit/>
          </a:bodyPr>
          <a:lstStyle>
            <a:lvl1pPr marL="0" indent="0" algn="ctr">
              <a:buNone/>
              <a:defRPr sz="1600"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14" name="Picture Placeholder 7"/>
          <p:cNvSpPr>
            <a:spLocks noGrp="1"/>
          </p:cNvSpPr>
          <p:nvPr>
            <p:ph type="pic" sz="quarter" idx="18" hasCustomPrompt="1"/>
          </p:nvPr>
        </p:nvSpPr>
        <p:spPr>
          <a:xfrm>
            <a:off x="4344201" y="1536506"/>
            <a:ext cx="346953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15" name="Rectangle 14"/>
          <p:cNvSpPr/>
          <p:nvPr userDrawn="1"/>
        </p:nvSpPr>
        <p:spPr>
          <a:xfrm>
            <a:off x="4344202" y="3341912"/>
            <a:ext cx="3469532" cy="56122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16" name="Text Placeholder 3"/>
          <p:cNvSpPr>
            <a:spLocks noGrp="1"/>
          </p:cNvSpPr>
          <p:nvPr>
            <p:ph type="body" sz="half" idx="19"/>
          </p:nvPr>
        </p:nvSpPr>
        <p:spPr>
          <a:xfrm>
            <a:off x="4434033" y="3483079"/>
            <a:ext cx="3324756" cy="257040"/>
          </a:xfrm>
          <a:prstGeom prst="rect">
            <a:avLst/>
          </a:prstGeom>
        </p:spPr>
        <p:txBody>
          <a:bodyPr wrap="none" lIns="0" tIns="0" rIns="0" bIns="0" anchor="ctr">
            <a:noAutofit/>
          </a:bodyPr>
          <a:lstStyle>
            <a:lvl1pPr marL="0" indent="0" algn="ctr">
              <a:buNone/>
              <a:defRPr sz="1600"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17" name="Picture Placeholder 7"/>
          <p:cNvSpPr>
            <a:spLocks noGrp="1"/>
          </p:cNvSpPr>
          <p:nvPr>
            <p:ph type="pic" sz="quarter" idx="20" hasCustomPrompt="1"/>
          </p:nvPr>
        </p:nvSpPr>
        <p:spPr>
          <a:xfrm>
            <a:off x="8094767" y="1536506"/>
            <a:ext cx="346953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18" name="Rectangle 17"/>
          <p:cNvSpPr/>
          <p:nvPr userDrawn="1"/>
        </p:nvSpPr>
        <p:spPr>
          <a:xfrm>
            <a:off x="8094769" y="3341912"/>
            <a:ext cx="3469532" cy="56122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19" name="Text Placeholder 3"/>
          <p:cNvSpPr>
            <a:spLocks noGrp="1"/>
          </p:cNvSpPr>
          <p:nvPr>
            <p:ph type="body" sz="half" idx="21"/>
          </p:nvPr>
        </p:nvSpPr>
        <p:spPr>
          <a:xfrm>
            <a:off x="8184601" y="3483079"/>
            <a:ext cx="3324756" cy="257040"/>
          </a:xfrm>
          <a:prstGeom prst="rect">
            <a:avLst/>
          </a:prstGeom>
        </p:spPr>
        <p:txBody>
          <a:bodyPr wrap="none" lIns="0" tIns="0" rIns="0" bIns="0" anchor="ctr">
            <a:noAutofit/>
          </a:bodyPr>
          <a:lstStyle>
            <a:lvl1pPr marL="0" indent="0" algn="ctr">
              <a:buNone/>
              <a:defRPr sz="1600"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20" name="Picture Placeholder 7"/>
          <p:cNvSpPr>
            <a:spLocks noGrp="1"/>
          </p:cNvSpPr>
          <p:nvPr>
            <p:ph type="pic" sz="quarter" idx="22" hasCustomPrompt="1"/>
          </p:nvPr>
        </p:nvSpPr>
        <p:spPr>
          <a:xfrm>
            <a:off x="590995" y="3990754"/>
            <a:ext cx="346953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21" name="Rectangle 20"/>
          <p:cNvSpPr/>
          <p:nvPr userDrawn="1"/>
        </p:nvSpPr>
        <p:spPr>
          <a:xfrm>
            <a:off x="590997" y="5796160"/>
            <a:ext cx="3469532" cy="561221"/>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22" name="Text Placeholder 3"/>
          <p:cNvSpPr>
            <a:spLocks noGrp="1"/>
          </p:cNvSpPr>
          <p:nvPr>
            <p:ph type="body" sz="half" idx="23"/>
          </p:nvPr>
        </p:nvSpPr>
        <p:spPr>
          <a:xfrm>
            <a:off x="680830" y="5937327"/>
            <a:ext cx="3324756" cy="257040"/>
          </a:xfrm>
          <a:prstGeom prst="rect">
            <a:avLst/>
          </a:prstGeom>
        </p:spPr>
        <p:txBody>
          <a:bodyPr wrap="none" lIns="0" tIns="0" rIns="0" bIns="0" anchor="ctr">
            <a:noAutofit/>
          </a:bodyPr>
          <a:lstStyle>
            <a:lvl1pPr marL="0" indent="0" algn="ctr">
              <a:buNone/>
              <a:defRPr sz="1600"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23" name="Picture Placeholder 7"/>
          <p:cNvSpPr>
            <a:spLocks noGrp="1"/>
          </p:cNvSpPr>
          <p:nvPr>
            <p:ph type="pic" sz="quarter" idx="24" hasCustomPrompt="1"/>
          </p:nvPr>
        </p:nvSpPr>
        <p:spPr>
          <a:xfrm>
            <a:off x="4344201" y="3990754"/>
            <a:ext cx="346953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24" name="Rectangle 23"/>
          <p:cNvSpPr/>
          <p:nvPr userDrawn="1"/>
        </p:nvSpPr>
        <p:spPr>
          <a:xfrm>
            <a:off x="4344202" y="5796160"/>
            <a:ext cx="3469532" cy="561221"/>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25" name="Text Placeholder 3"/>
          <p:cNvSpPr>
            <a:spLocks noGrp="1"/>
          </p:cNvSpPr>
          <p:nvPr>
            <p:ph type="body" sz="half" idx="25"/>
          </p:nvPr>
        </p:nvSpPr>
        <p:spPr>
          <a:xfrm>
            <a:off x="4434033" y="5937327"/>
            <a:ext cx="3324756" cy="257040"/>
          </a:xfrm>
          <a:prstGeom prst="rect">
            <a:avLst/>
          </a:prstGeom>
        </p:spPr>
        <p:txBody>
          <a:bodyPr wrap="none" lIns="0" tIns="0" rIns="0" bIns="0" anchor="ctr">
            <a:noAutofit/>
          </a:bodyPr>
          <a:lstStyle>
            <a:lvl1pPr marL="0" indent="0" algn="ctr">
              <a:buNone/>
              <a:defRPr sz="1600"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26" name="Picture Placeholder 7"/>
          <p:cNvSpPr>
            <a:spLocks noGrp="1"/>
          </p:cNvSpPr>
          <p:nvPr>
            <p:ph type="pic" sz="quarter" idx="26" hasCustomPrompt="1"/>
          </p:nvPr>
        </p:nvSpPr>
        <p:spPr>
          <a:xfrm>
            <a:off x="8094767" y="3990754"/>
            <a:ext cx="346953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27" name="Rectangle 26"/>
          <p:cNvSpPr/>
          <p:nvPr userDrawn="1"/>
        </p:nvSpPr>
        <p:spPr>
          <a:xfrm>
            <a:off x="8094769" y="5796160"/>
            <a:ext cx="3469532" cy="561221"/>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28" name="Text Placeholder 3"/>
          <p:cNvSpPr>
            <a:spLocks noGrp="1"/>
          </p:cNvSpPr>
          <p:nvPr>
            <p:ph type="body" sz="half" idx="27"/>
          </p:nvPr>
        </p:nvSpPr>
        <p:spPr>
          <a:xfrm>
            <a:off x="8184601" y="5937327"/>
            <a:ext cx="3324756" cy="257040"/>
          </a:xfrm>
          <a:prstGeom prst="rect">
            <a:avLst/>
          </a:prstGeom>
        </p:spPr>
        <p:txBody>
          <a:bodyPr wrap="none" lIns="0" tIns="0" rIns="0" bIns="0" anchor="ctr">
            <a:noAutofit/>
          </a:bodyPr>
          <a:lstStyle>
            <a:lvl1pPr marL="0" indent="0" algn="ctr">
              <a:buNone/>
              <a:defRPr sz="1600"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29"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30"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172187705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after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wipe(down)">
                                      <p:cBhvr>
                                        <p:cTn id="7" dur="500"/>
                                        <p:tgtEl>
                                          <p:spTgt spid="12"/>
                                        </p:tgtEl>
                                      </p:cBhvr>
                                    </p:animEffect>
                                  </p:childTnLst>
                                </p:cTn>
                              </p:par>
                            </p:childTnLst>
                          </p:cTn>
                        </p:par>
                        <p:par>
                          <p:cTn id="8" fill="hold">
                            <p:stCondLst>
                              <p:cond delay="500"/>
                            </p:stCondLst>
                            <p:childTnLst>
                              <p:par>
                                <p:cTn id="9" presetID="22" presetClass="entr" presetSubtype="4" fill="hold" grpId="0" nodeType="afterEffect">
                                  <p:stCondLst>
                                    <p:cond delay="0"/>
                                  </p:stCondLst>
                                  <p:childTnLst>
                                    <p:set>
                                      <p:cBhvr>
                                        <p:cTn id="10" dur="1" fill="hold">
                                          <p:stCondLst>
                                            <p:cond delay="0"/>
                                          </p:stCondLst>
                                        </p:cTn>
                                        <p:tgtEl>
                                          <p:spTgt spid="4"/>
                                        </p:tgtEl>
                                        <p:attrNameLst>
                                          <p:attrName>style.visibility</p:attrName>
                                        </p:attrNameLst>
                                      </p:cBhvr>
                                      <p:to>
                                        <p:strVal val="visible"/>
                                      </p:to>
                                    </p:set>
                                    <p:animEffect transition="in" filter="wipe(down)">
                                      <p:cBhvr>
                                        <p:cTn id="11" dur="500"/>
                                        <p:tgtEl>
                                          <p:spTgt spid="4"/>
                                        </p:tgtEl>
                                      </p:cBhvr>
                                    </p:animEffect>
                                  </p:childTnLst>
                                </p:cTn>
                              </p:par>
                            </p:childTnLst>
                          </p:cTn>
                        </p:par>
                        <p:par>
                          <p:cTn id="12" fill="hold">
                            <p:stCondLst>
                              <p:cond delay="1000"/>
                            </p:stCondLst>
                            <p:childTnLst>
                              <p:par>
                                <p:cTn id="13" presetID="22" presetClass="entr" presetSubtype="4" fill="hold" grpId="0" nodeType="afterEffect" nodePh="1">
                                  <p:stCondLst>
                                    <p:cond delay="0"/>
                                  </p:stCondLst>
                                  <p:endCondLst>
                                    <p:cond evt="begin" delay="0">
                                      <p:tn val="13"/>
                                    </p:cond>
                                  </p:endCondLst>
                                  <p:childTnLst>
                                    <p:set>
                                      <p:cBhvr>
                                        <p:cTn id="14" dur="1" fill="hold">
                                          <p:stCondLst>
                                            <p:cond delay="0"/>
                                          </p:stCondLst>
                                        </p:cTn>
                                        <p:tgtEl>
                                          <p:spTgt spid="13">
                                            <p:txEl>
                                              <p:pRg st="0" end="0"/>
                                            </p:txEl>
                                          </p:spTgt>
                                        </p:tgtEl>
                                        <p:attrNameLst>
                                          <p:attrName>style.visibility</p:attrName>
                                        </p:attrNameLst>
                                      </p:cBhvr>
                                      <p:to>
                                        <p:strVal val="visible"/>
                                      </p:to>
                                    </p:set>
                                    <p:animEffect transition="in" filter="wipe(down)">
                                      <p:cBhvr>
                                        <p:cTn id="15" dur="500"/>
                                        <p:tgtEl>
                                          <p:spTgt spid="13">
                                            <p:txEl>
                                              <p:pRg st="0" end="0"/>
                                            </p:txEl>
                                          </p:spTgt>
                                        </p:tgtEl>
                                      </p:cBhvr>
                                    </p:animEffect>
                                  </p:childTnLst>
                                </p:cTn>
                              </p:par>
                            </p:childTnLst>
                          </p:cTn>
                        </p:par>
                        <p:par>
                          <p:cTn id="16" fill="hold">
                            <p:stCondLst>
                              <p:cond delay="1500"/>
                            </p:stCondLst>
                            <p:childTnLst>
                              <p:par>
                                <p:cTn id="17" presetID="22" presetClass="entr" presetSubtype="4" fill="hold" grpId="0" nodeType="afterEffect">
                                  <p:stCondLst>
                                    <p:cond delay="0"/>
                                  </p:stCondLst>
                                  <p:childTnLst>
                                    <p:set>
                                      <p:cBhvr>
                                        <p:cTn id="18" dur="1" fill="hold">
                                          <p:stCondLst>
                                            <p:cond delay="0"/>
                                          </p:stCondLst>
                                        </p:cTn>
                                        <p:tgtEl>
                                          <p:spTgt spid="14"/>
                                        </p:tgtEl>
                                        <p:attrNameLst>
                                          <p:attrName>style.visibility</p:attrName>
                                        </p:attrNameLst>
                                      </p:cBhvr>
                                      <p:to>
                                        <p:strVal val="visible"/>
                                      </p:to>
                                    </p:set>
                                    <p:animEffect transition="in" filter="wipe(down)">
                                      <p:cBhvr>
                                        <p:cTn id="19" dur="500"/>
                                        <p:tgtEl>
                                          <p:spTgt spid="14"/>
                                        </p:tgtEl>
                                      </p:cBhvr>
                                    </p:animEffect>
                                  </p:childTnLst>
                                </p:cTn>
                              </p:par>
                            </p:childTnLst>
                          </p:cTn>
                        </p:par>
                        <p:par>
                          <p:cTn id="20" fill="hold">
                            <p:stCondLst>
                              <p:cond delay="2000"/>
                            </p:stCondLst>
                            <p:childTnLst>
                              <p:par>
                                <p:cTn id="21" presetID="22" presetClass="entr" presetSubtype="4" fill="hold" grpId="0" nodeType="afterEffect">
                                  <p:stCondLst>
                                    <p:cond delay="0"/>
                                  </p:stCondLst>
                                  <p:childTnLst>
                                    <p:set>
                                      <p:cBhvr>
                                        <p:cTn id="22" dur="1" fill="hold">
                                          <p:stCondLst>
                                            <p:cond delay="0"/>
                                          </p:stCondLst>
                                        </p:cTn>
                                        <p:tgtEl>
                                          <p:spTgt spid="15"/>
                                        </p:tgtEl>
                                        <p:attrNameLst>
                                          <p:attrName>style.visibility</p:attrName>
                                        </p:attrNameLst>
                                      </p:cBhvr>
                                      <p:to>
                                        <p:strVal val="visible"/>
                                      </p:to>
                                    </p:set>
                                    <p:animEffect transition="in" filter="wipe(down)">
                                      <p:cBhvr>
                                        <p:cTn id="23" dur="500"/>
                                        <p:tgtEl>
                                          <p:spTgt spid="15"/>
                                        </p:tgtEl>
                                      </p:cBhvr>
                                    </p:animEffect>
                                  </p:childTnLst>
                                </p:cTn>
                              </p:par>
                            </p:childTnLst>
                          </p:cTn>
                        </p:par>
                        <p:par>
                          <p:cTn id="24" fill="hold">
                            <p:stCondLst>
                              <p:cond delay="2500"/>
                            </p:stCondLst>
                            <p:childTnLst>
                              <p:par>
                                <p:cTn id="25" presetID="22" presetClass="entr" presetSubtype="4" fill="hold" grpId="0" nodeType="afterEffect" nodePh="1">
                                  <p:stCondLst>
                                    <p:cond delay="0"/>
                                  </p:stCondLst>
                                  <p:endCondLst>
                                    <p:cond evt="begin" delay="0">
                                      <p:tn val="25"/>
                                    </p:cond>
                                  </p:endCondLst>
                                  <p:childTnLst>
                                    <p:set>
                                      <p:cBhvr>
                                        <p:cTn id="26" dur="1" fill="hold">
                                          <p:stCondLst>
                                            <p:cond delay="0"/>
                                          </p:stCondLst>
                                        </p:cTn>
                                        <p:tgtEl>
                                          <p:spTgt spid="16">
                                            <p:txEl>
                                              <p:pRg st="0" end="0"/>
                                            </p:txEl>
                                          </p:spTgt>
                                        </p:tgtEl>
                                        <p:attrNameLst>
                                          <p:attrName>style.visibility</p:attrName>
                                        </p:attrNameLst>
                                      </p:cBhvr>
                                      <p:to>
                                        <p:strVal val="visible"/>
                                      </p:to>
                                    </p:set>
                                    <p:animEffect transition="in" filter="wipe(down)">
                                      <p:cBhvr>
                                        <p:cTn id="27" dur="500"/>
                                        <p:tgtEl>
                                          <p:spTgt spid="16">
                                            <p:txEl>
                                              <p:pRg st="0" end="0"/>
                                            </p:txEl>
                                          </p:spTgt>
                                        </p:tgtEl>
                                      </p:cBhvr>
                                    </p:animEffect>
                                  </p:childTnLst>
                                </p:cTn>
                              </p:par>
                            </p:childTnLst>
                          </p:cTn>
                        </p:par>
                        <p:par>
                          <p:cTn id="28" fill="hold">
                            <p:stCondLst>
                              <p:cond delay="3000"/>
                            </p:stCondLst>
                            <p:childTnLst>
                              <p:par>
                                <p:cTn id="29" presetID="22" presetClass="entr" presetSubtype="4" fill="hold" grpId="0" nodeType="afterEffect">
                                  <p:stCondLst>
                                    <p:cond delay="0"/>
                                  </p:stCondLst>
                                  <p:childTnLst>
                                    <p:set>
                                      <p:cBhvr>
                                        <p:cTn id="30" dur="1" fill="hold">
                                          <p:stCondLst>
                                            <p:cond delay="0"/>
                                          </p:stCondLst>
                                        </p:cTn>
                                        <p:tgtEl>
                                          <p:spTgt spid="17"/>
                                        </p:tgtEl>
                                        <p:attrNameLst>
                                          <p:attrName>style.visibility</p:attrName>
                                        </p:attrNameLst>
                                      </p:cBhvr>
                                      <p:to>
                                        <p:strVal val="visible"/>
                                      </p:to>
                                    </p:set>
                                    <p:animEffect transition="in" filter="wipe(down)">
                                      <p:cBhvr>
                                        <p:cTn id="31" dur="500"/>
                                        <p:tgtEl>
                                          <p:spTgt spid="17"/>
                                        </p:tgtEl>
                                      </p:cBhvr>
                                    </p:animEffect>
                                  </p:childTnLst>
                                </p:cTn>
                              </p:par>
                            </p:childTnLst>
                          </p:cTn>
                        </p:par>
                        <p:par>
                          <p:cTn id="32" fill="hold">
                            <p:stCondLst>
                              <p:cond delay="3500"/>
                            </p:stCondLst>
                            <p:childTnLst>
                              <p:par>
                                <p:cTn id="33" presetID="22" presetClass="entr" presetSubtype="4" fill="hold" grpId="0" nodeType="afterEffect">
                                  <p:stCondLst>
                                    <p:cond delay="0"/>
                                  </p:stCondLst>
                                  <p:childTnLst>
                                    <p:set>
                                      <p:cBhvr>
                                        <p:cTn id="34" dur="1" fill="hold">
                                          <p:stCondLst>
                                            <p:cond delay="0"/>
                                          </p:stCondLst>
                                        </p:cTn>
                                        <p:tgtEl>
                                          <p:spTgt spid="18"/>
                                        </p:tgtEl>
                                        <p:attrNameLst>
                                          <p:attrName>style.visibility</p:attrName>
                                        </p:attrNameLst>
                                      </p:cBhvr>
                                      <p:to>
                                        <p:strVal val="visible"/>
                                      </p:to>
                                    </p:set>
                                    <p:animEffect transition="in" filter="wipe(down)">
                                      <p:cBhvr>
                                        <p:cTn id="35" dur="500"/>
                                        <p:tgtEl>
                                          <p:spTgt spid="18"/>
                                        </p:tgtEl>
                                      </p:cBhvr>
                                    </p:animEffect>
                                  </p:childTnLst>
                                </p:cTn>
                              </p:par>
                            </p:childTnLst>
                          </p:cTn>
                        </p:par>
                        <p:par>
                          <p:cTn id="36" fill="hold">
                            <p:stCondLst>
                              <p:cond delay="4000"/>
                            </p:stCondLst>
                            <p:childTnLst>
                              <p:par>
                                <p:cTn id="37" presetID="22" presetClass="entr" presetSubtype="4" fill="hold" grpId="0" nodeType="afterEffect" nodePh="1">
                                  <p:stCondLst>
                                    <p:cond delay="0"/>
                                  </p:stCondLst>
                                  <p:endCondLst>
                                    <p:cond evt="begin" delay="0">
                                      <p:tn val="37"/>
                                    </p:cond>
                                  </p:endCondLst>
                                  <p:childTnLst>
                                    <p:set>
                                      <p:cBhvr>
                                        <p:cTn id="38" dur="1" fill="hold">
                                          <p:stCondLst>
                                            <p:cond delay="0"/>
                                          </p:stCondLst>
                                        </p:cTn>
                                        <p:tgtEl>
                                          <p:spTgt spid="19">
                                            <p:txEl>
                                              <p:pRg st="0" end="0"/>
                                            </p:txEl>
                                          </p:spTgt>
                                        </p:tgtEl>
                                        <p:attrNameLst>
                                          <p:attrName>style.visibility</p:attrName>
                                        </p:attrNameLst>
                                      </p:cBhvr>
                                      <p:to>
                                        <p:strVal val="visible"/>
                                      </p:to>
                                    </p:set>
                                    <p:animEffect transition="in" filter="wipe(down)">
                                      <p:cBhvr>
                                        <p:cTn id="39" dur="500"/>
                                        <p:tgtEl>
                                          <p:spTgt spid="19">
                                            <p:txEl>
                                              <p:pRg st="0" end="0"/>
                                            </p:txEl>
                                          </p:spTgt>
                                        </p:tgtEl>
                                      </p:cBhvr>
                                    </p:animEffect>
                                  </p:childTnLst>
                                </p:cTn>
                              </p:par>
                            </p:childTnLst>
                          </p:cTn>
                        </p:par>
                        <p:par>
                          <p:cTn id="40" fill="hold">
                            <p:stCondLst>
                              <p:cond delay="4500"/>
                            </p:stCondLst>
                            <p:childTnLst>
                              <p:par>
                                <p:cTn id="41" presetID="22" presetClass="entr" presetSubtype="4" fill="hold" grpId="0" nodeType="afterEffect">
                                  <p:stCondLst>
                                    <p:cond delay="0"/>
                                  </p:stCondLst>
                                  <p:childTnLst>
                                    <p:set>
                                      <p:cBhvr>
                                        <p:cTn id="42" dur="1" fill="hold">
                                          <p:stCondLst>
                                            <p:cond delay="0"/>
                                          </p:stCondLst>
                                        </p:cTn>
                                        <p:tgtEl>
                                          <p:spTgt spid="20"/>
                                        </p:tgtEl>
                                        <p:attrNameLst>
                                          <p:attrName>style.visibility</p:attrName>
                                        </p:attrNameLst>
                                      </p:cBhvr>
                                      <p:to>
                                        <p:strVal val="visible"/>
                                      </p:to>
                                    </p:set>
                                    <p:animEffect transition="in" filter="wipe(down)">
                                      <p:cBhvr>
                                        <p:cTn id="43" dur="500"/>
                                        <p:tgtEl>
                                          <p:spTgt spid="20"/>
                                        </p:tgtEl>
                                      </p:cBhvr>
                                    </p:animEffect>
                                  </p:childTnLst>
                                </p:cTn>
                              </p:par>
                            </p:childTnLst>
                          </p:cTn>
                        </p:par>
                        <p:par>
                          <p:cTn id="44" fill="hold">
                            <p:stCondLst>
                              <p:cond delay="5000"/>
                            </p:stCondLst>
                            <p:childTnLst>
                              <p:par>
                                <p:cTn id="45" presetID="22" presetClass="entr" presetSubtype="4" fill="hold" grpId="0" nodeType="afterEffect">
                                  <p:stCondLst>
                                    <p:cond delay="0"/>
                                  </p:stCondLst>
                                  <p:childTnLst>
                                    <p:set>
                                      <p:cBhvr>
                                        <p:cTn id="46" dur="1" fill="hold">
                                          <p:stCondLst>
                                            <p:cond delay="0"/>
                                          </p:stCondLst>
                                        </p:cTn>
                                        <p:tgtEl>
                                          <p:spTgt spid="21"/>
                                        </p:tgtEl>
                                        <p:attrNameLst>
                                          <p:attrName>style.visibility</p:attrName>
                                        </p:attrNameLst>
                                      </p:cBhvr>
                                      <p:to>
                                        <p:strVal val="visible"/>
                                      </p:to>
                                    </p:set>
                                    <p:animEffect transition="in" filter="wipe(down)">
                                      <p:cBhvr>
                                        <p:cTn id="47" dur="500"/>
                                        <p:tgtEl>
                                          <p:spTgt spid="21"/>
                                        </p:tgtEl>
                                      </p:cBhvr>
                                    </p:animEffect>
                                  </p:childTnLst>
                                </p:cTn>
                              </p:par>
                            </p:childTnLst>
                          </p:cTn>
                        </p:par>
                        <p:par>
                          <p:cTn id="48" fill="hold">
                            <p:stCondLst>
                              <p:cond delay="5500"/>
                            </p:stCondLst>
                            <p:childTnLst>
                              <p:par>
                                <p:cTn id="49" presetID="22" presetClass="entr" presetSubtype="4" fill="hold" grpId="0" nodeType="afterEffect" nodePh="1">
                                  <p:stCondLst>
                                    <p:cond delay="0"/>
                                  </p:stCondLst>
                                  <p:endCondLst>
                                    <p:cond evt="begin" delay="0">
                                      <p:tn val="49"/>
                                    </p:cond>
                                  </p:endCondLst>
                                  <p:childTnLst>
                                    <p:set>
                                      <p:cBhvr>
                                        <p:cTn id="50" dur="1" fill="hold">
                                          <p:stCondLst>
                                            <p:cond delay="0"/>
                                          </p:stCondLst>
                                        </p:cTn>
                                        <p:tgtEl>
                                          <p:spTgt spid="22">
                                            <p:txEl>
                                              <p:pRg st="0" end="0"/>
                                            </p:txEl>
                                          </p:spTgt>
                                        </p:tgtEl>
                                        <p:attrNameLst>
                                          <p:attrName>style.visibility</p:attrName>
                                        </p:attrNameLst>
                                      </p:cBhvr>
                                      <p:to>
                                        <p:strVal val="visible"/>
                                      </p:to>
                                    </p:set>
                                    <p:animEffect transition="in" filter="wipe(down)">
                                      <p:cBhvr>
                                        <p:cTn id="51" dur="500"/>
                                        <p:tgtEl>
                                          <p:spTgt spid="22">
                                            <p:txEl>
                                              <p:pRg st="0" end="0"/>
                                            </p:txEl>
                                          </p:spTgt>
                                        </p:tgtEl>
                                      </p:cBhvr>
                                    </p:animEffect>
                                  </p:childTnLst>
                                </p:cTn>
                              </p:par>
                            </p:childTnLst>
                          </p:cTn>
                        </p:par>
                        <p:par>
                          <p:cTn id="52" fill="hold">
                            <p:stCondLst>
                              <p:cond delay="6000"/>
                            </p:stCondLst>
                            <p:childTnLst>
                              <p:par>
                                <p:cTn id="53" presetID="22" presetClass="entr" presetSubtype="4" fill="hold" grpId="0" nodeType="afterEffect">
                                  <p:stCondLst>
                                    <p:cond delay="0"/>
                                  </p:stCondLst>
                                  <p:childTnLst>
                                    <p:set>
                                      <p:cBhvr>
                                        <p:cTn id="54" dur="1" fill="hold">
                                          <p:stCondLst>
                                            <p:cond delay="0"/>
                                          </p:stCondLst>
                                        </p:cTn>
                                        <p:tgtEl>
                                          <p:spTgt spid="23"/>
                                        </p:tgtEl>
                                        <p:attrNameLst>
                                          <p:attrName>style.visibility</p:attrName>
                                        </p:attrNameLst>
                                      </p:cBhvr>
                                      <p:to>
                                        <p:strVal val="visible"/>
                                      </p:to>
                                    </p:set>
                                    <p:animEffect transition="in" filter="wipe(down)">
                                      <p:cBhvr>
                                        <p:cTn id="55" dur="500"/>
                                        <p:tgtEl>
                                          <p:spTgt spid="23"/>
                                        </p:tgtEl>
                                      </p:cBhvr>
                                    </p:animEffect>
                                  </p:childTnLst>
                                </p:cTn>
                              </p:par>
                            </p:childTnLst>
                          </p:cTn>
                        </p:par>
                        <p:par>
                          <p:cTn id="56" fill="hold">
                            <p:stCondLst>
                              <p:cond delay="6500"/>
                            </p:stCondLst>
                            <p:childTnLst>
                              <p:par>
                                <p:cTn id="57" presetID="22" presetClass="entr" presetSubtype="4" fill="hold" grpId="0" nodeType="afterEffect">
                                  <p:stCondLst>
                                    <p:cond delay="0"/>
                                  </p:stCondLst>
                                  <p:childTnLst>
                                    <p:set>
                                      <p:cBhvr>
                                        <p:cTn id="58" dur="1" fill="hold">
                                          <p:stCondLst>
                                            <p:cond delay="0"/>
                                          </p:stCondLst>
                                        </p:cTn>
                                        <p:tgtEl>
                                          <p:spTgt spid="24"/>
                                        </p:tgtEl>
                                        <p:attrNameLst>
                                          <p:attrName>style.visibility</p:attrName>
                                        </p:attrNameLst>
                                      </p:cBhvr>
                                      <p:to>
                                        <p:strVal val="visible"/>
                                      </p:to>
                                    </p:set>
                                    <p:animEffect transition="in" filter="wipe(down)">
                                      <p:cBhvr>
                                        <p:cTn id="59" dur="500"/>
                                        <p:tgtEl>
                                          <p:spTgt spid="24"/>
                                        </p:tgtEl>
                                      </p:cBhvr>
                                    </p:animEffect>
                                  </p:childTnLst>
                                </p:cTn>
                              </p:par>
                            </p:childTnLst>
                          </p:cTn>
                        </p:par>
                        <p:par>
                          <p:cTn id="60" fill="hold">
                            <p:stCondLst>
                              <p:cond delay="7000"/>
                            </p:stCondLst>
                            <p:childTnLst>
                              <p:par>
                                <p:cTn id="61" presetID="22" presetClass="entr" presetSubtype="4" fill="hold" grpId="0" nodeType="afterEffect" nodePh="1">
                                  <p:stCondLst>
                                    <p:cond delay="0"/>
                                  </p:stCondLst>
                                  <p:endCondLst>
                                    <p:cond evt="begin" delay="0">
                                      <p:tn val="61"/>
                                    </p:cond>
                                  </p:endCondLst>
                                  <p:childTnLst>
                                    <p:set>
                                      <p:cBhvr>
                                        <p:cTn id="62" dur="1" fill="hold">
                                          <p:stCondLst>
                                            <p:cond delay="0"/>
                                          </p:stCondLst>
                                        </p:cTn>
                                        <p:tgtEl>
                                          <p:spTgt spid="25">
                                            <p:txEl>
                                              <p:pRg st="0" end="0"/>
                                            </p:txEl>
                                          </p:spTgt>
                                        </p:tgtEl>
                                        <p:attrNameLst>
                                          <p:attrName>style.visibility</p:attrName>
                                        </p:attrNameLst>
                                      </p:cBhvr>
                                      <p:to>
                                        <p:strVal val="visible"/>
                                      </p:to>
                                    </p:set>
                                    <p:animEffect transition="in" filter="wipe(down)">
                                      <p:cBhvr>
                                        <p:cTn id="63" dur="500"/>
                                        <p:tgtEl>
                                          <p:spTgt spid="25">
                                            <p:txEl>
                                              <p:pRg st="0" end="0"/>
                                            </p:txEl>
                                          </p:spTgt>
                                        </p:tgtEl>
                                      </p:cBhvr>
                                    </p:animEffect>
                                  </p:childTnLst>
                                </p:cTn>
                              </p:par>
                            </p:childTnLst>
                          </p:cTn>
                        </p:par>
                        <p:par>
                          <p:cTn id="64" fill="hold">
                            <p:stCondLst>
                              <p:cond delay="7500"/>
                            </p:stCondLst>
                            <p:childTnLst>
                              <p:par>
                                <p:cTn id="65" presetID="22" presetClass="entr" presetSubtype="4" fill="hold" grpId="0" nodeType="afterEffect">
                                  <p:stCondLst>
                                    <p:cond delay="0"/>
                                  </p:stCondLst>
                                  <p:childTnLst>
                                    <p:set>
                                      <p:cBhvr>
                                        <p:cTn id="66" dur="1" fill="hold">
                                          <p:stCondLst>
                                            <p:cond delay="0"/>
                                          </p:stCondLst>
                                        </p:cTn>
                                        <p:tgtEl>
                                          <p:spTgt spid="26"/>
                                        </p:tgtEl>
                                        <p:attrNameLst>
                                          <p:attrName>style.visibility</p:attrName>
                                        </p:attrNameLst>
                                      </p:cBhvr>
                                      <p:to>
                                        <p:strVal val="visible"/>
                                      </p:to>
                                    </p:set>
                                    <p:animEffect transition="in" filter="wipe(down)">
                                      <p:cBhvr>
                                        <p:cTn id="67" dur="500"/>
                                        <p:tgtEl>
                                          <p:spTgt spid="26"/>
                                        </p:tgtEl>
                                      </p:cBhvr>
                                    </p:animEffect>
                                  </p:childTnLst>
                                </p:cTn>
                              </p:par>
                            </p:childTnLst>
                          </p:cTn>
                        </p:par>
                        <p:par>
                          <p:cTn id="68" fill="hold">
                            <p:stCondLst>
                              <p:cond delay="8000"/>
                            </p:stCondLst>
                            <p:childTnLst>
                              <p:par>
                                <p:cTn id="69" presetID="22" presetClass="entr" presetSubtype="4" fill="hold" grpId="0" nodeType="afterEffect">
                                  <p:stCondLst>
                                    <p:cond delay="0"/>
                                  </p:stCondLst>
                                  <p:childTnLst>
                                    <p:set>
                                      <p:cBhvr>
                                        <p:cTn id="70" dur="1" fill="hold">
                                          <p:stCondLst>
                                            <p:cond delay="0"/>
                                          </p:stCondLst>
                                        </p:cTn>
                                        <p:tgtEl>
                                          <p:spTgt spid="27"/>
                                        </p:tgtEl>
                                        <p:attrNameLst>
                                          <p:attrName>style.visibility</p:attrName>
                                        </p:attrNameLst>
                                      </p:cBhvr>
                                      <p:to>
                                        <p:strVal val="visible"/>
                                      </p:to>
                                    </p:set>
                                    <p:animEffect transition="in" filter="wipe(down)">
                                      <p:cBhvr>
                                        <p:cTn id="71" dur="500"/>
                                        <p:tgtEl>
                                          <p:spTgt spid="27"/>
                                        </p:tgtEl>
                                      </p:cBhvr>
                                    </p:animEffect>
                                  </p:childTnLst>
                                </p:cTn>
                              </p:par>
                            </p:childTnLst>
                          </p:cTn>
                        </p:par>
                        <p:par>
                          <p:cTn id="72" fill="hold">
                            <p:stCondLst>
                              <p:cond delay="8500"/>
                            </p:stCondLst>
                            <p:childTnLst>
                              <p:par>
                                <p:cTn id="73" presetID="22" presetClass="entr" presetSubtype="4" fill="hold" grpId="0" nodeType="afterEffect" nodePh="1">
                                  <p:stCondLst>
                                    <p:cond delay="0"/>
                                  </p:stCondLst>
                                  <p:endCondLst>
                                    <p:cond evt="begin" delay="0">
                                      <p:tn val="73"/>
                                    </p:cond>
                                  </p:endCondLst>
                                  <p:childTnLst>
                                    <p:set>
                                      <p:cBhvr>
                                        <p:cTn id="74" dur="1" fill="hold">
                                          <p:stCondLst>
                                            <p:cond delay="0"/>
                                          </p:stCondLst>
                                        </p:cTn>
                                        <p:tgtEl>
                                          <p:spTgt spid="28">
                                            <p:txEl>
                                              <p:pRg st="0" end="0"/>
                                            </p:txEl>
                                          </p:spTgt>
                                        </p:tgtEl>
                                        <p:attrNameLst>
                                          <p:attrName>style.visibility</p:attrName>
                                        </p:attrNameLst>
                                      </p:cBhvr>
                                      <p:to>
                                        <p:strVal val="visible"/>
                                      </p:to>
                                    </p:set>
                                    <p:animEffect transition="in" filter="wipe(down)">
                                      <p:cBhvr>
                                        <p:cTn id="75" dur="500"/>
                                        <p:tgtEl>
                                          <p:spTgt spid="28">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4" grpId="0" animBg="1"/>
      <p:bldP spid="13"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13"/>
                        </p:tgtEl>
                        <p:attrNameLst>
                          <p:attrName>style.visibility</p:attrName>
                        </p:attrNameLst>
                      </p:cBhvr>
                      <p:to>
                        <p:strVal val="visible"/>
                      </p:to>
                    </p:set>
                    <p:animEffect transition="in" filter="wipe(down)">
                      <p:cBhvr>
                        <p:cTn dur="500"/>
                        <p:tgtEl>
                          <p:spTgt spid="13"/>
                        </p:tgtEl>
                      </p:cBhvr>
                    </p:animEffect>
                  </p:childTnLst>
                </p:cTn>
              </p:par>
            </p:tnLst>
          </p:tmpl>
        </p:tmplLst>
      </p:bldP>
      <p:bldP spid="14" grpId="0"/>
      <p:bldP spid="15" grpId="0" animBg="1"/>
      <p:bldP spid="16"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16"/>
                        </p:tgtEl>
                        <p:attrNameLst>
                          <p:attrName>style.visibility</p:attrName>
                        </p:attrNameLst>
                      </p:cBhvr>
                      <p:to>
                        <p:strVal val="visible"/>
                      </p:to>
                    </p:set>
                    <p:animEffect transition="in" filter="wipe(down)">
                      <p:cBhvr>
                        <p:cTn dur="500"/>
                        <p:tgtEl>
                          <p:spTgt spid="16"/>
                        </p:tgtEl>
                      </p:cBhvr>
                    </p:animEffect>
                  </p:childTnLst>
                </p:cTn>
              </p:par>
            </p:tnLst>
          </p:tmpl>
        </p:tmplLst>
      </p:bldP>
      <p:bldP spid="17" grpId="0"/>
      <p:bldP spid="18" grpId="0" animBg="1"/>
      <p:bldP spid="19"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19"/>
                        </p:tgtEl>
                        <p:attrNameLst>
                          <p:attrName>style.visibility</p:attrName>
                        </p:attrNameLst>
                      </p:cBhvr>
                      <p:to>
                        <p:strVal val="visible"/>
                      </p:to>
                    </p:set>
                    <p:animEffect transition="in" filter="wipe(down)">
                      <p:cBhvr>
                        <p:cTn dur="500"/>
                        <p:tgtEl>
                          <p:spTgt spid="19"/>
                        </p:tgtEl>
                      </p:cBhvr>
                    </p:animEffect>
                  </p:childTnLst>
                </p:cTn>
              </p:par>
            </p:tnLst>
          </p:tmpl>
        </p:tmplLst>
      </p:bldP>
      <p:bldP spid="20" grpId="0"/>
      <p:bldP spid="21" grpId="0" animBg="1"/>
      <p:bldP spid="22"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2"/>
                        </p:tgtEl>
                        <p:attrNameLst>
                          <p:attrName>style.visibility</p:attrName>
                        </p:attrNameLst>
                      </p:cBhvr>
                      <p:to>
                        <p:strVal val="visible"/>
                      </p:to>
                    </p:set>
                    <p:animEffect transition="in" filter="wipe(down)">
                      <p:cBhvr>
                        <p:cTn dur="500"/>
                        <p:tgtEl>
                          <p:spTgt spid="22"/>
                        </p:tgtEl>
                      </p:cBhvr>
                    </p:animEffect>
                  </p:childTnLst>
                </p:cTn>
              </p:par>
            </p:tnLst>
          </p:tmpl>
        </p:tmplLst>
      </p:bldP>
      <p:bldP spid="23" grpId="0"/>
      <p:bldP spid="24" grpId="0" animBg="1"/>
      <p:bldP spid="25"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5"/>
                        </p:tgtEl>
                        <p:attrNameLst>
                          <p:attrName>style.visibility</p:attrName>
                        </p:attrNameLst>
                      </p:cBhvr>
                      <p:to>
                        <p:strVal val="visible"/>
                      </p:to>
                    </p:set>
                    <p:animEffect transition="in" filter="wipe(down)">
                      <p:cBhvr>
                        <p:cTn dur="500"/>
                        <p:tgtEl>
                          <p:spTgt spid="25"/>
                        </p:tgtEl>
                      </p:cBhvr>
                    </p:animEffect>
                  </p:childTnLst>
                </p:cTn>
              </p:par>
            </p:tnLst>
          </p:tmpl>
        </p:tmplLst>
      </p:bldP>
      <p:bldP spid="26" grpId="0"/>
      <p:bldP spid="27" grpId="0" animBg="1"/>
      <p:bldP spid="28"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8"/>
                        </p:tgtEl>
                        <p:attrNameLst>
                          <p:attrName>style.visibility</p:attrName>
                        </p:attrNameLst>
                      </p:cBhvr>
                      <p:to>
                        <p:strVal val="visible"/>
                      </p:to>
                    </p:set>
                    <p:animEffect transition="in" filter="wipe(down)">
                      <p:cBhvr>
                        <p:cTn dur="500"/>
                        <p:tgtEl>
                          <p:spTgt spid="28"/>
                        </p:tgtEl>
                      </p:cBhvr>
                    </p:animEffect>
                  </p:childTnLst>
                </p:cTn>
              </p:par>
            </p:tnLst>
          </p:tmpl>
        </p:tmplLst>
      </p:bldP>
    </p:bldLst>
  </p:timing>
</p:sldLayout>
</file>

<file path=ppt/slideLayouts/slideLayout361.xml><?xml version="1.0" encoding="utf-8"?>
<p:sldLayout xmlns:a="http://schemas.openxmlformats.org/drawingml/2006/main" xmlns:r="http://schemas.openxmlformats.org/officeDocument/2006/relationships" xmlns:p="http://schemas.openxmlformats.org/presentationml/2006/main" userDrawn="1">
  <p:cSld name="MockUp02">
    <p:spTree>
      <p:nvGrpSpPr>
        <p:cNvPr id="1" name=""/>
        <p:cNvGrpSpPr/>
        <p:nvPr/>
      </p:nvGrpSpPr>
      <p:grpSpPr>
        <a:xfrm>
          <a:off x="0" y="0"/>
          <a:ext cx="0" cy="0"/>
          <a:chOff x="0" y="0"/>
          <a:chExt cx="0" cy="0"/>
        </a:xfrm>
      </p:grpSpPr>
      <p:grpSp>
        <p:nvGrpSpPr>
          <p:cNvPr id="14" name="Group 13"/>
          <p:cNvGrpSpPr/>
          <p:nvPr userDrawn="1"/>
        </p:nvGrpSpPr>
        <p:grpSpPr>
          <a:xfrm>
            <a:off x="4811183" y="1589752"/>
            <a:ext cx="2569636" cy="4785648"/>
            <a:chOff x="6140449" y="1116114"/>
            <a:chExt cx="1927226" cy="3589236"/>
          </a:xfrm>
        </p:grpSpPr>
        <p:sp>
          <p:nvSpPr>
            <p:cNvPr id="15" name="Rectangle 14"/>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18"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rgbClr val="7F8183"/>
            </a:solid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sp>
        <p:nvSpPr>
          <p:cNvPr id="20" name="Picture Placeholder 7"/>
          <p:cNvSpPr>
            <a:spLocks noGrp="1"/>
          </p:cNvSpPr>
          <p:nvPr>
            <p:ph type="pic" sz="quarter" idx="10" hasCustomPrompt="1"/>
          </p:nvPr>
        </p:nvSpPr>
        <p:spPr>
          <a:xfrm>
            <a:off x="4978400" y="2267109"/>
            <a:ext cx="2235200" cy="3386444"/>
          </a:xfrm>
          <a:prstGeom prst="rect">
            <a:avLst/>
          </a:prstGeom>
          <a:ln>
            <a:noFill/>
          </a:ln>
        </p:spPr>
        <p:txBody>
          <a:bodyPr bIns="45720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10"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1"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176096878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500" fill="hold"/>
                                        <p:tgtEl>
                                          <p:spTgt spid="14"/>
                                        </p:tgtEl>
                                        <p:attrNameLst>
                                          <p:attrName>ppt_x</p:attrName>
                                        </p:attrNameLst>
                                      </p:cBhvr>
                                      <p:tavLst>
                                        <p:tav tm="0">
                                          <p:val>
                                            <p:strVal val="#ppt_x"/>
                                          </p:val>
                                        </p:tav>
                                        <p:tav tm="100000">
                                          <p:val>
                                            <p:strVal val="#ppt_x"/>
                                          </p:val>
                                        </p:tav>
                                      </p:tavLst>
                                    </p:anim>
                                    <p:anim calcmode="lin" valueType="num">
                                      <p:cBhvr additive="base">
                                        <p:cTn id="8" dur="500" fill="hold"/>
                                        <p:tgtEl>
                                          <p:spTgt spid="14"/>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4" fill="hold" grpId="0" nodeType="after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wipe(down)">
                                      <p:cBhvr>
                                        <p:cTn id="12"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Lst>
  </p:timing>
</p:sldLayout>
</file>

<file path=ppt/slideLayouts/slideLayout362.xml><?xml version="1.0" encoding="utf-8"?>
<p:sldLayout xmlns:a="http://schemas.openxmlformats.org/drawingml/2006/main" xmlns:r="http://schemas.openxmlformats.org/officeDocument/2006/relationships" xmlns:p="http://schemas.openxmlformats.org/presentationml/2006/main" preserve="1" userDrawn="1">
  <p:cSld name="2_MockUp02">
    <p:spTree>
      <p:nvGrpSpPr>
        <p:cNvPr id="1" name=""/>
        <p:cNvGrpSpPr/>
        <p:nvPr/>
      </p:nvGrpSpPr>
      <p:grpSpPr>
        <a:xfrm>
          <a:off x="0" y="0"/>
          <a:ext cx="0" cy="0"/>
          <a:chOff x="0" y="0"/>
          <a:chExt cx="0" cy="0"/>
        </a:xfrm>
      </p:grpSpPr>
      <p:grpSp>
        <p:nvGrpSpPr>
          <p:cNvPr id="2" name="Group 17"/>
          <p:cNvGrpSpPr/>
          <p:nvPr userDrawn="1"/>
        </p:nvGrpSpPr>
        <p:grpSpPr>
          <a:xfrm>
            <a:off x="3968595" y="1726608"/>
            <a:ext cx="4343760" cy="3456120"/>
            <a:chOff x="2094899" y="1081795"/>
            <a:chExt cx="4400683" cy="3501414"/>
          </a:xfrm>
        </p:grpSpPr>
        <p:sp>
          <p:nvSpPr>
            <p:cNvPr id="20" name="Rectangle 19"/>
            <p:cNvSpPr/>
            <p:nvPr/>
          </p:nvSpPr>
          <p:spPr>
            <a:xfrm>
              <a:off x="2261198" y="1247618"/>
              <a:ext cx="4081379" cy="225986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rtl="1" fontAlgn="auto">
                <a:spcBef>
                  <a:spcPts val="0"/>
                </a:spcBef>
                <a:spcAft>
                  <a:spcPts val="0"/>
                </a:spcAft>
              </a:pPr>
              <a:endParaRPr lang="en-US" sz="2667" dirty="0">
                <a:solidFill>
                  <a:srgbClr val="FFFFFF"/>
                </a:solidFill>
              </a:endParaRPr>
            </a:p>
          </p:txBody>
        </p:sp>
        <p:sp>
          <p:nvSpPr>
            <p:cNvPr id="31" name="Freeform 5"/>
            <p:cNvSpPr>
              <a:spLocks noEditPoints="1"/>
            </p:cNvSpPr>
            <p:nvPr/>
          </p:nvSpPr>
          <p:spPr bwMode="auto">
            <a:xfrm>
              <a:off x="2094899" y="1081795"/>
              <a:ext cx="4400683" cy="2608522"/>
            </a:xfrm>
            <a:custGeom>
              <a:avLst/>
              <a:gdLst/>
              <a:ahLst/>
              <a:cxnLst>
                <a:cxn ang="0">
                  <a:pos x="1757" y="0"/>
                </a:cxn>
                <a:cxn ang="0">
                  <a:pos x="921" y="0"/>
                </a:cxn>
                <a:cxn ang="0">
                  <a:pos x="893" y="0"/>
                </a:cxn>
                <a:cxn ang="0">
                  <a:pos x="56" y="0"/>
                </a:cxn>
                <a:cxn ang="0">
                  <a:pos x="0" y="47"/>
                </a:cxn>
                <a:cxn ang="0">
                  <a:pos x="0" y="1076"/>
                </a:cxn>
                <a:cxn ang="0">
                  <a:pos x="1816" y="1076"/>
                </a:cxn>
                <a:cxn ang="0">
                  <a:pos x="1816" y="47"/>
                </a:cxn>
                <a:cxn ang="0">
                  <a:pos x="1757" y="0"/>
                </a:cxn>
                <a:cxn ang="0">
                  <a:pos x="1732" y="1000"/>
                </a:cxn>
                <a:cxn ang="0">
                  <a:pos x="76" y="1000"/>
                </a:cxn>
                <a:cxn ang="0">
                  <a:pos x="76" y="68"/>
                </a:cxn>
                <a:cxn ang="0">
                  <a:pos x="1732" y="68"/>
                </a:cxn>
                <a:cxn ang="0">
                  <a:pos x="1732" y="1000"/>
                </a:cxn>
              </a:cxnLst>
              <a:rect l="0" t="0" r="r" b="b"/>
              <a:pathLst>
                <a:path w="1816" h="1076">
                  <a:moveTo>
                    <a:pt x="1757" y="0"/>
                  </a:moveTo>
                  <a:cubicBezTo>
                    <a:pt x="921" y="0"/>
                    <a:pt x="921" y="0"/>
                    <a:pt x="921" y="0"/>
                  </a:cubicBezTo>
                  <a:cubicBezTo>
                    <a:pt x="893" y="0"/>
                    <a:pt x="893" y="0"/>
                    <a:pt x="893" y="0"/>
                  </a:cubicBezTo>
                  <a:cubicBezTo>
                    <a:pt x="56" y="0"/>
                    <a:pt x="56" y="0"/>
                    <a:pt x="56" y="0"/>
                  </a:cubicBezTo>
                  <a:cubicBezTo>
                    <a:pt x="27" y="0"/>
                    <a:pt x="0" y="17"/>
                    <a:pt x="0" y="47"/>
                  </a:cubicBezTo>
                  <a:cubicBezTo>
                    <a:pt x="0" y="1076"/>
                    <a:pt x="0" y="1076"/>
                    <a:pt x="0" y="1076"/>
                  </a:cubicBezTo>
                  <a:cubicBezTo>
                    <a:pt x="1816" y="1076"/>
                    <a:pt x="1816" y="1076"/>
                    <a:pt x="1816" y="1076"/>
                  </a:cubicBezTo>
                  <a:cubicBezTo>
                    <a:pt x="1816" y="47"/>
                    <a:pt x="1816" y="47"/>
                    <a:pt x="1816" y="47"/>
                  </a:cubicBezTo>
                  <a:cubicBezTo>
                    <a:pt x="1816" y="17"/>
                    <a:pt x="1787" y="0"/>
                    <a:pt x="1757" y="0"/>
                  </a:cubicBezTo>
                  <a:moveTo>
                    <a:pt x="1732" y="1000"/>
                  </a:moveTo>
                  <a:cubicBezTo>
                    <a:pt x="76" y="1000"/>
                    <a:pt x="76" y="1000"/>
                    <a:pt x="76" y="1000"/>
                  </a:cubicBezTo>
                  <a:cubicBezTo>
                    <a:pt x="76" y="68"/>
                    <a:pt x="76" y="68"/>
                    <a:pt x="76" y="68"/>
                  </a:cubicBezTo>
                  <a:cubicBezTo>
                    <a:pt x="1732" y="68"/>
                    <a:pt x="1732" y="68"/>
                    <a:pt x="1732" y="68"/>
                  </a:cubicBezTo>
                  <a:cubicBezTo>
                    <a:pt x="1732" y="1000"/>
                    <a:pt x="1732" y="1000"/>
                    <a:pt x="1732" y="1000"/>
                  </a:cubicBezTo>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p>
              <a:pPr algn="r" defTabSz="1375467" rtl="1"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33" name="Freeform 23"/>
            <p:cNvSpPr>
              <a:spLocks/>
            </p:cNvSpPr>
            <p:nvPr/>
          </p:nvSpPr>
          <p:spPr bwMode="auto">
            <a:xfrm>
              <a:off x="2311744" y="1247618"/>
              <a:ext cx="3979748" cy="2259869"/>
            </a:xfrm>
            <a:custGeom>
              <a:avLst/>
              <a:gdLst/>
              <a:ahLst/>
              <a:cxnLst>
                <a:cxn ang="0">
                  <a:pos x="1872" y="0"/>
                </a:cxn>
                <a:cxn ang="0">
                  <a:pos x="0" y="0"/>
                </a:cxn>
                <a:cxn ang="0">
                  <a:pos x="1872" y="1063"/>
                </a:cxn>
                <a:cxn ang="0">
                  <a:pos x="1872" y="0"/>
                </a:cxn>
              </a:cxnLst>
              <a:rect l="0" t="0" r="r" b="b"/>
              <a:pathLst>
                <a:path w="1872" h="1063">
                  <a:moveTo>
                    <a:pt x="1872" y="0"/>
                  </a:moveTo>
                  <a:lnTo>
                    <a:pt x="0" y="0"/>
                  </a:lnTo>
                  <a:lnTo>
                    <a:pt x="1872" y="1063"/>
                  </a:lnTo>
                  <a:lnTo>
                    <a:pt x="1872" y="0"/>
                  </a:lnTo>
                  <a:close/>
                </a:path>
              </a:pathLst>
            </a:custGeom>
            <a:solidFill>
              <a:srgbClr val="FFFFFF">
                <a:alpha val="16000"/>
              </a:srgbClr>
            </a:solidFill>
            <a:ln w="9525">
              <a:noFill/>
              <a:round/>
              <a:headEnd/>
              <a:tailEnd/>
            </a:ln>
          </p:spPr>
          <p:txBody>
            <a:bodyPr vert="horz" wrap="square" lIns="91440" tIns="45720" rIns="91440" bIns="45720" numCol="1" anchor="t" anchorCtr="0" compatLnSpc="1">
              <a:prstTxWarp prst="textNoShape">
                <a:avLst/>
              </a:prstTxWarp>
            </a:bodyPr>
            <a:lstStyle/>
            <a:p>
              <a:pPr algn="r" defTabSz="1375467" rtl="1"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34" name="Freeform 27"/>
            <p:cNvSpPr>
              <a:spLocks/>
            </p:cNvSpPr>
            <p:nvPr/>
          </p:nvSpPr>
          <p:spPr bwMode="auto">
            <a:xfrm>
              <a:off x="2094899" y="3690315"/>
              <a:ext cx="4400683" cy="397550"/>
            </a:xfrm>
            <a:custGeom>
              <a:avLst/>
              <a:gdLst/>
              <a:ahLst/>
              <a:cxnLst>
                <a:cxn ang="0">
                  <a:pos x="0" y="0"/>
                </a:cxn>
                <a:cxn ang="0">
                  <a:pos x="0" y="100"/>
                </a:cxn>
                <a:cxn ang="0">
                  <a:pos x="56" y="164"/>
                </a:cxn>
                <a:cxn ang="0">
                  <a:pos x="893" y="164"/>
                </a:cxn>
                <a:cxn ang="0">
                  <a:pos x="921" y="164"/>
                </a:cxn>
                <a:cxn ang="0">
                  <a:pos x="1757" y="164"/>
                </a:cxn>
                <a:cxn ang="0">
                  <a:pos x="1816" y="100"/>
                </a:cxn>
                <a:cxn ang="0">
                  <a:pos x="1816" y="0"/>
                </a:cxn>
                <a:cxn ang="0">
                  <a:pos x="0" y="0"/>
                </a:cxn>
              </a:cxnLst>
              <a:rect l="0" t="0" r="r" b="b"/>
              <a:pathLst>
                <a:path w="1816" h="164">
                  <a:moveTo>
                    <a:pt x="0" y="0"/>
                  </a:moveTo>
                  <a:cubicBezTo>
                    <a:pt x="0" y="100"/>
                    <a:pt x="0" y="100"/>
                    <a:pt x="0" y="100"/>
                  </a:cubicBezTo>
                  <a:cubicBezTo>
                    <a:pt x="0" y="130"/>
                    <a:pt x="27" y="164"/>
                    <a:pt x="56" y="164"/>
                  </a:cubicBezTo>
                  <a:cubicBezTo>
                    <a:pt x="893" y="164"/>
                    <a:pt x="893" y="164"/>
                    <a:pt x="893" y="164"/>
                  </a:cubicBezTo>
                  <a:cubicBezTo>
                    <a:pt x="921" y="164"/>
                    <a:pt x="921" y="164"/>
                    <a:pt x="921" y="164"/>
                  </a:cubicBezTo>
                  <a:cubicBezTo>
                    <a:pt x="1757" y="164"/>
                    <a:pt x="1757" y="164"/>
                    <a:pt x="1757" y="164"/>
                  </a:cubicBezTo>
                  <a:cubicBezTo>
                    <a:pt x="1787" y="164"/>
                    <a:pt x="1816" y="130"/>
                    <a:pt x="1816" y="100"/>
                  </a:cubicBezTo>
                  <a:cubicBezTo>
                    <a:pt x="1816" y="0"/>
                    <a:pt x="1816" y="0"/>
                    <a:pt x="1816" y="0"/>
                  </a:cubicBezTo>
                  <a:lnTo>
                    <a:pt x="0" y="0"/>
                  </a:lnTo>
                  <a:close/>
                </a:path>
              </a:pathLst>
            </a:custGeom>
            <a:gradFill>
              <a:gsLst>
                <a:gs pos="83000">
                  <a:schemeClr val="bg1">
                    <a:lumMod val="75000"/>
                  </a:schemeClr>
                </a:gs>
                <a:gs pos="54000">
                  <a:schemeClr val="bg1">
                    <a:lumMod val="85000"/>
                  </a:schemeClr>
                </a:gs>
              </a:gsLst>
              <a:lin ang="1800000" scaled="0"/>
            </a:gradFill>
            <a:ln w="9525">
              <a:noFill/>
              <a:round/>
              <a:headEnd/>
              <a:tailEnd/>
            </a:ln>
          </p:spPr>
          <p:txBody>
            <a:bodyPr vert="horz" wrap="square" lIns="91440" tIns="45720" rIns="91440" bIns="45720" numCol="1" anchor="t" anchorCtr="0" compatLnSpc="1">
              <a:prstTxWarp prst="textNoShape">
                <a:avLst/>
              </a:prstTxWarp>
            </a:bodyPr>
            <a:lstStyle/>
            <a:p>
              <a:pPr algn="r" defTabSz="1375467" rtl="1" fontAlgn="auto">
                <a:spcBef>
                  <a:spcPts val="0"/>
                </a:spcBef>
                <a:spcAft>
                  <a:spcPts val="0"/>
                </a:spcAft>
              </a:pPr>
              <a:r>
                <a:rPr lang="en-US" sz="2667" dirty="0" smtClean="0">
                  <a:solidFill>
                    <a:srgbClr val="262626"/>
                  </a:solidFill>
                  <a:latin typeface="Roboto Condensed"/>
                  <a:cs typeface="Simplified Arabic" panose="02020603050405020304" pitchFamily="18" charset="-78"/>
                </a:rPr>
                <a:t> </a:t>
              </a:r>
              <a:endParaRPr lang="en-US" sz="2667" dirty="0">
                <a:solidFill>
                  <a:srgbClr val="262626"/>
                </a:solidFill>
                <a:latin typeface="Roboto Condensed"/>
                <a:cs typeface="Simplified Arabic" panose="02020603050405020304" pitchFamily="18" charset="-78"/>
              </a:endParaRPr>
            </a:p>
          </p:txBody>
        </p:sp>
        <p:sp>
          <p:nvSpPr>
            <p:cNvPr id="35" name="Freeform 29"/>
            <p:cNvSpPr>
              <a:spLocks/>
            </p:cNvSpPr>
            <p:nvPr/>
          </p:nvSpPr>
          <p:spPr bwMode="auto">
            <a:xfrm>
              <a:off x="3506519" y="4087866"/>
              <a:ext cx="1590198" cy="495343"/>
            </a:xfrm>
            <a:custGeom>
              <a:avLst/>
              <a:gdLst/>
              <a:ahLst/>
              <a:cxnLst>
                <a:cxn ang="0">
                  <a:pos x="335" y="0"/>
                </a:cxn>
                <a:cxn ang="0">
                  <a:pos x="322" y="0"/>
                </a:cxn>
                <a:cxn ang="0">
                  <a:pos x="143" y="0"/>
                </a:cxn>
                <a:cxn ang="0">
                  <a:pos x="102" y="128"/>
                </a:cxn>
                <a:cxn ang="0">
                  <a:pos x="108" y="204"/>
                </a:cxn>
                <a:cxn ang="0">
                  <a:pos x="322" y="204"/>
                </a:cxn>
                <a:cxn ang="0">
                  <a:pos x="335" y="204"/>
                </a:cxn>
                <a:cxn ang="0">
                  <a:pos x="549" y="204"/>
                </a:cxn>
                <a:cxn ang="0">
                  <a:pos x="555" y="128"/>
                </a:cxn>
                <a:cxn ang="0">
                  <a:pos x="513" y="0"/>
                </a:cxn>
                <a:cxn ang="0">
                  <a:pos x="335" y="0"/>
                </a:cxn>
              </a:cxnLst>
              <a:rect l="0" t="0" r="r" b="b"/>
              <a:pathLst>
                <a:path w="656" h="204">
                  <a:moveTo>
                    <a:pt x="335" y="0"/>
                  </a:moveTo>
                  <a:cubicBezTo>
                    <a:pt x="322" y="0"/>
                    <a:pt x="322" y="0"/>
                    <a:pt x="322" y="0"/>
                  </a:cubicBezTo>
                  <a:cubicBezTo>
                    <a:pt x="143" y="0"/>
                    <a:pt x="143" y="0"/>
                    <a:pt x="143" y="0"/>
                  </a:cubicBezTo>
                  <a:cubicBezTo>
                    <a:pt x="143" y="0"/>
                    <a:pt x="142" y="88"/>
                    <a:pt x="102" y="128"/>
                  </a:cubicBezTo>
                  <a:cubicBezTo>
                    <a:pt x="62" y="169"/>
                    <a:pt x="0" y="204"/>
                    <a:pt x="108" y="204"/>
                  </a:cubicBezTo>
                  <a:cubicBezTo>
                    <a:pt x="322" y="204"/>
                    <a:pt x="322" y="204"/>
                    <a:pt x="322" y="204"/>
                  </a:cubicBezTo>
                  <a:cubicBezTo>
                    <a:pt x="335" y="204"/>
                    <a:pt x="335" y="204"/>
                    <a:pt x="335" y="204"/>
                  </a:cubicBezTo>
                  <a:cubicBezTo>
                    <a:pt x="549" y="204"/>
                    <a:pt x="549" y="204"/>
                    <a:pt x="549" y="204"/>
                  </a:cubicBezTo>
                  <a:cubicBezTo>
                    <a:pt x="656" y="204"/>
                    <a:pt x="594" y="169"/>
                    <a:pt x="555" y="128"/>
                  </a:cubicBezTo>
                  <a:cubicBezTo>
                    <a:pt x="515" y="88"/>
                    <a:pt x="513" y="0"/>
                    <a:pt x="513" y="0"/>
                  </a:cubicBezTo>
                  <a:lnTo>
                    <a:pt x="335" y="0"/>
                  </a:lnTo>
                  <a:close/>
                </a:path>
              </a:pathLst>
            </a:custGeom>
            <a:gradFill>
              <a:gsLst>
                <a:gs pos="42000">
                  <a:schemeClr val="bg1">
                    <a:lumMod val="75000"/>
                  </a:schemeClr>
                </a:gs>
                <a:gs pos="6000">
                  <a:schemeClr val="bg1">
                    <a:lumMod val="85000"/>
                  </a:schemeClr>
                </a:gs>
                <a:gs pos="0">
                  <a:schemeClr val="bg1">
                    <a:lumMod val="65000"/>
                  </a:schemeClr>
                </a:gs>
              </a:gsLst>
              <a:lin ang="5400000" scaled="0"/>
            </a:gradFill>
            <a:ln w="9525">
              <a:noFill/>
              <a:round/>
              <a:headEnd/>
              <a:tailEnd/>
            </a:ln>
          </p:spPr>
          <p:txBody>
            <a:bodyPr vert="horz" wrap="square" lIns="91440" tIns="45720" rIns="91440" bIns="45720" numCol="1" anchor="t" anchorCtr="0" compatLnSpc="1">
              <a:prstTxWarp prst="textNoShape">
                <a:avLst/>
              </a:prstTxWarp>
            </a:bodyPr>
            <a:lstStyle/>
            <a:p>
              <a:pPr algn="r" defTabSz="1375467" rtl="1"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sp>
        <p:nvSpPr>
          <p:cNvPr id="36" name="Picture Placeholder 7"/>
          <p:cNvSpPr>
            <a:spLocks noGrp="1"/>
          </p:cNvSpPr>
          <p:nvPr>
            <p:ph type="pic" sz="quarter" idx="10" hasCustomPrompt="1"/>
          </p:nvPr>
        </p:nvSpPr>
        <p:spPr>
          <a:xfrm>
            <a:off x="4153968" y="1879600"/>
            <a:ext cx="3944649" cy="2230637"/>
          </a:xfrm>
          <a:prstGeom prst="rect">
            <a:avLst/>
          </a:prstGeom>
          <a:ln>
            <a:noFill/>
          </a:ln>
        </p:spPr>
        <p:txBody>
          <a:bodyPr tIns="0" bIns="27432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13"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4"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51297943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4" fill="hold" grpId="0" nodeType="afterEffect">
                                  <p:stCondLst>
                                    <p:cond delay="0"/>
                                  </p:stCondLst>
                                  <p:childTnLst>
                                    <p:set>
                                      <p:cBhvr>
                                        <p:cTn id="11" dur="1" fill="hold">
                                          <p:stCondLst>
                                            <p:cond delay="0"/>
                                          </p:stCondLst>
                                        </p:cTn>
                                        <p:tgtEl>
                                          <p:spTgt spid="36"/>
                                        </p:tgtEl>
                                        <p:attrNameLst>
                                          <p:attrName>style.visibility</p:attrName>
                                        </p:attrNameLst>
                                      </p:cBhvr>
                                      <p:to>
                                        <p:strVal val="visible"/>
                                      </p:to>
                                    </p:set>
                                    <p:animEffect transition="in" filter="wipe(down)">
                                      <p:cBhvr>
                                        <p:cTn id="12" dur="50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p:bldLst>
  </p:timing>
</p:sldLayout>
</file>

<file path=ppt/slideLayouts/slideLayout363.xml><?xml version="1.0" encoding="utf-8"?>
<p:sldLayout xmlns:a="http://schemas.openxmlformats.org/drawingml/2006/main" xmlns:r="http://schemas.openxmlformats.org/officeDocument/2006/relationships" xmlns:p="http://schemas.openxmlformats.org/presentationml/2006/main" userDrawn="1">
  <p:cSld name="MockUp5">
    <p:spTree>
      <p:nvGrpSpPr>
        <p:cNvPr id="1" name=""/>
        <p:cNvGrpSpPr/>
        <p:nvPr/>
      </p:nvGrpSpPr>
      <p:grpSpPr>
        <a:xfrm>
          <a:off x="0" y="0"/>
          <a:ext cx="0" cy="0"/>
          <a:chOff x="0" y="0"/>
          <a:chExt cx="0" cy="0"/>
        </a:xfrm>
      </p:grpSpPr>
      <p:grpSp>
        <p:nvGrpSpPr>
          <p:cNvPr id="2" name="Group 20"/>
          <p:cNvGrpSpPr/>
          <p:nvPr userDrawn="1"/>
        </p:nvGrpSpPr>
        <p:grpSpPr>
          <a:xfrm>
            <a:off x="5558337" y="1602393"/>
            <a:ext cx="5867577" cy="4668552"/>
            <a:chOff x="2094899" y="1081795"/>
            <a:chExt cx="4400683" cy="3501414"/>
          </a:xfrm>
        </p:grpSpPr>
        <p:sp>
          <p:nvSpPr>
            <p:cNvPr id="22" name="Rectangle 21"/>
            <p:cNvSpPr/>
            <p:nvPr/>
          </p:nvSpPr>
          <p:spPr>
            <a:xfrm>
              <a:off x="2261198" y="1247618"/>
              <a:ext cx="4081379" cy="225986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23" name="Freeform 5"/>
            <p:cNvSpPr>
              <a:spLocks noEditPoints="1"/>
            </p:cNvSpPr>
            <p:nvPr/>
          </p:nvSpPr>
          <p:spPr bwMode="auto">
            <a:xfrm>
              <a:off x="2094899" y="1081795"/>
              <a:ext cx="4400683" cy="2608522"/>
            </a:xfrm>
            <a:custGeom>
              <a:avLst/>
              <a:gdLst/>
              <a:ahLst/>
              <a:cxnLst>
                <a:cxn ang="0">
                  <a:pos x="1757" y="0"/>
                </a:cxn>
                <a:cxn ang="0">
                  <a:pos x="921" y="0"/>
                </a:cxn>
                <a:cxn ang="0">
                  <a:pos x="893" y="0"/>
                </a:cxn>
                <a:cxn ang="0">
                  <a:pos x="56" y="0"/>
                </a:cxn>
                <a:cxn ang="0">
                  <a:pos x="0" y="47"/>
                </a:cxn>
                <a:cxn ang="0">
                  <a:pos x="0" y="1076"/>
                </a:cxn>
                <a:cxn ang="0">
                  <a:pos x="1816" y="1076"/>
                </a:cxn>
                <a:cxn ang="0">
                  <a:pos x="1816" y="47"/>
                </a:cxn>
                <a:cxn ang="0">
                  <a:pos x="1757" y="0"/>
                </a:cxn>
                <a:cxn ang="0">
                  <a:pos x="1732" y="1000"/>
                </a:cxn>
                <a:cxn ang="0">
                  <a:pos x="76" y="1000"/>
                </a:cxn>
                <a:cxn ang="0">
                  <a:pos x="76" y="68"/>
                </a:cxn>
                <a:cxn ang="0">
                  <a:pos x="1732" y="68"/>
                </a:cxn>
                <a:cxn ang="0">
                  <a:pos x="1732" y="1000"/>
                </a:cxn>
              </a:cxnLst>
              <a:rect l="0" t="0" r="r" b="b"/>
              <a:pathLst>
                <a:path w="1816" h="1076">
                  <a:moveTo>
                    <a:pt x="1757" y="0"/>
                  </a:moveTo>
                  <a:cubicBezTo>
                    <a:pt x="921" y="0"/>
                    <a:pt x="921" y="0"/>
                    <a:pt x="921" y="0"/>
                  </a:cubicBezTo>
                  <a:cubicBezTo>
                    <a:pt x="893" y="0"/>
                    <a:pt x="893" y="0"/>
                    <a:pt x="893" y="0"/>
                  </a:cubicBezTo>
                  <a:cubicBezTo>
                    <a:pt x="56" y="0"/>
                    <a:pt x="56" y="0"/>
                    <a:pt x="56" y="0"/>
                  </a:cubicBezTo>
                  <a:cubicBezTo>
                    <a:pt x="27" y="0"/>
                    <a:pt x="0" y="17"/>
                    <a:pt x="0" y="47"/>
                  </a:cubicBezTo>
                  <a:cubicBezTo>
                    <a:pt x="0" y="1076"/>
                    <a:pt x="0" y="1076"/>
                    <a:pt x="0" y="1076"/>
                  </a:cubicBezTo>
                  <a:cubicBezTo>
                    <a:pt x="1816" y="1076"/>
                    <a:pt x="1816" y="1076"/>
                    <a:pt x="1816" y="1076"/>
                  </a:cubicBezTo>
                  <a:cubicBezTo>
                    <a:pt x="1816" y="47"/>
                    <a:pt x="1816" y="47"/>
                    <a:pt x="1816" y="47"/>
                  </a:cubicBezTo>
                  <a:cubicBezTo>
                    <a:pt x="1816" y="17"/>
                    <a:pt x="1787" y="0"/>
                    <a:pt x="1757" y="0"/>
                  </a:cubicBezTo>
                  <a:moveTo>
                    <a:pt x="1732" y="1000"/>
                  </a:moveTo>
                  <a:cubicBezTo>
                    <a:pt x="76" y="1000"/>
                    <a:pt x="76" y="1000"/>
                    <a:pt x="76" y="1000"/>
                  </a:cubicBezTo>
                  <a:cubicBezTo>
                    <a:pt x="76" y="68"/>
                    <a:pt x="76" y="68"/>
                    <a:pt x="76" y="68"/>
                  </a:cubicBezTo>
                  <a:cubicBezTo>
                    <a:pt x="1732" y="68"/>
                    <a:pt x="1732" y="68"/>
                    <a:pt x="1732" y="68"/>
                  </a:cubicBezTo>
                  <a:cubicBezTo>
                    <a:pt x="1732" y="1000"/>
                    <a:pt x="1732" y="1000"/>
                    <a:pt x="1732" y="1000"/>
                  </a:cubicBezTo>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24" name="Freeform 23"/>
            <p:cNvSpPr>
              <a:spLocks/>
            </p:cNvSpPr>
            <p:nvPr/>
          </p:nvSpPr>
          <p:spPr bwMode="auto">
            <a:xfrm>
              <a:off x="2311744" y="1247618"/>
              <a:ext cx="3979748" cy="2259869"/>
            </a:xfrm>
            <a:custGeom>
              <a:avLst/>
              <a:gdLst/>
              <a:ahLst/>
              <a:cxnLst>
                <a:cxn ang="0">
                  <a:pos x="1872" y="0"/>
                </a:cxn>
                <a:cxn ang="0">
                  <a:pos x="0" y="0"/>
                </a:cxn>
                <a:cxn ang="0">
                  <a:pos x="1872" y="1063"/>
                </a:cxn>
                <a:cxn ang="0">
                  <a:pos x="1872" y="0"/>
                </a:cxn>
              </a:cxnLst>
              <a:rect l="0" t="0" r="r" b="b"/>
              <a:pathLst>
                <a:path w="1872" h="1063">
                  <a:moveTo>
                    <a:pt x="1872" y="0"/>
                  </a:moveTo>
                  <a:lnTo>
                    <a:pt x="0" y="0"/>
                  </a:lnTo>
                  <a:lnTo>
                    <a:pt x="1872" y="1063"/>
                  </a:lnTo>
                  <a:lnTo>
                    <a:pt x="1872" y="0"/>
                  </a:lnTo>
                  <a:close/>
                </a:path>
              </a:pathLst>
            </a:custGeom>
            <a:solidFill>
              <a:srgbClr val="FFFFFF">
                <a:alpha val="16000"/>
              </a:srgbClr>
            </a:solid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25" name="Freeform 27"/>
            <p:cNvSpPr>
              <a:spLocks/>
            </p:cNvSpPr>
            <p:nvPr/>
          </p:nvSpPr>
          <p:spPr bwMode="auto">
            <a:xfrm>
              <a:off x="2094899" y="3690315"/>
              <a:ext cx="4400683" cy="397550"/>
            </a:xfrm>
            <a:custGeom>
              <a:avLst/>
              <a:gdLst/>
              <a:ahLst/>
              <a:cxnLst>
                <a:cxn ang="0">
                  <a:pos x="0" y="0"/>
                </a:cxn>
                <a:cxn ang="0">
                  <a:pos x="0" y="100"/>
                </a:cxn>
                <a:cxn ang="0">
                  <a:pos x="56" y="164"/>
                </a:cxn>
                <a:cxn ang="0">
                  <a:pos x="893" y="164"/>
                </a:cxn>
                <a:cxn ang="0">
                  <a:pos x="921" y="164"/>
                </a:cxn>
                <a:cxn ang="0">
                  <a:pos x="1757" y="164"/>
                </a:cxn>
                <a:cxn ang="0">
                  <a:pos x="1816" y="100"/>
                </a:cxn>
                <a:cxn ang="0">
                  <a:pos x="1816" y="0"/>
                </a:cxn>
                <a:cxn ang="0">
                  <a:pos x="0" y="0"/>
                </a:cxn>
              </a:cxnLst>
              <a:rect l="0" t="0" r="r" b="b"/>
              <a:pathLst>
                <a:path w="1816" h="164">
                  <a:moveTo>
                    <a:pt x="0" y="0"/>
                  </a:moveTo>
                  <a:cubicBezTo>
                    <a:pt x="0" y="100"/>
                    <a:pt x="0" y="100"/>
                    <a:pt x="0" y="100"/>
                  </a:cubicBezTo>
                  <a:cubicBezTo>
                    <a:pt x="0" y="130"/>
                    <a:pt x="27" y="164"/>
                    <a:pt x="56" y="164"/>
                  </a:cubicBezTo>
                  <a:cubicBezTo>
                    <a:pt x="893" y="164"/>
                    <a:pt x="893" y="164"/>
                    <a:pt x="893" y="164"/>
                  </a:cubicBezTo>
                  <a:cubicBezTo>
                    <a:pt x="921" y="164"/>
                    <a:pt x="921" y="164"/>
                    <a:pt x="921" y="164"/>
                  </a:cubicBezTo>
                  <a:cubicBezTo>
                    <a:pt x="1757" y="164"/>
                    <a:pt x="1757" y="164"/>
                    <a:pt x="1757" y="164"/>
                  </a:cubicBezTo>
                  <a:cubicBezTo>
                    <a:pt x="1787" y="164"/>
                    <a:pt x="1816" y="130"/>
                    <a:pt x="1816" y="100"/>
                  </a:cubicBezTo>
                  <a:cubicBezTo>
                    <a:pt x="1816" y="0"/>
                    <a:pt x="1816" y="0"/>
                    <a:pt x="1816" y="0"/>
                  </a:cubicBezTo>
                  <a:lnTo>
                    <a:pt x="0" y="0"/>
                  </a:lnTo>
                  <a:close/>
                </a:path>
              </a:pathLst>
            </a:custGeom>
            <a:gradFill>
              <a:gsLst>
                <a:gs pos="83000">
                  <a:schemeClr val="bg1">
                    <a:lumMod val="75000"/>
                  </a:schemeClr>
                </a:gs>
                <a:gs pos="54000">
                  <a:schemeClr val="bg1">
                    <a:lumMod val="85000"/>
                  </a:schemeClr>
                </a:gs>
              </a:gsLst>
              <a:lin ang="1800000" scaled="0"/>
            </a:grad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r>
                <a:rPr lang="en-US" sz="2667" dirty="0" smtClean="0">
                  <a:solidFill>
                    <a:srgbClr val="262626"/>
                  </a:solidFill>
                  <a:latin typeface="Roboto Condensed"/>
                  <a:cs typeface="Simplified Arabic" panose="02020603050405020304" pitchFamily="18" charset="-78"/>
                </a:rPr>
                <a:t> </a:t>
              </a:r>
              <a:endParaRPr lang="en-US" sz="2667" dirty="0">
                <a:solidFill>
                  <a:srgbClr val="262626"/>
                </a:solidFill>
                <a:latin typeface="Roboto Condensed"/>
                <a:cs typeface="Simplified Arabic" panose="02020603050405020304" pitchFamily="18" charset="-78"/>
              </a:endParaRPr>
            </a:p>
          </p:txBody>
        </p:sp>
        <p:sp>
          <p:nvSpPr>
            <p:cNvPr id="26" name="Freeform 29"/>
            <p:cNvSpPr>
              <a:spLocks/>
            </p:cNvSpPr>
            <p:nvPr/>
          </p:nvSpPr>
          <p:spPr bwMode="auto">
            <a:xfrm>
              <a:off x="3506519" y="4087866"/>
              <a:ext cx="1590198" cy="495343"/>
            </a:xfrm>
            <a:custGeom>
              <a:avLst/>
              <a:gdLst/>
              <a:ahLst/>
              <a:cxnLst>
                <a:cxn ang="0">
                  <a:pos x="335" y="0"/>
                </a:cxn>
                <a:cxn ang="0">
                  <a:pos x="322" y="0"/>
                </a:cxn>
                <a:cxn ang="0">
                  <a:pos x="143" y="0"/>
                </a:cxn>
                <a:cxn ang="0">
                  <a:pos x="102" y="128"/>
                </a:cxn>
                <a:cxn ang="0">
                  <a:pos x="108" y="204"/>
                </a:cxn>
                <a:cxn ang="0">
                  <a:pos x="322" y="204"/>
                </a:cxn>
                <a:cxn ang="0">
                  <a:pos x="335" y="204"/>
                </a:cxn>
                <a:cxn ang="0">
                  <a:pos x="549" y="204"/>
                </a:cxn>
                <a:cxn ang="0">
                  <a:pos x="555" y="128"/>
                </a:cxn>
                <a:cxn ang="0">
                  <a:pos x="513" y="0"/>
                </a:cxn>
                <a:cxn ang="0">
                  <a:pos x="335" y="0"/>
                </a:cxn>
              </a:cxnLst>
              <a:rect l="0" t="0" r="r" b="b"/>
              <a:pathLst>
                <a:path w="656" h="204">
                  <a:moveTo>
                    <a:pt x="335" y="0"/>
                  </a:moveTo>
                  <a:cubicBezTo>
                    <a:pt x="322" y="0"/>
                    <a:pt x="322" y="0"/>
                    <a:pt x="322" y="0"/>
                  </a:cubicBezTo>
                  <a:cubicBezTo>
                    <a:pt x="143" y="0"/>
                    <a:pt x="143" y="0"/>
                    <a:pt x="143" y="0"/>
                  </a:cubicBezTo>
                  <a:cubicBezTo>
                    <a:pt x="143" y="0"/>
                    <a:pt x="142" y="88"/>
                    <a:pt x="102" y="128"/>
                  </a:cubicBezTo>
                  <a:cubicBezTo>
                    <a:pt x="62" y="169"/>
                    <a:pt x="0" y="204"/>
                    <a:pt x="108" y="204"/>
                  </a:cubicBezTo>
                  <a:cubicBezTo>
                    <a:pt x="322" y="204"/>
                    <a:pt x="322" y="204"/>
                    <a:pt x="322" y="204"/>
                  </a:cubicBezTo>
                  <a:cubicBezTo>
                    <a:pt x="335" y="204"/>
                    <a:pt x="335" y="204"/>
                    <a:pt x="335" y="204"/>
                  </a:cubicBezTo>
                  <a:cubicBezTo>
                    <a:pt x="549" y="204"/>
                    <a:pt x="549" y="204"/>
                    <a:pt x="549" y="204"/>
                  </a:cubicBezTo>
                  <a:cubicBezTo>
                    <a:pt x="656" y="204"/>
                    <a:pt x="594" y="169"/>
                    <a:pt x="555" y="128"/>
                  </a:cubicBezTo>
                  <a:cubicBezTo>
                    <a:pt x="515" y="88"/>
                    <a:pt x="513" y="0"/>
                    <a:pt x="513" y="0"/>
                  </a:cubicBezTo>
                  <a:lnTo>
                    <a:pt x="335" y="0"/>
                  </a:lnTo>
                  <a:close/>
                </a:path>
              </a:pathLst>
            </a:custGeom>
            <a:gradFill>
              <a:gsLst>
                <a:gs pos="42000">
                  <a:schemeClr val="bg1">
                    <a:lumMod val="75000"/>
                  </a:schemeClr>
                </a:gs>
                <a:gs pos="6000">
                  <a:schemeClr val="bg1">
                    <a:lumMod val="85000"/>
                  </a:schemeClr>
                </a:gs>
                <a:gs pos="0">
                  <a:schemeClr val="bg1">
                    <a:lumMod val="65000"/>
                  </a:schemeClr>
                </a:gs>
              </a:gsLst>
              <a:lin ang="5400000" scaled="0"/>
            </a:grad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sp>
        <p:nvSpPr>
          <p:cNvPr id="27" name="Picture Placeholder 7"/>
          <p:cNvSpPr>
            <a:spLocks noGrp="1"/>
          </p:cNvSpPr>
          <p:nvPr>
            <p:ph type="pic" sz="quarter" idx="10" hasCustomPrompt="1"/>
          </p:nvPr>
        </p:nvSpPr>
        <p:spPr>
          <a:xfrm>
            <a:off x="5808963" y="1823494"/>
            <a:ext cx="5344831" cy="3013159"/>
          </a:xfrm>
          <a:prstGeom prst="rect">
            <a:avLst/>
          </a:prstGeom>
          <a:ln>
            <a:noFill/>
          </a:ln>
        </p:spPr>
        <p:txBody>
          <a:bodyPr bIns="45720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13"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4"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137812958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4" fill="hold" grpId="0" nodeType="afterEffect">
                                  <p:stCondLst>
                                    <p:cond delay="0"/>
                                  </p:stCondLst>
                                  <p:childTnLst>
                                    <p:set>
                                      <p:cBhvr>
                                        <p:cTn id="11" dur="1" fill="hold">
                                          <p:stCondLst>
                                            <p:cond delay="0"/>
                                          </p:stCondLst>
                                        </p:cTn>
                                        <p:tgtEl>
                                          <p:spTgt spid="27"/>
                                        </p:tgtEl>
                                        <p:attrNameLst>
                                          <p:attrName>style.visibility</p:attrName>
                                        </p:attrNameLst>
                                      </p:cBhvr>
                                      <p:to>
                                        <p:strVal val="visible"/>
                                      </p:to>
                                    </p:set>
                                    <p:animEffect transition="in" filter="wipe(down)">
                                      <p:cBhvr>
                                        <p:cTn id="12"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p:bldLst>
  </p:timing>
</p:sldLayout>
</file>

<file path=ppt/slideLayouts/slideLayout364.xml><?xml version="1.0" encoding="utf-8"?>
<p:sldLayout xmlns:a="http://schemas.openxmlformats.org/drawingml/2006/main" xmlns:r="http://schemas.openxmlformats.org/officeDocument/2006/relationships" xmlns:p="http://schemas.openxmlformats.org/presentationml/2006/main" preserve="1" userDrawn="1">
  <p:cSld name="Vertical Title and Text">
    <p:spTree>
      <p:nvGrpSpPr>
        <p:cNvPr id="1" name=""/>
        <p:cNvGrpSpPr/>
        <p:nvPr/>
      </p:nvGrpSpPr>
      <p:grpSpPr>
        <a:xfrm>
          <a:off x="0" y="0"/>
          <a:ext cx="0" cy="0"/>
          <a:chOff x="0" y="0"/>
          <a:chExt cx="0" cy="0"/>
        </a:xfrm>
      </p:grpSpPr>
      <p:sp>
        <p:nvSpPr>
          <p:cNvPr id="7"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8"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615182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365.xml><?xml version="1.0" encoding="utf-8"?>
<p:sldLayout xmlns:a="http://schemas.openxmlformats.org/drawingml/2006/main" xmlns:r="http://schemas.openxmlformats.org/officeDocument/2006/relationships" xmlns:p="http://schemas.openxmlformats.org/presentationml/2006/main" preserve="1" userDrawn="1">
  <p:cSld name="Vertical Title and Text">
    <p:spTree>
      <p:nvGrpSpPr>
        <p:cNvPr id="1" name=""/>
        <p:cNvGrpSpPr/>
        <p:nvPr/>
      </p:nvGrpSpPr>
      <p:grpSpPr>
        <a:xfrm>
          <a:off x="0" y="0"/>
          <a:ext cx="0" cy="0"/>
          <a:chOff x="0" y="0"/>
          <a:chExt cx="0" cy="0"/>
        </a:xfrm>
      </p:grpSpPr>
      <p:sp>
        <p:nvSpPr>
          <p:cNvPr id="7"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8"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18671183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366.xml><?xml version="1.0" encoding="utf-8"?>
<p:sldLayout xmlns:a="http://schemas.openxmlformats.org/drawingml/2006/main" xmlns:r="http://schemas.openxmlformats.org/officeDocument/2006/relationships" xmlns:p="http://schemas.openxmlformats.org/presentationml/2006/main" userDrawn="1">
  <p:cSld name="Pic08_02">
    <p:spTree>
      <p:nvGrpSpPr>
        <p:cNvPr id="1" name=""/>
        <p:cNvGrpSpPr/>
        <p:nvPr/>
      </p:nvGrpSpPr>
      <p:grpSpPr>
        <a:xfrm>
          <a:off x="0" y="0"/>
          <a:ext cx="0" cy="0"/>
          <a:chOff x="0" y="0"/>
          <a:chExt cx="0" cy="0"/>
        </a:xfrm>
      </p:grpSpPr>
      <p:sp>
        <p:nvSpPr>
          <p:cNvPr id="8" name="Picture Placeholder 7"/>
          <p:cNvSpPr>
            <a:spLocks noGrp="1"/>
          </p:cNvSpPr>
          <p:nvPr>
            <p:ph type="pic" sz="quarter" idx="10" hasCustomPrompt="1"/>
          </p:nvPr>
        </p:nvSpPr>
        <p:spPr>
          <a:xfrm>
            <a:off x="3" y="1600200"/>
            <a:ext cx="12191996" cy="26416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29758986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accel="50000" decel="5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1000" fill="hold"/>
                                        <p:tgtEl>
                                          <p:spTgt spid="8"/>
                                        </p:tgtEl>
                                        <p:attrNameLst>
                                          <p:attrName>ppt_x</p:attrName>
                                        </p:attrNameLst>
                                      </p:cBhvr>
                                      <p:tavLst>
                                        <p:tav tm="0">
                                          <p:val>
                                            <p:strVal val="#ppt_x"/>
                                          </p:val>
                                        </p:tav>
                                        <p:tav tm="100000">
                                          <p:val>
                                            <p:strVal val="#ppt_x"/>
                                          </p:val>
                                        </p:tav>
                                      </p:tavLst>
                                    </p:anim>
                                    <p:anim calcmode="lin" valueType="num">
                                      <p:cBhvr additive="base">
                                        <p:cTn id="8" dur="1000" fill="hold"/>
                                        <p:tgtEl>
                                          <p:spTgt spid="8"/>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Layout>
</file>

<file path=ppt/slideLayouts/slideLayout367.xml><?xml version="1.0" encoding="utf-8"?>
<p:sldLayout xmlns:a="http://schemas.openxmlformats.org/drawingml/2006/main" xmlns:r="http://schemas.openxmlformats.org/officeDocument/2006/relationships" xmlns:p="http://schemas.openxmlformats.org/presentationml/2006/main" preserve="1" userDrawn="1">
  <p:cSld name="2_Pic08_02">
    <p:spTree>
      <p:nvGrpSpPr>
        <p:cNvPr id="1" name=""/>
        <p:cNvGrpSpPr/>
        <p:nvPr/>
      </p:nvGrpSpPr>
      <p:grpSpPr>
        <a:xfrm>
          <a:off x="0" y="0"/>
          <a:ext cx="0" cy="0"/>
          <a:chOff x="0" y="0"/>
          <a:chExt cx="0" cy="0"/>
        </a:xfrm>
      </p:grpSpPr>
      <p:sp>
        <p:nvSpPr>
          <p:cNvPr id="8" name="Picture Placeholder 7"/>
          <p:cNvSpPr>
            <a:spLocks noGrp="1"/>
          </p:cNvSpPr>
          <p:nvPr>
            <p:ph type="pic" sz="quarter" idx="10" hasCustomPrompt="1"/>
          </p:nvPr>
        </p:nvSpPr>
        <p:spPr>
          <a:xfrm>
            <a:off x="3" y="-12699"/>
            <a:ext cx="12191999" cy="36449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7" name="Round Same Side Corner Rectangle 6"/>
          <p:cNvSpPr/>
          <p:nvPr userDrawn="1"/>
        </p:nvSpPr>
        <p:spPr>
          <a:xfrm rot="16200000" flipH="1">
            <a:off x="11731147" y="6331910"/>
            <a:ext cx="384047" cy="537665"/>
          </a:xfrm>
          <a:prstGeom prst="round2Same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50000"/>
                  <a:lumOff val="50000"/>
                </a:srgbClr>
              </a:solidFill>
            </a:endParaRPr>
          </a:p>
        </p:txBody>
      </p:sp>
      <p:sp>
        <p:nvSpPr>
          <p:cNvPr id="9" name="Slide Number Placeholder 4"/>
          <p:cNvSpPr>
            <a:spLocks noGrp="1"/>
          </p:cNvSpPr>
          <p:nvPr>
            <p:ph type="sldNum" sz="quarter" idx="4"/>
          </p:nvPr>
        </p:nvSpPr>
        <p:spPr>
          <a:xfrm>
            <a:off x="11662445" y="6408719"/>
            <a:ext cx="508001" cy="366183"/>
          </a:xfrm>
          <a:prstGeom prst="rect">
            <a:avLst/>
          </a:prstGeom>
        </p:spPr>
        <p:txBody>
          <a:bodyPr anchor="ctr"/>
          <a:lstStyle>
            <a:lvl1pPr algn="ctr">
              <a:defRPr sz="1200" b="1">
                <a:solidFill>
                  <a:schemeClr val="tx1">
                    <a:lumMod val="50000"/>
                    <a:lumOff val="50000"/>
                  </a:schemeClr>
                </a:solidFill>
                <a:cs typeface="Simplified Arabic" panose="02020603050405020304" pitchFamily="18" charset="-78"/>
              </a:defRPr>
            </a:lvl1pPr>
          </a:lstStyle>
          <a:p>
            <a:pPr defTabSz="1375467" fontAlgn="auto">
              <a:spcBef>
                <a:spcPts val="0"/>
              </a:spcBef>
              <a:spcAft>
                <a:spcPts val="0"/>
              </a:spcAft>
            </a:pPr>
            <a:fld id="{C136B7D2-B98C-44FD-8D04-7EC62A564975}" type="slidenum">
              <a:rPr lang="en-US" smtClean="0">
                <a:solidFill>
                  <a:srgbClr val="262626">
                    <a:lumMod val="50000"/>
                    <a:lumOff val="50000"/>
                  </a:srgbClr>
                </a:solidFill>
                <a:latin typeface="Roboto Condensed"/>
              </a:rPr>
              <a:pPr defTabSz="1375467" fontAlgn="auto">
                <a:spcBef>
                  <a:spcPts val="0"/>
                </a:spcBef>
                <a:spcAft>
                  <a:spcPts val="0"/>
                </a:spcAft>
              </a:pPr>
              <a:t>‹#›</a:t>
            </a:fld>
            <a:endParaRPr lang="en-US" dirty="0">
              <a:solidFill>
                <a:srgbClr val="262626">
                  <a:lumMod val="50000"/>
                  <a:lumOff val="50000"/>
                </a:srgbClr>
              </a:solidFill>
              <a:latin typeface="Roboto Condensed"/>
            </a:endParaRPr>
          </a:p>
        </p:txBody>
      </p:sp>
    </p:spTree>
    <p:extLst>
      <p:ext uri="{BB962C8B-B14F-4D97-AF65-F5344CB8AC3E}">
        <p14:creationId xmlns:p14="http://schemas.microsoft.com/office/powerpoint/2010/main" val="200770132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accel="50000" decel="5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1000" fill="hold"/>
                                        <p:tgtEl>
                                          <p:spTgt spid="8"/>
                                        </p:tgtEl>
                                        <p:attrNameLst>
                                          <p:attrName>ppt_x</p:attrName>
                                        </p:attrNameLst>
                                      </p:cBhvr>
                                      <p:tavLst>
                                        <p:tav tm="0">
                                          <p:val>
                                            <p:strVal val="#ppt_x"/>
                                          </p:val>
                                        </p:tav>
                                        <p:tav tm="100000">
                                          <p:val>
                                            <p:strVal val="#ppt_x"/>
                                          </p:val>
                                        </p:tav>
                                      </p:tavLst>
                                    </p:anim>
                                    <p:anim calcmode="lin" valueType="num">
                                      <p:cBhvr additive="base">
                                        <p:cTn id="8" dur="1000" fill="hold"/>
                                        <p:tgtEl>
                                          <p:spTgt spid="8"/>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Layout>
</file>

<file path=ppt/slideLayouts/slideLayout368.xml><?xml version="1.0" encoding="utf-8"?>
<p:sldLayout xmlns:a="http://schemas.openxmlformats.org/drawingml/2006/main" xmlns:r="http://schemas.openxmlformats.org/officeDocument/2006/relationships" xmlns:p="http://schemas.openxmlformats.org/presentationml/2006/main" userDrawn="1">
  <p:cSld name="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68579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368015183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Layout>
</file>

<file path=ppt/slideLayouts/slideLayout369.xml><?xml version="1.0" encoding="utf-8"?>
<p:sldLayout xmlns:a="http://schemas.openxmlformats.org/drawingml/2006/main" xmlns:r="http://schemas.openxmlformats.org/officeDocument/2006/relationships" xmlns:p="http://schemas.openxmlformats.org/presentationml/2006/main" userDrawn="1">
  <p:cSld name="Team00">
    <p:spTree>
      <p:nvGrpSpPr>
        <p:cNvPr id="1" name=""/>
        <p:cNvGrpSpPr/>
        <p:nvPr/>
      </p:nvGrpSpPr>
      <p:grpSpPr>
        <a:xfrm>
          <a:off x="0" y="0"/>
          <a:ext cx="0" cy="0"/>
          <a:chOff x="0" y="0"/>
          <a:chExt cx="0" cy="0"/>
        </a:xfrm>
      </p:grpSpPr>
      <p:sp>
        <p:nvSpPr>
          <p:cNvPr id="18" name="Down Arrow Callout 17"/>
          <p:cNvSpPr/>
          <p:nvPr userDrawn="1"/>
        </p:nvSpPr>
        <p:spPr bwMode="auto">
          <a:xfrm>
            <a:off x="0" y="0"/>
            <a:ext cx="12192000" cy="3372155"/>
          </a:xfrm>
          <a:prstGeom prst="downArrowCallout">
            <a:avLst>
              <a:gd name="adj1" fmla="val 32676"/>
              <a:gd name="adj2" fmla="val 14109"/>
              <a:gd name="adj3" fmla="val 10498"/>
              <a:gd name="adj4" fmla="val 92638"/>
            </a:avLst>
          </a:prstGeom>
          <a:solidFill>
            <a:schemeClr val="accent1"/>
          </a:solidFill>
          <a:ln w="9525">
            <a:noFill/>
            <a:round/>
            <a:headEnd/>
            <a:tailEnd/>
          </a:ln>
        </p:spPr>
        <p:txBody>
          <a:bodyPr vert="horz" wrap="square" lIns="121920" tIns="60960" rIns="121920" bIns="60960" numCol="1" rtlCol="0" anchor="t" anchorCtr="0" compatLnSpc="1">
            <a:prstTxWarp prst="textNoShape">
              <a:avLst/>
            </a:prstTxWarp>
          </a:bodyPr>
          <a:lstStyle/>
          <a:p>
            <a:pPr algn="ct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21" name="Picture Placeholder 7"/>
          <p:cNvSpPr>
            <a:spLocks noGrp="1"/>
          </p:cNvSpPr>
          <p:nvPr>
            <p:ph type="pic" sz="quarter" idx="10" hasCustomPrompt="1"/>
          </p:nvPr>
        </p:nvSpPr>
        <p:spPr>
          <a:xfrm>
            <a:off x="4999171" y="622368"/>
            <a:ext cx="2193663" cy="2193005"/>
          </a:xfrm>
          <a:prstGeom prst="ellipse">
            <a:avLst/>
          </a:prstGeom>
          <a:ln w="28575">
            <a:solidFill>
              <a:schemeClr val="accent1">
                <a:lumMod val="75000"/>
              </a:schemeClr>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grpSp>
        <p:nvGrpSpPr>
          <p:cNvPr id="17" name="Group 16"/>
          <p:cNvGrpSpPr/>
          <p:nvPr userDrawn="1"/>
        </p:nvGrpSpPr>
        <p:grpSpPr>
          <a:xfrm>
            <a:off x="0" y="1275080"/>
            <a:ext cx="12192000" cy="2125339"/>
            <a:chOff x="0" y="956310"/>
            <a:chExt cx="9144000" cy="1594004"/>
          </a:xfrm>
        </p:grpSpPr>
        <p:sp>
          <p:nvSpPr>
            <p:cNvPr id="14" name="Freeform 13"/>
            <p:cNvSpPr>
              <a:spLocks/>
            </p:cNvSpPr>
            <p:nvPr userDrawn="1"/>
          </p:nvSpPr>
          <p:spPr bwMode="auto">
            <a:xfrm>
              <a:off x="0" y="956310"/>
              <a:ext cx="9144000" cy="1300543"/>
            </a:xfrm>
            <a:custGeom>
              <a:avLst/>
              <a:gdLst/>
              <a:ahLst/>
              <a:cxnLst>
                <a:cxn ang="0">
                  <a:pos x="30" y="330"/>
                </a:cxn>
                <a:cxn ang="0">
                  <a:pos x="99" y="339"/>
                </a:cxn>
                <a:cxn ang="0">
                  <a:pos x="181" y="385"/>
                </a:cxn>
                <a:cxn ang="0">
                  <a:pos x="289" y="307"/>
                </a:cxn>
                <a:cxn ang="0">
                  <a:pos x="364" y="303"/>
                </a:cxn>
                <a:cxn ang="0">
                  <a:pos x="444" y="328"/>
                </a:cxn>
                <a:cxn ang="0">
                  <a:pos x="528" y="322"/>
                </a:cxn>
                <a:cxn ang="0">
                  <a:pos x="661" y="60"/>
                </a:cxn>
                <a:cxn ang="0">
                  <a:pos x="697" y="60"/>
                </a:cxn>
                <a:cxn ang="0">
                  <a:pos x="726" y="57"/>
                </a:cxn>
                <a:cxn ang="0">
                  <a:pos x="768" y="290"/>
                </a:cxn>
                <a:cxn ang="0">
                  <a:pos x="800" y="246"/>
                </a:cxn>
                <a:cxn ang="0">
                  <a:pos x="888" y="176"/>
                </a:cxn>
                <a:cxn ang="0">
                  <a:pos x="955" y="208"/>
                </a:cxn>
                <a:cxn ang="0">
                  <a:pos x="993" y="358"/>
                </a:cxn>
                <a:cxn ang="0">
                  <a:pos x="1025" y="178"/>
                </a:cxn>
                <a:cxn ang="0">
                  <a:pos x="1138" y="172"/>
                </a:cxn>
                <a:cxn ang="0">
                  <a:pos x="1216" y="161"/>
                </a:cxn>
                <a:cxn ang="0">
                  <a:pos x="1241" y="144"/>
                </a:cxn>
                <a:cxn ang="0">
                  <a:pos x="1300" y="0"/>
                </a:cxn>
                <a:cxn ang="0">
                  <a:pos x="1428" y="157"/>
                </a:cxn>
                <a:cxn ang="0">
                  <a:pos x="1462" y="102"/>
                </a:cxn>
                <a:cxn ang="0">
                  <a:pos x="1492" y="57"/>
                </a:cxn>
                <a:cxn ang="0">
                  <a:pos x="1531" y="55"/>
                </a:cxn>
                <a:cxn ang="0">
                  <a:pos x="1567" y="100"/>
                </a:cxn>
                <a:cxn ang="0">
                  <a:pos x="1670" y="159"/>
                </a:cxn>
                <a:cxn ang="0">
                  <a:pos x="1700" y="127"/>
                </a:cxn>
                <a:cxn ang="0">
                  <a:pos x="1782" y="297"/>
                </a:cxn>
                <a:cxn ang="0">
                  <a:pos x="1843" y="153"/>
                </a:cxn>
                <a:cxn ang="0">
                  <a:pos x="1939" y="153"/>
                </a:cxn>
                <a:cxn ang="0">
                  <a:pos x="1973" y="225"/>
                </a:cxn>
                <a:cxn ang="0">
                  <a:pos x="2011" y="131"/>
                </a:cxn>
                <a:cxn ang="0">
                  <a:pos x="2072" y="127"/>
                </a:cxn>
                <a:cxn ang="0">
                  <a:pos x="2127" y="136"/>
                </a:cxn>
                <a:cxn ang="0">
                  <a:pos x="2160" y="227"/>
                </a:cxn>
                <a:cxn ang="0">
                  <a:pos x="2198" y="358"/>
                </a:cxn>
                <a:cxn ang="0">
                  <a:pos x="2238" y="153"/>
                </a:cxn>
                <a:cxn ang="0">
                  <a:pos x="2291" y="153"/>
                </a:cxn>
                <a:cxn ang="0">
                  <a:pos x="2381" y="313"/>
                </a:cxn>
                <a:cxn ang="0">
                  <a:pos x="2417" y="339"/>
                </a:cxn>
                <a:cxn ang="0">
                  <a:pos x="2434" y="288"/>
                </a:cxn>
                <a:cxn ang="0">
                  <a:pos x="2501" y="330"/>
                </a:cxn>
                <a:cxn ang="0">
                  <a:pos x="2535" y="400"/>
                </a:cxn>
                <a:cxn ang="0">
                  <a:pos x="2705" y="377"/>
                </a:cxn>
                <a:cxn ang="0">
                  <a:pos x="2753" y="362"/>
                </a:cxn>
                <a:cxn ang="0">
                  <a:pos x="2785" y="337"/>
                </a:cxn>
                <a:cxn ang="0">
                  <a:pos x="2835" y="392"/>
                </a:cxn>
                <a:cxn ang="0">
                  <a:pos x="2875" y="307"/>
                </a:cxn>
                <a:cxn ang="0">
                  <a:pos x="2915" y="402"/>
                </a:cxn>
                <a:cxn ang="0">
                  <a:pos x="2940" y="307"/>
                </a:cxn>
                <a:cxn ang="0">
                  <a:pos x="2989" y="407"/>
                </a:cxn>
                <a:cxn ang="0">
                  <a:pos x="3050" y="381"/>
                </a:cxn>
                <a:cxn ang="0">
                  <a:pos x="3102" y="404"/>
                </a:cxn>
                <a:cxn ang="0">
                  <a:pos x="3142" y="373"/>
                </a:cxn>
                <a:cxn ang="0">
                  <a:pos x="3182" y="409"/>
                </a:cxn>
                <a:cxn ang="0">
                  <a:pos x="3239" y="455"/>
                </a:cxn>
              </a:cxnLst>
              <a:rect l="0" t="0" r="r" b="b"/>
              <a:pathLst>
                <a:path w="3239" h="455">
                  <a:moveTo>
                    <a:pt x="0" y="455"/>
                  </a:moveTo>
                  <a:lnTo>
                    <a:pt x="0" y="349"/>
                  </a:lnTo>
                  <a:lnTo>
                    <a:pt x="30" y="349"/>
                  </a:lnTo>
                  <a:lnTo>
                    <a:pt x="30" y="330"/>
                  </a:lnTo>
                  <a:lnTo>
                    <a:pt x="85" y="330"/>
                  </a:lnTo>
                  <a:lnTo>
                    <a:pt x="85" y="356"/>
                  </a:lnTo>
                  <a:lnTo>
                    <a:pt x="99" y="356"/>
                  </a:lnTo>
                  <a:lnTo>
                    <a:pt x="99" y="339"/>
                  </a:lnTo>
                  <a:lnTo>
                    <a:pt x="122" y="339"/>
                  </a:lnTo>
                  <a:lnTo>
                    <a:pt x="122" y="368"/>
                  </a:lnTo>
                  <a:lnTo>
                    <a:pt x="181" y="368"/>
                  </a:lnTo>
                  <a:lnTo>
                    <a:pt x="181" y="385"/>
                  </a:lnTo>
                  <a:lnTo>
                    <a:pt x="251" y="385"/>
                  </a:lnTo>
                  <a:lnTo>
                    <a:pt x="251" y="322"/>
                  </a:lnTo>
                  <a:lnTo>
                    <a:pt x="289" y="322"/>
                  </a:lnTo>
                  <a:lnTo>
                    <a:pt x="289" y="307"/>
                  </a:lnTo>
                  <a:lnTo>
                    <a:pt x="331" y="307"/>
                  </a:lnTo>
                  <a:lnTo>
                    <a:pt x="331" y="290"/>
                  </a:lnTo>
                  <a:lnTo>
                    <a:pt x="364" y="290"/>
                  </a:lnTo>
                  <a:lnTo>
                    <a:pt x="364" y="303"/>
                  </a:lnTo>
                  <a:lnTo>
                    <a:pt x="411" y="303"/>
                  </a:lnTo>
                  <a:lnTo>
                    <a:pt x="411" y="311"/>
                  </a:lnTo>
                  <a:lnTo>
                    <a:pt x="444" y="311"/>
                  </a:lnTo>
                  <a:lnTo>
                    <a:pt x="444" y="328"/>
                  </a:lnTo>
                  <a:lnTo>
                    <a:pt x="455" y="328"/>
                  </a:lnTo>
                  <a:lnTo>
                    <a:pt x="455" y="303"/>
                  </a:lnTo>
                  <a:lnTo>
                    <a:pt x="528" y="303"/>
                  </a:lnTo>
                  <a:lnTo>
                    <a:pt x="528" y="322"/>
                  </a:lnTo>
                  <a:lnTo>
                    <a:pt x="617" y="322"/>
                  </a:lnTo>
                  <a:lnTo>
                    <a:pt x="617" y="66"/>
                  </a:lnTo>
                  <a:lnTo>
                    <a:pt x="661" y="66"/>
                  </a:lnTo>
                  <a:lnTo>
                    <a:pt x="661" y="60"/>
                  </a:lnTo>
                  <a:lnTo>
                    <a:pt x="673" y="60"/>
                  </a:lnTo>
                  <a:lnTo>
                    <a:pt x="673" y="83"/>
                  </a:lnTo>
                  <a:lnTo>
                    <a:pt x="697" y="83"/>
                  </a:lnTo>
                  <a:lnTo>
                    <a:pt x="697" y="60"/>
                  </a:lnTo>
                  <a:lnTo>
                    <a:pt x="705" y="60"/>
                  </a:lnTo>
                  <a:lnTo>
                    <a:pt x="705" y="49"/>
                  </a:lnTo>
                  <a:lnTo>
                    <a:pt x="726" y="49"/>
                  </a:lnTo>
                  <a:lnTo>
                    <a:pt x="726" y="57"/>
                  </a:lnTo>
                  <a:lnTo>
                    <a:pt x="753" y="57"/>
                  </a:lnTo>
                  <a:lnTo>
                    <a:pt x="753" y="102"/>
                  </a:lnTo>
                  <a:lnTo>
                    <a:pt x="768" y="102"/>
                  </a:lnTo>
                  <a:lnTo>
                    <a:pt x="768" y="290"/>
                  </a:lnTo>
                  <a:lnTo>
                    <a:pt x="789" y="290"/>
                  </a:lnTo>
                  <a:lnTo>
                    <a:pt x="789" y="263"/>
                  </a:lnTo>
                  <a:lnTo>
                    <a:pt x="800" y="263"/>
                  </a:lnTo>
                  <a:lnTo>
                    <a:pt x="800" y="246"/>
                  </a:lnTo>
                  <a:lnTo>
                    <a:pt x="873" y="246"/>
                  </a:lnTo>
                  <a:lnTo>
                    <a:pt x="873" y="199"/>
                  </a:lnTo>
                  <a:lnTo>
                    <a:pt x="888" y="199"/>
                  </a:lnTo>
                  <a:lnTo>
                    <a:pt x="888" y="176"/>
                  </a:lnTo>
                  <a:lnTo>
                    <a:pt x="943" y="176"/>
                  </a:lnTo>
                  <a:lnTo>
                    <a:pt x="943" y="195"/>
                  </a:lnTo>
                  <a:lnTo>
                    <a:pt x="955" y="195"/>
                  </a:lnTo>
                  <a:lnTo>
                    <a:pt x="955" y="208"/>
                  </a:lnTo>
                  <a:lnTo>
                    <a:pt x="976" y="208"/>
                  </a:lnTo>
                  <a:lnTo>
                    <a:pt x="976" y="333"/>
                  </a:lnTo>
                  <a:lnTo>
                    <a:pt x="993" y="333"/>
                  </a:lnTo>
                  <a:lnTo>
                    <a:pt x="993" y="358"/>
                  </a:lnTo>
                  <a:lnTo>
                    <a:pt x="1004" y="358"/>
                  </a:lnTo>
                  <a:lnTo>
                    <a:pt x="1004" y="195"/>
                  </a:lnTo>
                  <a:lnTo>
                    <a:pt x="1025" y="195"/>
                  </a:lnTo>
                  <a:lnTo>
                    <a:pt x="1025" y="178"/>
                  </a:lnTo>
                  <a:lnTo>
                    <a:pt x="1115" y="178"/>
                  </a:lnTo>
                  <a:lnTo>
                    <a:pt x="1115" y="193"/>
                  </a:lnTo>
                  <a:lnTo>
                    <a:pt x="1138" y="193"/>
                  </a:lnTo>
                  <a:lnTo>
                    <a:pt x="1138" y="172"/>
                  </a:lnTo>
                  <a:lnTo>
                    <a:pt x="1147" y="172"/>
                  </a:lnTo>
                  <a:lnTo>
                    <a:pt x="1147" y="134"/>
                  </a:lnTo>
                  <a:lnTo>
                    <a:pt x="1216" y="134"/>
                  </a:lnTo>
                  <a:lnTo>
                    <a:pt x="1216" y="161"/>
                  </a:lnTo>
                  <a:lnTo>
                    <a:pt x="1224" y="161"/>
                  </a:lnTo>
                  <a:lnTo>
                    <a:pt x="1224" y="176"/>
                  </a:lnTo>
                  <a:lnTo>
                    <a:pt x="1241" y="176"/>
                  </a:lnTo>
                  <a:lnTo>
                    <a:pt x="1241" y="144"/>
                  </a:lnTo>
                  <a:lnTo>
                    <a:pt x="1250" y="144"/>
                  </a:lnTo>
                  <a:lnTo>
                    <a:pt x="1250" y="85"/>
                  </a:lnTo>
                  <a:lnTo>
                    <a:pt x="1300" y="85"/>
                  </a:lnTo>
                  <a:lnTo>
                    <a:pt x="1300" y="0"/>
                  </a:lnTo>
                  <a:lnTo>
                    <a:pt x="1409" y="0"/>
                  </a:lnTo>
                  <a:lnTo>
                    <a:pt x="1409" y="178"/>
                  </a:lnTo>
                  <a:lnTo>
                    <a:pt x="1428" y="178"/>
                  </a:lnTo>
                  <a:lnTo>
                    <a:pt x="1428" y="157"/>
                  </a:lnTo>
                  <a:lnTo>
                    <a:pt x="1439" y="157"/>
                  </a:lnTo>
                  <a:lnTo>
                    <a:pt x="1439" y="134"/>
                  </a:lnTo>
                  <a:lnTo>
                    <a:pt x="1462" y="134"/>
                  </a:lnTo>
                  <a:lnTo>
                    <a:pt x="1462" y="102"/>
                  </a:lnTo>
                  <a:lnTo>
                    <a:pt x="1481" y="102"/>
                  </a:lnTo>
                  <a:lnTo>
                    <a:pt x="1481" y="70"/>
                  </a:lnTo>
                  <a:lnTo>
                    <a:pt x="1492" y="70"/>
                  </a:lnTo>
                  <a:lnTo>
                    <a:pt x="1492" y="57"/>
                  </a:lnTo>
                  <a:lnTo>
                    <a:pt x="1508" y="57"/>
                  </a:lnTo>
                  <a:lnTo>
                    <a:pt x="1508" y="40"/>
                  </a:lnTo>
                  <a:lnTo>
                    <a:pt x="1531" y="40"/>
                  </a:lnTo>
                  <a:lnTo>
                    <a:pt x="1531" y="55"/>
                  </a:lnTo>
                  <a:lnTo>
                    <a:pt x="1550" y="55"/>
                  </a:lnTo>
                  <a:lnTo>
                    <a:pt x="1550" y="66"/>
                  </a:lnTo>
                  <a:lnTo>
                    <a:pt x="1567" y="66"/>
                  </a:lnTo>
                  <a:lnTo>
                    <a:pt x="1567" y="100"/>
                  </a:lnTo>
                  <a:lnTo>
                    <a:pt x="1584" y="100"/>
                  </a:lnTo>
                  <a:lnTo>
                    <a:pt x="1584" y="153"/>
                  </a:lnTo>
                  <a:lnTo>
                    <a:pt x="1670" y="153"/>
                  </a:lnTo>
                  <a:lnTo>
                    <a:pt x="1670" y="159"/>
                  </a:lnTo>
                  <a:lnTo>
                    <a:pt x="1689" y="159"/>
                  </a:lnTo>
                  <a:lnTo>
                    <a:pt x="1689" y="142"/>
                  </a:lnTo>
                  <a:lnTo>
                    <a:pt x="1700" y="142"/>
                  </a:lnTo>
                  <a:lnTo>
                    <a:pt x="1700" y="127"/>
                  </a:lnTo>
                  <a:lnTo>
                    <a:pt x="1769" y="127"/>
                  </a:lnTo>
                  <a:lnTo>
                    <a:pt x="1769" y="142"/>
                  </a:lnTo>
                  <a:lnTo>
                    <a:pt x="1782" y="142"/>
                  </a:lnTo>
                  <a:lnTo>
                    <a:pt x="1782" y="297"/>
                  </a:lnTo>
                  <a:lnTo>
                    <a:pt x="1790" y="297"/>
                  </a:lnTo>
                  <a:lnTo>
                    <a:pt x="1790" y="269"/>
                  </a:lnTo>
                  <a:lnTo>
                    <a:pt x="1843" y="269"/>
                  </a:lnTo>
                  <a:lnTo>
                    <a:pt x="1843" y="153"/>
                  </a:lnTo>
                  <a:lnTo>
                    <a:pt x="1864" y="153"/>
                  </a:lnTo>
                  <a:lnTo>
                    <a:pt x="1864" y="136"/>
                  </a:lnTo>
                  <a:lnTo>
                    <a:pt x="1939" y="136"/>
                  </a:lnTo>
                  <a:lnTo>
                    <a:pt x="1939" y="153"/>
                  </a:lnTo>
                  <a:lnTo>
                    <a:pt x="1958" y="153"/>
                  </a:lnTo>
                  <a:lnTo>
                    <a:pt x="1958" y="360"/>
                  </a:lnTo>
                  <a:lnTo>
                    <a:pt x="1973" y="360"/>
                  </a:lnTo>
                  <a:lnTo>
                    <a:pt x="1973" y="225"/>
                  </a:lnTo>
                  <a:lnTo>
                    <a:pt x="1996" y="225"/>
                  </a:lnTo>
                  <a:lnTo>
                    <a:pt x="1996" y="144"/>
                  </a:lnTo>
                  <a:lnTo>
                    <a:pt x="2011" y="144"/>
                  </a:lnTo>
                  <a:lnTo>
                    <a:pt x="2011" y="131"/>
                  </a:lnTo>
                  <a:lnTo>
                    <a:pt x="2019" y="131"/>
                  </a:lnTo>
                  <a:lnTo>
                    <a:pt x="2019" y="115"/>
                  </a:lnTo>
                  <a:lnTo>
                    <a:pt x="2072" y="115"/>
                  </a:lnTo>
                  <a:lnTo>
                    <a:pt x="2072" y="127"/>
                  </a:lnTo>
                  <a:lnTo>
                    <a:pt x="2093" y="127"/>
                  </a:lnTo>
                  <a:lnTo>
                    <a:pt x="2093" y="110"/>
                  </a:lnTo>
                  <a:lnTo>
                    <a:pt x="2127" y="110"/>
                  </a:lnTo>
                  <a:lnTo>
                    <a:pt x="2127" y="136"/>
                  </a:lnTo>
                  <a:lnTo>
                    <a:pt x="2141" y="136"/>
                  </a:lnTo>
                  <a:lnTo>
                    <a:pt x="2141" y="144"/>
                  </a:lnTo>
                  <a:lnTo>
                    <a:pt x="2160" y="144"/>
                  </a:lnTo>
                  <a:lnTo>
                    <a:pt x="2160" y="227"/>
                  </a:lnTo>
                  <a:lnTo>
                    <a:pt x="2173" y="227"/>
                  </a:lnTo>
                  <a:lnTo>
                    <a:pt x="2173" y="373"/>
                  </a:lnTo>
                  <a:lnTo>
                    <a:pt x="2198" y="373"/>
                  </a:lnTo>
                  <a:lnTo>
                    <a:pt x="2198" y="358"/>
                  </a:lnTo>
                  <a:lnTo>
                    <a:pt x="2221" y="358"/>
                  </a:lnTo>
                  <a:lnTo>
                    <a:pt x="2221" y="288"/>
                  </a:lnTo>
                  <a:lnTo>
                    <a:pt x="2238" y="288"/>
                  </a:lnTo>
                  <a:lnTo>
                    <a:pt x="2238" y="153"/>
                  </a:lnTo>
                  <a:lnTo>
                    <a:pt x="2274" y="153"/>
                  </a:lnTo>
                  <a:lnTo>
                    <a:pt x="2274" y="121"/>
                  </a:lnTo>
                  <a:lnTo>
                    <a:pt x="2291" y="121"/>
                  </a:lnTo>
                  <a:lnTo>
                    <a:pt x="2291" y="153"/>
                  </a:lnTo>
                  <a:lnTo>
                    <a:pt x="2350" y="153"/>
                  </a:lnTo>
                  <a:lnTo>
                    <a:pt x="2350" y="288"/>
                  </a:lnTo>
                  <a:lnTo>
                    <a:pt x="2381" y="288"/>
                  </a:lnTo>
                  <a:lnTo>
                    <a:pt x="2381" y="313"/>
                  </a:lnTo>
                  <a:lnTo>
                    <a:pt x="2389" y="313"/>
                  </a:lnTo>
                  <a:lnTo>
                    <a:pt x="2389" y="347"/>
                  </a:lnTo>
                  <a:lnTo>
                    <a:pt x="2417" y="347"/>
                  </a:lnTo>
                  <a:lnTo>
                    <a:pt x="2417" y="339"/>
                  </a:lnTo>
                  <a:lnTo>
                    <a:pt x="2427" y="339"/>
                  </a:lnTo>
                  <a:lnTo>
                    <a:pt x="2427" y="311"/>
                  </a:lnTo>
                  <a:lnTo>
                    <a:pt x="2434" y="311"/>
                  </a:lnTo>
                  <a:lnTo>
                    <a:pt x="2434" y="288"/>
                  </a:lnTo>
                  <a:lnTo>
                    <a:pt x="2486" y="288"/>
                  </a:lnTo>
                  <a:lnTo>
                    <a:pt x="2486" y="316"/>
                  </a:lnTo>
                  <a:lnTo>
                    <a:pt x="2501" y="316"/>
                  </a:lnTo>
                  <a:lnTo>
                    <a:pt x="2501" y="330"/>
                  </a:lnTo>
                  <a:lnTo>
                    <a:pt x="2526" y="330"/>
                  </a:lnTo>
                  <a:lnTo>
                    <a:pt x="2526" y="356"/>
                  </a:lnTo>
                  <a:lnTo>
                    <a:pt x="2535" y="356"/>
                  </a:lnTo>
                  <a:lnTo>
                    <a:pt x="2535" y="400"/>
                  </a:lnTo>
                  <a:lnTo>
                    <a:pt x="2554" y="400"/>
                  </a:lnTo>
                  <a:lnTo>
                    <a:pt x="2554" y="275"/>
                  </a:lnTo>
                  <a:lnTo>
                    <a:pt x="2705" y="275"/>
                  </a:lnTo>
                  <a:lnTo>
                    <a:pt x="2705" y="377"/>
                  </a:lnTo>
                  <a:lnTo>
                    <a:pt x="2726" y="377"/>
                  </a:lnTo>
                  <a:lnTo>
                    <a:pt x="2726" y="396"/>
                  </a:lnTo>
                  <a:lnTo>
                    <a:pt x="2753" y="396"/>
                  </a:lnTo>
                  <a:lnTo>
                    <a:pt x="2753" y="362"/>
                  </a:lnTo>
                  <a:lnTo>
                    <a:pt x="2762" y="362"/>
                  </a:lnTo>
                  <a:lnTo>
                    <a:pt x="2762" y="347"/>
                  </a:lnTo>
                  <a:lnTo>
                    <a:pt x="2785" y="347"/>
                  </a:lnTo>
                  <a:lnTo>
                    <a:pt x="2785" y="337"/>
                  </a:lnTo>
                  <a:lnTo>
                    <a:pt x="2814" y="337"/>
                  </a:lnTo>
                  <a:lnTo>
                    <a:pt x="2814" y="398"/>
                  </a:lnTo>
                  <a:lnTo>
                    <a:pt x="2835" y="398"/>
                  </a:lnTo>
                  <a:lnTo>
                    <a:pt x="2835" y="392"/>
                  </a:lnTo>
                  <a:lnTo>
                    <a:pt x="2858" y="392"/>
                  </a:lnTo>
                  <a:lnTo>
                    <a:pt x="2858" y="318"/>
                  </a:lnTo>
                  <a:lnTo>
                    <a:pt x="2875" y="318"/>
                  </a:lnTo>
                  <a:lnTo>
                    <a:pt x="2875" y="307"/>
                  </a:lnTo>
                  <a:lnTo>
                    <a:pt x="2900" y="307"/>
                  </a:lnTo>
                  <a:lnTo>
                    <a:pt x="2900" y="316"/>
                  </a:lnTo>
                  <a:lnTo>
                    <a:pt x="2915" y="316"/>
                  </a:lnTo>
                  <a:lnTo>
                    <a:pt x="2915" y="402"/>
                  </a:lnTo>
                  <a:lnTo>
                    <a:pt x="2928" y="402"/>
                  </a:lnTo>
                  <a:lnTo>
                    <a:pt x="2928" y="318"/>
                  </a:lnTo>
                  <a:lnTo>
                    <a:pt x="2940" y="318"/>
                  </a:lnTo>
                  <a:lnTo>
                    <a:pt x="2940" y="307"/>
                  </a:lnTo>
                  <a:lnTo>
                    <a:pt x="2968" y="307"/>
                  </a:lnTo>
                  <a:lnTo>
                    <a:pt x="2968" y="316"/>
                  </a:lnTo>
                  <a:lnTo>
                    <a:pt x="2989" y="316"/>
                  </a:lnTo>
                  <a:lnTo>
                    <a:pt x="2989" y="407"/>
                  </a:lnTo>
                  <a:lnTo>
                    <a:pt x="3035" y="407"/>
                  </a:lnTo>
                  <a:lnTo>
                    <a:pt x="3035" y="394"/>
                  </a:lnTo>
                  <a:lnTo>
                    <a:pt x="3050" y="394"/>
                  </a:lnTo>
                  <a:lnTo>
                    <a:pt x="3050" y="381"/>
                  </a:lnTo>
                  <a:lnTo>
                    <a:pt x="3092" y="381"/>
                  </a:lnTo>
                  <a:lnTo>
                    <a:pt x="3092" y="394"/>
                  </a:lnTo>
                  <a:lnTo>
                    <a:pt x="3102" y="394"/>
                  </a:lnTo>
                  <a:lnTo>
                    <a:pt x="3102" y="404"/>
                  </a:lnTo>
                  <a:lnTo>
                    <a:pt x="3130" y="404"/>
                  </a:lnTo>
                  <a:lnTo>
                    <a:pt x="3130" y="394"/>
                  </a:lnTo>
                  <a:lnTo>
                    <a:pt x="3142" y="394"/>
                  </a:lnTo>
                  <a:lnTo>
                    <a:pt x="3142" y="373"/>
                  </a:lnTo>
                  <a:lnTo>
                    <a:pt x="3157" y="373"/>
                  </a:lnTo>
                  <a:lnTo>
                    <a:pt x="3157" y="383"/>
                  </a:lnTo>
                  <a:lnTo>
                    <a:pt x="3182" y="383"/>
                  </a:lnTo>
                  <a:lnTo>
                    <a:pt x="3182" y="409"/>
                  </a:lnTo>
                  <a:lnTo>
                    <a:pt x="3199" y="409"/>
                  </a:lnTo>
                  <a:lnTo>
                    <a:pt x="3199" y="400"/>
                  </a:lnTo>
                  <a:lnTo>
                    <a:pt x="3239" y="400"/>
                  </a:lnTo>
                  <a:lnTo>
                    <a:pt x="3239" y="455"/>
                  </a:lnTo>
                  <a:lnTo>
                    <a:pt x="0" y="455"/>
                  </a:lnTo>
                  <a:close/>
                </a:path>
              </a:pathLst>
            </a:custGeom>
            <a:solidFill>
              <a:schemeClr val="accent1">
                <a:lumMod val="50000"/>
                <a:alpha val="28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16" name="Isosceles Triangle 15"/>
            <p:cNvSpPr/>
            <p:nvPr userDrawn="1"/>
          </p:nvSpPr>
          <p:spPr>
            <a:xfrm rot="10800000">
              <a:off x="4191000" y="2256627"/>
              <a:ext cx="762000" cy="293687"/>
            </a:xfrm>
            <a:prstGeom prst="triangle">
              <a:avLst>
                <a:gd name="adj" fmla="val 50000"/>
              </a:avLst>
            </a:prstGeom>
            <a:solidFill>
              <a:schemeClr val="accent1">
                <a:lumMod val="50000"/>
                <a:alpha val="2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grpSp>
    </p:spTree>
    <p:extLst>
      <p:ext uri="{BB962C8B-B14F-4D97-AF65-F5344CB8AC3E}">
        <p14:creationId xmlns:p14="http://schemas.microsoft.com/office/powerpoint/2010/main" val="221312084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accel="50000" decel="50000" fill="hold" grpId="0" nodeType="afterEffect">
                                  <p:stCondLst>
                                    <p:cond delay="0"/>
                                  </p:stCondLst>
                                  <p:childTnLst>
                                    <p:set>
                                      <p:cBhvr>
                                        <p:cTn id="6" dur="1" fill="hold">
                                          <p:stCondLst>
                                            <p:cond delay="0"/>
                                          </p:stCondLst>
                                        </p:cTn>
                                        <p:tgtEl>
                                          <p:spTgt spid="18"/>
                                        </p:tgtEl>
                                        <p:attrNameLst>
                                          <p:attrName>style.visibility</p:attrName>
                                        </p:attrNameLst>
                                      </p:cBhvr>
                                      <p:to>
                                        <p:strVal val="visible"/>
                                      </p:to>
                                    </p:set>
                                    <p:anim calcmode="lin" valueType="num">
                                      <p:cBhvr additive="base">
                                        <p:cTn id="7" dur="1000" fill="hold"/>
                                        <p:tgtEl>
                                          <p:spTgt spid="18"/>
                                        </p:tgtEl>
                                        <p:attrNameLst>
                                          <p:attrName>ppt_x</p:attrName>
                                        </p:attrNameLst>
                                      </p:cBhvr>
                                      <p:tavLst>
                                        <p:tav tm="0">
                                          <p:val>
                                            <p:strVal val="#ppt_x"/>
                                          </p:val>
                                        </p:tav>
                                        <p:tav tm="100000">
                                          <p:val>
                                            <p:strVal val="#ppt_x"/>
                                          </p:val>
                                        </p:tav>
                                      </p:tavLst>
                                    </p:anim>
                                    <p:anim calcmode="lin" valueType="num">
                                      <p:cBhvr additive="base">
                                        <p:cTn id="8" dur="1000" fill="hold"/>
                                        <p:tgtEl>
                                          <p:spTgt spid="18"/>
                                        </p:tgtEl>
                                        <p:attrNameLst>
                                          <p:attrName>ppt_y</p:attrName>
                                        </p:attrNameLst>
                                      </p:cBhvr>
                                      <p:tavLst>
                                        <p:tav tm="0">
                                          <p:val>
                                            <p:strVal val="0-#ppt_h/2"/>
                                          </p:val>
                                        </p:tav>
                                        <p:tav tm="100000">
                                          <p:val>
                                            <p:strVal val="#ppt_y"/>
                                          </p:val>
                                        </p:tav>
                                      </p:tavLst>
                                    </p:anim>
                                  </p:childTnLst>
                                </p:cTn>
                              </p:par>
                              <p:par>
                                <p:cTn id="9" presetID="2" presetClass="entr" presetSubtype="4" accel="50000" decel="50000" fill="hold" nodeType="withEffect">
                                  <p:stCondLst>
                                    <p:cond delay="0"/>
                                  </p:stCondLst>
                                  <p:childTnLst>
                                    <p:set>
                                      <p:cBhvr>
                                        <p:cTn id="10" dur="1" fill="hold">
                                          <p:stCondLst>
                                            <p:cond delay="0"/>
                                          </p:stCondLst>
                                        </p:cTn>
                                        <p:tgtEl>
                                          <p:spTgt spid="17"/>
                                        </p:tgtEl>
                                        <p:attrNameLst>
                                          <p:attrName>style.visibility</p:attrName>
                                        </p:attrNameLst>
                                      </p:cBhvr>
                                      <p:to>
                                        <p:strVal val="visible"/>
                                      </p:to>
                                    </p:set>
                                    <p:anim calcmode="lin" valueType="num">
                                      <p:cBhvr additive="base">
                                        <p:cTn id="11" dur="1000" fill="hold"/>
                                        <p:tgtEl>
                                          <p:spTgt spid="17"/>
                                        </p:tgtEl>
                                        <p:attrNameLst>
                                          <p:attrName>ppt_x</p:attrName>
                                        </p:attrNameLst>
                                      </p:cBhvr>
                                      <p:tavLst>
                                        <p:tav tm="0">
                                          <p:val>
                                            <p:strVal val="#ppt_x"/>
                                          </p:val>
                                        </p:tav>
                                        <p:tav tm="100000">
                                          <p:val>
                                            <p:strVal val="#ppt_x"/>
                                          </p:val>
                                        </p:tav>
                                      </p:tavLst>
                                    </p:anim>
                                    <p:anim calcmode="lin" valueType="num">
                                      <p:cBhvr additive="base">
                                        <p:cTn id="12" dur="1000" fill="hold"/>
                                        <p:tgtEl>
                                          <p:spTgt spid="17"/>
                                        </p:tgtEl>
                                        <p:attrNameLst>
                                          <p:attrName>ppt_y</p:attrName>
                                        </p:attrNameLst>
                                      </p:cBhvr>
                                      <p:tavLst>
                                        <p:tav tm="0">
                                          <p:val>
                                            <p:strVal val="1+#ppt_h/2"/>
                                          </p:val>
                                        </p:tav>
                                        <p:tav tm="100000">
                                          <p:val>
                                            <p:strVal val="#ppt_y"/>
                                          </p:val>
                                        </p:tav>
                                      </p:tavLst>
                                    </p:anim>
                                  </p:childTnLst>
                                </p:cTn>
                              </p:par>
                            </p:childTnLst>
                          </p:cTn>
                        </p:par>
                        <p:par>
                          <p:cTn id="13" fill="hold">
                            <p:stCondLst>
                              <p:cond delay="1000"/>
                            </p:stCondLst>
                            <p:childTnLst>
                              <p:par>
                                <p:cTn id="14" presetID="53" presetClass="entr" presetSubtype="0" fill="hold" grpId="0" nodeType="afterEffect">
                                  <p:stCondLst>
                                    <p:cond delay="0"/>
                                  </p:stCondLst>
                                  <p:childTnLst>
                                    <p:set>
                                      <p:cBhvr>
                                        <p:cTn id="15" dur="1" fill="hold">
                                          <p:stCondLst>
                                            <p:cond delay="0"/>
                                          </p:stCondLst>
                                        </p:cTn>
                                        <p:tgtEl>
                                          <p:spTgt spid="21"/>
                                        </p:tgtEl>
                                        <p:attrNameLst>
                                          <p:attrName>style.visibility</p:attrName>
                                        </p:attrNameLst>
                                      </p:cBhvr>
                                      <p:to>
                                        <p:strVal val="visible"/>
                                      </p:to>
                                    </p:set>
                                    <p:anim calcmode="lin" valueType="num">
                                      <p:cBhvr>
                                        <p:cTn id="16" dur="500" fill="hold"/>
                                        <p:tgtEl>
                                          <p:spTgt spid="21"/>
                                        </p:tgtEl>
                                        <p:attrNameLst>
                                          <p:attrName>ppt_w</p:attrName>
                                        </p:attrNameLst>
                                      </p:cBhvr>
                                      <p:tavLst>
                                        <p:tav tm="0">
                                          <p:val>
                                            <p:fltVal val="0"/>
                                          </p:val>
                                        </p:tav>
                                        <p:tav tm="100000">
                                          <p:val>
                                            <p:strVal val="#ppt_w"/>
                                          </p:val>
                                        </p:tav>
                                      </p:tavLst>
                                    </p:anim>
                                    <p:anim calcmode="lin" valueType="num">
                                      <p:cBhvr>
                                        <p:cTn id="17" dur="500" fill="hold"/>
                                        <p:tgtEl>
                                          <p:spTgt spid="21"/>
                                        </p:tgtEl>
                                        <p:attrNameLst>
                                          <p:attrName>ppt_h</p:attrName>
                                        </p:attrNameLst>
                                      </p:cBhvr>
                                      <p:tavLst>
                                        <p:tav tm="0">
                                          <p:val>
                                            <p:fltVal val="0"/>
                                          </p:val>
                                        </p:tav>
                                        <p:tav tm="100000">
                                          <p:val>
                                            <p:strVal val="#ppt_h"/>
                                          </p:val>
                                        </p:tav>
                                      </p:tavLst>
                                    </p:anim>
                                    <p:animEffect transition="in" filter="fade">
                                      <p:cBhvr>
                                        <p:cTn id="18"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21" grpId="0" animBg="1"/>
    </p:bldLst>
  </p:timing>
</p:sldLayout>
</file>

<file path=ppt/slideLayouts/slideLayout370.xml><?xml version="1.0" encoding="utf-8"?>
<p:sldLayout xmlns:a="http://schemas.openxmlformats.org/drawingml/2006/main" xmlns:r="http://schemas.openxmlformats.org/officeDocument/2006/relationships" xmlns:p="http://schemas.openxmlformats.org/presentationml/2006/main" userDrawn="1">
  <p:cSld name="Pic05">
    <p:spTree>
      <p:nvGrpSpPr>
        <p:cNvPr id="1" name=""/>
        <p:cNvGrpSpPr/>
        <p:nvPr/>
      </p:nvGrpSpPr>
      <p:grpSpPr>
        <a:xfrm>
          <a:off x="0" y="0"/>
          <a:ext cx="0" cy="0"/>
          <a:chOff x="0" y="0"/>
          <a:chExt cx="0" cy="0"/>
        </a:xfrm>
      </p:grpSpPr>
      <p:sp>
        <p:nvSpPr>
          <p:cNvPr id="20" name="Picture Placeholder 7"/>
          <p:cNvSpPr>
            <a:spLocks noGrp="1"/>
          </p:cNvSpPr>
          <p:nvPr>
            <p:ph type="pic" sz="quarter" idx="15" hasCustomPrompt="1"/>
          </p:nvPr>
        </p:nvSpPr>
        <p:spPr>
          <a:xfrm>
            <a:off x="0" y="1641603"/>
            <a:ext cx="12170443" cy="3006597"/>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7"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8"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296034138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20"/>
                                        </p:tgtEl>
                                        <p:attrNameLst>
                                          <p:attrName>style.visibility</p:attrName>
                                        </p:attrNameLst>
                                      </p:cBhvr>
                                      <p:to>
                                        <p:strVal val="visible"/>
                                      </p:to>
                                    </p:set>
                                    <p:anim calcmode="lin" valueType="num">
                                      <p:cBhvr additive="base">
                                        <p:cTn id="7" dur="500" fill="hold"/>
                                        <p:tgtEl>
                                          <p:spTgt spid="20"/>
                                        </p:tgtEl>
                                        <p:attrNameLst>
                                          <p:attrName>ppt_x</p:attrName>
                                        </p:attrNameLst>
                                      </p:cBhvr>
                                      <p:tavLst>
                                        <p:tav tm="0">
                                          <p:val>
                                            <p:strVal val="#ppt_x"/>
                                          </p:val>
                                        </p:tav>
                                        <p:tav tm="100000">
                                          <p:val>
                                            <p:strVal val="#ppt_x"/>
                                          </p:val>
                                        </p:tav>
                                      </p:tavLst>
                                    </p:anim>
                                    <p:anim calcmode="lin" valueType="num">
                                      <p:cBhvr additive="base">
                                        <p:cTn id="8" dur="500" fill="hold"/>
                                        <p:tgtEl>
                                          <p:spTgt spid="2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Lst>
  </p:timing>
</p:sldLayout>
</file>

<file path=ppt/slideLayouts/slideLayout371.xml><?xml version="1.0" encoding="utf-8"?>
<p:sldLayout xmlns:a="http://schemas.openxmlformats.org/drawingml/2006/main" xmlns:r="http://schemas.openxmlformats.org/officeDocument/2006/relationships" xmlns:p="http://schemas.openxmlformats.org/presentationml/2006/main" userDrawn="1">
  <p:cSld name="Pic07">
    <p:spTree>
      <p:nvGrpSpPr>
        <p:cNvPr id="1" name=""/>
        <p:cNvGrpSpPr/>
        <p:nvPr/>
      </p:nvGrpSpPr>
      <p:grpSpPr>
        <a:xfrm>
          <a:off x="0" y="0"/>
          <a:ext cx="0" cy="0"/>
          <a:chOff x="0" y="0"/>
          <a:chExt cx="0" cy="0"/>
        </a:xfrm>
      </p:grpSpPr>
      <p:sp>
        <p:nvSpPr>
          <p:cNvPr id="14" name="Rectangle 13"/>
          <p:cNvSpPr/>
          <p:nvPr userDrawn="1"/>
        </p:nvSpPr>
        <p:spPr>
          <a:xfrm>
            <a:off x="-10646" y="1907856"/>
            <a:ext cx="4214343" cy="2841945"/>
          </a:xfrm>
          <a:prstGeom prst="rect">
            <a:avLst/>
          </a:prstGeom>
          <a:solidFill>
            <a:schemeClr val="accent1"/>
          </a:solidFill>
          <a:ln>
            <a:noFill/>
          </a:ln>
          <a:effectLst>
            <a:outerShdw blurRad="317500" sx="1000" sy="1000" rotWithShape="0">
              <a:prstClr val="black"/>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15" name="Picture Placeholder 7"/>
          <p:cNvSpPr>
            <a:spLocks noGrp="1"/>
          </p:cNvSpPr>
          <p:nvPr>
            <p:ph type="pic" sz="quarter" idx="15" hasCustomPrompt="1"/>
          </p:nvPr>
        </p:nvSpPr>
        <p:spPr>
          <a:xfrm>
            <a:off x="4203697" y="1907856"/>
            <a:ext cx="7988304" cy="2841945"/>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8"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9"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421155651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accel="50000" decel="50000" fill="hold" grpId="0" nodeType="after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500" fill="hold"/>
                                        <p:tgtEl>
                                          <p:spTgt spid="15"/>
                                        </p:tgtEl>
                                        <p:attrNameLst>
                                          <p:attrName>ppt_x</p:attrName>
                                        </p:attrNameLst>
                                      </p:cBhvr>
                                      <p:tavLst>
                                        <p:tav tm="0">
                                          <p:val>
                                            <p:strVal val="1+#ppt_w/2"/>
                                          </p:val>
                                        </p:tav>
                                        <p:tav tm="100000">
                                          <p:val>
                                            <p:strVal val="#ppt_x"/>
                                          </p:val>
                                        </p:tav>
                                      </p:tavLst>
                                    </p:anim>
                                    <p:anim calcmode="lin" valueType="num">
                                      <p:cBhvr additive="base">
                                        <p:cTn id="8" dur="500" fill="hold"/>
                                        <p:tgtEl>
                                          <p:spTgt spid="15"/>
                                        </p:tgtEl>
                                        <p:attrNameLst>
                                          <p:attrName>ppt_y</p:attrName>
                                        </p:attrNameLst>
                                      </p:cBhvr>
                                      <p:tavLst>
                                        <p:tav tm="0">
                                          <p:val>
                                            <p:strVal val="#ppt_y"/>
                                          </p:val>
                                        </p:tav>
                                        <p:tav tm="100000">
                                          <p:val>
                                            <p:strVal val="#ppt_y"/>
                                          </p:val>
                                        </p:tav>
                                      </p:tavLst>
                                    </p:anim>
                                  </p:childTnLst>
                                </p:cTn>
                              </p:par>
                              <p:par>
                                <p:cTn id="9" presetID="2" presetClass="entr" presetSubtype="8" accel="50000" decel="50000" fill="hold" grpId="0" nodeType="withEffect">
                                  <p:stCondLst>
                                    <p:cond delay="0"/>
                                  </p:stCondLst>
                                  <p:childTnLst>
                                    <p:set>
                                      <p:cBhvr>
                                        <p:cTn id="10" dur="1" fill="hold">
                                          <p:stCondLst>
                                            <p:cond delay="0"/>
                                          </p:stCondLst>
                                        </p:cTn>
                                        <p:tgtEl>
                                          <p:spTgt spid="14"/>
                                        </p:tgtEl>
                                        <p:attrNameLst>
                                          <p:attrName>style.visibility</p:attrName>
                                        </p:attrNameLst>
                                      </p:cBhvr>
                                      <p:to>
                                        <p:strVal val="visible"/>
                                      </p:to>
                                    </p:set>
                                    <p:anim calcmode="lin" valueType="num">
                                      <p:cBhvr additive="base">
                                        <p:cTn id="11" dur="500" fill="hold"/>
                                        <p:tgtEl>
                                          <p:spTgt spid="14"/>
                                        </p:tgtEl>
                                        <p:attrNameLst>
                                          <p:attrName>ppt_x</p:attrName>
                                        </p:attrNameLst>
                                      </p:cBhvr>
                                      <p:tavLst>
                                        <p:tav tm="0">
                                          <p:val>
                                            <p:strVal val="0-#ppt_w/2"/>
                                          </p:val>
                                        </p:tav>
                                        <p:tav tm="100000">
                                          <p:val>
                                            <p:strVal val="#ppt_x"/>
                                          </p:val>
                                        </p:tav>
                                      </p:tavLst>
                                    </p:anim>
                                    <p:anim calcmode="lin" valueType="num">
                                      <p:cBhvr additive="base">
                                        <p:cTn id="12" dur="500" fill="hold"/>
                                        <p:tgtEl>
                                          <p:spTgt spid="1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p:bldLst>
  </p:timing>
</p:sldLayout>
</file>

<file path=ppt/slideLayouts/slideLayout372.xml><?xml version="1.0" encoding="utf-8"?>
<p:sldLayout xmlns:a="http://schemas.openxmlformats.org/drawingml/2006/main" xmlns:r="http://schemas.openxmlformats.org/officeDocument/2006/relationships" xmlns:p="http://schemas.openxmlformats.org/presentationml/2006/main" userDrawn="1">
  <p:cSld name="1_Pic02">
    <p:spTree>
      <p:nvGrpSpPr>
        <p:cNvPr id="1" name=""/>
        <p:cNvGrpSpPr/>
        <p:nvPr/>
      </p:nvGrpSpPr>
      <p:grpSpPr>
        <a:xfrm>
          <a:off x="0" y="0"/>
          <a:ext cx="0" cy="0"/>
          <a:chOff x="0" y="0"/>
          <a:chExt cx="0" cy="0"/>
        </a:xfrm>
      </p:grpSpPr>
      <p:sp>
        <p:nvSpPr>
          <p:cNvPr id="13" name="Picture Placeholder 7"/>
          <p:cNvSpPr>
            <a:spLocks noGrp="1"/>
          </p:cNvSpPr>
          <p:nvPr>
            <p:ph type="pic" sz="quarter" idx="16" hasCustomPrompt="1"/>
          </p:nvPr>
        </p:nvSpPr>
        <p:spPr>
          <a:xfrm>
            <a:off x="9042400" y="3251204"/>
            <a:ext cx="2540000" cy="1341193"/>
          </a:xfrm>
          <a:prstGeom prst="rect">
            <a:avLst/>
          </a:prstGeom>
          <a:ln>
            <a:noFill/>
          </a:ln>
        </p:spPr>
        <p:txBody>
          <a:bodyPr bIns="9144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8" name="Picture Placeholder 7"/>
          <p:cNvSpPr>
            <a:spLocks noGrp="1"/>
          </p:cNvSpPr>
          <p:nvPr>
            <p:ph type="pic" sz="quarter" idx="17" hasCustomPrompt="1"/>
          </p:nvPr>
        </p:nvSpPr>
        <p:spPr>
          <a:xfrm>
            <a:off x="6448268" y="4703209"/>
            <a:ext cx="2540000" cy="1341193"/>
          </a:xfrm>
          <a:prstGeom prst="rect">
            <a:avLst/>
          </a:prstGeom>
          <a:ln>
            <a:noFill/>
          </a:ln>
        </p:spPr>
        <p:txBody>
          <a:bodyPr bIns="91440" anchor="b"/>
          <a:lstStyle>
            <a:lvl1pPr algn="ctr">
              <a:buNone/>
              <a:defRPr sz="1600">
                <a:solidFill>
                  <a:schemeClr val="tx1">
                    <a:lumMod val="50000"/>
                    <a:lumOff val="50000"/>
                  </a:schemeClr>
                </a:solidFill>
              </a:defRPr>
            </a:lvl1pPr>
          </a:lstStyle>
          <a:p>
            <a:r>
              <a:rPr lang="en-US" dirty="0" smtClean="0"/>
              <a:t>Image Holder</a:t>
            </a:r>
            <a:endParaRPr lang="en-US" dirty="0"/>
          </a:p>
        </p:txBody>
      </p:sp>
      <p:grpSp>
        <p:nvGrpSpPr>
          <p:cNvPr id="2" name="Group 24"/>
          <p:cNvGrpSpPr/>
          <p:nvPr userDrawn="1"/>
        </p:nvGrpSpPr>
        <p:grpSpPr>
          <a:xfrm>
            <a:off x="9042400" y="1786333"/>
            <a:ext cx="2540000" cy="1365603"/>
            <a:chOff x="4750079" y="1706835"/>
            <a:chExt cx="1785974" cy="1044090"/>
          </a:xfrm>
        </p:grpSpPr>
        <p:sp>
          <p:nvSpPr>
            <p:cNvPr id="26" name="Rectangle 25"/>
            <p:cNvSpPr/>
            <p:nvPr/>
          </p:nvSpPr>
          <p:spPr>
            <a:xfrm>
              <a:off x="4750079" y="1747885"/>
              <a:ext cx="1785974" cy="1003040"/>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27" name="Rectangle 26"/>
            <p:cNvSpPr/>
            <p:nvPr/>
          </p:nvSpPr>
          <p:spPr>
            <a:xfrm>
              <a:off x="4750079" y="1706835"/>
              <a:ext cx="1785974" cy="10030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grpSp>
      <p:sp>
        <p:nvSpPr>
          <p:cNvPr id="31" name="Picture Placeholder 7"/>
          <p:cNvSpPr>
            <a:spLocks noGrp="1"/>
          </p:cNvSpPr>
          <p:nvPr>
            <p:ph type="pic" sz="quarter" idx="15" hasCustomPrompt="1"/>
          </p:nvPr>
        </p:nvSpPr>
        <p:spPr>
          <a:xfrm>
            <a:off x="6448268" y="1817965"/>
            <a:ext cx="2540000" cy="1341193"/>
          </a:xfrm>
          <a:prstGeom prst="rect">
            <a:avLst/>
          </a:prstGeom>
          <a:ln>
            <a:noFill/>
          </a:ln>
        </p:spPr>
        <p:txBody>
          <a:bodyPr bIns="91440" anchor="b"/>
          <a:lstStyle>
            <a:lvl1pPr algn="ctr">
              <a:buNone/>
              <a:defRPr sz="1600">
                <a:solidFill>
                  <a:schemeClr val="tx1">
                    <a:lumMod val="50000"/>
                    <a:lumOff val="50000"/>
                  </a:schemeClr>
                </a:solidFill>
              </a:defRPr>
            </a:lvl1pPr>
          </a:lstStyle>
          <a:p>
            <a:r>
              <a:rPr lang="en-US" dirty="0" smtClean="0"/>
              <a:t>Image Holder</a:t>
            </a:r>
            <a:endParaRPr lang="en-US" dirty="0"/>
          </a:p>
        </p:txBody>
      </p:sp>
      <p:grpSp>
        <p:nvGrpSpPr>
          <p:cNvPr id="3" name="Group 31"/>
          <p:cNvGrpSpPr/>
          <p:nvPr userDrawn="1"/>
        </p:nvGrpSpPr>
        <p:grpSpPr>
          <a:xfrm>
            <a:off x="6448268" y="3254528"/>
            <a:ext cx="2540000" cy="1365603"/>
            <a:chOff x="4750079" y="1706835"/>
            <a:chExt cx="1785974" cy="1044090"/>
          </a:xfrm>
        </p:grpSpPr>
        <p:sp>
          <p:nvSpPr>
            <p:cNvPr id="33" name="Rectangle 32"/>
            <p:cNvSpPr/>
            <p:nvPr/>
          </p:nvSpPr>
          <p:spPr>
            <a:xfrm>
              <a:off x="4750079" y="1747885"/>
              <a:ext cx="1785974" cy="1003040"/>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34" name="Rectangle 33"/>
            <p:cNvSpPr/>
            <p:nvPr/>
          </p:nvSpPr>
          <p:spPr>
            <a:xfrm>
              <a:off x="4750079" y="1706835"/>
              <a:ext cx="1785974" cy="100304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grpSp>
      <p:grpSp>
        <p:nvGrpSpPr>
          <p:cNvPr id="4" name="Group 34"/>
          <p:cNvGrpSpPr/>
          <p:nvPr userDrawn="1"/>
        </p:nvGrpSpPr>
        <p:grpSpPr>
          <a:xfrm>
            <a:off x="9042400" y="4706533"/>
            <a:ext cx="2540000" cy="1365603"/>
            <a:chOff x="4750079" y="1706835"/>
            <a:chExt cx="1785974" cy="1044090"/>
          </a:xfrm>
        </p:grpSpPr>
        <p:sp>
          <p:nvSpPr>
            <p:cNvPr id="36" name="Rectangle 35"/>
            <p:cNvSpPr/>
            <p:nvPr/>
          </p:nvSpPr>
          <p:spPr>
            <a:xfrm>
              <a:off x="4750079" y="1747885"/>
              <a:ext cx="1785974" cy="1003040"/>
            </a:xfrm>
            <a:prstGeom prst="rect">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37" name="Rectangle 36"/>
            <p:cNvSpPr/>
            <p:nvPr/>
          </p:nvSpPr>
          <p:spPr>
            <a:xfrm>
              <a:off x="4750079" y="1706835"/>
              <a:ext cx="1785974" cy="10030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grpSp>
      <p:sp>
        <p:nvSpPr>
          <p:cNvPr id="18"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9"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259179200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afterEffect">
                                  <p:stCondLst>
                                    <p:cond delay="0"/>
                                  </p:stCondLst>
                                  <p:childTnLst>
                                    <p:set>
                                      <p:cBhvr>
                                        <p:cTn id="6" dur="1" fill="hold">
                                          <p:stCondLst>
                                            <p:cond delay="0"/>
                                          </p:stCondLst>
                                        </p:cTn>
                                        <p:tgtEl>
                                          <p:spTgt spid="31"/>
                                        </p:tgtEl>
                                        <p:attrNameLst>
                                          <p:attrName>style.visibility</p:attrName>
                                        </p:attrNameLst>
                                      </p:cBhvr>
                                      <p:to>
                                        <p:strVal val="visible"/>
                                      </p:to>
                                    </p:set>
                                    <p:animEffect transition="in" filter="wipe(down)">
                                      <p:cBhvr>
                                        <p:cTn id="7" dur="500"/>
                                        <p:tgtEl>
                                          <p:spTgt spid="31"/>
                                        </p:tgtEl>
                                      </p:cBhvr>
                                    </p:animEffect>
                                  </p:childTnLst>
                                </p:cTn>
                              </p:par>
                            </p:childTnLst>
                          </p:cTn>
                        </p:par>
                        <p:par>
                          <p:cTn id="8" fill="hold">
                            <p:stCondLst>
                              <p:cond delay="500"/>
                            </p:stCondLst>
                            <p:childTnLst>
                              <p:par>
                                <p:cTn id="9" presetID="22" presetClass="entr" presetSubtype="4" fill="hold"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wipe(down)">
                                      <p:cBhvr>
                                        <p:cTn id="11" dur="500"/>
                                        <p:tgtEl>
                                          <p:spTgt spid="2"/>
                                        </p:tgtEl>
                                      </p:cBhvr>
                                    </p:animEffect>
                                  </p:childTnLst>
                                </p:cTn>
                              </p:par>
                            </p:childTnLst>
                          </p:cTn>
                        </p:par>
                        <p:par>
                          <p:cTn id="12" fill="hold">
                            <p:stCondLst>
                              <p:cond delay="1000"/>
                            </p:stCondLst>
                            <p:childTnLst>
                              <p:par>
                                <p:cTn id="13" presetID="22" presetClass="entr" presetSubtype="4" fill="hold" nodeType="afterEffect">
                                  <p:stCondLst>
                                    <p:cond delay="0"/>
                                  </p:stCondLst>
                                  <p:childTnLst>
                                    <p:set>
                                      <p:cBhvr>
                                        <p:cTn id="14" dur="1" fill="hold">
                                          <p:stCondLst>
                                            <p:cond delay="0"/>
                                          </p:stCondLst>
                                        </p:cTn>
                                        <p:tgtEl>
                                          <p:spTgt spid="3"/>
                                        </p:tgtEl>
                                        <p:attrNameLst>
                                          <p:attrName>style.visibility</p:attrName>
                                        </p:attrNameLst>
                                      </p:cBhvr>
                                      <p:to>
                                        <p:strVal val="visible"/>
                                      </p:to>
                                    </p:set>
                                    <p:animEffect transition="in" filter="wipe(down)">
                                      <p:cBhvr>
                                        <p:cTn id="15" dur="500"/>
                                        <p:tgtEl>
                                          <p:spTgt spid="3"/>
                                        </p:tgtEl>
                                      </p:cBhvr>
                                    </p:animEffect>
                                  </p:childTnLst>
                                </p:cTn>
                              </p:par>
                            </p:childTnLst>
                          </p:cTn>
                        </p:par>
                        <p:par>
                          <p:cTn id="16" fill="hold">
                            <p:stCondLst>
                              <p:cond delay="1500"/>
                            </p:stCondLst>
                            <p:childTnLst>
                              <p:par>
                                <p:cTn id="17" presetID="22" presetClass="entr" presetSubtype="4" fill="hold" grpId="0" nodeType="afterEffect">
                                  <p:stCondLst>
                                    <p:cond delay="0"/>
                                  </p:stCondLst>
                                  <p:childTnLst>
                                    <p:set>
                                      <p:cBhvr>
                                        <p:cTn id="18" dur="1" fill="hold">
                                          <p:stCondLst>
                                            <p:cond delay="0"/>
                                          </p:stCondLst>
                                        </p:cTn>
                                        <p:tgtEl>
                                          <p:spTgt spid="13"/>
                                        </p:tgtEl>
                                        <p:attrNameLst>
                                          <p:attrName>style.visibility</p:attrName>
                                        </p:attrNameLst>
                                      </p:cBhvr>
                                      <p:to>
                                        <p:strVal val="visible"/>
                                      </p:to>
                                    </p:set>
                                    <p:animEffect transition="in" filter="wipe(down)">
                                      <p:cBhvr>
                                        <p:cTn id="19" dur="500"/>
                                        <p:tgtEl>
                                          <p:spTgt spid="13"/>
                                        </p:tgtEl>
                                      </p:cBhvr>
                                    </p:animEffect>
                                  </p:childTnLst>
                                </p:cTn>
                              </p:par>
                            </p:childTnLst>
                          </p:cTn>
                        </p:par>
                        <p:par>
                          <p:cTn id="20" fill="hold">
                            <p:stCondLst>
                              <p:cond delay="2000"/>
                            </p:stCondLst>
                            <p:childTnLst>
                              <p:par>
                                <p:cTn id="21" presetID="22" presetClass="entr" presetSubtype="4" fill="hold" grpId="0" nodeType="afterEffect">
                                  <p:stCondLst>
                                    <p:cond delay="0"/>
                                  </p:stCondLst>
                                  <p:childTnLst>
                                    <p:set>
                                      <p:cBhvr>
                                        <p:cTn id="22" dur="1" fill="hold">
                                          <p:stCondLst>
                                            <p:cond delay="0"/>
                                          </p:stCondLst>
                                        </p:cTn>
                                        <p:tgtEl>
                                          <p:spTgt spid="8"/>
                                        </p:tgtEl>
                                        <p:attrNameLst>
                                          <p:attrName>style.visibility</p:attrName>
                                        </p:attrNameLst>
                                      </p:cBhvr>
                                      <p:to>
                                        <p:strVal val="visible"/>
                                      </p:to>
                                    </p:set>
                                    <p:animEffect transition="in" filter="wipe(down)">
                                      <p:cBhvr>
                                        <p:cTn id="23" dur="500"/>
                                        <p:tgtEl>
                                          <p:spTgt spid="8"/>
                                        </p:tgtEl>
                                      </p:cBhvr>
                                    </p:animEffect>
                                  </p:childTnLst>
                                </p:cTn>
                              </p:par>
                            </p:childTnLst>
                          </p:cTn>
                        </p:par>
                        <p:par>
                          <p:cTn id="24" fill="hold">
                            <p:stCondLst>
                              <p:cond delay="2500"/>
                            </p:stCondLst>
                            <p:childTnLst>
                              <p:par>
                                <p:cTn id="25" presetID="22" presetClass="entr" presetSubtype="4" fill="hold" nodeType="afterEffect">
                                  <p:stCondLst>
                                    <p:cond delay="0"/>
                                  </p:stCondLst>
                                  <p:childTnLst>
                                    <p:set>
                                      <p:cBhvr>
                                        <p:cTn id="26" dur="1" fill="hold">
                                          <p:stCondLst>
                                            <p:cond delay="0"/>
                                          </p:stCondLst>
                                        </p:cTn>
                                        <p:tgtEl>
                                          <p:spTgt spid="4"/>
                                        </p:tgtEl>
                                        <p:attrNameLst>
                                          <p:attrName>style.visibility</p:attrName>
                                        </p:attrNameLst>
                                      </p:cBhvr>
                                      <p:to>
                                        <p:strVal val="visible"/>
                                      </p:to>
                                    </p:set>
                                    <p:animEffect transition="in" filter="wipe(down)">
                                      <p:cBhvr>
                                        <p:cTn id="2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P spid="8" grpId="0"/>
      <p:bldP spid="31" grpId="0"/>
    </p:bldLst>
  </p:timing>
</p:sldLayout>
</file>

<file path=ppt/slideLayouts/slideLayout373.xml><?xml version="1.0" encoding="utf-8"?>
<p:sldLayout xmlns:a="http://schemas.openxmlformats.org/drawingml/2006/main" xmlns:r="http://schemas.openxmlformats.org/officeDocument/2006/relationships" xmlns:p="http://schemas.openxmlformats.org/presentationml/2006/main" userDrawn="1">
  <p:cSld name="Pic09">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880609" y="1870880"/>
            <a:ext cx="4908153" cy="4301321"/>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10"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1"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53302705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Layout>
</file>

<file path=ppt/slideLayouts/slideLayout374.xml><?xml version="1.0" encoding="utf-8"?>
<p:sldLayout xmlns:a="http://schemas.openxmlformats.org/drawingml/2006/main" xmlns:r="http://schemas.openxmlformats.org/officeDocument/2006/relationships" xmlns:p="http://schemas.openxmlformats.org/presentationml/2006/main" userDrawn="1">
  <p:cSld name="Pic11">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6385125" y="1870880"/>
            <a:ext cx="4908153" cy="4301321"/>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10"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1"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24110020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Layout>
</file>

<file path=ppt/slideLayouts/slideLayout375.xml><?xml version="1.0" encoding="utf-8"?>
<p:sldLayout xmlns:a="http://schemas.openxmlformats.org/drawingml/2006/main" xmlns:r="http://schemas.openxmlformats.org/officeDocument/2006/relationships" xmlns:p="http://schemas.openxmlformats.org/presentationml/2006/main" userDrawn="1">
  <p:cSld name="Team09">
    <p:spTree>
      <p:nvGrpSpPr>
        <p:cNvPr id="1" name=""/>
        <p:cNvGrpSpPr/>
        <p:nvPr/>
      </p:nvGrpSpPr>
      <p:grpSpPr>
        <a:xfrm>
          <a:off x="0" y="0"/>
          <a:ext cx="0" cy="0"/>
          <a:chOff x="0" y="0"/>
          <a:chExt cx="0" cy="0"/>
        </a:xfrm>
      </p:grpSpPr>
      <p:sp>
        <p:nvSpPr>
          <p:cNvPr id="31" name="Picture Placeholder 7"/>
          <p:cNvSpPr>
            <a:spLocks noGrp="1"/>
          </p:cNvSpPr>
          <p:nvPr>
            <p:ph type="pic" sz="quarter" idx="10" hasCustomPrompt="1"/>
          </p:nvPr>
        </p:nvSpPr>
        <p:spPr>
          <a:xfrm>
            <a:off x="1157321" y="2245411"/>
            <a:ext cx="1895355" cy="1894789"/>
          </a:xfrm>
          <a:prstGeom prst="roundRect">
            <a:avLst>
              <a:gd name="adj" fmla="val 9160"/>
            </a:avLst>
          </a:prstGeom>
          <a:ln w="28575">
            <a:solidFill>
              <a:schemeClr val="accent1"/>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34" name="Picture Placeholder 7"/>
          <p:cNvSpPr>
            <a:spLocks noGrp="1"/>
          </p:cNvSpPr>
          <p:nvPr>
            <p:ph type="pic" sz="quarter" idx="18" hasCustomPrompt="1"/>
          </p:nvPr>
        </p:nvSpPr>
        <p:spPr>
          <a:xfrm>
            <a:off x="3763524" y="2245411"/>
            <a:ext cx="1895355" cy="1894789"/>
          </a:xfrm>
          <a:prstGeom prst="roundRect">
            <a:avLst>
              <a:gd name="adj" fmla="val 10232"/>
            </a:avLst>
          </a:prstGeom>
          <a:ln w="28575">
            <a:solidFill>
              <a:schemeClr val="accent2"/>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37" name="Picture Placeholder 7"/>
          <p:cNvSpPr>
            <a:spLocks noGrp="1"/>
          </p:cNvSpPr>
          <p:nvPr>
            <p:ph type="pic" sz="quarter" idx="21" hasCustomPrompt="1"/>
          </p:nvPr>
        </p:nvSpPr>
        <p:spPr>
          <a:xfrm>
            <a:off x="6438791" y="2245411"/>
            <a:ext cx="1895355" cy="1894789"/>
          </a:xfrm>
          <a:prstGeom prst="roundRect">
            <a:avLst>
              <a:gd name="adj" fmla="val 11305"/>
            </a:avLst>
          </a:prstGeom>
          <a:ln w="28575">
            <a:solidFill>
              <a:schemeClr val="accent3"/>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40" name="Picture Placeholder 7"/>
          <p:cNvSpPr>
            <a:spLocks noGrp="1"/>
          </p:cNvSpPr>
          <p:nvPr>
            <p:ph type="pic" sz="quarter" idx="24" hasCustomPrompt="1"/>
          </p:nvPr>
        </p:nvSpPr>
        <p:spPr>
          <a:xfrm>
            <a:off x="9113801" y="2245411"/>
            <a:ext cx="1895355" cy="1894789"/>
          </a:xfrm>
          <a:prstGeom prst="roundRect">
            <a:avLst>
              <a:gd name="adj" fmla="val 10769"/>
            </a:avLst>
          </a:prstGeom>
          <a:ln w="28575">
            <a:solidFill>
              <a:schemeClr val="accent4"/>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12"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3"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429388828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grpId="0" nodeType="afterEffect">
                                  <p:stCondLst>
                                    <p:cond delay="0"/>
                                  </p:stCondLst>
                                  <p:childTnLst>
                                    <p:set>
                                      <p:cBhvr>
                                        <p:cTn id="6" dur="1" fill="hold">
                                          <p:stCondLst>
                                            <p:cond delay="0"/>
                                          </p:stCondLst>
                                        </p:cTn>
                                        <p:tgtEl>
                                          <p:spTgt spid="31"/>
                                        </p:tgtEl>
                                        <p:attrNameLst>
                                          <p:attrName>style.visibility</p:attrName>
                                        </p:attrNameLst>
                                      </p:cBhvr>
                                      <p:to>
                                        <p:strVal val="visible"/>
                                      </p:to>
                                    </p:set>
                                    <p:anim calcmode="lin" valueType="num">
                                      <p:cBhvr>
                                        <p:cTn id="7" dur="500" fill="hold"/>
                                        <p:tgtEl>
                                          <p:spTgt spid="31"/>
                                        </p:tgtEl>
                                        <p:attrNameLst>
                                          <p:attrName>ppt_w</p:attrName>
                                        </p:attrNameLst>
                                      </p:cBhvr>
                                      <p:tavLst>
                                        <p:tav tm="0">
                                          <p:val>
                                            <p:fltVal val="0"/>
                                          </p:val>
                                        </p:tav>
                                        <p:tav tm="100000">
                                          <p:val>
                                            <p:strVal val="#ppt_w"/>
                                          </p:val>
                                        </p:tav>
                                      </p:tavLst>
                                    </p:anim>
                                    <p:anim calcmode="lin" valueType="num">
                                      <p:cBhvr>
                                        <p:cTn id="8" dur="500" fill="hold"/>
                                        <p:tgtEl>
                                          <p:spTgt spid="31"/>
                                        </p:tgtEl>
                                        <p:attrNameLst>
                                          <p:attrName>ppt_h</p:attrName>
                                        </p:attrNameLst>
                                      </p:cBhvr>
                                      <p:tavLst>
                                        <p:tav tm="0">
                                          <p:val>
                                            <p:fltVal val="0"/>
                                          </p:val>
                                        </p:tav>
                                        <p:tav tm="100000">
                                          <p:val>
                                            <p:strVal val="#ppt_h"/>
                                          </p:val>
                                        </p:tav>
                                      </p:tavLst>
                                    </p:anim>
                                    <p:animEffect transition="in" filter="fade">
                                      <p:cBhvr>
                                        <p:cTn id="9" dur="500"/>
                                        <p:tgtEl>
                                          <p:spTgt spid="31"/>
                                        </p:tgtEl>
                                      </p:cBhvr>
                                    </p:animEffect>
                                  </p:childTnLst>
                                </p:cTn>
                              </p:par>
                            </p:childTnLst>
                          </p:cTn>
                        </p:par>
                        <p:par>
                          <p:cTn id="10" fill="hold">
                            <p:stCondLst>
                              <p:cond delay="500"/>
                            </p:stCondLst>
                            <p:childTnLst>
                              <p:par>
                                <p:cTn id="11" presetID="53" presetClass="entr" presetSubtype="0" fill="hold" grpId="0" nodeType="afterEffect">
                                  <p:stCondLst>
                                    <p:cond delay="0"/>
                                  </p:stCondLst>
                                  <p:childTnLst>
                                    <p:set>
                                      <p:cBhvr>
                                        <p:cTn id="12" dur="1" fill="hold">
                                          <p:stCondLst>
                                            <p:cond delay="0"/>
                                          </p:stCondLst>
                                        </p:cTn>
                                        <p:tgtEl>
                                          <p:spTgt spid="34"/>
                                        </p:tgtEl>
                                        <p:attrNameLst>
                                          <p:attrName>style.visibility</p:attrName>
                                        </p:attrNameLst>
                                      </p:cBhvr>
                                      <p:to>
                                        <p:strVal val="visible"/>
                                      </p:to>
                                    </p:set>
                                    <p:anim calcmode="lin" valueType="num">
                                      <p:cBhvr>
                                        <p:cTn id="13" dur="500" fill="hold"/>
                                        <p:tgtEl>
                                          <p:spTgt spid="34"/>
                                        </p:tgtEl>
                                        <p:attrNameLst>
                                          <p:attrName>ppt_w</p:attrName>
                                        </p:attrNameLst>
                                      </p:cBhvr>
                                      <p:tavLst>
                                        <p:tav tm="0">
                                          <p:val>
                                            <p:fltVal val="0"/>
                                          </p:val>
                                        </p:tav>
                                        <p:tav tm="100000">
                                          <p:val>
                                            <p:strVal val="#ppt_w"/>
                                          </p:val>
                                        </p:tav>
                                      </p:tavLst>
                                    </p:anim>
                                    <p:anim calcmode="lin" valueType="num">
                                      <p:cBhvr>
                                        <p:cTn id="14" dur="500" fill="hold"/>
                                        <p:tgtEl>
                                          <p:spTgt spid="34"/>
                                        </p:tgtEl>
                                        <p:attrNameLst>
                                          <p:attrName>ppt_h</p:attrName>
                                        </p:attrNameLst>
                                      </p:cBhvr>
                                      <p:tavLst>
                                        <p:tav tm="0">
                                          <p:val>
                                            <p:fltVal val="0"/>
                                          </p:val>
                                        </p:tav>
                                        <p:tav tm="100000">
                                          <p:val>
                                            <p:strVal val="#ppt_h"/>
                                          </p:val>
                                        </p:tav>
                                      </p:tavLst>
                                    </p:anim>
                                    <p:animEffect transition="in" filter="fade">
                                      <p:cBhvr>
                                        <p:cTn id="15" dur="500"/>
                                        <p:tgtEl>
                                          <p:spTgt spid="34"/>
                                        </p:tgtEl>
                                      </p:cBhvr>
                                    </p:animEffect>
                                  </p:childTnLst>
                                </p:cTn>
                              </p:par>
                            </p:childTnLst>
                          </p:cTn>
                        </p:par>
                        <p:par>
                          <p:cTn id="16" fill="hold">
                            <p:stCondLst>
                              <p:cond delay="1000"/>
                            </p:stCondLst>
                            <p:childTnLst>
                              <p:par>
                                <p:cTn id="17" presetID="53" presetClass="entr" presetSubtype="0" fill="hold" grpId="0" nodeType="afterEffect">
                                  <p:stCondLst>
                                    <p:cond delay="0"/>
                                  </p:stCondLst>
                                  <p:childTnLst>
                                    <p:set>
                                      <p:cBhvr>
                                        <p:cTn id="18" dur="1" fill="hold">
                                          <p:stCondLst>
                                            <p:cond delay="0"/>
                                          </p:stCondLst>
                                        </p:cTn>
                                        <p:tgtEl>
                                          <p:spTgt spid="37"/>
                                        </p:tgtEl>
                                        <p:attrNameLst>
                                          <p:attrName>style.visibility</p:attrName>
                                        </p:attrNameLst>
                                      </p:cBhvr>
                                      <p:to>
                                        <p:strVal val="visible"/>
                                      </p:to>
                                    </p:set>
                                    <p:anim calcmode="lin" valueType="num">
                                      <p:cBhvr>
                                        <p:cTn id="19" dur="500" fill="hold"/>
                                        <p:tgtEl>
                                          <p:spTgt spid="37"/>
                                        </p:tgtEl>
                                        <p:attrNameLst>
                                          <p:attrName>ppt_w</p:attrName>
                                        </p:attrNameLst>
                                      </p:cBhvr>
                                      <p:tavLst>
                                        <p:tav tm="0">
                                          <p:val>
                                            <p:fltVal val="0"/>
                                          </p:val>
                                        </p:tav>
                                        <p:tav tm="100000">
                                          <p:val>
                                            <p:strVal val="#ppt_w"/>
                                          </p:val>
                                        </p:tav>
                                      </p:tavLst>
                                    </p:anim>
                                    <p:anim calcmode="lin" valueType="num">
                                      <p:cBhvr>
                                        <p:cTn id="20" dur="500" fill="hold"/>
                                        <p:tgtEl>
                                          <p:spTgt spid="37"/>
                                        </p:tgtEl>
                                        <p:attrNameLst>
                                          <p:attrName>ppt_h</p:attrName>
                                        </p:attrNameLst>
                                      </p:cBhvr>
                                      <p:tavLst>
                                        <p:tav tm="0">
                                          <p:val>
                                            <p:fltVal val="0"/>
                                          </p:val>
                                        </p:tav>
                                        <p:tav tm="100000">
                                          <p:val>
                                            <p:strVal val="#ppt_h"/>
                                          </p:val>
                                        </p:tav>
                                      </p:tavLst>
                                    </p:anim>
                                    <p:animEffect transition="in" filter="fade">
                                      <p:cBhvr>
                                        <p:cTn id="21" dur="500"/>
                                        <p:tgtEl>
                                          <p:spTgt spid="37"/>
                                        </p:tgtEl>
                                      </p:cBhvr>
                                    </p:animEffect>
                                  </p:childTnLst>
                                </p:cTn>
                              </p:par>
                            </p:childTnLst>
                          </p:cTn>
                        </p:par>
                        <p:par>
                          <p:cTn id="22" fill="hold">
                            <p:stCondLst>
                              <p:cond delay="1500"/>
                            </p:stCondLst>
                            <p:childTnLst>
                              <p:par>
                                <p:cTn id="23" presetID="53" presetClass="entr" presetSubtype="0" fill="hold" grpId="0" nodeType="afterEffect">
                                  <p:stCondLst>
                                    <p:cond delay="0"/>
                                  </p:stCondLst>
                                  <p:childTnLst>
                                    <p:set>
                                      <p:cBhvr>
                                        <p:cTn id="24" dur="1" fill="hold">
                                          <p:stCondLst>
                                            <p:cond delay="0"/>
                                          </p:stCondLst>
                                        </p:cTn>
                                        <p:tgtEl>
                                          <p:spTgt spid="40"/>
                                        </p:tgtEl>
                                        <p:attrNameLst>
                                          <p:attrName>style.visibility</p:attrName>
                                        </p:attrNameLst>
                                      </p:cBhvr>
                                      <p:to>
                                        <p:strVal val="visible"/>
                                      </p:to>
                                    </p:set>
                                    <p:anim calcmode="lin" valueType="num">
                                      <p:cBhvr>
                                        <p:cTn id="25" dur="500" fill="hold"/>
                                        <p:tgtEl>
                                          <p:spTgt spid="40"/>
                                        </p:tgtEl>
                                        <p:attrNameLst>
                                          <p:attrName>ppt_w</p:attrName>
                                        </p:attrNameLst>
                                      </p:cBhvr>
                                      <p:tavLst>
                                        <p:tav tm="0">
                                          <p:val>
                                            <p:fltVal val="0"/>
                                          </p:val>
                                        </p:tav>
                                        <p:tav tm="100000">
                                          <p:val>
                                            <p:strVal val="#ppt_w"/>
                                          </p:val>
                                        </p:tav>
                                      </p:tavLst>
                                    </p:anim>
                                    <p:anim calcmode="lin" valueType="num">
                                      <p:cBhvr>
                                        <p:cTn id="26" dur="500" fill="hold"/>
                                        <p:tgtEl>
                                          <p:spTgt spid="40"/>
                                        </p:tgtEl>
                                        <p:attrNameLst>
                                          <p:attrName>ppt_h</p:attrName>
                                        </p:attrNameLst>
                                      </p:cBhvr>
                                      <p:tavLst>
                                        <p:tav tm="0">
                                          <p:val>
                                            <p:fltVal val="0"/>
                                          </p:val>
                                        </p:tav>
                                        <p:tav tm="100000">
                                          <p:val>
                                            <p:strVal val="#ppt_h"/>
                                          </p:val>
                                        </p:tav>
                                      </p:tavLst>
                                    </p:anim>
                                    <p:animEffect transition="in" filter="fade">
                                      <p:cBhvr>
                                        <p:cTn id="27"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34" grpId="0" animBg="1"/>
      <p:bldP spid="37" grpId="0" animBg="1"/>
      <p:bldP spid="40" grpId="0" animBg="1"/>
    </p:bldLst>
  </p:timing>
</p:sldLayout>
</file>

<file path=ppt/slideLayouts/slideLayout376.xml><?xml version="1.0" encoding="utf-8"?>
<p:sldLayout xmlns:a="http://schemas.openxmlformats.org/drawingml/2006/main" xmlns:r="http://schemas.openxmlformats.org/officeDocument/2006/relationships" xmlns:p="http://schemas.openxmlformats.org/presentationml/2006/main" preserve="1" userDrawn="1">
  <p:cSld name="1_Team09">
    <p:spTree>
      <p:nvGrpSpPr>
        <p:cNvPr id="1" name=""/>
        <p:cNvGrpSpPr/>
        <p:nvPr/>
      </p:nvGrpSpPr>
      <p:grpSpPr>
        <a:xfrm>
          <a:off x="0" y="0"/>
          <a:ext cx="0" cy="0"/>
          <a:chOff x="0" y="0"/>
          <a:chExt cx="0" cy="0"/>
        </a:xfrm>
      </p:grpSpPr>
      <p:sp>
        <p:nvSpPr>
          <p:cNvPr id="31" name="Picture Placeholder 7"/>
          <p:cNvSpPr>
            <a:spLocks noGrp="1"/>
          </p:cNvSpPr>
          <p:nvPr>
            <p:ph type="pic" sz="quarter" idx="10" hasCustomPrompt="1"/>
          </p:nvPr>
        </p:nvSpPr>
        <p:spPr>
          <a:xfrm>
            <a:off x="884639" y="2201898"/>
            <a:ext cx="1895355" cy="1894789"/>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1"/>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14" name="Text Placeholder 3"/>
          <p:cNvSpPr>
            <a:spLocks noGrp="1"/>
          </p:cNvSpPr>
          <p:nvPr>
            <p:ph type="body" sz="half" idx="15"/>
          </p:nvPr>
        </p:nvSpPr>
        <p:spPr>
          <a:xfrm>
            <a:off x="849403" y="4839493"/>
            <a:ext cx="1948892" cy="1231107"/>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3" name="Picture Placeholder 7"/>
          <p:cNvSpPr>
            <a:spLocks noGrp="1"/>
          </p:cNvSpPr>
          <p:nvPr>
            <p:ph type="pic" sz="quarter" idx="17" hasCustomPrompt="1"/>
          </p:nvPr>
        </p:nvSpPr>
        <p:spPr>
          <a:xfrm>
            <a:off x="3019721" y="2201898"/>
            <a:ext cx="1895355" cy="1894789"/>
          </a:xfrm>
          <a:prstGeom prst="rect">
            <a:avLst/>
          </a:prstGeom>
          <a:ln w="19050">
            <a:solidFill>
              <a:schemeClr val="accent2"/>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24" name="Text Placeholder 3"/>
          <p:cNvSpPr>
            <a:spLocks noGrp="1"/>
          </p:cNvSpPr>
          <p:nvPr>
            <p:ph type="body" sz="half" idx="18"/>
          </p:nvPr>
        </p:nvSpPr>
        <p:spPr>
          <a:xfrm>
            <a:off x="2984486" y="4839493"/>
            <a:ext cx="1948892" cy="1231107"/>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7" name="Picture Placeholder 7"/>
          <p:cNvSpPr>
            <a:spLocks noGrp="1"/>
          </p:cNvSpPr>
          <p:nvPr>
            <p:ph type="pic" sz="quarter" idx="20" hasCustomPrompt="1"/>
          </p:nvPr>
        </p:nvSpPr>
        <p:spPr>
          <a:xfrm>
            <a:off x="5140351" y="2201898"/>
            <a:ext cx="1895355" cy="1894789"/>
          </a:xfrm>
          <a:prstGeom prst="rect">
            <a:avLst/>
          </a:prstGeom>
          <a:ln w="19050">
            <a:solidFill>
              <a:schemeClr val="accent3"/>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28" name="Text Placeholder 3"/>
          <p:cNvSpPr>
            <a:spLocks noGrp="1"/>
          </p:cNvSpPr>
          <p:nvPr>
            <p:ph type="body" sz="half" idx="21"/>
          </p:nvPr>
        </p:nvSpPr>
        <p:spPr>
          <a:xfrm>
            <a:off x="5105115" y="4839493"/>
            <a:ext cx="1948892" cy="1231107"/>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32" name="Picture Placeholder 7"/>
          <p:cNvSpPr>
            <a:spLocks noGrp="1"/>
          </p:cNvSpPr>
          <p:nvPr>
            <p:ph type="pic" sz="quarter" idx="23" hasCustomPrompt="1"/>
          </p:nvPr>
        </p:nvSpPr>
        <p:spPr>
          <a:xfrm>
            <a:off x="7250175" y="2201898"/>
            <a:ext cx="1895355" cy="1894789"/>
          </a:xfrm>
          <a:prstGeom prst="rect">
            <a:avLst/>
          </a:prstGeom>
          <a:ln w="19050">
            <a:solidFill>
              <a:schemeClr val="accent4"/>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33" name="Text Placeholder 3"/>
          <p:cNvSpPr>
            <a:spLocks noGrp="1"/>
          </p:cNvSpPr>
          <p:nvPr>
            <p:ph type="body" sz="half" idx="24"/>
          </p:nvPr>
        </p:nvSpPr>
        <p:spPr>
          <a:xfrm>
            <a:off x="7214939" y="4839493"/>
            <a:ext cx="1948892" cy="1231107"/>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38" name="Picture Placeholder 7"/>
          <p:cNvSpPr>
            <a:spLocks noGrp="1"/>
          </p:cNvSpPr>
          <p:nvPr>
            <p:ph type="pic" sz="quarter" idx="26" hasCustomPrompt="1"/>
          </p:nvPr>
        </p:nvSpPr>
        <p:spPr>
          <a:xfrm>
            <a:off x="9381609" y="2201898"/>
            <a:ext cx="1895355" cy="1894789"/>
          </a:xfrm>
          <a:prstGeom prst="rect">
            <a:avLst/>
          </a:prstGeom>
          <a:ln w="19050">
            <a:solidFill>
              <a:schemeClr val="accent5"/>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39" name="Text Placeholder 3"/>
          <p:cNvSpPr>
            <a:spLocks noGrp="1"/>
          </p:cNvSpPr>
          <p:nvPr>
            <p:ph type="body" sz="half" idx="27"/>
          </p:nvPr>
        </p:nvSpPr>
        <p:spPr>
          <a:xfrm>
            <a:off x="9346374" y="4839493"/>
            <a:ext cx="1948892" cy="1231107"/>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1" name="Rectangle 20"/>
          <p:cNvSpPr/>
          <p:nvPr userDrawn="1"/>
        </p:nvSpPr>
        <p:spPr>
          <a:xfrm>
            <a:off x="872114" y="4051293"/>
            <a:ext cx="1920405" cy="7112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22" name="Text Placeholder 3"/>
          <p:cNvSpPr>
            <a:spLocks noGrp="1"/>
          </p:cNvSpPr>
          <p:nvPr>
            <p:ph type="body" sz="half" idx="16"/>
          </p:nvPr>
        </p:nvSpPr>
        <p:spPr>
          <a:xfrm>
            <a:off x="1140228" y="4176106"/>
            <a:ext cx="1367243" cy="508973"/>
          </a:xfrm>
          <a:prstGeom prst="rect">
            <a:avLst/>
          </a:prstGeom>
        </p:spPr>
        <p:txBody>
          <a:bodyPr wrap="square" lIns="0" tIns="0" rIns="0" bIns="0" anchor="ctr">
            <a:noAutofit/>
          </a:bodyPr>
          <a:lstStyle>
            <a:lvl1pPr marL="0" indent="0" algn="ctr">
              <a:buNone/>
              <a:defRPr sz="1467" b="1" baseline="0">
                <a:solidFill>
                  <a:schemeClr val="bg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25" name="Rectangle 24"/>
          <p:cNvSpPr/>
          <p:nvPr userDrawn="1"/>
        </p:nvSpPr>
        <p:spPr>
          <a:xfrm>
            <a:off x="3007196" y="4051293"/>
            <a:ext cx="1920405" cy="7112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26" name="Text Placeholder 3"/>
          <p:cNvSpPr>
            <a:spLocks noGrp="1"/>
          </p:cNvSpPr>
          <p:nvPr>
            <p:ph type="body" sz="half" idx="19"/>
          </p:nvPr>
        </p:nvSpPr>
        <p:spPr>
          <a:xfrm>
            <a:off x="3275311" y="4176106"/>
            <a:ext cx="1367243" cy="508973"/>
          </a:xfrm>
          <a:prstGeom prst="rect">
            <a:avLst/>
          </a:prstGeom>
        </p:spPr>
        <p:txBody>
          <a:bodyPr wrap="square" lIns="0" tIns="0" rIns="0" bIns="0" anchor="ctr">
            <a:noAutofit/>
          </a:bodyPr>
          <a:lstStyle>
            <a:lvl1pPr marL="0" indent="0" algn="ctr">
              <a:buNone/>
              <a:defRPr sz="1467" b="1" baseline="0">
                <a:solidFill>
                  <a:schemeClr val="bg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29" name="Rectangle 28"/>
          <p:cNvSpPr/>
          <p:nvPr userDrawn="1"/>
        </p:nvSpPr>
        <p:spPr>
          <a:xfrm>
            <a:off x="5127826" y="4051293"/>
            <a:ext cx="1920405" cy="7112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30" name="Text Placeholder 3"/>
          <p:cNvSpPr>
            <a:spLocks noGrp="1"/>
          </p:cNvSpPr>
          <p:nvPr>
            <p:ph type="body" sz="half" idx="22"/>
          </p:nvPr>
        </p:nvSpPr>
        <p:spPr>
          <a:xfrm>
            <a:off x="5395940" y="4176106"/>
            <a:ext cx="1367243" cy="508973"/>
          </a:xfrm>
          <a:prstGeom prst="rect">
            <a:avLst/>
          </a:prstGeom>
        </p:spPr>
        <p:txBody>
          <a:bodyPr wrap="square" lIns="0" tIns="0" rIns="0" bIns="0" anchor="ctr">
            <a:noAutofit/>
          </a:bodyPr>
          <a:lstStyle>
            <a:lvl1pPr marL="0" indent="0" algn="ctr">
              <a:buNone/>
              <a:defRPr sz="1467" b="1" baseline="0">
                <a:solidFill>
                  <a:schemeClr val="bg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35" name="Rectangle 34"/>
          <p:cNvSpPr/>
          <p:nvPr userDrawn="1"/>
        </p:nvSpPr>
        <p:spPr>
          <a:xfrm>
            <a:off x="7237650" y="4051293"/>
            <a:ext cx="1920405" cy="7112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36" name="Text Placeholder 3"/>
          <p:cNvSpPr>
            <a:spLocks noGrp="1"/>
          </p:cNvSpPr>
          <p:nvPr>
            <p:ph type="body" sz="half" idx="25"/>
          </p:nvPr>
        </p:nvSpPr>
        <p:spPr>
          <a:xfrm>
            <a:off x="7505764" y="4176106"/>
            <a:ext cx="1367243" cy="508973"/>
          </a:xfrm>
          <a:prstGeom prst="rect">
            <a:avLst/>
          </a:prstGeom>
        </p:spPr>
        <p:txBody>
          <a:bodyPr wrap="square" lIns="0" tIns="0" rIns="0" bIns="0" anchor="ctr">
            <a:noAutofit/>
          </a:bodyPr>
          <a:lstStyle>
            <a:lvl1pPr marL="0" indent="0" algn="ctr">
              <a:buNone/>
              <a:defRPr sz="1467" b="1" baseline="0">
                <a:solidFill>
                  <a:schemeClr val="bg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41" name="Rectangle 40"/>
          <p:cNvSpPr/>
          <p:nvPr userDrawn="1"/>
        </p:nvSpPr>
        <p:spPr>
          <a:xfrm>
            <a:off x="9369084" y="4051293"/>
            <a:ext cx="1920405" cy="71120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44" name="Text Placeholder 3"/>
          <p:cNvSpPr>
            <a:spLocks noGrp="1"/>
          </p:cNvSpPr>
          <p:nvPr>
            <p:ph type="body" sz="half" idx="28"/>
          </p:nvPr>
        </p:nvSpPr>
        <p:spPr>
          <a:xfrm>
            <a:off x="9637199" y="4176106"/>
            <a:ext cx="1367243" cy="508973"/>
          </a:xfrm>
          <a:prstGeom prst="rect">
            <a:avLst/>
          </a:prstGeom>
        </p:spPr>
        <p:txBody>
          <a:bodyPr wrap="square" lIns="0" tIns="0" rIns="0" bIns="0" anchor="ctr">
            <a:noAutofit/>
          </a:bodyPr>
          <a:lstStyle>
            <a:lvl1pPr marL="0" indent="0" algn="ctr">
              <a:buNone/>
              <a:defRPr sz="1467" b="1" baseline="0">
                <a:solidFill>
                  <a:schemeClr val="bg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34"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37"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97318332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grpId="0" nodeType="afterEffect">
                                  <p:stCondLst>
                                    <p:cond delay="0"/>
                                  </p:stCondLst>
                                  <p:childTnLst>
                                    <p:set>
                                      <p:cBhvr>
                                        <p:cTn id="6" dur="1" fill="hold">
                                          <p:stCondLst>
                                            <p:cond delay="0"/>
                                          </p:stCondLst>
                                        </p:cTn>
                                        <p:tgtEl>
                                          <p:spTgt spid="31"/>
                                        </p:tgtEl>
                                        <p:attrNameLst>
                                          <p:attrName>style.visibility</p:attrName>
                                        </p:attrNameLst>
                                      </p:cBhvr>
                                      <p:to>
                                        <p:strVal val="visible"/>
                                      </p:to>
                                    </p:set>
                                    <p:anim calcmode="lin" valueType="num">
                                      <p:cBhvr>
                                        <p:cTn id="7" dur="500" fill="hold"/>
                                        <p:tgtEl>
                                          <p:spTgt spid="31"/>
                                        </p:tgtEl>
                                        <p:attrNameLst>
                                          <p:attrName>ppt_w</p:attrName>
                                        </p:attrNameLst>
                                      </p:cBhvr>
                                      <p:tavLst>
                                        <p:tav tm="0">
                                          <p:val>
                                            <p:fltVal val="0"/>
                                          </p:val>
                                        </p:tav>
                                        <p:tav tm="100000">
                                          <p:val>
                                            <p:strVal val="#ppt_w"/>
                                          </p:val>
                                        </p:tav>
                                      </p:tavLst>
                                    </p:anim>
                                    <p:anim calcmode="lin" valueType="num">
                                      <p:cBhvr>
                                        <p:cTn id="8" dur="500" fill="hold"/>
                                        <p:tgtEl>
                                          <p:spTgt spid="31"/>
                                        </p:tgtEl>
                                        <p:attrNameLst>
                                          <p:attrName>ppt_h</p:attrName>
                                        </p:attrNameLst>
                                      </p:cBhvr>
                                      <p:tavLst>
                                        <p:tav tm="0">
                                          <p:val>
                                            <p:fltVal val="0"/>
                                          </p:val>
                                        </p:tav>
                                        <p:tav tm="100000">
                                          <p:val>
                                            <p:strVal val="#ppt_h"/>
                                          </p:val>
                                        </p:tav>
                                      </p:tavLst>
                                    </p:anim>
                                    <p:animEffect transition="in" filter="fade">
                                      <p:cBhvr>
                                        <p:cTn id="9" dur="500"/>
                                        <p:tgtEl>
                                          <p:spTgt spid="31"/>
                                        </p:tgtEl>
                                      </p:cBhvr>
                                    </p:animEffect>
                                  </p:childTnLst>
                                </p:cTn>
                              </p:par>
                            </p:childTnLst>
                          </p:cTn>
                        </p:par>
                        <p:par>
                          <p:cTn id="10" fill="hold">
                            <p:stCondLst>
                              <p:cond delay="500"/>
                            </p:stCondLst>
                            <p:childTnLst>
                              <p:par>
                                <p:cTn id="11" presetID="22" presetClass="entr" presetSubtype="4" fill="hold" grpId="0" nodeType="afterEffect">
                                  <p:stCondLst>
                                    <p:cond delay="0"/>
                                  </p:stCondLst>
                                  <p:childTnLst>
                                    <p:set>
                                      <p:cBhvr>
                                        <p:cTn id="12" dur="1" fill="hold">
                                          <p:stCondLst>
                                            <p:cond delay="0"/>
                                          </p:stCondLst>
                                        </p:cTn>
                                        <p:tgtEl>
                                          <p:spTgt spid="21"/>
                                        </p:tgtEl>
                                        <p:attrNameLst>
                                          <p:attrName>style.visibility</p:attrName>
                                        </p:attrNameLst>
                                      </p:cBhvr>
                                      <p:to>
                                        <p:strVal val="visible"/>
                                      </p:to>
                                    </p:set>
                                    <p:animEffect transition="in" filter="wipe(down)">
                                      <p:cBhvr>
                                        <p:cTn id="13" dur="500"/>
                                        <p:tgtEl>
                                          <p:spTgt spid="21"/>
                                        </p:tgtEl>
                                      </p:cBhvr>
                                    </p:animEffect>
                                  </p:childTnLst>
                                </p:cTn>
                              </p:par>
                            </p:childTnLst>
                          </p:cTn>
                        </p:par>
                        <p:par>
                          <p:cTn id="14" fill="hold">
                            <p:stCondLst>
                              <p:cond delay="1000"/>
                            </p:stCondLst>
                            <p:childTnLst>
                              <p:par>
                                <p:cTn id="15" presetID="22" presetClass="entr" presetSubtype="4" fill="hold" grpId="0" nodeType="afterEffect" nodePh="1">
                                  <p:stCondLst>
                                    <p:cond delay="0"/>
                                  </p:stCondLst>
                                  <p:endCondLst>
                                    <p:cond evt="begin" delay="0">
                                      <p:tn val="15"/>
                                    </p:cond>
                                  </p:endCondLst>
                                  <p:childTnLst>
                                    <p:set>
                                      <p:cBhvr>
                                        <p:cTn id="16" dur="1" fill="hold">
                                          <p:stCondLst>
                                            <p:cond delay="0"/>
                                          </p:stCondLst>
                                        </p:cTn>
                                        <p:tgtEl>
                                          <p:spTgt spid="22">
                                            <p:txEl>
                                              <p:pRg st="0" end="0"/>
                                            </p:txEl>
                                          </p:spTgt>
                                        </p:tgtEl>
                                        <p:attrNameLst>
                                          <p:attrName>style.visibility</p:attrName>
                                        </p:attrNameLst>
                                      </p:cBhvr>
                                      <p:to>
                                        <p:strVal val="visible"/>
                                      </p:to>
                                    </p:set>
                                    <p:animEffect transition="in" filter="wipe(down)">
                                      <p:cBhvr>
                                        <p:cTn id="17" dur="500"/>
                                        <p:tgtEl>
                                          <p:spTgt spid="22">
                                            <p:txEl>
                                              <p:pRg st="0" end="0"/>
                                            </p:txEl>
                                          </p:spTgt>
                                        </p:tgtEl>
                                      </p:cBhvr>
                                    </p:animEffect>
                                  </p:childTnLst>
                                </p:cTn>
                              </p:par>
                            </p:childTnLst>
                          </p:cTn>
                        </p:par>
                        <p:par>
                          <p:cTn id="18" fill="hold">
                            <p:stCondLst>
                              <p:cond delay="1500"/>
                            </p:stCondLst>
                            <p:childTnLst>
                              <p:par>
                                <p:cTn id="19" presetID="2" presetClass="entr" presetSubtype="4" accel="50000" decel="50000" fill="hold" grpId="0" nodeType="afterEffect" nodePh="1">
                                  <p:stCondLst>
                                    <p:cond delay="0"/>
                                  </p:stCondLst>
                                  <p:endCondLst>
                                    <p:cond evt="begin" delay="0">
                                      <p:tn val="19"/>
                                    </p:cond>
                                  </p:endCondLst>
                                  <p:childTnLst>
                                    <p:set>
                                      <p:cBhvr>
                                        <p:cTn id="20" dur="1" fill="hold">
                                          <p:stCondLst>
                                            <p:cond delay="0"/>
                                          </p:stCondLst>
                                        </p:cTn>
                                        <p:tgtEl>
                                          <p:spTgt spid="14">
                                            <p:txEl>
                                              <p:pRg st="0" end="0"/>
                                            </p:txEl>
                                          </p:spTgt>
                                        </p:tgtEl>
                                        <p:attrNameLst>
                                          <p:attrName>style.visibility</p:attrName>
                                        </p:attrNameLst>
                                      </p:cBhvr>
                                      <p:to>
                                        <p:strVal val="visible"/>
                                      </p:to>
                                    </p:set>
                                    <p:anim calcmode="lin" valueType="num">
                                      <p:cBhvr additive="base">
                                        <p:cTn id="21" dur="500" fill="hold"/>
                                        <p:tgtEl>
                                          <p:spTgt spid="14">
                                            <p:txEl>
                                              <p:pRg st="0" end="0"/>
                                            </p:txEl>
                                          </p:spTgt>
                                        </p:tgtEl>
                                        <p:attrNameLst>
                                          <p:attrName>ppt_x</p:attrName>
                                        </p:attrNameLst>
                                      </p:cBhvr>
                                      <p:tavLst>
                                        <p:tav tm="0">
                                          <p:val>
                                            <p:strVal val="#ppt_x"/>
                                          </p:val>
                                        </p:tav>
                                        <p:tav tm="100000">
                                          <p:val>
                                            <p:strVal val="#ppt_x"/>
                                          </p:val>
                                        </p:tav>
                                      </p:tavLst>
                                    </p:anim>
                                    <p:anim calcmode="lin" valueType="num">
                                      <p:cBhvr additive="base">
                                        <p:cTn id="22" dur="500" fill="hold"/>
                                        <p:tgtEl>
                                          <p:spTgt spid="14">
                                            <p:txEl>
                                              <p:pRg st="0" end="0"/>
                                            </p:txEl>
                                          </p:spTgt>
                                        </p:tgtEl>
                                        <p:attrNameLst>
                                          <p:attrName>ppt_y</p:attrName>
                                        </p:attrNameLst>
                                      </p:cBhvr>
                                      <p:tavLst>
                                        <p:tav tm="0">
                                          <p:val>
                                            <p:strVal val="1+#ppt_h/2"/>
                                          </p:val>
                                        </p:tav>
                                        <p:tav tm="100000">
                                          <p:val>
                                            <p:strVal val="#ppt_y"/>
                                          </p:val>
                                        </p:tav>
                                      </p:tavLst>
                                    </p:anim>
                                  </p:childTnLst>
                                </p:cTn>
                              </p:par>
                            </p:childTnLst>
                          </p:cTn>
                        </p:par>
                        <p:par>
                          <p:cTn id="23" fill="hold">
                            <p:stCondLst>
                              <p:cond delay="2000"/>
                            </p:stCondLst>
                            <p:childTnLst>
                              <p:par>
                                <p:cTn id="24" presetID="53" presetClass="entr" presetSubtype="0" fill="hold" grpId="0" nodeType="afterEffect">
                                  <p:stCondLst>
                                    <p:cond delay="0"/>
                                  </p:stCondLst>
                                  <p:childTnLst>
                                    <p:set>
                                      <p:cBhvr>
                                        <p:cTn id="25" dur="1" fill="hold">
                                          <p:stCondLst>
                                            <p:cond delay="0"/>
                                          </p:stCondLst>
                                        </p:cTn>
                                        <p:tgtEl>
                                          <p:spTgt spid="23"/>
                                        </p:tgtEl>
                                        <p:attrNameLst>
                                          <p:attrName>style.visibility</p:attrName>
                                        </p:attrNameLst>
                                      </p:cBhvr>
                                      <p:to>
                                        <p:strVal val="visible"/>
                                      </p:to>
                                    </p:set>
                                    <p:anim calcmode="lin" valueType="num">
                                      <p:cBhvr>
                                        <p:cTn id="26" dur="500" fill="hold"/>
                                        <p:tgtEl>
                                          <p:spTgt spid="23"/>
                                        </p:tgtEl>
                                        <p:attrNameLst>
                                          <p:attrName>ppt_w</p:attrName>
                                        </p:attrNameLst>
                                      </p:cBhvr>
                                      <p:tavLst>
                                        <p:tav tm="0">
                                          <p:val>
                                            <p:fltVal val="0"/>
                                          </p:val>
                                        </p:tav>
                                        <p:tav tm="100000">
                                          <p:val>
                                            <p:strVal val="#ppt_w"/>
                                          </p:val>
                                        </p:tav>
                                      </p:tavLst>
                                    </p:anim>
                                    <p:anim calcmode="lin" valueType="num">
                                      <p:cBhvr>
                                        <p:cTn id="27" dur="500" fill="hold"/>
                                        <p:tgtEl>
                                          <p:spTgt spid="23"/>
                                        </p:tgtEl>
                                        <p:attrNameLst>
                                          <p:attrName>ppt_h</p:attrName>
                                        </p:attrNameLst>
                                      </p:cBhvr>
                                      <p:tavLst>
                                        <p:tav tm="0">
                                          <p:val>
                                            <p:fltVal val="0"/>
                                          </p:val>
                                        </p:tav>
                                        <p:tav tm="100000">
                                          <p:val>
                                            <p:strVal val="#ppt_h"/>
                                          </p:val>
                                        </p:tav>
                                      </p:tavLst>
                                    </p:anim>
                                    <p:animEffect transition="in" filter="fade">
                                      <p:cBhvr>
                                        <p:cTn id="28" dur="500"/>
                                        <p:tgtEl>
                                          <p:spTgt spid="23"/>
                                        </p:tgtEl>
                                      </p:cBhvr>
                                    </p:animEffect>
                                  </p:childTnLst>
                                </p:cTn>
                              </p:par>
                            </p:childTnLst>
                          </p:cTn>
                        </p:par>
                        <p:par>
                          <p:cTn id="29" fill="hold">
                            <p:stCondLst>
                              <p:cond delay="2500"/>
                            </p:stCondLst>
                            <p:childTnLst>
                              <p:par>
                                <p:cTn id="30" presetID="22" presetClass="entr" presetSubtype="4" fill="hold" grpId="0" nodeType="afterEffect">
                                  <p:stCondLst>
                                    <p:cond delay="0"/>
                                  </p:stCondLst>
                                  <p:childTnLst>
                                    <p:set>
                                      <p:cBhvr>
                                        <p:cTn id="31" dur="1" fill="hold">
                                          <p:stCondLst>
                                            <p:cond delay="0"/>
                                          </p:stCondLst>
                                        </p:cTn>
                                        <p:tgtEl>
                                          <p:spTgt spid="25"/>
                                        </p:tgtEl>
                                        <p:attrNameLst>
                                          <p:attrName>style.visibility</p:attrName>
                                        </p:attrNameLst>
                                      </p:cBhvr>
                                      <p:to>
                                        <p:strVal val="visible"/>
                                      </p:to>
                                    </p:set>
                                    <p:animEffect transition="in" filter="wipe(down)">
                                      <p:cBhvr>
                                        <p:cTn id="32" dur="500"/>
                                        <p:tgtEl>
                                          <p:spTgt spid="25"/>
                                        </p:tgtEl>
                                      </p:cBhvr>
                                    </p:animEffect>
                                  </p:childTnLst>
                                </p:cTn>
                              </p:par>
                            </p:childTnLst>
                          </p:cTn>
                        </p:par>
                        <p:par>
                          <p:cTn id="33" fill="hold">
                            <p:stCondLst>
                              <p:cond delay="3000"/>
                            </p:stCondLst>
                            <p:childTnLst>
                              <p:par>
                                <p:cTn id="34" presetID="22" presetClass="entr" presetSubtype="4" fill="hold" grpId="0" nodeType="afterEffect" nodePh="1">
                                  <p:stCondLst>
                                    <p:cond delay="0"/>
                                  </p:stCondLst>
                                  <p:endCondLst>
                                    <p:cond evt="begin" delay="0">
                                      <p:tn val="34"/>
                                    </p:cond>
                                  </p:endCondLst>
                                  <p:childTnLst>
                                    <p:set>
                                      <p:cBhvr>
                                        <p:cTn id="35" dur="1" fill="hold">
                                          <p:stCondLst>
                                            <p:cond delay="0"/>
                                          </p:stCondLst>
                                        </p:cTn>
                                        <p:tgtEl>
                                          <p:spTgt spid="26">
                                            <p:txEl>
                                              <p:pRg st="0" end="0"/>
                                            </p:txEl>
                                          </p:spTgt>
                                        </p:tgtEl>
                                        <p:attrNameLst>
                                          <p:attrName>style.visibility</p:attrName>
                                        </p:attrNameLst>
                                      </p:cBhvr>
                                      <p:to>
                                        <p:strVal val="visible"/>
                                      </p:to>
                                    </p:set>
                                    <p:animEffect transition="in" filter="wipe(down)">
                                      <p:cBhvr>
                                        <p:cTn id="36" dur="500"/>
                                        <p:tgtEl>
                                          <p:spTgt spid="26">
                                            <p:txEl>
                                              <p:pRg st="0" end="0"/>
                                            </p:txEl>
                                          </p:spTgt>
                                        </p:tgtEl>
                                      </p:cBhvr>
                                    </p:animEffect>
                                  </p:childTnLst>
                                </p:cTn>
                              </p:par>
                            </p:childTnLst>
                          </p:cTn>
                        </p:par>
                        <p:par>
                          <p:cTn id="37" fill="hold">
                            <p:stCondLst>
                              <p:cond delay="3500"/>
                            </p:stCondLst>
                            <p:childTnLst>
                              <p:par>
                                <p:cTn id="38" presetID="2" presetClass="entr" presetSubtype="4" accel="50000" decel="50000" fill="hold" grpId="0" nodeType="afterEffect" nodePh="1">
                                  <p:stCondLst>
                                    <p:cond delay="0"/>
                                  </p:stCondLst>
                                  <p:endCondLst>
                                    <p:cond evt="begin" delay="0">
                                      <p:tn val="38"/>
                                    </p:cond>
                                  </p:endCondLst>
                                  <p:childTnLst>
                                    <p:set>
                                      <p:cBhvr>
                                        <p:cTn id="39" dur="1" fill="hold">
                                          <p:stCondLst>
                                            <p:cond delay="0"/>
                                          </p:stCondLst>
                                        </p:cTn>
                                        <p:tgtEl>
                                          <p:spTgt spid="24">
                                            <p:txEl>
                                              <p:pRg st="0" end="0"/>
                                            </p:txEl>
                                          </p:spTgt>
                                        </p:tgtEl>
                                        <p:attrNameLst>
                                          <p:attrName>style.visibility</p:attrName>
                                        </p:attrNameLst>
                                      </p:cBhvr>
                                      <p:to>
                                        <p:strVal val="visible"/>
                                      </p:to>
                                    </p:set>
                                    <p:anim calcmode="lin" valueType="num">
                                      <p:cBhvr additive="base">
                                        <p:cTn id="40"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additive="base">
                                        <p:cTn id="41" dur="500" fill="hold"/>
                                        <p:tgtEl>
                                          <p:spTgt spid="24">
                                            <p:txEl>
                                              <p:pRg st="0" end="0"/>
                                            </p:txEl>
                                          </p:spTgt>
                                        </p:tgtEl>
                                        <p:attrNameLst>
                                          <p:attrName>ppt_y</p:attrName>
                                        </p:attrNameLst>
                                      </p:cBhvr>
                                      <p:tavLst>
                                        <p:tav tm="0">
                                          <p:val>
                                            <p:strVal val="1+#ppt_h/2"/>
                                          </p:val>
                                        </p:tav>
                                        <p:tav tm="100000">
                                          <p:val>
                                            <p:strVal val="#ppt_y"/>
                                          </p:val>
                                        </p:tav>
                                      </p:tavLst>
                                    </p:anim>
                                  </p:childTnLst>
                                </p:cTn>
                              </p:par>
                            </p:childTnLst>
                          </p:cTn>
                        </p:par>
                        <p:par>
                          <p:cTn id="42" fill="hold">
                            <p:stCondLst>
                              <p:cond delay="4000"/>
                            </p:stCondLst>
                            <p:childTnLst>
                              <p:par>
                                <p:cTn id="43" presetID="53" presetClass="entr" presetSubtype="0" fill="hold" grpId="0" nodeType="afterEffect">
                                  <p:stCondLst>
                                    <p:cond delay="0"/>
                                  </p:stCondLst>
                                  <p:childTnLst>
                                    <p:set>
                                      <p:cBhvr>
                                        <p:cTn id="44" dur="1" fill="hold">
                                          <p:stCondLst>
                                            <p:cond delay="0"/>
                                          </p:stCondLst>
                                        </p:cTn>
                                        <p:tgtEl>
                                          <p:spTgt spid="27"/>
                                        </p:tgtEl>
                                        <p:attrNameLst>
                                          <p:attrName>style.visibility</p:attrName>
                                        </p:attrNameLst>
                                      </p:cBhvr>
                                      <p:to>
                                        <p:strVal val="visible"/>
                                      </p:to>
                                    </p:set>
                                    <p:anim calcmode="lin" valueType="num">
                                      <p:cBhvr>
                                        <p:cTn id="45" dur="500" fill="hold"/>
                                        <p:tgtEl>
                                          <p:spTgt spid="27"/>
                                        </p:tgtEl>
                                        <p:attrNameLst>
                                          <p:attrName>ppt_w</p:attrName>
                                        </p:attrNameLst>
                                      </p:cBhvr>
                                      <p:tavLst>
                                        <p:tav tm="0">
                                          <p:val>
                                            <p:fltVal val="0"/>
                                          </p:val>
                                        </p:tav>
                                        <p:tav tm="100000">
                                          <p:val>
                                            <p:strVal val="#ppt_w"/>
                                          </p:val>
                                        </p:tav>
                                      </p:tavLst>
                                    </p:anim>
                                    <p:anim calcmode="lin" valueType="num">
                                      <p:cBhvr>
                                        <p:cTn id="46" dur="500" fill="hold"/>
                                        <p:tgtEl>
                                          <p:spTgt spid="27"/>
                                        </p:tgtEl>
                                        <p:attrNameLst>
                                          <p:attrName>ppt_h</p:attrName>
                                        </p:attrNameLst>
                                      </p:cBhvr>
                                      <p:tavLst>
                                        <p:tav tm="0">
                                          <p:val>
                                            <p:fltVal val="0"/>
                                          </p:val>
                                        </p:tav>
                                        <p:tav tm="100000">
                                          <p:val>
                                            <p:strVal val="#ppt_h"/>
                                          </p:val>
                                        </p:tav>
                                      </p:tavLst>
                                    </p:anim>
                                    <p:animEffect transition="in" filter="fade">
                                      <p:cBhvr>
                                        <p:cTn id="47" dur="500"/>
                                        <p:tgtEl>
                                          <p:spTgt spid="27"/>
                                        </p:tgtEl>
                                      </p:cBhvr>
                                    </p:animEffect>
                                  </p:childTnLst>
                                </p:cTn>
                              </p:par>
                            </p:childTnLst>
                          </p:cTn>
                        </p:par>
                        <p:par>
                          <p:cTn id="48" fill="hold">
                            <p:stCondLst>
                              <p:cond delay="4500"/>
                            </p:stCondLst>
                            <p:childTnLst>
                              <p:par>
                                <p:cTn id="49" presetID="22" presetClass="entr" presetSubtype="4" fill="hold" grpId="0" nodeType="afterEffect">
                                  <p:stCondLst>
                                    <p:cond delay="0"/>
                                  </p:stCondLst>
                                  <p:childTnLst>
                                    <p:set>
                                      <p:cBhvr>
                                        <p:cTn id="50" dur="1" fill="hold">
                                          <p:stCondLst>
                                            <p:cond delay="0"/>
                                          </p:stCondLst>
                                        </p:cTn>
                                        <p:tgtEl>
                                          <p:spTgt spid="29"/>
                                        </p:tgtEl>
                                        <p:attrNameLst>
                                          <p:attrName>style.visibility</p:attrName>
                                        </p:attrNameLst>
                                      </p:cBhvr>
                                      <p:to>
                                        <p:strVal val="visible"/>
                                      </p:to>
                                    </p:set>
                                    <p:animEffect transition="in" filter="wipe(down)">
                                      <p:cBhvr>
                                        <p:cTn id="51" dur="500"/>
                                        <p:tgtEl>
                                          <p:spTgt spid="29"/>
                                        </p:tgtEl>
                                      </p:cBhvr>
                                    </p:animEffect>
                                  </p:childTnLst>
                                </p:cTn>
                              </p:par>
                            </p:childTnLst>
                          </p:cTn>
                        </p:par>
                        <p:par>
                          <p:cTn id="52" fill="hold">
                            <p:stCondLst>
                              <p:cond delay="5000"/>
                            </p:stCondLst>
                            <p:childTnLst>
                              <p:par>
                                <p:cTn id="53" presetID="22" presetClass="entr" presetSubtype="4" fill="hold" grpId="0" nodeType="afterEffect" nodePh="1">
                                  <p:stCondLst>
                                    <p:cond delay="0"/>
                                  </p:stCondLst>
                                  <p:endCondLst>
                                    <p:cond evt="begin" delay="0">
                                      <p:tn val="53"/>
                                    </p:cond>
                                  </p:endCondLst>
                                  <p:childTnLst>
                                    <p:set>
                                      <p:cBhvr>
                                        <p:cTn id="54" dur="1" fill="hold">
                                          <p:stCondLst>
                                            <p:cond delay="0"/>
                                          </p:stCondLst>
                                        </p:cTn>
                                        <p:tgtEl>
                                          <p:spTgt spid="30">
                                            <p:txEl>
                                              <p:pRg st="0" end="0"/>
                                            </p:txEl>
                                          </p:spTgt>
                                        </p:tgtEl>
                                        <p:attrNameLst>
                                          <p:attrName>style.visibility</p:attrName>
                                        </p:attrNameLst>
                                      </p:cBhvr>
                                      <p:to>
                                        <p:strVal val="visible"/>
                                      </p:to>
                                    </p:set>
                                    <p:animEffect transition="in" filter="wipe(down)">
                                      <p:cBhvr>
                                        <p:cTn id="55" dur="500"/>
                                        <p:tgtEl>
                                          <p:spTgt spid="30">
                                            <p:txEl>
                                              <p:pRg st="0" end="0"/>
                                            </p:txEl>
                                          </p:spTgt>
                                        </p:tgtEl>
                                      </p:cBhvr>
                                    </p:animEffect>
                                  </p:childTnLst>
                                </p:cTn>
                              </p:par>
                            </p:childTnLst>
                          </p:cTn>
                        </p:par>
                        <p:par>
                          <p:cTn id="56" fill="hold">
                            <p:stCondLst>
                              <p:cond delay="5500"/>
                            </p:stCondLst>
                            <p:childTnLst>
                              <p:par>
                                <p:cTn id="57" presetID="2" presetClass="entr" presetSubtype="4" accel="50000" decel="50000" fill="hold" grpId="0" nodeType="afterEffect" nodePh="1">
                                  <p:stCondLst>
                                    <p:cond delay="0"/>
                                  </p:stCondLst>
                                  <p:endCondLst>
                                    <p:cond evt="begin" delay="0">
                                      <p:tn val="57"/>
                                    </p:cond>
                                  </p:endCondLst>
                                  <p:childTnLst>
                                    <p:set>
                                      <p:cBhvr>
                                        <p:cTn id="58" dur="1" fill="hold">
                                          <p:stCondLst>
                                            <p:cond delay="0"/>
                                          </p:stCondLst>
                                        </p:cTn>
                                        <p:tgtEl>
                                          <p:spTgt spid="28">
                                            <p:txEl>
                                              <p:pRg st="0" end="0"/>
                                            </p:txEl>
                                          </p:spTgt>
                                        </p:tgtEl>
                                        <p:attrNameLst>
                                          <p:attrName>style.visibility</p:attrName>
                                        </p:attrNameLst>
                                      </p:cBhvr>
                                      <p:to>
                                        <p:strVal val="visible"/>
                                      </p:to>
                                    </p:set>
                                    <p:anim calcmode="lin" valueType="num">
                                      <p:cBhvr additive="base">
                                        <p:cTn id="59" dur="500" fill="hold"/>
                                        <p:tgtEl>
                                          <p:spTgt spid="28">
                                            <p:txEl>
                                              <p:pRg st="0" end="0"/>
                                            </p:txEl>
                                          </p:spTgt>
                                        </p:tgtEl>
                                        <p:attrNameLst>
                                          <p:attrName>ppt_x</p:attrName>
                                        </p:attrNameLst>
                                      </p:cBhvr>
                                      <p:tavLst>
                                        <p:tav tm="0">
                                          <p:val>
                                            <p:strVal val="#ppt_x"/>
                                          </p:val>
                                        </p:tav>
                                        <p:tav tm="100000">
                                          <p:val>
                                            <p:strVal val="#ppt_x"/>
                                          </p:val>
                                        </p:tav>
                                      </p:tavLst>
                                    </p:anim>
                                    <p:anim calcmode="lin" valueType="num">
                                      <p:cBhvr additive="base">
                                        <p:cTn id="60" dur="500" fill="hold"/>
                                        <p:tgtEl>
                                          <p:spTgt spid="28">
                                            <p:txEl>
                                              <p:pRg st="0" end="0"/>
                                            </p:txEl>
                                          </p:spTgt>
                                        </p:tgtEl>
                                        <p:attrNameLst>
                                          <p:attrName>ppt_y</p:attrName>
                                        </p:attrNameLst>
                                      </p:cBhvr>
                                      <p:tavLst>
                                        <p:tav tm="0">
                                          <p:val>
                                            <p:strVal val="1+#ppt_h/2"/>
                                          </p:val>
                                        </p:tav>
                                        <p:tav tm="100000">
                                          <p:val>
                                            <p:strVal val="#ppt_y"/>
                                          </p:val>
                                        </p:tav>
                                      </p:tavLst>
                                    </p:anim>
                                  </p:childTnLst>
                                </p:cTn>
                              </p:par>
                            </p:childTnLst>
                          </p:cTn>
                        </p:par>
                        <p:par>
                          <p:cTn id="61" fill="hold">
                            <p:stCondLst>
                              <p:cond delay="6000"/>
                            </p:stCondLst>
                            <p:childTnLst>
                              <p:par>
                                <p:cTn id="62" presetID="53" presetClass="entr" presetSubtype="0" fill="hold" grpId="0" nodeType="afterEffect">
                                  <p:stCondLst>
                                    <p:cond delay="0"/>
                                  </p:stCondLst>
                                  <p:childTnLst>
                                    <p:set>
                                      <p:cBhvr>
                                        <p:cTn id="63" dur="1" fill="hold">
                                          <p:stCondLst>
                                            <p:cond delay="0"/>
                                          </p:stCondLst>
                                        </p:cTn>
                                        <p:tgtEl>
                                          <p:spTgt spid="32"/>
                                        </p:tgtEl>
                                        <p:attrNameLst>
                                          <p:attrName>style.visibility</p:attrName>
                                        </p:attrNameLst>
                                      </p:cBhvr>
                                      <p:to>
                                        <p:strVal val="visible"/>
                                      </p:to>
                                    </p:set>
                                    <p:anim calcmode="lin" valueType="num">
                                      <p:cBhvr>
                                        <p:cTn id="64" dur="500" fill="hold"/>
                                        <p:tgtEl>
                                          <p:spTgt spid="32"/>
                                        </p:tgtEl>
                                        <p:attrNameLst>
                                          <p:attrName>ppt_w</p:attrName>
                                        </p:attrNameLst>
                                      </p:cBhvr>
                                      <p:tavLst>
                                        <p:tav tm="0">
                                          <p:val>
                                            <p:fltVal val="0"/>
                                          </p:val>
                                        </p:tav>
                                        <p:tav tm="100000">
                                          <p:val>
                                            <p:strVal val="#ppt_w"/>
                                          </p:val>
                                        </p:tav>
                                      </p:tavLst>
                                    </p:anim>
                                    <p:anim calcmode="lin" valueType="num">
                                      <p:cBhvr>
                                        <p:cTn id="65" dur="500" fill="hold"/>
                                        <p:tgtEl>
                                          <p:spTgt spid="32"/>
                                        </p:tgtEl>
                                        <p:attrNameLst>
                                          <p:attrName>ppt_h</p:attrName>
                                        </p:attrNameLst>
                                      </p:cBhvr>
                                      <p:tavLst>
                                        <p:tav tm="0">
                                          <p:val>
                                            <p:fltVal val="0"/>
                                          </p:val>
                                        </p:tav>
                                        <p:tav tm="100000">
                                          <p:val>
                                            <p:strVal val="#ppt_h"/>
                                          </p:val>
                                        </p:tav>
                                      </p:tavLst>
                                    </p:anim>
                                    <p:animEffect transition="in" filter="fade">
                                      <p:cBhvr>
                                        <p:cTn id="66" dur="500"/>
                                        <p:tgtEl>
                                          <p:spTgt spid="32"/>
                                        </p:tgtEl>
                                      </p:cBhvr>
                                    </p:animEffect>
                                  </p:childTnLst>
                                </p:cTn>
                              </p:par>
                            </p:childTnLst>
                          </p:cTn>
                        </p:par>
                        <p:par>
                          <p:cTn id="67" fill="hold">
                            <p:stCondLst>
                              <p:cond delay="6500"/>
                            </p:stCondLst>
                            <p:childTnLst>
                              <p:par>
                                <p:cTn id="68" presetID="22" presetClass="entr" presetSubtype="4" fill="hold" grpId="0" nodeType="afterEffect">
                                  <p:stCondLst>
                                    <p:cond delay="0"/>
                                  </p:stCondLst>
                                  <p:childTnLst>
                                    <p:set>
                                      <p:cBhvr>
                                        <p:cTn id="69" dur="1" fill="hold">
                                          <p:stCondLst>
                                            <p:cond delay="0"/>
                                          </p:stCondLst>
                                        </p:cTn>
                                        <p:tgtEl>
                                          <p:spTgt spid="35"/>
                                        </p:tgtEl>
                                        <p:attrNameLst>
                                          <p:attrName>style.visibility</p:attrName>
                                        </p:attrNameLst>
                                      </p:cBhvr>
                                      <p:to>
                                        <p:strVal val="visible"/>
                                      </p:to>
                                    </p:set>
                                    <p:animEffect transition="in" filter="wipe(down)">
                                      <p:cBhvr>
                                        <p:cTn id="70" dur="500"/>
                                        <p:tgtEl>
                                          <p:spTgt spid="35"/>
                                        </p:tgtEl>
                                      </p:cBhvr>
                                    </p:animEffect>
                                  </p:childTnLst>
                                </p:cTn>
                              </p:par>
                            </p:childTnLst>
                          </p:cTn>
                        </p:par>
                        <p:par>
                          <p:cTn id="71" fill="hold">
                            <p:stCondLst>
                              <p:cond delay="7000"/>
                            </p:stCondLst>
                            <p:childTnLst>
                              <p:par>
                                <p:cTn id="72" presetID="22" presetClass="entr" presetSubtype="4" fill="hold" grpId="0" nodeType="afterEffect" nodePh="1">
                                  <p:stCondLst>
                                    <p:cond delay="0"/>
                                  </p:stCondLst>
                                  <p:endCondLst>
                                    <p:cond evt="begin" delay="0">
                                      <p:tn val="72"/>
                                    </p:cond>
                                  </p:endCondLst>
                                  <p:childTnLst>
                                    <p:set>
                                      <p:cBhvr>
                                        <p:cTn id="73" dur="1" fill="hold">
                                          <p:stCondLst>
                                            <p:cond delay="0"/>
                                          </p:stCondLst>
                                        </p:cTn>
                                        <p:tgtEl>
                                          <p:spTgt spid="36">
                                            <p:txEl>
                                              <p:pRg st="0" end="0"/>
                                            </p:txEl>
                                          </p:spTgt>
                                        </p:tgtEl>
                                        <p:attrNameLst>
                                          <p:attrName>style.visibility</p:attrName>
                                        </p:attrNameLst>
                                      </p:cBhvr>
                                      <p:to>
                                        <p:strVal val="visible"/>
                                      </p:to>
                                    </p:set>
                                    <p:animEffect transition="in" filter="wipe(down)">
                                      <p:cBhvr>
                                        <p:cTn id="74" dur="500"/>
                                        <p:tgtEl>
                                          <p:spTgt spid="36">
                                            <p:txEl>
                                              <p:pRg st="0" end="0"/>
                                            </p:txEl>
                                          </p:spTgt>
                                        </p:tgtEl>
                                      </p:cBhvr>
                                    </p:animEffect>
                                  </p:childTnLst>
                                </p:cTn>
                              </p:par>
                            </p:childTnLst>
                          </p:cTn>
                        </p:par>
                        <p:par>
                          <p:cTn id="75" fill="hold">
                            <p:stCondLst>
                              <p:cond delay="7500"/>
                            </p:stCondLst>
                            <p:childTnLst>
                              <p:par>
                                <p:cTn id="76" presetID="2" presetClass="entr" presetSubtype="4" accel="50000" decel="50000" fill="hold" grpId="0" nodeType="afterEffect" nodePh="1">
                                  <p:stCondLst>
                                    <p:cond delay="0"/>
                                  </p:stCondLst>
                                  <p:endCondLst>
                                    <p:cond evt="begin" delay="0">
                                      <p:tn val="76"/>
                                    </p:cond>
                                  </p:endCondLst>
                                  <p:childTnLst>
                                    <p:set>
                                      <p:cBhvr>
                                        <p:cTn id="77" dur="1" fill="hold">
                                          <p:stCondLst>
                                            <p:cond delay="0"/>
                                          </p:stCondLst>
                                        </p:cTn>
                                        <p:tgtEl>
                                          <p:spTgt spid="33">
                                            <p:txEl>
                                              <p:pRg st="0" end="0"/>
                                            </p:txEl>
                                          </p:spTgt>
                                        </p:tgtEl>
                                        <p:attrNameLst>
                                          <p:attrName>style.visibility</p:attrName>
                                        </p:attrNameLst>
                                      </p:cBhvr>
                                      <p:to>
                                        <p:strVal val="visible"/>
                                      </p:to>
                                    </p:set>
                                    <p:anim calcmode="lin" valueType="num">
                                      <p:cBhvr additive="base">
                                        <p:cTn id="78" dur="500" fill="hold"/>
                                        <p:tgtEl>
                                          <p:spTgt spid="33">
                                            <p:txEl>
                                              <p:pRg st="0" end="0"/>
                                            </p:txEl>
                                          </p:spTgt>
                                        </p:tgtEl>
                                        <p:attrNameLst>
                                          <p:attrName>ppt_x</p:attrName>
                                        </p:attrNameLst>
                                      </p:cBhvr>
                                      <p:tavLst>
                                        <p:tav tm="0">
                                          <p:val>
                                            <p:strVal val="#ppt_x"/>
                                          </p:val>
                                        </p:tav>
                                        <p:tav tm="100000">
                                          <p:val>
                                            <p:strVal val="#ppt_x"/>
                                          </p:val>
                                        </p:tav>
                                      </p:tavLst>
                                    </p:anim>
                                    <p:anim calcmode="lin" valueType="num">
                                      <p:cBhvr additive="base">
                                        <p:cTn id="79" dur="500" fill="hold"/>
                                        <p:tgtEl>
                                          <p:spTgt spid="33">
                                            <p:txEl>
                                              <p:pRg st="0" end="0"/>
                                            </p:txEl>
                                          </p:spTgt>
                                        </p:tgtEl>
                                        <p:attrNameLst>
                                          <p:attrName>ppt_y</p:attrName>
                                        </p:attrNameLst>
                                      </p:cBhvr>
                                      <p:tavLst>
                                        <p:tav tm="0">
                                          <p:val>
                                            <p:strVal val="1+#ppt_h/2"/>
                                          </p:val>
                                        </p:tav>
                                        <p:tav tm="100000">
                                          <p:val>
                                            <p:strVal val="#ppt_y"/>
                                          </p:val>
                                        </p:tav>
                                      </p:tavLst>
                                    </p:anim>
                                  </p:childTnLst>
                                </p:cTn>
                              </p:par>
                            </p:childTnLst>
                          </p:cTn>
                        </p:par>
                        <p:par>
                          <p:cTn id="80" fill="hold">
                            <p:stCondLst>
                              <p:cond delay="8000"/>
                            </p:stCondLst>
                            <p:childTnLst>
                              <p:par>
                                <p:cTn id="81" presetID="53" presetClass="entr" presetSubtype="0" fill="hold" grpId="0" nodeType="afterEffect">
                                  <p:stCondLst>
                                    <p:cond delay="0"/>
                                  </p:stCondLst>
                                  <p:childTnLst>
                                    <p:set>
                                      <p:cBhvr>
                                        <p:cTn id="82" dur="1" fill="hold">
                                          <p:stCondLst>
                                            <p:cond delay="0"/>
                                          </p:stCondLst>
                                        </p:cTn>
                                        <p:tgtEl>
                                          <p:spTgt spid="38"/>
                                        </p:tgtEl>
                                        <p:attrNameLst>
                                          <p:attrName>style.visibility</p:attrName>
                                        </p:attrNameLst>
                                      </p:cBhvr>
                                      <p:to>
                                        <p:strVal val="visible"/>
                                      </p:to>
                                    </p:set>
                                    <p:anim calcmode="lin" valueType="num">
                                      <p:cBhvr>
                                        <p:cTn id="83" dur="500" fill="hold"/>
                                        <p:tgtEl>
                                          <p:spTgt spid="38"/>
                                        </p:tgtEl>
                                        <p:attrNameLst>
                                          <p:attrName>ppt_w</p:attrName>
                                        </p:attrNameLst>
                                      </p:cBhvr>
                                      <p:tavLst>
                                        <p:tav tm="0">
                                          <p:val>
                                            <p:fltVal val="0"/>
                                          </p:val>
                                        </p:tav>
                                        <p:tav tm="100000">
                                          <p:val>
                                            <p:strVal val="#ppt_w"/>
                                          </p:val>
                                        </p:tav>
                                      </p:tavLst>
                                    </p:anim>
                                    <p:anim calcmode="lin" valueType="num">
                                      <p:cBhvr>
                                        <p:cTn id="84" dur="500" fill="hold"/>
                                        <p:tgtEl>
                                          <p:spTgt spid="38"/>
                                        </p:tgtEl>
                                        <p:attrNameLst>
                                          <p:attrName>ppt_h</p:attrName>
                                        </p:attrNameLst>
                                      </p:cBhvr>
                                      <p:tavLst>
                                        <p:tav tm="0">
                                          <p:val>
                                            <p:fltVal val="0"/>
                                          </p:val>
                                        </p:tav>
                                        <p:tav tm="100000">
                                          <p:val>
                                            <p:strVal val="#ppt_h"/>
                                          </p:val>
                                        </p:tav>
                                      </p:tavLst>
                                    </p:anim>
                                    <p:animEffect transition="in" filter="fade">
                                      <p:cBhvr>
                                        <p:cTn id="85" dur="500"/>
                                        <p:tgtEl>
                                          <p:spTgt spid="38"/>
                                        </p:tgtEl>
                                      </p:cBhvr>
                                    </p:animEffect>
                                  </p:childTnLst>
                                </p:cTn>
                              </p:par>
                            </p:childTnLst>
                          </p:cTn>
                        </p:par>
                        <p:par>
                          <p:cTn id="86" fill="hold">
                            <p:stCondLst>
                              <p:cond delay="8500"/>
                            </p:stCondLst>
                            <p:childTnLst>
                              <p:par>
                                <p:cTn id="87" presetID="22" presetClass="entr" presetSubtype="4" fill="hold" grpId="0" nodeType="afterEffect">
                                  <p:stCondLst>
                                    <p:cond delay="0"/>
                                  </p:stCondLst>
                                  <p:childTnLst>
                                    <p:set>
                                      <p:cBhvr>
                                        <p:cTn id="88" dur="1" fill="hold">
                                          <p:stCondLst>
                                            <p:cond delay="0"/>
                                          </p:stCondLst>
                                        </p:cTn>
                                        <p:tgtEl>
                                          <p:spTgt spid="41"/>
                                        </p:tgtEl>
                                        <p:attrNameLst>
                                          <p:attrName>style.visibility</p:attrName>
                                        </p:attrNameLst>
                                      </p:cBhvr>
                                      <p:to>
                                        <p:strVal val="visible"/>
                                      </p:to>
                                    </p:set>
                                    <p:animEffect transition="in" filter="wipe(down)">
                                      <p:cBhvr>
                                        <p:cTn id="89" dur="500"/>
                                        <p:tgtEl>
                                          <p:spTgt spid="41"/>
                                        </p:tgtEl>
                                      </p:cBhvr>
                                    </p:animEffect>
                                  </p:childTnLst>
                                </p:cTn>
                              </p:par>
                            </p:childTnLst>
                          </p:cTn>
                        </p:par>
                        <p:par>
                          <p:cTn id="90" fill="hold">
                            <p:stCondLst>
                              <p:cond delay="9000"/>
                            </p:stCondLst>
                            <p:childTnLst>
                              <p:par>
                                <p:cTn id="91" presetID="22" presetClass="entr" presetSubtype="4" fill="hold" grpId="0" nodeType="afterEffect" nodePh="1">
                                  <p:stCondLst>
                                    <p:cond delay="0"/>
                                  </p:stCondLst>
                                  <p:endCondLst>
                                    <p:cond evt="begin" delay="0">
                                      <p:tn val="91"/>
                                    </p:cond>
                                  </p:endCondLst>
                                  <p:childTnLst>
                                    <p:set>
                                      <p:cBhvr>
                                        <p:cTn id="92" dur="1" fill="hold">
                                          <p:stCondLst>
                                            <p:cond delay="0"/>
                                          </p:stCondLst>
                                        </p:cTn>
                                        <p:tgtEl>
                                          <p:spTgt spid="44">
                                            <p:txEl>
                                              <p:pRg st="0" end="0"/>
                                            </p:txEl>
                                          </p:spTgt>
                                        </p:tgtEl>
                                        <p:attrNameLst>
                                          <p:attrName>style.visibility</p:attrName>
                                        </p:attrNameLst>
                                      </p:cBhvr>
                                      <p:to>
                                        <p:strVal val="visible"/>
                                      </p:to>
                                    </p:set>
                                    <p:animEffect transition="in" filter="wipe(down)">
                                      <p:cBhvr>
                                        <p:cTn id="93" dur="500"/>
                                        <p:tgtEl>
                                          <p:spTgt spid="44">
                                            <p:txEl>
                                              <p:pRg st="0" end="0"/>
                                            </p:txEl>
                                          </p:spTgt>
                                        </p:tgtEl>
                                      </p:cBhvr>
                                    </p:animEffect>
                                  </p:childTnLst>
                                </p:cTn>
                              </p:par>
                            </p:childTnLst>
                          </p:cTn>
                        </p:par>
                        <p:par>
                          <p:cTn id="94" fill="hold">
                            <p:stCondLst>
                              <p:cond delay="9500"/>
                            </p:stCondLst>
                            <p:childTnLst>
                              <p:par>
                                <p:cTn id="95" presetID="2" presetClass="entr" presetSubtype="4" accel="50000" decel="50000" fill="hold" grpId="0" nodeType="afterEffect" nodePh="1">
                                  <p:stCondLst>
                                    <p:cond delay="0"/>
                                  </p:stCondLst>
                                  <p:endCondLst>
                                    <p:cond evt="begin" delay="0">
                                      <p:tn val="95"/>
                                    </p:cond>
                                  </p:endCondLst>
                                  <p:childTnLst>
                                    <p:set>
                                      <p:cBhvr>
                                        <p:cTn id="96" dur="1" fill="hold">
                                          <p:stCondLst>
                                            <p:cond delay="0"/>
                                          </p:stCondLst>
                                        </p:cTn>
                                        <p:tgtEl>
                                          <p:spTgt spid="39">
                                            <p:txEl>
                                              <p:pRg st="0" end="0"/>
                                            </p:txEl>
                                          </p:spTgt>
                                        </p:tgtEl>
                                        <p:attrNameLst>
                                          <p:attrName>style.visibility</p:attrName>
                                        </p:attrNameLst>
                                      </p:cBhvr>
                                      <p:to>
                                        <p:strVal val="visible"/>
                                      </p:to>
                                    </p:set>
                                    <p:anim calcmode="lin" valueType="num">
                                      <p:cBhvr additive="base">
                                        <p:cTn id="97" dur="500" fill="hold"/>
                                        <p:tgtEl>
                                          <p:spTgt spid="39">
                                            <p:txEl>
                                              <p:pRg st="0" end="0"/>
                                            </p:txEl>
                                          </p:spTgt>
                                        </p:tgtEl>
                                        <p:attrNameLst>
                                          <p:attrName>ppt_x</p:attrName>
                                        </p:attrNameLst>
                                      </p:cBhvr>
                                      <p:tavLst>
                                        <p:tav tm="0">
                                          <p:val>
                                            <p:strVal val="#ppt_x"/>
                                          </p:val>
                                        </p:tav>
                                        <p:tav tm="100000">
                                          <p:val>
                                            <p:strVal val="#ppt_x"/>
                                          </p:val>
                                        </p:tav>
                                      </p:tavLst>
                                    </p:anim>
                                    <p:anim calcmode="lin" valueType="num">
                                      <p:cBhvr additive="base">
                                        <p:cTn id="98" dur="500" fill="hold"/>
                                        <p:tgtEl>
                                          <p:spTgt spid="39">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14"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14"/>
                        </p:tgtEl>
                        <p:attrNameLst>
                          <p:attrName>style.visibility</p:attrName>
                        </p:attrNameLst>
                      </p:cBhvr>
                      <p:to>
                        <p:strVal val="visible"/>
                      </p:to>
                    </p:set>
                    <p:anim calcmode="lin" valueType="num">
                      <p:cBhvr additive="base">
                        <p:cTn dur="500" fill="hold"/>
                        <p:tgtEl>
                          <p:spTgt spid="14"/>
                        </p:tgtEl>
                        <p:attrNameLst>
                          <p:attrName>ppt_x</p:attrName>
                        </p:attrNameLst>
                      </p:cBhvr>
                      <p:tavLst>
                        <p:tav tm="0">
                          <p:val>
                            <p:strVal val="#ppt_x"/>
                          </p:val>
                        </p:tav>
                        <p:tav tm="100000">
                          <p:val>
                            <p:strVal val="#ppt_x"/>
                          </p:val>
                        </p:tav>
                      </p:tavLst>
                    </p:anim>
                    <p:anim calcmode="lin" valueType="num">
                      <p:cBhvr additive="base">
                        <p:cTn dur="500" fill="hold"/>
                        <p:tgtEl>
                          <p:spTgt spid="14"/>
                        </p:tgtEl>
                        <p:attrNameLst>
                          <p:attrName>ppt_y</p:attrName>
                        </p:attrNameLst>
                      </p:cBhvr>
                      <p:tavLst>
                        <p:tav tm="0">
                          <p:val>
                            <p:strVal val="1+#ppt_h/2"/>
                          </p:val>
                        </p:tav>
                        <p:tav tm="100000">
                          <p:val>
                            <p:strVal val="#ppt_y"/>
                          </p:val>
                        </p:tav>
                      </p:tavLst>
                    </p:anim>
                  </p:childTnLst>
                </p:cTn>
              </p:par>
            </p:tnLst>
          </p:tmpl>
        </p:tmplLst>
      </p:bldP>
      <p:bldP spid="23" grpId="0" animBg="1"/>
      <p:bldP spid="24"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24"/>
                        </p:tgtEl>
                        <p:attrNameLst>
                          <p:attrName>style.visibility</p:attrName>
                        </p:attrNameLst>
                      </p:cBhvr>
                      <p:to>
                        <p:strVal val="visible"/>
                      </p:to>
                    </p:set>
                    <p:anim calcmode="lin" valueType="num">
                      <p:cBhvr additive="base">
                        <p:cTn dur="500" fill="hold"/>
                        <p:tgtEl>
                          <p:spTgt spid="24"/>
                        </p:tgtEl>
                        <p:attrNameLst>
                          <p:attrName>ppt_x</p:attrName>
                        </p:attrNameLst>
                      </p:cBhvr>
                      <p:tavLst>
                        <p:tav tm="0">
                          <p:val>
                            <p:strVal val="#ppt_x"/>
                          </p:val>
                        </p:tav>
                        <p:tav tm="100000">
                          <p:val>
                            <p:strVal val="#ppt_x"/>
                          </p:val>
                        </p:tav>
                      </p:tavLst>
                    </p:anim>
                    <p:anim calcmode="lin" valueType="num">
                      <p:cBhvr additive="base">
                        <p:cTn dur="500" fill="hold"/>
                        <p:tgtEl>
                          <p:spTgt spid="24"/>
                        </p:tgtEl>
                        <p:attrNameLst>
                          <p:attrName>ppt_y</p:attrName>
                        </p:attrNameLst>
                      </p:cBhvr>
                      <p:tavLst>
                        <p:tav tm="0">
                          <p:val>
                            <p:strVal val="1+#ppt_h/2"/>
                          </p:val>
                        </p:tav>
                        <p:tav tm="100000">
                          <p:val>
                            <p:strVal val="#ppt_y"/>
                          </p:val>
                        </p:tav>
                      </p:tavLst>
                    </p:anim>
                  </p:childTnLst>
                </p:cTn>
              </p:par>
            </p:tnLst>
          </p:tmpl>
        </p:tmplLst>
      </p:bldP>
      <p:bldP spid="27" grpId="0" animBg="1"/>
      <p:bldP spid="28"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28"/>
                        </p:tgtEl>
                        <p:attrNameLst>
                          <p:attrName>style.visibility</p:attrName>
                        </p:attrNameLst>
                      </p:cBhvr>
                      <p:to>
                        <p:strVal val="visible"/>
                      </p:to>
                    </p:set>
                    <p:anim calcmode="lin" valueType="num">
                      <p:cBhvr additive="base">
                        <p:cTn dur="500" fill="hold"/>
                        <p:tgtEl>
                          <p:spTgt spid="28"/>
                        </p:tgtEl>
                        <p:attrNameLst>
                          <p:attrName>ppt_x</p:attrName>
                        </p:attrNameLst>
                      </p:cBhvr>
                      <p:tavLst>
                        <p:tav tm="0">
                          <p:val>
                            <p:strVal val="#ppt_x"/>
                          </p:val>
                        </p:tav>
                        <p:tav tm="100000">
                          <p:val>
                            <p:strVal val="#ppt_x"/>
                          </p:val>
                        </p:tav>
                      </p:tavLst>
                    </p:anim>
                    <p:anim calcmode="lin" valueType="num">
                      <p:cBhvr additive="base">
                        <p:cTn dur="500" fill="hold"/>
                        <p:tgtEl>
                          <p:spTgt spid="28"/>
                        </p:tgtEl>
                        <p:attrNameLst>
                          <p:attrName>ppt_y</p:attrName>
                        </p:attrNameLst>
                      </p:cBhvr>
                      <p:tavLst>
                        <p:tav tm="0">
                          <p:val>
                            <p:strVal val="1+#ppt_h/2"/>
                          </p:val>
                        </p:tav>
                        <p:tav tm="100000">
                          <p:val>
                            <p:strVal val="#ppt_y"/>
                          </p:val>
                        </p:tav>
                      </p:tavLst>
                    </p:anim>
                  </p:childTnLst>
                </p:cTn>
              </p:par>
            </p:tnLst>
          </p:tmpl>
        </p:tmplLst>
      </p:bldP>
      <p:bldP spid="32" grpId="0" animBg="1"/>
      <p:bldP spid="33"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33"/>
                        </p:tgtEl>
                        <p:attrNameLst>
                          <p:attrName>style.visibility</p:attrName>
                        </p:attrNameLst>
                      </p:cBhvr>
                      <p:to>
                        <p:strVal val="visible"/>
                      </p:to>
                    </p:set>
                    <p:anim calcmode="lin" valueType="num">
                      <p:cBhvr additive="base">
                        <p:cTn dur="500" fill="hold"/>
                        <p:tgtEl>
                          <p:spTgt spid="33"/>
                        </p:tgtEl>
                        <p:attrNameLst>
                          <p:attrName>ppt_x</p:attrName>
                        </p:attrNameLst>
                      </p:cBhvr>
                      <p:tavLst>
                        <p:tav tm="0">
                          <p:val>
                            <p:strVal val="#ppt_x"/>
                          </p:val>
                        </p:tav>
                        <p:tav tm="100000">
                          <p:val>
                            <p:strVal val="#ppt_x"/>
                          </p:val>
                        </p:tav>
                      </p:tavLst>
                    </p:anim>
                    <p:anim calcmode="lin" valueType="num">
                      <p:cBhvr additive="base">
                        <p:cTn dur="500" fill="hold"/>
                        <p:tgtEl>
                          <p:spTgt spid="33"/>
                        </p:tgtEl>
                        <p:attrNameLst>
                          <p:attrName>ppt_y</p:attrName>
                        </p:attrNameLst>
                      </p:cBhvr>
                      <p:tavLst>
                        <p:tav tm="0">
                          <p:val>
                            <p:strVal val="1+#ppt_h/2"/>
                          </p:val>
                        </p:tav>
                        <p:tav tm="100000">
                          <p:val>
                            <p:strVal val="#ppt_y"/>
                          </p:val>
                        </p:tav>
                      </p:tavLst>
                    </p:anim>
                  </p:childTnLst>
                </p:cTn>
              </p:par>
            </p:tnLst>
          </p:tmpl>
        </p:tmplLst>
      </p:bldP>
      <p:bldP spid="38" grpId="0" animBg="1"/>
      <p:bldP spid="39"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39"/>
                        </p:tgtEl>
                        <p:attrNameLst>
                          <p:attrName>style.visibility</p:attrName>
                        </p:attrNameLst>
                      </p:cBhvr>
                      <p:to>
                        <p:strVal val="visible"/>
                      </p:to>
                    </p:set>
                    <p:anim calcmode="lin" valueType="num">
                      <p:cBhvr additive="base">
                        <p:cTn dur="500" fill="hold"/>
                        <p:tgtEl>
                          <p:spTgt spid="39"/>
                        </p:tgtEl>
                        <p:attrNameLst>
                          <p:attrName>ppt_x</p:attrName>
                        </p:attrNameLst>
                      </p:cBhvr>
                      <p:tavLst>
                        <p:tav tm="0">
                          <p:val>
                            <p:strVal val="#ppt_x"/>
                          </p:val>
                        </p:tav>
                        <p:tav tm="100000">
                          <p:val>
                            <p:strVal val="#ppt_x"/>
                          </p:val>
                        </p:tav>
                      </p:tavLst>
                    </p:anim>
                    <p:anim calcmode="lin" valueType="num">
                      <p:cBhvr additive="base">
                        <p:cTn dur="500" fill="hold"/>
                        <p:tgtEl>
                          <p:spTgt spid="39"/>
                        </p:tgtEl>
                        <p:attrNameLst>
                          <p:attrName>ppt_y</p:attrName>
                        </p:attrNameLst>
                      </p:cBhvr>
                      <p:tavLst>
                        <p:tav tm="0">
                          <p:val>
                            <p:strVal val="1+#ppt_h/2"/>
                          </p:val>
                        </p:tav>
                        <p:tav tm="100000">
                          <p:val>
                            <p:strVal val="#ppt_y"/>
                          </p:val>
                        </p:tav>
                      </p:tavLst>
                    </p:anim>
                  </p:childTnLst>
                </p:cTn>
              </p:par>
            </p:tnLst>
          </p:tmpl>
        </p:tmplLst>
      </p:bldP>
      <p:bldP spid="21" grpId="0" animBg="1"/>
      <p:bldP spid="22"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2"/>
                        </p:tgtEl>
                        <p:attrNameLst>
                          <p:attrName>style.visibility</p:attrName>
                        </p:attrNameLst>
                      </p:cBhvr>
                      <p:to>
                        <p:strVal val="visible"/>
                      </p:to>
                    </p:set>
                    <p:animEffect transition="in" filter="wipe(down)">
                      <p:cBhvr>
                        <p:cTn dur="500"/>
                        <p:tgtEl>
                          <p:spTgt spid="22"/>
                        </p:tgtEl>
                      </p:cBhvr>
                    </p:animEffect>
                  </p:childTnLst>
                </p:cTn>
              </p:par>
            </p:tnLst>
          </p:tmpl>
        </p:tmplLst>
      </p:bldP>
      <p:bldP spid="25" grpId="0" animBg="1"/>
      <p:bldP spid="26"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6"/>
                        </p:tgtEl>
                        <p:attrNameLst>
                          <p:attrName>style.visibility</p:attrName>
                        </p:attrNameLst>
                      </p:cBhvr>
                      <p:to>
                        <p:strVal val="visible"/>
                      </p:to>
                    </p:set>
                    <p:animEffect transition="in" filter="wipe(down)">
                      <p:cBhvr>
                        <p:cTn dur="500"/>
                        <p:tgtEl>
                          <p:spTgt spid="26"/>
                        </p:tgtEl>
                      </p:cBhvr>
                    </p:animEffect>
                  </p:childTnLst>
                </p:cTn>
              </p:par>
            </p:tnLst>
          </p:tmpl>
        </p:tmplLst>
      </p:bldP>
      <p:bldP spid="29" grpId="0" animBg="1"/>
      <p:bldP spid="30"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30"/>
                        </p:tgtEl>
                        <p:attrNameLst>
                          <p:attrName>style.visibility</p:attrName>
                        </p:attrNameLst>
                      </p:cBhvr>
                      <p:to>
                        <p:strVal val="visible"/>
                      </p:to>
                    </p:set>
                    <p:animEffect transition="in" filter="wipe(down)">
                      <p:cBhvr>
                        <p:cTn dur="500"/>
                        <p:tgtEl>
                          <p:spTgt spid="30"/>
                        </p:tgtEl>
                      </p:cBhvr>
                    </p:animEffect>
                  </p:childTnLst>
                </p:cTn>
              </p:par>
            </p:tnLst>
          </p:tmpl>
        </p:tmplLst>
      </p:bldP>
      <p:bldP spid="35" grpId="0" animBg="1"/>
      <p:bldP spid="36"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36"/>
                        </p:tgtEl>
                        <p:attrNameLst>
                          <p:attrName>style.visibility</p:attrName>
                        </p:attrNameLst>
                      </p:cBhvr>
                      <p:to>
                        <p:strVal val="visible"/>
                      </p:to>
                    </p:set>
                    <p:animEffect transition="in" filter="wipe(down)">
                      <p:cBhvr>
                        <p:cTn dur="500"/>
                        <p:tgtEl>
                          <p:spTgt spid="36"/>
                        </p:tgtEl>
                      </p:cBhvr>
                    </p:animEffect>
                  </p:childTnLst>
                </p:cTn>
              </p:par>
            </p:tnLst>
          </p:tmpl>
        </p:tmplLst>
      </p:bldP>
      <p:bldP spid="41" grpId="0" animBg="1"/>
      <p:bldP spid="44"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44"/>
                        </p:tgtEl>
                        <p:attrNameLst>
                          <p:attrName>style.visibility</p:attrName>
                        </p:attrNameLst>
                      </p:cBhvr>
                      <p:to>
                        <p:strVal val="visible"/>
                      </p:to>
                    </p:set>
                    <p:animEffect transition="in" filter="wipe(down)">
                      <p:cBhvr>
                        <p:cTn dur="500"/>
                        <p:tgtEl>
                          <p:spTgt spid="44"/>
                        </p:tgtEl>
                      </p:cBhvr>
                    </p:animEffect>
                  </p:childTnLst>
                </p:cTn>
              </p:par>
            </p:tnLst>
          </p:tmpl>
        </p:tmplLst>
      </p:bldP>
    </p:bldLst>
  </p:timing>
</p:sldLayout>
</file>

<file path=ppt/slideLayouts/slideLayout377.xml><?xml version="1.0" encoding="utf-8"?>
<p:sldLayout xmlns:a="http://schemas.openxmlformats.org/drawingml/2006/main" xmlns:r="http://schemas.openxmlformats.org/officeDocument/2006/relationships" xmlns:p="http://schemas.openxmlformats.org/presentationml/2006/main" preserve="1" userDrawn="1">
  <p:cSld name="2_Team09">
    <p:spTree>
      <p:nvGrpSpPr>
        <p:cNvPr id="1" name=""/>
        <p:cNvGrpSpPr/>
        <p:nvPr/>
      </p:nvGrpSpPr>
      <p:grpSpPr>
        <a:xfrm>
          <a:off x="0" y="0"/>
          <a:ext cx="0" cy="0"/>
          <a:chOff x="0" y="0"/>
          <a:chExt cx="0" cy="0"/>
        </a:xfrm>
      </p:grpSpPr>
      <p:sp>
        <p:nvSpPr>
          <p:cNvPr id="31" name="Picture Placeholder 7"/>
          <p:cNvSpPr>
            <a:spLocks noGrp="1"/>
          </p:cNvSpPr>
          <p:nvPr>
            <p:ph type="pic" sz="quarter" idx="10" hasCustomPrompt="1"/>
          </p:nvPr>
        </p:nvSpPr>
        <p:spPr>
          <a:xfrm>
            <a:off x="876172" y="2006600"/>
            <a:ext cx="1895355" cy="1894789"/>
          </a:xfrm>
          <a:prstGeom prst="ellipse">
            <a:avLst/>
          </a:prstGeom>
          <a:ln w="19050">
            <a:solidFill>
              <a:schemeClr val="accent1"/>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14" name="Text Placeholder 3"/>
          <p:cNvSpPr>
            <a:spLocks noGrp="1"/>
          </p:cNvSpPr>
          <p:nvPr>
            <p:ph type="body" sz="half" idx="15"/>
          </p:nvPr>
        </p:nvSpPr>
        <p:spPr>
          <a:xfrm>
            <a:off x="849403" y="4644196"/>
            <a:ext cx="1948892" cy="1231107"/>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3" name="Picture Placeholder 7"/>
          <p:cNvSpPr>
            <a:spLocks noGrp="1"/>
          </p:cNvSpPr>
          <p:nvPr>
            <p:ph type="pic" sz="quarter" idx="17" hasCustomPrompt="1"/>
          </p:nvPr>
        </p:nvSpPr>
        <p:spPr>
          <a:xfrm>
            <a:off x="3011255" y="2006600"/>
            <a:ext cx="1895355" cy="1894789"/>
          </a:xfrm>
          <a:prstGeom prst="ellipse">
            <a:avLst/>
          </a:prstGeom>
          <a:ln w="19050">
            <a:solidFill>
              <a:schemeClr val="accent2"/>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24" name="Text Placeholder 3"/>
          <p:cNvSpPr>
            <a:spLocks noGrp="1"/>
          </p:cNvSpPr>
          <p:nvPr>
            <p:ph type="body" sz="half" idx="18"/>
          </p:nvPr>
        </p:nvSpPr>
        <p:spPr>
          <a:xfrm>
            <a:off x="2984486" y="4644196"/>
            <a:ext cx="1948892" cy="1231107"/>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7" name="Picture Placeholder 7"/>
          <p:cNvSpPr>
            <a:spLocks noGrp="1"/>
          </p:cNvSpPr>
          <p:nvPr>
            <p:ph type="pic" sz="quarter" idx="20" hasCustomPrompt="1"/>
          </p:nvPr>
        </p:nvSpPr>
        <p:spPr>
          <a:xfrm>
            <a:off x="5131884" y="2006600"/>
            <a:ext cx="1895355" cy="1894789"/>
          </a:xfrm>
          <a:prstGeom prst="ellipse">
            <a:avLst/>
          </a:prstGeom>
          <a:ln w="19050">
            <a:solidFill>
              <a:schemeClr val="accent3"/>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28" name="Text Placeholder 3"/>
          <p:cNvSpPr>
            <a:spLocks noGrp="1"/>
          </p:cNvSpPr>
          <p:nvPr>
            <p:ph type="body" sz="half" idx="21"/>
          </p:nvPr>
        </p:nvSpPr>
        <p:spPr>
          <a:xfrm>
            <a:off x="5105115" y="4644196"/>
            <a:ext cx="1948892" cy="1231107"/>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32" name="Picture Placeholder 7"/>
          <p:cNvSpPr>
            <a:spLocks noGrp="1"/>
          </p:cNvSpPr>
          <p:nvPr>
            <p:ph type="pic" sz="quarter" idx="23" hasCustomPrompt="1"/>
          </p:nvPr>
        </p:nvSpPr>
        <p:spPr>
          <a:xfrm>
            <a:off x="7241708" y="2006600"/>
            <a:ext cx="1895355" cy="1894789"/>
          </a:xfrm>
          <a:prstGeom prst="ellipse">
            <a:avLst/>
          </a:prstGeom>
          <a:ln w="19050">
            <a:solidFill>
              <a:schemeClr val="accent4"/>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33" name="Text Placeholder 3"/>
          <p:cNvSpPr>
            <a:spLocks noGrp="1"/>
          </p:cNvSpPr>
          <p:nvPr>
            <p:ph type="body" sz="half" idx="24"/>
          </p:nvPr>
        </p:nvSpPr>
        <p:spPr>
          <a:xfrm>
            <a:off x="7214939" y="4644196"/>
            <a:ext cx="1948892" cy="1231107"/>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38" name="Picture Placeholder 7"/>
          <p:cNvSpPr>
            <a:spLocks noGrp="1"/>
          </p:cNvSpPr>
          <p:nvPr>
            <p:ph type="pic" sz="quarter" idx="26" hasCustomPrompt="1"/>
          </p:nvPr>
        </p:nvSpPr>
        <p:spPr>
          <a:xfrm>
            <a:off x="9373143" y="2006600"/>
            <a:ext cx="1895355" cy="1894789"/>
          </a:xfrm>
          <a:prstGeom prst="ellipse">
            <a:avLst/>
          </a:prstGeom>
          <a:ln w="19050">
            <a:solidFill>
              <a:schemeClr val="accent5"/>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39" name="Text Placeholder 3"/>
          <p:cNvSpPr>
            <a:spLocks noGrp="1"/>
          </p:cNvSpPr>
          <p:nvPr>
            <p:ph type="body" sz="half" idx="27"/>
          </p:nvPr>
        </p:nvSpPr>
        <p:spPr>
          <a:xfrm>
            <a:off x="9346374" y="4644196"/>
            <a:ext cx="1948892" cy="1231107"/>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2" name="Text Placeholder 3"/>
          <p:cNvSpPr>
            <a:spLocks noGrp="1"/>
          </p:cNvSpPr>
          <p:nvPr>
            <p:ph type="body" sz="half" idx="16"/>
          </p:nvPr>
        </p:nvSpPr>
        <p:spPr>
          <a:xfrm>
            <a:off x="1140228" y="3980808"/>
            <a:ext cx="1367243" cy="508973"/>
          </a:xfrm>
          <a:prstGeom prst="rect">
            <a:avLst/>
          </a:prstGeom>
        </p:spPr>
        <p:txBody>
          <a:bodyPr wrap="square" lIns="0" tIns="0" rIns="0" bIns="0" anchor="ctr">
            <a:noAutofit/>
          </a:bodyPr>
          <a:lstStyle>
            <a:lvl1pPr marL="0" indent="0" algn="ctr">
              <a:buNone/>
              <a:defRPr sz="1467" b="1" baseline="0">
                <a:solidFill>
                  <a:schemeClr val="accent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26" name="Text Placeholder 3"/>
          <p:cNvSpPr>
            <a:spLocks noGrp="1"/>
          </p:cNvSpPr>
          <p:nvPr>
            <p:ph type="body" sz="half" idx="19"/>
          </p:nvPr>
        </p:nvSpPr>
        <p:spPr>
          <a:xfrm>
            <a:off x="3275311" y="3980808"/>
            <a:ext cx="1367243" cy="508973"/>
          </a:xfrm>
          <a:prstGeom prst="rect">
            <a:avLst/>
          </a:prstGeom>
        </p:spPr>
        <p:txBody>
          <a:bodyPr wrap="square" lIns="0" tIns="0" rIns="0" bIns="0" anchor="ctr">
            <a:noAutofit/>
          </a:bodyPr>
          <a:lstStyle>
            <a:lvl1pPr marL="0" indent="0" algn="ctr">
              <a:buNone/>
              <a:defRPr sz="1467" b="1" baseline="0">
                <a:solidFill>
                  <a:schemeClr val="accent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30" name="Text Placeholder 3"/>
          <p:cNvSpPr>
            <a:spLocks noGrp="1"/>
          </p:cNvSpPr>
          <p:nvPr>
            <p:ph type="body" sz="half" idx="22"/>
          </p:nvPr>
        </p:nvSpPr>
        <p:spPr>
          <a:xfrm>
            <a:off x="5395940" y="3980808"/>
            <a:ext cx="1367243" cy="508973"/>
          </a:xfrm>
          <a:prstGeom prst="rect">
            <a:avLst/>
          </a:prstGeom>
        </p:spPr>
        <p:txBody>
          <a:bodyPr wrap="square" lIns="0" tIns="0" rIns="0" bIns="0" anchor="ctr">
            <a:noAutofit/>
          </a:bodyPr>
          <a:lstStyle>
            <a:lvl1pPr marL="0" indent="0" algn="ctr">
              <a:buNone/>
              <a:defRPr sz="1467" b="1" baseline="0">
                <a:solidFill>
                  <a:schemeClr val="accent3"/>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36" name="Text Placeholder 3"/>
          <p:cNvSpPr>
            <a:spLocks noGrp="1"/>
          </p:cNvSpPr>
          <p:nvPr>
            <p:ph type="body" sz="half" idx="25"/>
          </p:nvPr>
        </p:nvSpPr>
        <p:spPr>
          <a:xfrm>
            <a:off x="7505764" y="3980808"/>
            <a:ext cx="1367243" cy="508973"/>
          </a:xfrm>
          <a:prstGeom prst="rect">
            <a:avLst/>
          </a:prstGeom>
        </p:spPr>
        <p:txBody>
          <a:bodyPr wrap="square" lIns="0" tIns="0" rIns="0" bIns="0" anchor="ctr">
            <a:noAutofit/>
          </a:bodyPr>
          <a:lstStyle>
            <a:lvl1pPr marL="0" indent="0" algn="ctr">
              <a:buNone/>
              <a:defRPr sz="1467" b="1" baseline="0">
                <a:solidFill>
                  <a:schemeClr val="accent4"/>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44" name="Text Placeholder 3"/>
          <p:cNvSpPr>
            <a:spLocks noGrp="1"/>
          </p:cNvSpPr>
          <p:nvPr>
            <p:ph type="body" sz="half" idx="28"/>
          </p:nvPr>
        </p:nvSpPr>
        <p:spPr>
          <a:xfrm>
            <a:off x="9637199" y="3980808"/>
            <a:ext cx="1367243" cy="508973"/>
          </a:xfrm>
          <a:prstGeom prst="rect">
            <a:avLst/>
          </a:prstGeom>
        </p:spPr>
        <p:txBody>
          <a:bodyPr wrap="square" lIns="0" tIns="0" rIns="0" bIns="0" anchor="ctr">
            <a:noAutofit/>
          </a:bodyPr>
          <a:lstStyle>
            <a:lvl1pPr marL="0" indent="0" algn="ctr">
              <a:buNone/>
              <a:defRPr sz="1467" b="1" baseline="0">
                <a:solidFill>
                  <a:schemeClr val="accent5"/>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34"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37"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220234895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grpId="0" nodeType="afterEffect">
                                  <p:stCondLst>
                                    <p:cond delay="0"/>
                                  </p:stCondLst>
                                  <p:childTnLst>
                                    <p:set>
                                      <p:cBhvr>
                                        <p:cTn id="6" dur="1" fill="hold">
                                          <p:stCondLst>
                                            <p:cond delay="0"/>
                                          </p:stCondLst>
                                        </p:cTn>
                                        <p:tgtEl>
                                          <p:spTgt spid="31"/>
                                        </p:tgtEl>
                                        <p:attrNameLst>
                                          <p:attrName>style.visibility</p:attrName>
                                        </p:attrNameLst>
                                      </p:cBhvr>
                                      <p:to>
                                        <p:strVal val="visible"/>
                                      </p:to>
                                    </p:set>
                                    <p:anim calcmode="lin" valueType="num">
                                      <p:cBhvr>
                                        <p:cTn id="7" dur="500" fill="hold"/>
                                        <p:tgtEl>
                                          <p:spTgt spid="31"/>
                                        </p:tgtEl>
                                        <p:attrNameLst>
                                          <p:attrName>ppt_w</p:attrName>
                                        </p:attrNameLst>
                                      </p:cBhvr>
                                      <p:tavLst>
                                        <p:tav tm="0">
                                          <p:val>
                                            <p:fltVal val="0"/>
                                          </p:val>
                                        </p:tav>
                                        <p:tav tm="100000">
                                          <p:val>
                                            <p:strVal val="#ppt_w"/>
                                          </p:val>
                                        </p:tav>
                                      </p:tavLst>
                                    </p:anim>
                                    <p:anim calcmode="lin" valueType="num">
                                      <p:cBhvr>
                                        <p:cTn id="8" dur="500" fill="hold"/>
                                        <p:tgtEl>
                                          <p:spTgt spid="31"/>
                                        </p:tgtEl>
                                        <p:attrNameLst>
                                          <p:attrName>ppt_h</p:attrName>
                                        </p:attrNameLst>
                                      </p:cBhvr>
                                      <p:tavLst>
                                        <p:tav tm="0">
                                          <p:val>
                                            <p:fltVal val="0"/>
                                          </p:val>
                                        </p:tav>
                                        <p:tav tm="100000">
                                          <p:val>
                                            <p:strVal val="#ppt_h"/>
                                          </p:val>
                                        </p:tav>
                                      </p:tavLst>
                                    </p:anim>
                                    <p:animEffect transition="in" filter="fade">
                                      <p:cBhvr>
                                        <p:cTn id="9" dur="500"/>
                                        <p:tgtEl>
                                          <p:spTgt spid="31"/>
                                        </p:tgtEl>
                                      </p:cBhvr>
                                    </p:animEffect>
                                  </p:childTnLst>
                                </p:cTn>
                              </p:par>
                            </p:childTnLst>
                          </p:cTn>
                        </p:par>
                        <p:par>
                          <p:cTn id="10" fill="hold">
                            <p:stCondLst>
                              <p:cond delay="500"/>
                            </p:stCondLst>
                            <p:childTnLst>
                              <p:par>
                                <p:cTn id="11" presetID="22" presetClass="entr" presetSubtype="4" fill="hold" grpId="0" nodeType="afterEffect" nodePh="1">
                                  <p:stCondLst>
                                    <p:cond delay="0"/>
                                  </p:stCondLst>
                                  <p:endCondLst>
                                    <p:cond evt="begin" delay="0">
                                      <p:tn val="11"/>
                                    </p:cond>
                                  </p:endCondLst>
                                  <p:childTnLst>
                                    <p:set>
                                      <p:cBhvr>
                                        <p:cTn id="12" dur="1" fill="hold">
                                          <p:stCondLst>
                                            <p:cond delay="0"/>
                                          </p:stCondLst>
                                        </p:cTn>
                                        <p:tgtEl>
                                          <p:spTgt spid="22">
                                            <p:txEl>
                                              <p:pRg st="0" end="0"/>
                                            </p:txEl>
                                          </p:spTgt>
                                        </p:tgtEl>
                                        <p:attrNameLst>
                                          <p:attrName>style.visibility</p:attrName>
                                        </p:attrNameLst>
                                      </p:cBhvr>
                                      <p:to>
                                        <p:strVal val="visible"/>
                                      </p:to>
                                    </p:set>
                                    <p:animEffect transition="in" filter="wipe(down)">
                                      <p:cBhvr>
                                        <p:cTn id="13" dur="500"/>
                                        <p:tgtEl>
                                          <p:spTgt spid="22">
                                            <p:txEl>
                                              <p:pRg st="0" end="0"/>
                                            </p:txEl>
                                          </p:spTgt>
                                        </p:tgtEl>
                                      </p:cBhvr>
                                    </p:animEffect>
                                  </p:childTnLst>
                                </p:cTn>
                              </p:par>
                            </p:childTnLst>
                          </p:cTn>
                        </p:par>
                        <p:par>
                          <p:cTn id="14" fill="hold">
                            <p:stCondLst>
                              <p:cond delay="1000"/>
                            </p:stCondLst>
                            <p:childTnLst>
                              <p:par>
                                <p:cTn id="15" presetID="2" presetClass="entr" presetSubtype="4" accel="50000" decel="50000" fill="hold" grpId="0" nodeType="afterEffect" nodePh="1">
                                  <p:stCondLst>
                                    <p:cond delay="0"/>
                                  </p:stCondLst>
                                  <p:endCondLst>
                                    <p:cond evt="begin" delay="0">
                                      <p:tn val="15"/>
                                    </p:cond>
                                  </p:endCondLst>
                                  <p:childTnLst>
                                    <p:set>
                                      <p:cBhvr>
                                        <p:cTn id="16" dur="1" fill="hold">
                                          <p:stCondLst>
                                            <p:cond delay="0"/>
                                          </p:stCondLst>
                                        </p:cTn>
                                        <p:tgtEl>
                                          <p:spTgt spid="14">
                                            <p:txEl>
                                              <p:pRg st="0" end="0"/>
                                            </p:txEl>
                                          </p:spTgt>
                                        </p:tgtEl>
                                        <p:attrNameLst>
                                          <p:attrName>style.visibility</p:attrName>
                                        </p:attrNameLst>
                                      </p:cBhvr>
                                      <p:to>
                                        <p:strVal val="visible"/>
                                      </p:to>
                                    </p:set>
                                    <p:anim calcmode="lin" valueType="num">
                                      <p:cBhvr additive="base">
                                        <p:cTn id="17" dur="500" fill="hold"/>
                                        <p:tgtEl>
                                          <p:spTgt spid="14">
                                            <p:txEl>
                                              <p:pRg st="0" end="0"/>
                                            </p:txEl>
                                          </p:spTgt>
                                        </p:tgtEl>
                                        <p:attrNameLst>
                                          <p:attrName>ppt_x</p:attrName>
                                        </p:attrNameLst>
                                      </p:cBhvr>
                                      <p:tavLst>
                                        <p:tav tm="0">
                                          <p:val>
                                            <p:strVal val="#ppt_x"/>
                                          </p:val>
                                        </p:tav>
                                        <p:tav tm="100000">
                                          <p:val>
                                            <p:strVal val="#ppt_x"/>
                                          </p:val>
                                        </p:tav>
                                      </p:tavLst>
                                    </p:anim>
                                    <p:anim calcmode="lin" valueType="num">
                                      <p:cBhvr additive="base">
                                        <p:cTn id="18" dur="500" fill="hold"/>
                                        <p:tgtEl>
                                          <p:spTgt spid="14">
                                            <p:txEl>
                                              <p:pRg st="0" end="0"/>
                                            </p:txEl>
                                          </p:spTgt>
                                        </p:tgtEl>
                                        <p:attrNameLst>
                                          <p:attrName>ppt_y</p:attrName>
                                        </p:attrNameLst>
                                      </p:cBhvr>
                                      <p:tavLst>
                                        <p:tav tm="0">
                                          <p:val>
                                            <p:strVal val="1+#ppt_h/2"/>
                                          </p:val>
                                        </p:tav>
                                        <p:tav tm="100000">
                                          <p:val>
                                            <p:strVal val="#ppt_y"/>
                                          </p:val>
                                        </p:tav>
                                      </p:tavLst>
                                    </p:anim>
                                  </p:childTnLst>
                                </p:cTn>
                              </p:par>
                            </p:childTnLst>
                          </p:cTn>
                        </p:par>
                        <p:par>
                          <p:cTn id="19" fill="hold">
                            <p:stCondLst>
                              <p:cond delay="1500"/>
                            </p:stCondLst>
                            <p:childTnLst>
                              <p:par>
                                <p:cTn id="20" presetID="53" presetClass="entr" presetSubtype="0" fill="hold" grpId="0" nodeType="afterEffect">
                                  <p:stCondLst>
                                    <p:cond delay="0"/>
                                  </p:stCondLst>
                                  <p:childTnLst>
                                    <p:set>
                                      <p:cBhvr>
                                        <p:cTn id="21" dur="1" fill="hold">
                                          <p:stCondLst>
                                            <p:cond delay="0"/>
                                          </p:stCondLst>
                                        </p:cTn>
                                        <p:tgtEl>
                                          <p:spTgt spid="23"/>
                                        </p:tgtEl>
                                        <p:attrNameLst>
                                          <p:attrName>style.visibility</p:attrName>
                                        </p:attrNameLst>
                                      </p:cBhvr>
                                      <p:to>
                                        <p:strVal val="visible"/>
                                      </p:to>
                                    </p:set>
                                    <p:anim calcmode="lin" valueType="num">
                                      <p:cBhvr>
                                        <p:cTn id="22" dur="500" fill="hold"/>
                                        <p:tgtEl>
                                          <p:spTgt spid="23"/>
                                        </p:tgtEl>
                                        <p:attrNameLst>
                                          <p:attrName>ppt_w</p:attrName>
                                        </p:attrNameLst>
                                      </p:cBhvr>
                                      <p:tavLst>
                                        <p:tav tm="0">
                                          <p:val>
                                            <p:fltVal val="0"/>
                                          </p:val>
                                        </p:tav>
                                        <p:tav tm="100000">
                                          <p:val>
                                            <p:strVal val="#ppt_w"/>
                                          </p:val>
                                        </p:tav>
                                      </p:tavLst>
                                    </p:anim>
                                    <p:anim calcmode="lin" valueType="num">
                                      <p:cBhvr>
                                        <p:cTn id="23" dur="500" fill="hold"/>
                                        <p:tgtEl>
                                          <p:spTgt spid="23"/>
                                        </p:tgtEl>
                                        <p:attrNameLst>
                                          <p:attrName>ppt_h</p:attrName>
                                        </p:attrNameLst>
                                      </p:cBhvr>
                                      <p:tavLst>
                                        <p:tav tm="0">
                                          <p:val>
                                            <p:fltVal val="0"/>
                                          </p:val>
                                        </p:tav>
                                        <p:tav tm="100000">
                                          <p:val>
                                            <p:strVal val="#ppt_h"/>
                                          </p:val>
                                        </p:tav>
                                      </p:tavLst>
                                    </p:anim>
                                    <p:animEffect transition="in" filter="fade">
                                      <p:cBhvr>
                                        <p:cTn id="24" dur="500"/>
                                        <p:tgtEl>
                                          <p:spTgt spid="23"/>
                                        </p:tgtEl>
                                      </p:cBhvr>
                                    </p:animEffect>
                                  </p:childTnLst>
                                </p:cTn>
                              </p:par>
                            </p:childTnLst>
                          </p:cTn>
                        </p:par>
                        <p:par>
                          <p:cTn id="25" fill="hold">
                            <p:stCondLst>
                              <p:cond delay="2000"/>
                            </p:stCondLst>
                            <p:childTnLst>
                              <p:par>
                                <p:cTn id="26" presetID="22" presetClass="entr" presetSubtype="4" fill="hold" grpId="0" nodeType="afterEffect" nodePh="1">
                                  <p:stCondLst>
                                    <p:cond delay="0"/>
                                  </p:stCondLst>
                                  <p:endCondLst>
                                    <p:cond evt="begin" delay="0">
                                      <p:tn val="26"/>
                                    </p:cond>
                                  </p:endCondLst>
                                  <p:childTnLst>
                                    <p:set>
                                      <p:cBhvr>
                                        <p:cTn id="27" dur="1" fill="hold">
                                          <p:stCondLst>
                                            <p:cond delay="0"/>
                                          </p:stCondLst>
                                        </p:cTn>
                                        <p:tgtEl>
                                          <p:spTgt spid="26">
                                            <p:txEl>
                                              <p:pRg st="0" end="0"/>
                                            </p:txEl>
                                          </p:spTgt>
                                        </p:tgtEl>
                                        <p:attrNameLst>
                                          <p:attrName>style.visibility</p:attrName>
                                        </p:attrNameLst>
                                      </p:cBhvr>
                                      <p:to>
                                        <p:strVal val="visible"/>
                                      </p:to>
                                    </p:set>
                                    <p:animEffect transition="in" filter="wipe(down)">
                                      <p:cBhvr>
                                        <p:cTn id="28" dur="500"/>
                                        <p:tgtEl>
                                          <p:spTgt spid="26">
                                            <p:txEl>
                                              <p:pRg st="0" end="0"/>
                                            </p:txEl>
                                          </p:spTgt>
                                        </p:tgtEl>
                                      </p:cBhvr>
                                    </p:animEffect>
                                  </p:childTnLst>
                                </p:cTn>
                              </p:par>
                            </p:childTnLst>
                          </p:cTn>
                        </p:par>
                        <p:par>
                          <p:cTn id="29" fill="hold">
                            <p:stCondLst>
                              <p:cond delay="2500"/>
                            </p:stCondLst>
                            <p:childTnLst>
                              <p:par>
                                <p:cTn id="30" presetID="2" presetClass="entr" presetSubtype="4" accel="50000" decel="50000" fill="hold" grpId="0" nodeType="afterEffect" nodePh="1">
                                  <p:stCondLst>
                                    <p:cond delay="0"/>
                                  </p:stCondLst>
                                  <p:endCondLst>
                                    <p:cond evt="begin" delay="0">
                                      <p:tn val="30"/>
                                    </p:cond>
                                  </p:endCondLst>
                                  <p:childTnLst>
                                    <p:set>
                                      <p:cBhvr>
                                        <p:cTn id="31" dur="1" fill="hold">
                                          <p:stCondLst>
                                            <p:cond delay="0"/>
                                          </p:stCondLst>
                                        </p:cTn>
                                        <p:tgtEl>
                                          <p:spTgt spid="24">
                                            <p:txEl>
                                              <p:pRg st="0" end="0"/>
                                            </p:txEl>
                                          </p:spTgt>
                                        </p:tgtEl>
                                        <p:attrNameLst>
                                          <p:attrName>style.visibility</p:attrName>
                                        </p:attrNameLst>
                                      </p:cBhvr>
                                      <p:to>
                                        <p:strVal val="visible"/>
                                      </p:to>
                                    </p:set>
                                    <p:anim calcmode="lin" valueType="num">
                                      <p:cBhvr additive="base">
                                        <p:cTn id="32"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additive="base">
                                        <p:cTn id="33" dur="500" fill="hold"/>
                                        <p:tgtEl>
                                          <p:spTgt spid="24">
                                            <p:txEl>
                                              <p:pRg st="0" end="0"/>
                                            </p:txEl>
                                          </p:spTgt>
                                        </p:tgtEl>
                                        <p:attrNameLst>
                                          <p:attrName>ppt_y</p:attrName>
                                        </p:attrNameLst>
                                      </p:cBhvr>
                                      <p:tavLst>
                                        <p:tav tm="0">
                                          <p:val>
                                            <p:strVal val="1+#ppt_h/2"/>
                                          </p:val>
                                        </p:tav>
                                        <p:tav tm="100000">
                                          <p:val>
                                            <p:strVal val="#ppt_y"/>
                                          </p:val>
                                        </p:tav>
                                      </p:tavLst>
                                    </p:anim>
                                  </p:childTnLst>
                                </p:cTn>
                              </p:par>
                            </p:childTnLst>
                          </p:cTn>
                        </p:par>
                        <p:par>
                          <p:cTn id="34" fill="hold">
                            <p:stCondLst>
                              <p:cond delay="3000"/>
                            </p:stCondLst>
                            <p:childTnLst>
                              <p:par>
                                <p:cTn id="35" presetID="53" presetClass="entr" presetSubtype="0" fill="hold" grpId="0" nodeType="afterEffect">
                                  <p:stCondLst>
                                    <p:cond delay="0"/>
                                  </p:stCondLst>
                                  <p:childTnLst>
                                    <p:set>
                                      <p:cBhvr>
                                        <p:cTn id="36" dur="1" fill="hold">
                                          <p:stCondLst>
                                            <p:cond delay="0"/>
                                          </p:stCondLst>
                                        </p:cTn>
                                        <p:tgtEl>
                                          <p:spTgt spid="27"/>
                                        </p:tgtEl>
                                        <p:attrNameLst>
                                          <p:attrName>style.visibility</p:attrName>
                                        </p:attrNameLst>
                                      </p:cBhvr>
                                      <p:to>
                                        <p:strVal val="visible"/>
                                      </p:to>
                                    </p:set>
                                    <p:anim calcmode="lin" valueType="num">
                                      <p:cBhvr>
                                        <p:cTn id="37" dur="500" fill="hold"/>
                                        <p:tgtEl>
                                          <p:spTgt spid="27"/>
                                        </p:tgtEl>
                                        <p:attrNameLst>
                                          <p:attrName>ppt_w</p:attrName>
                                        </p:attrNameLst>
                                      </p:cBhvr>
                                      <p:tavLst>
                                        <p:tav tm="0">
                                          <p:val>
                                            <p:fltVal val="0"/>
                                          </p:val>
                                        </p:tav>
                                        <p:tav tm="100000">
                                          <p:val>
                                            <p:strVal val="#ppt_w"/>
                                          </p:val>
                                        </p:tav>
                                      </p:tavLst>
                                    </p:anim>
                                    <p:anim calcmode="lin" valueType="num">
                                      <p:cBhvr>
                                        <p:cTn id="38" dur="500" fill="hold"/>
                                        <p:tgtEl>
                                          <p:spTgt spid="27"/>
                                        </p:tgtEl>
                                        <p:attrNameLst>
                                          <p:attrName>ppt_h</p:attrName>
                                        </p:attrNameLst>
                                      </p:cBhvr>
                                      <p:tavLst>
                                        <p:tav tm="0">
                                          <p:val>
                                            <p:fltVal val="0"/>
                                          </p:val>
                                        </p:tav>
                                        <p:tav tm="100000">
                                          <p:val>
                                            <p:strVal val="#ppt_h"/>
                                          </p:val>
                                        </p:tav>
                                      </p:tavLst>
                                    </p:anim>
                                    <p:animEffect transition="in" filter="fade">
                                      <p:cBhvr>
                                        <p:cTn id="39" dur="500"/>
                                        <p:tgtEl>
                                          <p:spTgt spid="27"/>
                                        </p:tgtEl>
                                      </p:cBhvr>
                                    </p:animEffect>
                                  </p:childTnLst>
                                </p:cTn>
                              </p:par>
                            </p:childTnLst>
                          </p:cTn>
                        </p:par>
                        <p:par>
                          <p:cTn id="40" fill="hold">
                            <p:stCondLst>
                              <p:cond delay="3500"/>
                            </p:stCondLst>
                            <p:childTnLst>
                              <p:par>
                                <p:cTn id="41" presetID="22" presetClass="entr" presetSubtype="4" fill="hold" grpId="0" nodeType="afterEffect" nodePh="1">
                                  <p:stCondLst>
                                    <p:cond delay="0"/>
                                  </p:stCondLst>
                                  <p:endCondLst>
                                    <p:cond evt="begin" delay="0">
                                      <p:tn val="41"/>
                                    </p:cond>
                                  </p:endCondLst>
                                  <p:childTnLst>
                                    <p:set>
                                      <p:cBhvr>
                                        <p:cTn id="42" dur="1" fill="hold">
                                          <p:stCondLst>
                                            <p:cond delay="0"/>
                                          </p:stCondLst>
                                        </p:cTn>
                                        <p:tgtEl>
                                          <p:spTgt spid="30">
                                            <p:txEl>
                                              <p:pRg st="0" end="0"/>
                                            </p:txEl>
                                          </p:spTgt>
                                        </p:tgtEl>
                                        <p:attrNameLst>
                                          <p:attrName>style.visibility</p:attrName>
                                        </p:attrNameLst>
                                      </p:cBhvr>
                                      <p:to>
                                        <p:strVal val="visible"/>
                                      </p:to>
                                    </p:set>
                                    <p:animEffect transition="in" filter="wipe(down)">
                                      <p:cBhvr>
                                        <p:cTn id="43" dur="500"/>
                                        <p:tgtEl>
                                          <p:spTgt spid="30">
                                            <p:txEl>
                                              <p:pRg st="0" end="0"/>
                                            </p:txEl>
                                          </p:spTgt>
                                        </p:tgtEl>
                                      </p:cBhvr>
                                    </p:animEffect>
                                  </p:childTnLst>
                                </p:cTn>
                              </p:par>
                            </p:childTnLst>
                          </p:cTn>
                        </p:par>
                        <p:par>
                          <p:cTn id="44" fill="hold">
                            <p:stCondLst>
                              <p:cond delay="4000"/>
                            </p:stCondLst>
                            <p:childTnLst>
                              <p:par>
                                <p:cTn id="45" presetID="2" presetClass="entr" presetSubtype="4" accel="50000" decel="50000" fill="hold" grpId="0" nodeType="afterEffect" nodePh="1">
                                  <p:stCondLst>
                                    <p:cond delay="0"/>
                                  </p:stCondLst>
                                  <p:endCondLst>
                                    <p:cond evt="begin" delay="0">
                                      <p:tn val="45"/>
                                    </p:cond>
                                  </p:endCondLst>
                                  <p:childTnLst>
                                    <p:set>
                                      <p:cBhvr>
                                        <p:cTn id="46" dur="1" fill="hold">
                                          <p:stCondLst>
                                            <p:cond delay="0"/>
                                          </p:stCondLst>
                                        </p:cTn>
                                        <p:tgtEl>
                                          <p:spTgt spid="28">
                                            <p:txEl>
                                              <p:pRg st="0" end="0"/>
                                            </p:txEl>
                                          </p:spTgt>
                                        </p:tgtEl>
                                        <p:attrNameLst>
                                          <p:attrName>style.visibility</p:attrName>
                                        </p:attrNameLst>
                                      </p:cBhvr>
                                      <p:to>
                                        <p:strVal val="visible"/>
                                      </p:to>
                                    </p:set>
                                    <p:anim calcmode="lin" valueType="num">
                                      <p:cBhvr additive="base">
                                        <p:cTn id="47" dur="500" fill="hold"/>
                                        <p:tgtEl>
                                          <p:spTgt spid="28">
                                            <p:txEl>
                                              <p:pRg st="0" end="0"/>
                                            </p:txEl>
                                          </p:spTgt>
                                        </p:tgtEl>
                                        <p:attrNameLst>
                                          <p:attrName>ppt_x</p:attrName>
                                        </p:attrNameLst>
                                      </p:cBhvr>
                                      <p:tavLst>
                                        <p:tav tm="0">
                                          <p:val>
                                            <p:strVal val="#ppt_x"/>
                                          </p:val>
                                        </p:tav>
                                        <p:tav tm="100000">
                                          <p:val>
                                            <p:strVal val="#ppt_x"/>
                                          </p:val>
                                        </p:tav>
                                      </p:tavLst>
                                    </p:anim>
                                    <p:anim calcmode="lin" valueType="num">
                                      <p:cBhvr additive="base">
                                        <p:cTn id="48" dur="500" fill="hold"/>
                                        <p:tgtEl>
                                          <p:spTgt spid="28">
                                            <p:txEl>
                                              <p:pRg st="0" end="0"/>
                                            </p:txEl>
                                          </p:spTgt>
                                        </p:tgtEl>
                                        <p:attrNameLst>
                                          <p:attrName>ppt_y</p:attrName>
                                        </p:attrNameLst>
                                      </p:cBhvr>
                                      <p:tavLst>
                                        <p:tav tm="0">
                                          <p:val>
                                            <p:strVal val="1+#ppt_h/2"/>
                                          </p:val>
                                        </p:tav>
                                        <p:tav tm="100000">
                                          <p:val>
                                            <p:strVal val="#ppt_y"/>
                                          </p:val>
                                        </p:tav>
                                      </p:tavLst>
                                    </p:anim>
                                  </p:childTnLst>
                                </p:cTn>
                              </p:par>
                            </p:childTnLst>
                          </p:cTn>
                        </p:par>
                        <p:par>
                          <p:cTn id="49" fill="hold">
                            <p:stCondLst>
                              <p:cond delay="4500"/>
                            </p:stCondLst>
                            <p:childTnLst>
                              <p:par>
                                <p:cTn id="50" presetID="53" presetClass="entr" presetSubtype="0" fill="hold" grpId="0" nodeType="afterEffect">
                                  <p:stCondLst>
                                    <p:cond delay="0"/>
                                  </p:stCondLst>
                                  <p:childTnLst>
                                    <p:set>
                                      <p:cBhvr>
                                        <p:cTn id="51" dur="1" fill="hold">
                                          <p:stCondLst>
                                            <p:cond delay="0"/>
                                          </p:stCondLst>
                                        </p:cTn>
                                        <p:tgtEl>
                                          <p:spTgt spid="32"/>
                                        </p:tgtEl>
                                        <p:attrNameLst>
                                          <p:attrName>style.visibility</p:attrName>
                                        </p:attrNameLst>
                                      </p:cBhvr>
                                      <p:to>
                                        <p:strVal val="visible"/>
                                      </p:to>
                                    </p:set>
                                    <p:anim calcmode="lin" valueType="num">
                                      <p:cBhvr>
                                        <p:cTn id="52" dur="500" fill="hold"/>
                                        <p:tgtEl>
                                          <p:spTgt spid="32"/>
                                        </p:tgtEl>
                                        <p:attrNameLst>
                                          <p:attrName>ppt_w</p:attrName>
                                        </p:attrNameLst>
                                      </p:cBhvr>
                                      <p:tavLst>
                                        <p:tav tm="0">
                                          <p:val>
                                            <p:fltVal val="0"/>
                                          </p:val>
                                        </p:tav>
                                        <p:tav tm="100000">
                                          <p:val>
                                            <p:strVal val="#ppt_w"/>
                                          </p:val>
                                        </p:tav>
                                      </p:tavLst>
                                    </p:anim>
                                    <p:anim calcmode="lin" valueType="num">
                                      <p:cBhvr>
                                        <p:cTn id="53" dur="500" fill="hold"/>
                                        <p:tgtEl>
                                          <p:spTgt spid="32"/>
                                        </p:tgtEl>
                                        <p:attrNameLst>
                                          <p:attrName>ppt_h</p:attrName>
                                        </p:attrNameLst>
                                      </p:cBhvr>
                                      <p:tavLst>
                                        <p:tav tm="0">
                                          <p:val>
                                            <p:fltVal val="0"/>
                                          </p:val>
                                        </p:tav>
                                        <p:tav tm="100000">
                                          <p:val>
                                            <p:strVal val="#ppt_h"/>
                                          </p:val>
                                        </p:tav>
                                      </p:tavLst>
                                    </p:anim>
                                    <p:animEffect transition="in" filter="fade">
                                      <p:cBhvr>
                                        <p:cTn id="54" dur="500"/>
                                        <p:tgtEl>
                                          <p:spTgt spid="32"/>
                                        </p:tgtEl>
                                      </p:cBhvr>
                                    </p:animEffect>
                                  </p:childTnLst>
                                </p:cTn>
                              </p:par>
                            </p:childTnLst>
                          </p:cTn>
                        </p:par>
                        <p:par>
                          <p:cTn id="55" fill="hold">
                            <p:stCondLst>
                              <p:cond delay="5000"/>
                            </p:stCondLst>
                            <p:childTnLst>
                              <p:par>
                                <p:cTn id="56" presetID="22" presetClass="entr" presetSubtype="4" fill="hold" grpId="0" nodeType="afterEffect" nodePh="1">
                                  <p:stCondLst>
                                    <p:cond delay="0"/>
                                  </p:stCondLst>
                                  <p:endCondLst>
                                    <p:cond evt="begin" delay="0">
                                      <p:tn val="56"/>
                                    </p:cond>
                                  </p:endCondLst>
                                  <p:childTnLst>
                                    <p:set>
                                      <p:cBhvr>
                                        <p:cTn id="57" dur="1" fill="hold">
                                          <p:stCondLst>
                                            <p:cond delay="0"/>
                                          </p:stCondLst>
                                        </p:cTn>
                                        <p:tgtEl>
                                          <p:spTgt spid="36">
                                            <p:txEl>
                                              <p:pRg st="0" end="0"/>
                                            </p:txEl>
                                          </p:spTgt>
                                        </p:tgtEl>
                                        <p:attrNameLst>
                                          <p:attrName>style.visibility</p:attrName>
                                        </p:attrNameLst>
                                      </p:cBhvr>
                                      <p:to>
                                        <p:strVal val="visible"/>
                                      </p:to>
                                    </p:set>
                                    <p:animEffect transition="in" filter="wipe(down)">
                                      <p:cBhvr>
                                        <p:cTn id="58" dur="500"/>
                                        <p:tgtEl>
                                          <p:spTgt spid="36">
                                            <p:txEl>
                                              <p:pRg st="0" end="0"/>
                                            </p:txEl>
                                          </p:spTgt>
                                        </p:tgtEl>
                                      </p:cBhvr>
                                    </p:animEffect>
                                  </p:childTnLst>
                                </p:cTn>
                              </p:par>
                            </p:childTnLst>
                          </p:cTn>
                        </p:par>
                        <p:par>
                          <p:cTn id="59" fill="hold">
                            <p:stCondLst>
                              <p:cond delay="5500"/>
                            </p:stCondLst>
                            <p:childTnLst>
                              <p:par>
                                <p:cTn id="60" presetID="2" presetClass="entr" presetSubtype="4" accel="50000" decel="50000" fill="hold" grpId="0" nodeType="afterEffect" nodePh="1">
                                  <p:stCondLst>
                                    <p:cond delay="0"/>
                                  </p:stCondLst>
                                  <p:endCondLst>
                                    <p:cond evt="begin" delay="0">
                                      <p:tn val="60"/>
                                    </p:cond>
                                  </p:endCondLst>
                                  <p:childTnLst>
                                    <p:set>
                                      <p:cBhvr>
                                        <p:cTn id="61" dur="1" fill="hold">
                                          <p:stCondLst>
                                            <p:cond delay="0"/>
                                          </p:stCondLst>
                                        </p:cTn>
                                        <p:tgtEl>
                                          <p:spTgt spid="33">
                                            <p:txEl>
                                              <p:pRg st="0" end="0"/>
                                            </p:txEl>
                                          </p:spTgt>
                                        </p:tgtEl>
                                        <p:attrNameLst>
                                          <p:attrName>style.visibility</p:attrName>
                                        </p:attrNameLst>
                                      </p:cBhvr>
                                      <p:to>
                                        <p:strVal val="visible"/>
                                      </p:to>
                                    </p:set>
                                    <p:anim calcmode="lin" valueType="num">
                                      <p:cBhvr additive="base">
                                        <p:cTn id="62" dur="500" fill="hold"/>
                                        <p:tgtEl>
                                          <p:spTgt spid="33">
                                            <p:txEl>
                                              <p:pRg st="0" end="0"/>
                                            </p:txEl>
                                          </p:spTgt>
                                        </p:tgtEl>
                                        <p:attrNameLst>
                                          <p:attrName>ppt_x</p:attrName>
                                        </p:attrNameLst>
                                      </p:cBhvr>
                                      <p:tavLst>
                                        <p:tav tm="0">
                                          <p:val>
                                            <p:strVal val="#ppt_x"/>
                                          </p:val>
                                        </p:tav>
                                        <p:tav tm="100000">
                                          <p:val>
                                            <p:strVal val="#ppt_x"/>
                                          </p:val>
                                        </p:tav>
                                      </p:tavLst>
                                    </p:anim>
                                    <p:anim calcmode="lin" valueType="num">
                                      <p:cBhvr additive="base">
                                        <p:cTn id="63" dur="500" fill="hold"/>
                                        <p:tgtEl>
                                          <p:spTgt spid="33">
                                            <p:txEl>
                                              <p:pRg st="0" end="0"/>
                                            </p:txEl>
                                          </p:spTgt>
                                        </p:tgtEl>
                                        <p:attrNameLst>
                                          <p:attrName>ppt_y</p:attrName>
                                        </p:attrNameLst>
                                      </p:cBhvr>
                                      <p:tavLst>
                                        <p:tav tm="0">
                                          <p:val>
                                            <p:strVal val="1+#ppt_h/2"/>
                                          </p:val>
                                        </p:tav>
                                        <p:tav tm="100000">
                                          <p:val>
                                            <p:strVal val="#ppt_y"/>
                                          </p:val>
                                        </p:tav>
                                      </p:tavLst>
                                    </p:anim>
                                  </p:childTnLst>
                                </p:cTn>
                              </p:par>
                            </p:childTnLst>
                          </p:cTn>
                        </p:par>
                        <p:par>
                          <p:cTn id="64" fill="hold">
                            <p:stCondLst>
                              <p:cond delay="6000"/>
                            </p:stCondLst>
                            <p:childTnLst>
                              <p:par>
                                <p:cTn id="65" presetID="53" presetClass="entr" presetSubtype="0" fill="hold" grpId="0" nodeType="afterEffect">
                                  <p:stCondLst>
                                    <p:cond delay="0"/>
                                  </p:stCondLst>
                                  <p:childTnLst>
                                    <p:set>
                                      <p:cBhvr>
                                        <p:cTn id="66" dur="1" fill="hold">
                                          <p:stCondLst>
                                            <p:cond delay="0"/>
                                          </p:stCondLst>
                                        </p:cTn>
                                        <p:tgtEl>
                                          <p:spTgt spid="38"/>
                                        </p:tgtEl>
                                        <p:attrNameLst>
                                          <p:attrName>style.visibility</p:attrName>
                                        </p:attrNameLst>
                                      </p:cBhvr>
                                      <p:to>
                                        <p:strVal val="visible"/>
                                      </p:to>
                                    </p:set>
                                    <p:anim calcmode="lin" valueType="num">
                                      <p:cBhvr>
                                        <p:cTn id="67" dur="500" fill="hold"/>
                                        <p:tgtEl>
                                          <p:spTgt spid="38"/>
                                        </p:tgtEl>
                                        <p:attrNameLst>
                                          <p:attrName>ppt_w</p:attrName>
                                        </p:attrNameLst>
                                      </p:cBhvr>
                                      <p:tavLst>
                                        <p:tav tm="0">
                                          <p:val>
                                            <p:fltVal val="0"/>
                                          </p:val>
                                        </p:tav>
                                        <p:tav tm="100000">
                                          <p:val>
                                            <p:strVal val="#ppt_w"/>
                                          </p:val>
                                        </p:tav>
                                      </p:tavLst>
                                    </p:anim>
                                    <p:anim calcmode="lin" valueType="num">
                                      <p:cBhvr>
                                        <p:cTn id="68" dur="500" fill="hold"/>
                                        <p:tgtEl>
                                          <p:spTgt spid="38"/>
                                        </p:tgtEl>
                                        <p:attrNameLst>
                                          <p:attrName>ppt_h</p:attrName>
                                        </p:attrNameLst>
                                      </p:cBhvr>
                                      <p:tavLst>
                                        <p:tav tm="0">
                                          <p:val>
                                            <p:fltVal val="0"/>
                                          </p:val>
                                        </p:tav>
                                        <p:tav tm="100000">
                                          <p:val>
                                            <p:strVal val="#ppt_h"/>
                                          </p:val>
                                        </p:tav>
                                      </p:tavLst>
                                    </p:anim>
                                    <p:animEffect transition="in" filter="fade">
                                      <p:cBhvr>
                                        <p:cTn id="69" dur="500"/>
                                        <p:tgtEl>
                                          <p:spTgt spid="38"/>
                                        </p:tgtEl>
                                      </p:cBhvr>
                                    </p:animEffect>
                                  </p:childTnLst>
                                </p:cTn>
                              </p:par>
                            </p:childTnLst>
                          </p:cTn>
                        </p:par>
                        <p:par>
                          <p:cTn id="70" fill="hold">
                            <p:stCondLst>
                              <p:cond delay="6500"/>
                            </p:stCondLst>
                            <p:childTnLst>
                              <p:par>
                                <p:cTn id="71" presetID="22" presetClass="entr" presetSubtype="4" fill="hold" grpId="0" nodeType="afterEffect" nodePh="1">
                                  <p:stCondLst>
                                    <p:cond delay="0"/>
                                  </p:stCondLst>
                                  <p:endCondLst>
                                    <p:cond evt="begin" delay="0">
                                      <p:tn val="71"/>
                                    </p:cond>
                                  </p:endCondLst>
                                  <p:childTnLst>
                                    <p:set>
                                      <p:cBhvr>
                                        <p:cTn id="72" dur="1" fill="hold">
                                          <p:stCondLst>
                                            <p:cond delay="0"/>
                                          </p:stCondLst>
                                        </p:cTn>
                                        <p:tgtEl>
                                          <p:spTgt spid="44">
                                            <p:txEl>
                                              <p:pRg st="0" end="0"/>
                                            </p:txEl>
                                          </p:spTgt>
                                        </p:tgtEl>
                                        <p:attrNameLst>
                                          <p:attrName>style.visibility</p:attrName>
                                        </p:attrNameLst>
                                      </p:cBhvr>
                                      <p:to>
                                        <p:strVal val="visible"/>
                                      </p:to>
                                    </p:set>
                                    <p:animEffect transition="in" filter="wipe(down)">
                                      <p:cBhvr>
                                        <p:cTn id="73" dur="500"/>
                                        <p:tgtEl>
                                          <p:spTgt spid="44">
                                            <p:txEl>
                                              <p:pRg st="0" end="0"/>
                                            </p:txEl>
                                          </p:spTgt>
                                        </p:tgtEl>
                                      </p:cBhvr>
                                    </p:animEffect>
                                  </p:childTnLst>
                                </p:cTn>
                              </p:par>
                            </p:childTnLst>
                          </p:cTn>
                        </p:par>
                        <p:par>
                          <p:cTn id="74" fill="hold">
                            <p:stCondLst>
                              <p:cond delay="7000"/>
                            </p:stCondLst>
                            <p:childTnLst>
                              <p:par>
                                <p:cTn id="75" presetID="2" presetClass="entr" presetSubtype="4" accel="50000" decel="50000" fill="hold" grpId="0" nodeType="afterEffect" nodePh="1">
                                  <p:stCondLst>
                                    <p:cond delay="0"/>
                                  </p:stCondLst>
                                  <p:endCondLst>
                                    <p:cond evt="begin" delay="0">
                                      <p:tn val="75"/>
                                    </p:cond>
                                  </p:endCondLst>
                                  <p:childTnLst>
                                    <p:set>
                                      <p:cBhvr>
                                        <p:cTn id="76" dur="1" fill="hold">
                                          <p:stCondLst>
                                            <p:cond delay="0"/>
                                          </p:stCondLst>
                                        </p:cTn>
                                        <p:tgtEl>
                                          <p:spTgt spid="39">
                                            <p:txEl>
                                              <p:pRg st="0" end="0"/>
                                            </p:txEl>
                                          </p:spTgt>
                                        </p:tgtEl>
                                        <p:attrNameLst>
                                          <p:attrName>style.visibility</p:attrName>
                                        </p:attrNameLst>
                                      </p:cBhvr>
                                      <p:to>
                                        <p:strVal val="visible"/>
                                      </p:to>
                                    </p:set>
                                    <p:anim calcmode="lin" valueType="num">
                                      <p:cBhvr additive="base">
                                        <p:cTn id="77" dur="500" fill="hold"/>
                                        <p:tgtEl>
                                          <p:spTgt spid="39">
                                            <p:txEl>
                                              <p:pRg st="0" end="0"/>
                                            </p:txEl>
                                          </p:spTgt>
                                        </p:tgtEl>
                                        <p:attrNameLst>
                                          <p:attrName>ppt_x</p:attrName>
                                        </p:attrNameLst>
                                      </p:cBhvr>
                                      <p:tavLst>
                                        <p:tav tm="0">
                                          <p:val>
                                            <p:strVal val="#ppt_x"/>
                                          </p:val>
                                        </p:tav>
                                        <p:tav tm="100000">
                                          <p:val>
                                            <p:strVal val="#ppt_x"/>
                                          </p:val>
                                        </p:tav>
                                      </p:tavLst>
                                    </p:anim>
                                    <p:anim calcmode="lin" valueType="num">
                                      <p:cBhvr additive="base">
                                        <p:cTn id="78" dur="500" fill="hold"/>
                                        <p:tgtEl>
                                          <p:spTgt spid="39">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14"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14"/>
                        </p:tgtEl>
                        <p:attrNameLst>
                          <p:attrName>style.visibility</p:attrName>
                        </p:attrNameLst>
                      </p:cBhvr>
                      <p:to>
                        <p:strVal val="visible"/>
                      </p:to>
                    </p:set>
                    <p:anim calcmode="lin" valueType="num">
                      <p:cBhvr additive="base">
                        <p:cTn dur="500" fill="hold"/>
                        <p:tgtEl>
                          <p:spTgt spid="14"/>
                        </p:tgtEl>
                        <p:attrNameLst>
                          <p:attrName>ppt_x</p:attrName>
                        </p:attrNameLst>
                      </p:cBhvr>
                      <p:tavLst>
                        <p:tav tm="0">
                          <p:val>
                            <p:strVal val="#ppt_x"/>
                          </p:val>
                        </p:tav>
                        <p:tav tm="100000">
                          <p:val>
                            <p:strVal val="#ppt_x"/>
                          </p:val>
                        </p:tav>
                      </p:tavLst>
                    </p:anim>
                    <p:anim calcmode="lin" valueType="num">
                      <p:cBhvr additive="base">
                        <p:cTn dur="500" fill="hold"/>
                        <p:tgtEl>
                          <p:spTgt spid="14"/>
                        </p:tgtEl>
                        <p:attrNameLst>
                          <p:attrName>ppt_y</p:attrName>
                        </p:attrNameLst>
                      </p:cBhvr>
                      <p:tavLst>
                        <p:tav tm="0">
                          <p:val>
                            <p:strVal val="1+#ppt_h/2"/>
                          </p:val>
                        </p:tav>
                        <p:tav tm="100000">
                          <p:val>
                            <p:strVal val="#ppt_y"/>
                          </p:val>
                        </p:tav>
                      </p:tavLst>
                    </p:anim>
                  </p:childTnLst>
                </p:cTn>
              </p:par>
            </p:tnLst>
          </p:tmpl>
        </p:tmplLst>
      </p:bldP>
      <p:bldP spid="23" grpId="0" animBg="1"/>
      <p:bldP spid="24"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24"/>
                        </p:tgtEl>
                        <p:attrNameLst>
                          <p:attrName>style.visibility</p:attrName>
                        </p:attrNameLst>
                      </p:cBhvr>
                      <p:to>
                        <p:strVal val="visible"/>
                      </p:to>
                    </p:set>
                    <p:anim calcmode="lin" valueType="num">
                      <p:cBhvr additive="base">
                        <p:cTn dur="500" fill="hold"/>
                        <p:tgtEl>
                          <p:spTgt spid="24"/>
                        </p:tgtEl>
                        <p:attrNameLst>
                          <p:attrName>ppt_x</p:attrName>
                        </p:attrNameLst>
                      </p:cBhvr>
                      <p:tavLst>
                        <p:tav tm="0">
                          <p:val>
                            <p:strVal val="#ppt_x"/>
                          </p:val>
                        </p:tav>
                        <p:tav tm="100000">
                          <p:val>
                            <p:strVal val="#ppt_x"/>
                          </p:val>
                        </p:tav>
                      </p:tavLst>
                    </p:anim>
                    <p:anim calcmode="lin" valueType="num">
                      <p:cBhvr additive="base">
                        <p:cTn dur="500" fill="hold"/>
                        <p:tgtEl>
                          <p:spTgt spid="24"/>
                        </p:tgtEl>
                        <p:attrNameLst>
                          <p:attrName>ppt_y</p:attrName>
                        </p:attrNameLst>
                      </p:cBhvr>
                      <p:tavLst>
                        <p:tav tm="0">
                          <p:val>
                            <p:strVal val="1+#ppt_h/2"/>
                          </p:val>
                        </p:tav>
                        <p:tav tm="100000">
                          <p:val>
                            <p:strVal val="#ppt_y"/>
                          </p:val>
                        </p:tav>
                      </p:tavLst>
                    </p:anim>
                  </p:childTnLst>
                </p:cTn>
              </p:par>
            </p:tnLst>
          </p:tmpl>
        </p:tmplLst>
      </p:bldP>
      <p:bldP spid="27" grpId="0" animBg="1"/>
      <p:bldP spid="28"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28"/>
                        </p:tgtEl>
                        <p:attrNameLst>
                          <p:attrName>style.visibility</p:attrName>
                        </p:attrNameLst>
                      </p:cBhvr>
                      <p:to>
                        <p:strVal val="visible"/>
                      </p:to>
                    </p:set>
                    <p:anim calcmode="lin" valueType="num">
                      <p:cBhvr additive="base">
                        <p:cTn dur="500" fill="hold"/>
                        <p:tgtEl>
                          <p:spTgt spid="28"/>
                        </p:tgtEl>
                        <p:attrNameLst>
                          <p:attrName>ppt_x</p:attrName>
                        </p:attrNameLst>
                      </p:cBhvr>
                      <p:tavLst>
                        <p:tav tm="0">
                          <p:val>
                            <p:strVal val="#ppt_x"/>
                          </p:val>
                        </p:tav>
                        <p:tav tm="100000">
                          <p:val>
                            <p:strVal val="#ppt_x"/>
                          </p:val>
                        </p:tav>
                      </p:tavLst>
                    </p:anim>
                    <p:anim calcmode="lin" valueType="num">
                      <p:cBhvr additive="base">
                        <p:cTn dur="500" fill="hold"/>
                        <p:tgtEl>
                          <p:spTgt spid="28"/>
                        </p:tgtEl>
                        <p:attrNameLst>
                          <p:attrName>ppt_y</p:attrName>
                        </p:attrNameLst>
                      </p:cBhvr>
                      <p:tavLst>
                        <p:tav tm="0">
                          <p:val>
                            <p:strVal val="1+#ppt_h/2"/>
                          </p:val>
                        </p:tav>
                        <p:tav tm="100000">
                          <p:val>
                            <p:strVal val="#ppt_y"/>
                          </p:val>
                        </p:tav>
                      </p:tavLst>
                    </p:anim>
                  </p:childTnLst>
                </p:cTn>
              </p:par>
            </p:tnLst>
          </p:tmpl>
        </p:tmplLst>
      </p:bldP>
      <p:bldP spid="32" grpId="0" animBg="1"/>
      <p:bldP spid="33"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33"/>
                        </p:tgtEl>
                        <p:attrNameLst>
                          <p:attrName>style.visibility</p:attrName>
                        </p:attrNameLst>
                      </p:cBhvr>
                      <p:to>
                        <p:strVal val="visible"/>
                      </p:to>
                    </p:set>
                    <p:anim calcmode="lin" valueType="num">
                      <p:cBhvr additive="base">
                        <p:cTn dur="500" fill="hold"/>
                        <p:tgtEl>
                          <p:spTgt spid="33"/>
                        </p:tgtEl>
                        <p:attrNameLst>
                          <p:attrName>ppt_x</p:attrName>
                        </p:attrNameLst>
                      </p:cBhvr>
                      <p:tavLst>
                        <p:tav tm="0">
                          <p:val>
                            <p:strVal val="#ppt_x"/>
                          </p:val>
                        </p:tav>
                        <p:tav tm="100000">
                          <p:val>
                            <p:strVal val="#ppt_x"/>
                          </p:val>
                        </p:tav>
                      </p:tavLst>
                    </p:anim>
                    <p:anim calcmode="lin" valueType="num">
                      <p:cBhvr additive="base">
                        <p:cTn dur="500" fill="hold"/>
                        <p:tgtEl>
                          <p:spTgt spid="33"/>
                        </p:tgtEl>
                        <p:attrNameLst>
                          <p:attrName>ppt_y</p:attrName>
                        </p:attrNameLst>
                      </p:cBhvr>
                      <p:tavLst>
                        <p:tav tm="0">
                          <p:val>
                            <p:strVal val="1+#ppt_h/2"/>
                          </p:val>
                        </p:tav>
                        <p:tav tm="100000">
                          <p:val>
                            <p:strVal val="#ppt_y"/>
                          </p:val>
                        </p:tav>
                      </p:tavLst>
                    </p:anim>
                  </p:childTnLst>
                </p:cTn>
              </p:par>
            </p:tnLst>
          </p:tmpl>
        </p:tmplLst>
      </p:bldP>
      <p:bldP spid="38" grpId="0" animBg="1"/>
      <p:bldP spid="39"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39"/>
                        </p:tgtEl>
                        <p:attrNameLst>
                          <p:attrName>style.visibility</p:attrName>
                        </p:attrNameLst>
                      </p:cBhvr>
                      <p:to>
                        <p:strVal val="visible"/>
                      </p:to>
                    </p:set>
                    <p:anim calcmode="lin" valueType="num">
                      <p:cBhvr additive="base">
                        <p:cTn dur="500" fill="hold"/>
                        <p:tgtEl>
                          <p:spTgt spid="39"/>
                        </p:tgtEl>
                        <p:attrNameLst>
                          <p:attrName>ppt_x</p:attrName>
                        </p:attrNameLst>
                      </p:cBhvr>
                      <p:tavLst>
                        <p:tav tm="0">
                          <p:val>
                            <p:strVal val="#ppt_x"/>
                          </p:val>
                        </p:tav>
                        <p:tav tm="100000">
                          <p:val>
                            <p:strVal val="#ppt_x"/>
                          </p:val>
                        </p:tav>
                      </p:tavLst>
                    </p:anim>
                    <p:anim calcmode="lin" valueType="num">
                      <p:cBhvr additive="base">
                        <p:cTn dur="500" fill="hold"/>
                        <p:tgtEl>
                          <p:spTgt spid="39"/>
                        </p:tgtEl>
                        <p:attrNameLst>
                          <p:attrName>ppt_y</p:attrName>
                        </p:attrNameLst>
                      </p:cBhvr>
                      <p:tavLst>
                        <p:tav tm="0">
                          <p:val>
                            <p:strVal val="1+#ppt_h/2"/>
                          </p:val>
                        </p:tav>
                        <p:tav tm="100000">
                          <p:val>
                            <p:strVal val="#ppt_y"/>
                          </p:val>
                        </p:tav>
                      </p:tavLst>
                    </p:anim>
                  </p:childTnLst>
                </p:cTn>
              </p:par>
            </p:tnLst>
          </p:tmpl>
        </p:tmplLst>
      </p:bldP>
      <p:bldP spid="22"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2"/>
                        </p:tgtEl>
                        <p:attrNameLst>
                          <p:attrName>style.visibility</p:attrName>
                        </p:attrNameLst>
                      </p:cBhvr>
                      <p:to>
                        <p:strVal val="visible"/>
                      </p:to>
                    </p:set>
                    <p:animEffect transition="in" filter="wipe(down)">
                      <p:cBhvr>
                        <p:cTn dur="500"/>
                        <p:tgtEl>
                          <p:spTgt spid="22"/>
                        </p:tgtEl>
                      </p:cBhvr>
                    </p:animEffect>
                  </p:childTnLst>
                </p:cTn>
              </p:par>
            </p:tnLst>
          </p:tmpl>
        </p:tmplLst>
      </p:bldP>
      <p:bldP spid="26"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6"/>
                        </p:tgtEl>
                        <p:attrNameLst>
                          <p:attrName>style.visibility</p:attrName>
                        </p:attrNameLst>
                      </p:cBhvr>
                      <p:to>
                        <p:strVal val="visible"/>
                      </p:to>
                    </p:set>
                    <p:animEffect transition="in" filter="wipe(down)">
                      <p:cBhvr>
                        <p:cTn dur="500"/>
                        <p:tgtEl>
                          <p:spTgt spid="26"/>
                        </p:tgtEl>
                      </p:cBhvr>
                    </p:animEffect>
                  </p:childTnLst>
                </p:cTn>
              </p:par>
            </p:tnLst>
          </p:tmpl>
        </p:tmplLst>
      </p:bldP>
      <p:bldP spid="30"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30"/>
                        </p:tgtEl>
                        <p:attrNameLst>
                          <p:attrName>style.visibility</p:attrName>
                        </p:attrNameLst>
                      </p:cBhvr>
                      <p:to>
                        <p:strVal val="visible"/>
                      </p:to>
                    </p:set>
                    <p:animEffect transition="in" filter="wipe(down)">
                      <p:cBhvr>
                        <p:cTn dur="500"/>
                        <p:tgtEl>
                          <p:spTgt spid="30"/>
                        </p:tgtEl>
                      </p:cBhvr>
                    </p:animEffect>
                  </p:childTnLst>
                </p:cTn>
              </p:par>
            </p:tnLst>
          </p:tmpl>
        </p:tmplLst>
      </p:bldP>
      <p:bldP spid="36"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36"/>
                        </p:tgtEl>
                        <p:attrNameLst>
                          <p:attrName>style.visibility</p:attrName>
                        </p:attrNameLst>
                      </p:cBhvr>
                      <p:to>
                        <p:strVal val="visible"/>
                      </p:to>
                    </p:set>
                    <p:animEffect transition="in" filter="wipe(down)">
                      <p:cBhvr>
                        <p:cTn dur="500"/>
                        <p:tgtEl>
                          <p:spTgt spid="36"/>
                        </p:tgtEl>
                      </p:cBhvr>
                    </p:animEffect>
                  </p:childTnLst>
                </p:cTn>
              </p:par>
            </p:tnLst>
          </p:tmpl>
        </p:tmplLst>
      </p:bldP>
      <p:bldP spid="44"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44"/>
                        </p:tgtEl>
                        <p:attrNameLst>
                          <p:attrName>style.visibility</p:attrName>
                        </p:attrNameLst>
                      </p:cBhvr>
                      <p:to>
                        <p:strVal val="visible"/>
                      </p:to>
                    </p:set>
                    <p:animEffect transition="in" filter="wipe(down)">
                      <p:cBhvr>
                        <p:cTn dur="500"/>
                        <p:tgtEl>
                          <p:spTgt spid="44"/>
                        </p:tgtEl>
                      </p:cBhvr>
                    </p:animEffect>
                  </p:childTnLst>
                </p:cTn>
              </p:par>
            </p:tnLst>
          </p:tmpl>
        </p:tmplLst>
      </p:bldP>
    </p:bldLst>
  </p:timing>
</p:sldLayout>
</file>

<file path=ppt/slideLayouts/slideLayout378.xml><?xml version="1.0" encoding="utf-8"?>
<p:sldLayout xmlns:a="http://schemas.openxmlformats.org/drawingml/2006/main" xmlns:r="http://schemas.openxmlformats.org/officeDocument/2006/relationships" xmlns:p="http://schemas.openxmlformats.org/presentationml/2006/main" userDrawn="1">
  <p:cSld name="Team04">
    <p:spTree>
      <p:nvGrpSpPr>
        <p:cNvPr id="1" name=""/>
        <p:cNvGrpSpPr/>
        <p:nvPr/>
      </p:nvGrpSpPr>
      <p:grpSpPr>
        <a:xfrm>
          <a:off x="0" y="0"/>
          <a:ext cx="0" cy="0"/>
          <a:chOff x="0" y="0"/>
          <a:chExt cx="0" cy="0"/>
        </a:xfrm>
      </p:grpSpPr>
      <p:sp>
        <p:nvSpPr>
          <p:cNvPr id="16" name="Picture Placeholder 7"/>
          <p:cNvSpPr>
            <a:spLocks noGrp="1"/>
          </p:cNvSpPr>
          <p:nvPr>
            <p:ph type="pic" sz="quarter" idx="15" hasCustomPrompt="1"/>
          </p:nvPr>
        </p:nvSpPr>
        <p:spPr>
          <a:xfrm>
            <a:off x="736664" y="1583268"/>
            <a:ext cx="248160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17" name="Rectangle 16"/>
          <p:cNvSpPr/>
          <p:nvPr userDrawn="1"/>
        </p:nvSpPr>
        <p:spPr>
          <a:xfrm>
            <a:off x="736665" y="3401374"/>
            <a:ext cx="2481605" cy="56122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48" name="Text Placeholder 3"/>
          <p:cNvSpPr>
            <a:spLocks noGrp="1"/>
          </p:cNvSpPr>
          <p:nvPr>
            <p:ph type="body" sz="half" idx="16"/>
          </p:nvPr>
        </p:nvSpPr>
        <p:spPr>
          <a:xfrm>
            <a:off x="736665" y="3414798"/>
            <a:ext cx="2481605" cy="508973"/>
          </a:xfrm>
          <a:prstGeom prst="rect">
            <a:avLst/>
          </a:prstGeom>
        </p:spPr>
        <p:txBody>
          <a:bodyPr wrap="square" lIns="0" tIns="0" rIns="0" bIns="0" anchor="t">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a:p>
            <a:pPr lvl="0"/>
            <a:endParaRPr lang="en-US" dirty="0" smtClean="0"/>
          </a:p>
        </p:txBody>
      </p:sp>
      <p:sp>
        <p:nvSpPr>
          <p:cNvPr id="49" name="Picture Placeholder 7"/>
          <p:cNvSpPr>
            <a:spLocks noGrp="1"/>
          </p:cNvSpPr>
          <p:nvPr>
            <p:ph type="pic" sz="quarter" idx="17" hasCustomPrompt="1"/>
          </p:nvPr>
        </p:nvSpPr>
        <p:spPr>
          <a:xfrm>
            <a:off x="3501466" y="1583268"/>
            <a:ext cx="248160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0" name="Rectangle 49"/>
          <p:cNvSpPr/>
          <p:nvPr userDrawn="1"/>
        </p:nvSpPr>
        <p:spPr>
          <a:xfrm>
            <a:off x="3501468" y="3401374"/>
            <a:ext cx="2481605" cy="56122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51" name="Text Placeholder 3"/>
          <p:cNvSpPr>
            <a:spLocks noGrp="1"/>
          </p:cNvSpPr>
          <p:nvPr>
            <p:ph type="body" sz="half" idx="18"/>
          </p:nvPr>
        </p:nvSpPr>
        <p:spPr>
          <a:xfrm>
            <a:off x="3501468" y="3414798"/>
            <a:ext cx="2481605" cy="508973"/>
          </a:xfrm>
          <a:prstGeom prst="rect">
            <a:avLst/>
          </a:prstGeom>
        </p:spPr>
        <p:txBody>
          <a:bodyPr wrap="square" lIns="0" tIns="0" rIns="0" bIns="0" anchor="t">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a:p>
            <a:pPr lvl="0"/>
            <a:endParaRPr lang="en-US" dirty="0" smtClean="0"/>
          </a:p>
        </p:txBody>
      </p:sp>
      <p:sp>
        <p:nvSpPr>
          <p:cNvPr id="52" name="Picture Placeholder 7"/>
          <p:cNvSpPr>
            <a:spLocks noGrp="1"/>
          </p:cNvSpPr>
          <p:nvPr>
            <p:ph type="pic" sz="quarter" idx="19" hasCustomPrompt="1"/>
          </p:nvPr>
        </p:nvSpPr>
        <p:spPr>
          <a:xfrm>
            <a:off x="6244666" y="1583268"/>
            <a:ext cx="248160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3" name="Rectangle 52"/>
          <p:cNvSpPr/>
          <p:nvPr userDrawn="1"/>
        </p:nvSpPr>
        <p:spPr>
          <a:xfrm>
            <a:off x="6244668" y="3401374"/>
            <a:ext cx="2481605" cy="56122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54" name="Text Placeholder 3"/>
          <p:cNvSpPr>
            <a:spLocks noGrp="1"/>
          </p:cNvSpPr>
          <p:nvPr>
            <p:ph type="body" sz="half" idx="20"/>
          </p:nvPr>
        </p:nvSpPr>
        <p:spPr>
          <a:xfrm>
            <a:off x="6244668" y="3414798"/>
            <a:ext cx="2481605" cy="508973"/>
          </a:xfrm>
          <a:prstGeom prst="rect">
            <a:avLst/>
          </a:prstGeom>
        </p:spPr>
        <p:txBody>
          <a:bodyPr wrap="square" lIns="0" tIns="0" rIns="0" bIns="0" anchor="t">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a:p>
            <a:pPr lvl="0"/>
            <a:endParaRPr lang="en-US" dirty="0" smtClean="0"/>
          </a:p>
        </p:txBody>
      </p:sp>
      <p:sp>
        <p:nvSpPr>
          <p:cNvPr id="55" name="Picture Placeholder 7"/>
          <p:cNvSpPr>
            <a:spLocks noGrp="1"/>
          </p:cNvSpPr>
          <p:nvPr>
            <p:ph type="pic" sz="quarter" idx="21" hasCustomPrompt="1"/>
          </p:nvPr>
        </p:nvSpPr>
        <p:spPr>
          <a:xfrm>
            <a:off x="8987866" y="1583268"/>
            <a:ext cx="248160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6" name="Rectangle 55"/>
          <p:cNvSpPr/>
          <p:nvPr userDrawn="1"/>
        </p:nvSpPr>
        <p:spPr>
          <a:xfrm>
            <a:off x="8987868" y="3401374"/>
            <a:ext cx="2481605" cy="561221"/>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57" name="Text Placeholder 3"/>
          <p:cNvSpPr>
            <a:spLocks noGrp="1"/>
          </p:cNvSpPr>
          <p:nvPr>
            <p:ph type="body" sz="half" idx="22"/>
          </p:nvPr>
        </p:nvSpPr>
        <p:spPr>
          <a:xfrm>
            <a:off x="8987868" y="3414798"/>
            <a:ext cx="2481605" cy="508973"/>
          </a:xfrm>
          <a:prstGeom prst="rect">
            <a:avLst/>
          </a:prstGeom>
        </p:spPr>
        <p:txBody>
          <a:bodyPr wrap="square" lIns="0" tIns="0" rIns="0" bIns="0" anchor="t">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a:p>
            <a:pPr lvl="0"/>
            <a:endParaRPr lang="en-US" dirty="0" smtClean="0"/>
          </a:p>
        </p:txBody>
      </p:sp>
      <p:sp>
        <p:nvSpPr>
          <p:cNvPr id="58" name="Picture Placeholder 7"/>
          <p:cNvSpPr>
            <a:spLocks noGrp="1"/>
          </p:cNvSpPr>
          <p:nvPr>
            <p:ph type="pic" sz="quarter" idx="23" hasCustomPrompt="1"/>
          </p:nvPr>
        </p:nvSpPr>
        <p:spPr>
          <a:xfrm>
            <a:off x="736664" y="4022110"/>
            <a:ext cx="248160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9" name="Rectangle 58"/>
          <p:cNvSpPr/>
          <p:nvPr userDrawn="1"/>
        </p:nvSpPr>
        <p:spPr>
          <a:xfrm>
            <a:off x="736665" y="5840216"/>
            <a:ext cx="2481605" cy="561221"/>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60" name="Text Placeholder 3"/>
          <p:cNvSpPr>
            <a:spLocks noGrp="1"/>
          </p:cNvSpPr>
          <p:nvPr>
            <p:ph type="body" sz="half" idx="24"/>
          </p:nvPr>
        </p:nvSpPr>
        <p:spPr>
          <a:xfrm>
            <a:off x="736665" y="5853640"/>
            <a:ext cx="2481605" cy="508973"/>
          </a:xfrm>
          <a:prstGeom prst="rect">
            <a:avLst/>
          </a:prstGeom>
        </p:spPr>
        <p:txBody>
          <a:bodyPr wrap="square" lIns="0" tIns="0" rIns="0" bIns="0" anchor="t">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a:p>
            <a:pPr lvl="0"/>
            <a:endParaRPr lang="en-US" dirty="0" smtClean="0"/>
          </a:p>
        </p:txBody>
      </p:sp>
      <p:sp>
        <p:nvSpPr>
          <p:cNvPr id="61" name="Picture Placeholder 7"/>
          <p:cNvSpPr>
            <a:spLocks noGrp="1"/>
          </p:cNvSpPr>
          <p:nvPr>
            <p:ph type="pic" sz="quarter" idx="25" hasCustomPrompt="1"/>
          </p:nvPr>
        </p:nvSpPr>
        <p:spPr>
          <a:xfrm>
            <a:off x="3501466" y="4022110"/>
            <a:ext cx="248160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62" name="Rectangle 61"/>
          <p:cNvSpPr/>
          <p:nvPr userDrawn="1"/>
        </p:nvSpPr>
        <p:spPr>
          <a:xfrm>
            <a:off x="3501468" y="5840216"/>
            <a:ext cx="2481605" cy="561221"/>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63" name="Text Placeholder 3"/>
          <p:cNvSpPr>
            <a:spLocks noGrp="1"/>
          </p:cNvSpPr>
          <p:nvPr>
            <p:ph type="body" sz="half" idx="26"/>
          </p:nvPr>
        </p:nvSpPr>
        <p:spPr>
          <a:xfrm>
            <a:off x="3501468" y="5853640"/>
            <a:ext cx="2481605" cy="508973"/>
          </a:xfrm>
          <a:prstGeom prst="rect">
            <a:avLst/>
          </a:prstGeom>
        </p:spPr>
        <p:txBody>
          <a:bodyPr wrap="square" lIns="0" tIns="0" rIns="0" bIns="0" anchor="t">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a:p>
            <a:pPr lvl="0"/>
            <a:endParaRPr lang="en-US" dirty="0" smtClean="0"/>
          </a:p>
        </p:txBody>
      </p:sp>
      <p:sp>
        <p:nvSpPr>
          <p:cNvPr id="64" name="Picture Placeholder 7"/>
          <p:cNvSpPr>
            <a:spLocks noGrp="1"/>
          </p:cNvSpPr>
          <p:nvPr>
            <p:ph type="pic" sz="quarter" idx="27" hasCustomPrompt="1"/>
          </p:nvPr>
        </p:nvSpPr>
        <p:spPr>
          <a:xfrm>
            <a:off x="6244666" y="4022110"/>
            <a:ext cx="248160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65" name="Rectangle 64"/>
          <p:cNvSpPr/>
          <p:nvPr userDrawn="1"/>
        </p:nvSpPr>
        <p:spPr>
          <a:xfrm>
            <a:off x="6244668" y="5840216"/>
            <a:ext cx="2481605" cy="56122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66" name="Text Placeholder 3"/>
          <p:cNvSpPr>
            <a:spLocks noGrp="1"/>
          </p:cNvSpPr>
          <p:nvPr>
            <p:ph type="body" sz="half" idx="28"/>
          </p:nvPr>
        </p:nvSpPr>
        <p:spPr>
          <a:xfrm>
            <a:off x="6244668" y="5853640"/>
            <a:ext cx="2481605" cy="508973"/>
          </a:xfrm>
          <a:prstGeom prst="rect">
            <a:avLst/>
          </a:prstGeom>
        </p:spPr>
        <p:txBody>
          <a:bodyPr wrap="square" lIns="0" tIns="0" rIns="0" bIns="0" anchor="t">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a:p>
            <a:pPr lvl="0"/>
            <a:endParaRPr lang="en-US" dirty="0" smtClean="0"/>
          </a:p>
        </p:txBody>
      </p:sp>
      <p:sp>
        <p:nvSpPr>
          <p:cNvPr id="67" name="Picture Placeholder 7"/>
          <p:cNvSpPr>
            <a:spLocks noGrp="1"/>
          </p:cNvSpPr>
          <p:nvPr>
            <p:ph type="pic" sz="quarter" idx="29" hasCustomPrompt="1"/>
          </p:nvPr>
        </p:nvSpPr>
        <p:spPr>
          <a:xfrm>
            <a:off x="8987866" y="4022110"/>
            <a:ext cx="248160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68" name="Rectangle 67"/>
          <p:cNvSpPr/>
          <p:nvPr userDrawn="1"/>
        </p:nvSpPr>
        <p:spPr>
          <a:xfrm>
            <a:off x="8987868" y="5840216"/>
            <a:ext cx="2481605" cy="56122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69" name="Text Placeholder 3"/>
          <p:cNvSpPr>
            <a:spLocks noGrp="1"/>
          </p:cNvSpPr>
          <p:nvPr>
            <p:ph type="body" sz="half" idx="30"/>
          </p:nvPr>
        </p:nvSpPr>
        <p:spPr>
          <a:xfrm>
            <a:off x="8987868" y="5853640"/>
            <a:ext cx="2481605" cy="508973"/>
          </a:xfrm>
          <a:prstGeom prst="rect">
            <a:avLst/>
          </a:prstGeom>
        </p:spPr>
        <p:txBody>
          <a:bodyPr wrap="square" lIns="0" tIns="0" rIns="0" bIns="0" anchor="t">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a:p>
            <a:pPr lvl="0"/>
            <a:endParaRPr lang="en-US" dirty="0" smtClean="0"/>
          </a:p>
        </p:txBody>
      </p:sp>
      <p:sp>
        <p:nvSpPr>
          <p:cNvPr id="30"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31"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93398631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after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wipe(down)">
                                      <p:cBhvr>
                                        <p:cTn id="7" dur="500"/>
                                        <p:tgtEl>
                                          <p:spTgt spid="16"/>
                                        </p:tgtEl>
                                      </p:cBhvr>
                                    </p:animEffect>
                                  </p:childTnLst>
                                </p:cTn>
                              </p:par>
                            </p:childTnLst>
                          </p:cTn>
                        </p:par>
                        <p:par>
                          <p:cTn id="8" fill="hold">
                            <p:stCondLst>
                              <p:cond delay="500"/>
                            </p:stCondLst>
                            <p:childTnLst>
                              <p:par>
                                <p:cTn id="9" presetID="22" presetClass="entr" presetSubtype="4" fill="hold" grpId="0" nodeType="afterEffect">
                                  <p:stCondLst>
                                    <p:cond delay="0"/>
                                  </p:stCondLst>
                                  <p:childTnLst>
                                    <p:set>
                                      <p:cBhvr>
                                        <p:cTn id="10" dur="1" fill="hold">
                                          <p:stCondLst>
                                            <p:cond delay="0"/>
                                          </p:stCondLst>
                                        </p:cTn>
                                        <p:tgtEl>
                                          <p:spTgt spid="17"/>
                                        </p:tgtEl>
                                        <p:attrNameLst>
                                          <p:attrName>style.visibility</p:attrName>
                                        </p:attrNameLst>
                                      </p:cBhvr>
                                      <p:to>
                                        <p:strVal val="visible"/>
                                      </p:to>
                                    </p:set>
                                    <p:animEffect transition="in" filter="wipe(down)">
                                      <p:cBhvr>
                                        <p:cTn id="11" dur="500"/>
                                        <p:tgtEl>
                                          <p:spTgt spid="17"/>
                                        </p:tgtEl>
                                      </p:cBhvr>
                                    </p:animEffect>
                                  </p:childTnLst>
                                </p:cTn>
                              </p:par>
                            </p:childTnLst>
                          </p:cTn>
                        </p:par>
                        <p:par>
                          <p:cTn id="12" fill="hold">
                            <p:stCondLst>
                              <p:cond delay="1000"/>
                            </p:stCondLst>
                            <p:childTnLst>
                              <p:par>
                                <p:cTn id="13" presetID="22" presetClass="entr" presetSubtype="4" fill="hold" grpId="0" nodeType="afterEffect" nodePh="1">
                                  <p:stCondLst>
                                    <p:cond delay="0"/>
                                  </p:stCondLst>
                                  <p:endCondLst>
                                    <p:cond evt="begin" delay="0">
                                      <p:tn val="13"/>
                                    </p:cond>
                                  </p:endCondLst>
                                  <p:childTnLst>
                                    <p:set>
                                      <p:cBhvr>
                                        <p:cTn id="14" dur="1" fill="hold">
                                          <p:stCondLst>
                                            <p:cond delay="0"/>
                                          </p:stCondLst>
                                        </p:cTn>
                                        <p:tgtEl>
                                          <p:spTgt spid="48">
                                            <p:txEl>
                                              <p:pRg st="0" end="0"/>
                                            </p:txEl>
                                          </p:spTgt>
                                        </p:tgtEl>
                                        <p:attrNameLst>
                                          <p:attrName>style.visibility</p:attrName>
                                        </p:attrNameLst>
                                      </p:cBhvr>
                                      <p:to>
                                        <p:strVal val="visible"/>
                                      </p:to>
                                    </p:set>
                                    <p:animEffect transition="in" filter="wipe(down)">
                                      <p:cBhvr>
                                        <p:cTn id="15" dur="500"/>
                                        <p:tgtEl>
                                          <p:spTgt spid="48">
                                            <p:txEl>
                                              <p:pRg st="0" end="0"/>
                                            </p:txEl>
                                          </p:spTgt>
                                        </p:tgtEl>
                                      </p:cBhvr>
                                    </p:animEffect>
                                  </p:childTnLst>
                                </p:cTn>
                              </p:par>
                            </p:childTnLst>
                          </p:cTn>
                        </p:par>
                        <p:par>
                          <p:cTn id="16" fill="hold">
                            <p:stCondLst>
                              <p:cond delay="1500"/>
                            </p:stCondLst>
                            <p:childTnLst>
                              <p:par>
                                <p:cTn id="17" presetID="22" presetClass="entr" presetSubtype="4" fill="hold" grpId="0" nodeType="afterEffect">
                                  <p:stCondLst>
                                    <p:cond delay="0"/>
                                  </p:stCondLst>
                                  <p:childTnLst>
                                    <p:set>
                                      <p:cBhvr>
                                        <p:cTn id="18" dur="1" fill="hold">
                                          <p:stCondLst>
                                            <p:cond delay="0"/>
                                          </p:stCondLst>
                                        </p:cTn>
                                        <p:tgtEl>
                                          <p:spTgt spid="49"/>
                                        </p:tgtEl>
                                        <p:attrNameLst>
                                          <p:attrName>style.visibility</p:attrName>
                                        </p:attrNameLst>
                                      </p:cBhvr>
                                      <p:to>
                                        <p:strVal val="visible"/>
                                      </p:to>
                                    </p:set>
                                    <p:animEffect transition="in" filter="wipe(down)">
                                      <p:cBhvr>
                                        <p:cTn id="19" dur="500"/>
                                        <p:tgtEl>
                                          <p:spTgt spid="49"/>
                                        </p:tgtEl>
                                      </p:cBhvr>
                                    </p:animEffect>
                                  </p:childTnLst>
                                </p:cTn>
                              </p:par>
                            </p:childTnLst>
                          </p:cTn>
                        </p:par>
                        <p:par>
                          <p:cTn id="20" fill="hold">
                            <p:stCondLst>
                              <p:cond delay="2000"/>
                            </p:stCondLst>
                            <p:childTnLst>
                              <p:par>
                                <p:cTn id="21" presetID="22" presetClass="entr" presetSubtype="4" fill="hold" grpId="0" nodeType="afterEffect">
                                  <p:stCondLst>
                                    <p:cond delay="0"/>
                                  </p:stCondLst>
                                  <p:childTnLst>
                                    <p:set>
                                      <p:cBhvr>
                                        <p:cTn id="22" dur="1" fill="hold">
                                          <p:stCondLst>
                                            <p:cond delay="0"/>
                                          </p:stCondLst>
                                        </p:cTn>
                                        <p:tgtEl>
                                          <p:spTgt spid="50"/>
                                        </p:tgtEl>
                                        <p:attrNameLst>
                                          <p:attrName>style.visibility</p:attrName>
                                        </p:attrNameLst>
                                      </p:cBhvr>
                                      <p:to>
                                        <p:strVal val="visible"/>
                                      </p:to>
                                    </p:set>
                                    <p:animEffect transition="in" filter="wipe(down)">
                                      <p:cBhvr>
                                        <p:cTn id="23" dur="500"/>
                                        <p:tgtEl>
                                          <p:spTgt spid="50"/>
                                        </p:tgtEl>
                                      </p:cBhvr>
                                    </p:animEffect>
                                  </p:childTnLst>
                                </p:cTn>
                              </p:par>
                            </p:childTnLst>
                          </p:cTn>
                        </p:par>
                        <p:par>
                          <p:cTn id="24" fill="hold">
                            <p:stCondLst>
                              <p:cond delay="2500"/>
                            </p:stCondLst>
                            <p:childTnLst>
                              <p:par>
                                <p:cTn id="25" presetID="22" presetClass="entr" presetSubtype="4" fill="hold" grpId="0" nodeType="afterEffect" nodePh="1">
                                  <p:stCondLst>
                                    <p:cond delay="0"/>
                                  </p:stCondLst>
                                  <p:endCondLst>
                                    <p:cond evt="begin" delay="0">
                                      <p:tn val="25"/>
                                    </p:cond>
                                  </p:endCondLst>
                                  <p:childTnLst>
                                    <p:set>
                                      <p:cBhvr>
                                        <p:cTn id="26" dur="1" fill="hold">
                                          <p:stCondLst>
                                            <p:cond delay="0"/>
                                          </p:stCondLst>
                                        </p:cTn>
                                        <p:tgtEl>
                                          <p:spTgt spid="51">
                                            <p:txEl>
                                              <p:pRg st="0" end="0"/>
                                            </p:txEl>
                                          </p:spTgt>
                                        </p:tgtEl>
                                        <p:attrNameLst>
                                          <p:attrName>style.visibility</p:attrName>
                                        </p:attrNameLst>
                                      </p:cBhvr>
                                      <p:to>
                                        <p:strVal val="visible"/>
                                      </p:to>
                                    </p:set>
                                    <p:animEffect transition="in" filter="wipe(down)">
                                      <p:cBhvr>
                                        <p:cTn id="27" dur="500"/>
                                        <p:tgtEl>
                                          <p:spTgt spid="51">
                                            <p:txEl>
                                              <p:pRg st="0" end="0"/>
                                            </p:txEl>
                                          </p:spTgt>
                                        </p:tgtEl>
                                      </p:cBhvr>
                                    </p:animEffect>
                                  </p:childTnLst>
                                </p:cTn>
                              </p:par>
                            </p:childTnLst>
                          </p:cTn>
                        </p:par>
                        <p:par>
                          <p:cTn id="28" fill="hold">
                            <p:stCondLst>
                              <p:cond delay="3000"/>
                            </p:stCondLst>
                            <p:childTnLst>
                              <p:par>
                                <p:cTn id="29" presetID="22" presetClass="entr" presetSubtype="4" fill="hold" grpId="0" nodeType="afterEffect">
                                  <p:stCondLst>
                                    <p:cond delay="0"/>
                                  </p:stCondLst>
                                  <p:childTnLst>
                                    <p:set>
                                      <p:cBhvr>
                                        <p:cTn id="30" dur="1" fill="hold">
                                          <p:stCondLst>
                                            <p:cond delay="0"/>
                                          </p:stCondLst>
                                        </p:cTn>
                                        <p:tgtEl>
                                          <p:spTgt spid="52"/>
                                        </p:tgtEl>
                                        <p:attrNameLst>
                                          <p:attrName>style.visibility</p:attrName>
                                        </p:attrNameLst>
                                      </p:cBhvr>
                                      <p:to>
                                        <p:strVal val="visible"/>
                                      </p:to>
                                    </p:set>
                                    <p:animEffect transition="in" filter="wipe(down)">
                                      <p:cBhvr>
                                        <p:cTn id="31" dur="500"/>
                                        <p:tgtEl>
                                          <p:spTgt spid="52"/>
                                        </p:tgtEl>
                                      </p:cBhvr>
                                    </p:animEffect>
                                  </p:childTnLst>
                                </p:cTn>
                              </p:par>
                            </p:childTnLst>
                          </p:cTn>
                        </p:par>
                        <p:par>
                          <p:cTn id="32" fill="hold">
                            <p:stCondLst>
                              <p:cond delay="3500"/>
                            </p:stCondLst>
                            <p:childTnLst>
                              <p:par>
                                <p:cTn id="33" presetID="22" presetClass="entr" presetSubtype="4" fill="hold" grpId="0" nodeType="afterEffect">
                                  <p:stCondLst>
                                    <p:cond delay="0"/>
                                  </p:stCondLst>
                                  <p:childTnLst>
                                    <p:set>
                                      <p:cBhvr>
                                        <p:cTn id="34" dur="1" fill="hold">
                                          <p:stCondLst>
                                            <p:cond delay="0"/>
                                          </p:stCondLst>
                                        </p:cTn>
                                        <p:tgtEl>
                                          <p:spTgt spid="53"/>
                                        </p:tgtEl>
                                        <p:attrNameLst>
                                          <p:attrName>style.visibility</p:attrName>
                                        </p:attrNameLst>
                                      </p:cBhvr>
                                      <p:to>
                                        <p:strVal val="visible"/>
                                      </p:to>
                                    </p:set>
                                    <p:animEffect transition="in" filter="wipe(down)">
                                      <p:cBhvr>
                                        <p:cTn id="35" dur="500"/>
                                        <p:tgtEl>
                                          <p:spTgt spid="53"/>
                                        </p:tgtEl>
                                      </p:cBhvr>
                                    </p:animEffect>
                                  </p:childTnLst>
                                </p:cTn>
                              </p:par>
                            </p:childTnLst>
                          </p:cTn>
                        </p:par>
                        <p:par>
                          <p:cTn id="36" fill="hold">
                            <p:stCondLst>
                              <p:cond delay="4000"/>
                            </p:stCondLst>
                            <p:childTnLst>
                              <p:par>
                                <p:cTn id="37" presetID="22" presetClass="entr" presetSubtype="4" fill="hold" grpId="0" nodeType="afterEffect" nodePh="1">
                                  <p:stCondLst>
                                    <p:cond delay="0"/>
                                  </p:stCondLst>
                                  <p:endCondLst>
                                    <p:cond evt="begin" delay="0">
                                      <p:tn val="37"/>
                                    </p:cond>
                                  </p:endCondLst>
                                  <p:childTnLst>
                                    <p:set>
                                      <p:cBhvr>
                                        <p:cTn id="38" dur="1" fill="hold">
                                          <p:stCondLst>
                                            <p:cond delay="0"/>
                                          </p:stCondLst>
                                        </p:cTn>
                                        <p:tgtEl>
                                          <p:spTgt spid="54">
                                            <p:txEl>
                                              <p:pRg st="0" end="0"/>
                                            </p:txEl>
                                          </p:spTgt>
                                        </p:tgtEl>
                                        <p:attrNameLst>
                                          <p:attrName>style.visibility</p:attrName>
                                        </p:attrNameLst>
                                      </p:cBhvr>
                                      <p:to>
                                        <p:strVal val="visible"/>
                                      </p:to>
                                    </p:set>
                                    <p:animEffect transition="in" filter="wipe(down)">
                                      <p:cBhvr>
                                        <p:cTn id="39" dur="500"/>
                                        <p:tgtEl>
                                          <p:spTgt spid="54">
                                            <p:txEl>
                                              <p:pRg st="0" end="0"/>
                                            </p:txEl>
                                          </p:spTgt>
                                        </p:tgtEl>
                                      </p:cBhvr>
                                    </p:animEffect>
                                  </p:childTnLst>
                                </p:cTn>
                              </p:par>
                            </p:childTnLst>
                          </p:cTn>
                        </p:par>
                        <p:par>
                          <p:cTn id="40" fill="hold">
                            <p:stCondLst>
                              <p:cond delay="4500"/>
                            </p:stCondLst>
                            <p:childTnLst>
                              <p:par>
                                <p:cTn id="41" presetID="22" presetClass="entr" presetSubtype="4" fill="hold" grpId="0" nodeType="afterEffect">
                                  <p:stCondLst>
                                    <p:cond delay="0"/>
                                  </p:stCondLst>
                                  <p:childTnLst>
                                    <p:set>
                                      <p:cBhvr>
                                        <p:cTn id="42" dur="1" fill="hold">
                                          <p:stCondLst>
                                            <p:cond delay="0"/>
                                          </p:stCondLst>
                                        </p:cTn>
                                        <p:tgtEl>
                                          <p:spTgt spid="55"/>
                                        </p:tgtEl>
                                        <p:attrNameLst>
                                          <p:attrName>style.visibility</p:attrName>
                                        </p:attrNameLst>
                                      </p:cBhvr>
                                      <p:to>
                                        <p:strVal val="visible"/>
                                      </p:to>
                                    </p:set>
                                    <p:animEffect transition="in" filter="wipe(down)">
                                      <p:cBhvr>
                                        <p:cTn id="43" dur="500"/>
                                        <p:tgtEl>
                                          <p:spTgt spid="55"/>
                                        </p:tgtEl>
                                      </p:cBhvr>
                                    </p:animEffect>
                                  </p:childTnLst>
                                </p:cTn>
                              </p:par>
                            </p:childTnLst>
                          </p:cTn>
                        </p:par>
                        <p:par>
                          <p:cTn id="44" fill="hold">
                            <p:stCondLst>
                              <p:cond delay="5000"/>
                            </p:stCondLst>
                            <p:childTnLst>
                              <p:par>
                                <p:cTn id="45" presetID="22" presetClass="entr" presetSubtype="4" fill="hold" grpId="0" nodeType="afterEffect">
                                  <p:stCondLst>
                                    <p:cond delay="0"/>
                                  </p:stCondLst>
                                  <p:childTnLst>
                                    <p:set>
                                      <p:cBhvr>
                                        <p:cTn id="46" dur="1" fill="hold">
                                          <p:stCondLst>
                                            <p:cond delay="0"/>
                                          </p:stCondLst>
                                        </p:cTn>
                                        <p:tgtEl>
                                          <p:spTgt spid="56"/>
                                        </p:tgtEl>
                                        <p:attrNameLst>
                                          <p:attrName>style.visibility</p:attrName>
                                        </p:attrNameLst>
                                      </p:cBhvr>
                                      <p:to>
                                        <p:strVal val="visible"/>
                                      </p:to>
                                    </p:set>
                                    <p:animEffect transition="in" filter="wipe(down)">
                                      <p:cBhvr>
                                        <p:cTn id="47" dur="500"/>
                                        <p:tgtEl>
                                          <p:spTgt spid="56"/>
                                        </p:tgtEl>
                                      </p:cBhvr>
                                    </p:animEffect>
                                  </p:childTnLst>
                                </p:cTn>
                              </p:par>
                            </p:childTnLst>
                          </p:cTn>
                        </p:par>
                        <p:par>
                          <p:cTn id="48" fill="hold">
                            <p:stCondLst>
                              <p:cond delay="5500"/>
                            </p:stCondLst>
                            <p:childTnLst>
                              <p:par>
                                <p:cTn id="49" presetID="22" presetClass="entr" presetSubtype="4" fill="hold" grpId="0" nodeType="afterEffect" nodePh="1">
                                  <p:stCondLst>
                                    <p:cond delay="0"/>
                                  </p:stCondLst>
                                  <p:endCondLst>
                                    <p:cond evt="begin" delay="0">
                                      <p:tn val="49"/>
                                    </p:cond>
                                  </p:endCondLst>
                                  <p:childTnLst>
                                    <p:set>
                                      <p:cBhvr>
                                        <p:cTn id="50" dur="1" fill="hold">
                                          <p:stCondLst>
                                            <p:cond delay="0"/>
                                          </p:stCondLst>
                                        </p:cTn>
                                        <p:tgtEl>
                                          <p:spTgt spid="57">
                                            <p:txEl>
                                              <p:pRg st="0" end="0"/>
                                            </p:txEl>
                                          </p:spTgt>
                                        </p:tgtEl>
                                        <p:attrNameLst>
                                          <p:attrName>style.visibility</p:attrName>
                                        </p:attrNameLst>
                                      </p:cBhvr>
                                      <p:to>
                                        <p:strVal val="visible"/>
                                      </p:to>
                                    </p:set>
                                    <p:animEffect transition="in" filter="wipe(down)">
                                      <p:cBhvr>
                                        <p:cTn id="51" dur="500"/>
                                        <p:tgtEl>
                                          <p:spTgt spid="57">
                                            <p:txEl>
                                              <p:pRg st="0" end="0"/>
                                            </p:txEl>
                                          </p:spTgt>
                                        </p:tgtEl>
                                      </p:cBhvr>
                                    </p:animEffect>
                                  </p:childTnLst>
                                </p:cTn>
                              </p:par>
                            </p:childTnLst>
                          </p:cTn>
                        </p:par>
                        <p:par>
                          <p:cTn id="52" fill="hold">
                            <p:stCondLst>
                              <p:cond delay="6000"/>
                            </p:stCondLst>
                            <p:childTnLst>
                              <p:par>
                                <p:cTn id="53" presetID="22" presetClass="entr" presetSubtype="4" fill="hold" grpId="0" nodeType="afterEffect">
                                  <p:stCondLst>
                                    <p:cond delay="0"/>
                                  </p:stCondLst>
                                  <p:childTnLst>
                                    <p:set>
                                      <p:cBhvr>
                                        <p:cTn id="54" dur="1" fill="hold">
                                          <p:stCondLst>
                                            <p:cond delay="0"/>
                                          </p:stCondLst>
                                        </p:cTn>
                                        <p:tgtEl>
                                          <p:spTgt spid="58"/>
                                        </p:tgtEl>
                                        <p:attrNameLst>
                                          <p:attrName>style.visibility</p:attrName>
                                        </p:attrNameLst>
                                      </p:cBhvr>
                                      <p:to>
                                        <p:strVal val="visible"/>
                                      </p:to>
                                    </p:set>
                                    <p:animEffect transition="in" filter="wipe(down)">
                                      <p:cBhvr>
                                        <p:cTn id="55" dur="500"/>
                                        <p:tgtEl>
                                          <p:spTgt spid="58"/>
                                        </p:tgtEl>
                                      </p:cBhvr>
                                    </p:animEffect>
                                  </p:childTnLst>
                                </p:cTn>
                              </p:par>
                            </p:childTnLst>
                          </p:cTn>
                        </p:par>
                        <p:par>
                          <p:cTn id="56" fill="hold">
                            <p:stCondLst>
                              <p:cond delay="6500"/>
                            </p:stCondLst>
                            <p:childTnLst>
                              <p:par>
                                <p:cTn id="57" presetID="22" presetClass="entr" presetSubtype="4" fill="hold" grpId="0" nodeType="afterEffect">
                                  <p:stCondLst>
                                    <p:cond delay="0"/>
                                  </p:stCondLst>
                                  <p:childTnLst>
                                    <p:set>
                                      <p:cBhvr>
                                        <p:cTn id="58" dur="1" fill="hold">
                                          <p:stCondLst>
                                            <p:cond delay="0"/>
                                          </p:stCondLst>
                                        </p:cTn>
                                        <p:tgtEl>
                                          <p:spTgt spid="59"/>
                                        </p:tgtEl>
                                        <p:attrNameLst>
                                          <p:attrName>style.visibility</p:attrName>
                                        </p:attrNameLst>
                                      </p:cBhvr>
                                      <p:to>
                                        <p:strVal val="visible"/>
                                      </p:to>
                                    </p:set>
                                    <p:animEffect transition="in" filter="wipe(down)">
                                      <p:cBhvr>
                                        <p:cTn id="59" dur="500"/>
                                        <p:tgtEl>
                                          <p:spTgt spid="59"/>
                                        </p:tgtEl>
                                      </p:cBhvr>
                                    </p:animEffect>
                                  </p:childTnLst>
                                </p:cTn>
                              </p:par>
                            </p:childTnLst>
                          </p:cTn>
                        </p:par>
                        <p:par>
                          <p:cTn id="60" fill="hold">
                            <p:stCondLst>
                              <p:cond delay="7000"/>
                            </p:stCondLst>
                            <p:childTnLst>
                              <p:par>
                                <p:cTn id="61" presetID="22" presetClass="entr" presetSubtype="4" fill="hold" grpId="0" nodeType="afterEffect" nodePh="1">
                                  <p:stCondLst>
                                    <p:cond delay="0"/>
                                  </p:stCondLst>
                                  <p:endCondLst>
                                    <p:cond evt="begin" delay="0">
                                      <p:tn val="61"/>
                                    </p:cond>
                                  </p:endCondLst>
                                  <p:childTnLst>
                                    <p:set>
                                      <p:cBhvr>
                                        <p:cTn id="62" dur="1" fill="hold">
                                          <p:stCondLst>
                                            <p:cond delay="0"/>
                                          </p:stCondLst>
                                        </p:cTn>
                                        <p:tgtEl>
                                          <p:spTgt spid="60">
                                            <p:txEl>
                                              <p:pRg st="0" end="0"/>
                                            </p:txEl>
                                          </p:spTgt>
                                        </p:tgtEl>
                                        <p:attrNameLst>
                                          <p:attrName>style.visibility</p:attrName>
                                        </p:attrNameLst>
                                      </p:cBhvr>
                                      <p:to>
                                        <p:strVal val="visible"/>
                                      </p:to>
                                    </p:set>
                                    <p:animEffect transition="in" filter="wipe(down)">
                                      <p:cBhvr>
                                        <p:cTn id="63" dur="500"/>
                                        <p:tgtEl>
                                          <p:spTgt spid="60">
                                            <p:txEl>
                                              <p:pRg st="0" end="0"/>
                                            </p:txEl>
                                          </p:spTgt>
                                        </p:tgtEl>
                                      </p:cBhvr>
                                    </p:animEffect>
                                  </p:childTnLst>
                                </p:cTn>
                              </p:par>
                            </p:childTnLst>
                          </p:cTn>
                        </p:par>
                        <p:par>
                          <p:cTn id="64" fill="hold">
                            <p:stCondLst>
                              <p:cond delay="7500"/>
                            </p:stCondLst>
                            <p:childTnLst>
                              <p:par>
                                <p:cTn id="65" presetID="22" presetClass="entr" presetSubtype="4" fill="hold" grpId="0" nodeType="afterEffect">
                                  <p:stCondLst>
                                    <p:cond delay="0"/>
                                  </p:stCondLst>
                                  <p:childTnLst>
                                    <p:set>
                                      <p:cBhvr>
                                        <p:cTn id="66" dur="1" fill="hold">
                                          <p:stCondLst>
                                            <p:cond delay="0"/>
                                          </p:stCondLst>
                                        </p:cTn>
                                        <p:tgtEl>
                                          <p:spTgt spid="61"/>
                                        </p:tgtEl>
                                        <p:attrNameLst>
                                          <p:attrName>style.visibility</p:attrName>
                                        </p:attrNameLst>
                                      </p:cBhvr>
                                      <p:to>
                                        <p:strVal val="visible"/>
                                      </p:to>
                                    </p:set>
                                    <p:animEffect transition="in" filter="wipe(down)">
                                      <p:cBhvr>
                                        <p:cTn id="67" dur="500"/>
                                        <p:tgtEl>
                                          <p:spTgt spid="61"/>
                                        </p:tgtEl>
                                      </p:cBhvr>
                                    </p:animEffect>
                                  </p:childTnLst>
                                </p:cTn>
                              </p:par>
                            </p:childTnLst>
                          </p:cTn>
                        </p:par>
                        <p:par>
                          <p:cTn id="68" fill="hold">
                            <p:stCondLst>
                              <p:cond delay="8000"/>
                            </p:stCondLst>
                            <p:childTnLst>
                              <p:par>
                                <p:cTn id="69" presetID="22" presetClass="entr" presetSubtype="4" fill="hold" grpId="0" nodeType="afterEffect">
                                  <p:stCondLst>
                                    <p:cond delay="0"/>
                                  </p:stCondLst>
                                  <p:childTnLst>
                                    <p:set>
                                      <p:cBhvr>
                                        <p:cTn id="70" dur="1" fill="hold">
                                          <p:stCondLst>
                                            <p:cond delay="0"/>
                                          </p:stCondLst>
                                        </p:cTn>
                                        <p:tgtEl>
                                          <p:spTgt spid="62"/>
                                        </p:tgtEl>
                                        <p:attrNameLst>
                                          <p:attrName>style.visibility</p:attrName>
                                        </p:attrNameLst>
                                      </p:cBhvr>
                                      <p:to>
                                        <p:strVal val="visible"/>
                                      </p:to>
                                    </p:set>
                                    <p:animEffect transition="in" filter="wipe(down)">
                                      <p:cBhvr>
                                        <p:cTn id="71" dur="500"/>
                                        <p:tgtEl>
                                          <p:spTgt spid="62"/>
                                        </p:tgtEl>
                                      </p:cBhvr>
                                    </p:animEffect>
                                  </p:childTnLst>
                                </p:cTn>
                              </p:par>
                            </p:childTnLst>
                          </p:cTn>
                        </p:par>
                        <p:par>
                          <p:cTn id="72" fill="hold">
                            <p:stCondLst>
                              <p:cond delay="8500"/>
                            </p:stCondLst>
                            <p:childTnLst>
                              <p:par>
                                <p:cTn id="73" presetID="22" presetClass="entr" presetSubtype="4" fill="hold" nodeType="afterEffect" nodePh="1">
                                  <p:stCondLst>
                                    <p:cond delay="0"/>
                                  </p:stCondLst>
                                  <p:endCondLst>
                                    <p:cond evt="begin" delay="0">
                                      <p:tn val="73"/>
                                    </p:cond>
                                  </p:endCondLst>
                                  <p:childTnLst>
                                    <p:set>
                                      <p:cBhvr>
                                        <p:cTn id="74" dur="1" fill="hold">
                                          <p:stCondLst>
                                            <p:cond delay="0"/>
                                          </p:stCondLst>
                                        </p:cTn>
                                        <p:tgtEl>
                                          <p:spTgt spid="63">
                                            <p:txEl>
                                              <p:pRg st="0" end="0"/>
                                            </p:txEl>
                                          </p:spTgt>
                                        </p:tgtEl>
                                        <p:attrNameLst>
                                          <p:attrName>style.visibility</p:attrName>
                                        </p:attrNameLst>
                                      </p:cBhvr>
                                      <p:to>
                                        <p:strVal val="visible"/>
                                      </p:to>
                                    </p:set>
                                    <p:animEffect transition="in" filter="wipe(down)">
                                      <p:cBhvr>
                                        <p:cTn id="75" dur="500"/>
                                        <p:tgtEl>
                                          <p:spTgt spid="63">
                                            <p:txEl>
                                              <p:pRg st="0" end="0"/>
                                            </p:txEl>
                                          </p:spTgt>
                                        </p:tgtEl>
                                      </p:cBhvr>
                                    </p:animEffect>
                                  </p:childTnLst>
                                </p:cTn>
                              </p:par>
                            </p:childTnLst>
                          </p:cTn>
                        </p:par>
                        <p:par>
                          <p:cTn id="76" fill="hold">
                            <p:stCondLst>
                              <p:cond delay="9000"/>
                            </p:stCondLst>
                            <p:childTnLst>
                              <p:par>
                                <p:cTn id="77" presetID="22" presetClass="entr" presetSubtype="4" fill="hold" grpId="0" nodeType="afterEffect">
                                  <p:stCondLst>
                                    <p:cond delay="0"/>
                                  </p:stCondLst>
                                  <p:childTnLst>
                                    <p:set>
                                      <p:cBhvr>
                                        <p:cTn id="78" dur="1" fill="hold">
                                          <p:stCondLst>
                                            <p:cond delay="0"/>
                                          </p:stCondLst>
                                        </p:cTn>
                                        <p:tgtEl>
                                          <p:spTgt spid="64"/>
                                        </p:tgtEl>
                                        <p:attrNameLst>
                                          <p:attrName>style.visibility</p:attrName>
                                        </p:attrNameLst>
                                      </p:cBhvr>
                                      <p:to>
                                        <p:strVal val="visible"/>
                                      </p:to>
                                    </p:set>
                                    <p:animEffect transition="in" filter="wipe(down)">
                                      <p:cBhvr>
                                        <p:cTn id="79" dur="500"/>
                                        <p:tgtEl>
                                          <p:spTgt spid="64"/>
                                        </p:tgtEl>
                                      </p:cBhvr>
                                    </p:animEffect>
                                  </p:childTnLst>
                                </p:cTn>
                              </p:par>
                            </p:childTnLst>
                          </p:cTn>
                        </p:par>
                        <p:par>
                          <p:cTn id="80" fill="hold">
                            <p:stCondLst>
                              <p:cond delay="9500"/>
                            </p:stCondLst>
                            <p:childTnLst>
                              <p:par>
                                <p:cTn id="81" presetID="22" presetClass="entr" presetSubtype="4" fill="hold" grpId="0" nodeType="afterEffect">
                                  <p:stCondLst>
                                    <p:cond delay="0"/>
                                  </p:stCondLst>
                                  <p:childTnLst>
                                    <p:set>
                                      <p:cBhvr>
                                        <p:cTn id="82" dur="1" fill="hold">
                                          <p:stCondLst>
                                            <p:cond delay="0"/>
                                          </p:stCondLst>
                                        </p:cTn>
                                        <p:tgtEl>
                                          <p:spTgt spid="65"/>
                                        </p:tgtEl>
                                        <p:attrNameLst>
                                          <p:attrName>style.visibility</p:attrName>
                                        </p:attrNameLst>
                                      </p:cBhvr>
                                      <p:to>
                                        <p:strVal val="visible"/>
                                      </p:to>
                                    </p:set>
                                    <p:animEffect transition="in" filter="wipe(down)">
                                      <p:cBhvr>
                                        <p:cTn id="83" dur="500"/>
                                        <p:tgtEl>
                                          <p:spTgt spid="65"/>
                                        </p:tgtEl>
                                      </p:cBhvr>
                                    </p:animEffect>
                                  </p:childTnLst>
                                </p:cTn>
                              </p:par>
                            </p:childTnLst>
                          </p:cTn>
                        </p:par>
                        <p:par>
                          <p:cTn id="84" fill="hold">
                            <p:stCondLst>
                              <p:cond delay="10000"/>
                            </p:stCondLst>
                            <p:childTnLst>
                              <p:par>
                                <p:cTn id="85" presetID="22" presetClass="entr" presetSubtype="4" fill="hold" grpId="0" nodeType="afterEffect" nodePh="1">
                                  <p:stCondLst>
                                    <p:cond delay="0"/>
                                  </p:stCondLst>
                                  <p:endCondLst>
                                    <p:cond evt="begin" delay="0">
                                      <p:tn val="85"/>
                                    </p:cond>
                                  </p:endCondLst>
                                  <p:childTnLst>
                                    <p:set>
                                      <p:cBhvr>
                                        <p:cTn id="86" dur="1" fill="hold">
                                          <p:stCondLst>
                                            <p:cond delay="0"/>
                                          </p:stCondLst>
                                        </p:cTn>
                                        <p:tgtEl>
                                          <p:spTgt spid="66">
                                            <p:txEl>
                                              <p:pRg st="0" end="0"/>
                                            </p:txEl>
                                          </p:spTgt>
                                        </p:tgtEl>
                                        <p:attrNameLst>
                                          <p:attrName>style.visibility</p:attrName>
                                        </p:attrNameLst>
                                      </p:cBhvr>
                                      <p:to>
                                        <p:strVal val="visible"/>
                                      </p:to>
                                    </p:set>
                                    <p:animEffect transition="in" filter="wipe(down)">
                                      <p:cBhvr>
                                        <p:cTn id="87" dur="500"/>
                                        <p:tgtEl>
                                          <p:spTgt spid="66">
                                            <p:txEl>
                                              <p:pRg st="0" end="0"/>
                                            </p:txEl>
                                          </p:spTgt>
                                        </p:tgtEl>
                                      </p:cBhvr>
                                    </p:animEffect>
                                  </p:childTnLst>
                                </p:cTn>
                              </p:par>
                            </p:childTnLst>
                          </p:cTn>
                        </p:par>
                        <p:par>
                          <p:cTn id="88" fill="hold">
                            <p:stCondLst>
                              <p:cond delay="10500"/>
                            </p:stCondLst>
                            <p:childTnLst>
                              <p:par>
                                <p:cTn id="89" presetID="22" presetClass="entr" presetSubtype="4" fill="hold" grpId="0" nodeType="afterEffect">
                                  <p:stCondLst>
                                    <p:cond delay="0"/>
                                  </p:stCondLst>
                                  <p:childTnLst>
                                    <p:set>
                                      <p:cBhvr>
                                        <p:cTn id="90" dur="1" fill="hold">
                                          <p:stCondLst>
                                            <p:cond delay="0"/>
                                          </p:stCondLst>
                                        </p:cTn>
                                        <p:tgtEl>
                                          <p:spTgt spid="67"/>
                                        </p:tgtEl>
                                        <p:attrNameLst>
                                          <p:attrName>style.visibility</p:attrName>
                                        </p:attrNameLst>
                                      </p:cBhvr>
                                      <p:to>
                                        <p:strVal val="visible"/>
                                      </p:to>
                                    </p:set>
                                    <p:animEffect transition="in" filter="wipe(down)">
                                      <p:cBhvr>
                                        <p:cTn id="91" dur="500"/>
                                        <p:tgtEl>
                                          <p:spTgt spid="67"/>
                                        </p:tgtEl>
                                      </p:cBhvr>
                                    </p:animEffect>
                                  </p:childTnLst>
                                </p:cTn>
                              </p:par>
                            </p:childTnLst>
                          </p:cTn>
                        </p:par>
                        <p:par>
                          <p:cTn id="92" fill="hold">
                            <p:stCondLst>
                              <p:cond delay="11000"/>
                            </p:stCondLst>
                            <p:childTnLst>
                              <p:par>
                                <p:cTn id="93" presetID="22" presetClass="entr" presetSubtype="4" fill="hold" grpId="0" nodeType="afterEffect">
                                  <p:stCondLst>
                                    <p:cond delay="0"/>
                                  </p:stCondLst>
                                  <p:childTnLst>
                                    <p:set>
                                      <p:cBhvr>
                                        <p:cTn id="94" dur="1" fill="hold">
                                          <p:stCondLst>
                                            <p:cond delay="0"/>
                                          </p:stCondLst>
                                        </p:cTn>
                                        <p:tgtEl>
                                          <p:spTgt spid="68"/>
                                        </p:tgtEl>
                                        <p:attrNameLst>
                                          <p:attrName>style.visibility</p:attrName>
                                        </p:attrNameLst>
                                      </p:cBhvr>
                                      <p:to>
                                        <p:strVal val="visible"/>
                                      </p:to>
                                    </p:set>
                                    <p:animEffect transition="in" filter="wipe(down)">
                                      <p:cBhvr>
                                        <p:cTn id="95" dur="500"/>
                                        <p:tgtEl>
                                          <p:spTgt spid="68"/>
                                        </p:tgtEl>
                                      </p:cBhvr>
                                    </p:animEffect>
                                  </p:childTnLst>
                                </p:cTn>
                              </p:par>
                            </p:childTnLst>
                          </p:cTn>
                        </p:par>
                        <p:par>
                          <p:cTn id="96" fill="hold">
                            <p:stCondLst>
                              <p:cond delay="11500"/>
                            </p:stCondLst>
                            <p:childTnLst>
                              <p:par>
                                <p:cTn id="97" presetID="22" presetClass="entr" presetSubtype="4" fill="hold" grpId="0" nodeType="afterEffect" nodePh="1">
                                  <p:stCondLst>
                                    <p:cond delay="0"/>
                                  </p:stCondLst>
                                  <p:endCondLst>
                                    <p:cond evt="begin" delay="0">
                                      <p:tn val="97"/>
                                    </p:cond>
                                  </p:endCondLst>
                                  <p:childTnLst>
                                    <p:set>
                                      <p:cBhvr>
                                        <p:cTn id="98" dur="1" fill="hold">
                                          <p:stCondLst>
                                            <p:cond delay="0"/>
                                          </p:stCondLst>
                                        </p:cTn>
                                        <p:tgtEl>
                                          <p:spTgt spid="69">
                                            <p:txEl>
                                              <p:pRg st="0" end="0"/>
                                            </p:txEl>
                                          </p:spTgt>
                                        </p:tgtEl>
                                        <p:attrNameLst>
                                          <p:attrName>style.visibility</p:attrName>
                                        </p:attrNameLst>
                                      </p:cBhvr>
                                      <p:to>
                                        <p:strVal val="visible"/>
                                      </p:to>
                                    </p:set>
                                    <p:animEffect transition="in" filter="wipe(down)">
                                      <p:cBhvr>
                                        <p:cTn id="99" dur="500"/>
                                        <p:tgtEl>
                                          <p:spTgt spid="69">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P spid="17" grpId="0" animBg="1"/>
      <p:bldP spid="48"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48"/>
                        </p:tgtEl>
                        <p:attrNameLst>
                          <p:attrName>style.visibility</p:attrName>
                        </p:attrNameLst>
                      </p:cBhvr>
                      <p:to>
                        <p:strVal val="visible"/>
                      </p:to>
                    </p:set>
                    <p:animEffect transition="in" filter="wipe(down)">
                      <p:cBhvr>
                        <p:cTn dur="500"/>
                        <p:tgtEl>
                          <p:spTgt spid="48"/>
                        </p:tgtEl>
                      </p:cBhvr>
                    </p:animEffect>
                  </p:childTnLst>
                </p:cTn>
              </p:par>
            </p:tnLst>
          </p:tmpl>
        </p:tmplLst>
      </p:bldP>
      <p:bldP spid="49" grpId="0"/>
      <p:bldP spid="50" grpId="0" animBg="1"/>
      <p:bldP spid="51"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51"/>
                        </p:tgtEl>
                        <p:attrNameLst>
                          <p:attrName>style.visibility</p:attrName>
                        </p:attrNameLst>
                      </p:cBhvr>
                      <p:to>
                        <p:strVal val="visible"/>
                      </p:to>
                    </p:set>
                    <p:animEffect transition="in" filter="wipe(down)">
                      <p:cBhvr>
                        <p:cTn dur="500"/>
                        <p:tgtEl>
                          <p:spTgt spid="51"/>
                        </p:tgtEl>
                      </p:cBhvr>
                    </p:animEffect>
                  </p:childTnLst>
                </p:cTn>
              </p:par>
            </p:tnLst>
          </p:tmpl>
        </p:tmplLst>
      </p:bldP>
      <p:bldP spid="52" grpId="0"/>
      <p:bldP spid="53" grpId="0" animBg="1"/>
      <p:bldP spid="54"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54"/>
                        </p:tgtEl>
                        <p:attrNameLst>
                          <p:attrName>style.visibility</p:attrName>
                        </p:attrNameLst>
                      </p:cBhvr>
                      <p:to>
                        <p:strVal val="visible"/>
                      </p:to>
                    </p:set>
                    <p:animEffect transition="in" filter="wipe(down)">
                      <p:cBhvr>
                        <p:cTn dur="500"/>
                        <p:tgtEl>
                          <p:spTgt spid="54"/>
                        </p:tgtEl>
                      </p:cBhvr>
                    </p:animEffect>
                  </p:childTnLst>
                </p:cTn>
              </p:par>
            </p:tnLst>
          </p:tmpl>
        </p:tmplLst>
      </p:bldP>
      <p:bldP spid="55" grpId="0"/>
      <p:bldP spid="56" grpId="0" animBg="1"/>
      <p:bldP spid="57"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57"/>
                        </p:tgtEl>
                        <p:attrNameLst>
                          <p:attrName>style.visibility</p:attrName>
                        </p:attrNameLst>
                      </p:cBhvr>
                      <p:to>
                        <p:strVal val="visible"/>
                      </p:to>
                    </p:set>
                    <p:animEffect transition="in" filter="wipe(down)">
                      <p:cBhvr>
                        <p:cTn dur="500"/>
                        <p:tgtEl>
                          <p:spTgt spid="57"/>
                        </p:tgtEl>
                      </p:cBhvr>
                    </p:animEffect>
                  </p:childTnLst>
                </p:cTn>
              </p:par>
            </p:tnLst>
          </p:tmpl>
        </p:tmplLst>
      </p:bldP>
      <p:bldP spid="58" grpId="0"/>
      <p:bldP spid="59" grpId="0" animBg="1"/>
      <p:bldP spid="60"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60"/>
                        </p:tgtEl>
                        <p:attrNameLst>
                          <p:attrName>style.visibility</p:attrName>
                        </p:attrNameLst>
                      </p:cBhvr>
                      <p:to>
                        <p:strVal val="visible"/>
                      </p:to>
                    </p:set>
                    <p:animEffect transition="in" filter="wipe(down)">
                      <p:cBhvr>
                        <p:cTn dur="500"/>
                        <p:tgtEl>
                          <p:spTgt spid="60"/>
                        </p:tgtEl>
                      </p:cBhvr>
                    </p:animEffect>
                  </p:childTnLst>
                </p:cTn>
              </p:par>
            </p:tnLst>
          </p:tmpl>
        </p:tmplLst>
      </p:bldP>
      <p:bldP spid="61" grpId="0"/>
      <p:bldP spid="62" grpId="0" animBg="1"/>
      <p:bldP spid="64" grpId="0"/>
      <p:bldP spid="65" grpId="0" animBg="1"/>
      <p:bldP spid="66"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66"/>
                        </p:tgtEl>
                        <p:attrNameLst>
                          <p:attrName>style.visibility</p:attrName>
                        </p:attrNameLst>
                      </p:cBhvr>
                      <p:to>
                        <p:strVal val="visible"/>
                      </p:to>
                    </p:set>
                    <p:animEffect transition="in" filter="wipe(down)">
                      <p:cBhvr>
                        <p:cTn dur="500"/>
                        <p:tgtEl>
                          <p:spTgt spid="66"/>
                        </p:tgtEl>
                      </p:cBhvr>
                    </p:animEffect>
                  </p:childTnLst>
                </p:cTn>
              </p:par>
            </p:tnLst>
          </p:tmpl>
        </p:tmplLst>
      </p:bldP>
      <p:bldP spid="67" grpId="0"/>
      <p:bldP spid="68" grpId="0" animBg="1"/>
      <p:bldP spid="69"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69"/>
                        </p:tgtEl>
                        <p:attrNameLst>
                          <p:attrName>style.visibility</p:attrName>
                        </p:attrNameLst>
                      </p:cBhvr>
                      <p:to>
                        <p:strVal val="visible"/>
                      </p:to>
                    </p:set>
                    <p:animEffect transition="in" filter="wipe(down)">
                      <p:cBhvr>
                        <p:cTn dur="500"/>
                        <p:tgtEl>
                          <p:spTgt spid="69"/>
                        </p:tgtEl>
                      </p:cBhvr>
                    </p:animEffect>
                  </p:childTnLst>
                </p:cTn>
              </p:par>
            </p:tnLst>
          </p:tmpl>
        </p:tmplLst>
      </p:bldP>
    </p:bldLst>
  </p:timing>
</p:sldLayout>
</file>

<file path=ppt/slideLayouts/slideLayout379.xml><?xml version="1.0" encoding="utf-8"?>
<p:sldLayout xmlns:a="http://schemas.openxmlformats.org/drawingml/2006/main" xmlns:r="http://schemas.openxmlformats.org/officeDocument/2006/relationships" xmlns:p="http://schemas.openxmlformats.org/presentationml/2006/main" userDrawn="1">
  <p:cSld name="2_2-Pics">
    <p:spTree>
      <p:nvGrpSpPr>
        <p:cNvPr id="1" name=""/>
        <p:cNvGrpSpPr/>
        <p:nvPr/>
      </p:nvGrpSpPr>
      <p:grpSpPr>
        <a:xfrm>
          <a:off x="0" y="0"/>
          <a:ext cx="0" cy="0"/>
          <a:chOff x="0" y="0"/>
          <a:chExt cx="0" cy="0"/>
        </a:xfrm>
      </p:grpSpPr>
      <p:sp>
        <p:nvSpPr>
          <p:cNvPr id="58" name="Picture Placeholder 7"/>
          <p:cNvSpPr>
            <a:spLocks noGrp="1"/>
          </p:cNvSpPr>
          <p:nvPr>
            <p:ph type="pic" sz="quarter" idx="22" hasCustomPrompt="1"/>
          </p:nvPr>
        </p:nvSpPr>
        <p:spPr>
          <a:xfrm>
            <a:off x="6286302" y="2195021"/>
            <a:ext cx="5030956" cy="2697948"/>
          </a:xfrm>
          <a:prstGeom prst="downArrowCallout">
            <a:avLst>
              <a:gd name="adj1" fmla="val 50000"/>
              <a:gd name="adj2" fmla="val 11967"/>
              <a:gd name="adj3" fmla="val 7487"/>
              <a:gd name="adj4" fmla="val 92647"/>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8" name="Picture Placeholder 7"/>
          <p:cNvSpPr>
            <a:spLocks noGrp="1"/>
          </p:cNvSpPr>
          <p:nvPr>
            <p:ph type="pic" sz="quarter" idx="10" hasCustomPrompt="1"/>
          </p:nvPr>
        </p:nvSpPr>
        <p:spPr>
          <a:xfrm>
            <a:off x="858246" y="2182184"/>
            <a:ext cx="5030956" cy="2710781"/>
          </a:xfrm>
          <a:prstGeom prst="downArrowCallout">
            <a:avLst>
              <a:gd name="adj1" fmla="val 50000"/>
              <a:gd name="adj2" fmla="val 11967"/>
              <a:gd name="adj3" fmla="val 7487"/>
              <a:gd name="adj4" fmla="val 92647"/>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40" name="Text Placeholder 3"/>
          <p:cNvSpPr>
            <a:spLocks noGrp="1"/>
          </p:cNvSpPr>
          <p:nvPr>
            <p:ph type="body" sz="half" idx="15"/>
          </p:nvPr>
        </p:nvSpPr>
        <p:spPr>
          <a:xfrm>
            <a:off x="865266" y="5193235"/>
            <a:ext cx="5016911" cy="846795"/>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a:solidFill>
                <a:schemeClr val="tx1">
                  <a:lumMod val="50000"/>
                  <a:lumOff val="50000"/>
                </a:schemeClr>
              </a:solidFill>
            </a:endParaRPr>
          </a:p>
        </p:txBody>
      </p:sp>
      <p:sp>
        <p:nvSpPr>
          <p:cNvPr id="42" name="Text Placeholder 3"/>
          <p:cNvSpPr>
            <a:spLocks noGrp="1"/>
          </p:cNvSpPr>
          <p:nvPr>
            <p:ph type="body" sz="half" idx="17"/>
          </p:nvPr>
        </p:nvSpPr>
        <p:spPr>
          <a:xfrm>
            <a:off x="858242" y="4918632"/>
            <a:ext cx="5030959" cy="257040"/>
          </a:xfrm>
          <a:prstGeom prst="rect">
            <a:avLst/>
          </a:prstGeom>
        </p:spPr>
        <p:txBody>
          <a:bodyPr wrap="none" lIns="0" tIns="0" rIns="0" bIns="0" anchor="ctr">
            <a:noAutofit/>
          </a:bodyPr>
          <a:lstStyle>
            <a:lvl1pPr marL="0" indent="0" algn="ctr">
              <a:buNone/>
              <a:defRPr sz="1467" b="1" baseline="0">
                <a:solidFill>
                  <a:schemeClr val="accent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59" name="Text Placeholder 3"/>
          <p:cNvSpPr>
            <a:spLocks noGrp="1"/>
          </p:cNvSpPr>
          <p:nvPr>
            <p:ph type="body" sz="half" idx="23"/>
          </p:nvPr>
        </p:nvSpPr>
        <p:spPr>
          <a:xfrm>
            <a:off x="6293325" y="5193235"/>
            <a:ext cx="5016911" cy="846795"/>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a:solidFill>
                <a:schemeClr val="tx1">
                  <a:lumMod val="50000"/>
                  <a:lumOff val="50000"/>
                </a:schemeClr>
              </a:solidFill>
            </a:endParaRPr>
          </a:p>
        </p:txBody>
      </p:sp>
      <p:sp>
        <p:nvSpPr>
          <p:cNvPr id="62" name="Text Placeholder 3"/>
          <p:cNvSpPr>
            <a:spLocks noGrp="1"/>
          </p:cNvSpPr>
          <p:nvPr>
            <p:ph type="body" sz="half" idx="25"/>
          </p:nvPr>
        </p:nvSpPr>
        <p:spPr>
          <a:xfrm>
            <a:off x="6286299" y="4918632"/>
            <a:ext cx="5030959" cy="257040"/>
          </a:xfrm>
          <a:prstGeom prst="rect">
            <a:avLst/>
          </a:prstGeom>
        </p:spPr>
        <p:txBody>
          <a:bodyPr wrap="none" lIns="0" tIns="0" rIns="0" bIns="0" anchor="ctr">
            <a:noAutofit/>
          </a:bodyPr>
          <a:lstStyle>
            <a:lvl1pPr marL="0" indent="0" algn="ctr">
              <a:buNone/>
              <a:defRPr sz="1467" b="1" baseline="0">
                <a:solidFill>
                  <a:schemeClr val="accent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32" name="Rectangle 31"/>
          <p:cNvSpPr/>
          <p:nvPr userDrawn="1"/>
        </p:nvSpPr>
        <p:spPr>
          <a:xfrm>
            <a:off x="865265" y="1672313"/>
            <a:ext cx="5016912" cy="50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1867" dirty="0">
              <a:solidFill>
                <a:srgbClr val="FFFFFF"/>
              </a:solidFill>
            </a:endParaRPr>
          </a:p>
        </p:txBody>
      </p:sp>
      <p:sp>
        <p:nvSpPr>
          <p:cNvPr id="41" name="Text Placeholder 3"/>
          <p:cNvSpPr>
            <a:spLocks noGrp="1"/>
          </p:cNvSpPr>
          <p:nvPr>
            <p:ph type="body" sz="half" idx="16"/>
          </p:nvPr>
        </p:nvSpPr>
        <p:spPr>
          <a:xfrm>
            <a:off x="896710" y="1773356"/>
            <a:ext cx="4954023" cy="267661"/>
          </a:xfrm>
          <a:prstGeom prst="rect">
            <a:avLst/>
          </a:prstGeom>
        </p:spPr>
        <p:txBody>
          <a:bodyPr wrap="non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60" name="Rectangle 59"/>
          <p:cNvSpPr/>
          <p:nvPr userDrawn="1"/>
        </p:nvSpPr>
        <p:spPr>
          <a:xfrm>
            <a:off x="6293321" y="1672313"/>
            <a:ext cx="5016912" cy="50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1867" dirty="0">
              <a:solidFill>
                <a:srgbClr val="FFFFFF"/>
              </a:solidFill>
            </a:endParaRPr>
          </a:p>
        </p:txBody>
      </p:sp>
      <p:sp>
        <p:nvSpPr>
          <p:cNvPr id="61" name="Text Placeholder 3"/>
          <p:cNvSpPr>
            <a:spLocks noGrp="1"/>
          </p:cNvSpPr>
          <p:nvPr>
            <p:ph type="body" sz="half" idx="24"/>
          </p:nvPr>
        </p:nvSpPr>
        <p:spPr>
          <a:xfrm>
            <a:off x="6324769" y="1773356"/>
            <a:ext cx="4954023" cy="267661"/>
          </a:xfrm>
          <a:prstGeom prst="rect">
            <a:avLst/>
          </a:prstGeom>
        </p:spPr>
        <p:txBody>
          <a:bodyPr wrap="non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18"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9"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03752194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accel="50000" decel="50000" fill="hold" grpId="0" nodeType="afterEffect">
                                  <p:stCondLst>
                                    <p:cond delay="0"/>
                                  </p:stCondLst>
                                  <p:childTnLst>
                                    <p:set>
                                      <p:cBhvr>
                                        <p:cTn id="6" dur="1" fill="hold">
                                          <p:stCondLst>
                                            <p:cond delay="0"/>
                                          </p:stCondLst>
                                        </p:cTn>
                                        <p:tgtEl>
                                          <p:spTgt spid="32"/>
                                        </p:tgtEl>
                                        <p:attrNameLst>
                                          <p:attrName>style.visibility</p:attrName>
                                        </p:attrNameLst>
                                      </p:cBhvr>
                                      <p:to>
                                        <p:strVal val="visible"/>
                                      </p:to>
                                    </p:set>
                                    <p:anim calcmode="lin" valueType="num">
                                      <p:cBhvr additive="base">
                                        <p:cTn id="7" dur="500" fill="hold"/>
                                        <p:tgtEl>
                                          <p:spTgt spid="32"/>
                                        </p:tgtEl>
                                        <p:attrNameLst>
                                          <p:attrName>ppt_x</p:attrName>
                                        </p:attrNameLst>
                                      </p:cBhvr>
                                      <p:tavLst>
                                        <p:tav tm="0">
                                          <p:val>
                                            <p:strVal val="#ppt_x"/>
                                          </p:val>
                                        </p:tav>
                                        <p:tav tm="100000">
                                          <p:val>
                                            <p:strVal val="#ppt_x"/>
                                          </p:val>
                                        </p:tav>
                                      </p:tavLst>
                                    </p:anim>
                                    <p:anim calcmode="lin" valueType="num">
                                      <p:cBhvr additive="base">
                                        <p:cTn id="8" dur="500" fill="hold"/>
                                        <p:tgtEl>
                                          <p:spTgt spid="32"/>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2" presetClass="entr" presetSubtype="4" fill="hold" grpId="0" nodeType="afterEffect" nodePh="1">
                                  <p:stCondLst>
                                    <p:cond delay="0"/>
                                  </p:stCondLst>
                                  <p:endCondLst>
                                    <p:cond evt="begin" delay="0">
                                      <p:tn val="10"/>
                                    </p:cond>
                                  </p:endCondLst>
                                  <p:childTnLst>
                                    <p:set>
                                      <p:cBhvr>
                                        <p:cTn id="11" dur="1" fill="hold">
                                          <p:stCondLst>
                                            <p:cond delay="0"/>
                                          </p:stCondLst>
                                        </p:cTn>
                                        <p:tgtEl>
                                          <p:spTgt spid="41">
                                            <p:txEl>
                                              <p:pRg st="0" end="0"/>
                                            </p:txEl>
                                          </p:spTgt>
                                        </p:tgtEl>
                                        <p:attrNameLst>
                                          <p:attrName>style.visibility</p:attrName>
                                        </p:attrNameLst>
                                      </p:cBhvr>
                                      <p:to>
                                        <p:strVal val="visible"/>
                                      </p:to>
                                    </p:set>
                                    <p:animEffect transition="in" filter="wipe(down)">
                                      <p:cBhvr>
                                        <p:cTn id="12" dur="500"/>
                                        <p:tgtEl>
                                          <p:spTgt spid="41">
                                            <p:txEl>
                                              <p:pRg st="0" end="0"/>
                                            </p:txEl>
                                          </p:spTgt>
                                        </p:tgtEl>
                                      </p:cBhvr>
                                    </p:animEffect>
                                  </p:childTnLst>
                                </p:cTn>
                              </p:par>
                              <p:par>
                                <p:cTn id="13" presetID="2" presetClass="entr" presetSubtype="4" accel="50000" decel="50000" fill="hold" grpId="0" nodeType="withEffect">
                                  <p:stCondLst>
                                    <p:cond delay="0"/>
                                  </p:stCondLst>
                                  <p:childTnLst>
                                    <p:set>
                                      <p:cBhvr>
                                        <p:cTn id="14" dur="1" fill="hold">
                                          <p:stCondLst>
                                            <p:cond delay="0"/>
                                          </p:stCondLst>
                                        </p:cTn>
                                        <p:tgtEl>
                                          <p:spTgt spid="38"/>
                                        </p:tgtEl>
                                        <p:attrNameLst>
                                          <p:attrName>style.visibility</p:attrName>
                                        </p:attrNameLst>
                                      </p:cBhvr>
                                      <p:to>
                                        <p:strVal val="visible"/>
                                      </p:to>
                                    </p:set>
                                    <p:anim calcmode="lin" valueType="num">
                                      <p:cBhvr additive="base">
                                        <p:cTn id="15" dur="500" fill="hold"/>
                                        <p:tgtEl>
                                          <p:spTgt spid="38"/>
                                        </p:tgtEl>
                                        <p:attrNameLst>
                                          <p:attrName>ppt_x</p:attrName>
                                        </p:attrNameLst>
                                      </p:cBhvr>
                                      <p:tavLst>
                                        <p:tav tm="0">
                                          <p:val>
                                            <p:strVal val="#ppt_x"/>
                                          </p:val>
                                        </p:tav>
                                        <p:tav tm="100000">
                                          <p:val>
                                            <p:strVal val="#ppt_x"/>
                                          </p:val>
                                        </p:tav>
                                      </p:tavLst>
                                    </p:anim>
                                    <p:anim calcmode="lin" valueType="num">
                                      <p:cBhvr additive="base">
                                        <p:cTn id="16" dur="500" fill="hold"/>
                                        <p:tgtEl>
                                          <p:spTgt spid="38"/>
                                        </p:tgtEl>
                                        <p:attrNameLst>
                                          <p:attrName>ppt_y</p:attrName>
                                        </p:attrNameLst>
                                      </p:cBhvr>
                                      <p:tavLst>
                                        <p:tav tm="0">
                                          <p:val>
                                            <p:strVal val="1+#ppt_h/2"/>
                                          </p:val>
                                        </p:tav>
                                        <p:tav tm="100000">
                                          <p:val>
                                            <p:strVal val="#ppt_y"/>
                                          </p:val>
                                        </p:tav>
                                      </p:tavLst>
                                    </p:anim>
                                  </p:childTnLst>
                                </p:cTn>
                              </p:par>
                            </p:childTnLst>
                          </p:cTn>
                        </p:par>
                        <p:par>
                          <p:cTn id="17" fill="hold">
                            <p:stCondLst>
                              <p:cond delay="1000"/>
                            </p:stCondLst>
                            <p:childTnLst>
                              <p:par>
                                <p:cTn id="18" presetID="2" presetClass="entr" presetSubtype="4" accel="50000" decel="50000" fill="hold" grpId="0" nodeType="afterEffect" nodePh="1">
                                  <p:stCondLst>
                                    <p:cond delay="0"/>
                                  </p:stCondLst>
                                  <p:endCondLst>
                                    <p:cond evt="begin" delay="0">
                                      <p:tn val="18"/>
                                    </p:cond>
                                  </p:endCondLst>
                                  <p:childTnLst>
                                    <p:set>
                                      <p:cBhvr>
                                        <p:cTn id="19" dur="1" fill="hold">
                                          <p:stCondLst>
                                            <p:cond delay="0"/>
                                          </p:stCondLst>
                                        </p:cTn>
                                        <p:tgtEl>
                                          <p:spTgt spid="42">
                                            <p:txEl>
                                              <p:pRg st="0" end="0"/>
                                            </p:txEl>
                                          </p:spTgt>
                                        </p:tgtEl>
                                        <p:attrNameLst>
                                          <p:attrName>style.visibility</p:attrName>
                                        </p:attrNameLst>
                                      </p:cBhvr>
                                      <p:to>
                                        <p:strVal val="visible"/>
                                      </p:to>
                                    </p:set>
                                    <p:anim calcmode="lin" valueType="num">
                                      <p:cBhvr additive="base">
                                        <p:cTn id="20" dur="500" fill="hold"/>
                                        <p:tgtEl>
                                          <p:spTgt spid="42">
                                            <p:txEl>
                                              <p:pRg st="0" end="0"/>
                                            </p:txEl>
                                          </p:spTgt>
                                        </p:tgtEl>
                                        <p:attrNameLst>
                                          <p:attrName>ppt_x</p:attrName>
                                        </p:attrNameLst>
                                      </p:cBhvr>
                                      <p:tavLst>
                                        <p:tav tm="0">
                                          <p:val>
                                            <p:strVal val="#ppt_x"/>
                                          </p:val>
                                        </p:tav>
                                        <p:tav tm="100000">
                                          <p:val>
                                            <p:strVal val="#ppt_x"/>
                                          </p:val>
                                        </p:tav>
                                      </p:tavLst>
                                    </p:anim>
                                    <p:anim calcmode="lin" valueType="num">
                                      <p:cBhvr additive="base">
                                        <p:cTn id="21" dur="500" fill="hold"/>
                                        <p:tgtEl>
                                          <p:spTgt spid="42">
                                            <p:txEl>
                                              <p:pRg st="0" end="0"/>
                                            </p:txEl>
                                          </p:spTgt>
                                        </p:tgtEl>
                                        <p:attrNameLst>
                                          <p:attrName>ppt_y</p:attrName>
                                        </p:attrNameLst>
                                      </p:cBhvr>
                                      <p:tavLst>
                                        <p:tav tm="0">
                                          <p:val>
                                            <p:strVal val="1+#ppt_h/2"/>
                                          </p:val>
                                        </p:tav>
                                        <p:tav tm="100000">
                                          <p:val>
                                            <p:strVal val="#ppt_y"/>
                                          </p:val>
                                        </p:tav>
                                      </p:tavLst>
                                    </p:anim>
                                  </p:childTnLst>
                                </p:cTn>
                              </p:par>
                            </p:childTnLst>
                          </p:cTn>
                        </p:par>
                        <p:par>
                          <p:cTn id="22" fill="hold">
                            <p:stCondLst>
                              <p:cond delay="1500"/>
                            </p:stCondLst>
                            <p:childTnLst>
                              <p:par>
                                <p:cTn id="23" presetID="2" presetClass="entr" presetSubtype="4" accel="50000" decel="50000" fill="hold" grpId="0" nodeType="afterEffect" nodePh="1">
                                  <p:stCondLst>
                                    <p:cond delay="0"/>
                                  </p:stCondLst>
                                  <p:endCondLst>
                                    <p:cond evt="begin" delay="0">
                                      <p:tn val="23"/>
                                    </p:cond>
                                  </p:endCondLst>
                                  <p:childTnLst>
                                    <p:set>
                                      <p:cBhvr>
                                        <p:cTn id="24" dur="1" fill="hold">
                                          <p:stCondLst>
                                            <p:cond delay="0"/>
                                          </p:stCondLst>
                                        </p:cTn>
                                        <p:tgtEl>
                                          <p:spTgt spid="40">
                                            <p:txEl>
                                              <p:pRg st="0" end="0"/>
                                            </p:txEl>
                                          </p:spTgt>
                                        </p:tgtEl>
                                        <p:attrNameLst>
                                          <p:attrName>style.visibility</p:attrName>
                                        </p:attrNameLst>
                                      </p:cBhvr>
                                      <p:to>
                                        <p:strVal val="visible"/>
                                      </p:to>
                                    </p:set>
                                    <p:anim calcmode="lin" valueType="num">
                                      <p:cBhvr additive="base">
                                        <p:cTn id="25" dur="500" fill="hold"/>
                                        <p:tgtEl>
                                          <p:spTgt spid="40">
                                            <p:txEl>
                                              <p:pRg st="0" end="0"/>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40">
                                            <p:txEl>
                                              <p:pRg st="0" end="0"/>
                                            </p:txEl>
                                          </p:spTgt>
                                        </p:tgtEl>
                                        <p:attrNameLst>
                                          <p:attrName>ppt_y</p:attrName>
                                        </p:attrNameLst>
                                      </p:cBhvr>
                                      <p:tavLst>
                                        <p:tav tm="0">
                                          <p:val>
                                            <p:strVal val="1+#ppt_h/2"/>
                                          </p:val>
                                        </p:tav>
                                        <p:tav tm="100000">
                                          <p:val>
                                            <p:strVal val="#ppt_y"/>
                                          </p:val>
                                        </p:tav>
                                      </p:tavLst>
                                    </p:anim>
                                  </p:childTnLst>
                                </p:cTn>
                              </p:par>
                            </p:childTnLst>
                          </p:cTn>
                        </p:par>
                        <p:par>
                          <p:cTn id="27" fill="hold">
                            <p:stCondLst>
                              <p:cond delay="2000"/>
                            </p:stCondLst>
                            <p:childTnLst>
                              <p:par>
                                <p:cTn id="28" presetID="2" presetClass="entr" presetSubtype="1" accel="50000" decel="50000" fill="hold" grpId="0" nodeType="afterEffect">
                                  <p:stCondLst>
                                    <p:cond delay="0"/>
                                  </p:stCondLst>
                                  <p:childTnLst>
                                    <p:set>
                                      <p:cBhvr>
                                        <p:cTn id="29" dur="1" fill="hold">
                                          <p:stCondLst>
                                            <p:cond delay="0"/>
                                          </p:stCondLst>
                                        </p:cTn>
                                        <p:tgtEl>
                                          <p:spTgt spid="60"/>
                                        </p:tgtEl>
                                        <p:attrNameLst>
                                          <p:attrName>style.visibility</p:attrName>
                                        </p:attrNameLst>
                                      </p:cBhvr>
                                      <p:to>
                                        <p:strVal val="visible"/>
                                      </p:to>
                                    </p:set>
                                    <p:anim calcmode="lin" valueType="num">
                                      <p:cBhvr additive="base">
                                        <p:cTn id="30" dur="500" fill="hold"/>
                                        <p:tgtEl>
                                          <p:spTgt spid="60"/>
                                        </p:tgtEl>
                                        <p:attrNameLst>
                                          <p:attrName>ppt_x</p:attrName>
                                        </p:attrNameLst>
                                      </p:cBhvr>
                                      <p:tavLst>
                                        <p:tav tm="0">
                                          <p:val>
                                            <p:strVal val="#ppt_x"/>
                                          </p:val>
                                        </p:tav>
                                        <p:tav tm="100000">
                                          <p:val>
                                            <p:strVal val="#ppt_x"/>
                                          </p:val>
                                        </p:tav>
                                      </p:tavLst>
                                    </p:anim>
                                    <p:anim calcmode="lin" valueType="num">
                                      <p:cBhvr additive="base">
                                        <p:cTn id="31" dur="500" fill="hold"/>
                                        <p:tgtEl>
                                          <p:spTgt spid="60"/>
                                        </p:tgtEl>
                                        <p:attrNameLst>
                                          <p:attrName>ppt_y</p:attrName>
                                        </p:attrNameLst>
                                      </p:cBhvr>
                                      <p:tavLst>
                                        <p:tav tm="0">
                                          <p:val>
                                            <p:strVal val="0-#ppt_h/2"/>
                                          </p:val>
                                        </p:tav>
                                        <p:tav tm="100000">
                                          <p:val>
                                            <p:strVal val="#ppt_y"/>
                                          </p:val>
                                        </p:tav>
                                      </p:tavLst>
                                    </p:anim>
                                  </p:childTnLst>
                                </p:cTn>
                              </p:par>
                            </p:childTnLst>
                          </p:cTn>
                        </p:par>
                        <p:par>
                          <p:cTn id="32" fill="hold">
                            <p:stCondLst>
                              <p:cond delay="2500"/>
                            </p:stCondLst>
                            <p:childTnLst>
                              <p:par>
                                <p:cTn id="33" presetID="22" presetClass="entr" presetSubtype="4" fill="hold" grpId="0" nodeType="afterEffect" nodePh="1">
                                  <p:stCondLst>
                                    <p:cond delay="0"/>
                                  </p:stCondLst>
                                  <p:endCondLst>
                                    <p:cond evt="begin" delay="0">
                                      <p:tn val="33"/>
                                    </p:cond>
                                  </p:endCondLst>
                                  <p:childTnLst>
                                    <p:set>
                                      <p:cBhvr>
                                        <p:cTn id="34" dur="1" fill="hold">
                                          <p:stCondLst>
                                            <p:cond delay="0"/>
                                          </p:stCondLst>
                                        </p:cTn>
                                        <p:tgtEl>
                                          <p:spTgt spid="61">
                                            <p:txEl>
                                              <p:pRg st="0" end="0"/>
                                            </p:txEl>
                                          </p:spTgt>
                                        </p:tgtEl>
                                        <p:attrNameLst>
                                          <p:attrName>style.visibility</p:attrName>
                                        </p:attrNameLst>
                                      </p:cBhvr>
                                      <p:to>
                                        <p:strVal val="visible"/>
                                      </p:to>
                                    </p:set>
                                    <p:animEffect transition="in" filter="wipe(down)">
                                      <p:cBhvr>
                                        <p:cTn id="35" dur="500"/>
                                        <p:tgtEl>
                                          <p:spTgt spid="61">
                                            <p:txEl>
                                              <p:pRg st="0" end="0"/>
                                            </p:txEl>
                                          </p:spTgt>
                                        </p:tgtEl>
                                      </p:cBhvr>
                                    </p:animEffect>
                                  </p:childTnLst>
                                </p:cTn>
                              </p:par>
                              <p:par>
                                <p:cTn id="36" presetID="2" presetClass="entr" presetSubtype="4" accel="50000" decel="50000" fill="hold" grpId="0" nodeType="withEffect">
                                  <p:stCondLst>
                                    <p:cond delay="0"/>
                                  </p:stCondLst>
                                  <p:childTnLst>
                                    <p:set>
                                      <p:cBhvr>
                                        <p:cTn id="37" dur="1" fill="hold">
                                          <p:stCondLst>
                                            <p:cond delay="0"/>
                                          </p:stCondLst>
                                        </p:cTn>
                                        <p:tgtEl>
                                          <p:spTgt spid="58"/>
                                        </p:tgtEl>
                                        <p:attrNameLst>
                                          <p:attrName>style.visibility</p:attrName>
                                        </p:attrNameLst>
                                      </p:cBhvr>
                                      <p:to>
                                        <p:strVal val="visible"/>
                                      </p:to>
                                    </p:set>
                                    <p:anim calcmode="lin" valueType="num">
                                      <p:cBhvr additive="base">
                                        <p:cTn id="38" dur="500" fill="hold"/>
                                        <p:tgtEl>
                                          <p:spTgt spid="58"/>
                                        </p:tgtEl>
                                        <p:attrNameLst>
                                          <p:attrName>ppt_x</p:attrName>
                                        </p:attrNameLst>
                                      </p:cBhvr>
                                      <p:tavLst>
                                        <p:tav tm="0">
                                          <p:val>
                                            <p:strVal val="#ppt_x"/>
                                          </p:val>
                                        </p:tav>
                                        <p:tav tm="100000">
                                          <p:val>
                                            <p:strVal val="#ppt_x"/>
                                          </p:val>
                                        </p:tav>
                                      </p:tavLst>
                                    </p:anim>
                                    <p:anim calcmode="lin" valueType="num">
                                      <p:cBhvr additive="base">
                                        <p:cTn id="39" dur="500" fill="hold"/>
                                        <p:tgtEl>
                                          <p:spTgt spid="58"/>
                                        </p:tgtEl>
                                        <p:attrNameLst>
                                          <p:attrName>ppt_y</p:attrName>
                                        </p:attrNameLst>
                                      </p:cBhvr>
                                      <p:tavLst>
                                        <p:tav tm="0">
                                          <p:val>
                                            <p:strVal val="1+#ppt_h/2"/>
                                          </p:val>
                                        </p:tav>
                                        <p:tav tm="100000">
                                          <p:val>
                                            <p:strVal val="#ppt_y"/>
                                          </p:val>
                                        </p:tav>
                                      </p:tavLst>
                                    </p:anim>
                                  </p:childTnLst>
                                </p:cTn>
                              </p:par>
                            </p:childTnLst>
                          </p:cTn>
                        </p:par>
                        <p:par>
                          <p:cTn id="40" fill="hold">
                            <p:stCondLst>
                              <p:cond delay="3000"/>
                            </p:stCondLst>
                            <p:childTnLst>
                              <p:par>
                                <p:cTn id="41" presetID="2" presetClass="entr" presetSubtype="4" accel="50000" decel="50000" fill="hold" grpId="0" nodeType="afterEffect" nodePh="1">
                                  <p:stCondLst>
                                    <p:cond delay="0"/>
                                  </p:stCondLst>
                                  <p:endCondLst>
                                    <p:cond evt="begin" delay="0">
                                      <p:tn val="41"/>
                                    </p:cond>
                                  </p:endCondLst>
                                  <p:childTnLst>
                                    <p:set>
                                      <p:cBhvr>
                                        <p:cTn id="42" dur="1" fill="hold">
                                          <p:stCondLst>
                                            <p:cond delay="0"/>
                                          </p:stCondLst>
                                        </p:cTn>
                                        <p:tgtEl>
                                          <p:spTgt spid="62">
                                            <p:txEl>
                                              <p:pRg st="0" end="0"/>
                                            </p:txEl>
                                          </p:spTgt>
                                        </p:tgtEl>
                                        <p:attrNameLst>
                                          <p:attrName>style.visibility</p:attrName>
                                        </p:attrNameLst>
                                      </p:cBhvr>
                                      <p:to>
                                        <p:strVal val="visible"/>
                                      </p:to>
                                    </p:set>
                                    <p:anim calcmode="lin" valueType="num">
                                      <p:cBhvr additive="base">
                                        <p:cTn id="43" dur="500" fill="hold"/>
                                        <p:tgtEl>
                                          <p:spTgt spid="62">
                                            <p:txEl>
                                              <p:pRg st="0" end="0"/>
                                            </p:txEl>
                                          </p:spTgt>
                                        </p:tgtEl>
                                        <p:attrNameLst>
                                          <p:attrName>ppt_x</p:attrName>
                                        </p:attrNameLst>
                                      </p:cBhvr>
                                      <p:tavLst>
                                        <p:tav tm="0">
                                          <p:val>
                                            <p:strVal val="#ppt_x"/>
                                          </p:val>
                                        </p:tav>
                                        <p:tav tm="100000">
                                          <p:val>
                                            <p:strVal val="#ppt_x"/>
                                          </p:val>
                                        </p:tav>
                                      </p:tavLst>
                                    </p:anim>
                                    <p:anim calcmode="lin" valueType="num">
                                      <p:cBhvr additive="base">
                                        <p:cTn id="44" dur="500" fill="hold"/>
                                        <p:tgtEl>
                                          <p:spTgt spid="62">
                                            <p:txEl>
                                              <p:pRg st="0" end="0"/>
                                            </p:txEl>
                                          </p:spTgt>
                                        </p:tgtEl>
                                        <p:attrNameLst>
                                          <p:attrName>ppt_y</p:attrName>
                                        </p:attrNameLst>
                                      </p:cBhvr>
                                      <p:tavLst>
                                        <p:tav tm="0">
                                          <p:val>
                                            <p:strVal val="1+#ppt_h/2"/>
                                          </p:val>
                                        </p:tav>
                                        <p:tav tm="100000">
                                          <p:val>
                                            <p:strVal val="#ppt_y"/>
                                          </p:val>
                                        </p:tav>
                                      </p:tavLst>
                                    </p:anim>
                                  </p:childTnLst>
                                </p:cTn>
                              </p:par>
                            </p:childTnLst>
                          </p:cTn>
                        </p:par>
                        <p:par>
                          <p:cTn id="45" fill="hold">
                            <p:stCondLst>
                              <p:cond delay="3500"/>
                            </p:stCondLst>
                            <p:childTnLst>
                              <p:par>
                                <p:cTn id="46" presetID="2" presetClass="entr" presetSubtype="4" accel="50000" decel="50000" fill="hold" grpId="0" nodeType="afterEffect" nodePh="1">
                                  <p:stCondLst>
                                    <p:cond delay="0"/>
                                  </p:stCondLst>
                                  <p:endCondLst>
                                    <p:cond evt="begin" delay="0">
                                      <p:tn val="46"/>
                                    </p:cond>
                                  </p:endCondLst>
                                  <p:childTnLst>
                                    <p:set>
                                      <p:cBhvr>
                                        <p:cTn id="47" dur="1" fill="hold">
                                          <p:stCondLst>
                                            <p:cond delay="0"/>
                                          </p:stCondLst>
                                        </p:cTn>
                                        <p:tgtEl>
                                          <p:spTgt spid="59">
                                            <p:txEl>
                                              <p:pRg st="0" end="0"/>
                                            </p:txEl>
                                          </p:spTgt>
                                        </p:tgtEl>
                                        <p:attrNameLst>
                                          <p:attrName>style.visibility</p:attrName>
                                        </p:attrNameLst>
                                      </p:cBhvr>
                                      <p:to>
                                        <p:strVal val="visible"/>
                                      </p:to>
                                    </p:set>
                                    <p:anim calcmode="lin" valueType="num">
                                      <p:cBhvr additive="base">
                                        <p:cTn id="48" dur="500" fill="hold"/>
                                        <p:tgtEl>
                                          <p:spTgt spid="59">
                                            <p:txEl>
                                              <p:pRg st="0" end="0"/>
                                            </p:txEl>
                                          </p:spTgt>
                                        </p:tgtEl>
                                        <p:attrNameLst>
                                          <p:attrName>ppt_x</p:attrName>
                                        </p:attrNameLst>
                                      </p:cBhvr>
                                      <p:tavLst>
                                        <p:tav tm="0">
                                          <p:val>
                                            <p:strVal val="#ppt_x"/>
                                          </p:val>
                                        </p:tav>
                                        <p:tav tm="100000">
                                          <p:val>
                                            <p:strVal val="#ppt_x"/>
                                          </p:val>
                                        </p:tav>
                                      </p:tavLst>
                                    </p:anim>
                                    <p:anim calcmode="lin" valueType="num">
                                      <p:cBhvr additive="base">
                                        <p:cTn id="49" dur="500" fill="hold"/>
                                        <p:tgtEl>
                                          <p:spTgt spid="59">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 grpId="0"/>
      <p:bldP spid="38" grpId="0"/>
      <p:bldP spid="40"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40"/>
                        </p:tgtEl>
                        <p:attrNameLst>
                          <p:attrName>style.visibility</p:attrName>
                        </p:attrNameLst>
                      </p:cBhvr>
                      <p:to>
                        <p:strVal val="visible"/>
                      </p:to>
                    </p:set>
                    <p:anim calcmode="lin" valueType="num">
                      <p:cBhvr additive="base">
                        <p:cTn dur="500" fill="hold"/>
                        <p:tgtEl>
                          <p:spTgt spid="40"/>
                        </p:tgtEl>
                        <p:attrNameLst>
                          <p:attrName>ppt_x</p:attrName>
                        </p:attrNameLst>
                      </p:cBhvr>
                      <p:tavLst>
                        <p:tav tm="0">
                          <p:val>
                            <p:strVal val="#ppt_x"/>
                          </p:val>
                        </p:tav>
                        <p:tav tm="100000">
                          <p:val>
                            <p:strVal val="#ppt_x"/>
                          </p:val>
                        </p:tav>
                      </p:tavLst>
                    </p:anim>
                    <p:anim calcmode="lin" valueType="num">
                      <p:cBhvr additive="base">
                        <p:cTn dur="500" fill="hold"/>
                        <p:tgtEl>
                          <p:spTgt spid="40"/>
                        </p:tgtEl>
                        <p:attrNameLst>
                          <p:attrName>ppt_y</p:attrName>
                        </p:attrNameLst>
                      </p:cBhvr>
                      <p:tavLst>
                        <p:tav tm="0">
                          <p:val>
                            <p:strVal val="1+#ppt_h/2"/>
                          </p:val>
                        </p:tav>
                        <p:tav tm="100000">
                          <p:val>
                            <p:strVal val="#ppt_y"/>
                          </p:val>
                        </p:tav>
                      </p:tavLst>
                    </p:anim>
                  </p:childTnLst>
                </p:cTn>
              </p:par>
            </p:tnLst>
          </p:tmpl>
        </p:tmplLst>
      </p:bldP>
      <p:bldP spid="42"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42"/>
                        </p:tgtEl>
                        <p:attrNameLst>
                          <p:attrName>style.visibility</p:attrName>
                        </p:attrNameLst>
                      </p:cBhvr>
                      <p:to>
                        <p:strVal val="visible"/>
                      </p:to>
                    </p:set>
                    <p:anim calcmode="lin" valueType="num">
                      <p:cBhvr additive="base">
                        <p:cTn dur="500" fill="hold"/>
                        <p:tgtEl>
                          <p:spTgt spid="42"/>
                        </p:tgtEl>
                        <p:attrNameLst>
                          <p:attrName>ppt_x</p:attrName>
                        </p:attrNameLst>
                      </p:cBhvr>
                      <p:tavLst>
                        <p:tav tm="0">
                          <p:val>
                            <p:strVal val="#ppt_x"/>
                          </p:val>
                        </p:tav>
                        <p:tav tm="100000">
                          <p:val>
                            <p:strVal val="#ppt_x"/>
                          </p:val>
                        </p:tav>
                      </p:tavLst>
                    </p:anim>
                    <p:anim calcmode="lin" valueType="num">
                      <p:cBhvr additive="base">
                        <p:cTn dur="500" fill="hold"/>
                        <p:tgtEl>
                          <p:spTgt spid="42"/>
                        </p:tgtEl>
                        <p:attrNameLst>
                          <p:attrName>ppt_y</p:attrName>
                        </p:attrNameLst>
                      </p:cBhvr>
                      <p:tavLst>
                        <p:tav tm="0">
                          <p:val>
                            <p:strVal val="1+#ppt_h/2"/>
                          </p:val>
                        </p:tav>
                        <p:tav tm="100000">
                          <p:val>
                            <p:strVal val="#ppt_y"/>
                          </p:val>
                        </p:tav>
                      </p:tavLst>
                    </p:anim>
                  </p:childTnLst>
                </p:cTn>
              </p:par>
            </p:tnLst>
          </p:tmpl>
        </p:tmplLst>
      </p:bldP>
      <p:bldP spid="59"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59"/>
                        </p:tgtEl>
                        <p:attrNameLst>
                          <p:attrName>style.visibility</p:attrName>
                        </p:attrNameLst>
                      </p:cBhvr>
                      <p:to>
                        <p:strVal val="visible"/>
                      </p:to>
                    </p:set>
                    <p:anim calcmode="lin" valueType="num">
                      <p:cBhvr additive="base">
                        <p:cTn dur="500" fill="hold"/>
                        <p:tgtEl>
                          <p:spTgt spid="59"/>
                        </p:tgtEl>
                        <p:attrNameLst>
                          <p:attrName>ppt_x</p:attrName>
                        </p:attrNameLst>
                      </p:cBhvr>
                      <p:tavLst>
                        <p:tav tm="0">
                          <p:val>
                            <p:strVal val="#ppt_x"/>
                          </p:val>
                        </p:tav>
                        <p:tav tm="100000">
                          <p:val>
                            <p:strVal val="#ppt_x"/>
                          </p:val>
                        </p:tav>
                      </p:tavLst>
                    </p:anim>
                    <p:anim calcmode="lin" valueType="num">
                      <p:cBhvr additive="base">
                        <p:cTn dur="500" fill="hold"/>
                        <p:tgtEl>
                          <p:spTgt spid="59"/>
                        </p:tgtEl>
                        <p:attrNameLst>
                          <p:attrName>ppt_y</p:attrName>
                        </p:attrNameLst>
                      </p:cBhvr>
                      <p:tavLst>
                        <p:tav tm="0">
                          <p:val>
                            <p:strVal val="1+#ppt_h/2"/>
                          </p:val>
                        </p:tav>
                        <p:tav tm="100000">
                          <p:val>
                            <p:strVal val="#ppt_y"/>
                          </p:val>
                        </p:tav>
                      </p:tavLst>
                    </p:anim>
                  </p:childTnLst>
                </p:cTn>
              </p:par>
            </p:tnLst>
          </p:tmpl>
        </p:tmplLst>
      </p:bldP>
      <p:bldP spid="62"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62"/>
                        </p:tgtEl>
                        <p:attrNameLst>
                          <p:attrName>style.visibility</p:attrName>
                        </p:attrNameLst>
                      </p:cBhvr>
                      <p:to>
                        <p:strVal val="visible"/>
                      </p:to>
                    </p:set>
                    <p:anim calcmode="lin" valueType="num">
                      <p:cBhvr additive="base">
                        <p:cTn dur="500" fill="hold"/>
                        <p:tgtEl>
                          <p:spTgt spid="62"/>
                        </p:tgtEl>
                        <p:attrNameLst>
                          <p:attrName>ppt_x</p:attrName>
                        </p:attrNameLst>
                      </p:cBhvr>
                      <p:tavLst>
                        <p:tav tm="0">
                          <p:val>
                            <p:strVal val="#ppt_x"/>
                          </p:val>
                        </p:tav>
                        <p:tav tm="100000">
                          <p:val>
                            <p:strVal val="#ppt_x"/>
                          </p:val>
                        </p:tav>
                      </p:tavLst>
                    </p:anim>
                    <p:anim calcmode="lin" valueType="num">
                      <p:cBhvr additive="base">
                        <p:cTn dur="500" fill="hold"/>
                        <p:tgtEl>
                          <p:spTgt spid="62"/>
                        </p:tgtEl>
                        <p:attrNameLst>
                          <p:attrName>ppt_y</p:attrName>
                        </p:attrNameLst>
                      </p:cBhvr>
                      <p:tavLst>
                        <p:tav tm="0">
                          <p:val>
                            <p:strVal val="1+#ppt_h/2"/>
                          </p:val>
                        </p:tav>
                        <p:tav tm="100000">
                          <p:val>
                            <p:strVal val="#ppt_y"/>
                          </p:val>
                        </p:tav>
                      </p:tavLst>
                    </p:anim>
                  </p:childTnLst>
                </p:cTn>
              </p:par>
            </p:tnLst>
          </p:tmpl>
        </p:tmplLst>
      </p:bldP>
      <p:bldP spid="32" grpId="0" animBg="1"/>
      <p:bldP spid="41"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41"/>
                        </p:tgtEl>
                        <p:attrNameLst>
                          <p:attrName>style.visibility</p:attrName>
                        </p:attrNameLst>
                      </p:cBhvr>
                      <p:to>
                        <p:strVal val="visible"/>
                      </p:to>
                    </p:set>
                    <p:animEffect transition="in" filter="wipe(down)">
                      <p:cBhvr>
                        <p:cTn dur="500"/>
                        <p:tgtEl>
                          <p:spTgt spid="41"/>
                        </p:tgtEl>
                      </p:cBhvr>
                    </p:animEffect>
                  </p:childTnLst>
                </p:cTn>
              </p:par>
            </p:tnLst>
          </p:tmpl>
        </p:tmplLst>
      </p:bldP>
      <p:bldP spid="60" grpId="0" animBg="1"/>
      <p:bldP spid="61"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61"/>
                        </p:tgtEl>
                        <p:attrNameLst>
                          <p:attrName>style.visibility</p:attrName>
                        </p:attrNameLst>
                      </p:cBhvr>
                      <p:to>
                        <p:strVal val="visible"/>
                      </p:to>
                    </p:set>
                    <p:animEffect transition="in" filter="wipe(down)">
                      <p:cBhvr>
                        <p:cTn dur="500"/>
                        <p:tgtEl>
                          <p:spTgt spid="61"/>
                        </p:tgtEl>
                      </p:cBhvr>
                    </p:animEffect>
                  </p:childTnLst>
                </p:cTn>
              </p:par>
            </p:tnLst>
          </p:tmpl>
        </p:tmplLst>
      </p:bldP>
    </p:bldLst>
  </p:timing>
</p:sldLayout>
</file>

<file path=ppt/slideLayouts/slideLayout380.xml><?xml version="1.0" encoding="utf-8"?>
<p:sldLayout xmlns:a="http://schemas.openxmlformats.org/drawingml/2006/main" xmlns:r="http://schemas.openxmlformats.org/officeDocument/2006/relationships" xmlns:p="http://schemas.openxmlformats.org/presentationml/2006/main" userDrawn="1">
  <p:cSld name="3-Pics">
    <p:spTree>
      <p:nvGrpSpPr>
        <p:cNvPr id="1" name=""/>
        <p:cNvGrpSpPr/>
        <p:nvPr/>
      </p:nvGrpSpPr>
      <p:grpSpPr>
        <a:xfrm>
          <a:off x="0" y="0"/>
          <a:ext cx="0" cy="0"/>
          <a:chOff x="0" y="0"/>
          <a:chExt cx="0" cy="0"/>
        </a:xfrm>
      </p:grpSpPr>
      <p:sp>
        <p:nvSpPr>
          <p:cNvPr id="75" name="Picture Placeholder 7"/>
          <p:cNvSpPr>
            <a:spLocks noGrp="1"/>
          </p:cNvSpPr>
          <p:nvPr>
            <p:ph type="pic" sz="quarter" idx="10" hasCustomPrompt="1"/>
          </p:nvPr>
        </p:nvSpPr>
        <p:spPr>
          <a:xfrm>
            <a:off x="858245" y="2220287"/>
            <a:ext cx="3322495" cy="2522991"/>
          </a:xfrm>
          <a:prstGeom prst="downArrowCallout">
            <a:avLst>
              <a:gd name="adj1" fmla="val 35178"/>
              <a:gd name="adj2" fmla="val 13059"/>
              <a:gd name="adj3" fmla="val 7566"/>
              <a:gd name="adj4" fmla="val 92434"/>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76" name="Text Placeholder 3"/>
          <p:cNvSpPr>
            <a:spLocks noGrp="1"/>
          </p:cNvSpPr>
          <p:nvPr>
            <p:ph type="body" sz="half" idx="15"/>
          </p:nvPr>
        </p:nvSpPr>
        <p:spPr>
          <a:xfrm>
            <a:off x="865268" y="5155135"/>
            <a:ext cx="3315472" cy="846795"/>
          </a:xfrm>
          <a:prstGeom prst="rect">
            <a:avLst/>
          </a:prstGeom>
        </p:spPr>
        <p:txBody>
          <a:bodyPr wrap="non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a:solidFill>
                <a:schemeClr val="tx1">
                  <a:lumMod val="50000"/>
                  <a:lumOff val="50000"/>
                </a:schemeClr>
              </a:solidFill>
            </a:endParaRPr>
          </a:p>
        </p:txBody>
      </p:sp>
      <p:sp>
        <p:nvSpPr>
          <p:cNvPr id="77" name="Text Placeholder 3"/>
          <p:cNvSpPr>
            <a:spLocks noGrp="1"/>
          </p:cNvSpPr>
          <p:nvPr>
            <p:ph type="body" sz="half" idx="17"/>
          </p:nvPr>
        </p:nvSpPr>
        <p:spPr>
          <a:xfrm>
            <a:off x="858243" y="4880532"/>
            <a:ext cx="3324756" cy="257040"/>
          </a:xfrm>
          <a:prstGeom prst="rect">
            <a:avLst/>
          </a:prstGeom>
        </p:spPr>
        <p:txBody>
          <a:bodyPr wrap="none" lIns="0" tIns="0" rIns="0" bIns="0" anchor="ctr">
            <a:noAutofit/>
          </a:bodyPr>
          <a:lstStyle>
            <a:lvl1pPr marL="0" indent="0" algn="ctr">
              <a:buNone/>
              <a:defRPr sz="1467" b="1" baseline="0">
                <a:solidFill>
                  <a:schemeClr val="accent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78" name="Rectangle 77"/>
          <p:cNvSpPr/>
          <p:nvPr userDrawn="1"/>
        </p:nvSpPr>
        <p:spPr>
          <a:xfrm>
            <a:off x="865267" y="1710413"/>
            <a:ext cx="3315472" cy="50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1867" dirty="0">
              <a:solidFill>
                <a:srgbClr val="FFFFFF"/>
              </a:solidFill>
            </a:endParaRPr>
          </a:p>
        </p:txBody>
      </p:sp>
      <p:sp>
        <p:nvSpPr>
          <p:cNvPr id="79" name="Text Placeholder 3"/>
          <p:cNvSpPr>
            <a:spLocks noGrp="1"/>
          </p:cNvSpPr>
          <p:nvPr>
            <p:ph type="body" sz="half" idx="16"/>
          </p:nvPr>
        </p:nvSpPr>
        <p:spPr>
          <a:xfrm>
            <a:off x="990157" y="1830583"/>
            <a:ext cx="3065691" cy="267661"/>
          </a:xfrm>
          <a:prstGeom prst="rect">
            <a:avLst/>
          </a:prstGeom>
        </p:spPr>
        <p:txBody>
          <a:bodyPr wrap="non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80" name="Picture Placeholder 7"/>
          <p:cNvSpPr>
            <a:spLocks noGrp="1"/>
          </p:cNvSpPr>
          <p:nvPr>
            <p:ph type="pic" sz="quarter" idx="18" hasCustomPrompt="1"/>
          </p:nvPr>
        </p:nvSpPr>
        <p:spPr>
          <a:xfrm>
            <a:off x="4445005" y="2220287"/>
            <a:ext cx="3322495" cy="2522991"/>
          </a:xfrm>
          <a:prstGeom prst="downArrowCallout">
            <a:avLst>
              <a:gd name="adj1" fmla="val 35178"/>
              <a:gd name="adj2" fmla="val 13059"/>
              <a:gd name="adj3" fmla="val 7566"/>
              <a:gd name="adj4" fmla="val 92434"/>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81" name="Text Placeholder 3"/>
          <p:cNvSpPr>
            <a:spLocks noGrp="1"/>
          </p:cNvSpPr>
          <p:nvPr>
            <p:ph type="body" sz="half" idx="19"/>
          </p:nvPr>
        </p:nvSpPr>
        <p:spPr>
          <a:xfrm>
            <a:off x="4452025" y="5155135"/>
            <a:ext cx="3315472" cy="846795"/>
          </a:xfrm>
          <a:prstGeom prst="rect">
            <a:avLst/>
          </a:prstGeom>
        </p:spPr>
        <p:txBody>
          <a:bodyPr wrap="non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a:solidFill>
                <a:schemeClr val="tx1">
                  <a:lumMod val="50000"/>
                  <a:lumOff val="50000"/>
                </a:schemeClr>
              </a:solidFill>
            </a:endParaRPr>
          </a:p>
        </p:txBody>
      </p:sp>
      <p:sp>
        <p:nvSpPr>
          <p:cNvPr id="82" name="Text Placeholder 3"/>
          <p:cNvSpPr>
            <a:spLocks noGrp="1"/>
          </p:cNvSpPr>
          <p:nvPr>
            <p:ph type="body" sz="half" idx="20"/>
          </p:nvPr>
        </p:nvSpPr>
        <p:spPr>
          <a:xfrm>
            <a:off x="4445001" y="4880532"/>
            <a:ext cx="3324756" cy="257040"/>
          </a:xfrm>
          <a:prstGeom prst="rect">
            <a:avLst/>
          </a:prstGeom>
        </p:spPr>
        <p:txBody>
          <a:bodyPr wrap="none" lIns="0" tIns="0" rIns="0" bIns="0" anchor="ctr">
            <a:noAutofit/>
          </a:bodyPr>
          <a:lstStyle>
            <a:lvl1pPr marL="0" indent="0" algn="ctr">
              <a:buNone/>
              <a:defRPr sz="1467" b="1" baseline="0">
                <a:solidFill>
                  <a:schemeClr val="accent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83" name="Rectangle 82"/>
          <p:cNvSpPr/>
          <p:nvPr userDrawn="1"/>
        </p:nvSpPr>
        <p:spPr>
          <a:xfrm>
            <a:off x="4452025" y="1710413"/>
            <a:ext cx="3315472" cy="50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1867" dirty="0">
              <a:solidFill>
                <a:srgbClr val="FFFFFF"/>
              </a:solidFill>
            </a:endParaRPr>
          </a:p>
        </p:txBody>
      </p:sp>
      <p:sp>
        <p:nvSpPr>
          <p:cNvPr id="84" name="Text Placeholder 3"/>
          <p:cNvSpPr>
            <a:spLocks noGrp="1"/>
          </p:cNvSpPr>
          <p:nvPr>
            <p:ph type="body" sz="half" idx="21"/>
          </p:nvPr>
        </p:nvSpPr>
        <p:spPr>
          <a:xfrm>
            <a:off x="4576916" y="1830583"/>
            <a:ext cx="3065691" cy="267661"/>
          </a:xfrm>
          <a:prstGeom prst="rect">
            <a:avLst/>
          </a:prstGeom>
        </p:spPr>
        <p:txBody>
          <a:bodyPr wrap="non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85" name="Picture Placeholder 7"/>
          <p:cNvSpPr>
            <a:spLocks noGrp="1"/>
          </p:cNvSpPr>
          <p:nvPr>
            <p:ph type="pic" sz="quarter" idx="22" hasCustomPrompt="1"/>
          </p:nvPr>
        </p:nvSpPr>
        <p:spPr>
          <a:xfrm>
            <a:off x="8026403" y="2220287"/>
            <a:ext cx="3322495" cy="2522991"/>
          </a:xfrm>
          <a:prstGeom prst="downArrowCallout">
            <a:avLst>
              <a:gd name="adj1" fmla="val 35178"/>
              <a:gd name="adj2" fmla="val 13059"/>
              <a:gd name="adj3" fmla="val 7566"/>
              <a:gd name="adj4" fmla="val 92434"/>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86" name="Text Placeholder 3"/>
          <p:cNvSpPr>
            <a:spLocks noGrp="1"/>
          </p:cNvSpPr>
          <p:nvPr>
            <p:ph type="body" sz="half" idx="23"/>
          </p:nvPr>
        </p:nvSpPr>
        <p:spPr>
          <a:xfrm>
            <a:off x="8033427" y="5155135"/>
            <a:ext cx="3315472" cy="846795"/>
          </a:xfrm>
          <a:prstGeom prst="rect">
            <a:avLst/>
          </a:prstGeom>
        </p:spPr>
        <p:txBody>
          <a:bodyPr wrap="non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a:solidFill>
                <a:schemeClr val="tx1">
                  <a:lumMod val="50000"/>
                  <a:lumOff val="50000"/>
                </a:schemeClr>
              </a:solidFill>
            </a:endParaRPr>
          </a:p>
        </p:txBody>
      </p:sp>
      <p:sp>
        <p:nvSpPr>
          <p:cNvPr id="87" name="Text Placeholder 3"/>
          <p:cNvSpPr>
            <a:spLocks noGrp="1"/>
          </p:cNvSpPr>
          <p:nvPr>
            <p:ph type="body" sz="half" idx="24"/>
          </p:nvPr>
        </p:nvSpPr>
        <p:spPr>
          <a:xfrm>
            <a:off x="8026402" y="4880532"/>
            <a:ext cx="3324756" cy="257040"/>
          </a:xfrm>
          <a:prstGeom prst="rect">
            <a:avLst/>
          </a:prstGeom>
        </p:spPr>
        <p:txBody>
          <a:bodyPr wrap="none" lIns="0" tIns="0" rIns="0" bIns="0" anchor="ctr">
            <a:noAutofit/>
          </a:bodyPr>
          <a:lstStyle>
            <a:lvl1pPr marL="0" indent="0" algn="ctr">
              <a:buNone/>
              <a:defRPr sz="1467" b="1" baseline="0">
                <a:solidFill>
                  <a:schemeClr val="accent3"/>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88" name="Rectangle 87"/>
          <p:cNvSpPr/>
          <p:nvPr userDrawn="1"/>
        </p:nvSpPr>
        <p:spPr>
          <a:xfrm>
            <a:off x="8033425" y="1710413"/>
            <a:ext cx="3315472" cy="508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1867" dirty="0">
              <a:solidFill>
                <a:srgbClr val="FFFFFF"/>
              </a:solidFill>
            </a:endParaRPr>
          </a:p>
        </p:txBody>
      </p:sp>
      <p:sp>
        <p:nvSpPr>
          <p:cNvPr id="89" name="Text Placeholder 3"/>
          <p:cNvSpPr>
            <a:spLocks noGrp="1"/>
          </p:cNvSpPr>
          <p:nvPr>
            <p:ph type="body" sz="half" idx="25"/>
          </p:nvPr>
        </p:nvSpPr>
        <p:spPr>
          <a:xfrm>
            <a:off x="8158316" y="1830583"/>
            <a:ext cx="3065691" cy="267661"/>
          </a:xfrm>
          <a:prstGeom prst="rect">
            <a:avLst/>
          </a:prstGeom>
        </p:spPr>
        <p:txBody>
          <a:bodyPr wrap="non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21"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22"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101210192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accel="50000" decel="50000" fill="hold" grpId="0" nodeType="afterEffect">
                                  <p:stCondLst>
                                    <p:cond delay="0"/>
                                  </p:stCondLst>
                                  <p:childTnLst>
                                    <p:set>
                                      <p:cBhvr>
                                        <p:cTn id="6" dur="1" fill="hold">
                                          <p:stCondLst>
                                            <p:cond delay="0"/>
                                          </p:stCondLst>
                                        </p:cTn>
                                        <p:tgtEl>
                                          <p:spTgt spid="78"/>
                                        </p:tgtEl>
                                        <p:attrNameLst>
                                          <p:attrName>style.visibility</p:attrName>
                                        </p:attrNameLst>
                                      </p:cBhvr>
                                      <p:to>
                                        <p:strVal val="visible"/>
                                      </p:to>
                                    </p:set>
                                    <p:anim calcmode="lin" valueType="num">
                                      <p:cBhvr additive="base">
                                        <p:cTn id="7" dur="500" fill="hold"/>
                                        <p:tgtEl>
                                          <p:spTgt spid="78"/>
                                        </p:tgtEl>
                                        <p:attrNameLst>
                                          <p:attrName>ppt_x</p:attrName>
                                        </p:attrNameLst>
                                      </p:cBhvr>
                                      <p:tavLst>
                                        <p:tav tm="0">
                                          <p:val>
                                            <p:strVal val="#ppt_x"/>
                                          </p:val>
                                        </p:tav>
                                        <p:tav tm="100000">
                                          <p:val>
                                            <p:strVal val="#ppt_x"/>
                                          </p:val>
                                        </p:tav>
                                      </p:tavLst>
                                    </p:anim>
                                    <p:anim calcmode="lin" valueType="num">
                                      <p:cBhvr additive="base">
                                        <p:cTn id="8" dur="500" fill="hold"/>
                                        <p:tgtEl>
                                          <p:spTgt spid="78"/>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2" presetClass="entr" presetSubtype="4" fill="hold" grpId="0" nodeType="afterEffect" nodePh="1">
                                  <p:stCondLst>
                                    <p:cond delay="0"/>
                                  </p:stCondLst>
                                  <p:endCondLst>
                                    <p:cond evt="begin" delay="0">
                                      <p:tn val="10"/>
                                    </p:cond>
                                  </p:endCondLst>
                                  <p:childTnLst>
                                    <p:set>
                                      <p:cBhvr>
                                        <p:cTn id="11" dur="1" fill="hold">
                                          <p:stCondLst>
                                            <p:cond delay="0"/>
                                          </p:stCondLst>
                                        </p:cTn>
                                        <p:tgtEl>
                                          <p:spTgt spid="79">
                                            <p:txEl>
                                              <p:pRg st="0" end="0"/>
                                            </p:txEl>
                                          </p:spTgt>
                                        </p:tgtEl>
                                        <p:attrNameLst>
                                          <p:attrName>style.visibility</p:attrName>
                                        </p:attrNameLst>
                                      </p:cBhvr>
                                      <p:to>
                                        <p:strVal val="visible"/>
                                      </p:to>
                                    </p:set>
                                    <p:animEffect transition="in" filter="wipe(down)">
                                      <p:cBhvr>
                                        <p:cTn id="12" dur="500"/>
                                        <p:tgtEl>
                                          <p:spTgt spid="79">
                                            <p:txEl>
                                              <p:pRg st="0" end="0"/>
                                            </p:txEl>
                                          </p:spTgt>
                                        </p:tgtEl>
                                      </p:cBhvr>
                                    </p:animEffect>
                                  </p:childTnLst>
                                </p:cTn>
                              </p:par>
                              <p:par>
                                <p:cTn id="13" presetID="2" presetClass="entr" presetSubtype="4" accel="50000" decel="50000" fill="hold" grpId="0" nodeType="withEffect">
                                  <p:stCondLst>
                                    <p:cond delay="0"/>
                                  </p:stCondLst>
                                  <p:childTnLst>
                                    <p:set>
                                      <p:cBhvr>
                                        <p:cTn id="14" dur="1" fill="hold">
                                          <p:stCondLst>
                                            <p:cond delay="0"/>
                                          </p:stCondLst>
                                        </p:cTn>
                                        <p:tgtEl>
                                          <p:spTgt spid="75"/>
                                        </p:tgtEl>
                                        <p:attrNameLst>
                                          <p:attrName>style.visibility</p:attrName>
                                        </p:attrNameLst>
                                      </p:cBhvr>
                                      <p:to>
                                        <p:strVal val="visible"/>
                                      </p:to>
                                    </p:set>
                                    <p:anim calcmode="lin" valueType="num">
                                      <p:cBhvr additive="base">
                                        <p:cTn id="15" dur="500" fill="hold"/>
                                        <p:tgtEl>
                                          <p:spTgt spid="75"/>
                                        </p:tgtEl>
                                        <p:attrNameLst>
                                          <p:attrName>ppt_x</p:attrName>
                                        </p:attrNameLst>
                                      </p:cBhvr>
                                      <p:tavLst>
                                        <p:tav tm="0">
                                          <p:val>
                                            <p:strVal val="#ppt_x"/>
                                          </p:val>
                                        </p:tav>
                                        <p:tav tm="100000">
                                          <p:val>
                                            <p:strVal val="#ppt_x"/>
                                          </p:val>
                                        </p:tav>
                                      </p:tavLst>
                                    </p:anim>
                                    <p:anim calcmode="lin" valueType="num">
                                      <p:cBhvr additive="base">
                                        <p:cTn id="16" dur="500" fill="hold"/>
                                        <p:tgtEl>
                                          <p:spTgt spid="75"/>
                                        </p:tgtEl>
                                        <p:attrNameLst>
                                          <p:attrName>ppt_y</p:attrName>
                                        </p:attrNameLst>
                                      </p:cBhvr>
                                      <p:tavLst>
                                        <p:tav tm="0">
                                          <p:val>
                                            <p:strVal val="1+#ppt_h/2"/>
                                          </p:val>
                                        </p:tav>
                                        <p:tav tm="100000">
                                          <p:val>
                                            <p:strVal val="#ppt_y"/>
                                          </p:val>
                                        </p:tav>
                                      </p:tavLst>
                                    </p:anim>
                                  </p:childTnLst>
                                </p:cTn>
                              </p:par>
                            </p:childTnLst>
                          </p:cTn>
                        </p:par>
                        <p:par>
                          <p:cTn id="17" fill="hold">
                            <p:stCondLst>
                              <p:cond delay="1000"/>
                            </p:stCondLst>
                            <p:childTnLst>
                              <p:par>
                                <p:cTn id="18" presetID="2" presetClass="entr" presetSubtype="4" accel="50000" decel="50000" fill="hold" grpId="0" nodeType="afterEffect" nodePh="1">
                                  <p:stCondLst>
                                    <p:cond delay="0"/>
                                  </p:stCondLst>
                                  <p:endCondLst>
                                    <p:cond evt="begin" delay="0">
                                      <p:tn val="18"/>
                                    </p:cond>
                                  </p:endCondLst>
                                  <p:childTnLst>
                                    <p:set>
                                      <p:cBhvr>
                                        <p:cTn id="19" dur="1" fill="hold">
                                          <p:stCondLst>
                                            <p:cond delay="0"/>
                                          </p:stCondLst>
                                        </p:cTn>
                                        <p:tgtEl>
                                          <p:spTgt spid="77">
                                            <p:txEl>
                                              <p:pRg st="0" end="0"/>
                                            </p:txEl>
                                          </p:spTgt>
                                        </p:tgtEl>
                                        <p:attrNameLst>
                                          <p:attrName>style.visibility</p:attrName>
                                        </p:attrNameLst>
                                      </p:cBhvr>
                                      <p:to>
                                        <p:strVal val="visible"/>
                                      </p:to>
                                    </p:set>
                                    <p:anim calcmode="lin" valueType="num">
                                      <p:cBhvr additive="base">
                                        <p:cTn id="20" dur="500" fill="hold"/>
                                        <p:tgtEl>
                                          <p:spTgt spid="77">
                                            <p:txEl>
                                              <p:pRg st="0" end="0"/>
                                            </p:txEl>
                                          </p:spTgt>
                                        </p:tgtEl>
                                        <p:attrNameLst>
                                          <p:attrName>ppt_x</p:attrName>
                                        </p:attrNameLst>
                                      </p:cBhvr>
                                      <p:tavLst>
                                        <p:tav tm="0">
                                          <p:val>
                                            <p:strVal val="#ppt_x"/>
                                          </p:val>
                                        </p:tav>
                                        <p:tav tm="100000">
                                          <p:val>
                                            <p:strVal val="#ppt_x"/>
                                          </p:val>
                                        </p:tav>
                                      </p:tavLst>
                                    </p:anim>
                                    <p:anim calcmode="lin" valueType="num">
                                      <p:cBhvr additive="base">
                                        <p:cTn id="21" dur="500" fill="hold"/>
                                        <p:tgtEl>
                                          <p:spTgt spid="77">
                                            <p:txEl>
                                              <p:pRg st="0" end="0"/>
                                            </p:txEl>
                                          </p:spTgt>
                                        </p:tgtEl>
                                        <p:attrNameLst>
                                          <p:attrName>ppt_y</p:attrName>
                                        </p:attrNameLst>
                                      </p:cBhvr>
                                      <p:tavLst>
                                        <p:tav tm="0">
                                          <p:val>
                                            <p:strVal val="1+#ppt_h/2"/>
                                          </p:val>
                                        </p:tav>
                                        <p:tav tm="100000">
                                          <p:val>
                                            <p:strVal val="#ppt_y"/>
                                          </p:val>
                                        </p:tav>
                                      </p:tavLst>
                                    </p:anim>
                                  </p:childTnLst>
                                </p:cTn>
                              </p:par>
                            </p:childTnLst>
                          </p:cTn>
                        </p:par>
                        <p:par>
                          <p:cTn id="22" fill="hold">
                            <p:stCondLst>
                              <p:cond delay="1500"/>
                            </p:stCondLst>
                            <p:childTnLst>
                              <p:par>
                                <p:cTn id="23" presetID="2" presetClass="entr" presetSubtype="4" accel="50000" decel="50000" fill="hold" grpId="0" nodeType="afterEffect" nodePh="1">
                                  <p:stCondLst>
                                    <p:cond delay="0"/>
                                  </p:stCondLst>
                                  <p:endCondLst>
                                    <p:cond evt="begin" delay="0">
                                      <p:tn val="23"/>
                                    </p:cond>
                                  </p:endCondLst>
                                  <p:childTnLst>
                                    <p:set>
                                      <p:cBhvr>
                                        <p:cTn id="24" dur="1" fill="hold">
                                          <p:stCondLst>
                                            <p:cond delay="0"/>
                                          </p:stCondLst>
                                        </p:cTn>
                                        <p:tgtEl>
                                          <p:spTgt spid="76">
                                            <p:txEl>
                                              <p:pRg st="0" end="0"/>
                                            </p:txEl>
                                          </p:spTgt>
                                        </p:tgtEl>
                                        <p:attrNameLst>
                                          <p:attrName>style.visibility</p:attrName>
                                        </p:attrNameLst>
                                      </p:cBhvr>
                                      <p:to>
                                        <p:strVal val="visible"/>
                                      </p:to>
                                    </p:set>
                                    <p:anim calcmode="lin" valueType="num">
                                      <p:cBhvr additive="base">
                                        <p:cTn id="25" dur="500" fill="hold"/>
                                        <p:tgtEl>
                                          <p:spTgt spid="76">
                                            <p:txEl>
                                              <p:pRg st="0" end="0"/>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76">
                                            <p:txEl>
                                              <p:pRg st="0" end="0"/>
                                            </p:txEl>
                                          </p:spTgt>
                                        </p:tgtEl>
                                        <p:attrNameLst>
                                          <p:attrName>ppt_y</p:attrName>
                                        </p:attrNameLst>
                                      </p:cBhvr>
                                      <p:tavLst>
                                        <p:tav tm="0">
                                          <p:val>
                                            <p:strVal val="1+#ppt_h/2"/>
                                          </p:val>
                                        </p:tav>
                                        <p:tav tm="100000">
                                          <p:val>
                                            <p:strVal val="#ppt_y"/>
                                          </p:val>
                                        </p:tav>
                                      </p:tavLst>
                                    </p:anim>
                                  </p:childTnLst>
                                </p:cTn>
                              </p:par>
                            </p:childTnLst>
                          </p:cTn>
                        </p:par>
                        <p:par>
                          <p:cTn id="27" fill="hold">
                            <p:stCondLst>
                              <p:cond delay="2000"/>
                            </p:stCondLst>
                            <p:childTnLst>
                              <p:par>
                                <p:cTn id="28" presetID="2" presetClass="entr" presetSubtype="1" accel="50000" decel="50000" fill="hold" grpId="0" nodeType="afterEffect">
                                  <p:stCondLst>
                                    <p:cond delay="0"/>
                                  </p:stCondLst>
                                  <p:childTnLst>
                                    <p:set>
                                      <p:cBhvr>
                                        <p:cTn id="29" dur="1" fill="hold">
                                          <p:stCondLst>
                                            <p:cond delay="0"/>
                                          </p:stCondLst>
                                        </p:cTn>
                                        <p:tgtEl>
                                          <p:spTgt spid="83"/>
                                        </p:tgtEl>
                                        <p:attrNameLst>
                                          <p:attrName>style.visibility</p:attrName>
                                        </p:attrNameLst>
                                      </p:cBhvr>
                                      <p:to>
                                        <p:strVal val="visible"/>
                                      </p:to>
                                    </p:set>
                                    <p:anim calcmode="lin" valueType="num">
                                      <p:cBhvr additive="base">
                                        <p:cTn id="30" dur="500" fill="hold"/>
                                        <p:tgtEl>
                                          <p:spTgt spid="83"/>
                                        </p:tgtEl>
                                        <p:attrNameLst>
                                          <p:attrName>ppt_x</p:attrName>
                                        </p:attrNameLst>
                                      </p:cBhvr>
                                      <p:tavLst>
                                        <p:tav tm="0">
                                          <p:val>
                                            <p:strVal val="#ppt_x"/>
                                          </p:val>
                                        </p:tav>
                                        <p:tav tm="100000">
                                          <p:val>
                                            <p:strVal val="#ppt_x"/>
                                          </p:val>
                                        </p:tav>
                                      </p:tavLst>
                                    </p:anim>
                                    <p:anim calcmode="lin" valueType="num">
                                      <p:cBhvr additive="base">
                                        <p:cTn id="31" dur="500" fill="hold"/>
                                        <p:tgtEl>
                                          <p:spTgt spid="83"/>
                                        </p:tgtEl>
                                        <p:attrNameLst>
                                          <p:attrName>ppt_y</p:attrName>
                                        </p:attrNameLst>
                                      </p:cBhvr>
                                      <p:tavLst>
                                        <p:tav tm="0">
                                          <p:val>
                                            <p:strVal val="0-#ppt_h/2"/>
                                          </p:val>
                                        </p:tav>
                                        <p:tav tm="100000">
                                          <p:val>
                                            <p:strVal val="#ppt_y"/>
                                          </p:val>
                                        </p:tav>
                                      </p:tavLst>
                                    </p:anim>
                                  </p:childTnLst>
                                </p:cTn>
                              </p:par>
                            </p:childTnLst>
                          </p:cTn>
                        </p:par>
                        <p:par>
                          <p:cTn id="32" fill="hold">
                            <p:stCondLst>
                              <p:cond delay="2500"/>
                            </p:stCondLst>
                            <p:childTnLst>
                              <p:par>
                                <p:cTn id="33" presetID="22" presetClass="entr" presetSubtype="4" fill="hold" grpId="0" nodeType="afterEffect" nodePh="1">
                                  <p:stCondLst>
                                    <p:cond delay="0"/>
                                  </p:stCondLst>
                                  <p:endCondLst>
                                    <p:cond evt="begin" delay="0">
                                      <p:tn val="33"/>
                                    </p:cond>
                                  </p:endCondLst>
                                  <p:childTnLst>
                                    <p:set>
                                      <p:cBhvr>
                                        <p:cTn id="34" dur="1" fill="hold">
                                          <p:stCondLst>
                                            <p:cond delay="0"/>
                                          </p:stCondLst>
                                        </p:cTn>
                                        <p:tgtEl>
                                          <p:spTgt spid="84">
                                            <p:txEl>
                                              <p:pRg st="0" end="0"/>
                                            </p:txEl>
                                          </p:spTgt>
                                        </p:tgtEl>
                                        <p:attrNameLst>
                                          <p:attrName>style.visibility</p:attrName>
                                        </p:attrNameLst>
                                      </p:cBhvr>
                                      <p:to>
                                        <p:strVal val="visible"/>
                                      </p:to>
                                    </p:set>
                                    <p:animEffect transition="in" filter="wipe(down)">
                                      <p:cBhvr>
                                        <p:cTn id="35" dur="500"/>
                                        <p:tgtEl>
                                          <p:spTgt spid="84">
                                            <p:txEl>
                                              <p:pRg st="0" end="0"/>
                                            </p:txEl>
                                          </p:spTgt>
                                        </p:tgtEl>
                                      </p:cBhvr>
                                    </p:animEffect>
                                  </p:childTnLst>
                                </p:cTn>
                              </p:par>
                              <p:par>
                                <p:cTn id="36" presetID="2" presetClass="entr" presetSubtype="4" accel="50000" decel="50000" fill="hold" grpId="0" nodeType="withEffect">
                                  <p:stCondLst>
                                    <p:cond delay="0"/>
                                  </p:stCondLst>
                                  <p:childTnLst>
                                    <p:set>
                                      <p:cBhvr>
                                        <p:cTn id="37" dur="1" fill="hold">
                                          <p:stCondLst>
                                            <p:cond delay="0"/>
                                          </p:stCondLst>
                                        </p:cTn>
                                        <p:tgtEl>
                                          <p:spTgt spid="80"/>
                                        </p:tgtEl>
                                        <p:attrNameLst>
                                          <p:attrName>style.visibility</p:attrName>
                                        </p:attrNameLst>
                                      </p:cBhvr>
                                      <p:to>
                                        <p:strVal val="visible"/>
                                      </p:to>
                                    </p:set>
                                    <p:anim calcmode="lin" valueType="num">
                                      <p:cBhvr additive="base">
                                        <p:cTn id="38" dur="500" fill="hold"/>
                                        <p:tgtEl>
                                          <p:spTgt spid="80"/>
                                        </p:tgtEl>
                                        <p:attrNameLst>
                                          <p:attrName>ppt_x</p:attrName>
                                        </p:attrNameLst>
                                      </p:cBhvr>
                                      <p:tavLst>
                                        <p:tav tm="0">
                                          <p:val>
                                            <p:strVal val="#ppt_x"/>
                                          </p:val>
                                        </p:tav>
                                        <p:tav tm="100000">
                                          <p:val>
                                            <p:strVal val="#ppt_x"/>
                                          </p:val>
                                        </p:tav>
                                      </p:tavLst>
                                    </p:anim>
                                    <p:anim calcmode="lin" valueType="num">
                                      <p:cBhvr additive="base">
                                        <p:cTn id="39" dur="500" fill="hold"/>
                                        <p:tgtEl>
                                          <p:spTgt spid="80"/>
                                        </p:tgtEl>
                                        <p:attrNameLst>
                                          <p:attrName>ppt_y</p:attrName>
                                        </p:attrNameLst>
                                      </p:cBhvr>
                                      <p:tavLst>
                                        <p:tav tm="0">
                                          <p:val>
                                            <p:strVal val="1+#ppt_h/2"/>
                                          </p:val>
                                        </p:tav>
                                        <p:tav tm="100000">
                                          <p:val>
                                            <p:strVal val="#ppt_y"/>
                                          </p:val>
                                        </p:tav>
                                      </p:tavLst>
                                    </p:anim>
                                  </p:childTnLst>
                                </p:cTn>
                              </p:par>
                            </p:childTnLst>
                          </p:cTn>
                        </p:par>
                        <p:par>
                          <p:cTn id="40" fill="hold">
                            <p:stCondLst>
                              <p:cond delay="3000"/>
                            </p:stCondLst>
                            <p:childTnLst>
                              <p:par>
                                <p:cTn id="41" presetID="2" presetClass="entr" presetSubtype="4" accel="50000" decel="50000" fill="hold" grpId="0" nodeType="afterEffect" nodePh="1">
                                  <p:stCondLst>
                                    <p:cond delay="0"/>
                                  </p:stCondLst>
                                  <p:endCondLst>
                                    <p:cond evt="begin" delay="0">
                                      <p:tn val="41"/>
                                    </p:cond>
                                  </p:endCondLst>
                                  <p:childTnLst>
                                    <p:set>
                                      <p:cBhvr>
                                        <p:cTn id="42" dur="1" fill="hold">
                                          <p:stCondLst>
                                            <p:cond delay="0"/>
                                          </p:stCondLst>
                                        </p:cTn>
                                        <p:tgtEl>
                                          <p:spTgt spid="82">
                                            <p:txEl>
                                              <p:pRg st="0" end="0"/>
                                            </p:txEl>
                                          </p:spTgt>
                                        </p:tgtEl>
                                        <p:attrNameLst>
                                          <p:attrName>style.visibility</p:attrName>
                                        </p:attrNameLst>
                                      </p:cBhvr>
                                      <p:to>
                                        <p:strVal val="visible"/>
                                      </p:to>
                                    </p:set>
                                    <p:anim calcmode="lin" valueType="num">
                                      <p:cBhvr additive="base">
                                        <p:cTn id="43" dur="500" fill="hold"/>
                                        <p:tgtEl>
                                          <p:spTgt spid="82">
                                            <p:txEl>
                                              <p:pRg st="0" end="0"/>
                                            </p:txEl>
                                          </p:spTgt>
                                        </p:tgtEl>
                                        <p:attrNameLst>
                                          <p:attrName>ppt_x</p:attrName>
                                        </p:attrNameLst>
                                      </p:cBhvr>
                                      <p:tavLst>
                                        <p:tav tm="0">
                                          <p:val>
                                            <p:strVal val="#ppt_x"/>
                                          </p:val>
                                        </p:tav>
                                        <p:tav tm="100000">
                                          <p:val>
                                            <p:strVal val="#ppt_x"/>
                                          </p:val>
                                        </p:tav>
                                      </p:tavLst>
                                    </p:anim>
                                    <p:anim calcmode="lin" valueType="num">
                                      <p:cBhvr additive="base">
                                        <p:cTn id="44" dur="500" fill="hold"/>
                                        <p:tgtEl>
                                          <p:spTgt spid="82">
                                            <p:txEl>
                                              <p:pRg st="0" end="0"/>
                                            </p:txEl>
                                          </p:spTgt>
                                        </p:tgtEl>
                                        <p:attrNameLst>
                                          <p:attrName>ppt_y</p:attrName>
                                        </p:attrNameLst>
                                      </p:cBhvr>
                                      <p:tavLst>
                                        <p:tav tm="0">
                                          <p:val>
                                            <p:strVal val="1+#ppt_h/2"/>
                                          </p:val>
                                        </p:tav>
                                        <p:tav tm="100000">
                                          <p:val>
                                            <p:strVal val="#ppt_y"/>
                                          </p:val>
                                        </p:tav>
                                      </p:tavLst>
                                    </p:anim>
                                  </p:childTnLst>
                                </p:cTn>
                              </p:par>
                            </p:childTnLst>
                          </p:cTn>
                        </p:par>
                        <p:par>
                          <p:cTn id="45" fill="hold">
                            <p:stCondLst>
                              <p:cond delay="3500"/>
                            </p:stCondLst>
                            <p:childTnLst>
                              <p:par>
                                <p:cTn id="46" presetID="2" presetClass="entr" presetSubtype="4" accel="50000" decel="50000" fill="hold" grpId="0" nodeType="afterEffect" nodePh="1">
                                  <p:stCondLst>
                                    <p:cond delay="0"/>
                                  </p:stCondLst>
                                  <p:endCondLst>
                                    <p:cond evt="begin" delay="0">
                                      <p:tn val="46"/>
                                    </p:cond>
                                  </p:endCondLst>
                                  <p:childTnLst>
                                    <p:set>
                                      <p:cBhvr>
                                        <p:cTn id="47" dur="1" fill="hold">
                                          <p:stCondLst>
                                            <p:cond delay="0"/>
                                          </p:stCondLst>
                                        </p:cTn>
                                        <p:tgtEl>
                                          <p:spTgt spid="81">
                                            <p:txEl>
                                              <p:pRg st="0" end="0"/>
                                            </p:txEl>
                                          </p:spTgt>
                                        </p:tgtEl>
                                        <p:attrNameLst>
                                          <p:attrName>style.visibility</p:attrName>
                                        </p:attrNameLst>
                                      </p:cBhvr>
                                      <p:to>
                                        <p:strVal val="visible"/>
                                      </p:to>
                                    </p:set>
                                    <p:anim calcmode="lin" valueType="num">
                                      <p:cBhvr additive="base">
                                        <p:cTn id="48" dur="500" fill="hold"/>
                                        <p:tgtEl>
                                          <p:spTgt spid="81">
                                            <p:txEl>
                                              <p:pRg st="0" end="0"/>
                                            </p:txEl>
                                          </p:spTgt>
                                        </p:tgtEl>
                                        <p:attrNameLst>
                                          <p:attrName>ppt_x</p:attrName>
                                        </p:attrNameLst>
                                      </p:cBhvr>
                                      <p:tavLst>
                                        <p:tav tm="0">
                                          <p:val>
                                            <p:strVal val="#ppt_x"/>
                                          </p:val>
                                        </p:tav>
                                        <p:tav tm="100000">
                                          <p:val>
                                            <p:strVal val="#ppt_x"/>
                                          </p:val>
                                        </p:tav>
                                      </p:tavLst>
                                    </p:anim>
                                    <p:anim calcmode="lin" valueType="num">
                                      <p:cBhvr additive="base">
                                        <p:cTn id="49" dur="500" fill="hold"/>
                                        <p:tgtEl>
                                          <p:spTgt spid="81">
                                            <p:txEl>
                                              <p:pRg st="0" end="0"/>
                                            </p:txEl>
                                          </p:spTgt>
                                        </p:tgtEl>
                                        <p:attrNameLst>
                                          <p:attrName>ppt_y</p:attrName>
                                        </p:attrNameLst>
                                      </p:cBhvr>
                                      <p:tavLst>
                                        <p:tav tm="0">
                                          <p:val>
                                            <p:strVal val="1+#ppt_h/2"/>
                                          </p:val>
                                        </p:tav>
                                        <p:tav tm="100000">
                                          <p:val>
                                            <p:strVal val="#ppt_y"/>
                                          </p:val>
                                        </p:tav>
                                      </p:tavLst>
                                    </p:anim>
                                  </p:childTnLst>
                                </p:cTn>
                              </p:par>
                            </p:childTnLst>
                          </p:cTn>
                        </p:par>
                        <p:par>
                          <p:cTn id="50" fill="hold">
                            <p:stCondLst>
                              <p:cond delay="4000"/>
                            </p:stCondLst>
                            <p:childTnLst>
                              <p:par>
                                <p:cTn id="51" presetID="2" presetClass="entr" presetSubtype="1" accel="50000" decel="50000" fill="hold" grpId="0" nodeType="afterEffect">
                                  <p:stCondLst>
                                    <p:cond delay="0"/>
                                  </p:stCondLst>
                                  <p:childTnLst>
                                    <p:set>
                                      <p:cBhvr>
                                        <p:cTn id="52" dur="1" fill="hold">
                                          <p:stCondLst>
                                            <p:cond delay="0"/>
                                          </p:stCondLst>
                                        </p:cTn>
                                        <p:tgtEl>
                                          <p:spTgt spid="88"/>
                                        </p:tgtEl>
                                        <p:attrNameLst>
                                          <p:attrName>style.visibility</p:attrName>
                                        </p:attrNameLst>
                                      </p:cBhvr>
                                      <p:to>
                                        <p:strVal val="visible"/>
                                      </p:to>
                                    </p:set>
                                    <p:anim calcmode="lin" valueType="num">
                                      <p:cBhvr additive="base">
                                        <p:cTn id="53" dur="500" fill="hold"/>
                                        <p:tgtEl>
                                          <p:spTgt spid="88"/>
                                        </p:tgtEl>
                                        <p:attrNameLst>
                                          <p:attrName>ppt_x</p:attrName>
                                        </p:attrNameLst>
                                      </p:cBhvr>
                                      <p:tavLst>
                                        <p:tav tm="0">
                                          <p:val>
                                            <p:strVal val="#ppt_x"/>
                                          </p:val>
                                        </p:tav>
                                        <p:tav tm="100000">
                                          <p:val>
                                            <p:strVal val="#ppt_x"/>
                                          </p:val>
                                        </p:tav>
                                      </p:tavLst>
                                    </p:anim>
                                    <p:anim calcmode="lin" valueType="num">
                                      <p:cBhvr additive="base">
                                        <p:cTn id="54" dur="500" fill="hold"/>
                                        <p:tgtEl>
                                          <p:spTgt spid="88"/>
                                        </p:tgtEl>
                                        <p:attrNameLst>
                                          <p:attrName>ppt_y</p:attrName>
                                        </p:attrNameLst>
                                      </p:cBhvr>
                                      <p:tavLst>
                                        <p:tav tm="0">
                                          <p:val>
                                            <p:strVal val="0-#ppt_h/2"/>
                                          </p:val>
                                        </p:tav>
                                        <p:tav tm="100000">
                                          <p:val>
                                            <p:strVal val="#ppt_y"/>
                                          </p:val>
                                        </p:tav>
                                      </p:tavLst>
                                    </p:anim>
                                  </p:childTnLst>
                                </p:cTn>
                              </p:par>
                            </p:childTnLst>
                          </p:cTn>
                        </p:par>
                        <p:par>
                          <p:cTn id="55" fill="hold">
                            <p:stCondLst>
                              <p:cond delay="4500"/>
                            </p:stCondLst>
                            <p:childTnLst>
                              <p:par>
                                <p:cTn id="56" presetID="22" presetClass="entr" presetSubtype="4" fill="hold" grpId="0" nodeType="afterEffect" nodePh="1">
                                  <p:stCondLst>
                                    <p:cond delay="0"/>
                                  </p:stCondLst>
                                  <p:endCondLst>
                                    <p:cond evt="begin" delay="0">
                                      <p:tn val="56"/>
                                    </p:cond>
                                  </p:endCondLst>
                                  <p:childTnLst>
                                    <p:set>
                                      <p:cBhvr>
                                        <p:cTn id="57" dur="1" fill="hold">
                                          <p:stCondLst>
                                            <p:cond delay="0"/>
                                          </p:stCondLst>
                                        </p:cTn>
                                        <p:tgtEl>
                                          <p:spTgt spid="89">
                                            <p:txEl>
                                              <p:pRg st="0" end="0"/>
                                            </p:txEl>
                                          </p:spTgt>
                                        </p:tgtEl>
                                        <p:attrNameLst>
                                          <p:attrName>style.visibility</p:attrName>
                                        </p:attrNameLst>
                                      </p:cBhvr>
                                      <p:to>
                                        <p:strVal val="visible"/>
                                      </p:to>
                                    </p:set>
                                    <p:animEffect transition="in" filter="wipe(down)">
                                      <p:cBhvr>
                                        <p:cTn id="58" dur="500"/>
                                        <p:tgtEl>
                                          <p:spTgt spid="89">
                                            <p:txEl>
                                              <p:pRg st="0" end="0"/>
                                            </p:txEl>
                                          </p:spTgt>
                                        </p:tgtEl>
                                      </p:cBhvr>
                                    </p:animEffect>
                                  </p:childTnLst>
                                </p:cTn>
                              </p:par>
                              <p:par>
                                <p:cTn id="59" presetID="2" presetClass="entr" presetSubtype="4" accel="50000" decel="50000" fill="hold" grpId="0" nodeType="withEffect">
                                  <p:stCondLst>
                                    <p:cond delay="0"/>
                                  </p:stCondLst>
                                  <p:childTnLst>
                                    <p:set>
                                      <p:cBhvr>
                                        <p:cTn id="60" dur="1" fill="hold">
                                          <p:stCondLst>
                                            <p:cond delay="0"/>
                                          </p:stCondLst>
                                        </p:cTn>
                                        <p:tgtEl>
                                          <p:spTgt spid="85"/>
                                        </p:tgtEl>
                                        <p:attrNameLst>
                                          <p:attrName>style.visibility</p:attrName>
                                        </p:attrNameLst>
                                      </p:cBhvr>
                                      <p:to>
                                        <p:strVal val="visible"/>
                                      </p:to>
                                    </p:set>
                                    <p:anim calcmode="lin" valueType="num">
                                      <p:cBhvr additive="base">
                                        <p:cTn id="61" dur="500" fill="hold"/>
                                        <p:tgtEl>
                                          <p:spTgt spid="85"/>
                                        </p:tgtEl>
                                        <p:attrNameLst>
                                          <p:attrName>ppt_x</p:attrName>
                                        </p:attrNameLst>
                                      </p:cBhvr>
                                      <p:tavLst>
                                        <p:tav tm="0">
                                          <p:val>
                                            <p:strVal val="#ppt_x"/>
                                          </p:val>
                                        </p:tav>
                                        <p:tav tm="100000">
                                          <p:val>
                                            <p:strVal val="#ppt_x"/>
                                          </p:val>
                                        </p:tav>
                                      </p:tavLst>
                                    </p:anim>
                                    <p:anim calcmode="lin" valueType="num">
                                      <p:cBhvr additive="base">
                                        <p:cTn id="62" dur="500" fill="hold"/>
                                        <p:tgtEl>
                                          <p:spTgt spid="85"/>
                                        </p:tgtEl>
                                        <p:attrNameLst>
                                          <p:attrName>ppt_y</p:attrName>
                                        </p:attrNameLst>
                                      </p:cBhvr>
                                      <p:tavLst>
                                        <p:tav tm="0">
                                          <p:val>
                                            <p:strVal val="1+#ppt_h/2"/>
                                          </p:val>
                                        </p:tav>
                                        <p:tav tm="100000">
                                          <p:val>
                                            <p:strVal val="#ppt_y"/>
                                          </p:val>
                                        </p:tav>
                                      </p:tavLst>
                                    </p:anim>
                                  </p:childTnLst>
                                </p:cTn>
                              </p:par>
                            </p:childTnLst>
                          </p:cTn>
                        </p:par>
                        <p:par>
                          <p:cTn id="63" fill="hold">
                            <p:stCondLst>
                              <p:cond delay="5000"/>
                            </p:stCondLst>
                            <p:childTnLst>
                              <p:par>
                                <p:cTn id="64" presetID="2" presetClass="entr" presetSubtype="4" accel="50000" decel="50000" fill="hold" grpId="0" nodeType="afterEffect" nodePh="1">
                                  <p:stCondLst>
                                    <p:cond delay="0"/>
                                  </p:stCondLst>
                                  <p:endCondLst>
                                    <p:cond evt="begin" delay="0">
                                      <p:tn val="64"/>
                                    </p:cond>
                                  </p:endCondLst>
                                  <p:childTnLst>
                                    <p:set>
                                      <p:cBhvr>
                                        <p:cTn id="65" dur="1" fill="hold">
                                          <p:stCondLst>
                                            <p:cond delay="0"/>
                                          </p:stCondLst>
                                        </p:cTn>
                                        <p:tgtEl>
                                          <p:spTgt spid="87">
                                            <p:txEl>
                                              <p:pRg st="0" end="0"/>
                                            </p:txEl>
                                          </p:spTgt>
                                        </p:tgtEl>
                                        <p:attrNameLst>
                                          <p:attrName>style.visibility</p:attrName>
                                        </p:attrNameLst>
                                      </p:cBhvr>
                                      <p:to>
                                        <p:strVal val="visible"/>
                                      </p:to>
                                    </p:set>
                                    <p:anim calcmode="lin" valueType="num">
                                      <p:cBhvr additive="base">
                                        <p:cTn id="66" dur="500" fill="hold"/>
                                        <p:tgtEl>
                                          <p:spTgt spid="87">
                                            <p:txEl>
                                              <p:pRg st="0" end="0"/>
                                            </p:txEl>
                                          </p:spTgt>
                                        </p:tgtEl>
                                        <p:attrNameLst>
                                          <p:attrName>ppt_x</p:attrName>
                                        </p:attrNameLst>
                                      </p:cBhvr>
                                      <p:tavLst>
                                        <p:tav tm="0">
                                          <p:val>
                                            <p:strVal val="#ppt_x"/>
                                          </p:val>
                                        </p:tav>
                                        <p:tav tm="100000">
                                          <p:val>
                                            <p:strVal val="#ppt_x"/>
                                          </p:val>
                                        </p:tav>
                                      </p:tavLst>
                                    </p:anim>
                                    <p:anim calcmode="lin" valueType="num">
                                      <p:cBhvr additive="base">
                                        <p:cTn id="67" dur="500" fill="hold"/>
                                        <p:tgtEl>
                                          <p:spTgt spid="87">
                                            <p:txEl>
                                              <p:pRg st="0" end="0"/>
                                            </p:txEl>
                                          </p:spTgt>
                                        </p:tgtEl>
                                        <p:attrNameLst>
                                          <p:attrName>ppt_y</p:attrName>
                                        </p:attrNameLst>
                                      </p:cBhvr>
                                      <p:tavLst>
                                        <p:tav tm="0">
                                          <p:val>
                                            <p:strVal val="1+#ppt_h/2"/>
                                          </p:val>
                                        </p:tav>
                                        <p:tav tm="100000">
                                          <p:val>
                                            <p:strVal val="#ppt_y"/>
                                          </p:val>
                                        </p:tav>
                                      </p:tavLst>
                                    </p:anim>
                                  </p:childTnLst>
                                </p:cTn>
                              </p:par>
                            </p:childTnLst>
                          </p:cTn>
                        </p:par>
                        <p:par>
                          <p:cTn id="68" fill="hold">
                            <p:stCondLst>
                              <p:cond delay="5500"/>
                            </p:stCondLst>
                            <p:childTnLst>
                              <p:par>
                                <p:cTn id="69" presetID="2" presetClass="entr" presetSubtype="4" accel="50000" decel="50000" fill="hold" grpId="0" nodeType="afterEffect" nodePh="1">
                                  <p:stCondLst>
                                    <p:cond delay="0"/>
                                  </p:stCondLst>
                                  <p:endCondLst>
                                    <p:cond evt="begin" delay="0">
                                      <p:tn val="69"/>
                                    </p:cond>
                                  </p:endCondLst>
                                  <p:childTnLst>
                                    <p:set>
                                      <p:cBhvr>
                                        <p:cTn id="70" dur="1" fill="hold">
                                          <p:stCondLst>
                                            <p:cond delay="0"/>
                                          </p:stCondLst>
                                        </p:cTn>
                                        <p:tgtEl>
                                          <p:spTgt spid="86">
                                            <p:txEl>
                                              <p:pRg st="0" end="0"/>
                                            </p:txEl>
                                          </p:spTgt>
                                        </p:tgtEl>
                                        <p:attrNameLst>
                                          <p:attrName>style.visibility</p:attrName>
                                        </p:attrNameLst>
                                      </p:cBhvr>
                                      <p:to>
                                        <p:strVal val="visible"/>
                                      </p:to>
                                    </p:set>
                                    <p:anim calcmode="lin" valueType="num">
                                      <p:cBhvr additive="base">
                                        <p:cTn id="71" dur="500" fill="hold"/>
                                        <p:tgtEl>
                                          <p:spTgt spid="86">
                                            <p:txEl>
                                              <p:pRg st="0" end="0"/>
                                            </p:txEl>
                                          </p:spTgt>
                                        </p:tgtEl>
                                        <p:attrNameLst>
                                          <p:attrName>ppt_x</p:attrName>
                                        </p:attrNameLst>
                                      </p:cBhvr>
                                      <p:tavLst>
                                        <p:tav tm="0">
                                          <p:val>
                                            <p:strVal val="#ppt_x"/>
                                          </p:val>
                                        </p:tav>
                                        <p:tav tm="100000">
                                          <p:val>
                                            <p:strVal val="#ppt_x"/>
                                          </p:val>
                                        </p:tav>
                                      </p:tavLst>
                                    </p:anim>
                                    <p:anim calcmode="lin" valueType="num">
                                      <p:cBhvr additive="base">
                                        <p:cTn id="72" dur="500" fill="hold"/>
                                        <p:tgtEl>
                                          <p:spTgt spid="86">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5" grpId="0"/>
      <p:bldP spid="76"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76"/>
                        </p:tgtEl>
                        <p:attrNameLst>
                          <p:attrName>style.visibility</p:attrName>
                        </p:attrNameLst>
                      </p:cBhvr>
                      <p:to>
                        <p:strVal val="visible"/>
                      </p:to>
                    </p:set>
                    <p:anim calcmode="lin" valueType="num">
                      <p:cBhvr additive="base">
                        <p:cTn dur="500" fill="hold"/>
                        <p:tgtEl>
                          <p:spTgt spid="76"/>
                        </p:tgtEl>
                        <p:attrNameLst>
                          <p:attrName>ppt_x</p:attrName>
                        </p:attrNameLst>
                      </p:cBhvr>
                      <p:tavLst>
                        <p:tav tm="0">
                          <p:val>
                            <p:strVal val="#ppt_x"/>
                          </p:val>
                        </p:tav>
                        <p:tav tm="100000">
                          <p:val>
                            <p:strVal val="#ppt_x"/>
                          </p:val>
                        </p:tav>
                      </p:tavLst>
                    </p:anim>
                    <p:anim calcmode="lin" valueType="num">
                      <p:cBhvr additive="base">
                        <p:cTn dur="500" fill="hold"/>
                        <p:tgtEl>
                          <p:spTgt spid="76"/>
                        </p:tgtEl>
                        <p:attrNameLst>
                          <p:attrName>ppt_y</p:attrName>
                        </p:attrNameLst>
                      </p:cBhvr>
                      <p:tavLst>
                        <p:tav tm="0">
                          <p:val>
                            <p:strVal val="1+#ppt_h/2"/>
                          </p:val>
                        </p:tav>
                        <p:tav tm="100000">
                          <p:val>
                            <p:strVal val="#ppt_y"/>
                          </p:val>
                        </p:tav>
                      </p:tavLst>
                    </p:anim>
                  </p:childTnLst>
                </p:cTn>
              </p:par>
            </p:tnLst>
          </p:tmpl>
        </p:tmplLst>
      </p:bldP>
      <p:bldP spid="77"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77"/>
                        </p:tgtEl>
                        <p:attrNameLst>
                          <p:attrName>style.visibility</p:attrName>
                        </p:attrNameLst>
                      </p:cBhvr>
                      <p:to>
                        <p:strVal val="visible"/>
                      </p:to>
                    </p:set>
                    <p:anim calcmode="lin" valueType="num">
                      <p:cBhvr additive="base">
                        <p:cTn dur="500" fill="hold"/>
                        <p:tgtEl>
                          <p:spTgt spid="77"/>
                        </p:tgtEl>
                        <p:attrNameLst>
                          <p:attrName>ppt_x</p:attrName>
                        </p:attrNameLst>
                      </p:cBhvr>
                      <p:tavLst>
                        <p:tav tm="0">
                          <p:val>
                            <p:strVal val="#ppt_x"/>
                          </p:val>
                        </p:tav>
                        <p:tav tm="100000">
                          <p:val>
                            <p:strVal val="#ppt_x"/>
                          </p:val>
                        </p:tav>
                      </p:tavLst>
                    </p:anim>
                    <p:anim calcmode="lin" valueType="num">
                      <p:cBhvr additive="base">
                        <p:cTn dur="500" fill="hold"/>
                        <p:tgtEl>
                          <p:spTgt spid="77"/>
                        </p:tgtEl>
                        <p:attrNameLst>
                          <p:attrName>ppt_y</p:attrName>
                        </p:attrNameLst>
                      </p:cBhvr>
                      <p:tavLst>
                        <p:tav tm="0">
                          <p:val>
                            <p:strVal val="1+#ppt_h/2"/>
                          </p:val>
                        </p:tav>
                        <p:tav tm="100000">
                          <p:val>
                            <p:strVal val="#ppt_y"/>
                          </p:val>
                        </p:tav>
                      </p:tavLst>
                    </p:anim>
                  </p:childTnLst>
                </p:cTn>
              </p:par>
            </p:tnLst>
          </p:tmpl>
        </p:tmplLst>
      </p:bldP>
      <p:bldP spid="78" grpId="0" animBg="1"/>
      <p:bldP spid="79"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79"/>
                        </p:tgtEl>
                        <p:attrNameLst>
                          <p:attrName>style.visibility</p:attrName>
                        </p:attrNameLst>
                      </p:cBhvr>
                      <p:to>
                        <p:strVal val="visible"/>
                      </p:to>
                    </p:set>
                    <p:animEffect transition="in" filter="wipe(down)">
                      <p:cBhvr>
                        <p:cTn dur="500"/>
                        <p:tgtEl>
                          <p:spTgt spid="79"/>
                        </p:tgtEl>
                      </p:cBhvr>
                    </p:animEffect>
                  </p:childTnLst>
                </p:cTn>
              </p:par>
            </p:tnLst>
          </p:tmpl>
        </p:tmplLst>
      </p:bldP>
      <p:bldP spid="80" grpId="0"/>
      <p:bldP spid="81"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81"/>
                        </p:tgtEl>
                        <p:attrNameLst>
                          <p:attrName>style.visibility</p:attrName>
                        </p:attrNameLst>
                      </p:cBhvr>
                      <p:to>
                        <p:strVal val="visible"/>
                      </p:to>
                    </p:set>
                    <p:anim calcmode="lin" valueType="num">
                      <p:cBhvr additive="base">
                        <p:cTn dur="500" fill="hold"/>
                        <p:tgtEl>
                          <p:spTgt spid="81"/>
                        </p:tgtEl>
                        <p:attrNameLst>
                          <p:attrName>ppt_x</p:attrName>
                        </p:attrNameLst>
                      </p:cBhvr>
                      <p:tavLst>
                        <p:tav tm="0">
                          <p:val>
                            <p:strVal val="#ppt_x"/>
                          </p:val>
                        </p:tav>
                        <p:tav tm="100000">
                          <p:val>
                            <p:strVal val="#ppt_x"/>
                          </p:val>
                        </p:tav>
                      </p:tavLst>
                    </p:anim>
                    <p:anim calcmode="lin" valueType="num">
                      <p:cBhvr additive="base">
                        <p:cTn dur="500" fill="hold"/>
                        <p:tgtEl>
                          <p:spTgt spid="81"/>
                        </p:tgtEl>
                        <p:attrNameLst>
                          <p:attrName>ppt_y</p:attrName>
                        </p:attrNameLst>
                      </p:cBhvr>
                      <p:tavLst>
                        <p:tav tm="0">
                          <p:val>
                            <p:strVal val="1+#ppt_h/2"/>
                          </p:val>
                        </p:tav>
                        <p:tav tm="100000">
                          <p:val>
                            <p:strVal val="#ppt_y"/>
                          </p:val>
                        </p:tav>
                      </p:tavLst>
                    </p:anim>
                  </p:childTnLst>
                </p:cTn>
              </p:par>
            </p:tnLst>
          </p:tmpl>
        </p:tmplLst>
      </p:bldP>
      <p:bldP spid="82"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82"/>
                        </p:tgtEl>
                        <p:attrNameLst>
                          <p:attrName>style.visibility</p:attrName>
                        </p:attrNameLst>
                      </p:cBhvr>
                      <p:to>
                        <p:strVal val="visible"/>
                      </p:to>
                    </p:set>
                    <p:anim calcmode="lin" valueType="num">
                      <p:cBhvr additive="base">
                        <p:cTn dur="500" fill="hold"/>
                        <p:tgtEl>
                          <p:spTgt spid="82"/>
                        </p:tgtEl>
                        <p:attrNameLst>
                          <p:attrName>ppt_x</p:attrName>
                        </p:attrNameLst>
                      </p:cBhvr>
                      <p:tavLst>
                        <p:tav tm="0">
                          <p:val>
                            <p:strVal val="#ppt_x"/>
                          </p:val>
                        </p:tav>
                        <p:tav tm="100000">
                          <p:val>
                            <p:strVal val="#ppt_x"/>
                          </p:val>
                        </p:tav>
                      </p:tavLst>
                    </p:anim>
                    <p:anim calcmode="lin" valueType="num">
                      <p:cBhvr additive="base">
                        <p:cTn dur="500" fill="hold"/>
                        <p:tgtEl>
                          <p:spTgt spid="82"/>
                        </p:tgtEl>
                        <p:attrNameLst>
                          <p:attrName>ppt_y</p:attrName>
                        </p:attrNameLst>
                      </p:cBhvr>
                      <p:tavLst>
                        <p:tav tm="0">
                          <p:val>
                            <p:strVal val="1+#ppt_h/2"/>
                          </p:val>
                        </p:tav>
                        <p:tav tm="100000">
                          <p:val>
                            <p:strVal val="#ppt_y"/>
                          </p:val>
                        </p:tav>
                      </p:tavLst>
                    </p:anim>
                  </p:childTnLst>
                </p:cTn>
              </p:par>
            </p:tnLst>
          </p:tmpl>
        </p:tmplLst>
      </p:bldP>
      <p:bldP spid="83" grpId="0" animBg="1"/>
      <p:bldP spid="84"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84"/>
                        </p:tgtEl>
                        <p:attrNameLst>
                          <p:attrName>style.visibility</p:attrName>
                        </p:attrNameLst>
                      </p:cBhvr>
                      <p:to>
                        <p:strVal val="visible"/>
                      </p:to>
                    </p:set>
                    <p:animEffect transition="in" filter="wipe(down)">
                      <p:cBhvr>
                        <p:cTn dur="500"/>
                        <p:tgtEl>
                          <p:spTgt spid="84"/>
                        </p:tgtEl>
                      </p:cBhvr>
                    </p:animEffect>
                  </p:childTnLst>
                </p:cTn>
              </p:par>
            </p:tnLst>
          </p:tmpl>
        </p:tmplLst>
      </p:bldP>
      <p:bldP spid="85" grpId="0"/>
      <p:bldP spid="86"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86"/>
                        </p:tgtEl>
                        <p:attrNameLst>
                          <p:attrName>style.visibility</p:attrName>
                        </p:attrNameLst>
                      </p:cBhvr>
                      <p:to>
                        <p:strVal val="visible"/>
                      </p:to>
                    </p:set>
                    <p:anim calcmode="lin" valueType="num">
                      <p:cBhvr additive="base">
                        <p:cTn dur="500" fill="hold"/>
                        <p:tgtEl>
                          <p:spTgt spid="86"/>
                        </p:tgtEl>
                        <p:attrNameLst>
                          <p:attrName>ppt_x</p:attrName>
                        </p:attrNameLst>
                      </p:cBhvr>
                      <p:tavLst>
                        <p:tav tm="0">
                          <p:val>
                            <p:strVal val="#ppt_x"/>
                          </p:val>
                        </p:tav>
                        <p:tav tm="100000">
                          <p:val>
                            <p:strVal val="#ppt_x"/>
                          </p:val>
                        </p:tav>
                      </p:tavLst>
                    </p:anim>
                    <p:anim calcmode="lin" valueType="num">
                      <p:cBhvr additive="base">
                        <p:cTn dur="500" fill="hold"/>
                        <p:tgtEl>
                          <p:spTgt spid="86"/>
                        </p:tgtEl>
                        <p:attrNameLst>
                          <p:attrName>ppt_y</p:attrName>
                        </p:attrNameLst>
                      </p:cBhvr>
                      <p:tavLst>
                        <p:tav tm="0">
                          <p:val>
                            <p:strVal val="1+#ppt_h/2"/>
                          </p:val>
                        </p:tav>
                        <p:tav tm="100000">
                          <p:val>
                            <p:strVal val="#ppt_y"/>
                          </p:val>
                        </p:tav>
                      </p:tavLst>
                    </p:anim>
                  </p:childTnLst>
                </p:cTn>
              </p:par>
            </p:tnLst>
          </p:tmpl>
        </p:tmplLst>
      </p:bldP>
      <p:bldP spid="87"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87"/>
                        </p:tgtEl>
                        <p:attrNameLst>
                          <p:attrName>style.visibility</p:attrName>
                        </p:attrNameLst>
                      </p:cBhvr>
                      <p:to>
                        <p:strVal val="visible"/>
                      </p:to>
                    </p:set>
                    <p:anim calcmode="lin" valueType="num">
                      <p:cBhvr additive="base">
                        <p:cTn dur="500" fill="hold"/>
                        <p:tgtEl>
                          <p:spTgt spid="87"/>
                        </p:tgtEl>
                        <p:attrNameLst>
                          <p:attrName>ppt_x</p:attrName>
                        </p:attrNameLst>
                      </p:cBhvr>
                      <p:tavLst>
                        <p:tav tm="0">
                          <p:val>
                            <p:strVal val="#ppt_x"/>
                          </p:val>
                        </p:tav>
                        <p:tav tm="100000">
                          <p:val>
                            <p:strVal val="#ppt_x"/>
                          </p:val>
                        </p:tav>
                      </p:tavLst>
                    </p:anim>
                    <p:anim calcmode="lin" valueType="num">
                      <p:cBhvr additive="base">
                        <p:cTn dur="500" fill="hold"/>
                        <p:tgtEl>
                          <p:spTgt spid="87"/>
                        </p:tgtEl>
                        <p:attrNameLst>
                          <p:attrName>ppt_y</p:attrName>
                        </p:attrNameLst>
                      </p:cBhvr>
                      <p:tavLst>
                        <p:tav tm="0">
                          <p:val>
                            <p:strVal val="1+#ppt_h/2"/>
                          </p:val>
                        </p:tav>
                        <p:tav tm="100000">
                          <p:val>
                            <p:strVal val="#ppt_y"/>
                          </p:val>
                        </p:tav>
                      </p:tavLst>
                    </p:anim>
                  </p:childTnLst>
                </p:cTn>
              </p:par>
            </p:tnLst>
          </p:tmpl>
        </p:tmplLst>
      </p:bldP>
      <p:bldP spid="88" grpId="0" animBg="1"/>
      <p:bldP spid="89"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89"/>
                        </p:tgtEl>
                        <p:attrNameLst>
                          <p:attrName>style.visibility</p:attrName>
                        </p:attrNameLst>
                      </p:cBhvr>
                      <p:to>
                        <p:strVal val="visible"/>
                      </p:to>
                    </p:set>
                    <p:animEffect transition="in" filter="wipe(down)">
                      <p:cBhvr>
                        <p:cTn dur="500"/>
                        <p:tgtEl>
                          <p:spTgt spid="89"/>
                        </p:tgtEl>
                      </p:cBhvr>
                    </p:animEffect>
                  </p:childTnLst>
                </p:cTn>
              </p:par>
            </p:tnLst>
          </p:tmpl>
        </p:tmplLst>
      </p:bldP>
    </p:bldLst>
  </p:timing>
</p:sldLayout>
</file>

<file path=ppt/slideLayouts/slideLayout381.xml><?xml version="1.0" encoding="utf-8"?>
<p:sldLayout xmlns:a="http://schemas.openxmlformats.org/drawingml/2006/main" xmlns:r="http://schemas.openxmlformats.org/officeDocument/2006/relationships" xmlns:p="http://schemas.openxmlformats.org/presentationml/2006/main" userDrawn="1">
  <p:cSld name="Four Pic Ver">
    <p:spTree>
      <p:nvGrpSpPr>
        <p:cNvPr id="1" name=""/>
        <p:cNvGrpSpPr/>
        <p:nvPr/>
      </p:nvGrpSpPr>
      <p:grpSpPr>
        <a:xfrm>
          <a:off x="0" y="0"/>
          <a:ext cx="0" cy="0"/>
          <a:chOff x="0" y="0"/>
          <a:chExt cx="0" cy="0"/>
        </a:xfrm>
      </p:grpSpPr>
      <p:sp>
        <p:nvSpPr>
          <p:cNvPr id="12" name="Picture Placeholder 7"/>
          <p:cNvSpPr>
            <a:spLocks noGrp="1"/>
          </p:cNvSpPr>
          <p:nvPr>
            <p:ph type="pic" sz="quarter" idx="15" hasCustomPrompt="1"/>
          </p:nvPr>
        </p:nvSpPr>
        <p:spPr>
          <a:xfrm>
            <a:off x="590995" y="1536506"/>
            <a:ext cx="346953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4" name="Rectangle 3"/>
          <p:cNvSpPr/>
          <p:nvPr userDrawn="1"/>
        </p:nvSpPr>
        <p:spPr>
          <a:xfrm>
            <a:off x="590997" y="3341912"/>
            <a:ext cx="3469532" cy="56122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13" name="Text Placeholder 3"/>
          <p:cNvSpPr>
            <a:spLocks noGrp="1"/>
          </p:cNvSpPr>
          <p:nvPr>
            <p:ph type="body" sz="half" idx="17"/>
          </p:nvPr>
        </p:nvSpPr>
        <p:spPr>
          <a:xfrm>
            <a:off x="680830" y="3483079"/>
            <a:ext cx="3324756" cy="257040"/>
          </a:xfrm>
          <a:prstGeom prst="rect">
            <a:avLst/>
          </a:prstGeom>
        </p:spPr>
        <p:txBody>
          <a:bodyPr wrap="none" lIns="0" tIns="0" rIns="0" bIns="0" anchor="ctr">
            <a:noAutofit/>
          </a:bodyPr>
          <a:lstStyle>
            <a:lvl1pPr marL="0" indent="0" algn="ctr">
              <a:buNone/>
              <a:defRPr sz="1600"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14" name="Picture Placeholder 7"/>
          <p:cNvSpPr>
            <a:spLocks noGrp="1"/>
          </p:cNvSpPr>
          <p:nvPr>
            <p:ph type="pic" sz="quarter" idx="18" hasCustomPrompt="1"/>
          </p:nvPr>
        </p:nvSpPr>
        <p:spPr>
          <a:xfrm>
            <a:off x="4344201" y="1536506"/>
            <a:ext cx="346953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15" name="Rectangle 14"/>
          <p:cNvSpPr/>
          <p:nvPr userDrawn="1"/>
        </p:nvSpPr>
        <p:spPr>
          <a:xfrm>
            <a:off x="4344202" y="3341912"/>
            <a:ext cx="3469532" cy="56122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16" name="Text Placeholder 3"/>
          <p:cNvSpPr>
            <a:spLocks noGrp="1"/>
          </p:cNvSpPr>
          <p:nvPr>
            <p:ph type="body" sz="half" idx="19"/>
          </p:nvPr>
        </p:nvSpPr>
        <p:spPr>
          <a:xfrm>
            <a:off x="4434033" y="3483079"/>
            <a:ext cx="3324756" cy="257040"/>
          </a:xfrm>
          <a:prstGeom prst="rect">
            <a:avLst/>
          </a:prstGeom>
        </p:spPr>
        <p:txBody>
          <a:bodyPr wrap="none" lIns="0" tIns="0" rIns="0" bIns="0" anchor="ctr">
            <a:noAutofit/>
          </a:bodyPr>
          <a:lstStyle>
            <a:lvl1pPr marL="0" indent="0" algn="ctr">
              <a:buNone/>
              <a:defRPr sz="1600"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17" name="Picture Placeholder 7"/>
          <p:cNvSpPr>
            <a:spLocks noGrp="1"/>
          </p:cNvSpPr>
          <p:nvPr>
            <p:ph type="pic" sz="quarter" idx="20" hasCustomPrompt="1"/>
          </p:nvPr>
        </p:nvSpPr>
        <p:spPr>
          <a:xfrm>
            <a:off x="8094767" y="1536506"/>
            <a:ext cx="346953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18" name="Rectangle 17"/>
          <p:cNvSpPr/>
          <p:nvPr userDrawn="1"/>
        </p:nvSpPr>
        <p:spPr>
          <a:xfrm>
            <a:off x="8094769" y="3341912"/>
            <a:ext cx="3469532" cy="56122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19" name="Text Placeholder 3"/>
          <p:cNvSpPr>
            <a:spLocks noGrp="1"/>
          </p:cNvSpPr>
          <p:nvPr>
            <p:ph type="body" sz="half" idx="21"/>
          </p:nvPr>
        </p:nvSpPr>
        <p:spPr>
          <a:xfrm>
            <a:off x="8184601" y="3483079"/>
            <a:ext cx="3324756" cy="257040"/>
          </a:xfrm>
          <a:prstGeom prst="rect">
            <a:avLst/>
          </a:prstGeom>
        </p:spPr>
        <p:txBody>
          <a:bodyPr wrap="none" lIns="0" tIns="0" rIns="0" bIns="0" anchor="ctr">
            <a:noAutofit/>
          </a:bodyPr>
          <a:lstStyle>
            <a:lvl1pPr marL="0" indent="0" algn="ctr">
              <a:buNone/>
              <a:defRPr sz="1600"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20" name="Picture Placeholder 7"/>
          <p:cNvSpPr>
            <a:spLocks noGrp="1"/>
          </p:cNvSpPr>
          <p:nvPr>
            <p:ph type="pic" sz="quarter" idx="22" hasCustomPrompt="1"/>
          </p:nvPr>
        </p:nvSpPr>
        <p:spPr>
          <a:xfrm>
            <a:off x="590995" y="3990754"/>
            <a:ext cx="346953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21" name="Rectangle 20"/>
          <p:cNvSpPr/>
          <p:nvPr userDrawn="1"/>
        </p:nvSpPr>
        <p:spPr>
          <a:xfrm>
            <a:off x="590997" y="5796160"/>
            <a:ext cx="3469532" cy="561221"/>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22" name="Text Placeholder 3"/>
          <p:cNvSpPr>
            <a:spLocks noGrp="1"/>
          </p:cNvSpPr>
          <p:nvPr>
            <p:ph type="body" sz="half" idx="23"/>
          </p:nvPr>
        </p:nvSpPr>
        <p:spPr>
          <a:xfrm>
            <a:off x="680830" y="5937327"/>
            <a:ext cx="3324756" cy="257040"/>
          </a:xfrm>
          <a:prstGeom prst="rect">
            <a:avLst/>
          </a:prstGeom>
        </p:spPr>
        <p:txBody>
          <a:bodyPr wrap="none" lIns="0" tIns="0" rIns="0" bIns="0" anchor="ctr">
            <a:noAutofit/>
          </a:bodyPr>
          <a:lstStyle>
            <a:lvl1pPr marL="0" indent="0" algn="ctr">
              <a:buNone/>
              <a:defRPr sz="1600"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23" name="Picture Placeholder 7"/>
          <p:cNvSpPr>
            <a:spLocks noGrp="1"/>
          </p:cNvSpPr>
          <p:nvPr>
            <p:ph type="pic" sz="quarter" idx="24" hasCustomPrompt="1"/>
          </p:nvPr>
        </p:nvSpPr>
        <p:spPr>
          <a:xfrm>
            <a:off x="4344201" y="3990754"/>
            <a:ext cx="346953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24" name="Rectangle 23"/>
          <p:cNvSpPr/>
          <p:nvPr userDrawn="1"/>
        </p:nvSpPr>
        <p:spPr>
          <a:xfrm>
            <a:off x="4344202" y="5796160"/>
            <a:ext cx="3469532" cy="561221"/>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25" name="Text Placeholder 3"/>
          <p:cNvSpPr>
            <a:spLocks noGrp="1"/>
          </p:cNvSpPr>
          <p:nvPr>
            <p:ph type="body" sz="half" idx="25"/>
          </p:nvPr>
        </p:nvSpPr>
        <p:spPr>
          <a:xfrm>
            <a:off x="4434033" y="5937327"/>
            <a:ext cx="3324756" cy="257040"/>
          </a:xfrm>
          <a:prstGeom prst="rect">
            <a:avLst/>
          </a:prstGeom>
        </p:spPr>
        <p:txBody>
          <a:bodyPr wrap="none" lIns="0" tIns="0" rIns="0" bIns="0" anchor="ctr">
            <a:noAutofit/>
          </a:bodyPr>
          <a:lstStyle>
            <a:lvl1pPr marL="0" indent="0" algn="ctr">
              <a:buNone/>
              <a:defRPr sz="1600"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26" name="Picture Placeholder 7"/>
          <p:cNvSpPr>
            <a:spLocks noGrp="1"/>
          </p:cNvSpPr>
          <p:nvPr>
            <p:ph type="pic" sz="quarter" idx="26" hasCustomPrompt="1"/>
          </p:nvPr>
        </p:nvSpPr>
        <p:spPr>
          <a:xfrm>
            <a:off x="8094767" y="3990754"/>
            <a:ext cx="346953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27" name="Rectangle 26"/>
          <p:cNvSpPr/>
          <p:nvPr userDrawn="1"/>
        </p:nvSpPr>
        <p:spPr>
          <a:xfrm>
            <a:off x="8094769" y="5796160"/>
            <a:ext cx="3469532" cy="561221"/>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28" name="Text Placeholder 3"/>
          <p:cNvSpPr>
            <a:spLocks noGrp="1"/>
          </p:cNvSpPr>
          <p:nvPr>
            <p:ph type="body" sz="half" idx="27"/>
          </p:nvPr>
        </p:nvSpPr>
        <p:spPr>
          <a:xfrm>
            <a:off x="8184601" y="5937327"/>
            <a:ext cx="3324756" cy="257040"/>
          </a:xfrm>
          <a:prstGeom prst="rect">
            <a:avLst/>
          </a:prstGeom>
        </p:spPr>
        <p:txBody>
          <a:bodyPr wrap="none" lIns="0" tIns="0" rIns="0" bIns="0" anchor="ctr">
            <a:noAutofit/>
          </a:bodyPr>
          <a:lstStyle>
            <a:lvl1pPr marL="0" indent="0" algn="ctr">
              <a:buNone/>
              <a:defRPr sz="1600"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29"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30"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19267361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after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wipe(down)">
                                      <p:cBhvr>
                                        <p:cTn id="7" dur="500"/>
                                        <p:tgtEl>
                                          <p:spTgt spid="12"/>
                                        </p:tgtEl>
                                      </p:cBhvr>
                                    </p:animEffect>
                                  </p:childTnLst>
                                </p:cTn>
                              </p:par>
                            </p:childTnLst>
                          </p:cTn>
                        </p:par>
                        <p:par>
                          <p:cTn id="8" fill="hold">
                            <p:stCondLst>
                              <p:cond delay="500"/>
                            </p:stCondLst>
                            <p:childTnLst>
                              <p:par>
                                <p:cTn id="9" presetID="22" presetClass="entr" presetSubtype="4" fill="hold" grpId="0" nodeType="afterEffect">
                                  <p:stCondLst>
                                    <p:cond delay="0"/>
                                  </p:stCondLst>
                                  <p:childTnLst>
                                    <p:set>
                                      <p:cBhvr>
                                        <p:cTn id="10" dur="1" fill="hold">
                                          <p:stCondLst>
                                            <p:cond delay="0"/>
                                          </p:stCondLst>
                                        </p:cTn>
                                        <p:tgtEl>
                                          <p:spTgt spid="4"/>
                                        </p:tgtEl>
                                        <p:attrNameLst>
                                          <p:attrName>style.visibility</p:attrName>
                                        </p:attrNameLst>
                                      </p:cBhvr>
                                      <p:to>
                                        <p:strVal val="visible"/>
                                      </p:to>
                                    </p:set>
                                    <p:animEffect transition="in" filter="wipe(down)">
                                      <p:cBhvr>
                                        <p:cTn id="11" dur="500"/>
                                        <p:tgtEl>
                                          <p:spTgt spid="4"/>
                                        </p:tgtEl>
                                      </p:cBhvr>
                                    </p:animEffect>
                                  </p:childTnLst>
                                </p:cTn>
                              </p:par>
                            </p:childTnLst>
                          </p:cTn>
                        </p:par>
                        <p:par>
                          <p:cTn id="12" fill="hold">
                            <p:stCondLst>
                              <p:cond delay="1000"/>
                            </p:stCondLst>
                            <p:childTnLst>
                              <p:par>
                                <p:cTn id="13" presetID="22" presetClass="entr" presetSubtype="4" fill="hold" grpId="0" nodeType="afterEffect" nodePh="1">
                                  <p:stCondLst>
                                    <p:cond delay="0"/>
                                  </p:stCondLst>
                                  <p:endCondLst>
                                    <p:cond evt="begin" delay="0">
                                      <p:tn val="13"/>
                                    </p:cond>
                                  </p:endCondLst>
                                  <p:childTnLst>
                                    <p:set>
                                      <p:cBhvr>
                                        <p:cTn id="14" dur="1" fill="hold">
                                          <p:stCondLst>
                                            <p:cond delay="0"/>
                                          </p:stCondLst>
                                        </p:cTn>
                                        <p:tgtEl>
                                          <p:spTgt spid="13">
                                            <p:txEl>
                                              <p:pRg st="0" end="0"/>
                                            </p:txEl>
                                          </p:spTgt>
                                        </p:tgtEl>
                                        <p:attrNameLst>
                                          <p:attrName>style.visibility</p:attrName>
                                        </p:attrNameLst>
                                      </p:cBhvr>
                                      <p:to>
                                        <p:strVal val="visible"/>
                                      </p:to>
                                    </p:set>
                                    <p:animEffect transition="in" filter="wipe(down)">
                                      <p:cBhvr>
                                        <p:cTn id="15" dur="500"/>
                                        <p:tgtEl>
                                          <p:spTgt spid="13">
                                            <p:txEl>
                                              <p:pRg st="0" end="0"/>
                                            </p:txEl>
                                          </p:spTgt>
                                        </p:tgtEl>
                                      </p:cBhvr>
                                    </p:animEffect>
                                  </p:childTnLst>
                                </p:cTn>
                              </p:par>
                            </p:childTnLst>
                          </p:cTn>
                        </p:par>
                        <p:par>
                          <p:cTn id="16" fill="hold">
                            <p:stCondLst>
                              <p:cond delay="1500"/>
                            </p:stCondLst>
                            <p:childTnLst>
                              <p:par>
                                <p:cTn id="17" presetID="22" presetClass="entr" presetSubtype="4" fill="hold" grpId="0" nodeType="afterEffect">
                                  <p:stCondLst>
                                    <p:cond delay="0"/>
                                  </p:stCondLst>
                                  <p:childTnLst>
                                    <p:set>
                                      <p:cBhvr>
                                        <p:cTn id="18" dur="1" fill="hold">
                                          <p:stCondLst>
                                            <p:cond delay="0"/>
                                          </p:stCondLst>
                                        </p:cTn>
                                        <p:tgtEl>
                                          <p:spTgt spid="14"/>
                                        </p:tgtEl>
                                        <p:attrNameLst>
                                          <p:attrName>style.visibility</p:attrName>
                                        </p:attrNameLst>
                                      </p:cBhvr>
                                      <p:to>
                                        <p:strVal val="visible"/>
                                      </p:to>
                                    </p:set>
                                    <p:animEffect transition="in" filter="wipe(down)">
                                      <p:cBhvr>
                                        <p:cTn id="19" dur="500"/>
                                        <p:tgtEl>
                                          <p:spTgt spid="14"/>
                                        </p:tgtEl>
                                      </p:cBhvr>
                                    </p:animEffect>
                                  </p:childTnLst>
                                </p:cTn>
                              </p:par>
                            </p:childTnLst>
                          </p:cTn>
                        </p:par>
                        <p:par>
                          <p:cTn id="20" fill="hold">
                            <p:stCondLst>
                              <p:cond delay="2000"/>
                            </p:stCondLst>
                            <p:childTnLst>
                              <p:par>
                                <p:cTn id="21" presetID="22" presetClass="entr" presetSubtype="4" fill="hold" grpId="0" nodeType="afterEffect">
                                  <p:stCondLst>
                                    <p:cond delay="0"/>
                                  </p:stCondLst>
                                  <p:childTnLst>
                                    <p:set>
                                      <p:cBhvr>
                                        <p:cTn id="22" dur="1" fill="hold">
                                          <p:stCondLst>
                                            <p:cond delay="0"/>
                                          </p:stCondLst>
                                        </p:cTn>
                                        <p:tgtEl>
                                          <p:spTgt spid="15"/>
                                        </p:tgtEl>
                                        <p:attrNameLst>
                                          <p:attrName>style.visibility</p:attrName>
                                        </p:attrNameLst>
                                      </p:cBhvr>
                                      <p:to>
                                        <p:strVal val="visible"/>
                                      </p:to>
                                    </p:set>
                                    <p:animEffect transition="in" filter="wipe(down)">
                                      <p:cBhvr>
                                        <p:cTn id="23" dur="500"/>
                                        <p:tgtEl>
                                          <p:spTgt spid="15"/>
                                        </p:tgtEl>
                                      </p:cBhvr>
                                    </p:animEffect>
                                  </p:childTnLst>
                                </p:cTn>
                              </p:par>
                            </p:childTnLst>
                          </p:cTn>
                        </p:par>
                        <p:par>
                          <p:cTn id="24" fill="hold">
                            <p:stCondLst>
                              <p:cond delay="2500"/>
                            </p:stCondLst>
                            <p:childTnLst>
                              <p:par>
                                <p:cTn id="25" presetID="22" presetClass="entr" presetSubtype="4" fill="hold" grpId="0" nodeType="afterEffect" nodePh="1">
                                  <p:stCondLst>
                                    <p:cond delay="0"/>
                                  </p:stCondLst>
                                  <p:endCondLst>
                                    <p:cond evt="begin" delay="0">
                                      <p:tn val="25"/>
                                    </p:cond>
                                  </p:endCondLst>
                                  <p:childTnLst>
                                    <p:set>
                                      <p:cBhvr>
                                        <p:cTn id="26" dur="1" fill="hold">
                                          <p:stCondLst>
                                            <p:cond delay="0"/>
                                          </p:stCondLst>
                                        </p:cTn>
                                        <p:tgtEl>
                                          <p:spTgt spid="16">
                                            <p:txEl>
                                              <p:pRg st="0" end="0"/>
                                            </p:txEl>
                                          </p:spTgt>
                                        </p:tgtEl>
                                        <p:attrNameLst>
                                          <p:attrName>style.visibility</p:attrName>
                                        </p:attrNameLst>
                                      </p:cBhvr>
                                      <p:to>
                                        <p:strVal val="visible"/>
                                      </p:to>
                                    </p:set>
                                    <p:animEffect transition="in" filter="wipe(down)">
                                      <p:cBhvr>
                                        <p:cTn id="27" dur="500"/>
                                        <p:tgtEl>
                                          <p:spTgt spid="16">
                                            <p:txEl>
                                              <p:pRg st="0" end="0"/>
                                            </p:txEl>
                                          </p:spTgt>
                                        </p:tgtEl>
                                      </p:cBhvr>
                                    </p:animEffect>
                                  </p:childTnLst>
                                </p:cTn>
                              </p:par>
                            </p:childTnLst>
                          </p:cTn>
                        </p:par>
                        <p:par>
                          <p:cTn id="28" fill="hold">
                            <p:stCondLst>
                              <p:cond delay="3000"/>
                            </p:stCondLst>
                            <p:childTnLst>
                              <p:par>
                                <p:cTn id="29" presetID="22" presetClass="entr" presetSubtype="4" fill="hold" grpId="0" nodeType="afterEffect">
                                  <p:stCondLst>
                                    <p:cond delay="0"/>
                                  </p:stCondLst>
                                  <p:childTnLst>
                                    <p:set>
                                      <p:cBhvr>
                                        <p:cTn id="30" dur="1" fill="hold">
                                          <p:stCondLst>
                                            <p:cond delay="0"/>
                                          </p:stCondLst>
                                        </p:cTn>
                                        <p:tgtEl>
                                          <p:spTgt spid="17"/>
                                        </p:tgtEl>
                                        <p:attrNameLst>
                                          <p:attrName>style.visibility</p:attrName>
                                        </p:attrNameLst>
                                      </p:cBhvr>
                                      <p:to>
                                        <p:strVal val="visible"/>
                                      </p:to>
                                    </p:set>
                                    <p:animEffect transition="in" filter="wipe(down)">
                                      <p:cBhvr>
                                        <p:cTn id="31" dur="500"/>
                                        <p:tgtEl>
                                          <p:spTgt spid="17"/>
                                        </p:tgtEl>
                                      </p:cBhvr>
                                    </p:animEffect>
                                  </p:childTnLst>
                                </p:cTn>
                              </p:par>
                            </p:childTnLst>
                          </p:cTn>
                        </p:par>
                        <p:par>
                          <p:cTn id="32" fill="hold">
                            <p:stCondLst>
                              <p:cond delay="3500"/>
                            </p:stCondLst>
                            <p:childTnLst>
                              <p:par>
                                <p:cTn id="33" presetID="22" presetClass="entr" presetSubtype="4" fill="hold" grpId="0" nodeType="afterEffect">
                                  <p:stCondLst>
                                    <p:cond delay="0"/>
                                  </p:stCondLst>
                                  <p:childTnLst>
                                    <p:set>
                                      <p:cBhvr>
                                        <p:cTn id="34" dur="1" fill="hold">
                                          <p:stCondLst>
                                            <p:cond delay="0"/>
                                          </p:stCondLst>
                                        </p:cTn>
                                        <p:tgtEl>
                                          <p:spTgt spid="18"/>
                                        </p:tgtEl>
                                        <p:attrNameLst>
                                          <p:attrName>style.visibility</p:attrName>
                                        </p:attrNameLst>
                                      </p:cBhvr>
                                      <p:to>
                                        <p:strVal val="visible"/>
                                      </p:to>
                                    </p:set>
                                    <p:animEffect transition="in" filter="wipe(down)">
                                      <p:cBhvr>
                                        <p:cTn id="35" dur="500"/>
                                        <p:tgtEl>
                                          <p:spTgt spid="18"/>
                                        </p:tgtEl>
                                      </p:cBhvr>
                                    </p:animEffect>
                                  </p:childTnLst>
                                </p:cTn>
                              </p:par>
                            </p:childTnLst>
                          </p:cTn>
                        </p:par>
                        <p:par>
                          <p:cTn id="36" fill="hold">
                            <p:stCondLst>
                              <p:cond delay="4000"/>
                            </p:stCondLst>
                            <p:childTnLst>
                              <p:par>
                                <p:cTn id="37" presetID="22" presetClass="entr" presetSubtype="4" fill="hold" grpId="0" nodeType="afterEffect" nodePh="1">
                                  <p:stCondLst>
                                    <p:cond delay="0"/>
                                  </p:stCondLst>
                                  <p:endCondLst>
                                    <p:cond evt="begin" delay="0">
                                      <p:tn val="37"/>
                                    </p:cond>
                                  </p:endCondLst>
                                  <p:childTnLst>
                                    <p:set>
                                      <p:cBhvr>
                                        <p:cTn id="38" dur="1" fill="hold">
                                          <p:stCondLst>
                                            <p:cond delay="0"/>
                                          </p:stCondLst>
                                        </p:cTn>
                                        <p:tgtEl>
                                          <p:spTgt spid="19">
                                            <p:txEl>
                                              <p:pRg st="0" end="0"/>
                                            </p:txEl>
                                          </p:spTgt>
                                        </p:tgtEl>
                                        <p:attrNameLst>
                                          <p:attrName>style.visibility</p:attrName>
                                        </p:attrNameLst>
                                      </p:cBhvr>
                                      <p:to>
                                        <p:strVal val="visible"/>
                                      </p:to>
                                    </p:set>
                                    <p:animEffect transition="in" filter="wipe(down)">
                                      <p:cBhvr>
                                        <p:cTn id="39" dur="500"/>
                                        <p:tgtEl>
                                          <p:spTgt spid="19">
                                            <p:txEl>
                                              <p:pRg st="0" end="0"/>
                                            </p:txEl>
                                          </p:spTgt>
                                        </p:tgtEl>
                                      </p:cBhvr>
                                    </p:animEffect>
                                  </p:childTnLst>
                                </p:cTn>
                              </p:par>
                            </p:childTnLst>
                          </p:cTn>
                        </p:par>
                        <p:par>
                          <p:cTn id="40" fill="hold">
                            <p:stCondLst>
                              <p:cond delay="4500"/>
                            </p:stCondLst>
                            <p:childTnLst>
                              <p:par>
                                <p:cTn id="41" presetID="22" presetClass="entr" presetSubtype="4" fill="hold" grpId="0" nodeType="afterEffect">
                                  <p:stCondLst>
                                    <p:cond delay="0"/>
                                  </p:stCondLst>
                                  <p:childTnLst>
                                    <p:set>
                                      <p:cBhvr>
                                        <p:cTn id="42" dur="1" fill="hold">
                                          <p:stCondLst>
                                            <p:cond delay="0"/>
                                          </p:stCondLst>
                                        </p:cTn>
                                        <p:tgtEl>
                                          <p:spTgt spid="20"/>
                                        </p:tgtEl>
                                        <p:attrNameLst>
                                          <p:attrName>style.visibility</p:attrName>
                                        </p:attrNameLst>
                                      </p:cBhvr>
                                      <p:to>
                                        <p:strVal val="visible"/>
                                      </p:to>
                                    </p:set>
                                    <p:animEffect transition="in" filter="wipe(down)">
                                      <p:cBhvr>
                                        <p:cTn id="43" dur="500"/>
                                        <p:tgtEl>
                                          <p:spTgt spid="20"/>
                                        </p:tgtEl>
                                      </p:cBhvr>
                                    </p:animEffect>
                                  </p:childTnLst>
                                </p:cTn>
                              </p:par>
                            </p:childTnLst>
                          </p:cTn>
                        </p:par>
                        <p:par>
                          <p:cTn id="44" fill="hold">
                            <p:stCondLst>
                              <p:cond delay="5000"/>
                            </p:stCondLst>
                            <p:childTnLst>
                              <p:par>
                                <p:cTn id="45" presetID="22" presetClass="entr" presetSubtype="4" fill="hold" grpId="0" nodeType="afterEffect">
                                  <p:stCondLst>
                                    <p:cond delay="0"/>
                                  </p:stCondLst>
                                  <p:childTnLst>
                                    <p:set>
                                      <p:cBhvr>
                                        <p:cTn id="46" dur="1" fill="hold">
                                          <p:stCondLst>
                                            <p:cond delay="0"/>
                                          </p:stCondLst>
                                        </p:cTn>
                                        <p:tgtEl>
                                          <p:spTgt spid="21"/>
                                        </p:tgtEl>
                                        <p:attrNameLst>
                                          <p:attrName>style.visibility</p:attrName>
                                        </p:attrNameLst>
                                      </p:cBhvr>
                                      <p:to>
                                        <p:strVal val="visible"/>
                                      </p:to>
                                    </p:set>
                                    <p:animEffect transition="in" filter="wipe(down)">
                                      <p:cBhvr>
                                        <p:cTn id="47" dur="500"/>
                                        <p:tgtEl>
                                          <p:spTgt spid="21"/>
                                        </p:tgtEl>
                                      </p:cBhvr>
                                    </p:animEffect>
                                  </p:childTnLst>
                                </p:cTn>
                              </p:par>
                            </p:childTnLst>
                          </p:cTn>
                        </p:par>
                        <p:par>
                          <p:cTn id="48" fill="hold">
                            <p:stCondLst>
                              <p:cond delay="5500"/>
                            </p:stCondLst>
                            <p:childTnLst>
                              <p:par>
                                <p:cTn id="49" presetID="22" presetClass="entr" presetSubtype="4" fill="hold" grpId="0" nodeType="afterEffect" nodePh="1">
                                  <p:stCondLst>
                                    <p:cond delay="0"/>
                                  </p:stCondLst>
                                  <p:endCondLst>
                                    <p:cond evt="begin" delay="0">
                                      <p:tn val="49"/>
                                    </p:cond>
                                  </p:endCondLst>
                                  <p:childTnLst>
                                    <p:set>
                                      <p:cBhvr>
                                        <p:cTn id="50" dur="1" fill="hold">
                                          <p:stCondLst>
                                            <p:cond delay="0"/>
                                          </p:stCondLst>
                                        </p:cTn>
                                        <p:tgtEl>
                                          <p:spTgt spid="22">
                                            <p:txEl>
                                              <p:pRg st="0" end="0"/>
                                            </p:txEl>
                                          </p:spTgt>
                                        </p:tgtEl>
                                        <p:attrNameLst>
                                          <p:attrName>style.visibility</p:attrName>
                                        </p:attrNameLst>
                                      </p:cBhvr>
                                      <p:to>
                                        <p:strVal val="visible"/>
                                      </p:to>
                                    </p:set>
                                    <p:animEffect transition="in" filter="wipe(down)">
                                      <p:cBhvr>
                                        <p:cTn id="51" dur="500"/>
                                        <p:tgtEl>
                                          <p:spTgt spid="22">
                                            <p:txEl>
                                              <p:pRg st="0" end="0"/>
                                            </p:txEl>
                                          </p:spTgt>
                                        </p:tgtEl>
                                      </p:cBhvr>
                                    </p:animEffect>
                                  </p:childTnLst>
                                </p:cTn>
                              </p:par>
                            </p:childTnLst>
                          </p:cTn>
                        </p:par>
                        <p:par>
                          <p:cTn id="52" fill="hold">
                            <p:stCondLst>
                              <p:cond delay="6000"/>
                            </p:stCondLst>
                            <p:childTnLst>
                              <p:par>
                                <p:cTn id="53" presetID="22" presetClass="entr" presetSubtype="4" fill="hold" grpId="0" nodeType="afterEffect">
                                  <p:stCondLst>
                                    <p:cond delay="0"/>
                                  </p:stCondLst>
                                  <p:childTnLst>
                                    <p:set>
                                      <p:cBhvr>
                                        <p:cTn id="54" dur="1" fill="hold">
                                          <p:stCondLst>
                                            <p:cond delay="0"/>
                                          </p:stCondLst>
                                        </p:cTn>
                                        <p:tgtEl>
                                          <p:spTgt spid="23"/>
                                        </p:tgtEl>
                                        <p:attrNameLst>
                                          <p:attrName>style.visibility</p:attrName>
                                        </p:attrNameLst>
                                      </p:cBhvr>
                                      <p:to>
                                        <p:strVal val="visible"/>
                                      </p:to>
                                    </p:set>
                                    <p:animEffect transition="in" filter="wipe(down)">
                                      <p:cBhvr>
                                        <p:cTn id="55" dur="500"/>
                                        <p:tgtEl>
                                          <p:spTgt spid="23"/>
                                        </p:tgtEl>
                                      </p:cBhvr>
                                    </p:animEffect>
                                  </p:childTnLst>
                                </p:cTn>
                              </p:par>
                            </p:childTnLst>
                          </p:cTn>
                        </p:par>
                        <p:par>
                          <p:cTn id="56" fill="hold">
                            <p:stCondLst>
                              <p:cond delay="6500"/>
                            </p:stCondLst>
                            <p:childTnLst>
                              <p:par>
                                <p:cTn id="57" presetID="22" presetClass="entr" presetSubtype="4" fill="hold" grpId="0" nodeType="afterEffect">
                                  <p:stCondLst>
                                    <p:cond delay="0"/>
                                  </p:stCondLst>
                                  <p:childTnLst>
                                    <p:set>
                                      <p:cBhvr>
                                        <p:cTn id="58" dur="1" fill="hold">
                                          <p:stCondLst>
                                            <p:cond delay="0"/>
                                          </p:stCondLst>
                                        </p:cTn>
                                        <p:tgtEl>
                                          <p:spTgt spid="24"/>
                                        </p:tgtEl>
                                        <p:attrNameLst>
                                          <p:attrName>style.visibility</p:attrName>
                                        </p:attrNameLst>
                                      </p:cBhvr>
                                      <p:to>
                                        <p:strVal val="visible"/>
                                      </p:to>
                                    </p:set>
                                    <p:animEffect transition="in" filter="wipe(down)">
                                      <p:cBhvr>
                                        <p:cTn id="59" dur="500"/>
                                        <p:tgtEl>
                                          <p:spTgt spid="24"/>
                                        </p:tgtEl>
                                      </p:cBhvr>
                                    </p:animEffect>
                                  </p:childTnLst>
                                </p:cTn>
                              </p:par>
                            </p:childTnLst>
                          </p:cTn>
                        </p:par>
                        <p:par>
                          <p:cTn id="60" fill="hold">
                            <p:stCondLst>
                              <p:cond delay="7000"/>
                            </p:stCondLst>
                            <p:childTnLst>
                              <p:par>
                                <p:cTn id="61" presetID="22" presetClass="entr" presetSubtype="4" fill="hold" grpId="0" nodeType="afterEffect" nodePh="1">
                                  <p:stCondLst>
                                    <p:cond delay="0"/>
                                  </p:stCondLst>
                                  <p:endCondLst>
                                    <p:cond evt="begin" delay="0">
                                      <p:tn val="61"/>
                                    </p:cond>
                                  </p:endCondLst>
                                  <p:childTnLst>
                                    <p:set>
                                      <p:cBhvr>
                                        <p:cTn id="62" dur="1" fill="hold">
                                          <p:stCondLst>
                                            <p:cond delay="0"/>
                                          </p:stCondLst>
                                        </p:cTn>
                                        <p:tgtEl>
                                          <p:spTgt spid="25">
                                            <p:txEl>
                                              <p:pRg st="0" end="0"/>
                                            </p:txEl>
                                          </p:spTgt>
                                        </p:tgtEl>
                                        <p:attrNameLst>
                                          <p:attrName>style.visibility</p:attrName>
                                        </p:attrNameLst>
                                      </p:cBhvr>
                                      <p:to>
                                        <p:strVal val="visible"/>
                                      </p:to>
                                    </p:set>
                                    <p:animEffect transition="in" filter="wipe(down)">
                                      <p:cBhvr>
                                        <p:cTn id="63" dur="500"/>
                                        <p:tgtEl>
                                          <p:spTgt spid="25">
                                            <p:txEl>
                                              <p:pRg st="0" end="0"/>
                                            </p:txEl>
                                          </p:spTgt>
                                        </p:tgtEl>
                                      </p:cBhvr>
                                    </p:animEffect>
                                  </p:childTnLst>
                                </p:cTn>
                              </p:par>
                            </p:childTnLst>
                          </p:cTn>
                        </p:par>
                        <p:par>
                          <p:cTn id="64" fill="hold">
                            <p:stCondLst>
                              <p:cond delay="7500"/>
                            </p:stCondLst>
                            <p:childTnLst>
                              <p:par>
                                <p:cTn id="65" presetID="22" presetClass="entr" presetSubtype="4" fill="hold" grpId="0" nodeType="afterEffect">
                                  <p:stCondLst>
                                    <p:cond delay="0"/>
                                  </p:stCondLst>
                                  <p:childTnLst>
                                    <p:set>
                                      <p:cBhvr>
                                        <p:cTn id="66" dur="1" fill="hold">
                                          <p:stCondLst>
                                            <p:cond delay="0"/>
                                          </p:stCondLst>
                                        </p:cTn>
                                        <p:tgtEl>
                                          <p:spTgt spid="26"/>
                                        </p:tgtEl>
                                        <p:attrNameLst>
                                          <p:attrName>style.visibility</p:attrName>
                                        </p:attrNameLst>
                                      </p:cBhvr>
                                      <p:to>
                                        <p:strVal val="visible"/>
                                      </p:to>
                                    </p:set>
                                    <p:animEffect transition="in" filter="wipe(down)">
                                      <p:cBhvr>
                                        <p:cTn id="67" dur="500"/>
                                        <p:tgtEl>
                                          <p:spTgt spid="26"/>
                                        </p:tgtEl>
                                      </p:cBhvr>
                                    </p:animEffect>
                                  </p:childTnLst>
                                </p:cTn>
                              </p:par>
                            </p:childTnLst>
                          </p:cTn>
                        </p:par>
                        <p:par>
                          <p:cTn id="68" fill="hold">
                            <p:stCondLst>
                              <p:cond delay="8000"/>
                            </p:stCondLst>
                            <p:childTnLst>
                              <p:par>
                                <p:cTn id="69" presetID="22" presetClass="entr" presetSubtype="4" fill="hold" grpId="0" nodeType="afterEffect">
                                  <p:stCondLst>
                                    <p:cond delay="0"/>
                                  </p:stCondLst>
                                  <p:childTnLst>
                                    <p:set>
                                      <p:cBhvr>
                                        <p:cTn id="70" dur="1" fill="hold">
                                          <p:stCondLst>
                                            <p:cond delay="0"/>
                                          </p:stCondLst>
                                        </p:cTn>
                                        <p:tgtEl>
                                          <p:spTgt spid="27"/>
                                        </p:tgtEl>
                                        <p:attrNameLst>
                                          <p:attrName>style.visibility</p:attrName>
                                        </p:attrNameLst>
                                      </p:cBhvr>
                                      <p:to>
                                        <p:strVal val="visible"/>
                                      </p:to>
                                    </p:set>
                                    <p:animEffect transition="in" filter="wipe(down)">
                                      <p:cBhvr>
                                        <p:cTn id="71" dur="500"/>
                                        <p:tgtEl>
                                          <p:spTgt spid="27"/>
                                        </p:tgtEl>
                                      </p:cBhvr>
                                    </p:animEffect>
                                  </p:childTnLst>
                                </p:cTn>
                              </p:par>
                            </p:childTnLst>
                          </p:cTn>
                        </p:par>
                        <p:par>
                          <p:cTn id="72" fill="hold">
                            <p:stCondLst>
                              <p:cond delay="8500"/>
                            </p:stCondLst>
                            <p:childTnLst>
                              <p:par>
                                <p:cTn id="73" presetID="22" presetClass="entr" presetSubtype="4" fill="hold" grpId="0" nodeType="afterEffect" nodePh="1">
                                  <p:stCondLst>
                                    <p:cond delay="0"/>
                                  </p:stCondLst>
                                  <p:endCondLst>
                                    <p:cond evt="begin" delay="0">
                                      <p:tn val="73"/>
                                    </p:cond>
                                  </p:endCondLst>
                                  <p:childTnLst>
                                    <p:set>
                                      <p:cBhvr>
                                        <p:cTn id="74" dur="1" fill="hold">
                                          <p:stCondLst>
                                            <p:cond delay="0"/>
                                          </p:stCondLst>
                                        </p:cTn>
                                        <p:tgtEl>
                                          <p:spTgt spid="28">
                                            <p:txEl>
                                              <p:pRg st="0" end="0"/>
                                            </p:txEl>
                                          </p:spTgt>
                                        </p:tgtEl>
                                        <p:attrNameLst>
                                          <p:attrName>style.visibility</p:attrName>
                                        </p:attrNameLst>
                                      </p:cBhvr>
                                      <p:to>
                                        <p:strVal val="visible"/>
                                      </p:to>
                                    </p:set>
                                    <p:animEffect transition="in" filter="wipe(down)">
                                      <p:cBhvr>
                                        <p:cTn id="75" dur="500"/>
                                        <p:tgtEl>
                                          <p:spTgt spid="28">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4" grpId="0" animBg="1"/>
      <p:bldP spid="13"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13"/>
                        </p:tgtEl>
                        <p:attrNameLst>
                          <p:attrName>style.visibility</p:attrName>
                        </p:attrNameLst>
                      </p:cBhvr>
                      <p:to>
                        <p:strVal val="visible"/>
                      </p:to>
                    </p:set>
                    <p:animEffect transition="in" filter="wipe(down)">
                      <p:cBhvr>
                        <p:cTn dur="500"/>
                        <p:tgtEl>
                          <p:spTgt spid="13"/>
                        </p:tgtEl>
                      </p:cBhvr>
                    </p:animEffect>
                  </p:childTnLst>
                </p:cTn>
              </p:par>
            </p:tnLst>
          </p:tmpl>
        </p:tmplLst>
      </p:bldP>
      <p:bldP spid="14" grpId="0"/>
      <p:bldP spid="15" grpId="0" animBg="1"/>
      <p:bldP spid="16"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16"/>
                        </p:tgtEl>
                        <p:attrNameLst>
                          <p:attrName>style.visibility</p:attrName>
                        </p:attrNameLst>
                      </p:cBhvr>
                      <p:to>
                        <p:strVal val="visible"/>
                      </p:to>
                    </p:set>
                    <p:animEffect transition="in" filter="wipe(down)">
                      <p:cBhvr>
                        <p:cTn dur="500"/>
                        <p:tgtEl>
                          <p:spTgt spid="16"/>
                        </p:tgtEl>
                      </p:cBhvr>
                    </p:animEffect>
                  </p:childTnLst>
                </p:cTn>
              </p:par>
            </p:tnLst>
          </p:tmpl>
        </p:tmplLst>
      </p:bldP>
      <p:bldP spid="17" grpId="0"/>
      <p:bldP spid="18" grpId="0" animBg="1"/>
      <p:bldP spid="19"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19"/>
                        </p:tgtEl>
                        <p:attrNameLst>
                          <p:attrName>style.visibility</p:attrName>
                        </p:attrNameLst>
                      </p:cBhvr>
                      <p:to>
                        <p:strVal val="visible"/>
                      </p:to>
                    </p:set>
                    <p:animEffect transition="in" filter="wipe(down)">
                      <p:cBhvr>
                        <p:cTn dur="500"/>
                        <p:tgtEl>
                          <p:spTgt spid="19"/>
                        </p:tgtEl>
                      </p:cBhvr>
                    </p:animEffect>
                  </p:childTnLst>
                </p:cTn>
              </p:par>
            </p:tnLst>
          </p:tmpl>
        </p:tmplLst>
      </p:bldP>
      <p:bldP spid="20" grpId="0"/>
      <p:bldP spid="21" grpId="0" animBg="1"/>
      <p:bldP spid="22"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2"/>
                        </p:tgtEl>
                        <p:attrNameLst>
                          <p:attrName>style.visibility</p:attrName>
                        </p:attrNameLst>
                      </p:cBhvr>
                      <p:to>
                        <p:strVal val="visible"/>
                      </p:to>
                    </p:set>
                    <p:animEffect transition="in" filter="wipe(down)">
                      <p:cBhvr>
                        <p:cTn dur="500"/>
                        <p:tgtEl>
                          <p:spTgt spid="22"/>
                        </p:tgtEl>
                      </p:cBhvr>
                    </p:animEffect>
                  </p:childTnLst>
                </p:cTn>
              </p:par>
            </p:tnLst>
          </p:tmpl>
        </p:tmplLst>
      </p:bldP>
      <p:bldP spid="23" grpId="0"/>
      <p:bldP spid="24" grpId="0" animBg="1"/>
      <p:bldP spid="25"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5"/>
                        </p:tgtEl>
                        <p:attrNameLst>
                          <p:attrName>style.visibility</p:attrName>
                        </p:attrNameLst>
                      </p:cBhvr>
                      <p:to>
                        <p:strVal val="visible"/>
                      </p:to>
                    </p:set>
                    <p:animEffect transition="in" filter="wipe(down)">
                      <p:cBhvr>
                        <p:cTn dur="500"/>
                        <p:tgtEl>
                          <p:spTgt spid="25"/>
                        </p:tgtEl>
                      </p:cBhvr>
                    </p:animEffect>
                  </p:childTnLst>
                </p:cTn>
              </p:par>
            </p:tnLst>
          </p:tmpl>
        </p:tmplLst>
      </p:bldP>
      <p:bldP spid="26" grpId="0"/>
      <p:bldP spid="27" grpId="0" animBg="1"/>
      <p:bldP spid="28"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8"/>
                        </p:tgtEl>
                        <p:attrNameLst>
                          <p:attrName>style.visibility</p:attrName>
                        </p:attrNameLst>
                      </p:cBhvr>
                      <p:to>
                        <p:strVal val="visible"/>
                      </p:to>
                    </p:set>
                    <p:animEffect transition="in" filter="wipe(down)">
                      <p:cBhvr>
                        <p:cTn dur="500"/>
                        <p:tgtEl>
                          <p:spTgt spid="28"/>
                        </p:tgtEl>
                      </p:cBhvr>
                    </p:animEffect>
                  </p:childTnLst>
                </p:cTn>
              </p:par>
            </p:tnLst>
          </p:tmpl>
        </p:tmplLst>
      </p:bldP>
    </p:bldLst>
  </p:timing>
</p:sldLayout>
</file>

<file path=ppt/slideLayouts/slideLayout382.xml><?xml version="1.0" encoding="utf-8"?>
<p:sldLayout xmlns:a="http://schemas.openxmlformats.org/drawingml/2006/main" xmlns:r="http://schemas.openxmlformats.org/officeDocument/2006/relationships" xmlns:p="http://schemas.openxmlformats.org/presentationml/2006/main" userDrawn="1">
  <p:cSld name="MockUp02">
    <p:spTree>
      <p:nvGrpSpPr>
        <p:cNvPr id="1" name=""/>
        <p:cNvGrpSpPr/>
        <p:nvPr/>
      </p:nvGrpSpPr>
      <p:grpSpPr>
        <a:xfrm>
          <a:off x="0" y="0"/>
          <a:ext cx="0" cy="0"/>
          <a:chOff x="0" y="0"/>
          <a:chExt cx="0" cy="0"/>
        </a:xfrm>
      </p:grpSpPr>
      <p:grpSp>
        <p:nvGrpSpPr>
          <p:cNvPr id="14" name="Group 13"/>
          <p:cNvGrpSpPr/>
          <p:nvPr userDrawn="1"/>
        </p:nvGrpSpPr>
        <p:grpSpPr>
          <a:xfrm>
            <a:off x="4811183" y="1589752"/>
            <a:ext cx="2569636" cy="4785648"/>
            <a:chOff x="6140449" y="1116114"/>
            <a:chExt cx="1927226" cy="3589236"/>
          </a:xfrm>
        </p:grpSpPr>
        <p:sp>
          <p:nvSpPr>
            <p:cNvPr id="15" name="Rectangle 14"/>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18"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rgbClr val="7F8183"/>
            </a:solid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sp>
        <p:nvSpPr>
          <p:cNvPr id="20" name="Picture Placeholder 7"/>
          <p:cNvSpPr>
            <a:spLocks noGrp="1"/>
          </p:cNvSpPr>
          <p:nvPr>
            <p:ph type="pic" sz="quarter" idx="10" hasCustomPrompt="1"/>
          </p:nvPr>
        </p:nvSpPr>
        <p:spPr>
          <a:xfrm>
            <a:off x="4978400" y="2267109"/>
            <a:ext cx="2235200" cy="3386444"/>
          </a:xfrm>
          <a:prstGeom prst="rect">
            <a:avLst/>
          </a:prstGeom>
          <a:ln>
            <a:noFill/>
          </a:ln>
        </p:spPr>
        <p:txBody>
          <a:bodyPr bIns="45720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10"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1"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257037109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500" fill="hold"/>
                                        <p:tgtEl>
                                          <p:spTgt spid="14"/>
                                        </p:tgtEl>
                                        <p:attrNameLst>
                                          <p:attrName>ppt_x</p:attrName>
                                        </p:attrNameLst>
                                      </p:cBhvr>
                                      <p:tavLst>
                                        <p:tav tm="0">
                                          <p:val>
                                            <p:strVal val="#ppt_x"/>
                                          </p:val>
                                        </p:tav>
                                        <p:tav tm="100000">
                                          <p:val>
                                            <p:strVal val="#ppt_x"/>
                                          </p:val>
                                        </p:tav>
                                      </p:tavLst>
                                    </p:anim>
                                    <p:anim calcmode="lin" valueType="num">
                                      <p:cBhvr additive="base">
                                        <p:cTn id="8" dur="500" fill="hold"/>
                                        <p:tgtEl>
                                          <p:spTgt spid="14"/>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4" fill="hold" grpId="0" nodeType="after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wipe(down)">
                                      <p:cBhvr>
                                        <p:cTn id="12"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Lst>
  </p:timing>
</p:sldLayout>
</file>

<file path=ppt/slideLayouts/slideLayout383.xml><?xml version="1.0" encoding="utf-8"?>
<p:sldLayout xmlns:a="http://schemas.openxmlformats.org/drawingml/2006/main" xmlns:r="http://schemas.openxmlformats.org/officeDocument/2006/relationships" xmlns:p="http://schemas.openxmlformats.org/presentationml/2006/main" preserve="1" userDrawn="1">
  <p:cSld name="2_MockUp02">
    <p:spTree>
      <p:nvGrpSpPr>
        <p:cNvPr id="1" name=""/>
        <p:cNvGrpSpPr/>
        <p:nvPr/>
      </p:nvGrpSpPr>
      <p:grpSpPr>
        <a:xfrm>
          <a:off x="0" y="0"/>
          <a:ext cx="0" cy="0"/>
          <a:chOff x="0" y="0"/>
          <a:chExt cx="0" cy="0"/>
        </a:xfrm>
      </p:grpSpPr>
      <p:grpSp>
        <p:nvGrpSpPr>
          <p:cNvPr id="2" name="Group 17"/>
          <p:cNvGrpSpPr/>
          <p:nvPr userDrawn="1"/>
        </p:nvGrpSpPr>
        <p:grpSpPr>
          <a:xfrm>
            <a:off x="3968595" y="1726608"/>
            <a:ext cx="4343760" cy="3456120"/>
            <a:chOff x="2094899" y="1081795"/>
            <a:chExt cx="4400683" cy="3501414"/>
          </a:xfrm>
        </p:grpSpPr>
        <p:sp>
          <p:nvSpPr>
            <p:cNvPr id="20" name="Rectangle 19"/>
            <p:cNvSpPr/>
            <p:nvPr/>
          </p:nvSpPr>
          <p:spPr>
            <a:xfrm>
              <a:off x="2261198" y="1247618"/>
              <a:ext cx="4081379" cy="225986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rtl="1" fontAlgn="auto">
                <a:spcBef>
                  <a:spcPts val="0"/>
                </a:spcBef>
                <a:spcAft>
                  <a:spcPts val="0"/>
                </a:spcAft>
              </a:pPr>
              <a:endParaRPr lang="en-US" sz="2667" dirty="0">
                <a:solidFill>
                  <a:srgbClr val="FFFFFF"/>
                </a:solidFill>
              </a:endParaRPr>
            </a:p>
          </p:txBody>
        </p:sp>
        <p:sp>
          <p:nvSpPr>
            <p:cNvPr id="31" name="Freeform 5"/>
            <p:cNvSpPr>
              <a:spLocks noEditPoints="1"/>
            </p:cNvSpPr>
            <p:nvPr/>
          </p:nvSpPr>
          <p:spPr bwMode="auto">
            <a:xfrm>
              <a:off x="2094899" y="1081795"/>
              <a:ext cx="4400683" cy="2608522"/>
            </a:xfrm>
            <a:custGeom>
              <a:avLst/>
              <a:gdLst/>
              <a:ahLst/>
              <a:cxnLst>
                <a:cxn ang="0">
                  <a:pos x="1757" y="0"/>
                </a:cxn>
                <a:cxn ang="0">
                  <a:pos x="921" y="0"/>
                </a:cxn>
                <a:cxn ang="0">
                  <a:pos x="893" y="0"/>
                </a:cxn>
                <a:cxn ang="0">
                  <a:pos x="56" y="0"/>
                </a:cxn>
                <a:cxn ang="0">
                  <a:pos x="0" y="47"/>
                </a:cxn>
                <a:cxn ang="0">
                  <a:pos x="0" y="1076"/>
                </a:cxn>
                <a:cxn ang="0">
                  <a:pos x="1816" y="1076"/>
                </a:cxn>
                <a:cxn ang="0">
                  <a:pos x="1816" y="47"/>
                </a:cxn>
                <a:cxn ang="0">
                  <a:pos x="1757" y="0"/>
                </a:cxn>
                <a:cxn ang="0">
                  <a:pos x="1732" y="1000"/>
                </a:cxn>
                <a:cxn ang="0">
                  <a:pos x="76" y="1000"/>
                </a:cxn>
                <a:cxn ang="0">
                  <a:pos x="76" y="68"/>
                </a:cxn>
                <a:cxn ang="0">
                  <a:pos x="1732" y="68"/>
                </a:cxn>
                <a:cxn ang="0">
                  <a:pos x="1732" y="1000"/>
                </a:cxn>
              </a:cxnLst>
              <a:rect l="0" t="0" r="r" b="b"/>
              <a:pathLst>
                <a:path w="1816" h="1076">
                  <a:moveTo>
                    <a:pt x="1757" y="0"/>
                  </a:moveTo>
                  <a:cubicBezTo>
                    <a:pt x="921" y="0"/>
                    <a:pt x="921" y="0"/>
                    <a:pt x="921" y="0"/>
                  </a:cubicBezTo>
                  <a:cubicBezTo>
                    <a:pt x="893" y="0"/>
                    <a:pt x="893" y="0"/>
                    <a:pt x="893" y="0"/>
                  </a:cubicBezTo>
                  <a:cubicBezTo>
                    <a:pt x="56" y="0"/>
                    <a:pt x="56" y="0"/>
                    <a:pt x="56" y="0"/>
                  </a:cubicBezTo>
                  <a:cubicBezTo>
                    <a:pt x="27" y="0"/>
                    <a:pt x="0" y="17"/>
                    <a:pt x="0" y="47"/>
                  </a:cubicBezTo>
                  <a:cubicBezTo>
                    <a:pt x="0" y="1076"/>
                    <a:pt x="0" y="1076"/>
                    <a:pt x="0" y="1076"/>
                  </a:cubicBezTo>
                  <a:cubicBezTo>
                    <a:pt x="1816" y="1076"/>
                    <a:pt x="1816" y="1076"/>
                    <a:pt x="1816" y="1076"/>
                  </a:cubicBezTo>
                  <a:cubicBezTo>
                    <a:pt x="1816" y="47"/>
                    <a:pt x="1816" y="47"/>
                    <a:pt x="1816" y="47"/>
                  </a:cubicBezTo>
                  <a:cubicBezTo>
                    <a:pt x="1816" y="17"/>
                    <a:pt x="1787" y="0"/>
                    <a:pt x="1757" y="0"/>
                  </a:cubicBezTo>
                  <a:moveTo>
                    <a:pt x="1732" y="1000"/>
                  </a:moveTo>
                  <a:cubicBezTo>
                    <a:pt x="76" y="1000"/>
                    <a:pt x="76" y="1000"/>
                    <a:pt x="76" y="1000"/>
                  </a:cubicBezTo>
                  <a:cubicBezTo>
                    <a:pt x="76" y="68"/>
                    <a:pt x="76" y="68"/>
                    <a:pt x="76" y="68"/>
                  </a:cubicBezTo>
                  <a:cubicBezTo>
                    <a:pt x="1732" y="68"/>
                    <a:pt x="1732" y="68"/>
                    <a:pt x="1732" y="68"/>
                  </a:cubicBezTo>
                  <a:cubicBezTo>
                    <a:pt x="1732" y="1000"/>
                    <a:pt x="1732" y="1000"/>
                    <a:pt x="1732" y="1000"/>
                  </a:cubicBezTo>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p>
              <a:pPr algn="r" defTabSz="1375467" rtl="1"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33" name="Freeform 23"/>
            <p:cNvSpPr>
              <a:spLocks/>
            </p:cNvSpPr>
            <p:nvPr/>
          </p:nvSpPr>
          <p:spPr bwMode="auto">
            <a:xfrm>
              <a:off x="2311744" y="1247618"/>
              <a:ext cx="3979748" cy="2259869"/>
            </a:xfrm>
            <a:custGeom>
              <a:avLst/>
              <a:gdLst/>
              <a:ahLst/>
              <a:cxnLst>
                <a:cxn ang="0">
                  <a:pos x="1872" y="0"/>
                </a:cxn>
                <a:cxn ang="0">
                  <a:pos x="0" y="0"/>
                </a:cxn>
                <a:cxn ang="0">
                  <a:pos x="1872" y="1063"/>
                </a:cxn>
                <a:cxn ang="0">
                  <a:pos x="1872" y="0"/>
                </a:cxn>
              </a:cxnLst>
              <a:rect l="0" t="0" r="r" b="b"/>
              <a:pathLst>
                <a:path w="1872" h="1063">
                  <a:moveTo>
                    <a:pt x="1872" y="0"/>
                  </a:moveTo>
                  <a:lnTo>
                    <a:pt x="0" y="0"/>
                  </a:lnTo>
                  <a:lnTo>
                    <a:pt x="1872" y="1063"/>
                  </a:lnTo>
                  <a:lnTo>
                    <a:pt x="1872" y="0"/>
                  </a:lnTo>
                  <a:close/>
                </a:path>
              </a:pathLst>
            </a:custGeom>
            <a:solidFill>
              <a:srgbClr val="FFFFFF">
                <a:alpha val="16000"/>
              </a:srgbClr>
            </a:solidFill>
            <a:ln w="9525">
              <a:noFill/>
              <a:round/>
              <a:headEnd/>
              <a:tailEnd/>
            </a:ln>
          </p:spPr>
          <p:txBody>
            <a:bodyPr vert="horz" wrap="square" lIns="91440" tIns="45720" rIns="91440" bIns="45720" numCol="1" anchor="t" anchorCtr="0" compatLnSpc="1">
              <a:prstTxWarp prst="textNoShape">
                <a:avLst/>
              </a:prstTxWarp>
            </a:bodyPr>
            <a:lstStyle/>
            <a:p>
              <a:pPr algn="r" defTabSz="1375467" rtl="1"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34" name="Freeform 27"/>
            <p:cNvSpPr>
              <a:spLocks/>
            </p:cNvSpPr>
            <p:nvPr/>
          </p:nvSpPr>
          <p:spPr bwMode="auto">
            <a:xfrm>
              <a:off x="2094899" y="3690315"/>
              <a:ext cx="4400683" cy="397550"/>
            </a:xfrm>
            <a:custGeom>
              <a:avLst/>
              <a:gdLst/>
              <a:ahLst/>
              <a:cxnLst>
                <a:cxn ang="0">
                  <a:pos x="0" y="0"/>
                </a:cxn>
                <a:cxn ang="0">
                  <a:pos x="0" y="100"/>
                </a:cxn>
                <a:cxn ang="0">
                  <a:pos x="56" y="164"/>
                </a:cxn>
                <a:cxn ang="0">
                  <a:pos x="893" y="164"/>
                </a:cxn>
                <a:cxn ang="0">
                  <a:pos x="921" y="164"/>
                </a:cxn>
                <a:cxn ang="0">
                  <a:pos x="1757" y="164"/>
                </a:cxn>
                <a:cxn ang="0">
                  <a:pos x="1816" y="100"/>
                </a:cxn>
                <a:cxn ang="0">
                  <a:pos x="1816" y="0"/>
                </a:cxn>
                <a:cxn ang="0">
                  <a:pos x="0" y="0"/>
                </a:cxn>
              </a:cxnLst>
              <a:rect l="0" t="0" r="r" b="b"/>
              <a:pathLst>
                <a:path w="1816" h="164">
                  <a:moveTo>
                    <a:pt x="0" y="0"/>
                  </a:moveTo>
                  <a:cubicBezTo>
                    <a:pt x="0" y="100"/>
                    <a:pt x="0" y="100"/>
                    <a:pt x="0" y="100"/>
                  </a:cubicBezTo>
                  <a:cubicBezTo>
                    <a:pt x="0" y="130"/>
                    <a:pt x="27" y="164"/>
                    <a:pt x="56" y="164"/>
                  </a:cubicBezTo>
                  <a:cubicBezTo>
                    <a:pt x="893" y="164"/>
                    <a:pt x="893" y="164"/>
                    <a:pt x="893" y="164"/>
                  </a:cubicBezTo>
                  <a:cubicBezTo>
                    <a:pt x="921" y="164"/>
                    <a:pt x="921" y="164"/>
                    <a:pt x="921" y="164"/>
                  </a:cubicBezTo>
                  <a:cubicBezTo>
                    <a:pt x="1757" y="164"/>
                    <a:pt x="1757" y="164"/>
                    <a:pt x="1757" y="164"/>
                  </a:cubicBezTo>
                  <a:cubicBezTo>
                    <a:pt x="1787" y="164"/>
                    <a:pt x="1816" y="130"/>
                    <a:pt x="1816" y="100"/>
                  </a:cubicBezTo>
                  <a:cubicBezTo>
                    <a:pt x="1816" y="0"/>
                    <a:pt x="1816" y="0"/>
                    <a:pt x="1816" y="0"/>
                  </a:cubicBezTo>
                  <a:lnTo>
                    <a:pt x="0" y="0"/>
                  </a:lnTo>
                  <a:close/>
                </a:path>
              </a:pathLst>
            </a:custGeom>
            <a:gradFill>
              <a:gsLst>
                <a:gs pos="83000">
                  <a:schemeClr val="bg1">
                    <a:lumMod val="75000"/>
                  </a:schemeClr>
                </a:gs>
                <a:gs pos="54000">
                  <a:schemeClr val="bg1">
                    <a:lumMod val="85000"/>
                  </a:schemeClr>
                </a:gs>
              </a:gsLst>
              <a:lin ang="1800000" scaled="0"/>
            </a:gradFill>
            <a:ln w="9525">
              <a:noFill/>
              <a:round/>
              <a:headEnd/>
              <a:tailEnd/>
            </a:ln>
          </p:spPr>
          <p:txBody>
            <a:bodyPr vert="horz" wrap="square" lIns="91440" tIns="45720" rIns="91440" bIns="45720" numCol="1" anchor="t" anchorCtr="0" compatLnSpc="1">
              <a:prstTxWarp prst="textNoShape">
                <a:avLst/>
              </a:prstTxWarp>
            </a:bodyPr>
            <a:lstStyle/>
            <a:p>
              <a:pPr algn="r" defTabSz="1375467" rtl="1" fontAlgn="auto">
                <a:spcBef>
                  <a:spcPts val="0"/>
                </a:spcBef>
                <a:spcAft>
                  <a:spcPts val="0"/>
                </a:spcAft>
              </a:pPr>
              <a:r>
                <a:rPr lang="en-US" sz="2667" dirty="0" smtClean="0">
                  <a:solidFill>
                    <a:srgbClr val="262626"/>
                  </a:solidFill>
                  <a:latin typeface="Roboto Condensed"/>
                  <a:cs typeface="Simplified Arabic" panose="02020603050405020304" pitchFamily="18" charset="-78"/>
                </a:rPr>
                <a:t> </a:t>
              </a:r>
              <a:endParaRPr lang="en-US" sz="2667" dirty="0">
                <a:solidFill>
                  <a:srgbClr val="262626"/>
                </a:solidFill>
                <a:latin typeface="Roboto Condensed"/>
                <a:cs typeface="Simplified Arabic" panose="02020603050405020304" pitchFamily="18" charset="-78"/>
              </a:endParaRPr>
            </a:p>
          </p:txBody>
        </p:sp>
        <p:sp>
          <p:nvSpPr>
            <p:cNvPr id="35" name="Freeform 29"/>
            <p:cNvSpPr>
              <a:spLocks/>
            </p:cNvSpPr>
            <p:nvPr/>
          </p:nvSpPr>
          <p:spPr bwMode="auto">
            <a:xfrm>
              <a:off x="3506519" y="4087866"/>
              <a:ext cx="1590198" cy="495343"/>
            </a:xfrm>
            <a:custGeom>
              <a:avLst/>
              <a:gdLst/>
              <a:ahLst/>
              <a:cxnLst>
                <a:cxn ang="0">
                  <a:pos x="335" y="0"/>
                </a:cxn>
                <a:cxn ang="0">
                  <a:pos x="322" y="0"/>
                </a:cxn>
                <a:cxn ang="0">
                  <a:pos x="143" y="0"/>
                </a:cxn>
                <a:cxn ang="0">
                  <a:pos x="102" y="128"/>
                </a:cxn>
                <a:cxn ang="0">
                  <a:pos x="108" y="204"/>
                </a:cxn>
                <a:cxn ang="0">
                  <a:pos x="322" y="204"/>
                </a:cxn>
                <a:cxn ang="0">
                  <a:pos x="335" y="204"/>
                </a:cxn>
                <a:cxn ang="0">
                  <a:pos x="549" y="204"/>
                </a:cxn>
                <a:cxn ang="0">
                  <a:pos x="555" y="128"/>
                </a:cxn>
                <a:cxn ang="0">
                  <a:pos x="513" y="0"/>
                </a:cxn>
                <a:cxn ang="0">
                  <a:pos x="335" y="0"/>
                </a:cxn>
              </a:cxnLst>
              <a:rect l="0" t="0" r="r" b="b"/>
              <a:pathLst>
                <a:path w="656" h="204">
                  <a:moveTo>
                    <a:pt x="335" y="0"/>
                  </a:moveTo>
                  <a:cubicBezTo>
                    <a:pt x="322" y="0"/>
                    <a:pt x="322" y="0"/>
                    <a:pt x="322" y="0"/>
                  </a:cubicBezTo>
                  <a:cubicBezTo>
                    <a:pt x="143" y="0"/>
                    <a:pt x="143" y="0"/>
                    <a:pt x="143" y="0"/>
                  </a:cubicBezTo>
                  <a:cubicBezTo>
                    <a:pt x="143" y="0"/>
                    <a:pt x="142" y="88"/>
                    <a:pt x="102" y="128"/>
                  </a:cubicBezTo>
                  <a:cubicBezTo>
                    <a:pt x="62" y="169"/>
                    <a:pt x="0" y="204"/>
                    <a:pt x="108" y="204"/>
                  </a:cubicBezTo>
                  <a:cubicBezTo>
                    <a:pt x="322" y="204"/>
                    <a:pt x="322" y="204"/>
                    <a:pt x="322" y="204"/>
                  </a:cubicBezTo>
                  <a:cubicBezTo>
                    <a:pt x="335" y="204"/>
                    <a:pt x="335" y="204"/>
                    <a:pt x="335" y="204"/>
                  </a:cubicBezTo>
                  <a:cubicBezTo>
                    <a:pt x="549" y="204"/>
                    <a:pt x="549" y="204"/>
                    <a:pt x="549" y="204"/>
                  </a:cubicBezTo>
                  <a:cubicBezTo>
                    <a:pt x="656" y="204"/>
                    <a:pt x="594" y="169"/>
                    <a:pt x="555" y="128"/>
                  </a:cubicBezTo>
                  <a:cubicBezTo>
                    <a:pt x="515" y="88"/>
                    <a:pt x="513" y="0"/>
                    <a:pt x="513" y="0"/>
                  </a:cubicBezTo>
                  <a:lnTo>
                    <a:pt x="335" y="0"/>
                  </a:lnTo>
                  <a:close/>
                </a:path>
              </a:pathLst>
            </a:custGeom>
            <a:gradFill>
              <a:gsLst>
                <a:gs pos="42000">
                  <a:schemeClr val="bg1">
                    <a:lumMod val="75000"/>
                  </a:schemeClr>
                </a:gs>
                <a:gs pos="6000">
                  <a:schemeClr val="bg1">
                    <a:lumMod val="85000"/>
                  </a:schemeClr>
                </a:gs>
                <a:gs pos="0">
                  <a:schemeClr val="bg1">
                    <a:lumMod val="65000"/>
                  </a:schemeClr>
                </a:gs>
              </a:gsLst>
              <a:lin ang="5400000" scaled="0"/>
            </a:gradFill>
            <a:ln w="9525">
              <a:noFill/>
              <a:round/>
              <a:headEnd/>
              <a:tailEnd/>
            </a:ln>
          </p:spPr>
          <p:txBody>
            <a:bodyPr vert="horz" wrap="square" lIns="91440" tIns="45720" rIns="91440" bIns="45720" numCol="1" anchor="t" anchorCtr="0" compatLnSpc="1">
              <a:prstTxWarp prst="textNoShape">
                <a:avLst/>
              </a:prstTxWarp>
            </a:bodyPr>
            <a:lstStyle/>
            <a:p>
              <a:pPr algn="r" defTabSz="1375467" rtl="1"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sp>
        <p:nvSpPr>
          <p:cNvPr id="36" name="Picture Placeholder 7"/>
          <p:cNvSpPr>
            <a:spLocks noGrp="1"/>
          </p:cNvSpPr>
          <p:nvPr>
            <p:ph type="pic" sz="quarter" idx="10" hasCustomPrompt="1"/>
          </p:nvPr>
        </p:nvSpPr>
        <p:spPr>
          <a:xfrm>
            <a:off x="4153968" y="1879600"/>
            <a:ext cx="3944649" cy="2230637"/>
          </a:xfrm>
          <a:prstGeom prst="rect">
            <a:avLst/>
          </a:prstGeom>
          <a:ln>
            <a:noFill/>
          </a:ln>
        </p:spPr>
        <p:txBody>
          <a:bodyPr tIns="0" bIns="27432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13"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4"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219083399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4" fill="hold" grpId="0" nodeType="afterEffect">
                                  <p:stCondLst>
                                    <p:cond delay="0"/>
                                  </p:stCondLst>
                                  <p:childTnLst>
                                    <p:set>
                                      <p:cBhvr>
                                        <p:cTn id="11" dur="1" fill="hold">
                                          <p:stCondLst>
                                            <p:cond delay="0"/>
                                          </p:stCondLst>
                                        </p:cTn>
                                        <p:tgtEl>
                                          <p:spTgt spid="36"/>
                                        </p:tgtEl>
                                        <p:attrNameLst>
                                          <p:attrName>style.visibility</p:attrName>
                                        </p:attrNameLst>
                                      </p:cBhvr>
                                      <p:to>
                                        <p:strVal val="visible"/>
                                      </p:to>
                                    </p:set>
                                    <p:animEffect transition="in" filter="wipe(down)">
                                      <p:cBhvr>
                                        <p:cTn id="12" dur="50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p:bldLst>
  </p:timing>
</p:sldLayout>
</file>

<file path=ppt/slideLayouts/slideLayout384.xml><?xml version="1.0" encoding="utf-8"?>
<p:sldLayout xmlns:a="http://schemas.openxmlformats.org/drawingml/2006/main" xmlns:r="http://schemas.openxmlformats.org/officeDocument/2006/relationships" xmlns:p="http://schemas.openxmlformats.org/presentationml/2006/main" userDrawn="1">
  <p:cSld name="MockUp5">
    <p:spTree>
      <p:nvGrpSpPr>
        <p:cNvPr id="1" name=""/>
        <p:cNvGrpSpPr/>
        <p:nvPr/>
      </p:nvGrpSpPr>
      <p:grpSpPr>
        <a:xfrm>
          <a:off x="0" y="0"/>
          <a:ext cx="0" cy="0"/>
          <a:chOff x="0" y="0"/>
          <a:chExt cx="0" cy="0"/>
        </a:xfrm>
      </p:grpSpPr>
      <p:grpSp>
        <p:nvGrpSpPr>
          <p:cNvPr id="2" name="Group 20"/>
          <p:cNvGrpSpPr/>
          <p:nvPr userDrawn="1"/>
        </p:nvGrpSpPr>
        <p:grpSpPr>
          <a:xfrm>
            <a:off x="5558337" y="1602393"/>
            <a:ext cx="5867577" cy="4668552"/>
            <a:chOff x="2094899" y="1081795"/>
            <a:chExt cx="4400683" cy="3501414"/>
          </a:xfrm>
        </p:grpSpPr>
        <p:sp>
          <p:nvSpPr>
            <p:cNvPr id="22" name="Rectangle 21"/>
            <p:cNvSpPr/>
            <p:nvPr/>
          </p:nvSpPr>
          <p:spPr>
            <a:xfrm>
              <a:off x="2261198" y="1247618"/>
              <a:ext cx="4081379" cy="225986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23" name="Freeform 5"/>
            <p:cNvSpPr>
              <a:spLocks noEditPoints="1"/>
            </p:cNvSpPr>
            <p:nvPr/>
          </p:nvSpPr>
          <p:spPr bwMode="auto">
            <a:xfrm>
              <a:off x="2094899" y="1081795"/>
              <a:ext cx="4400683" cy="2608522"/>
            </a:xfrm>
            <a:custGeom>
              <a:avLst/>
              <a:gdLst/>
              <a:ahLst/>
              <a:cxnLst>
                <a:cxn ang="0">
                  <a:pos x="1757" y="0"/>
                </a:cxn>
                <a:cxn ang="0">
                  <a:pos x="921" y="0"/>
                </a:cxn>
                <a:cxn ang="0">
                  <a:pos x="893" y="0"/>
                </a:cxn>
                <a:cxn ang="0">
                  <a:pos x="56" y="0"/>
                </a:cxn>
                <a:cxn ang="0">
                  <a:pos x="0" y="47"/>
                </a:cxn>
                <a:cxn ang="0">
                  <a:pos x="0" y="1076"/>
                </a:cxn>
                <a:cxn ang="0">
                  <a:pos x="1816" y="1076"/>
                </a:cxn>
                <a:cxn ang="0">
                  <a:pos x="1816" y="47"/>
                </a:cxn>
                <a:cxn ang="0">
                  <a:pos x="1757" y="0"/>
                </a:cxn>
                <a:cxn ang="0">
                  <a:pos x="1732" y="1000"/>
                </a:cxn>
                <a:cxn ang="0">
                  <a:pos x="76" y="1000"/>
                </a:cxn>
                <a:cxn ang="0">
                  <a:pos x="76" y="68"/>
                </a:cxn>
                <a:cxn ang="0">
                  <a:pos x="1732" y="68"/>
                </a:cxn>
                <a:cxn ang="0">
                  <a:pos x="1732" y="1000"/>
                </a:cxn>
              </a:cxnLst>
              <a:rect l="0" t="0" r="r" b="b"/>
              <a:pathLst>
                <a:path w="1816" h="1076">
                  <a:moveTo>
                    <a:pt x="1757" y="0"/>
                  </a:moveTo>
                  <a:cubicBezTo>
                    <a:pt x="921" y="0"/>
                    <a:pt x="921" y="0"/>
                    <a:pt x="921" y="0"/>
                  </a:cubicBezTo>
                  <a:cubicBezTo>
                    <a:pt x="893" y="0"/>
                    <a:pt x="893" y="0"/>
                    <a:pt x="893" y="0"/>
                  </a:cubicBezTo>
                  <a:cubicBezTo>
                    <a:pt x="56" y="0"/>
                    <a:pt x="56" y="0"/>
                    <a:pt x="56" y="0"/>
                  </a:cubicBezTo>
                  <a:cubicBezTo>
                    <a:pt x="27" y="0"/>
                    <a:pt x="0" y="17"/>
                    <a:pt x="0" y="47"/>
                  </a:cubicBezTo>
                  <a:cubicBezTo>
                    <a:pt x="0" y="1076"/>
                    <a:pt x="0" y="1076"/>
                    <a:pt x="0" y="1076"/>
                  </a:cubicBezTo>
                  <a:cubicBezTo>
                    <a:pt x="1816" y="1076"/>
                    <a:pt x="1816" y="1076"/>
                    <a:pt x="1816" y="1076"/>
                  </a:cubicBezTo>
                  <a:cubicBezTo>
                    <a:pt x="1816" y="47"/>
                    <a:pt x="1816" y="47"/>
                    <a:pt x="1816" y="47"/>
                  </a:cubicBezTo>
                  <a:cubicBezTo>
                    <a:pt x="1816" y="17"/>
                    <a:pt x="1787" y="0"/>
                    <a:pt x="1757" y="0"/>
                  </a:cubicBezTo>
                  <a:moveTo>
                    <a:pt x="1732" y="1000"/>
                  </a:moveTo>
                  <a:cubicBezTo>
                    <a:pt x="76" y="1000"/>
                    <a:pt x="76" y="1000"/>
                    <a:pt x="76" y="1000"/>
                  </a:cubicBezTo>
                  <a:cubicBezTo>
                    <a:pt x="76" y="68"/>
                    <a:pt x="76" y="68"/>
                    <a:pt x="76" y="68"/>
                  </a:cubicBezTo>
                  <a:cubicBezTo>
                    <a:pt x="1732" y="68"/>
                    <a:pt x="1732" y="68"/>
                    <a:pt x="1732" y="68"/>
                  </a:cubicBezTo>
                  <a:cubicBezTo>
                    <a:pt x="1732" y="1000"/>
                    <a:pt x="1732" y="1000"/>
                    <a:pt x="1732" y="1000"/>
                  </a:cubicBezTo>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24" name="Freeform 23"/>
            <p:cNvSpPr>
              <a:spLocks/>
            </p:cNvSpPr>
            <p:nvPr/>
          </p:nvSpPr>
          <p:spPr bwMode="auto">
            <a:xfrm>
              <a:off x="2311744" y="1247618"/>
              <a:ext cx="3979748" cy="2259869"/>
            </a:xfrm>
            <a:custGeom>
              <a:avLst/>
              <a:gdLst/>
              <a:ahLst/>
              <a:cxnLst>
                <a:cxn ang="0">
                  <a:pos x="1872" y="0"/>
                </a:cxn>
                <a:cxn ang="0">
                  <a:pos x="0" y="0"/>
                </a:cxn>
                <a:cxn ang="0">
                  <a:pos x="1872" y="1063"/>
                </a:cxn>
                <a:cxn ang="0">
                  <a:pos x="1872" y="0"/>
                </a:cxn>
              </a:cxnLst>
              <a:rect l="0" t="0" r="r" b="b"/>
              <a:pathLst>
                <a:path w="1872" h="1063">
                  <a:moveTo>
                    <a:pt x="1872" y="0"/>
                  </a:moveTo>
                  <a:lnTo>
                    <a:pt x="0" y="0"/>
                  </a:lnTo>
                  <a:lnTo>
                    <a:pt x="1872" y="1063"/>
                  </a:lnTo>
                  <a:lnTo>
                    <a:pt x="1872" y="0"/>
                  </a:lnTo>
                  <a:close/>
                </a:path>
              </a:pathLst>
            </a:custGeom>
            <a:solidFill>
              <a:srgbClr val="FFFFFF">
                <a:alpha val="16000"/>
              </a:srgbClr>
            </a:solid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25" name="Freeform 27"/>
            <p:cNvSpPr>
              <a:spLocks/>
            </p:cNvSpPr>
            <p:nvPr/>
          </p:nvSpPr>
          <p:spPr bwMode="auto">
            <a:xfrm>
              <a:off x="2094899" y="3690315"/>
              <a:ext cx="4400683" cy="397550"/>
            </a:xfrm>
            <a:custGeom>
              <a:avLst/>
              <a:gdLst/>
              <a:ahLst/>
              <a:cxnLst>
                <a:cxn ang="0">
                  <a:pos x="0" y="0"/>
                </a:cxn>
                <a:cxn ang="0">
                  <a:pos x="0" y="100"/>
                </a:cxn>
                <a:cxn ang="0">
                  <a:pos x="56" y="164"/>
                </a:cxn>
                <a:cxn ang="0">
                  <a:pos x="893" y="164"/>
                </a:cxn>
                <a:cxn ang="0">
                  <a:pos x="921" y="164"/>
                </a:cxn>
                <a:cxn ang="0">
                  <a:pos x="1757" y="164"/>
                </a:cxn>
                <a:cxn ang="0">
                  <a:pos x="1816" y="100"/>
                </a:cxn>
                <a:cxn ang="0">
                  <a:pos x="1816" y="0"/>
                </a:cxn>
                <a:cxn ang="0">
                  <a:pos x="0" y="0"/>
                </a:cxn>
              </a:cxnLst>
              <a:rect l="0" t="0" r="r" b="b"/>
              <a:pathLst>
                <a:path w="1816" h="164">
                  <a:moveTo>
                    <a:pt x="0" y="0"/>
                  </a:moveTo>
                  <a:cubicBezTo>
                    <a:pt x="0" y="100"/>
                    <a:pt x="0" y="100"/>
                    <a:pt x="0" y="100"/>
                  </a:cubicBezTo>
                  <a:cubicBezTo>
                    <a:pt x="0" y="130"/>
                    <a:pt x="27" y="164"/>
                    <a:pt x="56" y="164"/>
                  </a:cubicBezTo>
                  <a:cubicBezTo>
                    <a:pt x="893" y="164"/>
                    <a:pt x="893" y="164"/>
                    <a:pt x="893" y="164"/>
                  </a:cubicBezTo>
                  <a:cubicBezTo>
                    <a:pt x="921" y="164"/>
                    <a:pt x="921" y="164"/>
                    <a:pt x="921" y="164"/>
                  </a:cubicBezTo>
                  <a:cubicBezTo>
                    <a:pt x="1757" y="164"/>
                    <a:pt x="1757" y="164"/>
                    <a:pt x="1757" y="164"/>
                  </a:cubicBezTo>
                  <a:cubicBezTo>
                    <a:pt x="1787" y="164"/>
                    <a:pt x="1816" y="130"/>
                    <a:pt x="1816" y="100"/>
                  </a:cubicBezTo>
                  <a:cubicBezTo>
                    <a:pt x="1816" y="0"/>
                    <a:pt x="1816" y="0"/>
                    <a:pt x="1816" y="0"/>
                  </a:cubicBezTo>
                  <a:lnTo>
                    <a:pt x="0" y="0"/>
                  </a:lnTo>
                  <a:close/>
                </a:path>
              </a:pathLst>
            </a:custGeom>
            <a:gradFill>
              <a:gsLst>
                <a:gs pos="83000">
                  <a:schemeClr val="bg1">
                    <a:lumMod val="75000"/>
                  </a:schemeClr>
                </a:gs>
                <a:gs pos="54000">
                  <a:schemeClr val="bg1">
                    <a:lumMod val="85000"/>
                  </a:schemeClr>
                </a:gs>
              </a:gsLst>
              <a:lin ang="1800000" scaled="0"/>
            </a:grad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r>
                <a:rPr lang="en-US" sz="2667" dirty="0" smtClean="0">
                  <a:solidFill>
                    <a:srgbClr val="262626"/>
                  </a:solidFill>
                  <a:latin typeface="Roboto Condensed"/>
                  <a:cs typeface="Simplified Arabic" panose="02020603050405020304" pitchFamily="18" charset="-78"/>
                </a:rPr>
                <a:t> </a:t>
              </a:r>
              <a:endParaRPr lang="en-US" sz="2667" dirty="0">
                <a:solidFill>
                  <a:srgbClr val="262626"/>
                </a:solidFill>
                <a:latin typeface="Roboto Condensed"/>
                <a:cs typeface="Simplified Arabic" panose="02020603050405020304" pitchFamily="18" charset="-78"/>
              </a:endParaRPr>
            </a:p>
          </p:txBody>
        </p:sp>
        <p:sp>
          <p:nvSpPr>
            <p:cNvPr id="26" name="Freeform 29"/>
            <p:cNvSpPr>
              <a:spLocks/>
            </p:cNvSpPr>
            <p:nvPr/>
          </p:nvSpPr>
          <p:spPr bwMode="auto">
            <a:xfrm>
              <a:off x="3506519" y="4087866"/>
              <a:ext cx="1590198" cy="495343"/>
            </a:xfrm>
            <a:custGeom>
              <a:avLst/>
              <a:gdLst/>
              <a:ahLst/>
              <a:cxnLst>
                <a:cxn ang="0">
                  <a:pos x="335" y="0"/>
                </a:cxn>
                <a:cxn ang="0">
                  <a:pos x="322" y="0"/>
                </a:cxn>
                <a:cxn ang="0">
                  <a:pos x="143" y="0"/>
                </a:cxn>
                <a:cxn ang="0">
                  <a:pos x="102" y="128"/>
                </a:cxn>
                <a:cxn ang="0">
                  <a:pos x="108" y="204"/>
                </a:cxn>
                <a:cxn ang="0">
                  <a:pos x="322" y="204"/>
                </a:cxn>
                <a:cxn ang="0">
                  <a:pos x="335" y="204"/>
                </a:cxn>
                <a:cxn ang="0">
                  <a:pos x="549" y="204"/>
                </a:cxn>
                <a:cxn ang="0">
                  <a:pos x="555" y="128"/>
                </a:cxn>
                <a:cxn ang="0">
                  <a:pos x="513" y="0"/>
                </a:cxn>
                <a:cxn ang="0">
                  <a:pos x="335" y="0"/>
                </a:cxn>
              </a:cxnLst>
              <a:rect l="0" t="0" r="r" b="b"/>
              <a:pathLst>
                <a:path w="656" h="204">
                  <a:moveTo>
                    <a:pt x="335" y="0"/>
                  </a:moveTo>
                  <a:cubicBezTo>
                    <a:pt x="322" y="0"/>
                    <a:pt x="322" y="0"/>
                    <a:pt x="322" y="0"/>
                  </a:cubicBezTo>
                  <a:cubicBezTo>
                    <a:pt x="143" y="0"/>
                    <a:pt x="143" y="0"/>
                    <a:pt x="143" y="0"/>
                  </a:cubicBezTo>
                  <a:cubicBezTo>
                    <a:pt x="143" y="0"/>
                    <a:pt x="142" y="88"/>
                    <a:pt x="102" y="128"/>
                  </a:cubicBezTo>
                  <a:cubicBezTo>
                    <a:pt x="62" y="169"/>
                    <a:pt x="0" y="204"/>
                    <a:pt x="108" y="204"/>
                  </a:cubicBezTo>
                  <a:cubicBezTo>
                    <a:pt x="322" y="204"/>
                    <a:pt x="322" y="204"/>
                    <a:pt x="322" y="204"/>
                  </a:cubicBezTo>
                  <a:cubicBezTo>
                    <a:pt x="335" y="204"/>
                    <a:pt x="335" y="204"/>
                    <a:pt x="335" y="204"/>
                  </a:cubicBezTo>
                  <a:cubicBezTo>
                    <a:pt x="549" y="204"/>
                    <a:pt x="549" y="204"/>
                    <a:pt x="549" y="204"/>
                  </a:cubicBezTo>
                  <a:cubicBezTo>
                    <a:pt x="656" y="204"/>
                    <a:pt x="594" y="169"/>
                    <a:pt x="555" y="128"/>
                  </a:cubicBezTo>
                  <a:cubicBezTo>
                    <a:pt x="515" y="88"/>
                    <a:pt x="513" y="0"/>
                    <a:pt x="513" y="0"/>
                  </a:cubicBezTo>
                  <a:lnTo>
                    <a:pt x="335" y="0"/>
                  </a:lnTo>
                  <a:close/>
                </a:path>
              </a:pathLst>
            </a:custGeom>
            <a:gradFill>
              <a:gsLst>
                <a:gs pos="42000">
                  <a:schemeClr val="bg1">
                    <a:lumMod val="75000"/>
                  </a:schemeClr>
                </a:gs>
                <a:gs pos="6000">
                  <a:schemeClr val="bg1">
                    <a:lumMod val="85000"/>
                  </a:schemeClr>
                </a:gs>
                <a:gs pos="0">
                  <a:schemeClr val="bg1">
                    <a:lumMod val="65000"/>
                  </a:schemeClr>
                </a:gs>
              </a:gsLst>
              <a:lin ang="5400000" scaled="0"/>
            </a:grad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sp>
        <p:nvSpPr>
          <p:cNvPr id="27" name="Picture Placeholder 7"/>
          <p:cNvSpPr>
            <a:spLocks noGrp="1"/>
          </p:cNvSpPr>
          <p:nvPr>
            <p:ph type="pic" sz="quarter" idx="10" hasCustomPrompt="1"/>
          </p:nvPr>
        </p:nvSpPr>
        <p:spPr>
          <a:xfrm>
            <a:off x="5808963" y="1823494"/>
            <a:ext cx="5344831" cy="3013159"/>
          </a:xfrm>
          <a:prstGeom prst="rect">
            <a:avLst/>
          </a:prstGeom>
          <a:ln>
            <a:noFill/>
          </a:ln>
        </p:spPr>
        <p:txBody>
          <a:bodyPr bIns="45720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13"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4"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213457388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4" fill="hold" grpId="0" nodeType="afterEffect">
                                  <p:stCondLst>
                                    <p:cond delay="0"/>
                                  </p:stCondLst>
                                  <p:childTnLst>
                                    <p:set>
                                      <p:cBhvr>
                                        <p:cTn id="11" dur="1" fill="hold">
                                          <p:stCondLst>
                                            <p:cond delay="0"/>
                                          </p:stCondLst>
                                        </p:cTn>
                                        <p:tgtEl>
                                          <p:spTgt spid="27"/>
                                        </p:tgtEl>
                                        <p:attrNameLst>
                                          <p:attrName>style.visibility</p:attrName>
                                        </p:attrNameLst>
                                      </p:cBhvr>
                                      <p:to>
                                        <p:strVal val="visible"/>
                                      </p:to>
                                    </p:set>
                                    <p:animEffect transition="in" filter="wipe(down)">
                                      <p:cBhvr>
                                        <p:cTn id="12"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p:bldLst>
  </p:timing>
</p:sldLayout>
</file>

<file path=ppt/slideLayouts/slideLayout385.xml><?xml version="1.0" encoding="utf-8"?>
<p:sldLayout xmlns:a="http://schemas.openxmlformats.org/drawingml/2006/main" xmlns:r="http://schemas.openxmlformats.org/officeDocument/2006/relationships" xmlns:p="http://schemas.openxmlformats.org/presentationml/2006/main" userDrawn="1">
  <p:cSld name="Pic08_02">
    <p:spTree>
      <p:nvGrpSpPr>
        <p:cNvPr id="1" name=""/>
        <p:cNvGrpSpPr/>
        <p:nvPr/>
      </p:nvGrpSpPr>
      <p:grpSpPr>
        <a:xfrm>
          <a:off x="0" y="0"/>
          <a:ext cx="0" cy="0"/>
          <a:chOff x="0" y="0"/>
          <a:chExt cx="0" cy="0"/>
        </a:xfrm>
      </p:grpSpPr>
      <p:sp>
        <p:nvSpPr>
          <p:cNvPr id="8" name="Picture Placeholder 7"/>
          <p:cNvSpPr>
            <a:spLocks noGrp="1"/>
          </p:cNvSpPr>
          <p:nvPr>
            <p:ph type="pic" sz="quarter" idx="10" hasCustomPrompt="1"/>
          </p:nvPr>
        </p:nvSpPr>
        <p:spPr>
          <a:xfrm>
            <a:off x="3" y="1600200"/>
            <a:ext cx="12191996" cy="26416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62857340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accel="50000" decel="5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1000" fill="hold"/>
                                        <p:tgtEl>
                                          <p:spTgt spid="8"/>
                                        </p:tgtEl>
                                        <p:attrNameLst>
                                          <p:attrName>ppt_x</p:attrName>
                                        </p:attrNameLst>
                                      </p:cBhvr>
                                      <p:tavLst>
                                        <p:tav tm="0">
                                          <p:val>
                                            <p:strVal val="#ppt_x"/>
                                          </p:val>
                                        </p:tav>
                                        <p:tav tm="100000">
                                          <p:val>
                                            <p:strVal val="#ppt_x"/>
                                          </p:val>
                                        </p:tav>
                                      </p:tavLst>
                                    </p:anim>
                                    <p:anim calcmode="lin" valueType="num">
                                      <p:cBhvr additive="base">
                                        <p:cTn id="8" dur="1000" fill="hold"/>
                                        <p:tgtEl>
                                          <p:spTgt spid="8"/>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Layout>
</file>

<file path=ppt/slideLayouts/slideLayout386.xml><?xml version="1.0" encoding="utf-8"?>
<p:sldLayout xmlns:a="http://schemas.openxmlformats.org/drawingml/2006/main" xmlns:r="http://schemas.openxmlformats.org/officeDocument/2006/relationships" xmlns:p="http://schemas.openxmlformats.org/presentationml/2006/main" preserve="1" userDrawn="1">
  <p:cSld name="2_Pic08_02">
    <p:spTree>
      <p:nvGrpSpPr>
        <p:cNvPr id="1" name=""/>
        <p:cNvGrpSpPr/>
        <p:nvPr/>
      </p:nvGrpSpPr>
      <p:grpSpPr>
        <a:xfrm>
          <a:off x="0" y="0"/>
          <a:ext cx="0" cy="0"/>
          <a:chOff x="0" y="0"/>
          <a:chExt cx="0" cy="0"/>
        </a:xfrm>
      </p:grpSpPr>
      <p:sp>
        <p:nvSpPr>
          <p:cNvPr id="8" name="Picture Placeholder 7"/>
          <p:cNvSpPr>
            <a:spLocks noGrp="1"/>
          </p:cNvSpPr>
          <p:nvPr>
            <p:ph type="pic" sz="quarter" idx="10" hasCustomPrompt="1"/>
          </p:nvPr>
        </p:nvSpPr>
        <p:spPr>
          <a:xfrm>
            <a:off x="3" y="-12699"/>
            <a:ext cx="12191999" cy="36449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7" name="Round Same Side Corner Rectangle 6"/>
          <p:cNvSpPr/>
          <p:nvPr userDrawn="1"/>
        </p:nvSpPr>
        <p:spPr>
          <a:xfrm rot="16200000" flipH="1">
            <a:off x="11731147" y="6331910"/>
            <a:ext cx="384047" cy="537665"/>
          </a:xfrm>
          <a:prstGeom prst="round2Same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50000"/>
                  <a:lumOff val="50000"/>
                </a:srgbClr>
              </a:solidFill>
            </a:endParaRPr>
          </a:p>
        </p:txBody>
      </p:sp>
      <p:sp>
        <p:nvSpPr>
          <p:cNvPr id="9" name="Slide Number Placeholder 4"/>
          <p:cNvSpPr>
            <a:spLocks noGrp="1"/>
          </p:cNvSpPr>
          <p:nvPr>
            <p:ph type="sldNum" sz="quarter" idx="4"/>
          </p:nvPr>
        </p:nvSpPr>
        <p:spPr>
          <a:xfrm>
            <a:off x="11662445" y="6408719"/>
            <a:ext cx="508001" cy="366183"/>
          </a:xfrm>
          <a:prstGeom prst="rect">
            <a:avLst/>
          </a:prstGeom>
        </p:spPr>
        <p:txBody>
          <a:bodyPr anchor="ctr"/>
          <a:lstStyle>
            <a:lvl1pPr algn="ctr">
              <a:defRPr sz="1200" b="1">
                <a:solidFill>
                  <a:schemeClr val="tx1">
                    <a:lumMod val="50000"/>
                    <a:lumOff val="50000"/>
                  </a:schemeClr>
                </a:solidFill>
                <a:cs typeface="Simplified Arabic" panose="02020603050405020304" pitchFamily="18" charset="-78"/>
              </a:defRPr>
            </a:lvl1pPr>
          </a:lstStyle>
          <a:p>
            <a:pPr defTabSz="1375467" fontAlgn="auto">
              <a:spcBef>
                <a:spcPts val="0"/>
              </a:spcBef>
              <a:spcAft>
                <a:spcPts val="0"/>
              </a:spcAft>
            </a:pPr>
            <a:fld id="{C136B7D2-B98C-44FD-8D04-7EC62A564975}" type="slidenum">
              <a:rPr lang="en-US" smtClean="0">
                <a:solidFill>
                  <a:srgbClr val="262626">
                    <a:lumMod val="50000"/>
                    <a:lumOff val="50000"/>
                  </a:srgbClr>
                </a:solidFill>
                <a:latin typeface="Roboto Condensed"/>
              </a:rPr>
              <a:pPr defTabSz="1375467" fontAlgn="auto">
                <a:spcBef>
                  <a:spcPts val="0"/>
                </a:spcBef>
                <a:spcAft>
                  <a:spcPts val="0"/>
                </a:spcAft>
              </a:pPr>
              <a:t>‹#›</a:t>
            </a:fld>
            <a:endParaRPr lang="en-US" dirty="0">
              <a:solidFill>
                <a:srgbClr val="262626">
                  <a:lumMod val="50000"/>
                  <a:lumOff val="50000"/>
                </a:srgbClr>
              </a:solidFill>
              <a:latin typeface="Roboto Condensed"/>
            </a:endParaRPr>
          </a:p>
        </p:txBody>
      </p:sp>
    </p:spTree>
    <p:extLst>
      <p:ext uri="{BB962C8B-B14F-4D97-AF65-F5344CB8AC3E}">
        <p14:creationId xmlns:p14="http://schemas.microsoft.com/office/powerpoint/2010/main" val="46489446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accel="50000" decel="5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1000" fill="hold"/>
                                        <p:tgtEl>
                                          <p:spTgt spid="8"/>
                                        </p:tgtEl>
                                        <p:attrNameLst>
                                          <p:attrName>ppt_x</p:attrName>
                                        </p:attrNameLst>
                                      </p:cBhvr>
                                      <p:tavLst>
                                        <p:tav tm="0">
                                          <p:val>
                                            <p:strVal val="#ppt_x"/>
                                          </p:val>
                                        </p:tav>
                                        <p:tav tm="100000">
                                          <p:val>
                                            <p:strVal val="#ppt_x"/>
                                          </p:val>
                                        </p:tav>
                                      </p:tavLst>
                                    </p:anim>
                                    <p:anim calcmode="lin" valueType="num">
                                      <p:cBhvr additive="base">
                                        <p:cTn id="8" dur="1000" fill="hold"/>
                                        <p:tgtEl>
                                          <p:spTgt spid="8"/>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Layout>
</file>

<file path=ppt/slideLayouts/slideLayout387.xml><?xml version="1.0" encoding="utf-8"?>
<p:sldLayout xmlns:a="http://schemas.openxmlformats.org/drawingml/2006/main" xmlns:r="http://schemas.openxmlformats.org/officeDocument/2006/relationships" xmlns:p="http://schemas.openxmlformats.org/presentationml/2006/main" userDrawn="1">
  <p:cSld name="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68579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62737562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Layout>
</file>

<file path=ppt/slideLayouts/slideLayout388.xml><?xml version="1.0" encoding="utf-8"?>
<p:sldLayout xmlns:a="http://schemas.openxmlformats.org/drawingml/2006/main" xmlns:r="http://schemas.openxmlformats.org/officeDocument/2006/relationships" xmlns:p="http://schemas.openxmlformats.org/presentationml/2006/main" userDrawn="1">
  <p:cSld name="Team00">
    <p:spTree>
      <p:nvGrpSpPr>
        <p:cNvPr id="1" name=""/>
        <p:cNvGrpSpPr/>
        <p:nvPr/>
      </p:nvGrpSpPr>
      <p:grpSpPr>
        <a:xfrm>
          <a:off x="0" y="0"/>
          <a:ext cx="0" cy="0"/>
          <a:chOff x="0" y="0"/>
          <a:chExt cx="0" cy="0"/>
        </a:xfrm>
      </p:grpSpPr>
      <p:sp>
        <p:nvSpPr>
          <p:cNvPr id="18" name="Down Arrow Callout 17"/>
          <p:cNvSpPr/>
          <p:nvPr userDrawn="1"/>
        </p:nvSpPr>
        <p:spPr bwMode="auto">
          <a:xfrm>
            <a:off x="0" y="0"/>
            <a:ext cx="12192000" cy="3372155"/>
          </a:xfrm>
          <a:prstGeom prst="downArrowCallout">
            <a:avLst>
              <a:gd name="adj1" fmla="val 32676"/>
              <a:gd name="adj2" fmla="val 14109"/>
              <a:gd name="adj3" fmla="val 10498"/>
              <a:gd name="adj4" fmla="val 92638"/>
            </a:avLst>
          </a:prstGeom>
          <a:solidFill>
            <a:schemeClr val="accent1"/>
          </a:solidFill>
          <a:ln w="9525">
            <a:noFill/>
            <a:round/>
            <a:headEnd/>
            <a:tailEnd/>
          </a:ln>
        </p:spPr>
        <p:txBody>
          <a:bodyPr vert="horz" wrap="square" lIns="121920" tIns="60960" rIns="121920" bIns="60960" numCol="1" rtlCol="0" anchor="t" anchorCtr="0" compatLnSpc="1">
            <a:prstTxWarp prst="textNoShape">
              <a:avLst/>
            </a:prstTxWarp>
          </a:bodyPr>
          <a:lstStyle/>
          <a:p>
            <a:pPr algn="ct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21" name="Picture Placeholder 7"/>
          <p:cNvSpPr>
            <a:spLocks noGrp="1"/>
          </p:cNvSpPr>
          <p:nvPr>
            <p:ph type="pic" sz="quarter" idx="10" hasCustomPrompt="1"/>
          </p:nvPr>
        </p:nvSpPr>
        <p:spPr>
          <a:xfrm>
            <a:off x="4999171" y="622368"/>
            <a:ext cx="2193663" cy="2193005"/>
          </a:xfrm>
          <a:prstGeom prst="ellipse">
            <a:avLst/>
          </a:prstGeom>
          <a:ln w="28575">
            <a:solidFill>
              <a:schemeClr val="accent1">
                <a:lumMod val="75000"/>
              </a:schemeClr>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grpSp>
        <p:nvGrpSpPr>
          <p:cNvPr id="17" name="Group 16"/>
          <p:cNvGrpSpPr/>
          <p:nvPr userDrawn="1"/>
        </p:nvGrpSpPr>
        <p:grpSpPr>
          <a:xfrm>
            <a:off x="0" y="1275080"/>
            <a:ext cx="12192000" cy="2125339"/>
            <a:chOff x="0" y="956310"/>
            <a:chExt cx="9144000" cy="1594004"/>
          </a:xfrm>
        </p:grpSpPr>
        <p:sp>
          <p:nvSpPr>
            <p:cNvPr id="14" name="Freeform 13"/>
            <p:cNvSpPr>
              <a:spLocks/>
            </p:cNvSpPr>
            <p:nvPr userDrawn="1"/>
          </p:nvSpPr>
          <p:spPr bwMode="auto">
            <a:xfrm>
              <a:off x="0" y="956310"/>
              <a:ext cx="9144000" cy="1300543"/>
            </a:xfrm>
            <a:custGeom>
              <a:avLst/>
              <a:gdLst/>
              <a:ahLst/>
              <a:cxnLst>
                <a:cxn ang="0">
                  <a:pos x="30" y="330"/>
                </a:cxn>
                <a:cxn ang="0">
                  <a:pos x="99" y="339"/>
                </a:cxn>
                <a:cxn ang="0">
                  <a:pos x="181" y="385"/>
                </a:cxn>
                <a:cxn ang="0">
                  <a:pos x="289" y="307"/>
                </a:cxn>
                <a:cxn ang="0">
                  <a:pos x="364" y="303"/>
                </a:cxn>
                <a:cxn ang="0">
                  <a:pos x="444" y="328"/>
                </a:cxn>
                <a:cxn ang="0">
                  <a:pos x="528" y="322"/>
                </a:cxn>
                <a:cxn ang="0">
                  <a:pos x="661" y="60"/>
                </a:cxn>
                <a:cxn ang="0">
                  <a:pos x="697" y="60"/>
                </a:cxn>
                <a:cxn ang="0">
                  <a:pos x="726" y="57"/>
                </a:cxn>
                <a:cxn ang="0">
                  <a:pos x="768" y="290"/>
                </a:cxn>
                <a:cxn ang="0">
                  <a:pos x="800" y="246"/>
                </a:cxn>
                <a:cxn ang="0">
                  <a:pos x="888" y="176"/>
                </a:cxn>
                <a:cxn ang="0">
                  <a:pos x="955" y="208"/>
                </a:cxn>
                <a:cxn ang="0">
                  <a:pos x="993" y="358"/>
                </a:cxn>
                <a:cxn ang="0">
                  <a:pos x="1025" y="178"/>
                </a:cxn>
                <a:cxn ang="0">
                  <a:pos x="1138" y="172"/>
                </a:cxn>
                <a:cxn ang="0">
                  <a:pos x="1216" y="161"/>
                </a:cxn>
                <a:cxn ang="0">
                  <a:pos x="1241" y="144"/>
                </a:cxn>
                <a:cxn ang="0">
                  <a:pos x="1300" y="0"/>
                </a:cxn>
                <a:cxn ang="0">
                  <a:pos x="1428" y="157"/>
                </a:cxn>
                <a:cxn ang="0">
                  <a:pos x="1462" y="102"/>
                </a:cxn>
                <a:cxn ang="0">
                  <a:pos x="1492" y="57"/>
                </a:cxn>
                <a:cxn ang="0">
                  <a:pos x="1531" y="55"/>
                </a:cxn>
                <a:cxn ang="0">
                  <a:pos x="1567" y="100"/>
                </a:cxn>
                <a:cxn ang="0">
                  <a:pos x="1670" y="159"/>
                </a:cxn>
                <a:cxn ang="0">
                  <a:pos x="1700" y="127"/>
                </a:cxn>
                <a:cxn ang="0">
                  <a:pos x="1782" y="297"/>
                </a:cxn>
                <a:cxn ang="0">
                  <a:pos x="1843" y="153"/>
                </a:cxn>
                <a:cxn ang="0">
                  <a:pos x="1939" y="153"/>
                </a:cxn>
                <a:cxn ang="0">
                  <a:pos x="1973" y="225"/>
                </a:cxn>
                <a:cxn ang="0">
                  <a:pos x="2011" y="131"/>
                </a:cxn>
                <a:cxn ang="0">
                  <a:pos x="2072" y="127"/>
                </a:cxn>
                <a:cxn ang="0">
                  <a:pos x="2127" y="136"/>
                </a:cxn>
                <a:cxn ang="0">
                  <a:pos x="2160" y="227"/>
                </a:cxn>
                <a:cxn ang="0">
                  <a:pos x="2198" y="358"/>
                </a:cxn>
                <a:cxn ang="0">
                  <a:pos x="2238" y="153"/>
                </a:cxn>
                <a:cxn ang="0">
                  <a:pos x="2291" y="153"/>
                </a:cxn>
                <a:cxn ang="0">
                  <a:pos x="2381" y="313"/>
                </a:cxn>
                <a:cxn ang="0">
                  <a:pos x="2417" y="339"/>
                </a:cxn>
                <a:cxn ang="0">
                  <a:pos x="2434" y="288"/>
                </a:cxn>
                <a:cxn ang="0">
                  <a:pos x="2501" y="330"/>
                </a:cxn>
                <a:cxn ang="0">
                  <a:pos x="2535" y="400"/>
                </a:cxn>
                <a:cxn ang="0">
                  <a:pos x="2705" y="377"/>
                </a:cxn>
                <a:cxn ang="0">
                  <a:pos x="2753" y="362"/>
                </a:cxn>
                <a:cxn ang="0">
                  <a:pos x="2785" y="337"/>
                </a:cxn>
                <a:cxn ang="0">
                  <a:pos x="2835" y="392"/>
                </a:cxn>
                <a:cxn ang="0">
                  <a:pos x="2875" y="307"/>
                </a:cxn>
                <a:cxn ang="0">
                  <a:pos x="2915" y="402"/>
                </a:cxn>
                <a:cxn ang="0">
                  <a:pos x="2940" y="307"/>
                </a:cxn>
                <a:cxn ang="0">
                  <a:pos x="2989" y="407"/>
                </a:cxn>
                <a:cxn ang="0">
                  <a:pos x="3050" y="381"/>
                </a:cxn>
                <a:cxn ang="0">
                  <a:pos x="3102" y="404"/>
                </a:cxn>
                <a:cxn ang="0">
                  <a:pos x="3142" y="373"/>
                </a:cxn>
                <a:cxn ang="0">
                  <a:pos x="3182" y="409"/>
                </a:cxn>
                <a:cxn ang="0">
                  <a:pos x="3239" y="455"/>
                </a:cxn>
              </a:cxnLst>
              <a:rect l="0" t="0" r="r" b="b"/>
              <a:pathLst>
                <a:path w="3239" h="455">
                  <a:moveTo>
                    <a:pt x="0" y="455"/>
                  </a:moveTo>
                  <a:lnTo>
                    <a:pt x="0" y="349"/>
                  </a:lnTo>
                  <a:lnTo>
                    <a:pt x="30" y="349"/>
                  </a:lnTo>
                  <a:lnTo>
                    <a:pt x="30" y="330"/>
                  </a:lnTo>
                  <a:lnTo>
                    <a:pt x="85" y="330"/>
                  </a:lnTo>
                  <a:lnTo>
                    <a:pt x="85" y="356"/>
                  </a:lnTo>
                  <a:lnTo>
                    <a:pt x="99" y="356"/>
                  </a:lnTo>
                  <a:lnTo>
                    <a:pt x="99" y="339"/>
                  </a:lnTo>
                  <a:lnTo>
                    <a:pt x="122" y="339"/>
                  </a:lnTo>
                  <a:lnTo>
                    <a:pt x="122" y="368"/>
                  </a:lnTo>
                  <a:lnTo>
                    <a:pt x="181" y="368"/>
                  </a:lnTo>
                  <a:lnTo>
                    <a:pt x="181" y="385"/>
                  </a:lnTo>
                  <a:lnTo>
                    <a:pt x="251" y="385"/>
                  </a:lnTo>
                  <a:lnTo>
                    <a:pt x="251" y="322"/>
                  </a:lnTo>
                  <a:lnTo>
                    <a:pt x="289" y="322"/>
                  </a:lnTo>
                  <a:lnTo>
                    <a:pt x="289" y="307"/>
                  </a:lnTo>
                  <a:lnTo>
                    <a:pt x="331" y="307"/>
                  </a:lnTo>
                  <a:lnTo>
                    <a:pt x="331" y="290"/>
                  </a:lnTo>
                  <a:lnTo>
                    <a:pt x="364" y="290"/>
                  </a:lnTo>
                  <a:lnTo>
                    <a:pt x="364" y="303"/>
                  </a:lnTo>
                  <a:lnTo>
                    <a:pt x="411" y="303"/>
                  </a:lnTo>
                  <a:lnTo>
                    <a:pt x="411" y="311"/>
                  </a:lnTo>
                  <a:lnTo>
                    <a:pt x="444" y="311"/>
                  </a:lnTo>
                  <a:lnTo>
                    <a:pt x="444" y="328"/>
                  </a:lnTo>
                  <a:lnTo>
                    <a:pt x="455" y="328"/>
                  </a:lnTo>
                  <a:lnTo>
                    <a:pt x="455" y="303"/>
                  </a:lnTo>
                  <a:lnTo>
                    <a:pt x="528" y="303"/>
                  </a:lnTo>
                  <a:lnTo>
                    <a:pt x="528" y="322"/>
                  </a:lnTo>
                  <a:lnTo>
                    <a:pt x="617" y="322"/>
                  </a:lnTo>
                  <a:lnTo>
                    <a:pt x="617" y="66"/>
                  </a:lnTo>
                  <a:lnTo>
                    <a:pt x="661" y="66"/>
                  </a:lnTo>
                  <a:lnTo>
                    <a:pt x="661" y="60"/>
                  </a:lnTo>
                  <a:lnTo>
                    <a:pt x="673" y="60"/>
                  </a:lnTo>
                  <a:lnTo>
                    <a:pt x="673" y="83"/>
                  </a:lnTo>
                  <a:lnTo>
                    <a:pt x="697" y="83"/>
                  </a:lnTo>
                  <a:lnTo>
                    <a:pt x="697" y="60"/>
                  </a:lnTo>
                  <a:lnTo>
                    <a:pt x="705" y="60"/>
                  </a:lnTo>
                  <a:lnTo>
                    <a:pt x="705" y="49"/>
                  </a:lnTo>
                  <a:lnTo>
                    <a:pt x="726" y="49"/>
                  </a:lnTo>
                  <a:lnTo>
                    <a:pt x="726" y="57"/>
                  </a:lnTo>
                  <a:lnTo>
                    <a:pt x="753" y="57"/>
                  </a:lnTo>
                  <a:lnTo>
                    <a:pt x="753" y="102"/>
                  </a:lnTo>
                  <a:lnTo>
                    <a:pt x="768" y="102"/>
                  </a:lnTo>
                  <a:lnTo>
                    <a:pt x="768" y="290"/>
                  </a:lnTo>
                  <a:lnTo>
                    <a:pt x="789" y="290"/>
                  </a:lnTo>
                  <a:lnTo>
                    <a:pt x="789" y="263"/>
                  </a:lnTo>
                  <a:lnTo>
                    <a:pt x="800" y="263"/>
                  </a:lnTo>
                  <a:lnTo>
                    <a:pt x="800" y="246"/>
                  </a:lnTo>
                  <a:lnTo>
                    <a:pt x="873" y="246"/>
                  </a:lnTo>
                  <a:lnTo>
                    <a:pt x="873" y="199"/>
                  </a:lnTo>
                  <a:lnTo>
                    <a:pt x="888" y="199"/>
                  </a:lnTo>
                  <a:lnTo>
                    <a:pt x="888" y="176"/>
                  </a:lnTo>
                  <a:lnTo>
                    <a:pt x="943" y="176"/>
                  </a:lnTo>
                  <a:lnTo>
                    <a:pt x="943" y="195"/>
                  </a:lnTo>
                  <a:lnTo>
                    <a:pt x="955" y="195"/>
                  </a:lnTo>
                  <a:lnTo>
                    <a:pt x="955" y="208"/>
                  </a:lnTo>
                  <a:lnTo>
                    <a:pt x="976" y="208"/>
                  </a:lnTo>
                  <a:lnTo>
                    <a:pt x="976" y="333"/>
                  </a:lnTo>
                  <a:lnTo>
                    <a:pt x="993" y="333"/>
                  </a:lnTo>
                  <a:lnTo>
                    <a:pt x="993" y="358"/>
                  </a:lnTo>
                  <a:lnTo>
                    <a:pt x="1004" y="358"/>
                  </a:lnTo>
                  <a:lnTo>
                    <a:pt x="1004" y="195"/>
                  </a:lnTo>
                  <a:lnTo>
                    <a:pt x="1025" y="195"/>
                  </a:lnTo>
                  <a:lnTo>
                    <a:pt x="1025" y="178"/>
                  </a:lnTo>
                  <a:lnTo>
                    <a:pt x="1115" y="178"/>
                  </a:lnTo>
                  <a:lnTo>
                    <a:pt x="1115" y="193"/>
                  </a:lnTo>
                  <a:lnTo>
                    <a:pt x="1138" y="193"/>
                  </a:lnTo>
                  <a:lnTo>
                    <a:pt x="1138" y="172"/>
                  </a:lnTo>
                  <a:lnTo>
                    <a:pt x="1147" y="172"/>
                  </a:lnTo>
                  <a:lnTo>
                    <a:pt x="1147" y="134"/>
                  </a:lnTo>
                  <a:lnTo>
                    <a:pt x="1216" y="134"/>
                  </a:lnTo>
                  <a:lnTo>
                    <a:pt x="1216" y="161"/>
                  </a:lnTo>
                  <a:lnTo>
                    <a:pt x="1224" y="161"/>
                  </a:lnTo>
                  <a:lnTo>
                    <a:pt x="1224" y="176"/>
                  </a:lnTo>
                  <a:lnTo>
                    <a:pt x="1241" y="176"/>
                  </a:lnTo>
                  <a:lnTo>
                    <a:pt x="1241" y="144"/>
                  </a:lnTo>
                  <a:lnTo>
                    <a:pt x="1250" y="144"/>
                  </a:lnTo>
                  <a:lnTo>
                    <a:pt x="1250" y="85"/>
                  </a:lnTo>
                  <a:lnTo>
                    <a:pt x="1300" y="85"/>
                  </a:lnTo>
                  <a:lnTo>
                    <a:pt x="1300" y="0"/>
                  </a:lnTo>
                  <a:lnTo>
                    <a:pt x="1409" y="0"/>
                  </a:lnTo>
                  <a:lnTo>
                    <a:pt x="1409" y="178"/>
                  </a:lnTo>
                  <a:lnTo>
                    <a:pt x="1428" y="178"/>
                  </a:lnTo>
                  <a:lnTo>
                    <a:pt x="1428" y="157"/>
                  </a:lnTo>
                  <a:lnTo>
                    <a:pt x="1439" y="157"/>
                  </a:lnTo>
                  <a:lnTo>
                    <a:pt x="1439" y="134"/>
                  </a:lnTo>
                  <a:lnTo>
                    <a:pt x="1462" y="134"/>
                  </a:lnTo>
                  <a:lnTo>
                    <a:pt x="1462" y="102"/>
                  </a:lnTo>
                  <a:lnTo>
                    <a:pt x="1481" y="102"/>
                  </a:lnTo>
                  <a:lnTo>
                    <a:pt x="1481" y="70"/>
                  </a:lnTo>
                  <a:lnTo>
                    <a:pt x="1492" y="70"/>
                  </a:lnTo>
                  <a:lnTo>
                    <a:pt x="1492" y="57"/>
                  </a:lnTo>
                  <a:lnTo>
                    <a:pt x="1508" y="57"/>
                  </a:lnTo>
                  <a:lnTo>
                    <a:pt x="1508" y="40"/>
                  </a:lnTo>
                  <a:lnTo>
                    <a:pt x="1531" y="40"/>
                  </a:lnTo>
                  <a:lnTo>
                    <a:pt x="1531" y="55"/>
                  </a:lnTo>
                  <a:lnTo>
                    <a:pt x="1550" y="55"/>
                  </a:lnTo>
                  <a:lnTo>
                    <a:pt x="1550" y="66"/>
                  </a:lnTo>
                  <a:lnTo>
                    <a:pt x="1567" y="66"/>
                  </a:lnTo>
                  <a:lnTo>
                    <a:pt x="1567" y="100"/>
                  </a:lnTo>
                  <a:lnTo>
                    <a:pt x="1584" y="100"/>
                  </a:lnTo>
                  <a:lnTo>
                    <a:pt x="1584" y="153"/>
                  </a:lnTo>
                  <a:lnTo>
                    <a:pt x="1670" y="153"/>
                  </a:lnTo>
                  <a:lnTo>
                    <a:pt x="1670" y="159"/>
                  </a:lnTo>
                  <a:lnTo>
                    <a:pt x="1689" y="159"/>
                  </a:lnTo>
                  <a:lnTo>
                    <a:pt x="1689" y="142"/>
                  </a:lnTo>
                  <a:lnTo>
                    <a:pt x="1700" y="142"/>
                  </a:lnTo>
                  <a:lnTo>
                    <a:pt x="1700" y="127"/>
                  </a:lnTo>
                  <a:lnTo>
                    <a:pt x="1769" y="127"/>
                  </a:lnTo>
                  <a:lnTo>
                    <a:pt x="1769" y="142"/>
                  </a:lnTo>
                  <a:lnTo>
                    <a:pt x="1782" y="142"/>
                  </a:lnTo>
                  <a:lnTo>
                    <a:pt x="1782" y="297"/>
                  </a:lnTo>
                  <a:lnTo>
                    <a:pt x="1790" y="297"/>
                  </a:lnTo>
                  <a:lnTo>
                    <a:pt x="1790" y="269"/>
                  </a:lnTo>
                  <a:lnTo>
                    <a:pt x="1843" y="269"/>
                  </a:lnTo>
                  <a:lnTo>
                    <a:pt x="1843" y="153"/>
                  </a:lnTo>
                  <a:lnTo>
                    <a:pt x="1864" y="153"/>
                  </a:lnTo>
                  <a:lnTo>
                    <a:pt x="1864" y="136"/>
                  </a:lnTo>
                  <a:lnTo>
                    <a:pt x="1939" y="136"/>
                  </a:lnTo>
                  <a:lnTo>
                    <a:pt x="1939" y="153"/>
                  </a:lnTo>
                  <a:lnTo>
                    <a:pt x="1958" y="153"/>
                  </a:lnTo>
                  <a:lnTo>
                    <a:pt x="1958" y="360"/>
                  </a:lnTo>
                  <a:lnTo>
                    <a:pt x="1973" y="360"/>
                  </a:lnTo>
                  <a:lnTo>
                    <a:pt x="1973" y="225"/>
                  </a:lnTo>
                  <a:lnTo>
                    <a:pt x="1996" y="225"/>
                  </a:lnTo>
                  <a:lnTo>
                    <a:pt x="1996" y="144"/>
                  </a:lnTo>
                  <a:lnTo>
                    <a:pt x="2011" y="144"/>
                  </a:lnTo>
                  <a:lnTo>
                    <a:pt x="2011" y="131"/>
                  </a:lnTo>
                  <a:lnTo>
                    <a:pt x="2019" y="131"/>
                  </a:lnTo>
                  <a:lnTo>
                    <a:pt x="2019" y="115"/>
                  </a:lnTo>
                  <a:lnTo>
                    <a:pt x="2072" y="115"/>
                  </a:lnTo>
                  <a:lnTo>
                    <a:pt x="2072" y="127"/>
                  </a:lnTo>
                  <a:lnTo>
                    <a:pt x="2093" y="127"/>
                  </a:lnTo>
                  <a:lnTo>
                    <a:pt x="2093" y="110"/>
                  </a:lnTo>
                  <a:lnTo>
                    <a:pt x="2127" y="110"/>
                  </a:lnTo>
                  <a:lnTo>
                    <a:pt x="2127" y="136"/>
                  </a:lnTo>
                  <a:lnTo>
                    <a:pt x="2141" y="136"/>
                  </a:lnTo>
                  <a:lnTo>
                    <a:pt x="2141" y="144"/>
                  </a:lnTo>
                  <a:lnTo>
                    <a:pt x="2160" y="144"/>
                  </a:lnTo>
                  <a:lnTo>
                    <a:pt x="2160" y="227"/>
                  </a:lnTo>
                  <a:lnTo>
                    <a:pt x="2173" y="227"/>
                  </a:lnTo>
                  <a:lnTo>
                    <a:pt x="2173" y="373"/>
                  </a:lnTo>
                  <a:lnTo>
                    <a:pt x="2198" y="373"/>
                  </a:lnTo>
                  <a:lnTo>
                    <a:pt x="2198" y="358"/>
                  </a:lnTo>
                  <a:lnTo>
                    <a:pt x="2221" y="358"/>
                  </a:lnTo>
                  <a:lnTo>
                    <a:pt x="2221" y="288"/>
                  </a:lnTo>
                  <a:lnTo>
                    <a:pt x="2238" y="288"/>
                  </a:lnTo>
                  <a:lnTo>
                    <a:pt x="2238" y="153"/>
                  </a:lnTo>
                  <a:lnTo>
                    <a:pt x="2274" y="153"/>
                  </a:lnTo>
                  <a:lnTo>
                    <a:pt x="2274" y="121"/>
                  </a:lnTo>
                  <a:lnTo>
                    <a:pt x="2291" y="121"/>
                  </a:lnTo>
                  <a:lnTo>
                    <a:pt x="2291" y="153"/>
                  </a:lnTo>
                  <a:lnTo>
                    <a:pt x="2350" y="153"/>
                  </a:lnTo>
                  <a:lnTo>
                    <a:pt x="2350" y="288"/>
                  </a:lnTo>
                  <a:lnTo>
                    <a:pt x="2381" y="288"/>
                  </a:lnTo>
                  <a:lnTo>
                    <a:pt x="2381" y="313"/>
                  </a:lnTo>
                  <a:lnTo>
                    <a:pt x="2389" y="313"/>
                  </a:lnTo>
                  <a:lnTo>
                    <a:pt x="2389" y="347"/>
                  </a:lnTo>
                  <a:lnTo>
                    <a:pt x="2417" y="347"/>
                  </a:lnTo>
                  <a:lnTo>
                    <a:pt x="2417" y="339"/>
                  </a:lnTo>
                  <a:lnTo>
                    <a:pt x="2427" y="339"/>
                  </a:lnTo>
                  <a:lnTo>
                    <a:pt x="2427" y="311"/>
                  </a:lnTo>
                  <a:lnTo>
                    <a:pt x="2434" y="311"/>
                  </a:lnTo>
                  <a:lnTo>
                    <a:pt x="2434" y="288"/>
                  </a:lnTo>
                  <a:lnTo>
                    <a:pt x="2486" y="288"/>
                  </a:lnTo>
                  <a:lnTo>
                    <a:pt x="2486" y="316"/>
                  </a:lnTo>
                  <a:lnTo>
                    <a:pt x="2501" y="316"/>
                  </a:lnTo>
                  <a:lnTo>
                    <a:pt x="2501" y="330"/>
                  </a:lnTo>
                  <a:lnTo>
                    <a:pt x="2526" y="330"/>
                  </a:lnTo>
                  <a:lnTo>
                    <a:pt x="2526" y="356"/>
                  </a:lnTo>
                  <a:lnTo>
                    <a:pt x="2535" y="356"/>
                  </a:lnTo>
                  <a:lnTo>
                    <a:pt x="2535" y="400"/>
                  </a:lnTo>
                  <a:lnTo>
                    <a:pt x="2554" y="400"/>
                  </a:lnTo>
                  <a:lnTo>
                    <a:pt x="2554" y="275"/>
                  </a:lnTo>
                  <a:lnTo>
                    <a:pt x="2705" y="275"/>
                  </a:lnTo>
                  <a:lnTo>
                    <a:pt x="2705" y="377"/>
                  </a:lnTo>
                  <a:lnTo>
                    <a:pt x="2726" y="377"/>
                  </a:lnTo>
                  <a:lnTo>
                    <a:pt x="2726" y="396"/>
                  </a:lnTo>
                  <a:lnTo>
                    <a:pt x="2753" y="396"/>
                  </a:lnTo>
                  <a:lnTo>
                    <a:pt x="2753" y="362"/>
                  </a:lnTo>
                  <a:lnTo>
                    <a:pt x="2762" y="362"/>
                  </a:lnTo>
                  <a:lnTo>
                    <a:pt x="2762" y="347"/>
                  </a:lnTo>
                  <a:lnTo>
                    <a:pt x="2785" y="347"/>
                  </a:lnTo>
                  <a:lnTo>
                    <a:pt x="2785" y="337"/>
                  </a:lnTo>
                  <a:lnTo>
                    <a:pt x="2814" y="337"/>
                  </a:lnTo>
                  <a:lnTo>
                    <a:pt x="2814" y="398"/>
                  </a:lnTo>
                  <a:lnTo>
                    <a:pt x="2835" y="398"/>
                  </a:lnTo>
                  <a:lnTo>
                    <a:pt x="2835" y="392"/>
                  </a:lnTo>
                  <a:lnTo>
                    <a:pt x="2858" y="392"/>
                  </a:lnTo>
                  <a:lnTo>
                    <a:pt x="2858" y="318"/>
                  </a:lnTo>
                  <a:lnTo>
                    <a:pt x="2875" y="318"/>
                  </a:lnTo>
                  <a:lnTo>
                    <a:pt x="2875" y="307"/>
                  </a:lnTo>
                  <a:lnTo>
                    <a:pt x="2900" y="307"/>
                  </a:lnTo>
                  <a:lnTo>
                    <a:pt x="2900" y="316"/>
                  </a:lnTo>
                  <a:lnTo>
                    <a:pt x="2915" y="316"/>
                  </a:lnTo>
                  <a:lnTo>
                    <a:pt x="2915" y="402"/>
                  </a:lnTo>
                  <a:lnTo>
                    <a:pt x="2928" y="402"/>
                  </a:lnTo>
                  <a:lnTo>
                    <a:pt x="2928" y="318"/>
                  </a:lnTo>
                  <a:lnTo>
                    <a:pt x="2940" y="318"/>
                  </a:lnTo>
                  <a:lnTo>
                    <a:pt x="2940" y="307"/>
                  </a:lnTo>
                  <a:lnTo>
                    <a:pt x="2968" y="307"/>
                  </a:lnTo>
                  <a:lnTo>
                    <a:pt x="2968" y="316"/>
                  </a:lnTo>
                  <a:lnTo>
                    <a:pt x="2989" y="316"/>
                  </a:lnTo>
                  <a:lnTo>
                    <a:pt x="2989" y="407"/>
                  </a:lnTo>
                  <a:lnTo>
                    <a:pt x="3035" y="407"/>
                  </a:lnTo>
                  <a:lnTo>
                    <a:pt x="3035" y="394"/>
                  </a:lnTo>
                  <a:lnTo>
                    <a:pt x="3050" y="394"/>
                  </a:lnTo>
                  <a:lnTo>
                    <a:pt x="3050" y="381"/>
                  </a:lnTo>
                  <a:lnTo>
                    <a:pt x="3092" y="381"/>
                  </a:lnTo>
                  <a:lnTo>
                    <a:pt x="3092" y="394"/>
                  </a:lnTo>
                  <a:lnTo>
                    <a:pt x="3102" y="394"/>
                  </a:lnTo>
                  <a:lnTo>
                    <a:pt x="3102" y="404"/>
                  </a:lnTo>
                  <a:lnTo>
                    <a:pt x="3130" y="404"/>
                  </a:lnTo>
                  <a:lnTo>
                    <a:pt x="3130" y="394"/>
                  </a:lnTo>
                  <a:lnTo>
                    <a:pt x="3142" y="394"/>
                  </a:lnTo>
                  <a:lnTo>
                    <a:pt x="3142" y="373"/>
                  </a:lnTo>
                  <a:lnTo>
                    <a:pt x="3157" y="373"/>
                  </a:lnTo>
                  <a:lnTo>
                    <a:pt x="3157" y="383"/>
                  </a:lnTo>
                  <a:lnTo>
                    <a:pt x="3182" y="383"/>
                  </a:lnTo>
                  <a:lnTo>
                    <a:pt x="3182" y="409"/>
                  </a:lnTo>
                  <a:lnTo>
                    <a:pt x="3199" y="409"/>
                  </a:lnTo>
                  <a:lnTo>
                    <a:pt x="3199" y="400"/>
                  </a:lnTo>
                  <a:lnTo>
                    <a:pt x="3239" y="400"/>
                  </a:lnTo>
                  <a:lnTo>
                    <a:pt x="3239" y="455"/>
                  </a:lnTo>
                  <a:lnTo>
                    <a:pt x="0" y="455"/>
                  </a:lnTo>
                  <a:close/>
                </a:path>
              </a:pathLst>
            </a:custGeom>
            <a:solidFill>
              <a:schemeClr val="accent1">
                <a:lumMod val="50000"/>
                <a:alpha val="28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16" name="Isosceles Triangle 15"/>
            <p:cNvSpPr/>
            <p:nvPr userDrawn="1"/>
          </p:nvSpPr>
          <p:spPr>
            <a:xfrm rot="10800000">
              <a:off x="4191000" y="2256627"/>
              <a:ext cx="762000" cy="293687"/>
            </a:xfrm>
            <a:prstGeom prst="triangle">
              <a:avLst>
                <a:gd name="adj" fmla="val 50000"/>
              </a:avLst>
            </a:prstGeom>
            <a:solidFill>
              <a:schemeClr val="accent1">
                <a:lumMod val="50000"/>
                <a:alpha val="2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grpSp>
    </p:spTree>
    <p:extLst>
      <p:ext uri="{BB962C8B-B14F-4D97-AF65-F5344CB8AC3E}">
        <p14:creationId xmlns:p14="http://schemas.microsoft.com/office/powerpoint/2010/main" val="358483373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accel="50000" decel="50000" fill="hold" grpId="0" nodeType="afterEffect">
                                  <p:stCondLst>
                                    <p:cond delay="0"/>
                                  </p:stCondLst>
                                  <p:childTnLst>
                                    <p:set>
                                      <p:cBhvr>
                                        <p:cTn id="6" dur="1" fill="hold">
                                          <p:stCondLst>
                                            <p:cond delay="0"/>
                                          </p:stCondLst>
                                        </p:cTn>
                                        <p:tgtEl>
                                          <p:spTgt spid="18"/>
                                        </p:tgtEl>
                                        <p:attrNameLst>
                                          <p:attrName>style.visibility</p:attrName>
                                        </p:attrNameLst>
                                      </p:cBhvr>
                                      <p:to>
                                        <p:strVal val="visible"/>
                                      </p:to>
                                    </p:set>
                                    <p:anim calcmode="lin" valueType="num">
                                      <p:cBhvr additive="base">
                                        <p:cTn id="7" dur="1000" fill="hold"/>
                                        <p:tgtEl>
                                          <p:spTgt spid="18"/>
                                        </p:tgtEl>
                                        <p:attrNameLst>
                                          <p:attrName>ppt_x</p:attrName>
                                        </p:attrNameLst>
                                      </p:cBhvr>
                                      <p:tavLst>
                                        <p:tav tm="0">
                                          <p:val>
                                            <p:strVal val="#ppt_x"/>
                                          </p:val>
                                        </p:tav>
                                        <p:tav tm="100000">
                                          <p:val>
                                            <p:strVal val="#ppt_x"/>
                                          </p:val>
                                        </p:tav>
                                      </p:tavLst>
                                    </p:anim>
                                    <p:anim calcmode="lin" valueType="num">
                                      <p:cBhvr additive="base">
                                        <p:cTn id="8" dur="1000" fill="hold"/>
                                        <p:tgtEl>
                                          <p:spTgt spid="18"/>
                                        </p:tgtEl>
                                        <p:attrNameLst>
                                          <p:attrName>ppt_y</p:attrName>
                                        </p:attrNameLst>
                                      </p:cBhvr>
                                      <p:tavLst>
                                        <p:tav tm="0">
                                          <p:val>
                                            <p:strVal val="0-#ppt_h/2"/>
                                          </p:val>
                                        </p:tav>
                                        <p:tav tm="100000">
                                          <p:val>
                                            <p:strVal val="#ppt_y"/>
                                          </p:val>
                                        </p:tav>
                                      </p:tavLst>
                                    </p:anim>
                                  </p:childTnLst>
                                </p:cTn>
                              </p:par>
                              <p:par>
                                <p:cTn id="9" presetID="2" presetClass="entr" presetSubtype="4" accel="50000" decel="50000" fill="hold" nodeType="withEffect">
                                  <p:stCondLst>
                                    <p:cond delay="0"/>
                                  </p:stCondLst>
                                  <p:childTnLst>
                                    <p:set>
                                      <p:cBhvr>
                                        <p:cTn id="10" dur="1" fill="hold">
                                          <p:stCondLst>
                                            <p:cond delay="0"/>
                                          </p:stCondLst>
                                        </p:cTn>
                                        <p:tgtEl>
                                          <p:spTgt spid="17"/>
                                        </p:tgtEl>
                                        <p:attrNameLst>
                                          <p:attrName>style.visibility</p:attrName>
                                        </p:attrNameLst>
                                      </p:cBhvr>
                                      <p:to>
                                        <p:strVal val="visible"/>
                                      </p:to>
                                    </p:set>
                                    <p:anim calcmode="lin" valueType="num">
                                      <p:cBhvr additive="base">
                                        <p:cTn id="11" dur="1000" fill="hold"/>
                                        <p:tgtEl>
                                          <p:spTgt spid="17"/>
                                        </p:tgtEl>
                                        <p:attrNameLst>
                                          <p:attrName>ppt_x</p:attrName>
                                        </p:attrNameLst>
                                      </p:cBhvr>
                                      <p:tavLst>
                                        <p:tav tm="0">
                                          <p:val>
                                            <p:strVal val="#ppt_x"/>
                                          </p:val>
                                        </p:tav>
                                        <p:tav tm="100000">
                                          <p:val>
                                            <p:strVal val="#ppt_x"/>
                                          </p:val>
                                        </p:tav>
                                      </p:tavLst>
                                    </p:anim>
                                    <p:anim calcmode="lin" valueType="num">
                                      <p:cBhvr additive="base">
                                        <p:cTn id="12" dur="1000" fill="hold"/>
                                        <p:tgtEl>
                                          <p:spTgt spid="17"/>
                                        </p:tgtEl>
                                        <p:attrNameLst>
                                          <p:attrName>ppt_y</p:attrName>
                                        </p:attrNameLst>
                                      </p:cBhvr>
                                      <p:tavLst>
                                        <p:tav tm="0">
                                          <p:val>
                                            <p:strVal val="1+#ppt_h/2"/>
                                          </p:val>
                                        </p:tav>
                                        <p:tav tm="100000">
                                          <p:val>
                                            <p:strVal val="#ppt_y"/>
                                          </p:val>
                                        </p:tav>
                                      </p:tavLst>
                                    </p:anim>
                                  </p:childTnLst>
                                </p:cTn>
                              </p:par>
                            </p:childTnLst>
                          </p:cTn>
                        </p:par>
                        <p:par>
                          <p:cTn id="13" fill="hold">
                            <p:stCondLst>
                              <p:cond delay="1000"/>
                            </p:stCondLst>
                            <p:childTnLst>
                              <p:par>
                                <p:cTn id="14" presetID="53" presetClass="entr" presetSubtype="0" fill="hold" grpId="0" nodeType="afterEffect">
                                  <p:stCondLst>
                                    <p:cond delay="0"/>
                                  </p:stCondLst>
                                  <p:childTnLst>
                                    <p:set>
                                      <p:cBhvr>
                                        <p:cTn id="15" dur="1" fill="hold">
                                          <p:stCondLst>
                                            <p:cond delay="0"/>
                                          </p:stCondLst>
                                        </p:cTn>
                                        <p:tgtEl>
                                          <p:spTgt spid="21"/>
                                        </p:tgtEl>
                                        <p:attrNameLst>
                                          <p:attrName>style.visibility</p:attrName>
                                        </p:attrNameLst>
                                      </p:cBhvr>
                                      <p:to>
                                        <p:strVal val="visible"/>
                                      </p:to>
                                    </p:set>
                                    <p:anim calcmode="lin" valueType="num">
                                      <p:cBhvr>
                                        <p:cTn id="16" dur="500" fill="hold"/>
                                        <p:tgtEl>
                                          <p:spTgt spid="21"/>
                                        </p:tgtEl>
                                        <p:attrNameLst>
                                          <p:attrName>ppt_w</p:attrName>
                                        </p:attrNameLst>
                                      </p:cBhvr>
                                      <p:tavLst>
                                        <p:tav tm="0">
                                          <p:val>
                                            <p:fltVal val="0"/>
                                          </p:val>
                                        </p:tav>
                                        <p:tav tm="100000">
                                          <p:val>
                                            <p:strVal val="#ppt_w"/>
                                          </p:val>
                                        </p:tav>
                                      </p:tavLst>
                                    </p:anim>
                                    <p:anim calcmode="lin" valueType="num">
                                      <p:cBhvr>
                                        <p:cTn id="17" dur="500" fill="hold"/>
                                        <p:tgtEl>
                                          <p:spTgt spid="21"/>
                                        </p:tgtEl>
                                        <p:attrNameLst>
                                          <p:attrName>ppt_h</p:attrName>
                                        </p:attrNameLst>
                                      </p:cBhvr>
                                      <p:tavLst>
                                        <p:tav tm="0">
                                          <p:val>
                                            <p:fltVal val="0"/>
                                          </p:val>
                                        </p:tav>
                                        <p:tav tm="100000">
                                          <p:val>
                                            <p:strVal val="#ppt_h"/>
                                          </p:val>
                                        </p:tav>
                                      </p:tavLst>
                                    </p:anim>
                                    <p:animEffect transition="in" filter="fade">
                                      <p:cBhvr>
                                        <p:cTn id="18"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21" grpId="0" animBg="1"/>
    </p:bldLst>
  </p:timing>
</p:sldLayout>
</file>

<file path=ppt/slideLayouts/slideLayout389.xml><?xml version="1.0" encoding="utf-8"?>
<p:sldLayout xmlns:a="http://schemas.openxmlformats.org/drawingml/2006/main" xmlns:r="http://schemas.openxmlformats.org/officeDocument/2006/relationships" xmlns:p="http://schemas.openxmlformats.org/presentationml/2006/main" userDrawn="1">
  <p:cSld name="Pic01">
    <p:spTree>
      <p:nvGrpSpPr>
        <p:cNvPr id="1" name=""/>
        <p:cNvGrpSpPr/>
        <p:nvPr/>
      </p:nvGrpSpPr>
      <p:grpSpPr>
        <a:xfrm>
          <a:off x="0" y="0"/>
          <a:ext cx="0" cy="0"/>
          <a:chOff x="0" y="0"/>
          <a:chExt cx="0" cy="0"/>
        </a:xfrm>
      </p:grpSpPr>
      <p:sp>
        <p:nvSpPr>
          <p:cNvPr id="26" name="Picture Placeholder 7"/>
          <p:cNvSpPr>
            <a:spLocks noGrp="1"/>
          </p:cNvSpPr>
          <p:nvPr>
            <p:ph type="pic" sz="quarter" idx="10" hasCustomPrompt="1"/>
          </p:nvPr>
        </p:nvSpPr>
        <p:spPr>
          <a:xfrm>
            <a:off x="2" y="1704654"/>
            <a:ext cx="3698113" cy="2841945"/>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27" name="Picture Placeholder 7"/>
          <p:cNvSpPr>
            <a:spLocks noGrp="1"/>
          </p:cNvSpPr>
          <p:nvPr>
            <p:ph type="pic" sz="quarter" idx="15" hasCustomPrompt="1"/>
          </p:nvPr>
        </p:nvSpPr>
        <p:spPr>
          <a:xfrm>
            <a:off x="8483240" y="1704654"/>
            <a:ext cx="3708763" cy="2841945"/>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1" name="Rectangle 30"/>
          <p:cNvSpPr/>
          <p:nvPr/>
        </p:nvSpPr>
        <p:spPr>
          <a:xfrm>
            <a:off x="3698115" y="1704656"/>
            <a:ext cx="4785125" cy="284194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9"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0"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269985132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accel="50000" decel="50000" fill="hold" grpId="0" nodeType="afterEffect">
                                  <p:stCondLst>
                                    <p:cond delay="0"/>
                                  </p:stCondLst>
                                  <p:childTnLst>
                                    <p:set>
                                      <p:cBhvr>
                                        <p:cTn id="6" dur="1" fill="hold">
                                          <p:stCondLst>
                                            <p:cond delay="0"/>
                                          </p:stCondLst>
                                        </p:cTn>
                                        <p:tgtEl>
                                          <p:spTgt spid="27"/>
                                        </p:tgtEl>
                                        <p:attrNameLst>
                                          <p:attrName>style.visibility</p:attrName>
                                        </p:attrNameLst>
                                      </p:cBhvr>
                                      <p:to>
                                        <p:strVal val="visible"/>
                                      </p:to>
                                    </p:set>
                                    <p:anim calcmode="lin" valueType="num">
                                      <p:cBhvr additive="base">
                                        <p:cTn id="7" dur="500" fill="hold"/>
                                        <p:tgtEl>
                                          <p:spTgt spid="27"/>
                                        </p:tgtEl>
                                        <p:attrNameLst>
                                          <p:attrName>ppt_x</p:attrName>
                                        </p:attrNameLst>
                                      </p:cBhvr>
                                      <p:tavLst>
                                        <p:tav tm="0">
                                          <p:val>
                                            <p:strVal val="1+#ppt_w/2"/>
                                          </p:val>
                                        </p:tav>
                                        <p:tav tm="100000">
                                          <p:val>
                                            <p:strVal val="#ppt_x"/>
                                          </p:val>
                                        </p:tav>
                                      </p:tavLst>
                                    </p:anim>
                                    <p:anim calcmode="lin" valueType="num">
                                      <p:cBhvr additive="base">
                                        <p:cTn id="8" dur="500" fill="hold"/>
                                        <p:tgtEl>
                                          <p:spTgt spid="27"/>
                                        </p:tgtEl>
                                        <p:attrNameLst>
                                          <p:attrName>ppt_y</p:attrName>
                                        </p:attrNameLst>
                                      </p:cBhvr>
                                      <p:tavLst>
                                        <p:tav tm="0">
                                          <p:val>
                                            <p:strVal val="#ppt_y"/>
                                          </p:val>
                                        </p:tav>
                                        <p:tav tm="100000">
                                          <p:val>
                                            <p:strVal val="#ppt_y"/>
                                          </p:val>
                                        </p:tav>
                                      </p:tavLst>
                                    </p:anim>
                                  </p:childTnLst>
                                </p:cTn>
                              </p:par>
                              <p:par>
                                <p:cTn id="9" presetID="2" presetClass="entr" presetSubtype="8" accel="50000" decel="50000" fill="hold" grpId="0" nodeType="withEffect">
                                  <p:stCondLst>
                                    <p:cond delay="0"/>
                                  </p:stCondLst>
                                  <p:childTnLst>
                                    <p:set>
                                      <p:cBhvr>
                                        <p:cTn id="10" dur="1" fill="hold">
                                          <p:stCondLst>
                                            <p:cond delay="0"/>
                                          </p:stCondLst>
                                        </p:cTn>
                                        <p:tgtEl>
                                          <p:spTgt spid="26"/>
                                        </p:tgtEl>
                                        <p:attrNameLst>
                                          <p:attrName>style.visibility</p:attrName>
                                        </p:attrNameLst>
                                      </p:cBhvr>
                                      <p:to>
                                        <p:strVal val="visible"/>
                                      </p:to>
                                    </p:set>
                                    <p:anim calcmode="lin" valueType="num">
                                      <p:cBhvr additive="base">
                                        <p:cTn id="11" dur="500" fill="hold"/>
                                        <p:tgtEl>
                                          <p:spTgt spid="26"/>
                                        </p:tgtEl>
                                        <p:attrNameLst>
                                          <p:attrName>ppt_x</p:attrName>
                                        </p:attrNameLst>
                                      </p:cBhvr>
                                      <p:tavLst>
                                        <p:tav tm="0">
                                          <p:val>
                                            <p:strVal val="0-#ppt_w/2"/>
                                          </p:val>
                                        </p:tav>
                                        <p:tav tm="100000">
                                          <p:val>
                                            <p:strVal val="#ppt_x"/>
                                          </p:val>
                                        </p:tav>
                                      </p:tavLst>
                                    </p:anim>
                                    <p:anim calcmode="lin" valueType="num">
                                      <p:cBhvr additive="base">
                                        <p:cTn id="12" dur="500" fill="hold"/>
                                        <p:tgtEl>
                                          <p:spTgt spid="2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p:bldP spid="27" grpId="0"/>
    </p:bldLst>
  </p:timing>
</p:sldLayout>
</file>

<file path=ppt/slideLayouts/slideLayout390.xml><?xml version="1.0" encoding="utf-8"?>
<p:sldLayout xmlns:a="http://schemas.openxmlformats.org/drawingml/2006/main" xmlns:r="http://schemas.openxmlformats.org/officeDocument/2006/relationships" xmlns:p="http://schemas.openxmlformats.org/presentationml/2006/main" userDrawn="1">
  <p:cSld name="Pic07">
    <p:spTree>
      <p:nvGrpSpPr>
        <p:cNvPr id="1" name=""/>
        <p:cNvGrpSpPr/>
        <p:nvPr/>
      </p:nvGrpSpPr>
      <p:grpSpPr>
        <a:xfrm>
          <a:off x="0" y="0"/>
          <a:ext cx="0" cy="0"/>
          <a:chOff x="0" y="0"/>
          <a:chExt cx="0" cy="0"/>
        </a:xfrm>
      </p:grpSpPr>
      <p:sp>
        <p:nvSpPr>
          <p:cNvPr id="14" name="Rectangle 13"/>
          <p:cNvSpPr/>
          <p:nvPr userDrawn="1"/>
        </p:nvSpPr>
        <p:spPr>
          <a:xfrm>
            <a:off x="-10646" y="1907856"/>
            <a:ext cx="4214343" cy="2841945"/>
          </a:xfrm>
          <a:prstGeom prst="rect">
            <a:avLst/>
          </a:prstGeom>
          <a:solidFill>
            <a:schemeClr val="accent1"/>
          </a:solidFill>
          <a:ln>
            <a:noFill/>
          </a:ln>
          <a:effectLst>
            <a:outerShdw blurRad="317500" sx="1000" sy="1000" rotWithShape="0">
              <a:prstClr val="black"/>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15" name="Picture Placeholder 7"/>
          <p:cNvSpPr>
            <a:spLocks noGrp="1"/>
          </p:cNvSpPr>
          <p:nvPr>
            <p:ph type="pic" sz="quarter" idx="15" hasCustomPrompt="1"/>
          </p:nvPr>
        </p:nvSpPr>
        <p:spPr>
          <a:xfrm>
            <a:off x="4203697" y="1907856"/>
            <a:ext cx="7988304" cy="2841945"/>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8"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9"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54779649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accel="50000" decel="50000" fill="hold" grpId="0" nodeType="after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500" fill="hold"/>
                                        <p:tgtEl>
                                          <p:spTgt spid="15"/>
                                        </p:tgtEl>
                                        <p:attrNameLst>
                                          <p:attrName>ppt_x</p:attrName>
                                        </p:attrNameLst>
                                      </p:cBhvr>
                                      <p:tavLst>
                                        <p:tav tm="0">
                                          <p:val>
                                            <p:strVal val="1+#ppt_w/2"/>
                                          </p:val>
                                        </p:tav>
                                        <p:tav tm="100000">
                                          <p:val>
                                            <p:strVal val="#ppt_x"/>
                                          </p:val>
                                        </p:tav>
                                      </p:tavLst>
                                    </p:anim>
                                    <p:anim calcmode="lin" valueType="num">
                                      <p:cBhvr additive="base">
                                        <p:cTn id="8" dur="500" fill="hold"/>
                                        <p:tgtEl>
                                          <p:spTgt spid="15"/>
                                        </p:tgtEl>
                                        <p:attrNameLst>
                                          <p:attrName>ppt_y</p:attrName>
                                        </p:attrNameLst>
                                      </p:cBhvr>
                                      <p:tavLst>
                                        <p:tav tm="0">
                                          <p:val>
                                            <p:strVal val="#ppt_y"/>
                                          </p:val>
                                        </p:tav>
                                        <p:tav tm="100000">
                                          <p:val>
                                            <p:strVal val="#ppt_y"/>
                                          </p:val>
                                        </p:tav>
                                      </p:tavLst>
                                    </p:anim>
                                  </p:childTnLst>
                                </p:cTn>
                              </p:par>
                              <p:par>
                                <p:cTn id="9" presetID="2" presetClass="entr" presetSubtype="8" accel="50000" decel="50000" fill="hold" grpId="0" nodeType="withEffect">
                                  <p:stCondLst>
                                    <p:cond delay="0"/>
                                  </p:stCondLst>
                                  <p:childTnLst>
                                    <p:set>
                                      <p:cBhvr>
                                        <p:cTn id="10" dur="1" fill="hold">
                                          <p:stCondLst>
                                            <p:cond delay="0"/>
                                          </p:stCondLst>
                                        </p:cTn>
                                        <p:tgtEl>
                                          <p:spTgt spid="14"/>
                                        </p:tgtEl>
                                        <p:attrNameLst>
                                          <p:attrName>style.visibility</p:attrName>
                                        </p:attrNameLst>
                                      </p:cBhvr>
                                      <p:to>
                                        <p:strVal val="visible"/>
                                      </p:to>
                                    </p:set>
                                    <p:anim calcmode="lin" valueType="num">
                                      <p:cBhvr additive="base">
                                        <p:cTn id="11" dur="500" fill="hold"/>
                                        <p:tgtEl>
                                          <p:spTgt spid="14"/>
                                        </p:tgtEl>
                                        <p:attrNameLst>
                                          <p:attrName>ppt_x</p:attrName>
                                        </p:attrNameLst>
                                      </p:cBhvr>
                                      <p:tavLst>
                                        <p:tav tm="0">
                                          <p:val>
                                            <p:strVal val="0-#ppt_w/2"/>
                                          </p:val>
                                        </p:tav>
                                        <p:tav tm="100000">
                                          <p:val>
                                            <p:strVal val="#ppt_x"/>
                                          </p:val>
                                        </p:tav>
                                      </p:tavLst>
                                    </p:anim>
                                    <p:anim calcmode="lin" valueType="num">
                                      <p:cBhvr additive="base">
                                        <p:cTn id="12" dur="500" fill="hold"/>
                                        <p:tgtEl>
                                          <p:spTgt spid="1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p:bldLst>
  </p:timing>
</p:sldLayout>
</file>

<file path=ppt/slideLayouts/slideLayout391.xml><?xml version="1.0" encoding="utf-8"?>
<p:sldLayout xmlns:a="http://schemas.openxmlformats.org/drawingml/2006/main" xmlns:r="http://schemas.openxmlformats.org/officeDocument/2006/relationships" xmlns:p="http://schemas.openxmlformats.org/presentationml/2006/main" userDrawn="1">
  <p:cSld name="Pic09">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880609" y="1870880"/>
            <a:ext cx="4908153" cy="4301321"/>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10"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1"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426138829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Layout>
</file>

<file path=ppt/slideLayouts/slideLayout392.xml><?xml version="1.0" encoding="utf-8"?>
<p:sldLayout xmlns:a="http://schemas.openxmlformats.org/drawingml/2006/main" xmlns:r="http://schemas.openxmlformats.org/officeDocument/2006/relationships" xmlns:p="http://schemas.openxmlformats.org/presentationml/2006/main" userDrawn="1">
  <p:cSld name="Pic11">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6385125" y="1870880"/>
            <a:ext cx="4908153" cy="4301321"/>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10"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1"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405644651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Layout>
</file>

<file path=ppt/slideLayouts/slideLayout393.xml><?xml version="1.0" encoding="utf-8"?>
<p:sldLayout xmlns:a="http://schemas.openxmlformats.org/drawingml/2006/main" xmlns:r="http://schemas.openxmlformats.org/officeDocument/2006/relationships" xmlns:p="http://schemas.openxmlformats.org/presentationml/2006/main" userDrawn="1">
  <p:cSld name="Team09">
    <p:spTree>
      <p:nvGrpSpPr>
        <p:cNvPr id="1" name=""/>
        <p:cNvGrpSpPr/>
        <p:nvPr/>
      </p:nvGrpSpPr>
      <p:grpSpPr>
        <a:xfrm>
          <a:off x="0" y="0"/>
          <a:ext cx="0" cy="0"/>
          <a:chOff x="0" y="0"/>
          <a:chExt cx="0" cy="0"/>
        </a:xfrm>
      </p:grpSpPr>
      <p:sp>
        <p:nvSpPr>
          <p:cNvPr id="31" name="Picture Placeholder 7"/>
          <p:cNvSpPr>
            <a:spLocks noGrp="1"/>
          </p:cNvSpPr>
          <p:nvPr>
            <p:ph type="pic" sz="quarter" idx="10" hasCustomPrompt="1"/>
          </p:nvPr>
        </p:nvSpPr>
        <p:spPr>
          <a:xfrm>
            <a:off x="1157321" y="2245411"/>
            <a:ext cx="1895355" cy="1894789"/>
          </a:xfrm>
          <a:prstGeom prst="roundRect">
            <a:avLst>
              <a:gd name="adj" fmla="val 9160"/>
            </a:avLst>
          </a:prstGeom>
          <a:ln w="28575">
            <a:solidFill>
              <a:schemeClr val="accent1"/>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34" name="Picture Placeholder 7"/>
          <p:cNvSpPr>
            <a:spLocks noGrp="1"/>
          </p:cNvSpPr>
          <p:nvPr>
            <p:ph type="pic" sz="quarter" idx="18" hasCustomPrompt="1"/>
          </p:nvPr>
        </p:nvSpPr>
        <p:spPr>
          <a:xfrm>
            <a:off x="3763524" y="2245411"/>
            <a:ext cx="1895355" cy="1894789"/>
          </a:xfrm>
          <a:prstGeom prst="roundRect">
            <a:avLst>
              <a:gd name="adj" fmla="val 10232"/>
            </a:avLst>
          </a:prstGeom>
          <a:ln w="28575">
            <a:solidFill>
              <a:schemeClr val="accent2"/>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37" name="Picture Placeholder 7"/>
          <p:cNvSpPr>
            <a:spLocks noGrp="1"/>
          </p:cNvSpPr>
          <p:nvPr>
            <p:ph type="pic" sz="quarter" idx="21" hasCustomPrompt="1"/>
          </p:nvPr>
        </p:nvSpPr>
        <p:spPr>
          <a:xfrm>
            <a:off x="6438791" y="2245411"/>
            <a:ext cx="1895355" cy="1894789"/>
          </a:xfrm>
          <a:prstGeom prst="roundRect">
            <a:avLst>
              <a:gd name="adj" fmla="val 11305"/>
            </a:avLst>
          </a:prstGeom>
          <a:ln w="28575">
            <a:solidFill>
              <a:schemeClr val="accent3"/>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40" name="Picture Placeholder 7"/>
          <p:cNvSpPr>
            <a:spLocks noGrp="1"/>
          </p:cNvSpPr>
          <p:nvPr>
            <p:ph type="pic" sz="quarter" idx="24" hasCustomPrompt="1"/>
          </p:nvPr>
        </p:nvSpPr>
        <p:spPr>
          <a:xfrm>
            <a:off x="9113801" y="2245411"/>
            <a:ext cx="1895355" cy="1894789"/>
          </a:xfrm>
          <a:prstGeom prst="roundRect">
            <a:avLst>
              <a:gd name="adj" fmla="val 10769"/>
            </a:avLst>
          </a:prstGeom>
          <a:ln w="28575">
            <a:solidFill>
              <a:schemeClr val="accent4"/>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12"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3"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8748521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grpId="0" nodeType="afterEffect">
                                  <p:stCondLst>
                                    <p:cond delay="0"/>
                                  </p:stCondLst>
                                  <p:childTnLst>
                                    <p:set>
                                      <p:cBhvr>
                                        <p:cTn id="6" dur="1" fill="hold">
                                          <p:stCondLst>
                                            <p:cond delay="0"/>
                                          </p:stCondLst>
                                        </p:cTn>
                                        <p:tgtEl>
                                          <p:spTgt spid="31"/>
                                        </p:tgtEl>
                                        <p:attrNameLst>
                                          <p:attrName>style.visibility</p:attrName>
                                        </p:attrNameLst>
                                      </p:cBhvr>
                                      <p:to>
                                        <p:strVal val="visible"/>
                                      </p:to>
                                    </p:set>
                                    <p:anim calcmode="lin" valueType="num">
                                      <p:cBhvr>
                                        <p:cTn id="7" dur="500" fill="hold"/>
                                        <p:tgtEl>
                                          <p:spTgt spid="31"/>
                                        </p:tgtEl>
                                        <p:attrNameLst>
                                          <p:attrName>ppt_w</p:attrName>
                                        </p:attrNameLst>
                                      </p:cBhvr>
                                      <p:tavLst>
                                        <p:tav tm="0">
                                          <p:val>
                                            <p:fltVal val="0"/>
                                          </p:val>
                                        </p:tav>
                                        <p:tav tm="100000">
                                          <p:val>
                                            <p:strVal val="#ppt_w"/>
                                          </p:val>
                                        </p:tav>
                                      </p:tavLst>
                                    </p:anim>
                                    <p:anim calcmode="lin" valueType="num">
                                      <p:cBhvr>
                                        <p:cTn id="8" dur="500" fill="hold"/>
                                        <p:tgtEl>
                                          <p:spTgt spid="31"/>
                                        </p:tgtEl>
                                        <p:attrNameLst>
                                          <p:attrName>ppt_h</p:attrName>
                                        </p:attrNameLst>
                                      </p:cBhvr>
                                      <p:tavLst>
                                        <p:tav tm="0">
                                          <p:val>
                                            <p:fltVal val="0"/>
                                          </p:val>
                                        </p:tav>
                                        <p:tav tm="100000">
                                          <p:val>
                                            <p:strVal val="#ppt_h"/>
                                          </p:val>
                                        </p:tav>
                                      </p:tavLst>
                                    </p:anim>
                                    <p:animEffect transition="in" filter="fade">
                                      <p:cBhvr>
                                        <p:cTn id="9" dur="500"/>
                                        <p:tgtEl>
                                          <p:spTgt spid="31"/>
                                        </p:tgtEl>
                                      </p:cBhvr>
                                    </p:animEffect>
                                  </p:childTnLst>
                                </p:cTn>
                              </p:par>
                            </p:childTnLst>
                          </p:cTn>
                        </p:par>
                        <p:par>
                          <p:cTn id="10" fill="hold">
                            <p:stCondLst>
                              <p:cond delay="500"/>
                            </p:stCondLst>
                            <p:childTnLst>
                              <p:par>
                                <p:cTn id="11" presetID="53" presetClass="entr" presetSubtype="0" fill="hold" grpId="0" nodeType="afterEffect">
                                  <p:stCondLst>
                                    <p:cond delay="0"/>
                                  </p:stCondLst>
                                  <p:childTnLst>
                                    <p:set>
                                      <p:cBhvr>
                                        <p:cTn id="12" dur="1" fill="hold">
                                          <p:stCondLst>
                                            <p:cond delay="0"/>
                                          </p:stCondLst>
                                        </p:cTn>
                                        <p:tgtEl>
                                          <p:spTgt spid="34"/>
                                        </p:tgtEl>
                                        <p:attrNameLst>
                                          <p:attrName>style.visibility</p:attrName>
                                        </p:attrNameLst>
                                      </p:cBhvr>
                                      <p:to>
                                        <p:strVal val="visible"/>
                                      </p:to>
                                    </p:set>
                                    <p:anim calcmode="lin" valueType="num">
                                      <p:cBhvr>
                                        <p:cTn id="13" dur="500" fill="hold"/>
                                        <p:tgtEl>
                                          <p:spTgt spid="34"/>
                                        </p:tgtEl>
                                        <p:attrNameLst>
                                          <p:attrName>ppt_w</p:attrName>
                                        </p:attrNameLst>
                                      </p:cBhvr>
                                      <p:tavLst>
                                        <p:tav tm="0">
                                          <p:val>
                                            <p:fltVal val="0"/>
                                          </p:val>
                                        </p:tav>
                                        <p:tav tm="100000">
                                          <p:val>
                                            <p:strVal val="#ppt_w"/>
                                          </p:val>
                                        </p:tav>
                                      </p:tavLst>
                                    </p:anim>
                                    <p:anim calcmode="lin" valueType="num">
                                      <p:cBhvr>
                                        <p:cTn id="14" dur="500" fill="hold"/>
                                        <p:tgtEl>
                                          <p:spTgt spid="34"/>
                                        </p:tgtEl>
                                        <p:attrNameLst>
                                          <p:attrName>ppt_h</p:attrName>
                                        </p:attrNameLst>
                                      </p:cBhvr>
                                      <p:tavLst>
                                        <p:tav tm="0">
                                          <p:val>
                                            <p:fltVal val="0"/>
                                          </p:val>
                                        </p:tav>
                                        <p:tav tm="100000">
                                          <p:val>
                                            <p:strVal val="#ppt_h"/>
                                          </p:val>
                                        </p:tav>
                                      </p:tavLst>
                                    </p:anim>
                                    <p:animEffect transition="in" filter="fade">
                                      <p:cBhvr>
                                        <p:cTn id="15" dur="500"/>
                                        <p:tgtEl>
                                          <p:spTgt spid="34"/>
                                        </p:tgtEl>
                                      </p:cBhvr>
                                    </p:animEffect>
                                  </p:childTnLst>
                                </p:cTn>
                              </p:par>
                            </p:childTnLst>
                          </p:cTn>
                        </p:par>
                        <p:par>
                          <p:cTn id="16" fill="hold">
                            <p:stCondLst>
                              <p:cond delay="1000"/>
                            </p:stCondLst>
                            <p:childTnLst>
                              <p:par>
                                <p:cTn id="17" presetID="53" presetClass="entr" presetSubtype="0" fill="hold" grpId="0" nodeType="afterEffect">
                                  <p:stCondLst>
                                    <p:cond delay="0"/>
                                  </p:stCondLst>
                                  <p:childTnLst>
                                    <p:set>
                                      <p:cBhvr>
                                        <p:cTn id="18" dur="1" fill="hold">
                                          <p:stCondLst>
                                            <p:cond delay="0"/>
                                          </p:stCondLst>
                                        </p:cTn>
                                        <p:tgtEl>
                                          <p:spTgt spid="37"/>
                                        </p:tgtEl>
                                        <p:attrNameLst>
                                          <p:attrName>style.visibility</p:attrName>
                                        </p:attrNameLst>
                                      </p:cBhvr>
                                      <p:to>
                                        <p:strVal val="visible"/>
                                      </p:to>
                                    </p:set>
                                    <p:anim calcmode="lin" valueType="num">
                                      <p:cBhvr>
                                        <p:cTn id="19" dur="500" fill="hold"/>
                                        <p:tgtEl>
                                          <p:spTgt spid="37"/>
                                        </p:tgtEl>
                                        <p:attrNameLst>
                                          <p:attrName>ppt_w</p:attrName>
                                        </p:attrNameLst>
                                      </p:cBhvr>
                                      <p:tavLst>
                                        <p:tav tm="0">
                                          <p:val>
                                            <p:fltVal val="0"/>
                                          </p:val>
                                        </p:tav>
                                        <p:tav tm="100000">
                                          <p:val>
                                            <p:strVal val="#ppt_w"/>
                                          </p:val>
                                        </p:tav>
                                      </p:tavLst>
                                    </p:anim>
                                    <p:anim calcmode="lin" valueType="num">
                                      <p:cBhvr>
                                        <p:cTn id="20" dur="500" fill="hold"/>
                                        <p:tgtEl>
                                          <p:spTgt spid="37"/>
                                        </p:tgtEl>
                                        <p:attrNameLst>
                                          <p:attrName>ppt_h</p:attrName>
                                        </p:attrNameLst>
                                      </p:cBhvr>
                                      <p:tavLst>
                                        <p:tav tm="0">
                                          <p:val>
                                            <p:fltVal val="0"/>
                                          </p:val>
                                        </p:tav>
                                        <p:tav tm="100000">
                                          <p:val>
                                            <p:strVal val="#ppt_h"/>
                                          </p:val>
                                        </p:tav>
                                      </p:tavLst>
                                    </p:anim>
                                    <p:animEffect transition="in" filter="fade">
                                      <p:cBhvr>
                                        <p:cTn id="21" dur="500"/>
                                        <p:tgtEl>
                                          <p:spTgt spid="37"/>
                                        </p:tgtEl>
                                      </p:cBhvr>
                                    </p:animEffect>
                                  </p:childTnLst>
                                </p:cTn>
                              </p:par>
                            </p:childTnLst>
                          </p:cTn>
                        </p:par>
                        <p:par>
                          <p:cTn id="22" fill="hold">
                            <p:stCondLst>
                              <p:cond delay="1500"/>
                            </p:stCondLst>
                            <p:childTnLst>
                              <p:par>
                                <p:cTn id="23" presetID="53" presetClass="entr" presetSubtype="0" fill="hold" grpId="0" nodeType="afterEffect">
                                  <p:stCondLst>
                                    <p:cond delay="0"/>
                                  </p:stCondLst>
                                  <p:childTnLst>
                                    <p:set>
                                      <p:cBhvr>
                                        <p:cTn id="24" dur="1" fill="hold">
                                          <p:stCondLst>
                                            <p:cond delay="0"/>
                                          </p:stCondLst>
                                        </p:cTn>
                                        <p:tgtEl>
                                          <p:spTgt spid="40"/>
                                        </p:tgtEl>
                                        <p:attrNameLst>
                                          <p:attrName>style.visibility</p:attrName>
                                        </p:attrNameLst>
                                      </p:cBhvr>
                                      <p:to>
                                        <p:strVal val="visible"/>
                                      </p:to>
                                    </p:set>
                                    <p:anim calcmode="lin" valueType="num">
                                      <p:cBhvr>
                                        <p:cTn id="25" dur="500" fill="hold"/>
                                        <p:tgtEl>
                                          <p:spTgt spid="40"/>
                                        </p:tgtEl>
                                        <p:attrNameLst>
                                          <p:attrName>ppt_w</p:attrName>
                                        </p:attrNameLst>
                                      </p:cBhvr>
                                      <p:tavLst>
                                        <p:tav tm="0">
                                          <p:val>
                                            <p:fltVal val="0"/>
                                          </p:val>
                                        </p:tav>
                                        <p:tav tm="100000">
                                          <p:val>
                                            <p:strVal val="#ppt_w"/>
                                          </p:val>
                                        </p:tav>
                                      </p:tavLst>
                                    </p:anim>
                                    <p:anim calcmode="lin" valueType="num">
                                      <p:cBhvr>
                                        <p:cTn id="26" dur="500" fill="hold"/>
                                        <p:tgtEl>
                                          <p:spTgt spid="40"/>
                                        </p:tgtEl>
                                        <p:attrNameLst>
                                          <p:attrName>ppt_h</p:attrName>
                                        </p:attrNameLst>
                                      </p:cBhvr>
                                      <p:tavLst>
                                        <p:tav tm="0">
                                          <p:val>
                                            <p:fltVal val="0"/>
                                          </p:val>
                                        </p:tav>
                                        <p:tav tm="100000">
                                          <p:val>
                                            <p:strVal val="#ppt_h"/>
                                          </p:val>
                                        </p:tav>
                                      </p:tavLst>
                                    </p:anim>
                                    <p:animEffect transition="in" filter="fade">
                                      <p:cBhvr>
                                        <p:cTn id="27"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34" grpId="0" animBg="1"/>
      <p:bldP spid="37" grpId="0" animBg="1"/>
      <p:bldP spid="40" grpId="0" animBg="1"/>
    </p:bldLst>
  </p:timing>
</p:sldLayout>
</file>

<file path=ppt/slideLayouts/slideLayout394.xml><?xml version="1.0" encoding="utf-8"?>
<p:sldLayout xmlns:a="http://schemas.openxmlformats.org/drawingml/2006/main" xmlns:r="http://schemas.openxmlformats.org/officeDocument/2006/relationships" xmlns:p="http://schemas.openxmlformats.org/presentationml/2006/main" preserve="1" userDrawn="1">
  <p:cSld name="1_Team09">
    <p:spTree>
      <p:nvGrpSpPr>
        <p:cNvPr id="1" name=""/>
        <p:cNvGrpSpPr/>
        <p:nvPr/>
      </p:nvGrpSpPr>
      <p:grpSpPr>
        <a:xfrm>
          <a:off x="0" y="0"/>
          <a:ext cx="0" cy="0"/>
          <a:chOff x="0" y="0"/>
          <a:chExt cx="0" cy="0"/>
        </a:xfrm>
      </p:grpSpPr>
      <p:sp>
        <p:nvSpPr>
          <p:cNvPr id="31" name="Picture Placeholder 7"/>
          <p:cNvSpPr>
            <a:spLocks noGrp="1"/>
          </p:cNvSpPr>
          <p:nvPr>
            <p:ph type="pic" sz="quarter" idx="10" hasCustomPrompt="1"/>
          </p:nvPr>
        </p:nvSpPr>
        <p:spPr>
          <a:xfrm>
            <a:off x="884639" y="2201898"/>
            <a:ext cx="1895355" cy="1894789"/>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1"/>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14" name="Text Placeholder 3"/>
          <p:cNvSpPr>
            <a:spLocks noGrp="1"/>
          </p:cNvSpPr>
          <p:nvPr>
            <p:ph type="body" sz="half" idx="15"/>
          </p:nvPr>
        </p:nvSpPr>
        <p:spPr>
          <a:xfrm>
            <a:off x="849403" y="4839493"/>
            <a:ext cx="1948892" cy="1231107"/>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3" name="Picture Placeholder 7"/>
          <p:cNvSpPr>
            <a:spLocks noGrp="1"/>
          </p:cNvSpPr>
          <p:nvPr>
            <p:ph type="pic" sz="quarter" idx="17" hasCustomPrompt="1"/>
          </p:nvPr>
        </p:nvSpPr>
        <p:spPr>
          <a:xfrm>
            <a:off x="3019721" y="2201898"/>
            <a:ext cx="1895355" cy="1894789"/>
          </a:xfrm>
          <a:prstGeom prst="rect">
            <a:avLst/>
          </a:prstGeom>
          <a:ln w="19050">
            <a:solidFill>
              <a:schemeClr val="accent2"/>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24" name="Text Placeholder 3"/>
          <p:cNvSpPr>
            <a:spLocks noGrp="1"/>
          </p:cNvSpPr>
          <p:nvPr>
            <p:ph type="body" sz="half" idx="18"/>
          </p:nvPr>
        </p:nvSpPr>
        <p:spPr>
          <a:xfrm>
            <a:off x="2984486" y="4839493"/>
            <a:ext cx="1948892" cy="1231107"/>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7" name="Picture Placeholder 7"/>
          <p:cNvSpPr>
            <a:spLocks noGrp="1"/>
          </p:cNvSpPr>
          <p:nvPr>
            <p:ph type="pic" sz="quarter" idx="20" hasCustomPrompt="1"/>
          </p:nvPr>
        </p:nvSpPr>
        <p:spPr>
          <a:xfrm>
            <a:off x="5140351" y="2201898"/>
            <a:ext cx="1895355" cy="1894789"/>
          </a:xfrm>
          <a:prstGeom prst="rect">
            <a:avLst/>
          </a:prstGeom>
          <a:ln w="19050">
            <a:solidFill>
              <a:schemeClr val="accent3"/>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28" name="Text Placeholder 3"/>
          <p:cNvSpPr>
            <a:spLocks noGrp="1"/>
          </p:cNvSpPr>
          <p:nvPr>
            <p:ph type="body" sz="half" idx="21"/>
          </p:nvPr>
        </p:nvSpPr>
        <p:spPr>
          <a:xfrm>
            <a:off x="5105115" y="4839493"/>
            <a:ext cx="1948892" cy="1231107"/>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32" name="Picture Placeholder 7"/>
          <p:cNvSpPr>
            <a:spLocks noGrp="1"/>
          </p:cNvSpPr>
          <p:nvPr>
            <p:ph type="pic" sz="quarter" idx="23" hasCustomPrompt="1"/>
          </p:nvPr>
        </p:nvSpPr>
        <p:spPr>
          <a:xfrm>
            <a:off x="7250175" y="2201898"/>
            <a:ext cx="1895355" cy="1894789"/>
          </a:xfrm>
          <a:prstGeom prst="rect">
            <a:avLst/>
          </a:prstGeom>
          <a:ln w="19050">
            <a:solidFill>
              <a:schemeClr val="accent4"/>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33" name="Text Placeholder 3"/>
          <p:cNvSpPr>
            <a:spLocks noGrp="1"/>
          </p:cNvSpPr>
          <p:nvPr>
            <p:ph type="body" sz="half" idx="24"/>
          </p:nvPr>
        </p:nvSpPr>
        <p:spPr>
          <a:xfrm>
            <a:off x="7214939" y="4839493"/>
            <a:ext cx="1948892" cy="1231107"/>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38" name="Picture Placeholder 7"/>
          <p:cNvSpPr>
            <a:spLocks noGrp="1"/>
          </p:cNvSpPr>
          <p:nvPr>
            <p:ph type="pic" sz="quarter" idx="26" hasCustomPrompt="1"/>
          </p:nvPr>
        </p:nvSpPr>
        <p:spPr>
          <a:xfrm>
            <a:off x="9381609" y="2201898"/>
            <a:ext cx="1895355" cy="1894789"/>
          </a:xfrm>
          <a:prstGeom prst="rect">
            <a:avLst/>
          </a:prstGeom>
          <a:ln w="19050">
            <a:solidFill>
              <a:schemeClr val="accent5"/>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39" name="Text Placeholder 3"/>
          <p:cNvSpPr>
            <a:spLocks noGrp="1"/>
          </p:cNvSpPr>
          <p:nvPr>
            <p:ph type="body" sz="half" idx="27"/>
          </p:nvPr>
        </p:nvSpPr>
        <p:spPr>
          <a:xfrm>
            <a:off x="9346374" y="4839493"/>
            <a:ext cx="1948892" cy="1231107"/>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1" name="Rectangle 20"/>
          <p:cNvSpPr/>
          <p:nvPr userDrawn="1"/>
        </p:nvSpPr>
        <p:spPr>
          <a:xfrm>
            <a:off x="872114" y="4051293"/>
            <a:ext cx="1920405" cy="7112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22" name="Text Placeholder 3"/>
          <p:cNvSpPr>
            <a:spLocks noGrp="1"/>
          </p:cNvSpPr>
          <p:nvPr>
            <p:ph type="body" sz="half" idx="16"/>
          </p:nvPr>
        </p:nvSpPr>
        <p:spPr>
          <a:xfrm>
            <a:off x="1140228" y="4176106"/>
            <a:ext cx="1367243" cy="508973"/>
          </a:xfrm>
          <a:prstGeom prst="rect">
            <a:avLst/>
          </a:prstGeom>
        </p:spPr>
        <p:txBody>
          <a:bodyPr wrap="square" lIns="0" tIns="0" rIns="0" bIns="0" anchor="ctr">
            <a:noAutofit/>
          </a:bodyPr>
          <a:lstStyle>
            <a:lvl1pPr marL="0" indent="0" algn="ctr">
              <a:buNone/>
              <a:defRPr sz="1467" b="1" baseline="0">
                <a:solidFill>
                  <a:schemeClr val="bg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25" name="Rectangle 24"/>
          <p:cNvSpPr/>
          <p:nvPr userDrawn="1"/>
        </p:nvSpPr>
        <p:spPr>
          <a:xfrm>
            <a:off x="3007196" y="4051293"/>
            <a:ext cx="1920405" cy="7112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26" name="Text Placeholder 3"/>
          <p:cNvSpPr>
            <a:spLocks noGrp="1"/>
          </p:cNvSpPr>
          <p:nvPr>
            <p:ph type="body" sz="half" idx="19"/>
          </p:nvPr>
        </p:nvSpPr>
        <p:spPr>
          <a:xfrm>
            <a:off x="3275311" y="4176106"/>
            <a:ext cx="1367243" cy="508973"/>
          </a:xfrm>
          <a:prstGeom prst="rect">
            <a:avLst/>
          </a:prstGeom>
        </p:spPr>
        <p:txBody>
          <a:bodyPr wrap="square" lIns="0" tIns="0" rIns="0" bIns="0" anchor="ctr">
            <a:noAutofit/>
          </a:bodyPr>
          <a:lstStyle>
            <a:lvl1pPr marL="0" indent="0" algn="ctr">
              <a:buNone/>
              <a:defRPr sz="1467" b="1" baseline="0">
                <a:solidFill>
                  <a:schemeClr val="bg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29" name="Rectangle 28"/>
          <p:cNvSpPr/>
          <p:nvPr userDrawn="1"/>
        </p:nvSpPr>
        <p:spPr>
          <a:xfrm>
            <a:off x="5127826" y="4051293"/>
            <a:ext cx="1920405" cy="7112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30" name="Text Placeholder 3"/>
          <p:cNvSpPr>
            <a:spLocks noGrp="1"/>
          </p:cNvSpPr>
          <p:nvPr>
            <p:ph type="body" sz="half" idx="22"/>
          </p:nvPr>
        </p:nvSpPr>
        <p:spPr>
          <a:xfrm>
            <a:off x="5395940" y="4176106"/>
            <a:ext cx="1367243" cy="508973"/>
          </a:xfrm>
          <a:prstGeom prst="rect">
            <a:avLst/>
          </a:prstGeom>
        </p:spPr>
        <p:txBody>
          <a:bodyPr wrap="square" lIns="0" tIns="0" rIns="0" bIns="0" anchor="ctr">
            <a:noAutofit/>
          </a:bodyPr>
          <a:lstStyle>
            <a:lvl1pPr marL="0" indent="0" algn="ctr">
              <a:buNone/>
              <a:defRPr sz="1467" b="1" baseline="0">
                <a:solidFill>
                  <a:schemeClr val="bg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35" name="Rectangle 34"/>
          <p:cNvSpPr/>
          <p:nvPr userDrawn="1"/>
        </p:nvSpPr>
        <p:spPr>
          <a:xfrm>
            <a:off x="7237650" y="4051293"/>
            <a:ext cx="1920405" cy="7112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36" name="Text Placeholder 3"/>
          <p:cNvSpPr>
            <a:spLocks noGrp="1"/>
          </p:cNvSpPr>
          <p:nvPr>
            <p:ph type="body" sz="half" idx="25"/>
          </p:nvPr>
        </p:nvSpPr>
        <p:spPr>
          <a:xfrm>
            <a:off x="7505764" y="4176106"/>
            <a:ext cx="1367243" cy="508973"/>
          </a:xfrm>
          <a:prstGeom prst="rect">
            <a:avLst/>
          </a:prstGeom>
        </p:spPr>
        <p:txBody>
          <a:bodyPr wrap="square" lIns="0" tIns="0" rIns="0" bIns="0" anchor="ctr">
            <a:noAutofit/>
          </a:bodyPr>
          <a:lstStyle>
            <a:lvl1pPr marL="0" indent="0" algn="ctr">
              <a:buNone/>
              <a:defRPr sz="1467" b="1" baseline="0">
                <a:solidFill>
                  <a:schemeClr val="bg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41" name="Rectangle 40"/>
          <p:cNvSpPr/>
          <p:nvPr userDrawn="1"/>
        </p:nvSpPr>
        <p:spPr>
          <a:xfrm>
            <a:off x="9369084" y="4051293"/>
            <a:ext cx="1920405" cy="71120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44" name="Text Placeholder 3"/>
          <p:cNvSpPr>
            <a:spLocks noGrp="1"/>
          </p:cNvSpPr>
          <p:nvPr>
            <p:ph type="body" sz="half" idx="28"/>
          </p:nvPr>
        </p:nvSpPr>
        <p:spPr>
          <a:xfrm>
            <a:off x="9637199" y="4176106"/>
            <a:ext cx="1367243" cy="508973"/>
          </a:xfrm>
          <a:prstGeom prst="rect">
            <a:avLst/>
          </a:prstGeom>
        </p:spPr>
        <p:txBody>
          <a:bodyPr wrap="square" lIns="0" tIns="0" rIns="0" bIns="0" anchor="ctr">
            <a:noAutofit/>
          </a:bodyPr>
          <a:lstStyle>
            <a:lvl1pPr marL="0" indent="0" algn="ctr">
              <a:buNone/>
              <a:defRPr sz="1467" b="1" baseline="0">
                <a:solidFill>
                  <a:schemeClr val="bg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34"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37"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177768098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grpId="0" nodeType="afterEffect">
                                  <p:stCondLst>
                                    <p:cond delay="0"/>
                                  </p:stCondLst>
                                  <p:childTnLst>
                                    <p:set>
                                      <p:cBhvr>
                                        <p:cTn id="6" dur="1" fill="hold">
                                          <p:stCondLst>
                                            <p:cond delay="0"/>
                                          </p:stCondLst>
                                        </p:cTn>
                                        <p:tgtEl>
                                          <p:spTgt spid="31"/>
                                        </p:tgtEl>
                                        <p:attrNameLst>
                                          <p:attrName>style.visibility</p:attrName>
                                        </p:attrNameLst>
                                      </p:cBhvr>
                                      <p:to>
                                        <p:strVal val="visible"/>
                                      </p:to>
                                    </p:set>
                                    <p:anim calcmode="lin" valueType="num">
                                      <p:cBhvr>
                                        <p:cTn id="7" dur="500" fill="hold"/>
                                        <p:tgtEl>
                                          <p:spTgt spid="31"/>
                                        </p:tgtEl>
                                        <p:attrNameLst>
                                          <p:attrName>ppt_w</p:attrName>
                                        </p:attrNameLst>
                                      </p:cBhvr>
                                      <p:tavLst>
                                        <p:tav tm="0">
                                          <p:val>
                                            <p:fltVal val="0"/>
                                          </p:val>
                                        </p:tav>
                                        <p:tav tm="100000">
                                          <p:val>
                                            <p:strVal val="#ppt_w"/>
                                          </p:val>
                                        </p:tav>
                                      </p:tavLst>
                                    </p:anim>
                                    <p:anim calcmode="lin" valueType="num">
                                      <p:cBhvr>
                                        <p:cTn id="8" dur="500" fill="hold"/>
                                        <p:tgtEl>
                                          <p:spTgt spid="31"/>
                                        </p:tgtEl>
                                        <p:attrNameLst>
                                          <p:attrName>ppt_h</p:attrName>
                                        </p:attrNameLst>
                                      </p:cBhvr>
                                      <p:tavLst>
                                        <p:tav tm="0">
                                          <p:val>
                                            <p:fltVal val="0"/>
                                          </p:val>
                                        </p:tav>
                                        <p:tav tm="100000">
                                          <p:val>
                                            <p:strVal val="#ppt_h"/>
                                          </p:val>
                                        </p:tav>
                                      </p:tavLst>
                                    </p:anim>
                                    <p:animEffect transition="in" filter="fade">
                                      <p:cBhvr>
                                        <p:cTn id="9" dur="500"/>
                                        <p:tgtEl>
                                          <p:spTgt spid="31"/>
                                        </p:tgtEl>
                                      </p:cBhvr>
                                    </p:animEffect>
                                  </p:childTnLst>
                                </p:cTn>
                              </p:par>
                            </p:childTnLst>
                          </p:cTn>
                        </p:par>
                        <p:par>
                          <p:cTn id="10" fill="hold">
                            <p:stCondLst>
                              <p:cond delay="500"/>
                            </p:stCondLst>
                            <p:childTnLst>
                              <p:par>
                                <p:cTn id="11" presetID="22" presetClass="entr" presetSubtype="4" fill="hold" grpId="0" nodeType="afterEffect">
                                  <p:stCondLst>
                                    <p:cond delay="0"/>
                                  </p:stCondLst>
                                  <p:childTnLst>
                                    <p:set>
                                      <p:cBhvr>
                                        <p:cTn id="12" dur="1" fill="hold">
                                          <p:stCondLst>
                                            <p:cond delay="0"/>
                                          </p:stCondLst>
                                        </p:cTn>
                                        <p:tgtEl>
                                          <p:spTgt spid="21"/>
                                        </p:tgtEl>
                                        <p:attrNameLst>
                                          <p:attrName>style.visibility</p:attrName>
                                        </p:attrNameLst>
                                      </p:cBhvr>
                                      <p:to>
                                        <p:strVal val="visible"/>
                                      </p:to>
                                    </p:set>
                                    <p:animEffect transition="in" filter="wipe(down)">
                                      <p:cBhvr>
                                        <p:cTn id="13" dur="500"/>
                                        <p:tgtEl>
                                          <p:spTgt spid="21"/>
                                        </p:tgtEl>
                                      </p:cBhvr>
                                    </p:animEffect>
                                  </p:childTnLst>
                                </p:cTn>
                              </p:par>
                            </p:childTnLst>
                          </p:cTn>
                        </p:par>
                        <p:par>
                          <p:cTn id="14" fill="hold">
                            <p:stCondLst>
                              <p:cond delay="1000"/>
                            </p:stCondLst>
                            <p:childTnLst>
                              <p:par>
                                <p:cTn id="15" presetID="22" presetClass="entr" presetSubtype="4" fill="hold" grpId="0" nodeType="afterEffect" nodePh="1">
                                  <p:stCondLst>
                                    <p:cond delay="0"/>
                                  </p:stCondLst>
                                  <p:endCondLst>
                                    <p:cond evt="begin" delay="0">
                                      <p:tn val="15"/>
                                    </p:cond>
                                  </p:endCondLst>
                                  <p:childTnLst>
                                    <p:set>
                                      <p:cBhvr>
                                        <p:cTn id="16" dur="1" fill="hold">
                                          <p:stCondLst>
                                            <p:cond delay="0"/>
                                          </p:stCondLst>
                                        </p:cTn>
                                        <p:tgtEl>
                                          <p:spTgt spid="22">
                                            <p:txEl>
                                              <p:pRg st="0" end="0"/>
                                            </p:txEl>
                                          </p:spTgt>
                                        </p:tgtEl>
                                        <p:attrNameLst>
                                          <p:attrName>style.visibility</p:attrName>
                                        </p:attrNameLst>
                                      </p:cBhvr>
                                      <p:to>
                                        <p:strVal val="visible"/>
                                      </p:to>
                                    </p:set>
                                    <p:animEffect transition="in" filter="wipe(down)">
                                      <p:cBhvr>
                                        <p:cTn id="17" dur="500"/>
                                        <p:tgtEl>
                                          <p:spTgt spid="22">
                                            <p:txEl>
                                              <p:pRg st="0" end="0"/>
                                            </p:txEl>
                                          </p:spTgt>
                                        </p:tgtEl>
                                      </p:cBhvr>
                                    </p:animEffect>
                                  </p:childTnLst>
                                </p:cTn>
                              </p:par>
                            </p:childTnLst>
                          </p:cTn>
                        </p:par>
                        <p:par>
                          <p:cTn id="18" fill="hold">
                            <p:stCondLst>
                              <p:cond delay="1500"/>
                            </p:stCondLst>
                            <p:childTnLst>
                              <p:par>
                                <p:cTn id="19" presetID="2" presetClass="entr" presetSubtype="4" accel="50000" decel="50000" fill="hold" grpId="0" nodeType="afterEffect" nodePh="1">
                                  <p:stCondLst>
                                    <p:cond delay="0"/>
                                  </p:stCondLst>
                                  <p:endCondLst>
                                    <p:cond evt="begin" delay="0">
                                      <p:tn val="19"/>
                                    </p:cond>
                                  </p:endCondLst>
                                  <p:childTnLst>
                                    <p:set>
                                      <p:cBhvr>
                                        <p:cTn id="20" dur="1" fill="hold">
                                          <p:stCondLst>
                                            <p:cond delay="0"/>
                                          </p:stCondLst>
                                        </p:cTn>
                                        <p:tgtEl>
                                          <p:spTgt spid="14">
                                            <p:txEl>
                                              <p:pRg st="0" end="0"/>
                                            </p:txEl>
                                          </p:spTgt>
                                        </p:tgtEl>
                                        <p:attrNameLst>
                                          <p:attrName>style.visibility</p:attrName>
                                        </p:attrNameLst>
                                      </p:cBhvr>
                                      <p:to>
                                        <p:strVal val="visible"/>
                                      </p:to>
                                    </p:set>
                                    <p:anim calcmode="lin" valueType="num">
                                      <p:cBhvr additive="base">
                                        <p:cTn id="21" dur="500" fill="hold"/>
                                        <p:tgtEl>
                                          <p:spTgt spid="14">
                                            <p:txEl>
                                              <p:pRg st="0" end="0"/>
                                            </p:txEl>
                                          </p:spTgt>
                                        </p:tgtEl>
                                        <p:attrNameLst>
                                          <p:attrName>ppt_x</p:attrName>
                                        </p:attrNameLst>
                                      </p:cBhvr>
                                      <p:tavLst>
                                        <p:tav tm="0">
                                          <p:val>
                                            <p:strVal val="#ppt_x"/>
                                          </p:val>
                                        </p:tav>
                                        <p:tav tm="100000">
                                          <p:val>
                                            <p:strVal val="#ppt_x"/>
                                          </p:val>
                                        </p:tav>
                                      </p:tavLst>
                                    </p:anim>
                                    <p:anim calcmode="lin" valueType="num">
                                      <p:cBhvr additive="base">
                                        <p:cTn id="22" dur="500" fill="hold"/>
                                        <p:tgtEl>
                                          <p:spTgt spid="14">
                                            <p:txEl>
                                              <p:pRg st="0" end="0"/>
                                            </p:txEl>
                                          </p:spTgt>
                                        </p:tgtEl>
                                        <p:attrNameLst>
                                          <p:attrName>ppt_y</p:attrName>
                                        </p:attrNameLst>
                                      </p:cBhvr>
                                      <p:tavLst>
                                        <p:tav tm="0">
                                          <p:val>
                                            <p:strVal val="1+#ppt_h/2"/>
                                          </p:val>
                                        </p:tav>
                                        <p:tav tm="100000">
                                          <p:val>
                                            <p:strVal val="#ppt_y"/>
                                          </p:val>
                                        </p:tav>
                                      </p:tavLst>
                                    </p:anim>
                                  </p:childTnLst>
                                </p:cTn>
                              </p:par>
                            </p:childTnLst>
                          </p:cTn>
                        </p:par>
                        <p:par>
                          <p:cTn id="23" fill="hold">
                            <p:stCondLst>
                              <p:cond delay="2000"/>
                            </p:stCondLst>
                            <p:childTnLst>
                              <p:par>
                                <p:cTn id="24" presetID="53" presetClass="entr" presetSubtype="0" fill="hold" grpId="0" nodeType="afterEffect">
                                  <p:stCondLst>
                                    <p:cond delay="0"/>
                                  </p:stCondLst>
                                  <p:childTnLst>
                                    <p:set>
                                      <p:cBhvr>
                                        <p:cTn id="25" dur="1" fill="hold">
                                          <p:stCondLst>
                                            <p:cond delay="0"/>
                                          </p:stCondLst>
                                        </p:cTn>
                                        <p:tgtEl>
                                          <p:spTgt spid="23"/>
                                        </p:tgtEl>
                                        <p:attrNameLst>
                                          <p:attrName>style.visibility</p:attrName>
                                        </p:attrNameLst>
                                      </p:cBhvr>
                                      <p:to>
                                        <p:strVal val="visible"/>
                                      </p:to>
                                    </p:set>
                                    <p:anim calcmode="lin" valueType="num">
                                      <p:cBhvr>
                                        <p:cTn id="26" dur="500" fill="hold"/>
                                        <p:tgtEl>
                                          <p:spTgt spid="23"/>
                                        </p:tgtEl>
                                        <p:attrNameLst>
                                          <p:attrName>ppt_w</p:attrName>
                                        </p:attrNameLst>
                                      </p:cBhvr>
                                      <p:tavLst>
                                        <p:tav tm="0">
                                          <p:val>
                                            <p:fltVal val="0"/>
                                          </p:val>
                                        </p:tav>
                                        <p:tav tm="100000">
                                          <p:val>
                                            <p:strVal val="#ppt_w"/>
                                          </p:val>
                                        </p:tav>
                                      </p:tavLst>
                                    </p:anim>
                                    <p:anim calcmode="lin" valueType="num">
                                      <p:cBhvr>
                                        <p:cTn id="27" dur="500" fill="hold"/>
                                        <p:tgtEl>
                                          <p:spTgt spid="23"/>
                                        </p:tgtEl>
                                        <p:attrNameLst>
                                          <p:attrName>ppt_h</p:attrName>
                                        </p:attrNameLst>
                                      </p:cBhvr>
                                      <p:tavLst>
                                        <p:tav tm="0">
                                          <p:val>
                                            <p:fltVal val="0"/>
                                          </p:val>
                                        </p:tav>
                                        <p:tav tm="100000">
                                          <p:val>
                                            <p:strVal val="#ppt_h"/>
                                          </p:val>
                                        </p:tav>
                                      </p:tavLst>
                                    </p:anim>
                                    <p:animEffect transition="in" filter="fade">
                                      <p:cBhvr>
                                        <p:cTn id="28" dur="500"/>
                                        <p:tgtEl>
                                          <p:spTgt spid="23"/>
                                        </p:tgtEl>
                                      </p:cBhvr>
                                    </p:animEffect>
                                  </p:childTnLst>
                                </p:cTn>
                              </p:par>
                            </p:childTnLst>
                          </p:cTn>
                        </p:par>
                        <p:par>
                          <p:cTn id="29" fill="hold">
                            <p:stCondLst>
                              <p:cond delay="2500"/>
                            </p:stCondLst>
                            <p:childTnLst>
                              <p:par>
                                <p:cTn id="30" presetID="22" presetClass="entr" presetSubtype="4" fill="hold" grpId="0" nodeType="afterEffect">
                                  <p:stCondLst>
                                    <p:cond delay="0"/>
                                  </p:stCondLst>
                                  <p:childTnLst>
                                    <p:set>
                                      <p:cBhvr>
                                        <p:cTn id="31" dur="1" fill="hold">
                                          <p:stCondLst>
                                            <p:cond delay="0"/>
                                          </p:stCondLst>
                                        </p:cTn>
                                        <p:tgtEl>
                                          <p:spTgt spid="25"/>
                                        </p:tgtEl>
                                        <p:attrNameLst>
                                          <p:attrName>style.visibility</p:attrName>
                                        </p:attrNameLst>
                                      </p:cBhvr>
                                      <p:to>
                                        <p:strVal val="visible"/>
                                      </p:to>
                                    </p:set>
                                    <p:animEffect transition="in" filter="wipe(down)">
                                      <p:cBhvr>
                                        <p:cTn id="32" dur="500"/>
                                        <p:tgtEl>
                                          <p:spTgt spid="25"/>
                                        </p:tgtEl>
                                      </p:cBhvr>
                                    </p:animEffect>
                                  </p:childTnLst>
                                </p:cTn>
                              </p:par>
                            </p:childTnLst>
                          </p:cTn>
                        </p:par>
                        <p:par>
                          <p:cTn id="33" fill="hold">
                            <p:stCondLst>
                              <p:cond delay="3000"/>
                            </p:stCondLst>
                            <p:childTnLst>
                              <p:par>
                                <p:cTn id="34" presetID="22" presetClass="entr" presetSubtype="4" fill="hold" grpId="0" nodeType="afterEffect" nodePh="1">
                                  <p:stCondLst>
                                    <p:cond delay="0"/>
                                  </p:stCondLst>
                                  <p:endCondLst>
                                    <p:cond evt="begin" delay="0">
                                      <p:tn val="34"/>
                                    </p:cond>
                                  </p:endCondLst>
                                  <p:childTnLst>
                                    <p:set>
                                      <p:cBhvr>
                                        <p:cTn id="35" dur="1" fill="hold">
                                          <p:stCondLst>
                                            <p:cond delay="0"/>
                                          </p:stCondLst>
                                        </p:cTn>
                                        <p:tgtEl>
                                          <p:spTgt spid="26">
                                            <p:txEl>
                                              <p:pRg st="0" end="0"/>
                                            </p:txEl>
                                          </p:spTgt>
                                        </p:tgtEl>
                                        <p:attrNameLst>
                                          <p:attrName>style.visibility</p:attrName>
                                        </p:attrNameLst>
                                      </p:cBhvr>
                                      <p:to>
                                        <p:strVal val="visible"/>
                                      </p:to>
                                    </p:set>
                                    <p:animEffect transition="in" filter="wipe(down)">
                                      <p:cBhvr>
                                        <p:cTn id="36" dur="500"/>
                                        <p:tgtEl>
                                          <p:spTgt spid="26">
                                            <p:txEl>
                                              <p:pRg st="0" end="0"/>
                                            </p:txEl>
                                          </p:spTgt>
                                        </p:tgtEl>
                                      </p:cBhvr>
                                    </p:animEffect>
                                  </p:childTnLst>
                                </p:cTn>
                              </p:par>
                            </p:childTnLst>
                          </p:cTn>
                        </p:par>
                        <p:par>
                          <p:cTn id="37" fill="hold">
                            <p:stCondLst>
                              <p:cond delay="3500"/>
                            </p:stCondLst>
                            <p:childTnLst>
                              <p:par>
                                <p:cTn id="38" presetID="2" presetClass="entr" presetSubtype="4" accel="50000" decel="50000" fill="hold" grpId="0" nodeType="afterEffect" nodePh="1">
                                  <p:stCondLst>
                                    <p:cond delay="0"/>
                                  </p:stCondLst>
                                  <p:endCondLst>
                                    <p:cond evt="begin" delay="0">
                                      <p:tn val="38"/>
                                    </p:cond>
                                  </p:endCondLst>
                                  <p:childTnLst>
                                    <p:set>
                                      <p:cBhvr>
                                        <p:cTn id="39" dur="1" fill="hold">
                                          <p:stCondLst>
                                            <p:cond delay="0"/>
                                          </p:stCondLst>
                                        </p:cTn>
                                        <p:tgtEl>
                                          <p:spTgt spid="24">
                                            <p:txEl>
                                              <p:pRg st="0" end="0"/>
                                            </p:txEl>
                                          </p:spTgt>
                                        </p:tgtEl>
                                        <p:attrNameLst>
                                          <p:attrName>style.visibility</p:attrName>
                                        </p:attrNameLst>
                                      </p:cBhvr>
                                      <p:to>
                                        <p:strVal val="visible"/>
                                      </p:to>
                                    </p:set>
                                    <p:anim calcmode="lin" valueType="num">
                                      <p:cBhvr additive="base">
                                        <p:cTn id="40"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additive="base">
                                        <p:cTn id="41" dur="500" fill="hold"/>
                                        <p:tgtEl>
                                          <p:spTgt spid="24">
                                            <p:txEl>
                                              <p:pRg st="0" end="0"/>
                                            </p:txEl>
                                          </p:spTgt>
                                        </p:tgtEl>
                                        <p:attrNameLst>
                                          <p:attrName>ppt_y</p:attrName>
                                        </p:attrNameLst>
                                      </p:cBhvr>
                                      <p:tavLst>
                                        <p:tav tm="0">
                                          <p:val>
                                            <p:strVal val="1+#ppt_h/2"/>
                                          </p:val>
                                        </p:tav>
                                        <p:tav tm="100000">
                                          <p:val>
                                            <p:strVal val="#ppt_y"/>
                                          </p:val>
                                        </p:tav>
                                      </p:tavLst>
                                    </p:anim>
                                  </p:childTnLst>
                                </p:cTn>
                              </p:par>
                            </p:childTnLst>
                          </p:cTn>
                        </p:par>
                        <p:par>
                          <p:cTn id="42" fill="hold">
                            <p:stCondLst>
                              <p:cond delay="4000"/>
                            </p:stCondLst>
                            <p:childTnLst>
                              <p:par>
                                <p:cTn id="43" presetID="53" presetClass="entr" presetSubtype="0" fill="hold" grpId="0" nodeType="afterEffect">
                                  <p:stCondLst>
                                    <p:cond delay="0"/>
                                  </p:stCondLst>
                                  <p:childTnLst>
                                    <p:set>
                                      <p:cBhvr>
                                        <p:cTn id="44" dur="1" fill="hold">
                                          <p:stCondLst>
                                            <p:cond delay="0"/>
                                          </p:stCondLst>
                                        </p:cTn>
                                        <p:tgtEl>
                                          <p:spTgt spid="27"/>
                                        </p:tgtEl>
                                        <p:attrNameLst>
                                          <p:attrName>style.visibility</p:attrName>
                                        </p:attrNameLst>
                                      </p:cBhvr>
                                      <p:to>
                                        <p:strVal val="visible"/>
                                      </p:to>
                                    </p:set>
                                    <p:anim calcmode="lin" valueType="num">
                                      <p:cBhvr>
                                        <p:cTn id="45" dur="500" fill="hold"/>
                                        <p:tgtEl>
                                          <p:spTgt spid="27"/>
                                        </p:tgtEl>
                                        <p:attrNameLst>
                                          <p:attrName>ppt_w</p:attrName>
                                        </p:attrNameLst>
                                      </p:cBhvr>
                                      <p:tavLst>
                                        <p:tav tm="0">
                                          <p:val>
                                            <p:fltVal val="0"/>
                                          </p:val>
                                        </p:tav>
                                        <p:tav tm="100000">
                                          <p:val>
                                            <p:strVal val="#ppt_w"/>
                                          </p:val>
                                        </p:tav>
                                      </p:tavLst>
                                    </p:anim>
                                    <p:anim calcmode="lin" valueType="num">
                                      <p:cBhvr>
                                        <p:cTn id="46" dur="500" fill="hold"/>
                                        <p:tgtEl>
                                          <p:spTgt spid="27"/>
                                        </p:tgtEl>
                                        <p:attrNameLst>
                                          <p:attrName>ppt_h</p:attrName>
                                        </p:attrNameLst>
                                      </p:cBhvr>
                                      <p:tavLst>
                                        <p:tav tm="0">
                                          <p:val>
                                            <p:fltVal val="0"/>
                                          </p:val>
                                        </p:tav>
                                        <p:tav tm="100000">
                                          <p:val>
                                            <p:strVal val="#ppt_h"/>
                                          </p:val>
                                        </p:tav>
                                      </p:tavLst>
                                    </p:anim>
                                    <p:animEffect transition="in" filter="fade">
                                      <p:cBhvr>
                                        <p:cTn id="47" dur="500"/>
                                        <p:tgtEl>
                                          <p:spTgt spid="27"/>
                                        </p:tgtEl>
                                      </p:cBhvr>
                                    </p:animEffect>
                                  </p:childTnLst>
                                </p:cTn>
                              </p:par>
                            </p:childTnLst>
                          </p:cTn>
                        </p:par>
                        <p:par>
                          <p:cTn id="48" fill="hold">
                            <p:stCondLst>
                              <p:cond delay="4500"/>
                            </p:stCondLst>
                            <p:childTnLst>
                              <p:par>
                                <p:cTn id="49" presetID="22" presetClass="entr" presetSubtype="4" fill="hold" grpId="0" nodeType="afterEffect">
                                  <p:stCondLst>
                                    <p:cond delay="0"/>
                                  </p:stCondLst>
                                  <p:childTnLst>
                                    <p:set>
                                      <p:cBhvr>
                                        <p:cTn id="50" dur="1" fill="hold">
                                          <p:stCondLst>
                                            <p:cond delay="0"/>
                                          </p:stCondLst>
                                        </p:cTn>
                                        <p:tgtEl>
                                          <p:spTgt spid="29"/>
                                        </p:tgtEl>
                                        <p:attrNameLst>
                                          <p:attrName>style.visibility</p:attrName>
                                        </p:attrNameLst>
                                      </p:cBhvr>
                                      <p:to>
                                        <p:strVal val="visible"/>
                                      </p:to>
                                    </p:set>
                                    <p:animEffect transition="in" filter="wipe(down)">
                                      <p:cBhvr>
                                        <p:cTn id="51" dur="500"/>
                                        <p:tgtEl>
                                          <p:spTgt spid="29"/>
                                        </p:tgtEl>
                                      </p:cBhvr>
                                    </p:animEffect>
                                  </p:childTnLst>
                                </p:cTn>
                              </p:par>
                            </p:childTnLst>
                          </p:cTn>
                        </p:par>
                        <p:par>
                          <p:cTn id="52" fill="hold">
                            <p:stCondLst>
                              <p:cond delay="5000"/>
                            </p:stCondLst>
                            <p:childTnLst>
                              <p:par>
                                <p:cTn id="53" presetID="22" presetClass="entr" presetSubtype="4" fill="hold" grpId="0" nodeType="afterEffect" nodePh="1">
                                  <p:stCondLst>
                                    <p:cond delay="0"/>
                                  </p:stCondLst>
                                  <p:endCondLst>
                                    <p:cond evt="begin" delay="0">
                                      <p:tn val="53"/>
                                    </p:cond>
                                  </p:endCondLst>
                                  <p:childTnLst>
                                    <p:set>
                                      <p:cBhvr>
                                        <p:cTn id="54" dur="1" fill="hold">
                                          <p:stCondLst>
                                            <p:cond delay="0"/>
                                          </p:stCondLst>
                                        </p:cTn>
                                        <p:tgtEl>
                                          <p:spTgt spid="30">
                                            <p:txEl>
                                              <p:pRg st="0" end="0"/>
                                            </p:txEl>
                                          </p:spTgt>
                                        </p:tgtEl>
                                        <p:attrNameLst>
                                          <p:attrName>style.visibility</p:attrName>
                                        </p:attrNameLst>
                                      </p:cBhvr>
                                      <p:to>
                                        <p:strVal val="visible"/>
                                      </p:to>
                                    </p:set>
                                    <p:animEffect transition="in" filter="wipe(down)">
                                      <p:cBhvr>
                                        <p:cTn id="55" dur="500"/>
                                        <p:tgtEl>
                                          <p:spTgt spid="30">
                                            <p:txEl>
                                              <p:pRg st="0" end="0"/>
                                            </p:txEl>
                                          </p:spTgt>
                                        </p:tgtEl>
                                      </p:cBhvr>
                                    </p:animEffect>
                                  </p:childTnLst>
                                </p:cTn>
                              </p:par>
                            </p:childTnLst>
                          </p:cTn>
                        </p:par>
                        <p:par>
                          <p:cTn id="56" fill="hold">
                            <p:stCondLst>
                              <p:cond delay="5500"/>
                            </p:stCondLst>
                            <p:childTnLst>
                              <p:par>
                                <p:cTn id="57" presetID="2" presetClass="entr" presetSubtype="4" accel="50000" decel="50000" fill="hold" grpId="0" nodeType="afterEffect" nodePh="1">
                                  <p:stCondLst>
                                    <p:cond delay="0"/>
                                  </p:stCondLst>
                                  <p:endCondLst>
                                    <p:cond evt="begin" delay="0">
                                      <p:tn val="57"/>
                                    </p:cond>
                                  </p:endCondLst>
                                  <p:childTnLst>
                                    <p:set>
                                      <p:cBhvr>
                                        <p:cTn id="58" dur="1" fill="hold">
                                          <p:stCondLst>
                                            <p:cond delay="0"/>
                                          </p:stCondLst>
                                        </p:cTn>
                                        <p:tgtEl>
                                          <p:spTgt spid="28">
                                            <p:txEl>
                                              <p:pRg st="0" end="0"/>
                                            </p:txEl>
                                          </p:spTgt>
                                        </p:tgtEl>
                                        <p:attrNameLst>
                                          <p:attrName>style.visibility</p:attrName>
                                        </p:attrNameLst>
                                      </p:cBhvr>
                                      <p:to>
                                        <p:strVal val="visible"/>
                                      </p:to>
                                    </p:set>
                                    <p:anim calcmode="lin" valueType="num">
                                      <p:cBhvr additive="base">
                                        <p:cTn id="59" dur="500" fill="hold"/>
                                        <p:tgtEl>
                                          <p:spTgt spid="28">
                                            <p:txEl>
                                              <p:pRg st="0" end="0"/>
                                            </p:txEl>
                                          </p:spTgt>
                                        </p:tgtEl>
                                        <p:attrNameLst>
                                          <p:attrName>ppt_x</p:attrName>
                                        </p:attrNameLst>
                                      </p:cBhvr>
                                      <p:tavLst>
                                        <p:tav tm="0">
                                          <p:val>
                                            <p:strVal val="#ppt_x"/>
                                          </p:val>
                                        </p:tav>
                                        <p:tav tm="100000">
                                          <p:val>
                                            <p:strVal val="#ppt_x"/>
                                          </p:val>
                                        </p:tav>
                                      </p:tavLst>
                                    </p:anim>
                                    <p:anim calcmode="lin" valueType="num">
                                      <p:cBhvr additive="base">
                                        <p:cTn id="60" dur="500" fill="hold"/>
                                        <p:tgtEl>
                                          <p:spTgt spid="28">
                                            <p:txEl>
                                              <p:pRg st="0" end="0"/>
                                            </p:txEl>
                                          </p:spTgt>
                                        </p:tgtEl>
                                        <p:attrNameLst>
                                          <p:attrName>ppt_y</p:attrName>
                                        </p:attrNameLst>
                                      </p:cBhvr>
                                      <p:tavLst>
                                        <p:tav tm="0">
                                          <p:val>
                                            <p:strVal val="1+#ppt_h/2"/>
                                          </p:val>
                                        </p:tav>
                                        <p:tav tm="100000">
                                          <p:val>
                                            <p:strVal val="#ppt_y"/>
                                          </p:val>
                                        </p:tav>
                                      </p:tavLst>
                                    </p:anim>
                                  </p:childTnLst>
                                </p:cTn>
                              </p:par>
                            </p:childTnLst>
                          </p:cTn>
                        </p:par>
                        <p:par>
                          <p:cTn id="61" fill="hold">
                            <p:stCondLst>
                              <p:cond delay="6000"/>
                            </p:stCondLst>
                            <p:childTnLst>
                              <p:par>
                                <p:cTn id="62" presetID="53" presetClass="entr" presetSubtype="0" fill="hold" grpId="0" nodeType="afterEffect">
                                  <p:stCondLst>
                                    <p:cond delay="0"/>
                                  </p:stCondLst>
                                  <p:childTnLst>
                                    <p:set>
                                      <p:cBhvr>
                                        <p:cTn id="63" dur="1" fill="hold">
                                          <p:stCondLst>
                                            <p:cond delay="0"/>
                                          </p:stCondLst>
                                        </p:cTn>
                                        <p:tgtEl>
                                          <p:spTgt spid="32"/>
                                        </p:tgtEl>
                                        <p:attrNameLst>
                                          <p:attrName>style.visibility</p:attrName>
                                        </p:attrNameLst>
                                      </p:cBhvr>
                                      <p:to>
                                        <p:strVal val="visible"/>
                                      </p:to>
                                    </p:set>
                                    <p:anim calcmode="lin" valueType="num">
                                      <p:cBhvr>
                                        <p:cTn id="64" dur="500" fill="hold"/>
                                        <p:tgtEl>
                                          <p:spTgt spid="32"/>
                                        </p:tgtEl>
                                        <p:attrNameLst>
                                          <p:attrName>ppt_w</p:attrName>
                                        </p:attrNameLst>
                                      </p:cBhvr>
                                      <p:tavLst>
                                        <p:tav tm="0">
                                          <p:val>
                                            <p:fltVal val="0"/>
                                          </p:val>
                                        </p:tav>
                                        <p:tav tm="100000">
                                          <p:val>
                                            <p:strVal val="#ppt_w"/>
                                          </p:val>
                                        </p:tav>
                                      </p:tavLst>
                                    </p:anim>
                                    <p:anim calcmode="lin" valueType="num">
                                      <p:cBhvr>
                                        <p:cTn id="65" dur="500" fill="hold"/>
                                        <p:tgtEl>
                                          <p:spTgt spid="32"/>
                                        </p:tgtEl>
                                        <p:attrNameLst>
                                          <p:attrName>ppt_h</p:attrName>
                                        </p:attrNameLst>
                                      </p:cBhvr>
                                      <p:tavLst>
                                        <p:tav tm="0">
                                          <p:val>
                                            <p:fltVal val="0"/>
                                          </p:val>
                                        </p:tav>
                                        <p:tav tm="100000">
                                          <p:val>
                                            <p:strVal val="#ppt_h"/>
                                          </p:val>
                                        </p:tav>
                                      </p:tavLst>
                                    </p:anim>
                                    <p:animEffect transition="in" filter="fade">
                                      <p:cBhvr>
                                        <p:cTn id="66" dur="500"/>
                                        <p:tgtEl>
                                          <p:spTgt spid="32"/>
                                        </p:tgtEl>
                                      </p:cBhvr>
                                    </p:animEffect>
                                  </p:childTnLst>
                                </p:cTn>
                              </p:par>
                            </p:childTnLst>
                          </p:cTn>
                        </p:par>
                        <p:par>
                          <p:cTn id="67" fill="hold">
                            <p:stCondLst>
                              <p:cond delay="6500"/>
                            </p:stCondLst>
                            <p:childTnLst>
                              <p:par>
                                <p:cTn id="68" presetID="22" presetClass="entr" presetSubtype="4" fill="hold" grpId="0" nodeType="afterEffect">
                                  <p:stCondLst>
                                    <p:cond delay="0"/>
                                  </p:stCondLst>
                                  <p:childTnLst>
                                    <p:set>
                                      <p:cBhvr>
                                        <p:cTn id="69" dur="1" fill="hold">
                                          <p:stCondLst>
                                            <p:cond delay="0"/>
                                          </p:stCondLst>
                                        </p:cTn>
                                        <p:tgtEl>
                                          <p:spTgt spid="35"/>
                                        </p:tgtEl>
                                        <p:attrNameLst>
                                          <p:attrName>style.visibility</p:attrName>
                                        </p:attrNameLst>
                                      </p:cBhvr>
                                      <p:to>
                                        <p:strVal val="visible"/>
                                      </p:to>
                                    </p:set>
                                    <p:animEffect transition="in" filter="wipe(down)">
                                      <p:cBhvr>
                                        <p:cTn id="70" dur="500"/>
                                        <p:tgtEl>
                                          <p:spTgt spid="35"/>
                                        </p:tgtEl>
                                      </p:cBhvr>
                                    </p:animEffect>
                                  </p:childTnLst>
                                </p:cTn>
                              </p:par>
                            </p:childTnLst>
                          </p:cTn>
                        </p:par>
                        <p:par>
                          <p:cTn id="71" fill="hold">
                            <p:stCondLst>
                              <p:cond delay="7000"/>
                            </p:stCondLst>
                            <p:childTnLst>
                              <p:par>
                                <p:cTn id="72" presetID="22" presetClass="entr" presetSubtype="4" fill="hold" grpId="0" nodeType="afterEffect" nodePh="1">
                                  <p:stCondLst>
                                    <p:cond delay="0"/>
                                  </p:stCondLst>
                                  <p:endCondLst>
                                    <p:cond evt="begin" delay="0">
                                      <p:tn val="72"/>
                                    </p:cond>
                                  </p:endCondLst>
                                  <p:childTnLst>
                                    <p:set>
                                      <p:cBhvr>
                                        <p:cTn id="73" dur="1" fill="hold">
                                          <p:stCondLst>
                                            <p:cond delay="0"/>
                                          </p:stCondLst>
                                        </p:cTn>
                                        <p:tgtEl>
                                          <p:spTgt spid="36">
                                            <p:txEl>
                                              <p:pRg st="0" end="0"/>
                                            </p:txEl>
                                          </p:spTgt>
                                        </p:tgtEl>
                                        <p:attrNameLst>
                                          <p:attrName>style.visibility</p:attrName>
                                        </p:attrNameLst>
                                      </p:cBhvr>
                                      <p:to>
                                        <p:strVal val="visible"/>
                                      </p:to>
                                    </p:set>
                                    <p:animEffect transition="in" filter="wipe(down)">
                                      <p:cBhvr>
                                        <p:cTn id="74" dur="500"/>
                                        <p:tgtEl>
                                          <p:spTgt spid="36">
                                            <p:txEl>
                                              <p:pRg st="0" end="0"/>
                                            </p:txEl>
                                          </p:spTgt>
                                        </p:tgtEl>
                                      </p:cBhvr>
                                    </p:animEffect>
                                  </p:childTnLst>
                                </p:cTn>
                              </p:par>
                            </p:childTnLst>
                          </p:cTn>
                        </p:par>
                        <p:par>
                          <p:cTn id="75" fill="hold">
                            <p:stCondLst>
                              <p:cond delay="7500"/>
                            </p:stCondLst>
                            <p:childTnLst>
                              <p:par>
                                <p:cTn id="76" presetID="2" presetClass="entr" presetSubtype="4" accel="50000" decel="50000" fill="hold" grpId="0" nodeType="afterEffect" nodePh="1">
                                  <p:stCondLst>
                                    <p:cond delay="0"/>
                                  </p:stCondLst>
                                  <p:endCondLst>
                                    <p:cond evt="begin" delay="0">
                                      <p:tn val="76"/>
                                    </p:cond>
                                  </p:endCondLst>
                                  <p:childTnLst>
                                    <p:set>
                                      <p:cBhvr>
                                        <p:cTn id="77" dur="1" fill="hold">
                                          <p:stCondLst>
                                            <p:cond delay="0"/>
                                          </p:stCondLst>
                                        </p:cTn>
                                        <p:tgtEl>
                                          <p:spTgt spid="33">
                                            <p:txEl>
                                              <p:pRg st="0" end="0"/>
                                            </p:txEl>
                                          </p:spTgt>
                                        </p:tgtEl>
                                        <p:attrNameLst>
                                          <p:attrName>style.visibility</p:attrName>
                                        </p:attrNameLst>
                                      </p:cBhvr>
                                      <p:to>
                                        <p:strVal val="visible"/>
                                      </p:to>
                                    </p:set>
                                    <p:anim calcmode="lin" valueType="num">
                                      <p:cBhvr additive="base">
                                        <p:cTn id="78" dur="500" fill="hold"/>
                                        <p:tgtEl>
                                          <p:spTgt spid="33">
                                            <p:txEl>
                                              <p:pRg st="0" end="0"/>
                                            </p:txEl>
                                          </p:spTgt>
                                        </p:tgtEl>
                                        <p:attrNameLst>
                                          <p:attrName>ppt_x</p:attrName>
                                        </p:attrNameLst>
                                      </p:cBhvr>
                                      <p:tavLst>
                                        <p:tav tm="0">
                                          <p:val>
                                            <p:strVal val="#ppt_x"/>
                                          </p:val>
                                        </p:tav>
                                        <p:tav tm="100000">
                                          <p:val>
                                            <p:strVal val="#ppt_x"/>
                                          </p:val>
                                        </p:tav>
                                      </p:tavLst>
                                    </p:anim>
                                    <p:anim calcmode="lin" valueType="num">
                                      <p:cBhvr additive="base">
                                        <p:cTn id="79" dur="500" fill="hold"/>
                                        <p:tgtEl>
                                          <p:spTgt spid="33">
                                            <p:txEl>
                                              <p:pRg st="0" end="0"/>
                                            </p:txEl>
                                          </p:spTgt>
                                        </p:tgtEl>
                                        <p:attrNameLst>
                                          <p:attrName>ppt_y</p:attrName>
                                        </p:attrNameLst>
                                      </p:cBhvr>
                                      <p:tavLst>
                                        <p:tav tm="0">
                                          <p:val>
                                            <p:strVal val="1+#ppt_h/2"/>
                                          </p:val>
                                        </p:tav>
                                        <p:tav tm="100000">
                                          <p:val>
                                            <p:strVal val="#ppt_y"/>
                                          </p:val>
                                        </p:tav>
                                      </p:tavLst>
                                    </p:anim>
                                  </p:childTnLst>
                                </p:cTn>
                              </p:par>
                            </p:childTnLst>
                          </p:cTn>
                        </p:par>
                        <p:par>
                          <p:cTn id="80" fill="hold">
                            <p:stCondLst>
                              <p:cond delay="8000"/>
                            </p:stCondLst>
                            <p:childTnLst>
                              <p:par>
                                <p:cTn id="81" presetID="53" presetClass="entr" presetSubtype="0" fill="hold" grpId="0" nodeType="afterEffect">
                                  <p:stCondLst>
                                    <p:cond delay="0"/>
                                  </p:stCondLst>
                                  <p:childTnLst>
                                    <p:set>
                                      <p:cBhvr>
                                        <p:cTn id="82" dur="1" fill="hold">
                                          <p:stCondLst>
                                            <p:cond delay="0"/>
                                          </p:stCondLst>
                                        </p:cTn>
                                        <p:tgtEl>
                                          <p:spTgt spid="38"/>
                                        </p:tgtEl>
                                        <p:attrNameLst>
                                          <p:attrName>style.visibility</p:attrName>
                                        </p:attrNameLst>
                                      </p:cBhvr>
                                      <p:to>
                                        <p:strVal val="visible"/>
                                      </p:to>
                                    </p:set>
                                    <p:anim calcmode="lin" valueType="num">
                                      <p:cBhvr>
                                        <p:cTn id="83" dur="500" fill="hold"/>
                                        <p:tgtEl>
                                          <p:spTgt spid="38"/>
                                        </p:tgtEl>
                                        <p:attrNameLst>
                                          <p:attrName>ppt_w</p:attrName>
                                        </p:attrNameLst>
                                      </p:cBhvr>
                                      <p:tavLst>
                                        <p:tav tm="0">
                                          <p:val>
                                            <p:fltVal val="0"/>
                                          </p:val>
                                        </p:tav>
                                        <p:tav tm="100000">
                                          <p:val>
                                            <p:strVal val="#ppt_w"/>
                                          </p:val>
                                        </p:tav>
                                      </p:tavLst>
                                    </p:anim>
                                    <p:anim calcmode="lin" valueType="num">
                                      <p:cBhvr>
                                        <p:cTn id="84" dur="500" fill="hold"/>
                                        <p:tgtEl>
                                          <p:spTgt spid="38"/>
                                        </p:tgtEl>
                                        <p:attrNameLst>
                                          <p:attrName>ppt_h</p:attrName>
                                        </p:attrNameLst>
                                      </p:cBhvr>
                                      <p:tavLst>
                                        <p:tav tm="0">
                                          <p:val>
                                            <p:fltVal val="0"/>
                                          </p:val>
                                        </p:tav>
                                        <p:tav tm="100000">
                                          <p:val>
                                            <p:strVal val="#ppt_h"/>
                                          </p:val>
                                        </p:tav>
                                      </p:tavLst>
                                    </p:anim>
                                    <p:animEffect transition="in" filter="fade">
                                      <p:cBhvr>
                                        <p:cTn id="85" dur="500"/>
                                        <p:tgtEl>
                                          <p:spTgt spid="38"/>
                                        </p:tgtEl>
                                      </p:cBhvr>
                                    </p:animEffect>
                                  </p:childTnLst>
                                </p:cTn>
                              </p:par>
                            </p:childTnLst>
                          </p:cTn>
                        </p:par>
                        <p:par>
                          <p:cTn id="86" fill="hold">
                            <p:stCondLst>
                              <p:cond delay="8500"/>
                            </p:stCondLst>
                            <p:childTnLst>
                              <p:par>
                                <p:cTn id="87" presetID="22" presetClass="entr" presetSubtype="4" fill="hold" grpId="0" nodeType="afterEffect">
                                  <p:stCondLst>
                                    <p:cond delay="0"/>
                                  </p:stCondLst>
                                  <p:childTnLst>
                                    <p:set>
                                      <p:cBhvr>
                                        <p:cTn id="88" dur="1" fill="hold">
                                          <p:stCondLst>
                                            <p:cond delay="0"/>
                                          </p:stCondLst>
                                        </p:cTn>
                                        <p:tgtEl>
                                          <p:spTgt spid="41"/>
                                        </p:tgtEl>
                                        <p:attrNameLst>
                                          <p:attrName>style.visibility</p:attrName>
                                        </p:attrNameLst>
                                      </p:cBhvr>
                                      <p:to>
                                        <p:strVal val="visible"/>
                                      </p:to>
                                    </p:set>
                                    <p:animEffect transition="in" filter="wipe(down)">
                                      <p:cBhvr>
                                        <p:cTn id="89" dur="500"/>
                                        <p:tgtEl>
                                          <p:spTgt spid="41"/>
                                        </p:tgtEl>
                                      </p:cBhvr>
                                    </p:animEffect>
                                  </p:childTnLst>
                                </p:cTn>
                              </p:par>
                            </p:childTnLst>
                          </p:cTn>
                        </p:par>
                        <p:par>
                          <p:cTn id="90" fill="hold">
                            <p:stCondLst>
                              <p:cond delay="9000"/>
                            </p:stCondLst>
                            <p:childTnLst>
                              <p:par>
                                <p:cTn id="91" presetID="22" presetClass="entr" presetSubtype="4" fill="hold" grpId="0" nodeType="afterEffect" nodePh="1">
                                  <p:stCondLst>
                                    <p:cond delay="0"/>
                                  </p:stCondLst>
                                  <p:endCondLst>
                                    <p:cond evt="begin" delay="0">
                                      <p:tn val="91"/>
                                    </p:cond>
                                  </p:endCondLst>
                                  <p:childTnLst>
                                    <p:set>
                                      <p:cBhvr>
                                        <p:cTn id="92" dur="1" fill="hold">
                                          <p:stCondLst>
                                            <p:cond delay="0"/>
                                          </p:stCondLst>
                                        </p:cTn>
                                        <p:tgtEl>
                                          <p:spTgt spid="44">
                                            <p:txEl>
                                              <p:pRg st="0" end="0"/>
                                            </p:txEl>
                                          </p:spTgt>
                                        </p:tgtEl>
                                        <p:attrNameLst>
                                          <p:attrName>style.visibility</p:attrName>
                                        </p:attrNameLst>
                                      </p:cBhvr>
                                      <p:to>
                                        <p:strVal val="visible"/>
                                      </p:to>
                                    </p:set>
                                    <p:animEffect transition="in" filter="wipe(down)">
                                      <p:cBhvr>
                                        <p:cTn id="93" dur="500"/>
                                        <p:tgtEl>
                                          <p:spTgt spid="44">
                                            <p:txEl>
                                              <p:pRg st="0" end="0"/>
                                            </p:txEl>
                                          </p:spTgt>
                                        </p:tgtEl>
                                      </p:cBhvr>
                                    </p:animEffect>
                                  </p:childTnLst>
                                </p:cTn>
                              </p:par>
                            </p:childTnLst>
                          </p:cTn>
                        </p:par>
                        <p:par>
                          <p:cTn id="94" fill="hold">
                            <p:stCondLst>
                              <p:cond delay="9500"/>
                            </p:stCondLst>
                            <p:childTnLst>
                              <p:par>
                                <p:cTn id="95" presetID="2" presetClass="entr" presetSubtype="4" accel="50000" decel="50000" fill="hold" grpId="0" nodeType="afterEffect" nodePh="1">
                                  <p:stCondLst>
                                    <p:cond delay="0"/>
                                  </p:stCondLst>
                                  <p:endCondLst>
                                    <p:cond evt="begin" delay="0">
                                      <p:tn val="95"/>
                                    </p:cond>
                                  </p:endCondLst>
                                  <p:childTnLst>
                                    <p:set>
                                      <p:cBhvr>
                                        <p:cTn id="96" dur="1" fill="hold">
                                          <p:stCondLst>
                                            <p:cond delay="0"/>
                                          </p:stCondLst>
                                        </p:cTn>
                                        <p:tgtEl>
                                          <p:spTgt spid="39">
                                            <p:txEl>
                                              <p:pRg st="0" end="0"/>
                                            </p:txEl>
                                          </p:spTgt>
                                        </p:tgtEl>
                                        <p:attrNameLst>
                                          <p:attrName>style.visibility</p:attrName>
                                        </p:attrNameLst>
                                      </p:cBhvr>
                                      <p:to>
                                        <p:strVal val="visible"/>
                                      </p:to>
                                    </p:set>
                                    <p:anim calcmode="lin" valueType="num">
                                      <p:cBhvr additive="base">
                                        <p:cTn id="97" dur="500" fill="hold"/>
                                        <p:tgtEl>
                                          <p:spTgt spid="39">
                                            <p:txEl>
                                              <p:pRg st="0" end="0"/>
                                            </p:txEl>
                                          </p:spTgt>
                                        </p:tgtEl>
                                        <p:attrNameLst>
                                          <p:attrName>ppt_x</p:attrName>
                                        </p:attrNameLst>
                                      </p:cBhvr>
                                      <p:tavLst>
                                        <p:tav tm="0">
                                          <p:val>
                                            <p:strVal val="#ppt_x"/>
                                          </p:val>
                                        </p:tav>
                                        <p:tav tm="100000">
                                          <p:val>
                                            <p:strVal val="#ppt_x"/>
                                          </p:val>
                                        </p:tav>
                                      </p:tavLst>
                                    </p:anim>
                                    <p:anim calcmode="lin" valueType="num">
                                      <p:cBhvr additive="base">
                                        <p:cTn id="98" dur="500" fill="hold"/>
                                        <p:tgtEl>
                                          <p:spTgt spid="39">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14"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14"/>
                        </p:tgtEl>
                        <p:attrNameLst>
                          <p:attrName>style.visibility</p:attrName>
                        </p:attrNameLst>
                      </p:cBhvr>
                      <p:to>
                        <p:strVal val="visible"/>
                      </p:to>
                    </p:set>
                    <p:anim calcmode="lin" valueType="num">
                      <p:cBhvr additive="base">
                        <p:cTn dur="500" fill="hold"/>
                        <p:tgtEl>
                          <p:spTgt spid="14"/>
                        </p:tgtEl>
                        <p:attrNameLst>
                          <p:attrName>ppt_x</p:attrName>
                        </p:attrNameLst>
                      </p:cBhvr>
                      <p:tavLst>
                        <p:tav tm="0">
                          <p:val>
                            <p:strVal val="#ppt_x"/>
                          </p:val>
                        </p:tav>
                        <p:tav tm="100000">
                          <p:val>
                            <p:strVal val="#ppt_x"/>
                          </p:val>
                        </p:tav>
                      </p:tavLst>
                    </p:anim>
                    <p:anim calcmode="lin" valueType="num">
                      <p:cBhvr additive="base">
                        <p:cTn dur="500" fill="hold"/>
                        <p:tgtEl>
                          <p:spTgt spid="14"/>
                        </p:tgtEl>
                        <p:attrNameLst>
                          <p:attrName>ppt_y</p:attrName>
                        </p:attrNameLst>
                      </p:cBhvr>
                      <p:tavLst>
                        <p:tav tm="0">
                          <p:val>
                            <p:strVal val="1+#ppt_h/2"/>
                          </p:val>
                        </p:tav>
                        <p:tav tm="100000">
                          <p:val>
                            <p:strVal val="#ppt_y"/>
                          </p:val>
                        </p:tav>
                      </p:tavLst>
                    </p:anim>
                  </p:childTnLst>
                </p:cTn>
              </p:par>
            </p:tnLst>
          </p:tmpl>
        </p:tmplLst>
      </p:bldP>
      <p:bldP spid="23" grpId="0" animBg="1"/>
      <p:bldP spid="24"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24"/>
                        </p:tgtEl>
                        <p:attrNameLst>
                          <p:attrName>style.visibility</p:attrName>
                        </p:attrNameLst>
                      </p:cBhvr>
                      <p:to>
                        <p:strVal val="visible"/>
                      </p:to>
                    </p:set>
                    <p:anim calcmode="lin" valueType="num">
                      <p:cBhvr additive="base">
                        <p:cTn dur="500" fill="hold"/>
                        <p:tgtEl>
                          <p:spTgt spid="24"/>
                        </p:tgtEl>
                        <p:attrNameLst>
                          <p:attrName>ppt_x</p:attrName>
                        </p:attrNameLst>
                      </p:cBhvr>
                      <p:tavLst>
                        <p:tav tm="0">
                          <p:val>
                            <p:strVal val="#ppt_x"/>
                          </p:val>
                        </p:tav>
                        <p:tav tm="100000">
                          <p:val>
                            <p:strVal val="#ppt_x"/>
                          </p:val>
                        </p:tav>
                      </p:tavLst>
                    </p:anim>
                    <p:anim calcmode="lin" valueType="num">
                      <p:cBhvr additive="base">
                        <p:cTn dur="500" fill="hold"/>
                        <p:tgtEl>
                          <p:spTgt spid="24"/>
                        </p:tgtEl>
                        <p:attrNameLst>
                          <p:attrName>ppt_y</p:attrName>
                        </p:attrNameLst>
                      </p:cBhvr>
                      <p:tavLst>
                        <p:tav tm="0">
                          <p:val>
                            <p:strVal val="1+#ppt_h/2"/>
                          </p:val>
                        </p:tav>
                        <p:tav tm="100000">
                          <p:val>
                            <p:strVal val="#ppt_y"/>
                          </p:val>
                        </p:tav>
                      </p:tavLst>
                    </p:anim>
                  </p:childTnLst>
                </p:cTn>
              </p:par>
            </p:tnLst>
          </p:tmpl>
        </p:tmplLst>
      </p:bldP>
      <p:bldP spid="27" grpId="0" animBg="1"/>
      <p:bldP spid="28"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28"/>
                        </p:tgtEl>
                        <p:attrNameLst>
                          <p:attrName>style.visibility</p:attrName>
                        </p:attrNameLst>
                      </p:cBhvr>
                      <p:to>
                        <p:strVal val="visible"/>
                      </p:to>
                    </p:set>
                    <p:anim calcmode="lin" valueType="num">
                      <p:cBhvr additive="base">
                        <p:cTn dur="500" fill="hold"/>
                        <p:tgtEl>
                          <p:spTgt spid="28"/>
                        </p:tgtEl>
                        <p:attrNameLst>
                          <p:attrName>ppt_x</p:attrName>
                        </p:attrNameLst>
                      </p:cBhvr>
                      <p:tavLst>
                        <p:tav tm="0">
                          <p:val>
                            <p:strVal val="#ppt_x"/>
                          </p:val>
                        </p:tav>
                        <p:tav tm="100000">
                          <p:val>
                            <p:strVal val="#ppt_x"/>
                          </p:val>
                        </p:tav>
                      </p:tavLst>
                    </p:anim>
                    <p:anim calcmode="lin" valueType="num">
                      <p:cBhvr additive="base">
                        <p:cTn dur="500" fill="hold"/>
                        <p:tgtEl>
                          <p:spTgt spid="28"/>
                        </p:tgtEl>
                        <p:attrNameLst>
                          <p:attrName>ppt_y</p:attrName>
                        </p:attrNameLst>
                      </p:cBhvr>
                      <p:tavLst>
                        <p:tav tm="0">
                          <p:val>
                            <p:strVal val="1+#ppt_h/2"/>
                          </p:val>
                        </p:tav>
                        <p:tav tm="100000">
                          <p:val>
                            <p:strVal val="#ppt_y"/>
                          </p:val>
                        </p:tav>
                      </p:tavLst>
                    </p:anim>
                  </p:childTnLst>
                </p:cTn>
              </p:par>
            </p:tnLst>
          </p:tmpl>
        </p:tmplLst>
      </p:bldP>
      <p:bldP spid="32" grpId="0" animBg="1"/>
      <p:bldP spid="33"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33"/>
                        </p:tgtEl>
                        <p:attrNameLst>
                          <p:attrName>style.visibility</p:attrName>
                        </p:attrNameLst>
                      </p:cBhvr>
                      <p:to>
                        <p:strVal val="visible"/>
                      </p:to>
                    </p:set>
                    <p:anim calcmode="lin" valueType="num">
                      <p:cBhvr additive="base">
                        <p:cTn dur="500" fill="hold"/>
                        <p:tgtEl>
                          <p:spTgt spid="33"/>
                        </p:tgtEl>
                        <p:attrNameLst>
                          <p:attrName>ppt_x</p:attrName>
                        </p:attrNameLst>
                      </p:cBhvr>
                      <p:tavLst>
                        <p:tav tm="0">
                          <p:val>
                            <p:strVal val="#ppt_x"/>
                          </p:val>
                        </p:tav>
                        <p:tav tm="100000">
                          <p:val>
                            <p:strVal val="#ppt_x"/>
                          </p:val>
                        </p:tav>
                      </p:tavLst>
                    </p:anim>
                    <p:anim calcmode="lin" valueType="num">
                      <p:cBhvr additive="base">
                        <p:cTn dur="500" fill="hold"/>
                        <p:tgtEl>
                          <p:spTgt spid="33"/>
                        </p:tgtEl>
                        <p:attrNameLst>
                          <p:attrName>ppt_y</p:attrName>
                        </p:attrNameLst>
                      </p:cBhvr>
                      <p:tavLst>
                        <p:tav tm="0">
                          <p:val>
                            <p:strVal val="1+#ppt_h/2"/>
                          </p:val>
                        </p:tav>
                        <p:tav tm="100000">
                          <p:val>
                            <p:strVal val="#ppt_y"/>
                          </p:val>
                        </p:tav>
                      </p:tavLst>
                    </p:anim>
                  </p:childTnLst>
                </p:cTn>
              </p:par>
            </p:tnLst>
          </p:tmpl>
        </p:tmplLst>
      </p:bldP>
      <p:bldP spid="38" grpId="0" animBg="1"/>
      <p:bldP spid="39"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39"/>
                        </p:tgtEl>
                        <p:attrNameLst>
                          <p:attrName>style.visibility</p:attrName>
                        </p:attrNameLst>
                      </p:cBhvr>
                      <p:to>
                        <p:strVal val="visible"/>
                      </p:to>
                    </p:set>
                    <p:anim calcmode="lin" valueType="num">
                      <p:cBhvr additive="base">
                        <p:cTn dur="500" fill="hold"/>
                        <p:tgtEl>
                          <p:spTgt spid="39"/>
                        </p:tgtEl>
                        <p:attrNameLst>
                          <p:attrName>ppt_x</p:attrName>
                        </p:attrNameLst>
                      </p:cBhvr>
                      <p:tavLst>
                        <p:tav tm="0">
                          <p:val>
                            <p:strVal val="#ppt_x"/>
                          </p:val>
                        </p:tav>
                        <p:tav tm="100000">
                          <p:val>
                            <p:strVal val="#ppt_x"/>
                          </p:val>
                        </p:tav>
                      </p:tavLst>
                    </p:anim>
                    <p:anim calcmode="lin" valueType="num">
                      <p:cBhvr additive="base">
                        <p:cTn dur="500" fill="hold"/>
                        <p:tgtEl>
                          <p:spTgt spid="39"/>
                        </p:tgtEl>
                        <p:attrNameLst>
                          <p:attrName>ppt_y</p:attrName>
                        </p:attrNameLst>
                      </p:cBhvr>
                      <p:tavLst>
                        <p:tav tm="0">
                          <p:val>
                            <p:strVal val="1+#ppt_h/2"/>
                          </p:val>
                        </p:tav>
                        <p:tav tm="100000">
                          <p:val>
                            <p:strVal val="#ppt_y"/>
                          </p:val>
                        </p:tav>
                      </p:tavLst>
                    </p:anim>
                  </p:childTnLst>
                </p:cTn>
              </p:par>
            </p:tnLst>
          </p:tmpl>
        </p:tmplLst>
      </p:bldP>
      <p:bldP spid="21" grpId="0" animBg="1"/>
      <p:bldP spid="22"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2"/>
                        </p:tgtEl>
                        <p:attrNameLst>
                          <p:attrName>style.visibility</p:attrName>
                        </p:attrNameLst>
                      </p:cBhvr>
                      <p:to>
                        <p:strVal val="visible"/>
                      </p:to>
                    </p:set>
                    <p:animEffect transition="in" filter="wipe(down)">
                      <p:cBhvr>
                        <p:cTn dur="500"/>
                        <p:tgtEl>
                          <p:spTgt spid="22"/>
                        </p:tgtEl>
                      </p:cBhvr>
                    </p:animEffect>
                  </p:childTnLst>
                </p:cTn>
              </p:par>
            </p:tnLst>
          </p:tmpl>
        </p:tmplLst>
      </p:bldP>
      <p:bldP spid="25" grpId="0" animBg="1"/>
      <p:bldP spid="26"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6"/>
                        </p:tgtEl>
                        <p:attrNameLst>
                          <p:attrName>style.visibility</p:attrName>
                        </p:attrNameLst>
                      </p:cBhvr>
                      <p:to>
                        <p:strVal val="visible"/>
                      </p:to>
                    </p:set>
                    <p:animEffect transition="in" filter="wipe(down)">
                      <p:cBhvr>
                        <p:cTn dur="500"/>
                        <p:tgtEl>
                          <p:spTgt spid="26"/>
                        </p:tgtEl>
                      </p:cBhvr>
                    </p:animEffect>
                  </p:childTnLst>
                </p:cTn>
              </p:par>
            </p:tnLst>
          </p:tmpl>
        </p:tmplLst>
      </p:bldP>
      <p:bldP spid="29" grpId="0" animBg="1"/>
      <p:bldP spid="30"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30"/>
                        </p:tgtEl>
                        <p:attrNameLst>
                          <p:attrName>style.visibility</p:attrName>
                        </p:attrNameLst>
                      </p:cBhvr>
                      <p:to>
                        <p:strVal val="visible"/>
                      </p:to>
                    </p:set>
                    <p:animEffect transition="in" filter="wipe(down)">
                      <p:cBhvr>
                        <p:cTn dur="500"/>
                        <p:tgtEl>
                          <p:spTgt spid="30"/>
                        </p:tgtEl>
                      </p:cBhvr>
                    </p:animEffect>
                  </p:childTnLst>
                </p:cTn>
              </p:par>
            </p:tnLst>
          </p:tmpl>
        </p:tmplLst>
      </p:bldP>
      <p:bldP spid="35" grpId="0" animBg="1"/>
      <p:bldP spid="36"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36"/>
                        </p:tgtEl>
                        <p:attrNameLst>
                          <p:attrName>style.visibility</p:attrName>
                        </p:attrNameLst>
                      </p:cBhvr>
                      <p:to>
                        <p:strVal val="visible"/>
                      </p:to>
                    </p:set>
                    <p:animEffect transition="in" filter="wipe(down)">
                      <p:cBhvr>
                        <p:cTn dur="500"/>
                        <p:tgtEl>
                          <p:spTgt spid="36"/>
                        </p:tgtEl>
                      </p:cBhvr>
                    </p:animEffect>
                  </p:childTnLst>
                </p:cTn>
              </p:par>
            </p:tnLst>
          </p:tmpl>
        </p:tmplLst>
      </p:bldP>
      <p:bldP spid="41" grpId="0" animBg="1"/>
      <p:bldP spid="44"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44"/>
                        </p:tgtEl>
                        <p:attrNameLst>
                          <p:attrName>style.visibility</p:attrName>
                        </p:attrNameLst>
                      </p:cBhvr>
                      <p:to>
                        <p:strVal val="visible"/>
                      </p:to>
                    </p:set>
                    <p:animEffect transition="in" filter="wipe(down)">
                      <p:cBhvr>
                        <p:cTn dur="500"/>
                        <p:tgtEl>
                          <p:spTgt spid="44"/>
                        </p:tgtEl>
                      </p:cBhvr>
                    </p:animEffect>
                  </p:childTnLst>
                </p:cTn>
              </p:par>
            </p:tnLst>
          </p:tmpl>
        </p:tmplLst>
      </p:bldP>
    </p:bldLst>
  </p:timing>
</p:sldLayout>
</file>

<file path=ppt/slideLayouts/slideLayout395.xml><?xml version="1.0" encoding="utf-8"?>
<p:sldLayout xmlns:a="http://schemas.openxmlformats.org/drawingml/2006/main" xmlns:r="http://schemas.openxmlformats.org/officeDocument/2006/relationships" xmlns:p="http://schemas.openxmlformats.org/presentationml/2006/main" preserve="1" userDrawn="1">
  <p:cSld name="2_Team09">
    <p:spTree>
      <p:nvGrpSpPr>
        <p:cNvPr id="1" name=""/>
        <p:cNvGrpSpPr/>
        <p:nvPr/>
      </p:nvGrpSpPr>
      <p:grpSpPr>
        <a:xfrm>
          <a:off x="0" y="0"/>
          <a:ext cx="0" cy="0"/>
          <a:chOff x="0" y="0"/>
          <a:chExt cx="0" cy="0"/>
        </a:xfrm>
      </p:grpSpPr>
      <p:sp>
        <p:nvSpPr>
          <p:cNvPr id="31" name="Picture Placeholder 7"/>
          <p:cNvSpPr>
            <a:spLocks noGrp="1"/>
          </p:cNvSpPr>
          <p:nvPr>
            <p:ph type="pic" sz="quarter" idx="10" hasCustomPrompt="1"/>
          </p:nvPr>
        </p:nvSpPr>
        <p:spPr>
          <a:xfrm>
            <a:off x="876172" y="2006600"/>
            <a:ext cx="1895355" cy="1894789"/>
          </a:xfrm>
          <a:prstGeom prst="ellipse">
            <a:avLst/>
          </a:prstGeom>
          <a:ln w="19050">
            <a:solidFill>
              <a:schemeClr val="accent1"/>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14" name="Text Placeholder 3"/>
          <p:cNvSpPr>
            <a:spLocks noGrp="1"/>
          </p:cNvSpPr>
          <p:nvPr>
            <p:ph type="body" sz="half" idx="15"/>
          </p:nvPr>
        </p:nvSpPr>
        <p:spPr>
          <a:xfrm>
            <a:off x="849403" y="4644196"/>
            <a:ext cx="1948892" cy="1231107"/>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3" name="Picture Placeholder 7"/>
          <p:cNvSpPr>
            <a:spLocks noGrp="1"/>
          </p:cNvSpPr>
          <p:nvPr>
            <p:ph type="pic" sz="quarter" idx="17" hasCustomPrompt="1"/>
          </p:nvPr>
        </p:nvSpPr>
        <p:spPr>
          <a:xfrm>
            <a:off x="3011255" y="2006600"/>
            <a:ext cx="1895355" cy="1894789"/>
          </a:xfrm>
          <a:prstGeom prst="ellipse">
            <a:avLst/>
          </a:prstGeom>
          <a:ln w="19050">
            <a:solidFill>
              <a:schemeClr val="accent2"/>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24" name="Text Placeholder 3"/>
          <p:cNvSpPr>
            <a:spLocks noGrp="1"/>
          </p:cNvSpPr>
          <p:nvPr>
            <p:ph type="body" sz="half" idx="18"/>
          </p:nvPr>
        </p:nvSpPr>
        <p:spPr>
          <a:xfrm>
            <a:off x="2984486" y="4644196"/>
            <a:ext cx="1948892" cy="1231107"/>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7" name="Picture Placeholder 7"/>
          <p:cNvSpPr>
            <a:spLocks noGrp="1"/>
          </p:cNvSpPr>
          <p:nvPr>
            <p:ph type="pic" sz="quarter" idx="20" hasCustomPrompt="1"/>
          </p:nvPr>
        </p:nvSpPr>
        <p:spPr>
          <a:xfrm>
            <a:off x="5131884" y="2006600"/>
            <a:ext cx="1895355" cy="1894789"/>
          </a:xfrm>
          <a:prstGeom prst="ellipse">
            <a:avLst/>
          </a:prstGeom>
          <a:ln w="19050">
            <a:solidFill>
              <a:schemeClr val="accent3"/>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28" name="Text Placeholder 3"/>
          <p:cNvSpPr>
            <a:spLocks noGrp="1"/>
          </p:cNvSpPr>
          <p:nvPr>
            <p:ph type="body" sz="half" idx="21"/>
          </p:nvPr>
        </p:nvSpPr>
        <p:spPr>
          <a:xfrm>
            <a:off x="5105115" y="4644196"/>
            <a:ext cx="1948892" cy="1231107"/>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32" name="Picture Placeholder 7"/>
          <p:cNvSpPr>
            <a:spLocks noGrp="1"/>
          </p:cNvSpPr>
          <p:nvPr>
            <p:ph type="pic" sz="quarter" idx="23" hasCustomPrompt="1"/>
          </p:nvPr>
        </p:nvSpPr>
        <p:spPr>
          <a:xfrm>
            <a:off x="7241708" y="2006600"/>
            <a:ext cx="1895355" cy="1894789"/>
          </a:xfrm>
          <a:prstGeom prst="ellipse">
            <a:avLst/>
          </a:prstGeom>
          <a:ln w="19050">
            <a:solidFill>
              <a:schemeClr val="accent4"/>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33" name="Text Placeholder 3"/>
          <p:cNvSpPr>
            <a:spLocks noGrp="1"/>
          </p:cNvSpPr>
          <p:nvPr>
            <p:ph type="body" sz="half" idx="24"/>
          </p:nvPr>
        </p:nvSpPr>
        <p:spPr>
          <a:xfrm>
            <a:off x="7214939" y="4644196"/>
            <a:ext cx="1948892" cy="1231107"/>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38" name="Picture Placeholder 7"/>
          <p:cNvSpPr>
            <a:spLocks noGrp="1"/>
          </p:cNvSpPr>
          <p:nvPr>
            <p:ph type="pic" sz="quarter" idx="26" hasCustomPrompt="1"/>
          </p:nvPr>
        </p:nvSpPr>
        <p:spPr>
          <a:xfrm>
            <a:off x="9373143" y="2006600"/>
            <a:ext cx="1895355" cy="1894789"/>
          </a:xfrm>
          <a:prstGeom prst="ellipse">
            <a:avLst/>
          </a:prstGeom>
          <a:ln w="19050">
            <a:solidFill>
              <a:schemeClr val="accent5"/>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39" name="Text Placeholder 3"/>
          <p:cNvSpPr>
            <a:spLocks noGrp="1"/>
          </p:cNvSpPr>
          <p:nvPr>
            <p:ph type="body" sz="half" idx="27"/>
          </p:nvPr>
        </p:nvSpPr>
        <p:spPr>
          <a:xfrm>
            <a:off x="9346374" y="4644196"/>
            <a:ext cx="1948892" cy="1231107"/>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2" name="Text Placeholder 3"/>
          <p:cNvSpPr>
            <a:spLocks noGrp="1"/>
          </p:cNvSpPr>
          <p:nvPr>
            <p:ph type="body" sz="half" idx="16"/>
          </p:nvPr>
        </p:nvSpPr>
        <p:spPr>
          <a:xfrm>
            <a:off x="1140228" y="3980808"/>
            <a:ext cx="1367243" cy="508973"/>
          </a:xfrm>
          <a:prstGeom prst="rect">
            <a:avLst/>
          </a:prstGeom>
        </p:spPr>
        <p:txBody>
          <a:bodyPr wrap="square" lIns="0" tIns="0" rIns="0" bIns="0" anchor="ctr">
            <a:noAutofit/>
          </a:bodyPr>
          <a:lstStyle>
            <a:lvl1pPr marL="0" indent="0" algn="ctr">
              <a:buNone/>
              <a:defRPr sz="1467" b="1" baseline="0">
                <a:solidFill>
                  <a:schemeClr val="accent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26" name="Text Placeholder 3"/>
          <p:cNvSpPr>
            <a:spLocks noGrp="1"/>
          </p:cNvSpPr>
          <p:nvPr>
            <p:ph type="body" sz="half" idx="19"/>
          </p:nvPr>
        </p:nvSpPr>
        <p:spPr>
          <a:xfrm>
            <a:off x="3275311" y="3980808"/>
            <a:ext cx="1367243" cy="508973"/>
          </a:xfrm>
          <a:prstGeom prst="rect">
            <a:avLst/>
          </a:prstGeom>
        </p:spPr>
        <p:txBody>
          <a:bodyPr wrap="square" lIns="0" tIns="0" rIns="0" bIns="0" anchor="ctr">
            <a:noAutofit/>
          </a:bodyPr>
          <a:lstStyle>
            <a:lvl1pPr marL="0" indent="0" algn="ctr">
              <a:buNone/>
              <a:defRPr sz="1467" b="1" baseline="0">
                <a:solidFill>
                  <a:schemeClr val="accent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30" name="Text Placeholder 3"/>
          <p:cNvSpPr>
            <a:spLocks noGrp="1"/>
          </p:cNvSpPr>
          <p:nvPr>
            <p:ph type="body" sz="half" idx="22"/>
          </p:nvPr>
        </p:nvSpPr>
        <p:spPr>
          <a:xfrm>
            <a:off x="5395940" y="3980808"/>
            <a:ext cx="1367243" cy="508973"/>
          </a:xfrm>
          <a:prstGeom prst="rect">
            <a:avLst/>
          </a:prstGeom>
        </p:spPr>
        <p:txBody>
          <a:bodyPr wrap="square" lIns="0" tIns="0" rIns="0" bIns="0" anchor="ctr">
            <a:noAutofit/>
          </a:bodyPr>
          <a:lstStyle>
            <a:lvl1pPr marL="0" indent="0" algn="ctr">
              <a:buNone/>
              <a:defRPr sz="1467" b="1" baseline="0">
                <a:solidFill>
                  <a:schemeClr val="accent3"/>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36" name="Text Placeholder 3"/>
          <p:cNvSpPr>
            <a:spLocks noGrp="1"/>
          </p:cNvSpPr>
          <p:nvPr>
            <p:ph type="body" sz="half" idx="25"/>
          </p:nvPr>
        </p:nvSpPr>
        <p:spPr>
          <a:xfrm>
            <a:off x="7505764" y="3980808"/>
            <a:ext cx="1367243" cy="508973"/>
          </a:xfrm>
          <a:prstGeom prst="rect">
            <a:avLst/>
          </a:prstGeom>
        </p:spPr>
        <p:txBody>
          <a:bodyPr wrap="square" lIns="0" tIns="0" rIns="0" bIns="0" anchor="ctr">
            <a:noAutofit/>
          </a:bodyPr>
          <a:lstStyle>
            <a:lvl1pPr marL="0" indent="0" algn="ctr">
              <a:buNone/>
              <a:defRPr sz="1467" b="1" baseline="0">
                <a:solidFill>
                  <a:schemeClr val="accent4"/>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44" name="Text Placeholder 3"/>
          <p:cNvSpPr>
            <a:spLocks noGrp="1"/>
          </p:cNvSpPr>
          <p:nvPr>
            <p:ph type="body" sz="half" idx="28"/>
          </p:nvPr>
        </p:nvSpPr>
        <p:spPr>
          <a:xfrm>
            <a:off x="9637199" y="3980808"/>
            <a:ext cx="1367243" cy="508973"/>
          </a:xfrm>
          <a:prstGeom prst="rect">
            <a:avLst/>
          </a:prstGeom>
        </p:spPr>
        <p:txBody>
          <a:bodyPr wrap="square" lIns="0" tIns="0" rIns="0" bIns="0" anchor="ctr">
            <a:noAutofit/>
          </a:bodyPr>
          <a:lstStyle>
            <a:lvl1pPr marL="0" indent="0" algn="ctr">
              <a:buNone/>
              <a:defRPr sz="1467" b="1" baseline="0">
                <a:solidFill>
                  <a:schemeClr val="accent5"/>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34"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37"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179189903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grpId="0" nodeType="afterEffect">
                                  <p:stCondLst>
                                    <p:cond delay="0"/>
                                  </p:stCondLst>
                                  <p:childTnLst>
                                    <p:set>
                                      <p:cBhvr>
                                        <p:cTn id="6" dur="1" fill="hold">
                                          <p:stCondLst>
                                            <p:cond delay="0"/>
                                          </p:stCondLst>
                                        </p:cTn>
                                        <p:tgtEl>
                                          <p:spTgt spid="31"/>
                                        </p:tgtEl>
                                        <p:attrNameLst>
                                          <p:attrName>style.visibility</p:attrName>
                                        </p:attrNameLst>
                                      </p:cBhvr>
                                      <p:to>
                                        <p:strVal val="visible"/>
                                      </p:to>
                                    </p:set>
                                    <p:anim calcmode="lin" valueType="num">
                                      <p:cBhvr>
                                        <p:cTn id="7" dur="500" fill="hold"/>
                                        <p:tgtEl>
                                          <p:spTgt spid="31"/>
                                        </p:tgtEl>
                                        <p:attrNameLst>
                                          <p:attrName>ppt_w</p:attrName>
                                        </p:attrNameLst>
                                      </p:cBhvr>
                                      <p:tavLst>
                                        <p:tav tm="0">
                                          <p:val>
                                            <p:fltVal val="0"/>
                                          </p:val>
                                        </p:tav>
                                        <p:tav tm="100000">
                                          <p:val>
                                            <p:strVal val="#ppt_w"/>
                                          </p:val>
                                        </p:tav>
                                      </p:tavLst>
                                    </p:anim>
                                    <p:anim calcmode="lin" valueType="num">
                                      <p:cBhvr>
                                        <p:cTn id="8" dur="500" fill="hold"/>
                                        <p:tgtEl>
                                          <p:spTgt spid="31"/>
                                        </p:tgtEl>
                                        <p:attrNameLst>
                                          <p:attrName>ppt_h</p:attrName>
                                        </p:attrNameLst>
                                      </p:cBhvr>
                                      <p:tavLst>
                                        <p:tav tm="0">
                                          <p:val>
                                            <p:fltVal val="0"/>
                                          </p:val>
                                        </p:tav>
                                        <p:tav tm="100000">
                                          <p:val>
                                            <p:strVal val="#ppt_h"/>
                                          </p:val>
                                        </p:tav>
                                      </p:tavLst>
                                    </p:anim>
                                    <p:animEffect transition="in" filter="fade">
                                      <p:cBhvr>
                                        <p:cTn id="9" dur="500"/>
                                        <p:tgtEl>
                                          <p:spTgt spid="31"/>
                                        </p:tgtEl>
                                      </p:cBhvr>
                                    </p:animEffect>
                                  </p:childTnLst>
                                </p:cTn>
                              </p:par>
                            </p:childTnLst>
                          </p:cTn>
                        </p:par>
                        <p:par>
                          <p:cTn id="10" fill="hold">
                            <p:stCondLst>
                              <p:cond delay="500"/>
                            </p:stCondLst>
                            <p:childTnLst>
                              <p:par>
                                <p:cTn id="11" presetID="22" presetClass="entr" presetSubtype="4" fill="hold" grpId="0" nodeType="afterEffect" nodePh="1">
                                  <p:stCondLst>
                                    <p:cond delay="0"/>
                                  </p:stCondLst>
                                  <p:endCondLst>
                                    <p:cond evt="begin" delay="0">
                                      <p:tn val="11"/>
                                    </p:cond>
                                  </p:endCondLst>
                                  <p:childTnLst>
                                    <p:set>
                                      <p:cBhvr>
                                        <p:cTn id="12" dur="1" fill="hold">
                                          <p:stCondLst>
                                            <p:cond delay="0"/>
                                          </p:stCondLst>
                                        </p:cTn>
                                        <p:tgtEl>
                                          <p:spTgt spid="22">
                                            <p:txEl>
                                              <p:pRg st="0" end="0"/>
                                            </p:txEl>
                                          </p:spTgt>
                                        </p:tgtEl>
                                        <p:attrNameLst>
                                          <p:attrName>style.visibility</p:attrName>
                                        </p:attrNameLst>
                                      </p:cBhvr>
                                      <p:to>
                                        <p:strVal val="visible"/>
                                      </p:to>
                                    </p:set>
                                    <p:animEffect transition="in" filter="wipe(down)">
                                      <p:cBhvr>
                                        <p:cTn id="13" dur="500"/>
                                        <p:tgtEl>
                                          <p:spTgt spid="22">
                                            <p:txEl>
                                              <p:pRg st="0" end="0"/>
                                            </p:txEl>
                                          </p:spTgt>
                                        </p:tgtEl>
                                      </p:cBhvr>
                                    </p:animEffect>
                                  </p:childTnLst>
                                </p:cTn>
                              </p:par>
                            </p:childTnLst>
                          </p:cTn>
                        </p:par>
                        <p:par>
                          <p:cTn id="14" fill="hold">
                            <p:stCondLst>
                              <p:cond delay="1000"/>
                            </p:stCondLst>
                            <p:childTnLst>
                              <p:par>
                                <p:cTn id="15" presetID="2" presetClass="entr" presetSubtype="4" accel="50000" decel="50000" fill="hold" grpId="0" nodeType="afterEffect" nodePh="1">
                                  <p:stCondLst>
                                    <p:cond delay="0"/>
                                  </p:stCondLst>
                                  <p:endCondLst>
                                    <p:cond evt="begin" delay="0">
                                      <p:tn val="15"/>
                                    </p:cond>
                                  </p:endCondLst>
                                  <p:childTnLst>
                                    <p:set>
                                      <p:cBhvr>
                                        <p:cTn id="16" dur="1" fill="hold">
                                          <p:stCondLst>
                                            <p:cond delay="0"/>
                                          </p:stCondLst>
                                        </p:cTn>
                                        <p:tgtEl>
                                          <p:spTgt spid="14">
                                            <p:txEl>
                                              <p:pRg st="0" end="0"/>
                                            </p:txEl>
                                          </p:spTgt>
                                        </p:tgtEl>
                                        <p:attrNameLst>
                                          <p:attrName>style.visibility</p:attrName>
                                        </p:attrNameLst>
                                      </p:cBhvr>
                                      <p:to>
                                        <p:strVal val="visible"/>
                                      </p:to>
                                    </p:set>
                                    <p:anim calcmode="lin" valueType="num">
                                      <p:cBhvr additive="base">
                                        <p:cTn id="17" dur="500" fill="hold"/>
                                        <p:tgtEl>
                                          <p:spTgt spid="14">
                                            <p:txEl>
                                              <p:pRg st="0" end="0"/>
                                            </p:txEl>
                                          </p:spTgt>
                                        </p:tgtEl>
                                        <p:attrNameLst>
                                          <p:attrName>ppt_x</p:attrName>
                                        </p:attrNameLst>
                                      </p:cBhvr>
                                      <p:tavLst>
                                        <p:tav tm="0">
                                          <p:val>
                                            <p:strVal val="#ppt_x"/>
                                          </p:val>
                                        </p:tav>
                                        <p:tav tm="100000">
                                          <p:val>
                                            <p:strVal val="#ppt_x"/>
                                          </p:val>
                                        </p:tav>
                                      </p:tavLst>
                                    </p:anim>
                                    <p:anim calcmode="lin" valueType="num">
                                      <p:cBhvr additive="base">
                                        <p:cTn id="18" dur="500" fill="hold"/>
                                        <p:tgtEl>
                                          <p:spTgt spid="14">
                                            <p:txEl>
                                              <p:pRg st="0" end="0"/>
                                            </p:txEl>
                                          </p:spTgt>
                                        </p:tgtEl>
                                        <p:attrNameLst>
                                          <p:attrName>ppt_y</p:attrName>
                                        </p:attrNameLst>
                                      </p:cBhvr>
                                      <p:tavLst>
                                        <p:tav tm="0">
                                          <p:val>
                                            <p:strVal val="1+#ppt_h/2"/>
                                          </p:val>
                                        </p:tav>
                                        <p:tav tm="100000">
                                          <p:val>
                                            <p:strVal val="#ppt_y"/>
                                          </p:val>
                                        </p:tav>
                                      </p:tavLst>
                                    </p:anim>
                                  </p:childTnLst>
                                </p:cTn>
                              </p:par>
                            </p:childTnLst>
                          </p:cTn>
                        </p:par>
                        <p:par>
                          <p:cTn id="19" fill="hold">
                            <p:stCondLst>
                              <p:cond delay="1500"/>
                            </p:stCondLst>
                            <p:childTnLst>
                              <p:par>
                                <p:cTn id="20" presetID="53" presetClass="entr" presetSubtype="0" fill="hold" grpId="0" nodeType="afterEffect">
                                  <p:stCondLst>
                                    <p:cond delay="0"/>
                                  </p:stCondLst>
                                  <p:childTnLst>
                                    <p:set>
                                      <p:cBhvr>
                                        <p:cTn id="21" dur="1" fill="hold">
                                          <p:stCondLst>
                                            <p:cond delay="0"/>
                                          </p:stCondLst>
                                        </p:cTn>
                                        <p:tgtEl>
                                          <p:spTgt spid="23"/>
                                        </p:tgtEl>
                                        <p:attrNameLst>
                                          <p:attrName>style.visibility</p:attrName>
                                        </p:attrNameLst>
                                      </p:cBhvr>
                                      <p:to>
                                        <p:strVal val="visible"/>
                                      </p:to>
                                    </p:set>
                                    <p:anim calcmode="lin" valueType="num">
                                      <p:cBhvr>
                                        <p:cTn id="22" dur="500" fill="hold"/>
                                        <p:tgtEl>
                                          <p:spTgt spid="23"/>
                                        </p:tgtEl>
                                        <p:attrNameLst>
                                          <p:attrName>ppt_w</p:attrName>
                                        </p:attrNameLst>
                                      </p:cBhvr>
                                      <p:tavLst>
                                        <p:tav tm="0">
                                          <p:val>
                                            <p:fltVal val="0"/>
                                          </p:val>
                                        </p:tav>
                                        <p:tav tm="100000">
                                          <p:val>
                                            <p:strVal val="#ppt_w"/>
                                          </p:val>
                                        </p:tav>
                                      </p:tavLst>
                                    </p:anim>
                                    <p:anim calcmode="lin" valueType="num">
                                      <p:cBhvr>
                                        <p:cTn id="23" dur="500" fill="hold"/>
                                        <p:tgtEl>
                                          <p:spTgt spid="23"/>
                                        </p:tgtEl>
                                        <p:attrNameLst>
                                          <p:attrName>ppt_h</p:attrName>
                                        </p:attrNameLst>
                                      </p:cBhvr>
                                      <p:tavLst>
                                        <p:tav tm="0">
                                          <p:val>
                                            <p:fltVal val="0"/>
                                          </p:val>
                                        </p:tav>
                                        <p:tav tm="100000">
                                          <p:val>
                                            <p:strVal val="#ppt_h"/>
                                          </p:val>
                                        </p:tav>
                                      </p:tavLst>
                                    </p:anim>
                                    <p:animEffect transition="in" filter="fade">
                                      <p:cBhvr>
                                        <p:cTn id="24" dur="500"/>
                                        <p:tgtEl>
                                          <p:spTgt spid="23"/>
                                        </p:tgtEl>
                                      </p:cBhvr>
                                    </p:animEffect>
                                  </p:childTnLst>
                                </p:cTn>
                              </p:par>
                            </p:childTnLst>
                          </p:cTn>
                        </p:par>
                        <p:par>
                          <p:cTn id="25" fill="hold">
                            <p:stCondLst>
                              <p:cond delay="2000"/>
                            </p:stCondLst>
                            <p:childTnLst>
                              <p:par>
                                <p:cTn id="26" presetID="22" presetClass="entr" presetSubtype="4" fill="hold" grpId="0" nodeType="afterEffect" nodePh="1">
                                  <p:stCondLst>
                                    <p:cond delay="0"/>
                                  </p:stCondLst>
                                  <p:endCondLst>
                                    <p:cond evt="begin" delay="0">
                                      <p:tn val="26"/>
                                    </p:cond>
                                  </p:endCondLst>
                                  <p:childTnLst>
                                    <p:set>
                                      <p:cBhvr>
                                        <p:cTn id="27" dur="1" fill="hold">
                                          <p:stCondLst>
                                            <p:cond delay="0"/>
                                          </p:stCondLst>
                                        </p:cTn>
                                        <p:tgtEl>
                                          <p:spTgt spid="26">
                                            <p:txEl>
                                              <p:pRg st="0" end="0"/>
                                            </p:txEl>
                                          </p:spTgt>
                                        </p:tgtEl>
                                        <p:attrNameLst>
                                          <p:attrName>style.visibility</p:attrName>
                                        </p:attrNameLst>
                                      </p:cBhvr>
                                      <p:to>
                                        <p:strVal val="visible"/>
                                      </p:to>
                                    </p:set>
                                    <p:animEffect transition="in" filter="wipe(down)">
                                      <p:cBhvr>
                                        <p:cTn id="28" dur="500"/>
                                        <p:tgtEl>
                                          <p:spTgt spid="26">
                                            <p:txEl>
                                              <p:pRg st="0" end="0"/>
                                            </p:txEl>
                                          </p:spTgt>
                                        </p:tgtEl>
                                      </p:cBhvr>
                                    </p:animEffect>
                                  </p:childTnLst>
                                </p:cTn>
                              </p:par>
                            </p:childTnLst>
                          </p:cTn>
                        </p:par>
                        <p:par>
                          <p:cTn id="29" fill="hold">
                            <p:stCondLst>
                              <p:cond delay="2500"/>
                            </p:stCondLst>
                            <p:childTnLst>
                              <p:par>
                                <p:cTn id="30" presetID="2" presetClass="entr" presetSubtype="4" accel="50000" decel="50000" fill="hold" grpId="0" nodeType="afterEffect" nodePh="1">
                                  <p:stCondLst>
                                    <p:cond delay="0"/>
                                  </p:stCondLst>
                                  <p:endCondLst>
                                    <p:cond evt="begin" delay="0">
                                      <p:tn val="30"/>
                                    </p:cond>
                                  </p:endCondLst>
                                  <p:childTnLst>
                                    <p:set>
                                      <p:cBhvr>
                                        <p:cTn id="31" dur="1" fill="hold">
                                          <p:stCondLst>
                                            <p:cond delay="0"/>
                                          </p:stCondLst>
                                        </p:cTn>
                                        <p:tgtEl>
                                          <p:spTgt spid="24">
                                            <p:txEl>
                                              <p:pRg st="0" end="0"/>
                                            </p:txEl>
                                          </p:spTgt>
                                        </p:tgtEl>
                                        <p:attrNameLst>
                                          <p:attrName>style.visibility</p:attrName>
                                        </p:attrNameLst>
                                      </p:cBhvr>
                                      <p:to>
                                        <p:strVal val="visible"/>
                                      </p:to>
                                    </p:set>
                                    <p:anim calcmode="lin" valueType="num">
                                      <p:cBhvr additive="base">
                                        <p:cTn id="32"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additive="base">
                                        <p:cTn id="33" dur="500" fill="hold"/>
                                        <p:tgtEl>
                                          <p:spTgt spid="24">
                                            <p:txEl>
                                              <p:pRg st="0" end="0"/>
                                            </p:txEl>
                                          </p:spTgt>
                                        </p:tgtEl>
                                        <p:attrNameLst>
                                          <p:attrName>ppt_y</p:attrName>
                                        </p:attrNameLst>
                                      </p:cBhvr>
                                      <p:tavLst>
                                        <p:tav tm="0">
                                          <p:val>
                                            <p:strVal val="1+#ppt_h/2"/>
                                          </p:val>
                                        </p:tav>
                                        <p:tav tm="100000">
                                          <p:val>
                                            <p:strVal val="#ppt_y"/>
                                          </p:val>
                                        </p:tav>
                                      </p:tavLst>
                                    </p:anim>
                                  </p:childTnLst>
                                </p:cTn>
                              </p:par>
                            </p:childTnLst>
                          </p:cTn>
                        </p:par>
                        <p:par>
                          <p:cTn id="34" fill="hold">
                            <p:stCondLst>
                              <p:cond delay="3000"/>
                            </p:stCondLst>
                            <p:childTnLst>
                              <p:par>
                                <p:cTn id="35" presetID="53" presetClass="entr" presetSubtype="0" fill="hold" grpId="0" nodeType="afterEffect">
                                  <p:stCondLst>
                                    <p:cond delay="0"/>
                                  </p:stCondLst>
                                  <p:childTnLst>
                                    <p:set>
                                      <p:cBhvr>
                                        <p:cTn id="36" dur="1" fill="hold">
                                          <p:stCondLst>
                                            <p:cond delay="0"/>
                                          </p:stCondLst>
                                        </p:cTn>
                                        <p:tgtEl>
                                          <p:spTgt spid="27"/>
                                        </p:tgtEl>
                                        <p:attrNameLst>
                                          <p:attrName>style.visibility</p:attrName>
                                        </p:attrNameLst>
                                      </p:cBhvr>
                                      <p:to>
                                        <p:strVal val="visible"/>
                                      </p:to>
                                    </p:set>
                                    <p:anim calcmode="lin" valueType="num">
                                      <p:cBhvr>
                                        <p:cTn id="37" dur="500" fill="hold"/>
                                        <p:tgtEl>
                                          <p:spTgt spid="27"/>
                                        </p:tgtEl>
                                        <p:attrNameLst>
                                          <p:attrName>ppt_w</p:attrName>
                                        </p:attrNameLst>
                                      </p:cBhvr>
                                      <p:tavLst>
                                        <p:tav tm="0">
                                          <p:val>
                                            <p:fltVal val="0"/>
                                          </p:val>
                                        </p:tav>
                                        <p:tav tm="100000">
                                          <p:val>
                                            <p:strVal val="#ppt_w"/>
                                          </p:val>
                                        </p:tav>
                                      </p:tavLst>
                                    </p:anim>
                                    <p:anim calcmode="lin" valueType="num">
                                      <p:cBhvr>
                                        <p:cTn id="38" dur="500" fill="hold"/>
                                        <p:tgtEl>
                                          <p:spTgt spid="27"/>
                                        </p:tgtEl>
                                        <p:attrNameLst>
                                          <p:attrName>ppt_h</p:attrName>
                                        </p:attrNameLst>
                                      </p:cBhvr>
                                      <p:tavLst>
                                        <p:tav tm="0">
                                          <p:val>
                                            <p:fltVal val="0"/>
                                          </p:val>
                                        </p:tav>
                                        <p:tav tm="100000">
                                          <p:val>
                                            <p:strVal val="#ppt_h"/>
                                          </p:val>
                                        </p:tav>
                                      </p:tavLst>
                                    </p:anim>
                                    <p:animEffect transition="in" filter="fade">
                                      <p:cBhvr>
                                        <p:cTn id="39" dur="500"/>
                                        <p:tgtEl>
                                          <p:spTgt spid="27"/>
                                        </p:tgtEl>
                                      </p:cBhvr>
                                    </p:animEffect>
                                  </p:childTnLst>
                                </p:cTn>
                              </p:par>
                            </p:childTnLst>
                          </p:cTn>
                        </p:par>
                        <p:par>
                          <p:cTn id="40" fill="hold">
                            <p:stCondLst>
                              <p:cond delay="3500"/>
                            </p:stCondLst>
                            <p:childTnLst>
                              <p:par>
                                <p:cTn id="41" presetID="22" presetClass="entr" presetSubtype="4" fill="hold" grpId="0" nodeType="afterEffect" nodePh="1">
                                  <p:stCondLst>
                                    <p:cond delay="0"/>
                                  </p:stCondLst>
                                  <p:endCondLst>
                                    <p:cond evt="begin" delay="0">
                                      <p:tn val="41"/>
                                    </p:cond>
                                  </p:endCondLst>
                                  <p:childTnLst>
                                    <p:set>
                                      <p:cBhvr>
                                        <p:cTn id="42" dur="1" fill="hold">
                                          <p:stCondLst>
                                            <p:cond delay="0"/>
                                          </p:stCondLst>
                                        </p:cTn>
                                        <p:tgtEl>
                                          <p:spTgt spid="30">
                                            <p:txEl>
                                              <p:pRg st="0" end="0"/>
                                            </p:txEl>
                                          </p:spTgt>
                                        </p:tgtEl>
                                        <p:attrNameLst>
                                          <p:attrName>style.visibility</p:attrName>
                                        </p:attrNameLst>
                                      </p:cBhvr>
                                      <p:to>
                                        <p:strVal val="visible"/>
                                      </p:to>
                                    </p:set>
                                    <p:animEffect transition="in" filter="wipe(down)">
                                      <p:cBhvr>
                                        <p:cTn id="43" dur="500"/>
                                        <p:tgtEl>
                                          <p:spTgt spid="30">
                                            <p:txEl>
                                              <p:pRg st="0" end="0"/>
                                            </p:txEl>
                                          </p:spTgt>
                                        </p:tgtEl>
                                      </p:cBhvr>
                                    </p:animEffect>
                                  </p:childTnLst>
                                </p:cTn>
                              </p:par>
                            </p:childTnLst>
                          </p:cTn>
                        </p:par>
                        <p:par>
                          <p:cTn id="44" fill="hold">
                            <p:stCondLst>
                              <p:cond delay="4000"/>
                            </p:stCondLst>
                            <p:childTnLst>
                              <p:par>
                                <p:cTn id="45" presetID="2" presetClass="entr" presetSubtype="4" accel="50000" decel="50000" fill="hold" grpId="0" nodeType="afterEffect" nodePh="1">
                                  <p:stCondLst>
                                    <p:cond delay="0"/>
                                  </p:stCondLst>
                                  <p:endCondLst>
                                    <p:cond evt="begin" delay="0">
                                      <p:tn val="45"/>
                                    </p:cond>
                                  </p:endCondLst>
                                  <p:childTnLst>
                                    <p:set>
                                      <p:cBhvr>
                                        <p:cTn id="46" dur="1" fill="hold">
                                          <p:stCondLst>
                                            <p:cond delay="0"/>
                                          </p:stCondLst>
                                        </p:cTn>
                                        <p:tgtEl>
                                          <p:spTgt spid="28">
                                            <p:txEl>
                                              <p:pRg st="0" end="0"/>
                                            </p:txEl>
                                          </p:spTgt>
                                        </p:tgtEl>
                                        <p:attrNameLst>
                                          <p:attrName>style.visibility</p:attrName>
                                        </p:attrNameLst>
                                      </p:cBhvr>
                                      <p:to>
                                        <p:strVal val="visible"/>
                                      </p:to>
                                    </p:set>
                                    <p:anim calcmode="lin" valueType="num">
                                      <p:cBhvr additive="base">
                                        <p:cTn id="47" dur="500" fill="hold"/>
                                        <p:tgtEl>
                                          <p:spTgt spid="28">
                                            <p:txEl>
                                              <p:pRg st="0" end="0"/>
                                            </p:txEl>
                                          </p:spTgt>
                                        </p:tgtEl>
                                        <p:attrNameLst>
                                          <p:attrName>ppt_x</p:attrName>
                                        </p:attrNameLst>
                                      </p:cBhvr>
                                      <p:tavLst>
                                        <p:tav tm="0">
                                          <p:val>
                                            <p:strVal val="#ppt_x"/>
                                          </p:val>
                                        </p:tav>
                                        <p:tav tm="100000">
                                          <p:val>
                                            <p:strVal val="#ppt_x"/>
                                          </p:val>
                                        </p:tav>
                                      </p:tavLst>
                                    </p:anim>
                                    <p:anim calcmode="lin" valueType="num">
                                      <p:cBhvr additive="base">
                                        <p:cTn id="48" dur="500" fill="hold"/>
                                        <p:tgtEl>
                                          <p:spTgt spid="28">
                                            <p:txEl>
                                              <p:pRg st="0" end="0"/>
                                            </p:txEl>
                                          </p:spTgt>
                                        </p:tgtEl>
                                        <p:attrNameLst>
                                          <p:attrName>ppt_y</p:attrName>
                                        </p:attrNameLst>
                                      </p:cBhvr>
                                      <p:tavLst>
                                        <p:tav tm="0">
                                          <p:val>
                                            <p:strVal val="1+#ppt_h/2"/>
                                          </p:val>
                                        </p:tav>
                                        <p:tav tm="100000">
                                          <p:val>
                                            <p:strVal val="#ppt_y"/>
                                          </p:val>
                                        </p:tav>
                                      </p:tavLst>
                                    </p:anim>
                                  </p:childTnLst>
                                </p:cTn>
                              </p:par>
                            </p:childTnLst>
                          </p:cTn>
                        </p:par>
                        <p:par>
                          <p:cTn id="49" fill="hold">
                            <p:stCondLst>
                              <p:cond delay="4500"/>
                            </p:stCondLst>
                            <p:childTnLst>
                              <p:par>
                                <p:cTn id="50" presetID="53" presetClass="entr" presetSubtype="0" fill="hold" grpId="0" nodeType="afterEffect">
                                  <p:stCondLst>
                                    <p:cond delay="0"/>
                                  </p:stCondLst>
                                  <p:childTnLst>
                                    <p:set>
                                      <p:cBhvr>
                                        <p:cTn id="51" dur="1" fill="hold">
                                          <p:stCondLst>
                                            <p:cond delay="0"/>
                                          </p:stCondLst>
                                        </p:cTn>
                                        <p:tgtEl>
                                          <p:spTgt spid="32"/>
                                        </p:tgtEl>
                                        <p:attrNameLst>
                                          <p:attrName>style.visibility</p:attrName>
                                        </p:attrNameLst>
                                      </p:cBhvr>
                                      <p:to>
                                        <p:strVal val="visible"/>
                                      </p:to>
                                    </p:set>
                                    <p:anim calcmode="lin" valueType="num">
                                      <p:cBhvr>
                                        <p:cTn id="52" dur="500" fill="hold"/>
                                        <p:tgtEl>
                                          <p:spTgt spid="32"/>
                                        </p:tgtEl>
                                        <p:attrNameLst>
                                          <p:attrName>ppt_w</p:attrName>
                                        </p:attrNameLst>
                                      </p:cBhvr>
                                      <p:tavLst>
                                        <p:tav tm="0">
                                          <p:val>
                                            <p:fltVal val="0"/>
                                          </p:val>
                                        </p:tav>
                                        <p:tav tm="100000">
                                          <p:val>
                                            <p:strVal val="#ppt_w"/>
                                          </p:val>
                                        </p:tav>
                                      </p:tavLst>
                                    </p:anim>
                                    <p:anim calcmode="lin" valueType="num">
                                      <p:cBhvr>
                                        <p:cTn id="53" dur="500" fill="hold"/>
                                        <p:tgtEl>
                                          <p:spTgt spid="32"/>
                                        </p:tgtEl>
                                        <p:attrNameLst>
                                          <p:attrName>ppt_h</p:attrName>
                                        </p:attrNameLst>
                                      </p:cBhvr>
                                      <p:tavLst>
                                        <p:tav tm="0">
                                          <p:val>
                                            <p:fltVal val="0"/>
                                          </p:val>
                                        </p:tav>
                                        <p:tav tm="100000">
                                          <p:val>
                                            <p:strVal val="#ppt_h"/>
                                          </p:val>
                                        </p:tav>
                                      </p:tavLst>
                                    </p:anim>
                                    <p:animEffect transition="in" filter="fade">
                                      <p:cBhvr>
                                        <p:cTn id="54" dur="500"/>
                                        <p:tgtEl>
                                          <p:spTgt spid="32"/>
                                        </p:tgtEl>
                                      </p:cBhvr>
                                    </p:animEffect>
                                  </p:childTnLst>
                                </p:cTn>
                              </p:par>
                            </p:childTnLst>
                          </p:cTn>
                        </p:par>
                        <p:par>
                          <p:cTn id="55" fill="hold">
                            <p:stCondLst>
                              <p:cond delay="5000"/>
                            </p:stCondLst>
                            <p:childTnLst>
                              <p:par>
                                <p:cTn id="56" presetID="22" presetClass="entr" presetSubtype="4" fill="hold" grpId="0" nodeType="afterEffect" nodePh="1">
                                  <p:stCondLst>
                                    <p:cond delay="0"/>
                                  </p:stCondLst>
                                  <p:endCondLst>
                                    <p:cond evt="begin" delay="0">
                                      <p:tn val="56"/>
                                    </p:cond>
                                  </p:endCondLst>
                                  <p:childTnLst>
                                    <p:set>
                                      <p:cBhvr>
                                        <p:cTn id="57" dur="1" fill="hold">
                                          <p:stCondLst>
                                            <p:cond delay="0"/>
                                          </p:stCondLst>
                                        </p:cTn>
                                        <p:tgtEl>
                                          <p:spTgt spid="36">
                                            <p:txEl>
                                              <p:pRg st="0" end="0"/>
                                            </p:txEl>
                                          </p:spTgt>
                                        </p:tgtEl>
                                        <p:attrNameLst>
                                          <p:attrName>style.visibility</p:attrName>
                                        </p:attrNameLst>
                                      </p:cBhvr>
                                      <p:to>
                                        <p:strVal val="visible"/>
                                      </p:to>
                                    </p:set>
                                    <p:animEffect transition="in" filter="wipe(down)">
                                      <p:cBhvr>
                                        <p:cTn id="58" dur="500"/>
                                        <p:tgtEl>
                                          <p:spTgt spid="36">
                                            <p:txEl>
                                              <p:pRg st="0" end="0"/>
                                            </p:txEl>
                                          </p:spTgt>
                                        </p:tgtEl>
                                      </p:cBhvr>
                                    </p:animEffect>
                                  </p:childTnLst>
                                </p:cTn>
                              </p:par>
                            </p:childTnLst>
                          </p:cTn>
                        </p:par>
                        <p:par>
                          <p:cTn id="59" fill="hold">
                            <p:stCondLst>
                              <p:cond delay="5500"/>
                            </p:stCondLst>
                            <p:childTnLst>
                              <p:par>
                                <p:cTn id="60" presetID="2" presetClass="entr" presetSubtype="4" accel="50000" decel="50000" fill="hold" grpId="0" nodeType="afterEffect" nodePh="1">
                                  <p:stCondLst>
                                    <p:cond delay="0"/>
                                  </p:stCondLst>
                                  <p:endCondLst>
                                    <p:cond evt="begin" delay="0">
                                      <p:tn val="60"/>
                                    </p:cond>
                                  </p:endCondLst>
                                  <p:childTnLst>
                                    <p:set>
                                      <p:cBhvr>
                                        <p:cTn id="61" dur="1" fill="hold">
                                          <p:stCondLst>
                                            <p:cond delay="0"/>
                                          </p:stCondLst>
                                        </p:cTn>
                                        <p:tgtEl>
                                          <p:spTgt spid="33">
                                            <p:txEl>
                                              <p:pRg st="0" end="0"/>
                                            </p:txEl>
                                          </p:spTgt>
                                        </p:tgtEl>
                                        <p:attrNameLst>
                                          <p:attrName>style.visibility</p:attrName>
                                        </p:attrNameLst>
                                      </p:cBhvr>
                                      <p:to>
                                        <p:strVal val="visible"/>
                                      </p:to>
                                    </p:set>
                                    <p:anim calcmode="lin" valueType="num">
                                      <p:cBhvr additive="base">
                                        <p:cTn id="62" dur="500" fill="hold"/>
                                        <p:tgtEl>
                                          <p:spTgt spid="33">
                                            <p:txEl>
                                              <p:pRg st="0" end="0"/>
                                            </p:txEl>
                                          </p:spTgt>
                                        </p:tgtEl>
                                        <p:attrNameLst>
                                          <p:attrName>ppt_x</p:attrName>
                                        </p:attrNameLst>
                                      </p:cBhvr>
                                      <p:tavLst>
                                        <p:tav tm="0">
                                          <p:val>
                                            <p:strVal val="#ppt_x"/>
                                          </p:val>
                                        </p:tav>
                                        <p:tav tm="100000">
                                          <p:val>
                                            <p:strVal val="#ppt_x"/>
                                          </p:val>
                                        </p:tav>
                                      </p:tavLst>
                                    </p:anim>
                                    <p:anim calcmode="lin" valueType="num">
                                      <p:cBhvr additive="base">
                                        <p:cTn id="63" dur="500" fill="hold"/>
                                        <p:tgtEl>
                                          <p:spTgt spid="33">
                                            <p:txEl>
                                              <p:pRg st="0" end="0"/>
                                            </p:txEl>
                                          </p:spTgt>
                                        </p:tgtEl>
                                        <p:attrNameLst>
                                          <p:attrName>ppt_y</p:attrName>
                                        </p:attrNameLst>
                                      </p:cBhvr>
                                      <p:tavLst>
                                        <p:tav tm="0">
                                          <p:val>
                                            <p:strVal val="1+#ppt_h/2"/>
                                          </p:val>
                                        </p:tav>
                                        <p:tav tm="100000">
                                          <p:val>
                                            <p:strVal val="#ppt_y"/>
                                          </p:val>
                                        </p:tav>
                                      </p:tavLst>
                                    </p:anim>
                                  </p:childTnLst>
                                </p:cTn>
                              </p:par>
                            </p:childTnLst>
                          </p:cTn>
                        </p:par>
                        <p:par>
                          <p:cTn id="64" fill="hold">
                            <p:stCondLst>
                              <p:cond delay="6000"/>
                            </p:stCondLst>
                            <p:childTnLst>
                              <p:par>
                                <p:cTn id="65" presetID="53" presetClass="entr" presetSubtype="0" fill="hold" grpId="0" nodeType="afterEffect">
                                  <p:stCondLst>
                                    <p:cond delay="0"/>
                                  </p:stCondLst>
                                  <p:childTnLst>
                                    <p:set>
                                      <p:cBhvr>
                                        <p:cTn id="66" dur="1" fill="hold">
                                          <p:stCondLst>
                                            <p:cond delay="0"/>
                                          </p:stCondLst>
                                        </p:cTn>
                                        <p:tgtEl>
                                          <p:spTgt spid="38"/>
                                        </p:tgtEl>
                                        <p:attrNameLst>
                                          <p:attrName>style.visibility</p:attrName>
                                        </p:attrNameLst>
                                      </p:cBhvr>
                                      <p:to>
                                        <p:strVal val="visible"/>
                                      </p:to>
                                    </p:set>
                                    <p:anim calcmode="lin" valueType="num">
                                      <p:cBhvr>
                                        <p:cTn id="67" dur="500" fill="hold"/>
                                        <p:tgtEl>
                                          <p:spTgt spid="38"/>
                                        </p:tgtEl>
                                        <p:attrNameLst>
                                          <p:attrName>ppt_w</p:attrName>
                                        </p:attrNameLst>
                                      </p:cBhvr>
                                      <p:tavLst>
                                        <p:tav tm="0">
                                          <p:val>
                                            <p:fltVal val="0"/>
                                          </p:val>
                                        </p:tav>
                                        <p:tav tm="100000">
                                          <p:val>
                                            <p:strVal val="#ppt_w"/>
                                          </p:val>
                                        </p:tav>
                                      </p:tavLst>
                                    </p:anim>
                                    <p:anim calcmode="lin" valueType="num">
                                      <p:cBhvr>
                                        <p:cTn id="68" dur="500" fill="hold"/>
                                        <p:tgtEl>
                                          <p:spTgt spid="38"/>
                                        </p:tgtEl>
                                        <p:attrNameLst>
                                          <p:attrName>ppt_h</p:attrName>
                                        </p:attrNameLst>
                                      </p:cBhvr>
                                      <p:tavLst>
                                        <p:tav tm="0">
                                          <p:val>
                                            <p:fltVal val="0"/>
                                          </p:val>
                                        </p:tav>
                                        <p:tav tm="100000">
                                          <p:val>
                                            <p:strVal val="#ppt_h"/>
                                          </p:val>
                                        </p:tav>
                                      </p:tavLst>
                                    </p:anim>
                                    <p:animEffect transition="in" filter="fade">
                                      <p:cBhvr>
                                        <p:cTn id="69" dur="500"/>
                                        <p:tgtEl>
                                          <p:spTgt spid="38"/>
                                        </p:tgtEl>
                                      </p:cBhvr>
                                    </p:animEffect>
                                  </p:childTnLst>
                                </p:cTn>
                              </p:par>
                            </p:childTnLst>
                          </p:cTn>
                        </p:par>
                        <p:par>
                          <p:cTn id="70" fill="hold">
                            <p:stCondLst>
                              <p:cond delay="6500"/>
                            </p:stCondLst>
                            <p:childTnLst>
                              <p:par>
                                <p:cTn id="71" presetID="22" presetClass="entr" presetSubtype="4" fill="hold" grpId="0" nodeType="afterEffect" nodePh="1">
                                  <p:stCondLst>
                                    <p:cond delay="0"/>
                                  </p:stCondLst>
                                  <p:endCondLst>
                                    <p:cond evt="begin" delay="0">
                                      <p:tn val="71"/>
                                    </p:cond>
                                  </p:endCondLst>
                                  <p:childTnLst>
                                    <p:set>
                                      <p:cBhvr>
                                        <p:cTn id="72" dur="1" fill="hold">
                                          <p:stCondLst>
                                            <p:cond delay="0"/>
                                          </p:stCondLst>
                                        </p:cTn>
                                        <p:tgtEl>
                                          <p:spTgt spid="44">
                                            <p:txEl>
                                              <p:pRg st="0" end="0"/>
                                            </p:txEl>
                                          </p:spTgt>
                                        </p:tgtEl>
                                        <p:attrNameLst>
                                          <p:attrName>style.visibility</p:attrName>
                                        </p:attrNameLst>
                                      </p:cBhvr>
                                      <p:to>
                                        <p:strVal val="visible"/>
                                      </p:to>
                                    </p:set>
                                    <p:animEffect transition="in" filter="wipe(down)">
                                      <p:cBhvr>
                                        <p:cTn id="73" dur="500"/>
                                        <p:tgtEl>
                                          <p:spTgt spid="44">
                                            <p:txEl>
                                              <p:pRg st="0" end="0"/>
                                            </p:txEl>
                                          </p:spTgt>
                                        </p:tgtEl>
                                      </p:cBhvr>
                                    </p:animEffect>
                                  </p:childTnLst>
                                </p:cTn>
                              </p:par>
                            </p:childTnLst>
                          </p:cTn>
                        </p:par>
                        <p:par>
                          <p:cTn id="74" fill="hold">
                            <p:stCondLst>
                              <p:cond delay="7000"/>
                            </p:stCondLst>
                            <p:childTnLst>
                              <p:par>
                                <p:cTn id="75" presetID="2" presetClass="entr" presetSubtype="4" accel="50000" decel="50000" fill="hold" grpId="0" nodeType="afterEffect" nodePh="1">
                                  <p:stCondLst>
                                    <p:cond delay="0"/>
                                  </p:stCondLst>
                                  <p:endCondLst>
                                    <p:cond evt="begin" delay="0">
                                      <p:tn val="75"/>
                                    </p:cond>
                                  </p:endCondLst>
                                  <p:childTnLst>
                                    <p:set>
                                      <p:cBhvr>
                                        <p:cTn id="76" dur="1" fill="hold">
                                          <p:stCondLst>
                                            <p:cond delay="0"/>
                                          </p:stCondLst>
                                        </p:cTn>
                                        <p:tgtEl>
                                          <p:spTgt spid="39">
                                            <p:txEl>
                                              <p:pRg st="0" end="0"/>
                                            </p:txEl>
                                          </p:spTgt>
                                        </p:tgtEl>
                                        <p:attrNameLst>
                                          <p:attrName>style.visibility</p:attrName>
                                        </p:attrNameLst>
                                      </p:cBhvr>
                                      <p:to>
                                        <p:strVal val="visible"/>
                                      </p:to>
                                    </p:set>
                                    <p:anim calcmode="lin" valueType="num">
                                      <p:cBhvr additive="base">
                                        <p:cTn id="77" dur="500" fill="hold"/>
                                        <p:tgtEl>
                                          <p:spTgt spid="39">
                                            <p:txEl>
                                              <p:pRg st="0" end="0"/>
                                            </p:txEl>
                                          </p:spTgt>
                                        </p:tgtEl>
                                        <p:attrNameLst>
                                          <p:attrName>ppt_x</p:attrName>
                                        </p:attrNameLst>
                                      </p:cBhvr>
                                      <p:tavLst>
                                        <p:tav tm="0">
                                          <p:val>
                                            <p:strVal val="#ppt_x"/>
                                          </p:val>
                                        </p:tav>
                                        <p:tav tm="100000">
                                          <p:val>
                                            <p:strVal val="#ppt_x"/>
                                          </p:val>
                                        </p:tav>
                                      </p:tavLst>
                                    </p:anim>
                                    <p:anim calcmode="lin" valueType="num">
                                      <p:cBhvr additive="base">
                                        <p:cTn id="78" dur="500" fill="hold"/>
                                        <p:tgtEl>
                                          <p:spTgt spid="39">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14"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14"/>
                        </p:tgtEl>
                        <p:attrNameLst>
                          <p:attrName>style.visibility</p:attrName>
                        </p:attrNameLst>
                      </p:cBhvr>
                      <p:to>
                        <p:strVal val="visible"/>
                      </p:to>
                    </p:set>
                    <p:anim calcmode="lin" valueType="num">
                      <p:cBhvr additive="base">
                        <p:cTn dur="500" fill="hold"/>
                        <p:tgtEl>
                          <p:spTgt spid="14"/>
                        </p:tgtEl>
                        <p:attrNameLst>
                          <p:attrName>ppt_x</p:attrName>
                        </p:attrNameLst>
                      </p:cBhvr>
                      <p:tavLst>
                        <p:tav tm="0">
                          <p:val>
                            <p:strVal val="#ppt_x"/>
                          </p:val>
                        </p:tav>
                        <p:tav tm="100000">
                          <p:val>
                            <p:strVal val="#ppt_x"/>
                          </p:val>
                        </p:tav>
                      </p:tavLst>
                    </p:anim>
                    <p:anim calcmode="lin" valueType="num">
                      <p:cBhvr additive="base">
                        <p:cTn dur="500" fill="hold"/>
                        <p:tgtEl>
                          <p:spTgt spid="14"/>
                        </p:tgtEl>
                        <p:attrNameLst>
                          <p:attrName>ppt_y</p:attrName>
                        </p:attrNameLst>
                      </p:cBhvr>
                      <p:tavLst>
                        <p:tav tm="0">
                          <p:val>
                            <p:strVal val="1+#ppt_h/2"/>
                          </p:val>
                        </p:tav>
                        <p:tav tm="100000">
                          <p:val>
                            <p:strVal val="#ppt_y"/>
                          </p:val>
                        </p:tav>
                      </p:tavLst>
                    </p:anim>
                  </p:childTnLst>
                </p:cTn>
              </p:par>
            </p:tnLst>
          </p:tmpl>
        </p:tmplLst>
      </p:bldP>
      <p:bldP spid="23" grpId="0" animBg="1"/>
      <p:bldP spid="24"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24"/>
                        </p:tgtEl>
                        <p:attrNameLst>
                          <p:attrName>style.visibility</p:attrName>
                        </p:attrNameLst>
                      </p:cBhvr>
                      <p:to>
                        <p:strVal val="visible"/>
                      </p:to>
                    </p:set>
                    <p:anim calcmode="lin" valueType="num">
                      <p:cBhvr additive="base">
                        <p:cTn dur="500" fill="hold"/>
                        <p:tgtEl>
                          <p:spTgt spid="24"/>
                        </p:tgtEl>
                        <p:attrNameLst>
                          <p:attrName>ppt_x</p:attrName>
                        </p:attrNameLst>
                      </p:cBhvr>
                      <p:tavLst>
                        <p:tav tm="0">
                          <p:val>
                            <p:strVal val="#ppt_x"/>
                          </p:val>
                        </p:tav>
                        <p:tav tm="100000">
                          <p:val>
                            <p:strVal val="#ppt_x"/>
                          </p:val>
                        </p:tav>
                      </p:tavLst>
                    </p:anim>
                    <p:anim calcmode="lin" valueType="num">
                      <p:cBhvr additive="base">
                        <p:cTn dur="500" fill="hold"/>
                        <p:tgtEl>
                          <p:spTgt spid="24"/>
                        </p:tgtEl>
                        <p:attrNameLst>
                          <p:attrName>ppt_y</p:attrName>
                        </p:attrNameLst>
                      </p:cBhvr>
                      <p:tavLst>
                        <p:tav tm="0">
                          <p:val>
                            <p:strVal val="1+#ppt_h/2"/>
                          </p:val>
                        </p:tav>
                        <p:tav tm="100000">
                          <p:val>
                            <p:strVal val="#ppt_y"/>
                          </p:val>
                        </p:tav>
                      </p:tavLst>
                    </p:anim>
                  </p:childTnLst>
                </p:cTn>
              </p:par>
            </p:tnLst>
          </p:tmpl>
        </p:tmplLst>
      </p:bldP>
      <p:bldP spid="27" grpId="0" animBg="1"/>
      <p:bldP spid="28"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28"/>
                        </p:tgtEl>
                        <p:attrNameLst>
                          <p:attrName>style.visibility</p:attrName>
                        </p:attrNameLst>
                      </p:cBhvr>
                      <p:to>
                        <p:strVal val="visible"/>
                      </p:to>
                    </p:set>
                    <p:anim calcmode="lin" valueType="num">
                      <p:cBhvr additive="base">
                        <p:cTn dur="500" fill="hold"/>
                        <p:tgtEl>
                          <p:spTgt spid="28"/>
                        </p:tgtEl>
                        <p:attrNameLst>
                          <p:attrName>ppt_x</p:attrName>
                        </p:attrNameLst>
                      </p:cBhvr>
                      <p:tavLst>
                        <p:tav tm="0">
                          <p:val>
                            <p:strVal val="#ppt_x"/>
                          </p:val>
                        </p:tav>
                        <p:tav tm="100000">
                          <p:val>
                            <p:strVal val="#ppt_x"/>
                          </p:val>
                        </p:tav>
                      </p:tavLst>
                    </p:anim>
                    <p:anim calcmode="lin" valueType="num">
                      <p:cBhvr additive="base">
                        <p:cTn dur="500" fill="hold"/>
                        <p:tgtEl>
                          <p:spTgt spid="28"/>
                        </p:tgtEl>
                        <p:attrNameLst>
                          <p:attrName>ppt_y</p:attrName>
                        </p:attrNameLst>
                      </p:cBhvr>
                      <p:tavLst>
                        <p:tav tm="0">
                          <p:val>
                            <p:strVal val="1+#ppt_h/2"/>
                          </p:val>
                        </p:tav>
                        <p:tav tm="100000">
                          <p:val>
                            <p:strVal val="#ppt_y"/>
                          </p:val>
                        </p:tav>
                      </p:tavLst>
                    </p:anim>
                  </p:childTnLst>
                </p:cTn>
              </p:par>
            </p:tnLst>
          </p:tmpl>
        </p:tmplLst>
      </p:bldP>
      <p:bldP spid="32" grpId="0" animBg="1"/>
      <p:bldP spid="33"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33"/>
                        </p:tgtEl>
                        <p:attrNameLst>
                          <p:attrName>style.visibility</p:attrName>
                        </p:attrNameLst>
                      </p:cBhvr>
                      <p:to>
                        <p:strVal val="visible"/>
                      </p:to>
                    </p:set>
                    <p:anim calcmode="lin" valueType="num">
                      <p:cBhvr additive="base">
                        <p:cTn dur="500" fill="hold"/>
                        <p:tgtEl>
                          <p:spTgt spid="33"/>
                        </p:tgtEl>
                        <p:attrNameLst>
                          <p:attrName>ppt_x</p:attrName>
                        </p:attrNameLst>
                      </p:cBhvr>
                      <p:tavLst>
                        <p:tav tm="0">
                          <p:val>
                            <p:strVal val="#ppt_x"/>
                          </p:val>
                        </p:tav>
                        <p:tav tm="100000">
                          <p:val>
                            <p:strVal val="#ppt_x"/>
                          </p:val>
                        </p:tav>
                      </p:tavLst>
                    </p:anim>
                    <p:anim calcmode="lin" valueType="num">
                      <p:cBhvr additive="base">
                        <p:cTn dur="500" fill="hold"/>
                        <p:tgtEl>
                          <p:spTgt spid="33"/>
                        </p:tgtEl>
                        <p:attrNameLst>
                          <p:attrName>ppt_y</p:attrName>
                        </p:attrNameLst>
                      </p:cBhvr>
                      <p:tavLst>
                        <p:tav tm="0">
                          <p:val>
                            <p:strVal val="1+#ppt_h/2"/>
                          </p:val>
                        </p:tav>
                        <p:tav tm="100000">
                          <p:val>
                            <p:strVal val="#ppt_y"/>
                          </p:val>
                        </p:tav>
                      </p:tavLst>
                    </p:anim>
                  </p:childTnLst>
                </p:cTn>
              </p:par>
            </p:tnLst>
          </p:tmpl>
        </p:tmplLst>
      </p:bldP>
      <p:bldP spid="38" grpId="0" animBg="1"/>
      <p:bldP spid="39"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39"/>
                        </p:tgtEl>
                        <p:attrNameLst>
                          <p:attrName>style.visibility</p:attrName>
                        </p:attrNameLst>
                      </p:cBhvr>
                      <p:to>
                        <p:strVal val="visible"/>
                      </p:to>
                    </p:set>
                    <p:anim calcmode="lin" valueType="num">
                      <p:cBhvr additive="base">
                        <p:cTn dur="500" fill="hold"/>
                        <p:tgtEl>
                          <p:spTgt spid="39"/>
                        </p:tgtEl>
                        <p:attrNameLst>
                          <p:attrName>ppt_x</p:attrName>
                        </p:attrNameLst>
                      </p:cBhvr>
                      <p:tavLst>
                        <p:tav tm="0">
                          <p:val>
                            <p:strVal val="#ppt_x"/>
                          </p:val>
                        </p:tav>
                        <p:tav tm="100000">
                          <p:val>
                            <p:strVal val="#ppt_x"/>
                          </p:val>
                        </p:tav>
                      </p:tavLst>
                    </p:anim>
                    <p:anim calcmode="lin" valueType="num">
                      <p:cBhvr additive="base">
                        <p:cTn dur="500" fill="hold"/>
                        <p:tgtEl>
                          <p:spTgt spid="39"/>
                        </p:tgtEl>
                        <p:attrNameLst>
                          <p:attrName>ppt_y</p:attrName>
                        </p:attrNameLst>
                      </p:cBhvr>
                      <p:tavLst>
                        <p:tav tm="0">
                          <p:val>
                            <p:strVal val="1+#ppt_h/2"/>
                          </p:val>
                        </p:tav>
                        <p:tav tm="100000">
                          <p:val>
                            <p:strVal val="#ppt_y"/>
                          </p:val>
                        </p:tav>
                      </p:tavLst>
                    </p:anim>
                  </p:childTnLst>
                </p:cTn>
              </p:par>
            </p:tnLst>
          </p:tmpl>
        </p:tmplLst>
      </p:bldP>
      <p:bldP spid="22"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2"/>
                        </p:tgtEl>
                        <p:attrNameLst>
                          <p:attrName>style.visibility</p:attrName>
                        </p:attrNameLst>
                      </p:cBhvr>
                      <p:to>
                        <p:strVal val="visible"/>
                      </p:to>
                    </p:set>
                    <p:animEffect transition="in" filter="wipe(down)">
                      <p:cBhvr>
                        <p:cTn dur="500"/>
                        <p:tgtEl>
                          <p:spTgt spid="22"/>
                        </p:tgtEl>
                      </p:cBhvr>
                    </p:animEffect>
                  </p:childTnLst>
                </p:cTn>
              </p:par>
            </p:tnLst>
          </p:tmpl>
        </p:tmplLst>
      </p:bldP>
      <p:bldP spid="26"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6"/>
                        </p:tgtEl>
                        <p:attrNameLst>
                          <p:attrName>style.visibility</p:attrName>
                        </p:attrNameLst>
                      </p:cBhvr>
                      <p:to>
                        <p:strVal val="visible"/>
                      </p:to>
                    </p:set>
                    <p:animEffect transition="in" filter="wipe(down)">
                      <p:cBhvr>
                        <p:cTn dur="500"/>
                        <p:tgtEl>
                          <p:spTgt spid="26"/>
                        </p:tgtEl>
                      </p:cBhvr>
                    </p:animEffect>
                  </p:childTnLst>
                </p:cTn>
              </p:par>
            </p:tnLst>
          </p:tmpl>
        </p:tmplLst>
      </p:bldP>
      <p:bldP spid="30"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30"/>
                        </p:tgtEl>
                        <p:attrNameLst>
                          <p:attrName>style.visibility</p:attrName>
                        </p:attrNameLst>
                      </p:cBhvr>
                      <p:to>
                        <p:strVal val="visible"/>
                      </p:to>
                    </p:set>
                    <p:animEffect transition="in" filter="wipe(down)">
                      <p:cBhvr>
                        <p:cTn dur="500"/>
                        <p:tgtEl>
                          <p:spTgt spid="30"/>
                        </p:tgtEl>
                      </p:cBhvr>
                    </p:animEffect>
                  </p:childTnLst>
                </p:cTn>
              </p:par>
            </p:tnLst>
          </p:tmpl>
        </p:tmplLst>
      </p:bldP>
      <p:bldP spid="36"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36"/>
                        </p:tgtEl>
                        <p:attrNameLst>
                          <p:attrName>style.visibility</p:attrName>
                        </p:attrNameLst>
                      </p:cBhvr>
                      <p:to>
                        <p:strVal val="visible"/>
                      </p:to>
                    </p:set>
                    <p:animEffect transition="in" filter="wipe(down)">
                      <p:cBhvr>
                        <p:cTn dur="500"/>
                        <p:tgtEl>
                          <p:spTgt spid="36"/>
                        </p:tgtEl>
                      </p:cBhvr>
                    </p:animEffect>
                  </p:childTnLst>
                </p:cTn>
              </p:par>
            </p:tnLst>
          </p:tmpl>
        </p:tmplLst>
      </p:bldP>
      <p:bldP spid="44"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44"/>
                        </p:tgtEl>
                        <p:attrNameLst>
                          <p:attrName>style.visibility</p:attrName>
                        </p:attrNameLst>
                      </p:cBhvr>
                      <p:to>
                        <p:strVal val="visible"/>
                      </p:to>
                    </p:set>
                    <p:animEffect transition="in" filter="wipe(down)">
                      <p:cBhvr>
                        <p:cTn dur="500"/>
                        <p:tgtEl>
                          <p:spTgt spid="44"/>
                        </p:tgtEl>
                      </p:cBhvr>
                    </p:animEffect>
                  </p:childTnLst>
                </p:cTn>
              </p:par>
            </p:tnLst>
          </p:tmpl>
        </p:tmplLst>
      </p:bldP>
    </p:bldLst>
  </p:timing>
</p:sldLayout>
</file>

<file path=ppt/slideLayouts/slideLayout396.xml><?xml version="1.0" encoding="utf-8"?>
<p:sldLayout xmlns:a="http://schemas.openxmlformats.org/drawingml/2006/main" xmlns:r="http://schemas.openxmlformats.org/officeDocument/2006/relationships" xmlns:p="http://schemas.openxmlformats.org/presentationml/2006/main" userDrawn="1">
  <p:cSld name="Team04">
    <p:spTree>
      <p:nvGrpSpPr>
        <p:cNvPr id="1" name=""/>
        <p:cNvGrpSpPr/>
        <p:nvPr/>
      </p:nvGrpSpPr>
      <p:grpSpPr>
        <a:xfrm>
          <a:off x="0" y="0"/>
          <a:ext cx="0" cy="0"/>
          <a:chOff x="0" y="0"/>
          <a:chExt cx="0" cy="0"/>
        </a:xfrm>
      </p:grpSpPr>
      <p:sp>
        <p:nvSpPr>
          <p:cNvPr id="16" name="Picture Placeholder 7"/>
          <p:cNvSpPr>
            <a:spLocks noGrp="1"/>
          </p:cNvSpPr>
          <p:nvPr>
            <p:ph type="pic" sz="quarter" idx="15" hasCustomPrompt="1"/>
          </p:nvPr>
        </p:nvSpPr>
        <p:spPr>
          <a:xfrm>
            <a:off x="736664" y="1583268"/>
            <a:ext cx="248160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17" name="Rectangle 16"/>
          <p:cNvSpPr/>
          <p:nvPr userDrawn="1"/>
        </p:nvSpPr>
        <p:spPr>
          <a:xfrm>
            <a:off x="736665" y="3401374"/>
            <a:ext cx="2481605" cy="56122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48" name="Text Placeholder 3"/>
          <p:cNvSpPr>
            <a:spLocks noGrp="1"/>
          </p:cNvSpPr>
          <p:nvPr>
            <p:ph type="body" sz="half" idx="16"/>
          </p:nvPr>
        </p:nvSpPr>
        <p:spPr>
          <a:xfrm>
            <a:off x="736665" y="3414798"/>
            <a:ext cx="2481605" cy="508973"/>
          </a:xfrm>
          <a:prstGeom prst="rect">
            <a:avLst/>
          </a:prstGeom>
        </p:spPr>
        <p:txBody>
          <a:bodyPr wrap="square" lIns="0" tIns="0" rIns="0" bIns="0" anchor="t">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a:p>
            <a:pPr lvl="0"/>
            <a:endParaRPr lang="en-US" dirty="0" smtClean="0"/>
          </a:p>
        </p:txBody>
      </p:sp>
      <p:sp>
        <p:nvSpPr>
          <p:cNvPr id="49" name="Picture Placeholder 7"/>
          <p:cNvSpPr>
            <a:spLocks noGrp="1"/>
          </p:cNvSpPr>
          <p:nvPr>
            <p:ph type="pic" sz="quarter" idx="17" hasCustomPrompt="1"/>
          </p:nvPr>
        </p:nvSpPr>
        <p:spPr>
          <a:xfrm>
            <a:off x="3501466" y="1583268"/>
            <a:ext cx="248160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0" name="Rectangle 49"/>
          <p:cNvSpPr/>
          <p:nvPr userDrawn="1"/>
        </p:nvSpPr>
        <p:spPr>
          <a:xfrm>
            <a:off x="3501468" y="3401374"/>
            <a:ext cx="2481605" cy="56122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51" name="Text Placeholder 3"/>
          <p:cNvSpPr>
            <a:spLocks noGrp="1"/>
          </p:cNvSpPr>
          <p:nvPr>
            <p:ph type="body" sz="half" idx="18"/>
          </p:nvPr>
        </p:nvSpPr>
        <p:spPr>
          <a:xfrm>
            <a:off x="3501468" y="3414798"/>
            <a:ext cx="2481605" cy="508973"/>
          </a:xfrm>
          <a:prstGeom prst="rect">
            <a:avLst/>
          </a:prstGeom>
        </p:spPr>
        <p:txBody>
          <a:bodyPr wrap="square" lIns="0" tIns="0" rIns="0" bIns="0" anchor="t">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a:p>
            <a:pPr lvl="0"/>
            <a:endParaRPr lang="en-US" dirty="0" smtClean="0"/>
          </a:p>
        </p:txBody>
      </p:sp>
      <p:sp>
        <p:nvSpPr>
          <p:cNvPr id="52" name="Picture Placeholder 7"/>
          <p:cNvSpPr>
            <a:spLocks noGrp="1"/>
          </p:cNvSpPr>
          <p:nvPr>
            <p:ph type="pic" sz="quarter" idx="19" hasCustomPrompt="1"/>
          </p:nvPr>
        </p:nvSpPr>
        <p:spPr>
          <a:xfrm>
            <a:off x="6244666" y="1583268"/>
            <a:ext cx="248160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3" name="Rectangle 52"/>
          <p:cNvSpPr/>
          <p:nvPr userDrawn="1"/>
        </p:nvSpPr>
        <p:spPr>
          <a:xfrm>
            <a:off x="6244668" y="3401374"/>
            <a:ext cx="2481605" cy="56122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54" name="Text Placeholder 3"/>
          <p:cNvSpPr>
            <a:spLocks noGrp="1"/>
          </p:cNvSpPr>
          <p:nvPr>
            <p:ph type="body" sz="half" idx="20"/>
          </p:nvPr>
        </p:nvSpPr>
        <p:spPr>
          <a:xfrm>
            <a:off x="6244668" y="3414798"/>
            <a:ext cx="2481605" cy="508973"/>
          </a:xfrm>
          <a:prstGeom prst="rect">
            <a:avLst/>
          </a:prstGeom>
        </p:spPr>
        <p:txBody>
          <a:bodyPr wrap="square" lIns="0" tIns="0" rIns="0" bIns="0" anchor="t">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a:p>
            <a:pPr lvl="0"/>
            <a:endParaRPr lang="en-US" dirty="0" smtClean="0"/>
          </a:p>
        </p:txBody>
      </p:sp>
      <p:sp>
        <p:nvSpPr>
          <p:cNvPr id="55" name="Picture Placeholder 7"/>
          <p:cNvSpPr>
            <a:spLocks noGrp="1"/>
          </p:cNvSpPr>
          <p:nvPr>
            <p:ph type="pic" sz="quarter" idx="21" hasCustomPrompt="1"/>
          </p:nvPr>
        </p:nvSpPr>
        <p:spPr>
          <a:xfrm>
            <a:off x="8987866" y="1583268"/>
            <a:ext cx="248160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6" name="Rectangle 55"/>
          <p:cNvSpPr/>
          <p:nvPr userDrawn="1"/>
        </p:nvSpPr>
        <p:spPr>
          <a:xfrm>
            <a:off x="8987868" y="3401374"/>
            <a:ext cx="2481605" cy="561221"/>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57" name="Text Placeholder 3"/>
          <p:cNvSpPr>
            <a:spLocks noGrp="1"/>
          </p:cNvSpPr>
          <p:nvPr>
            <p:ph type="body" sz="half" idx="22"/>
          </p:nvPr>
        </p:nvSpPr>
        <p:spPr>
          <a:xfrm>
            <a:off x="8987868" y="3414798"/>
            <a:ext cx="2481605" cy="508973"/>
          </a:xfrm>
          <a:prstGeom prst="rect">
            <a:avLst/>
          </a:prstGeom>
        </p:spPr>
        <p:txBody>
          <a:bodyPr wrap="square" lIns="0" tIns="0" rIns="0" bIns="0" anchor="t">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a:p>
            <a:pPr lvl="0"/>
            <a:endParaRPr lang="en-US" dirty="0" smtClean="0"/>
          </a:p>
        </p:txBody>
      </p:sp>
      <p:sp>
        <p:nvSpPr>
          <p:cNvPr id="58" name="Picture Placeholder 7"/>
          <p:cNvSpPr>
            <a:spLocks noGrp="1"/>
          </p:cNvSpPr>
          <p:nvPr>
            <p:ph type="pic" sz="quarter" idx="23" hasCustomPrompt="1"/>
          </p:nvPr>
        </p:nvSpPr>
        <p:spPr>
          <a:xfrm>
            <a:off x="736664" y="4022110"/>
            <a:ext cx="248160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9" name="Rectangle 58"/>
          <p:cNvSpPr/>
          <p:nvPr userDrawn="1"/>
        </p:nvSpPr>
        <p:spPr>
          <a:xfrm>
            <a:off x="736665" y="5840216"/>
            <a:ext cx="2481605" cy="561221"/>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60" name="Text Placeholder 3"/>
          <p:cNvSpPr>
            <a:spLocks noGrp="1"/>
          </p:cNvSpPr>
          <p:nvPr>
            <p:ph type="body" sz="half" idx="24"/>
          </p:nvPr>
        </p:nvSpPr>
        <p:spPr>
          <a:xfrm>
            <a:off x="736665" y="5853640"/>
            <a:ext cx="2481605" cy="508973"/>
          </a:xfrm>
          <a:prstGeom prst="rect">
            <a:avLst/>
          </a:prstGeom>
        </p:spPr>
        <p:txBody>
          <a:bodyPr wrap="square" lIns="0" tIns="0" rIns="0" bIns="0" anchor="t">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a:p>
            <a:pPr lvl="0"/>
            <a:endParaRPr lang="en-US" dirty="0" smtClean="0"/>
          </a:p>
        </p:txBody>
      </p:sp>
      <p:sp>
        <p:nvSpPr>
          <p:cNvPr id="61" name="Picture Placeholder 7"/>
          <p:cNvSpPr>
            <a:spLocks noGrp="1"/>
          </p:cNvSpPr>
          <p:nvPr>
            <p:ph type="pic" sz="quarter" idx="25" hasCustomPrompt="1"/>
          </p:nvPr>
        </p:nvSpPr>
        <p:spPr>
          <a:xfrm>
            <a:off x="3501466" y="4022110"/>
            <a:ext cx="248160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62" name="Rectangle 61"/>
          <p:cNvSpPr/>
          <p:nvPr userDrawn="1"/>
        </p:nvSpPr>
        <p:spPr>
          <a:xfrm>
            <a:off x="3501468" y="5840216"/>
            <a:ext cx="2481605" cy="561221"/>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63" name="Text Placeholder 3"/>
          <p:cNvSpPr>
            <a:spLocks noGrp="1"/>
          </p:cNvSpPr>
          <p:nvPr>
            <p:ph type="body" sz="half" idx="26"/>
          </p:nvPr>
        </p:nvSpPr>
        <p:spPr>
          <a:xfrm>
            <a:off x="3501468" y="5853640"/>
            <a:ext cx="2481605" cy="508973"/>
          </a:xfrm>
          <a:prstGeom prst="rect">
            <a:avLst/>
          </a:prstGeom>
        </p:spPr>
        <p:txBody>
          <a:bodyPr wrap="square" lIns="0" tIns="0" rIns="0" bIns="0" anchor="t">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a:p>
            <a:pPr lvl="0"/>
            <a:endParaRPr lang="en-US" dirty="0" smtClean="0"/>
          </a:p>
        </p:txBody>
      </p:sp>
      <p:sp>
        <p:nvSpPr>
          <p:cNvPr id="64" name="Picture Placeholder 7"/>
          <p:cNvSpPr>
            <a:spLocks noGrp="1"/>
          </p:cNvSpPr>
          <p:nvPr>
            <p:ph type="pic" sz="quarter" idx="27" hasCustomPrompt="1"/>
          </p:nvPr>
        </p:nvSpPr>
        <p:spPr>
          <a:xfrm>
            <a:off x="6244666" y="4022110"/>
            <a:ext cx="248160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65" name="Rectangle 64"/>
          <p:cNvSpPr/>
          <p:nvPr userDrawn="1"/>
        </p:nvSpPr>
        <p:spPr>
          <a:xfrm>
            <a:off x="6244668" y="5840216"/>
            <a:ext cx="2481605" cy="56122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66" name="Text Placeholder 3"/>
          <p:cNvSpPr>
            <a:spLocks noGrp="1"/>
          </p:cNvSpPr>
          <p:nvPr>
            <p:ph type="body" sz="half" idx="28"/>
          </p:nvPr>
        </p:nvSpPr>
        <p:spPr>
          <a:xfrm>
            <a:off x="6244668" y="5853640"/>
            <a:ext cx="2481605" cy="508973"/>
          </a:xfrm>
          <a:prstGeom prst="rect">
            <a:avLst/>
          </a:prstGeom>
        </p:spPr>
        <p:txBody>
          <a:bodyPr wrap="square" lIns="0" tIns="0" rIns="0" bIns="0" anchor="t">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a:p>
            <a:pPr lvl="0"/>
            <a:endParaRPr lang="en-US" dirty="0" smtClean="0"/>
          </a:p>
        </p:txBody>
      </p:sp>
      <p:sp>
        <p:nvSpPr>
          <p:cNvPr id="67" name="Picture Placeholder 7"/>
          <p:cNvSpPr>
            <a:spLocks noGrp="1"/>
          </p:cNvSpPr>
          <p:nvPr>
            <p:ph type="pic" sz="quarter" idx="29" hasCustomPrompt="1"/>
          </p:nvPr>
        </p:nvSpPr>
        <p:spPr>
          <a:xfrm>
            <a:off x="8987866" y="4022110"/>
            <a:ext cx="248160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68" name="Rectangle 67"/>
          <p:cNvSpPr/>
          <p:nvPr userDrawn="1"/>
        </p:nvSpPr>
        <p:spPr>
          <a:xfrm>
            <a:off x="8987868" y="5840216"/>
            <a:ext cx="2481605" cy="56122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69" name="Text Placeholder 3"/>
          <p:cNvSpPr>
            <a:spLocks noGrp="1"/>
          </p:cNvSpPr>
          <p:nvPr>
            <p:ph type="body" sz="half" idx="30"/>
          </p:nvPr>
        </p:nvSpPr>
        <p:spPr>
          <a:xfrm>
            <a:off x="8987868" y="5853640"/>
            <a:ext cx="2481605" cy="508973"/>
          </a:xfrm>
          <a:prstGeom prst="rect">
            <a:avLst/>
          </a:prstGeom>
        </p:spPr>
        <p:txBody>
          <a:bodyPr wrap="square" lIns="0" tIns="0" rIns="0" bIns="0" anchor="t">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a:p>
            <a:pPr lvl="0"/>
            <a:endParaRPr lang="en-US" dirty="0" smtClean="0"/>
          </a:p>
        </p:txBody>
      </p:sp>
      <p:sp>
        <p:nvSpPr>
          <p:cNvPr id="30"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31"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72208832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after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wipe(down)">
                                      <p:cBhvr>
                                        <p:cTn id="7" dur="500"/>
                                        <p:tgtEl>
                                          <p:spTgt spid="16"/>
                                        </p:tgtEl>
                                      </p:cBhvr>
                                    </p:animEffect>
                                  </p:childTnLst>
                                </p:cTn>
                              </p:par>
                            </p:childTnLst>
                          </p:cTn>
                        </p:par>
                        <p:par>
                          <p:cTn id="8" fill="hold">
                            <p:stCondLst>
                              <p:cond delay="500"/>
                            </p:stCondLst>
                            <p:childTnLst>
                              <p:par>
                                <p:cTn id="9" presetID="22" presetClass="entr" presetSubtype="4" fill="hold" grpId="0" nodeType="afterEffect">
                                  <p:stCondLst>
                                    <p:cond delay="0"/>
                                  </p:stCondLst>
                                  <p:childTnLst>
                                    <p:set>
                                      <p:cBhvr>
                                        <p:cTn id="10" dur="1" fill="hold">
                                          <p:stCondLst>
                                            <p:cond delay="0"/>
                                          </p:stCondLst>
                                        </p:cTn>
                                        <p:tgtEl>
                                          <p:spTgt spid="17"/>
                                        </p:tgtEl>
                                        <p:attrNameLst>
                                          <p:attrName>style.visibility</p:attrName>
                                        </p:attrNameLst>
                                      </p:cBhvr>
                                      <p:to>
                                        <p:strVal val="visible"/>
                                      </p:to>
                                    </p:set>
                                    <p:animEffect transition="in" filter="wipe(down)">
                                      <p:cBhvr>
                                        <p:cTn id="11" dur="500"/>
                                        <p:tgtEl>
                                          <p:spTgt spid="17"/>
                                        </p:tgtEl>
                                      </p:cBhvr>
                                    </p:animEffect>
                                  </p:childTnLst>
                                </p:cTn>
                              </p:par>
                            </p:childTnLst>
                          </p:cTn>
                        </p:par>
                        <p:par>
                          <p:cTn id="12" fill="hold">
                            <p:stCondLst>
                              <p:cond delay="1000"/>
                            </p:stCondLst>
                            <p:childTnLst>
                              <p:par>
                                <p:cTn id="13" presetID="22" presetClass="entr" presetSubtype="4" fill="hold" grpId="0" nodeType="afterEffect" nodePh="1">
                                  <p:stCondLst>
                                    <p:cond delay="0"/>
                                  </p:stCondLst>
                                  <p:endCondLst>
                                    <p:cond evt="begin" delay="0">
                                      <p:tn val="13"/>
                                    </p:cond>
                                  </p:endCondLst>
                                  <p:childTnLst>
                                    <p:set>
                                      <p:cBhvr>
                                        <p:cTn id="14" dur="1" fill="hold">
                                          <p:stCondLst>
                                            <p:cond delay="0"/>
                                          </p:stCondLst>
                                        </p:cTn>
                                        <p:tgtEl>
                                          <p:spTgt spid="48">
                                            <p:txEl>
                                              <p:pRg st="0" end="0"/>
                                            </p:txEl>
                                          </p:spTgt>
                                        </p:tgtEl>
                                        <p:attrNameLst>
                                          <p:attrName>style.visibility</p:attrName>
                                        </p:attrNameLst>
                                      </p:cBhvr>
                                      <p:to>
                                        <p:strVal val="visible"/>
                                      </p:to>
                                    </p:set>
                                    <p:animEffect transition="in" filter="wipe(down)">
                                      <p:cBhvr>
                                        <p:cTn id="15" dur="500"/>
                                        <p:tgtEl>
                                          <p:spTgt spid="48">
                                            <p:txEl>
                                              <p:pRg st="0" end="0"/>
                                            </p:txEl>
                                          </p:spTgt>
                                        </p:tgtEl>
                                      </p:cBhvr>
                                    </p:animEffect>
                                  </p:childTnLst>
                                </p:cTn>
                              </p:par>
                            </p:childTnLst>
                          </p:cTn>
                        </p:par>
                        <p:par>
                          <p:cTn id="16" fill="hold">
                            <p:stCondLst>
                              <p:cond delay="1500"/>
                            </p:stCondLst>
                            <p:childTnLst>
                              <p:par>
                                <p:cTn id="17" presetID="22" presetClass="entr" presetSubtype="4" fill="hold" grpId="0" nodeType="afterEffect">
                                  <p:stCondLst>
                                    <p:cond delay="0"/>
                                  </p:stCondLst>
                                  <p:childTnLst>
                                    <p:set>
                                      <p:cBhvr>
                                        <p:cTn id="18" dur="1" fill="hold">
                                          <p:stCondLst>
                                            <p:cond delay="0"/>
                                          </p:stCondLst>
                                        </p:cTn>
                                        <p:tgtEl>
                                          <p:spTgt spid="49"/>
                                        </p:tgtEl>
                                        <p:attrNameLst>
                                          <p:attrName>style.visibility</p:attrName>
                                        </p:attrNameLst>
                                      </p:cBhvr>
                                      <p:to>
                                        <p:strVal val="visible"/>
                                      </p:to>
                                    </p:set>
                                    <p:animEffect transition="in" filter="wipe(down)">
                                      <p:cBhvr>
                                        <p:cTn id="19" dur="500"/>
                                        <p:tgtEl>
                                          <p:spTgt spid="49"/>
                                        </p:tgtEl>
                                      </p:cBhvr>
                                    </p:animEffect>
                                  </p:childTnLst>
                                </p:cTn>
                              </p:par>
                            </p:childTnLst>
                          </p:cTn>
                        </p:par>
                        <p:par>
                          <p:cTn id="20" fill="hold">
                            <p:stCondLst>
                              <p:cond delay="2000"/>
                            </p:stCondLst>
                            <p:childTnLst>
                              <p:par>
                                <p:cTn id="21" presetID="22" presetClass="entr" presetSubtype="4" fill="hold" grpId="0" nodeType="afterEffect">
                                  <p:stCondLst>
                                    <p:cond delay="0"/>
                                  </p:stCondLst>
                                  <p:childTnLst>
                                    <p:set>
                                      <p:cBhvr>
                                        <p:cTn id="22" dur="1" fill="hold">
                                          <p:stCondLst>
                                            <p:cond delay="0"/>
                                          </p:stCondLst>
                                        </p:cTn>
                                        <p:tgtEl>
                                          <p:spTgt spid="50"/>
                                        </p:tgtEl>
                                        <p:attrNameLst>
                                          <p:attrName>style.visibility</p:attrName>
                                        </p:attrNameLst>
                                      </p:cBhvr>
                                      <p:to>
                                        <p:strVal val="visible"/>
                                      </p:to>
                                    </p:set>
                                    <p:animEffect transition="in" filter="wipe(down)">
                                      <p:cBhvr>
                                        <p:cTn id="23" dur="500"/>
                                        <p:tgtEl>
                                          <p:spTgt spid="50"/>
                                        </p:tgtEl>
                                      </p:cBhvr>
                                    </p:animEffect>
                                  </p:childTnLst>
                                </p:cTn>
                              </p:par>
                            </p:childTnLst>
                          </p:cTn>
                        </p:par>
                        <p:par>
                          <p:cTn id="24" fill="hold">
                            <p:stCondLst>
                              <p:cond delay="2500"/>
                            </p:stCondLst>
                            <p:childTnLst>
                              <p:par>
                                <p:cTn id="25" presetID="22" presetClass="entr" presetSubtype="4" fill="hold" grpId="0" nodeType="afterEffect" nodePh="1">
                                  <p:stCondLst>
                                    <p:cond delay="0"/>
                                  </p:stCondLst>
                                  <p:endCondLst>
                                    <p:cond evt="begin" delay="0">
                                      <p:tn val="25"/>
                                    </p:cond>
                                  </p:endCondLst>
                                  <p:childTnLst>
                                    <p:set>
                                      <p:cBhvr>
                                        <p:cTn id="26" dur="1" fill="hold">
                                          <p:stCondLst>
                                            <p:cond delay="0"/>
                                          </p:stCondLst>
                                        </p:cTn>
                                        <p:tgtEl>
                                          <p:spTgt spid="51">
                                            <p:txEl>
                                              <p:pRg st="0" end="0"/>
                                            </p:txEl>
                                          </p:spTgt>
                                        </p:tgtEl>
                                        <p:attrNameLst>
                                          <p:attrName>style.visibility</p:attrName>
                                        </p:attrNameLst>
                                      </p:cBhvr>
                                      <p:to>
                                        <p:strVal val="visible"/>
                                      </p:to>
                                    </p:set>
                                    <p:animEffect transition="in" filter="wipe(down)">
                                      <p:cBhvr>
                                        <p:cTn id="27" dur="500"/>
                                        <p:tgtEl>
                                          <p:spTgt spid="51">
                                            <p:txEl>
                                              <p:pRg st="0" end="0"/>
                                            </p:txEl>
                                          </p:spTgt>
                                        </p:tgtEl>
                                      </p:cBhvr>
                                    </p:animEffect>
                                  </p:childTnLst>
                                </p:cTn>
                              </p:par>
                            </p:childTnLst>
                          </p:cTn>
                        </p:par>
                        <p:par>
                          <p:cTn id="28" fill="hold">
                            <p:stCondLst>
                              <p:cond delay="3000"/>
                            </p:stCondLst>
                            <p:childTnLst>
                              <p:par>
                                <p:cTn id="29" presetID="22" presetClass="entr" presetSubtype="4" fill="hold" grpId="0" nodeType="afterEffect">
                                  <p:stCondLst>
                                    <p:cond delay="0"/>
                                  </p:stCondLst>
                                  <p:childTnLst>
                                    <p:set>
                                      <p:cBhvr>
                                        <p:cTn id="30" dur="1" fill="hold">
                                          <p:stCondLst>
                                            <p:cond delay="0"/>
                                          </p:stCondLst>
                                        </p:cTn>
                                        <p:tgtEl>
                                          <p:spTgt spid="52"/>
                                        </p:tgtEl>
                                        <p:attrNameLst>
                                          <p:attrName>style.visibility</p:attrName>
                                        </p:attrNameLst>
                                      </p:cBhvr>
                                      <p:to>
                                        <p:strVal val="visible"/>
                                      </p:to>
                                    </p:set>
                                    <p:animEffect transition="in" filter="wipe(down)">
                                      <p:cBhvr>
                                        <p:cTn id="31" dur="500"/>
                                        <p:tgtEl>
                                          <p:spTgt spid="52"/>
                                        </p:tgtEl>
                                      </p:cBhvr>
                                    </p:animEffect>
                                  </p:childTnLst>
                                </p:cTn>
                              </p:par>
                            </p:childTnLst>
                          </p:cTn>
                        </p:par>
                        <p:par>
                          <p:cTn id="32" fill="hold">
                            <p:stCondLst>
                              <p:cond delay="3500"/>
                            </p:stCondLst>
                            <p:childTnLst>
                              <p:par>
                                <p:cTn id="33" presetID="22" presetClass="entr" presetSubtype="4" fill="hold" grpId="0" nodeType="afterEffect">
                                  <p:stCondLst>
                                    <p:cond delay="0"/>
                                  </p:stCondLst>
                                  <p:childTnLst>
                                    <p:set>
                                      <p:cBhvr>
                                        <p:cTn id="34" dur="1" fill="hold">
                                          <p:stCondLst>
                                            <p:cond delay="0"/>
                                          </p:stCondLst>
                                        </p:cTn>
                                        <p:tgtEl>
                                          <p:spTgt spid="53"/>
                                        </p:tgtEl>
                                        <p:attrNameLst>
                                          <p:attrName>style.visibility</p:attrName>
                                        </p:attrNameLst>
                                      </p:cBhvr>
                                      <p:to>
                                        <p:strVal val="visible"/>
                                      </p:to>
                                    </p:set>
                                    <p:animEffect transition="in" filter="wipe(down)">
                                      <p:cBhvr>
                                        <p:cTn id="35" dur="500"/>
                                        <p:tgtEl>
                                          <p:spTgt spid="53"/>
                                        </p:tgtEl>
                                      </p:cBhvr>
                                    </p:animEffect>
                                  </p:childTnLst>
                                </p:cTn>
                              </p:par>
                            </p:childTnLst>
                          </p:cTn>
                        </p:par>
                        <p:par>
                          <p:cTn id="36" fill="hold">
                            <p:stCondLst>
                              <p:cond delay="4000"/>
                            </p:stCondLst>
                            <p:childTnLst>
                              <p:par>
                                <p:cTn id="37" presetID="22" presetClass="entr" presetSubtype="4" fill="hold" grpId="0" nodeType="afterEffect" nodePh="1">
                                  <p:stCondLst>
                                    <p:cond delay="0"/>
                                  </p:stCondLst>
                                  <p:endCondLst>
                                    <p:cond evt="begin" delay="0">
                                      <p:tn val="37"/>
                                    </p:cond>
                                  </p:endCondLst>
                                  <p:childTnLst>
                                    <p:set>
                                      <p:cBhvr>
                                        <p:cTn id="38" dur="1" fill="hold">
                                          <p:stCondLst>
                                            <p:cond delay="0"/>
                                          </p:stCondLst>
                                        </p:cTn>
                                        <p:tgtEl>
                                          <p:spTgt spid="54">
                                            <p:txEl>
                                              <p:pRg st="0" end="0"/>
                                            </p:txEl>
                                          </p:spTgt>
                                        </p:tgtEl>
                                        <p:attrNameLst>
                                          <p:attrName>style.visibility</p:attrName>
                                        </p:attrNameLst>
                                      </p:cBhvr>
                                      <p:to>
                                        <p:strVal val="visible"/>
                                      </p:to>
                                    </p:set>
                                    <p:animEffect transition="in" filter="wipe(down)">
                                      <p:cBhvr>
                                        <p:cTn id="39" dur="500"/>
                                        <p:tgtEl>
                                          <p:spTgt spid="54">
                                            <p:txEl>
                                              <p:pRg st="0" end="0"/>
                                            </p:txEl>
                                          </p:spTgt>
                                        </p:tgtEl>
                                      </p:cBhvr>
                                    </p:animEffect>
                                  </p:childTnLst>
                                </p:cTn>
                              </p:par>
                            </p:childTnLst>
                          </p:cTn>
                        </p:par>
                        <p:par>
                          <p:cTn id="40" fill="hold">
                            <p:stCondLst>
                              <p:cond delay="4500"/>
                            </p:stCondLst>
                            <p:childTnLst>
                              <p:par>
                                <p:cTn id="41" presetID="22" presetClass="entr" presetSubtype="4" fill="hold" grpId="0" nodeType="afterEffect">
                                  <p:stCondLst>
                                    <p:cond delay="0"/>
                                  </p:stCondLst>
                                  <p:childTnLst>
                                    <p:set>
                                      <p:cBhvr>
                                        <p:cTn id="42" dur="1" fill="hold">
                                          <p:stCondLst>
                                            <p:cond delay="0"/>
                                          </p:stCondLst>
                                        </p:cTn>
                                        <p:tgtEl>
                                          <p:spTgt spid="55"/>
                                        </p:tgtEl>
                                        <p:attrNameLst>
                                          <p:attrName>style.visibility</p:attrName>
                                        </p:attrNameLst>
                                      </p:cBhvr>
                                      <p:to>
                                        <p:strVal val="visible"/>
                                      </p:to>
                                    </p:set>
                                    <p:animEffect transition="in" filter="wipe(down)">
                                      <p:cBhvr>
                                        <p:cTn id="43" dur="500"/>
                                        <p:tgtEl>
                                          <p:spTgt spid="55"/>
                                        </p:tgtEl>
                                      </p:cBhvr>
                                    </p:animEffect>
                                  </p:childTnLst>
                                </p:cTn>
                              </p:par>
                            </p:childTnLst>
                          </p:cTn>
                        </p:par>
                        <p:par>
                          <p:cTn id="44" fill="hold">
                            <p:stCondLst>
                              <p:cond delay="5000"/>
                            </p:stCondLst>
                            <p:childTnLst>
                              <p:par>
                                <p:cTn id="45" presetID="22" presetClass="entr" presetSubtype="4" fill="hold" grpId="0" nodeType="afterEffect">
                                  <p:stCondLst>
                                    <p:cond delay="0"/>
                                  </p:stCondLst>
                                  <p:childTnLst>
                                    <p:set>
                                      <p:cBhvr>
                                        <p:cTn id="46" dur="1" fill="hold">
                                          <p:stCondLst>
                                            <p:cond delay="0"/>
                                          </p:stCondLst>
                                        </p:cTn>
                                        <p:tgtEl>
                                          <p:spTgt spid="56"/>
                                        </p:tgtEl>
                                        <p:attrNameLst>
                                          <p:attrName>style.visibility</p:attrName>
                                        </p:attrNameLst>
                                      </p:cBhvr>
                                      <p:to>
                                        <p:strVal val="visible"/>
                                      </p:to>
                                    </p:set>
                                    <p:animEffect transition="in" filter="wipe(down)">
                                      <p:cBhvr>
                                        <p:cTn id="47" dur="500"/>
                                        <p:tgtEl>
                                          <p:spTgt spid="56"/>
                                        </p:tgtEl>
                                      </p:cBhvr>
                                    </p:animEffect>
                                  </p:childTnLst>
                                </p:cTn>
                              </p:par>
                            </p:childTnLst>
                          </p:cTn>
                        </p:par>
                        <p:par>
                          <p:cTn id="48" fill="hold">
                            <p:stCondLst>
                              <p:cond delay="5500"/>
                            </p:stCondLst>
                            <p:childTnLst>
                              <p:par>
                                <p:cTn id="49" presetID="22" presetClass="entr" presetSubtype="4" fill="hold" grpId="0" nodeType="afterEffect" nodePh="1">
                                  <p:stCondLst>
                                    <p:cond delay="0"/>
                                  </p:stCondLst>
                                  <p:endCondLst>
                                    <p:cond evt="begin" delay="0">
                                      <p:tn val="49"/>
                                    </p:cond>
                                  </p:endCondLst>
                                  <p:childTnLst>
                                    <p:set>
                                      <p:cBhvr>
                                        <p:cTn id="50" dur="1" fill="hold">
                                          <p:stCondLst>
                                            <p:cond delay="0"/>
                                          </p:stCondLst>
                                        </p:cTn>
                                        <p:tgtEl>
                                          <p:spTgt spid="57">
                                            <p:txEl>
                                              <p:pRg st="0" end="0"/>
                                            </p:txEl>
                                          </p:spTgt>
                                        </p:tgtEl>
                                        <p:attrNameLst>
                                          <p:attrName>style.visibility</p:attrName>
                                        </p:attrNameLst>
                                      </p:cBhvr>
                                      <p:to>
                                        <p:strVal val="visible"/>
                                      </p:to>
                                    </p:set>
                                    <p:animEffect transition="in" filter="wipe(down)">
                                      <p:cBhvr>
                                        <p:cTn id="51" dur="500"/>
                                        <p:tgtEl>
                                          <p:spTgt spid="57">
                                            <p:txEl>
                                              <p:pRg st="0" end="0"/>
                                            </p:txEl>
                                          </p:spTgt>
                                        </p:tgtEl>
                                      </p:cBhvr>
                                    </p:animEffect>
                                  </p:childTnLst>
                                </p:cTn>
                              </p:par>
                            </p:childTnLst>
                          </p:cTn>
                        </p:par>
                        <p:par>
                          <p:cTn id="52" fill="hold">
                            <p:stCondLst>
                              <p:cond delay="6000"/>
                            </p:stCondLst>
                            <p:childTnLst>
                              <p:par>
                                <p:cTn id="53" presetID="22" presetClass="entr" presetSubtype="4" fill="hold" grpId="0" nodeType="afterEffect">
                                  <p:stCondLst>
                                    <p:cond delay="0"/>
                                  </p:stCondLst>
                                  <p:childTnLst>
                                    <p:set>
                                      <p:cBhvr>
                                        <p:cTn id="54" dur="1" fill="hold">
                                          <p:stCondLst>
                                            <p:cond delay="0"/>
                                          </p:stCondLst>
                                        </p:cTn>
                                        <p:tgtEl>
                                          <p:spTgt spid="58"/>
                                        </p:tgtEl>
                                        <p:attrNameLst>
                                          <p:attrName>style.visibility</p:attrName>
                                        </p:attrNameLst>
                                      </p:cBhvr>
                                      <p:to>
                                        <p:strVal val="visible"/>
                                      </p:to>
                                    </p:set>
                                    <p:animEffect transition="in" filter="wipe(down)">
                                      <p:cBhvr>
                                        <p:cTn id="55" dur="500"/>
                                        <p:tgtEl>
                                          <p:spTgt spid="58"/>
                                        </p:tgtEl>
                                      </p:cBhvr>
                                    </p:animEffect>
                                  </p:childTnLst>
                                </p:cTn>
                              </p:par>
                            </p:childTnLst>
                          </p:cTn>
                        </p:par>
                        <p:par>
                          <p:cTn id="56" fill="hold">
                            <p:stCondLst>
                              <p:cond delay="6500"/>
                            </p:stCondLst>
                            <p:childTnLst>
                              <p:par>
                                <p:cTn id="57" presetID="22" presetClass="entr" presetSubtype="4" fill="hold" grpId="0" nodeType="afterEffect">
                                  <p:stCondLst>
                                    <p:cond delay="0"/>
                                  </p:stCondLst>
                                  <p:childTnLst>
                                    <p:set>
                                      <p:cBhvr>
                                        <p:cTn id="58" dur="1" fill="hold">
                                          <p:stCondLst>
                                            <p:cond delay="0"/>
                                          </p:stCondLst>
                                        </p:cTn>
                                        <p:tgtEl>
                                          <p:spTgt spid="59"/>
                                        </p:tgtEl>
                                        <p:attrNameLst>
                                          <p:attrName>style.visibility</p:attrName>
                                        </p:attrNameLst>
                                      </p:cBhvr>
                                      <p:to>
                                        <p:strVal val="visible"/>
                                      </p:to>
                                    </p:set>
                                    <p:animEffect transition="in" filter="wipe(down)">
                                      <p:cBhvr>
                                        <p:cTn id="59" dur="500"/>
                                        <p:tgtEl>
                                          <p:spTgt spid="59"/>
                                        </p:tgtEl>
                                      </p:cBhvr>
                                    </p:animEffect>
                                  </p:childTnLst>
                                </p:cTn>
                              </p:par>
                            </p:childTnLst>
                          </p:cTn>
                        </p:par>
                        <p:par>
                          <p:cTn id="60" fill="hold">
                            <p:stCondLst>
                              <p:cond delay="7000"/>
                            </p:stCondLst>
                            <p:childTnLst>
                              <p:par>
                                <p:cTn id="61" presetID="22" presetClass="entr" presetSubtype="4" fill="hold" grpId="0" nodeType="afterEffect" nodePh="1">
                                  <p:stCondLst>
                                    <p:cond delay="0"/>
                                  </p:stCondLst>
                                  <p:endCondLst>
                                    <p:cond evt="begin" delay="0">
                                      <p:tn val="61"/>
                                    </p:cond>
                                  </p:endCondLst>
                                  <p:childTnLst>
                                    <p:set>
                                      <p:cBhvr>
                                        <p:cTn id="62" dur="1" fill="hold">
                                          <p:stCondLst>
                                            <p:cond delay="0"/>
                                          </p:stCondLst>
                                        </p:cTn>
                                        <p:tgtEl>
                                          <p:spTgt spid="60">
                                            <p:txEl>
                                              <p:pRg st="0" end="0"/>
                                            </p:txEl>
                                          </p:spTgt>
                                        </p:tgtEl>
                                        <p:attrNameLst>
                                          <p:attrName>style.visibility</p:attrName>
                                        </p:attrNameLst>
                                      </p:cBhvr>
                                      <p:to>
                                        <p:strVal val="visible"/>
                                      </p:to>
                                    </p:set>
                                    <p:animEffect transition="in" filter="wipe(down)">
                                      <p:cBhvr>
                                        <p:cTn id="63" dur="500"/>
                                        <p:tgtEl>
                                          <p:spTgt spid="60">
                                            <p:txEl>
                                              <p:pRg st="0" end="0"/>
                                            </p:txEl>
                                          </p:spTgt>
                                        </p:tgtEl>
                                      </p:cBhvr>
                                    </p:animEffect>
                                  </p:childTnLst>
                                </p:cTn>
                              </p:par>
                            </p:childTnLst>
                          </p:cTn>
                        </p:par>
                        <p:par>
                          <p:cTn id="64" fill="hold">
                            <p:stCondLst>
                              <p:cond delay="7500"/>
                            </p:stCondLst>
                            <p:childTnLst>
                              <p:par>
                                <p:cTn id="65" presetID="22" presetClass="entr" presetSubtype="4" fill="hold" grpId="0" nodeType="afterEffect">
                                  <p:stCondLst>
                                    <p:cond delay="0"/>
                                  </p:stCondLst>
                                  <p:childTnLst>
                                    <p:set>
                                      <p:cBhvr>
                                        <p:cTn id="66" dur="1" fill="hold">
                                          <p:stCondLst>
                                            <p:cond delay="0"/>
                                          </p:stCondLst>
                                        </p:cTn>
                                        <p:tgtEl>
                                          <p:spTgt spid="61"/>
                                        </p:tgtEl>
                                        <p:attrNameLst>
                                          <p:attrName>style.visibility</p:attrName>
                                        </p:attrNameLst>
                                      </p:cBhvr>
                                      <p:to>
                                        <p:strVal val="visible"/>
                                      </p:to>
                                    </p:set>
                                    <p:animEffect transition="in" filter="wipe(down)">
                                      <p:cBhvr>
                                        <p:cTn id="67" dur="500"/>
                                        <p:tgtEl>
                                          <p:spTgt spid="61"/>
                                        </p:tgtEl>
                                      </p:cBhvr>
                                    </p:animEffect>
                                  </p:childTnLst>
                                </p:cTn>
                              </p:par>
                            </p:childTnLst>
                          </p:cTn>
                        </p:par>
                        <p:par>
                          <p:cTn id="68" fill="hold">
                            <p:stCondLst>
                              <p:cond delay="8000"/>
                            </p:stCondLst>
                            <p:childTnLst>
                              <p:par>
                                <p:cTn id="69" presetID="22" presetClass="entr" presetSubtype="4" fill="hold" grpId="0" nodeType="afterEffect">
                                  <p:stCondLst>
                                    <p:cond delay="0"/>
                                  </p:stCondLst>
                                  <p:childTnLst>
                                    <p:set>
                                      <p:cBhvr>
                                        <p:cTn id="70" dur="1" fill="hold">
                                          <p:stCondLst>
                                            <p:cond delay="0"/>
                                          </p:stCondLst>
                                        </p:cTn>
                                        <p:tgtEl>
                                          <p:spTgt spid="62"/>
                                        </p:tgtEl>
                                        <p:attrNameLst>
                                          <p:attrName>style.visibility</p:attrName>
                                        </p:attrNameLst>
                                      </p:cBhvr>
                                      <p:to>
                                        <p:strVal val="visible"/>
                                      </p:to>
                                    </p:set>
                                    <p:animEffect transition="in" filter="wipe(down)">
                                      <p:cBhvr>
                                        <p:cTn id="71" dur="500"/>
                                        <p:tgtEl>
                                          <p:spTgt spid="62"/>
                                        </p:tgtEl>
                                      </p:cBhvr>
                                    </p:animEffect>
                                  </p:childTnLst>
                                </p:cTn>
                              </p:par>
                            </p:childTnLst>
                          </p:cTn>
                        </p:par>
                        <p:par>
                          <p:cTn id="72" fill="hold">
                            <p:stCondLst>
                              <p:cond delay="8500"/>
                            </p:stCondLst>
                            <p:childTnLst>
                              <p:par>
                                <p:cTn id="73" presetID="22" presetClass="entr" presetSubtype="4" fill="hold" nodeType="afterEffect" nodePh="1">
                                  <p:stCondLst>
                                    <p:cond delay="0"/>
                                  </p:stCondLst>
                                  <p:endCondLst>
                                    <p:cond evt="begin" delay="0">
                                      <p:tn val="73"/>
                                    </p:cond>
                                  </p:endCondLst>
                                  <p:childTnLst>
                                    <p:set>
                                      <p:cBhvr>
                                        <p:cTn id="74" dur="1" fill="hold">
                                          <p:stCondLst>
                                            <p:cond delay="0"/>
                                          </p:stCondLst>
                                        </p:cTn>
                                        <p:tgtEl>
                                          <p:spTgt spid="63">
                                            <p:txEl>
                                              <p:pRg st="0" end="0"/>
                                            </p:txEl>
                                          </p:spTgt>
                                        </p:tgtEl>
                                        <p:attrNameLst>
                                          <p:attrName>style.visibility</p:attrName>
                                        </p:attrNameLst>
                                      </p:cBhvr>
                                      <p:to>
                                        <p:strVal val="visible"/>
                                      </p:to>
                                    </p:set>
                                    <p:animEffect transition="in" filter="wipe(down)">
                                      <p:cBhvr>
                                        <p:cTn id="75" dur="500"/>
                                        <p:tgtEl>
                                          <p:spTgt spid="63">
                                            <p:txEl>
                                              <p:pRg st="0" end="0"/>
                                            </p:txEl>
                                          </p:spTgt>
                                        </p:tgtEl>
                                      </p:cBhvr>
                                    </p:animEffect>
                                  </p:childTnLst>
                                </p:cTn>
                              </p:par>
                            </p:childTnLst>
                          </p:cTn>
                        </p:par>
                        <p:par>
                          <p:cTn id="76" fill="hold">
                            <p:stCondLst>
                              <p:cond delay="9000"/>
                            </p:stCondLst>
                            <p:childTnLst>
                              <p:par>
                                <p:cTn id="77" presetID="22" presetClass="entr" presetSubtype="4" fill="hold" grpId="0" nodeType="afterEffect">
                                  <p:stCondLst>
                                    <p:cond delay="0"/>
                                  </p:stCondLst>
                                  <p:childTnLst>
                                    <p:set>
                                      <p:cBhvr>
                                        <p:cTn id="78" dur="1" fill="hold">
                                          <p:stCondLst>
                                            <p:cond delay="0"/>
                                          </p:stCondLst>
                                        </p:cTn>
                                        <p:tgtEl>
                                          <p:spTgt spid="64"/>
                                        </p:tgtEl>
                                        <p:attrNameLst>
                                          <p:attrName>style.visibility</p:attrName>
                                        </p:attrNameLst>
                                      </p:cBhvr>
                                      <p:to>
                                        <p:strVal val="visible"/>
                                      </p:to>
                                    </p:set>
                                    <p:animEffect transition="in" filter="wipe(down)">
                                      <p:cBhvr>
                                        <p:cTn id="79" dur="500"/>
                                        <p:tgtEl>
                                          <p:spTgt spid="64"/>
                                        </p:tgtEl>
                                      </p:cBhvr>
                                    </p:animEffect>
                                  </p:childTnLst>
                                </p:cTn>
                              </p:par>
                            </p:childTnLst>
                          </p:cTn>
                        </p:par>
                        <p:par>
                          <p:cTn id="80" fill="hold">
                            <p:stCondLst>
                              <p:cond delay="9500"/>
                            </p:stCondLst>
                            <p:childTnLst>
                              <p:par>
                                <p:cTn id="81" presetID="22" presetClass="entr" presetSubtype="4" fill="hold" grpId="0" nodeType="afterEffect">
                                  <p:stCondLst>
                                    <p:cond delay="0"/>
                                  </p:stCondLst>
                                  <p:childTnLst>
                                    <p:set>
                                      <p:cBhvr>
                                        <p:cTn id="82" dur="1" fill="hold">
                                          <p:stCondLst>
                                            <p:cond delay="0"/>
                                          </p:stCondLst>
                                        </p:cTn>
                                        <p:tgtEl>
                                          <p:spTgt spid="65"/>
                                        </p:tgtEl>
                                        <p:attrNameLst>
                                          <p:attrName>style.visibility</p:attrName>
                                        </p:attrNameLst>
                                      </p:cBhvr>
                                      <p:to>
                                        <p:strVal val="visible"/>
                                      </p:to>
                                    </p:set>
                                    <p:animEffect transition="in" filter="wipe(down)">
                                      <p:cBhvr>
                                        <p:cTn id="83" dur="500"/>
                                        <p:tgtEl>
                                          <p:spTgt spid="65"/>
                                        </p:tgtEl>
                                      </p:cBhvr>
                                    </p:animEffect>
                                  </p:childTnLst>
                                </p:cTn>
                              </p:par>
                            </p:childTnLst>
                          </p:cTn>
                        </p:par>
                        <p:par>
                          <p:cTn id="84" fill="hold">
                            <p:stCondLst>
                              <p:cond delay="10000"/>
                            </p:stCondLst>
                            <p:childTnLst>
                              <p:par>
                                <p:cTn id="85" presetID="22" presetClass="entr" presetSubtype="4" fill="hold" grpId="0" nodeType="afterEffect" nodePh="1">
                                  <p:stCondLst>
                                    <p:cond delay="0"/>
                                  </p:stCondLst>
                                  <p:endCondLst>
                                    <p:cond evt="begin" delay="0">
                                      <p:tn val="85"/>
                                    </p:cond>
                                  </p:endCondLst>
                                  <p:childTnLst>
                                    <p:set>
                                      <p:cBhvr>
                                        <p:cTn id="86" dur="1" fill="hold">
                                          <p:stCondLst>
                                            <p:cond delay="0"/>
                                          </p:stCondLst>
                                        </p:cTn>
                                        <p:tgtEl>
                                          <p:spTgt spid="66">
                                            <p:txEl>
                                              <p:pRg st="0" end="0"/>
                                            </p:txEl>
                                          </p:spTgt>
                                        </p:tgtEl>
                                        <p:attrNameLst>
                                          <p:attrName>style.visibility</p:attrName>
                                        </p:attrNameLst>
                                      </p:cBhvr>
                                      <p:to>
                                        <p:strVal val="visible"/>
                                      </p:to>
                                    </p:set>
                                    <p:animEffect transition="in" filter="wipe(down)">
                                      <p:cBhvr>
                                        <p:cTn id="87" dur="500"/>
                                        <p:tgtEl>
                                          <p:spTgt spid="66">
                                            <p:txEl>
                                              <p:pRg st="0" end="0"/>
                                            </p:txEl>
                                          </p:spTgt>
                                        </p:tgtEl>
                                      </p:cBhvr>
                                    </p:animEffect>
                                  </p:childTnLst>
                                </p:cTn>
                              </p:par>
                            </p:childTnLst>
                          </p:cTn>
                        </p:par>
                        <p:par>
                          <p:cTn id="88" fill="hold">
                            <p:stCondLst>
                              <p:cond delay="10500"/>
                            </p:stCondLst>
                            <p:childTnLst>
                              <p:par>
                                <p:cTn id="89" presetID="22" presetClass="entr" presetSubtype="4" fill="hold" grpId="0" nodeType="afterEffect">
                                  <p:stCondLst>
                                    <p:cond delay="0"/>
                                  </p:stCondLst>
                                  <p:childTnLst>
                                    <p:set>
                                      <p:cBhvr>
                                        <p:cTn id="90" dur="1" fill="hold">
                                          <p:stCondLst>
                                            <p:cond delay="0"/>
                                          </p:stCondLst>
                                        </p:cTn>
                                        <p:tgtEl>
                                          <p:spTgt spid="67"/>
                                        </p:tgtEl>
                                        <p:attrNameLst>
                                          <p:attrName>style.visibility</p:attrName>
                                        </p:attrNameLst>
                                      </p:cBhvr>
                                      <p:to>
                                        <p:strVal val="visible"/>
                                      </p:to>
                                    </p:set>
                                    <p:animEffect transition="in" filter="wipe(down)">
                                      <p:cBhvr>
                                        <p:cTn id="91" dur="500"/>
                                        <p:tgtEl>
                                          <p:spTgt spid="67"/>
                                        </p:tgtEl>
                                      </p:cBhvr>
                                    </p:animEffect>
                                  </p:childTnLst>
                                </p:cTn>
                              </p:par>
                            </p:childTnLst>
                          </p:cTn>
                        </p:par>
                        <p:par>
                          <p:cTn id="92" fill="hold">
                            <p:stCondLst>
                              <p:cond delay="11000"/>
                            </p:stCondLst>
                            <p:childTnLst>
                              <p:par>
                                <p:cTn id="93" presetID="22" presetClass="entr" presetSubtype="4" fill="hold" grpId="0" nodeType="afterEffect">
                                  <p:stCondLst>
                                    <p:cond delay="0"/>
                                  </p:stCondLst>
                                  <p:childTnLst>
                                    <p:set>
                                      <p:cBhvr>
                                        <p:cTn id="94" dur="1" fill="hold">
                                          <p:stCondLst>
                                            <p:cond delay="0"/>
                                          </p:stCondLst>
                                        </p:cTn>
                                        <p:tgtEl>
                                          <p:spTgt spid="68"/>
                                        </p:tgtEl>
                                        <p:attrNameLst>
                                          <p:attrName>style.visibility</p:attrName>
                                        </p:attrNameLst>
                                      </p:cBhvr>
                                      <p:to>
                                        <p:strVal val="visible"/>
                                      </p:to>
                                    </p:set>
                                    <p:animEffect transition="in" filter="wipe(down)">
                                      <p:cBhvr>
                                        <p:cTn id="95" dur="500"/>
                                        <p:tgtEl>
                                          <p:spTgt spid="68"/>
                                        </p:tgtEl>
                                      </p:cBhvr>
                                    </p:animEffect>
                                  </p:childTnLst>
                                </p:cTn>
                              </p:par>
                            </p:childTnLst>
                          </p:cTn>
                        </p:par>
                        <p:par>
                          <p:cTn id="96" fill="hold">
                            <p:stCondLst>
                              <p:cond delay="11500"/>
                            </p:stCondLst>
                            <p:childTnLst>
                              <p:par>
                                <p:cTn id="97" presetID="22" presetClass="entr" presetSubtype="4" fill="hold" grpId="0" nodeType="afterEffect" nodePh="1">
                                  <p:stCondLst>
                                    <p:cond delay="0"/>
                                  </p:stCondLst>
                                  <p:endCondLst>
                                    <p:cond evt="begin" delay="0">
                                      <p:tn val="97"/>
                                    </p:cond>
                                  </p:endCondLst>
                                  <p:childTnLst>
                                    <p:set>
                                      <p:cBhvr>
                                        <p:cTn id="98" dur="1" fill="hold">
                                          <p:stCondLst>
                                            <p:cond delay="0"/>
                                          </p:stCondLst>
                                        </p:cTn>
                                        <p:tgtEl>
                                          <p:spTgt spid="69">
                                            <p:txEl>
                                              <p:pRg st="0" end="0"/>
                                            </p:txEl>
                                          </p:spTgt>
                                        </p:tgtEl>
                                        <p:attrNameLst>
                                          <p:attrName>style.visibility</p:attrName>
                                        </p:attrNameLst>
                                      </p:cBhvr>
                                      <p:to>
                                        <p:strVal val="visible"/>
                                      </p:to>
                                    </p:set>
                                    <p:animEffect transition="in" filter="wipe(down)">
                                      <p:cBhvr>
                                        <p:cTn id="99" dur="500"/>
                                        <p:tgtEl>
                                          <p:spTgt spid="69">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P spid="17" grpId="0" animBg="1"/>
      <p:bldP spid="48"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48"/>
                        </p:tgtEl>
                        <p:attrNameLst>
                          <p:attrName>style.visibility</p:attrName>
                        </p:attrNameLst>
                      </p:cBhvr>
                      <p:to>
                        <p:strVal val="visible"/>
                      </p:to>
                    </p:set>
                    <p:animEffect transition="in" filter="wipe(down)">
                      <p:cBhvr>
                        <p:cTn dur="500"/>
                        <p:tgtEl>
                          <p:spTgt spid="48"/>
                        </p:tgtEl>
                      </p:cBhvr>
                    </p:animEffect>
                  </p:childTnLst>
                </p:cTn>
              </p:par>
            </p:tnLst>
          </p:tmpl>
        </p:tmplLst>
      </p:bldP>
      <p:bldP spid="49" grpId="0"/>
      <p:bldP spid="50" grpId="0" animBg="1"/>
      <p:bldP spid="51"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51"/>
                        </p:tgtEl>
                        <p:attrNameLst>
                          <p:attrName>style.visibility</p:attrName>
                        </p:attrNameLst>
                      </p:cBhvr>
                      <p:to>
                        <p:strVal val="visible"/>
                      </p:to>
                    </p:set>
                    <p:animEffect transition="in" filter="wipe(down)">
                      <p:cBhvr>
                        <p:cTn dur="500"/>
                        <p:tgtEl>
                          <p:spTgt spid="51"/>
                        </p:tgtEl>
                      </p:cBhvr>
                    </p:animEffect>
                  </p:childTnLst>
                </p:cTn>
              </p:par>
            </p:tnLst>
          </p:tmpl>
        </p:tmplLst>
      </p:bldP>
      <p:bldP spid="52" grpId="0"/>
      <p:bldP spid="53" grpId="0" animBg="1"/>
      <p:bldP spid="54"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54"/>
                        </p:tgtEl>
                        <p:attrNameLst>
                          <p:attrName>style.visibility</p:attrName>
                        </p:attrNameLst>
                      </p:cBhvr>
                      <p:to>
                        <p:strVal val="visible"/>
                      </p:to>
                    </p:set>
                    <p:animEffect transition="in" filter="wipe(down)">
                      <p:cBhvr>
                        <p:cTn dur="500"/>
                        <p:tgtEl>
                          <p:spTgt spid="54"/>
                        </p:tgtEl>
                      </p:cBhvr>
                    </p:animEffect>
                  </p:childTnLst>
                </p:cTn>
              </p:par>
            </p:tnLst>
          </p:tmpl>
        </p:tmplLst>
      </p:bldP>
      <p:bldP spid="55" grpId="0"/>
      <p:bldP spid="56" grpId="0" animBg="1"/>
      <p:bldP spid="57"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57"/>
                        </p:tgtEl>
                        <p:attrNameLst>
                          <p:attrName>style.visibility</p:attrName>
                        </p:attrNameLst>
                      </p:cBhvr>
                      <p:to>
                        <p:strVal val="visible"/>
                      </p:to>
                    </p:set>
                    <p:animEffect transition="in" filter="wipe(down)">
                      <p:cBhvr>
                        <p:cTn dur="500"/>
                        <p:tgtEl>
                          <p:spTgt spid="57"/>
                        </p:tgtEl>
                      </p:cBhvr>
                    </p:animEffect>
                  </p:childTnLst>
                </p:cTn>
              </p:par>
            </p:tnLst>
          </p:tmpl>
        </p:tmplLst>
      </p:bldP>
      <p:bldP spid="58" grpId="0"/>
      <p:bldP spid="59" grpId="0" animBg="1"/>
      <p:bldP spid="60"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60"/>
                        </p:tgtEl>
                        <p:attrNameLst>
                          <p:attrName>style.visibility</p:attrName>
                        </p:attrNameLst>
                      </p:cBhvr>
                      <p:to>
                        <p:strVal val="visible"/>
                      </p:to>
                    </p:set>
                    <p:animEffect transition="in" filter="wipe(down)">
                      <p:cBhvr>
                        <p:cTn dur="500"/>
                        <p:tgtEl>
                          <p:spTgt spid="60"/>
                        </p:tgtEl>
                      </p:cBhvr>
                    </p:animEffect>
                  </p:childTnLst>
                </p:cTn>
              </p:par>
            </p:tnLst>
          </p:tmpl>
        </p:tmplLst>
      </p:bldP>
      <p:bldP spid="61" grpId="0"/>
      <p:bldP spid="62" grpId="0" animBg="1"/>
      <p:bldP spid="64" grpId="0"/>
      <p:bldP spid="65" grpId="0" animBg="1"/>
      <p:bldP spid="66"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66"/>
                        </p:tgtEl>
                        <p:attrNameLst>
                          <p:attrName>style.visibility</p:attrName>
                        </p:attrNameLst>
                      </p:cBhvr>
                      <p:to>
                        <p:strVal val="visible"/>
                      </p:to>
                    </p:set>
                    <p:animEffect transition="in" filter="wipe(down)">
                      <p:cBhvr>
                        <p:cTn dur="500"/>
                        <p:tgtEl>
                          <p:spTgt spid="66"/>
                        </p:tgtEl>
                      </p:cBhvr>
                    </p:animEffect>
                  </p:childTnLst>
                </p:cTn>
              </p:par>
            </p:tnLst>
          </p:tmpl>
        </p:tmplLst>
      </p:bldP>
      <p:bldP spid="67" grpId="0"/>
      <p:bldP spid="68" grpId="0" animBg="1"/>
      <p:bldP spid="69"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69"/>
                        </p:tgtEl>
                        <p:attrNameLst>
                          <p:attrName>style.visibility</p:attrName>
                        </p:attrNameLst>
                      </p:cBhvr>
                      <p:to>
                        <p:strVal val="visible"/>
                      </p:to>
                    </p:set>
                    <p:animEffect transition="in" filter="wipe(down)">
                      <p:cBhvr>
                        <p:cTn dur="500"/>
                        <p:tgtEl>
                          <p:spTgt spid="69"/>
                        </p:tgtEl>
                      </p:cBhvr>
                    </p:animEffect>
                  </p:childTnLst>
                </p:cTn>
              </p:par>
            </p:tnLst>
          </p:tmpl>
        </p:tmplLst>
      </p:bldP>
    </p:bldLst>
  </p:timing>
</p:sldLayout>
</file>

<file path=ppt/slideLayouts/slideLayout397.xml><?xml version="1.0" encoding="utf-8"?>
<p:sldLayout xmlns:a="http://schemas.openxmlformats.org/drawingml/2006/main" xmlns:r="http://schemas.openxmlformats.org/officeDocument/2006/relationships" xmlns:p="http://schemas.openxmlformats.org/presentationml/2006/main" userDrawn="1">
  <p:cSld name="2_2-Pics">
    <p:spTree>
      <p:nvGrpSpPr>
        <p:cNvPr id="1" name=""/>
        <p:cNvGrpSpPr/>
        <p:nvPr/>
      </p:nvGrpSpPr>
      <p:grpSpPr>
        <a:xfrm>
          <a:off x="0" y="0"/>
          <a:ext cx="0" cy="0"/>
          <a:chOff x="0" y="0"/>
          <a:chExt cx="0" cy="0"/>
        </a:xfrm>
      </p:grpSpPr>
      <p:sp>
        <p:nvSpPr>
          <p:cNvPr id="58" name="Picture Placeholder 7"/>
          <p:cNvSpPr>
            <a:spLocks noGrp="1"/>
          </p:cNvSpPr>
          <p:nvPr>
            <p:ph type="pic" sz="quarter" idx="22" hasCustomPrompt="1"/>
          </p:nvPr>
        </p:nvSpPr>
        <p:spPr>
          <a:xfrm>
            <a:off x="6286302" y="2195021"/>
            <a:ext cx="5030956" cy="2697948"/>
          </a:xfrm>
          <a:prstGeom prst="downArrowCallout">
            <a:avLst>
              <a:gd name="adj1" fmla="val 50000"/>
              <a:gd name="adj2" fmla="val 11967"/>
              <a:gd name="adj3" fmla="val 7487"/>
              <a:gd name="adj4" fmla="val 92647"/>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8" name="Picture Placeholder 7"/>
          <p:cNvSpPr>
            <a:spLocks noGrp="1"/>
          </p:cNvSpPr>
          <p:nvPr>
            <p:ph type="pic" sz="quarter" idx="10" hasCustomPrompt="1"/>
          </p:nvPr>
        </p:nvSpPr>
        <p:spPr>
          <a:xfrm>
            <a:off x="858246" y="2182184"/>
            <a:ext cx="5030956" cy="2710781"/>
          </a:xfrm>
          <a:prstGeom prst="downArrowCallout">
            <a:avLst>
              <a:gd name="adj1" fmla="val 50000"/>
              <a:gd name="adj2" fmla="val 11967"/>
              <a:gd name="adj3" fmla="val 7487"/>
              <a:gd name="adj4" fmla="val 92647"/>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40" name="Text Placeholder 3"/>
          <p:cNvSpPr>
            <a:spLocks noGrp="1"/>
          </p:cNvSpPr>
          <p:nvPr>
            <p:ph type="body" sz="half" idx="15"/>
          </p:nvPr>
        </p:nvSpPr>
        <p:spPr>
          <a:xfrm>
            <a:off x="865266" y="5193235"/>
            <a:ext cx="5016911" cy="846795"/>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a:solidFill>
                <a:schemeClr val="tx1">
                  <a:lumMod val="50000"/>
                  <a:lumOff val="50000"/>
                </a:schemeClr>
              </a:solidFill>
            </a:endParaRPr>
          </a:p>
        </p:txBody>
      </p:sp>
      <p:sp>
        <p:nvSpPr>
          <p:cNvPr id="42" name="Text Placeholder 3"/>
          <p:cNvSpPr>
            <a:spLocks noGrp="1"/>
          </p:cNvSpPr>
          <p:nvPr>
            <p:ph type="body" sz="half" idx="17"/>
          </p:nvPr>
        </p:nvSpPr>
        <p:spPr>
          <a:xfrm>
            <a:off x="858242" y="4918632"/>
            <a:ext cx="5030959" cy="257040"/>
          </a:xfrm>
          <a:prstGeom prst="rect">
            <a:avLst/>
          </a:prstGeom>
        </p:spPr>
        <p:txBody>
          <a:bodyPr wrap="none" lIns="0" tIns="0" rIns="0" bIns="0" anchor="ctr">
            <a:noAutofit/>
          </a:bodyPr>
          <a:lstStyle>
            <a:lvl1pPr marL="0" indent="0" algn="ctr">
              <a:buNone/>
              <a:defRPr sz="1467" b="1" baseline="0">
                <a:solidFill>
                  <a:schemeClr val="accent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59" name="Text Placeholder 3"/>
          <p:cNvSpPr>
            <a:spLocks noGrp="1"/>
          </p:cNvSpPr>
          <p:nvPr>
            <p:ph type="body" sz="half" idx="23"/>
          </p:nvPr>
        </p:nvSpPr>
        <p:spPr>
          <a:xfrm>
            <a:off x="6293325" y="5193235"/>
            <a:ext cx="5016911" cy="846795"/>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a:solidFill>
                <a:schemeClr val="tx1">
                  <a:lumMod val="50000"/>
                  <a:lumOff val="50000"/>
                </a:schemeClr>
              </a:solidFill>
            </a:endParaRPr>
          </a:p>
        </p:txBody>
      </p:sp>
      <p:sp>
        <p:nvSpPr>
          <p:cNvPr id="62" name="Text Placeholder 3"/>
          <p:cNvSpPr>
            <a:spLocks noGrp="1"/>
          </p:cNvSpPr>
          <p:nvPr>
            <p:ph type="body" sz="half" idx="25"/>
          </p:nvPr>
        </p:nvSpPr>
        <p:spPr>
          <a:xfrm>
            <a:off x="6286299" y="4918632"/>
            <a:ext cx="5030959" cy="257040"/>
          </a:xfrm>
          <a:prstGeom prst="rect">
            <a:avLst/>
          </a:prstGeom>
        </p:spPr>
        <p:txBody>
          <a:bodyPr wrap="none" lIns="0" tIns="0" rIns="0" bIns="0" anchor="ctr">
            <a:noAutofit/>
          </a:bodyPr>
          <a:lstStyle>
            <a:lvl1pPr marL="0" indent="0" algn="ctr">
              <a:buNone/>
              <a:defRPr sz="1467" b="1" baseline="0">
                <a:solidFill>
                  <a:schemeClr val="accent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32" name="Rectangle 31"/>
          <p:cNvSpPr/>
          <p:nvPr userDrawn="1"/>
        </p:nvSpPr>
        <p:spPr>
          <a:xfrm>
            <a:off x="865265" y="1672313"/>
            <a:ext cx="5016912" cy="50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1867" dirty="0">
              <a:solidFill>
                <a:srgbClr val="FFFFFF"/>
              </a:solidFill>
            </a:endParaRPr>
          </a:p>
        </p:txBody>
      </p:sp>
      <p:sp>
        <p:nvSpPr>
          <p:cNvPr id="41" name="Text Placeholder 3"/>
          <p:cNvSpPr>
            <a:spLocks noGrp="1"/>
          </p:cNvSpPr>
          <p:nvPr>
            <p:ph type="body" sz="half" idx="16"/>
          </p:nvPr>
        </p:nvSpPr>
        <p:spPr>
          <a:xfrm>
            <a:off x="896710" y="1773356"/>
            <a:ext cx="4954023" cy="267661"/>
          </a:xfrm>
          <a:prstGeom prst="rect">
            <a:avLst/>
          </a:prstGeom>
        </p:spPr>
        <p:txBody>
          <a:bodyPr wrap="non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60" name="Rectangle 59"/>
          <p:cNvSpPr/>
          <p:nvPr userDrawn="1"/>
        </p:nvSpPr>
        <p:spPr>
          <a:xfrm>
            <a:off x="6293321" y="1672313"/>
            <a:ext cx="5016912" cy="50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1867" dirty="0">
              <a:solidFill>
                <a:srgbClr val="FFFFFF"/>
              </a:solidFill>
            </a:endParaRPr>
          </a:p>
        </p:txBody>
      </p:sp>
      <p:sp>
        <p:nvSpPr>
          <p:cNvPr id="61" name="Text Placeholder 3"/>
          <p:cNvSpPr>
            <a:spLocks noGrp="1"/>
          </p:cNvSpPr>
          <p:nvPr>
            <p:ph type="body" sz="half" idx="24"/>
          </p:nvPr>
        </p:nvSpPr>
        <p:spPr>
          <a:xfrm>
            <a:off x="6324769" y="1773356"/>
            <a:ext cx="4954023" cy="267661"/>
          </a:xfrm>
          <a:prstGeom prst="rect">
            <a:avLst/>
          </a:prstGeom>
        </p:spPr>
        <p:txBody>
          <a:bodyPr wrap="non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18"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9"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291463152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accel="50000" decel="50000" fill="hold" grpId="0" nodeType="afterEffect">
                                  <p:stCondLst>
                                    <p:cond delay="0"/>
                                  </p:stCondLst>
                                  <p:childTnLst>
                                    <p:set>
                                      <p:cBhvr>
                                        <p:cTn id="6" dur="1" fill="hold">
                                          <p:stCondLst>
                                            <p:cond delay="0"/>
                                          </p:stCondLst>
                                        </p:cTn>
                                        <p:tgtEl>
                                          <p:spTgt spid="32"/>
                                        </p:tgtEl>
                                        <p:attrNameLst>
                                          <p:attrName>style.visibility</p:attrName>
                                        </p:attrNameLst>
                                      </p:cBhvr>
                                      <p:to>
                                        <p:strVal val="visible"/>
                                      </p:to>
                                    </p:set>
                                    <p:anim calcmode="lin" valueType="num">
                                      <p:cBhvr additive="base">
                                        <p:cTn id="7" dur="500" fill="hold"/>
                                        <p:tgtEl>
                                          <p:spTgt spid="32"/>
                                        </p:tgtEl>
                                        <p:attrNameLst>
                                          <p:attrName>ppt_x</p:attrName>
                                        </p:attrNameLst>
                                      </p:cBhvr>
                                      <p:tavLst>
                                        <p:tav tm="0">
                                          <p:val>
                                            <p:strVal val="#ppt_x"/>
                                          </p:val>
                                        </p:tav>
                                        <p:tav tm="100000">
                                          <p:val>
                                            <p:strVal val="#ppt_x"/>
                                          </p:val>
                                        </p:tav>
                                      </p:tavLst>
                                    </p:anim>
                                    <p:anim calcmode="lin" valueType="num">
                                      <p:cBhvr additive="base">
                                        <p:cTn id="8" dur="500" fill="hold"/>
                                        <p:tgtEl>
                                          <p:spTgt spid="32"/>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2" presetClass="entr" presetSubtype="4" fill="hold" grpId="0" nodeType="afterEffect" nodePh="1">
                                  <p:stCondLst>
                                    <p:cond delay="0"/>
                                  </p:stCondLst>
                                  <p:endCondLst>
                                    <p:cond evt="begin" delay="0">
                                      <p:tn val="10"/>
                                    </p:cond>
                                  </p:endCondLst>
                                  <p:childTnLst>
                                    <p:set>
                                      <p:cBhvr>
                                        <p:cTn id="11" dur="1" fill="hold">
                                          <p:stCondLst>
                                            <p:cond delay="0"/>
                                          </p:stCondLst>
                                        </p:cTn>
                                        <p:tgtEl>
                                          <p:spTgt spid="41">
                                            <p:txEl>
                                              <p:pRg st="0" end="0"/>
                                            </p:txEl>
                                          </p:spTgt>
                                        </p:tgtEl>
                                        <p:attrNameLst>
                                          <p:attrName>style.visibility</p:attrName>
                                        </p:attrNameLst>
                                      </p:cBhvr>
                                      <p:to>
                                        <p:strVal val="visible"/>
                                      </p:to>
                                    </p:set>
                                    <p:animEffect transition="in" filter="wipe(down)">
                                      <p:cBhvr>
                                        <p:cTn id="12" dur="500"/>
                                        <p:tgtEl>
                                          <p:spTgt spid="41">
                                            <p:txEl>
                                              <p:pRg st="0" end="0"/>
                                            </p:txEl>
                                          </p:spTgt>
                                        </p:tgtEl>
                                      </p:cBhvr>
                                    </p:animEffect>
                                  </p:childTnLst>
                                </p:cTn>
                              </p:par>
                              <p:par>
                                <p:cTn id="13" presetID="2" presetClass="entr" presetSubtype="4" accel="50000" decel="50000" fill="hold" grpId="0" nodeType="withEffect">
                                  <p:stCondLst>
                                    <p:cond delay="0"/>
                                  </p:stCondLst>
                                  <p:childTnLst>
                                    <p:set>
                                      <p:cBhvr>
                                        <p:cTn id="14" dur="1" fill="hold">
                                          <p:stCondLst>
                                            <p:cond delay="0"/>
                                          </p:stCondLst>
                                        </p:cTn>
                                        <p:tgtEl>
                                          <p:spTgt spid="38"/>
                                        </p:tgtEl>
                                        <p:attrNameLst>
                                          <p:attrName>style.visibility</p:attrName>
                                        </p:attrNameLst>
                                      </p:cBhvr>
                                      <p:to>
                                        <p:strVal val="visible"/>
                                      </p:to>
                                    </p:set>
                                    <p:anim calcmode="lin" valueType="num">
                                      <p:cBhvr additive="base">
                                        <p:cTn id="15" dur="500" fill="hold"/>
                                        <p:tgtEl>
                                          <p:spTgt spid="38"/>
                                        </p:tgtEl>
                                        <p:attrNameLst>
                                          <p:attrName>ppt_x</p:attrName>
                                        </p:attrNameLst>
                                      </p:cBhvr>
                                      <p:tavLst>
                                        <p:tav tm="0">
                                          <p:val>
                                            <p:strVal val="#ppt_x"/>
                                          </p:val>
                                        </p:tav>
                                        <p:tav tm="100000">
                                          <p:val>
                                            <p:strVal val="#ppt_x"/>
                                          </p:val>
                                        </p:tav>
                                      </p:tavLst>
                                    </p:anim>
                                    <p:anim calcmode="lin" valueType="num">
                                      <p:cBhvr additive="base">
                                        <p:cTn id="16" dur="500" fill="hold"/>
                                        <p:tgtEl>
                                          <p:spTgt spid="38"/>
                                        </p:tgtEl>
                                        <p:attrNameLst>
                                          <p:attrName>ppt_y</p:attrName>
                                        </p:attrNameLst>
                                      </p:cBhvr>
                                      <p:tavLst>
                                        <p:tav tm="0">
                                          <p:val>
                                            <p:strVal val="1+#ppt_h/2"/>
                                          </p:val>
                                        </p:tav>
                                        <p:tav tm="100000">
                                          <p:val>
                                            <p:strVal val="#ppt_y"/>
                                          </p:val>
                                        </p:tav>
                                      </p:tavLst>
                                    </p:anim>
                                  </p:childTnLst>
                                </p:cTn>
                              </p:par>
                            </p:childTnLst>
                          </p:cTn>
                        </p:par>
                        <p:par>
                          <p:cTn id="17" fill="hold">
                            <p:stCondLst>
                              <p:cond delay="1000"/>
                            </p:stCondLst>
                            <p:childTnLst>
                              <p:par>
                                <p:cTn id="18" presetID="2" presetClass="entr" presetSubtype="4" accel="50000" decel="50000" fill="hold" grpId="0" nodeType="afterEffect" nodePh="1">
                                  <p:stCondLst>
                                    <p:cond delay="0"/>
                                  </p:stCondLst>
                                  <p:endCondLst>
                                    <p:cond evt="begin" delay="0">
                                      <p:tn val="18"/>
                                    </p:cond>
                                  </p:endCondLst>
                                  <p:childTnLst>
                                    <p:set>
                                      <p:cBhvr>
                                        <p:cTn id="19" dur="1" fill="hold">
                                          <p:stCondLst>
                                            <p:cond delay="0"/>
                                          </p:stCondLst>
                                        </p:cTn>
                                        <p:tgtEl>
                                          <p:spTgt spid="42">
                                            <p:txEl>
                                              <p:pRg st="0" end="0"/>
                                            </p:txEl>
                                          </p:spTgt>
                                        </p:tgtEl>
                                        <p:attrNameLst>
                                          <p:attrName>style.visibility</p:attrName>
                                        </p:attrNameLst>
                                      </p:cBhvr>
                                      <p:to>
                                        <p:strVal val="visible"/>
                                      </p:to>
                                    </p:set>
                                    <p:anim calcmode="lin" valueType="num">
                                      <p:cBhvr additive="base">
                                        <p:cTn id="20" dur="500" fill="hold"/>
                                        <p:tgtEl>
                                          <p:spTgt spid="42">
                                            <p:txEl>
                                              <p:pRg st="0" end="0"/>
                                            </p:txEl>
                                          </p:spTgt>
                                        </p:tgtEl>
                                        <p:attrNameLst>
                                          <p:attrName>ppt_x</p:attrName>
                                        </p:attrNameLst>
                                      </p:cBhvr>
                                      <p:tavLst>
                                        <p:tav tm="0">
                                          <p:val>
                                            <p:strVal val="#ppt_x"/>
                                          </p:val>
                                        </p:tav>
                                        <p:tav tm="100000">
                                          <p:val>
                                            <p:strVal val="#ppt_x"/>
                                          </p:val>
                                        </p:tav>
                                      </p:tavLst>
                                    </p:anim>
                                    <p:anim calcmode="lin" valueType="num">
                                      <p:cBhvr additive="base">
                                        <p:cTn id="21" dur="500" fill="hold"/>
                                        <p:tgtEl>
                                          <p:spTgt spid="42">
                                            <p:txEl>
                                              <p:pRg st="0" end="0"/>
                                            </p:txEl>
                                          </p:spTgt>
                                        </p:tgtEl>
                                        <p:attrNameLst>
                                          <p:attrName>ppt_y</p:attrName>
                                        </p:attrNameLst>
                                      </p:cBhvr>
                                      <p:tavLst>
                                        <p:tav tm="0">
                                          <p:val>
                                            <p:strVal val="1+#ppt_h/2"/>
                                          </p:val>
                                        </p:tav>
                                        <p:tav tm="100000">
                                          <p:val>
                                            <p:strVal val="#ppt_y"/>
                                          </p:val>
                                        </p:tav>
                                      </p:tavLst>
                                    </p:anim>
                                  </p:childTnLst>
                                </p:cTn>
                              </p:par>
                            </p:childTnLst>
                          </p:cTn>
                        </p:par>
                        <p:par>
                          <p:cTn id="22" fill="hold">
                            <p:stCondLst>
                              <p:cond delay="1500"/>
                            </p:stCondLst>
                            <p:childTnLst>
                              <p:par>
                                <p:cTn id="23" presetID="2" presetClass="entr" presetSubtype="4" accel="50000" decel="50000" fill="hold" grpId="0" nodeType="afterEffect" nodePh="1">
                                  <p:stCondLst>
                                    <p:cond delay="0"/>
                                  </p:stCondLst>
                                  <p:endCondLst>
                                    <p:cond evt="begin" delay="0">
                                      <p:tn val="23"/>
                                    </p:cond>
                                  </p:endCondLst>
                                  <p:childTnLst>
                                    <p:set>
                                      <p:cBhvr>
                                        <p:cTn id="24" dur="1" fill="hold">
                                          <p:stCondLst>
                                            <p:cond delay="0"/>
                                          </p:stCondLst>
                                        </p:cTn>
                                        <p:tgtEl>
                                          <p:spTgt spid="40">
                                            <p:txEl>
                                              <p:pRg st="0" end="0"/>
                                            </p:txEl>
                                          </p:spTgt>
                                        </p:tgtEl>
                                        <p:attrNameLst>
                                          <p:attrName>style.visibility</p:attrName>
                                        </p:attrNameLst>
                                      </p:cBhvr>
                                      <p:to>
                                        <p:strVal val="visible"/>
                                      </p:to>
                                    </p:set>
                                    <p:anim calcmode="lin" valueType="num">
                                      <p:cBhvr additive="base">
                                        <p:cTn id="25" dur="500" fill="hold"/>
                                        <p:tgtEl>
                                          <p:spTgt spid="40">
                                            <p:txEl>
                                              <p:pRg st="0" end="0"/>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40">
                                            <p:txEl>
                                              <p:pRg st="0" end="0"/>
                                            </p:txEl>
                                          </p:spTgt>
                                        </p:tgtEl>
                                        <p:attrNameLst>
                                          <p:attrName>ppt_y</p:attrName>
                                        </p:attrNameLst>
                                      </p:cBhvr>
                                      <p:tavLst>
                                        <p:tav tm="0">
                                          <p:val>
                                            <p:strVal val="1+#ppt_h/2"/>
                                          </p:val>
                                        </p:tav>
                                        <p:tav tm="100000">
                                          <p:val>
                                            <p:strVal val="#ppt_y"/>
                                          </p:val>
                                        </p:tav>
                                      </p:tavLst>
                                    </p:anim>
                                  </p:childTnLst>
                                </p:cTn>
                              </p:par>
                            </p:childTnLst>
                          </p:cTn>
                        </p:par>
                        <p:par>
                          <p:cTn id="27" fill="hold">
                            <p:stCondLst>
                              <p:cond delay="2000"/>
                            </p:stCondLst>
                            <p:childTnLst>
                              <p:par>
                                <p:cTn id="28" presetID="2" presetClass="entr" presetSubtype="1" accel="50000" decel="50000" fill="hold" grpId="0" nodeType="afterEffect">
                                  <p:stCondLst>
                                    <p:cond delay="0"/>
                                  </p:stCondLst>
                                  <p:childTnLst>
                                    <p:set>
                                      <p:cBhvr>
                                        <p:cTn id="29" dur="1" fill="hold">
                                          <p:stCondLst>
                                            <p:cond delay="0"/>
                                          </p:stCondLst>
                                        </p:cTn>
                                        <p:tgtEl>
                                          <p:spTgt spid="60"/>
                                        </p:tgtEl>
                                        <p:attrNameLst>
                                          <p:attrName>style.visibility</p:attrName>
                                        </p:attrNameLst>
                                      </p:cBhvr>
                                      <p:to>
                                        <p:strVal val="visible"/>
                                      </p:to>
                                    </p:set>
                                    <p:anim calcmode="lin" valueType="num">
                                      <p:cBhvr additive="base">
                                        <p:cTn id="30" dur="500" fill="hold"/>
                                        <p:tgtEl>
                                          <p:spTgt spid="60"/>
                                        </p:tgtEl>
                                        <p:attrNameLst>
                                          <p:attrName>ppt_x</p:attrName>
                                        </p:attrNameLst>
                                      </p:cBhvr>
                                      <p:tavLst>
                                        <p:tav tm="0">
                                          <p:val>
                                            <p:strVal val="#ppt_x"/>
                                          </p:val>
                                        </p:tav>
                                        <p:tav tm="100000">
                                          <p:val>
                                            <p:strVal val="#ppt_x"/>
                                          </p:val>
                                        </p:tav>
                                      </p:tavLst>
                                    </p:anim>
                                    <p:anim calcmode="lin" valueType="num">
                                      <p:cBhvr additive="base">
                                        <p:cTn id="31" dur="500" fill="hold"/>
                                        <p:tgtEl>
                                          <p:spTgt spid="60"/>
                                        </p:tgtEl>
                                        <p:attrNameLst>
                                          <p:attrName>ppt_y</p:attrName>
                                        </p:attrNameLst>
                                      </p:cBhvr>
                                      <p:tavLst>
                                        <p:tav tm="0">
                                          <p:val>
                                            <p:strVal val="0-#ppt_h/2"/>
                                          </p:val>
                                        </p:tav>
                                        <p:tav tm="100000">
                                          <p:val>
                                            <p:strVal val="#ppt_y"/>
                                          </p:val>
                                        </p:tav>
                                      </p:tavLst>
                                    </p:anim>
                                  </p:childTnLst>
                                </p:cTn>
                              </p:par>
                            </p:childTnLst>
                          </p:cTn>
                        </p:par>
                        <p:par>
                          <p:cTn id="32" fill="hold">
                            <p:stCondLst>
                              <p:cond delay="2500"/>
                            </p:stCondLst>
                            <p:childTnLst>
                              <p:par>
                                <p:cTn id="33" presetID="22" presetClass="entr" presetSubtype="4" fill="hold" grpId="0" nodeType="afterEffect" nodePh="1">
                                  <p:stCondLst>
                                    <p:cond delay="0"/>
                                  </p:stCondLst>
                                  <p:endCondLst>
                                    <p:cond evt="begin" delay="0">
                                      <p:tn val="33"/>
                                    </p:cond>
                                  </p:endCondLst>
                                  <p:childTnLst>
                                    <p:set>
                                      <p:cBhvr>
                                        <p:cTn id="34" dur="1" fill="hold">
                                          <p:stCondLst>
                                            <p:cond delay="0"/>
                                          </p:stCondLst>
                                        </p:cTn>
                                        <p:tgtEl>
                                          <p:spTgt spid="61">
                                            <p:txEl>
                                              <p:pRg st="0" end="0"/>
                                            </p:txEl>
                                          </p:spTgt>
                                        </p:tgtEl>
                                        <p:attrNameLst>
                                          <p:attrName>style.visibility</p:attrName>
                                        </p:attrNameLst>
                                      </p:cBhvr>
                                      <p:to>
                                        <p:strVal val="visible"/>
                                      </p:to>
                                    </p:set>
                                    <p:animEffect transition="in" filter="wipe(down)">
                                      <p:cBhvr>
                                        <p:cTn id="35" dur="500"/>
                                        <p:tgtEl>
                                          <p:spTgt spid="61">
                                            <p:txEl>
                                              <p:pRg st="0" end="0"/>
                                            </p:txEl>
                                          </p:spTgt>
                                        </p:tgtEl>
                                      </p:cBhvr>
                                    </p:animEffect>
                                  </p:childTnLst>
                                </p:cTn>
                              </p:par>
                              <p:par>
                                <p:cTn id="36" presetID="2" presetClass="entr" presetSubtype="4" accel="50000" decel="50000" fill="hold" grpId="0" nodeType="withEffect">
                                  <p:stCondLst>
                                    <p:cond delay="0"/>
                                  </p:stCondLst>
                                  <p:childTnLst>
                                    <p:set>
                                      <p:cBhvr>
                                        <p:cTn id="37" dur="1" fill="hold">
                                          <p:stCondLst>
                                            <p:cond delay="0"/>
                                          </p:stCondLst>
                                        </p:cTn>
                                        <p:tgtEl>
                                          <p:spTgt spid="58"/>
                                        </p:tgtEl>
                                        <p:attrNameLst>
                                          <p:attrName>style.visibility</p:attrName>
                                        </p:attrNameLst>
                                      </p:cBhvr>
                                      <p:to>
                                        <p:strVal val="visible"/>
                                      </p:to>
                                    </p:set>
                                    <p:anim calcmode="lin" valueType="num">
                                      <p:cBhvr additive="base">
                                        <p:cTn id="38" dur="500" fill="hold"/>
                                        <p:tgtEl>
                                          <p:spTgt spid="58"/>
                                        </p:tgtEl>
                                        <p:attrNameLst>
                                          <p:attrName>ppt_x</p:attrName>
                                        </p:attrNameLst>
                                      </p:cBhvr>
                                      <p:tavLst>
                                        <p:tav tm="0">
                                          <p:val>
                                            <p:strVal val="#ppt_x"/>
                                          </p:val>
                                        </p:tav>
                                        <p:tav tm="100000">
                                          <p:val>
                                            <p:strVal val="#ppt_x"/>
                                          </p:val>
                                        </p:tav>
                                      </p:tavLst>
                                    </p:anim>
                                    <p:anim calcmode="lin" valueType="num">
                                      <p:cBhvr additive="base">
                                        <p:cTn id="39" dur="500" fill="hold"/>
                                        <p:tgtEl>
                                          <p:spTgt spid="58"/>
                                        </p:tgtEl>
                                        <p:attrNameLst>
                                          <p:attrName>ppt_y</p:attrName>
                                        </p:attrNameLst>
                                      </p:cBhvr>
                                      <p:tavLst>
                                        <p:tav tm="0">
                                          <p:val>
                                            <p:strVal val="1+#ppt_h/2"/>
                                          </p:val>
                                        </p:tav>
                                        <p:tav tm="100000">
                                          <p:val>
                                            <p:strVal val="#ppt_y"/>
                                          </p:val>
                                        </p:tav>
                                      </p:tavLst>
                                    </p:anim>
                                  </p:childTnLst>
                                </p:cTn>
                              </p:par>
                            </p:childTnLst>
                          </p:cTn>
                        </p:par>
                        <p:par>
                          <p:cTn id="40" fill="hold">
                            <p:stCondLst>
                              <p:cond delay="3000"/>
                            </p:stCondLst>
                            <p:childTnLst>
                              <p:par>
                                <p:cTn id="41" presetID="2" presetClass="entr" presetSubtype="4" accel="50000" decel="50000" fill="hold" grpId="0" nodeType="afterEffect" nodePh="1">
                                  <p:stCondLst>
                                    <p:cond delay="0"/>
                                  </p:stCondLst>
                                  <p:endCondLst>
                                    <p:cond evt="begin" delay="0">
                                      <p:tn val="41"/>
                                    </p:cond>
                                  </p:endCondLst>
                                  <p:childTnLst>
                                    <p:set>
                                      <p:cBhvr>
                                        <p:cTn id="42" dur="1" fill="hold">
                                          <p:stCondLst>
                                            <p:cond delay="0"/>
                                          </p:stCondLst>
                                        </p:cTn>
                                        <p:tgtEl>
                                          <p:spTgt spid="62">
                                            <p:txEl>
                                              <p:pRg st="0" end="0"/>
                                            </p:txEl>
                                          </p:spTgt>
                                        </p:tgtEl>
                                        <p:attrNameLst>
                                          <p:attrName>style.visibility</p:attrName>
                                        </p:attrNameLst>
                                      </p:cBhvr>
                                      <p:to>
                                        <p:strVal val="visible"/>
                                      </p:to>
                                    </p:set>
                                    <p:anim calcmode="lin" valueType="num">
                                      <p:cBhvr additive="base">
                                        <p:cTn id="43" dur="500" fill="hold"/>
                                        <p:tgtEl>
                                          <p:spTgt spid="62">
                                            <p:txEl>
                                              <p:pRg st="0" end="0"/>
                                            </p:txEl>
                                          </p:spTgt>
                                        </p:tgtEl>
                                        <p:attrNameLst>
                                          <p:attrName>ppt_x</p:attrName>
                                        </p:attrNameLst>
                                      </p:cBhvr>
                                      <p:tavLst>
                                        <p:tav tm="0">
                                          <p:val>
                                            <p:strVal val="#ppt_x"/>
                                          </p:val>
                                        </p:tav>
                                        <p:tav tm="100000">
                                          <p:val>
                                            <p:strVal val="#ppt_x"/>
                                          </p:val>
                                        </p:tav>
                                      </p:tavLst>
                                    </p:anim>
                                    <p:anim calcmode="lin" valueType="num">
                                      <p:cBhvr additive="base">
                                        <p:cTn id="44" dur="500" fill="hold"/>
                                        <p:tgtEl>
                                          <p:spTgt spid="62">
                                            <p:txEl>
                                              <p:pRg st="0" end="0"/>
                                            </p:txEl>
                                          </p:spTgt>
                                        </p:tgtEl>
                                        <p:attrNameLst>
                                          <p:attrName>ppt_y</p:attrName>
                                        </p:attrNameLst>
                                      </p:cBhvr>
                                      <p:tavLst>
                                        <p:tav tm="0">
                                          <p:val>
                                            <p:strVal val="1+#ppt_h/2"/>
                                          </p:val>
                                        </p:tav>
                                        <p:tav tm="100000">
                                          <p:val>
                                            <p:strVal val="#ppt_y"/>
                                          </p:val>
                                        </p:tav>
                                      </p:tavLst>
                                    </p:anim>
                                  </p:childTnLst>
                                </p:cTn>
                              </p:par>
                            </p:childTnLst>
                          </p:cTn>
                        </p:par>
                        <p:par>
                          <p:cTn id="45" fill="hold">
                            <p:stCondLst>
                              <p:cond delay="3500"/>
                            </p:stCondLst>
                            <p:childTnLst>
                              <p:par>
                                <p:cTn id="46" presetID="2" presetClass="entr" presetSubtype="4" accel="50000" decel="50000" fill="hold" grpId="0" nodeType="afterEffect" nodePh="1">
                                  <p:stCondLst>
                                    <p:cond delay="0"/>
                                  </p:stCondLst>
                                  <p:endCondLst>
                                    <p:cond evt="begin" delay="0">
                                      <p:tn val="46"/>
                                    </p:cond>
                                  </p:endCondLst>
                                  <p:childTnLst>
                                    <p:set>
                                      <p:cBhvr>
                                        <p:cTn id="47" dur="1" fill="hold">
                                          <p:stCondLst>
                                            <p:cond delay="0"/>
                                          </p:stCondLst>
                                        </p:cTn>
                                        <p:tgtEl>
                                          <p:spTgt spid="59">
                                            <p:txEl>
                                              <p:pRg st="0" end="0"/>
                                            </p:txEl>
                                          </p:spTgt>
                                        </p:tgtEl>
                                        <p:attrNameLst>
                                          <p:attrName>style.visibility</p:attrName>
                                        </p:attrNameLst>
                                      </p:cBhvr>
                                      <p:to>
                                        <p:strVal val="visible"/>
                                      </p:to>
                                    </p:set>
                                    <p:anim calcmode="lin" valueType="num">
                                      <p:cBhvr additive="base">
                                        <p:cTn id="48" dur="500" fill="hold"/>
                                        <p:tgtEl>
                                          <p:spTgt spid="59">
                                            <p:txEl>
                                              <p:pRg st="0" end="0"/>
                                            </p:txEl>
                                          </p:spTgt>
                                        </p:tgtEl>
                                        <p:attrNameLst>
                                          <p:attrName>ppt_x</p:attrName>
                                        </p:attrNameLst>
                                      </p:cBhvr>
                                      <p:tavLst>
                                        <p:tav tm="0">
                                          <p:val>
                                            <p:strVal val="#ppt_x"/>
                                          </p:val>
                                        </p:tav>
                                        <p:tav tm="100000">
                                          <p:val>
                                            <p:strVal val="#ppt_x"/>
                                          </p:val>
                                        </p:tav>
                                      </p:tavLst>
                                    </p:anim>
                                    <p:anim calcmode="lin" valueType="num">
                                      <p:cBhvr additive="base">
                                        <p:cTn id="49" dur="500" fill="hold"/>
                                        <p:tgtEl>
                                          <p:spTgt spid="59">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 grpId="0"/>
      <p:bldP spid="38" grpId="0"/>
      <p:bldP spid="40"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40"/>
                        </p:tgtEl>
                        <p:attrNameLst>
                          <p:attrName>style.visibility</p:attrName>
                        </p:attrNameLst>
                      </p:cBhvr>
                      <p:to>
                        <p:strVal val="visible"/>
                      </p:to>
                    </p:set>
                    <p:anim calcmode="lin" valueType="num">
                      <p:cBhvr additive="base">
                        <p:cTn dur="500" fill="hold"/>
                        <p:tgtEl>
                          <p:spTgt spid="40"/>
                        </p:tgtEl>
                        <p:attrNameLst>
                          <p:attrName>ppt_x</p:attrName>
                        </p:attrNameLst>
                      </p:cBhvr>
                      <p:tavLst>
                        <p:tav tm="0">
                          <p:val>
                            <p:strVal val="#ppt_x"/>
                          </p:val>
                        </p:tav>
                        <p:tav tm="100000">
                          <p:val>
                            <p:strVal val="#ppt_x"/>
                          </p:val>
                        </p:tav>
                      </p:tavLst>
                    </p:anim>
                    <p:anim calcmode="lin" valueType="num">
                      <p:cBhvr additive="base">
                        <p:cTn dur="500" fill="hold"/>
                        <p:tgtEl>
                          <p:spTgt spid="40"/>
                        </p:tgtEl>
                        <p:attrNameLst>
                          <p:attrName>ppt_y</p:attrName>
                        </p:attrNameLst>
                      </p:cBhvr>
                      <p:tavLst>
                        <p:tav tm="0">
                          <p:val>
                            <p:strVal val="1+#ppt_h/2"/>
                          </p:val>
                        </p:tav>
                        <p:tav tm="100000">
                          <p:val>
                            <p:strVal val="#ppt_y"/>
                          </p:val>
                        </p:tav>
                      </p:tavLst>
                    </p:anim>
                  </p:childTnLst>
                </p:cTn>
              </p:par>
            </p:tnLst>
          </p:tmpl>
        </p:tmplLst>
      </p:bldP>
      <p:bldP spid="42"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42"/>
                        </p:tgtEl>
                        <p:attrNameLst>
                          <p:attrName>style.visibility</p:attrName>
                        </p:attrNameLst>
                      </p:cBhvr>
                      <p:to>
                        <p:strVal val="visible"/>
                      </p:to>
                    </p:set>
                    <p:anim calcmode="lin" valueType="num">
                      <p:cBhvr additive="base">
                        <p:cTn dur="500" fill="hold"/>
                        <p:tgtEl>
                          <p:spTgt spid="42"/>
                        </p:tgtEl>
                        <p:attrNameLst>
                          <p:attrName>ppt_x</p:attrName>
                        </p:attrNameLst>
                      </p:cBhvr>
                      <p:tavLst>
                        <p:tav tm="0">
                          <p:val>
                            <p:strVal val="#ppt_x"/>
                          </p:val>
                        </p:tav>
                        <p:tav tm="100000">
                          <p:val>
                            <p:strVal val="#ppt_x"/>
                          </p:val>
                        </p:tav>
                      </p:tavLst>
                    </p:anim>
                    <p:anim calcmode="lin" valueType="num">
                      <p:cBhvr additive="base">
                        <p:cTn dur="500" fill="hold"/>
                        <p:tgtEl>
                          <p:spTgt spid="42"/>
                        </p:tgtEl>
                        <p:attrNameLst>
                          <p:attrName>ppt_y</p:attrName>
                        </p:attrNameLst>
                      </p:cBhvr>
                      <p:tavLst>
                        <p:tav tm="0">
                          <p:val>
                            <p:strVal val="1+#ppt_h/2"/>
                          </p:val>
                        </p:tav>
                        <p:tav tm="100000">
                          <p:val>
                            <p:strVal val="#ppt_y"/>
                          </p:val>
                        </p:tav>
                      </p:tavLst>
                    </p:anim>
                  </p:childTnLst>
                </p:cTn>
              </p:par>
            </p:tnLst>
          </p:tmpl>
        </p:tmplLst>
      </p:bldP>
      <p:bldP spid="59"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59"/>
                        </p:tgtEl>
                        <p:attrNameLst>
                          <p:attrName>style.visibility</p:attrName>
                        </p:attrNameLst>
                      </p:cBhvr>
                      <p:to>
                        <p:strVal val="visible"/>
                      </p:to>
                    </p:set>
                    <p:anim calcmode="lin" valueType="num">
                      <p:cBhvr additive="base">
                        <p:cTn dur="500" fill="hold"/>
                        <p:tgtEl>
                          <p:spTgt spid="59"/>
                        </p:tgtEl>
                        <p:attrNameLst>
                          <p:attrName>ppt_x</p:attrName>
                        </p:attrNameLst>
                      </p:cBhvr>
                      <p:tavLst>
                        <p:tav tm="0">
                          <p:val>
                            <p:strVal val="#ppt_x"/>
                          </p:val>
                        </p:tav>
                        <p:tav tm="100000">
                          <p:val>
                            <p:strVal val="#ppt_x"/>
                          </p:val>
                        </p:tav>
                      </p:tavLst>
                    </p:anim>
                    <p:anim calcmode="lin" valueType="num">
                      <p:cBhvr additive="base">
                        <p:cTn dur="500" fill="hold"/>
                        <p:tgtEl>
                          <p:spTgt spid="59"/>
                        </p:tgtEl>
                        <p:attrNameLst>
                          <p:attrName>ppt_y</p:attrName>
                        </p:attrNameLst>
                      </p:cBhvr>
                      <p:tavLst>
                        <p:tav tm="0">
                          <p:val>
                            <p:strVal val="1+#ppt_h/2"/>
                          </p:val>
                        </p:tav>
                        <p:tav tm="100000">
                          <p:val>
                            <p:strVal val="#ppt_y"/>
                          </p:val>
                        </p:tav>
                      </p:tavLst>
                    </p:anim>
                  </p:childTnLst>
                </p:cTn>
              </p:par>
            </p:tnLst>
          </p:tmpl>
        </p:tmplLst>
      </p:bldP>
      <p:bldP spid="62"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62"/>
                        </p:tgtEl>
                        <p:attrNameLst>
                          <p:attrName>style.visibility</p:attrName>
                        </p:attrNameLst>
                      </p:cBhvr>
                      <p:to>
                        <p:strVal val="visible"/>
                      </p:to>
                    </p:set>
                    <p:anim calcmode="lin" valueType="num">
                      <p:cBhvr additive="base">
                        <p:cTn dur="500" fill="hold"/>
                        <p:tgtEl>
                          <p:spTgt spid="62"/>
                        </p:tgtEl>
                        <p:attrNameLst>
                          <p:attrName>ppt_x</p:attrName>
                        </p:attrNameLst>
                      </p:cBhvr>
                      <p:tavLst>
                        <p:tav tm="0">
                          <p:val>
                            <p:strVal val="#ppt_x"/>
                          </p:val>
                        </p:tav>
                        <p:tav tm="100000">
                          <p:val>
                            <p:strVal val="#ppt_x"/>
                          </p:val>
                        </p:tav>
                      </p:tavLst>
                    </p:anim>
                    <p:anim calcmode="lin" valueType="num">
                      <p:cBhvr additive="base">
                        <p:cTn dur="500" fill="hold"/>
                        <p:tgtEl>
                          <p:spTgt spid="62"/>
                        </p:tgtEl>
                        <p:attrNameLst>
                          <p:attrName>ppt_y</p:attrName>
                        </p:attrNameLst>
                      </p:cBhvr>
                      <p:tavLst>
                        <p:tav tm="0">
                          <p:val>
                            <p:strVal val="1+#ppt_h/2"/>
                          </p:val>
                        </p:tav>
                        <p:tav tm="100000">
                          <p:val>
                            <p:strVal val="#ppt_y"/>
                          </p:val>
                        </p:tav>
                      </p:tavLst>
                    </p:anim>
                  </p:childTnLst>
                </p:cTn>
              </p:par>
            </p:tnLst>
          </p:tmpl>
        </p:tmplLst>
      </p:bldP>
      <p:bldP spid="32" grpId="0" animBg="1"/>
      <p:bldP spid="41"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41"/>
                        </p:tgtEl>
                        <p:attrNameLst>
                          <p:attrName>style.visibility</p:attrName>
                        </p:attrNameLst>
                      </p:cBhvr>
                      <p:to>
                        <p:strVal val="visible"/>
                      </p:to>
                    </p:set>
                    <p:animEffect transition="in" filter="wipe(down)">
                      <p:cBhvr>
                        <p:cTn dur="500"/>
                        <p:tgtEl>
                          <p:spTgt spid="41"/>
                        </p:tgtEl>
                      </p:cBhvr>
                    </p:animEffect>
                  </p:childTnLst>
                </p:cTn>
              </p:par>
            </p:tnLst>
          </p:tmpl>
        </p:tmplLst>
      </p:bldP>
      <p:bldP spid="60" grpId="0" animBg="1"/>
      <p:bldP spid="61"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61"/>
                        </p:tgtEl>
                        <p:attrNameLst>
                          <p:attrName>style.visibility</p:attrName>
                        </p:attrNameLst>
                      </p:cBhvr>
                      <p:to>
                        <p:strVal val="visible"/>
                      </p:to>
                    </p:set>
                    <p:animEffect transition="in" filter="wipe(down)">
                      <p:cBhvr>
                        <p:cTn dur="500"/>
                        <p:tgtEl>
                          <p:spTgt spid="61"/>
                        </p:tgtEl>
                      </p:cBhvr>
                    </p:animEffect>
                  </p:childTnLst>
                </p:cTn>
              </p:par>
            </p:tnLst>
          </p:tmpl>
        </p:tmplLst>
      </p:bldP>
    </p:bldLst>
  </p:timing>
</p:sldLayout>
</file>

<file path=ppt/slideLayouts/slideLayout398.xml><?xml version="1.0" encoding="utf-8"?>
<p:sldLayout xmlns:a="http://schemas.openxmlformats.org/drawingml/2006/main" xmlns:r="http://schemas.openxmlformats.org/officeDocument/2006/relationships" xmlns:p="http://schemas.openxmlformats.org/presentationml/2006/main" userDrawn="1">
  <p:cSld name="3-Pics">
    <p:spTree>
      <p:nvGrpSpPr>
        <p:cNvPr id="1" name=""/>
        <p:cNvGrpSpPr/>
        <p:nvPr/>
      </p:nvGrpSpPr>
      <p:grpSpPr>
        <a:xfrm>
          <a:off x="0" y="0"/>
          <a:ext cx="0" cy="0"/>
          <a:chOff x="0" y="0"/>
          <a:chExt cx="0" cy="0"/>
        </a:xfrm>
      </p:grpSpPr>
      <p:sp>
        <p:nvSpPr>
          <p:cNvPr id="75" name="Picture Placeholder 7"/>
          <p:cNvSpPr>
            <a:spLocks noGrp="1"/>
          </p:cNvSpPr>
          <p:nvPr>
            <p:ph type="pic" sz="quarter" idx="10" hasCustomPrompt="1"/>
          </p:nvPr>
        </p:nvSpPr>
        <p:spPr>
          <a:xfrm>
            <a:off x="858245" y="2220287"/>
            <a:ext cx="3322495" cy="2522991"/>
          </a:xfrm>
          <a:prstGeom prst="downArrowCallout">
            <a:avLst>
              <a:gd name="adj1" fmla="val 35178"/>
              <a:gd name="adj2" fmla="val 13059"/>
              <a:gd name="adj3" fmla="val 7566"/>
              <a:gd name="adj4" fmla="val 92434"/>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76" name="Text Placeholder 3"/>
          <p:cNvSpPr>
            <a:spLocks noGrp="1"/>
          </p:cNvSpPr>
          <p:nvPr>
            <p:ph type="body" sz="half" idx="15"/>
          </p:nvPr>
        </p:nvSpPr>
        <p:spPr>
          <a:xfrm>
            <a:off x="865268" y="5155135"/>
            <a:ext cx="3315472" cy="846795"/>
          </a:xfrm>
          <a:prstGeom prst="rect">
            <a:avLst/>
          </a:prstGeom>
        </p:spPr>
        <p:txBody>
          <a:bodyPr wrap="non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a:solidFill>
                <a:schemeClr val="tx1">
                  <a:lumMod val="50000"/>
                  <a:lumOff val="50000"/>
                </a:schemeClr>
              </a:solidFill>
            </a:endParaRPr>
          </a:p>
        </p:txBody>
      </p:sp>
      <p:sp>
        <p:nvSpPr>
          <p:cNvPr id="77" name="Text Placeholder 3"/>
          <p:cNvSpPr>
            <a:spLocks noGrp="1"/>
          </p:cNvSpPr>
          <p:nvPr>
            <p:ph type="body" sz="half" idx="17"/>
          </p:nvPr>
        </p:nvSpPr>
        <p:spPr>
          <a:xfrm>
            <a:off x="858243" y="4880532"/>
            <a:ext cx="3324756" cy="257040"/>
          </a:xfrm>
          <a:prstGeom prst="rect">
            <a:avLst/>
          </a:prstGeom>
        </p:spPr>
        <p:txBody>
          <a:bodyPr wrap="none" lIns="0" tIns="0" rIns="0" bIns="0" anchor="ctr">
            <a:noAutofit/>
          </a:bodyPr>
          <a:lstStyle>
            <a:lvl1pPr marL="0" indent="0" algn="ctr">
              <a:buNone/>
              <a:defRPr sz="1467" b="1" baseline="0">
                <a:solidFill>
                  <a:schemeClr val="accent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78" name="Rectangle 77"/>
          <p:cNvSpPr/>
          <p:nvPr userDrawn="1"/>
        </p:nvSpPr>
        <p:spPr>
          <a:xfrm>
            <a:off x="865267" y="1710413"/>
            <a:ext cx="3315472" cy="50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1867" dirty="0">
              <a:solidFill>
                <a:srgbClr val="FFFFFF"/>
              </a:solidFill>
            </a:endParaRPr>
          </a:p>
        </p:txBody>
      </p:sp>
      <p:sp>
        <p:nvSpPr>
          <p:cNvPr id="79" name="Text Placeholder 3"/>
          <p:cNvSpPr>
            <a:spLocks noGrp="1"/>
          </p:cNvSpPr>
          <p:nvPr>
            <p:ph type="body" sz="half" idx="16"/>
          </p:nvPr>
        </p:nvSpPr>
        <p:spPr>
          <a:xfrm>
            <a:off x="990157" y="1830583"/>
            <a:ext cx="3065691" cy="267661"/>
          </a:xfrm>
          <a:prstGeom prst="rect">
            <a:avLst/>
          </a:prstGeom>
        </p:spPr>
        <p:txBody>
          <a:bodyPr wrap="non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80" name="Picture Placeholder 7"/>
          <p:cNvSpPr>
            <a:spLocks noGrp="1"/>
          </p:cNvSpPr>
          <p:nvPr>
            <p:ph type="pic" sz="quarter" idx="18" hasCustomPrompt="1"/>
          </p:nvPr>
        </p:nvSpPr>
        <p:spPr>
          <a:xfrm>
            <a:off x="4445005" y="2220287"/>
            <a:ext cx="3322495" cy="2522991"/>
          </a:xfrm>
          <a:prstGeom prst="downArrowCallout">
            <a:avLst>
              <a:gd name="adj1" fmla="val 35178"/>
              <a:gd name="adj2" fmla="val 13059"/>
              <a:gd name="adj3" fmla="val 7566"/>
              <a:gd name="adj4" fmla="val 92434"/>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81" name="Text Placeholder 3"/>
          <p:cNvSpPr>
            <a:spLocks noGrp="1"/>
          </p:cNvSpPr>
          <p:nvPr>
            <p:ph type="body" sz="half" idx="19"/>
          </p:nvPr>
        </p:nvSpPr>
        <p:spPr>
          <a:xfrm>
            <a:off x="4452025" y="5155135"/>
            <a:ext cx="3315472" cy="846795"/>
          </a:xfrm>
          <a:prstGeom prst="rect">
            <a:avLst/>
          </a:prstGeom>
        </p:spPr>
        <p:txBody>
          <a:bodyPr wrap="non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a:solidFill>
                <a:schemeClr val="tx1">
                  <a:lumMod val="50000"/>
                  <a:lumOff val="50000"/>
                </a:schemeClr>
              </a:solidFill>
            </a:endParaRPr>
          </a:p>
        </p:txBody>
      </p:sp>
      <p:sp>
        <p:nvSpPr>
          <p:cNvPr id="82" name="Text Placeholder 3"/>
          <p:cNvSpPr>
            <a:spLocks noGrp="1"/>
          </p:cNvSpPr>
          <p:nvPr>
            <p:ph type="body" sz="half" idx="20"/>
          </p:nvPr>
        </p:nvSpPr>
        <p:spPr>
          <a:xfrm>
            <a:off x="4445001" y="4880532"/>
            <a:ext cx="3324756" cy="257040"/>
          </a:xfrm>
          <a:prstGeom prst="rect">
            <a:avLst/>
          </a:prstGeom>
        </p:spPr>
        <p:txBody>
          <a:bodyPr wrap="none" lIns="0" tIns="0" rIns="0" bIns="0" anchor="ctr">
            <a:noAutofit/>
          </a:bodyPr>
          <a:lstStyle>
            <a:lvl1pPr marL="0" indent="0" algn="ctr">
              <a:buNone/>
              <a:defRPr sz="1467" b="1" baseline="0">
                <a:solidFill>
                  <a:schemeClr val="accent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83" name="Rectangle 82"/>
          <p:cNvSpPr/>
          <p:nvPr userDrawn="1"/>
        </p:nvSpPr>
        <p:spPr>
          <a:xfrm>
            <a:off x="4452025" y="1710413"/>
            <a:ext cx="3315472" cy="50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1867" dirty="0">
              <a:solidFill>
                <a:srgbClr val="FFFFFF"/>
              </a:solidFill>
            </a:endParaRPr>
          </a:p>
        </p:txBody>
      </p:sp>
      <p:sp>
        <p:nvSpPr>
          <p:cNvPr id="84" name="Text Placeholder 3"/>
          <p:cNvSpPr>
            <a:spLocks noGrp="1"/>
          </p:cNvSpPr>
          <p:nvPr>
            <p:ph type="body" sz="half" idx="21"/>
          </p:nvPr>
        </p:nvSpPr>
        <p:spPr>
          <a:xfrm>
            <a:off x="4576916" y="1830583"/>
            <a:ext cx="3065691" cy="267661"/>
          </a:xfrm>
          <a:prstGeom prst="rect">
            <a:avLst/>
          </a:prstGeom>
        </p:spPr>
        <p:txBody>
          <a:bodyPr wrap="non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85" name="Picture Placeholder 7"/>
          <p:cNvSpPr>
            <a:spLocks noGrp="1"/>
          </p:cNvSpPr>
          <p:nvPr>
            <p:ph type="pic" sz="quarter" idx="22" hasCustomPrompt="1"/>
          </p:nvPr>
        </p:nvSpPr>
        <p:spPr>
          <a:xfrm>
            <a:off x="8026403" y="2220287"/>
            <a:ext cx="3322495" cy="2522991"/>
          </a:xfrm>
          <a:prstGeom prst="downArrowCallout">
            <a:avLst>
              <a:gd name="adj1" fmla="val 35178"/>
              <a:gd name="adj2" fmla="val 13059"/>
              <a:gd name="adj3" fmla="val 7566"/>
              <a:gd name="adj4" fmla="val 92434"/>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86" name="Text Placeholder 3"/>
          <p:cNvSpPr>
            <a:spLocks noGrp="1"/>
          </p:cNvSpPr>
          <p:nvPr>
            <p:ph type="body" sz="half" idx="23"/>
          </p:nvPr>
        </p:nvSpPr>
        <p:spPr>
          <a:xfrm>
            <a:off x="8033427" y="5155135"/>
            <a:ext cx="3315472" cy="846795"/>
          </a:xfrm>
          <a:prstGeom prst="rect">
            <a:avLst/>
          </a:prstGeom>
        </p:spPr>
        <p:txBody>
          <a:bodyPr wrap="non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a:solidFill>
                <a:schemeClr val="tx1">
                  <a:lumMod val="50000"/>
                  <a:lumOff val="50000"/>
                </a:schemeClr>
              </a:solidFill>
            </a:endParaRPr>
          </a:p>
        </p:txBody>
      </p:sp>
      <p:sp>
        <p:nvSpPr>
          <p:cNvPr id="87" name="Text Placeholder 3"/>
          <p:cNvSpPr>
            <a:spLocks noGrp="1"/>
          </p:cNvSpPr>
          <p:nvPr>
            <p:ph type="body" sz="half" idx="24"/>
          </p:nvPr>
        </p:nvSpPr>
        <p:spPr>
          <a:xfrm>
            <a:off x="8026402" y="4880532"/>
            <a:ext cx="3324756" cy="257040"/>
          </a:xfrm>
          <a:prstGeom prst="rect">
            <a:avLst/>
          </a:prstGeom>
        </p:spPr>
        <p:txBody>
          <a:bodyPr wrap="none" lIns="0" tIns="0" rIns="0" bIns="0" anchor="ctr">
            <a:noAutofit/>
          </a:bodyPr>
          <a:lstStyle>
            <a:lvl1pPr marL="0" indent="0" algn="ctr">
              <a:buNone/>
              <a:defRPr sz="1467" b="1" baseline="0">
                <a:solidFill>
                  <a:schemeClr val="accent3"/>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88" name="Rectangle 87"/>
          <p:cNvSpPr/>
          <p:nvPr userDrawn="1"/>
        </p:nvSpPr>
        <p:spPr>
          <a:xfrm>
            <a:off x="8033425" y="1710413"/>
            <a:ext cx="3315472" cy="508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1867" dirty="0">
              <a:solidFill>
                <a:srgbClr val="FFFFFF"/>
              </a:solidFill>
            </a:endParaRPr>
          </a:p>
        </p:txBody>
      </p:sp>
      <p:sp>
        <p:nvSpPr>
          <p:cNvPr id="89" name="Text Placeholder 3"/>
          <p:cNvSpPr>
            <a:spLocks noGrp="1"/>
          </p:cNvSpPr>
          <p:nvPr>
            <p:ph type="body" sz="half" idx="25"/>
          </p:nvPr>
        </p:nvSpPr>
        <p:spPr>
          <a:xfrm>
            <a:off x="8158316" y="1830583"/>
            <a:ext cx="3065691" cy="267661"/>
          </a:xfrm>
          <a:prstGeom prst="rect">
            <a:avLst/>
          </a:prstGeom>
        </p:spPr>
        <p:txBody>
          <a:bodyPr wrap="non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21"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22"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185868260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accel="50000" decel="50000" fill="hold" grpId="0" nodeType="afterEffect">
                                  <p:stCondLst>
                                    <p:cond delay="0"/>
                                  </p:stCondLst>
                                  <p:childTnLst>
                                    <p:set>
                                      <p:cBhvr>
                                        <p:cTn id="6" dur="1" fill="hold">
                                          <p:stCondLst>
                                            <p:cond delay="0"/>
                                          </p:stCondLst>
                                        </p:cTn>
                                        <p:tgtEl>
                                          <p:spTgt spid="78"/>
                                        </p:tgtEl>
                                        <p:attrNameLst>
                                          <p:attrName>style.visibility</p:attrName>
                                        </p:attrNameLst>
                                      </p:cBhvr>
                                      <p:to>
                                        <p:strVal val="visible"/>
                                      </p:to>
                                    </p:set>
                                    <p:anim calcmode="lin" valueType="num">
                                      <p:cBhvr additive="base">
                                        <p:cTn id="7" dur="500" fill="hold"/>
                                        <p:tgtEl>
                                          <p:spTgt spid="78"/>
                                        </p:tgtEl>
                                        <p:attrNameLst>
                                          <p:attrName>ppt_x</p:attrName>
                                        </p:attrNameLst>
                                      </p:cBhvr>
                                      <p:tavLst>
                                        <p:tav tm="0">
                                          <p:val>
                                            <p:strVal val="#ppt_x"/>
                                          </p:val>
                                        </p:tav>
                                        <p:tav tm="100000">
                                          <p:val>
                                            <p:strVal val="#ppt_x"/>
                                          </p:val>
                                        </p:tav>
                                      </p:tavLst>
                                    </p:anim>
                                    <p:anim calcmode="lin" valueType="num">
                                      <p:cBhvr additive="base">
                                        <p:cTn id="8" dur="500" fill="hold"/>
                                        <p:tgtEl>
                                          <p:spTgt spid="78"/>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2" presetClass="entr" presetSubtype="4" fill="hold" grpId="0" nodeType="afterEffect" nodePh="1">
                                  <p:stCondLst>
                                    <p:cond delay="0"/>
                                  </p:stCondLst>
                                  <p:endCondLst>
                                    <p:cond evt="begin" delay="0">
                                      <p:tn val="10"/>
                                    </p:cond>
                                  </p:endCondLst>
                                  <p:childTnLst>
                                    <p:set>
                                      <p:cBhvr>
                                        <p:cTn id="11" dur="1" fill="hold">
                                          <p:stCondLst>
                                            <p:cond delay="0"/>
                                          </p:stCondLst>
                                        </p:cTn>
                                        <p:tgtEl>
                                          <p:spTgt spid="79">
                                            <p:txEl>
                                              <p:pRg st="0" end="0"/>
                                            </p:txEl>
                                          </p:spTgt>
                                        </p:tgtEl>
                                        <p:attrNameLst>
                                          <p:attrName>style.visibility</p:attrName>
                                        </p:attrNameLst>
                                      </p:cBhvr>
                                      <p:to>
                                        <p:strVal val="visible"/>
                                      </p:to>
                                    </p:set>
                                    <p:animEffect transition="in" filter="wipe(down)">
                                      <p:cBhvr>
                                        <p:cTn id="12" dur="500"/>
                                        <p:tgtEl>
                                          <p:spTgt spid="79">
                                            <p:txEl>
                                              <p:pRg st="0" end="0"/>
                                            </p:txEl>
                                          </p:spTgt>
                                        </p:tgtEl>
                                      </p:cBhvr>
                                    </p:animEffect>
                                  </p:childTnLst>
                                </p:cTn>
                              </p:par>
                              <p:par>
                                <p:cTn id="13" presetID="2" presetClass="entr" presetSubtype="4" accel="50000" decel="50000" fill="hold" grpId="0" nodeType="withEffect">
                                  <p:stCondLst>
                                    <p:cond delay="0"/>
                                  </p:stCondLst>
                                  <p:childTnLst>
                                    <p:set>
                                      <p:cBhvr>
                                        <p:cTn id="14" dur="1" fill="hold">
                                          <p:stCondLst>
                                            <p:cond delay="0"/>
                                          </p:stCondLst>
                                        </p:cTn>
                                        <p:tgtEl>
                                          <p:spTgt spid="75"/>
                                        </p:tgtEl>
                                        <p:attrNameLst>
                                          <p:attrName>style.visibility</p:attrName>
                                        </p:attrNameLst>
                                      </p:cBhvr>
                                      <p:to>
                                        <p:strVal val="visible"/>
                                      </p:to>
                                    </p:set>
                                    <p:anim calcmode="lin" valueType="num">
                                      <p:cBhvr additive="base">
                                        <p:cTn id="15" dur="500" fill="hold"/>
                                        <p:tgtEl>
                                          <p:spTgt spid="75"/>
                                        </p:tgtEl>
                                        <p:attrNameLst>
                                          <p:attrName>ppt_x</p:attrName>
                                        </p:attrNameLst>
                                      </p:cBhvr>
                                      <p:tavLst>
                                        <p:tav tm="0">
                                          <p:val>
                                            <p:strVal val="#ppt_x"/>
                                          </p:val>
                                        </p:tav>
                                        <p:tav tm="100000">
                                          <p:val>
                                            <p:strVal val="#ppt_x"/>
                                          </p:val>
                                        </p:tav>
                                      </p:tavLst>
                                    </p:anim>
                                    <p:anim calcmode="lin" valueType="num">
                                      <p:cBhvr additive="base">
                                        <p:cTn id="16" dur="500" fill="hold"/>
                                        <p:tgtEl>
                                          <p:spTgt spid="75"/>
                                        </p:tgtEl>
                                        <p:attrNameLst>
                                          <p:attrName>ppt_y</p:attrName>
                                        </p:attrNameLst>
                                      </p:cBhvr>
                                      <p:tavLst>
                                        <p:tav tm="0">
                                          <p:val>
                                            <p:strVal val="1+#ppt_h/2"/>
                                          </p:val>
                                        </p:tav>
                                        <p:tav tm="100000">
                                          <p:val>
                                            <p:strVal val="#ppt_y"/>
                                          </p:val>
                                        </p:tav>
                                      </p:tavLst>
                                    </p:anim>
                                  </p:childTnLst>
                                </p:cTn>
                              </p:par>
                            </p:childTnLst>
                          </p:cTn>
                        </p:par>
                        <p:par>
                          <p:cTn id="17" fill="hold">
                            <p:stCondLst>
                              <p:cond delay="1000"/>
                            </p:stCondLst>
                            <p:childTnLst>
                              <p:par>
                                <p:cTn id="18" presetID="2" presetClass="entr" presetSubtype="4" accel="50000" decel="50000" fill="hold" grpId="0" nodeType="afterEffect" nodePh="1">
                                  <p:stCondLst>
                                    <p:cond delay="0"/>
                                  </p:stCondLst>
                                  <p:endCondLst>
                                    <p:cond evt="begin" delay="0">
                                      <p:tn val="18"/>
                                    </p:cond>
                                  </p:endCondLst>
                                  <p:childTnLst>
                                    <p:set>
                                      <p:cBhvr>
                                        <p:cTn id="19" dur="1" fill="hold">
                                          <p:stCondLst>
                                            <p:cond delay="0"/>
                                          </p:stCondLst>
                                        </p:cTn>
                                        <p:tgtEl>
                                          <p:spTgt spid="77">
                                            <p:txEl>
                                              <p:pRg st="0" end="0"/>
                                            </p:txEl>
                                          </p:spTgt>
                                        </p:tgtEl>
                                        <p:attrNameLst>
                                          <p:attrName>style.visibility</p:attrName>
                                        </p:attrNameLst>
                                      </p:cBhvr>
                                      <p:to>
                                        <p:strVal val="visible"/>
                                      </p:to>
                                    </p:set>
                                    <p:anim calcmode="lin" valueType="num">
                                      <p:cBhvr additive="base">
                                        <p:cTn id="20" dur="500" fill="hold"/>
                                        <p:tgtEl>
                                          <p:spTgt spid="77">
                                            <p:txEl>
                                              <p:pRg st="0" end="0"/>
                                            </p:txEl>
                                          </p:spTgt>
                                        </p:tgtEl>
                                        <p:attrNameLst>
                                          <p:attrName>ppt_x</p:attrName>
                                        </p:attrNameLst>
                                      </p:cBhvr>
                                      <p:tavLst>
                                        <p:tav tm="0">
                                          <p:val>
                                            <p:strVal val="#ppt_x"/>
                                          </p:val>
                                        </p:tav>
                                        <p:tav tm="100000">
                                          <p:val>
                                            <p:strVal val="#ppt_x"/>
                                          </p:val>
                                        </p:tav>
                                      </p:tavLst>
                                    </p:anim>
                                    <p:anim calcmode="lin" valueType="num">
                                      <p:cBhvr additive="base">
                                        <p:cTn id="21" dur="500" fill="hold"/>
                                        <p:tgtEl>
                                          <p:spTgt spid="77">
                                            <p:txEl>
                                              <p:pRg st="0" end="0"/>
                                            </p:txEl>
                                          </p:spTgt>
                                        </p:tgtEl>
                                        <p:attrNameLst>
                                          <p:attrName>ppt_y</p:attrName>
                                        </p:attrNameLst>
                                      </p:cBhvr>
                                      <p:tavLst>
                                        <p:tav tm="0">
                                          <p:val>
                                            <p:strVal val="1+#ppt_h/2"/>
                                          </p:val>
                                        </p:tav>
                                        <p:tav tm="100000">
                                          <p:val>
                                            <p:strVal val="#ppt_y"/>
                                          </p:val>
                                        </p:tav>
                                      </p:tavLst>
                                    </p:anim>
                                  </p:childTnLst>
                                </p:cTn>
                              </p:par>
                            </p:childTnLst>
                          </p:cTn>
                        </p:par>
                        <p:par>
                          <p:cTn id="22" fill="hold">
                            <p:stCondLst>
                              <p:cond delay="1500"/>
                            </p:stCondLst>
                            <p:childTnLst>
                              <p:par>
                                <p:cTn id="23" presetID="2" presetClass="entr" presetSubtype="4" accel="50000" decel="50000" fill="hold" grpId="0" nodeType="afterEffect" nodePh="1">
                                  <p:stCondLst>
                                    <p:cond delay="0"/>
                                  </p:stCondLst>
                                  <p:endCondLst>
                                    <p:cond evt="begin" delay="0">
                                      <p:tn val="23"/>
                                    </p:cond>
                                  </p:endCondLst>
                                  <p:childTnLst>
                                    <p:set>
                                      <p:cBhvr>
                                        <p:cTn id="24" dur="1" fill="hold">
                                          <p:stCondLst>
                                            <p:cond delay="0"/>
                                          </p:stCondLst>
                                        </p:cTn>
                                        <p:tgtEl>
                                          <p:spTgt spid="76">
                                            <p:txEl>
                                              <p:pRg st="0" end="0"/>
                                            </p:txEl>
                                          </p:spTgt>
                                        </p:tgtEl>
                                        <p:attrNameLst>
                                          <p:attrName>style.visibility</p:attrName>
                                        </p:attrNameLst>
                                      </p:cBhvr>
                                      <p:to>
                                        <p:strVal val="visible"/>
                                      </p:to>
                                    </p:set>
                                    <p:anim calcmode="lin" valueType="num">
                                      <p:cBhvr additive="base">
                                        <p:cTn id="25" dur="500" fill="hold"/>
                                        <p:tgtEl>
                                          <p:spTgt spid="76">
                                            <p:txEl>
                                              <p:pRg st="0" end="0"/>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76">
                                            <p:txEl>
                                              <p:pRg st="0" end="0"/>
                                            </p:txEl>
                                          </p:spTgt>
                                        </p:tgtEl>
                                        <p:attrNameLst>
                                          <p:attrName>ppt_y</p:attrName>
                                        </p:attrNameLst>
                                      </p:cBhvr>
                                      <p:tavLst>
                                        <p:tav tm="0">
                                          <p:val>
                                            <p:strVal val="1+#ppt_h/2"/>
                                          </p:val>
                                        </p:tav>
                                        <p:tav tm="100000">
                                          <p:val>
                                            <p:strVal val="#ppt_y"/>
                                          </p:val>
                                        </p:tav>
                                      </p:tavLst>
                                    </p:anim>
                                  </p:childTnLst>
                                </p:cTn>
                              </p:par>
                            </p:childTnLst>
                          </p:cTn>
                        </p:par>
                        <p:par>
                          <p:cTn id="27" fill="hold">
                            <p:stCondLst>
                              <p:cond delay="2000"/>
                            </p:stCondLst>
                            <p:childTnLst>
                              <p:par>
                                <p:cTn id="28" presetID="2" presetClass="entr" presetSubtype="1" accel="50000" decel="50000" fill="hold" grpId="0" nodeType="afterEffect">
                                  <p:stCondLst>
                                    <p:cond delay="0"/>
                                  </p:stCondLst>
                                  <p:childTnLst>
                                    <p:set>
                                      <p:cBhvr>
                                        <p:cTn id="29" dur="1" fill="hold">
                                          <p:stCondLst>
                                            <p:cond delay="0"/>
                                          </p:stCondLst>
                                        </p:cTn>
                                        <p:tgtEl>
                                          <p:spTgt spid="83"/>
                                        </p:tgtEl>
                                        <p:attrNameLst>
                                          <p:attrName>style.visibility</p:attrName>
                                        </p:attrNameLst>
                                      </p:cBhvr>
                                      <p:to>
                                        <p:strVal val="visible"/>
                                      </p:to>
                                    </p:set>
                                    <p:anim calcmode="lin" valueType="num">
                                      <p:cBhvr additive="base">
                                        <p:cTn id="30" dur="500" fill="hold"/>
                                        <p:tgtEl>
                                          <p:spTgt spid="83"/>
                                        </p:tgtEl>
                                        <p:attrNameLst>
                                          <p:attrName>ppt_x</p:attrName>
                                        </p:attrNameLst>
                                      </p:cBhvr>
                                      <p:tavLst>
                                        <p:tav tm="0">
                                          <p:val>
                                            <p:strVal val="#ppt_x"/>
                                          </p:val>
                                        </p:tav>
                                        <p:tav tm="100000">
                                          <p:val>
                                            <p:strVal val="#ppt_x"/>
                                          </p:val>
                                        </p:tav>
                                      </p:tavLst>
                                    </p:anim>
                                    <p:anim calcmode="lin" valueType="num">
                                      <p:cBhvr additive="base">
                                        <p:cTn id="31" dur="500" fill="hold"/>
                                        <p:tgtEl>
                                          <p:spTgt spid="83"/>
                                        </p:tgtEl>
                                        <p:attrNameLst>
                                          <p:attrName>ppt_y</p:attrName>
                                        </p:attrNameLst>
                                      </p:cBhvr>
                                      <p:tavLst>
                                        <p:tav tm="0">
                                          <p:val>
                                            <p:strVal val="0-#ppt_h/2"/>
                                          </p:val>
                                        </p:tav>
                                        <p:tav tm="100000">
                                          <p:val>
                                            <p:strVal val="#ppt_y"/>
                                          </p:val>
                                        </p:tav>
                                      </p:tavLst>
                                    </p:anim>
                                  </p:childTnLst>
                                </p:cTn>
                              </p:par>
                            </p:childTnLst>
                          </p:cTn>
                        </p:par>
                        <p:par>
                          <p:cTn id="32" fill="hold">
                            <p:stCondLst>
                              <p:cond delay="2500"/>
                            </p:stCondLst>
                            <p:childTnLst>
                              <p:par>
                                <p:cTn id="33" presetID="22" presetClass="entr" presetSubtype="4" fill="hold" grpId="0" nodeType="afterEffect" nodePh="1">
                                  <p:stCondLst>
                                    <p:cond delay="0"/>
                                  </p:stCondLst>
                                  <p:endCondLst>
                                    <p:cond evt="begin" delay="0">
                                      <p:tn val="33"/>
                                    </p:cond>
                                  </p:endCondLst>
                                  <p:childTnLst>
                                    <p:set>
                                      <p:cBhvr>
                                        <p:cTn id="34" dur="1" fill="hold">
                                          <p:stCondLst>
                                            <p:cond delay="0"/>
                                          </p:stCondLst>
                                        </p:cTn>
                                        <p:tgtEl>
                                          <p:spTgt spid="84">
                                            <p:txEl>
                                              <p:pRg st="0" end="0"/>
                                            </p:txEl>
                                          </p:spTgt>
                                        </p:tgtEl>
                                        <p:attrNameLst>
                                          <p:attrName>style.visibility</p:attrName>
                                        </p:attrNameLst>
                                      </p:cBhvr>
                                      <p:to>
                                        <p:strVal val="visible"/>
                                      </p:to>
                                    </p:set>
                                    <p:animEffect transition="in" filter="wipe(down)">
                                      <p:cBhvr>
                                        <p:cTn id="35" dur="500"/>
                                        <p:tgtEl>
                                          <p:spTgt spid="84">
                                            <p:txEl>
                                              <p:pRg st="0" end="0"/>
                                            </p:txEl>
                                          </p:spTgt>
                                        </p:tgtEl>
                                      </p:cBhvr>
                                    </p:animEffect>
                                  </p:childTnLst>
                                </p:cTn>
                              </p:par>
                              <p:par>
                                <p:cTn id="36" presetID="2" presetClass="entr" presetSubtype="4" accel="50000" decel="50000" fill="hold" grpId="0" nodeType="withEffect">
                                  <p:stCondLst>
                                    <p:cond delay="0"/>
                                  </p:stCondLst>
                                  <p:childTnLst>
                                    <p:set>
                                      <p:cBhvr>
                                        <p:cTn id="37" dur="1" fill="hold">
                                          <p:stCondLst>
                                            <p:cond delay="0"/>
                                          </p:stCondLst>
                                        </p:cTn>
                                        <p:tgtEl>
                                          <p:spTgt spid="80"/>
                                        </p:tgtEl>
                                        <p:attrNameLst>
                                          <p:attrName>style.visibility</p:attrName>
                                        </p:attrNameLst>
                                      </p:cBhvr>
                                      <p:to>
                                        <p:strVal val="visible"/>
                                      </p:to>
                                    </p:set>
                                    <p:anim calcmode="lin" valueType="num">
                                      <p:cBhvr additive="base">
                                        <p:cTn id="38" dur="500" fill="hold"/>
                                        <p:tgtEl>
                                          <p:spTgt spid="80"/>
                                        </p:tgtEl>
                                        <p:attrNameLst>
                                          <p:attrName>ppt_x</p:attrName>
                                        </p:attrNameLst>
                                      </p:cBhvr>
                                      <p:tavLst>
                                        <p:tav tm="0">
                                          <p:val>
                                            <p:strVal val="#ppt_x"/>
                                          </p:val>
                                        </p:tav>
                                        <p:tav tm="100000">
                                          <p:val>
                                            <p:strVal val="#ppt_x"/>
                                          </p:val>
                                        </p:tav>
                                      </p:tavLst>
                                    </p:anim>
                                    <p:anim calcmode="lin" valueType="num">
                                      <p:cBhvr additive="base">
                                        <p:cTn id="39" dur="500" fill="hold"/>
                                        <p:tgtEl>
                                          <p:spTgt spid="80"/>
                                        </p:tgtEl>
                                        <p:attrNameLst>
                                          <p:attrName>ppt_y</p:attrName>
                                        </p:attrNameLst>
                                      </p:cBhvr>
                                      <p:tavLst>
                                        <p:tav tm="0">
                                          <p:val>
                                            <p:strVal val="1+#ppt_h/2"/>
                                          </p:val>
                                        </p:tav>
                                        <p:tav tm="100000">
                                          <p:val>
                                            <p:strVal val="#ppt_y"/>
                                          </p:val>
                                        </p:tav>
                                      </p:tavLst>
                                    </p:anim>
                                  </p:childTnLst>
                                </p:cTn>
                              </p:par>
                            </p:childTnLst>
                          </p:cTn>
                        </p:par>
                        <p:par>
                          <p:cTn id="40" fill="hold">
                            <p:stCondLst>
                              <p:cond delay="3000"/>
                            </p:stCondLst>
                            <p:childTnLst>
                              <p:par>
                                <p:cTn id="41" presetID="2" presetClass="entr" presetSubtype="4" accel="50000" decel="50000" fill="hold" grpId="0" nodeType="afterEffect" nodePh="1">
                                  <p:stCondLst>
                                    <p:cond delay="0"/>
                                  </p:stCondLst>
                                  <p:endCondLst>
                                    <p:cond evt="begin" delay="0">
                                      <p:tn val="41"/>
                                    </p:cond>
                                  </p:endCondLst>
                                  <p:childTnLst>
                                    <p:set>
                                      <p:cBhvr>
                                        <p:cTn id="42" dur="1" fill="hold">
                                          <p:stCondLst>
                                            <p:cond delay="0"/>
                                          </p:stCondLst>
                                        </p:cTn>
                                        <p:tgtEl>
                                          <p:spTgt spid="82">
                                            <p:txEl>
                                              <p:pRg st="0" end="0"/>
                                            </p:txEl>
                                          </p:spTgt>
                                        </p:tgtEl>
                                        <p:attrNameLst>
                                          <p:attrName>style.visibility</p:attrName>
                                        </p:attrNameLst>
                                      </p:cBhvr>
                                      <p:to>
                                        <p:strVal val="visible"/>
                                      </p:to>
                                    </p:set>
                                    <p:anim calcmode="lin" valueType="num">
                                      <p:cBhvr additive="base">
                                        <p:cTn id="43" dur="500" fill="hold"/>
                                        <p:tgtEl>
                                          <p:spTgt spid="82">
                                            <p:txEl>
                                              <p:pRg st="0" end="0"/>
                                            </p:txEl>
                                          </p:spTgt>
                                        </p:tgtEl>
                                        <p:attrNameLst>
                                          <p:attrName>ppt_x</p:attrName>
                                        </p:attrNameLst>
                                      </p:cBhvr>
                                      <p:tavLst>
                                        <p:tav tm="0">
                                          <p:val>
                                            <p:strVal val="#ppt_x"/>
                                          </p:val>
                                        </p:tav>
                                        <p:tav tm="100000">
                                          <p:val>
                                            <p:strVal val="#ppt_x"/>
                                          </p:val>
                                        </p:tav>
                                      </p:tavLst>
                                    </p:anim>
                                    <p:anim calcmode="lin" valueType="num">
                                      <p:cBhvr additive="base">
                                        <p:cTn id="44" dur="500" fill="hold"/>
                                        <p:tgtEl>
                                          <p:spTgt spid="82">
                                            <p:txEl>
                                              <p:pRg st="0" end="0"/>
                                            </p:txEl>
                                          </p:spTgt>
                                        </p:tgtEl>
                                        <p:attrNameLst>
                                          <p:attrName>ppt_y</p:attrName>
                                        </p:attrNameLst>
                                      </p:cBhvr>
                                      <p:tavLst>
                                        <p:tav tm="0">
                                          <p:val>
                                            <p:strVal val="1+#ppt_h/2"/>
                                          </p:val>
                                        </p:tav>
                                        <p:tav tm="100000">
                                          <p:val>
                                            <p:strVal val="#ppt_y"/>
                                          </p:val>
                                        </p:tav>
                                      </p:tavLst>
                                    </p:anim>
                                  </p:childTnLst>
                                </p:cTn>
                              </p:par>
                            </p:childTnLst>
                          </p:cTn>
                        </p:par>
                        <p:par>
                          <p:cTn id="45" fill="hold">
                            <p:stCondLst>
                              <p:cond delay="3500"/>
                            </p:stCondLst>
                            <p:childTnLst>
                              <p:par>
                                <p:cTn id="46" presetID="2" presetClass="entr" presetSubtype="4" accel="50000" decel="50000" fill="hold" grpId="0" nodeType="afterEffect" nodePh="1">
                                  <p:stCondLst>
                                    <p:cond delay="0"/>
                                  </p:stCondLst>
                                  <p:endCondLst>
                                    <p:cond evt="begin" delay="0">
                                      <p:tn val="46"/>
                                    </p:cond>
                                  </p:endCondLst>
                                  <p:childTnLst>
                                    <p:set>
                                      <p:cBhvr>
                                        <p:cTn id="47" dur="1" fill="hold">
                                          <p:stCondLst>
                                            <p:cond delay="0"/>
                                          </p:stCondLst>
                                        </p:cTn>
                                        <p:tgtEl>
                                          <p:spTgt spid="81">
                                            <p:txEl>
                                              <p:pRg st="0" end="0"/>
                                            </p:txEl>
                                          </p:spTgt>
                                        </p:tgtEl>
                                        <p:attrNameLst>
                                          <p:attrName>style.visibility</p:attrName>
                                        </p:attrNameLst>
                                      </p:cBhvr>
                                      <p:to>
                                        <p:strVal val="visible"/>
                                      </p:to>
                                    </p:set>
                                    <p:anim calcmode="lin" valueType="num">
                                      <p:cBhvr additive="base">
                                        <p:cTn id="48" dur="500" fill="hold"/>
                                        <p:tgtEl>
                                          <p:spTgt spid="81">
                                            <p:txEl>
                                              <p:pRg st="0" end="0"/>
                                            </p:txEl>
                                          </p:spTgt>
                                        </p:tgtEl>
                                        <p:attrNameLst>
                                          <p:attrName>ppt_x</p:attrName>
                                        </p:attrNameLst>
                                      </p:cBhvr>
                                      <p:tavLst>
                                        <p:tav tm="0">
                                          <p:val>
                                            <p:strVal val="#ppt_x"/>
                                          </p:val>
                                        </p:tav>
                                        <p:tav tm="100000">
                                          <p:val>
                                            <p:strVal val="#ppt_x"/>
                                          </p:val>
                                        </p:tav>
                                      </p:tavLst>
                                    </p:anim>
                                    <p:anim calcmode="lin" valueType="num">
                                      <p:cBhvr additive="base">
                                        <p:cTn id="49" dur="500" fill="hold"/>
                                        <p:tgtEl>
                                          <p:spTgt spid="81">
                                            <p:txEl>
                                              <p:pRg st="0" end="0"/>
                                            </p:txEl>
                                          </p:spTgt>
                                        </p:tgtEl>
                                        <p:attrNameLst>
                                          <p:attrName>ppt_y</p:attrName>
                                        </p:attrNameLst>
                                      </p:cBhvr>
                                      <p:tavLst>
                                        <p:tav tm="0">
                                          <p:val>
                                            <p:strVal val="1+#ppt_h/2"/>
                                          </p:val>
                                        </p:tav>
                                        <p:tav tm="100000">
                                          <p:val>
                                            <p:strVal val="#ppt_y"/>
                                          </p:val>
                                        </p:tav>
                                      </p:tavLst>
                                    </p:anim>
                                  </p:childTnLst>
                                </p:cTn>
                              </p:par>
                            </p:childTnLst>
                          </p:cTn>
                        </p:par>
                        <p:par>
                          <p:cTn id="50" fill="hold">
                            <p:stCondLst>
                              <p:cond delay="4000"/>
                            </p:stCondLst>
                            <p:childTnLst>
                              <p:par>
                                <p:cTn id="51" presetID="2" presetClass="entr" presetSubtype="1" accel="50000" decel="50000" fill="hold" grpId="0" nodeType="afterEffect">
                                  <p:stCondLst>
                                    <p:cond delay="0"/>
                                  </p:stCondLst>
                                  <p:childTnLst>
                                    <p:set>
                                      <p:cBhvr>
                                        <p:cTn id="52" dur="1" fill="hold">
                                          <p:stCondLst>
                                            <p:cond delay="0"/>
                                          </p:stCondLst>
                                        </p:cTn>
                                        <p:tgtEl>
                                          <p:spTgt spid="88"/>
                                        </p:tgtEl>
                                        <p:attrNameLst>
                                          <p:attrName>style.visibility</p:attrName>
                                        </p:attrNameLst>
                                      </p:cBhvr>
                                      <p:to>
                                        <p:strVal val="visible"/>
                                      </p:to>
                                    </p:set>
                                    <p:anim calcmode="lin" valueType="num">
                                      <p:cBhvr additive="base">
                                        <p:cTn id="53" dur="500" fill="hold"/>
                                        <p:tgtEl>
                                          <p:spTgt spid="88"/>
                                        </p:tgtEl>
                                        <p:attrNameLst>
                                          <p:attrName>ppt_x</p:attrName>
                                        </p:attrNameLst>
                                      </p:cBhvr>
                                      <p:tavLst>
                                        <p:tav tm="0">
                                          <p:val>
                                            <p:strVal val="#ppt_x"/>
                                          </p:val>
                                        </p:tav>
                                        <p:tav tm="100000">
                                          <p:val>
                                            <p:strVal val="#ppt_x"/>
                                          </p:val>
                                        </p:tav>
                                      </p:tavLst>
                                    </p:anim>
                                    <p:anim calcmode="lin" valueType="num">
                                      <p:cBhvr additive="base">
                                        <p:cTn id="54" dur="500" fill="hold"/>
                                        <p:tgtEl>
                                          <p:spTgt spid="88"/>
                                        </p:tgtEl>
                                        <p:attrNameLst>
                                          <p:attrName>ppt_y</p:attrName>
                                        </p:attrNameLst>
                                      </p:cBhvr>
                                      <p:tavLst>
                                        <p:tav tm="0">
                                          <p:val>
                                            <p:strVal val="0-#ppt_h/2"/>
                                          </p:val>
                                        </p:tav>
                                        <p:tav tm="100000">
                                          <p:val>
                                            <p:strVal val="#ppt_y"/>
                                          </p:val>
                                        </p:tav>
                                      </p:tavLst>
                                    </p:anim>
                                  </p:childTnLst>
                                </p:cTn>
                              </p:par>
                            </p:childTnLst>
                          </p:cTn>
                        </p:par>
                        <p:par>
                          <p:cTn id="55" fill="hold">
                            <p:stCondLst>
                              <p:cond delay="4500"/>
                            </p:stCondLst>
                            <p:childTnLst>
                              <p:par>
                                <p:cTn id="56" presetID="22" presetClass="entr" presetSubtype="4" fill="hold" grpId="0" nodeType="afterEffect" nodePh="1">
                                  <p:stCondLst>
                                    <p:cond delay="0"/>
                                  </p:stCondLst>
                                  <p:endCondLst>
                                    <p:cond evt="begin" delay="0">
                                      <p:tn val="56"/>
                                    </p:cond>
                                  </p:endCondLst>
                                  <p:childTnLst>
                                    <p:set>
                                      <p:cBhvr>
                                        <p:cTn id="57" dur="1" fill="hold">
                                          <p:stCondLst>
                                            <p:cond delay="0"/>
                                          </p:stCondLst>
                                        </p:cTn>
                                        <p:tgtEl>
                                          <p:spTgt spid="89">
                                            <p:txEl>
                                              <p:pRg st="0" end="0"/>
                                            </p:txEl>
                                          </p:spTgt>
                                        </p:tgtEl>
                                        <p:attrNameLst>
                                          <p:attrName>style.visibility</p:attrName>
                                        </p:attrNameLst>
                                      </p:cBhvr>
                                      <p:to>
                                        <p:strVal val="visible"/>
                                      </p:to>
                                    </p:set>
                                    <p:animEffect transition="in" filter="wipe(down)">
                                      <p:cBhvr>
                                        <p:cTn id="58" dur="500"/>
                                        <p:tgtEl>
                                          <p:spTgt spid="89">
                                            <p:txEl>
                                              <p:pRg st="0" end="0"/>
                                            </p:txEl>
                                          </p:spTgt>
                                        </p:tgtEl>
                                      </p:cBhvr>
                                    </p:animEffect>
                                  </p:childTnLst>
                                </p:cTn>
                              </p:par>
                              <p:par>
                                <p:cTn id="59" presetID="2" presetClass="entr" presetSubtype="4" accel="50000" decel="50000" fill="hold" grpId="0" nodeType="withEffect">
                                  <p:stCondLst>
                                    <p:cond delay="0"/>
                                  </p:stCondLst>
                                  <p:childTnLst>
                                    <p:set>
                                      <p:cBhvr>
                                        <p:cTn id="60" dur="1" fill="hold">
                                          <p:stCondLst>
                                            <p:cond delay="0"/>
                                          </p:stCondLst>
                                        </p:cTn>
                                        <p:tgtEl>
                                          <p:spTgt spid="85"/>
                                        </p:tgtEl>
                                        <p:attrNameLst>
                                          <p:attrName>style.visibility</p:attrName>
                                        </p:attrNameLst>
                                      </p:cBhvr>
                                      <p:to>
                                        <p:strVal val="visible"/>
                                      </p:to>
                                    </p:set>
                                    <p:anim calcmode="lin" valueType="num">
                                      <p:cBhvr additive="base">
                                        <p:cTn id="61" dur="500" fill="hold"/>
                                        <p:tgtEl>
                                          <p:spTgt spid="85"/>
                                        </p:tgtEl>
                                        <p:attrNameLst>
                                          <p:attrName>ppt_x</p:attrName>
                                        </p:attrNameLst>
                                      </p:cBhvr>
                                      <p:tavLst>
                                        <p:tav tm="0">
                                          <p:val>
                                            <p:strVal val="#ppt_x"/>
                                          </p:val>
                                        </p:tav>
                                        <p:tav tm="100000">
                                          <p:val>
                                            <p:strVal val="#ppt_x"/>
                                          </p:val>
                                        </p:tav>
                                      </p:tavLst>
                                    </p:anim>
                                    <p:anim calcmode="lin" valueType="num">
                                      <p:cBhvr additive="base">
                                        <p:cTn id="62" dur="500" fill="hold"/>
                                        <p:tgtEl>
                                          <p:spTgt spid="85"/>
                                        </p:tgtEl>
                                        <p:attrNameLst>
                                          <p:attrName>ppt_y</p:attrName>
                                        </p:attrNameLst>
                                      </p:cBhvr>
                                      <p:tavLst>
                                        <p:tav tm="0">
                                          <p:val>
                                            <p:strVal val="1+#ppt_h/2"/>
                                          </p:val>
                                        </p:tav>
                                        <p:tav tm="100000">
                                          <p:val>
                                            <p:strVal val="#ppt_y"/>
                                          </p:val>
                                        </p:tav>
                                      </p:tavLst>
                                    </p:anim>
                                  </p:childTnLst>
                                </p:cTn>
                              </p:par>
                            </p:childTnLst>
                          </p:cTn>
                        </p:par>
                        <p:par>
                          <p:cTn id="63" fill="hold">
                            <p:stCondLst>
                              <p:cond delay="5000"/>
                            </p:stCondLst>
                            <p:childTnLst>
                              <p:par>
                                <p:cTn id="64" presetID="2" presetClass="entr" presetSubtype="4" accel="50000" decel="50000" fill="hold" grpId="0" nodeType="afterEffect" nodePh="1">
                                  <p:stCondLst>
                                    <p:cond delay="0"/>
                                  </p:stCondLst>
                                  <p:endCondLst>
                                    <p:cond evt="begin" delay="0">
                                      <p:tn val="64"/>
                                    </p:cond>
                                  </p:endCondLst>
                                  <p:childTnLst>
                                    <p:set>
                                      <p:cBhvr>
                                        <p:cTn id="65" dur="1" fill="hold">
                                          <p:stCondLst>
                                            <p:cond delay="0"/>
                                          </p:stCondLst>
                                        </p:cTn>
                                        <p:tgtEl>
                                          <p:spTgt spid="87">
                                            <p:txEl>
                                              <p:pRg st="0" end="0"/>
                                            </p:txEl>
                                          </p:spTgt>
                                        </p:tgtEl>
                                        <p:attrNameLst>
                                          <p:attrName>style.visibility</p:attrName>
                                        </p:attrNameLst>
                                      </p:cBhvr>
                                      <p:to>
                                        <p:strVal val="visible"/>
                                      </p:to>
                                    </p:set>
                                    <p:anim calcmode="lin" valueType="num">
                                      <p:cBhvr additive="base">
                                        <p:cTn id="66" dur="500" fill="hold"/>
                                        <p:tgtEl>
                                          <p:spTgt spid="87">
                                            <p:txEl>
                                              <p:pRg st="0" end="0"/>
                                            </p:txEl>
                                          </p:spTgt>
                                        </p:tgtEl>
                                        <p:attrNameLst>
                                          <p:attrName>ppt_x</p:attrName>
                                        </p:attrNameLst>
                                      </p:cBhvr>
                                      <p:tavLst>
                                        <p:tav tm="0">
                                          <p:val>
                                            <p:strVal val="#ppt_x"/>
                                          </p:val>
                                        </p:tav>
                                        <p:tav tm="100000">
                                          <p:val>
                                            <p:strVal val="#ppt_x"/>
                                          </p:val>
                                        </p:tav>
                                      </p:tavLst>
                                    </p:anim>
                                    <p:anim calcmode="lin" valueType="num">
                                      <p:cBhvr additive="base">
                                        <p:cTn id="67" dur="500" fill="hold"/>
                                        <p:tgtEl>
                                          <p:spTgt spid="87">
                                            <p:txEl>
                                              <p:pRg st="0" end="0"/>
                                            </p:txEl>
                                          </p:spTgt>
                                        </p:tgtEl>
                                        <p:attrNameLst>
                                          <p:attrName>ppt_y</p:attrName>
                                        </p:attrNameLst>
                                      </p:cBhvr>
                                      <p:tavLst>
                                        <p:tav tm="0">
                                          <p:val>
                                            <p:strVal val="1+#ppt_h/2"/>
                                          </p:val>
                                        </p:tav>
                                        <p:tav tm="100000">
                                          <p:val>
                                            <p:strVal val="#ppt_y"/>
                                          </p:val>
                                        </p:tav>
                                      </p:tavLst>
                                    </p:anim>
                                  </p:childTnLst>
                                </p:cTn>
                              </p:par>
                            </p:childTnLst>
                          </p:cTn>
                        </p:par>
                        <p:par>
                          <p:cTn id="68" fill="hold">
                            <p:stCondLst>
                              <p:cond delay="5500"/>
                            </p:stCondLst>
                            <p:childTnLst>
                              <p:par>
                                <p:cTn id="69" presetID="2" presetClass="entr" presetSubtype="4" accel="50000" decel="50000" fill="hold" grpId="0" nodeType="afterEffect" nodePh="1">
                                  <p:stCondLst>
                                    <p:cond delay="0"/>
                                  </p:stCondLst>
                                  <p:endCondLst>
                                    <p:cond evt="begin" delay="0">
                                      <p:tn val="69"/>
                                    </p:cond>
                                  </p:endCondLst>
                                  <p:childTnLst>
                                    <p:set>
                                      <p:cBhvr>
                                        <p:cTn id="70" dur="1" fill="hold">
                                          <p:stCondLst>
                                            <p:cond delay="0"/>
                                          </p:stCondLst>
                                        </p:cTn>
                                        <p:tgtEl>
                                          <p:spTgt spid="86">
                                            <p:txEl>
                                              <p:pRg st="0" end="0"/>
                                            </p:txEl>
                                          </p:spTgt>
                                        </p:tgtEl>
                                        <p:attrNameLst>
                                          <p:attrName>style.visibility</p:attrName>
                                        </p:attrNameLst>
                                      </p:cBhvr>
                                      <p:to>
                                        <p:strVal val="visible"/>
                                      </p:to>
                                    </p:set>
                                    <p:anim calcmode="lin" valueType="num">
                                      <p:cBhvr additive="base">
                                        <p:cTn id="71" dur="500" fill="hold"/>
                                        <p:tgtEl>
                                          <p:spTgt spid="86">
                                            <p:txEl>
                                              <p:pRg st="0" end="0"/>
                                            </p:txEl>
                                          </p:spTgt>
                                        </p:tgtEl>
                                        <p:attrNameLst>
                                          <p:attrName>ppt_x</p:attrName>
                                        </p:attrNameLst>
                                      </p:cBhvr>
                                      <p:tavLst>
                                        <p:tav tm="0">
                                          <p:val>
                                            <p:strVal val="#ppt_x"/>
                                          </p:val>
                                        </p:tav>
                                        <p:tav tm="100000">
                                          <p:val>
                                            <p:strVal val="#ppt_x"/>
                                          </p:val>
                                        </p:tav>
                                      </p:tavLst>
                                    </p:anim>
                                    <p:anim calcmode="lin" valueType="num">
                                      <p:cBhvr additive="base">
                                        <p:cTn id="72" dur="500" fill="hold"/>
                                        <p:tgtEl>
                                          <p:spTgt spid="86">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5" grpId="0"/>
      <p:bldP spid="76"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76"/>
                        </p:tgtEl>
                        <p:attrNameLst>
                          <p:attrName>style.visibility</p:attrName>
                        </p:attrNameLst>
                      </p:cBhvr>
                      <p:to>
                        <p:strVal val="visible"/>
                      </p:to>
                    </p:set>
                    <p:anim calcmode="lin" valueType="num">
                      <p:cBhvr additive="base">
                        <p:cTn dur="500" fill="hold"/>
                        <p:tgtEl>
                          <p:spTgt spid="76"/>
                        </p:tgtEl>
                        <p:attrNameLst>
                          <p:attrName>ppt_x</p:attrName>
                        </p:attrNameLst>
                      </p:cBhvr>
                      <p:tavLst>
                        <p:tav tm="0">
                          <p:val>
                            <p:strVal val="#ppt_x"/>
                          </p:val>
                        </p:tav>
                        <p:tav tm="100000">
                          <p:val>
                            <p:strVal val="#ppt_x"/>
                          </p:val>
                        </p:tav>
                      </p:tavLst>
                    </p:anim>
                    <p:anim calcmode="lin" valueType="num">
                      <p:cBhvr additive="base">
                        <p:cTn dur="500" fill="hold"/>
                        <p:tgtEl>
                          <p:spTgt spid="76"/>
                        </p:tgtEl>
                        <p:attrNameLst>
                          <p:attrName>ppt_y</p:attrName>
                        </p:attrNameLst>
                      </p:cBhvr>
                      <p:tavLst>
                        <p:tav tm="0">
                          <p:val>
                            <p:strVal val="1+#ppt_h/2"/>
                          </p:val>
                        </p:tav>
                        <p:tav tm="100000">
                          <p:val>
                            <p:strVal val="#ppt_y"/>
                          </p:val>
                        </p:tav>
                      </p:tavLst>
                    </p:anim>
                  </p:childTnLst>
                </p:cTn>
              </p:par>
            </p:tnLst>
          </p:tmpl>
        </p:tmplLst>
      </p:bldP>
      <p:bldP spid="77"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77"/>
                        </p:tgtEl>
                        <p:attrNameLst>
                          <p:attrName>style.visibility</p:attrName>
                        </p:attrNameLst>
                      </p:cBhvr>
                      <p:to>
                        <p:strVal val="visible"/>
                      </p:to>
                    </p:set>
                    <p:anim calcmode="lin" valueType="num">
                      <p:cBhvr additive="base">
                        <p:cTn dur="500" fill="hold"/>
                        <p:tgtEl>
                          <p:spTgt spid="77"/>
                        </p:tgtEl>
                        <p:attrNameLst>
                          <p:attrName>ppt_x</p:attrName>
                        </p:attrNameLst>
                      </p:cBhvr>
                      <p:tavLst>
                        <p:tav tm="0">
                          <p:val>
                            <p:strVal val="#ppt_x"/>
                          </p:val>
                        </p:tav>
                        <p:tav tm="100000">
                          <p:val>
                            <p:strVal val="#ppt_x"/>
                          </p:val>
                        </p:tav>
                      </p:tavLst>
                    </p:anim>
                    <p:anim calcmode="lin" valueType="num">
                      <p:cBhvr additive="base">
                        <p:cTn dur="500" fill="hold"/>
                        <p:tgtEl>
                          <p:spTgt spid="77"/>
                        </p:tgtEl>
                        <p:attrNameLst>
                          <p:attrName>ppt_y</p:attrName>
                        </p:attrNameLst>
                      </p:cBhvr>
                      <p:tavLst>
                        <p:tav tm="0">
                          <p:val>
                            <p:strVal val="1+#ppt_h/2"/>
                          </p:val>
                        </p:tav>
                        <p:tav tm="100000">
                          <p:val>
                            <p:strVal val="#ppt_y"/>
                          </p:val>
                        </p:tav>
                      </p:tavLst>
                    </p:anim>
                  </p:childTnLst>
                </p:cTn>
              </p:par>
            </p:tnLst>
          </p:tmpl>
        </p:tmplLst>
      </p:bldP>
      <p:bldP spid="78" grpId="0" animBg="1"/>
      <p:bldP spid="79"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79"/>
                        </p:tgtEl>
                        <p:attrNameLst>
                          <p:attrName>style.visibility</p:attrName>
                        </p:attrNameLst>
                      </p:cBhvr>
                      <p:to>
                        <p:strVal val="visible"/>
                      </p:to>
                    </p:set>
                    <p:animEffect transition="in" filter="wipe(down)">
                      <p:cBhvr>
                        <p:cTn dur="500"/>
                        <p:tgtEl>
                          <p:spTgt spid="79"/>
                        </p:tgtEl>
                      </p:cBhvr>
                    </p:animEffect>
                  </p:childTnLst>
                </p:cTn>
              </p:par>
            </p:tnLst>
          </p:tmpl>
        </p:tmplLst>
      </p:bldP>
      <p:bldP spid="80" grpId="0"/>
      <p:bldP spid="81"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81"/>
                        </p:tgtEl>
                        <p:attrNameLst>
                          <p:attrName>style.visibility</p:attrName>
                        </p:attrNameLst>
                      </p:cBhvr>
                      <p:to>
                        <p:strVal val="visible"/>
                      </p:to>
                    </p:set>
                    <p:anim calcmode="lin" valueType="num">
                      <p:cBhvr additive="base">
                        <p:cTn dur="500" fill="hold"/>
                        <p:tgtEl>
                          <p:spTgt spid="81"/>
                        </p:tgtEl>
                        <p:attrNameLst>
                          <p:attrName>ppt_x</p:attrName>
                        </p:attrNameLst>
                      </p:cBhvr>
                      <p:tavLst>
                        <p:tav tm="0">
                          <p:val>
                            <p:strVal val="#ppt_x"/>
                          </p:val>
                        </p:tav>
                        <p:tav tm="100000">
                          <p:val>
                            <p:strVal val="#ppt_x"/>
                          </p:val>
                        </p:tav>
                      </p:tavLst>
                    </p:anim>
                    <p:anim calcmode="lin" valueType="num">
                      <p:cBhvr additive="base">
                        <p:cTn dur="500" fill="hold"/>
                        <p:tgtEl>
                          <p:spTgt spid="81"/>
                        </p:tgtEl>
                        <p:attrNameLst>
                          <p:attrName>ppt_y</p:attrName>
                        </p:attrNameLst>
                      </p:cBhvr>
                      <p:tavLst>
                        <p:tav tm="0">
                          <p:val>
                            <p:strVal val="1+#ppt_h/2"/>
                          </p:val>
                        </p:tav>
                        <p:tav tm="100000">
                          <p:val>
                            <p:strVal val="#ppt_y"/>
                          </p:val>
                        </p:tav>
                      </p:tavLst>
                    </p:anim>
                  </p:childTnLst>
                </p:cTn>
              </p:par>
            </p:tnLst>
          </p:tmpl>
        </p:tmplLst>
      </p:bldP>
      <p:bldP spid="82"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82"/>
                        </p:tgtEl>
                        <p:attrNameLst>
                          <p:attrName>style.visibility</p:attrName>
                        </p:attrNameLst>
                      </p:cBhvr>
                      <p:to>
                        <p:strVal val="visible"/>
                      </p:to>
                    </p:set>
                    <p:anim calcmode="lin" valueType="num">
                      <p:cBhvr additive="base">
                        <p:cTn dur="500" fill="hold"/>
                        <p:tgtEl>
                          <p:spTgt spid="82"/>
                        </p:tgtEl>
                        <p:attrNameLst>
                          <p:attrName>ppt_x</p:attrName>
                        </p:attrNameLst>
                      </p:cBhvr>
                      <p:tavLst>
                        <p:tav tm="0">
                          <p:val>
                            <p:strVal val="#ppt_x"/>
                          </p:val>
                        </p:tav>
                        <p:tav tm="100000">
                          <p:val>
                            <p:strVal val="#ppt_x"/>
                          </p:val>
                        </p:tav>
                      </p:tavLst>
                    </p:anim>
                    <p:anim calcmode="lin" valueType="num">
                      <p:cBhvr additive="base">
                        <p:cTn dur="500" fill="hold"/>
                        <p:tgtEl>
                          <p:spTgt spid="82"/>
                        </p:tgtEl>
                        <p:attrNameLst>
                          <p:attrName>ppt_y</p:attrName>
                        </p:attrNameLst>
                      </p:cBhvr>
                      <p:tavLst>
                        <p:tav tm="0">
                          <p:val>
                            <p:strVal val="1+#ppt_h/2"/>
                          </p:val>
                        </p:tav>
                        <p:tav tm="100000">
                          <p:val>
                            <p:strVal val="#ppt_y"/>
                          </p:val>
                        </p:tav>
                      </p:tavLst>
                    </p:anim>
                  </p:childTnLst>
                </p:cTn>
              </p:par>
            </p:tnLst>
          </p:tmpl>
        </p:tmplLst>
      </p:bldP>
      <p:bldP spid="83" grpId="0" animBg="1"/>
      <p:bldP spid="84"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84"/>
                        </p:tgtEl>
                        <p:attrNameLst>
                          <p:attrName>style.visibility</p:attrName>
                        </p:attrNameLst>
                      </p:cBhvr>
                      <p:to>
                        <p:strVal val="visible"/>
                      </p:to>
                    </p:set>
                    <p:animEffect transition="in" filter="wipe(down)">
                      <p:cBhvr>
                        <p:cTn dur="500"/>
                        <p:tgtEl>
                          <p:spTgt spid="84"/>
                        </p:tgtEl>
                      </p:cBhvr>
                    </p:animEffect>
                  </p:childTnLst>
                </p:cTn>
              </p:par>
            </p:tnLst>
          </p:tmpl>
        </p:tmplLst>
      </p:bldP>
      <p:bldP spid="85" grpId="0"/>
      <p:bldP spid="86"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86"/>
                        </p:tgtEl>
                        <p:attrNameLst>
                          <p:attrName>style.visibility</p:attrName>
                        </p:attrNameLst>
                      </p:cBhvr>
                      <p:to>
                        <p:strVal val="visible"/>
                      </p:to>
                    </p:set>
                    <p:anim calcmode="lin" valueType="num">
                      <p:cBhvr additive="base">
                        <p:cTn dur="500" fill="hold"/>
                        <p:tgtEl>
                          <p:spTgt spid="86"/>
                        </p:tgtEl>
                        <p:attrNameLst>
                          <p:attrName>ppt_x</p:attrName>
                        </p:attrNameLst>
                      </p:cBhvr>
                      <p:tavLst>
                        <p:tav tm="0">
                          <p:val>
                            <p:strVal val="#ppt_x"/>
                          </p:val>
                        </p:tav>
                        <p:tav tm="100000">
                          <p:val>
                            <p:strVal val="#ppt_x"/>
                          </p:val>
                        </p:tav>
                      </p:tavLst>
                    </p:anim>
                    <p:anim calcmode="lin" valueType="num">
                      <p:cBhvr additive="base">
                        <p:cTn dur="500" fill="hold"/>
                        <p:tgtEl>
                          <p:spTgt spid="86"/>
                        </p:tgtEl>
                        <p:attrNameLst>
                          <p:attrName>ppt_y</p:attrName>
                        </p:attrNameLst>
                      </p:cBhvr>
                      <p:tavLst>
                        <p:tav tm="0">
                          <p:val>
                            <p:strVal val="1+#ppt_h/2"/>
                          </p:val>
                        </p:tav>
                        <p:tav tm="100000">
                          <p:val>
                            <p:strVal val="#ppt_y"/>
                          </p:val>
                        </p:tav>
                      </p:tavLst>
                    </p:anim>
                  </p:childTnLst>
                </p:cTn>
              </p:par>
            </p:tnLst>
          </p:tmpl>
        </p:tmplLst>
      </p:bldP>
      <p:bldP spid="87"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87"/>
                        </p:tgtEl>
                        <p:attrNameLst>
                          <p:attrName>style.visibility</p:attrName>
                        </p:attrNameLst>
                      </p:cBhvr>
                      <p:to>
                        <p:strVal val="visible"/>
                      </p:to>
                    </p:set>
                    <p:anim calcmode="lin" valueType="num">
                      <p:cBhvr additive="base">
                        <p:cTn dur="500" fill="hold"/>
                        <p:tgtEl>
                          <p:spTgt spid="87"/>
                        </p:tgtEl>
                        <p:attrNameLst>
                          <p:attrName>ppt_x</p:attrName>
                        </p:attrNameLst>
                      </p:cBhvr>
                      <p:tavLst>
                        <p:tav tm="0">
                          <p:val>
                            <p:strVal val="#ppt_x"/>
                          </p:val>
                        </p:tav>
                        <p:tav tm="100000">
                          <p:val>
                            <p:strVal val="#ppt_x"/>
                          </p:val>
                        </p:tav>
                      </p:tavLst>
                    </p:anim>
                    <p:anim calcmode="lin" valueType="num">
                      <p:cBhvr additive="base">
                        <p:cTn dur="500" fill="hold"/>
                        <p:tgtEl>
                          <p:spTgt spid="87"/>
                        </p:tgtEl>
                        <p:attrNameLst>
                          <p:attrName>ppt_y</p:attrName>
                        </p:attrNameLst>
                      </p:cBhvr>
                      <p:tavLst>
                        <p:tav tm="0">
                          <p:val>
                            <p:strVal val="1+#ppt_h/2"/>
                          </p:val>
                        </p:tav>
                        <p:tav tm="100000">
                          <p:val>
                            <p:strVal val="#ppt_y"/>
                          </p:val>
                        </p:tav>
                      </p:tavLst>
                    </p:anim>
                  </p:childTnLst>
                </p:cTn>
              </p:par>
            </p:tnLst>
          </p:tmpl>
        </p:tmplLst>
      </p:bldP>
      <p:bldP spid="88" grpId="0" animBg="1"/>
      <p:bldP spid="89"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89"/>
                        </p:tgtEl>
                        <p:attrNameLst>
                          <p:attrName>style.visibility</p:attrName>
                        </p:attrNameLst>
                      </p:cBhvr>
                      <p:to>
                        <p:strVal val="visible"/>
                      </p:to>
                    </p:set>
                    <p:animEffect transition="in" filter="wipe(down)">
                      <p:cBhvr>
                        <p:cTn dur="500"/>
                        <p:tgtEl>
                          <p:spTgt spid="89"/>
                        </p:tgtEl>
                      </p:cBhvr>
                    </p:animEffect>
                  </p:childTnLst>
                </p:cTn>
              </p:par>
            </p:tnLst>
          </p:tmpl>
        </p:tmplLst>
      </p:bldP>
    </p:bldLst>
  </p:timing>
</p:sldLayout>
</file>

<file path=ppt/slideLayouts/slideLayout399.xml><?xml version="1.0" encoding="utf-8"?>
<p:sldLayout xmlns:a="http://schemas.openxmlformats.org/drawingml/2006/main" xmlns:r="http://schemas.openxmlformats.org/officeDocument/2006/relationships" xmlns:p="http://schemas.openxmlformats.org/presentationml/2006/main" userDrawn="1">
  <p:cSld name="Four Pic Ver">
    <p:spTree>
      <p:nvGrpSpPr>
        <p:cNvPr id="1" name=""/>
        <p:cNvGrpSpPr/>
        <p:nvPr/>
      </p:nvGrpSpPr>
      <p:grpSpPr>
        <a:xfrm>
          <a:off x="0" y="0"/>
          <a:ext cx="0" cy="0"/>
          <a:chOff x="0" y="0"/>
          <a:chExt cx="0" cy="0"/>
        </a:xfrm>
      </p:grpSpPr>
      <p:sp>
        <p:nvSpPr>
          <p:cNvPr id="12" name="Picture Placeholder 7"/>
          <p:cNvSpPr>
            <a:spLocks noGrp="1"/>
          </p:cNvSpPr>
          <p:nvPr>
            <p:ph type="pic" sz="quarter" idx="15" hasCustomPrompt="1"/>
          </p:nvPr>
        </p:nvSpPr>
        <p:spPr>
          <a:xfrm>
            <a:off x="590995" y="1536506"/>
            <a:ext cx="346953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4" name="Rectangle 3"/>
          <p:cNvSpPr/>
          <p:nvPr userDrawn="1"/>
        </p:nvSpPr>
        <p:spPr>
          <a:xfrm>
            <a:off x="590997" y="3341912"/>
            <a:ext cx="3469532" cy="56122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13" name="Text Placeholder 3"/>
          <p:cNvSpPr>
            <a:spLocks noGrp="1"/>
          </p:cNvSpPr>
          <p:nvPr>
            <p:ph type="body" sz="half" idx="17"/>
          </p:nvPr>
        </p:nvSpPr>
        <p:spPr>
          <a:xfrm>
            <a:off x="680830" y="3483079"/>
            <a:ext cx="3324756" cy="257040"/>
          </a:xfrm>
          <a:prstGeom prst="rect">
            <a:avLst/>
          </a:prstGeom>
        </p:spPr>
        <p:txBody>
          <a:bodyPr wrap="none" lIns="0" tIns="0" rIns="0" bIns="0" anchor="ctr">
            <a:noAutofit/>
          </a:bodyPr>
          <a:lstStyle>
            <a:lvl1pPr marL="0" indent="0" algn="ctr">
              <a:buNone/>
              <a:defRPr sz="1600"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14" name="Picture Placeholder 7"/>
          <p:cNvSpPr>
            <a:spLocks noGrp="1"/>
          </p:cNvSpPr>
          <p:nvPr>
            <p:ph type="pic" sz="quarter" idx="18" hasCustomPrompt="1"/>
          </p:nvPr>
        </p:nvSpPr>
        <p:spPr>
          <a:xfrm>
            <a:off x="4344201" y="1536506"/>
            <a:ext cx="346953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15" name="Rectangle 14"/>
          <p:cNvSpPr/>
          <p:nvPr userDrawn="1"/>
        </p:nvSpPr>
        <p:spPr>
          <a:xfrm>
            <a:off x="4344202" y="3341912"/>
            <a:ext cx="3469532" cy="56122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16" name="Text Placeholder 3"/>
          <p:cNvSpPr>
            <a:spLocks noGrp="1"/>
          </p:cNvSpPr>
          <p:nvPr>
            <p:ph type="body" sz="half" idx="19"/>
          </p:nvPr>
        </p:nvSpPr>
        <p:spPr>
          <a:xfrm>
            <a:off x="4434033" y="3483079"/>
            <a:ext cx="3324756" cy="257040"/>
          </a:xfrm>
          <a:prstGeom prst="rect">
            <a:avLst/>
          </a:prstGeom>
        </p:spPr>
        <p:txBody>
          <a:bodyPr wrap="none" lIns="0" tIns="0" rIns="0" bIns="0" anchor="ctr">
            <a:noAutofit/>
          </a:bodyPr>
          <a:lstStyle>
            <a:lvl1pPr marL="0" indent="0" algn="ctr">
              <a:buNone/>
              <a:defRPr sz="1600"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17" name="Picture Placeholder 7"/>
          <p:cNvSpPr>
            <a:spLocks noGrp="1"/>
          </p:cNvSpPr>
          <p:nvPr>
            <p:ph type="pic" sz="quarter" idx="20" hasCustomPrompt="1"/>
          </p:nvPr>
        </p:nvSpPr>
        <p:spPr>
          <a:xfrm>
            <a:off x="8094767" y="1536506"/>
            <a:ext cx="346953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18" name="Rectangle 17"/>
          <p:cNvSpPr/>
          <p:nvPr userDrawn="1"/>
        </p:nvSpPr>
        <p:spPr>
          <a:xfrm>
            <a:off x="8094769" y="3341912"/>
            <a:ext cx="3469532" cy="56122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19" name="Text Placeholder 3"/>
          <p:cNvSpPr>
            <a:spLocks noGrp="1"/>
          </p:cNvSpPr>
          <p:nvPr>
            <p:ph type="body" sz="half" idx="21"/>
          </p:nvPr>
        </p:nvSpPr>
        <p:spPr>
          <a:xfrm>
            <a:off x="8184601" y="3483079"/>
            <a:ext cx="3324756" cy="257040"/>
          </a:xfrm>
          <a:prstGeom prst="rect">
            <a:avLst/>
          </a:prstGeom>
        </p:spPr>
        <p:txBody>
          <a:bodyPr wrap="none" lIns="0" tIns="0" rIns="0" bIns="0" anchor="ctr">
            <a:noAutofit/>
          </a:bodyPr>
          <a:lstStyle>
            <a:lvl1pPr marL="0" indent="0" algn="ctr">
              <a:buNone/>
              <a:defRPr sz="1600"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20" name="Picture Placeholder 7"/>
          <p:cNvSpPr>
            <a:spLocks noGrp="1"/>
          </p:cNvSpPr>
          <p:nvPr>
            <p:ph type="pic" sz="quarter" idx="22" hasCustomPrompt="1"/>
          </p:nvPr>
        </p:nvSpPr>
        <p:spPr>
          <a:xfrm>
            <a:off x="590995" y="3990754"/>
            <a:ext cx="346953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21" name="Rectangle 20"/>
          <p:cNvSpPr/>
          <p:nvPr userDrawn="1"/>
        </p:nvSpPr>
        <p:spPr>
          <a:xfrm>
            <a:off x="590997" y="5796160"/>
            <a:ext cx="3469532" cy="561221"/>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22" name="Text Placeholder 3"/>
          <p:cNvSpPr>
            <a:spLocks noGrp="1"/>
          </p:cNvSpPr>
          <p:nvPr>
            <p:ph type="body" sz="half" idx="23"/>
          </p:nvPr>
        </p:nvSpPr>
        <p:spPr>
          <a:xfrm>
            <a:off x="680830" y="5937327"/>
            <a:ext cx="3324756" cy="257040"/>
          </a:xfrm>
          <a:prstGeom prst="rect">
            <a:avLst/>
          </a:prstGeom>
        </p:spPr>
        <p:txBody>
          <a:bodyPr wrap="none" lIns="0" tIns="0" rIns="0" bIns="0" anchor="ctr">
            <a:noAutofit/>
          </a:bodyPr>
          <a:lstStyle>
            <a:lvl1pPr marL="0" indent="0" algn="ctr">
              <a:buNone/>
              <a:defRPr sz="1600"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23" name="Picture Placeholder 7"/>
          <p:cNvSpPr>
            <a:spLocks noGrp="1"/>
          </p:cNvSpPr>
          <p:nvPr>
            <p:ph type="pic" sz="quarter" idx="24" hasCustomPrompt="1"/>
          </p:nvPr>
        </p:nvSpPr>
        <p:spPr>
          <a:xfrm>
            <a:off x="4344201" y="3990754"/>
            <a:ext cx="346953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24" name="Rectangle 23"/>
          <p:cNvSpPr/>
          <p:nvPr userDrawn="1"/>
        </p:nvSpPr>
        <p:spPr>
          <a:xfrm>
            <a:off x="4344202" y="5796160"/>
            <a:ext cx="3469532" cy="561221"/>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25" name="Text Placeholder 3"/>
          <p:cNvSpPr>
            <a:spLocks noGrp="1"/>
          </p:cNvSpPr>
          <p:nvPr>
            <p:ph type="body" sz="half" idx="25"/>
          </p:nvPr>
        </p:nvSpPr>
        <p:spPr>
          <a:xfrm>
            <a:off x="4434033" y="5937327"/>
            <a:ext cx="3324756" cy="257040"/>
          </a:xfrm>
          <a:prstGeom prst="rect">
            <a:avLst/>
          </a:prstGeom>
        </p:spPr>
        <p:txBody>
          <a:bodyPr wrap="none" lIns="0" tIns="0" rIns="0" bIns="0" anchor="ctr">
            <a:noAutofit/>
          </a:bodyPr>
          <a:lstStyle>
            <a:lvl1pPr marL="0" indent="0" algn="ctr">
              <a:buNone/>
              <a:defRPr sz="1600"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26" name="Picture Placeholder 7"/>
          <p:cNvSpPr>
            <a:spLocks noGrp="1"/>
          </p:cNvSpPr>
          <p:nvPr>
            <p:ph type="pic" sz="quarter" idx="26" hasCustomPrompt="1"/>
          </p:nvPr>
        </p:nvSpPr>
        <p:spPr>
          <a:xfrm>
            <a:off x="8094767" y="3990754"/>
            <a:ext cx="346953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27" name="Rectangle 26"/>
          <p:cNvSpPr/>
          <p:nvPr userDrawn="1"/>
        </p:nvSpPr>
        <p:spPr>
          <a:xfrm>
            <a:off x="8094769" y="5796160"/>
            <a:ext cx="3469532" cy="561221"/>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28" name="Text Placeholder 3"/>
          <p:cNvSpPr>
            <a:spLocks noGrp="1"/>
          </p:cNvSpPr>
          <p:nvPr>
            <p:ph type="body" sz="half" idx="27"/>
          </p:nvPr>
        </p:nvSpPr>
        <p:spPr>
          <a:xfrm>
            <a:off x="8184601" y="5937327"/>
            <a:ext cx="3324756" cy="257040"/>
          </a:xfrm>
          <a:prstGeom prst="rect">
            <a:avLst/>
          </a:prstGeom>
        </p:spPr>
        <p:txBody>
          <a:bodyPr wrap="none" lIns="0" tIns="0" rIns="0" bIns="0" anchor="ctr">
            <a:noAutofit/>
          </a:bodyPr>
          <a:lstStyle>
            <a:lvl1pPr marL="0" indent="0" algn="ctr">
              <a:buNone/>
              <a:defRPr sz="1600"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29"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30"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239852049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after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wipe(down)">
                                      <p:cBhvr>
                                        <p:cTn id="7" dur="500"/>
                                        <p:tgtEl>
                                          <p:spTgt spid="12"/>
                                        </p:tgtEl>
                                      </p:cBhvr>
                                    </p:animEffect>
                                  </p:childTnLst>
                                </p:cTn>
                              </p:par>
                            </p:childTnLst>
                          </p:cTn>
                        </p:par>
                        <p:par>
                          <p:cTn id="8" fill="hold">
                            <p:stCondLst>
                              <p:cond delay="500"/>
                            </p:stCondLst>
                            <p:childTnLst>
                              <p:par>
                                <p:cTn id="9" presetID="22" presetClass="entr" presetSubtype="4" fill="hold" grpId="0" nodeType="afterEffect">
                                  <p:stCondLst>
                                    <p:cond delay="0"/>
                                  </p:stCondLst>
                                  <p:childTnLst>
                                    <p:set>
                                      <p:cBhvr>
                                        <p:cTn id="10" dur="1" fill="hold">
                                          <p:stCondLst>
                                            <p:cond delay="0"/>
                                          </p:stCondLst>
                                        </p:cTn>
                                        <p:tgtEl>
                                          <p:spTgt spid="4"/>
                                        </p:tgtEl>
                                        <p:attrNameLst>
                                          <p:attrName>style.visibility</p:attrName>
                                        </p:attrNameLst>
                                      </p:cBhvr>
                                      <p:to>
                                        <p:strVal val="visible"/>
                                      </p:to>
                                    </p:set>
                                    <p:animEffect transition="in" filter="wipe(down)">
                                      <p:cBhvr>
                                        <p:cTn id="11" dur="500"/>
                                        <p:tgtEl>
                                          <p:spTgt spid="4"/>
                                        </p:tgtEl>
                                      </p:cBhvr>
                                    </p:animEffect>
                                  </p:childTnLst>
                                </p:cTn>
                              </p:par>
                            </p:childTnLst>
                          </p:cTn>
                        </p:par>
                        <p:par>
                          <p:cTn id="12" fill="hold">
                            <p:stCondLst>
                              <p:cond delay="1000"/>
                            </p:stCondLst>
                            <p:childTnLst>
                              <p:par>
                                <p:cTn id="13" presetID="22" presetClass="entr" presetSubtype="4" fill="hold" grpId="0" nodeType="afterEffect" nodePh="1">
                                  <p:stCondLst>
                                    <p:cond delay="0"/>
                                  </p:stCondLst>
                                  <p:endCondLst>
                                    <p:cond evt="begin" delay="0">
                                      <p:tn val="13"/>
                                    </p:cond>
                                  </p:endCondLst>
                                  <p:childTnLst>
                                    <p:set>
                                      <p:cBhvr>
                                        <p:cTn id="14" dur="1" fill="hold">
                                          <p:stCondLst>
                                            <p:cond delay="0"/>
                                          </p:stCondLst>
                                        </p:cTn>
                                        <p:tgtEl>
                                          <p:spTgt spid="13">
                                            <p:txEl>
                                              <p:pRg st="0" end="0"/>
                                            </p:txEl>
                                          </p:spTgt>
                                        </p:tgtEl>
                                        <p:attrNameLst>
                                          <p:attrName>style.visibility</p:attrName>
                                        </p:attrNameLst>
                                      </p:cBhvr>
                                      <p:to>
                                        <p:strVal val="visible"/>
                                      </p:to>
                                    </p:set>
                                    <p:animEffect transition="in" filter="wipe(down)">
                                      <p:cBhvr>
                                        <p:cTn id="15" dur="500"/>
                                        <p:tgtEl>
                                          <p:spTgt spid="13">
                                            <p:txEl>
                                              <p:pRg st="0" end="0"/>
                                            </p:txEl>
                                          </p:spTgt>
                                        </p:tgtEl>
                                      </p:cBhvr>
                                    </p:animEffect>
                                  </p:childTnLst>
                                </p:cTn>
                              </p:par>
                            </p:childTnLst>
                          </p:cTn>
                        </p:par>
                        <p:par>
                          <p:cTn id="16" fill="hold">
                            <p:stCondLst>
                              <p:cond delay="1500"/>
                            </p:stCondLst>
                            <p:childTnLst>
                              <p:par>
                                <p:cTn id="17" presetID="22" presetClass="entr" presetSubtype="4" fill="hold" grpId="0" nodeType="afterEffect">
                                  <p:stCondLst>
                                    <p:cond delay="0"/>
                                  </p:stCondLst>
                                  <p:childTnLst>
                                    <p:set>
                                      <p:cBhvr>
                                        <p:cTn id="18" dur="1" fill="hold">
                                          <p:stCondLst>
                                            <p:cond delay="0"/>
                                          </p:stCondLst>
                                        </p:cTn>
                                        <p:tgtEl>
                                          <p:spTgt spid="14"/>
                                        </p:tgtEl>
                                        <p:attrNameLst>
                                          <p:attrName>style.visibility</p:attrName>
                                        </p:attrNameLst>
                                      </p:cBhvr>
                                      <p:to>
                                        <p:strVal val="visible"/>
                                      </p:to>
                                    </p:set>
                                    <p:animEffect transition="in" filter="wipe(down)">
                                      <p:cBhvr>
                                        <p:cTn id="19" dur="500"/>
                                        <p:tgtEl>
                                          <p:spTgt spid="14"/>
                                        </p:tgtEl>
                                      </p:cBhvr>
                                    </p:animEffect>
                                  </p:childTnLst>
                                </p:cTn>
                              </p:par>
                            </p:childTnLst>
                          </p:cTn>
                        </p:par>
                        <p:par>
                          <p:cTn id="20" fill="hold">
                            <p:stCondLst>
                              <p:cond delay="2000"/>
                            </p:stCondLst>
                            <p:childTnLst>
                              <p:par>
                                <p:cTn id="21" presetID="22" presetClass="entr" presetSubtype="4" fill="hold" grpId="0" nodeType="afterEffect">
                                  <p:stCondLst>
                                    <p:cond delay="0"/>
                                  </p:stCondLst>
                                  <p:childTnLst>
                                    <p:set>
                                      <p:cBhvr>
                                        <p:cTn id="22" dur="1" fill="hold">
                                          <p:stCondLst>
                                            <p:cond delay="0"/>
                                          </p:stCondLst>
                                        </p:cTn>
                                        <p:tgtEl>
                                          <p:spTgt spid="15"/>
                                        </p:tgtEl>
                                        <p:attrNameLst>
                                          <p:attrName>style.visibility</p:attrName>
                                        </p:attrNameLst>
                                      </p:cBhvr>
                                      <p:to>
                                        <p:strVal val="visible"/>
                                      </p:to>
                                    </p:set>
                                    <p:animEffect transition="in" filter="wipe(down)">
                                      <p:cBhvr>
                                        <p:cTn id="23" dur="500"/>
                                        <p:tgtEl>
                                          <p:spTgt spid="15"/>
                                        </p:tgtEl>
                                      </p:cBhvr>
                                    </p:animEffect>
                                  </p:childTnLst>
                                </p:cTn>
                              </p:par>
                            </p:childTnLst>
                          </p:cTn>
                        </p:par>
                        <p:par>
                          <p:cTn id="24" fill="hold">
                            <p:stCondLst>
                              <p:cond delay="2500"/>
                            </p:stCondLst>
                            <p:childTnLst>
                              <p:par>
                                <p:cTn id="25" presetID="22" presetClass="entr" presetSubtype="4" fill="hold" grpId="0" nodeType="afterEffect" nodePh="1">
                                  <p:stCondLst>
                                    <p:cond delay="0"/>
                                  </p:stCondLst>
                                  <p:endCondLst>
                                    <p:cond evt="begin" delay="0">
                                      <p:tn val="25"/>
                                    </p:cond>
                                  </p:endCondLst>
                                  <p:childTnLst>
                                    <p:set>
                                      <p:cBhvr>
                                        <p:cTn id="26" dur="1" fill="hold">
                                          <p:stCondLst>
                                            <p:cond delay="0"/>
                                          </p:stCondLst>
                                        </p:cTn>
                                        <p:tgtEl>
                                          <p:spTgt spid="16">
                                            <p:txEl>
                                              <p:pRg st="0" end="0"/>
                                            </p:txEl>
                                          </p:spTgt>
                                        </p:tgtEl>
                                        <p:attrNameLst>
                                          <p:attrName>style.visibility</p:attrName>
                                        </p:attrNameLst>
                                      </p:cBhvr>
                                      <p:to>
                                        <p:strVal val="visible"/>
                                      </p:to>
                                    </p:set>
                                    <p:animEffect transition="in" filter="wipe(down)">
                                      <p:cBhvr>
                                        <p:cTn id="27" dur="500"/>
                                        <p:tgtEl>
                                          <p:spTgt spid="16">
                                            <p:txEl>
                                              <p:pRg st="0" end="0"/>
                                            </p:txEl>
                                          </p:spTgt>
                                        </p:tgtEl>
                                      </p:cBhvr>
                                    </p:animEffect>
                                  </p:childTnLst>
                                </p:cTn>
                              </p:par>
                            </p:childTnLst>
                          </p:cTn>
                        </p:par>
                        <p:par>
                          <p:cTn id="28" fill="hold">
                            <p:stCondLst>
                              <p:cond delay="3000"/>
                            </p:stCondLst>
                            <p:childTnLst>
                              <p:par>
                                <p:cTn id="29" presetID="22" presetClass="entr" presetSubtype="4" fill="hold" grpId="0" nodeType="afterEffect">
                                  <p:stCondLst>
                                    <p:cond delay="0"/>
                                  </p:stCondLst>
                                  <p:childTnLst>
                                    <p:set>
                                      <p:cBhvr>
                                        <p:cTn id="30" dur="1" fill="hold">
                                          <p:stCondLst>
                                            <p:cond delay="0"/>
                                          </p:stCondLst>
                                        </p:cTn>
                                        <p:tgtEl>
                                          <p:spTgt spid="17"/>
                                        </p:tgtEl>
                                        <p:attrNameLst>
                                          <p:attrName>style.visibility</p:attrName>
                                        </p:attrNameLst>
                                      </p:cBhvr>
                                      <p:to>
                                        <p:strVal val="visible"/>
                                      </p:to>
                                    </p:set>
                                    <p:animEffect transition="in" filter="wipe(down)">
                                      <p:cBhvr>
                                        <p:cTn id="31" dur="500"/>
                                        <p:tgtEl>
                                          <p:spTgt spid="17"/>
                                        </p:tgtEl>
                                      </p:cBhvr>
                                    </p:animEffect>
                                  </p:childTnLst>
                                </p:cTn>
                              </p:par>
                            </p:childTnLst>
                          </p:cTn>
                        </p:par>
                        <p:par>
                          <p:cTn id="32" fill="hold">
                            <p:stCondLst>
                              <p:cond delay="3500"/>
                            </p:stCondLst>
                            <p:childTnLst>
                              <p:par>
                                <p:cTn id="33" presetID="22" presetClass="entr" presetSubtype="4" fill="hold" grpId="0" nodeType="afterEffect">
                                  <p:stCondLst>
                                    <p:cond delay="0"/>
                                  </p:stCondLst>
                                  <p:childTnLst>
                                    <p:set>
                                      <p:cBhvr>
                                        <p:cTn id="34" dur="1" fill="hold">
                                          <p:stCondLst>
                                            <p:cond delay="0"/>
                                          </p:stCondLst>
                                        </p:cTn>
                                        <p:tgtEl>
                                          <p:spTgt spid="18"/>
                                        </p:tgtEl>
                                        <p:attrNameLst>
                                          <p:attrName>style.visibility</p:attrName>
                                        </p:attrNameLst>
                                      </p:cBhvr>
                                      <p:to>
                                        <p:strVal val="visible"/>
                                      </p:to>
                                    </p:set>
                                    <p:animEffect transition="in" filter="wipe(down)">
                                      <p:cBhvr>
                                        <p:cTn id="35" dur="500"/>
                                        <p:tgtEl>
                                          <p:spTgt spid="18"/>
                                        </p:tgtEl>
                                      </p:cBhvr>
                                    </p:animEffect>
                                  </p:childTnLst>
                                </p:cTn>
                              </p:par>
                            </p:childTnLst>
                          </p:cTn>
                        </p:par>
                        <p:par>
                          <p:cTn id="36" fill="hold">
                            <p:stCondLst>
                              <p:cond delay="4000"/>
                            </p:stCondLst>
                            <p:childTnLst>
                              <p:par>
                                <p:cTn id="37" presetID="22" presetClass="entr" presetSubtype="4" fill="hold" grpId="0" nodeType="afterEffect" nodePh="1">
                                  <p:stCondLst>
                                    <p:cond delay="0"/>
                                  </p:stCondLst>
                                  <p:endCondLst>
                                    <p:cond evt="begin" delay="0">
                                      <p:tn val="37"/>
                                    </p:cond>
                                  </p:endCondLst>
                                  <p:childTnLst>
                                    <p:set>
                                      <p:cBhvr>
                                        <p:cTn id="38" dur="1" fill="hold">
                                          <p:stCondLst>
                                            <p:cond delay="0"/>
                                          </p:stCondLst>
                                        </p:cTn>
                                        <p:tgtEl>
                                          <p:spTgt spid="19">
                                            <p:txEl>
                                              <p:pRg st="0" end="0"/>
                                            </p:txEl>
                                          </p:spTgt>
                                        </p:tgtEl>
                                        <p:attrNameLst>
                                          <p:attrName>style.visibility</p:attrName>
                                        </p:attrNameLst>
                                      </p:cBhvr>
                                      <p:to>
                                        <p:strVal val="visible"/>
                                      </p:to>
                                    </p:set>
                                    <p:animEffect transition="in" filter="wipe(down)">
                                      <p:cBhvr>
                                        <p:cTn id="39" dur="500"/>
                                        <p:tgtEl>
                                          <p:spTgt spid="19">
                                            <p:txEl>
                                              <p:pRg st="0" end="0"/>
                                            </p:txEl>
                                          </p:spTgt>
                                        </p:tgtEl>
                                      </p:cBhvr>
                                    </p:animEffect>
                                  </p:childTnLst>
                                </p:cTn>
                              </p:par>
                            </p:childTnLst>
                          </p:cTn>
                        </p:par>
                        <p:par>
                          <p:cTn id="40" fill="hold">
                            <p:stCondLst>
                              <p:cond delay="4500"/>
                            </p:stCondLst>
                            <p:childTnLst>
                              <p:par>
                                <p:cTn id="41" presetID="22" presetClass="entr" presetSubtype="4" fill="hold" grpId="0" nodeType="afterEffect">
                                  <p:stCondLst>
                                    <p:cond delay="0"/>
                                  </p:stCondLst>
                                  <p:childTnLst>
                                    <p:set>
                                      <p:cBhvr>
                                        <p:cTn id="42" dur="1" fill="hold">
                                          <p:stCondLst>
                                            <p:cond delay="0"/>
                                          </p:stCondLst>
                                        </p:cTn>
                                        <p:tgtEl>
                                          <p:spTgt spid="20"/>
                                        </p:tgtEl>
                                        <p:attrNameLst>
                                          <p:attrName>style.visibility</p:attrName>
                                        </p:attrNameLst>
                                      </p:cBhvr>
                                      <p:to>
                                        <p:strVal val="visible"/>
                                      </p:to>
                                    </p:set>
                                    <p:animEffect transition="in" filter="wipe(down)">
                                      <p:cBhvr>
                                        <p:cTn id="43" dur="500"/>
                                        <p:tgtEl>
                                          <p:spTgt spid="20"/>
                                        </p:tgtEl>
                                      </p:cBhvr>
                                    </p:animEffect>
                                  </p:childTnLst>
                                </p:cTn>
                              </p:par>
                            </p:childTnLst>
                          </p:cTn>
                        </p:par>
                        <p:par>
                          <p:cTn id="44" fill="hold">
                            <p:stCondLst>
                              <p:cond delay="5000"/>
                            </p:stCondLst>
                            <p:childTnLst>
                              <p:par>
                                <p:cTn id="45" presetID="22" presetClass="entr" presetSubtype="4" fill="hold" grpId="0" nodeType="afterEffect">
                                  <p:stCondLst>
                                    <p:cond delay="0"/>
                                  </p:stCondLst>
                                  <p:childTnLst>
                                    <p:set>
                                      <p:cBhvr>
                                        <p:cTn id="46" dur="1" fill="hold">
                                          <p:stCondLst>
                                            <p:cond delay="0"/>
                                          </p:stCondLst>
                                        </p:cTn>
                                        <p:tgtEl>
                                          <p:spTgt spid="21"/>
                                        </p:tgtEl>
                                        <p:attrNameLst>
                                          <p:attrName>style.visibility</p:attrName>
                                        </p:attrNameLst>
                                      </p:cBhvr>
                                      <p:to>
                                        <p:strVal val="visible"/>
                                      </p:to>
                                    </p:set>
                                    <p:animEffect transition="in" filter="wipe(down)">
                                      <p:cBhvr>
                                        <p:cTn id="47" dur="500"/>
                                        <p:tgtEl>
                                          <p:spTgt spid="21"/>
                                        </p:tgtEl>
                                      </p:cBhvr>
                                    </p:animEffect>
                                  </p:childTnLst>
                                </p:cTn>
                              </p:par>
                            </p:childTnLst>
                          </p:cTn>
                        </p:par>
                        <p:par>
                          <p:cTn id="48" fill="hold">
                            <p:stCondLst>
                              <p:cond delay="5500"/>
                            </p:stCondLst>
                            <p:childTnLst>
                              <p:par>
                                <p:cTn id="49" presetID="22" presetClass="entr" presetSubtype="4" fill="hold" grpId="0" nodeType="afterEffect" nodePh="1">
                                  <p:stCondLst>
                                    <p:cond delay="0"/>
                                  </p:stCondLst>
                                  <p:endCondLst>
                                    <p:cond evt="begin" delay="0">
                                      <p:tn val="49"/>
                                    </p:cond>
                                  </p:endCondLst>
                                  <p:childTnLst>
                                    <p:set>
                                      <p:cBhvr>
                                        <p:cTn id="50" dur="1" fill="hold">
                                          <p:stCondLst>
                                            <p:cond delay="0"/>
                                          </p:stCondLst>
                                        </p:cTn>
                                        <p:tgtEl>
                                          <p:spTgt spid="22">
                                            <p:txEl>
                                              <p:pRg st="0" end="0"/>
                                            </p:txEl>
                                          </p:spTgt>
                                        </p:tgtEl>
                                        <p:attrNameLst>
                                          <p:attrName>style.visibility</p:attrName>
                                        </p:attrNameLst>
                                      </p:cBhvr>
                                      <p:to>
                                        <p:strVal val="visible"/>
                                      </p:to>
                                    </p:set>
                                    <p:animEffect transition="in" filter="wipe(down)">
                                      <p:cBhvr>
                                        <p:cTn id="51" dur="500"/>
                                        <p:tgtEl>
                                          <p:spTgt spid="22">
                                            <p:txEl>
                                              <p:pRg st="0" end="0"/>
                                            </p:txEl>
                                          </p:spTgt>
                                        </p:tgtEl>
                                      </p:cBhvr>
                                    </p:animEffect>
                                  </p:childTnLst>
                                </p:cTn>
                              </p:par>
                            </p:childTnLst>
                          </p:cTn>
                        </p:par>
                        <p:par>
                          <p:cTn id="52" fill="hold">
                            <p:stCondLst>
                              <p:cond delay="6000"/>
                            </p:stCondLst>
                            <p:childTnLst>
                              <p:par>
                                <p:cTn id="53" presetID="22" presetClass="entr" presetSubtype="4" fill="hold" grpId="0" nodeType="afterEffect">
                                  <p:stCondLst>
                                    <p:cond delay="0"/>
                                  </p:stCondLst>
                                  <p:childTnLst>
                                    <p:set>
                                      <p:cBhvr>
                                        <p:cTn id="54" dur="1" fill="hold">
                                          <p:stCondLst>
                                            <p:cond delay="0"/>
                                          </p:stCondLst>
                                        </p:cTn>
                                        <p:tgtEl>
                                          <p:spTgt spid="23"/>
                                        </p:tgtEl>
                                        <p:attrNameLst>
                                          <p:attrName>style.visibility</p:attrName>
                                        </p:attrNameLst>
                                      </p:cBhvr>
                                      <p:to>
                                        <p:strVal val="visible"/>
                                      </p:to>
                                    </p:set>
                                    <p:animEffect transition="in" filter="wipe(down)">
                                      <p:cBhvr>
                                        <p:cTn id="55" dur="500"/>
                                        <p:tgtEl>
                                          <p:spTgt spid="23"/>
                                        </p:tgtEl>
                                      </p:cBhvr>
                                    </p:animEffect>
                                  </p:childTnLst>
                                </p:cTn>
                              </p:par>
                            </p:childTnLst>
                          </p:cTn>
                        </p:par>
                        <p:par>
                          <p:cTn id="56" fill="hold">
                            <p:stCondLst>
                              <p:cond delay="6500"/>
                            </p:stCondLst>
                            <p:childTnLst>
                              <p:par>
                                <p:cTn id="57" presetID="22" presetClass="entr" presetSubtype="4" fill="hold" grpId="0" nodeType="afterEffect">
                                  <p:stCondLst>
                                    <p:cond delay="0"/>
                                  </p:stCondLst>
                                  <p:childTnLst>
                                    <p:set>
                                      <p:cBhvr>
                                        <p:cTn id="58" dur="1" fill="hold">
                                          <p:stCondLst>
                                            <p:cond delay="0"/>
                                          </p:stCondLst>
                                        </p:cTn>
                                        <p:tgtEl>
                                          <p:spTgt spid="24"/>
                                        </p:tgtEl>
                                        <p:attrNameLst>
                                          <p:attrName>style.visibility</p:attrName>
                                        </p:attrNameLst>
                                      </p:cBhvr>
                                      <p:to>
                                        <p:strVal val="visible"/>
                                      </p:to>
                                    </p:set>
                                    <p:animEffect transition="in" filter="wipe(down)">
                                      <p:cBhvr>
                                        <p:cTn id="59" dur="500"/>
                                        <p:tgtEl>
                                          <p:spTgt spid="24"/>
                                        </p:tgtEl>
                                      </p:cBhvr>
                                    </p:animEffect>
                                  </p:childTnLst>
                                </p:cTn>
                              </p:par>
                            </p:childTnLst>
                          </p:cTn>
                        </p:par>
                        <p:par>
                          <p:cTn id="60" fill="hold">
                            <p:stCondLst>
                              <p:cond delay="7000"/>
                            </p:stCondLst>
                            <p:childTnLst>
                              <p:par>
                                <p:cTn id="61" presetID="22" presetClass="entr" presetSubtype="4" fill="hold" grpId="0" nodeType="afterEffect" nodePh="1">
                                  <p:stCondLst>
                                    <p:cond delay="0"/>
                                  </p:stCondLst>
                                  <p:endCondLst>
                                    <p:cond evt="begin" delay="0">
                                      <p:tn val="61"/>
                                    </p:cond>
                                  </p:endCondLst>
                                  <p:childTnLst>
                                    <p:set>
                                      <p:cBhvr>
                                        <p:cTn id="62" dur="1" fill="hold">
                                          <p:stCondLst>
                                            <p:cond delay="0"/>
                                          </p:stCondLst>
                                        </p:cTn>
                                        <p:tgtEl>
                                          <p:spTgt spid="25">
                                            <p:txEl>
                                              <p:pRg st="0" end="0"/>
                                            </p:txEl>
                                          </p:spTgt>
                                        </p:tgtEl>
                                        <p:attrNameLst>
                                          <p:attrName>style.visibility</p:attrName>
                                        </p:attrNameLst>
                                      </p:cBhvr>
                                      <p:to>
                                        <p:strVal val="visible"/>
                                      </p:to>
                                    </p:set>
                                    <p:animEffect transition="in" filter="wipe(down)">
                                      <p:cBhvr>
                                        <p:cTn id="63" dur="500"/>
                                        <p:tgtEl>
                                          <p:spTgt spid="25">
                                            <p:txEl>
                                              <p:pRg st="0" end="0"/>
                                            </p:txEl>
                                          </p:spTgt>
                                        </p:tgtEl>
                                      </p:cBhvr>
                                    </p:animEffect>
                                  </p:childTnLst>
                                </p:cTn>
                              </p:par>
                            </p:childTnLst>
                          </p:cTn>
                        </p:par>
                        <p:par>
                          <p:cTn id="64" fill="hold">
                            <p:stCondLst>
                              <p:cond delay="7500"/>
                            </p:stCondLst>
                            <p:childTnLst>
                              <p:par>
                                <p:cTn id="65" presetID="22" presetClass="entr" presetSubtype="4" fill="hold" grpId="0" nodeType="afterEffect">
                                  <p:stCondLst>
                                    <p:cond delay="0"/>
                                  </p:stCondLst>
                                  <p:childTnLst>
                                    <p:set>
                                      <p:cBhvr>
                                        <p:cTn id="66" dur="1" fill="hold">
                                          <p:stCondLst>
                                            <p:cond delay="0"/>
                                          </p:stCondLst>
                                        </p:cTn>
                                        <p:tgtEl>
                                          <p:spTgt spid="26"/>
                                        </p:tgtEl>
                                        <p:attrNameLst>
                                          <p:attrName>style.visibility</p:attrName>
                                        </p:attrNameLst>
                                      </p:cBhvr>
                                      <p:to>
                                        <p:strVal val="visible"/>
                                      </p:to>
                                    </p:set>
                                    <p:animEffect transition="in" filter="wipe(down)">
                                      <p:cBhvr>
                                        <p:cTn id="67" dur="500"/>
                                        <p:tgtEl>
                                          <p:spTgt spid="26"/>
                                        </p:tgtEl>
                                      </p:cBhvr>
                                    </p:animEffect>
                                  </p:childTnLst>
                                </p:cTn>
                              </p:par>
                            </p:childTnLst>
                          </p:cTn>
                        </p:par>
                        <p:par>
                          <p:cTn id="68" fill="hold">
                            <p:stCondLst>
                              <p:cond delay="8000"/>
                            </p:stCondLst>
                            <p:childTnLst>
                              <p:par>
                                <p:cTn id="69" presetID="22" presetClass="entr" presetSubtype="4" fill="hold" grpId="0" nodeType="afterEffect">
                                  <p:stCondLst>
                                    <p:cond delay="0"/>
                                  </p:stCondLst>
                                  <p:childTnLst>
                                    <p:set>
                                      <p:cBhvr>
                                        <p:cTn id="70" dur="1" fill="hold">
                                          <p:stCondLst>
                                            <p:cond delay="0"/>
                                          </p:stCondLst>
                                        </p:cTn>
                                        <p:tgtEl>
                                          <p:spTgt spid="27"/>
                                        </p:tgtEl>
                                        <p:attrNameLst>
                                          <p:attrName>style.visibility</p:attrName>
                                        </p:attrNameLst>
                                      </p:cBhvr>
                                      <p:to>
                                        <p:strVal val="visible"/>
                                      </p:to>
                                    </p:set>
                                    <p:animEffect transition="in" filter="wipe(down)">
                                      <p:cBhvr>
                                        <p:cTn id="71" dur="500"/>
                                        <p:tgtEl>
                                          <p:spTgt spid="27"/>
                                        </p:tgtEl>
                                      </p:cBhvr>
                                    </p:animEffect>
                                  </p:childTnLst>
                                </p:cTn>
                              </p:par>
                            </p:childTnLst>
                          </p:cTn>
                        </p:par>
                        <p:par>
                          <p:cTn id="72" fill="hold">
                            <p:stCondLst>
                              <p:cond delay="8500"/>
                            </p:stCondLst>
                            <p:childTnLst>
                              <p:par>
                                <p:cTn id="73" presetID="22" presetClass="entr" presetSubtype="4" fill="hold" grpId="0" nodeType="afterEffect" nodePh="1">
                                  <p:stCondLst>
                                    <p:cond delay="0"/>
                                  </p:stCondLst>
                                  <p:endCondLst>
                                    <p:cond evt="begin" delay="0">
                                      <p:tn val="73"/>
                                    </p:cond>
                                  </p:endCondLst>
                                  <p:childTnLst>
                                    <p:set>
                                      <p:cBhvr>
                                        <p:cTn id="74" dur="1" fill="hold">
                                          <p:stCondLst>
                                            <p:cond delay="0"/>
                                          </p:stCondLst>
                                        </p:cTn>
                                        <p:tgtEl>
                                          <p:spTgt spid="28">
                                            <p:txEl>
                                              <p:pRg st="0" end="0"/>
                                            </p:txEl>
                                          </p:spTgt>
                                        </p:tgtEl>
                                        <p:attrNameLst>
                                          <p:attrName>style.visibility</p:attrName>
                                        </p:attrNameLst>
                                      </p:cBhvr>
                                      <p:to>
                                        <p:strVal val="visible"/>
                                      </p:to>
                                    </p:set>
                                    <p:animEffect transition="in" filter="wipe(down)">
                                      <p:cBhvr>
                                        <p:cTn id="75" dur="500"/>
                                        <p:tgtEl>
                                          <p:spTgt spid="28">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4" grpId="0" animBg="1"/>
      <p:bldP spid="13"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13"/>
                        </p:tgtEl>
                        <p:attrNameLst>
                          <p:attrName>style.visibility</p:attrName>
                        </p:attrNameLst>
                      </p:cBhvr>
                      <p:to>
                        <p:strVal val="visible"/>
                      </p:to>
                    </p:set>
                    <p:animEffect transition="in" filter="wipe(down)">
                      <p:cBhvr>
                        <p:cTn dur="500"/>
                        <p:tgtEl>
                          <p:spTgt spid="13"/>
                        </p:tgtEl>
                      </p:cBhvr>
                    </p:animEffect>
                  </p:childTnLst>
                </p:cTn>
              </p:par>
            </p:tnLst>
          </p:tmpl>
        </p:tmplLst>
      </p:bldP>
      <p:bldP spid="14" grpId="0"/>
      <p:bldP spid="15" grpId="0" animBg="1"/>
      <p:bldP spid="16"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16"/>
                        </p:tgtEl>
                        <p:attrNameLst>
                          <p:attrName>style.visibility</p:attrName>
                        </p:attrNameLst>
                      </p:cBhvr>
                      <p:to>
                        <p:strVal val="visible"/>
                      </p:to>
                    </p:set>
                    <p:animEffect transition="in" filter="wipe(down)">
                      <p:cBhvr>
                        <p:cTn dur="500"/>
                        <p:tgtEl>
                          <p:spTgt spid="16"/>
                        </p:tgtEl>
                      </p:cBhvr>
                    </p:animEffect>
                  </p:childTnLst>
                </p:cTn>
              </p:par>
            </p:tnLst>
          </p:tmpl>
        </p:tmplLst>
      </p:bldP>
      <p:bldP spid="17" grpId="0"/>
      <p:bldP spid="18" grpId="0" animBg="1"/>
      <p:bldP spid="19"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19"/>
                        </p:tgtEl>
                        <p:attrNameLst>
                          <p:attrName>style.visibility</p:attrName>
                        </p:attrNameLst>
                      </p:cBhvr>
                      <p:to>
                        <p:strVal val="visible"/>
                      </p:to>
                    </p:set>
                    <p:animEffect transition="in" filter="wipe(down)">
                      <p:cBhvr>
                        <p:cTn dur="500"/>
                        <p:tgtEl>
                          <p:spTgt spid="19"/>
                        </p:tgtEl>
                      </p:cBhvr>
                    </p:animEffect>
                  </p:childTnLst>
                </p:cTn>
              </p:par>
            </p:tnLst>
          </p:tmpl>
        </p:tmplLst>
      </p:bldP>
      <p:bldP spid="20" grpId="0"/>
      <p:bldP spid="21" grpId="0" animBg="1"/>
      <p:bldP spid="22"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2"/>
                        </p:tgtEl>
                        <p:attrNameLst>
                          <p:attrName>style.visibility</p:attrName>
                        </p:attrNameLst>
                      </p:cBhvr>
                      <p:to>
                        <p:strVal val="visible"/>
                      </p:to>
                    </p:set>
                    <p:animEffect transition="in" filter="wipe(down)">
                      <p:cBhvr>
                        <p:cTn dur="500"/>
                        <p:tgtEl>
                          <p:spTgt spid="22"/>
                        </p:tgtEl>
                      </p:cBhvr>
                    </p:animEffect>
                  </p:childTnLst>
                </p:cTn>
              </p:par>
            </p:tnLst>
          </p:tmpl>
        </p:tmplLst>
      </p:bldP>
      <p:bldP spid="23" grpId="0"/>
      <p:bldP spid="24" grpId="0" animBg="1"/>
      <p:bldP spid="25"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5"/>
                        </p:tgtEl>
                        <p:attrNameLst>
                          <p:attrName>style.visibility</p:attrName>
                        </p:attrNameLst>
                      </p:cBhvr>
                      <p:to>
                        <p:strVal val="visible"/>
                      </p:to>
                    </p:set>
                    <p:animEffect transition="in" filter="wipe(down)">
                      <p:cBhvr>
                        <p:cTn dur="500"/>
                        <p:tgtEl>
                          <p:spTgt spid="25"/>
                        </p:tgtEl>
                      </p:cBhvr>
                    </p:animEffect>
                  </p:childTnLst>
                </p:cTn>
              </p:par>
            </p:tnLst>
          </p:tmpl>
        </p:tmplLst>
      </p:bldP>
      <p:bldP spid="26" grpId="0"/>
      <p:bldP spid="27" grpId="0" animBg="1"/>
      <p:bldP spid="28"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8"/>
                        </p:tgtEl>
                        <p:attrNameLst>
                          <p:attrName>style.visibility</p:attrName>
                        </p:attrNameLst>
                      </p:cBhvr>
                      <p:to>
                        <p:strVal val="visible"/>
                      </p:to>
                    </p:set>
                    <p:animEffect transition="in" filter="wipe(down)">
                      <p:cBhvr>
                        <p:cTn dur="500"/>
                        <p:tgtEl>
                          <p:spTgt spid="28"/>
                        </p:tgtEl>
                      </p:cBhvr>
                    </p:animEffect>
                  </p:childTnLst>
                </p:cTn>
              </p:par>
            </p:tnLst>
          </p:tmpl>
        </p:tmplLst>
      </p:bldP>
    </p:bldLst>
  </p:timing>
</p:sldLayout>
</file>

<file path=ppt/slideLayouts/slideLayout400.xml><?xml version="1.0" encoding="utf-8"?>
<p:sldLayout xmlns:a="http://schemas.openxmlformats.org/drawingml/2006/main" xmlns:r="http://schemas.openxmlformats.org/officeDocument/2006/relationships" xmlns:p="http://schemas.openxmlformats.org/presentationml/2006/main" userDrawn="1">
  <p:cSld name="MockUp02">
    <p:spTree>
      <p:nvGrpSpPr>
        <p:cNvPr id="1" name=""/>
        <p:cNvGrpSpPr/>
        <p:nvPr/>
      </p:nvGrpSpPr>
      <p:grpSpPr>
        <a:xfrm>
          <a:off x="0" y="0"/>
          <a:ext cx="0" cy="0"/>
          <a:chOff x="0" y="0"/>
          <a:chExt cx="0" cy="0"/>
        </a:xfrm>
      </p:grpSpPr>
      <p:grpSp>
        <p:nvGrpSpPr>
          <p:cNvPr id="14" name="Group 13"/>
          <p:cNvGrpSpPr/>
          <p:nvPr userDrawn="1"/>
        </p:nvGrpSpPr>
        <p:grpSpPr>
          <a:xfrm>
            <a:off x="4811183" y="1589752"/>
            <a:ext cx="2569636" cy="4785648"/>
            <a:chOff x="6140449" y="1116114"/>
            <a:chExt cx="1927226" cy="3589236"/>
          </a:xfrm>
        </p:grpSpPr>
        <p:sp>
          <p:nvSpPr>
            <p:cNvPr id="15" name="Rectangle 14"/>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18"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rgbClr val="7F8183"/>
            </a:solid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sp>
        <p:nvSpPr>
          <p:cNvPr id="20" name="Picture Placeholder 7"/>
          <p:cNvSpPr>
            <a:spLocks noGrp="1"/>
          </p:cNvSpPr>
          <p:nvPr>
            <p:ph type="pic" sz="quarter" idx="10" hasCustomPrompt="1"/>
          </p:nvPr>
        </p:nvSpPr>
        <p:spPr>
          <a:xfrm>
            <a:off x="4978400" y="2267109"/>
            <a:ext cx="2235200" cy="3386444"/>
          </a:xfrm>
          <a:prstGeom prst="rect">
            <a:avLst/>
          </a:prstGeom>
          <a:ln>
            <a:noFill/>
          </a:ln>
        </p:spPr>
        <p:txBody>
          <a:bodyPr bIns="45720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10"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1"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62164644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500" fill="hold"/>
                                        <p:tgtEl>
                                          <p:spTgt spid="14"/>
                                        </p:tgtEl>
                                        <p:attrNameLst>
                                          <p:attrName>ppt_x</p:attrName>
                                        </p:attrNameLst>
                                      </p:cBhvr>
                                      <p:tavLst>
                                        <p:tav tm="0">
                                          <p:val>
                                            <p:strVal val="#ppt_x"/>
                                          </p:val>
                                        </p:tav>
                                        <p:tav tm="100000">
                                          <p:val>
                                            <p:strVal val="#ppt_x"/>
                                          </p:val>
                                        </p:tav>
                                      </p:tavLst>
                                    </p:anim>
                                    <p:anim calcmode="lin" valueType="num">
                                      <p:cBhvr additive="base">
                                        <p:cTn id="8" dur="500" fill="hold"/>
                                        <p:tgtEl>
                                          <p:spTgt spid="14"/>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4" fill="hold" grpId="0" nodeType="after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wipe(down)">
                                      <p:cBhvr>
                                        <p:cTn id="12"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Lst>
  </p:timing>
</p:sldLayout>
</file>

<file path=ppt/slideLayouts/slideLayout401.xml><?xml version="1.0" encoding="utf-8"?>
<p:sldLayout xmlns:a="http://schemas.openxmlformats.org/drawingml/2006/main" xmlns:r="http://schemas.openxmlformats.org/officeDocument/2006/relationships" xmlns:p="http://schemas.openxmlformats.org/presentationml/2006/main" preserve="1" userDrawn="1">
  <p:cSld name="2_MockUp02">
    <p:spTree>
      <p:nvGrpSpPr>
        <p:cNvPr id="1" name=""/>
        <p:cNvGrpSpPr/>
        <p:nvPr/>
      </p:nvGrpSpPr>
      <p:grpSpPr>
        <a:xfrm>
          <a:off x="0" y="0"/>
          <a:ext cx="0" cy="0"/>
          <a:chOff x="0" y="0"/>
          <a:chExt cx="0" cy="0"/>
        </a:xfrm>
      </p:grpSpPr>
      <p:grpSp>
        <p:nvGrpSpPr>
          <p:cNvPr id="2" name="Group 17"/>
          <p:cNvGrpSpPr/>
          <p:nvPr userDrawn="1"/>
        </p:nvGrpSpPr>
        <p:grpSpPr>
          <a:xfrm>
            <a:off x="3968595" y="1726608"/>
            <a:ext cx="4343760" cy="3456120"/>
            <a:chOff x="2094899" y="1081795"/>
            <a:chExt cx="4400683" cy="3501414"/>
          </a:xfrm>
        </p:grpSpPr>
        <p:sp>
          <p:nvSpPr>
            <p:cNvPr id="20" name="Rectangle 19"/>
            <p:cNvSpPr/>
            <p:nvPr/>
          </p:nvSpPr>
          <p:spPr>
            <a:xfrm>
              <a:off x="2261198" y="1247618"/>
              <a:ext cx="4081379" cy="225986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rtl="1" fontAlgn="auto">
                <a:spcBef>
                  <a:spcPts val="0"/>
                </a:spcBef>
                <a:spcAft>
                  <a:spcPts val="0"/>
                </a:spcAft>
              </a:pPr>
              <a:endParaRPr lang="en-US" sz="2667" dirty="0">
                <a:solidFill>
                  <a:srgbClr val="FFFFFF"/>
                </a:solidFill>
              </a:endParaRPr>
            </a:p>
          </p:txBody>
        </p:sp>
        <p:sp>
          <p:nvSpPr>
            <p:cNvPr id="31" name="Freeform 5"/>
            <p:cNvSpPr>
              <a:spLocks noEditPoints="1"/>
            </p:cNvSpPr>
            <p:nvPr/>
          </p:nvSpPr>
          <p:spPr bwMode="auto">
            <a:xfrm>
              <a:off x="2094899" y="1081795"/>
              <a:ext cx="4400683" cy="2608522"/>
            </a:xfrm>
            <a:custGeom>
              <a:avLst/>
              <a:gdLst/>
              <a:ahLst/>
              <a:cxnLst>
                <a:cxn ang="0">
                  <a:pos x="1757" y="0"/>
                </a:cxn>
                <a:cxn ang="0">
                  <a:pos x="921" y="0"/>
                </a:cxn>
                <a:cxn ang="0">
                  <a:pos x="893" y="0"/>
                </a:cxn>
                <a:cxn ang="0">
                  <a:pos x="56" y="0"/>
                </a:cxn>
                <a:cxn ang="0">
                  <a:pos x="0" y="47"/>
                </a:cxn>
                <a:cxn ang="0">
                  <a:pos x="0" y="1076"/>
                </a:cxn>
                <a:cxn ang="0">
                  <a:pos x="1816" y="1076"/>
                </a:cxn>
                <a:cxn ang="0">
                  <a:pos x="1816" y="47"/>
                </a:cxn>
                <a:cxn ang="0">
                  <a:pos x="1757" y="0"/>
                </a:cxn>
                <a:cxn ang="0">
                  <a:pos x="1732" y="1000"/>
                </a:cxn>
                <a:cxn ang="0">
                  <a:pos x="76" y="1000"/>
                </a:cxn>
                <a:cxn ang="0">
                  <a:pos x="76" y="68"/>
                </a:cxn>
                <a:cxn ang="0">
                  <a:pos x="1732" y="68"/>
                </a:cxn>
                <a:cxn ang="0">
                  <a:pos x="1732" y="1000"/>
                </a:cxn>
              </a:cxnLst>
              <a:rect l="0" t="0" r="r" b="b"/>
              <a:pathLst>
                <a:path w="1816" h="1076">
                  <a:moveTo>
                    <a:pt x="1757" y="0"/>
                  </a:moveTo>
                  <a:cubicBezTo>
                    <a:pt x="921" y="0"/>
                    <a:pt x="921" y="0"/>
                    <a:pt x="921" y="0"/>
                  </a:cubicBezTo>
                  <a:cubicBezTo>
                    <a:pt x="893" y="0"/>
                    <a:pt x="893" y="0"/>
                    <a:pt x="893" y="0"/>
                  </a:cubicBezTo>
                  <a:cubicBezTo>
                    <a:pt x="56" y="0"/>
                    <a:pt x="56" y="0"/>
                    <a:pt x="56" y="0"/>
                  </a:cubicBezTo>
                  <a:cubicBezTo>
                    <a:pt x="27" y="0"/>
                    <a:pt x="0" y="17"/>
                    <a:pt x="0" y="47"/>
                  </a:cubicBezTo>
                  <a:cubicBezTo>
                    <a:pt x="0" y="1076"/>
                    <a:pt x="0" y="1076"/>
                    <a:pt x="0" y="1076"/>
                  </a:cubicBezTo>
                  <a:cubicBezTo>
                    <a:pt x="1816" y="1076"/>
                    <a:pt x="1816" y="1076"/>
                    <a:pt x="1816" y="1076"/>
                  </a:cubicBezTo>
                  <a:cubicBezTo>
                    <a:pt x="1816" y="47"/>
                    <a:pt x="1816" y="47"/>
                    <a:pt x="1816" y="47"/>
                  </a:cubicBezTo>
                  <a:cubicBezTo>
                    <a:pt x="1816" y="17"/>
                    <a:pt x="1787" y="0"/>
                    <a:pt x="1757" y="0"/>
                  </a:cubicBezTo>
                  <a:moveTo>
                    <a:pt x="1732" y="1000"/>
                  </a:moveTo>
                  <a:cubicBezTo>
                    <a:pt x="76" y="1000"/>
                    <a:pt x="76" y="1000"/>
                    <a:pt x="76" y="1000"/>
                  </a:cubicBezTo>
                  <a:cubicBezTo>
                    <a:pt x="76" y="68"/>
                    <a:pt x="76" y="68"/>
                    <a:pt x="76" y="68"/>
                  </a:cubicBezTo>
                  <a:cubicBezTo>
                    <a:pt x="1732" y="68"/>
                    <a:pt x="1732" y="68"/>
                    <a:pt x="1732" y="68"/>
                  </a:cubicBezTo>
                  <a:cubicBezTo>
                    <a:pt x="1732" y="1000"/>
                    <a:pt x="1732" y="1000"/>
                    <a:pt x="1732" y="1000"/>
                  </a:cubicBezTo>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p>
              <a:pPr algn="r" defTabSz="1375467" rtl="1"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33" name="Freeform 23"/>
            <p:cNvSpPr>
              <a:spLocks/>
            </p:cNvSpPr>
            <p:nvPr/>
          </p:nvSpPr>
          <p:spPr bwMode="auto">
            <a:xfrm>
              <a:off x="2311744" y="1247618"/>
              <a:ext cx="3979748" cy="2259869"/>
            </a:xfrm>
            <a:custGeom>
              <a:avLst/>
              <a:gdLst/>
              <a:ahLst/>
              <a:cxnLst>
                <a:cxn ang="0">
                  <a:pos x="1872" y="0"/>
                </a:cxn>
                <a:cxn ang="0">
                  <a:pos x="0" y="0"/>
                </a:cxn>
                <a:cxn ang="0">
                  <a:pos x="1872" y="1063"/>
                </a:cxn>
                <a:cxn ang="0">
                  <a:pos x="1872" y="0"/>
                </a:cxn>
              </a:cxnLst>
              <a:rect l="0" t="0" r="r" b="b"/>
              <a:pathLst>
                <a:path w="1872" h="1063">
                  <a:moveTo>
                    <a:pt x="1872" y="0"/>
                  </a:moveTo>
                  <a:lnTo>
                    <a:pt x="0" y="0"/>
                  </a:lnTo>
                  <a:lnTo>
                    <a:pt x="1872" y="1063"/>
                  </a:lnTo>
                  <a:lnTo>
                    <a:pt x="1872" y="0"/>
                  </a:lnTo>
                  <a:close/>
                </a:path>
              </a:pathLst>
            </a:custGeom>
            <a:solidFill>
              <a:srgbClr val="FFFFFF">
                <a:alpha val="16000"/>
              </a:srgbClr>
            </a:solidFill>
            <a:ln w="9525">
              <a:noFill/>
              <a:round/>
              <a:headEnd/>
              <a:tailEnd/>
            </a:ln>
          </p:spPr>
          <p:txBody>
            <a:bodyPr vert="horz" wrap="square" lIns="91440" tIns="45720" rIns="91440" bIns="45720" numCol="1" anchor="t" anchorCtr="0" compatLnSpc="1">
              <a:prstTxWarp prst="textNoShape">
                <a:avLst/>
              </a:prstTxWarp>
            </a:bodyPr>
            <a:lstStyle/>
            <a:p>
              <a:pPr algn="r" defTabSz="1375467" rtl="1"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34" name="Freeform 27"/>
            <p:cNvSpPr>
              <a:spLocks/>
            </p:cNvSpPr>
            <p:nvPr/>
          </p:nvSpPr>
          <p:spPr bwMode="auto">
            <a:xfrm>
              <a:off x="2094899" y="3690315"/>
              <a:ext cx="4400683" cy="397550"/>
            </a:xfrm>
            <a:custGeom>
              <a:avLst/>
              <a:gdLst/>
              <a:ahLst/>
              <a:cxnLst>
                <a:cxn ang="0">
                  <a:pos x="0" y="0"/>
                </a:cxn>
                <a:cxn ang="0">
                  <a:pos x="0" y="100"/>
                </a:cxn>
                <a:cxn ang="0">
                  <a:pos x="56" y="164"/>
                </a:cxn>
                <a:cxn ang="0">
                  <a:pos x="893" y="164"/>
                </a:cxn>
                <a:cxn ang="0">
                  <a:pos x="921" y="164"/>
                </a:cxn>
                <a:cxn ang="0">
                  <a:pos x="1757" y="164"/>
                </a:cxn>
                <a:cxn ang="0">
                  <a:pos x="1816" y="100"/>
                </a:cxn>
                <a:cxn ang="0">
                  <a:pos x="1816" y="0"/>
                </a:cxn>
                <a:cxn ang="0">
                  <a:pos x="0" y="0"/>
                </a:cxn>
              </a:cxnLst>
              <a:rect l="0" t="0" r="r" b="b"/>
              <a:pathLst>
                <a:path w="1816" h="164">
                  <a:moveTo>
                    <a:pt x="0" y="0"/>
                  </a:moveTo>
                  <a:cubicBezTo>
                    <a:pt x="0" y="100"/>
                    <a:pt x="0" y="100"/>
                    <a:pt x="0" y="100"/>
                  </a:cubicBezTo>
                  <a:cubicBezTo>
                    <a:pt x="0" y="130"/>
                    <a:pt x="27" y="164"/>
                    <a:pt x="56" y="164"/>
                  </a:cubicBezTo>
                  <a:cubicBezTo>
                    <a:pt x="893" y="164"/>
                    <a:pt x="893" y="164"/>
                    <a:pt x="893" y="164"/>
                  </a:cubicBezTo>
                  <a:cubicBezTo>
                    <a:pt x="921" y="164"/>
                    <a:pt x="921" y="164"/>
                    <a:pt x="921" y="164"/>
                  </a:cubicBezTo>
                  <a:cubicBezTo>
                    <a:pt x="1757" y="164"/>
                    <a:pt x="1757" y="164"/>
                    <a:pt x="1757" y="164"/>
                  </a:cubicBezTo>
                  <a:cubicBezTo>
                    <a:pt x="1787" y="164"/>
                    <a:pt x="1816" y="130"/>
                    <a:pt x="1816" y="100"/>
                  </a:cubicBezTo>
                  <a:cubicBezTo>
                    <a:pt x="1816" y="0"/>
                    <a:pt x="1816" y="0"/>
                    <a:pt x="1816" y="0"/>
                  </a:cubicBezTo>
                  <a:lnTo>
                    <a:pt x="0" y="0"/>
                  </a:lnTo>
                  <a:close/>
                </a:path>
              </a:pathLst>
            </a:custGeom>
            <a:gradFill>
              <a:gsLst>
                <a:gs pos="83000">
                  <a:schemeClr val="bg1">
                    <a:lumMod val="75000"/>
                  </a:schemeClr>
                </a:gs>
                <a:gs pos="54000">
                  <a:schemeClr val="bg1">
                    <a:lumMod val="85000"/>
                  </a:schemeClr>
                </a:gs>
              </a:gsLst>
              <a:lin ang="1800000" scaled="0"/>
            </a:gradFill>
            <a:ln w="9525">
              <a:noFill/>
              <a:round/>
              <a:headEnd/>
              <a:tailEnd/>
            </a:ln>
          </p:spPr>
          <p:txBody>
            <a:bodyPr vert="horz" wrap="square" lIns="91440" tIns="45720" rIns="91440" bIns="45720" numCol="1" anchor="t" anchorCtr="0" compatLnSpc="1">
              <a:prstTxWarp prst="textNoShape">
                <a:avLst/>
              </a:prstTxWarp>
            </a:bodyPr>
            <a:lstStyle/>
            <a:p>
              <a:pPr algn="r" defTabSz="1375467" rtl="1" fontAlgn="auto">
                <a:spcBef>
                  <a:spcPts val="0"/>
                </a:spcBef>
                <a:spcAft>
                  <a:spcPts val="0"/>
                </a:spcAft>
              </a:pPr>
              <a:r>
                <a:rPr lang="en-US" sz="2667" dirty="0" smtClean="0">
                  <a:solidFill>
                    <a:srgbClr val="262626"/>
                  </a:solidFill>
                  <a:latin typeface="Roboto Condensed"/>
                  <a:cs typeface="Simplified Arabic" panose="02020603050405020304" pitchFamily="18" charset="-78"/>
                </a:rPr>
                <a:t> </a:t>
              </a:r>
              <a:endParaRPr lang="en-US" sz="2667" dirty="0">
                <a:solidFill>
                  <a:srgbClr val="262626"/>
                </a:solidFill>
                <a:latin typeface="Roboto Condensed"/>
                <a:cs typeface="Simplified Arabic" panose="02020603050405020304" pitchFamily="18" charset="-78"/>
              </a:endParaRPr>
            </a:p>
          </p:txBody>
        </p:sp>
        <p:sp>
          <p:nvSpPr>
            <p:cNvPr id="35" name="Freeform 29"/>
            <p:cNvSpPr>
              <a:spLocks/>
            </p:cNvSpPr>
            <p:nvPr/>
          </p:nvSpPr>
          <p:spPr bwMode="auto">
            <a:xfrm>
              <a:off x="3506519" y="4087866"/>
              <a:ext cx="1590198" cy="495343"/>
            </a:xfrm>
            <a:custGeom>
              <a:avLst/>
              <a:gdLst/>
              <a:ahLst/>
              <a:cxnLst>
                <a:cxn ang="0">
                  <a:pos x="335" y="0"/>
                </a:cxn>
                <a:cxn ang="0">
                  <a:pos x="322" y="0"/>
                </a:cxn>
                <a:cxn ang="0">
                  <a:pos x="143" y="0"/>
                </a:cxn>
                <a:cxn ang="0">
                  <a:pos x="102" y="128"/>
                </a:cxn>
                <a:cxn ang="0">
                  <a:pos x="108" y="204"/>
                </a:cxn>
                <a:cxn ang="0">
                  <a:pos x="322" y="204"/>
                </a:cxn>
                <a:cxn ang="0">
                  <a:pos x="335" y="204"/>
                </a:cxn>
                <a:cxn ang="0">
                  <a:pos x="549" y="204"/>
                </a:cxn>
                <a:cxn ang="0">
                  <a:pos x="555" y="128"/>
                </a:cxn>
                <a:cxn ang="0">
                  <a:pos x="513" y="0"/>
                </a:cxn>
                <a:cxn ang="0">
                  <a:pos x="335" y="0"/>
                </a:cxn>
              </a:cxnLst>
              <a:rect l="0" t="0" r="r" b="b"/>
              <a:pathLst>
                <a:path w="656" h="204">
                  <a:moveTo>
                    <a:pt x="335" y="0"/>
                  </a:moveTo>
                  <a:cubicBezTo>
                    <a:pt x="322" y="0"/>
                    <a:pt x="322" y="0"/>
                    <a:pt x="322" y="0"/>
                  </a:cubicBezTo>
                  <a:cubicBezTo>
                    <a:pt x="143" y="0"/>
                    <a:pt x="143" y="0"/>
                    <a:pt x="143" y="0"/>
                  </a:cubicBezTo>
                  <a:cubicBezTo>
                    <a:pt x="143" y="0"/>
                    <a:pt x="142" y="88"/>
                    <a:pt x="102" y="128"/>
                  </a:cubicBezTo>
                  <a:cubicBezTo>
                    <a:pt x="62" y="169"/>
                    <a:pt x="0" y="204"/>
                    <a:pt x="108" y="204"/>
                  </a:cubicBezTo>
                  <a:cubicBezTo>
                    <a:pt x="322" y="204"/>
                    <a:pt x="322" y="204"/>
                    <a:pt x="322" y="204"/>
                  </a:cubicBezTo>
                  <a:cubicBezTo>
                    <a:pt x="335" y="204"/>
                    <a:pt x="335" y="204"/>
                    <a:pt x="335" y="204"/>
                  </a:cubicBezTo>
                  <a:cubicBezTo>
                    <a:pt x="549" y="204"/>
                    <a:pt x="549" y="204"/>
                    <a:pt x="549" y="204"/>
                  </a:cubicBezTo>
                  <a:cubicBezTo>
                    <a:pt x="656" y="204"/>
                    <a:pt x="594" y="169"/>
                    <a:pt x="555" y="128"/>
                  </a:cubicBezTo>
                  <a:cubicBezTo>
                    <a:pt x="515" y="88"/>
                    <a:pt x="513" y="0"/>
                    <a:pt x="513" y="0"/>
                  </a:cubicBezTo>
                  <a:lnTo>
                    <a:pt x="335" y="0"/>
                  </a:lnTo>
                  <a:close/>
                </a:path>
              </a:pathLst>
            </a:custGeom>
            <a:gradFill>
              <a:gsLst>
                <a:gs pos="42000">
                  <a:schemeClr val="bg1">
                    <a:lumMod val="75000"/>
                  </a:schemeClr>
                </a:gs>
                <a:gs pos="6000">
                  <a:schemeClr val="bg1">
                    <a:lumMod val="85000"/>
                  </a:schemeClr>
                </a:gs>
                <a:gs pos="0">
                  <a:schemeClr val="bg1">
                    <a:lumMod val="65000"/>
                  </a:schemeClr>
                </a:gs>
              </a:gsLst>
              <a:lin ang="5400000" scaled="0"/>
            </a:gradFill>
            <a:ln w="9525">
              <a:noFill/>
              <a:round/>
              <a:headEnd/>
              <a:tailEnd/>
            </a:ln>
          </p:spPr>
          <p:txBody>
            <a:bodyPr vert="horz" wrap="square" lIns="91440" tIns="45720" rIns="91440" bIns="45720" numCol="1" anchor="t" anchorCtr="0" compatLnSpc="1">
              <a:prstTxWarp prst="textNoShape">
                <a:avLst/>
              </a:prstTxWarp>
            </a:bodyPr>
            <a:lstStyle/>
            <a:p>
              <a:pPr algn="r" defTabSz="1375467" rtl="1"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sp>
        <p:nvSpPr>
          <p:cNvPr id="36" name="Picture Placeholder 7"/>
          <p:cNvSpPr>
            <a:spLocks noGrp="1"/>
          </p:cNvSpPr>
          <p:nvPr>
            <p:ph type="pic" sz="quarter" idx="10" hasCustomPrompt="1"/>
          </p:nvPr>
        </p:nvSpPr>
        <p:spPr>
          <a:xfrm>
            <a:off x="4153968" y="1879600"/>
            <a:ext cx="3944649" cy="2230637"/>
          </a:xfrm>
          <a:prstGeom prst="rect">
            <a:avLst/>
          </a:prstGeom>
          <a:ln>
            <a:noFill/>
          </a:ln>
        </p:spPr>
        <p:txBody>
          <a:bodyPr tIns="0" bIns="27432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13"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4"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88157780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4" fill="hold" grpId="0" nodeType="afterEffect">
                                  <p:stCondLst>
                                    <p:cond delay="0"/>
                                  </p:stCondLst>
                                  <p:childTnLst>
                                    <p:set>
                                      <p:cBhvr>
                                        <p:cTn id="11" dur="1" fill="hold">
                                          <p:stCondLst>
                                            <p:cond delay="0"/>
                                          </p:stCondLst>
                                        </p:cTn>
                                        <p:tgtEl>
                                          <p:spTgt spid="36"/>
                                        </p:tgtEl>
                                        <p:attrNameLst>
                                          <p:attrName>style.visibility</p:attrName>
                                        </p:attrNameLst>
                                      </p:cBhvr>
                                      <p:to>
                                        <p:strVal val="visible"/>
                                      </p:to>
                                    </p:set>
                                    <p:animEffect transition="in" filter="wipe(down)">
                                      <p:cBhvr>
                                        <p:cTn id="12" dur="50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p:bldLst>
  </p:timing>
</p:sldLayout>
</file>

<file path=ppt/slideLayouts/slideLayout402.xml><?xml version="1.0" encoding="utf-8"?>
<p:sldLayout xmlns:a="http://schemas.openxmlformats.org/drawingml/2006/main" xmlns:r="http://schemas.openxmlformats.org/officeDocument/2006/relationships" xmlns:p="http://schemas.openxmlformats.org/presentationml/2006/main" userDrawn="1">
  <p:cSld name="MockUp5">
    <p:spTree>
      <p:nvGrpSpPr>
        <p:cNvPr id="1" name=""/>
        <p:cNvGrpSpPr/>
        <p:nvPr/>
      </p:nvGrpSpPr>
      <p:grpSpPr>
        <a:xfrm>
          <a:off x="0" y="0"/>
          <a:ext cx="0" cy="0"/>
          <a:chOff x="0" y="0"/>
          <a:chExt cx="0" cy="0"/>
        </a:xfrm>
      </p:grpSpPr>
      <p:grpSp>
        <p:nvGrpSpPr>
          <p:cNvPr id="2" name="Group 20"/>
          <p:cNvGrpSpPr/>
          <p:nvPr userDrawn="1"/>
        </p:nvGrpSpPr>
        <p:grpSpPr>
          <a:xfrm>
            <a:off x="5558337" y="1602393"/>
            <a:ext cx="5867577" cy="4668552"/>
            <a:chOff x="2094899" y="1081795"/>
            <a:chExt cx="4400683" cy="3501414"/>
          </a:xfrm>
        </p:grpSpPr>
        <p:sp>
          <p:nvSpPr>
            <p:cNvPr id="22" name="Rectangle 21"/>
            <p:cNvSpPr/>
            <p:nvPr/>
          </p:nvSpPr>
          <p:spPr>
            <a:xfrm>
              <a:off x="2261198" y="1247618"/>
              <a:ext cx="4081379" cy="225986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23" name="Freeform 5"/>
            <p:cNvSpPr>
              <a:spLocks noEditPoints="1"/>
            </p:cNvSpPr>
            <p:nvPr/>
          </p:nvSpPr>
          <p:spPr bwMode="auto">
            <a:xfrm>
              <a:off x="2094899" y="1081795"/>
              <a:ext cx="4400683" cy="2608522"/>
            </a:xfrm>
            <a:custGeom>
              <a:avLst/>
              <a:gdLst/>
              <a:ahLst/>
              <a:cxnLst>
                <a:cxn ang="0">
                  <a:pos x="1757" y="0"/>
                </a:cxn>
                <a:cxn ang="0">
                  <a:pos x="921" y="0"/>
                </a:cxn>
                <a:cxn ang="0">
                  <a:pos x="893" y="0"/>
                </a:cxn>
                <a:cxn ang="0">
                  <a:pos x="56" y="0"/>
                </a:cxn>
                <a:cxn ang="0">
                  <a:pos x="0" y="47"/>
                </a:cxn>
                <a:cxn ang="0">
                  <a:pos x="0" y="1076"/>
                </a:cxn>
                <a:cxn ang="0">
                  <a:pos x="1816" y="1076"/>
                </a:cxn>
                <a:cxn ang="0">
                  <a:pos x="1816" y="47"/>
                </a:cxn>
                <a:cxn ang="0">
                  <a:pos x="1757" y="0"/>
                </a:cxn>
                <a:cxn ang="0">
                  <a:pos x="1732" y="1000"/>
                </a:cxn>
                <a:cxn ang="0">
                  <a:pos x="76" y="1000"/>
                </a:cxn>
                <a:cxn ang="0">
                  <a:pos x="76" y="68"/>
                </a:cxn>
                <a:cxn ang="0">
                  <a:pos x="1732" y="68"/>
                </a:cxn>
                <a:cxn ang="0">
                  <a:pos x="1732" y="1000"/>
                </a:cxn>
              </a:cxnLst>
              <a:rect l="0" t="0" r="r" b="b"/>
              <a:pathLst>
                <a:path w="1816" h="1076">
                  <a:moveTo>
                    <a:pt x="1757" y="0"/>
                  </a:moveTo>
                  <a:cubicBezTo>
                    <a:pt x="921" y="0"/>
                    <a:pt x="921" y="0"/>
                    <a:pt x="921" y="0"/>
                  </a:cubicBezTo>
                  <a:cubicBezTo>
                    <a:pt x="893" y="0"/>
                    <a:pt x="893" y="0"/>
                    <a:pt x="893" y="0"/>
                  </a:cubicBezTo>
                  <a:cubicBezTo>
                    <a:pt x="56" y="0"/>
                    <a:pt x="56" y="0"/>
                    <a:pt x="56" y="0"/>
                  </a:cubicBezTo>
                  <a:cubicBezTo>
                    <a:pt x="27" y="0"/>
                    <a:pt x="0" y="17"/>
                    <a:pt x="0" y="47"/>
                  </a:cubicBezTo>
                  <a:cubicBezTo>
                    <a:pt x="0" y="1076"/>
                    <a:pt x="0" y="1076"/>
                    <a:pt x="0" y="1076"/>
                  </a:cubicBezTo>
                  <a:cubicBezTo>
                    <a:pt x="1816" y="1076"/>
                    <a:pt x="1816" y="1076"/>
                    <a:pt x="1816" y="1076"/>
                  </a:cubicBezTo>
                  <a:cubicBezTo>
                    <a:pt x="1816" y="47"/>
                    <a:pt x="1816" y="47"/>
                    <a:pt x="1816" y="47"/>
                  </a:cubicBezTo>
                  <a:cubicBezTo>
                    <a:pt x="1816" y="17"/>
                    <a:pt x="1787" y="0"/>
                    <a:pt x="1757" y="0"/>
                  </a:cubicBezTo>
                  <a:moveTo>
                    <a:pt x="1732" y="1000"/>
                  </a:moveTo>
                  <a:cubicBezTo>
                    <a:pt x="76" y="1000"/>
                    <a:pt x="76" y="1000"/>
                    <a:pt x="76" y="1000"/>
                  </a:cubicBezTo>
                  <a:cubicBezTo>
                    <a:pt x="76" y="68"/>
                    <a:pt x="76" y="68"/>
                    <a:pt x="76" y="68"/>
                  </a:cubicBezTo>
                  <a:cubicBezTo>
                    <a:pt x="1732" y="68"/>
                    <a:pt x="1732" y="68"/>
                    <a:pt x="1732" y="68"/>
                  </a:cubicBezTo>
                  <a:cubicBezTo>
                    <a:pt x="1732" y="1000"/>
                    <a:pt x="1732" y="1000"/>
                    <a:pt x="1732" y="1000"/>
                  </a:cubicBezTo>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24" name="Freeform 23"/>
            <p:cNvSpPr>
              <a:spLocks/>
            </p:cNvSpPr>
            <p:nvPr/>
          </p:nvSpPr>
          <p:spPr bwMode="auto">
            <a:xfrm>
              <a:off x="2311744" y="1247618"/>
              <a:ext cx="3979748" cy="2259869"/>
            </a:xfrm>
            <a:custGeom>
              <a:avLst/>
              <a:gdLst/>
              <a:ahLst/>
              <a:cxnLst>
                <a:cxn ang="0">
                  <a:pos x="1872" y="0"/>
                </a:cxn>
                <a:cxn ang="0">
                  <a:pos x="0" y="0"/>
                </a:cxn>
                <a:cxn ang="0">
                  <a:pos x="1872" y="1063"/>
                </a:cxn>
                <a:cxn ang="0">
                  <a:pos x="1872" y="0"/>
                </a:cxn>
              </a:cxnLst>
              <a:rect l="0" t="0" r="r" b="b"/>
              <a:pathLst>
                <a:path w="1872" h="1063">
                  <a:moveTo>
                    <a:pt x="1872" y="0"/>
                  </a:moveTo>
                  <a:lnTo>
                    <a:pt x="0" y="0"/>
                  </a:lnTo>
                  <a:lnTo>
                    <a:pt x="1872" y="1063"/>
                  </a:lnTo>
                  <a:lnTo>
                    <a:pt x="1872" y="0"/>
                  </a:lnTo>
                  <a:close/>
                </a:path>
              </a:pathLst>
            </a:custGeom>
            <a:solidFill>
              <a:srgbClr val="FFFFFF">
                <a:alpha val="16000"/>
              </a:srgbClr>
            </a:solid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25" name="Freeform 27"/>
            <p:cNvSpPr>
              <a:spLocks/>
            </p:cNvSpPr>
            <p:nvPr/>
          </p:nvSpPr>
          <p:spPr bwMode="auto">
            <a:xfrm>
              <a:off x="2094899" y="3690315"/>
              <a:ext cx="4400683" cy="397550"/>
            </a:xfrm>
            <a:custGeom>
              <a:avLst/>
              <a:gdLst/>
              <a:ahLst/>
              <a:cxnLst>
                <a:cxn ang="0">
                  <a:pos x="0" y="0"/>
                </a:cxn>
                <a:cxn ang="0">
                  <a:pos x="0" y="100"/>
                </a:cxn>
                <a:cxn ang="0">
                  <a:pos x="56" y="164"/>
                </a:cxn>
                <a:cxn ang="0">
                  <a:pos x="893" y="164"/>
                </a:cxn>
                <a:cxn ang="0">
                  <a:pos x="921" y="164"/>
                </a:cxn>
                <a:cxn ang="0">
                  <a:pos x="1757" y="164"/>
                </a:cxn>
                <a:cxn ang="0">
                  <a:pos x="1816" y="100"/>
                </a:cxn>
                <a:cxn ang="0">
                  <a:pos x="1816" y="0"/>
                </a:cxn>
                <a:cxn ang="0">
                  <a:pos x="0" y="0"/>
                </a:cxn>
              </a:cxnLst>
              <a:rect l="0" t="0" r="r" b="b"/>
              <a:pathLst>
                <a:path w="1816" h="164">
                  <a:moveTo>
                    <a:pt x="0" y="0"/>
                  </a:moveTo>
                  <a:cubicBezTo>
                    <a:pt x="0" y="100"/>
                    <a:pt x="0" y="100"/>
                    <a:pt x="0" y="100"/>
                  </a:cubicBezTo>
                  <a:cubicBezTo>
                    <a:pt x="0" y="130"/>
                    <a:pt x="27" y="164"/>
                    <a:pt x="56" y="164"/>
                  </a:cubicBezTo>
                  <a:cubicBezTo>
                    <a:pt x="893" y="164"/>
                    <a:pt x="893" y="164"/>
                    <a:pt x="893" y="164"/>
                  </a:cubicBezTo>
                  <a:cubicBezTo>
                    <a:pt x="921" y="164"/>
                    <a:pt x="921" y="164"/>
                    <a:pt x="921" y="164"/>
                  </a:cubicBezTo>
                  <a:cubicBezTo>
                    <a:pt x="1757" y="164"/>
                    <a:pt x="1757" y="164"/>
                    <a:pt x="1757" y="164"/>
                  </a:cubicBezTo>
                  <a:cubicBezTo>
                    <a:pt x="1787" y="164"/>
                    <a:pt x="1816" y="130"/>
                    <a:pt x="1816" y="100"/>
                  </a:cubicBezTo>
                  <a:cubicBezTo>
                    <a:pt x="1816" y="0"/>
                    <a:pt x="1816" y="0"/>
                    <a:pt x="1816" y="0"/>
                  </a:cubicBezTo>
                  <a:lnTo>
                    <a:pt x="0" y="0"/>
                  </a:lnTo>
                  <a:close/>
                </a:path>
              </a:pathLst>
            </a:custGeom>
            <a:gradFill>
              <a:gsLst>
                <a:gs pos="83000">
                  <a:schemeClr val="bg1">
                    <a:lumMod val="75000"/>
                  </a:schemeClr>
                </a:gs>
                <a:gs pos="54000">
                  <a:schemeClr val="bg1">
                    <a:lumMod val="85000"/>
                  </a:schemeClr>
                </a:gs>
              </a:gsLst>
              <a:lin ang="1800000" scaled="0"/>
            </a:grad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r>
                <a:rPr lang="en-US" sz="2667" dirty="0" smtClean="0">
                  <a:solidFill>
                    <a:srgbClr val="262626"/>
                  </a:solidFill>
                  <a:latin typeface="Roboto Condensed"/>
                  <a:cs typeface="Simplified Arabic" panose="02020603050405020304" pitchFamily="18" charset="-78"/>
                </a:rPr>
                <a:t> </a:t>
              </a:r>
              <a:endParaRPr lang="en-US" sz="2667" dirty="0">
                <a:solidFill>
                  <a:srgbClr val="262626"/>
                </a:solidFill>
                <a:latin typeface="Roboto Condensed"/>
                <a:cs typeface="Simplified Arabic" panose="02020603050405020304" pitchFamily="18" charset="-78"/>
              </a:endParaRPr>
            </a:p>
          </p:txBody>
        </p:sp>
        <p:sp>
          <p:nvSpPr>
            <p:cNvPr id="26" name="Freeform 29"/>
            <p:cNvSpPr>
              <a:spLocks/>
            </p:cNvSpPr>
            <p:nvPr/>
          </p:nvSpPr>
          <p:spPr bwMode="auto">
            <a:xfrm>
              <a:off x="3506519" y="4087866"/>
              <a:ext cx="1590198" cy="495343"/>
            </a:xfrm>
            <a:custGeom>
              <a:avLst/>
              <a:gdLst/>
              <a:ahLst/>
              <a:cxnLst>
                <a:cxn ang="0">
                  <a:pos x="335" y="0"/>
                </a:cxn>
                <a:cxn ang="0">
                  <a:pos x="322" y="0"/>
                </a:cxn>
                <a:cxn ang="0">
                  <a:pos x="143" y="0"/>
                </a:cxn>
                <a:cxn ang="0">
                  <a:pos x="102" y="128"/>
                </a:cxn>
                <a:cxn ang="0">
                  <a:pos x="108" y="204"/>
                </a:cxn>
                <a:cxn ang="0">
                  <a:pos x="322" y="204"/>
                </a:cxn>
                <a:cxn ang="0">
                  <a:pos x="335" y="204"/>
                </a:cxn>
                <a:cxn ang="0">
                  <a:pos x="549" y="204"/>
                </a:cxn>
                <a:cxn ang="0">
                  <a:pos x="555" y="128"/>
                </a:cxn>
                <a:cxn ang="0">
                  <a:pos x="513" y="0"/>
                </a:cxn>
                <a:cxn ang="0">
                  <a:pos x="335" y="0"/>
                </a:cxn>
              </a:cxnLst>
              <a:rect l="0" t="0" r="r" b="b"/>
              <a:pathLst>
                <a:path w="656" h="204">
                  <a:moveTo>
                    <a:pt x="335" y="0"/>
                  </a:moveTo>
                  <a:cubicBezTo>
                    <a:pt x="322" y="0"/>
                    <a:pt x="322" y="0"/>
                    <a:pt x="322" y="0"/>
                  </a:cubicBezTo>
                  <a:cubicBezTo>
                    <a:pt x="143" y="0"/>
                    <a:pt x="143" y="0"/>
                    <a:pt x="143" y="0"/>
                  </a:cubicBezTo>
                  <a:cubicBezTo>
                    <a:pt x="143" y="0"/>
                    <a:pt x="142" y="88"/>
                    <a:pt x="102" y="128"/>
                  </a:cubicBezTo>
                  <a:cubicBezTo>
                    <a:pt x="62" y="169"/>
                    <a:pt x="0" y="204"/>
                    <a:pt x="108" y="204"/>
                  </a:cubicBezTo>
                  <a:cubicBezTo>
                    <a:pt x="322" y="204"/>
                    <a:pt x="322" y="204"/>
                    <a:pt x="322" y="204"/>
                  </a:cubicBezTo>
                  <a:cubicBezTo>
                    <a:pt x="335" y="204"/>
                    <a:pt x="335" y="204"/>
                    <a:pt x="335" y="204"/>
                  </a:cubicBezTo>
                  <a:cubicBezTo>
                    <a:pt x="549" y="204"/>
                    <a:pt x="549" y="204"/>
                    <a:pt x="549" y="204"/>
                  </a:cubicBezTo>
                  <a:cubicBezTo>
                    <a:pt x="656" y="204"/>
                    <a:pt x="594" y="169"/>
                    <a:pt x="555" y="128"/>
                  </a:cubicBezTo>
                  <a:cubicBezTo>
                    <a:pt x="515" y="88"/>
                    <a:pt x="513" y="0"/>
                    <a:pt x="513" y="0"/>
                  </a:cubicBezTo>
                  <a:lnTo>
                    <a:pt x="335" y="0"/>
                  </a:lnTo>
                  <a:close/>
                </a:path>
              </a:pathLst>
            </a:custGeom>
            <a:gradFill>
              <a:gsLst>
                <a:gs pos="42000">
                  <a:schemeClr val="bg1">
                    <a:lumMod val="75000"/>
                  </a:schemeClr>
                </a:gs>
                <a:gs pos="6000">
                  <a:schemeClr val="bg1">
                    <a:lumMod val="85000"/>
                  </a:schemeClr>
                </a:gs>
                <a:gs pos="0">
                  <a:schemeClr val="bg1">
                    <a:lumMod val="65000"/>
                  </a:schemeClr>
                </a:gs>
              </a:gsLst>
              <a:lin ang="5400000" scaled="0"/>
            </a:grad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sp>
        <p:nvSpPr>
          <p:cNvPr id="27" name="Picture Placeholder 7"/>
          <p:cNvSpPr>
            <a:spLocks noGrp="1"/>
          </p:cNvSpPr>
          <p:nvPr>
            <p:ph type="pic" sz="quarter" idx="10" hasCustomPrompt="1"/>
          </p:nvPr>
        </p:nvSpPr>
        <p:spPr>
          <a:xfrm>
            <a:off x="5808963" y="1823494"/>
            <a:ext cx="5344831" cy="3013159"/>
          </a:xfrm>
          <a:prstGeom prst="rect">
            <a:avLst/>
          </a:prstGeom>
          <a:ln>
            <a:noFill/>
          </a:ln>
        </p:spPr>
        <p:txBody>
          <a:bodyPr bIns="45720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13"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4"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87581159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4" fill="hold" grpId="0" nodeType="afterEffect">
                                  <p:stCondLst>
                                    <p:cond delay="0"/>
                                  </p:stCondLst>
                                  <p:childTnLst>
                                    <p:set>
                                      <p:cBhvr>
                                        <p:cTn id="11" dur="1" fill="hold">
                                          <p:stCondLst>
                                            <p:cond delay="0"/>
                                          </p:stCondLst>
                                        </p:cTn>
                                        <p:tgtEl>
                                          <p:spTgt spid="27"/>
                                        </p:tgtEl>
                                        <p:attrNameLst>
                                          <p:attrName>style.visibility</p:attrName>
                                        </p:attrNameLst>
                                      </p:cBhvr>
                                      <p:to>
                                        <p:strVal val="visible"/>
                                      </p:to>
                                    </p:set>
                                    <p:animEffect transition="in" filter="wipe(down)">
                                      <p:cBhvr>
                                        <p:cTn id="12"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p:bldLst>
  </p:timing>
</p:sldLayout>
</file>

<file path=ppt/slideLayouts/slideLayout403.xml><?xml version="1.0" encoding="utf-8"?>
<p:sldLayout xmlns:a="http://schemas.openxmlformats.org/drawingml/2006/main" xmlns:r="http://schemas.openxmlformats.org/officeDocument/2006/relationships" xmlns:p="http://schemas.openxmlformats.org/presentationml/2006/main" userDrawn="1">
  <p:cSld name="Pic08_02">
    <p:spTree>
      <p:nvGrpSpPr>
        <p:cNvPr id="1" name=""/>
        <p:cNvGrpSpPr/>
        <p:nvPr/>
      </p:nvGrpSpPr>
      <p:grpSpPr>
        <a:xfrm>
          <a:off x="0" y="0"/>
          <a:ext cx="0" cy="0"/>
          <a:chOff x="0" y="0"/>
          <a:chExt cx="0" cy="0"/>
        </a:xfrm>
      </p:grpSpPr>
      <p:sp>
        <p:nvSpPr>
          <p:cNvPr id="8" name="Picture Placeholder 7"/>
          <p:cNvSpPr>
            <a:spLocks noGrp="1"/>
          </p:cNvSpPr>
          <p:nvPr>
            <p:ph type="pic" sz="quarter" idx="10" hasCustomPrompt="1"/>
          </p:nvPr>
        </p:nvSpPr>
        <p:spPr>
          <a:xfrm>
            <a:off x="3" y="1600200"/>
            <a:ext cx="12191996" cy="26416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21309110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accel="50000" decel="5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1000" fill="hold"/>
                                        <p:tgtEl>
                                          <p:spTgt spid="8"/>
                                        </p:tgtEl>
                                        <p:attrNameLst>
                                          <p:attrName>ppt_x</p:attrName>
                                        </p:attrNameLst>
                                      </p:cBhvr>
                                      <p:tavLst>
                                        <p:tav tm="0">
                                          <p:val>
                                            <p:strVal val="#ppt_x"/>
                                          </p:val>
                                        </p:tav>
                                        <p:tav tm="100000">
                                          <p:val>
                                            <p:strVal val="#ppt_x"/>
                                          </p:val>
                                        </p:tav>
                                      </p:tavLst>
                                    </p:anim>
                                    <p:anim calcmode="lin" valueType="num">
                                      <p:cBhvr additive="base">
                                        <p:cTn id="8" dur="1000" fill="hold"/>
                                        <p:tgtEl>
                                          <p:spTgt spid="8"/>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Layout>
</file>

<file path=ppt/slideLayouts/slideLayout404.xml><?xml version="1.0" encoding="utf-8"?>
<p:sldLayout xmlns:a="http://schemas.openxmlformats.org/drawingml/2006/main" xmlns:r="http://schemas.openxmlformats.org/officeDocument/2006/relationships" xmlns:p="http://schemas.openxmlformats.org/presentationml/2006/main" preserve="1" userDrawn="1">
  <p:cSld name="2_Pic08_02">
    <p:spTree>
      <p:nvGrpSpPr>
        <p:cNvPr id="1" name=""/>
        <p:cNvGrpSpPr/>
        <p:nvPr/>
      </p:nvGrpSpPr>
      <p:grpSpPr>
        <a:xfrm>
          <a:off x="0" y="0"/>
          <a:ext cx="0" cy="0"/>
          <a:chOff x="0" y="0"/>
          <a:chExt cx="0" cy="0"/>
        </a:xfrm>
      </p:grpSpPr>
      <p:sp>
        <p:nvSpPr>
          <p:cNvPr id="8" name="Picture Placeholder 7"/>
          <p:cNvSpPr>
            <a:spLocks noGrp="1"/>
          </p:cNvSpPr>
          <p:nvPr>
            <p:ph type="pic" sz="quarter" idx="10" hasCustomPrompt="1"/>
          </p:nvPr>
        </p:nvSpPr>
        <p:spPr>
          <a:xfrm>
            <a:off x="3" y="-12699"/>
            <a:ext cx="12191999" cy="36449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7" name="Round Same Side Corner Rectangle 6"/>
          <p:cNvSpPr/>
          <p:nvPr userDrawn="1"/>
        </p:nvSpPr>
        <p:spPr>
          <a:xfrm rot="16200000" flipH="1">
            <a:off x="11731147" y="6331910"/>
            <a:ext cx="384047" cy="537665"/>
          </a:xfrm>
          <a:prstGeom prst="round2Same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50000"/>
                  <a:lumOff val="50000"/>
                </a:srgbClr>
              </a:solidFill>
            </a:endParaRPr>
          </a:p>
        </p:txBody>
      </p:sp>
      <p:sp>
        <p:nvSpPr>
          <p:cNvPr id="9" name="Slide Number Placeholder 4"/>
          <p:cNvSpPr>
            <a:spLocks noGrp="1"/>
          </p:cNvSpPr>
          <p:nvPr>
            <p:ph type="sldNum" sz="quarter" idx="4"/>
          </p:nvPr>
        </p:nvSpPr>
        <p:spPr>
          <a:xfrm>
            <a:off x="11662445" y="6408719"/>
            <a:ext cx="508001" cy="366183"/>
          </a:xfrm>
          <a:prstGeom prst="rect">
            <a:avLst/>
          </a:prstGeom>
        </p:spPr>
        <p:txBody>
          <a:bodyPr anchor="ctr"/>
          <a:lstStyle>
            <a:lvl1pPr algn="ctr">
              <a:defRPr sz="1200" b="1">
                <a:solidFill>
                  <a:schemeClr val="tx1">
                    <a:lumMod val="50000"/>
                    <a:lumOff val="50000"/>
                  </a:schemeClr>
                </a:solidFill>
                <a:cs typeface="Simplified Arabic" panose="02020603050405020304" pitchFamily="18" charset="-78"/>
              </a:defRPr>
            </a:lvl1pPr>
          </a:lstStyle>
          <a:p>
            <a:pPr defTabSz="1375467" fontAlgn="auto">
              <a:spcBef>
                <a:spcPts val="0"/>
              </a:spcBef>
              <a:spcAft>
                <a:spcPts val="0"/>
              </a:spcAft>
            </a:pPr>
            <a:fld id="{C136B7D2-B98C-44FD-8D04-7EC62A564975}" type="slidenum">
              <a:rPr lang="en-US" smtClean="0">
                <a:solidFill>
                  <a:srgbClr val="262626">
                    <a:lumMod val="50000"/>
                    <a:lumOff val="50000"/>
                  </a:srgbClr>
                </a:solidFill>
                <a:latin typeface="Roboto Condensed"/>
              </a:rPr>
              <a:pPr defTabSz="1375467" fontAlgn="auto">
                <a:spcBef>
                  <a:spcPts val="0"/>
                </a:spcBef>
                <a:spcAft>
                  <a:spcPts val="0"/>
                </a:spcAft>
              </a:pPr>
              <a:t>‹#›</a:t>
            </a:fld>
            <a:endParaRPr lang="en-US" dirty="0">
              <a:solidFill>
                <a:srgbClr val="262626">
                  <a:lumMod val="50000"/>
                  <a:lumOff val="50000"/>
                </a:srgbClr>
              </a:solidFill>
              <a:latin typeface="Roboto Condensed"/>
            </a:endParaRPr>
          </a:p>
        </p:txBody>
      </p:sp>
    </p:spTree>
    <p:extLst>
      <p:ext uri="{BB962C8B-B14F-4D97-AF65-F5344CB8AC3E}">
        <p14:creationId xmlns:p14="http://schemas.microsoft.com/office/powerpoint/2010/main" val="12439434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accel="50000" decel="5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1000" fill="hold"/>
                                        <p:tgtEl>
                                          <p:spTgt spid="8"/>
                                        </p:tgtEl>
                                        <p:attrNameLst>
                                          <p:attrName>ppt_x</p:attrName>
                                        </p:attrNameLst>
                                      </p:cBhvr>
                                      <p:tavLst>
                                        <p:tav tm="0">
                                          <p:val>
                                            <p:strVal val="#ppt_x"/>
                                          </p:val>
                                        </p:tav>
                                        <p:tav tm="100000">
                                          <p:val>
                                            <p:strVal val="#ppt_x"/>
                                          </p:val>
                                        </p:tav>
                                      </p:tavLst>
                                    </p:anim>
                                    <p:anim calcmode="lin" valueType="num">
                                      <p:cBhvr additive="base">
                                        <p:cTn id="8" dur="1000" fill="hold"/>
                                        <p:tgtEl>
                                          <p:spTgt spid="8"/>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Layout>
</file>

<file path=ppt/slideLayouts/slideLayout405.xml><?xml version="1.0" encoding="utf-8"?>
<p:sldLayout xmlns:a="http://schemas.openxmlformats.org/drawingml/2006/main" xmlns:r="http://schemas.openxmlformats.org/officeDocument/2006/relationships" xmlns:p="http://schemas.openxmlformats.org/presentationml/2006/main" userDrawn="1">
  <p:cSld name="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68579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115771848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Layout>
</file>

<file path=ppt/slideLayouts/slideLayout406.xml><?xml version="1.0" encoding="utf-8"?>
<p:sldLayout xmlns:a="http://schemas.openxmlformats.org/drawingml/2006/main" xmlns:r="http://schemas.openxmlformats.org/officeDocument/2006/relationships" xmlns:p="http://schemas.openxmlformats.org/presentationml/2006/main" userDrawn="1">
  <p:cSld name="Team00">
    <p:spTree>
      <p:nvGrpSpPr>
        <p:cNvPr id="1" name=""/>
        <p:cNvGrpSpPr/>
        <p:nvPr/>
      </p:nvGrpSpPr>
      <p:grpSpPr>
        <a:xfrm>
          <a:off x="0" y="0"/>
          <a:ext cx="0" cy="0"/>
          <a:chOff x="0" y="0"/>
          <a:chExt cx="0" cy="0"/>
        </a:xfrm>
      </p:grpSpPr>
      <p:sp>
        <p:nvSpPr>
          <p:cNvPr id="18" name="Down Arrow Callout 17"/>
          <p:cNvSpPr/>
          <p:nvPr userDrawn="1"/>
        </p:nvSpPr>
        <p:spPr bwMode="auto">
          <a:xfrm>
            <a:off x="0" y="0"/>
            <a:ext cx="12192000" cy="3372155"/>
          </a:xfrm>
          <a:prstGeom prst="downArrowCallout">
            <a:avLst>
              <a:gd name="adj1" fmla="val 32676"/>
              <a:gd name="adj2" fmla="val 14109"/>
              <a:gd name="adj3" fmla="val 10498"/>
              <a:gd name="adj4" fmla="val 92638"/>
            </a:avLst>
          </a:prstGeom>
          <a:solidFill>
            <a:schemeClr val="accent1"/>
          </a:solidFill>
          <a:ln w="9525">
            <a:noFill/>
            <a:round/>
            <a:headEnd/>
            <a:tailEnd/>
          </a:ln>
        </p:spPr>
        <p:txBody>
          <a:bodyPr vert="horz" wrap="square" lIns="121920" tIns="60960" rIns="121920" bIns="60960" numCol="1" rtlCol="0" anchor="t" anchorCtr="0" compatLnSpc="1">
            <a:prstTxWarp prst="textNoShape">
              <a:avLst/>
            </a:prstTxWarp>
          </a:bodyPr>
          <a:lstStyle/>
          <a:p>
            <a:pPr algn="ct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21" name="Picture Placeholder 7"/>
          <p:cNvSpPr>
            <a:spLocks noGrp="1"/>
          </p:cNvSpPr>
          <p:nvPr>
            <p:ph type="pic" sz="quarter" idx="10" hasCustomPrompt="1"/>
          </p:nvPr>
        </p:nvSpPr>
        <p:spPr>
          <a:xfrm>
            <a:off x="4999171" y="622368"/>
            <a:ext cx="2193663" cy="2193005"/>
          </a:xfrm>
          <a:prstGeom prst="ellipse">
            <a:avLst/>
          </a:prstGeom>
          <a:ln w="28575">
            <a:solidFill>
              <a:schemeClr val="accent1">
                <a:lumMod val="75000"/>
              </a:schemeClr>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grpSp>
        <p:nvGrpSpPr>
          <p:cNvPr id="17" name="Group 16"/>
          <p:cNvGrpSpPr/>
          <p:nvPr userDrawn="1"/>
        </p:nvGrpSpPr>
        <p:grpSpPr>
          <a:xfrm>
            <a:off x="0" y="1275080"/>
            <a:ext cx="12192000" cy="2125339"/>
            <a:chOff x="0" y="956310"/>
            <a:chExt cx="9144000" cy="1594004"/>
          </a:xfrm>
        </p:grpSpPr>
        <p:sp>
          <p:nvSpPr>
            <p:cNvPr id="14" name="Freeform 13"/>
            <p:cNvSpPr>
              <a:spLocks/>
            </p:cNvSpPr>
            <p:nvPr userDrawn="1"/>
          </p:nvSpPr>
          <p:spPr bwMode="auto">
            <a:xfrm>
              <a:off x="0" y="956310"/>
              <a:ext cx="9144000" cy="1300543"/>
            </a:xfrm>
            <a:custGeom>
              <a:avLst/>
              <a:gdLst/>
              <a:ahLst/>
              <a:cxnLst>
                <a:cxn ang="0">
                  <a:pos x="30" y="330"/>
                </a:cxn>
                <a:cxn ang="0">
                  <a:pos x="99" y="339"/>
                </a:cxn>
                <a:cxn ang="0">
                  <a:pos x="181" y="385"/>
                </a:cxn>
                <a:cxn ang="0">
                  <a:pos x="289" y="307"/>
                </a:cxn>
                <a:cxn ang="0">
                  <a:pos x="364" y="303"/>
                </a:cxn>
                <a:cxn ang="0">
                  <a:pos x="444" y="328"/>
                </a:cxn>
                <a:cxn ang="0">
                  <a:pos x="528" y="322"/>
                </a:cxn>
                <a:cxn ang="0">
                  <a:pos x="661" y="60"/>
                </a:cxn>
                <a:cxn ang="0">
                  <a:pos x="697" y="60"/>
                </a:cxn>
                <a:cxn ang="0">
                  <a:pos x="726" y="57"/>
                </a:cxn>
                <a:cxn ang="0">
                  <a:pos x="768" y="290"/>
                </a:cxn>
                <a:cxn ang="0">
                  <a:pos x="800" y="246"/>
                </a:cxn>
                <a:cxn ang="0">
                  <a:pos x="888" y="176"/>
                </a:cxn>
                <a:cxn ang="0">
                  <a:pos x="955" y="208"/>
                </a:cxn>
                <a:cxn ang="0">
                  <a:pos x="993" y="358"/>
                </a:cxn>
                <a:cxn ang="0">
                  <a:pos x="1025" y="178"/>
                </a:cxn>
                <a:cxn ang="0">
                  <a:pos x="1138" y="172"/>
                </a:cxn>
                <a:cxn ang="0">
                  <a:pos x="1216" y="161"/>
                </a:cxn>
                <a:cxn ang="0">
                  <a:pos x="1241" y="144"/>
                </a:cxn>
                <a:cxn ang="0">
                  <a:pos x="1300" y="0"/>
                </a:cxn>
                <a:cxn ang="0">
                  <a:pos x="1428" y="157"/>
                </a:cxn>
                <a:cxn ang="0">
                  <a:pos x="1462" y="102"/>
                </a:cxn>
                <a:cxn ang="0">
                  <a:pos x="1492" y="57"/>
                </a:cxn>
                <a:cxn ang="0">
                  <a:pos x="1531" y="55"/>
                </a:cxn>
                <a:cxn ang="0">
                  <a:pos x="1567" y="100"/>
                </a:cxn>
                <a:cxn ang="0">
                  <a:pos x="1670" y="159"/>
                </a:cxn>
                <a:cxn ang="0">
                  <a:pos x="1700" y="127"/>
                </a:cxn>
                <a:cxn ang="0">
                  <a:pos x="1782" y="297"/>
                </a:cxn>
                <a:cxn ang="0">
                  <a:pos x="1843" y="153"/>
                </a:cxn>
                <a:cxn ang="0">
                  <a:pos x="1939" y="153"/>
                </a:cxn>
                <a:cxn ang="0">
                  <a:pos x="1973" y="225"/>
                </a:cxn>
                <a:cxn ang="0">
                  <a:pos x="2011" y="131"/>
                </a:cxn>
                <a:cxn ang="0">
                  <a:pos x="2072" y="127"/>
                </a:cxn>
                <a:cxn ang="0">
                  <a:pos x="2127" y="136"/>
                </a:cxn>
                <a:cxn ang="0">
                  <a:pos x="2160" y="227"/>
                </a:cxn>
                <a:cxn ang="0">
                  <a:pos x="2198" y="358"/>
                </a:cxn>
                <a:cxn ang="0">
                  <a:pos x="2238" y="153"/>
                </a:cxn>
                <a:cxn ang="0">
                  <a:pos x="2291" y="153"/>
                </a:cxn>
                <a:cxn ang="0">
                  <a:pos x="2381" y="313"/>
                </a:cxn>
                <a:cxn ang="0">
                  <a:pos x="2417" y="339"/>
                </a:cxn>
                <a:cxn ang="0">
                  <a:pos x="2434" y="288"/>
                </a:cxn>
                <a:cxn ang="0">
                  <a:pos x="2501" y="330"/>
                </a:cxn>
                <a:cxn ang="0">
                  <a:pos x="2535" y="400"/>
                </a:cxn>
                <a:cxn ang="0">
                  <a:pos x="2705" y="377"/>
                </a:cxn>
                <a:cxn ang="0">
                  <a:pos x="2753" y="362"/>
                </a:cxn>
                <a:cxn ang="0">
                  <a:pos x="2785" y="337"/>
                </a:cxn>
                <a:cxn ang="0">
                  <a:pos x="2835" y="392"/>
                </a:cxn>
                <a:cxn ang="0">
                  <a:pos x="2875" y="307"/>
                </a:cxn>
                <a:cxn ang="0">
                  <a:pos x="2915" y="402"/>
                </a:cxn>
                <a:cxn ang="0">
                  <a:pos x="2940" y="307"/>
                </a:cxn>
                <a:cxn ang="0">
                  <a:pos x="2989" y="407"/>
                </a:cxn>
                <a:cxn ang="0">
                  <a:pos x="3050" y="381"/>
                </a:cxn>
                <a:cxn ang="0">
                  <a:pos x="3102" y="404"/>
                </a:cxn>
                <a:cxn ang="0">
                  <a:pos x="3142" y="373"/>
                </a:cxn>
                <a:cxn ang="0">
                  <a:pos x="3182" y="409"/>
                </a:cxn>
                <a:cxn ang="0">
                  <a:pos x="3239" y="455"/>
                </a:cxn>
              </a:cxnLst>
              <a:rect l="0" t="0" r="r" b="b"/>
              <a:pathLst>
                <a:path w="3239" h="455">
                  <a:moveTo>
                    <a:pt x="0" y="455"/>
                  </a:moveTo>
                  <a:lnTo>
                    <a:pt x="0" y="349"/>
                  </a:lnTo>
                  <a:lnTo>
                    <a:pt x="30" y="349"/>
                  </a:lnTo>
                  <a:lnTo>
                    <a:pt x="30" y="330"/>
                  </a:lnTo>
                  <a:lnTo>
                    <a:pt x="85" y="330"/>
                  </a:lnTo>
                  <a:lnTo>
                    <a:pt x="85" y="356"/>
                  </a:lnTo>
                  <a:lnTo>
                    <a:pt x="99" y="356"/>
                  </a:lnTo>
                  <a:lnTo>
                    <a:pt x="99" y="339"/>
                  </a:lnTo>
                  <a:lnTo>
                    <a:pt x="122" y="339"/>
                  </a:lnTo>
                  <a:lnTo>
                    <a:pt x="122" y="368"/>
                  </a:lnTo>
                  <a:lnTo>
                    <a:pt x="181" y="368"/>
                  </a:lnTo>
                  <a:lnTo>
                    <a:pt x="181" y="385"/>
                  </a:lnTo>
                  <a:lnTo>
                    <a:pt x="251" y="385"/>
                  </a:lnTo>
                  <a:lnTo>
                    <a:pt x="251" y="322"/>
                  </a:lnTo>
                  <a:lnTo>
                    <a:pt x="289" y="322"/>
                  </a:lnTo>
                  <a:lnTo>
                    <a:pt x="289" y="307"/>
                  </a:lnTo>
                  <a:lnTo>
                    <a:pt x="331" y="307"/>
                  </a:lnTo>
                  <a:lnTo>
                    <a:pt x="331" y="290"/>
                  </a:lnTo>
                  <a:lnTo>
                    <a:pt x="364" y="290"/>
                  </a:lnTo>
                  <a:lnTo>
                    <a:pt x="364" y="303"/>
                  </a:lnTo>
                  <a:lnTo>
                    <a:pt x="411" y="303"/>
                  </a:lnTo>
                  <a:lnTo>
                    <a:pt x="411" y="311"/>
                  </a:lnTo>
                  <a:lnTo>
                    <a:pt x="444" y="311"/>
                  </a:lnTo>
                  <a:lnTo>
                    <a:pt x="444" y="328"/>
                  </a:lnTo>
                  <a:lnTo>
                    <a:pt x="455" y="328"/>
                  </a:lnTo>
                  <a:lnTo>
                    <a:pt x="455" y="303"/>
                  </a:lnTo>
                  <a:lnTo>
                    <a:pt x="528" y="303"/>
                  </a:lnTo>
                  <a:lnTo>
                    <a:pt x="528" y="322"/>
                  </a:lnTo>
                  <a:lnTo>
                    <a:pt x="617" y="322"/>
                  </a:lnTo>
                  <a:lnTo>
                    <a:pt x="617" y="66"/>
                  </a:lnTo>
                  <a:lnTo>
                    <a:pt x="661" y="66"/>
                  </a:lnTo>
                  <a:lnTo>
                    <a:pt x="661" y="60"/>
                  </a:lnTo>
                  <a:lnTo>
                    <a:pt x="673" y="60"/>
                  </a:lnTo>
                  <a:lnTo>
                    <a:pt x="673" y="83"/>
                  </a:lnTo>
                  <a:lnTo>
                    <a:pt x="697" y="83"/>
                  </a:lnTo>
                  <a:lnTo>
                    <a:pt x="697" y="60"/>
                  </a:lnTo>
                  <a:lnTo>
                    <a:pt x="705" y="60"/>
                  </a:lnTo>
                  <a:lnTo>
                    <a:pt x="705" y="49"/>
                  </a:lnTo>
                  <a:lnTo>
                    <a:pt x="726" y="49"/>
                  </a:lnTo>
                  <a:lnTo>
                    <a:pt x="726" y="57"/>
                  </a:lnTo>
                  <a:lnTo>
                    <a:pt x="753" y="57"/>
                  </a:lnTo>
                  <a:lnTo>
                    <a:pt x="753" y="102"/>
                  </a:lnTo>
                  <a:lnTo>
                    <a:pt x="768" y="102"/>
                  </a:lnTo>
                  <a:lnTo>
                    <a:pt x="768" y="290"/>
                  </a:lnTo>
                  <a:lnTo>
                    <a:pt x="789" y="290"/>
                  </a:lnTo>
                  <a:lnTo>
                    <a:pt x="789" y="263"/>
                  </a:lnTo>
                  <a:lnTo>
                    <a:pt x="800" y="263"/>
                  </a:lnTo>
                  <a:lnTo>
                    <a:pt x="800" y="246"/>
                  </a:lnTo>
                  <a:lnTo>
                    <a:pt x="873" y="246"/>
                  </a:lnTo>
                  <a:lnTo>
                    <a:pt x="873" y="199"/>
                  </a:lnTo>
                  <a:lnTo>
                    <a:pt x="888" y="199"/>
                  </a:lnTo>
                  <a:lnTo>
                    <a:pt x="888" y="176"/>
                  </a:lnTo>
                  <a:lnTo>
                    <a:pt x="943" y="176"/>
                  </a:lnTo>
                  <a:lnTo>
                    <a:pt x="943" y="195"/>
                  </a:lnTo>
                  <a:lnTo>
                    <a:pt x="955" y="195"/>
                  </a:lnTo>
                  <a:lnTo>
                    <a:pt x="955" y="208"/>
                  </a:lnTo>
                  <a:lnTo>
                    <a:pt x="976" y="208"/>
                  </a:lnTo>
                  <a:lnTo>
                    <a:pt x="976" y="333"/>
                  </a:lnTo>
                  <a:lnTo>
                    <a:pt x="993" y="333"/>
                  </a:lnTo>
                  <a:lnTo>
                    <a:pt x="993" y="358"/>
                  </a:lnTo>
                  <a:lnTo>
                    <a:pt x="1004" y="358"/>
                  </a:lnTo>
                  <a:lnTo>
                    <a:pt x="1004" y="195"/>
                  </a:lnTo>
                  <a:lnTo>
                    <a:pt x="1025" y="195"/>
                  </a:lnTo>
                  <a:lnTo>
                    <a:pt x="1025" y="178"/>
                  </a:lnTo>
                  <a:lnTo>
                    <a:pt x="1115" y="178"/>
                  </a:lnTo>
                  <a:lnTo>
                    <a:pt x="1115" y="193"/>
                  </a:lnTo>
                  <a:lnTo>
                    <a:pt x="1138" y="193"/>
                  </a:lnTo>
                  <a:lnTo>
                    <a:pt x="1138" y="172"/>
                  </a:lnTo>
                  <a:lnTo>
                    <a:pt x="1147" y="172"/>
                  </a:lnTo>
                  <a:lnTo>
                    <a:pt x="1147" y="134"/>
                  </a:lnTo>
                  <a:lnTo>
                    <a:pt x="1216" y="134"/>
                  </a:lnTo>
                  <a:lnTo>
                    <a:pt x="1216" y="161"/>
                  </a:lnTo>
                  <a:lnTo>
                    <a:pt x="1224" y="161"/>
                  </a:lnTo>
                  <a:lnTo>
                    <a:pt x="1224" y="176"/>
                  </a:lnTo>
                  <a:lnTo>
                    <a:pt x="1241" y="176"/>
                  </a:lnTo>
                  <a:lnTo>
                    <a:pt x="1241" y="144"/>
                  </a:lnTo>
                  <a:lnTo>
                    <a:pt x="1250" y="144"/>
                  </a:lnTo>
                  <a:lnTo>
                    <a:pt x="1250" y="85"/>
                  </a:lnTo>
                  <a:lnTo>
                    <a:pt x="1300" y="85"/>
                  </a:lnTo>
                  <a:lnTo>
                    <a:pt x="1300" y="0"/>
                  </a:lnTo>
                  <a:lnTo>
                    <a:pt x="1409" y="0"/>
                  </a:lnTo>
                  <a:lnTo>
                    <a:pt x="1409" y="178"/>
                  </a:lnTo>
                  <a:lnTo>
                    <a:pt x="1428" y="178"/>
                  </a:lnTo>
                  <a:lnTo>
                    <a:pt x="1428" y="157"/>
                  </a:lnTo>
                  <a:lnTo>
                    <a:pt x="1439" y="157"/>
                  </a:lnTo>
                  <a:lnTo>
                    <a:pt x="1439" y="134"/>
                  </a:lnTo>
                  <a:lnTo>
                    <a:pt x="1462" y="134"/>
                  </a:lnTo>
                  <a:lnTo>
                    <a:pt x="1462" y="102"/>
                  </a:lnTo>
                  <a:lnTo>
                    <a:pt x="1481" y="102"/>
                  </a:lnTo>
                  <a:lnTo>
                    <a:pt x="1481" y="70"/>
                  </a:lnTo>
                  <a:lnTo>
                    <a:pt x="1492" y="70"/>
                  </a:lnTo>
                  <a:lnTo>
                    <a:pt x="1492" y="57"/>
                  </a:lnTo>
                  <a:lnTo>
                    <a:pt x="1508" y="57"/>
                  </a:lnTo>
                  <a:lnTo>
                    <a:pt x="1508" y="40"/>
                  </a:lnTo>
                  <a:lnTo>
                    <a:pt x="1531" y="40"/>
                  </a:lnTo>
                  <a:lnTo>
                    <a:pt x="1531" y="55"/>
                  </a:lnTo>
                  <a:lnTo>
                    <a:pt x="1550" y="55"/>
                  </a:lnTo>
                  <a:lnTo>
                    <a:pt x="1550" y="66"/>
                  </a:lnTo>
                  <a:lnTo>
                    <a:pt x="1567" y="66"/>
                  </a:lnTo>
                  <a:lnTo>
                    <a:pt x="1567" y="100"/>
                  </a:lnTo>
                  <a:lnTo>
                    <a:pt x="1584" y="100"/>
                  </a:lnTo>
                  <a:lnTo>
                    <a:pt x="1584" y="153"/>
                  </a:lnTo>
                  <a:lnTo>
                    <a:pt x="1670" y="153"/>
                  </a:lnTo>
                  <a:lnTo>
                    <a:pt x="1670" y="159"/>
                  </a:lnTo>
                  <a:lnTo>
                    <a:pt x="1689" y="159"/>
                  </a:lnTo>
                  <a:lnTo>
                    <a:pt x="1689" y="142"/>
                  </a:lnTo>
                  <a:lnTo>
                    <a:pt x="1700" y="142"/>
                  </a:lnTo>
                  <a:lnTo>
                    <a:pt x="1700" y="127"/>
                  </a:lnTo>
                  <a:lnTo>
                    <a:pt x="1769" y="127"/>
                  </a:lnTo>
                  <a:lnTo>
                    <a:pt x="1769" y="142"/>
                  </a:lnTo>
                  <a:lnTo>
                    <a:pt x="1782" y="142"/>
                  </a:lnTo>
                  <a:lnTo>
                    <a:pt x="1782" y="297"/>
                  </a:lnTo>
                  <a:lnTo>
                    <a:pt x="1790" y="297"/>
                  </a:lnTo>
                  <a:lnTo>
                    <a:pt x="1790" y="269"/>
                  </a:lnTo>
                  <a:lnTo>
                    <a:pt x="1843" y="269"/>
                  </a:lnTo>
                  <a:lnTo>
                    <a:pt x="1843" y="153"/>
                  </a:lnTo>
                  <a:lnTo>
                    <a:pt x="1864" y="153"/>
                  </a:lnTo>
                  <a:lnTo>
                    <a:pt x="1864" y="136"/>
                  </a:lnTo>
                  <a:lnTo>
                    <a:pt x="1939" y="136"/>
                  </a:lnTo>
                  <a:lnTo>
                    <a:pt x="1939" y="153"/>
                  </a:lnTo>
                  <a:lnTo>
                    <a:pt x="1958" y="153"/>
                  </a:lnTo>
                  <a:lnTo>
                    <a:pt x="1958" y="360"/>
                  </a:lnTo>
                  <a:lnTo>
                    <a:pt x="1973" y="360"/>
                  </a:lnTo>
                  <a:lnTo>
                    <a:pt x="1973" y="225"/>
                  </a:lnTo>
                  <a:lnTo>
                    <a:pt x="1996" y="225"/>
                  </a:lnTo>
                  <a:lnTo>
                    <a:pt x="1996" y="144"/>
                  </a:lnTo>
                  <a:lnTo>
                    <a:pt x="2011" y="144"/>
                  </a:lnTo>
                  <a:lnTo>
                    <a:pt x="2011" y="131"/>
                  </a:lnTo>
                  <a:lnTo>
                    <a:pt x="2019" y="131"/>
                  </a:lnTo>
                  <a:lnTo>
                    <a:pt x="2019" y="115"/>
                  </a:lnTo>
                  <a:lnTo>
                    <a:pt x="2072" y="115"/>
                  </a:lnTo>
                  <a:lnTo>
                    <a:pt x="2072" y="127"/>
                  </a:lnTo>
                  <a:lnTo>
                    <a:pt x="2093" y="127"/>
                  </a:lnTo>
                  <a:lnTo>
                    <a:pt x="2093" y="110"/>
                  </a:lnTo>
                  <a:lnTo>
                    <a:pt x="2127" y="110"/>
                  </a:lnTo>
                  <a:lnTo>
                    <a:pt x="2127" y="136"/>
                  </a:lnTo>
                  <a:lnTo>
                    <a:pt x="2141" y="136"/>
                  </a:lnTo>
                  <a:lnTo>
                    <a:pt x="2141" y="144"/>
                  </a:lnTo>
                  <a:lnTo>
                    <a:pt x="2160" y="144"/>
                  </a:lnTo>
                  <a:lnTo>
                    <a:pt x="2160" y="227"/>
                  </a:lnTo>
                  <a:lnTo>
                    <a:pt x="2173" y="227"/>
                  </a:lnTo>
                  <a:lnTo>
                    <a:pt x="2173" y="373"/>
                  </a:lnTo>
                  <a:lnTo>
                    <a:pt x="2198" y="373"/>
                  </a:lnTo>
                  <a:lnTo>
                    <a:pt x="2198" y="358"/>
                  </a:lnTo>
                  <a:lnTo>
                    <a:pt x="2221" y="358"/>
                  </a:lnTo>
                  <a:lnTo>
                    <a:pt x="2221" y="288"/>
                  </a:lnTo>
                  <a:lnTo>
                    <a:pt x="2238" y="288"/>
                  </a:lnTo>
                  <a:lnTo>
                    <a:pt x="2238" y="153"/>
                  </a:lnTo>
                  <a:lnTo>
                    <a:pt x="2274" y="153"/>
                  </a:lnTo>
                  <a:lnTo>
                    <a:pt x="2274" y="121"/>
                  </a:lnTo>
                  <a:lnTo>
                    <a:pt x="2291" y="121"/>
                  </a:lnTo>
                  <a:lnTo>
                    <a:pt x="2291" y="153"/>
                  </a:lnTo>
                  <a:lnTo>
                    <a:pt x="2350" y="153"/>
                  </a:lnTo>
                  <a:lnTo>
                    <a:pt x="2350" y="288"/>
                  </a:lnTo>
                  <a:lnTo>
                    <a:pt x="2381" y="288"/>
                  </a:lnTo>
                  <a:lnTo>
                    <a:pt x="2381" y="313"/>
                  </a:lnTo>
                  <a:lnTo>
                    <a:pt x="2389" y="313"/>
                  </a:lnTo>
                  <a:lnTo>
                    <a:pt x="2389" y="347"/>
                  </a:lnTo>
                  <a:lnTo>
                    <a:pt x="2417" y="347"/>
                  </a:lnTo>
                  <a:lnTo>
                    <a:pt x="2417" y="339"/>
                  </a:lnTo>
                  <a:lnTo>
                    <a:pt x="2427" y="339"/>
                  </a:lnTo>
                  <a:lnTo>
                    <a:pt x="2427" y="311"/>
                  </a:lnTo>
                  <a:lnTo>
                    <a:pt x="2434" y="311"/>
                  </a:lnTo>
                  <a:lnTo>
                    <a:pt x="2434" y="288"/>
                  </a:lnTo>
                  <a:lnTo>
                    <a:pt x="2486" y="288"/>
                  </a:lnTo>
                  <a:lnTo>
                    <a:pt x="2486" y="316"/>
                  </a:lnTo>
                  <a:lnTo>
                    <a:pt x="2501" y="316"/>
                  </a:lnTo>
                  <a:lnTo>
                    <a:pt x="2501" y="330"/>
                  </a:lnTo>
                  <a:lnTo>
                    <a:pt x="2526" y="330"/>
                  </a:lnTo>
                  <a:lnTo>
                    <a:pt x="2526" y="356"/>
                  </a:lnTo>
                  <a:lnTo>
                    <a:pt x="2535" y="356"/>
                  </a:lnTo>
                  <a:lnTo>
                    <a:pt x="2535" y="400"/>
                  </a:lnTo>
                  <a:lnTo>
                    <a:pt x="2554" y="400"/>
                  </a:lnTo>
                  <a:lnTo>
                    <a:pt x="2554" y="275"/>
                  </a:lnTo>
                  <a:lnTo>
                    <a:pt x="2705" y="275"/>
                  </a:lnTo>
                  <a:lnTo>
                    <a:pt x="2705" y="377"/>
                  </a:lnTo>
                  <a:lnTo>
                    <a:pt x="2726" y="377"/>
                  </a:lnTo>
                  <a:lnTo>
                    <a:pt x="2726" y="396"/>
                  </a:lnTo>
                  <a:lnTo>
                    <a:pt x="2753" y="396"/>
                  </a:lnTo>
                  <a:lnTo>
                    <a:pt x="2753" y="362"/>
                  </a:lnTo>
                  <a:lnTo>
                    <a:pt x="2762" y="362"/>
                  </a:lnTo>
                  <a:lnTo>
                    <a:pt x="2762" y="347"/>
                  </a:lnTo>
                  <a:lnTo>
                    <a:pt x="2785" y="347"/>
                  </a:lnTo>
                  <a:lnTo>
                    <a:pt x="2785" y="337"/>
                  </a:lnTo>
                  <a:lnTo>
                    <a:pt x="2814" y="337"/>
                  </a:lnTo>
                  <a:lnTo>
                    <a:pt x="2814" y="398"/>
                  </a:lnTo>
                  <a:lnTo>
                    <a:pt x="2835" y="398"/>
                  </a:lnTo>
                  <a:lnTo>
                    <a:pt x="2835" y="392"/>
                  </a:lnTo>
                  <a:lnTo>
                    <a:pt x="2858" y="392"/>
                  </a:lnTo>
                  <a:lnTo>
                    <a:pt x="2858" y="318"/>
                  </a:lnTo>
                  <a:lnTo>
                    <a:pt x="2875" y="318"/>
                  </a:lnTo>
                  <a:lnTo>
                    <a:pt x="2875" y="307"/>
                  </a:lnTo>
                  <a:lnTo>
                    <a:pt x="2900" y="307"/>
                  </a:lnTo>
                  <a:lnTo>
                    <a:pt x="2900" y="316"/>
                  </a:lnTo>
                  <a:lnTo>
                    <a:pt x="2915" y="316"/>
                  </a:lnTo>
                  <a:lnTo>
                    <a:pt x="2915" y="402"/>
                  </a:lnTo>
                  <a:lnTo>
                    <a:pt x="2928" y="402"/>
                  </a:lnTo>
                  <a:lnTo>
                    <a:pt x="2928" y="318"/>
                  </a:lnTo>
                  <a:lnTo>
                    <a:pt x="2940" y="318"/>
                  </a:lnTo>
                  <a:lnTo>
                    <a:pt x="2940" y="307"/>
                  </a:lnTo>
                  <a:lnTo>
                    <a:pt x="2968" y="307"/>
                  </a:lnTo>
                  <a:lnTo>
                    <a:pt x="2968" y="316"/>
                  </a:lnTo>
                  <a:lnTo>
                    <a:pt x="2989" y="316"/>
                  </a:lnTo>
                  <a:lnTo>
                    <a:pt x="2989" y="407"/>
                  </a:lnTo>
                  <a:lnTo>
                    <a:pt x="3035" y="407"/>
                  </a:lnTo>
                  <a:lnTo>
                    <a:pt x="3035" y="394"/>
                  </a:lnTo>
                  <a:lnTo>
                    <a:pt x="3050" y="394"/>
                  </a:lnTo>
                  <a:lnTo>
                    <a:pt x="3050" y="381"/>
                  </a:lnTo>
                  <a:lnTo>
                    <a:pt x="3092" y="381"/>
                  </a:lnTo>
                  <a:lnTo>
                    <a:pt x="3092" y="394"/>
                  </a:lnTo>
                  <a:lnTo>
                    <a:pt x="3102" y="394"/>
                  </a:lnTo>
                  <a:lnTo>
                    <a:pt x="3102" y="404"/>
                  </a:lnTo>
                  <a:lnTo>
                    <a:pt x="3130" y="404"/>
                  </a:lnTo>
                  <a:lnTo>
                    <a:pt x="3130" y="394"/>
                  </a:lnTo>
                  <a:lnTo>
                    <a:pt x="3142" y="394"/>
                  </a:lnTo>
                  <a:lnTo>
                    <a:pt x="3142" y="373"/>
                  </a:lnTo>
                  <a:lnTo>
                    <a:pt x="3157" y="373"/>
                  </a:lnTo>
                  <a:lnTo>
                    <a:pt x="3157" y="383"/>
                  </a:lnTo>
                  <a:lnTo>
                    <a:pt x="3182" y="383"/>
                  </a:lnTo>
                  <a:lnTo>
                    <a:pt x="3182" y="409"/>
                  </a:lnTo>
                  <a:lnTo>
                    <a:pt x="3199" y="409"/>
                  </a:lnTo>
                  <a:lnTo>
                    <a:pt x="3199" y="400"/>
                  </a:lnTo>
                  <a:lnTo>
                    <a:pt x="3239" y="400"/>
                  </a:lnTo>
                  <a:lnTo>
                    <a:pt x="3239" y="455"/>
                  </a:lnTo>
                  <a:lnTo>
                    <a:pt x="0" y="455"/>
                  </a:lnTo>
                  <a:close/>
                </a:path>
              </a:pathLst>
            </a:custGeom>
            <a:solidFill>
              <a:schemeClr val="accent1">
                <a:lumMod val="50000"/>
                <a:alpha val="28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16" name="Isosceles Triangle 15"/>
            <p:cNvSpPr/>
            <p:nvPr userDrawn="1"/>
          </p:nvSpPr>
          <p:spPr>
            <a:xfrm rot="10800000">
              <a:off x="4191000" y="2256627"/>
              <a:ext cx="762000" cy="293687"/>
            </a:xfrm>
            <a:prstGeom prst="triangle">
              <a:avLst>
                <a:gd name="adj" fmla="val 50000"/>
              </a:avLst>
            </a:prstGeom>
            <a:solidFill>
              <a:schemeClr val="accent1">
                <a:lumMod val="50000"/>
                <a:alpha val="2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grpSp>
    </p:spTree>
    <p:extLst>
      <p:ext uri="{BB962C8B-B14F-4D97-AF65-F5344CB8AC3E}">
        <p14:creationId xmlns:p14="http://schemas.microsoft.com/office/powerpoint/2010/main" val="209012696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accel="50000" decel="50000" fill="hold" grpId="0" nodeType="afterEffect">
                                  <p:stCondLst>
                                    <p:cond delay="0"/>
                                  </p:stCondLst>
                                  <p:childTnLst>
                                    <p:set>
                                      <p:cBhvr>
                                        <p:cTn id="6" dur="1" fill="hold">
                                          <p:stCondLst>
                                            <p:cond delay="0"/>
                                          </p:stCondLst>
                                        </p:cTn>
                                        <p:tgtEl>
                                          <p:spTgt spid="18"/>
                                        </p:tgtEl>
                                        <p:attrNameLst>
                                          <p:attrName>style.visibility</p:attrName>
                                        </p:attrNameLst>
                                      </p:cBhvr>
                                      <p:to>
                                        <p:strVal val="visible"/>
                                      </p:to>
                                    </p:set>
                                    <p:anim calcmode="lin" valueType="num">
                                      <p:cBhvr additive="base">
                                        <p:cTn id="7" dur="1000" fill="hold"/>
                                        <p:tgtEl>
                                          <p:spTgt spid="18"/>
                                        </p:tgtEl>
                                        <p:attrNameLst>
                                          <p:attrName>ppt_x</p:attrName>
                                        </p:attrNameLst>
                                      </p:cBhvr>
                                      <p:tavLst>
                                        <p:tav tm="0">
                                          <p:val>
                                            <p:strVal val="#ppt_x"/>
                                          </p:val>
                                        </p:tav>
                                        <p:tav tm="100000">
                                          <p:val>
                                            <p:strVal val="#ppt_x"/>
                                          </p:val>
                                        </p:tav>
                                      </p:tavLst>
                                    </p:anim>
                                    <p:anim calcmode="lin" valueType="num">
                                      <p:cBhvr additive="base">
                                        <p:cTn id="8" dur="1000" fill="hold"/>
                                        <p:tgtEl>
                                          <p:spTgt spid="18"/>
                                        </p:tgtEl>
                                        <p:attrNameLst>
                                          <p:attrName>ppt_y</p:attrName>
                                        </p:attrNameLst>
                                      </p:cBhvr>
                                      <p:tavLst>
                                        <p:tav tm="0">
                                          <p:val>
                                            <p:strVal val="0-#ppt_h/2"/>
                                          </p:val>
                                        </p:tav>
                                        <p:tav tm="100000">
                                          <p:val>
                                            <p:strVal val="#ppt_y"/>
                                          </p:val>
                                        </p:tav>
                                      </p:tavLst>
                                    </p:anim>
                                  </p:childTnLst>
                                </p:cTn>
                              </p:par>
                              <p:par>
                                <p:cTn id="9" presetID="2" presetClass="entr" presetSubtype="4" accel="50000" decel="50000" fill="hold" nodeType="withEffect">
                                  <p:stCondLst>
                                    <p:cond delay="0"/>
                                  </p:stCondLst>
                                  <p:childTnLst>
                                    <p:set>
                                      <p:cBhvr>
                                        <p:cTn id="10" dur="1" fill="hold">
                                          <p:stCondLst>
                                            <p:cond delay="0"/>
                                          </p:stCondLst>
                                        </p:cTn>
                                        <p:tgtEl>
                                          <p:spTgt spid="17"/>
                                        </p:tgtEl>
                                        <p:attrNameLst>
                                          <p:attrName>style.visibility</p:attrName>
                                        </p:attrNameLst>
                                      </p:cBhvr>
                                      <p:to>
                                        <p:strVal val="visible"/>
                                      </p:to>
                                    </p:set>
                                    <p:anim calcmode="lin" valueType="num">
                                      <p:cBhvr additive="base">
                                        <p:cTn id="11" dur="1000" fill="hold"/>
                                        <p:tgtEl>
                                          <p:spTgt spid="17"/>
                                        </p:tgtEl>
                                        <p:attrNameLst>
                                          <p:attrName>ppt_x</p:attrName>
                                        </p:attrNameLst>
                                      </p:cBhvr>
                                      <p:tavLst>
                                        <p:tav tm="0">
                                          <p:val>
                                            <p:strVal val="#ppt_x"/>
                                          </p:val>
                                        </p:tav>
                                        <p:tav tm="100000">
                                          <p:val>
                                            <p:strVal val="#ppt_x"/>
                                          </p:val>
                                        </p:tav>
                                      </p:tavLst>
                                    </p:anim>
                                    <p:anim calcmode="lin" valueType="num">
                                      <p:cBhvr additive="base">
                                        <p:cTn id="12" dur="1000" fill="hold"/>
                                        <p:tgtEl>
                                          <p:spTgt spid="17"/>
                                        </p:tgtEl>
                                        <p:attrNameLst>
                                          <p:attrName>ppt_y</p:attrName>
                                        </p:attrNameLst>
                                      </p:cBhvr>
                                      <p:tavLst>
                                        <p:tav tm="0">
                                          <p:val>
                                            <p:strVal val="1+#ppt_h/2"/>
                                          </p:val>
                                        </p:tav>
                                        <p:tav tm="100000">
                                          <p:val>
                                            <p:strVal val="#ppt_y"/>
                                          </p:val>
                                        </p:tav>
                                      </p:tavLst>
                                    </p:anim>
                                  </p:childTnLst>
                                </p:cTn>
                              </p:par>
                            </p:childTnLst>
                          </p:cTn>
                        </p:par>
                        <p:par>
                          <p:cTn id="13" fill="hold">
                            <p:stCondLst>
                              <p:cond delay="1000"/>
                            </p:stCondLst>
                            <p:childTnLst>
                              <p:par>
                                <p:cTn id="14" presetID="53" presetClass="entr" presetSubtype="0" fill="hold" grpId="0" nodeType="afterEffect">
                                  <p:stCondLst>
                                    <p:cond delay="0"/>
                                  </p:stCondLst>
                                  <p:childTnLst>
                                    <p:set>
                                      <p:cBhvr>
                                        <p:cTn id="15" dur="1" fill="hold">
                                          <p:stCondLst>
                                            <p:cond delay="0"/>
                                          </p:stCondLst>
                                        </p:cTn>
                                        <p:tgtEl>
                                          <p:spTgt spid="21"/>
                                        </p:tgtEl>
                                        <p:attrNameLst>
                                          <p:attrName>style.visibility</p:attrName>
                                        </p:attrNameLst>
                                      </p:cBhvr>
                                      <p:to>
                                        <p:strVal val="visible"/>
                                      </p:to>
                                    </p:set>
                                    <p:anim calcmode="lin" valueType="num">
                                      <p:cBhvr>
                                        <p:cTn id="16" dur="500" fill="hold"/>
                                        <p:tgtEl>
                                          <p:spTgt spid="21"/>
                                        </p:tgtEl>
                                        <p:attrNameLst>
                                          <p:attrName>ppt_w</p:attrName>
                                        </p:attrNameLst>
                                      </p:cBhvr>
                                      <p:tavLst>
                                        <p:tav tm="0">
                                          <p:val>
                                            <p:fltVal val="0"/>
                                          </p:val>
                                        </p:tav>
                                        <p:tav tm="100000">
                                          <p:val>
                                            <p:strVal val="#ppt_w"/>
                                          </p:val>
                                        </p:tav>
                                      </p:tavLst>
                                    </p:anim>
                                    <p:anim calcmode="lin" valueType="num">
                                      <p:cBhvr>
                                        <p:cTn id="17" dur="500" fill="hold"/>
                                        <p:tgtEl>
                                          <p:spTgt spid="21"/>
                                        </p:tgtEl>
                                        <p:attrNameLst>
                                          <p:attrName>ppt_h</p:attrName>
                                        </p:attrNameLst>
                                      </p:cBhvr>
                                      <p:tavLst>
                                        <p:tav tm="0">
                                          <p:val>
                                            <p:fltVal val="0"/>
                                          </p:val>
                                        </p:tav>
                                        <p:tav tm="100000">
                                          <p:val>
                                            <p:strVal val="#ppt_h"/>
                                          </p:val>
                                        </p:tav>
                                      </p:tavLst>
                                    </p:anim>
                                    <p:animEffect transition="in" filter="fade">
                                      <p:cBhvr>
                                        <p:cTn id="18"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21" grpId="0" animBg="1"/>
    </p:bldLst>
  </p:timing>
</p:sldLayout>
</file>

<file path=ppt/slideLayouts/slideLayout407.xml><?xml version="1.0" encoding="utf-8"?>
<p:sldLayout xmlns:a="http://schemas.openxmlformats.org/drawingml/2006/main" xmlns:r="http://schemas.openxmlformats.org/officeDocument/2006/relationships" xmlns:p="http://schemas.openxmlformats.org/presentationml/2006/main" userDrawn="1">
  <p:cSld name="Pic01">
    <p:spTree>
      <p:nvGrpSpPr>
        <p:cNvPr id="1" name=""/>
        <p:cNvGrpSpPr/>
        <p:nvPr/>
      </p:nvGrpSpPr>
      <p:grpSpPr>
        <a:xfrm>
          <a:off x="0" y="0"/>
          <a:ext cx="0" cy="0"/>
          <a:chOff x="0" y="0"/>
          <a:chExt cx="0" cy="0"/>
        </a:xfrm>
      </p:grpSpPr>
      <p:sp>
        <p:nvSpPr>
          <p:cNvPr id="26" name="Picture Placeholder 7"/>
          <p:cNvSpPr>
            <a:spLocks noGrp="1"/>
          </p:cNvSpPr>
          <p:nvPr>
            <p:ph type="pic" sz="quarter" idx="10" hasCustomPrompt="1"/>
          </p:nvPr>
        </p:nvSpPr>
        <p:spPr>
          <a:xfrm>
            <a:off x="2" y="1704654"/>
            <a:ext cx="3698113" cy="2841945"/>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27" name="Picture Placeholder 7"/>
          <p:cNvSpPr>
            <a:spLocks noGrp="1"/>
          </p:cNvSpPr>
          <p:nvPr>
            <p:ph type="pic" sz="quarter" idx="15" hasCustomPrompt="1"/>
          </p:nvPr>
        </p:nvSpPr>
        <p:spPr>
          <a:xfrm>
            <a:off x="8483240" y="1704654"/>
            <a:ext cx="3708763" cy="2841945"/>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1" name="Rectangle 30"/>
          <p:cNvSpPr/>
          <p:nvPr/>
        </p:nvSpPr>
        <p:spPr>
          <a:xfrm>
            <a:off x="3698115" y="1704656"/>
            <a:ext cx="4785125" cy="284194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9"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0"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239980157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accel="50000" decel="50000" fill="hold" grpId="0" nodeType="afterEffect">
                                  <p:stCondLst>
                                    <p:cond delay="0"/>
                                  </p:stCondLst>
                                  <p:childTnLst>
                                    <p:set>
                                      <p:cBhvr>
                                        <p:cTn id="6" dur="1" fill="hold">
                                          <p:stCondLst>
                                            <p:cond delay="0"/>
                                          </p:stCondLst>
                                        </p:cTn>
                                        <p:tgtEl>
                                          <p:spTgt spid="27"/>
                                        </p:tgtEl>
                                        <p:attrNameLst>
                                          <p:attrName>style.visibility</p:attrName>
                                        </p:attrNameLst>
                                      </p:cBhvr>
                                      <p:to>
                                        <p:strVal val="visible"/>
                                      </p:to>
                                    </p:set>
                                    <p:anim calcmode="lin" valueType="num">
                                      <p:cBhvr additive="base">
                                        <p:cTn id="7" dur="500" fill="hold"/>
                                        <p:tgtEl>
                                          <p:spTgt spid="27"/>
                                        </p:tgtEl>
                                        <p:attrNameLst>
                                          <p:attrName>ppt_x</p:attrName>
                                        </p:attrNameLst>
                                      </p:cBhvr>
                                      <p:tavLst>
                                        <p:tav tm="0">
                                          <p:val>
                                            <p:strVal val="1+#ppt_w/2"/>
                                          </p:val>
                                        </p:tav>
                                        <p:tav tm="100000">
                                          <p:val>
                                            <p:strVal val="#ppt_x"/>
                                          </p:val>
                                        </p:tav>
                                      </p:tavLst>
                                    </p:anim>
                                    <p:anim calcmode="lin" valueType="num">
                                      <p:cBhvr additive="base">
                                        <p:cTn id="8" dur="500" fill="hold"/>
                                        <p:tgtEl>
                                          <p:spTgt spid="27"/>
                                        </p:tgtEl>
                                        <p:attrNameLst>
                                          <p:attrName>ppt_y</p:attrName>
                                        </p:attrNameLst>
                                      </p:cBhvr>
                                      <p:tavLst>
                                        <p:tav tm="0">
                                          <p:val>
                                            <p:strVal val="#ppt_y"/>
                                          </p:val>
                                        </p:tav>
                                        <p:tav tm="100000">
                                          <p:val>
                                            <p:strVal val="#ppt_y"/>
                                          </p:val>
                                        </p:tav>
                                      </p:tavLst>
                                    </p:anim>
                                  </p:childTnLst>
                                </p:cTn>
                              </p:par>
                              <p:par>
                                <p:cTn id="9" presetID="2" presetClass="entr" presetSubtype="8" accel="50000" decel="50000" fill="hold" grpId="0" nodeType="withEffect">
                                  <p:stCondLst>
                                    <p:cond delay="0"/>
                                  </p:stCondLst>
                                  <p:childTnLst>
                                    <p:set>
                                      <p:cBhvr>
                                        <p:cTn id="10" dur="1" fill="hold">
                                          <p:stCondLst>
                                            <p:cond delay="0"/>
                                          </p:stCondLst>
                                        </p:cTn>
                                        <p:tgtEl>
                                          <p:spTgt spid="26"/>
                                        </p:tgtEl>
                                        <p:attrNameLst>
                                          <p:attrName>style.visibility</p:attrName>
                                        </p:attrNameLst>
                                      </p:cBhvr>
                                      <p:to>
                                        <p:strVal val="visible"/>
                                      </p:to>
                                    </p:set>
                                    <p:anim calcmode="lin" valueType="num">
                                      <p:cBhvr additive="base">
                                        <p:cTn id="11" dur="500" fill="hold"/>
                                        <p:tgtEl>
                                          <p:spTgt spid="26"/>
                                        </p:tgtEl>
                                        <p:attrNameLst>
                                          <p:attrName>ppt_x</p:attrName>
                                        </p:attrNameLst>
                                      </p:cBhvr>
                                      <p:tavLst>
                                        <p:tav tm="0">
                                          <p:val>
                                            <p:strVal val="0-#ppt_w/2"/>
                                          </p:val>
                                        </p:tav>
                                        <p:tav tm="100000">
                                          <p:val>
                                            <p:strVal val="#ppt_x"/>
                                          </p:val>
                                        </p:tav>
                                      </p:tavLst>
                                    </p:anim>
                                    <p:anim calcmode="lin" valueType="num">
                                      <p:cBhvr additive="base">
                                        <p:cTn id="12" dur="500" fill="hold"/>
                                        <p:tgtEl>
                                          <p:spTgt spid="2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p:bldP spid="27" grpId="0"/>
    </p:bldLst>
  </p:timing>
</p:sldLayout>
</file>

<file path=ppt/slideLayouts/slideLayout408.xml><?xml version="1.0" encoding="utf-8"?>
<p:sldLayout xmlns:a="http://schemas.openxmlformats.org/drawingml/2006/main" xmlns:r="http://schemas.openxmlformats.org/officeDocument/2006/relationships" xmlns:p="http://schemas.openxmlformats.org/presentationml/2006/main" userDrawn="1">
  <p:cSld name="Pic05">
    <p:spTree>
      <p:nvGrpSpPr>
        <p:cNvPr id="1" name=""/>
        <p:cNvGrpSpPr/>
        <p:nvPr/>
      </p:nvGrpSpPr>
      <p:grpSpPr>
        <a:xfrm>
          <a:off x="0" y="0"/>
          <a:ext cx="0" cy="0"/>
          <a:chOff x="0" y="0"/>
          <a:chExt cx="0" cy="0"/>
        </a:xfrm>
      </p:grpSpPr>
      <p:sp>
        <p:nvSpPr>
          <p:cNvPr id="20" name="Picture Placeholder 7"/>
          <p:cNvSpPr>
            <a:spLocks noGrp="1"/>
          </p:cNvSpPr>
          <p:nvPr>
            <p:ph type="pic" sz="quarter" idx="15" hasCustomPrompt="1"/>
          </p:nvPr>
        </p:nvSpPr>
        <p:spPr>
          <a:xfrm>
            <a:off x="0" y="1641603"/>
            <a:ext cx="12170443" cy="3006597"/>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7"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8"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275175090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20"/>
                                        </p:tgtEl>
                                        <p:attrNameLst>
                                          <p:attrName>style.visibility</p:attrName>
                                        </p:attrNameLst>
                                      </p:cBhvr>
                                      <p:to>
                                        <p:strVal val="visible"/>
                                      </p:to>
                                    </p:set>
                                    <p:anim calcmode="lin" valueType="num">
                                      <p:cBhvr additive="base">
                                        <p:cTn id="7" dur="500" fill="hold"/>
                                        <p:tgtEl>
                                          <p:spTgt spid="20"/>
                                        </p:tgtEl>
                                        <p:attrNameLst>
                                          <p:attrName>ppt_x</p:attrName>
                                        </p:attrNameLst>
                                      </p:cBhvr>
                                      <p:tavLst>
                                        <p:tav tm="0">
                                          <p:val>
                                            <p:strVal val="#ppt_x"/>
                                          </p:val>
                                        </p:tav>
                                        <p:tav tm="100000">
                                          <p:val>
                                            <p:strVal val="#ppt_x"/>
                                          </p:val>
                                        </p:tav>
                                      </p:tavLst>
                                    </p:anim>
                                    <p:anim calcmode="lin" valueType="num">
                                      <p:cBhvr additive="base">
                                        <p:cTn id="8" dur="500" fill="hold"/>
                                        <p:tgtEl>
                                          <p:spTgt spid="2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Lst>
  </p:timing>
</p:sldLayout>
</file>

<file path=ppt/slideLayouts/slideLayout409.xml><?xml version="1.0" encoding="utf-8"?>
<p:sldLayout xmlns:a="http://schemas.openxmlformats.org/drawingml/2006/main" xmlns:r="http://schemas.openxmlformats.org/officeDocument/2006/relationships" xmlns:p="http://schemas.openxmlformats.org/presentationml/2006/main" userDrawn="1">
  <p:cSld name="Pic07">
    <p:spTree>
      <p:nvGrpSpPr>
        <p:cNvPr id="1" name=""/>
        <p:cNvGrpSpPr/>
        <p:nvPr/>
      </p:nvGrpSpPr>
      <p:grpSpPr>
        <a:xfrm>
          <a:off x="0" y="0"/>
          <a:ext cx="0" cy="0"/>
          <a:chOff x="0" y="0"/>
          <a:chExt cx="0" cy="0"/>
        </a:xfrm>
      </p:grpSpPr>
      <p:sp>
        <p:nvSpPr>
          <p:cNvPr id="14" name="Rectangle 13"/>
          <p:cNvSpPr/>
          <p:nvPr userDrawn="1"/>
        </p:nvSpPr>
        <p:spPr>
          <a:xfrm>
            <a:off x="-10646" y="1907856"/>
            <a:ext cx="4214343" cy="2841945"/>
          </a:xfrm>
          <a:prstGeom prst="rect">
            <a:avLst/>
          </a:prstGeom>
          <a:solidFill>
            <a:schemeClr val="accent1"/>
          </a:solidFill>
          <a:ln>
            <a:noFill/>
          </a:ln>
          <a:effectLst>
            <a:outerShdw blurRad="317500" sx="1000" sy="1000" rotWithShape="0">
              <a:prstClr val="black"/>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15" name="Picture Placeholder 7"/>
          <p:cNvSpPr>
            <a:spLocks noGrp="1"/>
          </p:cNvSpPr>
          <p:nvPr>
            <p:ph type="pic" sz="quarter" idx="15" hasCustomPrompt="1"/>
          </p:nvPr>
        </p:nvSpPr>
        <p:spPr>
          <a:xfrm>
            <a:off x="4203697" y="1907856"/>
            <a:ext cx="7988304" cy="2841945"/>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8"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9"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13811387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accel="50000" decel="50000" fill="hold" grpId="0" nodeType="after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500" fill="hold"/>
                                        <p:tgtEl>
                                          <p:spTgt spid="15"/>
                                        </p:tgtEl>
                                        <p:attrNameLst>
                                          <p:attrName>ppt_x</p:attrName>
                                        </p:attrNameLst>
                                      </p:cBhvr>
                                      <p:tavLst>
                                        <p:tav tm="0">
                                          <p:val>
                                            <p:strVal val="1+#ppt_w/2"/>
                                          </p:val>
                                        </p:tav>
                                        <p:tav tm="100000">
                                          <p:val>
                                            <p:strVal val="#ppt_x"/>
                                          </p:val>
                                        </p:tav>
                                      </p:tavLst>
                                    </p:anim>
                                    <p:anim calcmode="lin" valueType="num">
                                      <p:cBhvr additive="base">
                                        <p:cTn id="8" dur="500" fill="hold"/>
                                        <p:tgtEl>
                                          <p:spTgt spid="15"/>
                                        </p:tgtEl>
                                        <p:attrNameLst>
                                          <p:attrName>ppt_y</p:attrName>
                                        </p:attrNameLst>
                                      </p:cBhvr>
                                      <p:tavLst>
                                        <p:tav tm="0">
                                          <p:val>
                                            <p:strVal val="#ppt_y"/>
                                          </p:val>
                                        </p:tav>
                                        <p:tav tm="100000">
                                          <p:val>
                                            <p:strVal val="#ppt_y"/>
                                          </p:val>
                                        </p:tav>
                                      </p:tavLst>
                                    </p:anim>
                                  </p:childTnLst>
                                </p:cTn>
                              </p:par>
                              <p:par>
                                <p:cTn id="9" presetID="2" presetClass="entr" presetSubtype="8" accel="50000" decel="50000" fill="hold" grpId="0" nodeType="withEffect">
                                  <p:stCondLst>
                                    <p:cond delay="0"/>
                                  </p:stCondLst>
                                  <p:childTnLst>
                                    <p:set>
                                      <p:cBhvr>
                                        <p:cTn id="10" dur="1" fill="hold">
                                          <p:stCondLst>
                                            <p:cond delay="0"/>
                                          </p:stCondLst>
                                        </p:cTn>
                                        <p:tgtEl>
                                          <p:spTgt spid="14"/>
                                        </p:tgtEl>
                                        <p:attrNameLst>
                                          <p:attrName>style.visibility</p:attrName>
                                        </p:attrNameLst>
                                      </p:cBhvr>
                                      <p:to>
                                        <p:strVal val="visible"/>
                                      </p:to>
                                    </p:set>
                                    <p:anim calcmode="lin" valueType="num">
                                      <p:cBhvr additive="base">
                                        <p:cTn id="11" dur="500" fill="hold"/>
                                        <p:tgtEl>
                                          <p:spTgt spid="14"/>
                                        </p:tgtEl>
                                        <p:attrNameLst>
                                          <p:attrName>ppt_x</p:attrName>
                                        </p:attrNameLst>
                                      </p:cBhvr>
                                      <p:tavLst>
                                        <p:tav tm="0">
                                          <p:val>
                                            <p:strVal val="0-#ppt_w/2"/>
                                          </p:val>
                                        </p:tav>
                                        <p:tav tm="100000">
                                          <p:val>
                                            <p:strVal val="#ppt_x"/>
                                          </p:val>
                                        </p:tav>
                                      </p:tavLst>
                                    </p:anim>
                                    <p:anim calcmode="lin" valueType="num">
                                      <p:cBhvr additive="base">
                                        <p:cTn id="12" dur="500" fill="hold"/>
                                        <p:tgtEl>
                                          <p:spTgt spid="1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p:bldLst>
  </p:timing>
</p:sldLayout>
</file>

<file path=ppt/slideLayouts/slideLayout410.xml><?xml version="1.0" encoding="utf-8"?>
<p:sldLayout xmlns:a="http://schemas.openxmlformats.org/drawingml/2006/main" xmlns:r="http://schemas.openxmlformats.org/officeDocument/2006/relationships" xmlns:p="http://schemas.openxmlformats.org/presentationml/2006/main" userDrawn="1">
  <p:cSld name="1_Pic02">
    <p:spTree>
      <p:nvGrpSpPr>
        <p:cNvPr id="1" name=""/>
        <p:cNvGrpSpPr/>
        <p:nvPr/>
      </p:nvGrpSpPr>
      <p:grpSpPr>
        <a:xfrm>
          <a:off x="0" y="0"/>
          <a:ext cx="0" cy="0"/>
          <a:chOff x="0" y="0"/>
          <a:chExt cx="0" cy="0"/>
        </a:xfrm>
      </p:grpSpPr>
      <p:sp>
        <p:nvSpPr>
          <p:cNvPr id="13" name="Picture Placeholder 7"/>
          <p:cNvSpPr>
            <a:spLocks noGrp="1"/>
          </p:cNvSpPr>
          <p:nvPr>
            <p:ph type="pic" sz="quarter" idx="16" hasCustomPrompt="1"/>
          </p:nvPr>
        </p:nvSpPr>
        <p:spPr>
          <a:xfrm>
            <a:off x="9042400" y="3251204"/>
            <a:ext cx="2540000" cy="1341193"/>
          </a:xfrm>
          <a:prstGeom prst="rect">
            <a:avLst/>
          </a:prstGeom>
          <a:ln>
            <a:noFill/>
          </a:ln>
        </p:spPr>
        <p:txBody>
          <a:bodyPr bIns="9144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8" name="Picture Placeholder 7"/>
          <p:cNvSpPr>
            <a:spLocks noGrp="1"/>
          </p:cNvSpPr>
          <p:nvPr>
            <p:ph type="pic" sz="quarter" idx="17" hasCustomPrompt="1"/>
          </p:nvPr>
        </p:nvSpPr>
        <p:spPr>
          <a:xfrm>
            <a:off x="6448268" y="4703209"/>
            <a:ext cx="2540000" cy="1341193"/>
          </a:xfrm>
          <a:prstGeom prst="rect">
            <a:avLst/>
          </a:prstGeom>
          <a:ln>
            <a:noFill/>
          </a:ln>
        </p:spPr>
        <p:txBody>
          <a:bodyPr bIns="91440" anchor="b"/>
          <a:lstStyle>
            <a:lvl1pPr algn="ctr">
              <a:buNone/>
              <a:defRPr sz="1600">
                <a:solidFill>
                  <a:schemeClr val="tx1">
                    <a:lumMod val="50000"/>
                    <a:lumOff val="50000"/>
                  </a:schemeClr>
                </a:solidFill>
              </a:defRPr>
            </a:lvl1pPr>
          </a:lstStyle>
          <a:p>
            <a:r>
              <a:rPr lang="en-US" dirty="0" smtClean="0"/>
              <a:t>Image Holder</a:t>
            </a:r>
            <a:endParaRPr lang="en-US" dirty="0"/>
          </a:p>
        </p:txBody>
      </p:sp>
      <p:grpSp>
        <p:nvGrpSpPr>
          <p:cNvPr id="2" name="Group 24"/>
          <p:cNvGrpSpPr/>
          <p:nvPr userDrawn="1"/>
        </p:nvGrpSpPr>
        <p:grpSpPr>
          <a:xfrm>
            <a:off x="9042400" y="1786333"/>
            <a:ext cx="2540000" cy="1365603"/>
            <a:chOff x="4750079" y="1706835"/>
            <a:chExt cx="1785974" cy="1044090"/>
          </a:xfrm>
        </p:grpSpPr>
        <p:sp>
          <p:nvSpPr>
            <p:cNvPr id="26" name="Rectangle 25"/>
            <p:cNvSpPr/>
            <p:nvPr/>
          </p:nvSpPr>
          <p:spPr>
            <a:xfrm>
              <a:off x="4750079" y="1747885"/>
              <a:ext cx="1785974" cy="1003040"/>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27" name="Rectangle 26"/>
            <p:cNvSpPr/>
            <p:nvPr/>
          </p:nvSpPr>
          <p:spPr>
            <a:xfrm>
              <a:off x="4750079" y="1706835"/>
              <a:ext cx="1785974" cy="10030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grpSp>
      <p:sp>
        <p:nvSpPr>
          <p:cNvPr id="31" name="Picture Placeholder 7"/>
          <p:cNvSpPr>
            <a:spLocks noGrp="1"/>
          </p:cNvSpPr>
          <p:nvPr>
            <p:ph type="pic" sz="quarter" idx="15" hasCustomPrompt="1"/>
          </p:nvPr>
        </p:nvSpPr>
        <p:spPr>
          <a:xfrm>
            <a:off x="6448268" y="1817965"/>
            <a:ext cx="2540000" cy="1341193"/>
          </a:xfrm>
          <a:prstGeom prst="rect">
            <a:avLst/>
          </a:prstGeom>
          <a:ln>
            <a:noFill/>
          </a:ln>
        </p:spPr>
        <p:txBody>
          <a:bodyPr bIns="91440" anchor="b"/>
          <a:lstStyle>
            <a:lvl1pPr algn="ctr">
              <a:buNone/>
              <a:defRPr sz="1600">
                <a:solidFill>
                  <a:schemeClr val="tx1">
                    <a:lumMod val="50000"/>
                    <a:lumOff val="50000"/>
                  </a:schemeClr>
                </a:solidFill>
              </a:defRPr>
            </a:lvl1pPr>
          </a:lstStyle>
          <a:p>
            <a:r>
              <a:rPr lang="en-US" dirty="0" smtClean="0"/>
              <a:t>Image Holder</a:t>
            </a:r>
            <a:endParaRPr lang="en-US" dirty="0"/>
          </a:p>
        </p:txBody>
      </p:sp>
      <p:grpSp>
        <p:nvGrpSpPr>
          <p:cNvPr id="3" name="Group 31"/>
          <p:cNvGrpSpPr/>
          <p:nvPr userDrawn="1"/>
        </p:nvGrpSpPr>
        <p:grpSpPr>
          <a:xfrm>
            <a:off x="6448268" y="3254528"/>
            <a:ext cx="2540000" cy="1365603"/>
            <a:chOff x="4750079" y="1706835"/>
            <a:chExt cx="1785974" cy="1044090"/>
          </a:xfrm>
        </p:grpSpPr>
        <p:sp>
          <p:nvSpPr>
            <p:cNvPr id="33" name="Rectangle 32"/>
            <p:cNvSpPr/>
            <p:nvPr/>
          </p:nvSpPr>
          <p:spPr>
            <a:xfrm>
              <a:off x="4750079" y="1747885"/>
              <a:ext cx="1785974" cy="1003040"/>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34" name="Rectangle 33"/>
            <p:cNvSpPr/>
            <p:nvPr/>
          </p:nvSpPr>
          <p:spPr>
            <a:xfrm>
              <a:off x="4750079" y="1706835"/>
              <a:ext cx="1785974" cy="100304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grpSp>
      <p:grpSp>
        <p:nvGrpSpPr>
          <p:cNvPr id="4" name="Group 34"/>
          <p:cNvGrpSpPr/>
          <p:nvPr userDrawn="1"/>
        </p:nvGrpSpPr>
        <p:grpSpPr>
          <a:xfrm>
            <a:off x="9042400" y="4706533"/>
            <a:ext cx="2540000" cy="1365603"/>
            <a:chOff x="4750079" y="1706835"/>
            <a:chExt cx="1785974" cy="1044090"/>
          </a:xfrm>
        </p:grpSpPr>
        <p:sp>
          <p:nvSpPr>
            <p:cNvPr id="36" name="Rectangle 35"/>
            <p:cNvSpPr/>
            <p:nvPr/>
          </p:nvSpPr>
          <p:spPr>
            <a:xfrm>
              <a:off x="4750079" y="1747885"/>
              <a:ext cx="1785974" cy="1003040"/>
            </a:xfrm>
            <a:prstGeom prst="rect">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37" name="Rectangle 36"/>
            <p:cNvSpPr/>
            <p:nvPr/>
          </p:nvSpPr>
          <p:spPr>
            <a:xfrm>
              <a:off x="4750079" y="1706835"/>
              <a:ext cx="1785974" cy="10030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grpSp>
      <p:sp>
        <p:nvSpPr>
          <p:cNvPr id="18"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9"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5654747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afterEffect">
                                  <p:stCondLst>
                                    <p:cond delay="0"/>
                                  </p:stCondLst>
                                  <p:childTnLst>
                                    <p:set>
                                      <p:cBhvr>
                                        <p:cTn id="6" dur="1" fill="hold">
                                          <p:stCondLst>
                                            <p:cond delay="0"/>
                                          </p:stCondLst>
                                        </p:cTn>
                                        <p:tgtEl>
                                          <p:spTgt spid="31"/>
                                        </p:tgtEl>
                                        <p:attrNameLst>
                                          <p:attrName>style.visibility</p:attrName>
                                        </p:attrNameLst>
                                      </p:cBhvr>
                                      <p:to>
                                        <p:strVal val="visible"/>
                                      </p:to>
                                    </p:set>
                                    <p:animEffect transition="in" filter="wipe(down)">
                                      <p:cBhvr>
                                        <p:cTn id="7" dur="500"/>
                                        <p:tgtEl>
                                          <p:spTgt spid="31"/>
                                        </p:tgtEl>
                                      </p:cBhvr>
                                    </p:animEffect>
                                  </p:childTnLst>
                                </p:cTn>
                              </p:par>
                            </p:childTnLst>
                          </p:cTn>
                        </p:par>
                        <p:par>
                          <p:cTn id="8" fill="hold">
                            <p:stCondLst>
                              <p:cond delay="500"/>
                            </p:stCondLst>
                            <p:childTnLst>
                              <p:par>
                                <p:cTn id="9" presetID="22" presetClass="entr" presetSubtype="4" fill="hold"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wipe(down)">
                                      <p:cBhvr>
                                        <p:cTn id="11" dur="500"/>
                                        <p:tgtEl>
                                          <p:spTgt spid="2"/>
                                        </p:tgtEl>
                                      </p:cBhvr>
                                    </p:animEffect>
                                  </p:childTnLst>
                                </p:cTn>
                              </p:par>
                            </p:childTnLst>
                          </p:cTn>
                        </p:par>
                        <p:par>
                          <p:cTn id="12" fill="hold">
                            <p:stCondLst>
                              <p:cond delay="1000"/>
                            </p:stCondLst>
                            <p:childTnLst>
                              <p:par>
                                <p:cTn id="13" presetID="22" presetClass="entr" presetSubtype="4" fill="hold" nodeType="afterEffect">
                                  <p:stCondLst>
                                    <p:cond delay="0"/>
                                  </p:stCondLst>
                                  <p:childTnLst>
                                    <p:set>
                                      <p:cBhvr>
                                        <p:cTn id="14" dur="1" fill="hold">
                                          <p:stCondLst>
                                            <p:cond delay="0"/>
                                          </p:stCondLst>
                                        </p:cTn>
                                        <p:tgtEl>
                                          <p:spTgt spid="3"/>
                                        </p:tgtEl>
                                        <p:attrNameLst>
                                          <p:attrName>style.visibility</p:attrName>
                                        </p:attrNameLst>
                                      </p:cBhvr>
                                      <p:to>
                                        <p:strVal val="visible"/>
                                      </p:to>
                                    </p:set>
                                    <p:animEffect transition="in" filter="wipe(down)">
                                      <p:cBhvr>
                                        <p:cTn id="15" dur="500"/>
                                        <p:tgtEl>
                                          <p:spTgt spid="3"/>
                                        </p:tgtEl>
                                      </p:cBhvr>
                                    </p:animEffect>
                                  </p:childTnLst>
                                </p:cTn>
                              </p:par>
                            </p:childTnLst>
                          </p:cTn>
                        </p:par>
                        <p:par>
                          <p:cTn id="16" fill="hold">
                            <p:stCondLst>
                              <p:cond delay="1500"/>
                            </p:stCondLst>
                            <p:childTnLst>
                              <p:par>
                                <p:cTn id="17" presetID="22" presetClass="entr" presetSubtype="4" fill="hold" grpId="0" nodeType="afterEffect">
                                  <p:stCondLst>
                                    <p:cond delay="0"/>
                                  </p:stCondLst>
                                  <p:childTnLst>
                                    <p:set>
                                      <p:cBhvr>
                                        <p:cTn id="18" dur="1" fill="hold">
                                          <p:stCondLst>
                                            <p:cond delay="0"/>
                                          </p:stCondLst>
                                        </p:cTn>
                                        <p:tgtEl>
                                          <p:spTgt spid="13"/>
                                        </p:tgtEl>
                                        <p:attrNameLst>
                                          <p:attrName>style.visibility</p:attrName>
                                        </p:attrNameLst>
                                      </p:cBhvr>
                                      <p:to>
                                        <p:strVal val="visible"/>
                                      </p:to>
                                    </p:set>
                                    <p:animEffect transition="in" filter="wipe(down)">
                                      <p:cBhvr>
                                        <p:cTn id="19" dur="500"/>
                                        <p:tgtEl>
                                          <p:spTgt spid="13"/>
                                        </p:tgtEl>
                                      </p:cBhvr>
                                    </p:animEffect>
                                  </p:childTnLst>
                                </p:cTn>
                              </p:par>
                            </p:childTnLst>
                          </p:cTn>
                        </p:par>
                        <p:par>
                          <p:cTn id="20" fill="hold">
                            <p:stCondLst>
                              <p:cond delay="2000"/>
                            </p:stCondLst>
                            <p:childTnLst>
                              <p:par>
                                <p:cTn id="21" presetID="22" presetClass="entr" presetSubtype="4" fill="hold" grpId="0" nodeType="afterEffect">
                                  <p:stCondLst>
                                    <p:cond delay="0"/>
                                  </p:stCondLst>
                                  <p:childTnLst>
                                    <p:set>
                                      <p:cBhvr>
                                        <p:cTn id="22" dur="1" fill="hold">
                                          <p:stCondLst>
                                            <p:cond delay="0"/>
                                          </p:stCondLst>
                                        </p:cTn>
                                        <p:tgtEl>
                                          <p:spTgt spid="8"/>
                                        </p:tgtEl>
                                        <p:attrNameLst>
                                          <p:attrName>style.visibility</p:attrName>
                                        </p:attrNameLst>
                                      </p:cBhvr>
                                      <p:to>
                                        <p:strVal val="visible"/>
                                      </p:to>
                                    </p:set>
                                    <p:animEffect transition="in" filter="wipe(down)">
                                      <p:cBhvr>
                                        <p:cTn id="23" dur="500"/>
                                        <p:tgtEl>
                                          <p:spTgt spid="8"/>
                                        </p:tgtEl>
                                      </p:cBhvr>
                                    </p:animEffect>
                                  </p:childTnLst>
                                </p:cTn>
                              </p:par>
                            </p:childTnLst>
                          </p:cTn>
                        </p:par>
                        <p:par>
                          <p:cTn id="24" fill="hold">
                            <p:stCondLst>
                              <p:cond delay="2500"/>
                            </p:stCondLst>
                            <p:childTnLst>
                              <p:par>
                                <p:cTn id="25" presetID="22" presetClass="entr" presetSubtype="4" fill="hold" nodeType="afterEffect">
                                  <p:stCondLst>
                                    <p:cond delay="0"/>
                                  </p:stCondLst>
                                  <p:childTnLst>
                                    <p:set>
                                      <p:cBhvr>
                                        <p:cTn id="26" dur="1" fill="hold">
                                          <p:stCondLst>
                                            <p:cond delay="0"/>
                                          </p:stCondLst>
                                        </p:cTn>
                                        <p:tgtEl>
                                          <p:spTgt spid="4"/>
                                        </p:tgtEl>
                                        <p:attrNameLst>
                                          <p:attrName>style.visibility</p:attrName>
                                        </p:attrNameLst>
                                      </p:cBhvr>
                                      <p:to>
                                        <p:strVal val="visible"/>
                                      </p:to>
                                    </p:set>
                                    <p:animEffect transition="in" filter="wipe(down)">
                                      <p:cBhvr>
                                        <p:cTn id="2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P spid="8" grpId="0"/>
      <p:bldP spid="31" grpId="0"/>
    </p:bldLst>
  </p:timing>
</p:sldLayout>
</file>

<file path=ppt/slideLayouts/slideLayout411.xml><?xml version="1.0" encoding="utf-8"?>
<p:sldLayout xmlns:a="http://schemas.openxmlformats.org/drawingml/2006/main" xmlns:r="http://schemas.openxmlformats.org/officeDocument/2006/relationships" xmlns:p="http://schemas.openxmlformats.org/presentationml/2006/main" userDrawn="1">
  <p:cSld name="Team09">
    <p:spTree>
      <p:nvGrpSpPr>
        <p:cNvPr id="1" name=""/>
        <p:cNvGrpSpPr/>
        <p:nvPr/>
      </p:nvGrpSpPr>
      <p:grpSpPr>
        <a:xfrm>
          <a:off x="0" y="0"/>
          <a:ext cx="0" cy="0"/>
          <a:chOff x="0" y="0"/>
          <a:chExt cx="0" cy="0"/>
        </a:xfrm>
      </p:grpSpPr>
      <p:sp>
        <p:nvSpPr>
          <p:cNvPr id="31" name="Picture Placeholder 7"/>
          <p:cNvSpPr>
            <a:spLocks noGrp="1"/>
          </p:cNvSpPr>
          <p:nvPr>
            <p:ph type="pic" sz="quarter" idx="10" hasCustomPrompt="1"/>
          </p:nvPr>
        </p:nvSpPr>
        <p:spPr>
          <a:xfrm>
            <a:off x="1157321" y="2245411"/>
            <a:ext cx="1895355" cy="1894789"/>
          </a:xfrm>
          <a:prstGeom prst="roundRect">
            <a:avLst>
              <a:gd name="adj" fmla="val 9160"/>
            </a:avLst>
          </a:prstGeom>
          <a:ln w="28575">
            <a:solidFill>
              <a:schemeClr val="accent1"/>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34" name="Picture Placeholder 7"/>
          <p:cNvSpPr>
            <a:spLocks noGrp="1"/>
          </p:cNvSpPr>
          <p:nvPr>
            <p:ph type="pic" sz="quarter" idx="18" hasCustomPrompt="1"/>
          </p:nvPr>
        </p:nvSpPr>
        <p:spPr>
          <a:xfrm>
            <a:off x="3763524" y="2245411"/>
            <a:ext cx="1895355" cy="1894789"/>
          </a:xfrm>
          <a:prstGeom prst="roundRect">
            <a:avLst>
              <a:gd name="adj" fmla="val 10232"/>
            </a:avLst>
          </a:prstGeom>
          <a:ln w="28575">
            <a:solidFill>
              <a:schemeClr val="accent2"/>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37" name="Picture Placeholder 7"/>
          <p:cNvSpPr>
            <a:spLocks noGrp="1"/>
          </p:cNvSpPr>
          <p:nvPr>
            <p:ph type="pic" sz="quarter" idx="21" hasCustomPrompt="1"/>
          </p:nvPr>
        </p:nvSpPr>
        <p:spPr>
          <a:xfrm>
            <a:off x="6438791" y="2245411"/>
            <a:ext cx="1895355" cy="1894789"/>
          </a:xfrm>
          <a:prstGeom prst="roundRect">
            <a:avLst>
              <a:gd name="adj" fmla="val 11305"/>
            </a:avLst>
          </a:prstGeom>
          <a:ln w="28575">
            <a:solidFill>
              <a:schemeClr val="accent3"/>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40" name="Picture Placeholder 7"/>
          <p:cNvSpPr>
            <a:spLocks noGrp="1"/>
          </p:cNvSpPr>
          <p:nvPr>
            <p:ph type="pic" sz="quarter" idx="24" hasCustomPrompt="1"/>
          </p:nvPr>
        </p:nvSpPr>
        <p:spPr>
          <a:xfrm>
            <a:off x="9113801" y="2245411"/>
            <a:ext cx="1895355" cy="1894789"/>
          </a:xfrm>
          <a:prstGeom prst="roundRect">
            <a:avLst>
              <a:gd name="adj" fmla="val 10769"/>
            </a:avLst>
          </a:prstGeom>
          <a:ln w="28575">
            <a:solidFill>
              <a:schemeClr val="accent4"/>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12"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3"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103684982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grpId="0" nodeType="afterEffect">
                                  <p:stCondLst>
                                    <p:cond delay="0"/>
                                  </p:stCondLst>
                                  <p:childTnLst>
                                    <p:set>
                                      <p:cBhvr>
                                        <p:cTn id="6" dur="1" fill="hold">
                                          <p:stCondLst>
                                            <p:cond delay="0"/>
                                          </p:stCondLst>
                                        </p:cTn>
                                        <p:tgtEl>
                                          <p:spTgt spid="31"/>
                                        </p:tgtEl>
                                        <p:attrNameLst>
                                          <p:attrName>style.visibility</p:attrName>
                                        </p:attrNameLst>
                                      </p:cBhvr>
                                      <p:to>
                                        <p:strVal val="visible"/>
                                      </p:to>
                                    </p:set>
                                    <p:anim calcmode="lin" valueType="num">
                                      <p:cBhvr>
                                        <p:cTn id="7" dur="500" fill="hold"/>
                                        <p:tgtEl>
                                          <p:spTgt spid="31"/>
                                        </p:tgtEl>
                                        <p:attrNameLst>
                                          <p:attrName>ppt_w</p:attrName>
                                        </p:attrNameLst>
                                      </p:cBhvr>
                                      <p:tavLst>
                                        <p:tav tm="0">
                                          <p:val>
                                            <p:fltVal val="0"/>
                                          </p:val>
                                        </p:tav>
                                        <p:tav tm="100000">
                                          <p:val>
                                            <p:strVal val="#ppt_w"/>
                                          </p:val>
                                        </p:tav>
                                      </p:tavLst>
                                    </p:anim>
                                    <p:anim calcmode="lin" valueType="num">
                                      <p:cBhvr>
                                        <p:cTn id="8" dur="500" fill="hold"/>
                                        <p:tgtEl>
                                          <p:spTgt spid="31"/>
                                        </p:tgtEl>
                                        <p:attrNameLst>
                                          <p:attrName>ppt_h</p:attrName>
                                        </p:attrNameLst>
                                      </p:cBhvr>
                                      <p:tavLst>
                                        <p:tav tm="0">
                                          <p:val>
                                            <p:fltVal val="0"/>
                                          </p:val>
                                        </p:tav>
                                        <p:tav tm="100000">
                                          <p:val>
                                            <p:strVal val="#ppt_h"/>
                                          </p:val>
                                        </p:tav>
                                      </p:tavLst>
                                    </p:anim>
                                    <p:animEffect transition="in" filter="fade">
                                      <p:cBhvr>
                                        <p:cTn id="9" dur="500"/>
                                        <p:tgtEl>
                                          <p:spTgt spid="31"/>
                                        </p:tgtEl>
                                      </p:cBhvr>
                                    </p:animEffect>
                                  </p:childTnLst>
                                </p:cTn>
                              </p:par>
                            </p:childTnLst>
                          </p:cTn>
                        </p:par>
                        <p:par>
                          <p:cTn id="10" fill="hold">
                            <p:stCondLst>
                              <p:cond delay="500"/>
                            </p:stCondLst>
                            <p:childTnLst>
                              <p:par>
                                <p:cTn id="11" presetID="53" presetClass="entr" presetSubtype="0" fill="hold" grpId="0" nodeType="afterEffect">
                                  <p:stCondLst>
                                    <p:cond delay="0"/>
                                  </p:stCondLst>
                                  <p:childTnLst>
                                    <p:set>
                                      <p:cBhvr>
                                        <p:cTn id="12" dur="1" fill="hold">
                                          <p:stCondLst>
                                            <p:cond delay="0"/>
                                          </p:stCondLst>
                                        </p:cTn>
                                        <p:tgtEl>
                                          <p:spTgt spid="34"/>
                                        </p:tgtEl>
                                        <p:attrNameLst>
                                          <p:attrName>style.visibility</p:attrName>
                                        </p:attrNameLst>
                                      </p:cBhvr>
                                      <p:to>
                                        <p:strVal val="visible"/>
                                      </p:to>
                                    </p:set>
                                    <p:anim calcmode="lin" valueType="num">
                                      <p:cBhvr>
                                        <p:cTn id="13" dur="500" fill="hold"/>
                                        <p:tgtEl>
                                          <p:spTgt spid="34"/>
                                        </p:tgtEl>
                                        <p:attrNameLst>
                                          <p:attrName>ppt_w</p:attrName>
                                        </p:attrNameLst>
                                      </p:cBhvr>
                                      <p:tavLst>
                                        <p:tav tm="0">
                                          <p:val>
                                            <p:fltVal val="0"/>
                                          </p:val>
                                        </p:tav>
                                        <p:tav tm="100000">
                                          <p:val>
                                            <p:strVal val="#ppt_w"/>
                                          </p:val>
                                        </p:tav>
                                      </p:tavLst>
                                    </p:anim>
                                    <p:anim calcmode="lin" valueType="num">
                                      <p:cBhvr>
                                        <p:cTn id="14" dur="500" fill="hold"/>
                                        <p:tgtEl>
                                          <p:spTgt spid="34"/>
                                        </p:tgtEl>
                                        <p:attrNameLst>
                                          <p:attrName>ppt_h</p:attrName>
                                        </p:attrNameLst>
                                      </p:cBhvr>
                                      <p:tavLst>
                                        <p:tav tm="0">
                                          <p:val>
                                            <p:fltVal val="0"/>
                                          </p:val>
                                        </p:tav>
                                        <p:tav tm="100000">
                                          <p:val>
                                            <p:strVal val="#ppt_h"/>
                                          </p:val>
                                        </p:tav>
                                      </p:tavLst>
                                    </p:anim>
                                    <p:animEffect transition="in" filter="fade">
                                      <p:cBhvr>
                                        <p:cTn id="15" dur="500"/>
                                        <p:tgtEl>
                                          <p:spTgt spid="34"/>
                                        </p:tgtEl>
                                      </p:cBhvr>
                                    </p:animEffect>
                                  </p:childTnLst>
                                </p:cTn>
                              </p:par>
                            </p:childTnLst>
                          </p:cTn>
                        </p:par>
                        <p:par>
                          <p:cTn id="16" fill="hold">
                            <p:stCondLst>
                              <p:cond delay="1000"/>
                            </p:stCondLst>
                            <p:childTnLst>
                              <p:par>
                                <p:cTn id="17" presetID="53" presetClass="entr" presetSubtype="0" fill="hold" grpId="0" nodeType="afterEffect">
                                  <p:stCondLst>
                                    <p:cond delay="0"/>
                                  </p:stCondLst>
                                  <p:childTnLst>
                                    <p:set>
                                      <p:cBhvr>
                                        <p:cTn id="18" dur="1" fill="hold">
                                          <p:stCondLst>
                                            <p:cond delay="0"/>
                                          </p:stCondLst>
                                        </p:cTn>
                                        <p:tgtEl>
                                          <p:spTgt spid="37"/>
                                        </p:tgtEl>
                                        <p:attrNameLst>
                                          <p:attrName>style.visibility</p:attrName>
                                        </p:attrNameLst>
                                      </p:cBhvr>
                                      <p:to>
                                        <p:strVal val="visible"/>
                                      </p:to>
                                    </p:set>
                                    <p:anim calcmode="lin" valueType="num">
                                      <p:cBhvr>
                                        <p:cTn id="19" dur="500" fill="hold"/>
                                        <p:tgtEl>
                                          <p:spTgt spid="37"/>
                                        </p:tgtEl>
                                        <p:attrNameLst>
                                          <p:attrName>ppt_w</p:attrName>
                                        </p:attrNameLst>
                                      </p:cBhvr>
                                      <p:tavLst>
                                        <p:tav tm="0">
                                          <p:val>
                                            <p:fltVal val="0"/>
                                          </p:val>
                                        </p:tav>
                                        <p:tav tm="100000">
                                          <p:val>
                                            <p:strVal val="#ppt_w"/>
                                          </p:val>
                                        </p:tav>
                                      </p:tavLst>
                                    </p:anim>
                                    <p:anim calcmode="lin" valueType="num">
                                      <p:cBhvr>
                                        <p:cTn id="20" dur="500" fill="hold"/>
                                        <p:tgtEl>
                                          <p:spTgt spid="37"/>
                                        </p:tgtEl>
                                        <p:attrNameLst>
                                          <p:attrName>ppt_h</p:attrName>
                                        </p:attrNameLst>
                                      </p:cBhvr>
                                      <p:tavLst>
                                        <p:tav tm="0">
                                          <p:val>
                                            <p:fltVal val="0"/>
                                          </p:val>
                                        </p:tav>
                                        <p:tav tm="100000">
                                          <p:val>
                                            <p:strVal val="#ppt_h"/>
                                          </p:val>
                                        </p:tav>
                                      </p:tavLst>
                                    </p:anim>
                                    <p:animEffect transition="in" filter="fade">
                                      <p:cBhvr>
                                        <p:cTn id="21" dur="500"/>
                                        <p:tgtEl>
                                          <p:spTgt spid="37"/>
                                        </p:tgtEl>
                                      </p:cBhvr>
                                    </p:animEffect>
                                  </p:childTnLst>
                                </p:cTn>
                              </p:par>
                            </p:childTnLst>
                          </p:cTn>
                        </p:par>
                        <p:par>
                          <p:cTn id="22" fill="hold">
                            <p:stCondLst>
                              <p:cond delay="1500"/>
                            </p:stCondLst>
                            <p:childTnLst>
                              <p:par>
                                <p:cTn id="23" presetID="53" presetClass="entr" presetSubtype="0" fill="hold" grpId="0" nodeType="afterEffect">
                                  <p:stCondLst>
                                    <p:cond delay="0"/>
                                  </p:stCondLst>
                                  <p:childTnLst>
                                    <p:set>
                                      <p:cBhvr>
                                        <p:cTn id="24" dur="1" fill="hold">
                                          <p:stCondLst>
                                            <p:cond delay="0"/>
                                          </p:stCondLst>
                                        </p:cTn>
                                        <p:tgtEl>
                                          <p:spTgt spid="40"/>
                                        </p:tgtEl>
                                        <p:attrNameLst>
                                          <p:attrName>style.visibility</p:attrName>
                                        </p:attrNameLst>
                                      </p:cBhvr>
                                      <p:to>
                                        <p:strVal val="visible"/>
                                      </p:to>
                                    </p:set>
                                    <p:anim calcmode="lin" valueType="num">
                                      <p:cBhvr>
                                        <p:cTn id="25" dur="500" fill="hold"/>
                                        <p:tgtEl>
                                          <p:spTgt spid="40"/>
                                        </p:tgtEl>
                                        <p:attrNameLst>
                                          <p:attrName>ppt_w</p:attrName>
                                        </p:attrNameLst>
                                      </p:cBhvr>
                                      <p:tavLst>
                                        <p:tav tm="0">
                                          <p:val>
                                            <p:fltVal val="0"/>
                                          </p:val>
                                        </p:tav>
                                        <p:tav tm="100000">
                                          <p:val>
                                            <p:strVal val="#ppt_w"/>
                                          </p:val>
                                        </p:tav>
                                      </p:tavLst>
                                    </p:anim>
                                    <p:anim calcmode="lin" valueType="num">
                                      <p:cBhvr>
                                        <p:cTn id="26" dur="500" fill="hold"/>
                                        <p:tgtEl>
                                          <p:spTgt spid="40"/>
                                        </p:tgtEl>
                                        <p:attrNameLst>
                                          <p:attrName>ppt_h</p:attrName>
                                        </p:attrNameLst>
                                      </p:cBhvr>
                                      <p:tavLst>
                                        <p:tav tm="0">
                                          <p:val>
                                            <p:fltVal val="0"/>
                                          </p:val>
                                        </p:tav>
                                        <p:tav tm="100000">
                                          <p:val>
                                            <p:strVal val="#ppt_h"/>
                                          </p:val>
                                        </p:tav>
                                      </p:tavLst>
                                    </p:anim>
                                    <p:animEffect transition="in" filter="fade">
                                      <p:cBhvr>
                                        <p:cTn id="27"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34" grpId="0" animBg="1"/>
      <p:bldP spid="37" grpId="0" animBg="1"/>
      <p:bldP spid="40" grpId="0" animBg="1"/>
    </p:bldLst>
  </p:timing>
</p:sldLayout>
</file>

<file path=ppt/slideLayouts/slideLayout412.xml><?xml version="1.0" encoding="utf-8"?>
<p:sldLayout xmlns:a="http://schemas.openxmlformats.org/drawingml/2006/main" xmlns:r="http://schemas.openxmlformats.org/officeDocument/2006/relationships" xmlns:p="http://schemas.openxmlformats.org/presentationml/2006/main" preserve="1" userDrawn="1">
  <p:cSld name="1_Team09">
    <p:spTree>
      <p:nvGrpSpPr>
        <p:cNvPr id="1" name=""/>
        <p:cNvGrpSpPr/>
        <p:nvPr/>
      </p:nvGrpSpPr>
      <p:grpSpPr>
        <a:xfrm>
          <a:off x="0" y="0"/>
          <a:ext cx="0" cy="0"/>
          <a:chOff x="0" y="0"/>
          <a:chExt cx="0" cy="0"/>
        </a:xfrm>
      </p:grpSpPr>
      <p:sp>
        <p:nvSpPr>
          <p:cNvPr id="31" name="Picture Placeholder 7"/>
          <p:cNvSpPr>
            <a:spLocks noGrp="1"/>
          </p:cNvSpPr>
          <p:nvPr>
            <p:ph type="pic" sz="quarter" idx="10" hasCustomPrompt="1"/>
          </p:nvPr>
        </p:nvSpPr>
        <p:spPr>
          <a:xfrm>
            <a:off x="884639" y="2201898"/>
            <a:ext cx="1895355" cy="1894789"/>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1"/>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14" name="Text Placeholder 3"/>
          <p:cNvSpPr>
            <a:spLocks noGrp="1"/>
          </p:cNvSpPr>
          <p:nvPr>
            <p:ph type="body" sz="half" idx="15"/>
          </p:nvPr>
        </p:nvSpPr>
        <p:spPr>
          <a:xfrm>
            <a:off x="849403" y="4839493"/>
            <a:ext cx="1948892" cy="1231107"/>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3" name="Picture Placeholder 7"/>
          <p:cNvSpPr>
            <a:spLocks noGrp="1"/>
          </p:cNvSpPr>
          <p:nvPr>
            <p:ph type="pic" sz="quarter" idx="17" hasCustomPrompt="1"/>
          </p:nvPr>
        </p:nvSpPr>
        <p:spPr>
          <a:xfrm>
            <a:off x="3019721" y="2201898"/>
            <a:ext cx="1895355" cy="1894789"/>
          </a:xfrm>
          <a:prstGeom prst="rect">
            <a:avLst/>
          </a:prstGeom>
          <a:ln w="19050">
            <a:solidFill>
              <a:schemeClr val="accent2"/>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24" name="Text Placeholder 3"/>
          <p:cNvSpPr>
            <a:spLocks noGrp="1"/>
          </p:cNvSpPr>
          <p:nvPr>
            <p:ph type="body" sz="half" idx="18"/>
          </p:nvPr>
        </p:nvSpPr>
        <p:spPr>
          <a:xfrm>
            <a:off x="2984486" y="4839493"/>
            <a:ext cx="1948892" cy="1231107"/>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7" name="Picture Placeholder 7"/>
          <p:cNvSpPr>
            <a:spLocks noGrp="1"/>
          </p:cNvSpPr>
          <p:nvPr>
            <p:ph type="pic" sz="quarter" idx="20" hasCustomPrompt="1"/>
          </p:nvPr>
        </p:nvSpPr>
        <p:spPr>
          <a:xfrm>
            <a:off x="5140351" y="2201898"/>
            <a:ext cx="1895355" cy="1894789"/>
          </a:xfrm>
          <a:prstGeom prst="rect">
            <a:avLst/>
          </a:prstGeom>
          <a:ln w="19050">
            <a:solidFill>
              <a:schemeClr val="accent3"/>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28" name="Text Placeholder 3"/>
          <p:cNvSpPr>
            <a:spLocks noGrp="1"/>
          </p:cNvSpPr>
          <p:nvPr>
            <p:ph type="body" sz="half" idx="21"/>
          </p:nvPr>
        </p:nvSpPr>
        <p:spPr>
          <a:xfrm>
            <a:off x="5105115" y="4839493"/>
            <a:ext cx="1948892" cy="1231107"/>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32" name="Picture Placeholder 7"/>
          <p:cNvSpPr>
            <a:spLocks noGrp="1"/>
          </p:cNvSpPr>
          <p:nvPr>
            <p:ph type="pic" sz="quarter" idx="23" hasCustomPrompt="1"/>
          </p:nvPr>
        </p:nvSpPr>
        <p:spPr>
          <a:xfrm>
            <a:off x="7250175" y="2201898"/>
            <a:ext cx="1895355" cy="1894789"/>
          </a:xfrm>
          <a:prstGeom prst="rect">
            <a:avLst/>
          </a:prstGeom>
          <a:ln w="19050">
            <a:solidFill>
              <a:schemeClr val="accent4"/>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33" name="Text Placeholder 3"/>
          <p:cNvSpPr>
            <a:spLocks noGrp="1"/>
          </p:cNvSpPr>
          <p:nvPr>
            <p:ph type="body" sz="half" idx="24"/>
          </p:nvPr>
        </p:nvSpPr>
        <p:spPr>
          <a:xfrm>
            <a:off x="7214939" y="4839493"/>
            <a:ext cx="1948892" cy="1231107"/>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38" name="Picture Placeholder 7"/>
          <p:cNvSpPr>
            <a:spLocks noGrp="1"/>
          </p:cNvSpPr>
          <p:nvPr>
            <p:ph type="pic" sz="quarter" idx="26" hasCustomPrompt="1"/>
          </p:nvPr>
        </p:nvSpPr>
        <p:spPr>
          <a:xfrm>
            <a:off x="9381609" y="2201898"/>
            <a:ext cx="1895355" cy="1894789"/>
          </a:xfrm>
          <a:prstGeom prst="rect">
            <a:avLst/>
          </a:prstGeom>
          <a:ln w="19050">
            <a:solidFill>
              <a:schemeClr val="accent5"/>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39" name="Text Placeholder 3"/>
          <p:cNvSpPr>
            <a:spLocks noGrp="1"/>
          </p:cNvSpPr>
          <p:nvPr>
            <p:ph type="body" sz="half" idx="27"/>
          </p:nvPr>
        </p:nvSpPr>
        <p:spPr>
          <a:xfrm>
            <a:off x="9346374" y="4839493"/>
            <a:ext cx="1948892" cy="1231107"/>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1" name="Rectangle 20"/>
          <p:cNvSpPr/>
          <p:nvPr userDrawn="1"/>
        </p:nvSpPr>
        <p:spPr>
          <a:xfrm>
            <a:off x="872114" y="4051293"/>
            <a:ext cx="1920405" cy="7112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22" name="Text Placeholder 3"/>
          <p:cNvSpPr>
            <a:spLocks noGrp="1"/>
          </p:cNvSpPr>
          <p:nvPr>
            <p:ph type="body" sz="half" idx="16"/>
          </p:nvPr>
        </p:nvSpPr>
        <p:spPr>
          <a:xfrm>
            <a:off x="1140228" y="4176106"/>
            <a:ext cx="1367243" cy="508973"/>
          </a:xfrm>
          <a:prstGeom prst="rect">
            <a:avLst/>
          </a:prstGeom>
        </p:spPr>
        <p:txBody>
          <a:bodyPr wrap="square" lIns="0" tIns="0" rIns="0" bIns="0" anchor="ctr">
            <a:noAutofit/>
          </a:bodyPr>
          <a:lstStyle>
            <a:lvl1pPr marL="0" indent="0" algn="ctr">
              <a:buNone/>
              <a:defRPr sz="1467" b="1" baseline="0">
                <a:solidFill>
                  <a:schemeClr val="bg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25" name="Rectangle 24"/>
          <p:cNvSpPr/>
          <p:nvPr userDrawn="1"/>
        </p:nvSpPr>
        <p:spPr>
          <a:xfrm>
            <a:off x="3007196" y="4051293"/>
            <a:ext cx="1920405" cy="7112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26" name="Text Placeholder 3"/>
          <p:cNvSpPr>
            <a:spLocks noGrp="1"/>
          </p:cNvSpPr>
          <p:nvPr>
            <p:ph type="body" sz="half" idx="19"/>
          </p:nvPr>
        </p:nvSpPr>
        <p:spPr>
          <a:xfrm>
            <a:off x="3275311" y="4176106"/>
            <a:ext cx="1367243" cy="508973"/>
          </a:xfrm>
          <a:prstGeom prst="rect">
            <a:avLst/>
          </a:prstGeom>
        </p:spPr>
        <p:txBody>
          <a:bodyPr wrap="square" lIns="0" tIns="0" rIns="0" bIns="0" anchor="ctr">
            <a:noAutofit/>
          </a:bodyPr>
          <a:lstStyle>
            <a:lvl1pPr marL="0" indent="0" algn="ctr">
              <a:buNone/>
              <a:defRPr sz="1467" b="1" baseline="0">
                <a:solidFill>
                  <a:schemeClr val="bg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29" name="Rectangle 28"/>
          <p:cNvSpPr/>
          <p:nvPr userDrawn="1"/>
        </p:nvSpPr>
        <p:spPr>
          <a:xfrm>
            <a:off x="5127826" y="4051293"/>
            <a:ext cx="1920405" cy="7112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30" name="Text Placeholder 3"/>
          <p:cNvSpPr>
            <a:spLocks noGrp="1"/>
          </p:cNvSpPr>
          <p:nvPr>
            <p:ph type="body" sz="half" idx="22"/>
          </p:nvPr>
        </p:nvSpPr>
        <p:spPr>
          <a:xfrm>
            <a:off x="5395940" y="4176106"/>
            <a:ext cx="1367243" cy="508973"/>
          </a:xfrm>
          <a:prstGeom prst="rect">
            <a:avLst/>
          </a:prstGeom>
        </p:spPr>
        <p:txBody>
          <a:bodyPr wrap="square" lIns="0" tIns="0" rIns="0" bIns="0" anchor="ctr">
            <a:noAutofit/>
          </a:bodyPr>
          <a:lstStyle>
            <a:lvl1pPr marL="0" indent="0" algn="ctr">
              <a:buNone/>
              <a:defRPr sz="1467" b="1" baseline="0">
                <a:solidFill>
                  <a:schemeClr val="bg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35" name="Rectangle 34"/>
          <p:cNvSpPr/>
          <p:nvPr userDrawn="1"/>
        </p:nvSpPr>
        <p:spPr>
          <a:xfrm>
            <a:off x="7237650" y="4051293"/>
            <a:ext cx="1920405" cy="7112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36" name="Text Placeholder 3"/>
          <p:cNvSpPr>
            <a:spLocks noGrp="1"/>
          </p:cNvSpPr>
          <p:nvPr>
            <p:ph type="body" sz="half" idx="25"/>
          </p:nvPr>
        </p:nvSpPr>
        <p:spPr>
          <a:xfrm>
            <a:off x="7505764" y="4176106"/>
            <a:ext cx="1367243" cy="508973"/>
          </a:xfrm>
          <a:prstGeom prst="rect">
            <a:avLst/>
          </a:prstGeom>
        </p:spPr>
        <p:txBody>
          <a:bodyPr wrap="square" lIns="0" tIns="0" rIns="0" bIns="0" anchor="ctr">
            <a:noAutofit/>
          </a:bodyPr>
          <a:lstStyle>
            <a:lvl1pPr marL="0" indent="0" algn="ctr">
              <a:buNone/>
              <a:defRPr sz="1467" b="1" baseline="0">
                <a:solidFill>
                  <a:schemeClr val="bg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41" name="Rectangle 40"/>
          <p:cNvSpPr/>
          <p:nvPr userDrawn="1"/>
        </p:nvSpPr>
        <p:spPr>
          <a:xfrm>
            <a:off x="9369084" y="4051293"/>
            <a:ext cx="1920405" cy="71120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44" name="Text Placeholder 3"/>
          <p:cNvSpPr>
            <a:spLocks noGrp="1"/>
          </p:cNvSpPr>
          <p:nvPr>
            <p:ph type="body" sz="half" idx="28"/>
          </p:nvPr>
        </p:nvSpPr>
        <p:spPr>
          <a:xfrm>
            <a:off x="9637199" y="4176106"/>
            <a:ext cx="1367243" cy="508973"/>
          </a:xfrm>
          <a:prstGeom prst="rect">
            <a:avLst/>
          </a:prstGeom>
        </p:spPr>
        <p:txBody>
          <a:bodyPr wrap="square" lIns="0" tIns="0" rIns="0" bIns="0" anchor="ctr">
            <a:noAutofit/>
          </a:bodyPr>
          <a:lstStyle>
            <a:lvl1pPr marL="0" indent="0" algn="ctr">
              <a:buNone/>
              <a:defRPr sz="1467" b="1" baseline="0">
                <a:solidFill>
                  <a:schemeClr val="bg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34"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37"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75834604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grpId="0" nodeType="afterEffect">
                                  <p:stCondLst>
                                    <p:cond delay="0"/>
                                  </p:stCondLst>
                                  <p:childTnLst>
                                    <p:set>
                                      <p:cBhvr>
                                        <p:cTn id="6" dur="1" fill="hold">
                                          <p:stCondLst>
                                            <p:cond delay="0"/>
                                          </p:stCondLst>
                                        </p:cTn>
                                        <p:tgtEl>
                                          <p:spTgt spid="31"/>
                                        </p:tgtEl>
                                        <p:attrNameLst>
                                          <p:attrName>style.visibility</p:attrName>
                                        </p:attrNameLst>
                                      </p:cBhvr>
                                      <p:to>
                                        <p:strVal val="visible"/>
                                      </p:to>
                                    </p:set>
                                    <p:anim calcmode="lin" valueType="num">
                                      <p:cBhvr>
                                        <p:cTn id="7" dur="500" fill="hold"/>
                                        <p:tgtEl>
                                          <p:spTgt spid="31"/>
                                        </p:tgtEl>
                                        <p:attrNameLst>
                                          <p:attrName>ppt_w</p:attrName>
                                        </p:attrNameLst>
                                      </p:cBhvr>
                                      <p:tavLst>
                                        <p:tav tm="0">
                                          <p:val>
                                            <p:fltVal val="0"/>
                                          </p:val>
                                        </p:tav>
                                        <p:tav tm="100000">
                                          <p:val>
                                            <p:strVal val="#ppt_w"/>
                                          </p:val>
                                        </p:tav>
                                      </p:tavLst>
                                    </p:anim>
                                    <p:anim calcmode="lin" valueType="num">
                                      <p:cBhvr>
                                        <p:cTn id="8" dur="500" fill="hold"/>
                                        <p:tgtEl>
                                          <p:spTgt spid="31"/>
                                        </p:tgtEl>
                                        <p:attrNameLst>
                                          <p:attrName>ppt_h</p:attrName>
                                        </p:attrNameLst>
                                      </p:cBhvr>
                                      <p:tavLst>
                                        <p:tav tm="0">
                                          <p:val>
                                            <p:fltVal val="0"/>
                                          </p:val>
                                        </p:tav>
                                        <p:tav tm="100000">
                                          <p:val>
                                            <p:strVal val="#ppt_h"/>
                                          </p:val>
                                        </p:tav>
                                      </p:tavLst>
                                    </p:anim>
                                    <p:animEffect transition="in" filter="fade">
                                      <p:cBhvr>
                                        <p:cTn id="9" dur="500"/>
                                        <p:tgtEl>
                                          <p:spTgt spid="31"/>
                                        </p:tgtEl>
                                      </p:cBhvr>
                                    </p:animEffect>
                                  </p:childTnLst>
                                </p:cTn>
                              </p:par>
                            </p:childTnLst>
                          </p:cTn>
                        </p:par>
                        <p:par>
                          <p:cTn id="10" fill="hold">
                            <p:stCondLst>
                              <p:cond delay="500"/>
                            </p:stCondLst>
                            <p:childTnLst>
                              <p:par>
                                <p:cTn id="11" presetID="22" presetClass="entr" presetSubtype="4" fill="hold" grpId="0" nodeType="afterEffect">
                                  <p:stCondLst>
                                    <p:cond delay="0"/>
                                  </p:stCondLst>
                                  <p:childTnLst>
                                    <p:set>
                                      <p:cBhvr>
                                        <p:cTn id="12" dur="1" fill="hold">
                                          <p:stCondLst>
                                            <p:cond delay="0"/>
                                          </p:stCondLst>
                                        </p:cTn>
                                        <p:tgtEl>
                                          <p:spTgt spid="21"/>
                                        </p:tgtEl>
                                        <p:attrNameLst>
                                          <p:attrName>style.visibility</p:attrName>
                                        </p:attrNameLst>
                                      </p:cBhvr>
                                      <p:to>
                                        <p:strVal val="visible"/>
                                      </p:to>
                                    </p:set>
                                    <p:animEffect transition="in" filter="wipe(down)">
                                      <p:cBhvr>
                                        <p:cTn id="13" dur="500"/>
                                        <p:tgtEl>
                                          <p:spTgt spid="21"/>
                                        </p:tgtEl>
                                      </p:cBhvr>
                                    </p:animEffect>
                                  </p:childTnLst>
                                </p:cTn>
                              </p:par>
                            </p:childTnLst>
                          </p:cTn>
                        </p:par>
                        <p:par>
                          <p:cTn id="14" fill="hold">
                            <p:stCondLst>
                              <p:cond delay="1000"/>
                            </p:stCondLst>
                            <p:childTnLst>
                              <p:par>
                                <p:cTn id="15" presetID="22" presetClass="entr" presetSubtype="4" fill="hold" grpId="0" nodeType="afterEffect" nodePh="1">
                                  <p:stCondLst>
                                    <p:cond delay="0"/>
                                  </p:stCondLst>
                                  <p:endCondLst>
                                    <p:cond evt="begin" delay="0">
                                      <p:tn val="15"/>
                                    </p:cond>
                                  </p:endCondLst>
                                  <p:childTnLst>
                                    <p:set>
                                      <p:cBhvr>
                                        <p:cTn id="16" dur="1" fill="hold">
                                          <p:stCondLst>
                                            <p:cond delay="0"/>
                                          </p:stCondLst>
                                        </p:cTn>
                                        <p:tgtEl>
                                          <p:spTgt spid="22">
                                            <p:txEl>
                                              <p:pRg st="0" end="0"/>
                                            </p:txEl>
                                          </p:spTgt>
                                        </p:tgtEl>
                                        <p:attrNameLst>
                                          <p:attrName>style.visibility</p:attrName>
                                        </p:attrNameLst>
                                      </p:cBhvr>
                                      <p:to>
                                        <p:strVal val="visible"/>
                                      </p:to>
                                    </p:set>
                                    <p:animEffect transition="in" filter="wipe(down)">
                                      <p:cBhvr>
                                        <p:cTn id="17" dur="500"/>
                                        <p:tgtEl>
                                          <p:spTgt spid="22">
                                            <p:txEl>
                                              <p:pRg st="0" end="0"/>
                                            </p:txEl>
                                          </p:spTgt>
                                        </p:tgtEl>
                                      </p:cBhvr>
                                    </p:animEffect>
                                  </p:childTnLst>
                                </p:cTn>
                              </p:par>
                            </p:childTnLst>
                          </p:cTn>
                        </p:par>
                        <p:par>
                          <p:cTn id="18" fill="hold">
                            <p:stCondLst>
                              <p:cond delay="1500"/>
                            </p:stCondLst>
                            <p:childTnLst>
                              <p:par>
                                <p:cTn id="19" presetID="2" presetClass="entr" presetSubtype="4" accel="50000" decel="50000" fill="hold" grpId="0" nodeType="afterEffect" nodePh="1">
                                  <p:stCondLst>
                                    <p:cond delay="0"/>
                                  </p:stCondLst>
                                  <p:endCondLst>
                                    <p:cond evt="begin" delay="0">
                                      <p:tn val="19"/>
                                    </p:cond>
                                  </p:endCondLst>
                                  <p:childTnLst>
                                    <p:set>
                                      <p:cBhvr>
                                        <p:cTn id="20" dur="1" fill="hold">
                                          <p:stCondLst>
                                            <p:cond delay="0"/>
                                          </p:stCondLst>
                                        </p:cTn>
                                        <p:tgtEl>
                                          <p:spTgt spid="14">
                                            <p:txEl>
                                              <p:pRg st="0" end="0"/>
                                            </p:txEl>
                                          </p:spTgt>
                                        </p:tgtEl>
                                        <p:attrNameLst>
                                          <p:attrName>style.visibility</p:attrName>
                                        </p:attrNameLst>
                                      </p:cBhvr>
                                      <p:to>
                                        <p:strVal val="visible"/>
                                      </p:to>
                                    </p:set>
                                    <p:anim calcmode="lin" valueType="num">
                                      <p:cBhvr additive="base">
                                        <p:cTn id="21" dur="500" fill="hold"/>
                                        <p:tgtEl>
                                          <p:spTgt spid="14">
                                            <p:txEl>
                                              <p:pRg st="0" end="0"/>
                                            </p:txEl>
                                          </p:spTgt>
                                        </p:tgtEl>
                                        <p:attrNameLst>
                                          <p:attrName>ppt_x</p:attrName>
                                        </p:attrNameLst>
                                      </p:cBhvr>
                                      <p:tavLst>
                                        <p:tav tm="0">
                                          <p:val>
                                            <p:strVal val="#ppt_x"/>
                                          </p:val>
                                        </p:tav>
                                        <p:tav tm="100000">
                                          <p:val>
                                            <p:strVal val="#ppt_x"/>
                                          </p:val>
                                        </p:tav>
                                      </p:tavLst>
                                    </p:anim>
                                    <p:anim calcmode="lin" valueType="num">
                                      <p:cBhvr additive="base">
                                        <p:cTn id="22" dur="500" fill="hold"/>
                                        <p:tgtEl>
                                          <p:spTgt spid="14">
                                            <p:txEl>
                                              <p:pRg st="0" end="0"/>
                                            </p:txEl>
                                          </p:spTgt>
                                        </p:tgtEl>
                                        <p:attrNameLst>
                                          <p:attrName>ppt_y</p:attrName>
                                        </p:attrNameLst>
                                      </p:cBhvr>
                                      <p:tavLst>
                                        <p:tav tm="0">
                                          <p:val>
                                            <p:strVal val="1+#ppt_h/2"/>
                                          </p:val>
                                        </p:tav>
                                        <p:tav tm="100000">
                                          <p:val>
                                            <p:strVal val="#ppt_y"/>
                                          </p:val>
                                        </p:tav>
                                      </p:tavLst>
                                    </p:anim>
                                  </p:childTnLst>
                                </p:cTn>
                              </p:par>
                            </p:childTnLst>
                          </p:cTn>
                        </p:par>
                        <p:par>
                          <p:cTn id="23" fill="hold">
                            <p:stCondLst>
                              <p:cond delay="2000"/>
                            </p:stCondLst>
                            <p:childTnLst>
                              <p:par>
                                <p:cTn id="24" presetID="53" presetClass="entr" presetSubtype="0" fill="hold" grpId="0" nodeType="afterEffect">
                                  <p:stCondLst>
                                    <p:cond delay="0"/>
                                  </p:stCondLst>
                                  <p:childTnLst>
                                    <p:set>
                                      <p:cBhvr>
                                        <p:cTn id="25" dur="1" fill="hold">
                                          <p:stCondLst>
                                            <p:cond delay="0"/>
                                          </p:stCondLst>
                                        </p:cTn>
                                        <p:tgtEl>
                                          <p:spTgt spid="23"/>
                                        </p:tgtEl>
                                        <p:attrNameLst>
                                          <p:attrName>style.visibility</p:attrName>
                                        </p:attrNameLst>
                                      </p:cBhvr>
                                      <p:to>
                                        <p:strVal val="visible"/>
                                      </p:to>
                                    </p:set>
                                    <p:anim calcmode="lin" valueType="num">
                                      <p:cBhvr>
                                        <p:cTn id="26" dur="500" fill="hold"/>
                                        <p:tgtEl>
                                          <p:spTgt spid="23"/>
                                        </p:tgtEl>
                                        <p:attrNameLst>
                                          <p:attrName>ppt_w</p:attrName>
                                        </p:attrNameLst>
                                      </p:cBhvr>
                                      <p:tavLst>
                                        <p:tav tm="0">
                                          <p:val>
                                            <p:fltVal val="0"/>
                                          </p:val>
                                        </p:tav>
                                        <p:tav tm="100000">
                                          <p:val>
                                            <p:strVal val="#ppt_w"/>
                                          </p:val>
                                        </p:tav>
                                      </p:tavLst>
                                    </p:anim>
                                    <p:anim calcmode="lin" valueType="num">
                                      <p:cBhvr>
                                        <p:cTn id="27" dur="500" fill="hold"/>
                                        <p:tgtEl>
                                          <p:spTgt spid="23"/>
                                        </p:tgtEl>
                                        <p:attrNameLst>
                                          <p:attrName>ppt_h</p:attrName>
                                        </p:attrNameLst>
                                      </p:cBhvr>
                                      <p:tavLst>
                                        <p:tav tm="0">
                                          <p:val>
                                            <p:fltVal val="0"/>
                                          </p:val>
                                        </p:tav>
                                        <p:tav tm="100000">
                                          <p:val>
                                            <p:strVal val="#ppt_h"/>
                                          </p:val>
                                        </p:tav>
                                      </p:tavLst>
                                    </p:anim>
                                    <p:animEffect transition="in" filter="fade">
                                      <p:cBhvr>
                                        <p:cTn id="28" dur="500"/>
                                        <p:tgtEl>
                                          <p:spTgt spid="23"/>
                                        </p:tgtEl>
                                      </p:cBhvr>
                                    </p:animEffect>
                                  </p:childTnLst>
                                </p:cTn>
                              </p:par>
                            </p:childTnLst>
                          </p:cTn>
                        </p:par>
                        <p:par>
                          <p:cTn id="29" fill="hold">
                            <p:stCondLst>
                              <p:cond delay="2500"/>
                            </p:stCondLst>
                            <p:childTnLst>
                              <p:par>
                                <p:cTn id="30" presetID="22" presetClass="entr" presetSubtype="4" fill="hold" grpId="0" nodeType="afterEffect">
                                  <p:stCondLst>
                                    <p:cond delay="0"/>
                                  </p:stCondLst>
                                  <p:childTnLst>
                                    <p:set>
                                      <p:cBhvr>
                                        <p:cTn id="31" dur="1" fill="hold">
                                          <p:stCondLst>
                                            <p:cond delay="0"/>
                                          </p:stCondLst>
                                        </p:cTn>
                                        <p:tgtEl>
                                          <p:spTgt spid="25"/>
                                        </p:tgtEl>
                                        <p:attrNameLst>
                                          <p:attrName>style.visibility</p:attrName>
                                        </p:attrNameLst>
                                      </p:cBhvr>
                                      <p:to>
                                        <p:strVal val="visible"/>
                                      </p:to>
                                    </p:set>
                                    <p:animEffect transition="in" filter="wipe(down)">
                                      <p:cBhvr>
                                        <p:cTn id="32" dur="500"/>
                                        <p:tgtEl>
                                          <p:spTgt spid="25"/>
                                        </p:tgtEl>
                                      </p:cBhvr>
                                    </p:animEffect>
                                  </p:childTnLst>
                                </p:cTn>
                              </p:par>
                            </p:childTnLst>
                          </p:cTn>
                        </p:par>
                        <p:par>
                          <p:cTn id="33" fill="hold">
                            <p:stCondLst>
                              <p:cond delay="3000"/>
                            </p:stCondLst>
                            <p:childTnLst>
                              <p:par>
                                <p:cTn id="34" presetID="22" presetClass="entr" presetSubtype="4" fill="hold" grpId="0" nodeType="afterEffect" nodePh="1">
                                  <p:stCondLst>
                                    <p:cond delay="0"/>
                                  </p:stCondLst>
                                  <p:endCondLst>
                                    <p:cond evt="begin" delay="0">
                                      <p:tn val="34"/>
                                    </p:cond>
                                  </p:endCondLst>
                                  <p:childTnLst>
                                    <p:set>
                                      <p:cBhvr>
                                        <p:cTn id="35" dur="1" fill="hold">
                                          <p:stCondLst>
                                            <p:cond delay="0"/>
                                          </p:stCondLst>
                                        </p:cTn>
                                        <p:tgtEl>
                                          <p:spTgt spid="26">
                                            <p:txEl>
                                              <p:pRg st="0" end="0"/>
                                            </p:txEl>
                                          </p:spTgt>
                                        </p:tgtEl>
                                        <p:attrNameLst>
                                          <p:attrName>style.visibility</p:attrName>
                                        </p:attrNameLst>
                                      </p:cBhvr>
                                      <p:to>
                                        <p:strVal val="visible"/>
                                      </p:to>
                                    </p:set>
                                    <p:animEffect transition="in" filter="wipe(down)">
                                      <p:cBhvr>
                                        <p:cTn id="36" dur="500"/>
                                        <p:tgtEl>
                                          <p:spTgt spid="26">
                                            <p:txEl>
                                              <p:pRg st="0" end="0"/>
                                            </p:txEl>
                                          </p:spTgt>
                                        </p:tgtEl>
                                      </p:cBhvr>
                                    </p:animEffect>
                                  </p:childTnLst>
                                </p:cTn>
                              </p:par>
                            </p:childTnLst>
                          </p:cTn>
                        </p:par>
                        <p:par>
                          <p:cTn id="37" fill="hold">
                            <p:stCondLst>
                              <p:cond delay="3500"/>
                            </p:stCondLst>
                            <p:childTnLst>
                              <p:par>
                                <p:cTn id="38" presetID="2" presetClass="entr" presetSubtype="4" accel="50000" decel="50000" fill="hold" grpId="0" nodeType="afterEffect" nodePh="1">
                                  <p:stCondLst>
                                    <p:cond delay="0"/>
                                  </p:stCondLst>
                                  <p:endCondLst>
                                    <p:cond evt="begin" delay="0">
                                      <p:tn val="38"/>
                                    </p:cond>
                                  </p:endCondLst>
                                  <p:childTnLst>
                                    <p:set>
                                      <p:cBhvr>
                                        <p:cTn id="39" dur="1" fill="hold">
                                          <p:stCondLst>
                                            <p:cond delay="0"/>
                                          </p:stCondLst>
                                        </p:cTn>
                                        <p:tgtEl>
                                          <p:spTgt spid="24">
                                            <p:txEl>
                                              <p:pRg st="0" end="0"/>
                                            </p:txEl>
                                          </p:spTgt>
                                        </p:tgtEl>
                                        <p:attrNameLst>
                                          <p:attrName>style.visibility</p:attrName>
                                        </p:attrNameLst>
                                      </p:cBhvr>
                                      <p:to>
                                        <p:strVal val="visible"/>
                                      </p:to>
                                    </p:set>
                                    <p:anim calcmode="lin" valueType="num">
                                      <p:cBhvr additive="base">
                                        <p:cTn id="40"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additive="base">
                                        <p:cTn id="41" dur="500" fill="hold"/>
                                        <p:tgtEl>
                                          <p:spTgt spid="24">
                                            <p:txEl>
                                              <p:pRg st="0" end="0"/>
                                            </p:txEl>
                                          </p:spTgt>
                                        </p:tgtEl>
                                        <p:attrNameLst>
                                          <p:attrName>ppt_y</p:attrName>
                                        </p:attrNameLst>
                                      </p:cBhvr>
                                      <p:tavLst>
                                        <p:tav tm="0">
                                          <p:val>
                                            <p:strVal val="1+#ppt_h/2"/>
                                          </p:val>
                                        </p:tav>
                                        <p:tav tm="100000">
                                          <p:val>
                                            <p:strVal val="#ppt_y"/>
                                          </p:val>
                                        </p:tav>
                                      </p:tavLst>
                                    </p:anim>
                                  </p:childTnLst>
                                </p:cTn>
                              </p:par>
                            </p:childTnLst>
                          </p:cTn>
                        </p:par>
                        <p:par>
                          <p:cTn id="42" fill="hold">
                            <p:stCondLst>
                              <p:cond delay="4000"/>
                            </p:stCondLst>
                            <p:childTnLst>
                              <p:par>
                                <p:cTn id="43" presetID="53" presetClass="entr" presetSubtype="0" fill="hold" grpId="0" nodeType="afterEffect">
                                  <p:stCondLst>
                                    <p:cond delay="0"/>
                                  </p:stCondLst>
                                  <p:childTnLst>
                                    <p:set>
                                      <p:cBhvr>
                                        <p:cTn id="44" dur="1" fill="hold">
                                          <p:stCondLst>
                                            <p:cond delay="0"/>
                                          </p:stCondLst>
                                        </p:cTn>
                                        <p:tgtEl>
                                          <p:spTgt spid="27"/>
                                        </p:tgtEl>
                                        <p:attrNameLst>
                                          <p:attrName>style.visibility</p:attrName>
                                        </p:attrNameLst>
                                      </p:cBhvr>
                                      <p:to>
                                        <p:strVal val="visible"/>
                                      </p:to>
                                    </p:set>
                                    <p:anim calcmode="lin" valueType="num">
                                      <p:cBhvr>
                                        <p:cTn id="45" dur="500" fill="hold"/>
                                        <p:tgtEl>
                                          <p:spTgt spid="27"/>
                                        </p:tgtEl>
                                        <p:attrNameLst>
                                          <p:attrName>ppt_w</p:attrName>
                                        </p:attrNameLst>
                                      </p:cBhvr>
                                      <p:tavLst>
                                        <p:tav tm="0">
                                          <p:val>
                                            <p:fltVal val="0"/>
                                          </p:val>
                                        </p:tav>
                                        <p:tav tm="100000">
                                          <p:val>
                                            <p:strVal val="#ppt_w"/>
                                          </p:val>
                                        </p:tav>
                                      </p:tavLst>
                                    </p:anim>
                                    <p:anim calcmode="lin" valueType="num">
                                      <p:cBhvr>
                                        <p:cTn id="46" dur="500" fill="hold"/>
                                        <p:tgtEl>
                                          <p:spTgt spid="27"/>
                                        </p:tgtEl>
                                        <p:attrNameLst>
                                          <p:attrName>ppt_h</p:attrName>
                                        </p:attrNameLst>
                                      </p:cBhvr>
                                      <p:tavLst>
                                        <p:tav tm="0">
                                          <p:val>
                                            <p:fltVal val="0"/>
                                          </p:val>
                                        </p:tav>
                                        <p:tav tm="100000">
                                          <p:val>
                                            <p:strVal val="#ppt_h"/>
                                          </p:val>
                                        </p:tav>
                                      </p:tavLst>
                                    </p:anim>
                                    <p:animEffect transition="in" filter="fade">
                                      <p:cBhvr>
                                        <p:cTn id="47" dur="500"/>
                                        <p:tgtEl>
                                          <p:spTgt spid="27"/>
                                        </p:tgtEl>
                                      </p:cBhvr>
                                    </p:animEffect>
                                  </p:childTnLst>
                                </p:cTn>
                              </p:par>
                            </p:childTnLst>
                          </p:cTn>
                        </p:par>
                        <p:par>
                          <p:cTn id="48" fill="hold">
                            <p:stCondLst>
                              <p:cond delay="4500"/>
                            </p:stCondLst>
                            <p:childTnLst>
                              <p:par>
                                <p:cTn id="49" presetID="22" presetClass="entr" presetSubtype="4" fill="hold" grpId="0" nodeType="afterEffect">
                                  <p:stCondLst>
                                    <p:cond delay="0"/>
                                  </p:stCondLst>
                                  <p:childTnLst>
                                    <p:set>
                                      <p:cBhvr>
                                        <p:cTn id="50" dur="1" fill="hold">
                                          <p:stCondLst>
                                            <p:cond delay="0"/>
                                          </p:stCondLst>
                                        </p:cTn>
                                        <p:tgtEl>
                                          <p:spTgt spid="29"/>
                                        </p:tgtEl>
                                        <p:attrNameLst>
                                          <p:attrName>style.visibility</p:attrName>
                                        </p:attrNameLst>
                                      </p:cBhvr>
                                      <p:to>
                                        <p:strVal val="visible"/>
                                      </p:to>
                                    </p:set>
                                    <p:animEffect transition="in" filter="wipe(down)">
                                      <p:cBhvr>
                                        <p:cTn id="51" dur="500"/>
                                        <p:tgtEl>
                                          <p:spTgt spid="29"/>
                                        </p:tgtEl>
                                      </p:cBhvr>
                                    </p:animEffect>
                                  </p:childTnLst>
                                </p:cTn>
                              </p:par>
                            </p:childTnLst>
                          </p:cTn>
                        </p:par>
                        <p:par>
                          <p:cTn id="52" fill="hold">
                            <p:stCondLst>
                              <p:cond delay="5000"/>
                            </p:stCondLst>
                            <p:childTnLst>
                              <p:par>
                                <p:cTn id="53" presetID="22" presetClass="entr" presetSubtype="4" fill="hold" grpId="0" nodeType="afterEffect" nodePh="1">
                                  <p:stCondLst>
                                    <p:cond delay="0"/>
                                  </p:stCondLst>
                                  <p:endCondLst>
                                    <p:cond evt="begin" delay="0">
                                      <p:tn val="53"/>
                                    </p:cond>
                                  </p:endCondLst>
                                  <p:childTnLst>
                                    <p:set>
                                      <p:cBhvr>
                                        <p:cTn id="54" dur="1" fill="hold">
                                          <p:stCondLst>
                                            <p:cond delay="0"/>
                                          </p:stCondLst>
                                        </p:cTn>
                                        <p:tgtEl>
                                          <p:spTgt spid="30">
                                            <p:txEl>
                                              <p:pRg st="0" end="0"/>
                                            </p:txEl>
                                          </p:spTgt>
                                        </p:tgtEl>
                                        <p:attrNameLst>
                                          <p:attrName>style.visibility</p:attrName>
                                        </p:attrNameLst>
                                      </p:cBhvr>
                                      <p:to>
                                        <p:strVal val="visible"/>
                                      </p:to>
                                    </p:set>
                                    <p:animEffect transition="in" filter="wipe(down)">
                                      <p:cBhvr>
                                        <p:cTn id="55" dur="500"/>
                                        <p:tgtEl>
                                          <p:spTgt spid="30">
                                            <p:txEl>
                                              <p:pRg st="0" end="0"/>
                                            </p:txEl>
                                          </p:spTgt>
                                        </p:tgtEl>
                                      </p:cBhvr>
                                    </p:animEffect>
                                  </p:childTnLst>
                                </p:cTn>
                              </p:par>
                            </p:childTnLst>
                          </p:cTn>
                        </p:par>
                        <p:par>
                          <p:cTn id="56" fill="hold">
                            <p:stCondLst>
                              <p:cond delay="5500"/>
                            </p:stCondLst>
                            <p:childTnLst>
                              <p:par>
                                <p:cTn id="57" presetID="2" presetClass="entr" presetSubtype="4" accel="50000" decel="50000" fill="hold" grpId="0" nodeType="afterEffect" nodePh="1">
                                  <p:stCondLst>
                                    <p:cond delay="0"/>
                                  </p:stCondLst>
                                  <p:endCondLst>
                                    <p:cond evt="begin" delay="0">
                                      <p:tn val="57"/>
                                    </p:cond>
                                  </p:endCondLst>
                                  <p:childTnLst>
                                    <p:set>
                                      <p:cBhvr>
                                        <p:cTn id="58" dur="1" fill="hold">
                                          <p:stCondLst>
                                            <p:cond delay="0"/>
                                          </p:stCondLst>
                                        </p:cTn>
                                        <p:tgtEl>
                                          <p:spTgt spid="28">
                                            <p:txEl>
                                              <p:pRg st="0" end="0"/>
                                            </p:txEl>
                                          </p:spTgt>
                                        </p:tgtEl>
                                        <p:attrNameLst>
                                          <p:attrName>style.visibility</p:attrName>
                                        </p:attrNameLst>
                                      </p:cBhvr>
                                      <p:to>
                                        <p:strVal val="visible"/>
                                      </p:to>
                                    </p:set>
                                    <p:anim calcmode="lin" valueType="num">
                                      <p:cBhvr additive="base">
                                        <p:cTn id="59" dur="500" fill="hold"/>
                                        <p:tgtEl>
                                          <p:spTgt spid="28">
                                            <p:txEl>
                                              <p:pRg st="0" end="0"/>
                                            </p:txEl>
                                          </p:spTgt>
                                        </p:tgtEl>
                                        <p:attrNameLst>
                                          <p:attrName>ppt_x</p:attrName>
                                        </p:attrNameLst>
                                      </p:cBhvr>
                                      <p:tavLst>
                                        <p:tav tm="0">
                                          <p:val>
                                            <p:strVal val="#ppt_x"/>
                                          </p:val>
                                        </p:tav>
                                        <p:tav tm="100000">
                                          <p:val>
                                            <p:strVal val="#ppt_x"/>
                                          </p:val>
                                        </p:tav>
                                      </p:tavLst>
                                    </p:anim>
                                    <p:anim calcmode="lin" valueType="num">
                                      <p:cBhvr additive="base">
                                        <p:cTn id="60" dur="500" fill="hold"/>
                                        <p:tgtEl>
                                          <p:spTgt spid="28">
                                            <p:txEl>
                                              <p:pRg st="0" end="0"/>
                                            </p:txEl>
                                          </p:spTgt>
                                        </p:tgtEl>
                                        <p:attrNameLst>
                                          <p:attrName>ppt_y</p:attrName>
                                        </p:attrNameLst>
                                      </p:cBhvr>
                                      <p:tavLst>
                                        <p:tav tm="0">
                                          <p:val>
                                            <p:strVal val="1+#ppt_h/2"/>
                                          </p:val>
                                        </p:tav>
                                        <p:tav tm="100000">
                                          <p:val>
                                            <p:strVal val="#ppt_y"/>
                                          </p:val>
                                        </p:tav>
                                      </p:tavLst>
                                    </p:anim>
                                  </p:childTnLst>
                                </p:cTn>
                              </p:par>
                            </p:childTnLst>
                          </p:cTn>
                        </p:par>
                        <p:par>
                          <p:cTn id="61" fill="hold">
                            <p:stCondLst>
                              <p:cond delay="6000"/>
                            </p:stCondLst>
                            <p:childTnLst>
                              <p:par>
                                <p:cTn id="62" presetID="53" presetClass="entr" presetSubtype="0" fill="hold" grpId="0" nodeType="afterEffect">
                                  <p:stCondLst>
                                    <p:cond delay="0"/>
                                  </p:stCondLst>
                                  <p:childTnLst>
                                    <p:set>
                                      <p:cBhvr>
                                        <p:cTn id="63" dur="1" fill="hold">
                                          <p:stCondLst>
                                            <p:cond delay="0"/>
                                          </p:stCondLst>
                                        </p:cTn>
                                        <p:tgtEl>
                                          <p:spTgt spid="32"/>
                                        </p:tgtEl>
                                        <p:attrNameLst>
                                          <p:attrName>style.visibility</p:attrName>
                                        </p:attrNameLst>
                                      </p:cBhvr>
                                      <p:to>
                                        <p:strVal val="visible"/>
                                      </p:to>
                                    </p:set>
                                    <p:anim calcmode="lin" valueType="num">
                                      <p:cBhvr>
                                        <p:cTn id="64" dur="500" fill="hold"/>
                                        <p:tgtEl>
                                          <p:spTgt spid="32"/>
                                        </p:tgtEl>
                                        <p:attrNameLst>
                                          <p:attrName>ppt_w</p:attrName>
                                        </p:attrNameLst>
                                      </p:cBhvr>
                                      <p:tavLst>
                                        <p:tav tm="0">
                                          <p:val>
                                            <p:fltVal val="0"/>
                                          </p:val>
                                        </p:tav>
                                        <p:tav tm="100000">
                                          <p:val>
                                            <p:strVal val="#ppt_w"/>
                                          </p:val>
                                        </p:tav>
                                      </p:tavLst>
                                    </p:anim>
                                    <p:anim calcmode="lin" valueType="num">
                                      <p:cBhvr>
                                        <p:cTn id="65" dur="500" fill="hold"/>
                                        <p:tgtEl>
                                          <p:spTgt spid="32"/>
                                        </p:tgtEl>
                                        <p:attrNameLst>
                                          <p:attrName>ppt_h</p:attrName>
                                        </p:attrNameLst>
                                      </p:cBhvr>
                                      <p:tavLst>
                                        <p:tav tm="0">
                                          <p:val>
                                            <p:fltVal val="0"/>
                                          </p:val>
                                        </p:tav>
                                        <p:tav tm="100000">
                                          <p:val>
                                            <p:strVal val="#ppt_h"/>
                                          </p:val>
                                        </p:tav>
                                      </p:tavLst>
                                    </p:anim>
                                    <p:animEffect transition="in" filter="fade">
                                      <p:cBhvr>
                                        <p:cTn id="66" dur="500"/>
                                        <p:tgtEl>
                                          <p:spTgt spid="32"/>
                                        </p:tgtEl>
                                      </p:cBhvr>
                                    </p:animEffect>
                                  </p:childTnLst>
                                </p:cTn>
                              </p:par>
                            </p:childTnLst>
                          </p:cTn>
                        </p:par>
                        <p:par>
                          <p:cTn id="67" fill="hold">
                            <p:stCondLst>
                              <p:cond delay="6500"/>
                            </p:stCondLst>
                            <p:childTnLst>
                              <p:par>
                                <p:cTn id="68" presetID="22" presetClass="entr" presetSubtype="4" fill="hold" grpId="0" nodeType="afterEffect">
                                  <p:stCondLst>
                                    <p:cond delay="0"/>
                                  </p:stCondLst>
                                  <p:childTnLst>
                                    <p:set>
                                      <p:cBhvr>
                                        <p:cTn id="69" dur="1" fill="hold">
                                          <p:stCondLst>
                                            <p:cond delay="0"/>
                                          </p:stCondLst>
                                        </p:cTn>
                                        <p:tgtEl>
                                          <p:spTgt spid="35"/>
                                        </p:tgtEl>
                                        <p:attrNameLst>
                                          <p:attrName>style.visibility</p:attrName>
                                        </p:attrNameLst>
                                      </p:cBhvr>
                                      <p:to>
                                        <p:strVal val="visible"/>
                                      </p:to>
                                    </p:set>
                                    <p:animEffect transition="in" filter="wipe(down)">
                                      <p:cBhvr>
                                        <p:cTn id="70" dur="500"/>
                                        <p:tgtEl>
                                          <p:spTgt spid="35"/>
                                        </p:tgtEl>
                                      </p:cBhvr>
                                    </p:animEffect>
                                  </p:childTnLst>
                                </p:cTn>
                              </p:par>
                            </p:childTnLst>
                          </p:cTn>
                        </p:par>
                        <p:par>
                          <p:cTn id="71" fill="hold">
                            <p:stCondLst>
                              <p:cond delay="7000"/>
                            </p:stCondLst>
                            <p:childTnLst>
                              <p:par>
                                <p:cTn id="72" presetID="22" presetClass="entr" presetSubtype="4" fill="hold" grpId="0" nodeType="afterEffect" nodePh="1">
                                  <p:stCondLst>
                                    <p:cond delay="0"/>
                                  </p:stCondLst>
                                  <p:endCondLst>
                                    <p:cond evt="begin" delay="0">
                                      <p:tn val="72"/>
                                    </p:cond>
                                  </p:endCondLst>
                                  <p:childTnLst>
                                    <p:set>
                                      <p:cBhvr>
                                        <p:cTn id="73" dur="1" fill="hold">
                                          <p:stCondLst>
                                            <p:cond delay="0"/>
                                          </p:stCondLst>
                                        </p:cTn>
                                        <p:tgtEl>
                                          <p:spTgt spid="36">
                                            <p:txEl>
                                              <p:pRg st="0" end="0"/>
                                            </p:txEl>
                                          </p:spTgt>
                                        </p:tgtEl>
                                        <p:attrNameLst>
                                          <p:attrName>style.visibility</p:attrName>
                                        </p:attrNameLst>
                                      </p:cBhvr>
                                      <p:to>
                                        <p:strVal val="visible"/>
                                      </p:to>
                                    </p:set>
                                    <p:animEffect transition="in" filter="wipe(down)">
                                      <p:cBhvr>
                                        <p:cTn id="74" dur="500"/>
                                        <p:tgtEl>
                                          <p:spTgt spid="36">
                                            <p:txEl>
                                              <p:pRg st="0" end="0"/>
                                            </p:txEl>
                                          </p:spTgt>
                                        </p:tgtEl>
                                      </p:cBhvr>
                                    </p:animEffect>
                                  </p:childTnLst>
                                </p:cTn>
                              </p:par>
                            </p:childTnLst>
                          </p:cTn>
                        </p:par>
                        <p:par>
                          <p:cTn id="75" fill="hold">
                            <p:stCondLst>
                              <p:cond delay="7500"/>
                            </p:stCondLst>
                            <p:childTnLst>
                              <p:par>
                                <p:cTn id="76" presetID="2" presetClass="entr" presetSubtype="4" accel="50000" decel="50000" fill="hold" grpId="0" nodeType="afterEffect" nodePh="1">
                                  <p:stCondLst>
                                    <p:cond delay="0"/>
                                  </p:stCondLst>
                                  <p:endCondLst>
                                    <p:cond evt="begin" delay="0">
                                      <p:tn val="76"/>
                                    </p:cond>
                                  </p:endCondLst>
                                  <p:childTnLst>
                                    <p:set>
                                      <p:cBhvr>
                                        <p:cTn id="77" dur="1" fill="hold">
                                          <p:stCondLst>
                                            <p:cond delay="0"/>
                                          </p:stCondLst>
                                        </p:cTn>
                                        <p:tgtEl>
                                          <p:spTgt spid="33">
                                            <p:txEl>
                                              <p:pRg st="0" end="0"/>
                                            </p:txEl>
                                          </p:spTgt>
                                        </p:tgtEl>
                                        <p:attrNameLst>
                                          <p:attrName>style.visibility</p:attrName>
                                        </p:attrNameLst>
                                      </p:cBhvr>
                                      <p:to>
                                        <p:strVal val="visible"/>
                                      </p:to>
                                    </p:set>
                                    <p:anim calcmode="lin" valueType="num">
                                      <p:cBhvr additive="base">
                                        <p:cTn id="78" dur="500" fill="hold"/>
                                        <p:tgtEl>
                                          <p:spTgt spid="33">
                                            <p:txEl>
                                              <p:pRg st="0" end="0"/>
                                            </p:txEl>
                                          </p:spTgt>
                                        </p:tgtEl>
                                        <p:attrNameLst>
                                          <p:attrName>ppt_x</p:attrName>
                                        </p:attrNameLst>
                                      </p:cBhvr>
                                      <p:tavLst>
                                        <p:tav tm="0">
                                          <p:val>
                                            <p:strVal val="#ppt_x"/>
                                          </p:val>
                                        </p:tav>
                                        <p:tav tm="100000">
                                          <p:val>
                                            <p:strVal val="#ppt_x"/>
                                          </p:val>
                                        </p:tav>
                                      </p:tavLst>
                                    </p:anim>
                                    <p:anim calcmode="lin" valueType="num">
                                      <p:cBhvr additive="base">
                                        <p:cTn id="79" dur="500" fill="hold"/>
                                        <p:tgtEl>
                                          <p:spTgt spid="33">
                                            <p:txEl>
                                              <p:pRg st="0" end="0"/>
                                            </p:txEl>
                                          </p:spTgt>
                                        </p:tgtEl>
                                        <p:attrNameLst>
                                          <p:attrName>ppt_y</p:attrName>
                                        </p:attrNameLst>
                                      </p:cBhvr>
                                      <p:tavLst>
                                        <p:tav tm="0">
                                          <p:val>
                                            <p:strVal val="1+#ppt_h/2"/>
                                          </p:val>
                                        </p:tav>
                                        <p:tav tm="100000">
                                          <p:val>
                                            <p:strVal val="#ppt_y"/>
                                          </p:val>
                                        </p:tav>
                                      </p:tavLst>
                                    </p:anim>
                                  </p:childTnLst>
                                </p:cTn>
                              </p:par>
                            </p:childTnLst>
                          </p:cTn>
                        </p:par>
                        <p:par>
                          <p:cTn id="80" fill="hold">
                            <p:stCondLst>
                              <p:cond delay="8000"/>
                            </p:stCondLst>
                            <p:childTnLst>
                              <p:par>
                                <p:cTn id="81" presetID="53" presetClass="entr" presetSubtype="0" fill="hold" grpId="0" nodeType="afterEffect">
                                  <p:stCondLst>
                                    <p:cond delay="0"/>
                                  </p:stCondLst>
                                  <p:childTnLst>
                                    <p:set>
                                      <p:cBhvr>
                                        <p:cTn id="82" dur="1" fill="hold">
                                          <p:stCondLst>
                                            <p:cond delay="0"/>
                                          </p:stCondLst>
                                        </p:cTn>
                                        <p:tgtEl>
                                          <p:spTgt spid="38"/>
                                        </p:tgtEl>
                                        <p:attrNameLst>
                                          <p:attrName>style.visibility</p:attrName>
                                        </p:attrNameLst>
                                      </p:cBhvr>
                                      <p:to>
                                        <p:strVal val="visible"/>
                                      </p:to>
                                    </p:set>
                                    <p:anim calcmode="lin" valueType="num">
                                      <p:cBhvr>
                                        <p:cTn id="83" dur="500" fill="hold"/>
                                        <p:tgtEl>
                                          <p:spTgt spid="38"/>
                                        </p:tgtEl>
                                        <p:attrNameLst>
                                          <p:attrName>ppt_w</p:attrName>
                                        </p:attrNameLst>
                                      </p:cBhvr>
                                      <p:tavLst>
                                        <p:tav tm="0">
                                          <p:val>
                                            <p:fltVal val="0"/>
                                          </p:val>
                                        </p:tav>
                                        <p:tav tm="100000">
                                          <p:val>
                                            <p:strVal val="#ppt_w"/>
                                          </p:val>
                                        </p:tav>
                                      </p:tavLst>
                                    </p:anim>
                                    <p:anim calcmode="lin" valueType="num">
                                      <p:cBhvr>
                                        <p:cTn id="84" dur="500" fill="hold"/>
                                        <p:tgtEl>
                                          <p:spTgt spid="38"/>
                                        </p:tgtEl>
                                        <p:attrNameLst>
                                          <p:attrName>ppt_h</p:attrName>
                                        </p:attrNameLst>
                                      </p:cBhvr>
                                      <p:tavLst>
                                        <p:tav tm="0">
                                          <p:val>
                                            <p:fltVal val="0"/>
                                          </p:val>
                                        </p:tav>
                                        <p:tav tm="100000">
                                          <p:val>
                                            <p:strVal val="#ppt_h"/>
                                          </p:val>
                                        </p:tav>
                                      </p:tavLst>
                                    </p:anim>
                                    <p:animEffect transition="in" filter="fade">
                                      <p:cBhvr>
                                        <p:cTn id="85" dur="500"/>
                                        <p:tgtEl>
                                          <p:spTgt spid="38"/>
                                        </p:tgtEl>
                                      </p:cBhvr>
                                    </p:animEffect>
                                  </p:childTnLst>
                                </p:cTn>
                              </p:par>
                            </p:childTnLst>
                          </p:cTn>
                        </p:par>
                        <p:par>
                          <p:cTn id="86" fill="hold">
                            <p:stCondLst>
                              <p:cond delay="8500"/>
                            </p:stCondLst>
                            <p:childTnLst>
                              <p:par>
                                <p:cTn id="87" presetID="22" presetClass="entr" presetSubtype="4" fill="hold" grpId="0" nodeType="afterEffect">
                                  <p:stCondLst>
                                    <p:cond delay="0"/>
                                  </p:stCondLst>
                                  <p:childTnLst>
                                    <p:set>
                                      <p:cBhvr>
                                        <p:cTn id="88" dur="1" fill="hold">
                                          <p:stCondLst>
                                            <p:cond delay="0"/>
                                          </p:stCondLst>
                                        </p:cTn>
                                        <p:tgtEl>
                                          <p:spTgt spid="41"/>
                                        </p:tgtEl>
                                        <p:attrNameLst>
                                          <p:attrName>style.visibility</p:attrName>
                                        </p:attrNameLst>
                                      </p:cBhvr>
                                      <p:to>
                                        <p:strVal val="visible"/>
                                      </p:to>
                                    </p:set>
                                    <p:animEffect transition="in" filter="wipe(down)">
                                      <p:cBhvr>
                                        <p:cTn id="89" dur="500"/>
                                        <p:tgtEl>
                                          <p:spTgt spid="41"/>
                                        </p:tgtEl>
                                      </p:cBhvr>
                                    </p:animEffect>
                                  </p:childTnLst>
                                </p:cTn>
                              </p:par>
                            </p:childTnLst>
                          </p:cTn>
                        </p:par>
                        <p:par>
                          <p:cTn id="90" fill="hold">
                            <p:stCondLst>
                              <p:cond delay="9000"/>
                            </p:stCondLst>
                            <p:childTnLst>
                              <p:par>
                                <p:cTn id="91" presetID="22" presetClass="entr" presetSubtype="4" fill="hold" grpId="0" nodeType="afterEffect" nodePh="1">
                                  <p:stCondLst>
                                    <p:cond delay="0"/>
                                  </p:stCondLst>
                                  <p:endCondLst>
                                    <p:cond evt="begin" delay="0">
                                      <p:tn val="91"/>
                                    </p:cond>
                                  </p:endCondLst>
                                  <p:childTnLst>
                                    <p:set>
                                      <p:cBhvr>
                                        <p:cTn id="92" dur="1" fill="hold">
                                          <p:stCondLst>
                                            <p:cond delay="0"/>
                                          </p:stCondLst>
                                        </p:cTn>
                                        <p:tgtEl>
                                          <p:spTgt spid="44">
                                            <p:txEl>
                                              <p:pRg st="0" end="0"/>
                                            </p:txEl>
                                          </p:spTgt>
                                        </p:tgtEl>
                                        <p:attrNameLst>
                                          <p:attrName>style.visibility</p:attrName>
                                        </p:attrNameLst>
                                      </p:cBhvr>
                                      <p:to>
                                        <p:strVal val="visible"/>
                                      </p:to>
                                    </p:set>
                                    <p:animEffect transition="in" filter="wipe(down)">
                                      <p:cBhvr>
                                        <p:cTn id="93" dur="500"/>
                                        <p:tgtEl>
                                          <p:spTgt spid="44">
                                            <p:txEl>
                                              <p:pRg st="0" end="0"/>
                                            </p:txEl>
                                          </p:spTgt>
                                        </p:tgtEl>
                                      </p:cBhvr>
                                    </p:animEffect>
                                  </p:childTnLst>
                                </p:cTn>
                              </p:par>
                            </p:childTnLst>
                          </p:cTn>
                        </p:par>
                        <p:par>
                          <p:cTn id="94" fill="hold">
                            <p:stCondLst>
                              <p:cond delay="9500"/>
                            </p:stCondLst>
                            <p:childTnLst>
                              <p:par>
                                <p:cTn id="95" presetID="2" presetClass="entr" presetSubtype="4" accel="50000" decel="50000" fill="hold" grpId="0" nodeType="afterEffect" nodePh="1">
                                  <p:stCondLst>
                                    <p:cond delay="0"/>
                                  </p:stCondLst>
                                  <p:endCondLst>
                                    <p:cond evt="begin" delay="0">
                                      <p:tn val="95"/>
                                    </p:cond>
                                  </p:endCondLst>
                                  <p:childTnLst>
                                    <p:set>
                                      <p:cBhvr>
                                        <p:cTn id="96" dur="1" fill="hold">
                                          <p:stCondLst>
                                            <p:cond delay="0"/>
                                          </p:stCondLst>
                                        </p:cTn>
                                        <p:tgtEl>
                                          <p:spTgt spid="39">
                                            <p:txEl>
                                              <p:pRg st="0" end="0"/>
                                            </p:txEl>
                                          </p:spTgt>
                                        </p:tgtEl>
                                        <p:attrNameLst>
                                          <p:attrName>style.visibility</p:attrName>
                                        </p:attrNameLst>
                                      </p:cBhvr>
                                      <p:to>
                                        <p:strVal val="visible"/>
                                      </p:to>
                                    </p:set>
                                    <p:anim calcmode="lin" valueType="num">
                                      <p:cBhvr additive="base">
                                        <p:cTn id="97" dur="500" fill="hold"/>
                                        <p:tgtEl>
                                          <p:spTgt spid="39">
                                            <p:txEl>
                                              <p:pRg st="0" end="0"/>
                                            </p:txEl>
                                          </p:spTgt>
                                        </p:tgtEl>
                                        <p:attrNameLst>
                                          <p:attrName>ppt_x</p:attrName>
                                        </p:attrNameLst>
                                      </p:cBhvr>
                                      <p:tavLst>
                                        <p:tav tm="0">
                                          <p:val>
                                            <p:strVal val="#ppt_x"/>
                                          </p:val>
                                        </p:tav>
                                        <p:tav tm="100000">
                                          <p:val>
                                            <p:strVal val="#ppt_x"/>
                                          </p:val>
                                        </p:tav>
                                      </p:tavLst>
                                    </p:anim>
                                    <p:anim calcmode="lin" valueType="num">
                                      <p:cBhvr additive="base">
                                        <p:cTn id="98" dur="500" fill="hold"/>
                                        <p:tgtEl>
                                          <p:spTgt spid="39">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14"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14"/>
                        </p:tgtEl>
                        <p:attrNameLst>
                          <p:attrName>style.visibility</p:attrName>
                        </p:attrNameLst>
                      </p:cBhvr>
                      <p:to>
                        <p:strVal val="visible"/>
                      </p:to>
                    </p:set>
                    <p:anim calcmode="lin" valueType="num">
                      <p:cBhvr additive="base">
                        <p:cTn dur="500" fill="hold"/>
                        <p:tgtEl>
                          <p:spTgt spid="14"/>
                        </p:tgtEl>
                        <p:attrNameLst>
                          <p:attrName>ppt_x</p:attrName>
                        </p:attrNameLst>
                      </p:cBhvr>
                      <p:tavLst>
                        <p:tav tm="0">
                          <p:val>
                            <p:strVal val="#ppt_x"/>
                          </p:val>
                        </p:tav>
                        <p:tav tm="100000">
                          <p:val>
                            <p:strVal val="#ppt_x"/>
                          </p:val>
                        </p:tav>
                      </p:tavLst>
                    </p:anim>
                    <p:anim calcmode="lin" valueType="num">
                      <p:cBhvr additive="base">
                        <p:cTn dur="500" fill="hold"/>
                        <p:tgtEl>
                          <p:spTgt spid="14"/>
                        </p:tgtEl>
                        <p:attrNameLst>
                          <p:attrName>ppt_y</p:attrName>
                        </p:attrNameLst>
                      </p:cBhvr>
                      <p:tavLst>
                        <p:tav tm="0">
                          <p:val>
                            <p:strVal val="1+#ppt_h/2"/>
                          </p:val>
                        </p:tav>
                        <p:tav tm="100000">
                          <p:val>
                            <p:strVal val="#ppt_y"/>
                          </p:val>
                        </p:tav>
                      </p:tavLst>
                    </p:anim>
                  </p:childTnLst>
                </p:cTn>
              </p:par>
            </p:tnLst>
          </p:tmpl>
        </p:tmplLst>
      </p:bldP>
      <p:bldP spid="23" grpId="0" animBg="1"/>
      <p:bldP spid="24"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24"/>
                        </p:tgtEl>
                        <p:attrNameLst>
                          <p:attrName>style.visibility</p:attrName>
                        </p:attrNameLst>
                      </p:cBhvr>
                      <p:to>
                        <p:strVal val="visible"/>
                      </p:to>
                    </p:set>
                    <p:anim calcmode="lin" valueType="num">
                      <p:cBhvr additive="base">
                        <p:cTn dur="500" fill="hold"/>
                        <p:tgtEl>
                          <p:spTgt spid="24"/>
                        </p:tgtEl>
                        <p:attrNameLst>
                          <p:attrName>ppt_x</p:attrName>
                        </p:attrNameLst>
                      </p:cBhvr>
                      <p:tavLst>
                        <p:tav tm="0">
                          <p:val>
                            <p:strVal val="#ppt_x"/>
                          </p:val>
                        </p:tav>
                        <p:tav tm="100000">
                          <p:val>
                            <p:strVal val="#ppt_x"/>
                          </p:val>
                        </p:tav>
                      </p:tavLst>
                    </p:anim>
                    <p:anim calcmode="lin" valueType="num">
                      <p:cBhvr additive="base">
                        <p:cTn dur="500" fill="hold"/>
                        <p:tgtEl>
                          <p:spTgt spid="24"/>
                        </p:tgtEl>
                        <p:attrNameLst>
                          <p:attrName>ppt_y</p:attrName>
                        </p:attrNameLst>
                      </p:cBhvr>
                      <p:tavLst>
                        <p:tav tm="0">
                          <p:val>
                            <p:strVal val="1+#ppt_h/2"/>
                          </p:val>
                        </p:tav>
                        <p:tav tm="100000">
                          <p:val>
                            <p:strVal val="#ppt_y"/>
                          </p:val>
                        </p:tav>
                      </p:tavLst>
                    </p:anim>
                  </p:childTnLst>
                </p:cTn>
              </p:par>
            </p:tnLst>
          </p:tmpl>
        </p:tmplLst>
      </p:bldP>
      <p:bldP spid="27" grpId="0" animBg="1"/>
      <p:bldP spid="28"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28"/>
                        </p:tgtEl>
                        <p:attrNameLst>
                          <p:attrName>style.visibility</p:attrName>
                        </p:attrNameLst>
                      </p:cBhvr>
                      <p:to>
                        <p:strVal val="visible"/>
                      </p:to>
                    </p:set>
                    <p:anim calcmode="lin" valueType="num">
                      <p:cBhvr additive="base">
                        <p:cTn dur="500" fill="hold"/>
                        <p:tgtEl>
                          <p:spTgt spid="28"/>
                        </p:tgtEl>
                        <p:attrNameLst>
                          <p:attrName>ppt_x</p:attrName>
                        </p:attrNameLst>
                      </p:cBhvr>
                      <p:tavLst>
                        <p:tav tm="0">
                          <p:val>
                            <p:strVal val="#ppt_x"/>
                          </p:val>
                        </p:tav>
                        <p:tav tm="100000">
                          <p:val>
                            <p:strVal val="#ppt_x"/>
                          </p:val>
                        </p:tav>
                      </p:tavLst>
                    </p:anim>
                    <p:anim calcmode="lin" valueType="num">
                      <p:cBhvr additive="base">
                        <p:cTn dur="500" fill="hold"/>
                        <p:tgtEl>
                          <p:spTgt spid="28"/>
                        </p:tgtEl>
                        <p:attrNameLst>
                          <p:attrName>ppt_y</p:attrName>
                        </p:attrNameLst>
                      </p:cBhvr>
                      <p:tavLst>
                        <p:tav tm="0">
                          <p:val>
                            <p:strVal val="1+#ppt_h/2"/>
                          </p:val>
                        </p:tav>
                        <p:tav tm="100000">
                          <p:val>
                            <p:strVal val="#ppt_y"/>
                          </p:val>
                        </p:tav>
                      </p:tavLst>
                    </p:anim>
                  </p:childTnLst>
                </p:cTn>
              </p:par>
            </p:tnLst>
          </p:tmpl>
        </p:tmplLst>
      </p:bldP>
      <p:bldP spid="32" grpId="0" animBg="1"/>
      <p:bldP spid="33"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33"/>
                        </p:tgtEl>
                        <p:attrNameLst>
                          <p:attrName>style.visibility</p:attrName>
                        </p:attrNameLst>
                      </p:cBhvr>
                      <p:to>
                        <p:strVal val="visible"/>
                      </p:to>
                    </p:set>
                    <p:anim calcmode="lin" valueType="num">
                      <p:cBhvr additive="base">
                        <p:cTn dur="500" fill="hold"/>
                        <p:tgtEl>
                          <p:spTgt spid="33"/>
                        </p:tgtEl>
                        <p:attrNameLst>
                          <p:attrName>ppt_x</p:attrName>
                        </p:attrNameLst>
                      </p:cBhvr>
                      <p:tavLst>
                        <p:tav tm="0">
                          <p:val>
                            <p:strVal val="#ppt_x"/>
                          </p:val>
                        </p:tav>
                        <p:tav tm="100000">
                          <p:val>
                            <p:strVal val="#ppt_x"/>
                          </p:val>
                        </p:tav>
                      </p:tavLst>
                    </p:anim>
                    <p:anim calcmode="lin" valueType="num">
                      <p:cBhvr additive="base">
                        <p:cTn dur="500" fill="hold"/>
                        <p:tgtEl>
                          <p:spTgt spid="33"/>
                        </p:tgtEl>
                        <p:attrNameLst>
                          <p:attrName>ppt_y</p:attrName>
                        </p:attrNameLst>
                      </p:cBhvr>
                      <p:tavLst>
                        <p:tav tm="0">
                          <p:val>
                            <p:strVal val="1+#ppt_h/2"/>
                          </p:val>
                        </p:tav>
                        <p:tav tm="100000">
                          <p:val>
                            <p:strVal val="#ppt_y"/>
                          </p:val>
                        </p:tav>
                      </p:tavLst>
                    </p:anim>
                  </p:childTnLst>
                </p:cTn>
              </p:par>
            </p:tnLst>
          </p:tmpl>
        </p:tmplLst>
      </p:bldP>
      <p:bldP spid="38" grpId="0" animBg="1"/>
      <p:bldP spid="39"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39"/>
                        </p:tgtEl>
                        <p:attrNameLst>
                          <p:attrName>style.visibility</p:attrName>
                        </p:attrNameLst>
                      </p:cBhvr>
                      <p:to>
                        <p:strVal val="visible"/>
                      </p:to>
                    </p:set>
                    <p:anim calcmode="lin" valueType="num">
                      <p:cBhvr additive="base">
                        <p:cTn dur="500" fill="hold"/>
                        <p:tgtEl>
                          <p:spTgt spid="39"/>
                        </p:tgtEl>
                        <p:attrNameLst>
                          <p:attrName>ppt_x</p:attrName>
                        </p:attrNameLst>
                      </p:cBhvr>
                      <p:tavLst>
                        <p:tav tm="0">
                          <p:val>
                            <p:strVal val="#ppt_x"/>
                          </p:val>
                        </p:tav>
                        <p:tav tm="100000">
                          <p:val>
                            <p:strVal val="#ppt_x"/>
                          </p:val>
                        </p:tav>
                      </p:tavLst>
                    </p:anim>
                    <p:anim calcmode="lin" valueType="num">
                      <p:cBhvr additive="base">
                        <p:cTn dur="500" fill="hold"/>
                        <p:tgtEl>
                          <p:spTgt spid="39"/>
                        </p:tgtEl>
                        <p:attrNameLst>
                          <p:attrName>ppt_y</p:attrName>
                        </p:attrNameLst>
                      </p:cBhvr>
                      <p:tavLst>
                        <p:tav tm="0">
                          <p:val>
                            <p:strVal val="1+#ppt_h/2"/>
                          </p:val>
                        </p:tav>
                        <p:tav tm="100000">
                          <p:val>
                            <p:strVal val="#ppt_y"/>
                          </p:val>
                        </p:tav>
                      </p:tavLst>
                    </p:anim>
                  </p:childTnLst>
                </p:cTn>
              </p:par>
            </p:tnLst>
          </p:tmpl>
        </p:tmplLst>
      </p:bldP>
      <p:bldP spid="21" grpId="0" animBg="1"/>
      <p:bldP spid="22"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2"/>
                        </p:tgtEl>
                        <p:attrNameLst>
                          <p:attrName>style.visibility</p:attrName>
                        </p:attrNameLst>
                      </p:cBhvr>
                      <p:to>
                        <p:strVal val="visible"/>
                      </p:to>
                    </p:set>
                    <p:animEffect transition="in" filter="wipe(down)">
                      <p:cBhvr>
                        <p:cTn dur="500"/>
                        <p:tgtEl>
                          <p:spTgt spid="22"/>
                        </p:tgtEl>
                      </p:cBhvr>
                    </p:animEffect>
                  </p:childTnLst>
                </p:cTn>
              </p:par>
            </p:tnLst>
          </p:tmpl>
        </p:tmplLst>
      </p:bldP>
      <p:bldP spid="25" grpId="0" animBg="1"/>
      <p:bldP spid="26"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6"/>
                        </p:tgtEl>
                        <p:attrNameLst>
                          <p:attrName>style.visibility</p:attrName>
                        </p:attrNameLst>
                      </p:cBhvr>
                      <p:to>
                        <p:strVal val="visible"/>
                      </p:to>
                    </p:set>
                    <p:animEffect transition="in" filter="wipe(down)">
                      <p:cBhvr>
                        <p:cTn dur="500"/>
                        <p:tgtEl>
                          <p:spTgt spid="26"/>
                        </p:tgtEl>
                      </p:cBhvr>
                    </p:animEffect>
                  </p:childTnLst>
                </p:cTn>
              </p:par>
            </p:tnLst>
          </p:tmpl>
        </p:tmplLst>
      </p:bldP>
      <p:bldP spid="29" grpId="0" animBg="1"/>
      <p:bldP spid="30"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30"/>
                        </p:tgtEl>
                        <p:attrNameLst>
                          <p:attrName>style.visibility</p:attrName>
                        </p:attrNameLst>
                      </p:cBhvr>
                      <p:to>
                        <p:strVal val="visible"/>
                      </p:to>
                    </p:set>
                    <p:animEffect transition="in" filter="wipe(down)">
                      <p:cBhvr>
                        <p:cTn dur="500"/>
                        <p:tgtEl>
                          <p:spTgt spid="30"/>
                        </p:tgtEl>
                      </p:cBhvr>
                    </p:animEffect>
                  </p:childTnLst>
                </p:cTn>
              </p:par>
            </p:tnLst>
          </p:tmpl>
        </p:tmplLst>
      </p:bldP>
      <p:bldP spid="35" grpId="0" animBg="1"/>
      <p:bldP spid="36"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36"/>
                        </p:tgtEl>
                        <p:attrNameLst>
                          <p:attrName>style.visibility</p:attrName>
                        </p:attrNameLst>
                      </p:cBhvr>
                      <p:to>
                        <p:strVal val="visible"/>
                      </p:to>
                    </p:set>
                    <p:animEffect transition="in" filter="wipe(down)">
                      <p:cBhvr>
                        <p:cTn dur="500"/>
                        <p:tgtEl>
                          <p:spTgt spid="36"/>
                        </p:tgtEl>
                      </p:cBhvr>
                    </p:animEffect>
                  </p:childTnLst>
                </p:cTn>
              </p:par>
            </p:tnLst>
          </p:tmpl>
        </p:tmplLst>
      </p:bldP>
      <p:bldP spid="41" grpId="0" animBg="1"/>
      <p:bldP spid="44"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44"/>
                        </p:tgtEl>
                        <p:attrNameLst>
                          <p:attrName>style.visibility</p:attrName>
                        </p:attrNameLst>
                      </p:cBhvr>
                      <p:to>
                        <p:strVal val="visible"/>
                      </p:to>
                    </p:set>
                    <p:animEffect transition="in" filter="wipe(down)">
                      <p:cBhvr>
                        <p:cTn dur="500"/>
                        <p:tgtEl>
                          <p:spTgt spid="44"/>
                        </p:tgtEl>
                      </p:cBhvr>
                    </p:animEffect>
                  </p:childTnLst>
                </p:cTn>
              </p:par>
            </p:tnLst>
          </p:tmpl>
        </p:tmplLst>
      </p:bldP>
    </p:bldLst>
  </p:timing>
</p:sldLayout>
</file>

<file path=ppt/slideLayouts/slideLayout413.xml><?xml version="1.0" encoding="utf-8"?>
<p:sldLayout xmlns:a="http://schemas.openxmlformats.org/drawingml/2006/main" xmlns:r="http://schemas.openxmlformats.org/officeDocument/2006/relationships" xmlns:p="http://schemas.openxmlformats.org/presentationml/2006/main" preserve="1" userDrawn="1">
  <p:cSld name="2_Team09">
    <p:spTree>
      <p:nvGrpSpPr>
        <p:cNvPr id="1" name=""/>
        <p:cNvGrpSpPr/>
        <p:nvPr/>
      </p:nvGrpSpPr>
      <p:grpSpPr>
        <a:xfrm>
          <a:off x="0" y="0"/>
          <a:ext cx="0" cy="0"/>
          <a:chOff x="0" y="0"/>
          <a:chExt cx="0" cy="0"/>
        </a:xfrm>
      </p:grpSpPr>
      <p:sp>
        <p:nvSpPr>
          <p:cNvPr id="31" name="Picture Placeholder 7"/>
          <p:cNvSpPr>
            <a:spLocks noGrp="1"/>
          </p:cNvSpPr>
          <p:nvPr>
            <p:ph type="pic" sz="quarter" idx="10" hasCustomPrompt="1"/>
          </p:nvPr>
        </p:nvSpPr>
        <p:spPr>
          <a:xfrm>
            <a:off x="876172" y="2006600"/>
            <a:ext cx="1895355" cy="1894789"/>
          </a:xfrm>
          <a:prstGeom prst="ellipse">
            <a:avLst/>
          </a:prstGeom>
          <a:ln w="19050">
            <a:solidFill>
              <a:schemeClr val="accent1"/>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14" name="Text Placeholder 3"/>
          <p:cNvSpPr>
            <a:spLocks noGrp="1"/>
          </p:cNvSpPr>
          <p:nvPr>
            <p:ph type="body" sz="half" idx="15"/>
          </p:nvPr>
        </p:nvSpPr>
        <p:spPr>
          <a:xfrm>
            <a:off x="849403" y="4644196"/>
            <a:ext cx="1948892" cy="1231107"/>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3" name="Picture Placeholder 7"/>
          <p:cNvSpPr>
            <a:spLocks noGrp="1"/>
          </p:cNvSpPr>
          <p:nvPr>
            <p:ph type="pic" sz="quarter" idx="17" hasCustomPrompt="1"/>
          </p:nvPr>
        </p:nvSpPr>
        <p:spPr>
          <a:xfrm>
            <a:off x="3011255" y="2006600"/>
            <a:ext cx="1895355" cy="1894789"/>
          </a:xfrm>
          <a:prstGeom prst="ellipse">
            <a:avLst/>
          </a:prstGeom>
          <a:ln w="19050">
            <a:solidFill>
              <a:schemeClr val="accent2"/>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24" name="Text Placeholder 3"/>
          <p:cNvSpPr>
            <a:spLocks noGrp="1"/>
          </p:cNvSpPr>
          <p:nvPr>
            <p:ph type="body" sz="half" idx="18"/>
          </p:nvPr>
        </p:nvSpPr>
        <p:spPr>
          <a:xfrm>
            <a:off x="2984486" y="4644196"/>
            <a:ext cx="1948892" cy="1231107"/>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7" name="Picture Placeholder 7"/>
          <p:cNvSpPr>
            <a:spLocks noGrp="1"/>
          </p:cNvSpPr>
          <p:nvPr>
            <p:ph type="pic" sz="quarter" idx="20" hasCustomPrompt="1"/>
          </p:nvPr>
        </p:nvSpPr>
        <p:spPr>
          <a:xfrm>
            <a:off x="5131884" y="2006600"/>
            <a:ext cx="1895355" cy="1894789"/>
          </a:xfrm>
          <a:prstGeom prst="ellipse">
            <a:avLst/>
          </a:prstGeom>
          <a:ln w="19050">
            <a:solidFill>
              <a:schemeClr val="accent3"/>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28" name="Text Placeholder 3"/>
          <p:cNvSpPr>
            <a:spLocks noGrp="1"/>
          </p:cNvSpPr>
          <p:nvPr>
            <p:ph type="body" sz="half" idx="21"/>
          </p:nvPr>
        </p:nvSpPr>
        <p:spPr>
          <a:xfrm>
            <a:off x="5105115" y="4644196"/>
            <a:ext cx="1948892" cy="1231107"/>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32" name="Picture Placeholder 7"/>
          <p:cNvSpPr>
            <a:spLocks noGrp="1"/>
          </p:cNvSpPr>
          <p:nvPr>
            <p:ph type="pic" sz="quarter" idx="23" hasCustomPrompt="1"/>
          </p:nvPr>
        </p:nvSpPr>
        <p:spPr>
          <a:xfrm>
            <a:off x="7241708" y="2006600"/>
            <a:ext cx="1895355" cy="1894789"/>
          </a:xfrm>
          <a:prstGeom prst="ellipse">
            <a:avLst/>
          </a:prstGeom>
          <a:ln w="19050">
            <a:solidFill>
              <a:schemeClr val="accent4"/>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33" name="Text Placeholder 3"/>
          <p:cNvSpPr>
            <a:spLocks noGrp="1"/>
          </p:cNvSpPr>
          <p:nvPr>
            <p:ph type="body" sz="half" idx="24"/>
          </p:nvPr>
        </p:nvSpPr>
        <p:spPr>
          <a:xfrm>
            <a:off x="7214939" y="4644196"/>
            <a:ext cx="1948892" cy="1231107"/>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38" name="Picture Placeholder 7"/>
          <p:cNvSpPr>
            <a:spLocks noGrp="1"/>
          </p:cNvSpPr>
          <p:nvPr>
            <p:ph type="pic" sz="quarter" idx="26" hasCustomPrompt="1"/>
          </p:nvPr>
        </p:nvSpPr>
        <p:spPr>
          <a:xfrm>
            <a:off x="9373143" y="2006600"/>
            <a:ext cx="1895355" cy="1894789"/>
          </a:xfrm>
          <a:prstGeom prst="ellipse">
            <a:avLst/>
          </a:prstGeom>
          <a:ln w="19050">
            <a:solidFill>
              <a:schemeClr val="accent5"/>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39" name="Text Placeholder 3"/>
          <p:cNvSpPr>
            <a:spLocks noGrp="1"/>
          </p:cNvSpPr>
          <p:nvPr>
            <p:ph type="body" sz="half" idx="27"/>
          </p:nvPr>
        </p:nvSpPr>
        <p:spPr>
          <a:xfrm>
            <a:off x="9346374" y="4644196"/>
            <a:ext cx="1948892" cy="1231107"/>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2" name="Text Placeholder 3"/>
          <p:cNvSpPr>
            <a:spLocks noGrp="1"/>
          </p:cNvSpPr>
          <p:nvPr>
            <p:ph type="body" sz="half" idx="16"/>
          </p:nvPr>
        </p:nvSpPr>
        <p:spPr>
          <a:xfrm>
            <a:off x="1140228" y="3980808"/>
            <a:ext cx="1367243" cy="508973"/>
          </a:xfrm>
          <a:prstGeom prst="rect">
            <a:avLst/>
          </a:prstGeom>
        </p:spPr>
        <p:txBody>
          <a:bodyPr wrap="square" lIns="0" tIns="0" rIns="0" bIns="0" anchor="ctr">
            <a:noAutofit/>
          </a:bodyPr>
          <a:lstStyle>
            <a:lvl1pPr marL="0" indent="0" algn="ctr">
              <a:buNone/>
              <a:defRPr sz="1467" b="1" baseline="0">
                <a:solidFill>
                  <a:schemeClr val="accent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26" name="Text Placeholder 3"/>
          <p:cNvSpPr>
            <a:spLocks noGrp="1"/>
          </p:cNvSpPr>
          <p:nvPr>
            <p:ph type="body" sz="half" idx="19"/>
          </p:nvPr>
        </p:nvSpPr>
        <p:spPr>
          <a:xfrm>
            <a:off x="3275311" y="3980808"/>
            <a:ext cx="1367243" cy="508973"/>
          </a:xfrm>
          <a:prstGeom prst="rect">
            <a:avLst/>
          </a:prstGeom>
        </p:spPr>
        <p:txBody>
          <a:bodyPr wrap="square" lIns="0" tIns="0" rIns="0" bIns="0" anchor="ctr">
            <a:noAutofit/>
          </a:bodyPr>
          <a:lstStyle>
            <a:lvl1pPr marL="0" indent="0" algn="ctr">
              <a:buNone/>
              <a:defRPr sz="1467" b="1" baseline="0">
                <a:solidFill>
                  <a:schemeClr val="accent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30" name="Text Placeholder 3"/>
          <p:cNvSpPr>
            <a:spLocks noGrp="1"/>
          </p:cNvSpPr>
          <p:nvPr>
            <p:ph type="body" sz="half" idx="22"/>
          </p:nvPr>
        </p:nvSpPr>
        <p:spPr>
          <a:xfrm>
            <a:off x="5395940" y="3980808"/>
            <a:ext cx="1367243" cy="508973"/>
          </a:xfrm>
          <a:prstGeom prst="rect">
            <a:avLst/>
          </a:prstGeom>
        </p:spPr>
        <p:txBody>
          <a:bodyPr wrap="square" lIns="0" tIns="0" rIns="0" bIns="0" anchor="ctr">
            <a:noAutofit/>
          </a:bodyPr>
          <a:lstStyle>
            <a:lvl1pPr marL="0" indent="0" algn="ctr">
              <a:buNone/>
              <a:defRPr sz="1467" b="1" baseline="0">
                <a:solidFill>
                  <a:schemeClr val="accent3"/>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36" name="Text Placeholder 3"/>
          <p:cNvSpPr>
            <a:spLocks noGrp="1"/>
          </p:cNvSpPr>
          <p:nvPr>
            <p:ph type="body" sz="half" idx="25"/>
          </p:nvPr>
        </p:nvSpPr>
        <p:spPr>
          <a:xfrm>
            <a:off x="7505764" y="3980808"/>
            <a:ext cx="1367243" cy="508973"/>
          </a:xfrm>
          <a:prstGeom prst="rect">
            <a:avLst/>
          </a:prstGeom>
        </p:spPr>
        <p:txBody>
          <a:bodyPr wrap="square" lIns="0" tIns="0" rIns="0" bIns="0" anchor="ctr">
            <a:noAutofit/>
          </a:bodyPr>
          <a:lstStyle>
            <a:lvl1pPr marL="0" indent="0" algn="ctr">
              <a:buNone/>
              <a:defRPr sz="1467" b="1" baseline="0">
                <a:solidFill>
                  <a:schemeClr val="accent4"/>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44" name="Text Placeholder 3"/>
          <p:cNvSpPr>
            <a:spLocks noGrp="1"/>
          </p:cNvSpPr>
          <p:nvPr>
            <p:ph type="body" sz="half" idx="28"/>
          </p:nvPr>
        </p:nvSpPr>
        <p:spPr>
          <a:xfrm>
            <a:off x="9637199" y="3980808"/>
            <a:ext cx="1367243" cy="508973"/>
          </a:xfrm>
          <a:prstGeom prst="rect">
            <a:avLst/>
          </a:prstGeom>
        </p:spPr>
        <p:txBody>
          <a:bodyPr wrap="square" lIns="0" tIns="0" rIns="0" bIns="0" anchor="ctr">
            <a:noAutofit/>
          </a:bodyPr>
          <a:lstStyle>
            <a:lvl1pPr marL="0" indent="0" algn="ctr">
              <a:buNone/>
              <a:defRPr sz="1467" b="1" baseline="0">
                <a:solidFill>
                  <a:schemeClr val="accent5"/>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34"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37"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160231457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grpId="0" nodeType="afterEffect">
                                  <p:stCondLst>
                                    <p:cond delay="0"/>
                                  </p:stCondLst>
                                  <p:childTnLst>
                                    <p:set>
                                      <p:cBhvr>
                                        <p:cTn id="6" dur="1" fill="hold">
                                          <p:stCondLst>
                                            <p:cond delay="0"/>
                                          </p:stCondLst>
                                        </p:cTn>
                                        <p:tgtEl>
                                          <p:spTgt spid="31"/>
                                        </p:tgtEl>
                                        <p:attrNameLst>
                                          <p:attrName>style.visibility</p:attrName>
                                        </p:attrNameLst>
                                      </p:cBhvr>
                                      <p:to>
                                        <p:strVal val="visible"/>
                                      </p:to>
                                    </p:set>
                                    <p:anim calcmode="lin" valueType="num">
                                      <p:cBhvr>
                                        <p:cTn id="7" dur="500" fill="hold"/>
                                        <p:tgtEl>
                                          <p:spTgt spid="31"/>
                                        </p:tgtEl>
                                        <p:attrNameLst>
                                          <p:attrName>ppt_w</p:attrName>
                                        </p:attrNameLst>
                                      </p:cBhvr>
                                      <p:tavLst>
                                        <p:tav tm="0">
                                          <p:val>
                                            <p:fltVal val="0"/>
                                          </p:val>
                                        </p:tav>
                                        <p:tav tm="100000">
                                          <p:val>
                                            <p:strVal val="#ppt_w"/>
                                          </p:val>
                                        </p:tav>
                                      </p:tavLst>
                                    </p:anim>
                                    <p:anim calcmode="lin" valueType="num">
                                      <p:cBhvr>
                                        <p:cTn id="8" dur="500" fill="hold"/>
                                        <p:tgtEl>
                                          <p:spTgt spid="31"/>
                                        </p:tgtEl>
                                        <p:attrNameLst>
                                          <p:attrName>ppt_h</p:attrName>
                                        </p:attrNameLst>
                                      </p:cBhvr>
                                      <p:tavLst>
                                        <p:tav tm="0">
                                          <p:val>
                                            <p:fltVal val="0"/>
                                          </p:val>
                                        </p:tav>
                                        <p:tav tm="100000">
                                          <p:val>
                                            <p:strVal val="#ppt_h"/>
                                          </p:val>
                                        </p:tav>
                                      </p:tavLst>
                                    </p:anim>
                                    <p:animEffect transition="in" filter="fade">
                                      <p:cBhvr>
                                        <p:cTn id="9" dur="500"/>
                                        <p:tgtEl>
                                          <p:spTgt spid="31"/>
                                        </p:tgtEl>
                                      </p:cBhvr>
                                    </p:animEffect>
                                  </p:childTnLst>
                                </p:cTn>
                              </p:par>
                            </p:childTnLst>
                          </p:cTn>
                        </p:par>
                        <p:par>
                          <p:cTn id="10" fill="hold">
                            <p:stCondLst>
                              <p:cond delay="500"/>
                            </p:stCondLst>
                            <p:childTnLst>
                              <p:par>
                                <p:cTn id="11" presetID="22" presetClass="entr" presetSubtype="4" fill="hold" grpId="0" nodeType="afterEffect" nodePh="1">
                                  <p:stCondLst>
                                    <p:cond delay="0"/>
                                  </p:stCondLst>
                                  <p:endCondLst>
                                    <p:cond evt="begin" delay="0">
                                      <p:tn val="11"/>
                                    </p:cond>
                                  </p:endCondLst>
                                  <p:childTnLst>
                                    <p:set>
                                      <p:cBhvr>
                                        <p:cTn id="12" dur="1" fill="hold">
                                          <p:stCondLst>
                                            <p:cond delay="0"/>
                                          </p:stCondLst>
                                        </p:cTn>
                                        <p:tgtEl>
                                          <p:spTgt spid="22">
                                            <p:txEl>
                                              <p:pRg st="0" end="0"/>
                                            </p:txEl>
                                          </p:spTgt>
                                        </p:tgtEl>
                                        <p:attrNameLst>
                                          <p:attrName>style.visibility</p:attrName>
                                        </p:attrNameLst>
                                      </p:cBhvr>
                                      <p:to>
                                        <p:strVal val="visible"/>
                                      </p:to>
                                    </p:set>
                                    <p:animEffect transition="in" filter="wipe(down)">
                                      <p:cBhvr>
                                        <p:cTn id="13" dur="500"/>
                                        <p:tgtEl>
                                          <p:spTgt spid="22">
                                            <p:txEl>
                                              <p:pRg st="0" end="0"/>
                                            </p:txEl>
                                          </p:spTgt>
                                        </p:tgtEl>
                                      </p:cBhvr>
                                    </p:animEffect>
                                  </p:childTnLst>
                                </p:cTn>
                              </p:par>
                            </p:childTnLst>
                          </p:cTn>
                        </p:par>
                        <p:par>
                          <p:cTn id="14" fill="hold">
                            <p:stCondLst>
                              <p:cond delay="1000"/>
                            </p:stCondLst>
                            <p:childTnLst>
                              <p:par>
                                <p:cTn id="15" presetID="2" presetClass="entr" presetSubtype="4" accel="50000" decel="50000" fill="hold" grpId="0" nodeType="afterEffect" nodePh="1">
                                  <p:stCondLst>
                                    <p:cond delay="0"/>
                                  </p:stCondLst>
                                  <p:endCondLst>
                                    <p:cond evt="begin" delay="0">
                                      <p:tn val="15"/>
                                    </p:cond>
                                  </p:endCondLst>
                                  <p:childTnLst>
                                    <p:set>
                                      <p:cBhvr>
                                        <p:cTn id="16" dur="1" fill="hold">
                                          <p:stCondLst>
                                            <p:cond delay="0"/>
                                          </p:stCondLst>
                                        </p:cTn>
                                        <p:tgtEl>
                                          <p:spTgt spid="14">
                                            <p:txEl>
                                              <p:pRg st="0" end="0"/>
                                            </p:txEl>
                                          </p:spTgt>
                                        </p:tgtEl>
                                        <p:attrNameLst>
                                          <p:attrName>style.visibility</p:attrName>
                                        </p:attrNameLst>
                                      </p:cBhvr>
                                      <p:to>
                                        <p:strVal val="visible"/>
                                      </p:to>
                                    </p:set>
                                    <p:anim calcmode="lin" valueType="num">
                                      <p:cBhvr additive="base">
                                        <p:cTn id="17" dur="500" fill="hold"/>
                                        <p:tgtEl>
                                          <p:spTgt spid="14">
                                            <p:txEl>
                                              <p:pRg st="0" end="0"/>
                                            </p:txEl>
                                          </p:spTgt>
                                        </p:tgtEl>
                                        <p:attrNameLst>
                                          <p:attrName>ppt_x</p:attrName>
                                        </p:attrNameLst>
                                      </p:cBhvr>
                                      <p:tavLst>
                                        <p:tav tm="0">
                                          <p:val>
                                            <p:strVal val="#ppt_x"/>
                                          </p:val>
                                        </p:tav>
                                        <p:tav tm="100000">
                                          <p:val>
                                            <p:strVal val="#ppt_x"/>
                                          </p:val>
                                        </p:tav>
                                      </p:tavLst>
                                    </p:anim>
                                    <p:anim calcmode="lin" valueType="num">
                                      <p:cBhvr additive="base">
                                        <p:cTn id="18" dur="500" fill="hold"/>
                                        <p:tgtEl>
                                          <p:spTgt spid="14">
                                            <p:txEl>
                                              <p:pRg st="0" end="0"/>
                                            </p:txEl>
                                          </p:spTgt>
                                        </p:tgtEl>
                                        <p:attrNameLst>
                                          <p:attrName>ppt_y</p:attrName>
                                        </p:attrNameLst>
                                      </p:cBhvr>
                                      <p:tavLst>
                                        <p:tav tm="0">
                                          <p:val>
                                            <p:strVal val="1+#ppt_h/2"/>
                                          </p:val>
                                        </p:tav>
                                        <p:tav tm="100000">
                                          <p:val>
                                            <p:strVal val="#ppt_y"/>
                                          </p:val>
                                        </p:tav>
                                      </p:tavLst>
                                    </p:anim>
                                  </p:childTnLst>
                                </p:cTn>
                              </p:par>
                            </p:childTnLst>
                          </p:cTn>
                        </p:par>
                        <p:par>
                          <p:cTn id="19" fill="hold">
                            <p:stCondLst>
                              <p:cond delay="1500"/>
                            </p:stCondLst>
                            <p:childTnLst>
                              <p:par>
                                <p:cTn id="20" presetID="53" presetClass="entr" presetSubtype="0" fill="hold" grpId="0" nodeType="afterEffect">
                                  <p:stCondLst>
                                    <p:cond delay="0"/>
                                  </p:stCondLst>
                                  <p:childTnLst>
                                    <p:set>
                                      <p:cBhvr>
                                        <p:cTn id="21" dur="1" fill="hold">
                                          <p:stCondLst>
                                            <p:cond delay="0"/>
                                          </p:stCondLst>
                                        </p:cTn>
                                        <p:tgtEl>
                                          <p:spTgt spid="23"/>
                                        </p:tgtEl>
                                        <p:attrNameLst>
                                          <p:attrName>style.visibility</p:attrName>
                                        </p:attrNameLst>
                                      </p:cBhvr>
                                      <p:to>
                                        <p:strVal val="visible"/>
                                      </p:to>
                                    </p:set>
                                    <p:anim calcmode="lin" valueType="num">
                                      <p:cBhvr>
                                        <p:cTn id="22" dur="500" fill="hold"/>
                                        <p:tgtEl>
                                          <p:spTgt spid="23"/>
                                        </p:tgtEl>
                                        <p:attrNameLst>
                                          <p:attrName>ppt_w</p:attrName>
                                        </p:attrNameLst>
                                      </p:cBhvr>
                                      <p:tavLst>
                                        <p:tav tm="0">
                                          <p:val>
                                            <p:fltVal val="0"/>
                                          </p:val>
                                        </p:tav>
                                        <p:tav tm="100000">
                                          <p:val>
                                            <p:strVal val="#ppt_w"/>
                                          </p:val>
                                        </p:tav>
                                      </p:tavLst>
                                    </p:anim>
                                    <p:anim calcmode="lin" valueType="num">
                                      <p:cBhvr>
                                        <p:cTn id="23" dur="500" fill="hold"/>
                                        <p:tgtEl>
                                          <p:spTgt spid="23"/>
                                        </p:tgtEl>
                                        <p:attrNameLst>
                                          <p:attrName>ppt_h</p:attrName>
                                        </p:attrNameLst>
                                      </p:cBhvr>
                                      <p:tavLst>
                                        <p:tav tm="0">
                                          <p:val>
                                            <p:fltVal val="0"/>
                                          </p:val>
                                        </p:tav>
                                        <p:tav tm="100000">
                                          <p:val>
                                            <p:strVal val="#ppt_h"/>
                                          </p:val>
                                        </p:tav>
                                      </p:tavLst>
                                    </p:anim>
                                    <p:animEffect transition="in" filter="fade">
                                      <p:cBhvr>
                                        <p:cTn id="24" dur="500"/>
                                        <p:tgtEl>
                                          <p:spTgt spid="23"/>
                                        </p:tgtEl>
                                      </p:cBhvr>
                                    </p:animEffect>
                                  </p:childTnLst>
                                </p:cTn>
                              </p:par>
                            </p:childTnLst>
                          </p:cTn>
                        </p:par>
                        <p:par>
                          <p:cTn id="25" fill="hold">
                            <p:stCondLst>
                              <p:cond delay="2000"/>
                            </p:stCondLst>
                            <p:childTnLst>
                              <p:par>
                                <p:cTn id="26" presetID="22" presetClass="entr" presetSubtype="4" fill="hold" grpId="0" nodeType="afterEffect" nodePh="1">
                                  <p:stCondLst>
                                    <p:cond delay="0"/>
                                  </p:stCondLst>
                                  <p:endCondLst>
                                    <p:cond evt="begin" delay="0">
                                      <p:tn val="26"/>
                                    </p:cond>
                                  </p:endCondLst>
                                  <p:childTnLst>
                                    <p:set>
                                      <p:cBhvr>
                                        <p:cTn id="27" dur="1" fill="hold">
                                          <p:stCondLst>
                                            <p:cond delay="0"/>
                                          </p:stCondLst>
                                        </p:cTn>
                                        <p:tgtEl>
                                          <p:spTgt spid="26">
                                            <p:txEl>
                                              <p:pRg st="0" end="0"/>
                                            </p:txEl>
                                          </p:spTgt>
                                        </p:tgtEl>
                                        <p:attrNameLst>
                                          <p:attrName>style.visibility</p:attrName>
                                        </p:attrNameLst>
                                      </p:cBhvr>
                                      <p:to>
                                        <p:strVal val="visible"/>
                                      </p:to>
                                    </p:set>
                                    <p:animEffect transition="in" filter="wipe(down)">
                                      <p:cBhvr>
                                        <p:cTn id="28" dur="500"/>
                                        <p:tgtEl>
                                          <p:spTgt spid="26">
                                            <p:txEl>
                                              <p:pRg st="0" end="0"/>
                                            </p:txEl>
                                          </p:spTgt>
                                        </p:tgtEl>
                                      </p:cBhvr>
                                    </p:animEffect>
                                  </p:childTnLst>
                                </p:cTn>
                              </p:par>
                            </p:childTnLst>
                          </p:cTn>
                        </p:par>
                        <p:par>
                          <p:cTn id="29" fill="hold">
                            <p:stCondLst>
                              <p:cond delay="2500"/>
                            </p:stCondLst>
                            <p:childTnLst>
                              <p:par>
                                <p:cTn id="30" presetID="2" presetClass="entr" presetSubtype="4" accel="50000" decel="50000" fill="hold" grpId="0" nodeType="afterEffect" nodePh="1">
                                  <p:stCondLst>
                                    <p:cond delay="0"/>
                                  </p:stCondLst>
                                  <p:endCondLst>
                                    <p:cond evt="begin" delay="0">
                                      <p:tn val="30"/>
                                    </p:cond>
                                  </p:endCondLst>
                                  <p:childTnLst>
                                    <p:set>
                                      <p:cBhvr>
                                        <p:cTn id="31" dur="1" fill="hold">
                                          <p:stCondLst>
                                            <p:cond delay="0"/>
                                          </p:stCondLst>
                                        </p:cTn>
                                        <p:tgtEl>
                                          <p:spTgt spid="24">
                                            <p:txEl>
                                              <p:pRg st="0" end="0"/>
                                            </p:txEl>
                                          </p:spTgt>
                                        </p:tgtEl>
                                        <p:attrNameLst>
                                          <p:attrName>style.visibility</p:attrName>
                                        </p:attrNameLst>
                                      </p:cBhvr>
                                      <p:to>
                                        <p:strVal val="visible"/>
                                      </p:to>
                                    </p:set>
                                    <p:anim calcmode="lin" valueType="num">
                                      <p:cBhvr additive="base">
                                        <p:cTn id="32"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additive="base">
                                        <p:cTn id="33" dur="500" fill="hold"/>
                                        <p:tgtEl>
                                          <p:spTgt spid="24">
                                            <p:txEl>
                                              <p:pRg st="0" end="0"/>
                                            </p:txEl>
                                          </p:spTgt>
                                        </p:tgtEl>
                                        <p:attrNameLst>
                                          <p:attrName>ppt_y</p:attrName>
                                        </p:attrNameLst>
                                      </p:cBhvr>
                                      <p:tavLst>
                                        <p:tav tm="0">
                                          <p:val>
                                            <p:strVal val="1+#ppt_h/2"/>
                                          </p:val>
                                        </p:tav>
                                        <p:tav tm="100000">
                                          <p:val>
                                            <p:strVal val="#ppt_y"/>
                                          </p:val>
                                        </p:tav>
                                      </p:tavLst>
                                    </p:anim>
                                  </p:childTnLst>
                                </p:cTn>
                              </p:par>
                            </p:childTnLst>
                          </p:cTn>
                        </p:par>
                        <p:par>
                          <p:cTn id="34" fill="hold">
                            <p:stCondLst>
                              <p:cond delay="3000"/>
                            </p:stCondLst>
                            <p:childTnLst>
                              <p:par>
                                <p:cTn id="35" presetID="53" presetClass="entr" presetSubtype="0" fill="hold" grpId="0" nodeType="afterEffect">
                                  <p:stCondLst>
                                    <p:cond delay="0"/>
                                  </p:stCondLst>
                                  <p:childTnLst>
                                    <p:set>
                                      <p:cBhvr>
                                        <p:cTn id="36" dur="1" fill="hold">
                                          <p:stCondLst>
                                            <p:cond delay="0"/>
                                          </p:stCondLst>
                                        </p:cTn>
                                        <p:tgtEl>
                                          <p:spTgt spid="27"/>
                                        </p:tgtEl>
                                        <p:attrNameLst>
                                          <p:attrName>style.visibility</p:attrName>
                                        </p:attrNameLst>
                                      </p:cBhvr>
                                      <p:to>
                                        <p:strVal val="visible"/>
                                      </p:to>
                                    </p:set>
                                    <p:anim calcmode="lin" valueType="num">
                                      <p:cBhvr>
                                        <p:cTn id="37" dur="500" fill="hold"/>
                                        <p:tgtEl>
                                          <p:spTgt spid="27"/>
                                        </p:tgtEl>
                                        <p:attrNameLst>
                                          <p:attrName>ppt_w</p:attrName>
                                        </p:attrNameLst>
                                      </p:cBhvr>
                                      <p:tavLst>
                                        <p:tav tm="0">
                                          <p:val>
                                            <p:fltVal val="0"/>
                                          </p:val>
                                        </p:tav>
                                        <p:tav tm="100000">
                                          <p:val>
                                            <p:strVal val="#ppt_w"/>
                                          </p:val>
                                        </p:tav>
                                      </p:tavLst>
                                    </p:anim>
                                    <p:anim calcmode="lin" valueType="num">
                                      <p:cBhvr>
                                        <p:cTn id="38" dur="500" fill="hold"/>
                                        <p:tgtEl>
                                          <p:spTgt spid="27"/>
                                        </p:tgtEl>
                                        <p:attrNameLst>
                                          <p:attrName>ppt_h</p:attrName>
                                        </p:attrNameLst>
                                      </p:cBhvr>
                                      <p:tavLst>
                                        <p:tav tm="0">
                                          <p:val>
                                            <p:fltVal val="0"/>
                                          </p:val>
                                        </p:tav>
                                        <p:tav tm="100000">
                                          <p:val>
                                            <p:strVal val="#ppt_h"/>
                                          </p:val>
                                        </p:tav>
                                      </p:tavLst>
                                    </p:anim>
                                    <p:animEffect transition="in" filter="fade">
                                      <p:cBhvr>
                                        <p:cTn id="39" dur="500"/>
                                        <p:tgtEl>
                                          <p:spTgt spid="27"/>
                                        </p:tgtEl>
                                      </p:cBhvr>
                                    </p:animEffect>
                                  </p:childTnLst>
                                </p:cTn>
                              </p:par>
                            </p:childTnLst>
                          </p:cTn>
                        </p:par>
                        <p:par>
                          <p:cTn id="40" fill="hold">
                            <p:stCondLst>
                              <p:cond delay="3500"/>
                            </p:stCondLst>
                            <p:childTnLst>
                              <p:par>
                                <p:cTn id="41" presetID="22" presetClass="entr" presetSubtype="4" fill="hold" grpId="0" nodeType="afterEffect" nodePh="1">
                                  <p:stCondLst>
                                    <p:cond delay="0"/>
                                  </p:stCondLst>
                                  <p:endCondLst>
                                    <p:cond evt="begin" delay="0">
                                      <p:tn val="41"/>
                                    </p:cond>
                                  </p:endCondLst>
                                  <p:childTnLst>
                                    <p:set>
                                      <p:cBhvr>
                                        <p:cTn id="42" dur="1" fill="hold">
                                          <p:stCondLst>
                                            <p:cond delay="0"/>
                                          </p:stCondLst>
                                        </p:cTn>
                                        <p:tgtEl>
                                          <p:spTgt spid="30">
                                            <p:txEl>
                                              <p:pRg st="0" end="0"/>
                                            </p:txEl>
                                          </p:spTgt>
                                        </p:tgtEl>
                                        <p:attrNameLst>
                                          <p:attrName>style.visibility</p:attrName>
                                        </p:attrNameLst>
                                      </p:cBhvr>
                                      <p:to>
                                        <p:strVal val="visible"/>
                                      </p:to>
                                    </p:set>
                                    <p:animEffect transition="in" filter="wipe(down)">
                                      <p:cBhvr>
                                        <p:cTn id="43" dur="500"/>
                                        <p:tgtEl>
                                          <p:spTgt spid="30">
                                            <p:txEl>
                                              <p:pRg st="0" end="0"/>
                                            </p:txEl>
                                          </p:spTgt>
                                        </p:tgtEl>
                                      </p:cBhvr>
                                    </p:animEffect>
                                  </p:childTnLst>
                                </p:cTn>
                              </p:par>
                            </p:childTnLst>
                          </p:cTn>
                        </p:par>
                        <p:par>
                          <p:cTn id="44" fill="hold">
                            <p:stCondLst>
                              <p:cond delay="4000"/>
                            </p:stCondLst>
                            <p:childTnLst>
                              <p:par>
                                <p:cTn id="45" presetID="2" presetClass="entr" presetSubtype="4" accel="50000" decel="50000" fill="hold" grpId="0" nodeType="afterEffect" nodePh="1">
                                  <p:stCondLst>
                                    <p:cond delay="0"/>
                                  </p:stCondLst>
                                  <p:endCondLst>
                                    <p:cond evt="begin" delay="0">
                                      <p:tn val="45"/>
                                    </p:cond>
                                  </p:endCondLst>
                                  <p:childTnLst>
                                    <p:set>
                                      <p:cBhvr>
                                        <p:cTn id="46" dur="1" fill="hold">
                                          <p:stCondLst>
                                            <p:cond delay="0"/>
                                          </p:stCondLst>
                                        </p:cTn>
                                        <p:tgtEl>
                                          <p:spTgt spid="28">
                                            <p:txEl>
                                              <p:pRg st="0" end="0"/>
                                            </p:txEl>
                                          </p:spTgt>
                                        </p:tgtEl>
                                        <p:attrNameLst>
                                          <p:attrName>style.visibility</p:attrName>
                                        </p:attrNameLst>
                                      </p:cBhvr>
                                      <p:to>
                                        <p:strVal val="visible"/>
                                      </p:to>
                                    </p:set>
                                    <p:anim calcmode="lin" valueType="num">
                                      <p:cBhvr additive="base">
                                        <p:cTn id="47" dur="500" fill="hold"/>
                                        <p:tgtEl>
                                          <p:spTgt spid="28">
                                            <p:txEl>
                                              <p:pRg st="0" end="0"/>
                                            </p:txEl>
                                          </p:spTgt>
                                        </p:tgtEl>
                                        <p:attrNameLst>
                                          <p:attrName>ppt_x</p:attrName>
                                        </p:attrNameLst>
                                      </p:cBhvr>
                                      <p:tavLst>
                                        <p:tav tm="0">
                                          <p:val>
                                            <p:strVal val="#ppt_x"/>
                                          </p:val>
                                        </p:tav>
                                        <p:tav tm="100000">
                                          <p:val>
                                            <p:strVal val="#ppt_x"/>
                                          </p:val>
                                        </p:tav>
                                      </p:tavLst>
                                    </p:anim>
                                    <p:anim calcmode="lin" valueType="num">
                                      <p:cBhvr additive="base">
                                        <p:cTn id="48" dur="500" fill="hold"/>
                                        <p:tgtEl>
                                          <p:spTgt spid="28">
                                            <p:txEl>
                                              <p:pRg st="0" end="0"/>
                                            </p:txEl>
                                          </p:spTgt>
                                        </p:tgtEl>
                                        <p:attrNameLst>
                                          <p:attrName>ppt_y</p:attrName>
                                        </p:attrNameLst>
                                      </p:cBhvr>
                                      <p:tavLst>
                                        <p:tav tm="0">
                                          <p:val>
                                            <p:strVal val="1+#ppt_h/2"/>
                                          </p:val>
                                        </p:tav>
                                        <p:tav tm="100000">
                                          <p:val>
                                            <p:strVal val="#ppt_y"/>
                                          </p:val>
                                        </p:tav>
                                      </p:tavLst>
                                    </p:anim>
                                  </p:childTnLst>
                                </p:cTn>
                              </p:par>
                            </p:childTnLst>
                          </p:cTn>
                        </p:par>
                        <p:par>
                          <p:cTn id="49" fill="hold">
                            <p:stCondLst>
                              <p:cond delay="4500"/>
                            </p:stCondLst>
                            <p:childTnLst>
                              <p:par>
                                <p:cTn id="50" presetID="53" presetClass="entr" presetSubtype="0" fill="hold" grpId="0" nodeType="afterEffect">
                                  <p:stCondLst>
                                    <p:cond delay="0"/>
                                  </p:stCondLst>
                                  <p:childTnLst>
                                    <p:set>
                                      <p:cBhvr>
                                        <p:cTn id="51" dur="1" fill="hold">
                                          <p:stCondLst>
                                            <p:cond delay="0"/>
                                          </p:stCondLst>
                                        </p:cTn>
                                        <p:tgtEl>
                                          <p:spTgt spid="32"/>
                                        </p:tgtEl>
                                        <p:attrNameLst>
                                          <p:attrName>style.visibility</p:attrName>
                                        </p:attrNameLst>
                                      </p:cBhvr>
                                      <p:to>
                                        <p:strVal val="visible"/>
                                      </p:to>
                                    </p:set>
                                    <p:anim calcmode="lin" valueType="num">
                                      <p:cBhvr>
                                        <p:cTn id="52" dur="500" fill="hold"/>
                                        <p:tgtEl>
                                          <p:spTgt spid="32"/>
                                        </p:tgtEl>
                                        <p:attrNameLst>
                                          <p:attrName>ppt_w</p:attrName>
                                        </p:attrNameLst>
                                      </p:cBhvr>
                                      <p:tavLst>
                                        <p:tav tm="0">
                                          <p:val>
                                            <p:fltVal val="0"/>
                                          </p:val>
                                        </p:tav>
                                        <p:tav tm="100000">
                                          <p:val>
                                            <p:strVal val="#ppt_w"/>
                                          </p:val>
                                        </p:tav>
                                      </p:tavLst>
                                    </p:anim>
                                    <p:anim calcmode="lin" valueType="num">
                                      <p:cBhvr>
                                        <p:cTn id="53" dur="500" fill="hold"/>
                                        <p:tgtEl>
                                          <p:spTgt spid="32"/>
                                        </p:tgtEl>
                                        <p:attrNameLst>
                                          <p:attrName>ppt_h</p:attrName>
                                        </p:attrNameLst>
                                      </p:cBhvr>
                                      <p:tavLst>
                                        <p:tav tm="0">
                                          <p:val>
                                            <p:fltVal val="0"/>
                                          </p:val>
                                        </p:tav>
                                        <p:tav tm="100000">
                                          <p:val>
                                            <p:strVal val="#ppt_h"/>
                                          </p:val>
                                        </p:tav>
                                      </p:tavLst>
                                    </p:anim>
                                    <p:animEffect transition="in" filter="fade">
                                      <p:cBhvr>
                                        <p:cTn id="54" dur="500"/>
                                        <p:tgtEl>
                                          <p:spTgt spid="32"/>
                                        </p:tgtEl>
                                      </p:cBhvr>
                                    </p:animEffect>
                                  </p:childTnLst>
                                </p:cTn>
                              </p:par>
                            </p:childTnLst>
                          </p:cTn>
                        </p:par>
                        <p:par>
                          <p:cTn id="55" fill="hold">
                            <p:stCondLst>
                              <p:cond delay="5000"/>
                            </p:stCondLst>
                            <p:childTnLst>
                              <p:par>
                                <p:cTn id="56" presetID="22" presetClass="entr" presetSubtype="4" fill="hold" grpId="0" nodeType="afterEffect" nodePh="1">
                                  <p:stCondLst>
                                    <p:cond delay="0"/>
                                  </p:stCondLst>
                                  <p:endCondLst>
                                    <p:cond evt="begin" delay="0">
                                      <p:tn val="56"/>
                                    </p:cond>
                                  </p:endCondLst>
                                  <p:childTnLst>
                                    <p:set>
                                      <p:cBhvr>
                                        <p:cTn id="57" dur="1" fill="hold">
                                          <p:stCondLst>
                                            <p:cond delay="0"/>
                                          </p:stCondLst>
                                        </p:cTn>
                                        <p:tgtEl>
                                          <p:spTgt spid="36">
                                            <p:txEl>
                                              <p:pRg st="0" end="0"/>
                                            </p:txEl>
                                          </p:spTgt>
                                        </p:tgtEl>
                                        <p:attrNameLst>
                                          <p:attrName>style.visibility</p:attrName>
                                        </p:attrNameLst>
                                      </p:cBhvr>
                                      <p:to>
                                        <p:strVal val="visible"/>
                                      </p:to>
                                    </p:set>
                                    <p:animEffect transition="in" filter="wipe(down)">
                                      <p:cBhvr>
                                        <p:cTn id="58" dur="500"/>
                                        <p:tgtEl>
                                          <p:spTgt spid="36">
                                            <p:txEl>
                                              <p:pRg st="0" end="0"/>
                                            </p:txEl>
                                          </p:spTgt>
                                        </p:tgtEl>
                                      </p:cBhvr>
                                    </p:animEffect>
                                  </p:childTnLst>
                                </p:cTn>
                              </p:par>
                            </p:childTnLst>
                          </p:cTn>
                        </p:par>
                        <p:par>
                          <p:cTn id="59" fill="hold">
                            <p:stCondLst>
                              <p:cond delay="5500"/>
                            </p:stCondLst>
                            <p:childTnLst>
                              <p:par>
                                <p:cTn id="60" presetID="2" presetClass="entr" presetSubtype="4" accel="50000" decel="50000" fill="hold" grpId="0" nodeType="afterEffect" nodePh="1">
                                  <p:stCondLst>
                                    <p:cond delay="0"/>
                                  </p:stCondLst>
                                  <p:endCondLst>
                                    <p:cond evt="begin" delay="0">
                                      <p:tn val="60"/>
                                    </p:cond>
                                  </p:endCondLst>
                                  <p:childTnLst>
                                    <p:set>
                                      <p:cBhvr>
                                        <p:cTn id="61" dur="1" fill="hold">
                                          <p:stCondLst>
                                            <p:cond delay="0"/>
                                          </p:stCondLst>
                                        </p:cTn>
                                        <p:tgtEl>
                                          <p:spTgt spid="33">
                                            <p:txEl>
                                              <p:pRg st="0" end="0"/>
                                            </p:txEl>
                                          </p:spTgt>
                                        </p:tgtEl>
                                        <p:attrNameLst>
                                          <p:attrName>style.visibility</p:attrName>
                                        </p:attrNameLst>
                                      </p:cBhvr>
                                      <p:to>
                                        <p:strVal val="visible"/>
                                      </p:to>
                                    </p:set>
                                    <p:anim calcmode="lin" valueType="num">
                                      <p:cBhvr additive="base">
                                        <p:cTn id="62" dur="500" fill="hold"/>
                                        <p:tgtEl>
                                          <p:spTgt spid="33">
                                            <p:txEl>
                                              <p:pRg st="0" end="0"/>
                                            </p:txEl>
                                          </p:spTgt>
                                        </p:tgtEl>
                                        <p:attrNameLst>
                                          <p:attrName>ppt_x</p:attrName>
                                        </p:attrNameLst>
                                      </p:cBhvr>
                                      <p:tavLst>
                                        <p:tav tm="0">
                                          <p:val>
                                            <p:strVal val="#ppt_x"/>
                                          </p:val>
                                        </p:tav>
                                        <p:tav tm="100000">
                                          <p:val>
                                            <p:strVal val="#ppt_x"/>
                                          </p:val>
                                        </p:tav>
                                      </p:tavLst>
                                    </p:anim>
                                    <p:anim calcmode="lin" valueType="num">
                                      <p:cBhvr additive="base">
                                        <p:cTn id="63" dur="500" fill="hold"/>
                                        <p:tgtEl>
                                          <p:spTgt spid="33">
                                            <p:txEl>
                                              <p:pRg st="0" end="0"/>
                                            </p:txEl>
                                          </p:spTgt>
                                        </p:tgtEl>
                                        <p:attrNameLst>
                                          <p:attrName>ppt_y</p:attrName>
                                        </p:attrNameLst>
                                      </p:cBhvr>
                                      <p:tavLst>
                                        <p:tav tm="0">
                                          <p:val>
                                            <p:strVal val="1+#ppt_h/2"/>
                                          </p:val>
                                        </p:tav>
                                        <p:tav tm="100000">
                                          <p:val>
                                            <p:strVal val="#ppt_y"/>
                                          </p:val>
                                        </p:tav>
                                      </p:tavLst>
                                    </p:anim>
                                  </p:childTnLst>
                                </p:cTn>
                              </p:par>
                            </p:childTnLst>
                          </p:cTn>
                        </p:par>
                        <p:par>
                          <p:cTn id="64" fill="hold">
                            <p:stCondLst>
                              <p:cond delay="6000"/>
                            </p:stCondLst>
                            <p:childTnLst>
                              <p:par>
                                <p:cTn id="65" presetID="53" presetClass="entr" presetSubtype="0" fill="hold" grpId="0" nodeType="afterEffect">
                                  <p:stCondLst>
                                    <p:cond delay="0"/>
                                  </p:stCondLst>
                                  <p:childTnLst>
                                    <p:set>
                                      <p:cBhvr>
                                        <p:cTn id="66" dur="1" fill="hold">
                                          <p:stCondLst>
                                            <p:cond delay="0"/>
                                          </p:stCondLst>
                                        </p:cTn>
                                        <p:tgtEl>
                                          <p:spTgt spid="38"/>
                                        </p:tgtEl>
                                        <p:attrNameLst>
                                          <p:attrName>style.visibility</p:attrName>
                                        </p:attrNameLst>
                                      </p:cBhvr>
                                      <p:to>
                                        <p:strVal val="visible"/>
                                      </p:to>
                                    </p:set>
                                    <p:anim calcmode="lin" valueType="num">
                                      <p:cBhvr>
                                        <p:cTn id="67" dur="500" fill="hold"/>
                                        <p:tgtEl>
                                          <p:spTgt spid="38"/>
                                        </p:tgtEl>
                                        <p:attrNameLst>
                                          <p:attrName>ppt_w</p:attrName>
                                        </p:attrNameLst>
                                      </p:cBhvr>
                                      <p:tavLst>
                                        <p:tav tm="0">
                                          <p:val>
                                            <p:fltVal val="0"/>
                                          </p:val>
                                        </p:tav>
                                        <p:tav tm="100000">
                                          <p:val>
                                            <p:strVal val="#ppt_w"/>
                                          </p:val>
                                        </p:tav>
                                      </p:tavLst>
                                    </p:anim>
                                    <p:anim calcmode="lin" valueType="num">
                                      <p:cBhvr>
                                        <p:cTn id="68" dur="500" fill="hold"/>
                                        <p:tgtEl>
                                          <p:spTgt spid="38"/>
                                        </p:tgtEl>
                                        <p:attrNameLst>
                                          <p:attrName>ppt_h</p:attrName>
                                        </p:attrNameLst>
                                      </p:cBhvr>
                                      <p:tavLst>
                                        <p:tav tm="0">
                                          <p:val>
                                            <p:fltVal val="0"/>
                                          </p:val>
                                        </p:tav>
                                        <p:tav tm="100000">
                                          <p:val>
                                            <p:strVal val="#ppt_h"/>
                                          </p:val>
                                        </p:tav>
                                      </p:tavLst>
                                    </p:anim>
                                    <p:animEffect transition="in" filter="fade">
                                      <p:cBhvr>
                                        <p:cTn id="69" dur="500"/>
                                        <p:tgtEl>
                                          <p:spTgt spid="38"/>
                                        </p:tgtEl>
                                      </p:cBhvr>
                                    </p:animEffect>
                                  </p:childTnLst>
                                </p:cTn>
                              </p:par>
                            </p:childTnLst>
                          </p:cTn>
                        </p:par>
                        <p:par>
                          <p:cTn id="70" fill="hold">
                            <p:stCondLst>
                              <p:cond delay="6500"/>
                            </p:stCondLst>
                            <p:childTnLst>
                              <p:par>
                                <p:cTn id="71" presetID="22" presetClass="entr" presetSubtype="4" fill="hold" grpId="0" nodeType="afterEffect" nodePh="1">
                                  <p:stCondLst>
                                    <p:cond delay="0"/>
                                  </p:stCondLst>
                                  <p:endCondLst>
                                    <p:cond evt="begin" delay="0">
                                      <p:tn val="71"/>
                                    </p:cond>
                                  </p:endCondLst>
                                  <p:childTnLst>
                                    <p:set>
                                      <p:cBhvr>
                                        <p:cTn id="72" dur="1" fill="hold">
                                          <p:stCondLst>
                                            <p:cond delay="0"/>
                                          </p:stCondLst>
                                        </p:cTn>
                                        <p:tgtEl>
                                          <p:spTgt spid="44">
                                            <p:txEl>
                                              <p:pRg st="0" end="0"/>
                                            </p:txEl>
                                          </p:spTgt>
                                        </p:tgtEl>
                                        <p:attrNameLst>
                                          <p:attrName>style.visibility</p:attrName>
                                        </p:attrNameLst>
                                      </p:cBhvr>
                                      <p:to>
                                        <p:strVal val="visible"/>
                                      </p:to>
                                    </p:set>
                                    <p:animEffect transition="in" filter="wipe(down)">
                                      <p:cBhvr>
                                        <p:cTn id="73" dur="500"/>
                                        <p:tgtEl>
                                          <p:spTgt spid="44">
                                            <p:txEl>
                                              <p:pRg st="0" end="0"/>
                                            </p:txEl>
                                          </p:spTgt>
                                        </p:tgtEl>
                                      </p:cBhvr>
                                    </p:animEffect>
                                  </p:childTnLst>
                                </p:cTn>
                              </p:par>
                            </p:childTnLst>
                          </p:cTn>
                        </p:par>
                        <p:par>
                          <p:cTn id="74" fill="hold">
                            <p:stCondLst>
                              <p:cond delay="7000"/>
                            </p:stCondLst>
                            <p:childTnLst>
                              <p:par>
                                <p:cTn id="75" presetID="2" presetClass="entr" presetSubtype="4" accel="50000" decel="50000" fill="hold" grpId="0" nodeType="afterEffect" nodePh="1">
                                  <p:stCondLst>
                                    <p:cond delay="0"/>
                                  </p:stCondLst>
                                  <p:endCondLst>
                                    <p:cond evt="begin" delay="0">
                                      <p:tn val="75"/>
                                    </p:cond>
                                  </p:endCondLst>
                                  <p:childTnLst>
                                    <p:set>
                                      <p:cBhvr>
                                        <p:cTn id="76" dur="1" fill="hold">
                                          <p:stCondLst>
                                            <p:cond delay="0"/>
                                          </p:stCondLst>
                                        </p:cTn>
                                        <p:tgtEl>
                                          <p:spTgt spid="39">
                                            <p:txEl>
                                              <p:pRg st="0" end="0"/>
                                            </p:txEl>
                                          </p:spTgt>
                                        </p:tgtEl>
                                        <p:attrNameLst>
                                          <p:attrName>style.visibility</p:attrName>
                                        </p:attrNameLst>
                                      </p:cBhvr>
                                      <p:to>
                                        <p:strVal val="visible"/>
                                      </p:to>
                                    </p:set>
                                    <p:anim calcmode="lin" valueType="num">
                                      <p:cBhvr additive="base">
                                        <p:cTn id="77" dur="500" fill="hold"/>
                                        <p:tgtEl>
                                          <p:spTgt spid="39">
                                            <p:txEl>
                                              <p:pRg st="0" end="0"/>
                                            </p:txEl>
                                          </p:spTgt>
                                        </p:tgtEl>
                                        <p:attrNameLst>
                                          <p:attrName>ppt_x</p:attrName>
                                        </p:attrNameLst>
                                      </p:cBhvr>
                                      <p:tavLst>
                                        <p:tav tm="0">
                                          <p:val>
                                            <p:strVal val="#ppt_x"/>
                                          </p:val>
                                        </p:tav>
                                        <p:tav tm="100000">
                                          <p:val>
                                            <p:strVal val="#ppt_x"/>
                                          </p:val>
                                        </p:tav>
                                      </p:tavLst>
                                    </p:anim>
                                    <p:anim calcmode="lin" valueType="num">
                                      <p:cBhvr additive="base">
                                        <p:cTn id="78" dur="500" fill="hold"/>
                                        <p:tgtEl>
                                          <p:spTgt spid="39">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14"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14"/>
                        </p:tgtEl>
                        <p:attrNameLst>
                          <p:attrName>style.visibility</p:attrName>
                        </p:attrNameLst>
                      </p:cBhvr>
                      <p:to>
                        <p:strVal val="visible"/>
                      </p:to>
                    </p:set>
                    <p:anim calcmode="lin" valueType="num">
                      <p:cBhvr additive="base">
                        <p:cTn dur="500" fill="hold"/>
                        <p:tgtEl>
                          <p:spTgt spid="14"/>
                        </p:tgtEl>
                        <p:attrNameLst>
                          <p:attrName>ppt_x</p:attrName>
                        </p:attrNameLst>
                      </p:cBhvr>
                      <p:tavLst>
                        <p:tav tm="0">
                          <p:val>
                            <p:strVal val="#ppt_x"/>
                          </p:val>
                        </p:tav>
                        <p:tav tm="100000">
                          <p:val>
                            <p:strVal val="#ppt_x"/>
                          </p:val>
                        </p:tav>
                      </p:tavLst>
                    </p:anim>
                    <p:anim calcmode="lin" valueType="num">
                      <p:cBhvr additive="base">
                        <p:cTn dur="500" fill="hold"/>
                        <p:tgtEl>
                          <p:spTgt spid="14"/>
                        </p:tgtEl>
                        <p:attrNameLst>
                          <p:attrName>ppt_y</p:attrName>
                        </p:attrNameLst>
                      </p:cBhvr>
                      <p:tavLst>
                        <p:tav tm="0">
                          <p:val>
                            <p:strVal val="1+#ppt_h/2"/>
                          </p:val>
                        </p:tav>
                        <p:tav tm="100000">
                          <p:val>
                            <p:strVal val="#ppt_y"/>
                          </p:val>
                        </p:tav>
                      </p:tavLst>
                    </p:anim>
                  </p:childTnLst>
                </p:cTn>
              </p:par>
            </p:tnLst>
          </p:tmpl>
        </p:tmplLst>
      </p:bldP>
      <p:bldP spid="23" grpId="0" animBg="1"/>
      <p:bldP spid="24"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24"/>
                        </p:tgtEl>
                        <p:attrNameLst>
                          <p:attrName>style.visibility</p:attrName>
                        </p:attrNameLst>
                      </p:cBhvr>
                      <p:to>
                        <p:strVal val="visible"/>
                      </p:to>
                    </p:set>
                    <p:anim calcmode="lin" valueType="num">
                      <p:cBhvr additive="base">
                        <p:cTn dur="500" fill="hold"/>
                        <p:tgtEl>
                          <p:spTgt spid="24"/>
                        </p:tgtEl>
                        <p:attrNameLst>
                          <p:attrName>ppt_x</p:attrName>
                        </p:attrNameLst>
                      </p:cBhvr>
                      <p:tavLst>
                        <p:tav tm="0">
                          <p:val>
                            <p:strVal val="#ppt_x"/>
                          </p:val>
                        </p:tav>
                        <p:tav tm="100000">
                          <p:val>
                            <p:strVal val="#ppt_x"/>
                          </p:val>
                        </p:tav>
                      </p:tavLst>
                    </p:anim>
                    <p:anim calcmode="lin" valueType="num">
                      <p:cBhvr additive="base">
                        <p:cTn dur="500" fill="hold"/>
                        <p:tgtEl>
                          <p:spTgt spid="24"/>
                        </p:tgtEl>
                        <p:attrNameLst>
                          <p:attrName>ppt_y</p:attrName>
                        </p:attrNameLst>
                      </p:cBhvr>
                      <p:tavLst>
                        <p:tav tm="0">
                          <p:val>
                            <p:strVal val="1+#ppt_h/2"/>
                          </p:val>
                        </p:tav>
                        <p:tav tm="100000">
                          <p:val>
                            <p:strVal val="#ppt_y"/>
                          </p:val>
                        </p:tav>
                      </p:tavLst>
                    </p:anim>
                  </p:childTnLst>
                </p:cTn>
              </p:par>
            </p:tnLst>
          </p:tmpl>
        </p:tmplLst>
      </p:bldP>
      <p:bldP spid="27" grpId="0" animBg="1"/>
      <p:bldP spid="28"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28"/>
                        </p:tgtEl>
                        <p:attrNameLst>
                          <p:attrName>style.visibility</p:attrName>
                        </p:attrNameLst>
                      </p:cBhvr>
                      <p:to>
                        <p:strVal val="visible"/>
                      </p:to>
                    </p:set>
                    <p:anim calcmode="lin" valueType="num">
                      <p:cBhvr additive="base">
                        <p:cTn dur="500" fill="hold"/>
                        <p:tgtEl>
                          <p:spTgt spid="28"/>
                        </p:tgtEl>
                        <p:attrNameLst>
                          <p:attrName>ppt_x</p:attrName>
                        </p:attrNameLst>
                      </p:cBhvr>
                      <p:tavLst>
                        <p:tav tm="0">
                          <p:val>
                            <p:strVal val="#ppt_x"/>
                          </p:val>
                        </p:tav>
                        <p:tav tm="100000">
                          <p:val>
                            <p:strVal val="#ppt_x"/>
                          </p:val>
                        </p:tav>
                      </p:tavLst>
                    </p:anim>
                    <p:anim calcmode="lin" valueType="num">
                      <p:cBhvr additive="base">
                        <p:cTn dur="500" fill="hold"/>
                        <p:tgtEl>
                          <p:spTgt spid="28"/>
                        </p:tgtEl>
                        <p:attrNameLst>
                          <p:attrName>ppt_y</p:attrName>
                        </p:attrNameLst>
                      </p:cBhvr>
                      <p:tavLst>
                        <p:tav tm="0">
                          <p:val>
                            <p:strVal val="1+#ppt_h/2"/>
                          </p:val>
                        </p:tav>
                        <p:tav tm="100000">
                          <p:val>
                            <p:strVal val="#ppt_y"/>
                          </p:val>
                        </p:tav>
                      </p:tavLst>
                    </p:anim>
                  </p:childTnLst>
                </p:cTn>
              </p:par>
            </p:tnLst>
          </p:tmpl>
        </p:tmplLst>
      </p:bldP>
      <p:bldP spid="32" grpId="0" animBg="1"/>
      <p:bldP spid="33"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33"/>
                        </p:tgtEl>
                        <p:attrNameLst>
                          <p:attrName>style.visibility</p:attrName>
                        </p:attrNameLst>
                      </p:cBhvr>
                      <p:to>
                        <p:strVal val="visible"/>
                      </p:to>
                    </p:set>
                    <p:anim calcmode="lin" valueType="num">
                      <p:cBhvr additive="base">
                        <p:cTn dur="500" fill="hold"/>
                        <p:tgtEl>
                          <p:spTgt spid="33"/>
                        </p:tgtEl>
                        <p:attrNameLst>
                          <p:attrName>ppt_x</p:attrName>
                        </p:attrNameLst>
                      </p:cBhvr>
                      <p:tavLst>
                        <p:tav tm="0">
                          <p:val>
                            <p:strVal val="#ppt_x"/>
                          </p:val>
                        </p:tav>
                        <p:tav tm="100000">
                          <p:val>
                            <p:strVal val="#ppt_x"/>
                          </p:val>
                        </p:tav>
                      </p:tavLst>
                    </p:anim>
                    <p:anim calcmode="lin" valueType="num">
                      <p:cBhvr additive="base">
                        <p:cTn dur="500" fill="hold"/>
                        <p:tgtEl>
                          <p:spTgt spid="33"/>
                        </p:tgtEl>
                        <p:attrNameLst>
                          <p:attrName>ppt_y</p:attrName>
                        </p:attrNameLst>
                      </p:cBhvr>
                      <p:tavLst>
                        <p:tav tm="0">
                          <p:val>
                            <p:strVal val="1+#ppt_h/2"/>
                          </p:val>
                        </p:tav>
                        <p:tav tm="100000">
                          <p:val>
                            <p:strVal val="#ppt_y"/>
                          </p:val>
                        </p:tav>
                      </p:tavLst>
                    </p:anim>
                  </p:childTnLst>
                </p:cTn>
              </p:par>
            </p:tnLst>
          </p:tmpl>
        </p:tmplLst>
      </p:bldP>
      <p:bldP spid="38" grpId="0" animBg="1"/>
      <p:bldP spid="39"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39"/>
                        </p:tgtEl>
                        <p:attrNameLst>
                          <p:attrName>style.visibility</p:attrName>
                        </p:attrNameLst>
                      </p:cBhvr>
                      <p:to>
                        <p:strVal val="visible"/>
                      </p:to>
                    </p:set>
                    <p:anim calcmode="lin" valueType="num">
                      <p:cBhvr additive="base">
                        <p:cTn dur="500" fill="hold"/>
                        <p:tgtEl>
                          <p:spTgt spid="39"/>
                        </p:tgtEl>
                        <p:attrNameLst>
                          <p:attrName>ppt_x</p:attrName>
                        </p:attrNameLst>
                      </p:cBhvr>
                      <p:tavLst>
                        <p:tav tm="0">
                          <p:val>
                            <p:strVal val="#ppt_x"/>
                          </p:val>
                        </p:tav>
                        <p:tav tm="100000">
                          <p:val>
                            <p:strVal val="#ppt_x"/>
                          </p:val>
                        </p:tav>
                      </p:tavLst>
                    </p:anim>
                    <p:anim calcmode="lin" valueType="num">
                      <p:cBhvr additive="base">
                        <p:cTn dur="500" fill="hold"/>
                        <p:tgtEl>
                          <p:spTgt spid="39"/>
                        </p:tgtEl>
                        <p:attrNameLst>
                          <p:attrName>ppt_y</p:attrName>
                        </p:attrNameLst>
                      </p:cBhvr>
                      <p:tavLst>
                        <p:tav tm="0">
                          <p:val>
                            <p:strVal val="1+#ppt_h/2"/>
                          </p:val>
                        </p:tav>
                        <p:tav tm="100000">
                          <p:val>
                            <p:strVal val="#ppt_y"/>
                          </p:val>
                        </p:tav>
                      </p:tavLst>
                    </p:anim>
                  </p:childTnLst>
                </p:cTn>
              </p:par>
            </p:tnLst>
          </p:tmpl>
        </p:tmplLst>
      </p:bldP>
      <p:bldP spid="22"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2"/>
                        </p:tgtEl>
                        <p:attrNameLst>
                          <p:attrName>style.visibility</p:attrName>
                        </p:attrNameLst>
                      </p:cBhvr>
                      <p:to>
                        <p:strVal val="visible"/>
                      </p:to>
                    </p:set>
                    <p:animEffect transition="in" filter="wipe(down)">
                      <p:cBhvr>
                        <p:cTn dur="500"/>
                        <p:tgtEl>
                          <p:spTgt spid="22"/>
                        </p:tgtEl>
                      </p:cBhvr>
                    </p:animEffect>
                  </p:childTnLst>
                </p:cTn>
              </p:par>
            </p:tnLst>
          </p:tmpl>
        </p:tmplLst>
      </p:bldP>
      <p:bldP spid="26"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6"/>
                        </p:tgtEl>
                        <p:attrNameLst>
                          <p:attrName>style.visibility</p:attrName>
                        </p:attrNameLst>
                      </p:cBhvr>
                      <p:to>
                        <p:strVal val="visible"/>
                      </p:to>
                    </p:set>
                    <p:animEffect transition="in" filter="wipe(down)">
                      <p:cBhvr>
                        <p:cTn dur="500"/>
                        <p:tgtEl>
                          <p:spTgt spid="26"/>
                        </p:tgtEl>
                      </p:cBhvr>
                    </p:animEffect>
                  </p:childTnLst>
                </p:cTn>
              </p:par>
            </p:tnLst>
          </p:tmpl>
        </p:tmplLst>
      </p:bldP>
      <p:bldP spid="30"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30"/>
                        </p:tgtEl>
                        <p:attrNameLst>
                          <p:attrName>style.visibility</p:attrName>
                        </p:attrNameLst>
                      </p:cBhvr>
                      <p:to>
                        <p:strVal val="visible"/>
                      </p:to>
                    </p:set>
                    <p:animEffect transition="in" filter="wipe(down)">
                      <p:cBhvr>
                        <p:cTn dur="500"/>
                        <p:tgtEl>
                          <p:spTgt spid="30"/>
                        </p:tgtEl>
                      </p:cBhvr>
                    </p:animEffect>
                  </p:childTnLst>
                </p:cTn>
              </p:par>
            </p:tnLst>
          </p:tmpl>
        </p:tmplLst>
      </p:bldP>
      <p:bldP spid="36"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36"/>
                        </p:tgtEl>
                        <p:attrNameLst>
                          <p:attrName>style.visibility</p:attrName>
                        </p:attrNameLst>
                      </p:cBhvr>
                      <p:to>
                        <p:strVal val="visible"/>
                      </p:to>
                    </p:set>
                    <p:animEffect transition="in" filter="wipe(down)">
                      <p:cBhvr>
                        <p:cTn dur="500"/>
                        <p:tgtEl>
                          <p:spTgt spid="36"/>
                        </p:tgtEl>
                      </p:cBhvr>
                    </p:animEffect>
                  </p:childTnLst>
                </p:cTn>
              </p:par>
            </p:tnLst>
          </p:tmpl>
        </p:tmplLst>
      </p:bldP>
      <p:bldP spid="44"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44"/>
                        </p:tgtEl>
                        <p:attrNameLst>
                          <p:attrName>style.visibility</p:attrName>
                        </p:attrNameLst>
                      </p:cBhvr>
                      <p:to>
                        <p:strVal val="visible"/>
                      </p:to>
                    </p:set>
                    <p:animEffect transition="in" filter="wipe(down)">
                      <p:cBhvr>
                        <p:cTn dur="500"/>
                        <p:tgtEl>
                          <p:spTgt spid="44"/>
                        </p:tgtEl>
                      </p:cBhvr>
                    </p:animEffect>
                  </p:childTnLst>
                </p:cTn>
              </p:par>
            </p:tnLst>
          </p:tmpl>
        </p:tmplLst>
      </p:bldP>
    </p:bldLst>
  </p:timing>
</p:sldLayout>
</file>

<file path=ppt/slideLayouts/slideLayout414.xml><?xml version="1.0" encoding="utf-8"?>
<p:sldLayout xmlns:a="http://schemas.openxmlformats.org/drawingml/2006/main" xmlns:r="http://schemas.openxmlformats.org/officeDocument/2006/relationships" xmlns:p="http://schemas.openxmlformats.org/presentationml/2006/main" userDrawn="1">
  <p:cSld name="Team04">
    <p:spTree>
      <p:nvGrpSpPr>
        <p:cNvPr id="1" name=""/>
        <p:cNvGrpSpPr/>
        <p:nvPr/>
      </p:nvGrpSpPr>
      <p:grpSpPr>
        <a:xfrm>
          <a:off x="0" y="0"/>
          <a:ext cx="0" cy="0"/>
          <a:chOff x="0" y="0"/>
          <a:chExt cx="0" cy="0"/>
        </a:xfrm>
      </p:grpSpPr>
      <p:sp>
        <p:nvSpPr>
          <p:cNvPr id="16" name="Picture Placeholder 7"/>
          <p:cNvSpPr>
            <a:spLocks noGrp="1"/>
          </p:cNvSpPr>
          <p:nvPr>
            <p:ph type="pic" sz="quarter" idx="15" hasCustomPrompt="1"/>
          </p:nvPr>
        </p:nvSpPr>
        <p:spPr>
          <a:xfrm>
            <a:off x="736664" y="1583268"/>
            <a:ext cx="248160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17" name="Rectangle 16"/>
          <p:cNvSpPr/>
          <p:nvPr userDrawn="1"/>
        </p:nvSpPr>
        <p:spPr>
          <a:xfrm>
            <a:off x="736665" y="3401374"/>
            <a:ext cx="2481605" cy="56122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48" name="Text Placeholder 3"/>
          <p:cNvSpPr>
            <a:spLocks noGrp="1"/>
          </p:cNvSpPr>
          <p:nvPr>
            <p:ph type="body" sz="half" idx="16"/>
          </p:nvPr>
        </p:nvSpPr>
        <p:spPr>
          <a:xfrm>
            <a:off x="736665" y="3414798"/>
            <a:ext cx="2481605" cy="508973"/>
          </a:xfrm>
          <a:prstGeom prst="rect">
            <a:avLst/>
          </a:prstGeom>
        </p:spPr>
        <p:txBody>
          <a:bodyPr wrap="square" lIns="0" tIns="0" rIns="0" bIns="0" anchor="t">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a:p>
            <a:pPr lvl="0"/>
            <a:endParaRPr lang="en-US" dirty="0" smtClean="0"/>
          </a:p>
        </p:txBody>
      </p:sp>
      <p:sp>
        <p:nvSpPr>
          <p:cNvPr id="49" name="Picture Placeholder 7"/>
          <p:cNvSpPr>
            <a:spLocks noGrp="1"/>
          </p:cNvSpPr>
          <p:nvPr>
            <p:ph type="pic" sz="quarter" idx="17" hasCustomPrompt="1"/>
          </p:nvPr>
        </p:nvSpPr>
        <p:spPr>
          <a:xfrm>
            <a:off x="3501466" y="1583268"/>
            <a:ext cx="248160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0" name="Rectangle 49"/>
          <p:cNvSpPr/>
          <p:nvPr userDrawn="1"/>
        </p:nvSpPr>
        <p:spPr>
          <a:xfrm>
            <a:off x="3501468" y="3401374"/>
            <a:ext cx="2481605" cy="56122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51" name="Text Placeholder 3"/>
          <p:cNvSpPr>
            <a:spLocks noGrp="1"/>
          </p:cNvSpPr>
          <p:nvPr>
            <p:ph type="body" sz="half" idx="18"/>
          </p:nvPr>
        </p:nvSpPr>
        <p:spPr>
          <a:xfrm>
            <a:off x="3501468" y="3414798"/>
            <a:ext cx="2481605" cy="508973"/>
          </a:xfrm>
          <a:prstGeom prst="rect">
            <a:avLst/>
          </a:prstGeom>
        </p:spPr>
        <p:txBody>
          <a:bodyPr wrap="square" lIns="0" tIns="0" rIns="0" bIns="0" anchor="t">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a:p>
            <a:pPr lvl="0"/>
            <a:endParaRPr lang="en-US" dirty="0" smtClean="0"/>
          </a:p>
        </p:txBody>
      </p:sp>
      <p:sp>
        <p:nvSpPr>
          <p:cNvPr id="52" name="Picture Placeholder 7"/>
          <p:cNvSpPr>
            <a:spLocks noGrp="1"/>
          </p:cNvSpPr>
          <p:nvPr>
            <p:ph type="pic" sz="quarter" idx="19" hasCustomPrompt="1"/>
          </p:nvPr>
        </p:nvSpPr>
        <p:spPr>
          <a:xfrm>
            <a:off x="6244666" y="1583268"/>
            <a:ext cx="248160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3" name="Rectangle 52"/>
          <p:cNvSpPr/>
          <p:nvPr userDrawn="1"/>
        </p:nvSpPr>
        <p:spPr>
          <a:xfrm>
            <a:off x="6244668" y="3401374"/>
            <a:ext cx="2481605" cy="56122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54" name="Text Placeholder 3"/>
          <p:cNvSpPr>
            <a:spLocks noGrp="1"/>
          </p:cNvSpPr>
          <p:nvPr>
            <p:ph type="body" sz="half" idx="20"/>
          </p:nvPr>
        </p:nvSpPr>
        <p:spPr>
          <a:xfrm>
            <a:off x="6244668" y="3414798"/>
            <a:ext cx="2481605" cy="508973"/>
          </a:xfrm>
          <a:prstGeom prst="rect">
            <a:avLst/>
          </a:prstGeom>
        </p:spPr>
        <p:txBody>
          <a:bodyPr wrap="square" lIns="0" tIns="0" rIns="0" bIns="0" anchor="t">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a:p>
            <a:pPr lvl="0"/>
            <a:endParaRPr lang="en-US" dirty="0" smtClean="0"/>
          </a:p>
        </p:txBody>
      </p:sp>
      <p:sp>
        <p:nvSpPr>
          <p:cNvPr id="55" name="Picture Placeholder 7"/>
          <p:cNvSpPr>
            <a:spLocks noGrp="1"/>
          </p:cNvSpPr>
          <p:nvPr>
            <p:ph type="pic" sz="quarter" idx="21" hasCustomPrompt="1"/>
          </p:nvPr>
        </p:nvSpPr>
        <p:spPr>
          <a:xfrm>
            <a:off x="8987866" y="1583268"/>
            <a:ext cx="248160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6" name="Rectangle 55"/>
          <p:cNvSpPr/>
          <p:nvPr userDrawn="1"/>
        </p:nvSpPr>
        <p:spPr>
          <a:xfrm>
            <a:off x="8987868" y="3401374"/>
            <a:ext cx="2481605" cy="561221"/>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57" name="Text Placeholder 3"/>
          <p:cNvSpPr>
            <a:spLocks noGrp="1"/>
          </p:cNvSpPr>
          <p:nvPr>
            <p:ph type="body" sz="half" idx="22"/>
          </p:nvPr>
        </p:nvSpPr>
        <p:spPr>
          <a:xfrm>
            <a:off x="8987868" y="3414798"/>
            <a:ext cx="2481605" cy="508973"/>
          </a:xfrm>
          <a:prstGeom prst="rect">
            <a:avLst/>
          </a:prstGeom>
        </p:spPr>
        <p:txBody>
          <a:bodyPr wrap="square" lIns="0" tIns="0" rIns="0" bIns="0" anchor="t">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a:p>
            <a:pPr lvl="0"/>
            <a:endParaRPr lang="en-US" dirty="0" smtClean="0"/>
          </a:p>
        </p:txBody>
      </p:sp>
      <p:sp>
        <p:nvSpPr>
          <p:cNvPr id="58" name="Picture Placeholder 7"/>
          <p:cNvSpPr>
            <a:spLocks noGrp="1"/>
          </p:cNvSpPr>
          <p:nvPr>
            <p:ph type="pic" sz="quarter" idx="23" hasCustomPrompt="1"/>
          </p:nvPr>
        </p:nvSpPr>
        <p:spPr>
          <a:xfrm>
            <a:off x="736664" y="4022110"/>
            <a:ext cx="248160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9" name="Rectangle 58"/>
          <p:cNvSpPr/>
          <p:nvPr userDrawn="1"/>
        </p:nvSpPr>
        <p:spPr>
          <a:xfrm>
            <a:off x="736665" y="5840216"/>
            <a:ext cx="2481605" cy="561221"/>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60" name="Text Placeholder 3"/>
          <p:cNvSpPr>
            <a:spLocks noGrp="1"/>
          </p:cNvSpPr>
          <p:nvPr>
            <p:ph type="body" sz="half" idx="24"/>
          </p:nvPr>
        </p:nvSpPr>
        <p:spPr>
          <a:xfrm>
            <a:off x="736665" y="5853640"/>
            <a:ext cx="2481605" cy="508973"/>
          </a:xfrm>
          <a:prstGeom prst="rect">
            <a:avLst/>
          </a:prstGeom>
        </p:spPr>
        <p:txBody>
          <a:bodyPr wrap="square" lIns="0" tIns="0" rIns="0" bIns="0" anchor="t">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a:p>
            <a:pPr lvl="0"/>
            <a:endParaRPr lang="en-US" dirty="0" smtClean="0"/>
          </a:p>
        </p:txBody>
      </p:sp>
      <p:sp>
        <p:nvSpPr>
          <p:cNvPr id="61" name="Picture Placeholder 7"/>
          <p:cNvSpPr>
            <a:spLocks noGrp="1"/>
          </p:cNvSpPr>
          <p:nvPr>
            <p:ph type="pic" sz="quarter" idx="25" hasCustomPrompt="1"/>
          </p:nvPr>
        </p:nvSpPr>
        <p:spPr>
          <a:xfrm>
            <a:off x="3501466" y="4022110"/>
            <a:ext cx="248160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62" name="Rectangle 61"/>
          <p:cNvSpPr/>
          <p:nvPr userDrawn="1"/>
        </p:nvSpPr>
        <p:spPr>
          <a:xfrm>
            <a:off x="3501468" y="5840216"/>
            <a:ext cx="2481605" cy="561221"/>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63" name="Text Placeholder 3"/>
          <p:cNvSpPr>
            <a:spLocks noGrp="1"/>
          </p:cNvSpPr>
          <p:nvPr>
            <p:ph type="body" sz="half" idx="26"/>
          </p:nvPr>
        </p:nvSpPr>
        <p:spPr>
          <a:xfrm>
            <a:off x="3501468" y="5853640"/>
            <a:ext cx="2481605" cy="508973"/>
          </a:xfrm>
          <a:prstGeom prst="rect">
            <a:avLst/>
          </a:prstGeom>
        </p:spPr>
        <p:txBody>
          <a:bodyPr wrap="square" lIns="0" tIns="0" rIns="0" bIns="0" anchor="t">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a:p>
            <a:pPr lvl="0"/>
            <a:endParaRPr lang="en-US" dirty="0" smtClean="0"/>
          </a:p>
        </p:txBody>
      </p:sp>
      <p:sp>
        <p:nvSpPr>
          <p:cNvPr id="64" name="Picture Placeholder 7"/>
          <p:cNvSpPr>
            <a:spLocks noGrp="1"/>
          </p:cNvSpPr>
          <p:nvPr>
            <p:ph type="pic" sz="quarter" idx="27" hasCustomPrompt="1"/>
          </p:nvPr>
        </p:nvSpPr>
        <p:spPr>
          <a:xfrm>
            <a:off x="6244666" y="4022110"/>
            <a:ext cx="248160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65" name="Rectangle 64"/>
          <p:cNvSpPr/>
          <p:nvPr userDrawn="1"/>
        </p:nvSpPr>
        <p:spPr>
          <a:xfrm>
            <a:off x="6244668" y="5840216"/>
            <a:ext cx="2481605" cy="56122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66" name="Text Placeholder 3"/>
          <p:cNvSpPr>
            <a:spLocks noGrp="1"/>
          </p:cNvSpPr>
          <p:nvPr>
            <p:ph type="body" sz="half" idx="28"/>
          </p:nvPr>
        </p:nvSpPr>
        <p:spPr>
          <a:xfrm>
            <a:off x="6244668" y="5853640"/>
            <a:ext cx="2481605" cy="508973"/>
          </a:xfrm>
          <a:prstGeom prst="rect">
            <a:avLst/>
          </a:prstGeom>
        </p:spPr>
        <p:txBody>
          <a:bodyPr wrap="square" lIns="0" tIns="0" rIns="0" bIns="0" anchor="t">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a:p>
            <a:pPr lvl="0"/>
            <a:endParaRPr lang="en-US" dirty="0" smtClean="0"/>
          </a:p>
        </p:txBody>
      </p:sp>
      <p:sp>
        <p:nvSpPr>
          <p:cNvPr id="67" name="Picture Placeholder 7"/>
          <p:cNvSpPr>
            <a:spLocks noGrp="1"/>
          </p:cNvSpPr>
          <p:nvPr>
            <p:ph type="pic" sz="quarter" idx="29" hasCustomPrompt="1"/>
          </p:nvPr>
        </p:nvSpPr>
        <p:spPr>
          <a:xfrm>
            <a:off x="8987866" y="4022110"/>
            <a:ext cx="248160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68" name="Rectangle 67"/>
          <p:cNvSpPr/>
          <p:nvPr userDrawn="1"/>
        </p:nvSpPr>
        <p:spPr>
          <a:xfrm>
            <a:off x="8987868" y="5840216"/>
            <a:ext cx="2481605" cy="56122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69" name="Text Placeholder 3"/>
          <p:cNvSpPr>
            <a:spLocks noGrp="1"/>
          </p:cNvSpPr>
          <p:nvPr>
            <p:ph type="body" sz="half" idx="30"/>
          </p:nvPr>
        </p:nvSpPr>
        <p:spPr>
          <a:xfrm>
            <a:off x="8987868" y="5853640"/>
            <a:ext cx="2481605" cy="508973"/>
          </a:xfrm>
          <a:prstGeom prst="rect">
            <a:avLst/>
          </a:prstGeom>
        </p:spPr>
        <p:txBody>
          <a:bodyPr wrap="square" lIns="0" tIns="0" rIns="0" bIns="0" anchor="t">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a:p>
            <a:pPr lvl="0"/>
            <a:endParaRPr lang="en-US" dirty="0" smtClean="0"/>
          </a:p>
        </p:txBody>
      </p:sp>
      <p:sp>
        <p:nvSpPr>
          <p:cNvPr id="30"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31"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159350507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after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wipe(down)">
                                      <p:cBhvr>
                                        <p:cTn id="7" dur="500"/>
                                        <p:tgtEl>
                                          <p:spTgt spid="16"/>
                                        </p:tgtEl>
                                      </p:cBhvr>
                                    </p:animEffect>
                                  </p:childTnLst>
                                </p:cTn>
                              </p:par>
                            </p:childTnLst>
                          </p:cTn>
                        </p:par>
                        <p:par>
                          <p:cTn id="8" fill="hold">
                            <p:stCondLst>
                              <p:cond delay="500"/>
                            </p:stCondLst>
                            <p:childTnLst>
                              <p:par>
                                <p:cTn id="9" presetID="22" presetClass="entr" presetSubtype="4" fill="hold" grpId="0" nodeType="afterEffect">
                                  <p:stCondLst>
                                    <p:cond delay="0"/>
                                  </p:stCondLst>
                                  <p:childTnLst>
                                    <p:set>
                                      <p:cBhvr>
                                        <p:cTn id="10" dur="1" fill="hold">
                                          <p:stCondLst>
                                            <p:cond delay="0"/>
                                          </p:stCondLst>
                                        </p:cTn>
                                        <p:tgtEl>
                                          <p:spTgt spid="17"/>
                                        </p:tgtEl>
                                        <p:attrNameLst>
                                          <p:attrName>style.visibility</p:attrName>
                                        </p:attrNameLst>
                                      </p:cBhvr>
                                      <p:to>
                                        <p:strVal val="visible"/>
                                      </p:to>
                                    </p:set>
                                    <p:animEffect transition="in" filter="wipe(down)">
                                      <p:cBhvr>
                                        <p:cTn id="11" dur="500"/>
                                        <p:tgtEl>
                                          <p:spTgt spid="17"/>
                                        </p:tgtEl>
                                      </p:cBhvr>
                                    </p:animEffect>
                                  </p:childTnLst>
                                </p:cTn>
                              </p:par>
                            </p:childTnLst>
                          </p:cTn>
                        </p:par>
                        <p:par>
                          <p:cTn id="12" fill="hold">
                            <p:stCondLst>
                              <p:cond delay="1000"/>
                            </p:stCondLst>
                            <p:childTnLst>
                              <p:par>
                                <p:cTn id="13" presetID="22" presetClass="entr" presetSubtype="4" fill="hold" grpId="0" nodeType="afterEffect" nodePh="1">
                                  <p:stCondLst>
                                    <p:cond delay="0"/>
                                  </p:stCondLst>
                                  <p:endCondLst>
                                    <p:cond evt="begin" delay="0">
                                      <p:tn val="13"/>
                                    </p:cond>
                                  </p:endCondLst>
                                  <p:childTnLst>
                                    <p:set>
                                      <p:cBhvr>
                                        <p:cTn id="14" dur="1" fill="hold">
                                          <p:stCondLst>
                                            <p:cond delay="0"/>
                                          </p:stCondLst>
                                        </p:cTn>
                                        <p:tgtEl>
                                          <p:spTgt spid="48">
                                            <p:txEl>
                                              <p:pRg st="0" end="0"/>
                                            </p:txEl>
                                          </p:spTgt>
                                        </p:tgtEl>
                                        <p:attrNameLst>
                                          <p:attrName>style.visibility</p:attrName>
                                        </p:attrNameLst>
                                      </p:cBhvr>
                                      <p:to>
                                        <p:strVal val="visible"/>
                                      </p:to>
                                    </p:set>
                                    <p:animEffect transition="in" filter="wipe(down)">
                                      <p:cBhvr>
                                        <p:cTn id="15" dur="500"/>
                                        <p:tgtEl>
                                          <p:spTgt spid="48">
                                            <p:txEl>
                                              <p:pRg st="0" end="0"/>
                                            </p:txEl>
                                          </p:spTgt>
                                        </p:tgtEl>
                                      </p:cBhvr>
                                    </p:animEffect>
                                  </p:childTnLst>
                                </p:cTn>
                              </p:par>
                            </p:childTnLst>
                          </p:cTn>
                        </p:par>
                        <p:par>
                          <p:cTn id="16" fill="hold">
                            <p:stCondLst>
                              <p:cond delay="1500"/>
                            </p:stCondLst>
                            <p:childTnLst>
                              <p:par>
                                <p:cTn id="17" presetID="22" presetClass="entr" presetSubtype="4" fill="hold" grpId="0" nodeType="afterEffect">
                                  <p:stCondLst>
                                    <p:cond delay="0"/>
                                  </p:stCondLst>
                                  <p:childTnLst>
                                    <p:set>
                                      <p:cBhvr>
                                        <p:cTn id="18" dur="1" fill="hold">
                                          <p:stCondLst>
                                            <p:cond delay="0"/>
                                          </p:stCondLst>
                                        </p:cTn>
                                        <p:tgtEl>
                                          <p:spTgt spid="49"/>
                                        </p:tgtEl>
                                        <p:attrNameLst>
                                          <p:attrName>style.visibility</p:attrName>
                                        </p:attrNameLst>
                                      </p:cBhvr>
                                      <p:to>
                                        <p:strVal val="visible"/>
                                      </p:to>
                                    </p:set>
                                    <p:animEffect transition="in" filter="wipe(down)">
                                      <p:cBhvr>
                                        <p:cTn id="19" dur="500"/>
                                        <p:tgtEl>
                                          <p:spTgt spid="49"/>
                                        </p:tgtEl>
                                      </p:cBhvr>
                                    </p:animEffect>
                                  </p:childTnLst>
                                </p:cTn>
                              </p:par>
                            </p:childTnLst>
                          </p:cTn>
                        </p:par>
                        <p:par>
                          <p:cTn id="20" fill="hold">
                            <p:stCondLst>
                              <p:cond delay="2000"/>
                            </p:stCondLst>
                            <p:childTnLst>
                              <p:par>
                                <p:cTn id="21" presetID="22" presetClass="entr" presetSubtype="4" fill="hold" grpId="0" nodeType="afterEffect">
                                  <p:stCondLst>
                                    <p:cond delay="0"/>
                                  </p:stCondLst>
                                  <p:childTnLst>
                                    <p:set>
                                      <p:cBhvr>
                                        <p:cTn id="22" dur="1" fill="hold">
                                          <p:stCondLst>
                                            <p:cond delay="0"/>
                                          </p:stCondLst>
                                        </p:cTn>
                                        <p:tgtEl>
                                          <p:spTgt spid="50"/>
                                        </p:tgtEl>
                                        <p:attrNameLst>
                                          <p:attrName>style.visibility</p:attrName>
                                        </p:attrNameLst>
                                      </p:cBhvr>
                                      <p:to>
                                        <p:strVal val="visible"/>
                                      </p:to>
                                    </p:set>
                                    <p:animEffect transition="in" filter="wipe(down)">
                                      <p:cBhvr>
                                        <p:cTn id="23" dur="500"/>
                                        <p:tgtEl>
                                          <p:spTgt spid="50"/>
                                        </p:tgtEl>
                                      </p:cBhvr>
                                    </p:animEffect>
                                  </p:childTnLst>
                                </p:cTn>
                              </p:par>
                            </p:childTnLst>
                          </p:cTn>
                        </p:par>
                        <p:par>
                          <p:cTn id="24" fill="hold">
                            <p:stCondLst>
                              <p:cond delay="2500"/>
                            </p:stCondLst>
                            <p:childTnLst>
                              <p:par>
                                <p:cTn id="25" presetID="22" presetClass="entr" presetSubtype="4" fill="hold" grpId="0" nodeType="afterEffect" nodePh="1">
                                  <p:stCondLst>
                                    <p:cond delay="0"/>
                                  </p:stCondLst>
                                  <p:endCondLst>
                                    <p:cond evt="begin" delay="0">
                                      <p:tn val="25"/>
                                    </p:cond>
                                  </p:endCondLst>
                                  <p:childTnLst>
                                    <p:set>
                                      <p:cBhvr>
                                        <p:cTn id="26" dur="1" fill="hold">
                                          <p:stCondLst>
                                            <p:cond delay="0"/>
                                          </p:stCondLst>
                                        </p:cTn>
                                        <p:tgtEl>
                                          <p:spTgt spid="51">
                                            <p:txEl>
                                              <p:pRg st="0" end="0"/>
                                            </p:txEl>
                                          </p:spTgt>
                                        </p:tgtEl>
                                        <p:attrNameLst>
                                          <p:attrName>style.visibility</p:attrName>
                                        </p:attrNameLst>
                                      </p:cBhvr>
                                      <p:to>
                                        <p:strVal val="visible"/>
                                      </p:to>
                                    </p:set>
                                    <p:animEffect transition="in" filter="wipe(down)">
                                      <p:cBhvr>
                                        <p:cTn id="27" dur="500"/>
                                        <p:tgtEl>
                                          <p:spTgt spid="51">
                                            <p:txEl>
                                              <p:pRg st="0" end="0"/>
                                            </p:txEl>
                                          </p:spTgt>
                                        </p:tgtEl>
                                      </p:cBhvr>
                                    </p:animEffect>
                                  </p:childTnLst>
                                </p:cTn>
                              </p:par>
                            </p:childTnLst>
                          </p:cTn>
                        </p:par>
                        <p:par>
                          <p:cTn id="28" fill="hold">
                            <p:stCondLst>
                              <p:cond delay="3000"/>
                            </p:stCondLst>
                            <p:childTnLst>
                              <p:par>
                                <p:cTn id="29" presetID="22" presetClass="entr" presetSubtype="4" fill="hold" grpId="0" nodeType="afterEffect">
                                  <p:stCondLst>
                                    <p:cond delay="0"/>
                                  </p:stCondLst>
                                  <p:childTnLst>
                                    <p:set>
                                      <p:cBhvr>
                                        <p:cTn id="30" dur="1" fill="hold">
                                          <p:stCondLst>
                                            <p:cond delay="0"/>
                                          </p:stCondLst>
                                        </p:cTn>
                                        <p:tgtEl>
                                          <p:spTgt spid="52"/>
                                        </p:tgtEl>
                                        <p:attrNameLst>
                                          <p:attrName>style.visibility</p:attrName>
                                        </p:attrNameLst>
                                      </p:cBhvr>
                                      <p:to>
                                        <p:strVal val="visible"/>
                                      </p:to>
                                    </p:set>
                                    <p:animEffect transition="in" filter="wipe(down)">
                                      <p:cBhvr>
                                        <p:cTn id="31" dur="500"/>
                                        <p:tgtEl>
                                          <p:spTgt spid="52"/>
                                        </p:tgtEl>
                                      </p:cBhvr>
                                    </p:animEffect>
                                  </p:childTnLst>
                                </p:cTn>
                              </p:par>
                            </p:childTnLst>
                          </p:cTn>
                        </p:par>
                        <p:par>
                          <p:cTn id="32" fill="hold">
                            <p:stCondLst>
                              <p:cond delay="3500"/>
                            </p:stCondLst>
                            <p:childTnLst>
                              <p:par>
                                <p:cTn id="33" presetID="22" presetClass="entr" presetSubtype="4" fill="hold" grpId="0" nodeType="afterEffect">
                                  <p:stCondLst>
                                    <p:cond delay="0"/>
                                  </p:stCondLst>
                                  <p:childTnLst>
                                    <p:set>
                                      <p:cBhvr>
                                        <p:cTn id="34" dur="1" fill="hold">
                                          <p:stCondLst>
                                            <p:cond delay="0"/>
                                          </p:stCondLst>
                                        </p:cTn>
                                        <p:tgtEl>
                                          <p:spTgt spid="53"/>
                                        </p:tgtEl>
                                        <p:attrNameLst>
                                          <p:attrName>style.visibility</p:attrName>
                                        </p:attrNameLst>
                                      </p:cBhvr>
                                      <p:to>
                                        <p:strVal val="visible"/>
                                      </p:to>
                                    </p:set>
                                    <p:animEffect transition="in" filter="wipe(down)">
                                      <p:cBhvr>
                                        <p:cTn id="35" dur="500"/>
                                        <p:tgtEl>
                                          <p:spTgt spid="53"/>
                                        </p:tgtEl>
                                      </p:cBhvr>
                                    </p:animEffect>
                                  </p:childTnLst>
                                </p:cTn>
                              </p:par>
                            </p:childTnLst>
                          </p:cTn>
                        </p:par>
                        <p:par>
                          <p:cTn id="36" fill="hold">
                            <p:stCondLst>
                              <p:cond delay="4000"/>
                            </p:stCondLst>
                            <p:childTnLst>
                              <p:par>
                                <p:cTn id="37" presetID="22" presetClass="entr" presetSubtype="4" fill="hold" grpId="0" nodeType="afterEffect" nodePh="1">
                                  <p:stCondLst>
                                    <p:cond delay="0"/>
                                  </p:stCondLst>
                                  <p:endCondLst>
                                    <p:cond evt="begin" delay="0">
                                      <p:tn val="37"/>
                                    </p:cond>
                                  </p:endCondLst>
                                  <p:childTnLst>
                                    <p:set>
                                      <p:cBhvr>
                                        <p:cTn id="38" dur="1" fill="hold">
                                          <p:stCondLst>
                                            <p:cond delay="0"/>
                                          </p:stCondLst>
                                        </p:cTn>
                                        <p:tgtEl>
                                          <p:spTgt spid="54">
                                            <p:txEl>
                                              <p:pRg st="0" end="0"/>
                                            </p:txEl>
                                          </p:spTgt>
                                        </p:tgtEl>
                                        <p:attrNameLst>
                                          <p:attrName>style.visibility</p:attrName>
                                        </p:attrNameLst>
                                      </p:cBhvr>
                                      <p:to>
                                        <p:strVal val="visible"/>
                                      </p:to>
                                    </p:set>
                                    <p:animEffect transition="in" filter="wipe(down)">
                                      <p:cBhvr>
                                        <p:cTn id="39" dur="500"/>
                                        <p:tgtEl>
                                          <p:spTgt spid="54">
                                            <p:txEl>
                                              <p:pRg st="0" end="0"/>
                                            </p:txEl>
                                          </p:spTgt>
                                        </p:tgtEl>
                                      </p:cBhvr>
                                    </p:animEffect>
                                  </p:childTnLst>
                                </p:cTn>
                              </p:par>
                            </p:childTnLst>
                          </p:cTn>
                        </p:par>
                        <p:par>
                          <p:cTn id="40" fill="hold">
                            <p:stCondLst>
                              <p:cond delay="4500"/>
                            </p:stCondLst>
                            <p:childTnLst>
                              <p:par>
                                <p:cTn id="41" presetID="22" presetClass="entr" presetSubtype="4" fill="hold" grpId="0" nodeType="afterEffect">
                                  <p:stCondLst>
                                    <p:cond delay="0"/>
                                  </p:stCondLst>
                                  <p:childTnLst>
                                    <p:set>
                                      <p:cBhvr>
                                        <p:cTn id="42" dur="1" fill="hold">
                                          <p:stCondLst>
                                            <p:cond delay="0"/>
                                          </p:stCondLst>
                                        </p:cTn>
                                        <p:tgtEl>
                                          <p:spTgt spid="55"/>
                                        </p:tgtEl>
                                        <p:attrNameLst>
                                          <p:attrName>style.visibility</p:attrName>
                                        </p:attrNameLst>
                                      </p:cBhvr>
                                      <p:to>
                                        <p:strVal val="visible"/>
                                      </p:to>
                                    </p:set>
                                    <p:animEffect transition="in" filter="wipe(down)">
                                      <p:cBhvr>
                                        <p:cTn id="43" dur="500"/>
                                        <p:tgtEl>
                                          <p:spTgt spid="55"/>
                                        </p:tgtEl>
                                      </p:cBhvr>
                                    </p:animEffect>
                                  </p:childTnLst>
                                </p:cTn>
                              </p:par>
                            </p:childTnLst>
                          </p:cTn>
                        </p:par>
                        <p:par>
                          <p:cTn id="44" fill="hold">
                            <p:stCondLst>
                              <p:cond delay="5000"/>
                            </p:stCondLst>
                            <p:childTnLst>
                              <p:par>
                                <p:cTn id="45" presetID="22" presetClass="entr" presetSubtype="4" fill="hold" grpId="0" nodeType="afterEffect">
                                  <p:stCondLst>
                                    <p:cond delay="0"/>
                                  </p:stCondLst>
                                  <p:childTnLst>
                                    <p:set>
                                      <p:cBhvr>
                                        <p:cTn id="46" dur="1" fill="hold">
                                          <p:stCondLst>
                                            <p:cond delay="0"/>
                                          </p:stCondLst>
                                        </p:cTn>
                                        <p:tgtEl>
                                          <p:spTgt spid="56"/>
                                        </p:tgtEl>
                                        <p:attrNameLst>
                                          <p:attrName>style.visibility</p:attrName>
                                        </p:attrNameLst>
                                      </p:cBhvr>
                                      <p:to>
                                        <p:strVal val="visible"/>
                                      </p:to>
                                    </p:set>
                                    <p:animEffect transition="in" filter="wipe(down)">
                                      <p:cBhvr>
                                        <p:cTn id="47" dur="500"/>
                                        <p:tgtEl>
                                          <p:spTgt spid="56"/>
                                        </p:tgtEl>
                                      </p:cBhvr>
                                    </p:animEffect>
                                  </p:childTnLst>
                                </p:cTn>
                              </p:par>
                            </p:childTnLst>
                          </p:cTn>
                        </p:par>
                        <p:par>
                          <p:cTn id="48" fill="hold">
                            <p:stCondLst>
                              <p:cond delay="5500"/>
                            </p:stCondLst>
                            <p:childTnLst>
                              <p:par>
                                <p:cTn id="49" presetID="22" presetClass="entr" presetSubtype="4" fill="hold" grpId="0" nodeType="afterEffect" nodePh="1">
                                  <p:stCondLst>
                                    <p:cond delay="0"/>
                                  </p:stCondLst>
                                  <p:endCondLst>
                                    <p:cond evt="begin" delay="0">
                                      <p:tn val="49"/>
                                    </p:cond>
                                  </p:endCondLst>
                                  <p:childTnLst>
                                    <p:set>
                                      <p:cBhvr>
                                        <p:cTn id="50" dur="1" fill="hold">
                                          <p:stCondLst>
                                            <p:cond delay="0"/>
                                          </p:stCondLst>
                                        </p:cTn>
                                        <p:tgtEl>
                                          <p:spTgt spid="57">
                                            <p:txEl>
                                              <p:pRg st="0" end="0"/>
                                            </p:txEl>
                                          </p:spTgt>
                                        </p:tgtEl>
                                        <p:attrNameLst>
                                          <p:attrName>style.visibility</p:attrName>
                                        </p:attrNameLst>
                                      </p:cBhvr>
                                      <p:to>
                                        <p:strVal val="visible"/>
                                      </p:to>
                                    </p:set>
                                    <p:animEffect transition="in" filter="wipe(down)">
                                      <p:cBhvr>
                                        <p:cTn id="51" dur="500"/>
                                        <p:tgtEl>
                                          <p:spTgt spid="57">
                                            <p:txEl>
                                              <p:pRg st="0" end="0"/>
                                            </p:txEl>
                                          </p:spTgt>
                                        </p:tgtEl>
                                      </p:cBhvr>
                                    </p:animEffect>
                                  </p:childTnLst>
                                </p:cTn>
                              </p:par>
                            </p:childTnLst>
                          </p:cTn>
                        </p:par>
                        <p:par>
                          <p:cTn id="52" fill="hold">
                            <p:stCondLst>
                              <p:cond delay="6000"/>
                            </p:stCondLst>
                            <p:childTnLst>
                              <p:par>
                                <p:cTn id="53" presetID="22" presetClass="entr" presetSubtype="4" fill="hold" grpId="0" nodeType="afterEffect">
                                  <p:stCondLst>
                                    <p:cond delay="0"/>
                                  </p:stCondLst>
                                  <p:childTnLst>
                                    <p:set>
                                      <p:cBhvr>
                                        <p:cTn id="54" dur="1" fill="hold">
                                          <p:stCondLst>
                                            <p:cond delay="0"/>
                                          </p:stCondLst>
                                        </p:cTn>
                                        <p:tgtEl>
                                          <p:spTgt spid="58"/>
                                        </p:tgtEl>
                                        <p:attrNameLst>
                                          <p:attrName>style.visibility</p:attrName>
                                        </p:attrNameLst>
                                      </p:cBhvr>
                                      <p:to>
                                        <p:strVal val="visible"/>
                                      </p:to>
                                    </p:set>
                                    <p:animEffect transition="in" filter="wipe(down)">
                                      <p:cBhvr>
                                        <p:cTn id="55" dur="500"/>
                                        <p:tgtEl>
                                          <p:spTgt spid="58"/>
                                        </p:tgtEl>
                                      </p:cBhvr>
                                    </p:animEffect>
                                  </p:childTnLst>
                                </p:cTn>
                              </p:par>
                            </p:childTnLst>
                          </p:cTn>
                        </p:par>
                        <p:par>
                          <p:cTn id="56" fill="hold">
                            <p:stCondLst>
                              <p:cond delay="6500"/>
                            </p:stCondLst>
                            <p:childTnLst>
                              <p:par>
                                <p:cTn id="57" presetID="22" presetClass="entr" presetSubtype="4" fill="hold" grpId="0" nodeType="afterEffect">
                                  <p:stCondLst>
                                    <p:cond delay="0"/>
                                  </p:stCondLst>
                                  <p:childTnLst>
                                    <p:set>
                                      <p:cBhvr>
                                        <p:cTn id="58" dur="1" fill="hold">
                                          <p:stCondLst>
                                            <p:cond delay="0"/>
                                          </p:stCondLst>
                                        </p:cTn>
                                        <p:tgtEl>
                                          <p:spTgt spid="59"/>
                                        </p:tgtEl>
                                        <p:attrNameLst>
                                          <p:attrName>style.visibility</p:attrName>
                                        </p:attrNameLst>
                                      </p:cBhvr>
                                      <p:to>
                                        <p:strVal val="visible"/>
                                      </p:to>
                                    </p:set>
                                    <p:animEffect transition="in" filter="wipe(down)">
                                      <p:cBhvr>
                                        <p:cTn id="59" dur="500"/>
                                        <p:tgtEl>
                                          <p:spTgt spid="59"/>
                                        </p:tgtEl>
                                      </p:cBhvr>
                                    </p:animEffect>
                                  </p:childTnLst>
                                </p:cTn>
                              </p:par>
                            </p:childTnLst>
                          </p:cTn>
                        </p:par>
                        <p:par>
                          <p:cTn id="60" fill="hold">
                            <p:stCondLst>
                              <p:cond delay="7000"/>
                            </p:stCondLst>
                            <p:childTnLst>
                              <p:par>
                                <p:cTn id="61" presetID="22" presetClass="entr" presetSubtype="4" fill="hold" grpId="0" nodeType="afterEffect" nodePh="1">
                                  <p:stCondLst>
                                    <p:cond delay="0"/>
                                  </p:stCondLst>
                                  <p:endCondLst>
                                    <p:cond evt="begin" delay="0">
                                      <p:tn val="61"/>
                                    </p:cond>
                                  </p:endCondLst>
                                  <p:childTnLst>
                                    <p:set>
                                      <p:cBhvr>
                                        <p:cTn id="62" dur="1" fill="hold">
                                          <p:stCondLst>
                                            <p:cond delay="0"/>
                                          </p:stCondLst>
                                        </p:cTn>
                                        <p:tgtEl>
                                          <p:spTgt spid="60">
                                            <p:txEl>
                                              <p:pRg st="0" end="0"/>
                                            </p:txEl>
                                          </p:spTgt>
                                        </p:tgtEl>
                                        <p:attrNameLst>
                                          <p:attrName>style.visibility</p:attrName>
                                        </p:attrNameLst>
                                      </p:cBhvr>
                                      <p:to>
                                        <p:strVal val="visible"/>
                                      </p:to>
                                    </p:set>
                                    <p:animEffect transition="in" filter="wipe(down)">
                                      <p:cBhvr>
                                        <p:cTn id="63" dur="500"/>
                                        <p:tgtEl>
                                          <p:spTgt spid="60">
                                            <p:txEl>
                                              <p:pRg st="0" end="0"/>
                                            </p:txEl>
                                          </p:spTgt>
                                        </p:tgtEl>
                                      </p:cBhvr>
                                    </p:animEffect>
                                  </p:childTnLst>
                                </p:cTn>
                              </p:par>
                            </p:childTnLst>
                          </p:cTn>
                        </p:par>
                        <p:par>
                          <p:cTn id="64" fill="hold">
                            <p:stCondLst>
                              <p:cond delay="7500"/>
                            </p:stCondLst>
                            <p:childTnLst>
                              <p:par>
                                <p:cTn id="65" presetID="22" presetClass="entr" presetSubtype="4" fill="hold" grpId="0" nodeType="afterEffect">
                                  <p:stCondLst>
                                    <p:cond delay="0"/>
                                  </p:stCondLst>
                                  <p:childTnLst>
                                    <p:set>
                                      <p:cBhvr>
                                        <p:cTn id="66" dur="1" fill="hold">
                                          <p:stCondLst>
                                            <p:cond delay="0"/>
                                          </p:stCondLst>
                                        </p:cTn>
                                        <p:tgtEl>
                                          <p:spTgt spid="61"/>
                                        </p:tgtEl>
                                        <p:attrNameLst>
                                          <p:attrName>style.visibility</p:attrName>
                                        </p:attrNameLst>
                                      </p:cBhvr>
                                      <p:to>
                                        <p:strVal val="visible"/>
                                      </p:to>
                                    </p:set>
                                    <p:animEffect transition="in" filter="wipe(down)">
                                      <p:cBhvr>
                                        <p:cTn id="67" dur="500"/>
                                        <p:tgtEl>
                                          <p:spTgt spid="61"/>
                                        </p:tgtEl>
                                      </p:cBhvr>
                                    </p:animEffect>
                                  </p:childTnLst>
                                </p:cTn>
                              </p:par>
                            </p:childTnLst>
                          </p:cTn>
                        </p:par>
                        <p:par>
                          <p:cTn id="68" fill="hold">
                            <p:stCondLst>
                              <p:cond delay="8000"/>
                            </p:stCondLst>
                            <p:childTnLst>
                              <p:par>
                                <p:cTn id="69" presetID="22" presetClass="entr" presetSubtype="4" fill="hold" grpId="0" nodeType="afterEffect">
                                  <p:stCondLst>
                                    <p:cond delay="0"/>
                                  </p:stCondLst>
                                  <p:childTnLst>
                                    <p:set>
                                      <p:cBhvr>
                                        <p:cTn id="70" dur="1" fill="hold">
                                          <p:stCondLst>
                                            <p:cond delay="0"/>
                                          </p:stCondLst>
                                        </p:cTn>
                                        <p:tgtEl>
                                          <p:spTgt spid="62"/>
                                        </p:tgtEl>
                                        <p:attrNameLst>
                                          <p:attrName>style.visibility</p:attrName>
                                        </p:attrNameLst>
                                      </p:cBhvr>
                                      <p:to>
                                        <p:strVal val="visible"/>
                                      </p:to>
                                    </p:set>
                                    <p:animEffect transition="in" filter="wipe(down)">
                                      <p:cBhvr>
                                        <p:cTn id="71" dur="500"/>
                                        <p:tgtEl>
                                          <p:spTgt spid="62"/>
                                        </p:tgtEl>
                                      </p:cBhvr>
                                    </p:animEffect>
                                  </p:childTnLst>
                                </p:cTn>
                              </p:par>
                            </p:childTnLst>
                          </p:cTn>
                        </p:par>
                        <p:par>
                          <p:cTn id="72" fill="hold">
                            <p:stCondLst>
                              <p:cond delay="8500"/>
                            </p:stCondLst>
                            <p:childTnLst>
                              <p:par>
                                <p:cTn id="73" presetID="22" presetClass="entr" presetSubtype="4" fill="hold" nodeType="afterEffect" nodePh="1">
                                  <p:stCondLst>
                                    <p:cond delay="0"/>
                                  </p:stCondLst>
                                  <p:endCondLst>
                                    <p:cond evt="begin" delay="0">
                                      <p:tn val="73"/>
                                    </p:cond>
                                  </p:endCondLst>
                                  <p:childTnLst>
                                    <p:set>
                                      <p:cBhvr>
                                        <p:cTn id="74" dur="1" fill="hold">
                                          <p:stCondLst>
                                            <p:cond delay="0"/>
                                          </p:stCondLst>
                                        </p:cTn>
                                        <p:tgtEl>
                                          <p:spTgt spid="63">
                                            <p:txEl>
                                              <p:pRg st="0" end="0"/>
                                            </p:txEl>
                                          </p:spTgt>
                                        </p:tgtEl>
                                        <p:attrNameLst>
                                          <p:attrName>style.visibility</p:attrName>
                                        </p:attrNameLst>
                                      </p:cBhvr>
                                      <p:to>
                                        <p:strVal val="visible"/>
                                      </p:to>
                                    </p:set>
                                    <p:animEffect transition="in" filter="wipe(down)">
                                      <p:cBhvr>
                                        <p:cTn id="75" dur="500"/>
                                        <p:tgtEl>
                                          <p:spTgt spid="63">
                                            <p:txEl>
                                              <p:pRg st="0" end="0"/>
                                            </p:txEl>
                                          </p:spTgt>
                                        </p:tgtEl>
                                      </p:cBhvr>
                                    </p:animEffect>
                                  </p:childTnLst>
                                </p:cTn>
                              </p:par>
                            </p:childTnLst>
                          </p:cTn>
                        </p:par>
                        <p:par>
                          <p:cTn id="76" fill="hold">
                            <p:stCondLst>
                              <p:cond delay="9000"/>
                            </p:stCondLst>
                            <p:childTnLst>
                              <p:par>
                                <p:cTn id="77" presetID="22" presetClass="entr" presetSubtype="4" fill="hold" grpId="0" nodeType="afterEffect">
                                  <p:stCondLst>
                                    <p:cond delay="0"/>
                                  </p:stCondLst>
                                  <p:childTnLst>
                                    <p:set>
                                      <p:cBhvr>
                                        <p:cTn id="78" dur="1" fill="hold">
                                          <p:stCondLst>
                                            <p:cond delay="0"/>
                                          </p:stCondLst>
                                        </p:cTn>
                                        <p:tgtEl>
                                          <p:spTgt spid="64"/>
                                        </p:tgtEl>
                                        <p:attrNameLst>
                                          <p:attrName>style.visibility</p:attrName>
                                        </p:attrNameLst>
                                      </p:cBhvr>
                                      <p:to>
                                        <p:strVal val="visible"/>
                                      </p:to>
                                    </p:set>
                                    <p:animEffect transition="in" filter="wipe(down)">
                                      <p:cBhvr>
                                        <p:cTn id="79" dur="500"/>
                                        <p:tgtEl>
                                          <p:spTgt spid="64"/>
                                        </p:tgtEl>
                                      </p:cBhvr>
                                    </p:animEffect>
                                  </p:childTnLst>
                                </p:cTn>
                              </p:par>
                            </p:childTnLst>
                          </p:cTn>
                        </p:par>
                        <p:par>
                          <p:cTn id="80" fill="hold">
                            <p:stCondLst>
                              <p:cond delay="9500"/>
                            </p:stCondLst>
                            <p:childTnLst>
                              <p:par>
                                <p:cTn id="81" presetID="22" presetClass="entr" presetSubtype="4" fill="hold" grpId="0" nodeType="afterEffect">
                                  <p:stCondLst>
                                    <p:cond delay="0"/>
                                  </p:stCondLst>
                                  <p:childTnLst>
                                    <p:set>
                                      <p:cBhvr>
                                        <p:cTn id="82" dur="1" fill="hold">
                                          <p:stCondLst>
                                            <p:cond delay="0"/>
                                          </p:stCondLst>
                                        </p:cTn>
                                        <p:tgtEl>
                                          <p:spTgt spid="65"/>
                                        </p:tgtEl>
                                        <p:attrNameLst>
                                          <p:attrName>style.visibility</p:attrName>
                                        </p:attrNameLst>
                                      </p:cBhvr>
                                      <p:to>
                                        <p:strVal val="visible"/>
                                      </p:to>
                                    </p:set>
                                    <p:animEffect transition="in" filter="wipe(down)">
                                      <p:cBhvr>
                                        <p:cTn id="83" dur="500"/>
                                        <p:tgtEl>
                                          <p:spTgt spid="65"/>
                                        </p:tgtEl>
                                      </p:cBhvr>
                                    </p:animEffect>
                                  </p:childTnLst>
                                </p:cTn>
                              </p:par>
                            </p:childTnLst>
                          </p:cTn>
                        </p:par>
                        <p:par>
                          <p:cTn id="84" fill="hold">
                            <p:stCondLst>
                              <p:cond delay="10000"/>
                            </p:stCondLst>
                            <p:childTnLst>
                              <p:par>
                                <p:cTn id="85" presetID="22" presetClass="entr" presetSubtype="4" fill="hold" grpId="0" nodeType="afterEffect" nodePh="1">
                                  <p:stCondLst>
                                    <p:cond delay="0"/>
                                  </p:stCondLst>
                                  <p:endCondLst>
                                    <p:cond evt="begin" delay="0">
                                      <p:tn val="85"/>
                                    </p:cond>
                                  </p:endCondLst>
                                  <p:childTnLst>
                                    <p:set>
                                      <p:cBhvr>
                                        <p:cTn id="86" dur="1" fill="hold">
                                          <p:stCondLst>
                                            <p:cond delay="0"/>
                                          </p:stCondLst>
                                        </p:cTn>
                                        <p:tgtEl>
                                          <p:spTgt spid="66">
                                            <p:txEl>
                                              <p:pRg st="0" end="0"/>
                                            </p:txEl>
                                          </p:spTgt>
                                        </p:tgtEl>
                                        <p:attrNameLst>
                                          <p:attrName>style.visibility</p:attrName>
                                        </p:attrNameLst>
                                      </p:cBhvr>
                                      <p:to>
                                        <p:strVal val="visible"/>
                                      </p:to>
                                    </p:set>
                                    <p:animEffect transition="in" filter="wipe(down)">
                                      <p:cBhvr>
                                        <p:cTn id="87" dur="500"/>
                                        <p:tgtEl>
                                          <p:spTgt spid="66">
                                            <p:txEl>
                                              <p:pRg st="0" end="0"/>
                                            </p:txEl>
                                          </p:spTgt>
                                        </p:tgtEl>
                                      </p:cBhvr>
                                    </p:animEffect>
                                  </p:childTnLst>
                                </p:cTn>
                              </p:par>
                            </p:childTnLst>
                          </p:cTn>
                        </p:par>
                        <p:par>
                          <p:cTn id="88" fill="hold">
                            <p:stCondLst>
                              <p:cond delay="10500"/>
                            </p:stCondLst>
                            <p:childTnLst>
                              <p:par>
                                <p:cTn id="89" presetID="22" presetClass="entr" presetSubtype="4" fill="hold" grpId="0" nodeType="afterEffect">
                                  <p:stCondLst>
                                    <p:cond delay="0"/>
                                  </p:stCondLst>
                                  <p:childTnLst>
                                    <p:set>
                                      <p:cBhvr>
                                        <p:cTn id="90" dur="1" fill="hold">
                                          <p:stCondLst>
                                            <p:cond delay="0"/>
                                          </p:stCondLst>
                                        </p:cTn>
                                        <p:tgtEl>
                                          <p:spTgt spid="67"/>
                                        </p:tgtEl>
                                        <p:attrNameLst>
                                          <p:attrName>style.visibility</p:attrName>
                                        </p:attrNameLst>
                                      </p:cBhvr>
                                      <p:to>
                                        <p:strVal val="visible"/>
                                      </p:to>
                                    </p:set>
                                    <p:animEffect transition="in" filter="wipe(down)">
                                      <p:cBhvr>
                                        <p:cTn id="91" dur="500"/>
                                        <p:tgtEl>
                                          <p:spTgt spid="67"/>
                                        </p:tgtEl>
                                      </p:cBhvr>
                                    </p:animEffect>
                                  </p:childTnLst>
                                </p:cTn>
                              </p:par>
                            </p:childTnLst>
                          </p:cTn>
                        </p:par>
                        <p:par>
                          <p:cTn id="92" fill="hold">
                            <p:stCondLst>
                              <p:cond delay="11000"/>
                            </p:stCondLst>
                            <p:childTnLst>
                              <p:par>
                                <p:cTn id="93" presetID="22" presetClass="entr" presetSubtype="4" fill="hold" grpId="0" nodeType="afterEffect">
                                  <p:stCondLst>
                                    <p:cond delay="0"/>
                                  </p:stCondLst>
                                  <p:childTnLst>
                                    <p:set>
                                      <p:cBhvr>
                                        <p:cTn id="94" dur="1" fill="hold">
                                          <p:stCondLst>
                                            <p:cond delay="0"/>
                                          </p:stCondLst>
                                        </p:cTn>
                                        <p:tgtEl>
                                          <p:spTgt spid="68"/>
                                        </p:tgtEl>
                                        <p:attrNameLst>
                                          <p:attrName>style.visibility</p:attrName>
                                        </p:attrNameLst>
                                      </p:cBhvr>
                                      <p:to>
                                        <p:strVal val="visible"/>
                                      </p:to>
                                    </p:set>
                                    <p:animEffect transition="in" filter="wipe(down)">
                                      <p:cBhvr>
                                        <p:cTn id="95" dur="500"/>
                                        <p:tgtEl>
                                          <p:spTgt spid="68"/>
                                        </p:tgtEl>
                                      </p:cBhvr>
                                    </p:animEffect>
                                  </p:childTnLst>
                                </p:cTn>
                              </p:par>
                            </p:childTnLst>
                          </p:cTn>
                        </p:par>
                        <p:par>
                          <p:cTn id="96" fill="hold">
                            <p:stCondLst>
                              <p:cond delay="11500"/>
                            </p:stCondLst>
                            <p:childTnLst>
                              <p:par>
                                <p:cTn id="97" presetID="22" presetClass="entr" presetSubtype="4" fill="hold" grpId="0" nodeType="afterEffect" nodePh="1">
                                  <p:stCondLst>
                                    <p:cond delay="0"/>
                                  </p:stCondLst>
                                  <p:endCondLst>
                                    <p:cond evt="begin" delay="0">
                                      <p:tn val="97"/>
                                    </p:cond>
                                  </p:endCondLst>
                                  <p:childTnLst>
                                    <p:set>
                                      <p:cBhvr>
                                        <p:cTn id="98" dur="1" fill="hold">
                                          <p:stCondLst>
                                            <p:cond delay="0"/>
                                          </p:stCondLst>
                                        </p:cTn>
                                        <p:tgtEl>
                                          <p:spTgt spid="69">
                                            <p:txEl>
                                              <p:pRg st="0" end="0"/>
                                            </p:txEl>
                                          </p:spTgt>
                                        </p:tgtEl>
                                        <p:attrNameLst>
                                          <p:attrName>style.visibility</p:attrName>
                                        </p:attrNameLst>
                                      </p:cBhvr>
                                      <p:to>
                                        <p:strVal val="visible"/>
                                      </p:to>
                                    </p:set>
                                    <p:animEffect transition="in" filter="wipe(down)">
                                      <p:cBhvr>
                                        <p:cTn id="99" dur="500"/>
                                        <p:tgtEl>
                                          <p:spTgt spid="69">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P spid="17" grpId="0" animBg="1"/>
      <p:bldP spid="48"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48"/>
                        </p:tgtEl>
                        <p:attrNameLst>
                          <p:attrName>style.visibility</p:attrName>
                        </p:attrNameLst>
                      </p:cBhvr>
                      <p:to>
                        <p:strVal val="visible"/>
                      </p:to>
                    </p:set>
                    <p:animEffect transition="in" filter="wipe(down)">
                      <p:cBhvr>
                        <p:cTn dur="500"/>
                        <p:tgtEl>
                          <p:spTgt spid="48"/>
                        </p:tgtEl>
                      </p:cBhvr>
                    </p:animEffect>
                  </p:childTnLst>
                </p:cTn>
              </p:par>
            </p:tnLst>
          </p:tmpl>
        </p:tmplLst>
      </p:bldP>
      <p:bldP spid="49" grpId="0"/>
      <p:bldP spid="50" grpId="0" animBg="1"/>
      <p:bldP spid="51"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51"/>
                        </p:tgtEl>
                        <p:attrNameLst>
                          <p:attrName>style.visibility</p:attrName>
                        </p:attrNameLst>
                      </p:cBhvr>
                      <p:to>
                        <p:strVal val="visible"/>
                      </p:to>
                    </p:set>
                    <p:animEffect transition="in" filter="wipe(down)">
                      <p:cBhvr>
                        <p:cTn dur="500"/>
                        <p:tgtEl>
                          <p:spTgt spid="51"/>
                        </p:tgtEl>
                      </p:cBhvr>
                    </p:animEffect>
                  </p:childTnLst>
                </p:cTn>
              </p:par>
            </p:tnLst>
          </p:tmpl>
        </p:tmplLst>
      </p:bldP>
      <p:bldP spid="52" grpId="0"/>
      <p:bldP spid="53" grpId="0" animBg="1"/>
      <p:bldP spid="54"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54"/>
                        </p:tgtEl>
                        <p:attrNameLst>
                          <p:attrName>style.visibility</p:attrName>
                        </p:attrNameLst>
                      </p:cBhvr>
                      <p:to>
                        <p:strVal val="visible"/>
                      </p:to>
                    </p:set>
                    <p:animEffect transition="in" filter="wipe(down)">
                      <p:cBhvr>
                        <p:cTn dur="500"/>
                        <p:tgtEl>
                          <p:spTgt spid="54"/>
                        </p:tgtEl>
                      </p:cBhvr>
                    </p:animEffect>
                  </p:childTnLst>
                </p:cTn>
              </p:par>
            </p:tnLst>
          </p:tmpl>
        </p:tmplLst>
      </p:bldP>
      <p:bldP spid="55" grpId="0"/>
      <p:bldP spid="56" grpId="0" animBg="1"/>
      <p:bldP spid="57"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57"/>
                        </p:tgtEl>
                        <p:attrNameLst>
                          <p:attrName>style.visibility</p:attrName>
                        </p:attrNameLst>
                      </p:cBhvr>
                      <p:to>
                        <p:strVal val="visible"/>
                      </p:to>
                    </p:set>
                    <p:animEffect transition="in" filter="wipe(down)">
                      <p:cBhvr>
                        <p:cTn dur="500"/>
                        <p:tgtEl>
                          <p:spTgt spid="57"/>
                        </p:tgtEl>
                      </p:cBhvr>
                    </p:animEffect>
                  </p:childTnLst>
                </p:cTn>
              </p:par>
            </p:tnLst>
          </p:tmpl>
        </p:tmplLst>
      </p:bldP>
      <p:bldP spid="58" grpId="0"/>
      <p:bldP spid="59" grpId="0" animBg="1"/>
      <p:bldP spid="60"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60"/>
                        </p:tgtEl>
                        <p:attrNameLst>
                          <p:attrName>style.visibility</p:attrName>
                        </p:attrNameLst>
                      </p:cBhvr>
                      <p:to>
                        <p:strVal val="visible"/>
                      </p:to>
                    </p:set>
                    <p:animEffect transition="in" filter="wipe(down)">
                      <p:cBhvr>
                        <p:cTn dur="500"/>
                        <p:tgtEl>
                          <p:spTgt spid="60"/>
                        </p:tgtEl>
                      </p:cBhvr>
                    </p:animEffect>
                  </p:childTnLst>
                </p:cTn>
              </p:par>
            </p:tnLst>
          </p:tmpl>
        </p:tmplLst>
      </p:bldP>
      <p:bldP spid="61" grpId="0"/>
      <p:bldP spid="62" grpId="0" animBg="1"/>
      <p:bldP spid="64" grpId="0"/>
      <p:bldP spid="65" grpId="0" animBg="1"/>
      <p:bldP spid="66"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66"/>
                        </p:tgtEl>
                        <p:attrNameLst>
                          <p:attrName>style.visibility</p:attrName>
                        </p:attrNameLst>
                      </p:cBhvr>
                      <p:to>
                        <p:strVal val="visible"/>
                      </p:to>
                    </p:set>
                    <p:animEffect transition="in" filter="wipe(down)">
                      <p:cBhvr>
                        <p:cTn dur="500"/>
                        <p:tgtEl>
                          <p:spTgt spid="66"/>
                        </p:tgtEl>
                      </p:cBhvr>
                    </p:animEffect>
                  </p:childTnLst>
                </p:cTn>
              </p:par>
            </p:tnLst>
          </p:tmpl>
        </p:tmplLst>
      </p:bldP>
      <p:bldP spid="67" grpId="0"/>
      <p:bldP spid="68" grpId="0" animBg="1"/>
      <p:bldP spid="69"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69"/>
                        </p:tgtEl>
                        <p:attrNameLst>
                          <p:attrName>style.visibility</p:attrName>
                        </p:attrNameLst>
                      </p:cBhvr>
                      <p:to>
                        <p:strVal val="visible"/>
                      </p:to>
                    </p:set>
                    <p:animEffect transition="in" filter="wipe(down)">
                      <p:cBhvr>
                        <p:cTn dur="500"/>
                        <p:tgtEl>
                          <p:spTgt spid="69"/>
                        </p:tgtEl>
                      </p:cBhvr>
                    </p:animEffect>
                  </p:childTnLst>
                </p:cTn>
              </p:par>
            </p:tnLst>
          </p:tmpl>
        </p:tmplLst>
      </p:bldP>
    </p:bldLst>
  </p:timing>
</p:sldLayout>
</file>

<file path=ppt/slideLayouts/slideLayout415.xml><?xml version="1.0" encoding="utf-8"?>
<p:sldLayout xmlns:a="http://schemas.openxmlformats.org/drawingml/2006/main" xmlns:r="http://schemas.openxmlformats.org/officeDocument/2006/relationships" xmlns:p="http://schemas.openxmlformats.org/presentationml/2006/main" userDrawn="1">
  <p:cSld name="2_2-Pics">
    <p:spTree>
      <p:nvGrpSpPr>
        <p:cNvPr id="1" name=""/>
        <p:cNvGrpSpPr/>
        <p:nvPr/>
      </p:nvGrpSpPr>
      <p:grpSpPr>
        <a:xfrm>
          <a:off x="0" y="0"/>
          <a:ext cx="0" cy="0"/>
          <a:chOff x="0" y="0"/>
          <a:chExt cx="0" cy="0"/>
        </a:xfrm>
      </p:grpSpPr>
      <p:sp>
        <p:nvSpPr>
          <p:cNvPr id="58" name="Picture Placeholder 7"/>
          <p:cNvSpPr>
            <a:spLocks noGrp="1"/>
          </p:cNvSpPr>
          <p:nvPr>
            <p:ph type="pic" sz="quarter" idx="22" hasCustomPrompt="1"/>
          </p:nvPr>
        </p:nvSpPr>
        <p:spPr>
          <a:xfrm>
            <a:off x="6286302" y="2195021"/>
            <a:ext cx="5030956" cy="2697948"/>
          </a:xfrm>
          <a:prstGeom prst="downArrowCallout">
            <a:avLst>
              <a:gd name="adj1" fmla="val 50000"/>
              <a:gd name="adj2" fmla="val 11967"/>
              <a:gd name="adj3" fmla="val 7487"/>
              <a:gd name="adj4" fmla="val 92647"/>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8" name="Picture Placeholder 7"/>
          <p:cNvSpPr>
            <a:spLocks noGrp="1"/>
          </p:cNvSpPr>
          <p:nvPr>
            <p:ph type="pic" sz="quarter" idx="10" hasCustomPrompt="1"/>
          </p:nvPr>
        </p:nvSpPr>
        <p:spPr>
          <a:xfrm>
            <a:off x="858246" y="2182184"/>
            <a:ext cx="5030956" cy="2710781"/>
          </a:xfrm>
          <a:prstGeom prst="downArrowCallout">
            <a:avLst>
              <a:gd name="adj1" fmla="val 50000"/>
              <a:gd name="adj2" fmla="val 11967"/>
              <a:gd name="adj3" fmla="val 7487"/>
              <a:gd name="adj4" fmla="val 92647"/>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40" name="Text Placeholder 3"/>
          <p:cNvSpPr>
            <a:spLocks noGrp="1"/>
          </p:cNvSpPr>
          <p:nvPr>
            <p:ph type="body" sz="half" idx="15"/>
          </p:nvPr>
        </p:nvSpPr>
        <p:spPr>
          <a:xfrm>
            <a:off x="865266" y="5193235"/>
            <a:ext cx="5016911" cy="846795"/>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a:solidFill>
                <a:schemeClr val="tx1">
                  <a:lumMod val="50000"/>
                  <a:lumOff val="50000"/>
                </a:schemeClr>
              </a:solidFill>
            </a:endParaRPr>
          </a:p>
        </p:txBody>
      </p:sp>
      <p:sp>
        <p:nvSpPr>
          <p:cNvPr id="42" name="Text Placeholder 3"/>
          <p:cNvSpPr>
            <a:spLocks noGrp="1"/>
          </p:cNvSpPr>
          <p:nvPr>
            <p:ph type="body" sz="half" idx="17"/>
          </p:nvPr>
        </p:nvSpPr>
        <p:spPr>
          <a:xfrm>
            <a:off x="858242" y="4918632"/>
            <a:ext cx="5030959" cy="257040"/>
          </a:xfrm>
          <a:prstGeom prst="rect">
            <a:avLst/>
          </a:prstGeom>
        </p:spPr>
        <p:txBody>
          <a:bodyPr wrap="none" lIns="0" tIns="0" rIns="0" bIns="0" anchor="ctr">
            <a:noAutofit/>
          </a:bodyPr>
          <a:lstStyle>
            <a:lvl1pPr marL="0" indent="0" algn="ctr">
              <a:buNone/>
              <a:defRPr sz="1467" b="1" baseline="0">
                <a:solidFill>
                  <a:schemeClr val="accent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59" name="Text Placeholder 3"/>
          <p:cNvSpPr>
            <a:spLocks noGrp="1"/>
          </p:cNvSpPr>
          <p:nvPr>
            <p:ph type="body" sz="half" idx="23"/>
          </p:nvPr>
        </p:nvSpPr>
        <p:spPr>
          <a:xfrm>
            <a:off x="6293325" y="5193235"/>
            <a:ext cx="5016911" cy="846795"/>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a:solidFill>
                <a:schemeClr val="tx1">
                  <a:lumMod val="50000"/>
                  <a:lumOff val="50000"/>
                </a:schemeClr>
              </a:solidFill>
            </a:endParaRPr>
          </a:p>
        </p:txBody>
      </p:sp>
      <p:sp>
        <p:nvSpPr>
          <p:cNvPr id="62" name="Text Placeholder 3"/>
          <p:cNvSpPr>
            <a:spLocks noGrp="1"/>
          </p:cNvSpPr>
          <p:nvPr>
            <p:ph type="body" sz="half" idx="25"/>
          </p:nvPr>
        </p:nvSpPr>
        <p:spPr>
          <a:xfrm>
            <a:off x="6286299" y="4918632"/>
            <a:ext cx="5030959" cy="257040"/>
          </a:xfrm>
          <a:prstGeom prst="rect">
            <a:avLst/>
          </a:prstGeom>
        </p:spPr>
        <p:txBody>
          <a:bodyPr wrap="none" lIns="0" tIns="0" rIns="0" bIns="0" anchor="ctr">
            <a:noAutofit/>
          </a:bodyPr>
          <a:lstStyle>
            <a:lvl1pPr marL="0" indent="0" algn="ctr">
              <a:buNone/>
              <a:defRPr sz="1467" b="1" baseline="0">
                <a:solidFill>
                  <a:schemeClr val="accent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32" name="Rectangle 31"/>
          <p:cNvSpPr/>
          <p:nvPr userDrawn="1"/>
        </p:nvSpPr>
        <p:spPr>
          <a:xfrm>
            <a:off x="865265" y="1672313"/>
            <a:ext cx="5016912" cy="50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1867" dirty="0">
              <a:solidFill>
                <a:srgbClr val="FFFFFF"/>
              </a:solidFill>
            </a:endParaRPr>
          </a:p>
        </p:txBody>
      </p:sp>
      <p:sp>
        <p:nvSpPr>
          <p:cNvPr id="41" name="Text Placeholder 3"/>
          <p:cNvSpPr>
            <a:spLocks noGrp="1"/>
          </p:cNvSpPr>
          <p:nvPr>
            <p:ph type="body" sz="half" idx="16"/>
          </p:nvPr>
        </p:nvSpPr>
        <p:spPr>
          <a:xfrm>
            <a:off x="896710" y="1773356"/>
            <a:ext cx="4954023" cy="267661"/>
          </a:xfrm>
          <a:prstGeom prst="rect">
            <a:avLst/>
          </a:prstGeom>
        </p:spPr>
        <p:txBody>
          <a:bodyPr wrap="non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60" name="Rectangle 59"/>
          <p:cNvSpPr/>
          <p:nvPr userDrawn="1"/>
        </p:nvSpPr>
        <p:spPr>
          <a:xfrm>
            <a:off x="6293321" y="1672313"/>
            <a:ext cx="5016912" cy="50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1867" dirty="0">
              <a:solidFill>
                <a:srgbClr val="FFFFFF"/>
              </a:solidFill>
            </a:endParaRPr>
          </a:p>
        </p:txBody>
      </p:sp>
      <p:sp>
        <p:nvSpPr>
          <p:cNvPr id="61" name="Text Placeholder 3"/>
          <p:cNvSpPr>
            <a:spLocks noGrp="1"/>
          </p:cNvSpPr>
          <p:nvPr>
            <p:ph type="body" sz="half" idx="24"/>
          </p:nvPr>
        </p:nvSpPr>
        <p:spPr>
          <a:xfrm>
            <a:off x="6324769" y="1773356"/>
            <a:ext cx="4954023" cy="267661"/>
          </a:xfrm>
          <a:prstGeom prst="rect">
            <a:avLst/>
          </a:prstGeom>
        </p:spPr>
        <p:txBody>
          <a:bodyPr wrap="non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18"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9"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70643592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accel="50000" decel="50000" fill="hold" grpId="0" nodeType="afterEffect">
                                  <p:stCondLst>
                                    <p:cond delay="0"/>
                                  </p:stCondLst>
                                  <p:childTnLst>
                                    <p:set>
                                      <p:cBhvr>
                                        <p:cTn id="6" dur="1" fill="hold">
                                          <p:stCondLst>
                                            <p:cond delay="0"/>
                                          </p:stCondLst>
                                        </p:cTn>
                                        <p:tgtEl>
                                          <p:spTgt spid="32"/>
                                        </p:tgtEl>
                                        <p:attrNameLst>
                                          <p:attrName>style.visibility</p:attrName>
                                        </p:attrNameLst>
                                      </p:cBhvr>
                                      <p:to>
                                        <p:strVal val="visible"/>
                                      </p:to>
                                    </p:set>
                                    <p:anim calcmode="lin" valueType="num">
                                      <p:cBhvr additive="base">
                                        <p:cTn id="7" dur="500" fill="hold"/>
                                        <p:tgtEl>
                                          <p:spTgt spid="32"/>
                                        </p:tgtEl>
                                        <p:attrNameLst>
                                          <p:attrName>ppt_x</p:attrName>
                                        </p:attrNameLst>
                                      </p:cBhvr>
                                      <p:tavLst>
                                        <p:tav tm="0">
                                          <p:val>
                                            <p:strVal val="#ppt_x"/>
                                          </p:val>
                                        </p:tav>
                                        <p:tav tm="100000">
                                          <p:val>
                                            <p:strVal val="#ppt_x"/>
                                          </p:val>
                                        </p:tav>
                                      </p:tavLst>
                                    </p:anim>
                                    <p:anim calcmode="lin" valueType="num">
                                      <p:cBhvr additive="base">
                                        <p:cTn id="8" dur="500" fill="hold"/>
                                        <p:tgtEl>
                                          <p:spTgt spid="32"/>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2" presetClass="entr" presetSubtype="4" fill="hold" grpId="0" nodeType="afterEffect" nodePh="1">
                                  <p:stCondLst>
                                    <p:cond delay="0"/>
                                  </p:stCondLst>
                                  <p:endCondLst>
                                    <p:cond evt="begin" delay="0">
                                      <p:tn val="10"/>
                                    </p:cond>
                                  </p:endCondLst>
                                  <p:childTnLst>
                                    <p:set>
                                      <p:cBhvr>
                                        <p:cTn id="11" dur="1" fill="hold">
                                          <p:stCondLst>
                                            <p:cond delay="0"/>
                                          </p:stCondLst>
                                        </p:cTn>
                                        <p:tgtEl>
                                          <p:spTgt spid="41">
                                            <p:txEl>
                                              <p:pRg st="0" end="0"/>
                                            </p:txEl>
                                          </p:spTgt>
                                        </p:tgtEl>
                                        <p:attrNameLst>
                                          <p:attrName>style.visibility</p:attrName>
                                        </p:attrNameLst>
                                      </p:cBhvr>
                                      <p:to>
                                        <p:strVal val="visible"/>
                                      </p:to>
                                    </p:set>
                                    <p:animEffect transition="in" filter="wipe(down)">
                                      <p:cBhvr>
                                        <p:cTn id="12" dur="500"/>
                                        <p:tgtEl>
                                          <p:spTgt spid="41">
                                            <p:txEl>
                                              <p:pRg st="0" end="0"/>
                                            </p:txEl>
                                          </p:spTgt>
                                        </p:tgtEl>
                                      </p:cBhvr>
                                    </p:animEffect>
                                  </p:childTnLst>
                                </p:cTn>
                              </p:par>
                              <p:par>
                                <p:cTn id="13" presetID="2" presetClass="entr" presetSubtype="4" accel="50000" decel="50000" fill="hold" grpId="0" nodeType="withEffect">
                                  <p:stCondLst>
                                    <p:cond delay="0"/>
                                  </p:stCondLst>
                                  <p:childTnLst>
                                    <p:set>
                                      <p:cBhvr>
                                        <p:cTn id="14" dur="1" fill="hold">
                                          <p:stCondLst>
                                            <p:cond delay="0"/>
                                          </p:stCondLst>
                                        </p:cTn>
                                        <p:tgtEl>
                                          <p:spTgt spid="38"/>
                                        </p:tgtEl>
                                        <p:attrNameLst>
                                          <p:attrName>style.visibility</p:attrName>
                                        </p:attrNameLst>
                                      </p:cBhvr>
                                      <p:to>
                                        <p:strVal val="visible"/>
                                      </p:to>
                                    </p:set>
                                    <p:anim calcmode="lin" valueType="num">
                                      <p:cBhvr additive="base">
                                        <p:cTn id="15" dur="500" fill="hold"/>
                                        <p:tgtEl>
                                          <p:spTgt spid="38"/>
                                        </p:tgtEl>
                                        <p:attrNameLst>
                                          <p:attrName>ppt_x</p:attrName>
                                        </p:attrNameLst>
                                      </p:cBhvr>
                                      <p:tavLst>
                                        <p:tav tm="0">
                                          <p:val>
                                            <p:strVal val="#ppt_x"/>
                                          </p:val>
                                        </p:tav>
                                        <p:tav tm="100000">
                                          <p:val>
                                            <p:strVal val="#ppt_x"/>
                                          </p:val>
                                        </p:tav>
                                      </p:tavLst>
                                    </p:anim>
                                    <p:anim calcmode="lin" valueType="num">
                                      <p:cBhvr additive="base">
                                        <p:cTn id="16" dur="500" fill="hold"/>
                                        <p:tgtEl>
                                          <p:spTgt spid="38"/>
                                        </p:tgtEl>
                                        <p:attrNameLst>
                                          <p:attrName>ppt_y</p:attrName>
                                        </p:attrNameLst>
                                      </p:cBhvr>
                                      <p:tavLst>
                                        <p:tav tm="0">
                                          <p:val>
                                            <p:strVal val="1+#ppt_h/2"/>
                                          </p:val>
                                        </p:tav>
                                        <p:tav tm="100000">
                                          <p:val>
                                            <p:strVal val="#ppt_y"/>
                                          </p:val>
                                        </p:tav>
                                      </p:tavLst>
                                    </p:anim>
                                  </p:childTnLst>
                                </p:cTn>
                              </p:par>
                            </p:childTnLst>
                          </p:cTn>
                        </p:par>
                        <p:par>
                          <p:cTn id="17" fill="hold">
                            <p:stCondLst>
                              <p:cond delay="1000"/>
                            </p:stCondLst>
                            <p:childTnLst>
                              <p:par>
                                <p:cTn id="18" presetID="2" presetClass="entr" presetSubtype="4" accel="50000" decel="50000" fill="hold" grpId="0" nodeType="afterEffect" nodePh="1">
                                  <p:stCondLst>
                                    <p:cond delay="0"/>
                                  </p:stCondLst>
                                  <p:endCondLst>
                                    <p:cond evt="begin" delay="0">
                                      <p:tn val="18"/>
                                    </p:cond>
                                  </p:endCondLst>
                                  <p:childTnLst>
                                    <p:set>
                                      <p:cBhvr>
                                        <p:cTn id="19" dur="1" fill="hold">
                                          <p:stCondLst>
                                            <p:cond delay="0"/>
                                          </p:stCondLst>
                                        </p:cTn>
                                        <p:tgtEl>
                                          <p:spTgt spid="42">
                                            <p:txEl>
                                              <p:pRg st="0" end="0"/>
                                            </p:txEl>
                                          </p:spTgt>
                                        </p:tgtEl>
                                        <p:attrNameLst>
                                          <p:attrName>style.visibility</p:attrName>
                                        </p:attrNameLst>
                                      </p:cBhvr>
                                      <p:to>
                                        <p:strVal val="visible"/>
                                      </p:to>
                                    </p:set>
                                    <p:anim calcmode="lin" valueType="num">
                                      <p:cBhvr additive="base">
                                        <p:cTn id="20" dur="500" fill="hold"/>
                                        <p:tgtEl>
                                          <p:spTgt spid="42">
                                            <p:txEl>
                                              <p:pRg st="0" end="0"/>
                                            </p:txEl>
                                          </p:spTgt>
                                        </p:tgtEl>
                                        <p:attrNameLst>
                                          <p:attrName>ppt_x</p:attrName>
                                        </p:attrNameLst>
                                      </p:cBhvr>
                                      <p:tavLst>
                                        <p:tav tm="0">
                                          <p:val>
                                            <p:strVal val="#ppt_x"/>
                                          </p:val>
                                        </p:tav>
                                        <p:tav tm="100000">
                                          <p:val>
                                            <p:strVal val="#ppt_x"/>
                                          </p:val>
                                        </p:tav>
                                      </p:tavLst>
                                    </p:anim>
                                    <p:anim calcmode="lin" valueType="num">
                                      <p:cBhvr additive="base">
                                        <p:cTn id="21" dur="500" fill="hold"/>
                                        <p:tgtEl>
                                          <p:spTgt spid="42">
                                            <p:txEl>
                                              <p:pRg st="0" end="0"/>
                                            </p:txEl>
                                          </p:spTgt>
                                        </p:tgtEl>
                                        <p:attrNameLst>
                                          <p:attrName>ppt_y</p:attrName>
                                        </p:attrNameLst>
                                      </p:cBhvr>
                                      <p:tavLst>
                                        <p:tav tm="0">
                                          <p:val>
                                            <p:strVal val="1+#ppt_h/2"/>
                                          </p:val>
                                        </p:tav>
                                        <p:tav tm="100000">
                                          <p:val>
                                            <p:strVal val="#ppt_y"/>
                                          </p:val>
                                        </p:tav>
                                      </p:tavLst>
                                    </p:anim>
                                  </p:childTnLst>
                                </p:cTn>
                              </p:par>
                            </p:childTnLst>
                          </p:cTn>
                        </p:par>
                        <p:par>
                          <p:cTn id="22" fill="hold">
                            <p:stCondLst>
                              <p:cond delay="1500"/>
                            </p:stCondLst>
                            <p:childTnLst>
                              <p:par>
                                <p:cTn id="23" presetID="2" presetClass="entr" presetSubtype="4" accel="50000" decel="50000" fill="hold" grpId="0" nodeType="afterEffect" nodePh="1">
                                  <p:stCondLst>
                                    <p:cond delay="0"/>
                                  </p:stCondLst>
                                  <p:endCondLst>
                                    <p:cond evt="begin" delay="0">
                                      <p:tn val="23"/>
                                    </p:cond>
                                  </p:endCondLst>
                                  <p:childTnLst>
                                    <p:set>
                                      <p:cBhvr>
                                        <p:cTn id="24" dur="1" fill="hold">
                                          <p:stCondLst>
                                            <p:cond delay="0"/>
                                          </p:stCondLst>
                                        </p:cTn>
                                        <p:tgtEl>
                                          <p:spTgt spid="40">
                                            <p:txEl>
                                              <p:pRg st="0" end="0"/>
                                            </p:txEl>
                                          </p:spTgt>
                                        </p:tgtEl>
                                        <p:attrNameLst>
                                          <p:attrName>style.visibility</p:attrName>
                                        </p:attrNameLst>
                                      </p:cBhvr>
                                      <p:to>
                                        <p:strVal val="visible"/>
                                      </p:to>
                                    </p:set>
                                    <p:anim calcmode="lin" valueType="num">
                                      <p:cBhvr additive="base">
                                        <p:cTn id="25" dur="500" fill="hold"/>
                                        <p:tgtEl>
                                          <p:spTgt spid="40">
                                            <p:txEl>
                                              <p:pRg st="0" end="0"/>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40">
                                            <p:txEl>
                                              <p:pRg st="0" end="0"/>
                                            </p:txEl>
                                          </p:spTgt>
                                        </p:tgtEl>
                                        <p:attrNameLst>
                                          <p:attrName>ppt_y</p:attrName>
                                        </p:attrNameLst>
                                      </p:cBhvr>
                                      <p:tavLst>
                                        <p:tav tm="0">
                                          <p:val>
                                            <p:strVal val="1+#ppt_h/2"/>
                                          </p:val>
                                        </p:tav>
                                        <p:tav tm="100000">
                                          <p:val>
                                            <p:strVal val="#ppt_y"/>
                                          </p:val>
                                        </p:tav>
                                      </p:tavLst>
                                    </p:anim>
                                  </p:childTnLst>
                                </p:cTn>
                              </p:par>
                            </p:childTnLst>
                          </p:cTn>
                        </p:par>
                        <p:par>
                          <p:cTn id="27" fill="hold">
                            <p:stCondLst>
                              <p:cond delay="2000"/>
                            </p:stCondLst>
                            <p:childTnLst>
                              <p:par>
                                <p:cTn id="28" presetID="2" presetClass="entr" presetSubtype="1" accel="50000" decel="50000" fill="hold" grpId="0" nodeType="afterEffect">
                                  <p:stCondLst>
                                    <p:cond delay="0"/>
                                  </p:stCondLst>
                                  <p:childTnLst>
                                    <p:set>
                                      <p:cBhvr>
                                        <p:cTn id="29" dur="1" fill="hold">
                                          <p:stCondLst>
                                            <p:cond delay="0"/>
                                          </p:stCondLst>
                                        </p:cTn>
                                        <p:tgtEl>
                                          <p:spTgt spid="60"/>
                                        </p:tgtEl>
                                        <p:attrNameLst>
                                          <p:attrName>style.visibility</p:attrName>
                                        </p:attrNameLst>
                                      </p:cBhvr>
                                      <p:to>
                                        <p:strVal val="visible"/>
                                      </p:to>
                                    </p:set>
                                    <p:anim calcmode="lin" valueType="num">
                                      <p:cBhvr additive="base">
                                        <p:cTn id="30" dur="500" fill="hold"/>
                                        <p:tgtEl>
                                          <p:spTgt spid="60"/>
                                        </p:tgtEl>
                                        <p:attrNameLst>
                                          <p:attrName>ppt_x</p:attrName>
                                        </p:attrNameLst>
                                      </p:cBhvr>
                                      <p:tavLst>
                                        <p:tav tm="0">
                                          <p:val>
                                            <p:strVal val="#ppt_x"/>
                                          </p:val>
                                        </p:tav>
                                        <p:tav tm="100000">
                                          <p:val>
                                            <p:strVal val="#ppt_x"/>
                                          </p:val>
                                        </p:tav>
                                      </p:tavLst>
                                    </p:anim>
                                    <p:anim calcmode="lin" valueType="num">
                                      <p:cBhvr additive="base">
                                        <p:cTn id="31" dur="500" fill="hold"/>
                                        <p:tgtEl>
                                          <p:spTgt spid="60"/>
                                        </p:tgtEl>
                                        <p:attrNameLst>
                                          <p:attrName>ppt_y</p:attrName>
                                        </p:attrNameLst>
                                      </p:cBhvr>
                                      <p:tavLst>
                                        <p:tav tm="0">
                                          <p:val>
                                            <p:strVal val="0-#ppt_h/2"/>
                                          </p:val>
                                        </p:tav>
                                        <p:tav tm="100000">
                                          <p:val>
                                            <p:strVal val="#ppt_y"/>
                                          </p:val>
                                        </p:tav>
                                      </p:tavLst>
                                    </p:anim>
                                  </p:childTnLst>
                                </p:cTn>
                              </p:par>
                            </p:childTnLst>
                          </p:cTn>
                        </p:par>
                        <p:par>
                          <p:cTn id="32" fill="hold">
                            <p:stCondLst>
                              <p:cond delay="2500"/>
                            </p:stCondLst>
                            <p:childTnLst>
                              <p:par>
                                <p:cTn id="33" presetID="22" presetClass="entr" presetSubtype="4" fill="hold" grpId="0" nodeType="afterEffect" nodePh="1">
                                  <p:stCondLst>
                                    <p:cond delay="0"/>
                                  </p:stCondLst>
                                  <p:endCondLst>
                                    <p:cond evt="begin" delay="0">
                                      <p:tn val="33"/>
                                    </p:cond>
                                  </p:endCondLst>
                                  <p:childTnLst>
                                    <p:set>
                                      <p:cBhvr>
                                        <p:cTn id="34" dur="1" fill="hold">
                                          <p:stCondLst>
                                            <p:cond delay="0"/>
                                          </p:stCondLst>
                                        </p:cTn>
                                        <p:tgtEl>
                                          <p:spTgt spid="61">
                                            <p:txEl>
                                              <p:pRg st="0" end="0"/>
                                            </p:txEl>
                                          </p:spTgt>
                                        </p:tgtEl>
                                        <p:attrNameLst>
                                          <p:attrName>style.visibility</p:attrName>
                                        </p:attrNameLst>
                                      </p:cBhvr>
                                      <p:to>
                                        <p:strVal val="visible"/>
                                      </p:to>
                                    </p:set>
                                    <p:animEffect transition="in" filter="wipe(down)">
                                      <p:cBhvr>
                                        <p:cTn id="35" dur="500"/>
                                        <p:tgtEl>
                                          <p:spTgt spid="61">
                                            <p:txEl>
                                              <p:pRg st="0" end="0"/>
                                            </p:txEl>
                                          </p:spTgt>
                                        </p:tgtEl>
                                      </p:cBhvr>
                                    </p:animEffect>
                                  </p:childTnLst>
                                </p:cTn>
                              </p:par>
                              <p:par>
                                <p:cTn id="36" presetID="2" presetClass="entr" presetSubtype="4" accel="50000" decel="50000" fill="hold" grpId="0" nodeType="withEffect">
                                  <p:stCondLst>
                                    <p:cond delay="0"/>
                                  </p:stCondLst>
                                  <p:childTnLst>
                                    <p:set>
                                      <p:cBhvr>
                                        <p:cTn id="37" dur="1" fill="hold">
                                          <p:stCondLst>
                                            <p:cond delay="0"/>
                                          </p:stCondLst>
                                        </p:cTn>
                                        <p:tgtEl>
                                          <p:spTgt spid="58"/>
                                        </p:tgtEl>
                                        <p:attrNameLst>
                                          <p:attrName>style.visibility</p:attrName>
                                        </p:attrNameLst>
                                      </p:cBhvr>
                                      <p:to>
                                        <p:strVal val="visible"/>
                                      </p:to>
                                    </p:set>
                                    <p:anim calcmode="lin" valueType="num">
                                      <p:cBhvr additive="base">
                                        <p:cTn id="38" dur="500" fill="hold"/>
                                        <p:tgtEl>
                                          <p:spTgt spid="58"/>
                                        </p:tgtEl>
                                        <p:attrNameLst>
                                          <p:attrName>ppt_x</p:attrName>
                                        </p:attrNameLst>
                                      </p:cBhvr>
                                      <p:tavLst>
                                        <p:tav tm="0">
                                          <p:val>
                                            <p:strVal val="#ppt_x"/>
                                          </p:val>
                                        </p:tav>
                                        <p:tav tm="100000">
                                          <p:val>
                                            <p:strVal val="#ppt_x"/>
                                          </p:val>
                                        </p:tav>
                                      </p:tavLst>
                                    </p:anim>
                                    <p:anim calcmode="lin" valueType="num">
                                      <p:cBhvr additive="base">
                                        <p:cTn id="39" dur="500" fill="hold"/>
                                        <p:tgtEl>
                                          <p:spTgt spid="58"/>
                                        </p:tgtEl>
                                        <p:attrNameLst>
                                          <p:attrName>ppt_y</p:attrName>
                                        </p:attrNameLst>
                                      </p:cBhvr>
                                      <p:tavLst>
                                        <p:tav tm="0">
                                          <p:val>
                                            <p:strVal val="1+#ppt_h/2"/>
                                          </p:val>
                                        </p:tav>
                                        <p:tav tm="100000">
                                          <p:val>
                                            <p:strVal val="#ppt_y"/>
                                          </p:val>
                                        </p:tav>
                                      </p:tavLst>
                                    </p:anim>
                                  </p:childTnLst>
                                </p:cTn>
                              </p:par>
                            </p:childTnLst>
                          </p:cTn>
                        </p:par>
                        <p:par>
                          <p:cTn id="40" fill="hold">
                            <p:stCondLst>
                              <p:cond delay="3000"/>
                            </p:stCondLst>
                            <p:childTnLst>
                              <p:par>
                                <p:cTn id="41" presetID="2" presetClass="entr" presetSubtype="4" accel="50000" decel="50000" fill="hold" grpId="0" nodeType="afterEffect" nodePh="1">
                                  <p:stCondLst>
                                    <p:cond delay="0"/>
                                  </p:stCondLst>
                                  <p:endCondLst>
                                    <p:cond evt="begin" delay="0">
                                      <p:tn val="41"/>
                                    </p:cond>
                                  </p:endCondLst>
                                  <p:childTnLst>
                                    <p:set>
                                      <p:cBhvr>
                                        <p:cTn id="42" dur="1" fill="hold">
                                          <p:stCondLst>
                                            <p:cond delay="0"/>
                                          </p:stCondLst>
                                        </p:cTn>
                                        <p:tgtEl>
                                          <p:spTgt spid="62">
                                            <p:txEl>
                                              <p:pRg st="0" end="0"/>
                                            </p:txEl>
                                          </p:spTgt>
                                        </p:tgtEl>
                                        <p:attrNameLst>
                                          <p:attrName>style.visibility</p:attrName>
                                        </p:attrNameLst>
                                      </p:cBhvr>
                                      <p:to>
                                        <p:strVal val="visible"/>
                                      </p:to>
                                    </p:set>
                                    <p:anim calcmode="lin" valueType="num">
                                      <p:cBhvr additive="base">
                                        <p:cTn id="43" dur="500" fill="hold"/>
                                        <p:tgtEl>
                                          <p:spTgt spid="62">
                                            <p:txEl>
                                              <p:pRg st="0" end="0"/>
                                            </p:txEl>
                                          </p:spTgt>
                                        </p:tgtEl>
                                        <p:attrNameLst>
                                          <p:attrName>ppt_x</p:attrName>
                                        </p:attrNameLst>
                                      </p:cBhvr>
                                      <p:tavLst>
                                        <p:tav tm="0">
                                          <p:val>
                                            <p:strVal val="#ppt_x"/>
                                          </p:val>
                                        </p:tav>
                                        <p:tav tm="100000">
                                          <p:val>
                                            <p:strVal val="#ppt_x"/>
                                          </p:val>
                                        </p:tav>
                                      </p:tavLst>
                                    </p:anim>
                                    <p:anim calcmode="lin" valueType="num">
                                      <p:cBhvr additive="base">
                                        <p:cTn id="44" dur="500" fill="hold"/>
                                        <p:tgtEl>
                                          <p:spTgt spid="62">
                                            <p:txEl>
                                              <p:pRg st="0" end="0"/>
                                            </p:txEl>
                                          </p:spTgt>
                                        </p:tgtEl>
                                        <p:attrNameLst>
                                          <p:attrName>ppt_y</p:attrName>
                                        </p:attrNameLst>
                                      </p:cBhvr>
                                      <p:tavLst>
                                        <p:tav tm="0">
                                          <p:val>
                                            <p:strVal val="1+#ppt_h/2"/>
                                          </p:val>
                                        </p:tav>
                                        <p:tav tm="100000">
                                          <p:val>
                                            <p:strVal val="#ppt_y"/>
                                          </p:val>
                                        </p:tav>
                                      </p:tavLst>
                                    </p:anim>
                                  </p:childTnLst>
                                </p:cTn>
                              </p:par>
                            </p:childTnLst>
                          </p:cTn>
                        </p:par>
                        <p:par>
                          <p:cTn id="45" fill="hold">
                            <p:stCondLst>
                              <p:cond delay="3500"/>
                            </p:stCondLst>
                            <p:childTnLst>
                              <p:par>
                                <p:cTn id="46" presetID="2" presetClass="entr" presetSubtype="4" accel="50000" decel="50000" fill="hold" grpId="0" nodeType="afterEffect" nodePh="1">
                                  <p:stCondLst>
                                    <p:cond delay="0"/>
                                  </p:stCondLst>
                                  <p:endCondLst>
                                    <p:cond evt="begin" delay="0">
                                      <p:tn val="46"/>
                                    </p:cond>
                                  </p:endCondLst>
                                  <p:childTnLst>
                                    <p:set>
                                      <p:cBhvr>
                                        <p:cTn id="47" dur="1" fill="hold">
                                          <p:stCondLst>
                                            <p:cond delay="0"/>
                                          </p:stCondLst>
                                        </p:cTn>
                                        <p:tgtEl>
                                          <p:spTgt spid="59">
                                            <p:txEl>
                                              <p:pRg st="0" end="0"/>
                                            </p:txEl>
                                          </p:spTgt>
                                        </p:tgtEl>
                                        <p:attrNameLst>
                                          <p:attrName>style.visibility</p:attrName>
                                        </p:attrNameLst>
                                      </p:cBhvr>
                                      <p:to>
                                        <p:strVal val="visible"/>
                                      </p:to>
                                    </p:set>
                                    <p:anim calcmode="lin" valueType="num">
                                      <p:cBhvr additive="base">
                                        <p:cTn id="48" dur="500" fill="hold"/>
                                        <p:tgtEl>
                                          <p:spTgt spid="59">
                                            <p:txEl>
                                              <p:pRg st="0" end="0"/>
                                            </p:txEl>
                                          </p:spTgt>
                                        </p:tgtEl>
                                        <p:attrNameLst>
                                          <p:attrName>ppt_x</p:attrName>
                                        </p:attrNameLst>
                                      </p:cBhvr>
                                      <p:tavLst>
                                        <p:tav tm="0">
                                          <p:val>
                                            <p:strVal val="#ppt_x"/>
                                          </p:val>
                                        </p:tav>
                                        <p:tav tm="100000">
                                          <p:val>
                                            <p:strVal val="#ppt_x"/>
                                          </p:val>
                                        </p:tav>
                                      </p:tavLst>
                                    </p:anim>
                                    <p:anim calcmode="lin" valueType="num">
                                      <p:cBhvr additive="base">
                                        <p:cTn id="49" dur="500" fill="hold"/>
                                        <p:tgtEl>
                                          <p:spTgt spid="59">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 grpId="0"/>
      <p:bldP spid="38" grpId="0"/>
      <p:bldP spid="40"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40"/>
                        </p:tgtEl>
                        <p:attrNameLst>
                          <p:attrName>style.visibility</p:attrName>
                        </p:attrNameLst>
                      </p:cBhvr>
                      <p:to>
                        <p:strVal val="visible"/>
                      </p:to>
                    </p:set>
                    <p:anim calcmode="lin" valueType="num">
                      <p:cBhvr additive="base">
                        <p:cTn dur="500" fill="hold"/>
                        <p:tgtEl>
                          <p:spTgt spid="40"/>
                        </p:tgtEl>
                        <p:attrNameLst>
                          <p:attrName>ppt_x</p:attrName>
                        </p:attrNameLst>
                      </p:cBhvr>
                      <p:tavLst>
                        <p:tav tm="0">
                          <p:val>
                            <p:strVal val="#ppt_x"/>
                          </p:val>
                        </p:tav>
                        <p:tav tm="100000">
                          <p:val>
                            <p:strVal val="#ppt_x"/>
                          </p:val>
                        </p:tav>
                      </p:tavLst>
                    </p:anim>
                    <p:anim calcmode="lin" valueType="num">
                      <p:cBhvr additive="base">
                        <p:cTn dur="500" fill="hold"/>
                        <p:tgtEl>
                          <p:spTgt spid="40"/>
                        </p:tgtEl>
                        <p:attrNameLst>
                          <p:attrName>ppt_y</p:attrName>
                        </p:attrNameLst>
                      </p:cBhvr>
                      <p:tavLst>
                        <p:tav tm="0">
                          <p:val>
                            <p:strVal val="1+#ppt_h/2"/>
                          </p:val>
                        </p:tav>
                        <p:tav tm="100000">
                          <p:val>
                            <p:strVal val="#ppt_y"/>
                          </p:val>
                        </p:tav>
                      </p:tavLst>
                    </p:anim>
                  </p:childTnLst>
                </p:cTn>
              </p:par>
            </p:tnLst>
          </p:tmpl>
        </p:tmplLst>
      </p:bldP>
      <p:bldP spid="42"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42"/>
                        </p:tgtEl>
                        <p:attrNameLst>
                          <p:attrName>style.visibility</p:attrName>
                        </p:attrNameLst>
                      </p:cBhvr>
                      <p:to>
                        <p:strVal val="visible"/>
                      </p:to>
                    </p:set>
                    <p:anim calcmode="lin" valueType="num">
                      <p:cBhvr additive="base">
                        <p:cTn dur="500" fill="hold"/>
                        <p:tgtEl>
                          <p:spTgt spid="42"/>
                        </p:tgtEl>
                        <p:attrNameLst>
                          <p:attrName>ppt_x</p:attrName>
                        </p:attrNameLst>
                      </p:cBhvr>
                      <p:tavLst>
                        <p:tav tm="0">
                          <p:val>
                            <p:strVal val="#ppt_x"/>
                          </p:val>
                        </p:tav>
                        <p:tav tm="100000">
                          <p:val>
                            <p:strVal val="#ppt_x"/>
                          </p:val>
                        </p:tav>
                      </p:tavLst>
                    </p:anim>
                    <p:anim calcmode="lin" valueType="num">
                      <p:cBhvr additive="base">
                        <p:cTn dur="500" fill="hold"/>
                        <p:tgtEl>
                          <p:spTgt spid="42"/>
                        </p:tgtEl>
                        <p:attrNameLst>
                          <p:attrName>ppt_y</p:attrName>
                        </p:attrNameLst>
                      </p:cBhvr>
                      <p:tavLst>
                        <p:tav tm="0">
                          <p:val>
                            <p:strVal val="1+#ppt_h/2"/>
                          </p:val>
                        </p:tav>
                        <p:tav tm="100000">
                          <p:val>
                            <p:strVal val="#ppt_y"/>
                          </p:val>
                        </p:tav>
                      </p:tavLst>
                    </p:anim>
                  </p:childTnLst>
                </p:cTn>
              </p:par>
            </p:tnLst>
          </p:tmpl>
        </p:tmplLst>
      </p:bldP>
      <p:bldP spid="59"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59"/>
                        </p:tgtEl>
                        <p:attrNameLst>
                          <p:attrName>style.visibility</p:attrName>
                        </p:attrNameLst>
                      </p:cBhvr>
                      <p:to>
                        <p:strVal val="visible"/>
                      </p:to>
                    </p:set>
                    <p:anim calcmode="lin" valueType="num">
                      <p:cBhvr additive="base">
                        <p:cTn dur="500" fill="hold"/>
                        <p:tgtEl>
                          <p:spTgt spid="59"/>
                        </p:tgtEl>
                        <p:attrNameLst>
                          <p:attrName>ppt_x</p:attrName>
                        </p:attrNameLst>
                      </p:cBhvr>
                      <p:tavLst>
                        <p:tav tm="0">
                          <p:val>
                            <p:strVal val="#ppt_x"/>
                          </p:val>
                        </p:tav>
                        <p:tav tm="100000">
                          <p:val>
                            <p:strVal val="#ppt_x"/>
                          </p:val>
                        </p:tav>
                      </p:tavLst>
                    </p:anim>
                    <p:anim calcmode="lin" valueType="num">
                      <p:cBhvr additive="base">
                        <p:cTn dur="500" fill="hold"/>
                        <p:tgtEl>
                          <p:spTgt spid="59"/>
                        </p:tgtEl>
                        <p:attrNameLst>
                          <p:attrName>ppt_y</p:attrName>
                        </p:attrNameLst>
                      </p:cBhvr>
                      <p:tavLst>
                        <p:tav tm="0">
                          <p:val>
                            <p:strVal val="1+#ppt_h/2"/>
                          </p:val>
                        </p:tav>
                        <p:tav tm="100000">
                          <p:val>
                            <p:strVal val="#ppt_y"/>
                          </p:val>
                        </p:tav>
                      </p:tavLst>
                    </p:anim>
                  </p:childTnLst>
                </p:cTn>
              </p:par>
            </p:tnLst>
          </p:tmpl>
        </p:tmplLst>
      </p:bldP>
      <p:bldP spid="62"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62"/>
                        </p:tgtEl>
                        <p:attrNameLst>
                          <p:attrName>style.visibility</p:attrName>
                        </p:attrNameLst>
                      </p:cBhvr>
                      <p:to>
                        <p:strVal val="visible"/>
                      </p:to>
                    </p:set>
                    <p:anim calcmode="lin" valueType="num">
                      <p:cBhvr additive="base">
                        <p:cTn dur="500" fill="hold"/>
                        <p:tgtEl>
                          <p:spTgt spid="62"/>
                        </p:tgtEl>
                        <p:attrNameLst>
                          <p:attrName>ppt_x</p:attrName>
                        </p:attrNameLst>
                      </p:cBhvr>
                      <p:tavLst>
                        <p:tav tm="0">
                          <p:val>
                            <p:strVal val="#ppt_x"/>
                          </p:val>
                        </p:tav>
                        <p:tav tm="100000">
                          <p:val>
                            <p:strVal val="#ppt_x"/>
                          </p:val>
                        </p:tav>
                      </p:tavLst>
                    </p:anim>
                    <p:anim calcmode="lin" valueType="num">
                      <p:cBhvr additive="base">
                        <p:cTn dur="500" fill="hold"/>
                        <p:tgtEl>
                          <p:spTgt spid="62"/>
                        </p:tgtEl>
                        <p:attrNameLst>
                          <p:attrName>ppt_y</p:attrName>
                        </p:attrNameLst>
                      </p:cBhvr>
                      <p:tavLst>
                        <p:tav tm="0">
                          <p:val>
                            <p:strVal val="1+#ppt_h/2"/>
                          </p:val>
                        </p:tav>
                        <p:tav tm="100000">
                          <p:val>
                            <p:strVal val="#ppt_y"/>
                          </p:val>
                        </p:tav>
                      </p:tavLst>
                    </p:anim>
                  </p:childTnLst>
                </p:cTn>
              </p:par>
            </p:tnLst>
          </p:tmpl>
        </p:tmplLst>
      </p:bldP>
      <p:bldP spid="32" grpId="0" animBg="1"/>
      <p:bldP spid="41"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41"/>
                        </p:tgtEl>
                        <p:attrNameLst>
                          <p:attrName>style.visibility</p:attrName>
                        </p:attrNameLst>
                      </p:cBhvr>
                      <p:to>
                        <p:strVal val="visible"/>
                      </p:to>
                    </p:set>
                    <p:animEffect transition="in" filter="wipe(down)">
                      <p:cBhvr>
                        <p:cTn dur="500"/>
                        <p:tgtEl>
                          <p:spTgt spid="41"/>
                        </p:tgtEl>
                      </p:cBhvr>
                    </p:animEffect>
                  </p:childTnLst>
                </p:cTn>
              </p:par>
            </p:tnLst>
          </p:tmpl>
        </p:tmplLst>
      </p:bldP>
      <p:bldP spid="60" grpId="0" animBg="1"/>
      <p:bldP spid="61"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61"/>
                        </p:tgtEl>
                        <p:attrNameLst>
                          <p:attrName>style.visibility</p:attrName>
                        </p:attrNameLst>
                      </p:cBhvr>
                      <p:to>
                        <p:strVal val="visible"/>
                      </p:to>
                    </p:set>
                    <p:animEffect transition="in" filter="wipe(down)">
                      <p:cBhvr>
                        <p:cTn dur="500"/>
                        <p:tgtEl>
                          <p:spTgt spid="61"/>
                        </p:tgtEl>
                      </p:cBhvr>
                    </p:animEffect>
                  </p:childTnLst>
                </p:cTn>
              </p:par>
            </p:tnLst>
          </p:tmpl>
        </p:tmplLst>
      </p:bldP>
    </p:bldLst>
  </p:timing>
</p:sldLayout>
</file>

<file path=ppt/slideLayouts/slideLayout416.xml><?xml version="1.0" encoding="utf-8"?>
<p:sldLayout xmlns:a="http://schemas.openxmlformats.org/drawingml/2006/main" xmlns:r="http://schemas.openxmlformats.org/officeDocument/2006/relationships" xmlns:p="http://schemas.openxmlformats.org/presentationml/2006/main" userDrawn="1">
  <p:cSld name="3-Pics">
    <p:spTree>
      <p:nvGrpSpPr>
        <p:cNvPr id="1" name=""/>
        <p:cNvGrpSpPr/>
        <p:nvPr/>
      </p:nvGrpSpPr>
      <p:grpSpPr>
        <a:xfrm>
          <a:off x="0" y="0"/>
          <a:ext cx="0" cy="0"/>
          <a:chOff x="0" y="0"/>
          <a:chExt cx="0" cy="0"/>
        </a:xfrm>
      </p:grpSpPr>
      <p:sp>
        <p:nvSpPr>
          <p:cNvPr id="75" name="Picture Placeholder 7"/>
          <p:cNvSpPr>
            <a:spLocks noGrp="1"/>
          </p:cNvSpPr>
          <p:nvPr>
            <p:ph type="pic" sz="quarter" idx="10" hasCustomPrompt="1"/>
          </p:nvPr>
        </p:nvSpPr>
        <p:spPr>
          <a:xfrm>
            <a:off x="858245" y="2220287"/>
            <a:ext cx="3322495" cy="2522991"/>
          </a:xfrm>
          <a:prstGeom prst="downArrowCallout">
            <a:avLst>
              <a:gd name="adj1" fmla="val 35178"/>
              <a:gd name="adj2" fmla="val 13059"/>
              <a:gd name="adj3" fmla="val 7566"/>
              <a:gd name="adj4" fmla="val 92434"/>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76" name="Text Placeholder 3"/>
          <p:cNvSpPr>
            <a:spLocks noGrp="1"/>
          </p:cNvSpPr>
          <p:nvPr>
            <p:ph type="body" sz="half" idx="15"/>
          </p:nvPr>
        </p:nvSpPr>
        <p:spPr>
          <a:xfrm>
            <a:off x="865268" y="5155135"/>
            <a:ext cx="3315472" cy="846795"/>
          </a:xfrm>
          <a:prstGeom prst="rect">
            <a:avLst/>
          </a:prstGeom>
        </p:spPr>
        <p:txBody>
          <a:bodyPr wrap="non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a:solidFill>
                <a:schemeClr val="tx1">
                  <a:lumMod val="50000"/>
                  <a:lumOff val="50000"/>
                </a:schemeClr>
              </a:solidFill>
            </a:endParaRPr>
          </a:p>
        </p:txBody>
      </p:sp>
      <p:sp>
        <p:nvSpPr>
          <p:cNvPr id="77" name="Text Placeholder 3"/>
          <p:cNvSpPr>
            <a:spLocks noGrp="1"/>
          </p:cNvSpPr>
          <p:nvPr>
            <p:ph type="body" sz="half" idx="17"/>
          </p:nvPr>
        </p:nvSpPr>
        <p:spPr>
          <a:xfrm>
            <a:off x="858243" y="4880532"/>
            <a:ext cx="3324756" cy="257040"/>
          </a:xfrm>
          <a:prstGeom prst="rect">
            <a:avLst/>
          </a:prstGeom>
        </p:spPr>
        <p:txBody>
          <a:bodyPr wrap="none" lIns="0" tIns="0" rIns="0" bIns="0" anchor="ctr">
            <a:noAutofit/>
          </a:bodyPr>
          <a:lstStyle>
            <a:lvl1pPr marL="0" indent="0" algn="ctr">
              <a:buNone/>
              <a:defRPr sz="1467" b="1" baseline="0">
                <a:solidFill>
                  <a:schemeClr val="accent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78" name="Rectangle 77"/>
          <p:cNvSpPr/>
          <p:nvPr userDrawn="1"/>
        </p:nvSpPr>
        <p:spPr>
          <a:xfrm>
            <a:off x="865267" y="1710413"/>
            <a:ext cx="3315472" cy="50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1867" dirty="0">
              <a:solidFill>
                <a:srgbClr val="FFFFFF"/>
              </a:solidFill>
            </a:endParaRPr>
          </a:p>
        </p:txBody>
      </p:sp>
      <p:sp>
        <p:nvSpPr>
          <p:cNvPr id="79" name="Text Placeholder 3"/>
          <p:cNvSpPr>
            <a:spLocks noGrp="1"/>
          </p:cNvSpPr>
          <p:nvPr>
            <p:ph type="body" sz="half" idx="16"/>
          </p:nvPr>
        </p:nvSpPr>
        <p:spPr>
          <a:xfrm>
            <a:off x="990157" y="1830583"/>
            <a:ext cx="3065691" cy="267661"/>
          </a:xfrm>
          <a:prstGeom prst="rect">
            <a:avLst/>
          </a:prstGeom>
        </p:spPr>
        <p:txBody>
          <a:bodyPr wrap="non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80" name="Picture Placeholder 7"/>
          <p:cNvSpPr>
            <a:spLocks noGrp="1"/>
          </p:cNvSpPr>
          <p:nvPr>
            <p:ph type="pic" sz="quarter" idx="18" hasCustomPrompt="1"/>
          </p:nvPr>
        </p:nvSpPr>
        <p:spPr>
          <a:xfrm>
            <a:off x="4445005" y="2220287"/>
            <a:ext cx="3322495" cy="2522991"/>
          </a:xfrm>
          <a:prstGeom prst="downArrowCallout">
            <a:avLst>
              <a:gd name="adj1" fmla="val 35178"/>
              <a:gd name="adj2" fmla="val 13059"/>
              <a:gd name="adj3" fmla="val 7566"/>
              <a:gd name="adj4" fmla="val 92434"/>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81" name="Text Placeholder 3"/>
          <p:cNvSpPr>
            <a:spLocks noGrp="1"/>
          </p:cNvSpPr>
          <p:nvPr>
            <p:ph type="body" sz="half" idx="19"/>
          </p:nvPr>
        </p:nvSpPr>
        <p:spPr>
          <a:xfrm>
            <a:off x="4452025" y="5155135"/>
            <a:ext cx="3315472" cy="846795"/>
          </a:xfrm>
          <a:prstGeom prst="rect">
            <a:avLst/>
          </a:prstGeom>
        </p:spPr>
        <p:txBody>
          <a:bodyPr wrap="non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a:solidFill>
                <a:schemeClr val="tx1">
                  <a:lumMod val="50000"/>
                  <a:lumOff val="50000"/>
                </a:schemeClr>
              </a:solidFill>
            </a:endParaRPr>
          </a:p>
        </p:txBody>
      </p:sp>
      <p:sp>
        <p:nvSpPr>
          <p:cNvPr id="82" name="Text Placeholder 3"/>
          <p:cNvSpPr>
            <a:spLocks noGrp="1"/>
          </p:cNvSpPr>
          <p:nvPr>
            <p:ph type="body" sz="half" idx="20"/>
          </p:nvPr>
        </p:nvSpPr>
        <p:spPr>
          <a:xfrm>
            <a:off x="4445001" y="4880532"/>
            <a:ext cx="3324756" cy="257040"/>
          </a:xfrm>
          <a:prstGeom prst="rect">
            <a:avLst/>
          </a:prstGeom>
        </p:spPr>
        <p:txBody>
          <a:bodyPr wrap="none" lIns="0" tIns="0" rIns="0" bIns="0" anchor="ctr">
            <a:noAutofit/>
          </a:bodyPr>
          <a:lstStyle>
            <a:lvl1pPr marL="0" indent="0" algn="ctr">
              <a:buNone/>
              <a:defRPr sz="1467" b="1" baseline="0">
                <a:solidFill>
                  <a:schemeClr val="accent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83" name="Rectangle 82"/>
          <p:cNvSpPr/>
          <p:nvPr userDrawn="1"/>
        </p:nvSpPr>
        <p:spPr>
          <a:xfrm>
            <a:off x="4452025" y="1710413"/>
            <a:ext cx="3315472" cy="50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1867" dirty="0">
              <a:solidFill>
                <a:srgbClr val="FFFFFF"/>
              </a:solidFill>
            </a:endParaRPr>
          </a:p>
        </p:txBody>
      </p:sp>
      <p:sp>
        <p:nvSpPr>
          <p:cNvPr id="84" name="Text Placeholder 3"/>
          <p:cNvSpPr>
            <a:spLocks noGrp="1"/>
          </p:cNvSpPr>
          <p:nvPr>
            <p:ph type="body" sz="half" idx="21"/>
          </p:nvPr>
        </p:nvSpPr>
        <p:spPr>
          <a:xfrm>
            <a:off x="4576916" y="1830583"/>
            <a:ext cx="3065691" cy="267661"/>
          </a:xfrm>
          <a:prstGeom prst="rect">
            <a:avLst/>
          </a:prstGeom>
        </p:spPr>
        <p:txBody>
          <a:bodyPr wrap="non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85" name="Picture Placeholder 7"/>
          <p:cNvSpPr>
            <a:spLocks noGrp="1"/>
          </p:cNvSpPr>
          <p:nvPr>
            <p:ph type="pic" sz="quarter" idx="22" hasCustomPrompt="1"/>
          </p:nvPr>
        </p:nvSpPr>
        <p:spPr>
          <a:xfrm>
            <a:off x="8026403" y="2220287"/>
            <a:ext cx="3322495" cy="2522991"/>
          </a:xfrm>
          <a:prstGeom prst="downArrowCallout">
            <a:avLst>
              <a:gd name="adj1" fmla="val 35178"/>
              <a:gd name="adj2" fmla="val 13059"/>
              <a:gd name="adj3" fmla="val 7566"/>
              <a:gd name="adj4" fmla="val 92434"/>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86" name="Text Placeholder 3"/>
          <p:cNvSpPr>
            <a:spLocks noGrp="1"/>
          </p:cNvSpPr>
          <p:nvPr>
            <p:ph type="body" sz="half" idx="23"/>
          </p:nvPr>
        </p:nvSpPr>
        <p:spPr>
          <a:xfrm>
            <a:off x="8033427" y="5155135"/>
            <a:ext cx="3315472" cy="846795"/>
          </a:xfrm>
          <a:prstGeom prst="rect">
            <a:avLst/>
          </a:prstGeom>
        </p:spPr>
        <p:txBody>
          <a:bodyPr wrap="non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a:solidFill>
                <a:schemeClr val="tx1">
                  <a:lumMod val="50000"/>
                  <a:lumOff val="50000"/>
                </a:schemeClr>
              </a:solidFill>
            </a:endParaRPr>
          </a:p>
        </p:txBody>
      </p:sp>
      <p:sp>
        <p:nvSpPr>
          <p:cNvPr id="87" name="Text Placeholder 3"/>
          <p:cNvSpPr>
            <a:spLocks noGrp="1"/>
          </p:cNvSpPr>
          <p:nvPr>
            <p:ph type="body" sz="half" idx="24"/>
          </p:nvPr>
        </p:nvSpPr>
        <p:spPr>
          <a:xfrm>
            <a:off x="8026402" y="4880532"/>
            <a:ext cx="3324756" cy="257040"/>
          </a:xfrm>
          <a:prstGeom prst="rect">
            <a:avLst/>
          </a:prstGeom>
        </p:spPr>
        <p:txBody>
          <a:bodyPr wrap="none" lIns="0" tIns="0" rIns="0" bIns="0" anchor="ctr">
            <a:noAutofit/>
          </a:bodyPr>
          <a:lstStyle>
            <a:lvl1pPr marL="0" indent="0" algn="ctr">
              <a:buNone/>
              <a:defRPr sz="1467" b="1" baseline="0">
                <a:solidFill>
                  <a:schemeClr val="accent3"/>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88" name="Rectangle 87"/>
          <p:cNvSpPr/>
          <p:nvPr userDrawn="1"/>
        </p:nvSpPr>
        <p:spPr>
          <a:xfrm>
            <a:off x="8033425" y="1710413"/>
            <a:ext cx="3315472" cy="508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1867" dirty="0">
              <a:solidFill>
                <a:srgbClr val="FFFFFF"/>
              </a:solidFill>
            </a:endParaRPr>
          </a:p>
        </p:txBody>
      </p:sp>
      <p:sp>
        <p:nvSpPr>
          <p:cNvPr id="89" name="Text Placeholder 3"/>
          <p:cNvSpPr>
            <a:spLocks noGrp="1"/>
          </p:cNvSpPr>
          <p:nvPr>
            <p:ph type="body" sz="half" idx="25"/>
          </p:nvPr>
        </p:nvSpPr>
        <p:spPr>
          <a:xfrm>
            <a:off x="8158316" y="1830583"/>
            <a:ext cx="3065691" cy="267661"/>
          </a:xfrm>
          <a:prstGeom prst="rect">
            <a:avLst/>
          </a:prstGeom>
        </p:spPr>
        <p:txBody>
          <a:bodyPr wrap="non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21"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22"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133090985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accel="50000" decel="50000" fill="hold" grpId="0" nodeType="afterEffect">
                                  <p:stCondLst>
                                    <p:cond delay="0"/>
                                  </p:stCondLst>
                                  <p:childTnLst>
                                    <p:set>
                                      <p:cBhvr>
                                        <p:cTn id="6" dur="1" fill="hold">
                                          <p:stCondLst>
                                            <p:cond delay="0"/>
                                          </p:stCondLst>
                                        </p:cTn>
                                        <p:tgtEl>
                                          <p:spTgt spid="78"/>
                                        </p:tgtEl>
                                        <p:attrNameLst>
                                          <p:attrName>style.visibility</p:attrName>
                                        </p:attrNameLst>
                                      </p:cBhvr>
                                      <p:to>
                                        <p:strVal val="visible"/>
                                      </p:to>
                                    </p:set>
                                    <p:anim calcmode="lin" valueType="num">
                                      <p:cBhvr additive="base">
                                        <p:cTn id="7" dur="500" fill="hold"/>
                                        <p:tgtEl>
                                          <p:spTgt spid="78"/>
                                        </p:tgtEl>
                                        <p:attrNameLst>
                                          <p:attrName>ppt_x</p:attrName>
                                        </p:attrNameLst>
                                      </p:cBhvr>
                                      <p:tavLst>
                                        <p:tav tm="0">
                                          <p:val>
                                            <p:strVal val="#ppt_x"/>
                                          </p:val>
                                        </p:tav>
                                        <p:tav tm="100000">
                                          <p:val>
                                            <p:strVal val="#ppt_x"/>
                                          </p:val>
                                        </p:tav>
                                      </p:tavLst>
                                    </p:anim>
                                    <p:anim calcmode="lin" valueType="num">
                                      <p:cBhvr additive="base">
                                        <p:cTn id="8" dur="500" fill="hold"/>
                                        <p:tgtEl>
                                          <p:spTgt spid="78"/>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2" presetClass="entr" presetSubtype="4" fill="hold" grpId="0" nodeType="afterEffect" nodePh="1">
                                  <p:stCondLst>
                                    <p:cond delay="0"/>
                                  </p:stCondLst>
                                  <p:endCondLst>
                                    <p:cond evt="begin" delay="0">
                                      <p:tn val="10"/>
                                    </p:cond>
                                  </p:endCondLst>
                                  <p:childTnLst>
                                    <p:set>
                                      <p:cBhvr>
                                        <p:cTn id="11" dur="1" fill="hold">
                                          <p:stCondLst>
                                            <p:cond delay="0"/>
                                          </p:stCondLst>
                                        </p:cTn>
                                        <p:tgtEl>
                                          <p:spTgt spid="79">
                                            <p:txEl>
                                              <p:pRg st="0" end="0"/>
                                            </p:txEl>
                                          </p:spTgt>
                                        </p:tgtEl>
                                        <p:attrNameLst>
                                          <p:attrName>style.visibility</p:attrName>
                                        </p:attrNameLst>
                                      </p:cBhvr>
                                      <p:to>
                                        <p:strVal val="visible"/>
                                      </p:to>
                                    </p:set>
                                    <p:animEffect transition="in" filter="wipe(down)">
                                      <p:cBhvr>
                                        <p:cTn id="12" dur="500"/>
                                        <p:tgtEl>
                                          <p:spTgt spid="79">
                                            <p:txEl>
                                              <p:pRg st="0" end="0"/>
                                            </p:txEl>
                                          </p:spTgt>
                                        </p:tgtEl>
                                      </p:cBhvr>
                                    </p:animEffect>
                                  </p:childTnLst>
                                </p:cTn>
                              </p:par>
                              <p:par>
                                <p:cTn id="13" presetID="2" presetClass="entr" presetSubtype="4" accel="50000" decel="50000" fill="hold" grpId="0" nodeType="withEffect">
                                  <p:stCondLst>
                                    <p:cond delay="0"/>
                                  </p:stCondLst>
                                  <p:childTnLst>
                                    <p:set>
                                      <p:cBhvr>
                                        <p:cTn id="14" dur="1" fill="hold">
                                          <p:stCondLst>
                                            <p:cond delay="0"/>
                                          </p:stCondLst>
                                        </p:cTn>
                                        <p:tgtEl>
                                          <p:spTgt spid="75"/>
                                        </p:tgtEl>
                                        <p:attrNameLst>
                                          <p:attrName>style.visibility</p:attrName>
                                        </p:attrNameLst>
                                      </p:cBhvr>
                                      <p:to>
                                        <p:strVal val="visible"/>
                                      </p:to>
                                    </p:set>
                                    <p:anim calcmode="lin" valueType="num">
                                      <p:cBhvr additive="base">
                                        <p:cTn id="15" dur="500" fill="hold"/>
                                        <p:tgtEl>
                                          <p:spTgt spid="75"/>
                                        </p:tgtEl>
                                        <p:attrNameLst>
                                          <p:attrName>ppt_x</p:attrName>
                                        </p:attrNameLst>
                                      </p:cBhvr>
                                      <p:tavLst>
                                        <p:tav tm="0">
                                          <p:val>
                                            <p:strVal val="#ppt_x"/>
                                          </p:val>
                                        </p:tav>
                                        <p:tav tm="100000">
                                          <p:val>
                                            <p:strVal val="#ppt_x"/>
                                          </p:val>
                                        </p:tav>
                                      </p:tavLst>
                                    </p:anim>
                                    <p:anim calcmode="lin" valueType="num">
                                      <p:cBhvr additive="base">
                                        <p:cTn id="16" dur="500" fill="hold"/>
                                        <p:tgtEl>
                                          <p:spTgt spid="75"/>
                                        </p:tgtEl>
                                        <p:attrNameLst>
                                          <p:attrName>ppt_y</p:attrName>
                                        </p:attrNameLst>
                                      </p:cBhvr>
                                      <p:tavLst>
                                        <p:tav tm="0">
                                          <p:val>
                                            <p:strVal val="1+#ppt_h/2"/>
                                          </p:val>
                                        </p:tav>
                                        <p:tav tm="100000">
                                          <p:val>
                                            <p:strVal val="#ppt_y"/>
                                          </p:val>
                                        </p:tav>
                                      </p:tavLst>
                                    </p:anim>
                                  </p:childTnLst>
                                </p:cTn>
                              </p:par>
                            </p:childTnLst>
                          </p:cTn>
                        </p:par>
                        <p:par>
                          <p:cTn id="17" fill="hold">
                            <p:stCondLst>
                              <p:cond delay="1000"/>
                            </p:stCondLst>
                            <p:childTnLst>
                              <p:par>
                                <p:cTn id="18" presetID="2" presetClass="entr" presetSubtype="4" accel="50000" decel="50000" fill="hold" grpId="0" nodeType="afterEffect" nodePh="1">
                                  <p:stCondLst>
                                    <p:cond delay="0"/>
                                  </p:stCondLst>
                                  <p:endCondLst>
                                    <p:cond evt="begin" delay="0">
                                      <p:tn val="18"/>
                                    </p:cond>
                                  </p:endCondLst>
                                  <p:childTnLst>
                                    <p:set>
                                      <p:cBhvr>
                                        <p:cTn id="19" dur="1" fill="hold">
                                          <p:stCondLst>
                                            <p:cond delay="0"/>
                                          </p:stCondLst>
                                        </p:cTn>
                                        <p:tgtEl>
                                          <p:spTgt spid="77">
                                            <p:txEl>
                                              <p:pRg st="0" end="0"/>
                                            </p:txEl>
                                          </p:spTgt>
                                        </p:tgtEl>
                                        <p:attrNameLst>
                                          <p:attrName>style.visibility</p:attrName>
                                        </p:attrNameLst>
                                      </p:cBhvr>
                                      <p:to>
                                        <p:strVal val="visible"/>
                                      </p:to>
                                    </p:set>
                                    <p:anim calcmode="lin" valueType="num">
                                      <p:cBhvr additive="base">
                                        <p:cTn id="20" dur="500" fill="hold"/>
                                        <p:tgtEl>
                                          <p:spTgt spid="77">
                                            <p:txEl>
                                              <p:pRg st="0" end="0"/>
                                            </p:txEl>
                                          </p:spTgt>
                                        </p:tgtEl>
                                        <p:attrNameLst>
                                          <p:attrName>ppt_x</p:attrName>
                                        </p:attrNameLst>
                                      </p:cBhvr>
                                      <p:tavLst>
                                        <p:tav tm="0">
                                          <p:val>
                                            <p:strVal val="#ppt_x"/>
                                          </p:val>
                                        </p:tav>
                                        <p:tav tm="100000">
                                          <p:val>
                                            <p:strVal val="#ppt_x"/>
                                          </p:val>
                                        </p:tav>
                                      </p:tavLst>
                                    </p:anim>
                                    <p:anim calcmode="lin" valueType="num">
                                      <p:cBhvr additive="base">
                                        <p:cTn id="21" dur="500" fill="hold"/>
                                        <p:tgtEl>
                                          <p:spTgt spid="77">
                                            <p:txEl>
                                              <p:pRg st="0" end="0"/>
                                            </p:txEl>
                                          </p:spTgt>
                                        </p:tgtEl>
                                        <p:attrNameLst>
                                          <p:attrName>ppt_y</p:attrName>
                                        </p:attrNameLst>
                                      </p:cBhvr>
                                      <p:tavLst>
                                        <p:tav tm="0">
                                          <p:val>
                                            <p:strVal val="1+#ppt_h/2"/>
                                          </p:val>
                                        </p:tav>
                                        <p:tav tm="100000">
                                          <p:val>
                                            <p:strVal val="#ppt_y"/>
                                          </p:val>
                                        </p:tav>
                                      </p:tavLst>
                                    </p:anim>
                                  </p:childTnLst>
                                </p:cTn>
                              </p:par>
                            </p:childTnLst>
                          </p:cTn>
                        </p:par>
                        <p:par>
                          <p:cTn id="22" fill="hold">
                            <p:stCondLst>
                              <p:cond delay="1500"/>
                            </p:stCondLst>
                            <p:childTnLst>
                              <p:par>
                                <p:cTn id="23" presetID="2" presetClass="entr" presetSubtype="4" accel="50000" decel="50000" fill="hold" grpId="0" nodeType="afterEffect" nodePh="1">
                                  <p:stCondLst>
                                    <p:cond delay="0"/>
                                  </p:stCondLst>
                                  <p:endCondLst>
                                    <p:cond evt="begin" delay="0">
                                      <p:tn val="23"/>
                                    </p:cond>
                                  </p:endCondLst>
                                  <p:childTnLst>
                                    <p:set>
                                      <p:cBhvr>
                                        <p:cTn id="24" dur="1" fill="hold">
                                          <p:stCondLst>
                                            <p:cond delay="0"/>
                                          </p:stCondLst>
                                        </p:cTn>
                                        <p:tgtEl>
                                          <p:spTgt spid="76">
                                            <p:txEl>
                                              <p:pRg st="0" end="0"/>
                                            </p:txEl>
                                          </p:spTgt>
                                        </p:tgtEl>
                                        <p:attrNameLst>
                                          <p:attrName>style.visibility</p:attrName>
                                        </p:attrNameLst>
                                      </p:cBhvr>
                                      <p:to>
                                        <p:strVal val="visible"/>
                                      </p:to>
                                    </p:set>
                                    <p:anim calcmode="lin" valueType="num">
                                      <p:cBhvr additive="base">
                                        <p:cTn id="25" dur="500" fill="hold"/>
                                        <p:tgtEl>
                                          <p:spTgt spid="76">
                                            <p:txEl>
                                              <p:pRg st="0" end="0"/>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76">
                                            <p:txEl>
                                              <p:pRg st="0" end="0"/>
                                            </p:txEl>
                                          </p:spTgt>
                                        </p:tgtEl>
                                        <p:attrNameLst>
                                          <p:attrName>ppt_y</p:attrName>
                                        </p:attrNameLst>
                                      </p:cBhvr>
                                      <p:tavLst>
                                        <p:tav tm="0">
                                          <p:val>
                                            <p:strVal val="1+#ppt_h/2"/>
                                          </p:val>
                                        </p:tav>
                                        <p:tav tm="100000">
                                          <p:val>
                                            <p:strVal val="#ppt_y"/>
                                          </p:val>
                                        </p:tav>
                                      </p:tavLst>
                                    </p:anim>
                                  </p:childTnLst>
                                </p:cTn>
                              </p:par>
                            </p:childTnLst>
                          </p:cTn>
                        </p:par>
                        <p:par>
                          <p:cTn id="27" fill="hold">
                            <p:stCondLst>
                              <p:cond delay="2000"/>
                            </p:stCondLst>
                            <p:childTnLst>
                              <p:par>
                                <p:cTn id="28" presetID="2" presetClass="entr" presetSubtype="1" accel="50000" decel="50000" fill="hold" grpId="0" nodeType="afterEffect">
                                  <p:stCondLst>
                                    <p:cond delay="0"/>
                                  </p:stCondLst>
                                  <p:childTnLst>
                                    <p:set>
                                      <p:cBhvr>
                                        <p:cTn id="29" dur="1" fill="hold">
                                          <p:stCondLst>
                                            <p:cond delay="0"/>
                                          </p:stCondLst>
                                        </p:cTn>
                                        <p:tgtEl>
                                          <p:spTgt spid="83"/>
                                        </p:tgtEl>
                                        <p:attrNameLst>
                                          <p:attrName>style.visibility</p:attrName>
                                        </p:attrNameLst>
                                      </p:cBhvr>
                                      <p:to>
                                        <p:strVal val="visible"/>
                                      </p:to>
                                    </p:set>
                                    <p:anim calcmode="lin" valueType="num">
                                      <p:cBhvr additive="base">
                                        <p:cTn id="30" dur="500" fill="hold"/>
                                        <p:tgtEl>
                                          <p:spTgt spid="83"/>
                                        </p:tgtEl>
                                        <p:attrNameLst>
                                          <p:attrName>ppt_x</p:attrName>
                                        </p:attrNameLst>
                                      </p:cBhvr>
                                      <p:tavLst>
                                        <p:tav tm="0">
                                          <p:val>
                                            <p:strVal val="#ppt_x"/>
                                          </p:val>
                                        </p:tav>
                                        <p:tav tm="100000">
                                          <p:val>
                                            <p:strVal val="#ppt_x"/>
                                          </p:val>
                                        </p:tav>
                                      </p:tavLst>
                                    </p:anim>
                                    <p:anim calcmode="lin" valueType="num">
                                      <p:cBhvr additive="base">
                                        <p:cTn id="31" dur="500" fill="hold"/>
                                        <p:tgtEl>
                                          <p:spTgt spid="83"/>
                                        </p:tgtEl>
                                        <p:attrNameLst>
                                          <p:attrName>ppt_y</p:attrName>
                                        </p:attrNameLst>
                                      </p:cBhvr>
                                      <p:tavLst>
                                        <p:tav tm="0">
                                          <p:val>
                                            <p:strVal val="0-#ppt_h/2"/>
                                          </p:val>
                                        </p:tav>
                                        <p:tav tm="100000">
                                          <p:val>
                                            <p:strVal val="#ppt_y"/>
                                          </p:val>
                                        </p:tav>
                                      </p:tavLst>
                                    </p:anim>
                                  </p:childTnLst>
                                </p:cTn>
                              </p:par>
                            </p:childTnLst>
                          </p:cTn>
                        </p:par>
                        <p:par>
                          <p:cTn id="32" fill="hold">
                            <p:stCondLst>
                              <p:cond delay="2500"/>
                            </p:stCondLst>
                            <p:childTnLst>
                              <p:par>
                                <p:cTn id="33" presetID="22" presetClass="entr" presetSubtype="4" fill="hold" grpId="0" nodeType="afterEffect" nodePh="1">
                                  <p:stCondLst>
                                    <p:cond delay="0"/>
                                  </p:stCondLst>
                                  <p:endCondLst>
                                    <p:cond evt="begin" delay="0">
                                      <p:tn val="33"/>
                                    </p:cond>
                                  </p:endCondLst>
                                  <p:childTnLst>
                                    <p:set>
                                      <p:cBhvr>
                                        <p:cTn id="34" dur="1" fill="hold">
                                          <p:stCondLst>
                                            <p:cond delay="0"/>
                                          </p:stCondLst>
                                        </p:cTn>
                                        <p:tgtEl>
                                          <p:spTgt spid="84">
                                            <p:txEl>
                                              <p:pRg st="0" end="0"/>
                                            </p:txEl>
                                          </p:spTgt>
                                        </p:tgtEl>
                                        <p:attrNameLst>
                                          <p:attrName>style.visibility</p:attrName>
                                        </p:attrNameLst>
                                      </p:cBhvr>
                                      <p:to>
                                        <p:strVal val="visible"/>
                                      </p:to>
                                    </p:set>
                                    <p:animEffect transition="in" filter="wipe(down)">
                                      <p:cBhvr>
                                        <p:cTn id="35" dur="500"/>
                                        <p:tgtEl>
                                          <p:spTgt spid="84">
                                            <p:txEl>
                                              <p:pRg st="0" end="0"/>
                                            </p:txEl>
                                          </p:spTgt>
                                        </p:tgtEl>
                                      </p:cBhvr>
                                    </p:animEffect>
                                  </p:childTnLst>
                                </p:cTn>
                              </p:par>
                              <p:par>
                                <p:cTn id="36" presetID="2" presetClass="entr" presetSubtype="4" accel="50000" decel="50000" fill="hold" grpId="0" nodeType="withEffect">
                                  <p:stCondLst>
                                    <p:cond delay="0"/>
                                  </p:stCondLst>
                                  <p:childTnLst>
                                    <p:set>
                                      <p:cBhvr>
                                        <p:cTn id="37" dur="1" fill="hold">
                                          <p:stCondLst>
                                            <p:cond delay="0"/>
                                          </p:stCondLst>
                                        </p:cTn>
                                        <p:tgtEl>
                                          <p:spTgt spid="80"/>
                                        </p:tgtEl>
                                        <p:attrNameLst>
                                          <p:attrName>style.visibility</p:attrName>
                                        </p:attrNameLst>
                                      </p:cBhvr>
                                      <p:to>
                                        <p:strVal val="visible"/>
                                      </p:to>
                                    </p:set>
                                    <p:anim calcmode="lin" valueType="num">
                                      <p:cBhvr additive="base">
                                        <p:cTn id="38" dur="500" fill="hold"/>
                                        <p:tgtEl>
                                          <p:spTgt spid="80"/>
                                        </p:tgtEl>
                                        <p:attrNameLst>
                                          <p:attrName>ppt_x</p:attrName>
                                        </p:attrNameLst>
                                      </p:cBhvr>
                                      <p:tavLst>
                                        <p:tav tm="0">
                                          <p:val>
                                            <p:strVal val="#ppt_x"/>
                                          </p:val>
                                        </p:tav>
                                        <p:tav tm="100000">
                                          <p:val>
                                            <p:strVal val="#ppt_x"/>
                                          </p:val>
                                        </p:tav>
                                      </p:tavLst>
                                    </p:anim>
                                    <p:anim calcmode="lin" valueType="num">
                                      <p:cBhvr additive="base">
                                        <p:cTn id="39" dur="500" fill="hold"/>
                                        <p:tgtEl>
                                          <p:spTgt spid="80"/>
                                        </p:tgtEl>
                                        <p:attrNameLst>
                                          <p:attrName>ppt_y</p:attrName>
                                        </p:attrNameLst>
                                      </p:cBhvr>
                                      <p:tavLst>
                                        <p:tav tm="0">
                                          <p:val>
                                            <p:strVal val="1+#ppt_h/2"/>
                                          </p:val>
                                        </p:tav>
                                        <p:tav tm="100000">
                                          <p:val>
                                            <p:strVal val="#ppt_y"/>
                                          </p:val>
                                        </p:tav>
                                      </p:tavLst>
                                    </p:anim>
                                  </p:childTnLst>
                                </p:cTn>
                              </p:par>
                            </p:childTnLst>
                          </p:cTn>
                        </p:par>
                        <p:par>
                          <p:cTn id="40" fill="hold">
                            <p:stCondLst>
                              <p:cond delay="3000"/>
                            </p:stCondLst>
                            <p:childTnLst>
                              <p:par>
                                <p:cTn id="41" presetID="2" presetClass="entr" presetSubtype="4" accel="50000" decel="50000" fill="hold" grpId="0" nodeType="afterEffect" nodePh="1">
                                  <p:stCondLst>
                                    <p:cond delay="0"/>
                                  </p:stCondLst>
                                  <p:endCondLst>
                                    <p:cond evt="begin" delay="0">
                                      <p:tn val="41"/>
                                    </p:cond>
                                  </p:endCondLst>
                                  <p:childTnLst>
                                    <p:set>
                                      <p:cBhvr>
                                        <p:cTn id="42" dur="1" fill="hold">
                                          <p:stCondLst>
                                            <p:cond delay="0"/>
                                          </p:stCondLst>
                                        </p:cTn>
                                        <p:tgtEl>
                                          <p:spTgt spid="82">
                                            <p:txEl>
                                              <p:pRg st="0" end="0"/>
                                            </p:txEl>
                                          </p:spTgt>
                                        </p:tgtEl>
                                        <p:attrNameLst>
                                          <p:attrName>style.visibility</p:attrName>
                                        </p:attrNameLst>
                                      </p:cBhvr>
                                      <p:to>
                                        <p:strVal val="visible"/>
                                      </p:to>
                                    </p:set>
                                    <p:anim calcmode="lin" valueType="num">
                                      <p:cBhvr additive="base">
                                        <p:cTn id="43" dur="500" fill="hold"/>
                                        <p:tgtEl>
                                          <p:spTgt spid="82">
                                            <p:txEl>
                                              <p:pRg st="0" end="0"/>
                                            </p:txEl>
                                          </p:spTgt>
                                        </p:tgtEl>
                                        <p:attrNameLst>
                                          <p:attrName>ppt_x</p:attrName>
                                        </p:attrNameLst>
                                      </p:cBhvr>
                                      <p:tavLst>
                                        <p:tav tm="0">
                                          <p:val>
                                            <p:strVal val="#ppt_x"/>
                                          </p:val>
                                        </p:tav>
                                        <p:tav tm="100000">
                                          <p:val>
                                            <p:strVal val="#ppt_x"/>
                                          </p:val>
                                        </p:tav>
                                      </p:tavLst>
                                    </p:anim>
                                    <p:anim calcmode="lin" valueType="num">
                                      <p:cBhvr additive="base">
                                        <p:cTn id="44" dur="500" fill="hold"/>
                                        <p:tgtEl>
                                          <p:spTgt spid="82">
                                            <p:txEl>
                                              <p:pRg st="0" end="0"/>
                                            </p:txEl>
                                          </p:spTgt>
                                        </p:tgtEl>
                                        <p:attrNameLst>
                                          <p:attrName>ppt_y</p:attrName>
                                        </p:attrNameLst>
                                      </p:cBhvr>
                                      <p:tavLst>
                                        <p:tav tm="0">
                                          <p:val>
                                            <p:strVal val="1+#ppt_h/2"/>
                                          </p:val>
                                        </p:tav>
                                        <p:tav tm="100000">
                                          <p:val>
                                            <p:strVal val="#ppt_y"/>
                                          </p:val>
                                        </p:tav>
                                      </p:tavLst>
                                    </p:anim>
                                  </p:childTnLst>
                                </p:cTn>
                              </p:par>
                            </p:childTnLst>
                          </p:cTn>
                        </p:par>
                        <p:par>
                          <p:cTn id="45" fill="hold">
                            <p:stCondLst>
                              <p:cond delay="3500"/>
                            </p:stCondLst>
                            <p:childTnLst>
                              <p:par>
                                <p:cTn id="46" presetID="2" presetClass="entr" presetSubtype="4" accel="50000" decel="50000" fill="hold" grpId="0" nodeType="afterEffect" nodePh="1">
                                  <p:stCondLst>
                                    <p:cond delay="0"/>
                                  </p:stCondLst>
                                  <p:endCondLst>
                                    <p:cond evt="begin" delay="0">
                                      <p:tn val="46"/>
                                    </p:cond>
                                  </p:endCondLst>
                                  <p:childTnLst>
                                    <p:set>
                                      <p:cBhvr>
                                        <p:cTn id="47" dur="1" fill="hold">
                                          <p:stCondLst>
                                            <p:cond delay="0"/>
                                          </p:stCondLst>
                                        </p:cTn>
                                        <p:tgtEl>
                                          <p:spTgt spid="81">
                                            <p:txEl>
                                              <p:pRg st="0" end="0"/>
                                            </p:txEl>
                                          </p:spTgt>
                                        </p:tgtEl>
                                        <p:attrNameLst>
                                          <p:attrName>style.visibility</p:attrName>
                                        </p:attrNameLst>
                                      </p:cBhvr>
                                      <p:to>
                                        <p:strVal val="visible"/>
                                      </p:to>
                                    </p:set>
                                    <p:anim calcmode="lin" valueType="num">
                                      <p:cBhvr additive="base">
                                        <p:cTn id="48" dur="500" fill="hold"/>
                                        <p:tgtEl>
                                          <p:spTgt spid="81">
                                            <p:txEl>
                                              <p:pRg st="0" end="0"/>
                                            </p:txEl>
                                          </p:spTgt>
                                        </p:tgtEl>
                                        <p:attrNameLst>
                                          <p:attrName>ppt_x</p:attrName>
                                        </p:attrNameLst>
                                      </p:cBhvr>
                                      <p:tavLst>
                                        <p:tav tm="0">
                                          <p:val>
                                            <p:strVal val="#ppt_x"/>
                                          </p:val>
                                        </p:tav>
                                        <p:tav tm="100000">
                                          <p:val>
                                            <p:strVal val="#ppt_x"/>
                                          </p:val>
                                        </p:tav>
                                      </p:tavLst>
                                    </p:anim>
                                    <p:anim calcmode="lin" valueType="num">
                                      <p:cBhvr additive="base">
                                        <p:cTn id="49" dur="500" fill="hold"/>
                                        <p:tgtEl>
                                          <p:spTgt spid="81">
                                            <p:txEl>
                                              <p:pRg st="0" end="0"/>
                                            </p:txEl>
                                          </p:spTgt>
                                        </p:tgtEl>
                                        <p:attrNameLst>
                                          <p:attrName>ppt_y</p:attrName>
                                        </p:attrNameLst>
                                      </p:cBhvr>
                                      <p:tavLst>
                                        <p:tav tm="0">
                                          <p:val>
                                            <p:strVal val="1+#ppt_h/2"/>
                                          </p:val>
                                        </p:tav>
                                        <p:tav tm="100000">
                                          <p:val>
                                            <p:strVal val="#ppt_y"/>
                                          </p:val>
                                        </p:tav>
                                      </p:tavLst>
                                    </p:anim>
                                  </p:childTnLst>
                                </p:cTn>
                              </p:par>
                            </p:childTnLst>
                          </p:cTn>
                        </p:par>
                        <p:par>
                          <p:cTn id="50" fill="hold">
                            <p:stCondLst>
                              <p:cond delay="4000"/>
                            </p:stCondLst>
                            <p:childTnLst>
                              <p:par>
                                <p:cTn id="51" presetID="2" presetClass="entr" presetSubtype="1" accel="50000" decel="50000" fill="hold" grpId="0" nodeType="afterEffect">
                                  <p:stCondLst>
                                    <p:cond delay="0"/>
                                  </p:stCondLst>
                                  <p:childTnLst>
                                    <p:set>
                                      <p:cBhvr>
                                        <p:cTn id="52" dur="1" fill="hold">
                                          <p:stCondLst>
                                            <p:cond delay="0"/>
                                          </p:stCondLst>
                                        </p:cTn>
                                        <p:tgtEl>
                                          <p:spTgt spid="88"/>
                                        </p:tgtEl>
                                        <p:attrNameLst>
                                          <p:attrName>style.visibility</p:attrName>
                                        </p:attrNameLst>
                                      </p:cBhvr>
                                      <p:to>
                                        <p:strVal val="visible"/>
                                      </p:to>
                                    </p:set>
                                    <p:anim calcmode="lin" valueType="num">
                                      <p:cBhvr additive="base">
                                        <p:cTn id="53" dur="500" fill="hold"/>
                                        <p:tgtEl>
                                          <p:spTgt spid="88"/>
                                        </p:tgtEl>
                                        <p:attrNameLst>
                                          <p:attrName>ppt_x</p:attrName>
                                        </p:attrNameLst>
                                      </p:cBhvr>
                                      <p:tavLst>
                                        <p:tav tm="0">
                                          <p:val>
                                            <p:strVal val="#ppt_x"/>
                                          </p:val>
                                        </p:tav>
                                        <p:tav tm="100000">
                                          <p:val>
                                            <p:strVal val="#ppt_x"/>
                                          </p:val>
                                        </p:tav>
                                      </p:tavLst>
                                    </p:anim>
                                    <p:anim calcmode="lin" valueType="num">
                                      <p:cBhvr additive="base">
                                        <p:cTn id="54" dur="500" fill="hold"/>
                                        <p:tgtEl>
                                          <p:spTgt spid="88"/>
                                        </p:tgtEl>
                                        <p:attrNameLst>
                                          <p:attrName>ppt_y</p:attrName>
                                        </p:attrNameLst>
                                      </p:cBhvr>
                                      <p:tavLst>
                                        <p:tav tm="0">
                                          <p:val>
                                            <p:strVal val="0-#ppt_h/2"/>
                                          </p:val>
                                        </p:tav>
                                        <p:tav tm="100000">
                                          <p:val>
                                            <p:strVal val="#ppt_y"/>
                                          </p:val>
                                        </p:tav>
                                      </p:tavLst>
                                    </p:anim>
                                  </p:childTnLst>
                                </p:cTn>
                              </p:par>
                            </p:childTnLst>
                          </p:cTn>
                        </p:par>
                        <p:par>
                          <p:cTn id="55" fill="hold">
                            <p:stCondLst>
                              <p:cond delay="4500"/>
                            </p:stCondLst>
                            <p:childTnLst>
                              <p:par>
                                <p:cTn id="56" presetID="22" presetClass="entr" presetSubtype="4" fill="hold" grpId="0" nodeType="afterEffect" nodePh="1">
                                  <p:stCondLst>
                                    <p:cond delay="0"/>
                                  </p:stCondLst>
                                  <p:endCondLst>
                                    <p:cond evt="begin" delay="0">
                                      <p:tn val="56"/>
                                    </p:cond>
                                  </p:endCondLst>
                                  <p:childTnLst>
                                    <p:set>
                                      <p:cBhvr>
                                        <p:cTn id="57" dur="1" fill="hold">
                                          <p:stCondLst>
                                            <p:cond delay="0"/>
                                          </p:stCondLst>
                                        </p:cTn>
                                        <p:tgtEl>
                                          <p:spTgt spid="89">
                                            <p:txEl>
                                              <p:pRg st="0" end="0"/>
                                            </p:txEl>
                                          </p:spTgt>
                                        </p:tgtEl>
                                        <p:attrNameLst>
                                          <p:attrName>style.visibility</p:attrName>
                                        </p:attrNameLst>
                                      </p:cBhvr>
                                      <p:to>
                                        <p:strVal val="visible"/>
                                      </p:to>
                                    </p:set>
                                    <p:animEffect transition="in" filter="wipe(down)">
                                      <p:cBhvr>
                                        <p:cTn id="58" dur="500"/>
                                        <p:tgtEl>
                                          <p:spTgt spid="89">
                                            <p:txEl>
                                              <p:pRg st="0" end="0"/>
                                            </p:txEl>
                                          </p:spTgt>
                                        </p:tgtEl>
                                      </p:cBhvr>
                                    </p:animEffect>
                                  </p:childTnLst>
                                </p:cTn>
                              </p:par>
                              <p:par>
                                <p:cTn id="59" presetID="2" presetClass="entr" presetSubtype="4" accel="50000" decel="50000" fill="hold" grpId="0" nodeType="withEffect">
                                  <p:stCondLst>
                                    <p:cond delay="0"/>
                                  </p:stCondLst>
                                  <p:childTnLst>
                                    <p:set>
                                      <p:cBhvr>
                                        <p:cTn id="60" dur="1" fill="hold">
                                          <p:stCondLst>
                                            <p:cond delay="0"/>
                                          </p:stCondLst>
                                        </p:cTn>
                                        <p:tgtEl>
                                          <p:spTgt spid="85"/>
                                        </p:tgtEl>
                                        <p:attrNameLst>
                                          <p:attrName>style.visibility</p:attrName>
                                        </p:attrNameLst>
                                      </p:cBhvr>
                                      <p:to>
                                        <p:strVal val="visible"/>
                                      </p:to>
                                    </p:set>
                                    <p:anim calcmode="lin" valueType="num">
                                      <p:cBhvr additive="base">
                                        <p:cTn id="61" dur="500" fill="hold"/>
                                        <p:tgtEl>
                                          <p:spTgt spid="85"/>
                                        </p:tgtEl>
                                        <p:attrNameLst>
                                          <p:attrName>ppt_x</p:attrName>
                                        </p:attrNameLst>
                                      </p:cBhvr>
                                      <p:tavLst>
                                        <p:tav tm="0">
                                          <p:val>
                                            <p:strVal val="#ppt_x"/>
                                          </p:val>
                                        </p:tav>
                                        <p:tav tm="100000">
                                          <p:val>
                                            <p:strVal val="#ppt_x"/>
                                          </p:val>
                                        </p:tav>
                                      </p:tavLst>
                                    </p:anim>
                                    <p:anim calcmode="lin" valueType="num">
                                      <p:cBhvr additive="base">
                                        <p:cTn id="62" dur="500" fill="hold"/>
                                        <p:tgtEl>
                                          <p:spTgt spid="85"/>
                                        </p:tgtEl>
                                        <p:attrNameLst>
                                          <p:attrName>ppt_y</p:attrName>
                                        </p:attrNameLst>
                                      </p:cBhvr>
                                      <p:tavLst>
                                        <p:tav tm="0">
                                          <p:val>
                                            <p:strVal val="1+#ppt_h/2"/>
                                          </p:val>
                                        </p:tav>
                                        <p:tav tm="100000">
                                          <p:val>
                                            <p:strVal val="#ppt_y"/>
                                          </p:val>
                                        </p:tav>
                                      </p:tavLst>
                                    </p:anim>
                                  </p:childTnLst>
                                </p:cTn>
                              </p:par>
                            </p:childTnLst>
                          </p:cTn>
                        </p:par>
                        <p:par>
                          <p:cTn id="63" fill="hold">
                            <p:stCondLst>
                              <p:cond delay="5000"/>
                            </p:stCondLst>
                            <p:childTnLst>
                              <p:par>
                                <p:cTn id="64" presetID="2" presetClass="entr" presetSubtype="4" accel="50000" decel="50000" fill="hold" grpId="0" nodeType="afterEffect" nodePh="1">
                                  <p:stCondLst>
                                    <p:cond delay="0"/>
                                  </p:stCondLst>
                                  <p:endCondLst>
                                    <p:cond evt="begin" delay="0">
                                      <p:tn val="64"/>
                                    </p:cond>
                                  </p:endCondLst>
                                  <p:childTnLst>
                                    <p:set>
                                      <p:cBhvr>
                                        <p:cTn id="65" dur="1" fill="hold">
                                          <p:stCondLst>
                                            <p:cond delay="0"/>
                                          </p:stCondLst>
                                        </p:cTn>
                                        <p:tgtEl>
                                          <p:spTgt spid="87">
                                            <p:txEl>
                                              <p:pRg st="0" end="0"/>
                                            </p:txEl>
                                          </p:spTgt>
                                        </p:tgtEl>
                                        <p:attrNameLst>
                                          <p:attrName>style.visibility</p:attrName>
                                        </p:attrNameLst>
                                      </p:cBhvr>
                                      <p:to>
                                        <p:strVal val="visible"/>
                                      </p:to>
                                    </p:set>
                                    <p:anim calcmode="lin" valueType="num">
                                      <p:cBhvr additive="base">
                                        <p:cTn id="66" dur="500" fill="hold"/>
                                        <p:tgtEl>
                                          <p:spTgt spid="87">
                                            <p:txEl>
                                              <p:pRg st="0" end="0"/>
                                            </p:txEl>
                                          </p:spTgt>
                                        </p:tgtEl>
                                        <p:attrNameLst>
                                          <p:attrName>ppt_x</p:attrName>
                                        </p:attrNameLst>
                                      </p:cBhvr>
                                      <p:tavLst>
                                        <p:tav tm="0">
                                          <p:val>
                                            <p:strVal val="#ppt_x"/>
                                          </p:val>
                                        </p:tav>
                                        <p:tav tm="100000">
                                          <p:val>
                                            <p:strVal val="#ppt_x"/>
                                          </p:val>
                                        </p:tav>
                                      </p:tavLst>
                                    </p:anim>
                                    <p:anim calcmode="lin" valueType="num">
                                      <p:cBhvr additive="base">
                                        <p:cTn id="67" dur="500" fill="hold"/>
                                        <p:tgtEl>
                                          <p:spTgt spid="87">
                                            <p:txEl>
                                              <p:pRg st="0" end="0"/>
                                            </p:txEl>
                                          </p:spTgt>
                                        </p:tgtEl>
                                        <p:attrNameLst>
                                          <p:attrName>ppt_y</p:attrName>
                                        </p:attrNameLst>
                                      </p:cBhvr>
                                      <p:tavLst>
                                        <p:tav tm="0">
                                          <p:val>
                                            <p:strVal val="1+#ppt_h/2"/>
                                          </p:val>
                                        </p:tav>
                                        <p:tav tm="100000">
                                          <p:val>
                                            <p:strVal val="#ppt_y"/>
                                          </p:val>
                                        </p:tav>
                                      </p:tavLst>
                                    </p:anim>
                                  </p:childTnLst>
                                </p:cTn>
                              </p:par>
                            </p:childTnLst>
                          </p:cTn>
                        </p:par>
                        <p:par>
                          <p:cTn id="68" fill="hold">
                            <p:stCondLst>
                              <p:cond delay="5500"/>
                            </p:stCondLst>
                            <p:childTnLst>
                              <p:par>
                                <p:cTn id="69" presetID="2" presetClass="entr" presetSubtype="4" accel="50000" decel="50000" fill="hold" grpId="0" nodeType="afterEffect" nodePh="1">
                                  <p:stCondLst>
                                    <p:cond delay="0"/>
                                  </p:stCondLst>
                                  <p:endCondLst>
                                    <p:cond evt="begin" delay="0">
                                      <p:tn val="69"/>
                                    </p:cond>
                                  </p:endCondLst>
                                  <p:childTnLst>
                                    <p:set>
                                      <p:cBhvr>
                                        <p:cTn id="70" dur="1" fill="hold">
                                          <p:stCondLst>
                                            <p:cond delay="0"/>
                                          </p:stCondLst>
                                        </p:cTn>
                                        <p:tgtEl>
                                          <p:spTgt spid="86">
                                            <p:txEl>
                                              <p:pRg st="0" end="0"/>
                                            </p:txEl>
                                          </p:spTgt>
                                        </p:tgtEl>
                                        <p:attrNameLst>
                                          <p:attrName>style.visibility</p:attrName>
                                        </p:attrNameLst>
                                      </p:cBhvr>
                                      <p:to>
                                        <p:strVal val="visible"/>
                                      </p:to>
                                    </p:set>
                                    <p:anim calcmode="lin" valueType="num">
                                      <p:cBhvr additive="base">
                                        <p:cTn id="71" dur="500" fill="hold"/>
                                        <p:tgtEl>
                                          <p:spTgt spid="86">
                                            <p:txEl>
                                              <p:pRg st="0" end="0"/>
                                            </p:txEl>
                                          </p:spTgt>
                                        </p:tgtEl>
                                        <p:attrNameLst>
                                          <p:attrName>ppt_x</p:attrName>
                                        </p:attrNameLst>
                                      </p:cBhvr>
                                      <p:tavLst>
                                        <p:tav tm="0">
                                          <p:val>
                                            <p:strVal val="#ppt_x"/>
                                          </p:val>
                                        </p:tav>
                                        <p:tav tm="100000">
                                          <p:val>
                                            <p:strVal val="#ppt_x"/>
                                          </p:val>
                                        </p:tav>
                                      </p:tavLst>
                                    </p:anim>
                                    <p:anim calcmode="lin" valueType="num">
                                      <p:cBhvr additive="base">
                                        <p:cTn id="72" dur="500" fill="hold"/>
                                        <p:tgtEl>
                                          <p:spTgt spid="86">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5" grpId="0"/>
      <p:bldP spid="76"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76"/>
                        </p:tgtEl>
                        <p:attrNameLst>
                          <p:attrName>style.visibility</p:attrName>
                        </p:attrNameLst>
                      </p:cBhvr>
                      <p:to>
                        <p:strVal val="visible"/>
                      </p:to>
                    </p:set>
                    <p:anim calcmode="lin" valueType="num">
                      <p:cBhvr additive="base">
                        <p:cTn dur="500" fill="hold"/>
                        <p:tgtEl>
                          <p:spTgt spid="76"/>
                        </p:tgtEl>
                        <p:attrNameLst>
                          <p:attrName>ppt_x</p:attrName>
                        </p:attrNameLst>
                      </p:cBhvr>
                      <p:tavLst>
                        <p:tav tm="0">
                          <p:val>
                            <p:strVal val="#ppt_x"/>
                          </p:val>
                        </p:tav>
                        <p:tav tm="100000">
                          <p:val>
                            <p:strVal val="#ppt_x"/>
                          </p:val>
                        </p:tav>
                      </p:tavLst>
                    </p:anim>
                    <p:anim calcmode="lin" valueType="num">
                      <p:cBhvr additive="base">
                        <p:cTn dur="500" fill="hold"/>
                        <p:tgtEl>
                          <p:spTgt spid="76"/>
                        </p:tgtEl>
                        <p:attrNameLst>
                          <p:attrName>ppt_y</p:attrName>
                        </p:attrNameLst>
                      </p:cBhvr>
                      <p:tavLst>
                        <p:tav tm="0">
                          <p:val>
                            <p:strVal val="1+#ppt_h/2"/>
                          </p:val>
                        </p:tav>
                        <p:tav tm="100000">
                          <p:val>
                            <p:strVal val="#ppt_y"/>
                          </p:val>
                        </p:tav>
                      </p:tavLst>
                    </p:anim>
                  </p:childTnLst>
                </p:cTn>
              </p:par>
            </p:tnLst>
          </p:tmpl>
        </p:tmplLst>
      </p:bldP>
      <p:bldP spid="77"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77"/>
                        </p:tgtEl>
                        <p:attrNameLst>
                          <p:attrName>style.visibility</p:attrName>
                        </p:attrNameLst>
                      </p:cBhvr>
                      <p:to>
                        <p:strVal val="visible"/>
                      </p:to>
                    </p:set>
                    <p:anim calcmode="lin" valueType="num">
                      <p:cBhvr additive="base">
                        <p:cTn dur="500" fill="hold"/>
                        <p:tgtEl>
                          <p:spTgt spid="77"/>
                        </p:tgtEl>
                        <p:attrNameLst>
                          <p:attrName>ppt_x</p:attrName>
                        </p:attrNameLst>
                      </p:cBhvr>
                      <p:tavLst>
                        <p:tav tm="0">
                          <p:val>
                            <p:strVal val="#ppt_x"/>
                          </p:val>
                        </p:tav>
                        <p:tav tm="100000">
                          <p:val>
                            <p:strVal val="#ppt_x"/>
                          </p:val>
                        </p:tav>
                      </p:tavLst>
                    </p:anim>
                    <p:anim calcmode="lin" valueType="num">
                      <p:cBhvr additive="base">
                        <p:cTn dur="500" fill="hold"/>
                        <p:tgtEl>
                          <p:spTgt spid="77"/>
                        </p:tgtEl>
                        <p:attrNameLst>
                          <p:attrName>ppt_y</p:attrName>
                        </p:attrNameLst>
                      </p:cBhvr>
                      <p:tavLst>
                        <p:tav tm="0">
                          <p:val>
                            <p:strVal val="1+#ppt_h/2"/>
                          </p:val>
                        </p:tav>
                        <p:tav tm="100000">
                          <p:val>
                            <p:strVal val="#ppt_y"/>
                          </p:val>
                        </p:tav>
                      </p:tavLst>
                    </p:anim>
                  </p:childTnLst>
                </p:cTn>
              </p:par>
            </p:tnLst>
          </p:tmpl>
        </p:tmplLst>
      </p:bldP>
      <p:bldP spid="78" grpId="0" animBg="1"/>
      <p:bldP spid="79"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79"/>
                        </p:tgtEl>
                        <p:attrNameLst>
                          <p:attrName>style.visibility</p:attrName>
                        </p:attrNameLst>
                      </p:cBhvr>
                      <p:to>
                        <p:strVal val="visible"/>
                      </p:to>
                    </p:set>
                    <p:animEffect transition="in" filter="wipe(down)">
                      <p:cBhvr>
                        <p:cTn dur="500"/>
                        <p:tgtEl>
                          <p:spTgt spid="79"/>
                        </p:tgtEl>
                      </p:cBhvr>
                    </p:animEffect>
                  </p:childTnLst>
                </p:cTn>
              </p:par>
            </p:tnLst>
          </p:tmpl>
        </p:tmplLst>
      </p:bldP>
      <p:bldP spid="80" grpId="0"/>
      <p:bldP spid="81"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81"/>
                        </p:tgtEl>
                        <p:attrNameLst>
                          <p:attrName>style.visibility</p:attrName>
                        </p:attrNameLst>
                      </p:cBhvr>
                      <p:to>
                        <p:strVal val="visible"/>
                      </p:to>
                    </p:set>
                    <p:anim calcmode="lin" valueType="num">
                      <p:cBhvr additive="base">
                        <p:cTn dur="500" fill="hold"/>
                        <p:tgtEl>
                          <p:spTgt spid="81"/>
                        </p:tgtEl>
                        <p:attrNameLst>
                          <p:attrName>ppt_x</p:attrName>
                        </p:attrNameLst>
                      </p:cBhvr>
                      <p:tavLst>
                        <p:tav tm="0">
                          <p:val>
                            <p:strVal val="#ppt_x"/>
                          </p:val>
                        </p:tav>
                        <p:tav tm="100000">
                          <p:val>
                            <p:strVal val="#ppt_x"/>
                          </p:val>
                        </p:tav>
                      </p:tavLst>
                    </p:anim>
                    <p:anim calcmode="lin" valueType="num">
                      <p:cBhvr additive="base">
                        <p:cTn dur="500" fill="hold"/>
                        <p:tgtEl>
                          <p:spTgt spid="81"/>
                        </p:tgtEl>
                        <p:attrNameLst>
                          <p:attrName>ppt_y</p:attrName>
                        </p:attrNameLst>
                      </p:cBhvr>
                      <p:tavLst>
                        <p:tav tm="0">
                          <p:val>
                            <p:strVal val="1+#ppt_h/2"/>
                          </p:val>
                        </p:tav>
                        <p:tav tm="100000">
                          <p:val>
                            <p:strVal val="#ppt_y"/>
                          </p:val>
                        </p:tav>
                      </p:tavLst>
                    </p:anim>
                  </p:childTnLst>
                </p:cTn>
              </p:par>
            </p:tnLst>
          </p:tmpl>
        </p:tmplLst>
      </p:bldP>
      <p:bldP spid="82"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82"/>
                        </p:tgtEl>
                        <p:attrNameLst>
                          <p:attrName>style.visibility</p:attrName>
                        </p:attrNameLst>
                      </p:cBhvr>
                      <p:to>
                        <p:strVal val="visible"/>
                      </p:to>
                    </p:set>
                    <p:anim calcmode="lin" valueType="num">
                      <p:cBhvr additive="base">
                        <p:cTn dur="500" fill="hold"/>
                        <p:tgtEl>
                          <p:spTgt spid="82"/>
                        </p:tgtEl>
                        <p:attrNameLst>
                          <p:attrName>ppt_x</p:attrName>
                        </p:attrNameLst>
                      </p:cBhvr>
                      <p:tavLst>
                        <p:tav tm="0">
                          <p:val>
                            <p:strVal val="#ppt_x"/>
                          </p:val>
                        </p:tav>
                        <p:tav tm="100000">
                          <p:val>
                            <p:strVal val="#ppt_x"/>
                          </p:val>
                        </p:tav>
                      </p:tavLst>
                    </p:anim>
                    <p:anim calcmode="lin" valueType="num">
                      <p:cBhvr additive="base">
                        <p:cTn dur="500" fill="hold"/>
                        <p:tgtEl>
                          <p:spTgt spid="82"/>
                        </p:tgtEl>
                        <p:attrNameLst>
                          <p:attrName>ppt_y</p:attrName>
                        </p:attrNameLst>
                      </p:cBhvr>
                      <p:tavLst>
                        <p:tav tm="0">
                          <p:val>
                            <p:strVal val="1+#ppt_h/2"/>
                          </p:val>
                        </p:tav>
                        <p:tav tm="100000">
                          <p:val>
                            <p:strVal val="#ppt_y"/>
                          </p:val>
                        </p:tav>
                      </p:tavLst>
                    </p:anim>
                  </p:childTnLst>
                </p:cTn>
              </p:par>
            </p:tnLst>
          </p:tmpl>
        </p:tmplLst>
      </p:bldP>
      <p:bldP spid="83" grpId="0" animBg="1"/>
      <p:bldP spid="84"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84"/>
                        </p:tgtEl>
                        <p:attrNameLst>
                          <p:attrName>style.visibility</p:attrName>
                        </p:attrNameLst>
                      </p:cBhvr>
                      <p:to>
                        <p:strVal val="visible"/>
                      </p:to>
                    </p:set>
                    <p:animEffect transition="in" filter="wipe(down)">
                      <p:cBhvr>
                        <p:cTn dur="500"/>
                        <p:tgtEl>
                          <p:spTgt spid="84"/>
                        </p:tgtEl>
                      </p:cBhvr>
                    </p:animEffect>
                  </p:childTnLst>
                </p:cTn>
              </p:par>
            </p:tnLst>
          </p:tmpl>
        </p:tmplLst>
      </p:bldP>
      <p:bldP spid="85" grpId="0"/>
      <p:bldP spid="86"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86"/>
                        </p:tgtEl>
                        <p:attrNameLst>
                          <p:attrName>style.visibility</p:attrName>
                        </p:attrNameLst>
                      </p:cBhvr>
                      <p:to>
                        <p:strVal val="visible"/>
                      </p:to>
                    </p:set>
                    <p:anim calcmode="lin" valueType="num">
                      <p:cBhvr additive="base">
                        <p:cTn dur="500" fill="hold"/>
                        <p:tgtEl>
                          <p:spTgt spid="86"/>
                        </p:tgtEl>
                        <p:attrNameLst>
                          <p:attrName>ppt_x</p:attrName>
                        </p:attrNameLst>
                      </p:cBhvr>
                      <p:tavLst>
                        <p:tav tm="0">
                          <p:val>
                            <p:strVal val="#ppt_x"/>
                          </p:val>
                        </p:tav>
                        <p:tav tm="100000">
                          <p:val>
                            <p:strVal val="#ppt_x"/>
                          </p:val>
                        </p:tav>
                      </p:tavLst>
                    </p:anim>
                    <p:anim calcmode="lin" valueType="num">
                      <p:cBhvr additive="base">
                        <p:cTn dur="500" fill="hold"/>
                        <p:tgtEl>
                          <p:spTgt spid="86"/>
                        </p:tgtEl>
                        <p:attrNameLst>
                          <p:attrName>ppt_y</p:attrName>
                        </p:attrNameLst>
                      </p:cBhvr>
                      <p:tavLst>
                        <p:tav tm="0">
                          <p:val>
                            <p:strVal val="1+#ppt_h/2"/>
                          </p:val>
                        </p:tav>
                        <p:tav tm="100000">
                          <p:val>
                            <p:strVal val="#ppt_y"/>
                          </p:val>
                        </p:tav>
                      </p:tavLst>
                    </p:anim>
                  </p:childTnLst>
                </p:cTn>
              </p:par>
            </p:tnLst>
          </p:tmpl>
        </p:tmplLst>
      </p:bldP>
      <p:bldP spid="87"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87"/>
                        </p:tgtEl>
                        <p:attrNameLst>
                          <p:attrName>style.visibility</p:attrName>
                        </p:attrNameLst>
                      </p:cBhvr>
                      <p:to>
                        <p:strVal val="visible"/>
                      </p:to>
                    </p:set>
                    <p:anim calcmode="lin" valueType="num">
                      <p:cBhvr additive="base">
                        <p:cTn dur="500" fill="hold"/>
                        <p:tgtEl>
                          <p:spTgt spid="87"/>
                        </p:tgtEl>
                        <p:attrNameLst>
                          <p:attrName>ppt_x</p:attrName>
                        </p:attrNameLst>
                      </p:cBhvr>
                      <p:tavLst>
                        <p:tav tm="0">
                          <p:val>
                            <p:strVal val="#ppt_x"/>
                          </p:val>
                        </p:tav>
                        <p:tav tm="100000">
                          <p:val>
                            <p:strVal val="#ppt_x"/>
                          </p:val>
                        </p:tav>
                      </p:tavLst>
                    </p:anim>
                    <p:anim calcmode="lin" valueType="num">
                      <p:cBhvr additive="base">
                        <p:cTn dur="500" fill="hold"/>
                        <p:tgtEl>
                          <p:spTgt spid="87"/>
                        </p:tgtEl>
                        <p:attrNameLst>
                          <p:attrName>ppt_y</p:attrName>
                        </p:attrNameLst>
                      </p:cBhvr>
                      <p:tavLst>
                        <p:tav tm="0">
                          <p:val>
                            <p:strVal val="1+#ppt_h/2"/>
                          </p:val>
                        </p:tav>
                        <p:tav tm="100000">
                          <p:val>
                            <p:strVal val="#ppt_y"/>
                          </p:val>
                        </p:tav>
                      </p:tavLst>
                    </p:anim>
                  </p:childTnLst>
                </p:cTn>
              </p:par>
            </p:tnLst>
          </p:tmpl>
        </p:tmplLst>
      </p:bldP>
      <p:bldP spid="88" grpId="0" animBg="1"/>
      <p:bldP spid="89"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89"/>
                        </p:tgtEl>
                        <p:attrNameLst>
                          <p:attrName>style.visibility</p:attrName>
                        </p:attrNameLst>
                      </p:cBhvr>
                      <p:to>
                        <p:strVal val="visible"/>
                      </p:to>
                    </p:set>
                    <p:animEffect transition="in" filter="wipe(down)">
                      <p:cBhvr>
                        <p:cTn dur="500"/>
                        <p:tgtEl>
                          <p:spTgt spid="89"/>
                        </p:tgtEl>
                      </p:cBhvr>
                    </p:animEffect>
                  </p:childTnLst>
                </p:cTn>
              </p:par>
            </p:tnLst>
          </p:tmpl>
        </p:tmplLst>
      </p:bldP>
    </p:bldLst>
  </p:timing>
</p:sldLayout>
</file>

<file path=ppt/slideLayouts/slideLayout417.xml><?xml version="1.0" encoding="utf-8"?>
<p:sldLayout xmlns:a="http://schemas.openxmlformats.org/drawingml/2006/main" xmlns:r="http://schemas.openxmlformats.org/officeDocument/2006/relationships" xmlns:p="http://schemas.openxmlformats.org/presentationml/2006/main" userDrawn="1">
  <p:cSld name="Four Pic Ver">
    <p:spTree>
      <p:nvGrpSpPr>
        <p:cNvPr id="1" name=""/>
        <p:cNvGrpSpPr/>
        <p:nvPr/>
      </p:nvGrpSpPr>
      <p:grpSpPr>
        <a:xfrm>
          <a:off x="0" y="0"/>
          <a:ext cx="0" cy="0"/>
          <a:chOff x="0" y="0"/>
          <a:chExt cx="0" cy="0"/>
        </a:xfrm>
      </p:grpSpPr>
      <p:sp>
        <p:nvSpPr>
          <p:cNvPr id="12" name="Picture Placeholder 7"/>
          <p:cNvSpPr>
            <a:spLocks noGrp="1"/>
          </p:cNvSpPr>
          <p:nvPr>
            <p:ph type="pic" sz="quarter" idx="15" hasCustomPrompt="1"/>
          </p:nvPr>
        </p:nvSpPr>
        <p:spPr>
          <a:xfrm>
            <a:off x="590995" y="1536506"/>
            <a:ext cx="346953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4" name="Rectangle 3"/>
          <p:cNvSpPr/>
          <p:nvPr userDrawn="1"/>
        </p:nvSpPr>
        <p:spPr>
          <a:xfrm>
            <a:off x="590997" y="3341912"/>
            <a:ext cx="3469532" cy="56122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13" name="Text Placeholder 3"/>
          <p:cNvSpPr>
            <a:spLocks noGrp="1"/>
          </p:cNvSpPr>
          <p:nvPr>
            <p:ph type="body" sz="half" idx="17"/>
          </p:nvPr>
        </p:nvSpPr>
        <p:spPr>
          <a:xfrm>
            <a:off x="680830" y="3483079"/>
            <a:ext cx="3324756" cy="257040"/>
          </a:xfrm>
          <a:prstGeom prst="rect">
            <a:avLst/>
          </a:prstGeom>
        </p:spPr>
        <p:txBody>
          <a:bodyPr wrap="none" lIns="0" tIns="0" rIns="0" bIns="0" anchor="ctr">
            <a:noAutofit/>
          </a:bodyPr>
          <a:lstStyle>
            <a:lvl1pPr marL="0" indent="0" algn="ctr">
              <a:buNone/>
              <a:defRPr sz="1600"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14" name="Picture Placeholder 7"/>
          <p:cNvSpPr>
            <a:spLocks noGrp="1"/>
          </p:cNvSpPr>
          <p:nvPr>
            <p:ph type="pic" sz="quarter" idx="18" hasCustomPrompt="1"/>
          </p:nvPr>
        </p:nvSpPr>
        <p:spPr>
          <a:xfrm>
            <a:off x="4344201" y="1536506"/>
            <a:ext cx="346953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15" name="Rectangle 14"/>
          <p:cNvSpPr/>
          <p:nvPr userDrawn="1"/>
        </p:nvSpPr>
        <p:spPr>
          <a:xfrm>
            <a:off x="4344202" y="3341912"/>
            <a:ext cx="3469532" cy="56122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16" name="Text Placeholder 3"/>
          <p:cNvSpPr>
            <a:spLocks noGrp="1"/>
          </p:cNvSpPr>
          <p:nvPr>
            <p:ph type="body" sz="half" idx="19"/>
          </p:nvPr>
        </p:nvSpPr>
        <p:spPr>
          <a:xfrm>
            <a:off x="4434033" y="3483079"/>
            <a:ext cx="3324756" cy="257040"/>
          </a:xfrm>
          <a:prstGeom prst="rect">
            <a:avLst/>
          </a:prstGeom>
        </p:spPr>
        <p:txBody>
          <a:bodyPr wrap="none" lIns="0" tIns="0" rIns="0" bIns="0" anchor="ctr">
            <a:noAutofit/>
          </a:bodyPr>
          <a:lstStyle>
            <a:lvl1pPr marL="0" indent="0" algn="ctr">
              <a:buNone/>
              <a:defRPr sz="1600"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17" name="Picture Placeholder 7"/>
          <p:cNvSpPr>
            <a:spLocks noGrp="1"/>
          </p:cNvSpPr>
          <p:nvPr>
            <p:ph type="pic" sz="quarter" idx="20" hasCustomPrompt="1"/>
          </p:nvPr>
        </p:nvSpPr>
        <p:spPr>
          <a:xfrm>
            <a:off x="8094767" y="1536506"/>
            <a:ext cx="346953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18" name="Rectangle 17"/>
          <p:cNvSpPr/>
          <p:nvPr userDrawn="1"/>
        </p:nvSpPr>
        <p:spPr>
          <a:xfrm>
            <a:off x="8094769" y="3341912"/>
            <a:ext cx="3469532" cy="56122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19" name="Text Placeholder 3"/>
          <p:cNvSpPr>
            <a:spLocks noGrp="1"/>
          </p:cNvSpPr>
          <p:nvPr>
            <p:ph type="body" sz="half" idx="21"/>
          </p:nvPr>
        </p:nvSpPr>
        <p:spPr>
          <a:xfrm>
            <a:off x="8184601" y="3483079"/>
            <a:ext cx="3324756" cy="257040"/>
          </a:xfrm>
          <a:prstGeom prst="rect">
            <a:avLst/>
          </a:prstGeom>
        </p:spPr>
        <p:txBody>
          <a:bodyPr wrap="none" lIns="0" tIns="0" rIns="0" bIns="0" anchor="ctr">
            <a:noAutofit/>
          </a:bodyPr>
          <a:lstStyle>
            <a:lvl1pPr marL="0" indent="0" algn="ctr">
              <a:buNone/>
              <a:defRPr sz="1600"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20" name="Picture Placeholder 7"/>
          <p:cNvSpPr>
            <a:spLocks noGrp="1"/>
          </p:cNvSpPr>
          <p:nvPr>
            <p:ph type="pic" sz="quarter" idx="22" hasCustomPrompt="1"/>
          </p:nvPr>
        </p:nvSpPr>
        <p:spPr>
          <a:xfrm>
            <a:off x="590995" y="3990754"/>
            <a:ext cx="346953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21" name="Rectangle 20"/>
          <p:cNvSpPr/>
          <p:nvPr userDrawn="1"/>
        </p:nvSpPr>
        <p:spPr>
          <a:xfrm>
            <a:off x="590997" y="5796160"/>
            <a:ext cx="3469532" cy="561221"/>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22" name="Text Placeholder 3"/>
          <p:cNvSpPr>
            <a:spLocks noGrp="1"/>
          </p:cNvSpPr>
          <p:nvPr>
            <p:ph type="body" sz="half" idx="23"/>
          </p:nvPr>
        </p:nvSpPr>
        <p:spPr>
          <a:xfrm>
            <a:off x="680830" y="5937327"/>
            <a:ext cx="3324756" cy="257040"/>
          </a:xfrm>
          <a:prstGeom prst="rect">
            <a:avLst/>
          </a:prstGeom>
        </p:spPr>
        <p:txBody>
          <a:bodyPr wrap="none" lIns="0" tIns="0" rIns="0" bIns="0" anchor="ctr">
            <a:noAutofit/>
          </a:bodyPr>
          <a:lstStyle>
            <a:lvl1pPr marL="0" indent="0" algn="ctr">
              <a:buNone/>
              <a:defRPr sz="1600"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23" name="Picture Placeholder 7"/>
          <p:cNvSpPr>
            <a:spLocks noGrp="1"/>
          </p:cNvSpPr>
          <p:nvPr>
            <p:ph type="pic" sz="quarter" idx="24" hasCustomPrompt="1"/>
          </p:nvPr>
        </p:nvSpPr>
        <p:spPr>
          <a:xfrm>
            <a:off x="4344201" y="3990754"/>
            <a:ext cx="346953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24" name="Rectangle 23"/>
          <p:cNvSpPr/>
          <p:nvPr userDrawn="1"/>
        </p:nvSpPr>
        <p:spPr>
          <a:xfrm>
            <a:off x="4344202" y="5796160"/>
            <a:ext cx="3469532" cy="561221"/>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25" name="Text Placeholder 3"/>
          <p:cNvSpPr>
            <a:spLocks noGrp="1"/>
          </p:cNvSpPr>
          <p:nvPr>
            <p:ph type="body" sz="half" idx="25"/>
          </p:nvPr>
        </p:nvSpPr>
        <p:spPr>
          <a:xfrm>
            <a:off x="4434033" y="5937327"/>
            <a:ext cx="3324756" cy="257040"/>
          </a:xfrm>
          <a:prstGeom prst="rect">
            <a:avLst/>
          </a:prstGeom>
        </p:spPr>
        <p:txBody>
          <a:bodyPr wrap="none" lIns="0" tIns="0" rIns="0" bIns="0" anchor="ctr">
            <a:noAutofit/>
          </a:bodyPr>
          <a:lstStyle>
            <a:lvl1pPr marL="0" indent="0" algn="ctr">
              <a:buNone/>
              <a:defRPr sz="1600"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26" name="Picture Placeholder 7"/>
          <p:cNvSpPr>
            <a:spLocks noGrp="1"/>
          </p:cNvSpPr>
          <p:nvPr>
            <p:ph type="pic" sz="quarter" idx="26" hasCustomPrompt="1"/>
          </p:nvPr>
        </p:nvSpPr>
        <p:spPr>
          <a:xfrm>
            <a:off x="8094767" y="3990754"/>
            <a:ext cx="346953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27" name="Rectangle 26"/>
          <p:cNvSpPr/>
          <p:nvPr userDrawn="1"/>
        </p:nvSpPr>
        <p:spPr>
          <a:xfrm>
            <a:off x="8094769" y="5796160"/>
            <a:ext cx="3469532" cy="561221"/>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28" name="Text Placeholder 3"/>
          <p:cNvSpPr>
            <a:spLocks noGrp="1"/>
          </p:cNvSpPr>
          <p:nvPr>
            <p:ph type="body" sz="half" idx="27"/>
          </p:nvPr>
        </p:nvSpPr>
        <p:spPr>
          <a:xfrm>
            <a:off x="8184601" y="5937327"/>
            <a:ext cx="3324756" cy="257040"/>
          </a:xfrm>
          <a:prstGeom prst="rect">
            <a:avLst/>
          </a:prstGeom>
        </p:spPr>
        <p:txBody>
          <a:bodyPr wrap="none" lIns="0" tIns="0" rIns="0" bIns="0" anchor="ctr">
            <a:noAutofit/>
          </a:bodyPr>
          <a:lstStyle>
            <a:lvl1pPr marL="0" indent="0" algn="ctr">
              <a:buNone/>
              <a:defRPr sz="1600"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29"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30"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91624162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after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wipe(down)">
                                      <p:cBhvr>
                                        <p:cTn id="7" dur="500"/>
                                        <p:tgtEl>
                                          <p:spTgt spid="12"/>
                                        </p:tgtEl>
                                      </p:cBhvr>
                                    </p:animEffect>
                                  </p:childTnLst>
                                </p:cTn>
                              </p:par>
                            </p:childTnLst>
                          </p:cTn>
                        </p:par>
                        <p:par>
                          <p:cTn id="8" fill="hold">
                            <p:stCondLst>
                              <p:cond delay="500"/>
                            </p:stCondLst>
                            <p:childTnLst>
                              <p:par>
                                <p:cTn id="9" presetID="22" presetClass="entr" presetSubtype="4" fill="hold" grpId="0" nodeType="afterEffect">
                                  <p:stCondLst>
                                    <p:cond delay="0"/>
                                  </p:stCondLst>
                                  <p:childTnLst>
                                    <p:set>
                                      <p:cBhvr>
                                        <p:cTn id="10" dur="1" fill="hold">
                                          <p:stCondLst>
                                            <p:cond delay="0"/>
                                          </p:stCondLst>
                                        </p:cTn>
                                        <p:tgtEl>
                                          <p:spTgt spid="4"/>
                                        </p:tgtEl>
                                        <p:attrNameLst>
                                          <p:attrName>style.visibility</p:attrName>
                                        </p:attrNameLst>
                                      </p:cBhvr>
                                      <p:to>
                                        <p:strVal val="visible"/>
                                      </p:to>
                                    </p:set>
                                    <p:animEffect transition="in" filter="wipe(down)">
                                      <p:cBhvr>
                                        <p:cTn id="11" dur="500"/>
                                        <p:tgtEl>
                                          <p:spTgt spid="4"/>
                                        </p:tgtEl>
                                      </p:cBhvr>
                                    </p:animEffect>
                                  </p:childTnLst>
                                </p:cTn>
                              </p:par>
                            </p:childTnLst>
                          </p:cTn>
                        </p:par>
                        <p:par>
                          <p:cTn id="12" fill="hold">
                            <p:stCondLst>
                              <p:cond delay="1000"/>
                            </p:stCondLst>
                            <p:childTnLst>
                              <p:par>
                                <p:cTn id="13" presetID="22" presetClass="entr" presetSubtype="4" fill="hold" grpId="0" nodeType="afterEffect" nodePh="1">
                                  <p:stCondLst>
                                    <p:cond delay="0"/>
                                  </p:stCondLst>
                                  <p:endCondLst>
                                    <p:cond evt="begin" delay="0">
                                      <p:tn val="13"/>
                                    </p:cond>
                                  </p:endCondLst>
                                  <p:childTnLst>
                                    <p:set>
                                      <p:cBhvr>
                                        <p:cTn id="14" dur="1" fill="hold">
                                          <p:stCondLst>
                                            <p:cond delay="0"/>
                                          </p:stCondLst>
                                        </p:cTn>
                                        <p:tgtEl>
                                          <p:spTgt spid="13">
                                            <p:txEl>
                                              <p:pRg st="0" end="0"/>
                                            </p:txEl>
                                          </p:spTgt>
                                        </p:tgtEl>
                                        <p:attrNameLst>
                                          <p:attrName>style.visibility</p:attrName>
                                        </p:attrNameLst>
                                      </p:cBhvr>
                                      <p:to>
                                        <p:strVal val="visible"/>
                                      </p:to>
                                    </p:set>
                                    <p:animEffect transition="in" filter="wipe(down)">
                                      <p:cBhvr>
                                        <p:cTn id="15" dur="500"/>
                                        <p:tgtEl>
                                          <p:spTgt spid="13">
                                            <p:txEl>
                                              <p:pRg st="0" end="0"/>
                                            </p:txEl>
                                          </p:spTgt>
                                        </p:tgtEl>
                                      </p:cBhvr>
                                    </p:animEffect>
                                  </p:childTnLst>
                                </p:cTn>
                              </p:par>
                            </p:childTnLst>
                          </p:cTn>
                        </p:par>
                        <p:par>
                          <p:cTn id="16" fill="hold">
                            <p:stCondLst>
                              <p:cond delay="1500"/>
                            </p:stCondLst>
                            <p:childTnLst>
                              <p:par>
                                <p:cTn id="17" presetID="22" presetClass="entr" presetSubtype="4" fill="hold" grpId="0" nodeType="afterEffect">
                                  <p:stCondLst>
                                    <p:cond delay="0"/>
                                  </p:stCondLst>
                                  <p:childTnLst>
                                    <p:set>
                                      <p:cBhvr>
                                        <p:cTn id="18" dur="1" fill="hold">
                                          <p:stCondLst>
                                            <p:cond delay="0"/>
                                          </p:stCondLst>
                                        </p:cTn>
                                        <p:tgtEl>
                                          <p:spTgt spid="14"/>
                                        </p:tgtEl>
                                        <p:attrNameLst>
                                          <p:attrName>style.visibility</p:attrName>
                                        </p:attrNameLst>
                                      </p:cBhvr>
                                      <p:to>
                                        <p:strVal val="visible"/>
                                      </p:to>
                                    </p:set>
                                    <p:animEffect transition="in" filter="wipe(down)">
                                      <p:cBhvr>
                                        <p:cTn id="19" dur="500"/>
                                        <p:tgtEl>
                                          <p:spTgt spid="14"/>
                                        </p:tgtEl>
                                      </p:cBhvr>
                                    </p:animEffect>
                                  </p:childTnLst>
                                </p:cTn>
                              </p:par>
                            </p:childTnLst>
                          </p:cTn>
                        </p:par>
                        <p:par>
                          <p:cTn id="20" fill="hold">
                            <p:stCondLst>
                              <p:cond delay="2000"/>
                            </p:stCondLst>
                            <p:childTnLst>
                              <p:par>
                                <p:cTn id="21" presetID="22" presetClass="entr" presetSubtype="4" fill="hold" grpId="0" nodeType="afterEffect">
                                  <p:stCondLst>
                                    <p:cond delay="0"/>
                                  </p:stCondLst>
                                  <p:childTnLst>
                                    <p:set>
                                      <p:cBhvr>
                                        <p:cTn id="22" dur="1" fill="hold">
                                          <p:stCondLst>
                                            <p:cond delay="0"/>
                                          </p:stCondLst>
                                        </p:cTn>
                                        <p:tgtEl>
                                          <p:spTgt spid="15"/>
                                        </p:tgtEl>
                                        <p:attrNameLst>
                                          <p:attrName>style.visibility</p:attrName>
                                        </p:attrNameLst>
                                      </p:cBhvr>
                                      <p:to>
                                        <p:strVal val="visible"/>
                                      </p:to>
                                    </p:set>
                                    <p:animEffect transition="in" filter="wipe(down)">
                                      <p:cBhvr>
                                        <p:cTn id="23" dur="500"/>
                                        <p:tgtEl>
                                          <p:spTgt spid="15"/>
                                        </p:tgtEl>
                                      </p:cBhvr>
                                    </p:animEffect>
                                  </p:childTnLst>
                                </p:cTn>
                              </p:par>
                            </p:childTnLst>
                          </p:cTn>
                        </p:par>
                        <p:par>
                          <p:cTn id="24" fill="hold">
                            <p:stCondLst>
                              <p:cond delay="2500"/>
                            </p:stCondLst>
                            <p:childTnLst>
                              <p:par>
                                <p:cTn id="25" presetID="22" presetClass="entr" presetSubtype="4" fill="hold" grpId="0" nodeType="afterEffect" nodePh="1">
                                  <p:stCondLst>
                                    <p:cond delay="0"/>
                                  </p:stCondLst>
                                  <p:endCondLst>
                                    <p:cond evt="begin" delay="0">
                                      <p:tn val="25"/>
                                    </p:cond>
                                  </p:endCondLst>
                                  <p:childTnLst>
                                    <p:set>
                                      <p:cBhvr>
                                        <p:cTn id="26" dur="1" fill="hold">
                                          <p:stCondLst>
                                            <p:cond delay="0"/>
                                          </p:stCondLst>
                                        </p:cTn>
                                        <p:tgtEl>
                                          <p:spTgt spid="16">
                                            <p:txEl>
                                              <p:pRg st="0" end="0"/>
                                            </p:txEl>
                                          </p:spTgt>
                                        </p:tgtEl>
                                        <p:attrNameLst>
                                          <p:attrName>style.visibility</p:attrName>
                                        </p:attrNameLst>
                                      </p:cBhvr>
                                      <p:to>
                                        <p:strVal val="visible"/>
                                      </p:to>
                                    </p:set>
                                    <p:animEffect transition="in" filter="wipe(down)">
                                      <p:cBhvr>
                                        <p:cTn id="27" dur="500"/>
                                        <p:tgtEl>
                                          <p:spTgt spid="16">
                                            <p:txEl>
                                              <p:pRg st="0" end="0"/>
                                            </p:txEl>
                                          </p:spTgt>
                                        </p:tgtEl>
                                      </p:cBhvr>
                                    </p:animEffect>
                                  </p:childTnLst>
                                </p:cTn>
                              </p:par>
                            </p:childTnLst>
                          </p:cTn>
                        </p:par>
                        <p:par>
                          <p:cTn id="28" fill="hold">
                            <p:stCondLst>
                              <p:cond delay="3000"/>
                            </p:stCondLst>
                            <p:childTnLst>
                              <p:par>
                                <p:cTn id="29" presetID="22" presetClass="entr" presetSubtype="4" fill="hold" grpId="0" nodeType="afterEffect">
                                  <p:stCondLst>
                                    <p:cond delay="0"/>
                                  </p:stCondLst>
                                  <p:childTnLst>
                                    <p:set>
                                      <p:cBhvr>
                                        <p:cTn id="30" dur="1" fill="hold">
                                          <p:stCondLst>
                                            <p:cond delay="0"/>
                                          </p:stCondLst>
                                        </p:cTn>
                                        <p:tgtEl>
                                          <p:spTgt spid="17"/>
                                        </p:tgtEl>
                                        <p:attrNameLst>
                                          <p:attrName>style.visibility</p:attrName>
                                        </p:attrNameLst>
                                      </p:cBhvr>
                                      <p:to>
                                        <p:strVal val="visible"/>
                                      </p:to>
                                    </p:set>
                                    <p:animEffect transition="in" filter="wipe(down)">
                                      <p:cBhvr>
                                        <p:cTn id="31" dur="500"/>
                                        <p:tgtEl>
                                          <p:spTgt spid="17"/>
                                        </p:tgtEl>
                                      </p:cBhvr>
                                    </p:animEffect>
                                  </p:childTnLst>
                                </p:cTn>
                              </p:par>
                            </p:childTnLst>
                          </p:cTn>
                        </p:par>
                        <p:par>
                          <p:cTn id="32" fill="hold">
                            <p:stCondLst>
                              <p:cond delay="3500"/>
                            </p:stCondLst>
                            <p:childTnLst>
                              <p:par>
                                <p:cTn id="33" presetID="22" presetClass="entr" presetSubtype="4" fill="hold" grpId="0" nodeType="afterEffect">
                                  <p:stCondLst>
                                    <p:cond delay="0"/>
                                  </p:stCondLst>
                                  <p:childTnLst>
                                    <p:set>
                                      <p:cBhvr>
                                        <p:cTn id="34" dur="1" fill="hold">
                                          <p:stCondLst>
                                            <p:cond delay="0"/>
                                          </p:stCondLst>
                                        </p:cTn>
                                        <p:tgtEl>
                                          <p:spTgt spid="18"/>
                                        </p:tgtEl>
                                        <p:attrNameLst>
                                          <p:attrName>style.visibility</p:attrName>
                                        </p:attrNameLst>
                                      </p:cBhvr>
                                      <p:to>
                                        <p:strVal val="visible"/>
                                      </p:to>
                                    </p:set>
                                    <p:animEffect transition="in" filter="wipe(down)">
                                      <p:cBhvr>
                                        <p:cTn id="35" dur="500"/>
                                        <p:tgtEl>
                                          <p:spTgt spid="18"/>
                                        </p:tgtEl>
                                      </p:cBhvr>
                                    </p:animEffect>
                                  </p:childTnLst>
                                </p:cTn>
                              </p:par>
                            </p:childTnLst>
                          </p:cTn>
                        </p:par>
                        <p:par>
                          <p:cTn id="36" fill="hold">
                            <p:stCondLst>
                              <p:cond delay="4000"/>
                            </p:stCondLst>
                            <p:childTnLst>
                              <p:par>
                                <p:cTn id="37" presetID="22" presetClass="entr" presetSubtype="4" fill="hold" grpId="0" nodeType="afterEffect" nodePh="1">
                                  <p:stCondLst>
                                    <p:cond delay="0"/>
                                  </p:stCondLst>
                                  <p:endCondLst>
                                    <p:cond evt="begin" delay="0">
                                      <p:tn val="37"/>
                                    </p:cond>
                                  </p:endCondLst>
                                  <p:childTnLst>
                                    <p:set>
                                      <p:cBhvr>
                                        <p:cTn id="38" dur="1" fill="hold">
                                          <p:stCondLst>
                                            <p:cond delay="0"/>
                                          </p:stCondLst>
                                        </p:cTn>
                                        <p:tgtEl>
                                          <p:spTgt spid="19">
                                            <p:txEl>
                                              <p:pRg st="0" end="0"/>
                                            </p:txEl>
                                          </p:spTgt>
                                        </p:tgtEl>
                                        <p:attrNameLst>
                                          <p:attrName>style.visibility</p:attrName>
                                        </p:attrNameLst>
                                      </p:cBhvr>
                                      <p:to>
                                        <p:strVal val="visible"/>
                                      </p:to>
                                    </p:set>
                                    <p:animEffect transition="in" filter="wipe(down)">
                                      <p:cBhvr>
                                        <p:cTn id="39" dur="500"/>
                                        <p:tgtEl>
                                          <p:spTgt spid="19">
                                            <p:txEl>
                                              <p:pRg st="0" end="0"/>
                                            </p:txEl>
                                          </p:spTgt>
                                        </p:tgtEl>
                                      </p:cBhvr>
                                    </p:animEffect>
                                  </p:childTnLst>
                                </p:cTn>
                              </p:par>
                            </p:childTnLst>
                          </p:cTn>
                        </p:par>
                        <p:par>
                          <p:cTn id="40" fill="hold">
                            <p:stCondLst>
                              <p:cond delay="4500"/>
                            </p:stCondLst>
                            <p:childTnLst>
                              <p:par>
                                <p:cTn id="41" presetID="22" presetClass="entr" presetSubtype="4" fill="hold" grpId="0" nodeType="afterEffect">
                                  <p:stCondLst>
                                    <p:cond delay="0"/>
                                  </p:stCondLst>
                                  <p:childTnLst>
                                    <p:set>
                                      <p:cBhvr>
                                        <p:cTn id="42" dur="1" fill="hold">
                                          <p:stCondLst>
                                            <p:cond delay="0"/>
                                          </p:stCondLst>
                                        </p:cTn>
                                        <p:tgtEl>
                                          <p:spTgt spid="20"/>
                                        </p:tgtEl>
                                        <p:attrNameLst>
                                          <p:attrName>style.visibility</p:attrName>
                                        </p:attrNameLst>
                                      </p:cBhvr>
                                      <p:to>
                                        <p:strVal val="visible"/>
                                      </p:to>
                                    </p:set>
                                    <p:animEffect transition="in" filter="wipe(down)">
                                      <p:cBhvr>
                                        <p:cTn id="43" dur="500"/>
                                        <p:tgtEl>
                                          <p:spTgt spid="20"/>
                                        </p:tgtEl>
                                      </p:cBhvr>
                                    </p:animEffect>
                                  </p:childTnLst>
                                </p:cTn>
                              </p:par>
                            </p:childTnLst>
                          </p:cTn>
                        </p:par>
                        <p:par>
                          <p:cTn id="44" fill="hold">
                            <p:stCondLst>
                              <p:cond delay="5000"/>
                            </p:stCondLst>
                            <p:childTnLst>
                              <p:par>
                                <p:cTn id="45" presetID="22" presetClass="entr" presetSubtype="4" fill="hold" grpId="0" nodeType="afterEffect">
                                  <p:stCondLst>
                                    <p:cond delay="0"/>
                                  </p:stCondLst>
                                  <p:childTnLst>
                                    <p:set>
                                      <p:cBhvr>
                                        <p:cTn id="46" dur="1" fill="hold">
                                          <p:stCondLst>
                                            <p:cond delay="0"/>
                                          </p:stCondLst>
                                        </p:cTn>
                                        <p:tgtEl>
                                          <p:spTgt spid="21"/>
                                        </p:tgtEl>
                                        <p:attrNameLst>
                                          <p:attrName>style.visibility</p:attrName>
                                        </p:attrNameLst>
                                      </p:cBhvr>
                                      <p:to>
                                        <p:strVal val="visible"/>
                                      </p:to>
                                    </p:set>
                                    <p:animEffect transition="in" filter="wipe(down)">
                                      <p:cBhvr>
                                        <p:cTn id="47" dur="500"/>
                                        <p:tgtEl>
                                          <p:spTgt spid="21"/>
                                        </p:tgtEl>
                                      </p:cBhvr>
                                    </p:animEffect>
                                  </p:childTnLst>
                                </p:cTn>
                              </p:par>
                            </p:childTnLst>
                          </p:cTn>
                        </p:par>
                        <p:par>
                          <p:cTn id="48" fill="hold">
                            <p:stCondLst>
                              <p:cond delay="5500"/>
                            </p:stCondLst>
                            <p:childTnLst>
                              <p:par>
                                <p:cTn id="49" presetID="22" presetClass="entr" presetSubtype="4" fill="hold" grpId="0" nodeType="afterEffect" nodePh="1">
                                  <p:stCondLst>
                                    <p:cond delay="0"/>
                                  </p:stCondLst>
                                  <p:endCondLst>
                                    <p:cond evt="begin" delay="0">
                                      <p:tn val="49"/>
                                    </p:cond>
                                  </p:endCondLst>
                                  <p:childTnLst>
                                    <p:set>
                                      <p:cBhvr>
                                        <p:cTn id="50" dur="1" fill="hold">
                                          <p:stCondLst>
                                            <p:cond delay="0"/>
                                          </p:stCondLst>
                                        </p:cTn>
                                        <p:tgtEl>
                                          <p:spTgt spid="22">
                                            <p:txEl>
                                              <p:pRg st="0" end="0"/>
                                            </p:txEl>
                                          </p:spTgt>
                                        </p:tgtEl>
                                        <p:attrNameLst>
                                          <p:attrName>style.visibility</p:attrName>
                                        </p:attrNameLst>
                                      </p:cBhvr>
                                      <p:to>
                                        <p:strVal val="visible"/>
                                      </p:to>
                                    </p:set>
                                    <p:animEffect transition="in" filter="wipe(down)">
                                      <p:cBhvr>
                                        <p:cTn id="51" dur="500"/>
                                        <p:tgtEl>
                                          <p:spTgt spid="22">
                                            <p:txEl>
                                              <p:pRg st="0" end="0"/>
                                            </p:txEl>
                                          </p:spTgt>
                                        </p:tgtEl>
                                      </p:cBhvr>
                                    </p:animEffect>
                                  </p:childTnLst>
                                </p:cTn>
                              </p:par>
                            </p:childTnLst>
                          </p:cTn>
                        </p:par>
                        <p:par>
                          <p:cTn id="52" fill="hold">
                            <p:stCondLst>
                              <p:cond delay="6000"/>
                            </p:stCondLst>
                            <p:childTnLst>
                              <p:par>
                                <p:cTn id="53" presetID="22" presetClass="entr" presetSubtype="4" fill="hold" grpId="0" nodeType="afterEffect">
                                  <p:stCondLst>
                                    <p:cond delay="0"/>
                                  </p:stCondLst>
                                  <p:childTnLst>
                                    <p:set>
                                      <p:cBhvr>
                                        <p:cTn id="54" dur="1" fill="hold">
                                          <p:stCondLst>
                                            <p:cond delay="0"/>
                                          </p:stCondLst>
                                        </p:cTn>
                                        <p:tgtEl>
                                          <p:spTgt spid="23"/>
                                        </p:tgtEl>
                                        <p:attrNameLst>
                                          <p:attrName>style.visibility</p:attrName>
                                        </p:attrNameLst>
                                      </p:cBhvr>
                                      <p:to>
                                        <p:strVal val="visible"/>
                                      </p:to>
                                    </p:set>
                                    <p:animEffect transition="in" filter="wipe(down)">
                                      <p:cBhvr>
                                        <p:cTn id="55" dur="500"/>
                                        <p:tgtEl>
                                          <p:spTgt spid="23"/>
                                        </p:tgtEl>
                                      </p:cBhvr>
                                    </p:animEffect>
                                  </p:childTnLst>
                                </p:cTn>
                              </p:par>
                            </p:childTnLst>
                          </p:cTn>
                        </p:par>
                        <p:par>
                          <p:cTn id="56" fill="hold">
                            <p:stCondLst>
                              <p:cond delay="6500"/>
                            </p:stCondLst>
                            <p:childTnLst>
                              <p:par>
                                <p:cTn id="57" presetID="22" presetClass="entr" presetSubtype="4" fill="hold" grpId="0" nodeType="afterEffect">
                                  <p:stCondLst>
                                    <p:cond delay="0"/>
                                  </p:stCondLst>
                                  <p:childTnLst>
                                    <p:set>
                                      <p:cBhvr>
                                        <p:cTn id="58" dur="1" fill="hold">
                                          <p:stCondLst>
                                            <p:cond delay="0"/>
                                          </p:stCondLst>
                                        </p:cTn>
                                        <p:tgtEl>
                                          <p:spTgt spid="24"/>
                                        </p:tgtEl>
                                        <p:attrNameLst>
                                          <p:attrName>style.visibility</p:attrName>
                                        </p:attrNameLst>
                                      </p:cBhvr>
                                      <p:to>
                                        <p:strVal val="visible"/>
                                      </p:to>
                                    </p:set>
                                    <p:animEffect transition="in" filter="wipe(down)">
                                      <p:cBhvr>
                                        <p:cTn id="59" dur="500"/>
                                        <p:tgtEl>
                                          <p:spTgt spid="24"/>
                                        </p:tgtEl>
                                      </p:cBhvr>
                                    </p:animEffect>
                                  </p:childTnLst>
                                </p:cTn>
                              </p:par>
                            </p:childTnLst>
                          </p:cTn>
                        </p:par>
                        <p:par>
                          <p:cTn id="60" fill="hold">
                            <p:stCondLst>
                              <p:cond delay="7000"/>
                            </p:stCondLst>
                            <p:childTnLst>
                              <p:par>
                                <p:cTn id="61" presetID="22" presetClass="entr" presetSubtype="4" fill="hold" grpId="0" nodeType="afterEffect" nodePh="1">
                                  <p:stCondLst>
                                    <p:cond delay="0"/>
                                  </p:stCondLst>
                                  <p:endCondLst>
                                    <p:cond evt="begin" delay="0">
                                      <p:tn val="61"/>
                                    </p:cond>
                                  </p:endCondLst>
                                  <p:childTnLst>
                                    <p:set>
                                      <p:cBhvr>
                                        <p:cTn id="62" dur="1" fill="hold">
                                          <p:stCondLst>
                                            <p:cond delay="0"/>
                                          </p:stCondLst>
                                        </p:cTn>
                                        <p:tgtEl>
                                          <p:spTgt spid="25">
                                            <p:txEl>
                                              <p:pRg st="0" end="0"/>
                                            </p:txEl>
                                          </p:spTgt>
                                        </p:tgtEl>
                                        <p:attrNameLst>
                                          <p:attrName>style.visibility</p:attrName>
                                        </p:attrNameLst>
                                      </p:cBhvr>
                                      <p:to>
                                        <p:strVal val="visible"/>
                                      </p:to>
                                    </p:set>
                                    <p:animEffect transition="in" filter="wipe(down)">
                                      <p:cBhvr>
                                        <p:cTn id="63" dur="500"/>
                                        <p:tgtEl>
                                          <p:spTgt spid="25">
                                            <p:txEl>
                                              <p:pRg st="0" end="0"/>
                                            </p:txEl>
                                          </p:spTgt>
                                        </p:tgtEl>
                                      </p:cBhvr>
                                    </p:animEffect>
                                  </p:childTnLst>
                                </p:cTn>
                              </p:par>
                            </p:childTnLst>
                          </p:cTn>
                        </p:par>
                        <p:par>
                          <p:cTn id="64" fill="hold">
                            <p:stCondLst>
                              <p:cond delay="7500"/>
                            </p:stCondLst>
                            <p:childTnLst>
                              <p:par>
                                <p:cTn id="65" presetID="22" presetClass="entr" presetSubtype="4" fill="hold" grpId="0" nodeType="afterEffect">
                                  <p:stCondLst>
                                    <p:cond delay="0"/>
                                  </p:stCondLst>
                                  <p:childTnLst>
                                    <p:set>
                                      <p:cBhvr>
                                        <p:cTn id="66" dur="1" fill="hold">
                                          <p:stCondLst>
                                            <p:cond delay="0"/>
                                          </p:stCondLst>
                                        </p:cTn>
                                        <p:tgtEl>
                                          <p:spTgt spid="26"/>
                                        </p:tgtEl>
                                        <p:attrNameLst>
                                          <p:attrName>style.visibility</p:attrName>
                                        </p:attrNameLst>
                                      </p:cBhvr>
                                      <p:to>
                                        <p:strVal val="visible"/>
                                      </p:to>
                                    </p:set>
                                    <p:animEffect transition="in" filter="wipe(down)">
                                      <p:cBhvr>
                                        <p:cTn id="67" dur="500"/>
                                        <p:tgtEl>
                                          <p:spTgt spid="26"/>
                                        </p:tgtEl>
                                      </p:cBhvr>
                                    </p:animEffect>
                                  </p:childTnLst>
                                </p:cTn>
                              </p:par>
                            </p:childTnLst>
                          </p:cTn>
                        </p:par>
                        <p:par>
                          <p:cTn id="68" fill="hold">
                            <p:stCondLst>
                              <p:cond delay="8000"/>
                            </p:stCondLst>
                            <p:childTnLst>
                              <p:par>
                                <p:cTn id="69" presetID="22" presetClass="entr" presetSubtype="4" fill="hold" grpId="0" nodeType="afterEffect">
                                  <p:stCondLst>
                                    <p:cond delay="0"/>
                                  </p:stCondLst>
                                  <p:childTnLst>
                                    <p:set>
                                      <p:cBhvr>
                                        <p:cTn id="70" dur="1" fill="hold">
                                          <p:stCondLst>
                                            <p:cond delay="0"/>
                                          </p:stCondLst>
                                        </p:cTn>
                                        <p:tgtEl>
                                          <p:spTgt spid="27"/>
                                        </p:tgtEl>
                                        <p:attrNameLst>
                                          <p:attrName>style.visibility</p:attrName>
                                        </p:attrNameLst>
                                      </p:cBhvr>
                                      <p:to>
                                        <p:strVal val="visible"/>
                                      </p:to>
                                    </p:set>
                                    <p:animEffect transition="in" filter="wipe(down)">
                                      <p:cBhvr>
                                        <p:cTn id="71" dur="500"/>
                                        <p:tgtEl>
                                          <p:spTgt spid="27"/>
                                        </p:tgtEl>
                                      </p:cBhvr>
                                    </p:animEffect>
                                  </p:childTnLst>
                                </p:cTn>
                              </p:par>
                            </p:childTnLst>
                          </p:cTn>
                        </p:par>
                        <p:par>
                          <p:cTn id="72" fill="hold">
                            <p:stCondLst>
                              <p:cond delay="8500"/>
                            </p:stCondLst>
                            <p:childTnLst>
                              <p:par>
                                <p:cTn id="73" presetID="22" presetClass="entr" presetSubtype="4" fill="hold" grpId="0" nodeType="afterEffect" nodePh="1">
                                  <p:stCondLst>
                                    <p:cond delay="0"/>
                                  </p:stCondLst>
                                  <p:endCondLst>
                                    <p:cond evt="begin" delay="0">
                                      <p:tn val="73"/>
                                    </p:cond>
                                  </p:endCondLst>
                                  <p:childTnLst>
                                    <p:set>
                                      <p:cBhvr>
                                        <p:cTn id="74" dur="1" fill="hold">
                                          <p:stCondLst>
                                            <p:cond delay="0"/>
                                          </p:stCondLst>
                                        </p:cTn>
                                        <p:tgtEl>
                                          <p:spTgt spid="28">
                                            <p:txEl>
                                              <p:pRg st="0" end="0"/>
                                            </p:txEl>
                                          </p:spTgt>
                                        </p:tgtEl>
                                        <p:attrNameLst>
                                          <p:attrName>style.visibility</p:attrName>
                                        </p:attrNameLst>
                                      </p:cBhvr>
                                      <p:to>
                                        <p:strVal val="visible"/>
                                      </p:to>
                                    </p:set>
                                    <p:animEffect transition="in" filter="wipe(down)">
                                      <p:cBhvr>
                                        <p:cTn id="75" dur="500"/>
                                        <p:tgtEl>
                                          <p:spTgt spid="28">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4" grpId="0" animBg="1"/>
      <p:bldP spid="13"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13"/>
                        </p:tgtEl>
                        <p:attrNameLst>
                          <p:attrName>style.visibility</p:attrName>
                        </p:attrNameLst>
                      </p:cBhvr>
                      <p:to>
                        <p:strVal val="visible"/>
                      </p:to>
                    </p:set>
                    <p:animEffect transition="in" filter="wipe(down)">
                      <p:cBhvr>
                        <p:cTn dur="500"/>
                        <p:tgtEl>
                          <p:spTgt spid="13"/>
                        </p:tgtEl>
                      </p:cBhvr>
                    </p:animEffect>
                  </p:childTnLst>
                </p:cTn>
              </p:par>
            </p:tnLst>
          </p:tmpl>
        </p:tmplLst>
      </p:bldP>
      <p:bldP spid="14" grpId="0"/>
      <p:bldP spid="15" grpId="0" animBg="1"/>
      <p:bldP spid="16"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16"/>
                        </p:tgtEl>
                        <p:attrNameLst>
                          <p:attrName>style.visibility</p:attrName>
                        </p:attrNameLst>
                      </p:cBhvr>
                      <p:to>
                        <p:strVal val="visible"/>
                      </p:to>
                    </p:set>
                    <p:animEffect transition="in" filter="wipe(down)">
                      <p:cBhvr>
                        <p:cTn dur="500"/>
                        <p:tgtEl>
                          <p:spTgt spid="16"/>
                        </p:tgtEl>
                      </p:cBhvr>
                    </p:animEffect>
                  </p:childTnLst>
                </p:cTn>
              </p:par>
            </p:tnLst>
          </p:tmpl>
        </p:tmplLst>
      </p:bldP>
      <p:bldP spid="17" grpId="0"/>
      <p:bldP spid="18" grpId="0" animBg="1"/>
      <p:bldP spid="19"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19"/>
                        </p:tgtEl>
                        <p:attrNameLst>
                          <p:attrName>style.visibility</p:attrName>
                        </p:attrNameLst>
                      </p:cBhvr>
                      <p:to>
                        <p:strVal val="visible"/>
                      </p:to>
                    </p:set>
                    <p:animEffect transition="in" filter="wipe(down)">
                      <p:cBhvr>
                        <p:cTn dur="500"/>
                        <p:tgtEl>
                          <p:spTgt spid="19"/>
                        </p:tgtEl>
                      </p:cBhvr>
                    </p:animEffect>
                  </p:childTnLst>
                </p:cTn>
              </p:par>
            </p:tnLst>
          </p:tmpl>
        </p:tmplLst>
      </p:bldP>
      <p:bldP spid="20" grpId="0"/>
      <p:bldP spid="21" grpId="0" animBg="1"/>
      <p:bldP spid="22"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2"/>
                        </p:tgtEl>
                        <p:attrNameLst>
                          <p:attrName>style.visibility</p:attrName>
                        </p:attrNameLst>
                      </p:cBhvr>
                      <p:to>
                        <p:strVal val="visible"/>
                      </p:to>
                    </p:set>
                    <p:animEffect transition="in" filter="wipe(down)">
                      <p:cBhvr>
                        <p:cTn dur="500"/>
                        <p:tgtEl>
                          <p:spTgt spid="22"/>
                        </p:tgtEl>
                      </p:cBhvr>
                    </p:animEffect>
                  </p:childTnLst>
                </p:cTn>
              </p:par>
            </p:tnLst>
          </p:tmpl>
        </p:tmplLst>
      </p:bldP>
      <p:bldP spid="23" grpId="0"/>
      <p:bldP spid="24" grpId="0" animBg="1"/>
      <p:bldP spid="25"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5"/>
                        </p:tgtEl>
                        <p:attrNameLst>
                          <p:attrName>style.visibility</p:attrName>
                        </p:attrNameLst>
                      </p:cBhvr>
                      <p:to>
                        <p:strVal val="visible"/>
                      </p:to>
                    </p:set>
                    <p:animEffect transition="in" filter="wipe(down)">
                      <p:cBhvr>
                        <p:cTn dur="500"/>
                        <p:tgtEl>
                          <p:spTgt spid="25"/>
                        </p:tgtEl>
                      </p:cBhvr>
                    </p:animEffect>
                  </p:childTnLst>
                </p:cTn>
              </p:par>
            </p:tnLst>
          </p:tmpl>
        </p:tmplLst>
      </p:bldP>
      <p:bldP spid="26" grpId="0"/>
      <p:bldP spid="27" grpId="0" animBg="1"/>
      <p:bldP spid="28"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8"/>
                        </p:tgtEl>
                        <p:attrNameLst>
                          <p:attrName>style.visibility</p:attrName>
                        </p:attrNameLst>
                      </p:cBhvr>
                      <p:to>
                        <p:strVal val="visible"/>
                      </p:to>
                    </p:set>
                    <p:animEffect transition="in" filter="wipe(down)">
                      <p:cBhvr>
                        <p:cTn dur="500"/>
                        <p:tgtEl>
                          <p:spTgt spid="28"/>
                        </p:tgtEl>
                      </p:cBhvr>
                    </p:animEffect>
                  </p:childTnLst>
                </p:cTn>
              </p:par>
            </p:tnLst>
          </p:tmpl>
        </p:tmplLst>
      </p:bldP>
    </p:bldLst>
  </p:timing>
</p:sldLayout>
</file>

<file path=ppt/slideLayouts/slideLayout418.xml><?xml version="1.0" encoding="utf-8"?>
<p:sldLayout xmlns:a="http://schemas.openxmlformats.org/drawingml/2006/main" xmlns:r="http://schemas.openxmlformats.org/officeDocument/2006/relationships" xmlns:p="http://schemas.openxmlformats.org/presentationml/2006/main" userDrawn="1">
  <p:cSld name="MockUp02">
    <p:spTree>
      <p:nvGrpSpPr>
        <p:cNvPr id="1" name=""/>
        <p:cNvGrpSpPr/>
        <p:nvPr/>
      </p:nvGrpSpPr>
      <p:grpSpPr>
        <a:xfrm>
          <a:off x="0" y="0"/>
          <a:ext cx="0" cy="0"/>
          <a:chOff x="0" y="0"/>
          <a:chExt cx="0" cy="0"/>
        </a:xfrm>
      </p:grpSpPr>
      <p:grpSp>
        <p:nvGrpSpPr>
          <p:cNvPr id="14" name="Group 13"/>
          <p:cNvGrpSpPr/>
          <p:nvPr userDrawn="1"/>
        </p:nvGrpSpPr>
        <p:grpSpPr>
          <a:xfrm>
            <a:off x="4811183" y="1589752"/>
            <a:ext cx="2569636" cy="4785648"/>
            <a:chOff x="6140449" y="1116114"/>
            <a:chExt cx="1927226" cy="3589236"/>
          </a:xfrm>
        </p:grpSpPr>
        <p:sp>
          <p:nvSpPr>
            <p:cNvPr id="15" name="Rectangle 14"/>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18"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rgbClr val="7F8183"/>
            </a:solid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sp>
        <p:nvSpPr>
          <p:cNvPr id="20" name="Picture Placeholder 7"/>
          <p:cNvSpPr>
            <a:spLocks noGrp="1"/>
          </p:cNvSpPr>
          <p:nvPr>
            <p:ph type="pic" sz="quarter" idx="10" hasCustomPrompt="1"/>
          </p:nvPr>
        </p:nvSpPr>
        <p:spPr>
          <a:xfrm>
            <a:off x="4978400" y="2267109"/>
            <a:ext cx="2235200" cy="3386444"/>
          </a:xfrm>
          <a:prstGeom prst="rect">
            <a:avLst/>
          </a:prstGeom>
          <a:ln>
            <a:noFill/>
          </a:ln>
        </p:spPr>
        <p:txBody>
          <a:bodyPr bIns="45720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10"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1"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133226738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500" fill="hold"/>
                                        <p:tgtEl>
                                          <p:spTgt spid="14"/>
                                        </p:tgtEl>
                                        <p:attrNameLst>
                                          <p:attrName>ppt_x</p:attrName>
                                        </p:attrNameLst>
                                      </p:cBhvr>
                                      <p:tavLst>
                                        <p:tav tm="0">
                                          <p:val>
                                            <p:strVal val="#ppt_x"/>
                                          </p:val>
                                        </p:tav>
                                        <p:tav tm="100000">
                                          <p:val>
                                            <p:strVal val="#ppt_x"/>
                                          </p:val>
                                        </p:tav>
                                      </p:tavLst>
                                    </p:anim>
                                    <p:anim calcmode="lin" valueType="num">
                                      <p:cBhvr additive="base">
                                        <p:cTn id="8" dur="500" fill="hold"/>
                                        <p:tgtEl>
                                          <p:spTgt spid="14"/>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4" fill="hold" grpId="0" nodeType="after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wipe(down)">
                                      <p:cBhvr>
                                        <p:cTn id="12"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Lst>
  </p:timing>
</p:sldLayout>
</file>

<file path=ppt/slideLayouts/slideLayout419.xml><?xml version="1.0" encoding="utf-8"?>
<p:sldLayout xmlns:a="http://schemas.openxmlformats.org/drawingml/2006/main" xmlns:r="http://schemas.openxmlformats.org/officeDocument/2006/relationships" xmlns:p="http://schemas.openxmlformats.org/presentationml/2006/main" preserve="1" userDrawn="1">
  <p:cSld name="2_MockUp02">
    <p:spTree>
      <p:nvGrpSpPr>
        <p:cNvPr id="1" name=""/>
        <p:cNvGrpSpPr/>
        <p:nvPr/>
      </p:nvGrpSpPr>
      <p:grpSpPr>
        <a:xfrm>
          <a:off x="0" y="0"/>
          <a:ext cx="0" cy="0"/>
          <a:chOff x="0" y="0"/>
          <a:chExt cx="0" cy="0"/>
        </a:xfrm>
      </p:grpSpPr>
      <p:grpSp>
        <p:nvGrpSpPr>
          <p:cNvPr id="2" name="Group 17"/>
          <p:cNvGrpSpPr/>
          <p:nvPr userDrawn="1"/>
        </p:nvGrpSpPr>
        <p:grpSpPr>
          <a:xfrm>
            <a:off x="3968595" y="1726608"/>
            <a:ext cx="4343760" cy="3456120"/>
            <a:chOff x="2094899" y="1081795"/>
            <a:chExt cx="4400683" cy="3501414"/>
          </a:xfrm>
        </p:grpSpPr>
        <p:sp>
          <p:nvSpPr>
            <p:cNvPr id="20" name="Rectangle 19"/>
            <p:cNvSpPr/>
            <p:nvPr/>
          </p:nvSpPr>
          <p:spPr>
            <a:xfrm>
              <a:off x="2261198" y="1247618"/>
              <a:ext cx="4081379" cy="225986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rtl="1" fontAlgn="auto">
                <a:spcBef>
                  <a:spcPts val="0"/>
                </a:spcBef>
                <a:spcAft>
                  <a:spcPts val="0"/>
                </a:spcAft>
              </a:pPr>
              <a:endParaRPr lang="en-US" sz="2667" dirty="0">
                <a:solidFill>
                  <a:srgbClr val="FFFFFF"/>
                </a:solidFill>
              </a:endParaRPr>
            </a:p>
          </p:txBody>
        </p:sp>
        <p:sp>
          <p:nvSpPr>
            <p:cNvPr id="31" name="Freeform 5"/>
            <p:cNvSpPr>
              <a:spLocks noEditPoints="1"/>
            </p:cNvSpPr>
            <p:nvPr/>
          </p:nvSpPr>
          <p:spPr bwMode="auto">
            <a:xfrm>
              <a:off x="2094899" y="1081795"/>
              <a:ext cx="4400683" cy="2608522"/>
            </a:xfrm>
            <a:custGeom>
              <a:avLst/>
              <a:gdLst/>
              <a:ahLst/>
              <a:cxnLst>
                <a:cxn ang="0">
                  <a:pos x="1757" y="0"/>
                </a:cxn>
                <a:cxn ang="0">
                  <a:pos x="921" y="0"/>
                </a:cxn>
                <a:cxn ang="0">
                  <a:pos x="893" y="0"/>
                </a:cxn>
                <a:cxn ang="0">
                  <a:pos x="56" y="0"/>
                </a:cxn>
                <a:cxn ang="0">
                  <a:pos x="0" y="47"/>
                </a:cxn>
                <a:cxn ang="0">
                  <a:pos x="0" y="1076"/>
                </a:cxn>
                <a:cxn ang="0">
                  <a:pos x="1816" y="1076"/>
                </a:cxn>
                <a:cxn ang="0">
                  <a:pos x="1816" y="47"/>
                </a:cxn>
                <a:cxn ang="0">
                  <a:pos x="1757" y="0"/>
                </a:cxn>
                <a:cxn ang="0">
                  <a:pos x="1732" y="1000"/>
                </a:cxn>
                <a:cxn ang="0">
                  <a:pos x="76" y="1000"/>
                </a:cxn>
                <a:cxn ang="0">
                  <a:pos x="76" y="68"/>
                </a:cxn>
                <a:cxn ang="0">
                  <a:pos x="1732" y="68"/>
                </a:cxn>
                <a:cxn ang="0">
                  <a:pos x="1732" y="1000"/>
                </a:cxn>
              </a:cxnLst>
              <a:rect l="0" t="0" r="r" b="b"/>
              <a:pathLst>
                <a:path w="1816" h="1076">
                  <a:moveTo>
                    <a:pt x="1757" y="0"/>
                  </a:moveTo>
                  <a:cubicBezTo>
                    <a:pt x="921" y="0"/>
                    <a:pt x="921" y="0"/>
                    <a:pt x="921" y="0"/>
                  </a:cubicBezTo>
                  <a:cubicBezTo>
                    <a:pt x="893" y="0"/>
                    <a:pt x="893" y="0"/>
                    <a:pt x="893" y="0"/>
                  </a:cubicBezTo>
                  <a:cubicBezTo>
                    <a:pt x="56" y="0"/>
                    <a:pt x="56" y="0"/>
                    <a:pt x="56" y="0"/>
                  </a:cubicBezTo>
                  <a:cubicBezTo>
                    <a:pt x="27" y="0"/>
                    <a:pt x="0" y="17"/>
                    <a:pt x="0" y="47"/>
                  </a:cubicBezTo>
                  <a:cubicBezTo>
                    <a:pt x="0" y="1076"/>
                    <a:pt x="0" y="1076"/>
                    <a:pt x="0" y="1076"/>
                  </a:cubicBezTo>
                  <a:cubicBezTo>
                    <a:pt x="1816" y="1076"/>
                    <a:pt x="1816" y="1076"/>
                    <a:pt x="1816" y="1076"/>
                  </a:cubicBezTo>
                  <a:cubicBezTo>
                    <a:pt x="1816" y="47"/>
                    <a:pt x="1816" y="47"/>
                    <a:pt x="1816" y="47"/>
                  </a:cubicBezTo>
                  <a:cubicBezTo>
                    <a:pt x="1816" y="17"/>
                    <a:pt x="1787" y="0"/>
                    <a:pt x="1757" y="0"/>
                  </a:cubicBezTo>
                  <a:moveTo>
                    <a:pt x="1732" y="1000"/>
                  </a:moveTo>
                  <a:cubicBezTo>
                    <a:pt x="76" y="1000"/>
                    <a:pt x="76" y="1000"/>
                    <a:pt x="76" y="1000"/>
                  </a:cubicBezTo>
                  <a:cubicBezTo>
                    <a:pt x="76" y="68"/>
                    <a:pt x="76" y="68"/>
                    <a:pt x="76" y="68"/>
                  </a:cubicBezTo>
                  <a:cubicBezTo>
                    <a:pt x="1732" y="68"/>
                    <a:pt x="1732" y="68"/>
                    <a:pt x="1732" y="68"/>
                  </a:cubicBezTo>
                  <a:cubicBezTo>
                    <a:pt x="1732" y="1000"/>
                    <a:pt x="1732" y="1000"/>
                    <a:pt x="1732" y="1000"/>
                  </a:cubicBezTo>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p>
              <a:pPr algn="r" defTabSz="1375467" rtl="1"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33" name="Freeform 23"/>
            <p:cNvSpPr>
              <a:spLocks/>
            </p:cNvSpPr>
            <p:nvPr/>
          </p:nvSpPr>
          <p:spPr bwMode="auto">
            <a:xfrm>
              <a:off x="2311744" y="1247618"/>
              <a:ext cx="3979748" cy="2259869"/>
            </a:xfrm>
            <a:custGeom>
              <a:avLst/>
              <a:gdLst/>
              <a:ahLst/>
              <a:cxnLst>
                <a:cxn ang="0">
                  <a:pos x="1872" y="0"/>
                </a:cxn>
                <a:cxn ang="0">
                  <a:pos x="0" y="0"/>
                </a:cxn>
                <a:cxn ang="0">
                  <a:pos x="1872" y="1063"/>
                </a:cxn>
                <a:cxn ang="0">
                  <a:pos x="1872" y="0"/>
                </a:cxn>
              </a:cxnLst>
              <a:rect l="0" t="0" r="r" b="b"/>
              <a:pathLst>
                <a:path w="1872" h="1063">
                  <a:moveTo>
                    <a:pt x="1872" y="0"/>
                  </a:moveTo>
                  <a:lnTo>
                    <a:pt x="0" y="0"/>
                  </a:lnTo>
                  <a:lnTo>
                    <a:pt x="1872" y="1063"/>
                  </a:lnTo>
                  <a:lnTo>
                    <a:pt x="1872" y="0"/>
                  </a:lnTo>
                  <a:close/>
                </a:path>
              </a:pathLst>
            </a:custGeom>
            <a:solidFill>
              <a:srgbClr val="FFFFFF">
                <a:alpha val="16000"/>
              </a:srgbClr>
            </a:solidFill>
            <a:ln w="9525">
              <a:noFill/>
              <a:round/>
              <a:headEnd/>
              <a:tailEnd/>
            </a:ln>
          </p:spPr>
          <p:txBody>
            <a:bodyPr vert="horz" wrap="square" lIns="91440" tIns="45720" rIns="91440" bIns="45720" numCol="1" anchor="t" anchorCtr="0" compatLnSpc="1">
              <a:prstTxWarp prst="textNoShape">
                <a:avLst/>
              </a:prstTxWarp>
            </a:bodyPr>
            <a:lstStyle/>
            <a:p>
              <a:pPr algn="r" defTabSz="1375467" rtl="1"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34" name="Freeform 27"/>
            <p:cNvSpPr>
              <a:spLocks/>
            </p:cNvSpPr>
            <p:nvPr/>
          </p:nvSpPr>
          <p:spPr bwMode="auto">
            <a:xfrm>
              <a:off x="2094899" y="3690315"/>
              <a:ext cx="4400683" cy="397550"/>
            </a:xfrm>
            <a:custGeom>
              <a:avLst/>
              <a:gdLst/>
              <a:ahLst/>
              <a:cxnLst>
                <a:cxn ang="0">
                  <a:pos x="0" y="0"/>
                </a:cxn>
                <a:cxn ang="0">
                  <a:pos x="0" y="100"/>
                </a:cxn>
                <a:cxn ang="0">
                  <a:pos x="56" y="164"/>
                </a:cxn>
                <a:cxn ang="0">
                  <a:pos x="893" y="164"/>
                </a:cxn>
                <a:cxn ang="0">
                  <a:pos x="921" y="164"/>
                </a:cxn>
                <a:cxn ang="0">
                  <a:pos x="1757" y="164"/>
                </a:cxn>
                <a:cxn ang="0">
                  <a:pos x="1816" y="100"/>
                </a:cxn>
                <a:cxn ang="0">
                  <a:pos x="1816" y="0"/>
                </a:cxn>
                <a:cxn ang="0">
                  <a:pos x="0" y="0"/>
                </a:cxn>
              </a:cxnLst>
              <a:rect l="0" t="0" r="r" b="b"/>
              <a:pathLst>
                <a:path w="1816" h="164">
                  <a:moveTo>
                    <a:pt x="0" y="0"/>
                  </a:moveTo>
                  <a:cubicBezTo>
                    <a:pt x="0" y="100"/>
                    <a:pt x="0" y="100"/>
                    <a:pt x="0" y="100"/>
                  </a:cubicBezTo>
                  <a:cubicBezTo>
                    <a:pt x="0" y="130"/>
                    <a:pt x="27" y="164"/>
                    <a:pt x="56" y="164"/>
                  </a:cubicBezTo>
                  <a:cubicBezTo>
                    <a:pt x="893" y="164"/>
                    <a:pt x="893" y="164"/>
                    <a:pt x="893" y="164"/>
                  </a:cubicBezTo>
                  <a:cubicBezTo>
                    <a:pt x="921" y="164"/>
                    <a:pt x="921" y="164"/>
                    <a:pt x="921" y="164"/>
                  </a:cubicBezTo>
                  <a:cubicBezTo>
                    <a:pt x="1757" y="164"/>
                    <a:pt x="1757" y="164"/>
                    <a:pt x="1757" y="164"/>
                  </a:cubicBezTo>
                  <a:cubicBezTo>
                    <a:pt x="1787" y="164"/>
                    <a:pt x="1816" y="130"/>
                    <a:pt x="1816" y="100"/>
                  </a:cubicBezTo>
                  <a:cubicBezTo>
                    <a:pt x="1816" y="0"/>
                    <a:pt x="1816" y="0"/>
                    <a:pt x="1816" y="0"/>
                  </a:cubicBezTo>
                  <a:lnTo>
                    <a:pt x="0" y="0"/>
                  </a:lnTo>
                  <a:close/>
                </a:path>
              </a:pathLst>
            </a:custGeom>
            <a:gradFill>
              <a:gsLst>
                <a:gs pos="83000">
                  <a:schemeClr val="bg1">
                    <a:lumMod val="75000"/>
                  </a:schemeClr>
                </a:gs>
                <a:gs pos="54000">
                  <a:schemeClr val="bg1">
                    <a:lumMod val="85000"/>
                  </a:schemeClr>
                </a:gs>
              </a:gsLst>
              <a:lin ang="1800000" scaled="0"/>
            </a:gradFill>
            <a:ln w="9525">
              <a:noFill/>
              <a:round/>
              <a:headEnd/>
              <a:tailEnd/>
            </a:ln>
          </p:spPr>
          <p:txBody>
            <a:bodyPr vert="horz" wrap="square" lIns="91440" tIns="45720" rIns="91440" bIns="45720" numCol="1" anchor="t" anchorCtr="0" compatLnSpc="1">
              <a:prstTxWarp prst="textNoShape">
                <a:avLst/>
              </a:prstTxWarp>
            </a:bodyPr>
            <a:lstStyle/>
            <a:p>
              <a:pPr algn="r" defTabSz="1375467" rtl="1" fontAlgn="auto">
                <a:spcBef>
                  <a:spcPts val="0"/>
                </a:spcBef>
                <a:spcAft>
                  <a:spcPts val="0"/>
                </a:spcAft>
              </a:pPr>
              <a:r>
                <a:rPr lang="en-US" sz="2667" dirty="0" smtClean="0">
                  <a:solidFill>
                    <a:srgbClr val="262626"/>
                  </a:solidFill>
                  <a:latin typeface="Roboto Condensed"/>
                  <a:cs typeface="Simplified Arabic" panose="02020603050405020304" pitchFamily="18" charset="-78"/>
                </a:rPr>
                <a:t> </a:t>
              </a:r>
              <a:endParaRPr lang="en-US" sz="2667" dirty="0">
                <a:solidFill>
                  <a:srgbClr val="262626"/>
                </a:solidFill>
                <a:latin typeface="Roboto Condensed"/>
                <a:cs typeface="Simplified Arabic" panose="02020603050405020304" pitchFamily="18" charset="-78"/>
              </a:endParaRPr>
            </a:p>
          </p:txBody>
        </p:sp>
        <p:sp>
          <p:nvSpPr>
            <p:cNvPr id="35" name="Freeform 29"/>
            <p:cNvSpPr>
              <a:spLocks/>
            </p:cNvSpPr>
            <p:nvPr/>
          </p:nvSpPr>
          <p:spPr bwMode="auto">
            <a:xfrm>
              <a:off x="3506519" y="4087866"/>
              <a:ext cx="1590198" cy="495343"/>
            </a:xfrm>
            <a:custGeom>
              <a:avLst/>
              <a:gdLst/>
              <a:ahLst/>
              <a:cxnLst>
                <a:cxn ang="0">
                  <a:pos x="335" y="0"/>
                </a:cxn>
                <a:cxn ang="0">
                  <a:pos x="322" y="0"/>
                </a:cxn>
                <a:cxn ang="0">
                  <a:pos x="143" y="0"/>
                </a:cxn>
                <a:cxn ang="0">
                  <a:pos x="102" y="128"/>
                </a:cxn>
                <a:cxn ang="0">
                  <a:pos x="108" y="204"/>
                </a:cxn>
                <a:cxn ang="0">
                  <a:pos x="322" y="204"/>
                </a:cxn>
                <a:cxn ang="0">
                  <a:pos x="335" y="204"/>
                </a:cxn>
                <a:cxn ang="0">
                  <a:pos x="549" y="204"/>
                </a:cxn>
                <a:cxn ang="0">
                  <a:pos x="555" y="128"/>
                </a:cxn>
                <a:cxn ang="0">
                  <a:pos x="513" y="0"/>
                </a:cxn>
                <a:cxn ang="0">
                  <a:pos x="335" y="0"/>
                </a:cxn>
              </a:cxnLst>
              <a:rect l="0" t="0" r="r" b="b"/>
              <a:pathLst>
                <a:path w="656" h="204">
                  <a:moveTo>
                    <a:pt x="335" y="0"/>
                  </a:moveTo>
                  <a:cubicBezTo>
                    <a:pt x="322" y="0"/>
                    <a:pt x="322" y="0"/>
                    <a:pt x="322" y="0"/>
                  </a:cubicBezTo>
                  <a:cubicBezTo>
                    <a:pt x="143" y="0"/>
                    <a:pt x="143" y="0"/>
                    <a:pt x="143" y="0"/>
                  </a:cubicBezTo>
                  <a:cubicBezTo>
                    <a:pt x="143" y="0"/>
                    <a:pt x="142" y="88"/>
                    <a:pt x="102" y="128"/>
                  </a:cubicBezTo>
                  <a:cubicBezTo>
                    <a:pt x="62" y="169"/>
                    <a:pt x="0" y="204"/>
                    <a:pt x="108" y="204"/>
                  </a:cubicBezTo>
                  <a:cubicBezTo>
                    <a:pt x="322" y="204"/>
                    <a:pt x="322" y="204"/>
                    <a:pt x="322" y="204"/>
                  </a:cubicBezTo>
                  <a:cubicBezTo>
                    <a:pt x="335" y="204"/>
                    <a:pt x="335" y="204"/>
                    <a:pt x="335" y="204"/>
                  </a:cubicBezTo>
                  <a:cubicBezTo>
                    <a:pt x="549" y="204"/>
                    <a:pt x="549" y="204"/>
                    <a:pt x="549" y="204"/>
                  </a:cubicBezTo>
                  <a:cubicBezTo>
                    <a:pt x="656" y="204"/>
                    <a:pt x="594" y="169"/>
                    <a:pt x="555" y="128"/>
                  </a:cubicBezTo>
                  <a:cubicBezTo>
                    <a:pt x="515" y="88"/>
                    <a:pt x="513" y="0"/>
                    <a:pt x="513" y="0"/>
                  </a:cubicBezTo>
                  <a:lnTo>
                    <a:pt x="335" y="0"/>
                  </a:lnTo>
                  <a:close/>
                </a:path>
              </a:pathLst>
            </a:custGeom>
            <a:gradFill>
              <a:gsLst>
                <a:gs pos="42000">
                  <a:schemeClr val="bg1">
                    <a:lumMod val="75000"/>
                  </a:schemeClr>
                </a:gs>
                <a:gs pos="6000">
                  <a:schemeClr val="bg1">
                    <a:lumMod val="85000"/>
                  </a:schemeClr>
                </a:gs>
                <a:gs pos="0">
                  <a:schemeClr val="bg1">
                    <a:lumMod val="65000"/>
                  </a:schemeClr>
                </a:gs>
              </a:gsLst>
              <a:lin ang="5400000" scaled="0"/>
            </a:gradFill>
            <a:ln w="9525">
              <a:noFill/>
              <a:round/>
              <a:headEnd/>
              <a:tailEnd/>
            </a:ln>
          </p:spPr>
          <p:txBody>
            <a:bodyPr vert="horz" wrap="square" lIns="91440" tIns="45720" rIns="91440" bIns="45720" numCol="1" anchor="t" anchorCtr="0" compatLnSpc="1">
              <a:prstTxWarp prst="textNoShape">
                <a:avLst/>
              </a:prstTxWarp>
            </a:bodyPr>
            <a:lstStyle/>
            <a:p>
              <a:pPr algn="r" defTabSz="1375467" rtl="1"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sp>
        <p:nvSpPr>
          <p:cNvPr id="36" name="Picture Placeholder 7"/>
          <p:cNvSpPr>
            <a:spLocks noGrp="1"/>
          </p:cNvSpPr>
          <p:nvPr>
            <p:ph type="pic" sz="quarter" idx="10" hasCustomPrompt="1"/>
          </p:nvPr>
        </p:nvSpPr>
        <p:spPr>
          <a:xfrm>
            <a:off x="4153968" y="1879600"/>
            <a:ext cx="3944649" cy="2230637"/>
          </a:xfrm>
          <a:prstGeom prst="rect">
            <a:avLst/>
          </a:prstGeom>
          <a:ln>
            <a:noFill/>
          </a:ln>
        </p:spPr>
        <p:txBody>
          <a:bodyPr tIns="0" bIns="27432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13"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4"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95823285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4" fill="hold" grpId="0" nodeType="afterEffect">
                                  <p:stCondLst>
                                    <p:cond delay="0"/>
                                  </p:stCondLst>
                                  <p:childTnLst>
                                    <p:set>
                                      <p:cBhvr>
                                        <p:cTn id="11" dur="1" fill="hold">
                                          <p:stCondLst>
                                            <p:cond delay="0"/>
                                          </p:stCondLst>
                                        </p:cTn>
                                        <p:tgtEl>
                                          <p:spTgt spid="36"/>
                                        </p:tgtEl>
                                        <p:attrNameLst>
                                          <p:attrName>style.visibility</p:attrName>
                                        </p:attrNameLst>
                                      </p:cBhvr>
                                      <p:to>
                                        <p:strVal val="visible"/>
                                      </p:to>
                                    </p:set>
                                    <p:animEffect transition="in" filter="wipe(down)">
                                      <p:cBhvr>
                                        <p:cTn id="12" dur="50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p:bldLst>
  </p:timing>
</p:sldLayout>
</file>

<file path=ppt/slideLayouts/slideLayout420.xml><?xml version="1.0" encoding="utf-8"?>
<p:sldLayout xmlns:a="http://schemas.openxmlformats.org/drawingml/2006/main" xmlns:r="http://schemas.openxmlformats.org/officeDocument/2006/relationships" xmlns:p="http://schemas.openxmlformats.org/presentationml/2006/main" userDrawn="1">
  <p:cSld name="MockUp5">
    <p:spTree>
      <p:nvGrpSpPr>
        <p:cNvPr id="1" name=""/>
        <p:cNvGrpSpPr/>
        <p:nvPr/>
      </p:nvGrpSpPr>
      <p:grpSpPr>
        <a:xfrm>
          <a:off x="0" y="0"/>
          <a:ext cx="0" cy="0"/>
          <a:chOff x="0" y="0"/>
          <a:chExt cx="0" cy="0"/>
        </a:xfrm>
      </p:grpSpPr>
      <p:grpSp>
        <p:nvGrpSpPr>
          <p:cNvPr id="2" name="Group 20"/>
          <p:cNvGrpSpPr/>
          <p:nvPr userDrawn="1"/>
        </p:nvGrpSpPr>
        <p:grpSpPr>
          <a:xfrm>
            <a:off x="5558337" y="1602393"/>
            <a:ext cx="5867577" cy="4668552"/>
            <a:chOff x="2094899" y="1081795"/>
            <a:chExt cx="4400683" cy="3501414"/>
          </a:xfrm>
        </p:grpSpPr>
        <p:sp>
          <p:nvSpPr>
            <p:cNvPr id="22" name="Rectangle 21"/>
            <p:cNvSpPr/>
            <p:nvPr/>
          </p:nvSpPr>
          <p:spPr>
            <a:xfrm>
              <a:off x="2261198" y="1247618"/>
              <a:ext cx="4081379" cy="225986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23" name="Freeform 5"/>
            <p:cNvSpPr>
              <a:spLocks noEditPoints="1"/>
            </p:cNvSpPr>
            <p:nvPr/>
          </p:nvSpPr>
          <p:spPr bwMode="auto">
            <a:xfrm>
              <a:off x="2094899" y="1081795"/>
              <a:ext cx="4400683" cy="2608522"/>
            </a:xfrm>
            <a:custGeom>
              <a:avLst/>
              <a:gdLst/>
              <a:ahLst/>
              <a:cxnLst>
                <a:cxn ang="0">
                  <a:pos x="1757" y="0"/>
                </a:cxn>
                <a:cxn ang="0">
                  <a:pos x="921" y="0"/>
                </a:cxn>
                <a:cxn ang="0">
                  <a:pos x="893" y="0"/>
                </a:cxn>
                <a:cxn ang="0">
                  <a:pos x="56" y="0"/>
                </a:cxn>
                <a:cxn ang="0">
                  <a:pos x="0" y="47"/>
                </a:cxn>
                <a:cxn ang="0">
                  <a:pos x="0" y="1076"/>
                </a:cxn>
                <a:cxn ang="0">
                  <a:pos x="1816" y="1076"/>
                </a:cxn>
                <a:cxn ang="0">
                  <a:pos x="1816" y="47"/>
                </a:cxn>
                <a:cxn ang="0">
                  <a:pos x="1757" y="0"/>
                </a:cxn>
                <a:cxn ang="0">
                  <a:pos x="1732" y="1000"/>
                </a:cxn>
                <a:cxn ang="0">
                  <a:pos x="76" y="1000"/>
                </a:cxn>
                <a:cxn ang="0">
                  <a:pos x="76" y="68"/>
                </a:cxn>
                <a:cxn ang="0">
                  <a:pos x="1732" y="68"/>
                </a:cxn>
                <a:cxn ang="0">
                  <a:pos x="1732" y="1000"/>
                </a:cxn>
              </a:cxnLst>
              <a:rect l="0" t="0" r="r" b="b"/>
              <a:pathLst>
                <a:path w="1816" h="1076">
                  <a:moveTo>
                    <a:pt x="1757" y="0"/>
                  </a:moveTo>
                  <a:cubicBezTo>
                    <a:pt x="921" y="0"/>
                    <a:pt x="921" y="0"/>
                    <a:pt x="921" y="0"/>
                  </a:cubicBezTo>
                  <a:cubicBezTo>
                    <a:pt x="893" y="0"/>
                    <a:pt x="893" y="0"/>
                    <a:pt x="893" y="0"/>
                  </a:cubicBezTo>
                  <a:cubicBezTo>
                    <a:pt x="56" y="0"/>
                    <a:pt x="56" y="0"/>
                    <a:pt x="56" y="0"/>
                  </a:cubicBezTo>
                  <a:cubicBezTo>
                    <a:pt x="27" y="0"/>
                    <a:pt x="0" y="17"/>
                    <a:pt x="0" y="47"/>
                  </a:cubicBezTo>
                  <a:cubicBezTo>
                    <a:pt x="0" y="1076"/>
                    <a:pt x="0" y="1076"/>
                    <a:pt x="0" y="1076"/>
                  </a:cubicBezTo>
                  <a:cubicBezTo>
                    <a:pt x="1816" y="1076"/>
                    <a:pt x="1816" y="1076"/>
                    <a:pt x="1816" y="1076"/>
                  </a:cubicBezTo>
                  <a:cubicBezTo>
                    <a:pt x="1816" y="47"/>
                    <a:pt x="1816" y="47"/>
                    <a:pt x="1816" y="47"/>
                  </a:cubicBezTo>
                  <a:cubicBezTo>
                    <a:pt x="1816" y="17"/>
                    <a:pt x="1787" y="0"/>
                    <a:pt x="1757" y="0"/>
                  </a:cubicBezTo>
                  <a:moveTo>
                    <a:pt x="1732" y="1000"/>
                  </a:moveTo>
                  <a:cubicBezTo>
                    <a:pt x="76" y="1000"/>
                    <a:pt x="76" y="1000"/>
                    <a:pt x="76" y="1000"/>
                  </a:cubicBezTo>
                  <a:cubicBezTo>
                    <a:pt x="76" y="68"/>
                    <a:pt x="76" y="68"/>
                    <a:pt x="76" y="68"/>
                  </a:cubicBezTo>
                  <a:cubicBezTo>
                    <a:pt x="1732" y="68"/>
                    <a:pt x="1732" y="68"/>
                    <a:pt x="1732" y="68"/>
                  </a:cubicBezTo>
                  <a:cubicBezTo>
                    <a:pt x="1732" y="1000"/>
                    <a:pt x="1732" y="1000"/>
                    <a:pt x="1732" y="1000"/>
                  </a:cubicBezTo>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24" name="Freeform 23"/>
            <p:cNvSpPr>
              <a:spLocks/>
            </p:cNvSpPr>
            <p:nvPr/>
          </p:nvSpPr>
          <p:spPr bwMode="auto">
            <a:xfrm>
              <a:off x="2311744" y="1247618"/>
              <a:ext cx="3979748" cy="2259869"/>
            </a:xfrm>
            <a:custGeom>
              <a:avLst/>
              <a:gdLst/>
              <a:ahLst/>
              <a:cxnLst>
                <a:cxn ang="0">
                  <a:pos x="1872" y="0"/>
                </a:cxn>
                <a:cxn ang="0">
                  <a:pos x="0" y="0"/>
                </a:cxn>
                <a:cxn ang="0">
                  <a:pos x="1872" y="1063"/>
                </a:cxn>
                <a:cxn ang="0">
                  <a:pos x="1872" y="0"/>
                </a:cxn>
              </a:cxnLst>
              <a:rect l="0" t="0" r="r" b="b"/>
              <a:pathLst>
                <a:path w="1872" h="1063">
                  <a:moveTo>
                    <a:pt x="1872" y="0"/>
                  </a:moveTo>
                  <a:lnTo>
                    <a:pt x="0" y="0"/>
                  </a:lnTo>
                  <a:lnTo>
                    <a:pt x="1872" y="1063"/>
                  </a:lnTo>
                  <a:lnTo>
                    <a:pt x="1872" y="0"/>
                  </a:lnTo>
                  <a:close/>
                </a:path>
              </a:pathLst>
            </a:custGeom>
            <a:solidFill>
              <a:srgbClr val="FFFFFF">
                <a:alpha val="16000"/>
              </a:srgbClr>
            </a:solid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25" name="Freeform 27"/>
            <p:cNvSpPr>
              <a:spLocks/>
            </p:cNvSpPr>
            <p:nvPr/>
          </p:nvSpPr>
          <p:spPr bwMode="auto">
            <a:xfrm>
              <a:off x="2094899" y="3690315"/>
              <a:ext cx="4400683" cy="397550"/>
            </a:xfrm>
            <a:custGeom>
              <a:avLst/>
              <a:gdLst/>
              <a:ahLst/>
              <a:cxnLst>
                <a:cxn ang="0">
                  <a:pos x="0" y="0"/>
                </a:cxn>
                <a:cxn ang="0">
                  <a:pos x="0" y="100"/>
                </a:cxn>
                <a:cxn ang="0">
                  <a:pos x="56" y="164"/>
                </a:cxn>
                <a:cxn ang="0">
                  <a:pos x="893" y="164"/>
                </a:cxn>
                <a:cxn ang="0">
                  <a:pos x="921" y="164"/>
                </a:cxn>
                <a:cxn ang="0">
                  <a:pos x="1757" y="164"/>
                </a:cxn>
                <a:cxn ang="0">
                  <a:pos x="1816" y="100"/>
                </a:cxn>
                <a:cxn ang="0">
                  <a:pos x="1816" y="0"/>
                </a:cxn>
                <a:cxn ang="0">
                  <a:pos x="0" y="0"/>
                </a:cxn>
              </a:cxnLst>
              <a:rect l="0" t="0" r="r" b="b"/>
              <a:pathLst>
                <a:path w="1816" h="164">
                  <a:moveTo>
                    <a:pt x="0" y="0"/>
                  </a:moveTo>
                  <a:cubicBezTo>
                    <a:pt x="0" y="100"/>
                    <a:pt x="0" y="100"/>
                    <a:pt x="0" y="100"/>
                  </a:cubicBezTo>
                  <a:cubicBezTo>
                    <a:pt x="0" y="130"/>
                    <a:pt x="27" y="164"/>
                    <a:pt x="56" y="164"/>
                  </a:cubicBezTo>
                  <a:cubicBezTo>
                    <a:pt x="893" y="164"/>
                    <a:pt x="893" y="164"/>
                    <a:pt x="893" y="164"/>
                  </a:cubicBezTo>
                  <a:cubicBezTo>
                    <a:pt x="921" y="164"/>
                    <a:pt x="921" y="164"/>
                    <a:pt x="921" y="164"/>
                  </a:cubicBezTo>
                  <a:cubicBezTo>
                    <a:pt x="1757" y="164"/>
                    <a:pt x="1757" y="164"/>
                    <a:pt x="1757" y="164"/>
                  </a:cubicBezTo>
                  <a:cubicBezTo>
                    <a:pt x="1787" y="164"/>
                    <a:pt x="1816" y="130"/>
                    <a:pt x="1816" y="100"/>
                  </a:cubicBezTo>
                  <a:cubicBezTo>
                    <a:pt x="1816" y="0"/>
                    <a:pt x="1816" y="0"/>
                    <a:pt x="1816" y="0"/>
                  </a:cubicBezTo>
                  <a:lnTo>
                    <a:pt x="0" y="0"/>
                  </a:lnTo>
                  <a:close/>
                </a:path>
              </a:pathLst>
            </a:custGeom>
            <a:gradFill>
              <a:gsLst>
                <a:gs pos="83000">
                  <a:schemeClr val="bg1">
                    <a:lumMod val="75000"/>
                  </a:schemeClr>
                </a:gs>
                <a:gs pos="54000">
                  <a:schemeClr val="bg1">
                    <a:lumMod val="85000"/>
                  </a:schemeClr>
                </a:gs>
              </a:gsLst>
              <a:lin ang="1800000" scaled="0"/>
            </a:grad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r>
                <a:rPr lang="en-US" sz="2667" dirty="0" smtClean="0">
                  <a:solidFill>
                    <a:srgbClr val="262626"/>
                  </a:solidFill>
                  <a:latin typeface="Roboto Condensed"/>
                  <a:cs typeface="Simplified Arabic" panose="02020603050405020304" pitchFamily="18" charset="-78"/>
                </a:rPr>
                <a:t> </a:t>
              </a:r>
              <a:endParaRPr lang="en-US" sz="2667" dirty="0">
                <a:solidFill>
                  <a:srgbClr val="262626"/>
                </a:solidFill>
                <a:latin typeface="Roboto Condensed"/>
                <a:cs typeface="Simplified Arabic" panose="02020603050405020304" pitchFamily="18" charset="-78"/>
              </a:endParaRPr>
            </a:p>
          </p:txBody>
        </p:sp>
        <p:sp>
          <p:nvSpPr>
            <p:cNvPr id="26" name="Freeform 29"/>
            <p:cNvSpPr>
              <a:spLocks/>
            </p:cNvSpPr>
            <p:nvPr/>
          </p:nvSpPr>
          <p:spPr bwMode="auto">
            <a:xfrm>
              <a:off x="3506519" y="4087866"/>
              <a:ext cx="1590198" cy="495343"/>
            </a:xfrm>
            <a:custGeom>
              <a:avLst/>
              <a:gdLst/>
              <a:ahLst/>
              <a:cxnLst>
                <a:cxn ang="0">
                  <a:pos x="335" y="0"/>
                </a:cxn>
                <a:cxn ang="0">
                  <a:pos x="322" y="0"/>
                </a:cxn>
                <a:cxn ang="0">
                  <a:pos x="143" y="0"/>
                </a:cxn>
                <a:cxn ang="0">
                  <a:pos x="102" y="128"/>
                </a:cxn>
                <a:cxn ang="0">
                  <a:pos x="108" y="204"/>
                </a:cxn>
                <a:cxn ang="0">
                  <a:pos x="322" y="204"/>
                </a:cxn>
                <a:cxn ang="0">
                  <a:pos x="335" y="204"/>
                </a:cxn>
                <a:cxn ang="0">
                  <a:pos x="549" y="204"/>
                </a:cxn>
                <a:cxn ang="0">
                  <a:pos x="555" y="128"/>
                </a:cxn>
                <a:cxn ang="0">
                  <a:pos x="513" y="0"/>
                </a:cxn>
                <a:cxn ang="0">
                  <a:pos x="335" y="0"/>
                </a:cxn>
              </a:cxnLst>
              <a:rect l="0" t="0" r="r" b="b"/>
              <a:pathLst>
                <a:path w="656" h="204">
                  <a:moveTo>
                    <a:pt x="335" y="0"/>
                  </a:moveTo>
                  <a:cubicBezTo>
                    <a:pt x="322" y="0"/>
                    <a:pt x="322" y="0"/>
                    <a:pt x="322" y="0"/>
                  </a:cubicBezTo>
                  <a:cubicBezTo>
                    <a:pt x="143" y="0"/>
                    <a:pt x="143" y="0"/>
                    <a:pt x="143" y="0"/>
                  </a:cubicBezTo>
                  <a:cubicBezTo>
                    <a:pt x="143" y="0"/>
                    <a:pt x="142" y="88"/>
                    <a:pt x="102" y="128"/>
                  </a:cubicBezTo>
                  <a:cubicBezTo>
                    <a:pt x="62" y="169"/>
                    <a:pt x="0" y="204"/>
                    <a:pt x="108" y="204"/>
                  </a:cubicBezTo>
                  <a:cubicBezTo>
                    <a:pt x="322" y="204"/>
                    <a:pt x="322" y="204"/>
                    <a:pt x="322" y="204"/>
                  </a:cubicBezTo>
                  <a:cubicBezTo>
                    <a:pt x="335" y="204"/>
                    <a:pt x="335" y="204"/>
                    <a:pt x="335" y="204"/>
                  </a:cubicBezTo>
                  <a:cubicBezTo>
                    <a:pt x="549" y="204"/>
                    <a:pt x="549" y="204"/>
                    <a:pt x="549" y="204"/>
                  </a:cubicBezTo>
                  <a:cubicBezTo>
                    <a:pt x="656" y="204"/>
                    <a:pt x="594" y="169"/>
                    <a:pt x="555" y="128"/>
                  </a:cubicBezTo>
                  <a:cubicBezTo>
                    <a:pt x="515" y="88"/>
                    <a:pt x="513" y="0"/>
                    <a:pt x="513" y="0"/>
                  </a:cubicBezTo>
                  <a:lnTo>
                    <a:pt x="335" y="0"/>
                  </a:lnTo>
                  <a:close/>
                </a:path>
              </a:pathLst>
            </a:custGeom>
            <a:gradFill>
              <a:gsLst>
                <a:gs pos="42000">
                  <a:schemeClr val="bg1">
                    <a:lumMod val="75000"/>
                  </a:schemeClr>
                </a:gs>
                <a:gs pos="6000">
                  <a:schemeClr val="bg1">
                    <a:lumMod val="85000"/>
                  </a:schemeClr>
                </a:gs>
                <a:gs pos="0">
                  <a:schemeClr val="bg1">
                    <a:lumMod val="65000"/>
                  </a:schemeClr>
                </a:gs>
              </a:gsLst>
              <a:lin ang="5400000" scaled="0"/>
            </a:grad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sp>
        <p:nvSpPr>
          <p:cNvPr id="27" name="Picture Placeholder 7"/>
          <p:cNvSpPr>
            <a:spLocks noGrp="1"/>
          </p:cNvSpPr>
          <p:nvPr>
            <p:ph type="pic" sz="quarter" idx="10" hasCustomPrompt="1"/>
          </p:nvPr>
        </p:nvSpPr>
        <p:spPr>
          <a:xfrm>
            <a:off x="5808963" y="1823494"/>
            <a:ext cx="5344831" cy="3013159"/>
          </a:xfrm>
          <a:prstGeom prst="rect">
            <a:avLst/>
          </a:prstGeom>
          <a:ln>
            <a:noFill/>
          </a:ln>
        </p:spPr>
        <p:txBody>
          <a:bodyPr bIns="45720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13"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4"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426273215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4" fill="hold" grpId="0" nodeType="afterEffect">
                                  <p:stCondLst>
                                    <p:cond delay="0"/>
                                  </p:stCondLst>
                                  <p:childTnLst>
                                    <p:set>
                                      <p:cBhvr>
                                        <p:cTn id="11" dur="1" fill="hold">
                                          <p:stCondLst>
                                            <p:cond delay="0"/>
                                          </p:stCondLst>
                                        </p:cTn>
                                        <p:tgtEl>
                                          <p:spTgt spid="27"/>
                                        </p:tgtEl>
                                        <p:attrNameLst>
                                          <p:attrName>style.visibility</p:attrName>
                                        </p:attrNameLst>
                                      </p:cBhvr>
                                      <p:to>
                                        <p:strVal val="visible"/>
                                      </p:to>
                                    </p:set>
                                    <p:animEffect transition="in" filter="wipe(down)">
                                      <p:cBhvr>
                                        <p:cTn id="12"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p:bldLst>
  </p:timing>
</p:sldLayout>
</file>

<file path=ppt/slideLayouts/slideLayout421.xml><?xml version="1.0" encoding="utf-8"?>
<p:sldLayout xmlns:a="http://schemas.openxmlformats.org/drawingml/2006/main" xmlns:r="http://schemas.openxmlformats.org/officeDocument/2006/relationships" xmlns:p="http://schemas.openxmlformats.org/presentationml/2006/main" userDrawn="1">
  <p:cSld name="Pic08_02">
    <p:spTree>
      <p:nvGrpSpPr>
        <p:cNvPr id="1" name=""/>
        <p:cNvGrpSpPr/>
        <p:nvPr/>
      </p:nvGrpSpPr>
      <p:grpSpPr>
        <a:xfrm>
          <a:off x="0" y="0"/>
          <a:ext cx="0" cy="0"/>
          <a:chOff x="0" y="0"/>
          <a:chExt cx="0" cy="0"/>
        </a:xfrm>
      </p:grpSpPr>
      <p:sp>
        <p:nvSpPr>
          <p:cNvPr id="8" name="Picture Placeholder 7"/>
          <p:cNvSpPr>
            <a:spLocks noGrp="1"/>
          </p:cNvSpPr>
          <p:nvPr>
            <p:ph type="pic" sz="quarter" idx="10" hasCustomPrompt="1"/>
          </p:nvPr>
        </p:nvSpPr>
        <p:spPr>
          <a:xfrm>
            <a:off x="3" y="1600200"/>
            <a:ext cx="12191996" cy="26416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54581639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accel="50000" decel="5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1000" fill="hold"/>
                                        <p:tgtEl>
                                          <p:spTgt spid="8"/>
                                        </p:tgtEl>
                                        <p:attrNameLst>
                                          <p:attrName>ppt_x</p:attrName>
                                        </p:attrNameLst>
                                      </p:cBhvr>
                                      <p:tavLst>
                                        <p:tav tm="0">
                                          <p:val>
                                            <p:strVal val="#ppt_x"/>
                                          </p:val>
                                        </p:tav>
                                        <p:tav tm="100000">
                                          <p:val>
                                            <p:strVal val="#ppt_x"/>
                                          </p:val>
                                        </p:tav>
                                      </p:tavLst>
                                    </p:anim>
                                    <p:anim calcmode="lin" valueType="num">
                                      <p:cBhvr additive="base">
                                        <p:cTn id="8" dur="1000" fill="hold"/>
                                        <p:tgtEl>
                                          <p:spTgt spid="8"/>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Layout>
</file>

<file path=ppt/slideLayouts/slideLayout422.xml><?xml version="1.0" encoding="utf-8"?>
<p:sldLayout xmlns:a="http://schemas.openxmlformats.org/drawingml/2006/main" xmlns:r="http://schemas.openxmlformats.org/officeDocument/2006/relationships" xmlns:p="http://schemas.openxmlformats.org/presentationml/2006/main" preserve="1" userDrawn="1">
  <p:cSld name="2_Pic08_02">
    <p:spTree>
      <p:nvGrpSpPr>
        <p:cNvPr id="1" name=""/>
        <p:cNvGrpSpPr/>
        <p:nvPr/>
      </p:nvGrpSpPr>
      <p:grpSpPr>
        <a:xfrm>
          <a:off x="0" y="0"/>
          <a:ext cx="0" cy="0"/>
          <a:chOff x="0" y="0"/>
          <a:chExt cx="0" cy="0"/>
        </a:xfrm>
      </p:grpSpPr>
      <p:sp>
        <p:nvSpPr>
          <p:cNvPr id="8" name="Picture Placeholder 7"/>
          <p:cNvSpPr>
            <a:spLocks noGrp="1"/>
          </p:cNvSpPr>
          <p:nvPr>
            <p:ph type="pic" sz="quarter" idx="10" hasCustomPrompt="1"/>
          </p:nvPr>
        </p:nvSpPr>
        <p:spPr>
          <a:xfrm>
            <a:off x="3" y="-12699"/>
            <a:ext cx="12191999" cy="36449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7" name="Round Same Side Corner Rectangle 6"/>
          <p:cNvSpPr/>
          <p:nvPr userDrawn="1"/>
        </p:nvSpPr>
        <p:spPr>
          <a:xfrm rot="16200000" flipH="1">
            <a:off x="11731147" y="6331910"/>
            <a:ext cx="384047" cy="537665"/>
          </a:xfrm>
          <a:prstGeom prst="round2Same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50000"/>
                  <a:lumOff val="50000"/>
                </a:srgbClr>
              </a:solidFill>
            </a:endParaRPr>
          </a:p>
        </p:txBody>
      </p:sp>
      <p:sp>
        <p:nvSpPr>
          <p:cNvPr id="9" name="Slide Number Placeholder 4"/>
          <p:cNvSpPr>
            <a:spLocks noGrp="1"/>
          </p:cNvSpPr>
          <p:nvPr>
            <p:ph type="sldNum" sz="quarter" idx="4"/>
          </p:nvPr>
        </p:nvSpPr>
        <p:spPr>
          <a:xfrm>
            <a:off x="11662445" y="6408719"/>
            <a:ext cx="508001" cy="366183"/>
          </a:xfrm>
          <a:prstGeom prst="rect">
            <a:avLst/>
          </a:prstGeom>
        </p:spPr>
        <p:txBody>
          <a:bodyPr anchor="ctr"/>
          <a:lstStyle>
            <a:lvl1pPr algn="ctr">
              <a:defRPr sz="1200" b="1">
                <a:solidFill>
                  <a:schemeClr val="tx1">
                    <a:lumMod val="50000"/>
                    <a:lumOff val="50000"/>
                  </a:schemeClr>
                </a:solidFill>
                <a:cs typeface="Simplified Arabic" panose="02020603050405020304" pitchFamily="18" charset="-78"/>
              </a:defRPr>
            </a:lvl1pPr>
          </a:lstStyle>
          <a:p>
            <a:pPr defTabSz="1375467" fontAlgn="auto">
              <a:spcBef>
                <a:spcPts val="0"/>
              </a:spcBef>
              <a:spcAft>
                <a:spcPts val="0"/>
              </a:spcAft>
            </a:pPr>
            <a:fld id="{C136B7D2-B98C-44FD-8D04-7EC62A564975}" type="slidenum">
              <a:rPr lang="en-US" smtClean="0">
                <a:solidFill>
                  <a:srgbClr val="262626">
                    <a:lumMod val="50000"/>
                    <a:lumOff val="50000"/>
                  </a:srgbClr>
                </a:solidFill>
                <a:latin typeface="Roboto Condensed"/>
              </a:rPr>
              <a:pPr defTabSz="1375467" fontAlgn="auto">
                <a:spcBef>
                  <a:spcPts val="0"/>
                </a:spcBef>
                <a:spcAft>
                  <a:spcPts val="0"/>
                </a:spcAft>
              </a:pPr>
              <a:t>‹#›</a:t>
            </a:fld>
            <a:endParaRPr lang="en-US" dirty="0">
              <a:solidFill>
                <a:srgbClr val="262626">
                  <a:lumMod val="50000"/>
                  <a:lumOff val="50000"/>
                </a:srgbClr>
              </a:solidFill>
              <a:latin typeface="Roboto Condensed"/>
            </a:endParaRPr>
          </a:p>
        </p:txBody>
      </p:sp>
    </p:spTree>
    <p:extLst>
      <p:ext uri="{BB962C8B-B14F-4D97-AF65-F5344CB8AC3E}">
        <p14:creationId xmlns:p14="http://schemas.microsoft.com/office/powerpoint/2010/main" val="361854613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accel="50000" decel="5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1000" fill="hold"/>
                                        <p:tgtEl>
                                          <p:spTgt spid="8"/>
                                        </p:tgtEl>
                                        <p:attrNameLst>
                                          <p:attrName>ppt_x</p:attrName>
                                        </p:attrNameLst>
                                      </p:cBhvr>
                                      <p:tavLst>
                                        <p:tav tm="0">
                                          <p:val>
                                            <p:strVal val="#ppt_x"/>
                                          </p:val>
                                        </p:tav>
                                        <p:tav tm="100000">
                                          <p:val>
                                            <p:strVal val="#ppt_x"/>
                                          </p:val>
                                        </p:tav>
                                      </p:tavLst>
                                    </p:anim>
                                    <p:anim calcmode="lin" valueType="num">
                                      <p:cBhvr additive="base">
                                        <p:cTn id="8" dur="1000" fill="hold"/>
                                        <p:tgtEl>
                                          <p:spTgt spid="8"/>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Layout>
</file>

<file path=ppt/slideLayouts/slideLayout423.xml><?xml version="1.0" encoding="utf-8"?>
<p:sldLayout xmlns:a="http://schemas.openxmlformats.org/drawingml/2006/main" xmlns:r="http://schemas.openxmlformats.org/officeDocument/2006/relationships" xmlns:p="http://schemas.openxmlformats.org/presentationml/2006/main" userDrawn="1">
  <p:cSld name="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68579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213347895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Layout>
</file>

<file path=ppt/slideLayouts/slideLayout424.xml><?xml version="1.0" encoding="utf-8"?>
<p:sldLayout xmlns:a="http://schemas.openxmlformats.org/drawingml/2006/main" xmlns:r="http://schemas.openxmlformats.org/officeDocument/2006/relationships" xmlns:p="http://schemas.openxmlformats.org/presentationml/2006/main" userDrawn="1">
  <p:cSld name="Team00">
    <p:spTree>
      <p:nvGrpSpPr>
        <p:cNvPr id="1" name=""/>
        <p:cNvGrpSpPr/>
        <p:nvPr/>
      </p:nvGrpSpPr>
      <p:grpSpPr>
        <a:xfrm>
          <a:off x="0" y="0"/>
          <a:ext cx="0" cy="0"/>
          <a:chOff x="0" y="0"/>
          <a:chExt cx="0" cy="0"/>
        </a:xfrm>
      </p:grpSpPr>
      <p:sp>
        <p:nvSpPr>
          <p:cNvPr id="18" name="Down Arrow Callout 17"/>
          <p:cNvSpPr/>
          <p:nvPr userDrawn="1"/>
        </p:nvSpPr>
        <p:spPr bwMode="auto">
          <a:xfrm>
            <a:off x="0" y="0"/>
            <a:ext cx="12192000" cy="3372155"/>
          </a:xfrm>
          <a:prstGeom prst="downArrowCallout">
            <a:avLst>
              <a:gd name="adj1" fmla="val 32676"/>
              <a:gd name="adj2" fmla="val 14109"/>
              <a:gd name="adj3" fmla="val 10498"/>
              <a:gd name="adj4" fmla="val 92638"/>
            </a:avLst>
          </a:prstGeom>
          <a:solidFill>
            <a:schemeClr val="accent1"/>
          </a:solidFill>
          <a:ln w="9525">
            <a:noFill/>
            <a:round/>
            <a:headEnd/>
            <a:tailEnd/>
          </a:ln>
        </p:spPr>
        <p:txBody>
          <a:bodyPr vert="horz" wrap="square" lIns="121920" tIns="60960" rIns="121920" bIns="60960" numCol="1" rtlCol="0" anchor="t" anchorCtr="0" compatLnSpc="1">
            <a:prstTxWarp prst="textNoShape">
              <a:avLst/>
            </a:prstTxWarp>
          </a:bodyPr>
          <a:lstStyle/>
          <a:p>
            <a:pPr algn="ct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21" name="Picture Placeholder 7"/>
          <p:cNvSpPr>
            <a:spLocks noGrp="1"/>
          </p:cNvSpPr>
          <p:nvPr>
            <p:ph type="pic" sz="quarter" idx="10" hasCustomPrompt="1"/>
          </p:nvPr>
        </p:nvSpPr>
        <p:spPr>
          <a:xfrm>
            <a:off x="4999171" y="622368"/>
            <a:ext cx="2193663" cy="2193005"/>
          </a:xfrm>
          <a:prstGeom prst="ellipse">
            <a:avLst/>
          </a:prstGeom>
          <a:ln w="28575">
            <a:solidFill>
              <a:schemeClr val="accent1">
                <a:lumMod val="75000"/>
              </a:schemeClr>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grpSp>
        <p:nvGrpSpPr>
          <p:cNvPr id="17" name="Group 16"/>
          <p:cNvGrpSpPr/>
          <p:nvPr userDrawn="1"/>
        </p:nvGrpSpPr>
        <p:grpSpPr>
          <a:xfrm>
            <a:off x="0" y="1275080"/>
            <a:ext cx="12192000" cy="2125339"/>
            <a:chOff x="0" y="956310"/>
            <a:chExt cx="9144000" cy="1594004"/>
          </a:xfrm>
        </p:grpSpPr>
        <p:sp>
          <p:nvSpPr>
            <p:cNvPr id="14" name="Freeform 13"/>
            <p:cNvSpPr>
              <a:spLocks/>
            </p:cNvSpPr>
            <p:nvPr userDrawn="1"/>
          </p:nvSpPr>
          <p:spPr bwMode="auto">
            <a:xfrm>
              <a:off x="0" y="956310"/>
              <a:ext cx="9144000" cy="1300543"/>
            </a:xfrm>
            <a:custGeom>
              <a:avLst/>
              <a:gdLst/>
              <a:ahLst/>
              <a:cxnLst>
                <a:cxn ang="0">
                  <a:pos x="30" y="330"/>
                </a:cxn>
                <a:cxn ang="0">
                  <a:pos x="99" y="339"/>
                </a:cxn>
                <a:cxn ang="0">
                  <a:pos x="181" y="385"/>
                </a:cxn>
                <a:cxn ang="0">
                  <a:pos x="289" y="307"/>
                </a:cxn>
                <a:cxn ang="0">
                  <a:pos x="364" y="303"/>
                </a:cxn>
                <a:cxn ang="0">
                  <a:pos x="444" y="328"/>
                </a:cxn>
                <a:cxn ang="0">
                  <a:pos x="528" y="322"/>
                </a:cxn>
                <a:cxn ang="0">
                  <a:pos x="661" y="60"/>
                </a:cxn>
                <a:cxn ang="0">
                  <a:pos x="697" y="60"/>
                </a:cxn>
                <a:cxn ang="0">
                  <a:pos x="726" y="57"/>
                </a:cxn>
                <a:cxn ang="0">
                  <a:pos x="768" y="290"/>
                </a:cxn>
                <a:cxn ang="0">
                  <a:pos x="800" y="246"/>
                </a:cxn>
                <a:cxn ang="0">
                  <a:pos x="888" y="176"/>
                </a:cxn>
                <a:cxn ang="0">
                  <a:pos x="955" y="208"/>
                </a:cxn>
                <a:cxn ang="0">
                  <a:pos x="993" y="358"/>
                </a:cxn>
                <a:cxn ang="0">
                  <a:pos x="1025" y="178"/>
                </a:cxn>
                <a:cxn ang="0">
                  <a:pos x="1138" y="172"/>
                </a:cxn>
                <a:cxn ang="0">
                  <a:pos x="1216" y="161"/>
                </a:cxn>
                <a:cxn ang="0">
                  <a:pos x="1241" y="144"/>
                </a:cxn>
                <a:cxn ang="0">
                  <a:pos x="1300" y="0"/>
                </a:cxn>
                <a:cxn ang="0">
                  <a:pos x="1428" y="157"/>
                </a:cxn>
                <a:cxn ang="0">
                  <a:pos x="1462" y="102"/>
                </a:cxn>
                <a:cxn ang="0">
                  <a:pos x="1492" y="57"/>
                </a:cxn>
                <a:cxn ang="0">
                  <a:pos x="1531" y="55"/>
                </a:cxn>
                <a:cxn ang="0">
                  <a:pos x="1567" y="100"/>
                </a:cxn>
                <a:cxn ang="0">
                  <a:pos x="1670" y="159"/>
                </a:cxn>
                <a:cxn ang="0">
                  <a:pos x="1700" y="127"/>
                </a:cxn>
                <a:cxn ang="0">
                  <a:pos x="1782" y="297"/>
                </a:cxn>
                <a:cxn ang="0">
                  <a:pos x="1843" y="153"/>
                </a:cxn>
                <a:cxn ang="0">
                  <a:pos x="1939" y="153"/>
                </a:cxn>
                <a:cxn ang="0">
                  <a:pos x="1973" y="225"/>
                </a:cxn>
                <a:cxn ang="0">
                  <a:pos x="2011" y="131"/>
                </a:cxn>
                <a:cxn ang="0">
                  <a:pos x="2072" y="127"/>
                </a:cxn>
                <a:cxn ang="0">
                  <a:pos x="2127" y="136"/>
                </a:cxn>
                <a:cxn ang="0">
                  <a:pos x="2160" y="227"/>
                </a:cxn>
                <a:cxn ang="0">
                  <a:pos x="2198" y="358"/>
                </a:cxn>
                <a:cxn ang="0">
                  <a:pos x="2238" y="153"/>
                </a:cxn>
                <a:cxn ang="0">
                  <a:pos x="2291" y="153"/>
                </a:cxn>
                <a:cxn ang="0">
                  <a:pos x="2381" y="313"/>
                </a:cxn>
                <a:cxn ang="0">
                  <a:pos x="2417" y="339"/>
                </a:cxn>
                <a:cxn ang="0">
                  <a:pos x="2434" y="288"/>
                </a:cxn>
                <a:cxn ang="0">
                  <a:pos x="2501" y="330"/>
                </a:cxn>
                <a:cxn ang="0">
                  <a:pos x="2535" y="400"/>
                </a:cxn>
                <a:cxn ang="0">
                  <a:pos x="2705" y="377"/>
                </a:cxn>
                <a:cxn ang="0">
                  <a:pos x="2753" y="362"/>
                </a:cxn>
                <a:cxn ang="0">
                  <a:pos x="2785" y="337"/>
                </a:cxn>
                <a:cxn ang="0">
                  <a:pos x="2835" y="392"/>
                </a:cxn>
                <a:cxn ang="0">
                  <a:pos x="2875" y="307"/>
                </a:cxn>
                <a:cxn ang="0">
                  <a:pos x="2915" y="402"/>
                </a:cxn>
                <a:cxn ang="0">
                  <a:pos x="2940" y="307"/>
                </a:cxn>
                <a:cxn ang="0">
                  <a:pos x="2989" y="407"/>
                </a:cxn>
                <a:cxn ang="0">
                  <a:pos x="3050" y="381"/>
                </a:cxn>
                <a:cxn ang="0">
                  <a:pos x="3102" y="404"/>
                </a:cxn>
                <a:cxn ang="0">
                  <a:pos x="3142" y="373"/>
                </a:cxn>
                <a:cxn ang="0">
                  <a:pos x="3182" y="409"/>
                </a:cxn>
                <a:cxn ang="0">
                  <a:pos x="3239" y="455"/>
                </a:cxn>
              </a:cxnLst>
              <a:rect l="0" t="0" r="r" b="b"/>
              <a:pathLst>
                <a:path w="3239" h="455">
                  <a:moveTo>
                    <a:pt x="0" y="455"/>
                  </a:moveTo>
                  <a:lnTo>
                    <a:pt x="0" y="349"/>
                  </a:lnTo>
                  <a:lnTo>
                    <a:pt x="30" y="349"/>
                  </a:lnTo>
                  <a:lnTo>
                    <a:pt x="30" y="330"/>
                  </a:lnTo>
                  <a:lnTo>
                    <a:pt x="85" y="330"/>
                  </a:lnTo>
                  <a:lnTo>
                    <a:pt x="85" y="356"/>
                  </a:lnTo>
                  <a:lnTo>
                    <a:pt x="99" y="356"/>
                  </a:lnTo>
                  <a:lnTo>
                    <a:pt x="99" y="339"/>
                  </a:lnTo>
                  <a:lnTo>
                    <a:pt x="122" y="339"/>
                  </a:lnTo>
                  <a:lnTo>
                    <a:pt x="122" y="368"/>
                  </a:lnTo>
                  <a:lnTo>
                    <a:pt x="181" y="368"/>
                  </a:lnTo>
                  <a:lnTo>
                    <a:pt x="181" y="385"/>
                  </a:lnTo>
                  <a:lnTo>
                    <a:pt x="251" y="385"/>
                  </a:lnTo>
                  <a:lnTo>
                    <a:pt x="251" y="322"/>
                  </a:lnTo>
                  <a:lnTo>
                    <a:pt x="289" y="322"/>
                  </a:lnTo>
                  <a:lnTo>
                    <a:pt x="289" y="307"/>
                  </a:lnTo>
                  <a:lnTo>
                    <a:pt x="331" y="307"/>
                  </a:lnTo>
                  <a:lnTo>
                    <a:pt x="331" y="290"/>
                  </a:lnTo>
                  <a:lnTo>
                    <a:pt x="364" y="290"/>
                  </a:lnTo>
                  <a:lnTo>
                    <a:pt x="364" y="303"/>
                  </a:lnTo>
                  <a:lnTo>
                    <a:pt x="411" y="303"/>
                  </a:lnTo>
                  <a:lnTo>
                    <a:pt x="411" y="311"/>
                  </a:lnTo>
                  <a:lnTo>
                    <a:pt x="444" y="311"/>
                  </a:lnTo>
                  <a:lnTo>
                    <a:pt x="444" y="328"/>
                  </a:lnTo>
                  <a:lnTo>
                    <a:pt x="455" y="328"/>
                  </a:lnTo>
                  <a:lnTo>
                    <a:pt x="455" y="303"/>
                  </a:lnTo>
                  <a:lnTo>
                    <a:pt x="528" y="303"/>
                  </a:lnTo>
                  <a:lnTo>
                    <a:pt x="528" y="322"/>
                  </a:lnTo>
                  <a:lnTo>
                    <a:pt x="617" y="322"/>
                  </a:lnTo>
                  <a:lnTo>
                    <a:pt x="617" y="66"/>
                  </a:lnTo>
                  <a:lnTo>
                    <a:pt x="661" y="66"/>
                  </a:lnTo>
                  <a:lnTo>
                    <a:pt x="661" y="60"/>
                  </a:lnTo>
                  <a:lnTo>
                    <a:pt x="673" y="60"/>
                  </a:lnTo>
                  <a:lnTo>
                    <a:pt x="673" y="83"/>
                  </a:lnTo>
                  <a:lnTo>
                    <a:pt x="697" y="83"/>
                  </a:lnTo>
                  <a:lnTo>
                    <a:pt x="697" y="60"/>
                  </a:lnTo>
                  <a:lnTo>
                    <a:pt x="705" y="60"/>
                  </a:lnTo>
                  <a:lnTo>
                    <a:pt x="705" y="49"/>
                  </a:lnTo>
                  <a:lnTo>
                    <a:pt x="726" y="49"/>
                  </a:lnTo>
                  <a:lnTo>
                    <a:pt x="726" y="57"/>
                  </a:lnTo>
                  <a:lnTo>
                    <a:pt x="753" y="57"/>
                  </a:lnTo>
                  <a:lnTo>
                    <a:pt x="753" y="102"/>
                  </a:lnTo>
                  <a:lnTo>
                    <a:pt x="768" y="102"/>
                  </a:lnTo>
                  <a:lnTo>
                    <a:pt x="768" y="290"/>
                  </a:lnTo>
                  <a:lnTo>
                    <a:pt x="789" y="290"/>
                  </a:lnTo>
                  <a:lnTo>
                    <a:pt x="789" y="263"/>
                  </a:lnTo>
                  <a:lnTo>
                    <a:pt x="800" y="263"/>
                  </a:lnTo>
                  <a:lnTo>
                    <a:pt x="800" y="246"/>
                  </a:lnTo>
                  <a:lnTo>
                    <a:pt x="873" y="246"/>
                  </a:lnTo>
                  <a:lnTo>
                    <a:pt x="873" y="199"/>
                  </a:lnTo>
                  <a:lnTo>
                    <a:pt x="888" y="199"/>
                  </a:lnTo>
                  <a:lnTo>
                    <a:pt x="888" y="176"/>
                  </a:lnTo>
                  <a:lnTo>
                    <a:pt x="943" y="176"/>
                  </a:lnTo>
                  <a:lnTo>
                    <a:pt x="943" y="195"/>
                  </a:lnTo>
                  <a:lnTo>
                    <a:pt x="955" y="195"/>
                  </a:lnTo>
                  <a:lnTo>
                    <a:pt x="955" y="208"/>
                  </a:lnTo>
                  <a:lnTo>
                    <a:pt x="976" y="208"/>
                  </a:lnTo>
                  <a:lnTo>
                    <a:pt x="976" y="333"/>
                  </a:lnTo>
                  <a:lnTo>
                    <a:pt x="993" y="333"/>
                  </a:lnTo>
                  <a:lnTo>
                    <a:pt x="993" y="358"/>
                  </a:lnTo>
                  <a:lnTo>
                    <a:pt x="1004" y="358"/>
                  </a:lnTo>
                  <a:lnTo>
                    <a:pt x="1004" y="195"/>
                  </a:lnTo>
                  <a:lnTo>
                    <a:pt x="1025" y="195"/>
                  </a:lnTo>
                  <a:lnTo>
                    <a:pt x="1025" y="178"/>
                  </a:lnTo>
                  <a:lnTo>
                    <a:pt x="1115" y="178"/>
                  </a:lnTo>
                  <a:lnTo>
                    <a:pt x="1115" y="193"/>
                  </a:lnTo>
                  <a:lnTo>
                    <a:pt x="1138" y="193"/>
                  </a:lnTo>
                  <a:lnTo>
                    <a:pt x="1138" y="172"/>
                  </a:lnTo>
                  <a:lnTo>
                    <a:pt x="1147" y="172"/>
                  </a:lnTo>
                  <a:lnTo>
                    <a:pt x="1147" y="134"/>
                  </a:lnTo>
                  <a:lnTo>
                    <a:pt x="1216" y="134"/>
                  </a:lnTo>
                  <a:lnTo>
                    <a:pt x="1216" y="161"/>
                  </a:lnTo>
                  <a:lnTo>
                    <a:pt x="1224" y="161"/>
                  </a:lnTo>
                  <a:lnTo>
                    <a:pt x="1224" y="176"/>
                  </a:lnTo>
                  <a:lnTo>
                    <a:pt x="1241" y="176"/>
                  </a:lnTo>
                  <a:lnTo>
                    <a:pt x="1241" y="144"/>
                  </a:lnTo>
                  <a:lnTo>
                    <a:pt x="1250" y="144"/>
                  </a:lnTo>
                  <a:lnTo>
                    <a:pt x="1250" y="85"/>
                  </a:lnTo>
                  <a:lnTo>
                    <a:pt x="1300" y="85"/>
                  </a:lnTo>
                  <a:lnTo>
                    <a:pt x="1300" y="0"/>
                  </a:lnTo>
                  <a:lnTo>
                    <a:pt x="1409" y="0"/>
                  </a:lnTo>
                  <a:lnTo>
                    <a:pt x="1409" y="178"/>
                  </a:lnTo>
                  <a:lnTo>
                    <a:pt x="1428" y="178"/>
                  </a:lnTo>
                  <a:lnTo>
                    <a:pt x="1428" y="157"/>
                  </a:lnTo>
                  <a:lnTo>
                    <a:pt x="1439" y="157"/>
                  </a:lnTo>
                  <a:lnTo>
                    <a:pt x="1439" y="134"/>
                  </a:lnTo>
                  <a:lnTo>
                    <a:pt x="1462" y="134"/>
                  </a:lnTo>
                  <a:lnTo>
                    <a:pt x="1462" y="102"/>
                  </a:lnTo>
                  <a:lnTo>
                    <a:pt x="1481" y="102"/>
                  </a:lnTo>
                  <a:lnTo>
                    <a:pt x="1481" y="70"/>
                  </a:lnTo>
                  <a:lnTo>
                    <a:pt x="1492" y="70"/>
                  </a:lnTo>
                  <a:lnTo>
                    <a:pt x="1492" y="57"/>
                  </a:lnTo>
                  <a:lnTo>
                    <a:pt x="1508" y="57"/>
                  </a:lnTo>
                  <a:lnTo>
                    <a:pt x="1508" y="40"/>
                  </a:lnTo>
                  <a:lnTo>
                    <a:pt x="1531" y="40"/>
                  </a:lnTo>
                  <a:lnTo>
                    <a:pt x="1531" y="55"/>
                  </a:lnTo>
                  <a:lnTo>
                    <a:pt x="1550" y="55"/>
                  </a:lnTo>
                  <a:lnTo>
                    <a:pt x="1550" y="66"/>
                  </a:lnTo>
                  <a:lnTo>
                    <a:pt x="1567" y="66"/>
                  </a:lnTo>
                  <a:lnTo>
                    <a:pt x="1567" y="100"/>
                  </a:lnTo>
                  <a:lnTo>
                    <a:pt x="1584" y="100"/>
                  </a:lnTo>
                  <a:lnTo>
                    <a:pt x="1584" y="153"/>
                  </a:lnTo>
                  <a:lnTo>
                    <a:pt x="1670" y="153"/>
                  </a:lnTo>
                  <a:lnTo>
                    <a:pt x="1670" y="159"/>
                  </a:lnTo>
                  <a:lnTo>
                    <a:pt x="1689" y="159"/>
                  </a:lnTo>
                  <a:lnTo>
                    <a:pt x="1689" y="142"/>
                  </a:lnTo>
                  <a:lnTo>
                    <a:pt x="1700" y="142"/>
                  </a:lnTo>
                  <a:lnTo>
                    <a:pt x="1700" y="127"/>
                  </a:lnTo>
                  <a:lnTo>
                    <a:pt x="1769" y="127"/>
                  </a:lnTo>
                  <a:lnTo>
                    <a:pt x="1769" y="142"/>
                  </a:lnTo>
                  <a:lnTo>
                    <a:pt x="1782" y="142"/>
                  </a:lnTo>
                  <a:lnTo>
                    <a:pt x="1782" y="297"/>
                  </a:lnTo>
                  <a:lnTo>
                    <a:pt x="1790" y="297"/>
                  </a:lnTo>
                  <a:lnTo>
                    <a:pt x="1790" y="269"/>
                  </a:lnTo>
                  <a:lnTo>
                    <a:pt x="1843" y="269"/>
                  </a:lnTo>
                  <a:lnTo>
                    <a:pt x="1843" y="153"/>
                  </a:lnTo>
                  <a:lnTo>
                    <a:pt x="1864" y="153"/>
                  </a:lnTo>
                  <a:lnTo>
                    <a:pt x="1864" y="136"/>
                  </a:lnTo>
                  <a:lnTo>
                    <a:pt x="1939" y="136"/>
                  </a:lnTo>
                  <a:lnTo>
                    <a:pt x="1939" y="153"/>
                  </a:lnTo>
                  <a:lnTo>
                    <a:pt x="1958" y="153"/>
                  </a:lnTo>
                  <a:lnTo>
                    <a:pt x="1958" y="360"/>
                  </a:lnTo>
                  <a:lnTo>
                    <a:pt x="1973" y="360"/>
                  </a:lnTo>
                  <a:lnTo>
                    <a:pt x="1973" y="225"/>
                  </a:lnTo>
                  <a:lnTo>
                    <a:pt x="1996" y="225"/>
                  </a:lnTo>
                  <a:lnTo>
                    <a:pt x="1996" y="144"/>
                  </a:lnTo>
                  <a:lnTo>
                    <a:pt x="2011" y="144"/>
                  </a:lnTo>
                  <a:lnTo>
                    <a:pt x="2011" y="131"/>
                  </a:lnTo>
                  <a:lnTo>
                    <a:pt x="2019" y="131"/>
                  </a:lnTo>
                  <a:lnTo>
                    <a:pt x="2019" y="115"/>
                  </a:lnTo>
                  <a:lnTo>
                    <a:pt x="2072" y="115"/>
                  </a:lnTo>
                  <a:lnTo>
                    <a:pt x="2072" y="127"/>
                  </a:lnTo>
                  <a:lnTo>
                    <a:pt x="2093" y="127"/>
                  </a:lnTo>
                  <a:lnTo>
                    <a:pt x="2093" y="110"/>
                  </a:lnTo>
                  <a:lnTo>
                    <a:pt x="2127" y="110"/>
                  </a:lnTo>
                  <a:lnTo>
                    <a:pt x="2127" y="136"/>
                  </a:lnTo>
                  <a:lnTo>
                    <a:pt x="2141" y="136"/>
                  </a:lnTo>
                  <a:lnTo>
                    <a:pt x="2141" y="144"/>
                  </a:lnTo>
                  <a:lnTo>
                    <a:pt x="2160" y="144"/>
                  </a:lnTo>
                  <a:lnTo>
                    <a:pt x="2160" y="227"/>
                  </a:lnTo>
                  <a:lnTo>
                    <a:pt x="2173" y="227"/>
                  </a:lnTo>
                  <a:lnTo>
                    <a:pt x="2173" y="373"/>
                  </a:lnTo>
                  <a:lnTo>
                    <a:pt x="2198" y="373"/>
                  </a:lnTo>
                  <a:lnTo>
                    <a:pt x="2198" y="358"/>
                  </a:lnTo>
                  <a:lnTo>
                    <a:pt x="2221" y="358"/>
                  </a:lnTo>
                  <a:lnTo>
                    <a:pt x="2221" y="288"/>
                  </a:lnTo>
                  <a:lnTo>
                    <a:pt x="2238" y="288"/>
                  </a:lnTo>
                  <a:lnTo>
                    <a:pt x="2238" y="153"/>
                  </a:lnTo>
                  <a:lnTo>
                    <a:pt x="2274" y="153"/>
                  </a:lnTo>
                  <a:lnTo>
                    <a:pt x="2274" y="121"/>
                  </a:lnTo>
                  <a:lnTo>
                    <a:pt x="2291" y="121"/>
                  </a:lnTo>
                  <a:lnTo>
                    <a:pt x="2291" y="153"/>
                  </a:lnTo>
                  <a:lnTo>
                    <a:pt x="2350" y="153"/>
                  </a:lnTo>
                  <a:lnTo>
                    <a:pt x="2350" y="288"/>
                  </a:lnTo>
                  <a:lnTo>
                    <a:pt x="2381" y="288"/>
                  </a:lnTo>
                  <a:lnTo>
                    <a:pt x="2381" y="313"/>
                  </a:lnTo>
                  <a:lnTo>
                    <a:pt x="2389" y="313"/>
                  </a:lnTo>
                  <a:lnTo>
                    <a:pt x="2389" y="347"/>
                  </a:lnTo>
                  <a:lnTo>
                    <a:pt x="2417" y="347"/>
                  </a:lnTo>
                  <a:lnTo>
                    <a:pt x="2417" y="339"/>
                  </a:lnTo>
                  <a:lnTo>
                    <a:pt x="2427" y="339"/>
                  </a:lnTo>
                  <a:lnTo>
                    <a:pt x="2427" y="311"/>
                  </a:lnTo>
                  <a:lnTo>
                    <a:pt x="2434" y="311"/>
                  </a:lnTo>
                  <a:lnTo>
                    <a:pt x="2434" y="288"/>
                  </a:lnTo>
                  <a:lnTo>
                    <a:pt x="2486" y="288"/>
                  </a:lnTo>
                  <a:lnTo>
                    <a:pt x="2486" y="316"/>
                  </a:lnTo>
                  <a:lnTo>
                    <a:pt x="2501" y="316"/>
                  </a:lnTo>
                  <a:lnTo>
                    <a:pt x="2501" y="330"/>
                  </a:lnTo>
                  <a:lnTo>
                    <a:pt x="2526" y="330"/>
                  </a:lnTo>
                  <a:lnTo>
                    <a:pt x="2526" y="356"/>
                  </a:lnTo>
                  <a:lnTo>
                    <a:pt x="2535" y="356"/>
                  </a:lnTo>
                  <a:lnTo>
                    <a:pt x="2535" y="400"/>
                  </a:lnTo>
                  <a:lnTo>
                    <a:pt x="2554" y="400"/>
                  </a:lnTo>
                  <a:lnTo>
                    <a:pt x="2554" y="275"/>
                  </a:lnTo>
                  <a:lnTo>
                    <a:pt x="2705" y="275"/>
                  </a:lnTo>
                  <a:lnTo>
                    <a:pt x="2705" y="377"/>
                  </a:lnTo>
                  <a:lnTo>
                    <a:pt x="2726" y="377"/>
                  </a:lnTo>
                  <a:lnTo>
                    <a:pt x="2726" y="396"/>
                  </a:lnTo>
                  <a:lnTo>
                    <a:pt x="2753" y="396"/>
                  </a:lnTo>
                  <a:lnTo>
                    <a:pt x="2753" y="362"/>
                  </a:lnTo>
                  <a:lnTo>
                    <a:pt x="2762" y="362"/>
                  </a:lnTo>
                  <a:lnTo>
                    <a:pt x="2762" y="347"/>
                  </a:lnTo>
                  <a:lnTo>
                    <a:pt x="2785" y="347"/>
                  </a:lnTo>
                  <a:lnTo>
                    <a:pt x="2785" y="337"/>
                  </a:lnTo>
                  <a:lnTo>
                    <a:pt x="2814" y="337"/>
                  </a:lnTo>
                  <a:lnTo>
                    <a:pt x="2814" y="398"/>
                  </a:lnTo>
                  <a:lnTo>
                    <a:pt x="2835" y="398"/>
                  </a:lnTo>
                  <a:lnTo>
                    <a:pt x="2835" y="392"/>
                  </a:lnTo>
                  <a:lnTo>
                    <a:pt x="2858" y="392"/>
                  </a:lnTo>
                  <a:lnTo>
                    <a:pt x="2858" y="318"/>
                  </a:lnTo>
                  <a:lnTo>
                    <a:pt x="2875" y="318"/>
                  </a:lnTo>
                  <a:lnTo>
                    <a:pt x="2875" y="307"/>
                  </a:lnTo>
                  <a:lnTo>
                    <a:pt x="2900" y="307"/>
                  </a:lnTo>
                  <a:lnTo>
                    <a:pt x="2900" y="316"/>
                  </a:lnTo>
                  <a:lnTo>
                    <a:pt x="2915" y="316"/>
                  </a:lnTo>
                  <a:lnTo>
                    <a:pt x="2915" y="402"/>
                  </a:lnTo>
                  <a:lnTo>
                    <a:pt x="2928" y="402"/>
                  </a:lnTo>
                  <a:lnTo>
                    <a:pt x="2928" y="318"/>
                  </a:lnTo>
                  <a:lnTo>
                    <a:pt x="2940" y="318"/>
                  </a:lnTo>
                  <a:lnTo>
                    <a:pt x="2940" y="307"/>
                  </a:lnTo>
                  <a:lnTo>
                    <a:pt x="2968" y="307"/>
                  </a:lnTo>
                  <a:lnTo>
                    <a:pt x="2968" y="316"/>
                  </a:lnTo>
                  <a:lnTo>
                    <a:pt x="2989" y="316"/>
                  </a:lnTo>
                  <a:lnTo>
                    <a:pt x="2989" y="407"/>
                  </a:lnTo>
                  <a:lnTo>
                    <a:pt x="3035" y="407"/>
                  </a:lnTo>
                  <a:lnTo>
                    <a:pt x="3035" y="394"/>
                  </a:lnTo>
                  <a:lnTo>
                    <a:pt x="3050" y="394"/>
                  </a:lnTo>
                  <a:lnTo>
                    <a:pt x="3050" y="381"/>
                  </a:lnTo>
                  <a:lnTo>
                    <a:pt x="3092" y="381"/>
                  </a:lnTo>
                  <a:lnTo>
                    <a:pt x="3092" y="394"/>
                  </a:lnTo>
                  <a:lnTo>
                    <a:pt x="3102" y="394"/>
                  </a:lnTo>
                  <a:lnTo>
                    <a:pt x="3102" y="404"/>
                  </a:lnTo>
                  <a:lnTo>
                    <a:pt x="3130" y="404"/>
                  </a:lnTo>
                  <a:lnTo>
                    <a:pt x="3130" y="394"/>
                  </a:lnTo>
                  <a:lnTo>
                    <a:pt x="3142" y="394"/>
                  </a:lnTo>
                  <a:lnTo>
                    <a:pt x="3142" y="373"/>
                  </a:lnTo>
                  <a:lnTo>
                    <a:pt x="3157" y="373"/>
                  </a:lnTo>
                  <a:lnTo>
                    <a:pt x="3157" y="383"/>
                  </a:lnTo>
                  <a:lnTo>
                    <a:pt x="3182" y="383"/>
                  </a:lnTo>
                  <a:lnTo>
                    <a:pt x="3182" y="409"/>
                  </a:lnTo>
                  <a:lnTo>
                    <a:pt x="3199" y="409"/>
                  </a:lnTo>
                  <a:lnTo>
                    <a:pt x="3199" y="400"/>
                  </a:lnTo>
                  <a:lnTo>
                    <a:pt x="3239" y="400"/>
                  </a:lnTo>
                  <a:lnTo>
                    <a:pt x="3239" y="455"/>
                  </a:lnTo>
                  <a:lnTo>
                    <a:pt x="0" y="455"/>
                  </a:lnTo>
                  <a:close/>
                </a:path>
              </a:pathLst>
            </a:custGeom>
            <a:solidFill>
              <a:schemeClr val="accent1">
                <a:lumMod val="50000"/>
                <a:alpha val="28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16" name="Isosceles Triangle 15"/>
            <p:cNvSpPr/>
            <p:nvPr userDrawn="1"/>
          </p:nvSpPr>
          <p:spPr>
            <a:xfrm rot="10800000">
              <a:off x="4191000" y="2256627"/>
              <a:ext cx="762000" cy="293687"/>
            </a:xfrm>
            <a:prstGeom prst="triangle">
              <a:avLst>
                <a:gd name="adj" fmla="val 50000"/>
              </a:avLst>
            </a:prstGeom>
            <a:solidFill>
              <a:schemeClr val="accent1">
                <a:lumMod val="50000"/>
                <a:alpha val="2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grpSp>
    </p:spTree>
    <p:extLst>
      <p:ext uri="{BB962C8B-B14F-4D97-AF65-F5344CB8AC3E}">
        <p14:creationId xmlns:p14="http://schemas.microsoft.com/office/powerpoint/2010/main" val="418905757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accel="50000" decel="50000" fill="hold" grpId="0" nodeType="afterEffect">
                                  <p:stCondLst>
                                    <p:cond delay="0"/>
                                  </p:stCondLst>
                                  <p:childTnLst>
                                    <p:set>
                                      <p:cBhvr>
                                        <p:cTn id="6" dur="1" fill="hold">
                                          <p:stCondLst>
                                            <p:cond delay="0"/>
                                          </p:stCondLst>
                                        </p:cTn>
                                        <p:tgtEl>
                                          <p:spTgt spid="18"/>
                                        </p:tgtEl>
                                        <p:attrNameLst>
                                          <p:attrName>style.visibility</p:attrName>
                                        </p:attrNameLst>
                                      </p:cBhvr>
                                      <p:to>
                                        <p:strVal val="visible"/>
                                      </p:to>
                                    </p:set>
                                    <p:anim calcmode="lin" valueType="num">
                                      <p:cBhvr additive="base">
                                        <p:cTn id="7" dur="1000" fill="hold"/>
                                        <p:tgtEl>
                                          <p:spTgt spid="18"/>
                                        </p:tgtEl>
                                        <p:attrNameLst>
                                          <p:attrName>ppt_x</p:attrName>
                                        </p:attrNameLst>
                                      </p:cBhvr>
                                      <p:tavLst>
                                        <p:tav tm="0">
                                          <p:val>
                                            <p:strVal val="#ppt_x"/>
                                          </p:val>
                                        </p:tav>
                                        <p:tav tm="100000">
                                          <p:val>
                                            <p:strVal val="#ppt_x"/>
                                          </p:val>
                                        </p:tav>
                                      </p:tavLst>
                                    </p:anim>
                                    <p:anim calcmode="lin" valueType="num">
                                      <p:cBhvr additive="base">
                                        <p:cTn id="8" dur="1000" fill="hold"/>
                                        <p:tgtEl>
                                          <p:spTgt spid="18"/>
                                        </p:tgtEl>
                                        <p:attrNameLst>
                                          <p:attrName>ppt_y</p:attrName>
                                        </p:attrNameLst>
                                      </p:cBhvr>
                                      <p:tavLst>
                                        <p:tav tm="0">
                                          <p:val>
                                            <p:strVal val="0-#ppt_h/2"/>
                                          </p:val>
                                        </p:tav>
                                        <p:tav tm="100000">
                                          <p:val>
                                            <p:strVal val="#ppt_y"/>
                                          </p:val>
                                        </p:tav>
                                      </p:tavLst>
                                    </p:anim>
                                  </p:childTnLst>
                                </p:cTn>
                              </p:par>
                              <p:par>
                                <p:cTn id="9" presetID="2" presetClass="entr" presetSubtype="4" accel="50000" decel="50000" fill="hold" nodeType="withEffect">
                                  <p:stCondLst>
                                    <p:cond delay="0"/>
                                  </p:stCondLst>
                                  <p:childTnLst>
                                    <p:set>
                                      <p:cBhvr>
                                        <p:cTn id="10" dur="1" fill="hold">
                                          <p:stCondLst>
                                            <p:cond delay="0"/>
                                          </p:stCondLst>
                                        </p:cTn>
                                        <p:tgtEl>
                                          <p:spTgt spid="17"/>
                                        </p:tgtEl>
                                        <p:attrNameLst>
                                          <p:attrName>style.visibility</p:attrName>
                                        </p:attrNameLst>
                                      </p:cBhvr>
                                      <p:to>
                                        <p:strVal val="visible"/>
                                      </p:to>
                                    </p:set>
                                    <p:anim calcmode="lin" valueType="num">
                                      <p:cBhvr additive="base">
                                        <p:cTn id="11" dur="1000" fill="hold"/>
                                        <p:tgtEl>
                                          <p:spTgt spid="17"/>
                                        </p:tgtEl>
                                        <p:attrNameLst>
                                          <p:attrName>ppt_x</p:attrName>
                                        </p:attrNameLst>
                                      </p:cBhvr>
                                      <p:tavLst>
                                        <p:tav tm="0">
                                          <p:val>
                                            <p:strVal val="#ppt_x"/>
                                          </p:val>
                                        </p:tav>
                                        <p:tav tm="100000">
                                          <p:val>
                                            <p:strVal val="#ppt_x"/>
                                          </p:val>
                                        </p:tav>
                                      </p:tavLst>
                                    </p:anim>
                                    <p:anim calcmode="lin" valueType="num">
                                      <p:cBhvr additive="base">
                                        <p:cTn id="12" dur="1000" fill="hold"/>
                                        <p:tgtEl>
                                          <p:spTgt spid="17"/>
                                        </p:tgtEl>
                                        <p:attrNameLst>
                                          <p:attrName>ppt_y</p:attrName>
                                        </p:attrNameLst>
                                      </p:cBhvr>
                                      <p:tavLst>
                                        <p:tav tm="0">
                                          <p:val>
                                            <p:strVal val="1+#ppt_h/2"/>
                                          </p:val>
                                        </p:tav>
                                        <p:tav tm="100000">
                                          <p:val>
                                            <p:strVal val="#ppt_y"/>
                                          </p:val>
                                        </p:tav>
                                      </p:tavLst>
                                    </p:anim>
                                  </p:childTnLst>
                                </p:cTn>
                              </p:par>
                            </p:childTnLst>
                          </p:cTn>
                        </p:par>
                        <p:par>
                          <p:cTn id="13" fill="hold">
                            <p:stCondLst>
                              <p:cond delay="1000"/>
                            </p:stCondLst>
                            <p:childTnLst>
                              <p:par>
                                <p:cTn id="14" presetID="53" presetClass="entr" presetSubtype="0" fill="hold" grpId="0" nodeType="afterEffect">
                                  <p:stCondLst>
                                    <p:cond delay="0"/>
                                  </p:stCondLst>
                                  <p:childTnLst>
                                    <p:set>
                                      <p:cBhvr>
                                        <p:cTn id="15" dur="1" fill="hold">
                                          <p:stCondLst>
                                            <p:cond delay="0"/>
                                          </p:stCondLst>
                                        </p:cTn>
                                        <p:tgtEl>
                                          <p:spTgt spid="21"/>
                                        </p:tgtEl>
                                        <p:attrNameLst>
                                          <p:attrName>style.visibility</p:attrName>
                                        </p:attrNameLst>
                                      </p:cBhvr>
                                      <p:to>
                                        <p:strVal val="visible"/>
                                      </p:to>
                                    </p:set>
                                    <p:anim calcmode="lin" valueType="num">
                                      <p:cBhvr>
                                        <p:cTn id="16" dur="500" fill="hold"/>
                                        <p:tgtEl>
                                          <p:spTgt spid="21"/>
                                        </p:tgtEl>
                                        <p:attrNameLst>
                                          <p:attrName>ppt_w</p:attrName>
                                        </p:attrNameLst>
                                      </p:cBhvr>
                                      <p:tavLst>
                                        <p:tav tm="0">
                                          <p:val>
                                            <p:fltVal val="0"/>
                                          </p:val>
                                        </p:tav>
                                        <p:tav tm="100000">
                                          <p:val>
                                            <p:strVal val="#ppt_w"/>
                                          </p:val>
                                        </p:tav>
                                      </p:tavLst>
                                    </p:anim>
                                    <p:anim calcmode="lin" valueType="num">
                                      <p:cBhvr>
                                        <p:cTn id="17" dur="500" fill="hold"/>
                                        <p:tgtEl>
                                          <p:spTgt spid="21"/>
                                        </p:tgtEl>
                                        <p:attrNameLst>
                                          <p:attrName>ppt_h</p:attrName>
                                        </p:attrNameLst>
                                      </p:cBhvr>
                                      <p:tavLst>
                                        <p:tav tm="0">
                                          <p:val>
                                            <p:fltVal val="0"/>
                                          </p:val>
                                        </p:tav>
                                        <p:tav tm="100000">
                                          <p:val>
                                            <p:strVal val="#ppt_h"/>
                                          </p:val>
                                        </p:tav>
                                      </p:tavLst>
                                    </p:anim>
                                    <p:animEffect transition="in" filter="fade">
                                      <p:cBhvr>
                                        <p:cTn id="18"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21" grpId="0" animBg="1"/>
    </p:bldLst>
  </p:timing>
</p:sldLayout>
</file>

<file path=ppt/slideLayouts/slideLayout425.xml><?xml version="1.0" encoding="utf-8"?>
<p:sldLayout xmlns:a="http://schemas.openxmlformats.org/drawingml/2006/main" xmlns:r="http://schemas.openxmlformats.org/officeDocument/2006/relationships" xmlns:p="http://schemas.openxmlformats.org/presentationml/2006/main" userDrawn="1">
  <p:cSld name="Pic05">
    <p:spTree>
      <p:nvGrpSpPr>
        <p:cNvPr id="1" name=""/>
        <p:cNvGrpSpPr/>
        <p:nvPr/>
      </p:nvGrpSpPr>
      <p:grpSpPr>
        <a:xfrm>
          <a:off x="0" y="0"/>
          <a:ext cx="0" cy="0"/>
          <a:chOff x="0" y="0"/>
          <a:chExt cx="0" cy="0"/>
        </a:xfrm>
      </p:grpSpPr>
      <p:sp>
        <p:nvSpPr>
          <p:cNvPr id="20" name="Picture Placeholder 7"/>
          <p:cNvSpPr>
            <a:spLocks noGrp="1"/>
          </p:cNvSpPr>
          <p:nvPr>
            <p:ph type="pic" sz="quarter" idx="15" hasCustomPrompt="1"/>
          </p:nvPr>
        </p:nvSpPr>
        <p:spPr>
          <a:xfrm>
            <a:off x="0" y="1641603"/>
            <a:ext cx="12170443" cy="3006597"/>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7"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8"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245055574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20"/>
                                        </p:tgtEl>
                                        <p:attrNameLst>
                                          <p:attrName>style.visibility</p:attrName>
                                        </p:attrNameLst>
                                      </p:cBhvr>
                                      <p:to>
                                        <p:strVal val="visible"/>
                                      </p:to>
                                    </p:set>
                                    <p:anim calcmode="lin" valueType="num">
                                      <p:cBhvr additive="base">
                                        <p:cTn id="7" dur="500" fill="hold"/>
                                        <p:tgtEl>
                                          <p:spTgt spid="20"/>
                                        </p:tgtEl>
                                        <p:attrNameLst>
                                          <p:attrName>ppt_x</p:attrName>
                                        </p:attrNameLst>
                                      </p:cBhvr>
                                      <p:tavLst>
                                        <p:tav tm="0">
                                          <p:val>
                                            <p:strVal val="#ppt_x"/>
                                          </p:val>
                                        </p:tav>
                                        <p:tav tm="100000">
                                          <p:val>
                                            <p:strVal val="#ppt_x"/>
                                          </p:val>
                                        </p:tav>
                                      </p:tavLst>
                                    </p:anim>
                                    <p:anim calcmode="lin" valueType="num">
                                      <p:cBhvr additive="base">
                                        <p:cTn id="8" dur="500" fill="hold"/>
                                        <p:tgtEl>
                                          <p:spTgt spid="2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Lst>
  </p:timing>
</p:sldLayout>
</file>

<file path=ppt/slideLayouts/slideLayout426.xml><?xml version="1.0" encoding="utf-8"?>
<p:sldLayout xmlns:a="http://schemas.openxmlformats.org/drawingml/2006/main" xmlns:r="http://schemas.openxmlformats.org/officeDocument/2006/relationships" xmlns:p="http://schemas.openxmlformats.org/presentationml/2006/main" userDrawn="1">
  <p:cSld name="Pic07">
    <p:spTree>
      <p:nvGrpSpPr>
        <p:cNvPr id="1" name=""/>
        <p:cNvGrpSpPr/>
        <p:nvPr/>
      </p:nvGrpSpPr>
      <p:grpSpPr>
        <a:xfrm>
          <a:off x="0" y="0"/>
          <a:ext cx="0" cy="0"/>
          <a:chOff x="0" y="0"/>
          <a:chExt cx="0" cy="0"/>
        </a:xfrm>
      </p:grpSpPr>
      <p:sp>
        <p:nvSpPr>
          <p:cNvPr id="14" name="Rectangle 13"/>
          <p:cNvSpPr/>
          <p:nvPr userDrawn="1"/>
        </p:nvSpPr>
        <p:spPr>
          <a:xfrm>
            <a:off x="-10646" y="1907856"/>
            <a:ext cx="4214343" cy="2841945"/>
          </a:xfrm>
          <a:prstGeom prst="rect">
            <a:avLst/>
          </a:prstGeom>
          <a:solidFill>
            <a:schemeClr val="accent1"/>
          </a:solidFill>
          <a:ln>
            <a:noFill/>
          </a:ln>
          <a:effectLst>
            <a:outerShdw blurRad="317500" sx="1000" sy="1000" rotWithShape="0">
              <a:prstClr val="black"/>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15" name="Picture Placeholder 7"/>
          <p:cNvSpPr>
            <a:spLocks noGrp="1"/>
          </p:cNvSpPr>
          <p:nvPr>
            <p:ph type="pic" sz="quarter" idx="15" hasCustomPrompt="1"/>
          </p:nvPr>
        </p:nvSpPr>
        <p:spPr>
          <a:xfrm>
            <a:off x="4203697" y="1907856"/>
            <a:ext cx="7988304" cy="2841945"/>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8"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9"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414995960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accel="50000" decel="50000" fill="hold" grpId="0" nodeType="after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500" fill="hold"/>
                                        <p:tgtEl>
                                          <p:spTgt spid="15"/>
                                        </p:tgtEl>
                                        <p:attrNameLst>
                                          <p:attrName>ppt_x</p:attrName>
                                        </p:attrNameLst>
                                      </p:cBhvr>
                                      <p:tavLst>
                                        <p:tav tm="0">
                                          <p:val>
                                            <p:strVal val="1+#ppt_w/2"/>
                                          </p:val>
                                        </p:tav>
                                        <p:tav tm="100000">
                                          <p:val>
                                            <p:strVal val="#ppt_x"/>
                                          </p:val>
                                        </p:tav>
                                      </p:tavLst>
                                    </p:anim>
                                    <p:anim calcmode="lin" valueType="num">
                                      <p:cBhvr additive="base">
                                        <p:cTn id="8" dur="500" fill="hold"/>
                                        <p:tgtEl>
                                          <p:spTgt spid="15"/>
                                        </p:tgtEl>
                                        <p:attrNameLst>
                                          <p:attrName>ppt_y</p:attrName>
                                        </p:attrNameLst>
                                      </p:cBhvr>
                                      <p:tavLst>
                                        <p:tav tm="0">
                                          <p:val>
                                            <p:strVal val="#ppt_y"/>
                                          </p:val>
                                        </p:tav>
                                        <p:tav tm="100000">
                                          <p:val>
                                            <p:strVal val="#ppt_y"/>
                                          </p:val>
                                        </p:tav>
                                      </p:tavLst>
                                    </p:anim>
                                  </p:childTnLst>
                                </p:cTn>
                              </p:par>
                              <p:par>
                                <p:cTn id="9" presetID="2" presetClass="entr" presetSubtype="8" accel="50000" decel="50000" fill="hold" grpId="0" nodeType="withEffect">
                                  <p:stCondLst>
                                    <p:cond delay="0"/>
                                  </p:stCondLst>
                                  <p:childTnLst>
                                    <p:set>
                                      <p:cBhvr>
                                        <p:cTn id="10" dur="1" fill="hold">
                                          <p:stCondLst>
                                            <p:cond delay="0"/>
                                          </p:stCondLst>
                                        </p:cTn>
                                        <p:tgtEl>
                                          <p:spTgt spid="14"/>
                                        </p:tgtEl>
                                        <p:attrNameLst>
                                          <p:attrName>style.visibility</p:attrName>
                                        </p:attrNameLst>
                                      </p:cBhvr>
                                      <p:to>
                                        <p:strVal val="visible"/>
                                      </p:to>
                                    </p:set>
                                    <p:anim calcmode="lin" valueType="num">
                                      <p:cBhvr additive="base">
                                        <p:cTn id="11" dur="500" fill="hold"/>
                                        <p:tgtEl>
                                          <p:spTgt spid="14"/>
                                        </p:tgtEl>
                                        <p:attrNameLst>
                                          <p:attrName>ppt_x</p:attrName>
                                        </p:attrNameLst>
                                      </p:cBhvr>
                                      <p:tavLst>
                                        <p:tav tm="0">
                                          <p:val>
                                            <p:strVal val="0-#ppt_w/2"/>
                                          </p:val>
                                        </p:tav>
                                        <p:tav tm="100000">
                                          <p:val>
                                            <p:strVal val="#ppt_x"/>
                                          </p:val>
                                        </p:tav>
                                      </p:tavLst>
                                    </p:anim>
                                    <p:anim calcmode="lin" valueType="num">
                                      <p:cBhvr additive="base">
                                        <p:cTn id="12" dur="500" fill="hold"/>
                                        <p:tgtEl>
                                          <p:spTgt spid="1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p:bldLst>
  </p:timing>
</p:sldLayout>
</file>

<file path=ppt/slideLayouts/slideLayout427.xml><?xml version="1.0" encoding="utf-8"?>
<p:sldLayout xmlns:a="http://schemas.openxmlformats.org/drawingml/2006/main" xmlns:r="http://schemas.openxmlformats.org/officeDocument/2006/relationships" xmlns:p="http://schemas.openxmlformats.org/presentationml/2006/main" userDrawn="1">
  <p:cSld name="Pic09">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880609" y="1870880"/>
            <a:ext cx="4908153" cy="4301321"/>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10"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1"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44776709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Layout>
</file>

<file path=ppt/slideLayouts/slideLayout428.xml><?xml version="1.0" encoding="utf-8"?>
<p:sldLayout xmlns:a="http://schemas.openxmlformats.org/drawingml/2006/main" xmlns:r="http://schemas.openxmlformats.org/officeDocument/2006/relationships" xmlns:p="http://schemas.openxmlformats.org/presentationml/2006/main" userDrawn="1">
  <p:cSld name="Pic11">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6385125" y="1870880"/>
            <a:ext cx="4908153" cy="4301321"/>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10"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1"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15693204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Layout>
</file>

<file path=ppt/slideLayouts/slideLayout429.xml><?xml version="1.0" encoding="utf-8"?>
<p:sldLayout xmlns:a="http://schemas.openxmlformats.org/drawingml/2006/main" xmlns:r="http://schemas.openxmlformats.org/officeDocument/2006/relationships" xmlns:p="http://schemas.openxmlformats.org/presentationml/2006/main" userDrawn="1">
  <p:cSld name="Team09">
    <p:spTree>
      <p:nvGrpSpPr>
        <p:cNvPr id="1" name=""/>
        <p:cNvGrpSpPr/>
        <p:nvPr/>
      </p:nvGrpSpPr>
      <p:grpSpPr>
        <a:xfrm>
          <a:off x="0" y="0"/>
          <a:ext cx="0" cy="0"/>
          <a:chOff x="0" y="0"/>
          <a:chExt cx="0" cy="0"/>
        </a:xfrm>
      </p:grpSpPr>
      <p:sp>
        <p:nvSpPr>
          <p:cNvPr id="31" name="Picture Placeholder 7"/>
          <p:cNvSpPr>
            <a:spLocks noGrp="1"/>
          </p:cNvSpPr>
          <p:nvPr>
            <p:ph type="pic" sz="quarter" idx="10" hasCustomPrompt="1"/>
          </p:nvPr>
        </p:nvSpPr>
        <p:spPr>
          <a:xfrm>
            <a:off x="1157321" y="2245411"/>
            <a:ext cx="1895355" cy="1894789"/>
          </a:xfrm>
          <a:prstGeom prst="roundRect">
            <a:avLst>
              <a:gd name="adj" fmla="val 9160"/>
            </a:avLst>
          </a:prstGeom>
          <a:ln w="28575">
            <a:solidFill>
              <a:schemeClr val="accent1"/>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34" name="Picture Placeholder 7"/>
          <p:cNvSpPr>
            <a:spLocks noGrp="1"/>
          </p:cNvSpPr>
          <p:nvPr>
            <p:ph type="pic" sz="quarter" idx="18" hasCustomPrompt="1"/>
          </p:nvPr>
        </p:nvSpPr>
        <p:spPr>
          <a:xfrm>
            <a:off x="3763524" y="2245411"/>
            <a:ext cx="1895355" cy="1894789"/>
          </a:xfrm>
          <a:prstGeom prst="roundRect">
            <a:avLst>
              <a:gd name="adj" fmla="val 10232"/>
            </a:avLst>
          </a:prstGeom>
          <a:ln w="28575">
            <a:solidFill>
              <a:schemeClr val="accent2"/>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37" name="Picture Placeholder 7"/>
          <p:cNvSpPr>
            <a:spLocks noGrp="1"/>
          </p:cNvSpPr>
          <p:nvPr>
            <p:ph type="pic" sz="quarter" idx="21" hasCustomPrompt="1"/>
          </p:nvPr>
        </p:nvSpPr>
        <p:spPr>
          <a:xfrm>
            <a:off x="6438791" y="2245411"/>
            <a:ext cx="1895355" cy="1894789"/>
          </a:xfrm>
          <a:prstGeom prst="roundRect">
            <a:avLst>
              <a:gd name="adj" fmla="val 11305"/>
            </a:avLst>
          </a:prstGeom>
          <a:ln w="28575">
            <a:solidFill>
              <a:schemeClr val="accent3"/>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40" name="Picture Placeholder 7"/>
          <p:cNvSpPr>
            <a:spLocks noGrp="1"/>
          </p:cNvSpPr>
          <p:nvPr>
            <p:ph type="pic" sz="quarter" idx="24" hasCustomPrompt="1"/>
          </p:nvPr>
        </p:nvSpPr>
        <p:spPr>
          <a:xfrm>
            <a:off x="9113801" y="2245411"/>
            <a:ext cx="1895355" cy="1894789"/>
          </a:xfrm>
          <a:prstGeom prst="roundRect">
            <a:avLst>
              <a:gd name="adj" fmla="val 10769"/>
            </a:avLst>
          </a:prstGeom>
          <a:ln w="28575">
            <a:solidFill>
              <a:schemeClr val="accent4"/>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12"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3"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107632691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grpId="0" nodeType="afterEffect">
                                  <p:stCondLst>
                                    <p:cond delay="0"/>
                                  </p:stCondLst>
                                  <p:childTnLst>
                                    <p:set>
                                      <p:cBhvr>
                                        <p:cTn id="6" dur="1" fill="hold">
                                          <p:stCondLst>
                                            <p:cond delay="0"/>
                                          </p:stCondLst>
                                        </p:cTn>
                                        <p:tgtEl>
                                          <p:spTgt spid="31"/>
                                        </p:tgtEl>
                                        <p:attrNameLst>
                                          <p:attrName>style.visibility</p:attrName>
                                        </p:attrNameLst>
                                      </p:cBhvr>
                                      <p:to>
                                        <p:strVal val="visible"/>
                                      </p:to>
                                    </p:set>
                                    <p:anim calcmode="lin" valueType="num">
                                      <p:cBhvr>
                                        <p:cTn id="7" dur="500" fill="hold"/>
                                        <p:tgtEl>
                                          <p:spTgt spid="31"/>
                                        </p:tgtEl>
                                        <p:attrNameLst>
                                          <p:attrName>ppt_w</p:attrName>
                                        </p:attrNameLst>
                                      </p:cBhvr>
                                      <p:tavLst>
                                        <p:tav tm="0">
                                          <p:val>
                                            <p:fltVal val="0"/>
                                          </p:val>
                                        </p:tav>
                                        <p:tav tm="100000">
                                          <p:val>
                                            <p:strVal val="#ppt_w"/>
                                          </p:val>
                                        </p:tav>
                                      </p:tavLst>
                                    </p:anim>
                                    <p:anim calcmode="lin" valueType="num">
                                      <p:cBhvr>
                                        <p:cTn id="8" dur="500" fill="hold"/>
                                        <p:tgtEl>
                                          <p:spTgt spid="31"/>
                                        </p:tgtEl>
                                        <p:attrNameLst>
                                          <p:attrName>ppt_h</p:attrName>
                                        </p:attrNameLst>
                                      </p:cBhvr>
                                      <p:tavLst>
                                        <p:tav tm="0">
                                          <p:val>
                                            <p:fltVal val="0"/>
                                          </p:val>
                                        </p:tav>
                                        <p:tav tm="100000">
                                          <p:val>
                                            <p:strVal val="#ppt_h"/>
                                          </p:val>
                                        </p:tav>
                                      </p:tavLst>
                                    </p:anim>
                                    <p:animEffect transition="in" filter="fade">
                                      <p:cBhvr>
                                        <p:cTn id="9" dur="500"/>
                                        <p:tgtEl>
                                          <p:spTgt spid="31"/>
                                        </p:tgtEl>
                                      </p:cBhvr>
                                    </p:animEffect>
                                  </p:childTnLst>
                                </p:cTn>
                              </p:par>
                            </p:childTnLst>
                          </p:cTn>
                        </p:par>
                        <p:par>
                          <p:cTn id="10" fill="hold">
                            <p:stCondLst>
                              <p:cond delay="500"/>
                            </p:stCondLst>
                            <p:childTnLst>
                              <p:par>
                                <p:cTn id="11" presetID="53" presetClass="entr" presetSubtype="0" fill="hold" grpId="0" nodeType="afterEffect">
                                  <p:stCondLst>
                                    <p:cond delay="0"/>
                                  </p:stCondLst>
                                  <p:childTnLst>
                                    <p:set>
                                      <p:cBhvr>
                                        <p:cTn id="12" dur="1" fill="hold">
                                          <p:stCondLst>
                                            <p:cond delay="0"/>
                                          </p:stCondLst>
                                        </p:cTn>
                                        <p:tgtEl>
                                          <p:spTgt spid="34"/>
                                        </p:tgtEl>
                                        <p:attrNameLst>
                                          <p:attrName>style.visibility</p:attrName>
                                        </p:attrNameLst>
                                      </p:cBhvr>
                                      <p:to>
                                        <p:strVal val="visible"/>
                                      </p:to>
                                    </p:set>
                                    <p:anim calcmode="lin" valueType="num">
                                      <p:cBhvr>
                                        <p:cTn id="13" dur="500" fill="hold"/>
                                        <p:tgtEl>
                                          <p:spTgt spid="34"/>
                                        </p:tgtEl>
                                        <p:attrNameLst>
                                          <p:attrName>ppt_w</p:attrName>
                                        </p:attrNameLst>
                                      </p:cBhvr>
                                      <p:tavLst>
                                        <p:tav tm="0">
                                          <p:val>
                                            <p:fltVal val="0"/>
                                          </p:val>
                                        </p:tav>
                                        <p:tav tm="100000">
                                          <p:val>
                                            <p:strVal val="#ppt_w"/>
                                          </p:val>
                                        </p:tav>
                                      </p:tavLst>
                                    </p:anim>
                                    <p:anim calcmode="lin" valueType="num">
                                      <p:cBhvr>
                                        <p:cTn id="14" dur="500" fill="hold"/>
                                        <p:tgtEl>
                                          <p:spTgt spid="34"/>
                                        </p:tgtEl>
                                        <p:attrNameLst>
                                          <p:attrName>ppt_h</p:attrName>
                                        </p:attrNameLst>
                                      </p:cBhvr>
                                      <p:tavLst>
                                        <p:tav tm="0">
                                          <p:val>
                                            <p:fltVal val="0"/>
                                          </p:val>
                                        </p:tav>
                                        <p:tav tm="100000">
                                          <p:val>
                                            <p:strVal val="#ppt_h"/>
                                          </p:val>
                                        </p:tav>
                                      </p:tavLst>
                                    </p:anim>
                                    <p:animEffect transition="in" filter="fade">
                                      <p:cBhvr>
                                        <p:cTn id="15" dur="500"/>
                                        <p:tgtEl>
                                          <p:spTgt spid="34"/>
                                        </p:tgtEl>
                                      </p:cBhvr>
                                    </p:animEffect>
                                  </p:childTnLst>
                                </p:cTn>
                              </p:par>
                            </p:childTnLst>
                          </p:cTn>
                        </p:par>
                        <p:par>
                          <p:cTn id="16" fill="hold">
                            <p:stCondLst>
                              <p:cond delay="1000"/>
                            </p:stCondLst>
                            <p:childTnLst>
                              <p:par>
                                <p:cTn id="17" presetID="53" presetClass="entr" presetSubtype="0" fill="hold" grpId="0" nodeType="afterEffect">
                                  <p:stCondLst>
                                    <p:cond delay="0"/>
                                  </p:stCondLst>
                                  <p:childTnLst>
                                    <p:set>
                                      <p:cBhvr>
                                        <p:cTn id="18" dur="1" fill="hold">
                                          <p:stCondLst>
                                            <p:cond delay="0"/>
                                          </p:stCondLst>
                                        </p:cTn>
                                        <p:tgtEl>
                                          <p:spTgt spid="37"/>
                                        </p:tgtEl>
                                        <p:attrNameLst>
                                          <p:attrName>style.visibility</p:attrName>
                                        </p:attrNameLst>
                                      </p:cBhvr>
                                      <p:to>
                                        <p:strVal val="visible"/>
                                      </p:to>
                                    </p:set>
                                    <p:anim calcmode="lin" valueType="num">
                                      <p:cBhvr>
                                        <p:cTn id="19" dur="500" fill="hold"/>
                                        <p:tgtEl>
                                          <p:spTgt spid="37"/>
                                        </p:tgtEl>
                                        <p:attrNameLst>
                                          <p:attrName>ppt_w</p:attrName>
                                        </p:attrNameLst>
                                      </p:cBhvr>
                                      <p:tavLst>
                                        <p:tav tm="0">
                                          <p:val>
                                            <p:fltVal val="0"/>
                                          </p:val>
                                        </p:tav>
                                        <p:tav tm="100000">
                                          <p:val>
                                            <p:strVal val="#ppt_w"/>
                                          </p:val>
                                        </p:tav>
                                      </p:tavLst>
                                    </p:anim>
                                    <p:anim calcmode="lin" valueType="num">
                                      <p:cBhvr>
                                        <p:cTn id="20" dur="500" fill="hold"/>
                                        <p:tgtEl>
                                          <p:spTgt spid="37"/>
                                        </p:tgtEl>
                                        <p:attrNameLst>
                                          <p:attrName>ppt_h</p:attrName>
                                        </p:attrNameLst>
                                      </p:cBhvr>
                                      <p:tavLst>
                                        <p:tav tm="0">
                                          <p:val>
                                            <p:fltVal val="0"/>
                                          </p:val>
                                        </p:tav>
                                        <p:tav tm="100000">
                                          <p:val>
                                            <p:strVal val="#ppt_h"/>
                                          </p:val>
                                        </p:tav>
                                      </p:tavLst>
                                    </p:anim>
                                    <p:animEffect transition="in" filter="fade">
                                      <p:cBhvr>
                                        <p:cTn id="21" dur="500"/>
                                        <p:tgtEl>
                                          <p:spTgt spid="37"/>
                                        </p:tgtEl>
                                      </p:cBhvr>
                                    </p:animEffect>
                                  </p:childTnLst>
                                </p:cTn>
                              </p:par>
                            </p:childTnLst>
                          </p:cTn>
                        </p:par>
                        <p:par>
                          <p:cTn id="22" fill="hold">
                            <p:stCondLst>
                              <p:cond delay="1500"/>
                            </p:stCondLst>
                            <p:childTnLst>
                              <p:par>
                                <p:cTn id="23" presetID="53" presetClass="entr" presetSubtype="0" fill="hold" grpId="0" nodeType="afterEffect">
                                  <p:stCondLst>
                                    <p:cond delay="0"/>
                                  </p:stCondLst>
                                  <p:childTnLst>
                                    <p:set>
                                      <p:cBhvr>
                                        <p:cTn id="24" dur="1" fill="hold">
                                          <p:stCondLst>
                                            <p:cond delay="0"/>
                                          </p:stCondLst>
                                        </p:cTn>
                                        <p:tgtEl>
                                          <p:spTgt spid="40"/>
                                        </p:tgtEl>
                                        <p:attrNameLst>
                                          <p:attrName>style.visibility</p:attrName>
                                        </p:attrNameLst>
                                      </p:cBhvr>
                                      <p:to>
                                        <p:strVal val="visible"/>
                                      </p:to>
                                    </p:set>
                                    <p:anim calcmode="lin" valueType="num">
                                      <p:cBhvr>
                                        <p:cTn id="25" dur="500" fill="hold"/>
                                        <p:tgtEl>
                                          <p:spTgt spid="40"/>
                                        </p:tgtEl>
                                        <p:attrNameLst>
                                          <p:attrName>ppt_w</p:attrName>
                                        </p:attrNameLst>
                                      </p:cBhvr>
                                      <p:tavLst>
                                        <p:tav tm="0">
                                          <p:val>
                                            <p:fltVal val="0"/>
                                          </p:val>
                                        </p:tav>
                                        <p:tav tm="100000">
                                          <p:val>
                                            <p:strVal val="#ppt_w"/>
                                          </p:val>
                                        </p:tav>
                                      </p:tavLst>
                                    </p:anim>
                                    <p:anim calcmode="lin" valueType="num">
                                      <p:cBhvr>
                                        <p:cTn id="26" dur="500" fill="hold"/>
                                        <p:tgtEl>
                                          <p:spTgt spid="40"/>
                                        </p:tgtEl>
                                        <p:attrNameLst>
                                          <p:attrName>ppt_h</p:attrName>
                                        </p:attrNameLst>
                                      </p:cBhvr>
                                      <p:tavLst>
                                        <p:tav tm="0">
                                          <p:val>
                                            <p:fltVal val="0"/>
                                          </p:val>
                                        </p:tav>
                                        <p:tav tm="100000">
                                          <p:val>
                                            <p:strVal val="#ppt_h"/>
                                          </p:val>
                                        </p:tav>
                                      </p:tavLst>
                                    </p:anim>
                                    <p:animEffect transition="in" filter="fade">
                                      <p:cBhvr>
                                        <p:cTn id="27"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34" grpId="0" animBg="1"/>
      <p:bldP spid="37" grpId="0" animBg="1"/>
      <p:bldP spid="40" grpId="0" animBg="1"/>
    </p:bldLst>
  </p:timing>
</p:sldLayout>
</file>

<file path=ppt/slideLayouts/slideLayout430.xml><?xml version="1.0" encoding="utf-8"?>
<p:sldLayout xmlns:a="http://schemas.openxmlformats.org/drawingml/2006/main" xmlns:r="http://schemas.openxmlformats.org/officeDocument/2006/relationships" xmlns:p="http://schemas.openxmlformats.org/presentationml/2006/main" preserve="1" userDrawn="1">
  <p:cSld name="1_Team09">
    <p:spTree>
      <p:nvGrpSpPr>
        <p:cNvPr id="1" name=""/>
        <p:cNvGrpSpPr/>
        <p:nvPr/>
      </p:nvGrpSpPr>
      <p:grpSpPr>
        <a:xfrm>
          <a:off x="0" y="0"/>
          <a:ext cx="0" cy="0"/>
          <a:chOff x="0" y="0"/>
          <a:chExt cx="0" cy="0"/>
        </a:xfrm>
      </p:grpSpPr>
      <p:sp>
        <p:nvSpPr>
          <p:cNvPr id="31" name="Picture Placeholder 7"/>
          <p:cNvSpPr>
            <a:spLocks noGrp="1"/>
          </p:cNvSpPr>
          <p:nvPr>
            <p:ph type="pic" sz="quarter" idx="10" hasCustomPrompt="1"/>
          </p:nvPr>
        </p:nvSpPr>
        <p:spPr>
          <a:xfrm>
            <a:off x="884639" y="2201898"/>
            <a:ext cx="1895355" cy="1894789"/>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1"/>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14" name="Text Placeholder 3"/>
          <p:cNvSpPr>
            <a:spLocks noGrp="1"/>
          </p:cNvSpPr>
          <p:nvPr>
            <p:ph type="body" sz="half" idx="15"/>
          </p:nvPr>
        </p:nvSpPr>
        <p:spPr>
          <a:xfrm>
            <a:off x="849403" y="4839493"/>
            <a:ext cx="1948892" cy="1231107"/>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3" name="Picture Placeholder 7"/>
          <p:cNvSpPr>
            <a:spLocks noGrp="1"/>
          </p:cNvSpPr>
          <p:nvPr>
            <p:ph type="pic" sz="quarter" idx="17" hasCustomPrompt="1"/>
          </p:nvPr>
        </p:nvSpPr>
        <p:spPr>
          <a:xfrm>
            <a:off x="3019721" y="2201898"/>
            <a:ext cx="1895355" cy="1894789"/>
          </a:xfrm>
          <a:prstGeom prst="rect">
            <a:avLst/>
          </a:prstGeom>
          <a:ln w="19050">
            <a:solidFill>
              <a:schemeClr val="accent2"/>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24" name="Text Placeholder 3"/>
          <p:cNvSpPr>
            <a:spLocks noGrp="1"/>
          </p:cNvSpPr>
          <p:nvPr>
            <p:ph type="body" sz="half" idx="18"/>
          </p:nvPr>
        </p:nvSpPr>
        <p:spPr>
          <a:xfrm>
            <a:off x="2984486" y="4839493"/>
            <a:ext cx="1948892" cy="1231107"/>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7" name="Picture Placeholder 7"/>
          <p:cNvSpPr>
            <a:spLocks noGrp="1"/>
          </p:cNvSpPr>
          <p:nvPr>
            <p:ph type="pic" sz="quarter" idx="20" hasCustomPrompt="1"/>
          </p:nvPr>
        </p:nvSpPr>
        <p:spPr>
          <a:xfrm>
            <a:off x="5140351" y="2201898"/>
            <a:ext cx="1895355" cy="1894789"/>
          </a:xfrm>
          <a:prstGeom prst="rect">
            <a:avLst/>
          </a:prstGeom>
          <a:ln w="19050">
            <a:solidFill>
              <a:schemeClr val="accent3"/>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28" name="Text Placeholder 3"/>
          <p:cNvSpPr>
            <a:spLocks noGrp="1"/>
          </p:cNvSpPr>
          <p:nvPr>
            <p:ph type="body" sz="half" idx="21"/>
          </p:nvPr>
        </p:nvSpPr>
        <p:spPr>
          <a:xfrm>
            <a:off x="5105115" y="4839493"/>
            <a:ext cx="1948892" cy="1231107"/>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32" name="Picture Placeholder 7"/>
          <p:cNvSpPr>
            <a:spLocks noGrp="1"/>
          </p:cNvSpPr>
          <p:nvPr>
            <p:ph type="pic" sz="quarter" idx="23" hasCustomPrompt="1"/>
          </p:nvPr>
        </p:nvSpPr>
        <p:spPr>
          <a:xfrm>
            <a:off x="7250175" y="2201898"/>
            <a:ext cx="1895355" cy="1894789"/>
          </a:xfrm>
          <a:prstGeom prst="rect">
            <a:avLst/>
          </a:prstGeom>
          <a:ln w="19050">
            <a:solidFill>
              <a:schemeClr val="accent4"/>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33" name="Text Placeholder 3"/>
          <p:cNvSpPr>
            <a:spLocks noGrp="1"/>
          </p:cNvSpPr>
          <p:nvPr>
            <p:ph type="body" sz="half" idx="24"/>
          </p:nvPr>
        </p:nvSpPr>
        <p:spPr>
          <a:xfrm>
            <a:off x="7214939" y="4839493"/>
            <a:ext cx="1948892" cy="1231107"/>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38" name="Picture Placeholder 7"/>
          <p:cNvSpPr>
            <a:spLocks noGrp="1"/>
          </p:cNvSpPr>
          <p:nvPr>
            <p:ph type="pic" sz="quarter" idx="26" hasCustomPrompt="1"/>
          </p:nvPr>
        </p:nvSpPr>
        <p:spPr>
          <a:xfrm>
            <a:off x="9381609" y="2201898"/>
            <a:ext cx="1895355" cy="1894789"/>
          </a:xfrm>
          <a:prstGeom prst="rect">
            <a:avLst/>
          </a:prstGeom>
          <a:ln w="19050">
            <a:solidFill>
              <a:schemeClr val="accent5"/>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39" name="Text Placeholder 3"/>
          <p:cNvSpPr>
            <a:spLocks noGrp="1"/>
          </p:cNvSpPr>
          <p:nvPr>
            <p:ph type="body" sz="half" idx="27"/>
          </p:nvPr>
        </p:nvSpPr>
        <p:spPr>
          <a:xfrm>
            <a:off x="9346374" y="4839493"/>
            <a:ext cx="1948892" cy="1231107"/>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1" name="Rectangle 20"/>
          <p:cNvSpPr/>
          <p:nvPr userDrawn="1"/>
        </p:nvSpPr>
        <p:spPr>
          <a:xfrm>
            <a:off x="872114" y="4051293"/>
            <a:ext cx="1920405" cy="7112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22" name="Text Placeholder 3"/>
          <p:cNvSpPr>
            <a:spLocks noGrp="1"/>
          </p:cNvSpPr>
          <p:nvPr>
            <p:ph type="body" sz="half" idx="16"/>
          </p:nvPr>
        </p:nvSpPr>
        <p:spPr>
          <a:xfrm>
            <a:off x="1140228" y="4176106"/>
            <a:ext cx="1367243" cy="508973"/>
          </a:xfrm>
          <a:prstGeom prst="rect">
            <a:avLst/>
          </a:prstGeom>
        </p:spPr>
        <p:txBody>
          <a:bodyPr wrap="square" lIns="0" tIns="0" rIns="0" bIns="0" anchor="ctr">
            <a:noAutofit/>
          </a:bodyPr>
          <a:lstStyle>
            <a:lvl1pPr marL="0" indent="0" algn="ctr">
              <a:buNone/>
              <a:defRPr sz="1467" b="1" baseline="0">
                <a:solidFill>
                  <a:schemeClr val="bg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25" name="Rectangle 24"/>
          <p:cNvSpPr/>
          <p:nvPr userDrawn="1"/>
        </p:nvSpPr>
        <p:spPr>
          <a:xfrm>
            <a:off x="3007196" y="4051293"/>
            <a:ext cx="1920405" cy="7112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26" name="Text Placeholder 3"/>
          <p:cNvSpPr>
            <a:spLocks noGrp="1"/>
          </p:cNvSpPr>
          <p:nvPr>
            <p:ph type="body" sz="half" idx="19"/>
          </p:nvPr>
        </p:nvSpPr>
        <p:spPr>
          <a:xfrm>
            <a:off x="3275311" y="4176106"/>
            <a:ext cx="1367243" cy="508973"/>
          </a:xfrm>
          <a:prstGeom prst="rect">
            <a:avLst/>
          </a:prstGeom>
        </p:spPr>
        <p:txBody>
          <a:bodyPr wrap="square" lIns="0" tIns="0" rIns="0" bIns="0" anchor="ctr">
            <a:noAutofit/>
          </a:bodyPr>
          <a:lstStyle>
            <a:lvl1pPr marL="0" indent="0" algn="ctr">
              <a:buNone/>
              <a:defRPr sz="1467" b="1" baseline="0">
                <a:solidFill>
                  <a:schemeClr val="bg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29" name="Rectangle 28"/>
          <p:cNvSpPr/>
          <p:nvPr userDrawn="1"/>
        </p:nvSpPr>
        <p:spPr>
          <a:xfrm>
            <a:off x="5127826" y="4051293"/>
            <a:ext cx="1920405" cy="7112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30" name="Text Placeholder 3"/>
          <p:cNvSpPr>
            <a:spLocks noGrp="1"/>
          </p:cNvSpPr>
          <p:nvPr>
            <p:ph type="body" sz="half" idx="22"/>
          </p:nvPr>
        </p:nvSpPr>
        <p:spPr>
          <a:xfrm>
            <a:off x="5395940" y="4176106"/>
            <a:ext cx="1367243" cy="508973"/>
          </a:xfrm>
          <a:prstGeom prst="rect">
            <a:avLst/>
          </a:prstGeom>
        </p:spPr>
        <p:txBody>
          <a:bodyPr wrap="square" lIns="0" tIns="0" rIns="0" bIns="0" anchor="ctr">
            <a:noAutofit/>
          </a:bodyPr>
          <a:lstStyle>
            <a:lvl1pPr marL="0" indent="0" algn="ctr">
              <a:buNone/>
              <a:defRPr sz="1467" b="1" baseline="0">
                <a:solidFill>
                  <a:schemeClr val="bg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35" name="Rectangle 34"/>
          <p:cNvSpPr/>
          <p:nvPr userDrawn="1"/>
        </p:nvSpPr>
        <p:spPr>
          <a:xfrm>
            <a:off x="7237650" y="4051293"/>
            <a:ext cx="1920405" cy="7112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36" name="Text Placeholder 3"/>
          <p:cNvSpPr>
            <a:spLocks noGrp="1"/>
          </p:cNvSpPr>
          <p:nvPr>
            <p:ph type="body" sz="half" idx="25"/>
          </p:nvPr>
        </p:nvSpPr>
        <p:spPr>
          <a:xfrm>
            <a:off x="7505764" y="4176106"/>
            <a:ext cx="1367243" cy="508973"/>
          </a:xfrm>
          <a:prstGeom prst="rect">
            <a:avLst/>
          </a:prstGeom>
        </p:spPr>
        <p:txBody>
          <a:bodyPr wrap="square" lIns="0" tIns="0" rIns="0" bIns="0" anchor="ctr">
            <a:noAutofit/>
          </a:bodyPr>
          <a:lstStyle>
            <a:lvl1pPr marL="0" indent="0" algn="ctr">
              <a:buNone/>
              <a:defRPr sz="1467" b="1" baseline="0">
                <a:solidFill>
                  <a:schemeClr val="bg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41" name="Rectangle 40"/>
          <p:cNvSpPr/>
          <p:nvPr userDrawn="1"/>
        </p:nvSpPr>
        <p:spPr>
          <a:xfrm>
            <a:off x="9369084" y="4051293"/>
            <a:ext cx="1920405" cy="71120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44" name="Text Placeholder 3"/>
          <p:cNvSpPr>
            <a:spLocks noGrp="1"/>
          </p:cNvSpPr>
          <p:nvPr>
            <p:ph type="body" sz="half" idx="28"/>
          </p:nvPr>
        </p:nvSpPr>
        <p:spPr>
          <a:xfrm>
            <a:off x="9637199" y="4176106"/>
            <a:ext cx="1367243" cy="508973"/>
          </a:xfrm>
          <a:prstGeom prst="rect">
            <a:avLst/>
          </a:prstGeom>
        </p:spPr>
        <p:txBody>
          <a:bodyPr wrap="square" lIns="0" tIns="0" rIns="0" bIns="0" anchor="ctr">
            <a:noAutofit/>
          </a:bodyPr>
          <a:lstStyle>
            <a:lvl1pPr marL="0" indent="0" algn="ctr">
              <a:buNone/>
              <a:defRPr sz="1467" b="1" baseline="0">
                <a:solidFill>
                  <a:schemeClr val="bg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34"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37"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125943805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grpId="0" nodeType="afterEffect">
                                  <p:stCondLst>
                                    <p:cond delay="0"/>
                                  </p:stCondLst>
                                  <p:childTnLst>
                                    <p:set>
                                      <p:cBhvr>
                                        <p:cTn id="6" dur="1" fill="hold">
                                          <p:stCondLst>
                                            <p:cond delay="0"/>
                                          </p:stCondLst>
                                        </p:cTn>
                                        <p:tgtEl>
                                          <p:spTgt spid="31"/>
                                        </p:tgtEl>
                                        <p:attrNameLst>
                                          <p:attrName>style.visibility</p:attrName>
                                        </p:attrNameLst>
                                      </p:cBhvr>
                                      <p:to>
                                        <p:strVal val="visible"/>
                                      </p:to>
                                    </p:set>
                                    <p:anim calcmode="lin" valueType="num">
                                      <p:cBhvr>
                                        <p:cTn id="7" dur="500" fill="hold"/>
                                        <p:tgtEl>
                                          <p:spTgt spid="31"/>
                                        </p:tgtEl>
                                        <p:attrNameLst>
                                          <p:attrName>ppt_w</p:attrName>
                                        </p:attrNameLst>
                                      </p:cBhvr>
                                      <p:tavLst>
                                        <p:tav tm="0">
                                          <p:val>
                                            <p:fltVal val="0"/>
                                          </p:val>
                                        </p:tav>
                                        <p:tav tm="100000">
                                          <p:val>
                                            <p:strVal val="#ppt_w"/>
                                          </p:val>
                                        </p:tav>
                                      </p:tavLst>
                                    </p:anim>
                                    <p:anim calcmode="lin" valueType="num">
                                      <p:cBhvr>
                                        <p:cTn id="8" dur="500" fill="hold"/>
                                        <p:tgtEl>
                                          <p:spTgt spid="31"/>
                                        </p:tgtEl>
                                        <p:attrNameLst>
                                          <p:attrName>ppt_h</p:attrName>
                                        </p:attrNameLst>
                                      </p:cBhvr>
                                      <p:tavLst>
                                        <p:tav tm="0">
                                          <p:val>
                                            <p:fltVal val="0"/>
                                          </p:val>
                                        </p:tav>
                                        <p:tav tm="100000">
                                          <p:val>
                                            <p:strVal val="#ppt_h"/>
                                          </p:val>
                                        </p:tav>
                                      </p:tavLst>
                                    </p:anim>
                                    <p:animEffect transition="in" filter="fade">
                                      <p:cBhvr>
                                        <p:cTn id="9" dur="500"/>
                                        <p:tgtEl>
                                          <p:spTgt spid="31"/>
                                        </p:tgtEl>
                                      </p:cBhvr>
                                    </p:animEffect>
                                  </p:childTnLst>
                                </p:cTn>
                              </p:par>
                            </p:childTnLst>
                          </p:cTn>
                        </p:par>
                        <p:par>
                          <p:cTn id="10" fill="hold">
                            <p:stCondLst>
                              <p:cond delay="500"/>
                            </p:stCondLst>
                            <p:childTnLst>
                              <p:par>
                                <p:cTn id="11" presetID="22" presetClass="entr" presetSubtype="4" fill="hold" grpId="0" nodeType="afterEffect">
                                  <p:stCondLst>
                                    <p:cond delay="0"/>
                                  </p:stCondLst>
                                  <p:childTnLst>
                                    <p:set>
                                      <p:cBhvr>
                                        <p:cTn id="12" dur="1" fill="hold">
                                          <p:stCondLst>
                                            <p:cond delay="0"/>
                                          </p:stCondLst>
                                        </p:cTn>
                                        <p:tgtEl>
                                          <p:spTgt spid="21"/>
                                        </p:tgtEl>
                                        <p:attrNameLst>
                                          <p:attrName>style.visibility</p:attrName>
                                        </p:attrNameLst>
                                      </p:cBhvr>
                                      <p:to>
                                        <p:strVal val="visible"/>
                                      </p:to>
                                    </p:set>
                                    <p:animEffect transition="in" filter="wipe(down)">
                                      <p:cBhvr>
                                        <p:cTn id="13" dur="500"/>
                                        <p:tgtEl>
                                          <p:spTgt spid="21"/>
                                        </p:tgtEl>
                                      </p:cBhvr>
                                    </p:animEffect>
                                  </p:childTnLst>
                                </p:cTn>
                              </p:par>
                            </p:childTnLst>
                          </p:cTn>
                        </p:par>
                        <p:par>
                          <p:cTn id="14" fill="hold">
                            <p:stCondLst>
                              <p:cond delay="1000"/>
                            </p:stCondLst>
                            <p:childTnLst>
                              <p:par>
                                <p:cTn id="15" presetID="22" presetClass="entr" presetSubtype="4" fill="hold" grpId="0" nodeType="afterEffect" nodePh="1">
                                  <p:stCondLst>
                                    <p:cond delay="0"/>
                                  </p:stCondLst>
                                  <p:endCondLst>
                                    <p:cond evt="begin" delay="0">
                                      <p:tn val="15"/>
                                    </p:cond>
                                  </p:endCondLst>
                                  <p:childTnLst>
                                    <p:set>
                                      <p:cBhvr>
                                        <p:cTn id="16" dur="1" fill="hold">
                                          <p:stCondLst>
                                            <p:cond delay="0"/>
                                          </p:stCondLst>
                                        </p:cTn>
                                        <p:tgtEl>
                                          <p:spTgt spid="22">
                                            <p:txEl>
                                              <p:pRg st="0" end="0"/>
                                            </p:txEl>
                                          </p:spTgt>
                                        </p:tgtEl>
                                        <p:attrNameLst>
                                          <p:attrName>style.visibility</p:attrName>
                                        </p:attrNameLst>
                                      </p:cBhvr>
                                      <p:to>
                                        <p:strVal val="visible"/>
                                      </p:to>
                                    </p:set>
                                    <p:animEffect transition="in" filter="wipe(down)">
                                      <p:cBhvr>
                                        <p:cTn id="17" dur="500"/>
                                        <p:tgtEl>
                                          <p:spTgt spid="22">
                                            <p:txEl>
                                              <p:pRg st="0" end="0"/>
                                            </p:txEl>
                                          </p:spTgt>
                                        </p:tgtEl>
                                      </p:cBhvr>
                                    </p:animEffect>
                                  </p:childTnLst>
                                </p:cTn>
                              </p:par>
                            </p:childTnLst>
                          </p:cTn>
                        </p:par>
                        <p:par>
                          <p:cTn id="18" fill="hold">
                            <p:stCondLst>
                              <p:cond delay="1500"/>
                            </p:stCondLst>
                            <p:childTnLst>
                              <p:par>
                                <p:cTn id="19" presetID="2" presetClass="entr" presetSubtype="4" accel="50000" decel="50000" fill="hold" grpId="0" nodeType="afterEffect" nodePh="1">
                                  <p:stCondLst>
                                    <p:cond delay="0"/>
                                  </p:stCondLst>
                                  <p:endCondLst>
                                    <p:cond evt="begin" delay="0">
                                      <p:tn val="19"/>
                                    </p:cond>
                                  </p:endCondLst>
                                  <p:childTnLst>
                                    <p:set>
                                      <p:cBhvr>
                                        <p:cTn id="20" dur="1" fill="hold">
                                          <p:stCondLst>
                                            <p:cond delay="0"/>
                                          </p:stCondLst>
                                        </p:cTn>
                                        <p:tgtEl>
                                          <p:spTgt spid="14">
                                            <p:txEl>
                                              <p:pRg st="0" end="0"/>
                                            </p:txEl>
                                          </p:spTgt>
                                        </p:tgtEl>
                                        <p:attrNameLst>
                                          <p:attrName>style.visibility</p:attrName>
                                        </p:attrNameLst>
                                      </p:cBhvr>
                                      <p:to>
                                        <p:strVal val="visible"/>
                                      </p:to>
                                    </p:set>
                                    <p:anim calcmode="lin" valueType="num">
                                      <p:cBhvr additive="base">
                                        <p:cTn id="21" dur="500" fill="hold"/>
                                        <p:tgtEl>
                                          <p:spTgt spid="14">
                                            <p:txEl>
                                              <p:pRg st="0" end="0"/>
                                            </p:txEl>
                                          </p:spTgt>
                                        </p:tgtEl>
                                        <p:attrNameLst>
                                          <p:attrName>ppt_x</p:attrName>
                                        </p:attrNameLst>
                                      </p:cBhvr>
                                      <p:tavLst>
                                        <p:tav tm="0">
                                          <p:val>
                                            <p:strVal val="#ppt_x"/>
                                          </p:val>
                                        </p:tav>
                                        <p:tav tm="100000">
                                          <p:val>
                                            <p:strVal val="#ppt_x"/>
                                          </p:val>
                                        </p:tav>
                                      </p:tavLst>
                                    </p:anim>
                                    <p:anim calcmode="lin" valueType="num">
                                      <p:cBhvr additive="base">
                                        <p:cTn id="22" dur="500" fill="hold"/>
                                        <p:tgtEl>
                                          <p:spTgt spid="14">
                                            <p:txEl>
                                              <p:pRg st="0" end="0"/>
                                            </p:txEl>
                                          </p:spTgt>
                                        </p:tgtEl>
                                        <p:attrNameLst>
                                          <p:attrName>ppt_y</p:attrName>
                                        </p:attrNameLst>
                                      </p:cBhvr>
                                      <p:tavLst>
                                        <p:tav tm="0">
                                          <p:val>
                                            <p:strVal val="1+#ppt_h/2"/>
                                          </p:val>
                                        </p:tav>
                                        <p:tav tm="100000">
                                          <p:val>
                                            <p:strVal val="#ppt_y"/>
                                          </p:val>
                                        </p:tav>
                                      </p:tavLst>
                                    </p:anim>
                                  </p:childTnLst>
                                </p:cTn>
                              </p:par>
                            </p:childTnLst>
                          </p:cTn>
                        </p:par>
                        <p:par>
                          <p:cTn id="23" fill="hold">
                            <p:stCondLst>
                              <p:cond delay="2000"/>
                            </p:stCondLst>
                            <p:childTnLst>
                              <p:par>
                                <p:cTn id="24" presetID="53" presetClass="entr" presetSubtype="0" fill="hold" grpId="0" nodeType="afterEffect">
                                  <p:stCondLst>
                                    <p:cond delay="0"/>
                                  </p:stCondLst>
                                  <p:childTnLst>
                                    <p:set>
                                      <p:cBhvr>
                                        <p:cTn id="25" dur="1" fill="hold">
                                          <p:stCondLst>
                                            <p:cond delay="0"/>
                                          </p:stCondLst>
                                        </p:cTn>
                                        <p:tgtEl>
                                          <p:spTgt spid="23"/>
                                        </p:tgtEl>
                                        <p:attrNameLst>
                                          <p:attrName>style.visibility</p:attrName>
                                        </p:attrNameLst>
                                      </p:cBhvr>
                                      <p:to>
                                        <p:strVal val="visible"/>
                                      </p:to>
                                    </p:set>
                                    <p:anim calcmode="lin" valueType="num">
                                      <p:cBhvr>
                                        <p:cTn id="26" dur="500" fill="hold"/>
                                        <p:tgtEl>
                                          <p:spTgt spid="23"/>
                                        </p:tgtEl>
                                        <p:attrNameLst>
                                          <p:attrName>ppt_w</p:attrName>
                                        </p:attrNameLst>
                                      </p:cBhvr>
                                      <p:tavLst>
                                        <p:tav tm="0">
                                          <p:val>
                                            <p:fltVal val="0"/>
                                          </p:val>
                                        </p:tav>
                                        <p:tav tm="100000">
                                          <p:val>
                                            <p:strVal val="#ppt_w"/>
                                          </p:val>
                                        </p:tav>
                                      </p:tavLst>
                                    </p:anim>
                                    <p:anim calcmode="lin" valueType="num">
                                      <p:cBhvr>
                                        <p:cTn id="27" dur="500" fill="hold"/>
                                        <p:tgtEl>
                                          <p:spTgt spid="23"/>
                                        </p:tgtEl>
                                        <p:attrNameLst>
                                          <p:attrName>ppt_h</p:attrName>
                                        </p:attrNameLst>
                                      </p:cBhvr>
                                      <p:tavLst>
                                        <p:tav tm="0">
                                          <p:val>
                                            <p:fltVal val="0"/>
                                          </p:val>
                                        </p:tav>
                                        <p:tav tm="100000">
                                          <p:val>
                                            <p:strVal val="#ppt_h"/>
                                          </p:val>
                                        </p:tav>
                                      </p:tavLst>
                                    </p:anim>
                                    <p:animEffect transition="in" filter="fade">
                                      <p:cBhvr>
                                        <p:cTn id="28" dur="500"/>
                                        <p:tgtEl>
                                          <p:spTgt spid="23"/>
                                        </p:tgtEl>
                                      </p:cBhvr>
                                    </p:animEffect>
                                  </p:childTnLst>
                                </p:cTn>
                              </p:par>
                            </p:childTnLst>
                          </p:cTn>
                        </p:par>
                        <p:par>
                          <p:cTn id="29" fill="hold">
                            <p:stCondLst>
                              <p:cond delay="2500"/>
                            </p:stCondLst>
                            <p:childTnLst>
                              <p:par>
                                <p:cTn id="30" presetID="22" presetClass="entr" presetSubtype="4" fill="hold" grpId="0" nodeType="afterEffect">
                                  <p:stCondLst>
                                    <p:cond delay="0"/>
                                  </p:stCondLst>
                                  <p:childTnLst>
                                    <p:set>
                                      <p:cBhvr>
                                        <p:cTn id="31" dur="1" fill="hold">
                                          <p:stCondLst>
                                            <p:cond delay="0"/>
                                          </p:stCondLst>
                                        </p:cTn>
                                        <p:tgtEl>
                                          <p:spTgt spid="25"/>
                                        </p:tgtEl>
                                        <p:attrNameLst>
                                          <p:attrName>style.visibility</p:attrName>
                                        </p:attrNameLst>
                                      </p:cBhvr>
                                      <p:to>
                                        <p:strVal val="visible"/>
                                      </p:to>
                                    </p:set>
                                    <p:animEffect transition="in" filter="wipe(down)">
                                      <p:cBhvr>
                                        <p:cTn id="32" dur="500"/>
                                        <p:tgtEl>
                                          <p:spTgt spid="25"/>
                                        </p:tgtEl>
                                      </p:cBhvr>
                                    </p:animEffect>
                                  </p:childTnLst>
                                </p:cTn>
                              </p:par>
                            </p:childTnLst>
                          </p:cTn>
                        </p:par>
                        <p:par>
                          <p:cTn id="33" fill="hold">
                            <p:stCondLst>
                              <p:cond delay="3000"/>
                            </p:stCondLst>
                            <p:childTnLst>
                              <p:par>
                                <p:cTn id="34" presetID="22" presetClass="entr" presetSubtype="4" fill="hold" grpId="0" nodeType="afterEffect" nodePh="1">
                                  <p:stCondLst>
                                    <p:cond delay="0"/>
                                  </p:stCondLst>
                                  <p:endCondLst>
                                    <p:cond evt="begin" delay="0">
                                      <p:tn val="34"/>
                                    </p:cond>
                                  </p:endCondLst>
                                  <p:childTnLst>
                                    <p:set>
                                      <p:cBhvr>
                                        <p:cTn id="35" dur="1" fill="hold">
                                          <p:stCondLst>
                                            <p:cond delay="0"/>
                                          </p:stCondLst>
                                        </p:cTn>
                                        <p:tgtEl>
                                          <p:spTgt spid="26">
                                            <p:txEl>
                                              <p:pRg st="0" end="0"/>
                                            </p:txEl>
                                          </p:spTgt>
                                        </p:tgtEl>
                                        <p:attrNameLst>
                                          <p:attrName>style.visibility</p:attrName>
                                        </p:attrNameLst>
                                      </p:cBhvr>
                                      <p:to>
                                        <p:strVal val="visible"/>
                                      </p:to>
                                    </p:set>
                                    <p:animEffect transition="in" filter="wipe(down)">
                                      <p:cBhvr>
                                        <p:cTn id="36" dur="500"/>
                                        <p:tgtEl>
                                          <p:spTgt spid="26">
                                            <p:txEl>
                                              <p:pRg st="0" end="0"/>
                                            </p:txEl>
                                          </p:spTgt>
                                        </p:tgtEl>
                                      </p:cBhvr>
                                    </p:animEffect>
                                  </p:childTnLst>
                                </p:cTn>
                              </p:par>
                            </p:childTnLst>
                          </p:cTn>
                        </p:par>
                        <p:par>
                          <p:cTn id="37" fill="hold">
                            <p:stCondLst>
                              <p:cond delay="3500"/>
                            </p:stCondLst>
                            <p:childTnLst>
                              <p:par>
                                <p:cTn id="38" presetID="2" presetClass="entr" presetSubtype="4" accel="50000" decel="50000" fill="hold" grpId="0" nodeType="afterEffect" nodePh="1">
                                  <p:stCondLst>
                                    <p:cond delay="0"/>
                                  </p:stCondLst>
                                  <p:endCondLst>
                                    <p:cond evt="begin" delay="0">
                                      <p:tn val="38"/>
                                    </p:cond>
                                  </p:endCondLst>
                                  <p:childTnLst>
                                    <p:set>
                                      <p:cBhvr>
                                        <p:cTn id="39" dur="1" fill="hold">
                                          <p:stCondLst>
                                            <p:cond delay="0"/>
                                          </p:stCondLst>
                                        </p:cTn>
                                        <p:tgtEl>
                                          <p:spTgt spid="24">
                                            <p:txEl>
                                              <p:pRg st="0" end="0"/>
                                            </p:txEl>
                                          </p:spTgt>
                                        </p:tgtEl>
                                        <p:attrNameLst>
                                          <p:attrName>style.visibility</p:attrName>
                                        </p:attrNameLst>
                                      </p:cBhvr>
                                      <p:to>
                                        <p:strVal val="visible"/>
                                      </p:to>
                                    </p:set>
                                    <p:anim calcmode="lin" valueType="num">
                                      <p:cBhvr additive="base">
                                        <p:cTn id="40"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additive="base">
                                        <p:cTn id="41" dur="500" fill="hold"/>
                                        <p:tgtEl>
                                          <p:spTgt spid="24">
                                            <p:txEl>
                                              <p:pRg st="0" end="0"/>
                                            </p:txEl>
                                          </p:spTgt>
                                        </p:tgtEl>
                                        <p:attrNameLst>
                                          <p:attrName>ppt_y</p:attrName>
                                        </p:attrNameLst>
                                      </p:cBhvr>
                                      <p:tavLst>
                                        <p:tav tm="0">
                                          <p:val>
                                            <p:strVal val="1+#ppt_h/2"/>
                                          </p:val>
                                        </p:tav>
                                        <p:tav tm="100000">
                                          <p:val>
                                            <p:strVal val="#ppt_y"/>
                                          </p:val>
                                        </p:tav>
                                      </p:tavLst>
                                    </p:anim>
                                  </p:childTnLst>
                                </p:cTn>
                              </p:par>
                            </p:childTnLst>
                          </p:cTn>
                        </p:par>
                        <p:par>
                          <p:cTn id="42" fill="hold">
                            <p:stCondLst>
                              <p:cond delay="4000"/>
                            </p:stCondLst>
                            <p:childTnLst>
                              <p:par>
                                <p:cTn id="43" presetID="53" presetClass="entr" presetSubtype="0" fill="hold" grpId="0" nodeType="afterEffect">
                                  <p:stCondLst>
                                    <p:cond delay="0"/>
                                  </p:stCondLst>
                                  <p:childTnLst>
                                    <p:set>
                                      <p:cBhvr>
                                        <p:cTn id="44" dur="1" fill="hold">
                                          <p:stCondLst>
                                            <p:cond delay="0"/>
                                          </p:stCondLst>
                                        </p:cTn>
                                        <p:tgtEl>
                                          <p:spTgt spid="27"/>
                                        </p:tgtEl>
                                        <p:attrNameLst>
                                          <p:attrName>style.visibility</p:attrName>
                                        </p:attrNameLst>
                                      </p:cBhvr>
                                      <p:to>
                                        <p:strVal val="visible"/>
                                      </p:to>
                                    </p:set>
                                    <p:anim calcmode="lin" valueType="num">
                                      <p:cBhvr>
                                        <p:cTn id="45" dur="500" fill="hold"/>
                                        <p:tgtEl>
                                          <p:spTgt spid="27"/>
                                        </p:tgtEl>
                                        <p:attrNameLst>
                                          <p:attrName>ppt_w</p:attrName>
                                        </p:attrNameLst>
                                      </p:cBhvr>
                                      <p:tavLst>
                                        <p:tav tm="0">
                                          <p:val>
                                            <p:fltVal val="0"/>
                                          </p:val>
                                        </p:tav>
                                        <p:tav tm="100000">
                                          <p:val>
                                            <p:strVal val="#ppt_w"/>
                                          </p:val>
                                        </p:tav>
                                      </p:tavLst>
                                    </p:anim>
                                    <p:anim calcmode="lin" valueType="num">
                                      <p:cBhvr>
                                        <p:cTn id="46" dur="500" fill="hold"/>
                                        <p:tgtEl>
                                          <p:spTgt spid="27"/>
                                        </p:tgtEl>
                                        <p:attrNameLst>
                                          <p:attrName>ppt_h</p:attrName>
                                        </p:attrNameLst>
                                      </p:cBhvr>
                                      <p:tavLst>
                                        <p:tav tm="0">
                                          <p:val>
                                            <p:fltVal val="0"/>
                                          </p:val>
                                        </p:tav>
                                        <p:tav tm="100000">
                                          <p:val>
                                            <p:strVal val="#ppt_h"/>
                                          </p:val>
                                        </p:tav>
                                      </p:tavLst>
                                    </p:anim>
                                    <p:animEffect transition="in" filter="fade">
                                      <p:cBhvr>
                                        <p:cTn id="47" dur="500"/>
                                        <p:tgtEl>
                                          <p:spTgt spid="27"/>
                                        </p:tgtEl>
                                      </p:cBhvr>
                                    </p:animEffect>
                                  </p:childTnLst>
                                </p:cTn>
                              </p:par>
                            </p:childTnLst>
                          </p:cTn>
                        </p:par>
                        <p:par>
                          <p:cTn id="48" fill="hold">
                            <p:stCondLst>
                              <p:cond delay="4500"/>
                            </p:stCondLst>
                            <p:childTnLst>
                              <p:par>
                                <p:cTn id="49" presetID="22" presetClass="entr" presetSubtype="4" fill="hold" grpId="0" nodeType="afterEffect">
                                  <p:stCondLst>
                                    <p:cond delay="0"/>
                                  </p:stCondLst>
                                  <p:childTnLst>
                                    <p:set>
                                      <p:cBhvr>
                                        <p:cTn id="50" dur="1" fill="hold">
                                          <p:stCondLst>
                                            <p:cond delay="0"/>
                                          </p:stCondLst>
                                        </p:cTn>
                                        <p:tgtEl>
                                          <p:spTgt spid="29"/>
                                        </p:tgtEl>
                                        <p:attrNameLst>
                                          <p:attrName>style.visibility</p:attrName>
                                        </p:attrNameLst>
                                      </p:cBhvr>
                                      <p:to>
                                        <p:strVal val="visible"/>
                                      </p:to>
                                    </p:set>
                                    <p:animEffect transition="in" filter="wipe(down)">
                                      <p:cBhvr>
                                        <p:cTn id="51" dur="500"/>
                                        <p:tgtEl>
                                          <p:spTgt spid="29"/>
                                        </p:tgtEl>
                                      </p:cBhvr>
                                    </p:animEffect>
                                  </p:childTnLst>
                                </p:cTn>
                              </p:par>
                            </p:childTnLst>
                          </p:cTn>
                        </p:par>
                        <p:par>
                          <p:cTn id="52" fill="hold">
                            <p:stCondLst>
                              <p:cond delay="5000"/>
                            </p:stCondLst>
                            <p:childTnLst>
                              <p:par>
                                <p:cTn id="53" presetID="22" presetClass="entr" presetSubtype="4" fill="hold" grpId="0" nodeType="afterEffect" nodePh="1">
                                  <p:stCondLst>
                                    <p:cond delay="0"/>
                                  </p:stCondLst>
                                  <p:endCondLst>
                                    <p:cond evt="begin" delay="0">
                                      <p:tn val="53"/>
                                    </p:cond>
                                  </p:endCondLst>
                                  <p:childTnLst>
                                    <p:set>
                                      <p:cBhvr>
                                        <p:cTn id="54" dur="1" fill="hold">
                                          <p:stCondLst>
                                            <p:cond delay="0"/>
                                          </p:stCondLst>
                                        </p:cTn>
                                        <p:tgtEl>
                                          <p:spTgt spid="30">
                                            <p:txEl>
                                              <p:pRg st="0" end="0"/>
                                            </p:txEl>
                                          </p:spTgt>
                                        </p:tgtEl>
                                        <p:attrNameLst>
                                          <p:attrName>style.visibility</p:attrName>
                                        </p:attrNameLst>
                                      </p:cBhvr>
                                      <p:to>
                                        <p:strVal val="visible"/>
                                      </p:to>
                                    </p:set>
                                    <p:animEffect transition="in" filter="wipe(down)">
                                      <p:cBhvr>
                                        <p:cTn id="55" dur="500"/>
                                        <p:tgtEl>
                                          <p:spTgt spid="30">
                                            <p:txEl>
                                              <p:pRg st="0" end="0"/>
                                            </p:txEl>
                                          </p:spTgt>
                                        </p:tgtEl>
                                      </p:cBhvr>
                                    </p:animEffect>
                                  </p:childTnLst>
                                </p:cTn>
                              </p:par>
                            </p:childTnLst>
                          </p:cTn>
                        </p:par>
                        <p:par>
                          <p:cTn id="56" fill="hold">
                            <p:stCondLst>
                              <p:cond delay="5500"/>
                            </p:stCondLst>
                            <p:childTnLst>
                              <p:par>
                                <p:cTn id="57" presetID="2" presetClass="entr" presetSubtype="4" accel="50000" decel="50000" fill="hold" grpId="0" nodeType="afterEffect" nodePh="1">
                                  <p:stCondLst>
                                    <p:cond delay="0"/>
                                  </p:stCondLst>
                                  <p:endCondLst>
                                    <p:cond evt="begin" delay="0">
                                      <p:tn val="57"/>
                                    </p:cond>
                                  </p:endCondLst>
                                  <p:childTnLst>
                                    <p:set>
                                      <p:cBhvr>
                                        <p:cTn id="58" dur="1" fill="hold">
                                          <p:stCondLst>
                                            <p:cond delay="0"/>
                                          </p:stCondLst>
                                        </p:cTn>
                                        <p:tgtEl>
                                          <p:spTgt spid="28">
                                            <p:txEl>
                                              <p:pRg st="0" end="0"/>
                                            </p:txEl>
                                          </p:spTgt>
                                        </p:tgtEl>
                                        <p:attrNameLst>
                                          <p:attrName>style.visibility</p:attrName>
                                        </p:attrNameLst>
                                      </p:cBhvr>
                                      <p:to>
                                        <p:strVal val="visible"/>
                                      </p:to>
                                    </p:set>
                                    <p:anim calcmode="lin" valueType="num">
                                      <p:cBhvr additive="base">
                                        <p:cTn id="59" dur="500" fill="hold"/>
                                        <p:tgtEl>
                                          <p:spTgt spid="28">
                                            <p:txEl>
                                              <p:pRg st="0" end="0"/>
                                            </p:txEl>
                                          </p:spTgt>
                                        </p:tgtEl>
                                        <p:attrNameLst>
                                          <p:attrName>ppt_x</p:attrName>
                                        </p:attrNameLst>
                                      </p:cBhvr>
                                      <p:tavLst>
                                        <p:tav tm="0">
                                          <p:val>
                                            <p:strVal val="#ppt_x"/>
                                          </p:val>
                                        </p:tav>
                                        <p:tav tm="100000">
                                          <p:val>
                                            <p:strVal val="#ppt_x"/>
                                          </p:val>
                                        </p:tav>
                                      </p:tavLst>
                                    </p:anim>
                                    <p:anim calcmode="lin" valueType="num">
                                      <p:cBhvr additive="base">
                                        <p:cTn id="60" dur="500" fill="hold"/>
                                        <p:tgtEl>
                                          <p:spTgt spid="28">
                                            <p:txEl>
                                              <p:pRg st="0" end="0"/>
                                            </p:txEl>
                                          </p:spTgt>
                                        </p:tgtEl>
                                        <p:attrNameLst>
                                          <p:attrName>ppt_y</p:attrName>
                                        </p:attrNameLst>
                                      </p:cBhvr>
                                      <p:tavLst>
                                        <p:tav tm="0">
                                          <p:val>
                                            <p:strVal val="1+#ppt_h/2"/>
                                          </p:val>
                                        </p:tav>
                                        <p:tav tm="100000">
                                          <p:val>
                                            <p:strVal val="#ppt_y"/>
                                          </p:val>
                                        </p:tav>
                                      </p:tavLst>
                                    </p:anim>
                                  </p:childTnLst>
                                </p:cTn>
                              </p:par>
                            </p:childTnLst>
                          </p:cTn>
                        </p:par>
                        <p:par>
                          <p:cTn id="61" fill="hold">
                            <p:stCondLst>
                              <p:cond delay="6000"/>
                            </p:stCondLst>
                            <p:childTnLst>
                              <p:par>
                                <p:cTn id="62" presetID="53" presetClass="entr" presetSubtype="0" fill="hold" grpId="0" nodeType="afterEffect">
                                  <p:stCondLst>
                                    <p:cond delay="0"/>
                                  </p:stCondLst>
                                  <p:childTnLst>
                                    <p:set>
                                      <p:cBhvr>
                                        <p:cTn id="63" dur="1" fill="hold">
                                          <p:stCondLst>
                                            <p:cond delay="0"/>
                                          </p:stCondLst>
                                        </p:cTn>
                                        <p:tgtEl>
                                          <p:spTgt spid="32"/>
                                        </p:tgtEl>
                                        <p:attrNameLst>
                                          <p:attrName>style.visibility</p:attrName>
                                        </p:attrNameLst>
                                      </p:cBhvr>
                                      <p:to>
                                        <p:strVal val="visible"/>
                                      </p:to>
                                    </p:set>
                                    <p:anim calcmode="lin" valueType="num">
                                      <p:cBhvr>
                                        <p:cTn id="64" dur="500" fill="hold"/>
                                        <p:tgtEl>
                                          <p:spTgt spid="32"/>
                                        </p:tgtEl>
                                        <p:attrNameLst>
                                          <p:attrName>ppt_w</p:attrName>
                                        </p:attrNameLst>
                                      </p:cBhvr>
                                      <p:tavLst>
                                        <p:tav tm="0">
                                          <p:val>
                                            <p:fltVal val="0"/>
                                          </p:val>
                                        </p:tav>
                                        <p:tav tm="100000">
                                          <p:val>
                                            <p:strVal val="#ppt_w"/>
                                          </p:val>
                                        </p:tav>
                                      </p:tavLst>
                                    </p:anim>
                                    <p:anim calcmode="lin" valueType="num">
                                      <p:cBhvr>
                                        <p:cTn id="65" dur="500" fill="hold"/>
                                        <p:tgtEl>
                                          <p:spTgt spid="32"/>
                                        </p:tgtEl>
                                        <p:attrNameLst>
                                          <p:attrName>ppt_h</p:attrName>
                                        </p:attrNameLst>
                                      </p:cBhvr>
                                      <p:tavLst>
                                        <p:tav tm="0">
                                          <p:val>
                                            <p:fltVal val="0"/>
                                          </p:val>
                                        </p:tav>
                                        <p:tav tm="100000">
                                          <p:val>
                                            <p:strVal val="#ppt_h"/>
                                          </p:val>
                                        </p:tav>
                                      </p:tavLst>
                                    </p:anim>
                                    <p:animEffect transition="in" filter="fade">
                                      <p:cBhvr>
                                        <p:cTn id="66" dur="500"/>
                                        <p:tgtEl>
                                          <p:spTgt spid="32"/>
                                        </p:tgtEl>
                                      </p:cBhvr>
                                    </p:animEffect>
                                  </p:childTnLst>
                                </p:cTn>
                              </p:par>
                            </p:childTnLst>
                          </p:cTn>
                        </p:par>
                        <p:par>
                          <p:cTn id="67" fill="hold">
                            <p:stCondLst>
                              <p:cond delay="6500"/>
                            </p:stCondLst>
                            <p:childTnLst>
                              <p:par>
                                <p:cTn id="68" presetID="22" presetClass="entr" presetSubtype="4" fill="hold" grpId="0" nodeType="afterEffect">
                                  <p:stCondLst>
                                    <p:cond delay="0"/>
                                  </p:stCondLst>
                                  <p:childTnLst>
                                    <p:set>
                                      <p:cBhvr>
                                        <p:cTn id="69" dur="1" fill="hold">
                                          <p:stCondLst>
                                            <p:cond delay="0"/>
                                          </p:stCondLst>
                                        </p:cTn>
                                        <p:tgtEl>
                                          <p:spTgt spid="35"/>
                                        </p:tgtEl>
                                        <p:attrNameLst>
                                          <p:attrName>style.visibility</p:attrName>
                                        </p:attrNameLst>
                                      </p:cBhvr>
                                      <p:to>
                                        <p:strVal val="visible"/>
                                      </p:to>
                                    </p:set>
                                    <p:animEffect transition="in" filter="wipe(down)">
                                      <p:cBhvr>
                                        <p:cTn id="70" dur="500"/>
                                        <p:tgtEl>
                                          <p:spTgt spid="35"/>
                                        </p:tgtEl>
                                      </p:cBhvr>
                                    </p:animEffect>
                                  </p:childTnLst>
                                </p:cTn>
                              </p:par>
                            </p:childTnLst>
                          </p:cTn>
                        </p:par>
                        <p:par>
                          <p:cTn id="71" fill="hold">
                            <p:stCondLst>
                              <p:cond delay="7000"/>
                            </p:stCondLst>
                            <p:childTnLst>
                              <p:par>
                                <p:cTn id="72" presetID="22" presetClass="entr" presetSubtype="4" fill="hold" grpId="0" nodeType="afterEffect" nodePh="1">
                                  <p:stCondLst>
                                    <p:cond delay="0"/>
                                  </p:stCondLst>
                                  <p:endCondLst>
                                    <p:cond evt="begin" delay="0">
                                      <p:tn val="72"/>
                                    </p:cond>
                                  </p:endCondLst>
                                  <p:childTnLst>
                                    <p:set>
                                      <p:cBhvr>
                                        <p:cTn id="73" dur="1" fill="hold">
                                          <p:stCondLst>
                                            <p:cond delay="0"/>
                                          </p:stCondLst>
                                        </p:cTn>
                                        <p:tgtEl>
                                          <p:spTgt spid="36">
                                            <p:txEl>
                                              <p:pRg st="0" end="0"/>
                                            </p:txEl>
                                          </p:spTgt>
                                        </p:tgtEl>
                                        <p:attrNameLst>
                                          <p:attrName>style.visibility</p:attrName>
                                        </p:attrNameLst>
                                      </p:cBhvr>
                                      <p:to>
                                        <p:strVal val="visible"/>
                                      </p:to>
                                    </p:set>
                                    <p:animEffect transition="in" filter="wipe(down)">
                                      <p:cBhvr>
                                        <p:cTn id="74" dur="500"/>
                                        <p:tgtEl>
                                          <p:spTgt spid="36">
                                            <p:txEl>
                                              <p:pRg st="0" end="0"/>
                                            </p:txEl>
                                          </p:spTgt>
                                        </p:tgtEl>
                                      </p:cBhvr>
                                    </p:animEffect>
                                  </p:childTnLst>
                                </p:cTn>
                              </p:par>
                            </p:childTnLst>
                          </p:cTn>
                        </p:par>
                        <p:par>
                          <p:cTn id="75" fill="hold">
                            <p:stCondLst>
                              <p:cond delay="7500"/>
                            </p:stCondLst>
                            <p:childTnLst>
                              <p:par>
                                <p:cTn id="76" presetID="2" presetClass="entr" presetSubtype="4" accel="50000" decel="50000" fill="hold" grpId="0" nodeType="afterEffect" nodePh="1">
                                  <p:stCondLst>
                                    <p:cond delay="0"/>
                                  </p:stCondLst>
                                  <p:endCondLst>
                                    <p:cond evt="begin" delay="0">
                                      <p:tn val="76"/>
                                    </p:cond>
                                  </p:endCondLst>
                                  <p:childTnLst>
                                    <p:set>
                                      <p:cBhvr>
                                        <p:cTn id="77" dur="1" fill="hold">
                                          <p:stCondLst>
                                            <p:cond delay="0"/>
                                          </p:stCondLst>
                                        </p:cTn>
                                        <p:tgtEl>
                                          <p:spTgt spid="33">
                                            <p:txEl>
                                              <p:pRg st="0" end="0"/>
                                            </p:txEl>
                                          </p:spTgt>
                                        </p:tgtEl>
                                        <p:attrNameLst>
                                          <p:attrName>style.visibility</p:attrName>
                                        </p:attrNameLst>
                                      </p:cBhvr>
                                      <p:to>
                                        <p:strVal val="visible"/>
                                      </p:to>
                                    </p:set>
                                    <p:anim calcmode="lin" valueType="num">
                                      <p:cBhvr additive="base">
                                        <p:cTn id="78" dur="500" fill="hold"/>
                                        <p:tgtEl>
                                          <p:spTgt spid="33">
                                            <p:txEl>
                                              <p:pRg st="0" end="0"/>
                                            </p:txEl>
                                          </p:spTgt>
                                        </p:tgtEl>
                                        <p:attrNameLst>
                                          <p:attrName>ppt_x</p:attrName>
                                        </p:attrNameLst>
                                      </p:cBhvr>
                                      <p:tavLst>
                                        <p:tav tm="0">
                                          <p:val>
                                            <p:strVal val="#ppt_x"/>
                                          </p:val>
                                        </p:tav>
                                        <p:tav tm="100000">
                                          <p:val>
                                            <p:strVal val="#ppt_x"/>
                                          </p:val>
                                        </p:tav>
                                      </p:tavLst>
                                    </p:anim>
                                    <p:anim calcmode="lin" valueType="num">
                                      <p:cBhvr additive="base">
                                        <p:cTn id="79" dur="500" fill="hold"/>
                                        <p:tgtEl>
                                          <p:spTgt spid="33">
                                            <p:txEl>
                                              <p:pRg st="0" end="0"/>
                                            </p:txEl>
                                          </p:spTgt>
                                        </p:tgtEl>
                                        <p:attrNameLst>
                                          <p:attrName>ppt_y</p:attrName>
                                        </p:attrNameLst>
                                      </p:cBhvr>
                                      <p:tavLst>
                                        <p:tav tm="0">
                                          <p:val>
                                            <p:strVal val="1+#ppt_h/2"/>
                                          </p:val>
                                        </p:tav>
                                        <p:tav tm="100000">
                                          <p:val>
                                            <p:strVal val="#ppt_y"/>
                                          </p:val>
                                        </p:tav>
                                      </p:tavLst>
                                    </p:anim>
                                  </p:childTnLst>
                                </p:cTn>
                              </p:par>
                            </p:childTnLst>
                          </p:cTn>
                        </p:par>
                        <p:par>
                          <p:cTn id="80" fill="hold">
                            <p:stCondLst>
                              <p:cond delay="8000"/>
                            </p:stCondLst>
                            <p:childTnLst>
                              <p:par>
                                <p:cTn id="81" presetID="53" presetClass="entr" presetSubtype="0" fill="hold" grpId="0" nodeType="afterEffect">
                                  <p:stCondLst>
                                    <p:cond delay="0"/>
                                  </p:stCondLst>
                                  <p:childTnLst>
                                    <p:set>
                                      <p:cBhvr>
                                        <p:cTn id="82" dur="1" fill="hold">
                                          <p:stCondLst>
                                            <p:cond delay="0"/>
                                          </p:stCondLst>
                                        </p:cTn>
                                        <p:tgtEl>
                                          <p:spTgt spid="38"/>
                                        </p:tgtEl>
                                        <p:attrNameLst>
                                          <p:attrName>style.visibility</p:attrName>
                                        </p:attrNameLst>
                                      </p:cBhvr>
                                      <p:to>
                                        <p:strVal val="visible"/>
                                      </p:to>
                                    </p:set>
                                    <p:anim calcmode="lin" valueType="num">
                                      <p:cBhvr>
                                        <p:cTn id="83" dur="500" fill="hold"/>
                                        <p:tgtEl>
                                          <p:spTgt spid="38"/>
                                        </p:tgtEl>
                                        <p:attrNameLst>
                                          <p:attrName>ppt_w</p:attrName>
                                        </p:attrNameLst>
                                      </p:cBhvr>
                                      <p:tavLst>
                                        <p:tav tm="0">
                                          <p:val>
                                            <p:fltVal val="0"/>
                                          </p:val>
                                        </p:tav>
                                        <p:tav tm="100000">
                                          <p:val>
                                            <p:strVal val="#ppt_w"/>
                                          </p:val>
                                        </p:tav>
                                      </p:tavLst>
                                    </p:anim>
                                    <p:anim calcmode="lin" valueType="num">
                                      <p:cBhvr>
                                        <p:cTn id="84" dur="500" fill="hold"/>
                                        <p:tgtEl>
                                          <p:spTgt spid="38"/>
                                        </p:tgtEl>
                                        <p:attrNameLst>
                                          <p:attrName>ppt_h</p:attrName>
                                        </p:attrNameLst>
                                      </p:cBhvr>
                                      <p:tavLst>
                                        <p:tav tm="0">
                                          <p:val>
                                            <p:fltVal val="0"/>
                                          </p:val>
                                        </p:tav>
                                        <p:tav tm="100000">
                                          <p:val>
                                            <p:strVal val="#ppt_h"/>
                                          </p:val>
                                        </p:tav>
                                      </p:tavLst>
                                    </p:anim>
                                    <p:animEffect transition="in" filter="fade">
                                      <p:cBhvr>
                                        <p:cTn id="85" dur="500"/>
                                        <p:tgtEl>
                                          <p:spTgt spid="38"/>
                                        </p:tgtEl>
                                      </p:cBhvr>
                                    </p:animEffect>
                                  </p:childTnLst>
                                </p:cTn>
                              </p:par>
                            </p:childTnLst>
                          </p:cTn>
                        </p:par>
                        <p:par>
                          <p:cTn id="86" fill="hold">
                            <p:stCondLst>
                              <p:cond delay="8500"/>
                            </p:stCondLst>
                            <p:childTnLst>
                              <p:par>
                                <p:cTn id="87" presetID="22" presetClass="entr" presetSubtype="4" fill="hold" grpId="0" nodeType="afterEffect">
                                  <p:stCondLst>
                                    <p:cond delay="0"/>
                                  </p:stCondLst>
                                  <p:childTnLst>
                                    <p:set>
                                      <p:cBhvr>
                                        <p:cTn id="88" dur="1" fill="hold">
                                          <p:stCondLst>
                                            <p:cond delay="0"/>
                                          </p:stCondLst>
                                        </p:cTn>
                                        <p:tgtEl>
                                          <p:spTgt spid="41"/>
                                        </p:tgtEl>
                                        <p:attrNameLst>
                                          <p:attrName>style.visibility</p:attrName>
                                        </p:attrNameLst>
                                      </p:cBhvr>
                                      <p:to>
                                        <p:strVal val="visible"/>
                                      </p:to>
                                    </p:set>
                                    <p:animEffect transition="in" filter="wipe(down)">
                                      <p:cBhvr>
                                        <p:cTn id="89" dur="500"/>
                                        <p:tgtEl>
                                          <p:spTgt spid="41"/>
                                        </p:tgtEl>
                                      </p:cBhvr>
                                    </p:animEffect>
                                  </p:childTnLst>
                                </p:cTn>
                              </p:par>
                            </p:childTnLst>
                          </p:cTn>
                        </p:par>
                        <p:par>
                          <p:cTn id="90" fill="hold">
                            <p:stCondLst>
                              <p:cond delay="9000"/>
                            </p:stCondLst>
                            <p:childTnLst>
                              <p:par>
                                <p:cTn id="91" presetID="22" presetClass="entr" presetSubtype="4" fill="hold" grpId="0" nodeType="afterEffect" nodePh="1">
                                  <p:stCondLst>
                                    <p:cond delay="0"/>
                                  </p:stCondLst>
                                  <p:endCondLst>
                                    <p:cond evt="begin" delay="0">
                                      <p:tn val="91"/>
                                    </p:cond>
                                  </p:endCondLst>
                                  <p:childTnLst>
                                    <p:set>
                                      <p:cBhvr>
                                        <p:cTn id="92" dur="1" fill="hold">
                                          <p:stCondLst>
                                            <p:cond delay="0"/>
                                          </p:stCondLst>
                                        </p:cTn>
                                        <p:tgtEl>
                                          <p:spTgt spid="44">
                                            <p:txEl>
                                              <p:pRg st="0" end="0"/>
                                            </p:txEl>
                                          </p:spTgt>
                                        </p:tgtEl>
                                        <p:attrNameLst>
                                          <p:attrName>style.visibility</p:attrName>
                                        </p:attrNameLst>
                                      </p:cBhvr>
                                      <p:to>
                                        <p:strVal val="visible"/>
                                      </p:to>
                                    </p:set>
                                    <p:animEffect transition="in" filter="wipe(down)">
                                      <p:cBhvr>
                                        <p:cTn id="93" dur="500"/>
                                        <p:tgtEl>
                                          <p:spTgt spid="44">
                                            <p:txEl>
                                              <p:pRg st="0" end="0"/>
                                            </p:txEl>
                                          </p:spTgt>
                                        </p:tgtEl>
                                      </p:cBhvr>
                                    </p:animEffect>
                                  </p:childTnLst>
                                </p:cTn>
                              </p:par>
                            </p:childTnLst>
                          </p:cTn>
                        </p:par>
                        <p:par>
                          <p:cTn id="94" fill="hold">
                            <p:stCondLst>
                              <p:cond delay="9500"/>
                            </p:stCondLst>
                            <p:childTnLst>
                              <p:par>
                                <p:cTn id="95" presetID="2" presetClass="entr" presetSubtype="4" accel="50000" decel="50000" fill="hold" grpId="0" nodeType="afterEffect" nodePh="1">
                                  <p:stCondLst>
                                    <p:cond delay="0"/>
                                  </p:stCondLst>
                                  <p:endCondLst>
                                    <p:cond evt="begin" delay="0">
                                      <p:tn val="95"/>
                                    </p:cond>
                                  </p:endCondLst>
                                  <p:childTnLst>
                                    <p:set>
                                      <p:cBhvr>
                                        <p:cTn id="96" dur="1" fill="hold">
                                          <p:stCondLst>
                                            <p:cond delay="0"/>
                                          </p:stCondLst>
                                        </p:cTn>
                                        <p:tgtEl>
                                          <p:spTgt spid="39">
                                            <p:txEl>
                                              <p:pRg st="0" end="0"/>
                                            </p:txEl>
                                          </p:spTgt>
                                        </p:tgtEl>
                                        <p:attrNameLst>
                                          <p:attrName>style.visibility</p:attrName>
                                        </p:attrNameLst>
                                      </p:cBhvr>
                                      <p:to>
                                        <p:strVal val="visible"/>
                                      </p:to>
                                    </p:set>
                                    <p:anim calcmode="lin" valueType="num">
                                      <p:cBhvr additive="base">
                                        <p:cTn id="97" dur="500" fill="hold"/>
                                        <p:tgtEl>
                                          <p:spTgt spid="39">
                                            <p:txEl>
                                              <p:pRg st="0" end="0"/>
                                            </p:txEl>
                                          </p:spTgt>
                                        </p:tgtEl>
                                        <p:attrNameLst>
                                          <p:attrName>ppt_x</p:attrName>
                                        </p:attrNameLst>
                                      </p:cBhvr>
                                      <p:tavLst>
                                        <p:tav tm="0">
                                          <p:val>
                                            <p:strVal val="#ppt_x"/>
                                          </p:val>
                                        </p:tav>
                                        <p:tav tm="100000">
                                          <p:val>
                                            <p:strVal val="#ppt_x"/>
                                          </p:val>
                                        </p:tav>
                                      </p:tavLst>
                                    </p:anim>
                                    <p:anim calcmode="lin" valueType="num">
                                      <p:cBhvr additive="base">
                                        <p:cTn id="98" dur="500" fill="hold"/>
                                        <p:tgtEl>
                                          <p:spTgt spid="39">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14"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14"/>
                        </p:tgtEl>
                        <p:attrNameLst>
                          <p:attrName>style.visibility</p:attrName>
                        </p:attrNameLst>
                      </p:cBhvr>
                      <p:to>
                        <p:strVal val="visible"/>
                      </p:to>
                    </p:set>
                    <p:anim calcmode="lin" valueType="num">
                      <p:cBhvr additive="base">
                        <p:cTn dur="500" fill="hold"/>
                        <p:tgtEl>
                          <p:spTgt spid="14"/>
                        </p:tgtEl>
                        <p:attrNameLst>
                          <p:attrName>ppt_x</p:attrName>
                        </p:attrNameLst>
                      </p:cBhvr>
                      <p:tavLst>
                        <p:tav tm="0">
                          <p:val>
                            <p:strVal val="#ppt_x"/>
                          </p:val>
                        </p:tav>
                        <p:tav tm="100000">
                          <p:val>
                            <p:strVal val="#ppt_x"/>
                          </p:val>
                        </p:tav>
                      </p:tavLst>
                    </p:anim>
                    <p:anim calcmode="lin" valueType="num">
                      <p:cBhvr additive="base">
                        <p:cTn dur="500" fill="hold"/>
                        <p:tgtEl>
                          <p:spTgt spid="14"/>
                        </p:tgtEl>
                        <p:attrNameLst>
                          <p:attrName>ppt_y</p:attrName>
                        </p:attrNameLst>
                      </p:cBhvr>
                      <p:tavLst>
                        <p:tav tm="0">
                          <p:val>
                            <p:strVal val="1+#ppt_h/2"/>
                          </p:val>
                        </p:tav>
                        <p:tav tm="100000">
                          <p:val>
                            <p:strVal val="#ppt_y"/>
                          </p:val>
                        </p:tav>
                      </p:tavLst>
                    </p:anim>
                  </p:childTnLst>
                </p:cTn>
              </p:par>
            </p:tnLst>
          </p:tmpl>
        </p:tmplLst>
      </p:bldP>
      <p:bldP spid="23" grpId="0" animBg="1"/>
      <p:bldP spid="24"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24"/>
                        </p:tgtEl>
                        <p:attrNameLst>
                          <p:attrName>style.visibility</p:attrName>
                        </p:attrNameLst>
                      </p:cBhvr>
                      <p:to>
                        <p:strVal val="visible"/>
                      </p:to>
                    </p:set>
                    <p:anim calcmode="lin" valueType="num">
                      <p:cBhvr additive="base">
                        <p:cTn dur="500" fill="hold"/>
                        <p:tgtEl>
                          <p:spTgt spid="24"/>
                        </p:tgtEl>
                        <p:attrNameLst>
                          <p:attrName>ppt_x</p:attrName>
                        </p:attrNameLst>
                      </p:cBhvr>
                      <p:tavLst>
                        <p:tav tm="0">
                          <p:val>
                            <p:strVal val="#ppt_x"/>
                          </p:val>
                        </p:tav>
                        <p:tav tm="100000">
                          <p:val>
                            <p:strVal val="#ppt_x"/>
                          </p:val>
                        </p:tav>
                      </p:tavLst>
                    </p:anim>
                    <p:anim calcmode="lin" valueType="num">
                      <p:cBhvr additive="base">
                        <p:cTn dur="500" fill="hold"/>
                        <p:tgtEl>
                          <p:spTgt spid="24"/>
                        </p:tgtEl>
                        <p:attrNameLst>
                          <p:attrName>ppt_y</p:attrName>
                        </p:attrNameLst>
                      </p:cBhvr>
                      <p:tavLst>
                        <p:tav tm="0">
                          <p:val>
                            <p:strVal val="1+#ppt_h/2"/>
                          </p:val>
                        </p:tav>
                        <p:tav tm="100000">
                          <p:val>
                            <p:strVal val="#ppt_y"/>
                          </p:val>
                        </p:tav>
                      </p:tavLst>
                    </p:anim>
                  </p:childTnLst>
                </p:cTn>
              </p:par>
            </p:tnLst>
          </p:tmpl>
        </p:tmplLst>
      </p:bldP>
      <p:bldP spid="27" grpId="0" animBg="1"/>
      <p:bldP spid="28"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28"/>
                        </p:tgtEl>
                        <p:attrNameLst>
                          <p:attrName>style.visibility</p:attrName>
                        </p:attrNameLst>
                      </p:cBhvr>
                      <p:to>
                        <p:strVal val="visible"/>
                      </p:to>
                    </p:set>
                    <p:anim calcmode="lin" valueType="num">
                      <p:cBhvr additive="base">
                        <p:cTn dur="500" fill="hold"/>
                        <p:tgtEl>
                          <p:spTgt spid="28"/>
                        </p:tgtEl>
                        <p:attrNameLst>
                          <p:attrName>ppt_x</p:attrName>
                        </p:attrNameLst>
                      </p:cBhvr>
                      <p:tavLst>
                        <p:tav tm="0">
                          <p:val>
                            <p:strVal val="#ppt_x"/>
                          </p:val>
                        </p:tav>
                        <p:tav tm="100000">
                          <p:val>
                            <p:strVal val="#ppt_x"/>
                          </p:val>
                        </p:tav>
                      </p:tavLst>
                    </p:anim>
                    <p:anim calcmode="lin" valueType="num">
                      <p:cBhvr additive="base">
                        <p:cTn dur="500" fill="hold"/>
                        <p:tgtEl>
                          <p:spTgt spid="28"/>
                        </p:tgtEl>
                        <p:attrNameLst>
                          <p:attrName>ppt_y</p:attrName>
                        </p:attrNameLst>
                      </p:cBhvr>
                      <p:tavLst>
                        <p:tav tm="0">
                          <p:val>
                            <p:strVal val="1+#ppt_h/2"/>
                          </p:val>
                        </p:tav>
                        <p:tav tm="100000">
                          <p:val>
                            <p:strVal val="#ppt_y"/>
                          </p:val>
                        </p:tav>
                      </p:tavLst>
                    </p:anim>
                  </p:childTnLst>
                </p:cTn>
              </p:par>
            </p:tnLst>
          </p:tmpl>
        </p:tmplLst>
      </p:bldP>
      <p:bldP spid="32" grpId="0" animBg="1"/>
      <p:bldP spid="33"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33"/>
                        </p:tgtEl>
                        <p:attrNameLst>
                          <p:attrName>style.visibility</p:attrName>
                        </p:attrNameLst>
                      </p:cBhvr>
                      <p:to>
                        <p:strVal val="visible"/>
                      </p:to>
                    </p:set>
                    <p:anim calcmode="lin" valueType="num">
                      <p:cBhvr additive="base">
                        <p:cTn dur="500" fill="hold"/>
                        <p:tgtEl>
                          <p:spTgt spid="33"/>
                        </p:tgtEl>
                        <p:attrNameLst>
                          <p:attrName>ppt_x</p:attrName>
                        </p:attrNameLst>
                      </p:cBhvr>
                      <p:tavLst>
                        <p:tav tm="0">
                          <p:val>
                            <p:strVal val="#ppt_x"/>
                          </p:val>
                        </p:tav>
                        <p:tav tm="100000">
                          <p:val>
                            <p:strVal val="#ppt_x"/>
                          </p:val>
                        </p:tav>
                      </p:tavLst>
                    </p:anim>
                    <p:anim calcmode="lin" valueType="num">
                      <p:cBhvr additive="base">
                        <p:cTn dur="500" fill="hold"/>
                        <p:tgtEl>
                          <p:spTgt spid="33"/>
                        </p:tgtEl>
                        <p:attrNameLst>
                          <p:attrName>ppt_y</p:attrName>
                        </p:attrNameLst>
                      </p:cBhvr>
                      <p:tavLst>
                        <p:tav tm="0">
                          <p:val>
                            <p:strVal val="1+#ppt_h/2"/>
                          </p:val>
                        </p:tav>
                        <p:tav tm="100000">
                          <p:val>
                            <p:strVal val="#ppt_y"/>
                          </p:val>
                        </p:tav>
                      </p:tavLst>
                    </p:anim>
                  </p:childTnLst>
                </p:cTn>
              </p:par>
            </p:tnLst>
          </p:tmpl>
        </p:tmplLst>
      </p:bldP>
      <p:bldP spid="38" grpId="0" animBg="1"/>
      <p:bldP spid="39"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39"/>
                        </p:tgtEl>
                        <p:attrNameLst>
                          <p:attrName>style.visibility</p:attrName>
                        </p:attrNameLst>
                      </p:cBhvr>
                      <p:to>
                        <p:strVal val="visible"/>
                      </p:to>
                    </p:set>
                    <p:anim calcmode="lin" valueType="num">
                      <p:cBhvr additive="base">
                        <p:cTn dur="500" fill="hold"/>
                        <p:tgtEl>
                          <p:spTgt spid="39"/>
                        </p:tgtEl>
                        <p:attrNameLst>
                          <p:attrName>ppt_x</p:attrName>
                        </p:attrNameLst>
                      </p:cBhvr>
                      <p:tavLst>
                        <p:tav tm="0">
                          <p:val>
                            <p:strVal val="#ppt_x"/>
                          </p:val>
                        </p:tav>
                        <p:tav tm="100000">
                          <p:val>
                            <p:strVal val="#ppt_x"/>
                          </p:val>
                        </p:tav>
                      </p:tavLst>
                    </p:anim>
                    <p:anim calcmode="lin" valueType="num">
                      <p:cBhvr additive="base">
                        <p:cTn dur="500" fill="hold"/>
                        <p:tgtEl>
                          <p:spTgt spid="39"/>
                        </p:tgtEl>
                        <p:attrNameLst>
                          <p:attrName>ppt_y</p:attrName>
                        </p:attrNameLst>
                      </p:cBhvr>
                      <p:tavLst>
                        <p:tav tm="0">
                          <p:val>
                            <p:strVal val="1+#ppt_h/2"/>
                          </p:val>
                        </p:tav>
                        <p:tav tm="100000">
                          <p:val>
                            <p:strVal val="#ppt_y"/>
                          </p:val>
                        </p:tav>
                      </p:tavLst>
                    </p:anim>
                  </p:childTnLst>
                </p:cTn>
              </p:par>
            </p:tnLst>
          </p:tmpl>
        </p:tmplLst>
      </p:bldP>
      <p:bldP spid="21" grpId="0" animBg="1"/>
      <p:bldP spid="22"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2"/>
                        </p:tgtEl>
                        <p:attrNameLst>
                          <p:attrName>style.visibility</p:attrName>
                        </p:attrNameLst>
                      </p:cBhvr>
                      <p:to>
                        <p:strVal val="visible"/>
                      </p:to>
                    </p:set>
                    <p:animEffect transition="in" filter="wipe(down)">
                      <p:cBhvr>
                        <p:cTn dur="500"/>
                        <p:tgtEl>
                          <p:spTgt spid="22"/>
                        </p:tgtEl>
                      </p:cBhvr>
                    </p:animEffect>
                  </p:childTnLst>
                </p:cTn>
              </p:par>
            </p:tnLst>
          </p:tmpl>
        </p:tmplLst>
      </p:bldP>
      <p:bldP spid="25" grpId="0" animBg="1"/>
      <p:bldP spid="26"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6"/>
                        </p:tgtEl>
                        <p:attrNameLst>
                          <p:attrName>style.visibility</p:attrName>
                        </p:attrNameLst>
                      </p:cBhvr>
                      <p:to>
                        <p:strVal val="visible"/>
                      </p:to>
                    </p:set>
                    <p:animEffect transition="in" filter="wipe(down)">
                      <p:cBhvr>
                        <p:cTn dur="500"/>
                        <p:tgtEl>
                          <p:spTgt spid="26"/>
                        </p:tgtEl>
                      </p:cBhvr>
                    </p:animEffect>
                  </p:childTnLst>
                </p:cTn>
              </p:par>
            </p:tnLst>
          </p:tmpl>
        </p:tmplLst>
      </p:bldP>
      <p:bldP spid="29" grpId="0" animBg="1"/>
      <p:bldP spid="30"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30"/>
                        </p:tgtEl>
                        <p:attrNameLst>
                          <p:attrName>style.visibility</p:attrName>
                        </p:attrNameLst>
                      </p:cBhvr>
                      <p:to>
                        <p:strVal val="visible"/>
                      </p:to>
                    </p:set>
                    <p:animEffect transition="in" filter="wipe(down)">
                      <p:cBhvr>
                        <p:cTn dur="500"/>
                        <p:tgtEl>
                          <p:spTgt spid="30"/>
                        </p:tgtEl>
                      </p:cBhvr>
                    </p:animEffect>
                  </p:childTnLst>
                </p:cTn>
              </p:par>
            </p:tnLst>
          </p:tmpl>
        </p:tmplLst>
      </p:bldP>
      <p:bldP spid="35" grpId="0" animBg="1"/>
      <p:bldP spid="36"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36"/>
                        </p:tgtEl>
                        <p:attrNameLst>
                          <p:attrName>style.visibility</p:attrName>
                        </p:attrNameLst>
                      </p:cBhvr>
                      <p:to>
                        <p:strVal val="visible"/>
                      </p:to>
                    </p:set>
                    <p:animEffect transition="in" filter="wipe(down)">
                      <p:cBhvr>
                        <p:cTn dur="500"/>
                        <p:tgtEl>
                          <p:spTgt spid="36"/>
                        </p:tgtEl>
                      </p:cBhvr>
                    </p:animEffect>
                  </p:childTnLst>
                </p:cTn>
              </p:par>
            </p:tnLst>
          </p:tmpl>
        </p:tmplLst>
      </p:bldP>
      <p:bldP spid="41" grpId="0" animBg="1"/>
      <p:bldP spid="44"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44"/>
                        </p:tgtEl>
                        <p:attrNameLst>
                          <p:attrName>style.visibility</p:attrName>
                        </p:attrNameLst>
                      </p:cBhvr>
                      <p:to>
                        <p:strVal val="visible"/>
                      </p:to>
                    </p:set>
                    <p:animEffect transition="in" filter="wipe(down)">
                      <p:cBhvr>
                        <p:cTn dur="500"/>
                        <p:tgtEl>
                          <p:spTgt spid="44"/>
                        </p:tgtEl>
                      </p:cBhvr>
                    </p:animEffect>
                  </p:childTnLst>
                </p:cTn>
              </p:par>
            </p:tnLst>
          </p:tmpl>
        </p:tmplLst>
      </p:bldP>
    </p:bldLst>
  </p:timing>
</p:sldLayout>
</file>

<file path=ppt/slideLayouts/slideLayout431.xml><?xml version="1.0" encoding="utf-8"?>
<p:sldLayout xmlns:a="http://schemas.openxmlformats.org/drawingml/2006/main" xmlns:r="http://schemas.openxmlformats.org/officeDocument/2006/relationships" xmlns:p="http://schemas.openxmlformats.org/presentationml/2006/main" preserve="1" userDrawn="1">
  <p:cSld name="2_Team09">
    <p:spTree>
      <p:nvGrpSpPr>
        <p:cNvPr id="1" name=""/>
        <p:cNvGrpSpPr/>
        <p:nvPr/>
      </p:nvGrpSpPr>
      <p:grpSpPr>
        <a:xfrm>
          <a:off x="0" y="0"/>
          <a:ext cx="0" cy="0"/>
          <a:chOff x="0" y="0"/>
          <a:chExt cx="0" cy="0"/>
        </a:xfrm>
      </p:grpSpPr>
      <p:sp>
        <p:nvSpPr>
          <p:cNvPr id="31" name="Picture Placeholder 7"/>
          <p:cNvSpPr>
            <a:spLocks noGrp="1"/>
          </p:cNvSpPr>
          <p:nvPr>
            <p:ph type="pic" sz="quarter" idx="10" hasCustomPrompt="1"/>
          </p:nvPr>
        </p:nvSpPr>
        <p:spPr>
          <a:xfrm>
            <a:off x="876172" y="2006600"/>
            <a:ext cx="1895355" cy="1894789"/>
          </a:xfrm>
          <a:prstGeom prst="ellipse">
            <a:avLst/>
          </a:prstGeom>
          <a:ln w="19050">
            <a:solidFill>
              <a:schemeClr val="accent1"/>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14" name="Text Placeholder 3"/>
          <p:cNvSpPr>
            <a:spLocks noGrp="1"/>
          </p:cNvSpPr>
          <p:nvPr>
            <p:ph type="body" sz="half" idx="15"/>
          </p:nvPr>
        </p:nvSpPr>
        <p:spPr>
          <a:xfrm>
            <a:off x="849403" y="4644196"/>
            <a:ext cx="1948892" cy="1231107"/>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3" name="Picture Placeholder 7"/>
          <p:cNvSpPr>
            <a:spLocks noGrp="1"/>
          </p:cNvSpPr>
          <p:nvPr>
            <p:ph type="pic" sz="quarter" idx="17" hasCustomPrompt="1"/>
          </p:nvPr>
        </p:nvSpPr>
        <p:spPr>
          <a:xfrm>
            <a:off x="3011255" y="2006600"/>
            <a:ext cx="1895355" cy="1894789"/>
          </a:xfrm>
          <a:prstGeom prst="ellipse">
            <a:avLst/>
          </a:prstGeom>
          <a:ln w="19050">
            <a:solidFill>
              <a:schemeClr val="accent2"/>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24" name="Text Placeholder 3"/>
          <p:cNvSpPr>
            <a:spLocks noGrp="1"/>
          </p:cNvSpPr>
          <p:nvPr>
            <p:ph type="body" sz="half" idx="18"/>
          </p:nvPr>
        </p:nvSpPr>
        <p:spPr>
          <a:xfrm>
            <a:off x="2984486" y="4644196"/>
            <a:ext cx="1948892" cy="1231107"/>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7" name="Picture Placeholder 7"/>
          <p:cNvSpPr>
            <a:spLocks noGrp="1"/>
          </p:cNvSpPr>
          <p:nvPr>
            <p:ph type="pic" sz="quarter" idx="20" hasCustomPrompt="1"/>
          </p:nvPr>
        </p:nvSpPr>
        <p:spPr>
          <a:xfrm>
            <a:off x="5131884" y="2006600"/>
            <a:ext cx="1895355" cy="1894789"/>
          </a:xfrm>
          <a:prstGeom prst="ellipse">
            <a:avLst/>
          </a:prstGeom>
          <a:ln w="19050">
            <a:solidFill>
              <a:schemeClr val="accent3"/>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28" name="Text Placeholder 3"/>
          <p:cNvSpPr>
            <a:spLocks noGrp="1"/>
          </p:cNvSpPr>
          <p:nvPr>
            <p:ph type="body" sz="half" idx="21"/>
          </p:nvPr>
        </p:nvSpPr>
        <p:spPr>
          <a:xfrm>
            <a:off x="5105115" y="4644196"/>
            <a:ext cx="1948892" cy="1231107"/>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32" name="Picture Placeholder 7"/>
          <p:cNvSpPr>
            <a:spLocks noGrp="1"/>
          </p:cNvSpPr>
          <p:nvPr>
            <p:ph type="pic" sz="quarter" idx="23" hasCustomPrompt="1"/>
          </p:nvPr>
        </p:nvSpPr>
        <p:spPr>
          <a:xfrm>
            <a:off x="7241708" y="2006600"/>
            <a:ext cx="1895355" cy="1894789"/>
          </a:xfrm>
          <a:prstGeom prst="ellipse">
            <a:avLst/>
          </a:prstGeom>
          <a:ln w="19050">
            <a:solidFill>
              <a:schemeClr val="accent4"/>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33" name="Text Placeholder 3"/>
          <p:cNvSpPr>
            <a:spLocks noGrp="1"/>
          </p:cNvSpPr>
          <p:nvPr>
            <p:ph type="body" sz="half" idx="24"/>
          </p:nvPr>
        </p:nvSpPr>
        <p:spPr>
          <a:xfrm>
            <a:off x="7214939" y="4644196"/>
            <a:ext cx="1948892" cy="1231107"/>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38" name="Picture Placeholder 7"/>
          <p:cNvSpPr>
            <a:spLocks noGrp="1"/>
          </p:cNvSpPr>
          <p:nvPr>
            <p:ph type="pic" sz="quarter" idx="26" hasCustomPrompt="1"/>
          </p:nvPr>
        </p:nvSpPr>
        <p:spPr>
          <a:xfrm>
            <a:off x="9373143" y="2006600"/>
            <a:ext cx="1895355" cy="1894789"/>
          </a:xfrm>
          <a:prstGeom prst="ellipse">
            <a:avLst/>
          </a:prstGeom>
          <a:ln w="19050">
            <a:solidFill>
              <a:schemeClr val="accent5"/>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39" name="Text Placeholder 3"/>
          <p:cNvSpPr>
            <a:spLocks noGrp="1"/>
          </p:cNvSpPr>
          <p:nvPr>
            <p:ph type="body" sz="half" idx="27"/>
          </p:nvPr>
        </p:nvSpPr>
        <p:spPr>
          <a:xfrm>
            <a:off x="9346374" y="4644196"/>
            <a:ext cx="1948892" cy="1231107"/>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2" name="Text Placeholder 3"/>
          <p:cNvSpPr>
            <a:spLocks noGrp="1"/>
          </p:cNvSpPr>
          <p:nvPr>
            <p:ph type="body" sz="half" idx="16"/>
          </p:nvPr>
        </p:nvSpPr>
        <p:spPr>
          <a:xfrm>
            <a:off x="1140228" y="3980808"/>
            <a:ext cx="1367243" cy="508973"/>
          </a:xfrm>
          <a:prstGeom prst="rect">
            <a:avLst/>
          </a:prstGeom>
        </p:spPr>
        <p:txBody>
          <a:bodyPr wrap="square" lIns="0" tIns="0" rIns="0" bIns="0" anchor="ctr">
            <a:noAutofit/>
          </a:bodyPr>
          <a:lstStyle>
            <a:lvl1pPr marL="0" indent="0" algn="ctr">
              <a:buNone/>
              <a:defRPr sz="1467" b="1" baseline="0">
                <a:solidFill>
                  <a:schemeClr val="accent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26" name="Text Placeholder 3"/>
          <p:cNvSpPr>
            <a:spLocks noGrp="1"/>
          </p:cNvSpPr>
          <p:nvPr>
            <p:ph type="body" sz="half" idx="19"/>
          </p:nvPr>
        </p:nvSpPr>
        <p:spPr>
          <a:xfrm>
            <a:off x="3275311" y="3980808"/>
            <a:ext cx="1367243" cy="508973"/>
          </a:xfrm>
          <a:prstGeom prst="rect">
            <a:avLst/>
          </a:prstGeom>
        </p:spPr>
        <p:txBody>
          <a:bodyPr wrap="square" lIns="0" tIns="0" rIns="0" bIns="0" anchor="ctr">
            <a:noAutofit/>
          </a:bodyPr>
          <a:lstStyle>
            <a:lvl1pPr marL="0" indent="0" algn="ctr">
              <a:buNone/>
              <a:defRPr sz="1467" b="1" baseline="0">
                <a:solidFill>
                  <a:schemeClr val="accent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30" name="Text Placeholder 3"/>
          <p:cNvSpPr>
            <a:spLocks noGrp="1"/>
          </p:cNvSpPr>
          <p:nvPr>
            <p:ph type="body" sz="half" idx="22"/>
          </p:nvPr>
        </p:nvSpPr>
        <p:spPr>
          <a:xfrm>
            <a:off x="5395940" y="3980808"/>
            <a:ext cx="1367243" cy="508973"/>
          </a:xfrm>
          <a:prstGeom prst="rect">
            <a:avLst/>
          </a:prstGeom>
        </p:spPr>
        <p:txBody>
          <a:bodyPr wrap="square" lIns="0" tIns="0" rIns="0" bIns="0" anchor="ctr">
            <a:noAutofit/>
          </a:bodyPr>
          <a:lstStyle>
            <a:lvl1pPr marL="0" indent="0" algn="ctr">
              <a:buNone/>
              <a:defRPr sz="1467" b="1" baseline="0">
                <a:solidFill>
                  <a:schemeClr val="accent3"/>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36" name="Text Placeholder 3"/>
          <p:cNvSpPr>
            <a:spLocks noGrp="1"/>
          </p:cNvSpPr>
          <p:nvPr>
            <p:ph type="body" sz="half" idx="25"/>
          </p:nvPr>
        </p:nvSpPr>
        <p:spPr>
          <a:xfrm>
            <a:off x="7505764" y="3980808"/>
            <a:ext cx="1367243" cy="508973"/>
          </a:xfrm>
          <a:prstGeom prst="rect">
            <a:avLst/>
          </a:prstGeom>
        </p:spPr>
        <p:txBody>
          <a:bodyPr wrap="square" lIns="0" tIns="0" rIns="0" bIns="0" anchor="ctr">
            <a:noAutofit/>
          </a:bodyPr>
          <a:lstStyle>
            <a:lvl1pPr marL="0" indent="0" algn="ctr">
              <a:buNone/>
              <a:defRPr sz="1467" b="1" baseline="0">
                <a:solidFill>
                  <a:schemeClr val="accent4"/>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44" name="Text Placeholder 3"/>
          <p:cNvSpPr>
            <a:spLocks noGrp="1"/>
          </p:cNvSpPr>
          <p:nvPr>
            <p:ph type="body" sz="half" idx="28"/>
          </p:nvPr>
        </p:nvSpPr>
        <p:spPr>
          <a:xfrm>
            <a:off x="9637199" y="3980808"/>
            <a:ext cx="1367243" cy="508973"/>
          </a:xfrm>
          <a:prstGeom prst="rect">
            <a:avLst/>
          </a:prstGeom>
        </p:spPr>
        <p:txBody>
          <a:bodyPr wrap="square" lIns="0" tIns="0" rIns="0" bIns="0" anchor="ctr">
            <a:noAutofit/>
          </a:bodyPr>
          <a:lstStyle>
            <a:lvl1pPr marL="0" indent="0" algn="ctr">
              <a:buNone/>
              <a:defRPr sz="1467" b="1" baseline="0">
                <a:solidFill>
                  <a:schemeClr val="accent5"/>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34"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37"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209374014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grpId="0" nodeType="afterEffect">
                                  <p:stCondLst>
                                    <p:cond delay="0"/>
                                  </p:stCondLst>
                                  <p:childTnLst>
                                    <p:set>
                                      <p:cBhvr>
                                        <p:cTn id="6" dur="1" fill="hold">
                                          <p:stCondLst>
                                            <p:cond delay="0"/>
                                          </p:stCondLst>
                                        </p:cTn>
                                        <p:tgtEl>
                                          <p:spTgt spid="31"/>
                                        </p:tgtEl>
                                        <p:attrNameLst>
                                          <p:attrName>style.visibility</p:attrName>
                                        </p:attrNameLst>
                                      </p:cBhvr>
                                      <p:to>
                                        <p:strVal val="visible"/>
                                      </p:to>
                                    </p:set>
                                    <p:anim calcmode="lin" valueType="num">
                                      <p:cBhvr>
                                        <p:cTn id="7" dur="500" fill="hold"/>
                                        <p:tgtEl>
                                          <p:spTgt spid="31"/>
                                        </p:tgtEl>
                                        <p:attrNameLst>
                                          <p:attrName>ppt_w</p:attrName>
                                        </p:attrNameLst>
                                      </p:cBhvr>
                                      <p:tavLst>
                                        <p:tav tm="0">
                                          <p:val>
                                            <p:fltVal val="0"/>
                                          </p:val>
                                        </p:tav>
                                        <p:tav tm="100000">
                                          <p:val>
                                            <p:strVal val="#ppt_w"/>
                                          </p:val>
                                        </p:tav>
                                      </p:tavLst>
                                    </p:anim>
                                    <p:anim calcmode="lin" valueType="num">
                                      <p:cBhvr>
                                        <p:cTn id="8" dur="500" fill="hold"/>
                                        <p:tgtEl>
                                          <p:spTgt spid="31"/>
                                        </p:tgtEl>
                                        <p:attrNameLst>
                                          <p:attrName>ppt_h</p:attrName>
                                        </p:attrNameLst>
                                      </p:cBhvr>
                                      <p:tavLst>
                                        <p:tav tm="0">
                                          <p:val>
                                            <p:fltVal val="0"/>
                                          </p:val>
                                        </p:tav>
                                        <p:tav tm="100000">
                                          <p:val>
                                            <p:strVal val="#ppt_h"/>
                                          </p:val>
                                        </p:tav>
                                      </p:tavLst>
                                    </p:anim>
                                    <p:animEffect transition="in" filter="fade">
                                      <p:cBhvr>
                                        <p:cTn id="9" dur="500"/>
                                        <p:tgtEl>
                                          <p:spTgt spid="31"/>
                                        </p:tgtEl>
                                      </p:cBhvr>
                                    </p:animEffect>
                                  </p:childTnLst>
                                </p:cTn>
                              </p:par>
                            </p:childTnLst>
                          </p:cTn>
                        </p:par>
                        <p:par>
                          <p:cTn id="10" fill="hold">
                            <p:stCondLst>
                              <p:cond delay="500"/>
                            </p:stCondLst>
                            <p:childTnLst>
                              <p:par>
                                <p:cTn id="11" presetID="22" presetClass="entr" presetSubtype="4" fill="hold" grpId="0" nodeType="afterEffect" nodePh="1">
                                  <p:stCondLst>
                                    <p:cond delay="0"/>
                                  </p:stCondLst>
                                  <p:endCondLst>
                                    <p:cond evt="begin" delay="0">
                                      <p:tn val="11"/>
                                    </p:cond>
                                  </p:endCondLst>
                                  <p:childTnLst>
                                    <p:set>
                                      <p:cBhvr>
                                        <p:cTn id="12" dur="1" fill="hold">
                                          <p:stCondLst>
                                            <p:cond delay="0"/>
                                          </p:stCondLst>
                                        </p:cTn>
                                        <p:tgtEl>
                                          <p:spTgt spid="22">
                                            <p:txEl>
                                              <p:pRg st="0" end="0"/>
                                            </p:txEl>
                                          </p:spTgt>
                                        </p:tgtEl>
                                        <p:attrNameLst>
                                          <p:attrName>style.visibility</p:attrName>
                                        </p:attrNameLst>
                                      </p:cBhvr>
                                      <p:to>
                                        <p:strVal val="visible"/>
                                      </p:to>
                                    </p:set>
                                    <p:animEffect transition="in" filter="wipe(down)">
                                      <p:cBhvr>
                                        <p:cTn id="13" dur="500"/>
                                        <p:tgtEl>
                                          <p:spTgt spid="22">
                                            <p:txEl>
                                              <p:pRg st="0" end="0"/>
                                            </p:txEl>
                                          </p:spTgt>
                                        </p:tgtEl>
                                      </p:cBhvr>
                                    </p:animEffect>
                                  </p:childTnLst>
                                </p:cTn>
                              </p:par>
                            </p:childTnLst>
                          </p:cTn>
                        </p:par>
                        <p:par>
                          <p:cTn id="14" fill="hold">
                            <p:stCondLst>
                              <p:cond delay="1000"/>
                            </p:stCondLst>
                            <p:childTnLst>
                              <p:par>
                                <p:cTn id="15" presetID="2" presetClass="entr" presetSubtype="4" accel="50000" decel="50000" fill="hold" grpId="0" nodeType="afterEffect" nodePh="1">
                                  <p:stCondLst>
                                    <p:cond delay="0"/>
                                  </p:stCondLst>
                                  <p:endCondLst>
                                    <p:cond evt="begin" delay="0">
                                      <p:tn val="15"/>
                                    </p:cond>
                                  </p:endCondLst>
                                  <p:childTnLst>
                                    <p:set>
                                      <p:cBhvr>
                                        <p:cTn id="16" dur="1" fill="hold">
                                          <p:stCondLst>
                                            <p:cond delay="0"/>
                                          </p:stCondLst>
                                        </p:cTn>
                                        <p:tgtEl>
                                          <p:spTgt spid="14">
                                            <p:txEl>
                                              <p:pRg st="0" end="0"/>
                                            </p:txEl>
                                          </p:spTgt>
                                        </p:tgtEl>
                                        <p:attrNameLst>
                                          <p:attrName>style.visibility</p:attrName>
                                        </p:attrNameLst>
                                      </p:cBhvr>
                                      <p:to>
                                        <p:strVal val="visible"/>
                                      </p:to>
                                    </p:set>
                                    <p:anim calcmode="lin" valueType="num">
                                      <p:cBhvr additive="base">
                                        <p:cTn id="17" dur="500" fill="hold"/>
                                        <p:tgtEl>
                                          <p:spTgt spid="14">
                                            <p:txEl>
                                              <p:pRg st="0" end="0"/>
                                            </p:txEl>
                                          </p:spTgt>
                                        </p:tgtEl>
                                        <p:attrNameLst>
                                          <p:attrName>ppt_x</p:attrName>
                                        </p:attrNameLst>
                                      </p:cBhvr>
                                      <p:tavLst>
                                        <p:tav tm="0">
                                          <p:val>
                                            <p:strVal val="#ppt_x"/>
                                          </p:val>
                                        </p:tav>
                                        <p:tav tm="100000">
                                          <p:val>
                                            <p:strVal val="#ppt_x"/>
                                          </p:val>
                                        </p:tav>
                                      </p:tavLst>
                                    </p:anim>
                                    <p:anim calcmode="lin" valueType="num">
                                      <p:cBhvr additive="base">
                                        <p:cTn id="18" dur="500" fill="hold"/>
                                        <p:tgtEl>
                                          <p:spTgt spid="14">
                                            <p:txEl>
                                              <p:pRg st="0" end="0"/>
                                            </p:txEl>
                                          </p:spTgt>
                                        </p:tgtEl>
                                        <p:attrNameLst>
                                          <p:attrName>ppt_y</p:attrName>
                                        </p:attrNameLst>
                                      </p:cBhvr>
                                      <p:tavLst>
                                        <p:tav tm="0">
                                          <p:val>
                                            <p:strVal val="1+#ppt_h/2"/>
                                          </p:val>
                                        </p:tav>
                                        <p:tav tm="100000">
                                          <p:val>
                                            <p:strVal val="#ppt_y"/>
                                          </p:val>
                                        </p:tav>
                                      </p:tavLst>
                                    </p:anim>
                                  </p:childTnLst>
                                </p:cTn>
                              </p:par>
                            </p:childTnLst>
                          </p:cTn>
                        </p:par>
                        <p:par>
                          <p:cTn id="19" fill="hold">
                            <p:stCondLst>
                              <p:cond delay="1500"/>
                            </p:stCondLst>
                            <p:childTnLst>
                              <p:par>
                                <p:cTn id="20" presetID="53" presetClass="entr" presetSubtype="0" fill="hold" grpId="0" nodeType="afterEffect">
                                  <p:stCondLst>
                                    <p:cond delay="0"/>
                                  </p:stCondLst>
                                  <p:childTnLst>
                                    <p:set>
                                      <p:cBhvr>
                                        <p:cTn id="21" dur="1" fill="hold">
                                          <p:stCondLst>
                                            <p:cond delay="0"/>
                                          </p:stCondLst>
                                        </p:cTn>
                                        <p:tgtEl>
                                          <p:spTgt spid="23"/>
                                        </p:tgtEl>
                                        <p:attrNameLst>
                                          <p:attrName>style.visibility</p:attrName>
                                        </p:attrNameLst>
                                      </p:cBhvr>
                                      <p:to>
                                        <p:strVal val="visible"/>
                                      </p:to>
                                    </p:set>
                                    <p:anim calcmode="lin" valueType="num">
                                      <p:cBhvr>
                                        <p:cTn id="22" dur="500" fill="hold"/>
                                        <p:tgtEl>
                                          <p:spTgt spid="23"/>
                                        </p:tgtEl>
                                        <p:attrNameLst>
                                          <p:attrName>ppt_w</p:attrName>
                                        </p:attrNameLst>
                                      </p:cBhvr>
                                      <p:tavLst>
                                        <p:tav tm="0">
                                          <p:val>
                                            <p:fltVal val="0"/>
                                          </p:val>
                                        </p:tav>
                                        <p:tav tm="100000">
                                          <p:val>
                                            <p:strVal val="#ppt_w"/>
                                          </p:val>
                                        </p:tav>
                                      </p:tavLst>
                                    </p:anim>
                                    <p:anim calcmode="lin" valueType="num">
                                      <p:cBhvr>
                                        <p:cTn id="23" dur="500" fill="hold"/>
                                        <p:tgtEl>
                                          <p:spTgt spid="23"/>
                                        </p:tgtEl>
                                        <p:attrNameLst>
                                          <p:attrName>ppt_h</p:attrName>
                                        </p:attrNameLst>
                                      </p:cBhvr>
                                      <p:tavLst>
                                        <p:tav tm="0">
                                          <p:val>
                                            <p:fltVal val="0"/>
                                          </p:val>
                                        </p:tav>
                                        <p:tav tm="100000">
                                          <p:val>
                                            <p:strVal val="#ppt_h"/>
                                          </p:val>
                                        </p:tav>
                                      </p:tavLst>
                                    </p:anim>
                                    <p:animEffect transition="in" filter="fade">
                                      <p:cBhvr>
                                        <p:cTn id="24" dur="500"/>
                                        <p:tgtEl>
                                          <p:spTgt spid="23"/>
                                        </p:tgtEl>
                                      </p:cBhvr>
                                    </p:animEffect>
                                  </p:childTnLst>
                                </p:cTn>
                              </p:par>
                            </p:childTnLst>
                          </p:cTn>
                        </p:par>
                        <p:par>
                          <p:cTn id="25" fill="hold">
                            <p:stCondLst>
                              <p:cond delay="2000"/>
                            </p:stCondLst>
                            <p:childTnLst>
                              <p:par>
                                <p:cTn id="26" presetID="22" presetClass="entr" presetSubtype="4" fill="hold" grpId="0" nodeType="afterEffect" nodePh="1">
                                  <p:stCondLst>
                                    <p:cond delay="0"/>
                                  </p:stCondLst>
                                  <p:endCondLst>
                                    <p:cond evt="begin" delay="0">
                                      <p:tn val="26"/>
                                    </p:cond>
                                  </p:endCondLst>
                                  <p:childTnLst>
                                    <p:set>
                                      <p:cBhvr>
                                        <p:cTn id="27" dur="1" fill="hold">
                                          <p:stCondLst>
                                            <p:cond delay="0"/>
                                          </p:stCondLst>
                                        </p:cTn>
                                        <p:tgtEl>
                                          <p:spTgt spid="26">
                                            <p:txEl>
                                              <p:pRg st="0" end="0"/>
                                            </p:txEl>
                                          </p:spTgt>
                                        </p:tgtEl>
                                        <p:attrNameLst>
                                          <p:attrName>style.visibility</p:attrName>
                                        </p:attrNameLst>
                                      </p:cBhvr>
                                      <p:to>
                                        <p:strVal val="visible"/>
                                      </p:to>
                                    </p:set>
                                    <p:animEffect transition="in" filter="wipe(down)">
                                      <p:cBhvr>
                                        <p:cTn id="28" dur="500"/>
                                        <p:tgtEl>
                                          <p:spTgt spid="26">
                                            <p:txEl>
                                              <p:pRg st="0" end="0"/>
                                            </p:txEl>
                                          </p:spTgt>
                                        </p:tgtEl>
                                      </p:cBhvr>
                                    </p:animEffect>
                                  </p:childTnLst>
                                </p:cTn>
                              </p:par>
                            </p:childTnLst>
                          </p:cTn>
                        </p:par>
                        <p:par>
                          <p:cTn id="29" fill="hold">
                            <p:stCondLst>
                              <p:cond delay="2500"/>
                            </p:stCondLst>
                            <p:childTnLst>
                              <p:par>
                                <p:cTn id="30" presetID="2" presetClass="entr" presetSubtype="4" accel="50000" decel="50000" fill="hold" grpId="0" nodeType="afterEffect" nodePh="1">
                                  <p:stCondLst>
                                    <p:cond delay="0"/>
                                  </p:stCondLst>
                                  <p:endCondLst>
                                    <p:cond evt="begin" delay="0">
                                      <p:tn val="30"/>
                                    </p:cond>
                                  </p:endCondLst>
                                  <p:childTnLst>
                                    <p:set>
                                      <p:cBhvr>
                                        <p:cTn id="31" dur="1" fill="hold">
                                          <p:stCondLst>
                                            <p:cond delay="0"/>
                                          </p:stCondLst>
                                        </p:cTn>
                                        <p:tgtEl>
                                          <p:spTgt spid="24">
                                            <p:txEl>
                                              <p:pRg st="0" end="0"/>
                                            </p:txEl>
                                          </p:spTgt>
                                        </p:tgtEl>
                                        <p:attrNameLst>
                                          <p:attrName>style.visibility</p:attrName>
                                        </p:attrNameLst>
                                      </p:cBhvr>
                                      <p:to>
                                        <p:strVal val="visible"/>
                                      </p:to>
                                    </p:set>
                                    <p:anim calcmode="lin" valueType="num">
                                      <p:cBhvr additive="base">
                                        <p:cTn id="32"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additive="base">
                                        <p:cTn id="33" dur="500" fill="hold"/>
                                        <p:tgtEl>
                                          <p:spTgt spid="24">
                                            <p:txEl>
                                              <p:pRg st="0" end="0"/>
                                            </p:txEl>
                                          </p:spTgt>
                                        </p:tgtEl>
                                        <p:attrNameLst>
                                          <p:attrName>ppt_y</p:attrName>
                                        </p:attrNameLst>
                                      </p:cBhvr>
                                      <p:tavLst>
                                        <p:tav tm="0">
                                          <p:val>
                                            <p:strVal val="1+#ppt_h/2"/>
                                          </p:val>
                                        </p:tav>
                                        <p:tav tm="100000">
                                          <p:val>
                                            <p:strVal val="#ppt_y"/>
                                          </p:val>
                                        </p:tav>
                                      </p:tavLst>
                                    </p:anim>
                                  </p:childTnLst>
                                </p:cTn>
                              </p:par>
                            </p:childTnLst>
                          </p:cTn>
                        </p:par>
                        <p:par>
                          <p:cTn id="34" fill="hold">
                            <p:stCondLst>
                              <p:cond delay="3000"/>
                            </p:stCondLst>
                            <p:childTnLst>
                              <p:par>
                                <p:cTn id="35" presetID="53" presetClass="entr" presetSubtype="0" fill="hold" grpId="0" nodeType="afterEffect">
                                  <p:stCondLst>
                                    <p:cond delay="0"/>
                                  </p:stCondLst>
                                  <p:childTnLst>
                                    <p:set>
                                      <p:cBhvr>
                                        <p:cTn id="36" dur="1" fill="hold">
                                          <p:stCondLst>
                                            <p:cond delay="0"/>
                                          </p:stCondLst>
                                        </p:cTn>
                                        <p:tgtEl>
                                          <p:spTgt spid="27"/>
                                        </p:tgtEl>
                                        <p:attrNameLst>
                                          <p:attrName>style.visibility</p:attrName>
                                        </p:attrNameLst>
                                      </p:cBhvr>
                                      <p:to>
                                        <p:strVal val="visible"/>
                                      </p:to>
                                    </p:set>
                                    <p:anim calcmode="lin" valueType="num">
                                      <p:cBhvr>
                                        <p:cTn id="37" dur="500" fill="hold"/>
                                        <p:tgtEl>
                                          <p:spTgt spid="27"/>
                                        </p:tgtEl>
                                        <p:attrNameLst>
                                          <p:attrName>ppt_w</p:attrName>
                                        </p:attrNameLst>
                                      </p:cBhvr>
                                      <p:tavLst>
                                        <p:tav tm="0">
                                          <p:val>
                                            <p:fltVal val="0"/>
                                          </p:val>
                                        </p:tav>
                                        <p:tav tm="100000">
                                          <p:val>
                                            <p:strVal val="#ppt_w"/>
                                          </p:val>
                                        </p:tav>
                                      </p:tavLst>
                                    </p:anim>
                                    <p:anim calcmode="lin" valueType="num">
                                      <p:cBhvr>
                                        <p:cTn id="38" dur="500" fill="hold"/>
                                        <p:tgtEl>
                                          <p:spTgt spid="27"/>
                                        </p:tgtEl>
                                        <p:attrNameLst>
                                          <p:attrName>ppt_h</p:attrName>
                                        </p:attrNameLst>
                                      </p:cBhvr>
                                      <p:tavLst>
                                        <p:tav tm="0">
                                          <p:val>
                                            <p:fltVal val="0"/>
                                          </p:val>
                                        </p:tav>
                                        <p:tav tm="100000">
                                          <p:val>
                                            <p:strVal val="#ppt_h"/>
                                          </p:val>
                                        </p:tav>
                                      </p:tavLst>
                                    </p:anim>
                                    <p:animEffect transition="in" filter="fade">
                                      <p:cBhvr>
                                        <p:cTn id="39" dur="500"/>
                                        <p:tgtEl>
                                          <p:spTgt spid="27"/>
                                        </p:tgtEl>
                                      </p:cBhvr>
                                    </p:animEffect>
                                  </p:childTnLst>
                                </p:cTn>
                              </p:par>
                            </p:childTnLst>
                          </p:cTn>
                        </p:par>
                        <p:par>
                          <p:cTn id="40" fill="hold">
                            <p:stCondLst>
                              <p:cond delay="3500"/>
                            </p:stCondLst>
                            <p:childTnLst>
                              <p:par>
                                <p:cTn id="41" presetID="22" presetClass="entr" presetSubtype="4" fill="hold" grpId="0" nodeType="afterEffect" nodePh="1">
                                  <p:stCondLst>
                                    <p:cond delay="0"/>
                                  </p:stCondLst>
                                  <p:endCondLst>
                                    <p:cond evt="begin" delay="0">
                                      <p:tn val="41"/>
                                    </p:cond>
                                  </p:endCondLst>
                                  <p:childTnLst>
                                    <p:set>
                                      <p:cBhvr>
                                        <p:cTn id="42" dur="1" fill="hold">
                                          <p:stCondLst>
                                            <p:cond delay="0"/>
                                          </p:stCondLst>
                                        </p:cTn>
                                        <p:tgtEl>
                                          <p:spTgt spid="30">
                                            <p:txEl>
                                              <p:pRg st="0" end="0"/>
                                            </p:txEl>
                                          </p:spTgt>
                                        </p:tgtEl>
                                        <p:attrNameLst>
                                          <p:attrName>style.visibility</p:attrName>
                                        </p:attrNameLst>
                                      </p:cBhvr>
                                      <p:to>
                                        <p:strVal val="visible"/>
                                      </p:to>
                                    </p:set>
                                    <p:animEffect transition="in" filter="wipe(down)">
                                      <p:cBhvr>
                                        <p:cTn id="43" dur="500"/>
                                        <p:tgtEl>
                                          <p:spTgt spid="30">
                                            <p:txEl>
                                              <p:pRg st="0" end="0"/>
                                            </p:txEl>
                                          </p:spTgt>
                                        </p:tgtEl>
                                      </p:cBhvr>
                                    </p:animEffect>
                                  </p:childTnLst>
                                </p:cTn>
                              </p:par>
                            </p:childTnLst>
                          </p:cTn>
                        </p:par>
                        <p:par>
                          <p:cTn id="44" fill="hold">
                            <p:stCondLst>
                              <p:cond delay="4000"/>
                            </p:stCondLst>
                            <p:childTnLst>
                              <p:par>
                                <p:cTn id="45" presetID="2" presetClass="entr" presetSubtype="4" accel="50000" decel="50000" fill="hold" grpId="0" nodeType="afterEffect" nodePh="1">
                                  <p:stCondLst>
                                    <p:cond delay="0"/>
                                  </p:stCondLst>
                                  <p:endCondLst>
                                    <p:cond evt="begin" delay="0">
                                      <p:tn val="45"/>
                                    </p:cond>
                                  </p:endCondLst>
                                  <p:childTnLst>
                                    <p:set>
                                      <p:cBhvr>
                                        <p:cTn id="46" dur="1" fill="hold">
                                          <p:stCondLst>
                                            <p:cond delay="0"/>
                                          </p:stCondLst>
                                        </p:cTn>
                                        <p:tgtEl>
                                          <p:spTgt spid="28">
                                            <p:txEl>
                                              <p:pRg st="0" end="0"/>
                                            </p:txEl>
                                          </p:spTgt>
                                        </p:tgtEl>
                                        <p:attrNameLst>
                                          <p:attrName>style.visibility</p:attrName>
                                        </p:attrNameLst>
                                      </p:cBhvr>
                                      <p:to>
                                        <p:strVal val="visible"/>
                                      </p:to>
                                    </p:set>
                                    <p:anim calcmode="lin" valueType="num">
                                      <p:cBhvr additive="base">
                                        <p:cTn id="47" dur="500" fill="hold"/>
                                        <p:tgtEl>
                                          <p:spTgt spid="28">
                                            <p:txEl>
                                              <p:pRg st="0" end="0"/>
                                            </p:txEl>
                                          </p:spTgt>
                                        </p:tgtEl>
                                        <p:attrNameLst>
                                          <p:attrName>ppt_x</p:attrName>
                                        </p:attrNameLst>
                                      </p:cBhvr>
                                      <p:tavLst>
                                        <p:tav tm="0">
                                          <p:val>
                                            <p:strVal val="#ppt_x"/>
                                          </p:val>
                                        </p:tav>
                                        <p:tav tm="100000">
                                          <p:val>
                                            <p:strVal val="#ppt_x"/>
                                          </p:val>
                                        </p:tav>
                                      </p:tavLst>
                                    </p:anim>
                                    <p:anim calcmode="lin" valueType="num">
                                      <p:cBhvr additive="base">
                                        <p:cTn id="48" dur="500" fill="hold"/>
                                        <p:tgtEl>
                                          <p:spTgt spid="28">
                                            <p:txEl>
                                              <p:pRg st="0" end="0"/>
                                            </p:txEl>
                                          </p:spTgt>
                                        </p:tgtEl>
                                        <p:attrNameLst>
                                          <p:attrName>ppt_y</p:attrName>
                                        </p:attrNameLst>
                                      </p:cBhvr>
                                      <p:tavLst>
                                        <p:tav tm="0">
                                          <p:val>
                                            <p:strVal val="1+#ppt_h/2"/>
                                          </p:val>
                                        </p:tav>
                                        <p:tav tm="100000">
                                          <p:val>
                                            <p:strVal val="#ppt_y"/>
                                          </p:val>
                                        </p:tav>
                                      </p:tavLst>
                                    </p:anim>
                                  </p:childTnLst>
                                </p:cTn>
                              </p:par>
                            </p:childTnLst>
                          </p:cTn>
                        </p:par>
                        <p:par>
                          <p:cTn id="49" fill="hold">
                            <p:stCondLst>
                              <p:cond delay="4500"/>
                            </p:stCondLst>
                            <p:childTnLst>
                              <p:par>
                                <p:cTn id="50" presetID="53" presetClass="entr" presetSubtype="0" fill="hold" grpId="0" nodeType="afterEffect">
                                  <p:stCondLst>
                                    <p:cond delay="0"/>
                                  </p:stCondLst>
                                  <p:childTnLst>
                                    <p:set>
                                      <p:cBhvr>
                                        <p:cTn id="51" dur="1" fill="hold">
                                          <p:stCondLst>
                                            <p:cond delay="0"/>
                                          </p:stCondLst>
                                        </p:cTn>
                                        <p:tgtEl>
                                          <p:spTgt spid="32"/>
                                        </p:tgtEl>
                                        <p:attrNameLst>
                                          <p:attrName>style.visibility</p:attrName>
                                        </p:attrNameLst>
                                      </p:cBhvr>
                                      <p:to>
                                        <p:strVal val="visible"/>
                                      </p:to>
                                    </p:set>
                                    <p:anim calcmode="lin" valueType="num">
                                      <p:cBhvr>
                                        <p:cTn id="52" dur="500" fill="hold"/>
                                        <p:tgtEl>
                                          <p:spTgt spid="32"/>
                                        </p:tgtEl>
                                        <p:attrNameLst>
                                          <p:attrName>ppt_w</p:attrName>
                                        </p:attrNameLst>
                                      </p:cBhvr>
                                      <p:tavLst>
                                        <p:tav tm="0">
                                          <p:val>
                                            <p:fltVal val="0"/>
                                          </p:val>
                                        </p:tav>
                                        <p:tav tm="100000">
                                          <p:val>
                                            <p:strVal val="#ppt_w"/>
                                          </p:val>
                                        </p:tav>
                                      </p:tavLst>
                                    </p:anim>
                                    <p:anim calcmode="lin" valueType="num">
                                      <p:cBhvr>
                                        <p:cTn id="53" dur="500" fill="hold"/>
                                        <p:tgtEl>
                                          <p:spTgt spid="32"/>
                                        </p:tgtEl>
                                        <p:attrNameLst>
                                          <p:attrName>ppt_h</p:attrName>
                                        </p:attrNameLst>
                                      </p:cBhvr>
                                      <p:tavLst>
                                        <p:tav tm="0">
                                          <p:val>
                                            <p:fltVal val="0"/>
                                          </p:val>
                                        </p:tav>
                                        <p:tav tm="100000">
                                          <p:val>
                                            <p:strVal val="#ppt_h"/>
                                          </p:val>
                                        </p:tav>
                                      </p:tavLst>
                                    </p:anim>
                                    <p:animEffect transition="in" filter="fade">
                                      <p:cBhvr>
                                        <p:cTn id="54" dur="500"/>
                                        <p:tgtEl>
                                          <p:spTgt spid="32"/>
                                        </p:tgtEl>
                                      </p:cBhvr>
                                    </p:animEffect>
                                  </p:childTnLst>
                                </p:cTn>
                              </p:par>
                            </p:childTnLst>
                          </p:cTn>
                        </p:par>
                        <p:par>
                          <p:cTn id="55" fill="hold">
                            <p:stCondLst>
                              <p:cond delay="5000"/>
                            </p:stCondLst>
                            <p:childTnLst>
                              <p:par>
                                <p:cTn id="56" presetID="22" presetClass="entr" presetSubtype="4" fill="hold" grpId="0" nodeType="afterEffect" nodePh="1">
                                  <p:stCondLst>
                                    <p:cond delay="0"/>
                                  </p:stCondLst>
                                  <p:endCondLst>
                                    <p:cond evt="begin" delay="0">
                                      <p:tn val="56"/>
                                    </p:cond>
                                  </p:endCondLst>
                                  <p:childTnLst>
                                    <p:set>
                                      <p:cBhvr>
                                        <p:cTn id="57" dur="1" fill="hold">
                                          <p:stCondLst>
                                            <p:cond delay="0"/>
                                          </p:stCondLst>
                                        </p:cTn>
                                        <p:tgtEl>
                                          <p:spTgt spid="36">
                                            <p:txEl>
                                              <p:pRg st="0" end="0"/>
                                            </p:txEl>
                                          </p:spTgt>
                                        </p:tgtEl>
                                        <p:attrNameLst>
                                          <p:attrName>style.visibility</p:attrName>
                                        </p:attrNameLst>
                                      </p:cBhvr>
                                      <p:to>
                                        <p:strVal val="visible"/>
                                      </p:to>
                                    </p:set>
                                    <p:animEffect transition="in" filter="wipe(down)">
                                      <p:cBhvr>
                                        <p:cTn id="58" dur="500"/>
                                        <p:tgtEl>
                                          <p:spTgt spid="36">
                                            <p:txEl>
                                              <p:pRg st="0" end="0"/>
                                            </p:txEl>
                                          </p:spTgt>
                                        </p:tgtEl>
                                      </p:cBhvr>
                                    </p:animEffect>
                                  </p:childTnLst>
                                </p:cTn>
                              </p:par>
                            </p:childTnLst>
                          </p:cTn>
                        </p:par>
                        <p:par>
                          <p:cTn id="59" fill="hold">
                            <p:stCondLst>
                              <p:cond delay="5500"/>
                            </p:stCondLst>
                            <p:childTnLst>
                              <p:par>
                                <p:cTn id="60" presetID="2" presetClass="entr" presetSubtype="4" accel="50000" decel="50000" fill="hold" grpId="0" nodeType="afterEffect" nodePh="1">
                                  <p:stCondLst>
                                    <p:cond delay="0"/>
                                  </p:stCondLst>
                                  <p:endCondLst>
                                    <p:cond evt="begin" delay="0">
                                      <p:tn val="60"/>
                                    </p:cond>
                                  </p:endCondLst>
                                  <p:childTnLst>
                                    <p:set>
                                      <p:cBhvr>
                                        <p:cTn id="61" dur="1" fill="hold">
                                          <p:stCondLst>
                                            <p:cond delay="0"/>
                                          </p:stCondLst>
                                        </p:cTn>
                                        <p:tgtEl>
                                          <p:spTgt spid="33">
                                            <p:txEl>
                                              <p:pRg st="0" end="0"/>
                                            </p:txEl>
                                          </p:spTgt>
                                        </p:tgtEl>
                                        <p:attrNameLst>
                                          <p:attrName>style.visibility</p:attrName>
                                        </p:attrNameLst>
                                      </p:cBhvr>
                                      <p:to>
                                        <p:strVal val="visible"/>
                                      </p:to>
                                    </p:set>
                                    <p:anim calcmode="lin" valueType="num">
                                      <p:cBhvr additive="base">
                                        <p:cTn id="62" dur="500" fill="hold"/>
                                        <p:tgtEl>
                                          <p:spTgt spid="33">
                                            <p:txEl>
                                              <p:pRg st="0" end="0"/>
                                            </p:txEl>
                                          </p:spTgt>
                                        </p:tgtEl>
                                        <p:attrNameLst>
                                          <p:attrName>ppt_x</p:attrName>
                                        </p:attrNameLst>
                                      </p:cBhvr>
                                      <p:tavLst>
                                        <p:tav tm="0">
                                          <p:val>
                                            <p:strVal val="#ppt_x"/>
                                          </p:val>
                                        </p:tav>
                                        <p:tav tm="100000">
                                          <p:val>
                                            <p:strVal val="#ppt_x"/>
                                          </p:val>
                                        </p:tav>
                                      </p:tavLst>
                                    </p:anim>
                                    <p:anim calcmode="lin" valueType="num">
                                      <p:cBhvr additive="base">
                                        <p:cTn id="63" dur="500" fill="hold"/>
                                        <p:tgtEl>
                                          <p:spTgt spid="33">
                                            <p:txEl>
                                              <p:pRg st="0" end="0"/>
                                            </p:txEl>
                                          </p:spTgt>
                                        </p:tgtEl>
                                        <p:attrNameLst>
                                          <p:attrName>ppt_y</p:attrName>
                                        </p:attrNameLst>
                                      </p:cBhvr>
                                      <p:tavLst>
                                        <p:tav tm="0">
                                          <p:val>
                                            <p:strVal val="1+#ppt_h/2"/>
                                          </p:val>
                                        </p:tav>
                                        <p:tav tm="100000">
                                          <p:val>
                                            <p:strVal val="#ppt_y"/>
                                          </p:val>
                                        </p:tav>
                                      </p:tavLst>
                                    </p:anim>
                                  </p:childTnLst>
                                </p:cTn>
                              </p:par>
                            </p:childTnLst>
                          </p:cTn>
                        </p:par>
                        <p:par>
                          <p:cTn id="64" fill="hold">
                            <p:stCondLst>
                              <p:cond delay="6000"/>
                            </p:stCondLst>
                            <p:childTnLst>
                              <p:par>
                                <p:cTn id="65" presetID="53" presetClass="entr" presetSubtype="0" fill="hold" grpId="0" nodeType="afterEffect">
                                  <p:stCondLst>
                                    <p:cond delay="0"/>
                                  </p:stCondLst>
                                  <p:childTnLst>
                                    <p:set>
                                      <p:cBhvr>
                                        <p:cTn id="66" dur="1" fill="hold">
                                          <p:stCondLst>
                                            <p:cond delay="0"/>
                                          </p:stCondLst>
                                        </p:cTn>
                                        <p:tgtEl>
                                          <p:spTgt spid="38"/>
                                        </p:tgtEl>
                                        <p:attrNameLst>
                                          <p:attrName>style.visibility</p:attrName>
                                        </p:attrNameLst>
                                      </p:cBhvr>
                                      <p:to>
                                        <p:strVal val="visible"/>
                                      </p:to>
                                    </p:set>
                                    <p:anim calcmode="lin" valueType="num">
                                      <p:cBhvr>
                                        <p:cTn id="67" dur="500" fill="hold"/>
                                        <p:tgtEl>
                                          <p:spTgt spid="38"/>
                                        </p:tgtEl>
                                        <p:attrNameLst>
                                          <p:attrName>ppt_w</p:attrName>
                                        </p:attrNameLst>
                                      </p:cBhvr>
                                      <p:tavLst>
                                        <p:tav tm="0">
                                          <p:val>
                                            <p:fltVal val="0"/>
                                          </p:val>
                                        </p:tav>
                                        <p:tav tm="100000">
                                          <p:val>
                                            <p:strVal val="#ppt_w"/>
                                          </p:val>
                                        </p:tav>
                                      </p:tavLst>
                                    </p:anim>
                                    <p:anim calcmode="lin" valueType="num">
                                      <p:cBhvr>
                                        <p:cTn id="68" dur="500" fill="hold"/>
                                        <p:tgtEl>
                                          <p:spTgt spid="38"/>
                                        </p:tgtEl>
                                        <p:attrNameLst>
                                          <p:attrName>ppt_h</p:attrName>
                                        </p:attrNameLst>
                                      </p:cBhvr>
                                      <p:tavLst>
                                        <p:tav tm="0">
                                          <p:val>
                                            <p:fltVal val="0"/>
                                          </p:val>
                                        </p:tav>
                                        <p:tav tm="100000">
                                          <p:val>
                                            <p:strVal val="#ppt_h"/>
                                          </p:val>
                                        </p:tav>
                                      </p:tavLst>
                                    </p:anim>
                                    <p:animEffect transition="in" filter="fade">
                                      <p:cBhvr>
                                        <p:cTn id="69" dur="500"/>
                                        <p:tgtEl>
                                          <p:spTgt spid="38"/>
                                        </p:tgtEl>
                                      </p:cBhvr>
                                    </p:animEffect>
                                  </p:childTnLst>
                                </p:cTn>
                              </p:par>
                            </p:childTnLst>
                          </p:cTn>
                        </p:par>
                        <p:par>
                          <p:cTn id="70" fill="hold">
                            <p:stCondLst>
                              <p:cond delay="6500"/>
                            </p:stCondLst>
                            <p:childTnLst>
                              <p:par>
                                <p:cTn id="71" presetID="22" presetClass="entr" presetSubtype="4" fill="hold" grpId="0" nodeType="afterEffect" nodePh="1">
                                  <p:stCondLst>
                                    <p:cond delay="0"/>
                                  </p:stCondLst>
                                  <p:endCondLst>
                                    <p:cond evt="begin" delay="0">
                                      <p:tn val="71"/>
                                    </p:cond>
                                  </p:endCondLst>
                                  <p:childTnLst>
                                    <p:set>
                                      <p:cBhvr>
                                        <p:cTn id="72" dur="1" fill="hold">
                                          <p:stCondLst>
                                            <p:cond delay="0"/>
                                          </p:stCondLst>
                                        </p:cTn>
                                        <p:tgtEl>
                                          <p:spTgt spid="44">
                                            <p:txEl>
                                              <p:pRg st="0" end="0"/>
                                            </p:txEl>
                                          </p:spTgt>
                                        </p:tgtEl>
                                        <p:attrNameLst>
                                          <p:attrName>style.visibility</p:attrName>
                                        </p:attrNameLst>
                                      </p:cBhvr>
                                      <p:to>
                                        <p:strVal val="visible"/>
                                      </p:to>
                                    </p:set>
                                    <p:animEffect transition="in" filter="wipe(down)">
                                      <p:cBhvr>
                                        <p:cTn id="73" dur="500"/>
                                        <p:tgtEl>
                                          <p:spTgt spid="44">
                                            <p:txEl>
                                              <p:pRg st="0" end="0"/>
                                            </p:txEl>
                                          </p:spTgt>
                                        </p:tgtEl>
                                      </p:cBhvr>
                                    </p:animEffect>
                                  </p:childTnLst>
                                </p:cTn>
                              </p:par>
                            </p:childTnLst>
                          </p:cTn>
                        </p:par>
                        <p:par>
                          <p:cTn id="74" fill="hold">
                            <p:stCondLst>
                              <p:cond delay="7000"/>
                            </p:stCondLst>
                            <p:childTnLst>
                              <p:par>
                                <p:cTn id="75" presetID="2" presetClass="entr" presetSubtype="4" accel="50000" decel="50000" fill="hold" grpId="0" nodeType="afterEffect" nodePh="1">
                                  <p:stCondLst>
                                    <p:cond delay="0"/>
                                  </p:stCondLst>
                                  <p:endCondLst>
                                    <p:cond evt="begin" delay="0">
                                      <p:tn val="75"/>
                                    </p:cond>
                                  </p:endCondLst>
                                  <p:childTnLst>
                                    <p:set>
                                      <p:cBhvr>
                                        <p:cTn id="76" dur="1" fill="hold">
                                          <p:stCondLst>
                                            <p:cond delay="0"/>
                                          </p:stCondLst>
                                        </p:cTn>
                                        <p:tgtEl>
                                          <p:spTgt spid="39">
                                            <p:txEl>
                                              <p:pRg st="0" end="0"/>
                                            </p:txEl>
                                          </p:spTgt>
                                        </p:tgtEl>
                                        <p:attrNameLst>
                                          <p:attrName>style.visibility</p:attrName>
                                        </p:attrNameLst>
                                      </p:cBhvr>
                                      <p:to>
                                        <p:strVal val="visible"/>
                                      </p:to>
                                    </p:set>
                                    <p:anim calcmode="lin" valueType="num">
                                      <p:cBhvr additive="base">
                                        <p:cTn id="77" dur="500" fill="hold"/>
                                        <p:tgtEl>
                                          <p:spTgt spid="39">
                                            <p:txEl>
                                              <p:pRg st="0" end="0"/>
                                            </p:txEl>
                                          </p:spTgt>
                                        </p:tgtEl>
                                        <p:attrNameLst>
                                          <p:attrName>ppt_x</p:attrName>
                                        </p:attrNameLst>
                                      </p:cBhvr>
                                      <p:tavLst>
                                        <p:tav tm="0">
                                          <p:val>
                                            <p:strVal val="#ppt_x"/>
                                          </p:val>
                                        </p:tav>
                                        <p:tav tm="100000">
                                          <p:val>
                                            <p:strVal val="#ppt_x"/>
                                          </p:val>
                                        </p:tav>
                                      </p:tavLst>
                                    </p:anim>
                                    <p:anim calcmode="lin" valueType="num">
                                      <p:cBhvr additive="base">
                                        <p:cTn id="78" dur="500" fill="hold"/>
                                        <p:tgtEl>
                                          <p:spTgt spid="39">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14"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14"/>
                        </p:tgtEl>
                        <p:attrNameLst>
                          <p:attrName>style.visibility</p:attrName>
                        </p:attrNameLst>
                      </p:cBhvr>
                      <p:to>
                        <p:strVal val="visible"/>
                      </p:to>
                    </p:set>
                    <p:anim calcmode="lin" valueType="num">
                      <p:cBhvr additive="base">
                        <p:cTn dur="500" fill="hold"/>
                        <p:tgtEl>
                          <p:spTgt spid="14"/>
                        </p:tgtEl>
                        <p:attrNameLst>
                          <p:attrName>ppt_x</p:attrName>
                        </p:attrNameLst>
                      </p:cBhvr>
                      <p:tavLst>
                        <p:tav tm="0">
                          <p:val>
                            <p:strVal val="#ppt_x"/>
                          </p:val>
                        </p:tav>
                        <p:tav tm="100000">
                          <p:val>
                            <p:strVal val="#ppt_x"/>
                          </p:val>
                        </p:tav>
                      </p:tavLst>
                    </p:anim>
                    <p:anim calcmode="lin" valueType="num">
                      <p:cBhvr additive="base">
                        <p:cTn dur="500" fill="hold"/>
                        <p:tgtEl>
                          <p:spTgt spid="14"/>
                        </p:tgtEl>
                        <p:attrNameLst>
                          <p:attrName>ppt_y</p:attrName>
                        </p:attrNameLst>
                      </p:cBhvr>
                      <p:tavLst>
                        <p:tav tm="0">
                          <p:val>
                            <p:strVal val="1+#ppt_h/2"/>
                          </p:val>
                        </p:tav>
                        <p:tav tm="100000">
                          <p:val>
                            <p:strVal val="#ppt_y"/>
                          </p:val>
                        </p:tav>
                      </p:tavLst>
                    </p:anim>
                  </p:childTnLst>
                </p:cTn>
              </p:par>
            </p:tnLst>
          </p:tmpl>
        </p:tmplLst>
      </p:bldP>
      <p:bldP spid="23" grpId="0" animBg="1"/>
      <p:bldP spid="24"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24"/>
                        </p:tgtEl>
                        <p:attrNameLst>
                          <p:attrName>style.visibility</p:attrName>
                        </p:attrNameLst>
                      </p:cBhvr>
                      <p:to>
                        <p:strVal val="visible"/>
                      </p:to>
                    </p:set>
                    <p:anim calcmode="lin" valueType="num">
                      <p:cBhvr additive="base">
                        <p:cTn dur="500" fill="hold"/>
                        <p:tgtEl>
                          <p:spTgt spid="24"/>
                        </p:tgtEl>
                        <p:attrNameLst>
                          <p:attrName>ppt_x</p:attrName>
                        </p:attrNameLst>
                      </p:cBhvr>
                      <p:tavLst>
                        <p:tav tm="0">
                          <p:val>
                            <p:strVal val="#ppt_x"/>
                          </p:val>
                        </p:tav>
                        <p:tav tm="100000">
                          <p:val>
                            <p:strVal val="#ppt_x"/>
                          </p:val>
                        </p:tav>
                      </p:tavLst>
                    </p:anim>
                    <p:anim calcmode="lin" valueType="num">
                      <p:cBhvr additive="base">
                        <p:cTn dur="500" fill="hold"/>
                        <p:tgtEl>
                          <p:spTgt spid="24"/>
                        </p:tgtEl>
                        <p:attrNameLst>
                          <p:attrName>ppt_y</p:attrName>
                        </p:attrNameLst>
                      </p:cBhvr>
                      <p:tavLst>
                        <p:tav tm="0">
                          <p:val>
                            <p:strVal val="1+#ppt_h/2"/>
                          </p:val>
                        </p:tav>
                        <p:tav tm="100000">
                          <p:val>
                            <p:strVal val="#ppt_y"/>
                          </p:val>
                        </p:tav>
                      </p:tavLst>
                    </p:anim>
                  </p:childTnLst>
                </p:cTn>
              </p:par>
            </p:tnLst>
          </p:tmpl>
        </p:tmplLst>
      </p:bldP>
      <p:bldP spid="27" grpId="0" animBg="1"/>
      <p:bldP spid="28"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28"/>
                        </p:tgtEl>
                        <p:attrNameLst>
                          <p:attrName>style.visibility</p:attrName>
                        </p:attrNameLst>
                      </p:cBhvr>
                      <p:to>
                        <p:strVal val="visible"/>
                      </p:to>
                    </p:set>
                    <p:anim calcmode="lin" valueType="num">
                      <p:cBhvr additive="base">
                        <p:cTn dur="500" fill="hold"/>
                        <p:tgtEl>
                          <p:spTgt spid="28"/>
                        </p:tgtEl>
                        <p:attrNameLst>
                          <p:attrName>ppt_x</p:attrName>
                        </p:attrNameLst>
                      </p:cBhvr>
                      <p:tavLst>
                        <p:tav tm="0">
                          <p:val>
                            <p:strVal val="#ppt_x"/>
                          </p:val>
                        </p:tav>
                        <p:tav tm="100000">
                          <p:val>
                            <p:strVal val="#ppt_x"/>
                          </p:val>
                        </p:tav>
                      </p:tavLst>
                    </p:anim>
                    <p:anim calcmode="lin" valueType="num">
                      <p:cBhvr additive="base">
                        <p:cTn dur="500" fill="hold"/>
                        <p:tgtEl>
                          <p:spTgt spid="28"/>
                        </p:tgtEl>
                        <p:attrNameLst>
                          <p:attrName>ppt_y</p:attrName>
                        </p:attrNameLst>
                      </p:cBhvr>
                      <p:tavLst>
                        <p:tav tm="0">
                          <p:val>
                            <p:strVal val="1+#ppt_h/2"/>
                          </p:val>
                        </p:tav>
                        <p:tav tm="100000">
                          <p:val>
                            <p:strVal val="#ppt_y"/>
                          </p:val>
                        </p:tav>
                      </p:tavLst>
                    </p:anim>
                  </p:childTnLst>
                </p:cTn>
              </p:par>
            </p:tnLst>
          </p:tmpl>
        </p:tmplLst>
      </p:bldP>
      <p:bldP spid="32" grpId="0" animBg="1"/>
      <p:bldP spid="33"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33"/>
                        </p:tgtEl>
                        <p:attrNameLst>
                          <p:attrName>style.visibility</p:attrName>
                        </p:attrNameLst>
                      </p:cBhvr>
                      <p:to>
                        <p:strVal val="visible"/>
                      </p:to>
                    </p:set>
                    <p:anim calcmode="lin" valueType="num">
                      <p:cBhvr additive="base">
                        <p:cTn dur="500" fill="hold"/>
                        <p:tgtEl>
                          <p:spTgt spid="33"/>
                        </p:tgtEl>
                        <p:attrNameLst>
                          <p:attrName>ppt_x</p:attrName>
                        </p:attrNameLst>
                      </p:cBhvr>
                      <p:tavLst>
                        <p:tav tm="0">
                          <p:val>
                            <p:strVal val="#ppt_x"/>
                          </p:val>
                        </p:tav>
                        <p:tav tm="100000">
                          <p:val>
                            <p:strVal val="#ppt_x"/>
                          </p:val>
                        </p:tav>
                      </p:tavLst>
                    </p:anim>
                    <p:anim calcmode="lin" valueType="num">
                      <p:cBhvr additive="base">
                        <p:cTn dur="500" fill="hold"/>
                        <p:tgtEl>
                          <p:spTgt spid="33"/>
                        </p:tgtEl>
                        <p:attrNameLst>
                          <p:attrName>ppt_y</p:attrName>
                        </p:attrNameLst>
                      </p:cBhvr>
                      <p:tavLst>
                        <p:tav tm="0">
                          <p:val>
                            <p:strVal val="1+#ppt_h/2"/>
                          </p:val>
                        </p:tav>
                        <p:tav tm="100000">
                          <p:val>
                            <p:strVal val="#ppt_y"/>
                          </p:val>
                        </p:tav>
                      </p:tavLst>
                    </p:anim>
                  </p:childTnLst>
                </p:cTn>
              </p:par>
            </p:tnLst>
          </p:tmpl>
        </p:tmplLst>
      </p:bldP>
      <p:bldP spid="38" grpId="0" animBg="1"/>
      <p:bldP spid="39"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39"/>
                        </p:tgtEl>
                        <p:attrNameLst>
                          <p:attrName>style.visibility</p:attrName>
                        </p:attrNameLst>
                      </p:cBhvr>
                      <p:to>
                        <p:strVal val="visible"/>
                      </p:to>
                    </p:set>
                    <p:anim calcmode="lin" valueType="num">
                      <p:cBhvr additive="base">
                        <p:cTn dur="500" fill="hold"/>
                        <p:tgtEl>
                          <p:spTgt spid="39"/>
                        </p:tgtEl>
                        <p:attrNameLst>
                          <p:attrName>ppt_x</p:attrName>
                        </p:attrNameLst>
                      </p:cBhvr>
                      <p:tavLst>
                        <p:tav tm="0">
                          <p:val>
                            <p:strVal val="#ppt_x"/>
                          </p:val>
                        </p:tav>
                        <p:tav tm="100000">
                          <p:val>
                            <p:strVal val="#ppt_x"/>
                          </p:val>
                        </p:tav>
                      </p:tavLst>
                    </p:anim>
                    <p:anim calcmode="lin" valueType="num">
                      <p:cBhvr additive="base">
                        <p:cTn dur="500" fill="hold"/>
                        <p:tgtEl>
                          <p:spTgt spid="39"/>
                        </p:tgtEl>
                        <p:attrNameLst>
                          <p:attrName>ppt_y</p:attrName>
                        </p:attrNameLst>
                      </p:cBhvr>
                      <p:tavLst>
                        <p:tav tm="0">
                          <p:val>
                            <p:strVal val="1+#ppt_h/2"/>
                          </p:val>
                        </p:tav>
                        <p:tav tm="100000">
                          <p:val>
                            <p:strVal val="#ppt_y"/>
                          </p:val>
                        </p:tav>
                      </p:tavLst>
                    </p:anim>
                  </p:childTnLst>
                </p:cTn>
              </p:par>
            </p:tnLst>
          </p:tmpl>
        </p:tmplLst>
      </p:bldP>
      <p:bldP spid="22"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2"/>
                        </p:tgtEl>
                        <p:attrNameLst>
                          <p:attrName>style.visibility</p:attrName>
                        </p:attrNameLst>
                      </p:cBhvr>
                      <p:to>
                        <p:strVal val="visible"/>
                      </p:to>
                    </p:set>
                    <p:animEffect transition="in" filter="wipe(down)">
                      <p:cBhvr>
                        <p:cTn dur="500"/>
                        <p:tgtEl>
                          <p:spTgt spid="22"/>
                        </p:tgtEl>
                      </p:cBhvr>
                    </p:animEffect>
                  </p:childTnLst>
                </p:cTn>
              </p:par>
            </p:tnLst>
          </p:tmpl>
        </p:tmplLst>
      </p:bldP>
      <p:bldP spid="26"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6"/>
                        </p:tgtEl>
                        <p:attrNameLst>
                          <p:attrName>style.visibility</p:attrName>
                        </p:attrNameLst>
                      </p:cBhvr>
                      <p:to>
                        <p:strVal val="visible"/>
                      </p:to>
                    </p:set>
                    <p:animEffect transition="in" filter="wipe(down)">
                      <p:cBhvr>
                        <p:cTn dur="500"/>
                        <p:tgtEl>
                          <p:spTgt spid="26"/>
                        </p:tgtEl>
                      </p:cBhvr>
                    </p:animEffect>
                  </p:childTnLst>
                </p:cTn>
              </p:par>
            </p:tnLst>
          </p:tmpl>
        </p:tmplLst>
      </p:bldP>
      <p:bldP spid="30"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30"/>
                        </p:tgtEl>
                        <p:attrNameLst>
                          <p:attrName>style.visibility</p:attrName>
                        </p:attrNameLst>
                      </p:cBhvr>
                      <p:to>
                        <p:strVal val="visible"/>
                      </p:to>
                    </p:set>
                    <p:animEffect transition="in" filter="wipe(down)">
                      <p:cBhvr>
                        <p:cTn dur="500"/>
                        <p:tgtEl>
                          <p:spTgt spid="30"/>
                        </p:tgtEl>
                      </p:cBhvr>
                    </p:animEffect>
                  </p:childTnLst>
                </p:cTn>
              </p:par>
            </p:tnLst>
          </p:tmpl>
        </p:tmplLst>
      </p:bldP>
      <p:bldP spid="36"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36"/>
                        </p:tgtEl>
                        <p:attrNameLst>
                          <p:attrName>style.visibility</p:attrName>
                        </p:attrNameLst>
                      </p:cBhvr>
                      <p:to>
                        <p:strVal val="visible"/>
                      </p:to>
                    </p:set>
                    <p:animEffect transition="in" filter="wipe(down)">
                      <p:cBhvr>
                        <p:cTn dur="500"/>
                        <p:tgtEl>
                          <p:spTgt spid="36"/>
                        </p:tgtEl>
                      </p:cBhvr>
                    </p:animEffect>
                  </p:childTnLst>
                </p:cTn>
              </p:par>
            </p:tnLst>
          </p:tmpl>
        </p:tmplLst>
      </p:bldP>
      <p:bldP spid="44"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44"/>
                        </p:tgtEl>
                        <p:attrNameLst>
                          <p:attrName>style.visibility</p:attrName>
                        </p:attrNameLst>
                      </p:cBhvr>
                      <p:to>
                        <p:strVal val="visible"/>
                      </p:to>
                    </p:set>
                    <p:animEffect transition="in" filter="wipe(down)">
                      <p:cBhvr>
                        <p:cTn dur="500"/>
                        <p:tgtEl>
                          <p:spTgt spid="44"/>
                        </p:tgtEl>
                      </p:cBhvr>
                    </p:animEffect>
                  </p:childTnLst>
                </p:cTn>
              </p:par>
            </p:tnLst>
          </p:tmpl>
        </p:tmplLst>
      </p:bldP>
    </p:bldLst>
  </p:timing>
</p:sldLayout>
</file>

<file path=ppt/slideLayouts/slideLayout432.xml><?xml version="1.0" encoding="utf-8"?>
<p:sldLayout xmlns:a="http://schemas.openxmlformats.org/drawingml/2006/main" xmlns:r="http://schemas.openxmlformats.org/officeDocument/2006/relationships" xmlns:p="http://schemas.openxmlformats.org/presentationml/2006/main" userDrawn="1">
  <p:cSld name="Team04">
    <p:spTree>
      <p:nvGrpSpPr>
        <p:cNvPr id="1" name=""/>
        <p:cNvGrpSpPr/>
        <p:nvPr/>
      </p:nvGrpSpPr>
      <p:grpSpPr>
        <a:xfrm>
          <a:off x="0" y="0"/>
          <a:ext cx="0" cy="0"/>
          <a:chOff x="0" y="0"/>
          <a:chExt cx="0" cy="0"/>
        </a:xfrm>
      </p:grpSpPr>
      <p:sp>
        <p:nvSpPr>
          <p:cNvPr id="16" name="Picture Placeholder 7"/>
          <p:cNvSpPr>
            <a:spLocks noGrp="1"/>
          </p:cNvSpPr>
          <p:nvPr>
            <p:ph type="pic" sz="quarter" idx="15" hasCustomPrompt="1"/>
          </p:nvPr>
        </p:nvSpPr>
        <p:spPr>
          <a:xfrm>
            <a:off x="736664" y="1583268"/>
            <a:ext cx="248160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17" name="Rectangle 16"/>
          <p:cNvSpPr/>
          <p:nvPr userDrawn="1"/>
        </p:nvSpPr>
        <p:spPr>
          <a:xfrm>
            <a:off x="736665" y="3401374"/>
            <a:ext cx="2481605" cy="56122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48" name="Text Placeholder 3"/>
          <p:cNvSpPr>
            <a:spLocks noGrp="1"/>
          </p:cNvSpPr>
          <p:nvPr>
            <p:ph type="body" sz="half" idx="16"/>
          </p:nvPr>
        </p:nvSpPr>
        <p:spPr>
          <a:xfrm>
            <a:off x="736665" y="3414798"/>
            <a:ext cx="2481605" cy="508973"/>
          </a:xfrm>
          <a:prstGeom prst="rect">
            <a:avLst/>
          </a:prstGeom>
        </p:spPr>
        <p:txBody>
          <a:bodyPr wrap="square" lIns="0" tIns="0" rIns="0" bIns="0" anchor="t">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a:p>
            <a:pPr lvl="0"/>
            <a:endParaRPr lang="en-US" dirty="0" smtClean="0"/>
          </a:p>
        </p:txBody>
      </p:sp>
      <p:sp>
        <p:nvSpPr>
          <p:cNvPr id="49" name="Picture Placeholder 7"/>
          <p:cNvSpPr>
            <a:spLocks noGrp="1"/>
          </p:cNvSpPr>
          <p:nvPr>
            <p:ph type="pic" sz="quarter" idx="17" hasCustomPrompt="1"/>
          </p:nvPr>
        </p:nvSpPr>
        <p:spPr>
          <a:xfrm>
            <a:off x="3501466" y="1583268"/>
            <a:ext cx="248160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0" name="Rectangle 49"/>
          <p:cNvSpPr/>
          <p:nvPr userDrawn="1"/>
        </p:nvSpPr>
        <p:spPr>
          <a:xfrm>
            <a:off x="3501468" y="3401374"/>
            <a:ext cx="2481605" cy="56122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51" name="Text Placeholder 3"/>
          <p:cNvSpPr>
            <a:spLocks noGrp="1"/>
          </p:cNvSpPr>
          <p:nvPr>
            <p:ph type="body" sz="half" idx="18"/>
          </p:nvPr>
        </p:nvSpPr>
        <p:spPr>
          <a:xfrm>
            <a:off x="3501468" y="3414798"/>
            <a:ext cx="2481605" cy="508973"/>
          </a:xfrm>
          <a:prstGeom prst="rect">
            <a:avLst/>
          </a:prstGeom>
        </p:spPr>
        <p:txBody>
          <a:bodyPr wrap="square" lIns="0" tIns="0" rIns="0" bIns="0" anchor="t">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a:p>
            <a:pPr lvl="0"/>
            <a:endParaRPr lang="en-US" dirty="0" smtClean="0"/>
          </a:p>
        </p:txBody>
      </p:sp>
      <p:sp>
        <p:nvSpPr>
          <p:cNvPr id="52" name="Picture Placeholder 7"/>
          <p:cNvSpPr>
            <a:spLocks noGrp="1"/>
          </p:cNvSpPr>
          <p:nvPr>
            <p:ph type="pic" sz="quarter" idx="19" hasCustomPrompt="1"/>
          </p:nvPr>
        </p:nvSpPr>
        <p:spPr>
          <a:xfrm>
            <a:off x="6244666" y="1583268"/>
            <a:ext cx="248160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3" name="Rectangle 52"/>
          <p:cNvSpPr/>
          <p:nvPr userDrawn="1"/>
        </p:nvSpPr>
        <p:spPr>
          <a:xfrm>
            <a:off x="6244668" y="3401374"/>
            <a:ext cx="2481605" cy="56122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54" name="Text Placeholder 3"/>
          <p:cNvSpPr>
            <a:spLocks noGrp="1"/>
          </p:cNvSpPr>
          <p:nvPr>
            <p:ph type="body" sz="half" idx="20"/>
          </p:nvPr>
        </p:nvSpPr>
        <p:spPr>
          <a:xfrm>
            <a:off x="6244668" y="3414798"/>
            <a:ext cx="2481605" cy="508973"/>
          </a:xfrm>
          <a:prstGeom prst="rect">
            <a:avLst/>
          </a:prstGeom>
        </p:spPr>
        <p:txBody>
          <a:bodyPr wrap="square" lIns="0" tIns="0" rIns="0" bIns="0" anchor="t">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a:p>
            <a:pPr lvl="0"/>
            <a:endParaRPr lang="en-US" dirty="0" smtClean="0"/>
          </a:p>
        </p:txBody>
      </p:sp>
      <p:sp>
        <p:nvSpPr>
          <p:cNvPr id="55" name="Picture Placeholder 7"/>
          <p:cNvSpPr>
            <a:spLocks noGrp="1"/>
          </p:cNvSpPr>
          <p:nvPr>
            <p:ph type="pic" sz="quarter" idx="21" hasCustomPrompt="1"/>
          </p:nvPr>
        </p:nvSpPr>
        <p:spPr>
          <a:xfrm>
            <a:off x="8987866" y="1583268"/>
            <a:ext cx="248160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6" name="Rectangle 55"/>
          <p:cNvSpPr/>
          <p:nvPr userDrawn="1"/>
        </p:nvSpPr>
        <p:spPr>
          <a:xfrm>
            <a:off x="8987868" y="3401374"/>
            <a:ext cx="2481605" cy="561221"/>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57" name="Text Placeholder 3"/>
          <p:cNvSpPr>
            <a:spLocks noGrp="1"/>
          </p:cNvSpPr>
          <p:nvPr>
            <p:ph type="body" sz="half" idx="22"/>
          </p:nvPr>
        </p:nvSpPr>
        <p:spPr>
          <a:xfrm>
            <a:off x="8987868" y="3414798"/>
            <a:ext cx="2481605" cy="508973"/>
          </a:xfrm>
          <a:prstGeom prst="rect">
            <a:avLst/>
          </a:prstGeom>
        </p:spPr>
        <p:txBody>
          <a:bodyPr wrap="square" lIns="0" tIns="0" rIns="0" bIns="0" anchor="t">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a:p>
            <a:pPr lvl="0"/>
            <a:endParaRPr lang="en-US" dirty="0" smtClean="0"/>
          </a:p>
        </p:txBody>
      </p:sp>
      <p:sp>
        <p:nvSpPr>
          <p:cNvPr id="58" name="Picture Placeholder 7"/>
          <p:cNvSpPr>
            <a:spLocks noGrp="1"/>
          </p:cNvSpPr>
          <p:nvPr>
            <p:ph type="pic" sz="quarter" idx="23" hasCustomPrompt="1"/>
          </p:nvPr>
        </p:nvSpPr>
        <p:spPr>
          <a:xfrm>
            <a:off x="736664" y="4022110"/>
            <a:ext cx="248160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9" name="Rectangle 58"/>
          <p:cNvSpPr/>
          <p:nvPr userDrawn="1"/>
        </p:nvSpPr>
        <p:spPr>
          <a:xfrm>
            <a:off x="736665" y="5840216"/>
            <a:ext cx="2481605" cy="561221"/>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60" name="Text Placeholder 3"/>
          <p:cNvSpPr>
            <a:spLocks noGrp="1"/>
          </p:cNvSpPr>
          <p:nvPr>
            <p:ph type="body" sz="half" idx="24"/>
          </p:nvPr>
        </p:nvSpPr>
        <p:spPr>
          <a:xfrm>
            <a:off x="736665" y="5853640"/>
            <a:ext cx="2481605" cy="508973"/>
          </a:xfrm>
          <a:prstGeom prst="rect">
            <a:avLst/>
          </a:prstGeom>
        </p:spPr>
        <p:txBody>
          <a:bodyPr wrap="square" lIns="0" tIns="0" rIns="0" bIns="0" anchor="t">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a:p>
            <a:pPr lvl="0"/>
            <a:endParaRPr lang="en-US" dirty="0" smtClean="0"/>
          </a:p>
        </p:txBody>
      </p:sp>
      <p:sp>
        <p:nvSpPr>
          <p:cNvPr id="61" name="Picture Placeholder 7"/>
          <p:cNvSpPr>
            <a:spLocks noGrp="1"/>
          </p:cNvSpPr>
          <p:nvPr>
            <p:ph type="pic" sz="quarter" idx="25" hasCustomPrompt="1"/>
          </p:nvPr>
        </p:nvSpPr>
        <p:spPr>
          <a:xfrm>
            <a:off x="3501466" y="4022110"/>
            <a:ext cx="248160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62" name="Rectangle 61"/>
          <p:cNvSpPr/>
          <p:nvPr userDrawn="1"/>
        </p:nvSpPr>
        <p:spPr>
          <a:xfrm>
            <a:off x="3501468" y="5840216"/>
            <a:ext cx="2481605" cy="561221"/>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63" name="Text Placeholder 3"/>
          <p:cNvSpPr>
            <a:spLocks noGrp="1"/>
          </p:cNvSpPr>
          <p:nvPr>
            <p:ph type="body" sz="half" idx="26"/>
          </p:nvPr>
        </p:nvSpPr>
        <p:spPr>
          <a:xfrm>
            <a:off x="3501468" y="5853640"/>
            <a:ext cx="2481605" cy="508973"/>
          </a:xfrm>
          <a:prstGeom prst="rect">
            <a:avLst/>
          </a:prstGeom>
        </p:spPr>
        <p:txBody>
          <a:bodyPr wrap="square" lIns="0" tIns="0" rIns="0" bIns="0" anchor="t">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a:p>
            <a:pPr lvl="0"/>
            <a:endParaRPr lang="en-US" dirty="0" smtClean="0"/>
          </a:p>
        </p:txBody>
      </p:sp>
      <p:sp>
        <p:nvSpPr>
          <p:cNvPr id="64" name="Picture Placeholder 7"/>
          <p:cNvSpPr>
            <a:spLocks noGrp="1"/>
          </p:cNvSpPr>
          <p:nvPr>
            <p:ph type="pic" sz="quarter" idx="27" hasCustomPrompt="1"/>
          </p:nvPr>
        </p:nvSpPr>
        <p:spPr>
          <a:xfrm>
            <a:off x="6244666" y="4022110"/>
            <a:ext cx="248160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65" name="Rectangle 64"/>
          <p:cNvSpPr/>
          <p:nvPr userDrawn="1"/>
        </p:nvSpPr>
        <p:spPr>
          <a:xfrm>
            <a:off x="6244668" y="5840216"/>
            <a:ext cx="2481605" cy="56122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66" name="Text Placeholder 3"/>
          <p:cNvSpPr>
            <a:spLocks noGrp="1"/>
          </p:cNvSpPr>
          <p:nvPr>
            <p:ph type="body" sz="half" idx="28"/>
          </p:nvPr>
        </p:nvSpPr>
        <p:spPr>
          <a:xfrm>
            <a:off x="6244668" y="5853640"/>
            <a:ext cx="2481605" cy="508973"/>
          </a:xfrm>
          <a:prstGeom prst="rect">
            <a:avLst/>
          </a:prstGeom>
        </p:spPr>
        <p:txBody>
          <a:bodyPr wrap="square" lIns="0" tIns="0" rIns="0" bIns="0" anchor="t">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a:p>
            <a:pPr lvl="0"/>
            <a:endParaRPr lang="en-US" dirty="0" smtClean="0"/>
          </a:p>
        </p:txBody>
      </p:sp>
      <p:sp>
        <p:nvSpPr>
          <p:cNvPr id="67" name="Picture Placeholder 7"/>
          <p:cNvSpPr>
            <a:spLocks noGrp="1"/>
          </p:cNvSpPr>
          <p:nvPr>
            <p:ph type="pic" sz="quarter" idx="29" hasCustomPrompt="1"/>
          </p:nvPr>
        </p:nvSpPr>
        <p:spPr>
          <a:xfrm>
            <a:off x="8987866" y="4022110"/>
            <a:ext cx="248160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68" name="Rectangle 67"/>
          <p:cNvSpPr/>
          <p:nvPr userDrawn="1"/>
        </p:nvSpPr>
        <p:spPr>
          <a:xfrm>
            <a:off x="8987868" y="5840216"/>
            <a:ext cx="2481605" cy="56122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69" name="Text Placeholder 3"/>
          <p:cNvSpPr>
            <a:spLocks noGrp="1"/>
          </p:cNvSpPr>
          <p:nvPr>
            <p:ph type="body" sz="half" idx="30"/>
          </p:nvPr>
        </p:nvSpPr>
        <p:spPr>
          <a:xfrm>
            <a:off x="8987868" y="5853640"/>
            <a:ext cx="2481605" cy="508973"/>
          </a:xfrm>
          <a:prstGeom prst="rect">
            <a:avLst/>
          </a:prstGeom>
        </p:spPr>
        <p:txBody>
          <a:bodyPr wrap="square" lIns="0" tIns="0" rIns="0" bIns="0" anchor="t">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a:p>
            <a:pPr lvl="0"/>
            <a:endParaRPr lang="en-US" dirty="0" smtClean="0"/>
          </a:p>
        </p:txBody>
      </p:sp>
      <p:sp>
        <p:nvSpPr>
          <p:cNvPr id="30"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31"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30104700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after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wipe(down)">
                                      <p:cBhvr>
                                        <p:cTn id="7" dur="500"/>
                                        <p:tgtEl>
                                          <p:spTgt spid="16"/>
                                        </p:tgtEl>
                                      </p:cBhvr>
                                    </p:animEffect>
                                  </p:childTnLst>
                                </p:cTn>
                              </p:par>
                            </p:childTnLst>
                          </p:cTn>
                        </p:par>
                        <p:par>
                          <p:cTn id="8" fill="hold">
                            <p:stCondLst>
                              <p:cond delay="500"/>
                            </p:stCondLst>
                            <p:childTnLst>
                              <p:par>
                                <p:cTn id="9" presetID="22" presetClass="entr" presetSubtype="4" fill="hold" grpId="0" nodeType="afterEffect">
                                  <p:stCondLst>
                                    <p:cond delay="0"/>
                                  </p:stCondLst>
                                  <p:childTnLst>
                                    <p:set>
                                      <p:cBhvr>
                                        <p:cTn id="10" dur="1" fill="hold">
                                          <p:stCondLst>
                                            <p:cond delay="0"/>
                                          </p:stCondLst>
                                        </p:cTn>
                                        <p:tgtEl>
                                          <p:spTgt spid="17"/>
                                        </p:tgtEl>
                                        <p:attrNameLst>
                                          <p:attrName>style.visibility</p:attrName>
                                        </p:attrNameLst>
                                      </p:cBhvr>
                                      <p:to>
                                        <p:strVal val="visible"/>
                                      </p:to>
                                    </p:set>
                                    <p:animEffect transition="in" filter="wipe(down)">
                                      <p:cBhvr>
                                        <p:cTn id="11" dur="500"/>
                                        <p:tgtEl>
                                          <p:spTgt spid="17"/>
                                        </p:tgtEl>
                                      </p:cBhvr>
                                    </p:animEffect>
                                  </p:childTnLst>
                                </p:cTn>
                              </p:par>
                            </p:childTnLst>
                          </p:cTn>
                        </p:par>
                        <p:par>
                          <p:cTn id="12" fill="hold">
                            <p:stCondLst>
                              <p:cond delay="1000"/>
                            </p:stCondLst>
                            <p:childTnLst>
                              <p:par>
                                <p:cTn id="13" presetID="22" presetClass="entr" presetSubtype="4" fill="hold" grpId="0" nodeType="afterEffect" nodePh="1">
                                  <p:stCondLst>
                                    <p:cond delay="0"/>
                                  </p:stCondLst>
                                  <p:endCondLst>
                                    <p:cond evt="begin" delay="0">
                                      <p:tn val="13"/>
                                    </p:cond>
                                  </p:endCondLst>
                                  <p:childTnLst>
                                    <p:set>
                                      <p:cBhvr>
                                        <p:cTn id="14" dur="1" fill="hold">
                                          <p:stCondLst>
                                            <p:cond delay="0"/>
                                          </p:stCondLst>
                                        </p:cTn>
                                        <p:tgtEl>
                                          <p:spTgt spid="48">
                                            <p:txEl>
                                              <p:pRg st="0" end="0"/>
                                            </p:txEl>
                                          </p:spTgt>
                                        </p:tgtEl>
                                        <p:attrNameLst>
                                          <p:attrName>style.visibility</p:attrName>
                                        </p:attrNameLst>
                                      </p:cBhvr>
                                      <p:to>
                                        <p:strVal val="visible"/>
                                      </p:to>
                                    </p:set>
                                    <p:animEffect transition="in" filter="wipe(down)">
                                      <p:cBhvr>
                                        <p:cTn id="15" dur="500"/>
                                        <p:tgtEl>
                                          <p:spTgt spid="48">
                                            <p:txEl>
                                              <p:pRg st="0" end="0"/>
                                            </p:txEl>
                                          </p:spTgt>
                                        </p:tgtEl>
                                      </p:cBhvr>
                                    </p:animEffect>
                                  </p:childTnLst>
                                </p:cTn>
                              </p:par>
                            </p:childTnLst>
                          </p:cTn>
                        </p:par>
                        <p:par>
                          <p:cTn id="16" fill="hold">
                            <p:stCondLst>
                              <p:cond delay="1500"/>
                            </p:stCondLst>
                            <p:childTnLst>
                              <p:par>
                                <p:cTn id="17" presetID="22" presetClass="entr" presetSubtype="4" fill="hold" grpId="0" nodeType="afterEffect">
                                  <p:stCondLst>
                                    <p:cond delay="0"/>
                                  </p:stCondLst>
                                  <p:childTnLst>
                                    <p:set>
                                      <p:cBhvr>
                                        <p:cTn id="18" dur="1" fill="hold">
                                          <p:stCondLst>
                                            <p:cond delay="0"/>
                                          </p:stCondLst>
                                        </p:cTn>
                                        <p:tgtEl>
                                          <p:spTgt spid="49"/>
                                        </p:tgtEl>
                                        <p:attrNameLst>
                                          <p:attrName>style.visibility</p:attrName>
                                        </p:attrNameLst>
                                      </p:cBhvr>
                                      <p:to>
                                        <p:strVal val="visible"/>
                                      </p:to>
                                    </p:set>
                                    <p:animEffect transition="in" filter="wipe(down)">
                                      <p:cBhvr>
                                        <p:cTn id="19" dur="500"/>
                                        <p:tgtEl>
                                          <p:spTgt spid="49"/>
                                        </p:tgtEl>
                                      </p:cBhvr>
                                    </p:animEffect>
                                  </p:childTnLst>
                                </p:cTn>
                              </p:par>
                            </p:childTnLst>
                          </p:cTn>
                        </p:par>
                        <p:par>
                          <p:cTn id="20" fill="hold">
                            <p:stCondLst>
                              <p:cond delay="2000"/>
                            </p:stCondLst>
                            <p:childTnLst>
                              <p:par>
                                <p:cTn id="21" presetID="22" presetClass="entr" presetSubtype="4" fill="hold" grpId="0" nodeType="afterEffect">
                                  <p:stCondLst>
                                    <p:cond delay="0"/>
                                  </p:stCondLst>
                                  <p:childTnLst>
                                    <p:set>
                                      <p:cBhvr>
                                        <p:cTn id="22" dur="1" fill="hold">
                                          <p:stCondLst>
                                            <p:cond delay="0"/>
                                          </p:stCondLst>
                                        </p:cTn>
                                        <p:tgtEl>
                                          <p:spTgt spid="50"/>
                                        </p:tgtEl>
                                        <p:attrNameLst>
                                          <p:attrName>style.visibility</p:attrName>
                                        </p:attrNameLst>
                                      </p:cBhvr>
                                      <p:to>
                                        <p:strVal val="visible"/>
                                      </p:to>
                                    </p:set>
                                    <p:animEffect transition="in" filter="wipe(down)">
                                      <p:cBhvr>
                                        <p:cTn id="23" dur="500"/>
                                        <p:tgtEl>
                                          <p:spTgt spid="50"/>
                                        </p:tgtEl>
                                      </p:cBhvr>
                                    </p:animEffect>
                                  </p:childTnLst>
                                </p:cTn>
                              </p:par>
                            </p:childTnLst>
                          </p:cTn>
                        </p:par>
                        <p:par>
                          <p:cTn id="24" fill="hold">
                            <p:stCondLst>
                              <p:cond delay="2500"/>
                            </p:stCondLst>
                            <p:childTnLst>
                              <p:par>
                                <p:cTn id="25" presetID="22" presetClass="entr" presetSubtype="4" fill="hold" grpId="0" nodeType="afterEffect" nodePh="1">
                                  <p:stCondLst>
                                    <p:cond delay="0"/>
                                  </p:stCondLst>
                                  <p:endCondLst>
                                    <p:cond evt="begin" delay="0">
                                      <p:tn val="25"/>
                                    </p:cond>
                                  </p:endCondLst>
                                  <p:childTnLst>
                                    <p:set>
                                      <p:cBhvr>
                                        <p:cTn id="26" dur="1" fill="hold">
                                          <p:stCondLst>
                                            <p:cond delay="0"/>
                                          </p:stCondLst>
                                        </p:cTn>
                                        <p:tgtEl>
                                          <p:spTgt spid="51">
                                            <p:txEl>
                                              <p:pRg st="0" end="0"/>
                                            </p:txEl>
                                          </p:spTgt>
                                        </p:tgtEl>
                                        <p:attrNameLst>
                                          <p:attrName>style.visibility</p:attrName>
                                        </p:attrNameLst>
                                      </p:cBhvr>
                                      <p:to>
                                        <p:strVal val="visible"/>
                                      </p:to>
                                    </p:set>
                                    <p:animEffect transition="in" filter="wipe(down)">
                                      <p:cBhvr>
                                        <p:cTn id="27" dur="500"/>
                                        <p:tgtEl>
                                          <p:spTgt spid="51">
                                            <p:txEl>
                                              <p:pRg st="0" end="0"/>
                                            </p:txEl>
                                          </p:spTgt>
                                        </p:tgtEl>
                                      </p:cBhvr>
                                    </p:animEffect>
                                  </p:childTnLst>
                                </p:cTn>
                              </p:par>
                            </p:childTnLst>
                          </p:cTn>
                        </p:par>
                        <p:par>
                          <p:cTn id="28" fill="hold">
                            <p:stCondLst>
                              <p:cond delay="3000"/>
                            </p:stCondLst>
                            <p:childTnLst>
                              <p:par>
                                <p:cTn id="29" presetID="22" presetClass="entr" presetSubtype="4" fill="hold" grpId="0" nodeType="afterEffect">
                                  <p:stCondLst>
                                    <p:cond delay="0"/>
                                  </p:stCondLst>
                                  <p:childTnLst>
                                    <p:set>
                                      <p:cBhvr>
                                        <p:cTn id="30" dur="1" fill="hold">
                                          <p:stCondLst>
                                            <p:cond delay="0"/>
                                          </p:stCondLst>
                                        </p:cTn>
                                        <p:tgtEl>
                                          <p:spTgt spid="52"/>
                                        </p:tgtEl>
                                        <p:attrNameLst>
                                          <p:attrName>style.visibility</p:attrName>
                                        </p:attrNameLst>
                                      </p:cBhvr>
                                      <p:to>
                                        <p:strVal val="visible"/>
                                      </p:to>
                                    </p:set>
                                    <p:animEffect transition="in" filter="wipe(down)">
                                      <p:cBhvr>
                                        <p:cTn id="31" dur="500"/>
                                        <p:tgtEl>
                                          <p:spTgt spid="52"/>
                                        </p:tgtEl>
                                      </p:cBhvr>
                                    </p:animEffect>
                                  </p:childTnLst>
                                </p:cTn>
                              </p:par>
                            </p:childTnLst>
                          </p:cTn>
                        </p:par>
                        <p:par>
                          <p:cTn id="32" fill="hold">
                            <p:stCondLst>
                              <p:cond delay="3500"/>
                            </p:stCondLst>
                            <p:childTnLst>
                              <p:par>
                                <p:cTn id="33" presetID="22" presetClass="entr" presetSubtype="4" fill="hold" grpId="0" nodeType="afterEffect">
                                  <p:stCondLst>
                                    <p:cond delay="0"/>
                                  </p:stCondLst>
                                  <p:childTnLst>
                                    <p:set>
                                      <p:cBhvr>
                                        <p:cTn id="34" dur="1" fill="hold">
                                          <p:stCondLst>
                                            <p:cond delay="0"/>
                                          </p:stCondLst>
                                        </p:cTn>
                                        <p:tgtEl>
                                          <p:spTgt spid="53"/>
                                        </p:tgtEl>
                                        <p:attrNameLst>
                                          <p:attrName>style.visibility</p:attrName>
                                        </p:attrNameLst>
                                      </p:cBhvr>
                                      <p:to>
                                        <p:strVal val="visible"/>
                                      </p:to>
                                    </p:set>
                                    <p:animEffect transition="in" filter="wipe(down)">
                                      <p:cBhvr>
                                        <p:cTn id="35" dur="500"/>
                                        <p:tgtEl>
                                          <p:spTgt spid="53"/>
                                        </p:tgtEl>
                                      </p:cBhvr>
                                    </p:animEffect>
                                  </p:childTnLst>
                                </p:cTn>
                              </p:par>
                            </p:childTnLst>
                          </p:cTn>
                        </p:par>
                        <p:par>
                          <p:cTn id="36" fill="hold">
                            <p:stCondLst>
                              <p:cond delay="4000"/>
                            </p:stCondLst>
                            <p:childTnLst>
                              <p:par>
                                <p:cTn id="37" presetID="22" presetClass="entr" presetSubtype="4" fill="hold" grpId="0" nodeType="afterEffect" nodePh="1">
                                  <p:stCondLst>
                                    <p:cond delay="0"/>
                                  </p:stCondLst>
                                  <p:endCondLst>
                                    <p:cond evt="begin" delay="0">
                                      <p:tn val="37"/>
                                    </p:cond>
                                  </p:endCondLst>
                                  <p:childTnLst>
                                    <p:set>
                                      <p:cBhvr>
                                        <p:cTn id="38" dur="1" fill="hold">
                                          <p:stCondLst>
                                            <p:cond delay="0"/>
                                          </p:stCondLst>
                                        </p:cTn>
                                        <p:tgtEl>
                                          <p:spTgt spid="54">
                                            <p:txEl>
                                              <p:pRg st="0" end="0"/>
                                            </p:txEl>
                                          </p:spTgt>
                                        </p:tgtEl>
                                        <p:attrNameLst>
                                          <p:attrName>style.visibility</p:attrName>
                                        </p:attrNameLst>
                                      </p:cBhvr>
                                      <p:to>
                                        <p:strVal val="visible"/>
                                      </p:to>
                                    </p:set>
                                    <p:animEffect transition="in" filter="wipe(down)">
                                      <p:cBhvr>
                                        <p:cTn id="39" dur="500"/>
                                        <p:tgtEl>
                                          <p:spTgt spid="54">
                                            <p:txEl>
                                              <p:pRg st="0" end="0"/>
                                            </p:txEl>
                                          </p:spTgt>
                                        </p:tgtEl>
                                      </p:cBhvr>
                                    </p:animEffect>
                                  </p:childTnLst>
                                </p:cTn>
                              </p:par>
                            </p:childTnLst>
                          </p:cTn>
                        </p:par>
                        <p:par>
                          <p:cTn id="40" fill="hold">
                            <p:stCondLst>
                              <p:cond delay="4500"/>
                            </p:stCondLst>
                            <p:childTnLst>
                              <p:par>
                                <p:cTn id="41" presetID="22" presetClass="entr" presetSubtype="4" fill="hold" grpId="0" nodeType="afterEffect">
                                  <p:stCondLst>
                                    <p:cond delay="0"/>
                                  </p:stCondLst>
                                  <p:childTnLst>
                                    <p:set>
                                      <p:cBhvr>
                                        <p:cTn id="42" dur="1" fill="hold">
                                          <p:stCondLst>
                                            <p:cond delay="0"/>
                                          </p:stCondLst>
                                        </p:cTn>
                                        <p:tgtEl>
                                          <p:spTgt spid="55"/>
                                        </p:tgtEl>
                                        <p:attrNameLst>
                                          <p:attrName>style.visibility</p:attrName>
                                        </p:attrNameLst>
                                      </p:cBhvr>
                                      <p:to>
                                        <p:strVal val="visible"/>
                                      </p:to>
                                    </p:set>
                                    <p:animEffect transition="in" filter="wipe(down)">
                                      <p:cBhvr>
                                        <p:cTn id="43" dur="500"/>
                                        <p:tgtEl>
                                          <p:spTgt spid="55"/>
                                        </p:tgtEl>
                                      </p:cBhvr>
                                    </p:animEffect>
                                  </p:childTnLst>
                                </p:cTn>
                              </p:par>
                            </p:childTnLst>
                          </p:cTn>
                        </p:par>
                        <p:par>
                          <p:cTn id="44" fill="hold">
                            <p:stCondLst>
                              <p:cond delay="5000"/>
                            </p:stCondLst>
                            <p:childTnLst>
                              <p:par>
                                <p:cTn id="45" presetID="22" presetClass="entr" presetSubtype="4" fill="hold" grpId="0" nodeType="afterEffect">
                                  <p:stCondLst>
                                    <p:cond delay="0"/>
                                  </p:stCondLst>
                                  <p:childTnLst>
                                    <p:set>
                                      <p:cBhvr>
                                        <p:cTn id="46" dur="1" fill="hold">
                                          <p:stCondLst>
                                            <p:cond delay="0"/>
                                          </p:stCondLst>
                                        </p:cTn>
                                        <p:tgtEl>
                                          <p:spTgt spid="56"/>
                                        </p:tgtEl>
                                        <p:attrNameLst>
                                          <p:attrName>style.visibility</p:attrName>
                                        </p:attrNameLst>
                                      </p:cBhvr>
                                      <p:to>
                                        <p:strVal val="visible"/>
                                      </p:to>
                                    </p:set>
                                    <p:animEffect transition="in" filter="wipe(down)">
                                      <p:cBhvr>
                                        <p:cTn id="47" dur="500"/>
                                        <p:tgtEl>
                                          <p:spTgt spid="56"/>
                                        </p:tgtEl>
                                      </p:cBhvr>
                                    </p:animEffect>
                                  </p:childTnLst>
                                </p:cTn>
                              </p:par>
                            </p:childTnLst>
                          </p:cTn>
                        </p:par>
                        <p:par>
                          <p:cTn id="48" fill="hold">
                            <p:stCondLst>
                              <p:cond delay="5500"/>
                            </p:stCondLst>
                            <p:childTnLst>
                              <p:par>
                                <p:cTn id="49" presetID="22" presetClass="entr" presetSubtype="4" fill="hold" grpId="0" nodeType="afterEffect" nodePh="1">
                                  <p:stCondLst>
                                    <p:cond delay="0"/>
                                  </p:stCondLst>
                                  <p:endCondLst>
                                    <p:cond evt="begin" delay="0">
                                      <p:tn val="49"/>
                                    </p:cond>
                                  </p:endCondLst>
                                  <p:childTnLst>
                                    <p:set>
                                      <p:cBhvr>
                                        <p:cTn id="50" dur="1" fill="hold">
                                          <p:stCondLst>
                                            <p:cond delay="0"/>
                                          </p:stCondLst>
                                        </p:cTn>
                                        <p:tgtEl>
                                          <p:spTgt spid="57">
                                            <p:txEl>
                                              <p:pRg st="0" end="0"/>
                                            </p:txEl>
                                          </p:spTgt>
                                        </p:tgtEl>
                                        <p:attrNameLst>
                                          <p:attrName>style.visibility</p:attrName>
                                        </p:attrNameLst>
                                      </p:cBhvr>
                                      <p:to>
                                        <p:strVal val="visible"/>
                                      </p:to>
                                    </p:set>
                                    <p:animEffect transition="in" filter="wipe(down)">
                                      <p:cBhvr>
                                        <p:cTn id="51" dur="500"/>
                                        <p:tgtEl>
                                          <p:spTgt spid="57">
                                            <p:txEl>
                                              <p:pRg st="0" end="0"/>
                                            </p:txEl>
                                          </p:spTgt>
                                        </p:tgtEl>
                                      </p:cBhvr>
                                    </p:animEffect>
                                  </p:childTnLst>
                                </p:cTn>
                              </p:par>
                            </p:childTnLst>
                          </p:cTn>
                        </p:par>
                        <p:par>
                          <p:cTn id="52" fill="hold">
                            <p:stCondLst>
                              <p:cond delay="6000"/>
                            </p:stCondLst>
                            <p:childTnLst>
                              <p:par>
                                <p:cTn id="53" presetID="22" presetClass="entr" presetSubtype="4" fill="hold" grpId="0" nodeType="afterEffect">
                                  <p:stCondLst>
                                    <p:cond delay="0"/>
                                  </p:stCondLst>
                                  <p:childTnLst>
                                    <p:set>
                                      <p:cBhvr>
                                        <p:cTn id="54" dur="1" fill="hold">
                                          <p:stCondLst>
                                            <p:cond delay="0"/>
                                          </p:stCondLst>
                                        </p:cTn>
                                        <p:tgtEl>
                                          <p:spTgt spid="58"/>
                                        </p:tgtEl>
                                        <p:attrNameLst>
                                          <p:attrName>style.visibility</p:attrName>
                                        </p:attrNameLst>
                                      </p:cBhvr>
                                      <p:to>
                                        <p:strVal val="visible"/>
                                      </p:to>
                                    </p:set>
                                    <p:animEffect transition="in" filter="wipe(down)">
                                      <p:cBhvr>
                                        <p:cTn id="55" dur="500"/>
                                        <p:tgtEl>
                                          <p:spTgt spid="58"/>
                                        </p:tgtEl>
                                      </p:cBhvr>
                                    </p:animEffect>
                                  </p:childTnLst>
                                </p:cTn>
                              </p:par>
                            </p:childTnLst>
                          </p:cTn>
                        </p:par>
                        <p:par>
                          <p:cTn id="56" fill="hold">
                            <p:stCondLst>
                              <p:cond delay="6500"/>
                            </p:stCondLst>
                            <p:childTnLst>
                              <p:par>
                                <p:cTn id="57" presetID="22" presetClass="entr" presetSubtype="4" fill="hold" grpId="0" nodeType="afterEffect">
                                  <p:stCondLst>
                                    <p:cond delay="0"/>
                                  </p:stCondLst>
                                  <p:childTnLst>
                                    <p:set>
                                      <p:cBhvr>
                                        <p:cTn id="58" dur="1" fill="hold">
                                          <p:stCondLst>
                                            <p:cond delay="0"/>
                                          </p:stCondLst>
                                        </p:cTn>
                                        <p:tgtEl>
                                          <p:spTgt spid="59"/>
                                        </p:tgtEl>
                                        <p:attrNameLst>
                                          <p:attrName>style.visibility</p:attrName>
                                        </p:attrNameLst>
                                      </p:cBhvr>
                                      <p:to>
                                        <p:strVal val="visible"/>
                                      </p:to>
                                    </p:set>
                                    <p:animEffect transition="in" filter="wipe(down)">
                                      <p:cBhvr>
                                        <p:cTn id="59" dur="500"/>
                                        <p:tgtEl>
                                          <p:spTgt spid="59"/>
                                        </p:tgtEl>
                                      </p:cBhvr>
                                    </p:animEffect>
                                  </p:childTnLst>
                                </p:cTn>
                              </p:par>
                            </p:childTnLst>
                          </p:cTn>
                        </p:par>
                        <p:par>
                          <p:cTn id="60" fill="hold">
                            <p:stCondLst>
                              <p:cond delay="7000"/>
                            </p:stCondLst>
                            <p:childTnLst>
                              <p:par>
                                <p:cTn id="61" presetID="22" presetClass="entr" presetSubtype="4" fill="hold" grpId="0" nodeType="afterEffect" nodePh="1">
                                  <p:stCondLst>
                                    <p:cond delay="0"/>
                                  </p:stCondLst>
                                  <p:endCondLst>
                                    <p:cond evt="begin" delay="0">
                                      <p:tn val="61"/>
                                    </p:cond>
                                  </p:endCondLst>
                                  <p:childTnLst>
                                    <p:set>
                                      <p:cBhvr>
                                        <p:cTn id="62" dur="1" fill="hold">
                                          <p:stCondLst>
                                            <p:cond delay="0"/>
                                          </p:stCondLst>
                                        </p:cTn>
                                        <p:tgtEl>
                                          <p:spTgt spid="60">
                                            <p:txEl>
                                              <p:pRg st="0" end="0"/>
                                            </p:txEl>
                                          </p:spTgt>
                                        </p:tgtEl>
                                        <p:attrNameLst>
                                          <p:attrName>style.visibility</p:attrName>
                                        </p:attrNameLst>
                                      </p:cBhvr>
                                      <p:to>
                                        <p:strVal val="visible"/>
                                      </p:to>
                                    </p:set>
                                    <p:animEffect transition="in" filter="wipe(down)">
                                      <p:cBhvr>
                                        <p:cTn id="63" dur="500"/>
                                        <p:tgtEl>
                                          <p:spTgt spid="60">
                                            <p:txEl>
                                              <p:pRg st="0" end="0"/>
                                            </p:txEl>
                                          </p:spTgt>
                                        </p:tgtEl>
                                      </p:cBhvr>
                                    </p:animEffect>
                                  </p:childTnLst>
                                </p:cTn>
                              </p:par>
                            </p:childTnLst>
                          </p:cTn>
                        </p:par>
                        <p:par>
                          <p:cTn id="64" fill="hold">
                            <p:stCondLst>
                              <p:cond delay="7500"/>
                            </p:stCondLst>
                            <p:childTnLst>
                              <p:par>
                                <p:cTn id="65" presetID="22" presetClass="entr" presetSubtype="4" fill="hold" grpId="0" nodeType="afterEffect">
                                  <p:stCondLst>
                                    <p:cond delay="0"/>
                                  </p:stCondLst>
                                  <p:childTnLst>
                                    <p:set>
                                      <p:cBhvr>
                                        <p:cTn id="66" dur="1" fill="hold">
                                          <p:stCondLst>
                                            <p:cond delay="0"/>
                                          </p:stCondLst>
                                        </p:cTn>
                                        <p:tgtEl>
                                          <p:spTgt spid="61"/>
                                        </p:tgtEl>
                                        <p:attrNameLst>
                                          <p:attrName>style.visibility</p:attrName>
                                        </p:attrNameLst>
                                      </p:cBhvr>
                                      <p:to>
                                        <p:strVal val="visible"/>
                                      </p:to>
                                    </p:set>
                                    <p:animEffect transition="in" filter="wipe(down)">
                                      <p:cBhvr>
                                        <p:cTn id="67" dur="500"/>
                                        <p:tgtEl>
                                          <p:spTgt spid="61"/>
                                        </p:tgtEl>
                                      </p:cBhvr>
                                    </p:animEffect>
                                  </p:childTnLst>
                                </p:cTn>
                              </p:par>
                            </p:childTnLst>
                          </p:cTn>
                        </p:par>
                        <p:par>
                          <p:cTn id="68" fill="hold">
                            <p:stCondLst>
                              <p:cond delay="8000"/>
                            </p:stCondLst>
                            <p:childTnLst>
                              <p:par>
                                <p:cTn id="69" presetID="22" presetClass="entr" presetSubtype="4" fill="hold" grpId="0" nodeType="afterEffect">
                                  <p:stCondLst>
                                    <p:cond delay="0"/>
                                  </p:stCondLst>
                                  <p:childTnLst>
                                    <p:set>
                                      <p:cBhvr>
                                        <p:cTn id="70" dur="1" fill="hold">
                                          <p:stCondLst>
                                            <p:cond delay="0"/>
                                          </p:stCondLst>
                                        </p:cTn>
                                        <p:tgtEl>
                                          <p:spTgt spid="62"/>
                                        </p:tgtEl>
                                        <p:attrNameLst>
                                          <p:attrName>style.visibility</p:attrName>
                                        </p:attrNameLst>
                                      </p:cBhvr>
                                      <p:to>
                                        <p:strVal val="visible"/>
                                      </p:to>
                                    </p:set>
                                    <p:animEffect transition="in" filter="wipe(down)">
                                      <p:cBhvr>
                                        <p:cTn id="71" dur="500"/>
                                        <p:tgtEl>
                                          <p:spTgt spid="62"/>
                                        </p:tgtEl>
                                      </p:cBhvr>
                                    </p:animEffect>
                                  </p:childTnLst>
                                </p:cTn>
                              </p:par>
                            </p:childTnLst>
                          </p:cTn>
                        </p:par>
                        <p:par>
                          <p:cTn id="72" fill="hold">
                            <p:stCondLst>
                              <p:cond delay="8500"/>
                            </p:stCondLst>
                            <p:childTnLst>
                              <p:par>
                                <p:cTn id="73" presetID="22" presetClass="entr" presetSubtype="4" fill="hold" nodeType="afterEffect" nodePh="1">
                                  <p:stCondLst>
                                    <p:cond delay="0"/>
                                  </p:stCondLst>
                                  <p:endCondLst>
                                    <p:cond evt="begin" delay="0">
                                      <p:tn val="73"/>
                                    </p:cond>
                                  </p:endCondLst>
                                  <p:childTnLst>
                                    <p:set>
                                      <p:cBhvr>
                                        <p:cTn id="74" dur="1" fill="hold">
                                          <p:stCondLst>
                                            <p:cond delay="0"/>
                                          </p:stCondLst>
                                        </p:cTn>
                                        <p:tgtEl>
                                          <p:spTgt spid="63">
                                            <p:txEl>
                                              <p:pRg st="0" end="0"/>
                                            </p:txEl>
                                          </p:spTgt>
                                        </p:tgtEl>
                                        <p:attrNameLst>
                                          <p:attrName>style.visibility</p:attrName>
                                        </p:attrNameLst>
                                      </p:cBhvr>
                                      <p:to>
                                        <p:strVal val="visible"/>
                                      </p:to>
                                    </p:set>
                                    <p:animEffect transition="in" filter="wipe(down)">
                                      <p:cBhvr>
                                        <p:cTn id="75" dur="500"/>
                                        <p:tgtEl>
                                          <p:spTgt spid="63">
                                            <p:txEl>
                                              <p:pRg st="0" end="0"/>
                                            </p:txEl>
                                          </p:spTgt>
                                        </p:tgtEl>
                                      </p:cBhvr>
                                    </p:animEffect>
                                  </p:childTnLst>
                                </p:cTn>
                              </p:par>
                            </p:childTnLst>
                          </p:cTn>
                        </p:par>
                        <p:par>
                          <p:cTn id="76" fill="hold">
                            <p:stCondLst>
                              <p:cond delay="9000"/>
                            </p:stCondLst>
                            <p:childTnLst>
                              <p:par>
                                <p:cTn id="77" presetID="22" presetClass="entr" presetSubtype="4" fill="hold" grpId="0" nodeType="afterEffect">
                                  <p:stCondLst>
                                    <p:cond delay="0"/>
                                  </p:stCondLst>
                                  <p:childTnLst>
                                    <p:set>
                                      <p:cBhvr>
                                        <p:cTn id="78" dur="1" fill="hold">
                                          <p:stCondLst>
                                            <p:cond delay="0"/>
                                          </p:stCondLst>
                                        </p:cTn>
                                        <p:tgtEl>
                                          <p:spTgt spid="64"/>
                                        </p:tgtEl>
                                        <p:attrNameLst>
                                          <p:attrName>style.visibility</p:attrName>
                                        </p:attrNameLst>
                                      </p:cBhvr>
                                      <p:to>
                                        <p:strVal val="visible"/>
                                      </p:to>
                                    </p:set>
                                    <p:animEffect transition="in" filter="wipe(down)">
                                      <p:cBhvr>
                                        <p:cTn id="79" dur="500"/>
                                        <p:tgtEl>
                                          <p:spTgt spid="64"/>
                                        </p:tgtEl>
                                      </p:cBhvr>
                                    </p:animEffect>
                                  </p:childTnLst>
                                </p:cTn>
                              </p:par>
                            </p:childTnLst>
                          </p:cTn>
                        </p:par>
                        <p:par>
                          <p:cTn id="80" fill="hold">
                            <p:stCondLst>
                              <p:cond delay="9500"/>
                            </p:stCondLst>
                            <p:childTnLst>
                              <p:par>
                                <p:cTn id="81" presetID="22" presetClass="entr" presetSubtype="4" fill="hold" grpId="0" nodeType="afterEffect">
                                  <p:stCondLst>
                                    <p:cond delay="0"/>
                                  </p:stCondLst>
                                  <p:childTnLst>
                                    <p:set>
                                      <p:cBhvr>
                                        <p:cTn id="82" dur="1" fill="hold">
                                          <p:stCondLst>
                                            <p:cond delay="0"/>
                                          </p:stCondLst>
                                        </p:cTn>
                                        <p:tgtEl>
                                          <p:spTgt spid="65"/>
                                        </p:tgtEl>
                                        <p:attrNameLst>
                                          <p:attrName>style.visibility</p:attrName>
                                        </p:attrNameLst>
                                      </p:cBhvr>
                                      <p:to>
                                        <p:strVal val="visible"/>
                                      </p:to>
                                    </p:set>
                                    <p:animEffect transition="in" filter="wipe(down)">
                                      <p:cBhvr>
                                        <p:cTn id="83" dur="500"/>
                                        <p:tgtEl>
                                          <p:spTgt spid="65"/>
                                        </p:tgtEl>
                                      </p:cBhvr>
                                    </p:animEffect>
                                  </p:childTnLst>
                                </p:cTn>
                              </p:par>
                            </p:childTnLst>
                          </p:cTn>
                        </p:par>
                        <p:par>
                          <p:cTn id="84" fill="hold">
                            <p:stCondLst>
                              <p:cond delay="10000"/>
                            </p:stCondLst>
                            <p:childTnLst>
                              <p:par>
                                <p:cTn id="85" presetID="22" presetClass="entr" presetSubtype="4" fill="hold" grpId="0" nodeType="afterEffect" nodePh="1">
                                  <p:stCondLst>
                                    <p:cond delay="0"/>
                                  </p:stCondLst>
                                  <p:endCondLst>
                                    <p:cond evt="begin" delay="0">
                                      <p:tn val="85"/>
                                    </p:cond>
                                  </p:endCondLst>
                                  <p:childTnLst>
                                    <p:set>
                                      <p:cBhvr>
                                        <p:cTn id="86" dur="1" fill="hold">
                                          <p:stCondLst>
                                            <p:cond delay="0"/>
                                          </p:stCondLst>
                                        </p:cTn>
                                        <p:tgtEl>
                                          <p:spTgt spid="66">
                                            <p:txEl>
                                              <p:pRg st="0" end="0"/>
                                            </p:txEl>
                                          </p:spTgt>
                                        </p:tgtEl>
                                        <p:attrNameLst>
                                          <p:attrName>style.visibility</p:attrName>
                                        </p:attrNameLst>
                                      </p:cBhvr>
                                      <p:to>
                                        <p:strVal val="visible"/>
                                      </p:to>
                                    </p:set>
                                    <p:animEffect transition="in" filter="wipe(down)">
                                      <p:cBhvr>
                                        <p:cTn id="87" dur="500"/>
                                        <p:tgtEl>
                                          <p:spTgt spid="66">
                                            <p:txEl>
                                              <p:pRg st="0" end="0"/>
                                            </p:txEl>
                                          </p:spTgt>
                                        </p:tgtEl>
                                      </p:cBhvr>
                                    </p:animEffect>
                                  </p:childTnLst>
                                </p:cTn>
                              </p:par>
                            </p:childTnLst>
                          </p:cTn>
                        </p:par>
                        <p:par>
                          <p:cTn id="88" fill="hold">
                            <p:stCondLst>
                              <p:cond delay="10500"/>
                            </p:stCondLst>
                            <p:childTnLst>
                              <p:par>
                                <p:cTn id="89" presetID="22" presetClass="entr" presetSubtype="4" fill="hold" grpId="0" nodeType="afterEffect">
                                  <p:stCondLst>
                                    <p:cond delay="0"/>
                                  </p:stCondLst>
                                  <p:childTnLst>
                                    <p:set>
                                      <p:cBhvr>
                                        <p:cTn id="90" dur="1" fill="hold">
                                          <p:stCondLst>
                                            <p:cond delay="0"/>
                                          </p:stCondLst>
                                        </p:cTn>
                                        <p:tgtEl>
                                          <p:spTgt spid="67"/>
                                        </p:tgtEl>
                                        <p:attrNameLst>
                                          <p:attrName>style.visibility</p:attrName>
                                        </p:attrNameLst>
                                      </p:cBhvr>
                                      <p:to>
                                        <p:strVal val="visible"/>
                                      </p:to>
                                    </p:set>
                                    <p:animEffect transition="in" filter="wipe(down)">
                                      <p:cBhvr>
                                        <p:cTn id="91" dur="500"/>
                                        <p:tgtEl>
                                          <p:spTgt spid="67"/>
                                        </p:tgtEl>
                                      </p:cBhvr>
                                    </p:animEffect>
                                  </p:childTnLst>
                                </p:cTn>
                              </p:par>
                            </p:childTnLst>
                          </p:cTn>
                        </p:par>
                        <p:par>
                          <p:cTn id="92" fill="hold">
                            <p:stCondLst>
                              <p:cond delay="11000"/>
                            </p:stCondLst>
                            <p:childTnLst>
                              <p:par>
                                <p:cTn id="93" presetID="22" presetClass="entr" presetSubtype="4" fill="hold" grpId="0" nodeType="afterEffect">
                                  <p:stCondLst>
                                    <p:cond delay="0"/>
                                  </p:stCondLst>
                                  <p:childTnLst>
                                    <p:set>
                                      <p:cBhvr>
                                        <p:cTn id="94" dur="1" fill="hold">
                                          <p:stCondLst>
                                            <p:cond delay="0"/>
                                          </p:stCondLst>
                                        </p:cTn>
                                        <p:tgtEl>
                                          <p:spTgt spid="68"/>
                                        </p:tgtEl>
                                        <p:attrNameLst>
                                          <p:attrName>style.visibility</p:attrName>
                                        </p:attrNameLst>
                                      </p:cBhvr>
                                      <p:to>
                                        <p:strVal val="visible"/>
                                      </p:to>
                                    </p:set>
                                    <p:animEffect transition="in" filter="wipe(down)">
                                      <p:cBhvr>
                                        <p:cTn id="95" dur="500"/>
                                        <p:tgtEl>
                                          <p:spTgt spid="68"/>
                                        </p:tgtEl>
                                      </p:cBhvr>
                                    </p:animEffect>
                                  </p:childTnLst>
                                </p:cTn>
                              </p:par>
                            </p:childTnLst>
                          </p:cTn>
                        </p:par>
                        <p:par>
                          <p:cTn id="96" fill="hold">
                            <p:stCondLst>
                              <p:cond delay="11500"/>
                            </p:stCondLst>
                            <p:childTnLst>
                              <p:par>
                                <p:cTn id="97" presetID="22" presetClass="entr" presetSubtype="4" fill="hold" grpId="0" nodeType="afterEffect" nodePh="1">
                                  <p:stCondLst>
                                    <p:cond delay="0"/>
                                  </p:stCondLst>
                                  <p:endCondLst>
                                    <p:cond evt="begin" delay="0">
                                      <p:tn val="97"/>
                                    </p:cond>
                                  </p:endCondLst>
                                  <p:childTnLst>
                                    <p:set>
                                      <p:cBhvr>
                                        <p:cTn id="98" dur="1" fill="hold">
                                          <p:stCondLst>
                                            <p:cond delay="0"/>
                                          </p:stCondLst>
                                        </p:cTn>
                                        <p:tgtEl>
                                          <p:spTgt spid="69">
                                            <p:txEl>
                                              <p:pRg st="0" end="0"/>
                                            </p:txEl>
                                          </p:spTgt>
                                        </p:tgtEl>
                                        <p:attrNameLst>
                                          <p:attrName>style.visibility</p:attrName>
                                        </p:attrNameLst>
                                      </p:cBhvr>
                                      <p:to>
                                        <p:strVal val="visible"/>
                                      </p:to>
                                    </p:set>
                                    <p:animEffect transition="in" filter="wipe(down)">
                                      <p:cBhvr>
                                        <p:cTn id="99" dur="500"/>
                                        <p:tgtEl>
                                          <p:spTgt spid="69">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P spid="17" grpId="0" animBg="1"/>
      <p:bldP spid="48"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48"/>
                        </p:tgtEl>
                        <p:attrNameLst>
                          <p:attrName>style.visibility</p:attrName>
                        </p:attrNameLst>
                      </p:cBhvr>
                      <p:to>
                        <p:strVal val="visible"/>
                      </p:to>
                    </p:set>
                    <p:animEffect transition="in" filter="wipe(down)">
                      <p:cBhvr>
                        <p:cTn dur="500"/>
                        <p:tgtEl>
                          <p:spTgt spid="48"/>
                        </p:tgtEl>
                      </p:cBhvr>
                    </p:animEffect>
                  </p:childTnLst>
                </p:cTn>
              </p:par>
            </p:tnLst>
          </p:tmpl>
        </p:tmplLst>
      </p:bldP>
      <p:bldP spid="49" grpId="0"/>
      <p:bldP spid="50" grpId="0" animBg="1"/>
      <p:bldP spid="51"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51"/>
                        </p:tgtEl>
                        <p:attrNameLst>
                          <p:attrName>style.visibility</p:attrName>
                        </p:attrNameLst>
                      </p:cBhvr>
                      <p:to>
                        <p:strVal val="visible"/>
                      </p:to>
                    </p:set>
                    <p:animEffect transition="in" filter="wipe(down)">
                      <p:cBhvr>
                        <p:cTn dur="500"/>
                        <p:tgtEl>
                          <p:spTgt spid="51"/>
                        </p:tgtEl>
                      </p:cBhvr>
                    </p:animEffect>
                  </p:childTnLst>
                </p:cTn>
              </p:par>
            </p:tnLst>
          </p:tmpl>
        </p:tmplLst>
      </p:bldP>
      <p:bldP spid="52" grpId="0"/>
      <p:bldP spid="53" grpId="0" animBg="1"/>
      <p:bldP spid="54"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54"/>
                        </p:tgtEl>
                        <p:attrNameLst>
                          <p:attrName>style.visibility</p:attrName>
                        </p:attrNameLst>
                      </p:cBhvr>
                      <p:to>
                        <p:strVal val="visible"/>
                      </p:to>
                    </p:set>
                    <p:animEffect transition="in" filter="wipe(down)">
                      <p:cBhvr>
                        <p:cTn dur="500"/>
                        <p:tgtEl>
                          <p:spTgt spid="54"/>
                        </p:tgtEl>
                      </p:cBhvr>
                    </p:animEffect>
                  </p:childTnLst>
                </p:cTn>
              </p:par>
            </p:tnLst>
          </p:tmpl>
        </p:tmplLst>
      </p:bldP>
      <p:bldP spid="55" grpId="0"/>
      <p:bldP spid="56" grpId="0" animBg="1"/>
      <p:bldP spid="57"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57"/>
                        </p:tgtEl>
                        <p:attrNameLst>
                          <p:attrName>style.visibility</p:attrName>
                        </p:attrNameLst>
                      </p:cBhvr>
                      <p:to>
                        <p:strVal val="visible"/>
                      </p:to>
                    </p:set>
                    <p:animEffect transition="in" filter="wipe(down)">
                      <p:cBhvr>
                        <p:cTn dur="500"/>
                        <p:tgtEl>
                          <p:spTgt spid="57"/>
                        </p:tgtEl>
                      </p:cBhvr>
                    </p:animEffect>
                  </p:childTnLst>
                </p:cTn>
              </p:par>
            </p:tnLst>
          </p:tmpl>
        </p:tmplLst>
      </p:bldP>
      <p:bldP spid="58" grpId="0"/>
      <p:bldP spid="59" grpId="0" animBg="1"/>
      <p:bldP spid="60"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60"/>
                        </p:tgtEl>
                        <p:attrNameLst>
                          <p:attrName>style.visibility</p:attrName>
                        </p:attrNameLst>
                      </p:cBhvr>
                      <p:to>
                        <p:strVal val="visible"/>
                      </p:to>
                    </p:set>
                    <p:animEffect transition="in" filter="wipe(down)">
                      <p:cBhvr>
                        <p:cTn dur="500"/>
                        <p:tgtEl>
                          <p:spTgt spid="60"/>
                        </p:tgtEl>
                      </p:cBhvr>
                    </p:animEffect>
                  </p:childTnLst>
                </p:cTn>
              </p:par>
            </p:tnLst>
          </p:tmpl>
        </p:tmplLst>
      </p:bldP>
      <p:bldP spid="61" grpId="0"/>
      <p:bldP spid="62" grpId="0" animBg="1"/>
      <p:bldP spid="64" grpId="0"/>
      <p:bldP spid="65" grpId="0" animBg="1"/>
      <p:bldP spid="66"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66"/>
                        </p:tgtEl>
                        <p:attrNameLst>
                          <p:attrName>style.visibility</p:attrName>
                        </p:attrNameLst>
                      </p:cBhvr>
                      <p:to>
                        <p:strVal val="visible"/>
                      </p:to>
                    </p:set>
                    <p:animEffect transition="in" filter="wipe(down)">
                      <p:cBhvr>
                        <p:cTn dur="500"/>
                        <p:tgtEl>
                          <p:spTgt spid="66"/>
                        </p:tgtEl>
                      </p:cBhvr>
                    </p:animEffect>
                  </p:childTnLst>
                </p:cTn>
              </p:par>
            </p:tnLst>
          </p:tmpl>
        </p:tmplLst>
      </p:bldP>
      <p:bldP spid="67" grpId="0"/>
      <p:bldP spid="68" grpId="0" animBg="1"/>
      <p:bldP spid="69"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69"/>
                        </p:tgtEl>
                        <p:attrNameLst>
                          <p:attrName>style.visibility</p:attrName>
                        </p:attrNameLst>
                      </p:cBhvr>
                      <p:to>
                        <p:strVal val="visible"/>
                      </p:to>
                    </p:set>
                    <p:animEffect transition="in" filter="wipe(down)">
                      <p:cBhvr>
                        <p:cTn dur="500"/>
                        <p:tgtEl>
                          <p:spTgt spid="69"/>
                        </p:tgtEl>
                      </p:cBhvr>
                    </p:animEffect>
                  </p:childTnLst>
                </p:cTn>
              </p:par>
            </p:tnLst>
          </p:tmpl>
        </p:tmplLst>
      </p:bldP>
    </p:bldLst>
  </p:timing>
</p:sldLayout>
</file>

<file path=ppt/slideLayouts/slideLayout433.xml><?xml version="1.0" encoding="utf-8"?>
<p:sldLayout xmlns:a="http://schemas.openxmlformats.org/drawingml/2006/main" xmlns:r="http://schemas.openxmlformats.org/officeDocument/2006/relationships" xmlns:p="http://schemas.openxmlformats.org/presentationml/2006/main" userDrawn="1">
  <p:cSld name="2_2-Pics">
    <p:spTree>
      <p:nvGrpSpPr>
        <p:cNvPr id="1" name=""/>
        <p:cNvGrpSpPr/>
        <p:nvPr/>
      </p:nvGrpSpPr>
      <p:grpSpPr>
        <a:xfrm>
          <a:off x="0" y="0"/>
          <a:ext cx="0" cy="0"/>
          <a:chOff x="0" y="0"/>
          <a:chExt cx="0" cy="0"/>
        </a:xfrm>
      </p:grpSpPr>
      <p:sp>
        <p:nvSpPr>
          <p:cNvPr id="58" name="Picture Placeholder 7"/>
          <p:cNvSpPr>
            <a:spLocks noGrp="1"/>
          </p:cNvSpPr>
          <p:nvPr>
            <p:ph type="pic" sz="quarter" idx="22" hasCustomPrompt="1"/>
          </p:nvPr>
        </p:nvSpPr>
        <p:spPr>
          <a:xfrm>
            <a:off x="6286302" y="2195021"/>
            <a:ext cx="5030956" cy="2697948"/>
          </a:xfrm>
          <a:prstGeom prst="downArrowCallout">
            <a:avLst>
              <a:gd name="adj1" fmla="val 50000"/>
              <a:gd name="adj2" fmla="val 11967"/>
              <a:gd name="adj3" fmla="val 7487"/>
              <a:gd name="adj4" fmla="val 92647"/>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8" name="Picture Placeholder 7"/>
          <p:cNvSpPr>
            <a:spLocks noGrp="1"/>
          </p:cNvSpPr>
          <p:nvPr>
            <p:ph type="pic" sz="quarter" idx="10" hasCustomPrompt="1"/>
          </p:nvPr>
        </p:nvSpPr>
        <p:spPr>
          <a:xfrm>
            <a:off x="858246" y="2182184"/>
            <a:ext cx="5030956" cy="2710781"/>
          </a:xfrm>
          <a:prstGeom prst="downArrowCallout">
            <a:avLst>
              <a:gd name="adj1" fmla="val 50000"/>
              <a:gd name="adj2" fmla="val 11967"/>
              <a:gd name="adj3" fmla="val 7487"/>
              <a:gd name="adj4" fmla="val 92647"/>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40" name="Text Placeholder 3"/>
          <p:cNvSpPr>
            <a:spLocks noGrp="1"/>
          </p:cNvSpPr>
          <p:nvPr>
            <p:ph type="body" sz="half" idx="15"/>
          </p:nvPr>
        </p:nvSpPr>
        <p:spPr>
          <a:xfrm>
            <a:off x="865266" y="5193235"/>
            <a:ext cx="5016911" cy="846795"/>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a:solidFill>
                <a:schemeClr val="tx1">
                  <a:lumMod val="50000"/>
                  <a:lumOff val="50000"/>
                </a:schemeClr>
              </a:solidFill>
            </a:endParaRPr>
          </a:p>
        </p:txBody>
      </p:sp>
      <p:sp>
        <p:nvSpPr>
          <p:cNvPr id="42" name="Text Placeholder 3"/>
          <p:cNvSpPr>
            <a:spLocks noGrp="1"/>
          </p:cNvSpPr>
          <p:nvPr>
            <p:ph type="body" sz="half" idx="17"/>
          </p:nvPr>
        </p:nvSpPr>
        <p:spPr>
          <a:xfrm>
            <a:off x="858242" y="4918632"/>
            <a:ext cx="5030959" cy="257040"/>
          </a:xfrm>
          <a:prstGeom prst="rect">
            <a:avLst/>
          </a:prstGeom>
        </p:spPr>
        <p:txBody>
          <a:bodyPr wrap="none" lIns="0" tIns="0" rIns="0" bIns="0" anchor="ctr">
            <a:noAutofit/>
          </a:bodyPr>
          <a:lstStyle>
            <a:lvl1pPr marL="0" indent="0" algn="ctr">
              <a:buNone/>
              <a:defRPr sz="1467" b="1" baseline="0">
                <a:solidFill>
                  <a:schemeClr val="accent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59" name="Text Placeholder 3"/>
          <p:cNvSpPr>
            <a:spLocks noGrp="1"/>
          </p:cNvSpPr>
          <p:nvPr>
            <p:ph type="body" sz="half" idx="23"/>
          </p:nvPr>
        </p:nvSpPr>
        <p:spPr>
          <a:xfrm>
            <a:off x="6293325" y="5193235"/>
            <a:ext cx="5016911" cy="846795"/>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a:solidFill>
                <a:schemeClr val="tx1">
                  <a:lumMod val="50000"/>
                  <a:lumOff val="50000"/>
                </a:schemeClr>
              </a:solidFill>
            </a:endParaRPr>
          </a:p>
        </p:txBody>
      </p:sp>
      <p:sp>
        <p:nvSpPr>
          <p:cNvPr id="62" name="Text Placeholder 3"/>
          <p:cNvSpPr>
            <a:spLocks noGrp="1"/>
          </p:cNvSpPr>
          <p:nvPr>
            <p:ph type="body" sz="half" idx="25"/>
          </p:nvPr>
        </p:nvSpPr>
        <p:spPr>
          <a:xfrm>
            <a:off x="6286299" y="4918632"/>
            <a:ext cx="5030959" cy="257040"/>
          </a:xfrm>
          <a:prstGeom prst="rect">
            <a:avLst/>
          </a:prstGeom>
        </p:spPr>
        <p:txBody>
          <a:bodyPr wrap="none" lIns="0" tIns="0" rIns="0" bIns="0" anchor="ctr">
            <a:noAutofit/>
          </a:bodyPr>
          <a:lstStyle>
            <a:lvl1pPr marL="0" indent="0" algn="ctr">
              <a:buNone/>
              <a:defRPr sz="1467" b="1" baseline="0">
                <a:solidFill>
                  <a:schemeClr val="accent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32" name="Rectangle 31"/>
          <p:cNvSpPr/>
          <p:nvPr userDrawn="1"/>
        </p:nvSpPr>
        <p:spPr>
          <a:xfrm>
            <a:off x="865265" y="1672313"/>
            <a:ext cx="5016912" cy="50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1867" dirty="0">
              <a:solidFill>
                <a:srgbClr val="FFFFFF"/>
              </a:solidFill>
            </a:endParaRPr>
          </a:p>
        </p:txBody>
      </p:sp>
      <p:sp>
        <p:nvSpPr>
          <p:cNvPr id="41" name="Text Placeholder 3"/>
          <p:cNvSpPr>
            <a:spLocks noGrp="1"/>
          </p:cNvSpPr>
          <p:nvPr>
            <p:ph type="body" sz="half" idx="16"/>
          </p:nvPr>
        </p:nvSpPr>
        <p:spPr>
          <a:xfrm>
            <a:off x="896710" y="1773356"/>
            <a:ext cx="4954023" cy="267661"/>
          </a:xfrm>
          <a:prstGeom prst="rect">
            <a:avLst/>
          </a:prstGeom>
        </p:spPr>
        <p:txBody>
          <a:bodyPr wrap="non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60" name="Rectangle 59"/>
          <p:cNvSpPr/>
          <p:nvPr userDrawn="1"/>
        </p:nvSpPr>
        <p:spPr>
          <a:xfrm>
            <a:off x="6293321" y="1672313"/>
            <a:ext cx="5016912" cy="50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1867" dirty="0">
              <a:solidFill>
                <a:srgbClr val="FFFFFF"/>
              </a:solidFill>
            </a:endParaRPr>
          </a:p>
        </p:txBody>
      </p:sp>
      <p:sp>
        <p:nvSpPr>
          <p:cNvPr id="61" name="Text Placeholder 3"/>
          <p:cNvSpPr>
            <a:spLocks noGrp="1"/>
          </p:cNvSpPr>
          <p:nvPr>
            <p:ph type="body" sz="half" idx="24"/>
          </p:nvPr>
        </p:nvSpPr>
        <p:spPr>
          <a:xfrm>
            <a:off x="6324769" y="1773356"/>
            <a:ext cx="4954023" cy="267661"/>
          </a:xfrm>
          <a:prstGeom prst="rect">
            <a:avLst/>
          </a:prstGeom>
        </p:spPr>
        <p:txBody>
          <a:bodyPr wrap="non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18"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9"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58818446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accel="50000" decel="50000" fill="hold" grpId="0" nodeType="afterEffect">
                                  <p:stCondLst>
                                    <p:cond delay="0"/>
                                  </p:stCondLst>
                                  <p:childTnLst>
                                    <p:set>
                                      <p:cBhvr>
                                        <p:cTn id="6" dur="1" fill="hold">
                                          <p:stCondLst>
                                            <p:cond delay="0"/>
                                          </p:stCondLst>
                                        </p:cTn>
                                        <p:tgtEl>
                                          <p:spTgt spid="32"/>
                                        </p:tgtEl>
                                        <p:attrNameLst>
                                          <p:attrName>style.visibility</p:attrName>
                                        </p:attrNameLst>
                                      </p:cBhvr>
                                      <p:to>
                                        <p:strVal val="visible"/>
                                      </p:to>
                                    </p:set>
                                    <p:anim calcmode="lin" valueType="num">
                                      <p:cBhvr additive="base">
                                        <p:cTn id="7" dur="500" fill="hold"/>
                                        <p:tgtEl>
                                          <p:spTgt spid="32"/>
                                        </p:tgtEl>
                                        <p:attrNameLst>
                                          <p:attrName>ppt_x</p:attrName>
                                        </p:attrNameLst>
                                      </p:cBhvr>
                                      <p:tavLst>
                                        <p:tav tm="0">
                                          <p:val>
                                            <p:strVal val="#ppt_x"/>
                                          </p:val>
                                        </p:tav>
                                        <p:tav tm="100000">
                                          <p:val>
                                            <p:strVal val="#ppt_x"/>
                                          </p:val>
                                        </p:tav>
                                      </p:tavLst>
                                    </p:anim>
                                    <p:anim calcmode="lin" valueType="num">
                                      <p:cBhvr additive="base">
                                        <p:cTn id="8" dur="500" fill="hold"/>
                                        <p:tgtEl>
                                          <p:spTgt spid="32"/>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2" presetClass="entr" presetSubtype="4" fill="hold" grpId="0" nodeType="afterEffect" nodePh="1">
                                  <p:stCondLst>
                                    <p:cond delay="0"/>
                                  </p:stCondLst>
                                  <p:endCondLst>
                                    <p:cond evt="begin" delay="0">
                                      <p:tn val="10"/>
                                    </p:cond>
                                  </p:endCondLst>
                                  <p:childTnLst>
                                    <p:set>
                                      <p:cBhvr>
                                        <p:cTn id="11" dur="1" fill="hold">
                                          <p:stCondLst>
                                            <p:cond delay="0"/>
                                          </p:stCondLst>
                                        </p:cTn>
                                        <p:tgtEl>
                                          <p:spTgt spid="41">
                                            <p:txEl>
                                              <p:pRg st="0" end="0"/>
                                            </p:txEl>
                                          </p:spTgt>
                                        </p:tgtEl>
                                        <p:attrNameLst>
                                          <p:attrName>style.visibility</p:attrName>
                                        </p:attrNameLst>
                                      </p:cBhvr>
                                      <p:to>
                                        <p:strVal val="visible"/>
                                      </p:to>
                                    </p:set>
                                    <p:animEffect transition="in" filter="wipe(down)">
                                      <p:cBhvr>
                                        <p:cTn id="12" dur="500"/>
                                        <p:tgtEl>
                                          <p:spTgt spid="41">
                                            <p:txEl>
                                              <p:pRg st="0" end="0"/>
                                            </p:txEl>
                                          </p:spTgt>
                                        </p:tgtEl>
                                      </p:cBhvr>
                                    </p:animEffect>
                                  </p:childTnLst>
                                </p:cTn>
                              </p:par>
                              <p:par>
                                <p:cTn id="13" presetID="2" presetClass="entr" presetSubtype="4" accel="50000" decel="50000" fill="hold" grpId="0" nodeType="withEffect">
                                  <p:stCondLst>
                                    <p:cond delay="0"/>
                                  </p:stCondLst>
                                  <p:childTnLst>
                                    <p:set>
                                      <p:cBhvr>
                                        <p:cTn id="14" dur="1" fill="hold">
                                          <p:stCondLst>
                                            <p:cond delay="0"/>
                                          </p:stCondLst>
                                        </p:cTn>
                                        <p:tgtEl>
                                          <p:spTgt spid="38"/>
                                        </p:tgtEl>
                                        <p:attrNameLst>
                                          <p:attrName>style.visibility</p:attrName>
                                        </p:attrNameLst>
                                      </p:cBhvr>
                                      <p:to>
                                        <p:strVal val="visible"/>
                                      </p:to>
                                    </p:set>
                                    <p:anim calcmode="lin" valueType="num">
                                      <p:cBhvr additive="base">
                                        <p:cTn id="15" dur="500" fill="hold"/>
                                        <p:tgtEl>
                                          <p:spTgt spid="38"/>
                                        </p:tgtEl>
                                        <p:attrNameLst>
                                          <p:attrName>ppt_x</p:attrName>
                                        </p:attrNameLst>
                                      </p:cBhvr>
                                      <p:tavLst>
                                        <p:tav tm="0">
                                          <p:val>
                                            <p:strVal val="#ppt_x"/>
                                          </p:val>
                                        </p:tav>
                                        <p:tav tm="100000">
                                          <p:val>
                                            <p:strVal val="#ppt_x"/>
                                          </p:val>
                                        </p:tav>
                                      </p:tavLst>
                                    </p:anim>
                                    <p:anim calcmode="lin" valueType="num">
                                      <p:cBhvr additive="base">
                                        <p:cTn id="16" dur="500" fill="hold"/>
                                        <p:tgtEl>
                                          <p:spTgt spid="38"/>
                                        </p:tgtEl>
                                        <p:attrNameLst>
                                          <p:attrName>ppt_y</p:attrName>
                                        </p:attrNameLst>
                                      </p:cBhvr>
                                      <p:tavLst>
                                        <p:tav tm="0">
                                          <p:val>
                                            <p:strVal val="1+#ppt_h/2"/>
                                          </p:val>
                                        </p:tav>
                                        <p:tav tm="100000">
                                          <p:val>
                                            <p:strVal val="#ppt_y"/>
                                          </p:val>
                                        </p:tav>
                                      </p:tavLst>
                                    </p:anim>
                                  </p:childTnLst>
                                </p:cTn>
                              </p:par>
                            </p:childTnLst>
                          </p:cTn>
                        </p:par>
                        <p:par>
                          <p:cTn id="17" fill="hold">
                            <p:stCondLst>
                              <p:cond delay="1000"/>
                            </p:stCondLst>
                            <p:childTnLst>
                              <p:par>
                                <p:cTn id="18" presetID="2" presetClass="entr" presetSubtype="4" accel="50000" decel="50000" fill="hold" grpId="0" nodeType="afterEffect" nodePh="1">
                                  <p:stCondLst>
                                    <p:cond delay="0"/>
                                  </p:stCondLst>
                                  <p:endCondLst>
                                    <p:cond evt="begin" delay="0">
                                      <p:tn val="18"/>
                                    </p:cond>
                                  </p:endCondLst>
                                  <p:childTnLst>
                                    <p:set>
                                      <p:cBhvr>
                                        <p:cTn id="19" dur="1" fill="hold">
                                          <p:stCondLst>
                                            <p:cond delay="0"/>
                                          </p:stCondLst>
                                        </p:cTn>
                                        <p:tgtEl>
                                          <p:spTgt spid="42">
                                            <p:txEl>
                                              <p:pRg st="0" end="0"/>
                                            </p:txEl>
                                          </p:spTgt>
                                        </p:tgtEl>
                                        <p:attrNameLst>
                                          <p:attrName>style.visibility</p:attrName>
                                        </p:attrNameLst>
                                      </p:cBhvr>
                                      <p:to>
                                        <p:strVal val="visible"/>
                                      </p:to>
                                    </p:set>
                                    <p:anim calcmode="lin" valueType="num">
                                      <p:cBhvr additive="base">
                                        <p:cTn id="20" dur="500" fill="hold"/>
                                        <p:tgtEl>
                                          <p:spTgt spid="42">
                                            <p:txEl>
                                              <p:pRg st="0" end="0"/>
                                            </p:txEl>
                                          </p:spTgt>
                                        </p:tgtEl>
                                        <p:attrNameLst>
                                          <p:attrName>ppt_x</p:attrName>
                                        </p:attrNameLst>
                                      </p:cBhvr>
                                      <p:tavLst>
                                        <p:tav tm="0">
                                          <p:val>
                                            <p:strVal val="#ppt_x"/>
                                          </p:val>
                                        </p:tav>
                                        <p:tav tm="100000">
                                          <p:val>
                                            <p:strVal val="#ppt_x"/>
                                          </p:val>
                                        </p:tav>
                                      </p:tavLst>
                                    </p:anim>
                                    <p:anim calcmode="lin" valueType="num">
                                      <p:cBhvr additive="base">
                                        <p:cTn id="21" dur="500" fill="hold"/>
                                        <p:tgtEl>
                                          <p:spTgt spid="42">
                                            <p:txEl>
                                              <p:pRg st="0" end="0"/>
                                            </p:txEl>
                                          </p:spTgt>
                                        </p:tgtEl>
                                        <p:attrNameLst>
                                          <p:attrName>ppt_y</p:attrName>
                                        </p:attrNameLst>
                                      </p:cBhvr>
                                      <p:tavLst>
                                        <p:tav tm="0">
                                          <p:val>
                                            <p:strVal val="1+#ppt_h/2"/>
                                          </p:val>
                                        </p:tav>
                                        <p:tav tm="100000">
                                          <p:val>
                                            <p:strVal val="#ppt_y"/>
                                          </p:val>
                                        </p:tav>
                                      </p:tavLst>
                                    </p:anim>
                                  </p:childTnLst>
                                </p:cTn>
                              </p:par>
                            </p:childTnLst>
                          </p:cTn>
                        </p:par>
                        <p:par>
                          <p:cTn id="22" fill="hold">
                            <p:stCondLst>
                              <p:cond delay="1500"/>
                            </p:stCondLst>
                            <p:childTnLst>
                              <p:par>
                                <p:cTn id="23" presetID="2" presetClass="entr" presetSubtype="4" accel="50000" decel="50000" fill="hold" grpId="0" nodeType="afterEffect" nodePh="1">
                                  <p:stCondLst>
                                    <p:cond delay="0"/>
                                  </p:stCondLst>
                                  <p:endCondLst>
                                    <p:cond evt="begin" delay="0">
                                      <p:tn val="23"/>
                                    </p:cond>
                                  </p:endCondLst>
                                  <p:childTnLst>
                                    <p:set>
                                      <p:cBhvr>
                                        <p:cTn id="24" dur="1" fill="hold">
                                          <p:stCondLst>
                                            <p:cond delay="0"/>
                                          </p:stCondLst>
                                        </p:cTn>
                                        <p:tgtEl>
                                          <p:spTgt spid="40">
                                            <p:txEl>
                                              <p:pRg st="0" end="0"/>
                                            </p:txEl>
                                          </p:spTgt>
                                        </p:tgtEl>
                                        <p:attrNameLst>
                                          <p:attrName>style.visibility</p:attrName>
                                        </p:attrNameLst>
                                      </p:cBhvr>
                                      <p:to>
                                        <p:strVal val="visible"/>
                                      </p:to>
                                    </p:set>
                                    <p:anim calcmode="lin" valueType="num">
                                      <p:cBhvr additive="base">
                                        <p:cTn id="25" dur="500" fill="hold"/>
                                        <p:tgtEl>
                                          <p:spTgt spid="40">
                                            <p:txEl>
                                              <p:pRg st="0" end="0"/>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40">
                                            <p:txEl>
                                              <p:pRg st="0" end="0"/>
                                            </p:txEl>
                                          </p:spTgt>
                                        </p:tgtEl>
                                        <p:attrNameLst>
                                          <p:attrName>ppt_y</p:attrName>
                                        </p:attrNameLst>
                                      </p:cBhvr>
                                      <p:tavLst>
                                        <p:tav tm="0">
                                          <p:val>
                                            <p:strVal val="1+#ppt_h/2"/>
                                          </p:val>
                                        </p:tav>
                                        <p:tav tm="100000">
                                          <p:val>
                                            <p:strVal val="#ppt_y"/>
                                          </p:val>
                                        </p:tav>
                                      </p:tavLst>
                                    </p:anim>
                                  </p:childTnLst>
                                </p:cTn>
                              </p:par>
                            </p:childTnLst>
                          </p:cTn>
                        </p:par>
                        <p:par>
                          <p:cTn id="27" fill="hold">
                            <p:stCondLst>
                              <p:cond delay="2000"/>
                            </p:stCondLst>
                            <p:childTnLst>
                              <p:par>
                                <p:cTn id="28" presetID="2" presetClass="entr" presetSubtype="1" accel="50000" decel="50000" fill="hold" grpId="0" nodeType="afterEffect">
                                  <p:stCondLst>
                                    <p:cond delay="0"/>
                                  </p:stCondLst>
                                  <p:childTnLst>
                                    <p:set>
                                      <p:cBhvr>
                                        <p:cTn id="29" dur="1" fill="hold">
                                          <p:stCondLst>
                                            <p:cond delay="0"/>
                                          </p:stCondLst>
                                        </p:cTn>
                                        <p:tgtEl>
                                          <p:spTgt spid="60"/>
                                        </p:tgtEl>
                                        <p:attrNameLst>
                                          <p:attrName>style.visibility</p:attrName>
                                        </p:attrNameLst>
                                      </p:cBhvr>
                                      <p:to>
                                        <p:strVal val="visible"/>
                                      </p:to>
                                    </p:set>
                                    <p:anim calcmode="lin" valueType="num">
                                      <p:cBhvr additive="base">
                                        <p:cTn id="30" dur="500" fill="hold"/>
                                        <p:tgtEl>
                                          <p:spTgt spid="60"/>
                                        </p:tgtEl>
                                        <p:attrNameLst>
                                          <p:attrName>ppt_x</p:attrName>
                                        </p:attrNameLst>
                                      </p:cBhvr>
                                      <p:tavLst>
                                        <p:tav tm="0">
                                          <p:val>
                                            <p:strVal val="#ppt_x"/>
                                          </p:val>
                                        </p:tav>
                                        <p:tav tm="100000">
                                          <p:val>
                                            <p:strVal val="#ppt_x"/>
                                          </p:val>
                                        </p:tav>
                                      </p:tavLst>
                                    </p:anim>
                                    <p:anim calcmode="lin" valueType="num">
                                      <p:cBhvr additive="base">
                                        <p:cTn id="31" dur="500" fill="hold"/>
                                        <p:tgtEl>
                                          <p:spTgt spid="60"/>
                                        </p:tgtEl>
                                        <p:attrNameLst>
                                          <p:attrName>ppt_y</p:attrName>
                                        </p:attrNameLst>
                                      </p:cBhvr>
                                      <p:tavLst>
                                        <p:tav tm="0">
                                          <p:val>
                                            <p:strVal val="0-#ppt_h/2"/>
                                          </p:val>
                                        </p:tav>
                                        <p:tav tm="100000">
                                          <p:val>
                                            <p:strVal val="#ppt_y"/>
                                          </p:val>
                                        </p:tav>
                                      </p:tavLst>
                                    </p:anim>
                                  </p:childTnLst>
                                </p:cTn>
                              </p:par>
                            </p:childTnLst>
                          </p:cTn>
                        </p:par>
                        <p:par>
                          <p:cTn id="32" fill="hold">
                            <p:stCondLst>
                              <p:cond delay="2500"/>
                            </p:stCondLst>
                            <p:childTnLst>
                              <p:par>
                                <p:cTn id="33" presetID="22" presetClass="entr" presetSubtype="4" fill="hold" grpId="0" nodeType="afterEffect" nodePh="1">
                                  <p:stCondLst>
                                    <p:cond delay="0"/>
                                  </p:stCondLst>
                                  <p:endCondLst>
                                    <p:cond evt="begin" delay="0">
                                      <p:tn val="33"/>
                                    </p:cond>
                                  </p:endCondLst>
                                  <p:childTnLst>
                                    <p:set>
                                      <p:cBhvr>
                                        <p:cTn id="34" dur="1" fill="hold">
                                          <p:stCondLst>
                                            <p:cond delay="0"/>
                                          </p:stCondLst>
                                        </p:cTn>
                                        <p:tgtEl>
                                          <p:spTgt spid="61">
                                            <p:txEl>
                                              <p:pRg st="0" end="0"/>
                                            </p:txEl>
                                          </p:spTgt>
                                        </p:tgtEl>
                                        <p:attrNameLst>
                                          <p:attrName>style.visibility</p:attrName>
                                        </p:attrNameLst>
                                      </p:cBhvr>
                                      <p:to>
                                        <p:strVal val="visible"/>
                                      </p:to>
                                    </p:set>
                                    <p:animEffect transition="in" filter="wipe(down)">
                                      <p:cBhvr>
                                        <p:cTn id="35" dur="500"/>
                                        <p:tgtEl>
                                          <p:spTgt spid="61">
                                            <p:txEl>
                                              <p:pRg st="0" end="0"/>
                                            </p:txEl>
                                          </p:spTgt>
                                        </p:tgtEl>
                                      </p:cBhvr>
                                    </p:animEffect>
                                  </p:childTnLst>
                                </p:cTn>
                              </p:par>
                              <p:par>
                                <p:cTn id="36" presetID="2" presetClass="entr" presetSubtype="4" accel="50000" decel="50000" fill="hold" grpId="0" nodeType="withEffect">
                                  <p:stCondLst>
                                    <p:cond delay="0"/>
                                  </p:stCondLst>
                                  <p:childTnLst>
                                    <p:set>
                                      <p:cBhvr>
                                        <p:cTn id="37" dur="1" fill="hold">
                                          <p:stCondLst>
                                            <p:cond delay="0"/>
                                          </p:stCondLst>
                                        </p:cTn>
                                        <p:tgtEl>
                                          <p:spTgt spid="58"/>
                                        </p:tgtEl>
                                        <p:attrNameLst>
                                          <p:attrName>style.visibility</p:attrName>
                                        </p:attrNameLst>
                                      </p:cBhvr>
                                      <p:to>
                                        <p:strVal val="visible"/>
                                      </p:to>
                                    </p:set>
                                    <p:anim calcmode="lin" valueType="num">
                                      <p:cBhvr additive="base">
                                        <p:cTn id="38" dur="500" fill="hold"/>
                                        <p:tgtEl>
                                          <p:spTgt spid="58"/>
                                        </p:tgtEl>
                                        <p:attrNameLst>
                                          <p:attrName>ppt_x</p:attrName>
                                        </p:attrNameLst>
                                      </p:cBhvr>
                                      <p:tavLst>
                                        <p:tav tm="0">
                                          <p:val>
                                            <p:strVal val="#ppt_x"/>
                                          </p:val>
                                        </p:tav>
                                        <p:tav tm="100000">
                                          <p:val>
                                            <p:strVal val="#ppt_x"/>
                                          </p:val>
                                        </p:tav>
                                      </p:tavLst>
                                    </p:anim>
                                    <p:anim calcmode="lin" valueType="num">
                                      <p:cBhvr additive="base">
                                        <p:cTn id="39" dur="500" fill="hold"/>
                                        <p:tgtEl>
                                          <p:spTgt spid="58"/>
                                        </p:tgtEl>
                                        <p:attrNameLst>
                                          <p:attrName>ppt_y</p:attrName>
                                        </p:attrNameLst>
                                      </p:cBhvr>
                                      <p:tavLst>
                                        <p:tav tm="0">
                                          <p:val>
                                            <p:strVal val="1+#ppt_h/2"/>
                                          </p:val>
                                        </p:tav>
                                        <p:tav tm="100000">
                                          <p:val>
                                            <p:strVal val="#ppt_y"/>
                                          </p:val>
                                        </p:tav>
                                      </p:tavLst>
                                    </p:anim>
                                  </p:childTnLst>
                                </p:cTn>
                              </p:par>
                            </p:childTnLst>
                          </p:cTn>
                        </p:par>
                        <p:par>
                          <p:cTn id="40" fill="hold">
                            <p:stCondLst>
                              <p:cond delay="3000"/>
                            </p:stCondLst>
                            <p:childTnLst>
                              <p:par>
                                <p:cTn id="41" presetID="2" presetClass="entr" presetSubtype="4" accel="50000" decel="50000" fill="hold" grpId="0" nodeType="afterEffect" nodePh="1">
                                  <p:stCondLst>
                                    <p:cond delay="0"/>
                                  </p:stCondLst>
                                  <p:endCondLst>
                                    <p:cond evt="begin" delay="0">
                                      <p:tn val="41"/>
                                    </p:cond>
                                  </p:endCondLst>
                                  <p:childTnLst>
                                    <p:set>
                                      <p:cBhvr>
                                        <p:cTn id="42" dur="1" fill="hold">
                                          <p:stCondLst>
                                            <p:cond delay="0"/>
                                          </p:stCondLst>
                                        </p:cTn>
                                        <p:tgtEl>
                                          <p:spTgt spid="62">
                                            <p:txEl>
                                              <p:pRg st="0" end="0"/>
                                            </p:txEl>
                                          </p:spTgt>
                                        </p:tgtEl>
                                        <p:attrNameLst>
                                          <p:attrName>style.visibility</p:attrName>
                                        </p:attrNameLst>
                                      </p:cBhvr>
                                      <p:to>
                                        <p:strVal val="visible"/>
                                      </p:to>
                                    </p:set>
                                    <p:anim calcmode="lin" valueType="num">
                                      <p:cBhvr additive="base">
                                        <p:cTn id="43" dur="500" fill="hold"/>
                                        <p:tgtEl>
                                          <p:spTgt spid="62">
                                            <p:txEl>
                                              <p:pRg st="0" end="0"/>
                                            </p:txEl>
                                          </p:spTgt>
                                        </p:tgtEl>
                                        <p:attrNameLst>
                                          <p:attrName>ppt_x</p:attrName>
                                        </p:attrNameLst>
                                      </p:cBhvr>
                                      <p:tavLst>
                                        <p:tav tm="0">
                                          <p:val>
                                            <p:strVal val="#ppt_x"/>
                                          </p:val>
                                        </p:tav>
                                        <p:tav tm="100000">
                                          <p:val>
                                            <p:strVal val="#ppt_x"/>
                                          </p:val>
                                        </p:tav>
                                      </p:tavLst>
                                    </p:anim>
                                    <p:anim calcmode="lin" valueType="num">
                                      <p:cBhvr additive="base">
                                        <p:cTn id="44" dur="500" fill="hold"/>
                                        <p:tgtEl>
                                          <p:spTgt spid="62">
                                            <p:txEl>
                                              <p:pRg st="0" end="0"/>
                                            </p:txEl>
                                          </p:spTgt>
                                        </p:tgtEl>
                                        <p:attrNameLst>
                                          <p:attrName>ppt_y</p:attrName>
                                        </p:attrNameLst>
                                      </p:cBhvr>
                                      <p:tavLst>
                                        <p:tav tm="0">
                                          <p:val>
                                            <p:strVal val="1+#ppt_h/2"/>
                                          </p:val>
                                        </p:tav>
                                        <p:tav tm="100000">
                                          <p:val>
                                            <p:strVal val="#ppt_y"/>
                                          </p:val>
                                        </p:tav>
                                      </p:tavLst>
                                    </p:anim>
                                  </p:childTnLst>
                                </p:cTn>
                              </p:par>
                            </p:childTnLst>
                          </p:cTn>
                        </p:par>
                        <p:par>
                          <p:cTn id="45" fill="hold">
                            <p:stCondLst>
                              <p:cond delay="3500"/>
                            </p:stCondLst>
                            <p:childTnLst>
                              <p:par>
                                <p:cTn id="46" presetID="2" presetClass="entr" presetSubtype="4" accel="50000" decel="50000" fill="hold" grpId="0" nodeType="afterEffect" nodePh="1">
                                  <p:stCondLst>
                                    <p:cond delay="0"/>
                                  </p:stCondLst>
                                  <p:endCondLst>
                                    <p:cond evt="begin" delay="0">
                                      <p:tn val="46"/>
                                    </p:cond>
                                  </p:endCondLst>
                                  <p:childTnLst>
                                    <p:set>
                                      <p:cBhvr>
                                        <p:cTn id="47" dur="1" fill="hold">
                                          <p:stCondLst>
                                            <p:cond delay="0"/>
                                          </p:stCondLst>
                                        </p:cTn>
                                        <p:tgtEl>
                                          <p:spTgt spid="59">
                                            <p:txEl>
                                              <p:pRg st="0" end="0"/>
                                            </p:txEl>
                                          </p:spTgt>
                                        </p:tgtEl>
                                        <p:attrNameLst>
                                          <p:attrName>style.visibility</p:attrName>
                                        </p:attrNameLst>
                                      </p:cBhvr>
                                      <p:to>
                                        <p:strVal val="visible"/>
                                      </p:to>
                                    </p:set>
                                    <p:anim calcmode="lin" valueType="num">
                                      <p:cBhvr additive="base">
                                        <p:cTn id="48" dur="500" fill="hold"/>
                                        <p:tgtEl>
                                          <p:spTgt spid="59">
                                            <p:txEl>
                                              <p:pRg st="0" end="0"/>
                                            </p:txEl>
                                          </p:spTgt>
                                        </p:tgtEl>
                                        <p:attrNameLst>
                                          <p:attrName>ppt_x</p:attrName>
                                        </p:attrNameLst>
                                      </p:cBhvr>
                                      <p:tavLst>
                                        <p:tav tm="0">
                                          <p:val>
                                            <p:strVal val="#ppt_x"/>
                                          </p:val>
                                        </p:tav>
                                        <p:tav tm="100000">
                                          <p:val>
                                            <p:strVal val="#ppt_x"/>
                                          </p:val>
                                        </p:tav>
                                      </p:tavLst>
                                    </p:anim>
                                    <p:anim calcmode="lin" valueType="num">
                                      <p:cBhvr additive="base">
                                        <p:cTn id="49" dur="500" fill="hold"/>
                                        <p:tgtEl>
                                          <p:spTgt spid="59">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 grpId="0"/>
      <p:bldP spid="38" grpId="0"/>
      <p:bldP spid="40"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40"/>
                        </p:tgtEl>
                        <p:attrNameLst>
                          <p:attrName>style.visibility</p:attrName>
                        </p:attrNameLst>
                      </p:cBhvr>
                      <p:to>
                        <p:strVal val="visible"/>
                      </p:to>
                    </p:set>
                    <p:anim calcmode="lin" valueType="num">
                      <p:cBhvr additive="base">
                        <p:cTn dur="500" fill="hold"/>
                        <p:tgtEl>
                          <p:spTgt spid="40"/>
                        </p:tgtEl>
                        <p:attrNameLst>
                          <p:attrName>ppt_x</p:attrName>
                        </p:attrNameLst>
                      </p:cBhvr>
                      <p:tavLst>
                        <p:tav tm="0">
                          <p:val>
                            <p:strVal val="#ppt_x"/>
                          </p:val>
                        </p:tav>
                        <p:tav tm="100000">
                          <p:val>
                            <p:strVal val="#ppt_x"/>
                          </p:val>
                        </p:tav>
                      </p:tavLst>
                    </p:anim>
                    <p:anim calcmode="lin" valueType="num">
                      <p:cBhvr additive="base">
                        <p:cTn dur="500" fill="hold"/>
                        <p:tgtEl>
                          <p:spTgt spid="40"/>
                        </p:tgtEl>
                        <p:attrNameLst>
                          <p:attrName>ppt_y</p:attrName>
                        </p:attrNameLst>
                      </p:cBhvr>
                      <p:tavLst>
                        <p:tav tm="0">
                          <p:val>
                            <p:strVal val="1+#ppt_h/2"/>
                          </p:val>
                        </p:tav>
                        <p:tav tm="100000">
                          <p:val>
                            <p:strVal val="#ppt_y"/>
                          </p:val>
                        </p:tav>
                      </p:tavLst>
                    </p:anim>
                  </p:childTnLst>
                </p:cTn>
              </p:par>
            </p:tnLst>
          </p:tmpl>
        </p:tmplLst>
      </p:bldP>
      <p:bldP spid="42"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42"/>
                        </p:tgtEl>
                        <p:attrNameLst>
                          <p:attrName>style.visibility</p:attrName>
                        </p:attrNameLst>
                      </p:cBhvr>
                      <p:to>
                        <p:strVal val="visible"/>
                      </p:to>
                    </p:set>
                    <p:anim calcmode="lin" valueType="num">
                      <p:cBhvr additive="base">
                        <p:cTn dur="500" fill="hold"/>
                        <p:tgtEl>
                          <p:spTgt spid="42"/>
                        </p:tgtEl>
                        <p:attrNameLst>
                          <p:attrName>ppt_x</p:attrName>
                        </p:attrNameLst>
                      </p:cBhvr>
                      <p:tavLst>
                        <p:tav tm="0">
                          <p:val>
                            <p:strVal val="#ppt_x"/>
                          </p:val>
                        </p:tav>
                        <p:tav tm="100000">
                          <p:val>
                            <p:strVal val="#ppt_x"/>
                          </p:val>
                        </p:tav>
                      </p:tavLst>
                    </p:anim>
                    <p:anim calcmode="lin" valueType="num">
                      <p:cBhvr additive="base">
                        <p:cTn dur="500" fill="hold"/>
                        <p:tgtEl>
                          <p:spTgt spid="42"/>
                        </p:tgtEl>
                        <p:attrNameLst>
                          <p:attrName>ppt_y</p:attrName>
                        </p:attrNameLst>
                      </p:cBhvr>
                      <p:tavLst>
                        <p:tav tm="0">
                          <p:val>
                            <p:strVal val="1+#ppt_h/2"/>
                          </p:val>
                        </p:tav>
                        <p:tav tm="100000">
                          <p:val>
                            <p:strVal val="#ppt_y"/>
                          </p:val>
                        </p:tav>
                      </p:tavLst>
                    </p:anim>
                  </p:childTnLst>
                </p:cTn>
              </p:par>
            </p:tnLst>
          </p:tmpl>
        </p:tmplLst>
      </p:bldP>
      <p:bldP spid="59"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59"/>
                        </p:tgtEl>
                        <p:attrNameLst>
                          <p:attrName>style.visibility</p:attrName>
                        </p:attrNameLst>
                      </p:cBhvr>
                      <p:to>
                        <p:strVal val="visible"/>
                      </p:to>
                    </p:set>
                    <p:anim calcmode="lin" valueType="num">
                      <p:cBhvr additive="base">
                        <p:cTn dur="500" fill="hold"/>
                        <p:tgtEl>
                          <p:spTgt spid="59"/>
                        </p:tgtEl>
                        <p:attrNameLst>
                          <p:attrName>ppt_x</p:attrName>
                        </p:attrNameLst>
                      </p:cBhvr>
                      <p:tavLst>
                        <p:tav tm="0">
                          <p:val>
                            <p:strVal val="#ppt_x"/>
                          </p:val>
                        </p:tav>
                        <p:tav tm="100000">
                          <p:val>
                            <p:strVal val="#ppt_x"/>
                          </p:val>
                        </p:tav>
                      </p:tavLst>
                    </p:anim>
                    <p:anim calcmode="lin" valueType="num">
                      <p:cBhvr additive="base">
                        <p:cTn dur="500" fill="hold"/>
                        <p:tgtEl>
                          <p:spTgt spid="59"/>
                        </p:tgtEl>
                        <p:attrNameLst>
                          <p:attrName>ppt_y</p:attrName>
                        </p:attrNameLst>
                      </p:cBhvr>
                      <p:tavLst>
                        <p:tav tm="0">
                          <p:val>
                            <p:strVal val="1+#ppt_h/2"/>
                          </p:val>
                        </p:tav>
                        <p:tav tm="100000">
                          <p:val>
                            <p:strVal val="#ppt_y"/>
                          </p:val>
                        </p:tav>
                      </p:tavLst>
                    </p:anim>
                  </p:childTnLst>
                </p:cTn>
              </p:par>
            </p:tnLst>
          </p:tmpl>
        </p:tmplLst>
      </p:bldP>
      <p:bldP spid="62"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62"/>
                        </p:tgtEl>
                        <p:attrNameLst>
                          <p:attrName>style.visibility</p:attrName>
                        </p:attrNameLst>
                      </p:cBhvr>
                      <p:to>
                        <p:strVal val="visible"/>
                      </p:to>
                    </p:set>
                    <p:anim calcmode="lin" valueType="num">
                      <p:cBhvr additive="base">
                        <p:cTn dur="500" fill="hold"/>
                        <p:tgtEl>
                          <p:spTgt spid="62"/>
                        </p:tgtEl>
                        <p:attrNameLst>
                          <p:attrName>ppt_x</p:attrName>
                        </p:attrNameLst>
                      </p:cBhvr>
                      <p:tavLst>
                        <p:tav tm="0">
                          <p:val>
                            <p:strVal val="#ppt_x"/>
                          </p:val>
                        </p:tav>
                        <p:tav tm="100000">
                          <p:val>
                            <p:strVal val="#ppt_x"/>
                          </p:val>
                        </p:tav>
                      </p:tavLst>
                    </p:anim>
                    <p:anim calcmode="lin" valueType="num">
                      <p:cBhvr additive="base">
                        <p:cTn dur="500" fill="hold"/>
                        <p:tgtEl>
                          <p:spTgt spid="62"/>
                        </p:tgtEl>
                        <p:attrNameLst>
                          <p:attrName>ppt_y</p:attrName>
                        </p:attrNameLst>
                      </p:cBhvr>
                      <p:tavLst>
                        <p:tav tm="0">
                          <p:val>
                            <p:strVal val="1+#ppt_h/2"/>
                          </p:val>
                        </p:tav>
                        <p:tav tm="100000">
                          <p:val>
                            <p:strVal val="#ppt_y"/>
                          </p:val>
                        </p:tav>
                      </p:tavLst>
                    </p:anim>
                  </p:childTnLst>
                </p:cTn>
              </p:par>
            </p:tnLst>
          </p:tmpl>
        </p:tmplLst>
      </p:bldP>
      <p:bldP spid="32" grpId="0" animBg="1"/>
      <p:bldP spid="41"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41"/>
                        </p:tgtEl>
                        <p:attrNameLst>
                          <p:attrName>style.visibility</p:attrName>
                        </p:attrNameLst>
                      </p:cBhvr>
                      <p:to>
                        <p:strVal val="visible"/>
                      </p:to>
                    </p:set>
                    <p:animEffect transition="in" filter="wipe(down)">
                      <p:cBhvr>
                        <p:cTn dur="500"/>
                        <p:tgtEl>
                          <p:spTgt spid="41"/>
                        </p:tgtEl>
                      </p:cBhvr>
                    </p:animEffect>
                  </p:childTnLst>
                </p:cTn>
              </p:par>
            </p:tnLst>
          </p:tmpl>
        </p:tmplLst>
      </p:bldP>
      <p:bldP spid="60" grpId="0" animBg="1"/>
      <p:bldP spid="61"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61"/>
                        </p:tgtEl>
                        <p:attrNameLst>
                          <p:attrName>style.visibility</p:attrName>
                        </p:attrNameLst>
                      </p:cBhvr>
                      <p:to>
                        <p:strVal val="visible"/>
                      </p:to>
                    </p:set>
                    <p:animEffect transition="in" filter="wipe(down)">
                      <p:cBhvr>
                        <p:cTn dur="500"/>
                        <p:tgtEl>
                          <p:spTgt spid="61"/>
                        </p:tgtEl>
                      </p:cBhvr>
                    </p:animEffect>
                  </p:childTnLst>
                </p:cTn>
              </p:par>
            </p:tnLst>
          </p:tmpl>
        </p:tmplLst>
      </p:bldP>
    </p:bldLst>
  </p:timing>
</p:sldLayout>
</file>

<file path=ppt/slideLayouts/slideLayout434.xml><?xml version="1.0" encoding="utf-8"?>
<p:sldLayout xmlns:a="http://schemas.openxmlformats.org/drawingml/2006/main" xmlns:r="http://schemas.openxmlformats.org/officeDocument/2006/relationships" xmlns:p="http://schemas.openxmlformats.org/presentationml/2006/main" userDrawn="1">
  <p:cSld name="3-Pics">
    <p:spTree>
      <p:nvGrpSpPr>
        <p:cNvPr id="1" name=""/>
        <p:cNvGrpSpPr/>
        <p:nvPr/>
      </p:nvGrpSpPr>
      <p:grpSpPr>
        <a:xfrm>
          <a:off x="0" y="0"/>
          <a:ext cx="0" cy="0"/>
          <a:chOff x="0" y="0"/>
          <a:chExt cx="0" cy="0"/>
        </a:xfrm>
      </p:grpSpPr>
      <p:sp>
        <p:nvSpPr>
          <p:cNvPr id="75" name="Picture Placeholder 7"/>
          <p:cNvSpPr>
            <a:spLocks noGrp="1"/>
          </p:cNvSpPr>
          <p:nvPr>
            <p:ph type="pic" sz="quarter" idx="10" hasCustomPrompt="1"/>
          </p:nvPr>
        </p:nvSpPr>
        <p:spPr>
          <a:xfrm>
            <a:off x="858245" y="2220287"/>
            <a:ext cx="3322495" cy="2522991"/>
          </a:xfrm>
          <a:prstGeom prst="downArrowCallout">
            <a:avLst>
              <a:gd name="adj1" fmla="val 35178"/>
              <a:gd name="adj2" fmla="val 13059"/>
              <a:gd name="adj3" fmla="val 7566"/>
              <a:gd name="adj4" fmla="val 92434"/>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76" name="Text Placeholder 3"/>
          <p:cNvSpPr>
            <a:spLocks noGrp="1"/>
          </p:cNvSpPr>
          <p:nvPr>
            <p:ph type="body" sz="half" idx="15"/>
          </p:nvPr>
        </p:nvSpPr>
        <p:spPr>
          <a:xfrm>
            <a:off x="865268" y="5155135"/>
            <a:ext cx="3315472" cy="846795"/>
          </a:xfrm>
          <a:prstGeom prst="rect">
            <a:avLst/>
          </a:prstGeom>
        </p:spPr>
        <p:txBody>
          <a:bodyPr wrap="non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a:solidFill>
                <a:schemeClr val="tx1">
                  <a:lumMod val="50000"/>
                  <a:lumOff val="50000"/>
                </a:schemeClr>
              </a:solidFill>
            </a:endParaRPr>
          </a:p>
        </p:txBody>
      </p:sp>
      <p:sp>
        <p:nvSpPr>
          <p:cNvPr id="77" name="Text Placeholder 3"/>
          <p:cNvSpPr>
            <a:spLocks noGrp="1"/>
          </p:cNvSpPr>
          <p:nvPr>
            <p:ph type="body" sz="half" idx="17"/>
          </p:nvPr>
        </p:nvSpPr>
        <p:spPr>
          <a:xfrm>
            <a:off x="858243" y="4880532"/>
            <a:ext cx="3324756" cy="257040"/>
          </a:xfrm>
          <a:prstGeom prst="rect">
            <a:avLst/>
          </a:prstGeom>
        </p:spPr>
        <p:txBody>
          <a:bodyPr wrap="none" lIns="0" tIns="0" rIns="0" bIns="0" anchor="ctr">
            <a:noAutofit/>
          </a:bodyPr>
          <a:lstStyle>
            <a:lvl1pPr marL="0" indent="0" algn="ctr">
              <a:buNone/>
              <a:defRPr sz="1467" b="1" baseline="0">
                <a:solidFill>
                  <a:schemeClr val="accent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78" name="Rectangle 77"/>
          <p:cNvSpPr/>
          <p:nvPr userDrawn="1"/>
        </p:nvSpPr>
        <p:spPr>
          <a:xfrm>
            <a:off x="865267" y="1710413"/>
            <a:ext cx="3315472" cy="50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1867" dirty="0">
              <a:solidFill>
                <a:srgbClr val="FFFFFF"/>
              </a:solidFill>
            </a:endParaRPr>
          </a:p>
        </p:txBody>
      </p:sp>
      <p:sp>
        <p:nvSpPr>
          <p:cNvPr id="79" name="Text Placeholder 3"/>
          <p:cNvSpPr>
            <a:spLocks noGrp="1"/>
          </p:cNvSpPr>
          <p:nvPr>
            <p:ph type="body" sz="half" idx="16"/>
          </p:nvPr>
        </p:nvSpPr>
        <p:spPr>
          <a:xfrm>
            <a:off x="990157" y="1830583"/>
            <a:ext cx="3065691" cy="267661"/>
          </a:xfrm>
          <a:prstGeom prst="rect">
            <a:avLst/>
          </a:prstGeom>
        </p:spPr>
        <p:txBody>
          <a:bodyPr wrap="non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80" name="Picture Placeholder 7"/>
          <p:cNvSpPr>
            <a:spLocks noGrp="1"/>
          </p:cNvSpPr>
          <p:nvPr>
            <p:ph type="pic" sz="quarter" idx="18" hasCustomPrompt="1"/>
          </p:nvPr>
        </p:nvSpPr>
        <p:spPr>
          <a:xfrm>
            <a:off x="4445005" y="2220287"/>
            <a:ext cx="3322495" cy="2522991"/>
          </a:xfrm>
          <a:prstGeom prst="downArrowCallout">
            <a:avLst>
              <a:gd name="adj1" fmla="val 35178"/>
              <a:gd name="adj2" fmla="val 13059"/>
              <a:gd name="adj3" fmla="val 7566"/>
              <a:gd name="adj4" fmla="val 92434"/>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81" name="Text Placeholder 3"/>
          <p:cNvSpPr>
            <a:spLocks noGrp="1"/>
          </p:cNvSpPr>
          <p:nvPr>
            <p:ph type="body" sz="half" idx="19"/>
          </p:nvPr>
        </p:nvSpPr>
        <p:spPr>
          <a:xfrm>
            <a:off x="4452025" y="5155135"/>
            <a:ext cx="3315472" cy="846795"/>
          </a:xfrm>
          <a:prstGeom prst="rect">
            <a:avLst/>
          </a:prstGeom>
        </p:spPr>
        <p:txBody>
          <a:bodyPr wrap="non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a:solidFill>
                <a:schemeClr val="tx1">
                  <a:lumMod val="50000"/>
                  <a:lumOff val="50000"/>
                </a:schemeClr>
              </a:solidFill>
            </a:endParaRPr>
          </a:p>
        </p:txBody>
      </p:sp>
      <p:sp>
        <p:nvSpPr>
          <p:cNvPr id="82" name="Text Placeholder 3"/>
          <p:cNvSpPr>
            <a:spLocks noGrp="1"/>
          </p:cNvSpPr>
          <p:nvPr>
            <p:ph type="body" sz="half" idx="20"/>
          </p:nvPr>
        </p:nvSpPr>
        <p:spPr>
          <a:xfrm>
            <a:off x="4445001" y="4880532"/>
            <a:ext cx="3324756" cy="257040"/>
          </a:xfrm>
          <a:prstGeom prst="rect">
            <a:avLst/>
          </a:prstGeom>
        </p:spPr>
        <p:txBody>
          <a:bodyPr wrap="none" lIns="0" tIns="0" rIns="0" bIns="0" anchor="ctr">
            <a:noAutofit/>
          </a:bodyPr>
          <a:lstStyle>
            <a:lvl1pPr marL="0" indent="0" algn="ctr">
              <a:buNone/>
              <a:defRPr sz="1467" b="1" baseline="0">
                <a:solidFill>
                  <a:schemeClr val="accent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83" name="Rectangle 82"/>
          <p:cNvSpPr/>
          <p:nvPr userDrawn="1"/>
        </p:nvSpPr>
        <p:spPr>
          <a:xfrm>
            <a:off x="4452025" y="1710413"/>
            <a:ext cx="3315472" cy="50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1867" dirty="0">
              <a:solidFill>
                <a:srgbClr val="FFFFFF"/>
              </a:solidFill>
            </a:endParaRPr>
          </a:p>
        </p:txBody>
      </p:sp>
      <p:sp>
        <p:nvSpPr>
          <p:cNvPr id="84" name="Text Placeholder 3"/>
          <p:cNvSpPr>
            <a:spLocks noGrp="1"/>
          </p:cNvSpPr>
          <p:nvPr>
            <p:ph type="body" sz="half" idx="21"/>
          </p:nvPr>
        </p:nvSpPr>
        <p:spPr>
          <a:xfrm>
            <a:off x="4576916" y="1830583"/>
            <a:ext cx="3065691" cy="267661"/>
          </a:xfrm>
          <a:prstGeom prst="rect">
            <a:avLst/>
          </a:prstGeom>
        </p:spPr>
        <p:txBody>
          <a:bodyPr wrap="non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85" name="Picture Placeholder 7"/>
          <p:cNvSpPr>
            <a:spLocks noGrp="1"/>
          </p:cNvSpPr>
          <p:nvPr>
            <p:ph type="pic" sz="quarter" idx="22" hasCustomPrompt="1"/>
          </p:nvPr>
        </p:nvSpPr>
        <p:spPr>
          <a:xfrm>
            <a:off x="8026403" y="2220287"/>
            <a:ext cx="3322495" cy="2522991"/>
          </a:xfrm>
          <a:prstGeom prst="downArrowCallout">
            <a:avLst>
              <a:gd name="adj1" fmla="val 35178"/>
              <a:gd name="adj2" fmla="val 13059"/>
              <a:gd name="adj3" fmla="val 7566"/>
              <a:gd name="adj4" fmla="val 92434"/>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86" name="Text Placeholder 3"/>
          <p:cNvSpPr>
            <a:spLocks noGrp="1"/>
          </p:cNvSpPr>
          <p:nvPr>
            <p:ph type="body" sz="half" idx="23"/>
          </p:nvPr>
        </p:nvSpPr>
        <p:spPr>
          <a:xfrm>
            <a:off x="8033427" y="5155135"/>
            <a:ext cx="3315472" cy="846795"/>
          </a:xfrm>
          <a:prstGeom prst="rect">
            <a:avLst/>
          </a:prstGeom>
        </p:spPr>
        <p:txBody>
          <a:bodyPr wrap="non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a:solidFill>
                <a:schemeClr val="tx1">
                  <a:lumMod val="50000"/>
                  <a:lumOff val="50000"/>
                </a:schemeClr>
              </a:solidFill>
            </a:endParaRPr>
          </a:p>
        </p:txBody>
      </p:sp>
      <p:sp>
        <p:nvSpPr>
          <p:cNvPr id="87" name="Text Placeholder 3"/>
          <p:cNvSpPr>
            <a:spLocks noGrp="1"/>
          </p:cNvSpPr>
          <p:nvPr>
            <p:ph type="body" sz="half" idx="24"/>
          </p:nvPr>
        </p:nvSpPr>
        <p:spPr>
          <a:xfrm>
            <a:off x="8026402" y="4880532"/>
            <a:ext cx="3324756" cy="257040"/>
          </a:xfrm>
          <a:prstGeom prst="rect">
            <a:avLst/>
          </a:prstGeom>
        </p:spPr>
        <p:txBody>
          <a:bodyPr wrap="none" lIns="0" tIns="0" rIns="0" bIns="0" anchor="ctr">
            <a:noAutofit/>
          </a:bodyPr>
          <a:lstStyle>
            <a:lvl1pPr marL="0" indent="0" algn="ctr">
              <a:buNone/>
              <a:defRPr sz="1467" b="1" baseline="0">
                <a:solidFill>
                  <a:schemeClr val="accent3"/>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88" name="Rectangle 87"/>
          <p:cNvSpPr/>
          <p:nvPr userDrawn="1"/>
        </p:nvSpPr>
        <p:spPr>
          <a:xfrm>
            <a:off x="8033425" y="1710413"/>
            <a:ext cx="3315472" cy="508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1867" dirty="0">
              <a:solidFill>
                <a:srgbClr val="FFFFFF"/>
              </a:solidFill>
            </a:endParaRPr>
          </a:p>
        </p:txBody>
      </p:sp>
      <p:sp>
        <p:nvSpPr>
          <p:cNvPr id="89" name="Text Placeholder 3"/>
          <p:cNvSpPr>
            <a:spLocks noGrp="1"/>
          </p:cNvSpPr>
          <p:nvPr>
            <p:ph type="body" sz="half" idx="25"/>
          </p:nvPr>
        </p:nvSpPr>
        <p:spPr>
          <a:xfrm>
            <a:off x="8158316" y="1830583"/>
            <a:ext cx="3065691" cy="267661"/>
          </a:xfrm>
          <a:prstGeom prst="rect">
            <a:avLst/>
          </a:prstGeom>
        </p:spPr>
        <p:txBody>
          <a:bodyPr wrap="non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21"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22"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406365266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accel="50000" decel="50000" fill="hold" grpId="0" nodeType="afterEffect">
                                  <p:stCondLst>
                                    <p:cond delay="0"/>
                                  </p:stCondLst>
                                  <p:childTnLst>
                                    <p:set>
                                      <p:cBhvr>
                                        <p:cTn id="6" dur="1" fill="hold">
                                          <p:stCondLst>
                                            <p:cond delay="0"/>
                                          </p:stCondLst>
                                        </p:cTn>
                                        <p:tgtEl>
                                          <p:spTgt spid="78"/>
                                        </p:tgtEl>
                                        <p:attrNameLst>
                                          <p:attrName>style.visibility</p:attrName>
                                        </p:attrNameLst>
                                      </p:cBhvr>
                                      <p:to>
                                        <p:strVal val="visible"/>
                                      </p:to>
                                    </p:set>
                                    <p:anim calcmode="lin" valueType="num">
                                      <p:cBhvr additive="base">
                                        <p:cTn id="7" dur="500" fill="hold"/>
                                        <p:tgtEl>
                                          <p:spTgt spid="78"/>
                                        </p:tgtEl>
                                        <p:attrNameLst>
                                          <p:attrName>ppt_x</p:attrName>
                                        </p:attrNameLst>
                                      </p:cBhvr>
                                      <p:tavLst>
                                        <p:tav tm="0">
                                          <p:val>
                                            <p:strVal val="#ppt_x"/>
                                          </p:val>
                                        </p:tav>
                                        <p:tav tm="100000">
                                          <p:val>
                                            <p:strVal val="#ppt_x"/>
                                          </p:val>
                                        </p:tav>
                                      </p:tavLst>
                                    </p:anim>
                                    <p:anim calcmode="lin" valueType="num">
                                      <p:cBhvr additive="base">
                                        <p:cTn id="8" dur="500" fill="hold"/>
                                        <p:tgtEl>
                                          <p:spTgt spid="78"/>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2" presetClass="entr" presetSubtype="4" fill="hold" grpId="0" nodeType="afterEffect" nodePh="1">
                                  <p:stCondLst>
                                    <p:cond delay="0"/>
                                  </p:stCondLst>
                                  <p:endCondLst>
                                    <p:cond evt="begin" delay="0">
                                      <p:tn val="10"/>
                                    </p:cond>
                                  </p:endCondLst>
                                  <p:childTnLst>
                                    <p:set>
                                      <p:cBhvr>
                                        <p:cTn id="11" dur="1" fill="hold">
                                          <p:stCondLst>
                                            <p:cond delay="0"/>
                                          </p:stCondLst>
                                        </p:cTn>
                                        <p:tgtEl>
                                          <p:spTgt spid="79">
                                            <p:txEl>
                                              <p:pRg st="0" end="0"/>
                                            </p:txEl>
                                          </p:spTgt>
                                        </p:tgtEl>
                                        <p:attrNameLst>
                                          <p:attrName>style.visibility</p:attrName>
                                        </p:attrNameLst>
                                      </p:cBhvr>
                                      <p:to>
                                        <p:strVal val="visible"/>
                                      </p:to>
                                    </p:set>
                                    <p:animEffect transition="in" filter="wipe(down)">
                                      <p:cBhvr>
                                        <p:cTn id="12" dur="500"/>
                                        <p:tgtEl>
                                          <p:spTgt spid="79">
                                            <p:txEl>
                                              <p:pRg st="0" end="0"/>
                                            </p:txEl>
                                          </p:spTgt>
                                        </p:tgtEl>
                                      </p:cBhvr>
                                    </p:animEffect>
                                  </p:childTnLst>
                                </p:cTn>
                              </p:par>
                              <p:par>
                                <p:cTn id="13" presetID="2" presetClass="entr" presetSubtype="4" accel="50000" decel="50000" fill="hold" grpId="0" nodeType="withEffect">
                                  <p:stCondLst>
                                    <p:cond delay="0"/>
                                  </p:stCondLst>
                                  <p:childTnLst>
                                    <p:set>
                                      <p:cBhvr>
                                        <p:cTn id="14" dur="1" fill="hold">
                                          <p:stCondLst>
                                            <p:cond delay="0"/>
                                          </p:stCondLst>
                                        </p:cTn>
                                        <p:tgtEl>
                                          <p:spTgt spid="75"/>
                                        </p:tgtEl>
                                        <p:attrNameLst>
                                          <p:attrName>style.visibility</p:attrName>
                                        </p:attrNameLst>
                                      </p:cBhvr>
                                      <p:to>
                                        <p:strVal val="visible"/>
                                      </p:to>
                                    </p:set>
                                    <p:anim calcmode="lin" valueType="num">
                                      <p:cBhvr additive="base">
                                        <p:cTn id="15" dur="500" fill="hold"/>
                                        <p:tgtEl>
                                          <p:spTgt spid="75"/>
                                        </p:tgtEl>
                                        <p:attrNameLst>
                                          <p:attrName>ppt_x</p:attrName>
                                        </p:attrNameLst>
                                      </p:cBhvr>
                                      <p:tavLst>
                                        <p:tav tm="0">
                                          <p:val>
                                            <p:strVal val="#ppt_x"/>
                                          </p:val>
                                        </p:tav>
                                        <p:tav tm="100000">
                                          <p:val>
                                            <p:strVal val="#ppt_x"/>
                                          </p:val>
                                        </p:tav>
                                      </p:tavLst>
                                    </p:anim>
                                    <p:anim calcmode="lin" valueType="num">
                                      <p:cBhvr additive="base">
                                        <p:cTn id="16" dur="500" fill="hold"/>
                                        <p:tgtEl>
                                          <p:spTgt spid="75"/>
                                        </p:tgtEl>
                                        <p:attrNameLst>
                                          <p:attrName>ppt_y</p:attrName>
                                        </p:attrNameLst>
                                      </p:cBhvr>
                                      <p:tavLst>
                                        <p:tav tm="0">
                                          <p:val>
                                            <p:strVal val="1+#ppt_h/2"/>
                                          </p:val>
                                        </p:tav>
                                        <p:tav tm="100000">
                                          <p:val>
                                            <p:strVal val="#ppt_y"/>
                                          </p:val>
                                        </p:tav>
                                      </p:tavLst>
                                    </p:anim>
                                  </p:childTnLst>
                                </p:cTn>
                              </p:par>
                            </p:childTnLst>
                          </p:cTn>
                        </p:par>
                        <p:par>
                          <p:cTn id="17" fill="hold">
                            <p:stCondLst>
                              <p:cond delay="1000"/>
                            </p:stCondLst>
                            <p:childTnLst>
                              <p:par>
                                <p:cTn id="18" presetID="2" presetClass="entr" presetSubtype="4" accel="50000" decel="50000" fill="hold" grpId="0" nodeType="afterEffect" nodePh="1">
                                  <p:stCondLst>
                                    <p:cond delay="0"/>
                                  </p:stCondLst>
                                  <p:endCondLst>
                                    <p:cond evt="begin" delay="0">
                                      <p:tn val="18"/>
                                    </p:cond>
                                  </p:endCondLst>
                                  <p:childTnLst>
                                    <p:set>
                                      <p:cBhvr>
                                        <p:cTn id="19" dur="1" fill="hold">
                                          <p:stCondLst>
                                            <p:cond delay="0"/>
                                          </p:stCondLst>
                                        </p:cTn>
                                        <p:tgtEl>
                                          <p:spTgt spid="77">
                                            <p:txEl>
                                              <p:pRg st="0" end="0"/>
                                            </p:txEl>
                                          </p:spTgt>
                                        </p:tgtEl>
                                        <p:attrNameLst>
                                          <p:attrName>style.visibility</p:attrName>
                                        </p:attrNameLst>
                                      </p:cBhvr>
                                      <p:to>
                                        <p:strVal val="visible"/>
                                      </p:to>
                                    </p:set>
                                    <p:anim calcmode="lin" valueType="num">
                                      <p:cBhvr additive="base">
                                        <p:cTn id="20" dur="500" fill="hold"/>
                                        <p:tgtEl>
                                          <p:spTgt spid="77">
                                            <p:txEl>
                                              <p:pRg st="0" end="0"/>
                                            </p:txEl>
                                          </p:spTgt>
                                        </p:tgtEl>
                                        <p:attrNameLst>
                                          <p:attrName>ppt_x</p:attrName>
                                        </p:attrNameLst>
                                      </p:cBhvr>
                                      <p:tavLst>
                                        <p:tav tm="0">
                                          <p:val>
                                            <p:strVal val="#ppt_x"/>
                                          </p:val>
                                        </p:tav>
                                        <p:tav tm="100000">
                                          <p:val>
                                            <p:strVal val="#ppt_x"/>
                                          </p:val>
                                        </p:tav>
                                      </p:tavLst>
                                    </p:anim>
                                    <p:anim calcmode="lin" valueType="num">
                                      <p:cBhvr additive="base">
                                        <p:cTn id="21" dur="500" fill="hold"/>
                                        <p:tgtEl>
                                          <p:spTgt spid="77">
                                            <p:txEl>
                                              <p:pRg st="0" end="0"/>
                                            </p:txEl>
                                          </p:spTgt>
                                        </p:tgtEl>
                                        <p:attrNameLst>
                                          <p:attrName>ppt_y</p:attrName>
                                        </p:attrNameLst>
                                      </p:cBhvr>
                                      <p:tavLst>
                                        <p:tav tm="0">
                                          <p:val>
                                            <p:strVal val="1+#ppt_h/2"/>
                                          </p:val>
                                        </p:tav>
                                        <p:tav tm="100000">
                                          <p:val>
                                            <p:strVal val="#ppt_y"/>
                                          </p:val>
                                        </p:tav>
                                      </p:tavLst>
                                    </p:anim>
                                  </p:childTnLst>
                                </p:cTn>
                              </p:par>
                            </p:childTnLst>
                          </p:cTn>
                        </p:par>
                        <p:par>
                          <p:cTn id="22" fill="hold">
                            <p:stCondLst>
                              <p:cond delay="1500"/>
                            </p:stCondLst>
                            <p:childTnLst>
                              <p:par>
                                <p:cTn id="23" presetID="2" presetClass="entr" presetSubtype="4" accel="50000" decel="50000" fill="hold" grpId="0" nodeType="afterEffect" nodePh="1">
                                  <p:stCondLst>
                                    <p:cond delay="0"/>
                                  </p:stCondLst>
                                  <p:endCondLst>
                                    <p:cond evt="begin" delay="0">
                                      <p:tn val="23"/>
                                    </p:cond>
                                  </p:endCondLst>
                                  <p:childTnLst>
                                    <p:set>
                                      <p:cBhvr>
                                        <p:cTn id="24" dur="1" fill="hold">
                                          <p:stCondLst>
                                            <p:cond delay="0"/>
                                          </p:stCondLst>
                                        </p:cTn>
                                        <p:tgtEl>
                                          <p:spTgt spid="76">
                                            <p:txEl>
                                              <p:pRg st="0" end="0"/>
                                            </p:txEl>
                                          </p:spTgt>
                                        </p:tgtEl>
                                        <p:attrNameLst>
                                          <p:attrName>style.visibility</p:attrName>
                                        </p:attrNameLst>
                                      </p:cBhvr>
                                      <p:to>
                                        <p:strVal val="visible"/>
                                      </p:to>
                                    </p:set>
                                    <p:anim calcmode="lin" valueType="num">
                                      <p:cBhvr additive="base">
                                        <p:cTn id="25" dur="500" fill="hold"/>
                                        <p:tgtEl>
                                          <p:spTgt spid="76">
                                            <p:txEl>
                                              <p:pRg st="0" end="0"/>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76">
                                            <p:txEl>
                                              <p:pRg st="0" end="0"/>
                                            </p:txEl>
                                          </p:spTgt>
                                        </p:tgtEl>
                                        <p:attrNameLst>
                                          <p:attrName>ppt_y</p:attrName>
                                        </p:attrNameLst>
                                      </p:cBhvr>
                                      <p:tavLst>
                                        <p:tav tm="0">
                                          <p:val>
                                            <p:strVal val="1+#ppt_h/2"/>
                                          </p:val>
                                        </p:tav>
                                        <p:tav tm="100000">
                                          <p:val>
                                            <p:strVal val="#ppt_y"/>
                                          </p:val>
                                        </p:tav>
                                      </p:tavLst>
                                    </p:anim>
                                  </p:childTnLst>
                                </p:cTn>
                              </p:par>
                            </p:childTnLst>
                          </p:cTn>
                        </p:par>
                        <p:par>
                          <p:cTn id="27" fill="hold">
                            <p:stCondLst>
                              <p:cond delay="2000"/>
                            </p:stCondLst>
                            <p:childTnLst>
                              <p:par>
                                <p:cTn id="28" presetID="2" presetClass="entr" presetSubtype="1" accel="50000" decel="50000" fill="hold" grpId="0" nodeType="afterEffect">
                                  <p:stCondLst>
                                    <p:cond delay="0"/>
                                  </p:stCondLst>
                                  <p:childTnLst>
                                    <p:set>
                                      <p:cBhvr>
                                        <p:cTn id="29" dur="1" fill="hold">
                                          <p:stCondLst>
                                            <p:cond delay="0"/>
                                          </p:stCondLst>
                                        </p:cTn>
                                        <p:tgtEl>
                                          <p:spTgt spid="83"/>
                                        </p:tgtEl>
                                        <p:attrNameLst>
                                          <p:attrName>style.visibility</p:attrName>
                                        </p:attrNameLst>
                                      </p:cBhvr>
                                      <p:to>
                                        <p:strVal val="visible"/>
                                      </p:to>
                                    </p:set>
                                    <p:anim calcmode="lin" valueType="num">
                                      <p:cBhvr additive="base">
                                        <p:cTn id="30" dur="500" fill="hold"/>
                                        <p:tgtEl>
                                          <p:spTgt spid="83"/>
                                        </p:tgtEl>
                                        <p:attrNameLst>
                                          <p:attrName>ppt_x</p:attrName>
                                        </p:attrNameLst>
                                      </p:cBhvr>
                                      <p:tavLst>
                                        <p:tav tm="0">
                                          <p:val>
                                            <p:strVal val="#ppt_x"/>
                                          </p:val>
                                        </p:tav>
                                        <p:tav tm="100000">
                                          <p:val>
                                            <p:strVal val="#ppt_x"/>
                                          </p:val>
                                        </p:tav>
                                      </p:tavLst>
                                    </p:anim>
                                    <p:anim calcmode="lin" valueType="num">
                                      <p:cBhvr additive="base">
                                        <p:cTn id="31" dur="500" fill="hold"/>
                                        <p:tgtEl>
                                          <p:spTgt spid="83"/>
                                        </p:tgtEl>
                                        <p:attrNameLst>
                                          <p:attrName>ppt_y</p:attrName>
                                        </p:attrNameLst>
                                      </p:cBhvr>
                                      <p:tavLst>
                                        <p:tav tm="0">
                                          <p:val>
                                            <p:strVal val="0-#ppt_h/2"/>
                                          </p:val>
                                        </p:tav>
                                        <p:tav tm="100000">
                                          <p:val>
                                            <p:strVal val="#ppt_y"/>
                                          </p:val>
                                        </p:tav>
                                      </p:tavLst>
                                    </p:anim>
                                  </p:childTnLst>
                                </p:cTn>
                              </p:par>
                            </p:childTnLst>
                          </p:cTn>
                        </p:par>
                        <p:par>
                          <p:cTn id="32" fill="hold">
                            <p:stCondLst>
                              <p:cond delay="2500"/>
                            </p:stCondLst>
                            <p:childTnLst>
                              <p:par>
                                <p:cTn id="33" presetID="22" presetClass="entr" presetSubtype="4" fill="hold" grpId="0" nodeType="afterEffect" nodePh="1">
                                  <p:stCondLst>
                                    <p:cond delay="0"/>
                                  </p:stCondLst>
                                  <p:endCondLst>
                                    <p:cond evt="begin" delay="0">
                                      <p:tn val="33"/>
                                    </p:cond>
                                  </p:endCondLst>
                                  <p:childTnLst>
                                    <p:set>
                                      <p:cBhvr>
                                        <p:cTn id="34" dur="1" fill="hold">
                                          <p:stCondLst>
                                            <p:cond delay="0"/>
                                          </p:stCondLst>
                                        </p:cTn>
                                        <p:tgtEl>
                                          <p:spTgt spid="84">
                                            <p:txEl>
                                              <p:pRg st="0" end="0"/>
                                            </p:txEl>
                                          </p:spTgt>
                                        </p:tgtEl>
                                        <p:attrNameLst>
                                          <p:attrName>style.visibility</p:attrName>
                                        </p:attrNameLst>
                                      </p:cBhvr>
                                      <p:to>
                                        <p:strVal val="visible"/>
                                      </p:to>
                                    </p:set>
                                    <p:animEffect transition="in" filter="wipe(down)">
                                      <p:cBhvr>
                                        <p:cTn id="35" dur="500"/>
                                        <p:tgtEl>
                                          <p:spTgt spid="84">
                                            <p:txEl>
                                              <p:pRg st="0" end="0"/>
                                            </p:txEl>
                                          </p:spTgt>
                                        </p:tgtEl>
                                      </p:cBhvr>
                                    </p:animEffect>
                                  </p:childTnLst>
                                </p:cTn>
                              </p:par>
                              <p:par>
                                <p:cTn id="36" presetID="2" presetClass="entr" presetSubtype="4" accel="50000" decel="50000" fill="hold" grpId="0" nodeType="withEffect">
                                  <p:stCondLst>
                                    <p:cond delay="0"/>
                                  </p:stCondLst>
                                  <p:childTnLst>
                                    <p:set>
                                      <p:cBhvr>
                                        <p:cTn id="37" dur="1" fill="hold">
                                          <p:stCondLst>
                                            <p:cond delay="0"/>
                                          </p:stCondLst>
                                        </p:cTn>
                                        <p:tgtEl>
                                          <p:spTgt spid="80"/>
                                        </p:tgtEl>
                                        <p:attrNameLst>
                                          <p:attrName>style.visibility</p:attrName>
                                        </p:attrNameLst>
                                      </p:cBhvr>
                                      <p:to>
                                        <p:strVal val="visible"/>
                                      </p:to>
                                    </p:set>
                                    <p:anim calcmode="lin" valueType="num">
                                      <p:cBhvr additive="base">
                                        <p:cTn id="38" dur="500" fill="hold"/>
                                        <p:tgtEl>
                                          <p:spTgt spid="80"/>
                                        </p:tgtEl>
                                        <p:attrNameLst>
                                          <p:attrName>ppt_x</p:attrName>
                                        </p:attrNameLst>
                                      </p:cBhvr>
                                      <p:tavLst>
                                        <p:tav tm="0">
                                          <p:val>
                                            <p:strVal val="#ppt_x"/>
                                          </p:val>
                                        </p:tav>
                                        <p:tav tm="100000">
                                          <p:val>
                                            <p:strVal val="#ppt_x"/>
                                          </p:val>
                                        </p:tav>
                                      </p:tavLst>
                                    </p:anim>
                                    <p:anim calcmode="lin" valueType="num">
                                      <p:cBhvr additive="base">
                                        <p:cTn id="39" dur="500" fill="hold"/>
                                        <p:tgtEl>
                                          <p:spTgt spid="80"/>
                                        </p:tgtEl>
                                        <p:attrNameLst>
                                          <p:attrName>ppt_y</p:attrName>
                                        </p:attrNameLst>
                                      </p:cBhvr>
                                      <p:tavLst>
                                        <p:tav tm="0">
                                          <p:val>
                                            <p:strVal val="1+#ppt_h/2"/>
                                          </p:val>
                                        </p:tav>
                                        <p:tav tm="100000">
                                          <p:val>
                                            <p:strVal val="#ppt_y"/>
                                          </p:val>
                                        </p:tav>
                                      </p:tavLst>
                                    </p:anim>
                                  </p:childTnLst>
                                </p:cTn>
                              </p:par>
                            </p:childTnLst>
                          </p:cTn>
                        </p:par>
                        <p:par>
                          <p:cTn id="40" fill="hold">
                            <p:stCondLst>
                              <p:cond delay="3000"/>
                            </p:stCondLst>
                            <p:childTnLst>
                              <p:par>
                                <p:cTn id="41" presetID="2" presetClass="entr" presetSubtype="4" accel="50000" decel="50000" fill="hold" grpId="0" nodeType="afterEffect" nodePh="1">
                                  <p:stCondLst>
                                    <p:cond delay="0"/>
                                  </p:stCondLst>
                                  <p:endCondLst>
                                    <p:cond evt="begin" delay="0">
                                      <p:tn val="41"/>
                                    </p:cond>
                                  </p:endCondLst>
                                  <p:childTnLst>
                                    <p:set>
                                      <p:cBhvr>
                                        <p:cTn id="42" dur="1" fill="hold">
                                          <p:stCondLst>
                                            <p:cond delay="0"/>
                                          </p:stCondLst>
                                        </p:cTn>
                                        <p:tgtEl>
                                          <p:spTgt spid="82">
                                            <p:txEl>
                                              <p:pRg st="0" end="0"/>
                                            </p:txEl>
                                          </p:spTgt>
                                        </p:tgtEl>
                                        <p:attrNameLst>
                                          <p:attrName>style.visibility</p:attrName>
                                        </p:attrNameLst>
                                      </p:cBhvr>
                                      <p:to>
                                        <p:strVal val="visible"/>
                                      </p:to>
                                    </p:set>
                                    <p:anim calcmode="lin" valueType="num">
                                      <p:cBhvr additive="base">
                                        <p:cTn id="43" dur="500" fill="hold"/>
                                        <p:tgtEl>
                                          <p:spTgt spid="82">
                                            <p:txEl>
                                              <p:pRg st="0" end="0"/>
                                            </p:txEl>
                                          </p:spTgt>
                                        </p:tgtEl>
                                        <p:attrNameLst>
                                          <p:attrName>ppt_x</p:attrName>
                                        </p:attrNameLst>
                                      </p:cBhvr>
                                      <p:tavLst>
                                        <p:tav tm="0">
                                          <p:val>
                                            <p:strVal val="#ppt_x"/>
                                          </p:val>
                                        </p:tav>
                                        <p:tav tm="100000">
                                          <p:val>
                                            <p:strVal val="#ppt_x"/>
                                          </p:val>
                                        </p:tav>
                                      </p:tavLst>
                                    </p:anim>
                                    <p:anim calcmode="lin" valueType="num">
                                      <p:cBhvr additive="base">
                                        <p:cTn id="44" dur="500" fill="hold"/>
                                        <p:tgtEl>
                                          <p:spTgt spid="82">
                                            <p:txEl>
                                              <p:pRg st="0" end="0"/>
                                            </p:txEl>
                                          </p:spTgt>
                                        </p:tgtEl>
                                        <p:attrNameLst>
                                          <p:attrName>ppt_y</p:attrName>
                                        </p:attrNameLst>
                                      </p:cBhvr>
                                      <p:tavLst>
                                        <p:tav tm="0">
                                          <p:val>
                                            <p:strVal val="1+#ppt_h/2"/>
                                          </p:val>
                                        </p:tav>
                                        <p:tav tm="100000">
                                          <p:val>
                                            <p:strVal val="#ppt_y"/>
                                          </p:val>
                                        </p:tav>
                                      </p:tavLst>
                                    </p:anim>
                                  </p:childTnLst>
                                </p:cTn>
                              </p:par>
                            </p:childTnLst>
                          </p:cTn>
                        </p:par>
                        <p:par>
                          <p:cTn id="45" fill="hold">
                            <p:stCondLst>
                              <p:cond delay="3500"/>
                            </p:stCondLst>
                            <p:childTnLst>
                              <p:par>
                                <p:cTn id="46" presetID="2" presetClass="entr" presetSubtype="4" accel="50000" decel="50000" fill="hold" grpId="0" nodeType="afterEffect" nodePh="1">
                                  <p:stCondLst>
                                    <p:cond delay="0"/>
                                  </p:stCondLst>
                                  <p:endCondLst>
                                    <p:cond evt="begin" delay="0">
                                      <p:tn val="46"/>
                                    </p:cond>
                                  </p:endCondLst>
                                  <p:childTnLst>
                                    <p:set>
                                      <p:cBhvr>
                                        <p:cTn id="47" dur="1" fill="hold">
                                          <p:stCondLst>
                                            <p:cond delay="0"/>
                                          </p:stCondLst>
                                        </p:cTn>
                                        <p:tgtEl>
                                          <p:spTgt spid="81">
                                            <p:txEl>
                                              <p:pRg st="0" end="0"/>
                                            </p:txEl>
                                          </p:spTgt>
                                        </p:tgtEl>
                                        <p:attrNameLst>
                                          <p:attrName>style.visibility</p:attrName>
                                        </p:attrNameLst>
                                      </p:cBhvr>
                                      <p:to>
                                        <p:strVal val="visible"/>
                                      </p:to>
                                    </p:set>
                                    <p:anim calcmode="lin" valueType="num">
                                      <p:cBhvr additive="base">
                                        <p:cTn id="48" dur="500" fill="hold"/>
                                        <p:tgtEl>
                                          <p:spTgt spid="81">
                                            <p:txEl>
                                              <p:pRg st="0" end="0"/>
                                            </p:txEl>
                                          </p:spTgt>
                                        </p:tgtEl>
                                        <p:attrNameLst>
                                          <p:attrName>ppt_x</p:attrName>
                                        </p:attrNameLst>
                                      </p:cBhvr>
                                      <p:tavLst>
                                        <p:tav tm="0">
                                          <p:val>
                                            <p:strVal val="#ppt_x"/>
                                          </p:val>
                                        </p:tav>
                                        <p:tav tm="100000">
                                          <p:val>
                                            <p:strVal val="#ppt_x"/>
                                          </p:val>
                                        </p:tav>
                                      </p:tavLst>
                                    </p:anim>
                                    <p:anim calcmode="lin" valueType="num">
                                      <p:cBhvr additive="base">
                                        <p:cTn id="49" dur="500" fill="hold"/>
                                        <p:tgtEl>
                                          <p:spTgt spid="81">
                                            <p:txEl>
                                              <p:pRg st="0" end="0"/>
                                            </p:txEl>
                                          </p:spTgt>
                                        </p:tgtEl>
                                        <p:attrNameLst>
                                          <p:attrName>ppt_y</p:attrName>
                                        </p:attrNameLst>
                                      </p:cBhvr>
                                      <p:tavLst>
                                        <p:tav tm="0">
                                          <p:val>
                                            <p:strVal val="1+#ppt_h/2"/>
                                          </p:val>
                                        </p:tav>
                                        <p:tav tm="100000">
                                          <p:val>
                                            <p:strVal val="#ppt_y"/>
                                          </p:val>
                                        </p:tav>
                                      </p:tavLst>
                                    </p:anim>
                                  </p:childTnLst>
                                </p:cTn>
                              </p:par>
                            </p:childTnLst>
                          </p:cTn>
                        </p:par>
                        <p:par>
                          <p:cTn id="50" fill="hold">
                            <p:stCondLst>
                              <p:cond delay="4000"/>
                            </p:stCondLst>
                            <p:childTnLst>
                              <p:par>
                                <p:cTn id="51" presetID="2" presetClass="entr" presetSubtype="1" accel="50000" decel="50000" fill="hold" grpId="0" nodeType="afterEffect">
                                  <p:stCondLst>
                                    <p:cond delay="0"/>
                                  </p:stCondLst>
                                  <p:childTnLst>
                                    <p:set>
                                      <p:cBhvr>
                                        <p:cTn id="52" dur="1" fill="hold">
                                          <p:stCondLst>
                                            <p:cond delay="0"/>
                                          </p:stCondLst>
                                        </p:cTn>
                                        <p:tgtEl>
                                          <p:spTgt spid="88"/>
                                        </p:tgtEl>
                                        <p:attrNameLst>
                                          <p:attrName>style.visibility</p:attrName>
                                        </p:attrNameLst>
                                      </p:cBhvr>
                                      <p:to>
                                        <p:strVal val="visible"/>
                                      </p:to>
                                    </p:set>
                                    <p:anim calcmode="lin" valueType="num">
                                      <p:cBhvr additive="base">
                                        <p:cTn id="53" dur="500" fill="hold"/>
                                        <p:tgtEl>
                                          <p:spTgt spid="88"/>
                                        </p:tgtEl>
                                        <p:attrNameLst>
                                          <p:attrName>ppt_x</p:attrName>
                                        </p:attrNameLst>
                                      </p:cBhvr>
                                      <p:tavLst>
                                        <p:tav tm="0">
                                          <p:val>
                                            <p:strVal val="#ppt_x"/>
                                          </p:val>
                                        </p:tav>
                                        <p:tav tm="100000">
                                          <p:val>
                                            <p:strVal val="#ppt_x"/>
                                          </p:val>
                                        </p:tav>
                                      </p:tavLst>
                                    </p:anim>
                                    <p:anim calcmode="lin" valueType="num">
                                      <p:cBhvr additive="base">
                                        <p:cTn id="54" dur="500" fill="hold"/>
                                        <p:tgtEl>
                                          <p:spTgt spid="88"/>
                                        </p:tgtEl>
                                        <p:attrNameLst>
                                          <p:attrName>ppt_y</p:attrName>
                                        </p:attrNameLst>
                                      </p:cBhvr>
                                      <p:tavLst>
                                        <p:tav tm="0">
                                          <p:val>
                                            <p:strVal val="0-#ppt_h/2"/>
                                          </p:val>
                                        </p:tav>
                                        <p:tav tm="100000">
                                          <p:val>
                                            <p:strVal val="#ppt_y"/>
                                          </p:val>
                                        </p:tav>
                                      </p:tavLst>
                                    </p:anim>
                                  </p:childTnLst>
                                </p:cTn>
                              </p:par>
                            </p:childTnLst>
                          </p:cTn>
                        </p:par>
                        <p:par>
                          <p:cTn id="55" fill="hold">
                            <p:stCondLst>
                              <p:cond delay="4500"/>
                            </p:stCondLst>
                            <p:childTnLst>
                              <p:par>
                                <p:cTn id="56" presetID="22" presetClass="entr" presetSubtype="4" fill="hold" grpId="0" nodeType="afterEffect" nodePh="1">
                                  <p:stCondLst>
                                    <p:cond delay="0"/>
                                  </p:stCondLst>
                                  <p:endCondLst>
                                    <p:cond evt="begin" delay="0">
                                      <p:tn val="56"/>
                                    </p:cond>
                                  </p:endCondLst>
                                  <p:childTnLst>
                                    <p:set>
                                      <p:cBhvr>
                                        <p:cTn id="57" dur="1" fill="hold">
                                          <p:stCondLst>
                                            <p:cond delay="0"/>
                                          </p:stCondLst>
                                        </p:cTn>
                                        <p:tgtEl>
                                          <p:spTgt spid="89">
                                            <p:txEl>
                                              <p:pRg st="0" end="0"/>
                                            </p:txEl>
                                          </p:spTgt>
                                        </p:tgtEl>
                                        <p:attrNameLst>
                                          <p:attrName>style.visibility</p:attrName>
                                        </p:attrNameLst>
                                      </p:cBhvr>
                                      <p:to>
                                        <p:strVal val="visible"/>
                                      </p:to>
                                    </p:set>
                                    <p:animEffect transition="in" filter="wipe(down)">
                                      <p:cBhvr>
                                        <p:cTn id="58" dur="500"/>
                                        <p:tgtEl>
                                          <p:spTgt spid="89">
                                            <p:txEl>
                                              <p:pRg st="0" end="0"/>
                                            </p:txEl>
                                          </p:spTgt>
                                        </p:tgtEl>
                                      </p:cBhvr>
                                    </p:animEffect>
                                  </p:childTnLst>
                                </p:cTn>
                              </p:par>
                              <p:par>
                                <p:cTn id="59" presetID="2" presetClass="entr" presetSubtype="4" accel="50000" decel="50000" fill="hold" grpId="0" nodeType="withEffect">
                                  <p:stCondLst>
                                    <p:cond delay="0"/>
                                  </p:stCondLst>
                                  <p:childTnLst>
                                    <p:set>
                                      <p:cBhvr>
                                        <p:cTn id="60" dur="1" fill="hold">
                                          <p:stCondLst>
                                            <p:cond delay="0"/>
                                          </p:stCondLst>
                                        </p:cTn>
                                        <p:tgtEl>
                                          <p:spTgt spid="85"/>
                                        </p:tgtEl>
                                        <p:attrNameLst>
                                          <p:attrName>style.visibility</p:attrName>
                                        </p:attrNameLst>
                                      </p:cBhvr>
                                      <p:to>
                                        <p:strVal val="visible"/>
                                      </p:to>
                                    </p:set>
                                    <p:anim calcmode="lin" valueType="num">
                                      <p:cBhvr additive="base">
                                        <p:cTn id="61" dur="500" fill="hold"/>
                                        <p:tgtEl>
                                          <p:spTgt spid="85"/>
                                        </p:tgtEl>
                                        <p:attrNameLst>
                                          <p:attrName>ppt_x</p:attrName>
                                        </p:attrNameLst>
                                      </p:cBhvr>
                                      <p:tavLst>
                                        <p:tav tm="0">
                                          <p:val>
                                            <p:strVal val="#ppt_x"/>
                                          </p:val>
                                        </p:tav>
                                        <p:tav tm="100000">
                                          <p:val>
                                            <p:strVal val="#ppt_x"/>
                                          </p:val>
                                        </p:tav>
                                      </p:tavLst>
                                    </p:anim>
                                    <p:anim calcmode="lin" valueType="num">
                                      <p:cBhvr additive="base">
                                        <p:cTn id="62" dur="500" fill="hold"/>
                                        <p:tgtEl>
                                          <p:spTgt spid="85"/>
                                        </p:tgtEl>
                                        <p:attrNameLst>
                                          <p:attrName>ppt_y</p:attrName>
                                        </p:attrNameLst>
                                      </p:cBhvr>
                                      <p:tavLst>
                                        <p:tav tm="0">
                                          <p:val>
                                            <p:strVal val="1+#ppt_h/2"/>
                                          </p:val>
                                        </p:tav>
                                        <p:tav tm="100000">
                                          <p:val>
                                            <p:strVal val="#ppt_y"/>
                                          </p:val>
                                        </p:tav>
                                      </p:tavLst>
                                    </p:anim>
                                  </p:childTnLst>
                                </p:cTn>
                              </p:par>
                            </p:childTnLst>
                          </p:cTn>
                        </p:par>
                        <p:par>
                          <p:cTn id="63" fill="hold">
                            <p:stCondLst>
                              <p:cond delay="5000"/>
                            </p:stCondLst>
                            <p:childTnLst>
                              <p:par>
                                <p:cTn id="64" presetID="2" presetClass="entr" presetSubtype="4" accel="50000" decel="50000" fill="hold" grpId="0" nodeType="afterEffect" nodePh="1">
                                  <p:stCondLst>
                                    <p:cond delay="0"/>
                                  </p:stCondLst>
                                  <p:endCondLst>
                                    <p:cond evt="begin" delay="0">
                                      <p:tn val="64"/>
                                    </p:cond>
                                  </p:endCondLst>
                                  <p:childTnLst>
                                    <p:set>
                                      <p:cBhvr>
                                        <p:cTn id="65" dur="1" fill="hold">
                                          <p:stCondLst>
                                            <p:cond delay="0"/>
                                          </p:stCondLst>
                                        </p:cTn>
                                        <p:tgtEl>
                                          <p:spTgt spid="87">
                                            <p:txEl>
                                              <p:pRg st="0" end="0"/>
                                            </p:txEl>
                                          </p:spTgt>
                                        </p:tgtEl>
                                        <p:attrNameLst>
                                          <p:attrName>style.visibility</p:attrName>
                                        </p:attrNameLst>
                                      </p:cBhvr>
                                      <p:to>
                                        <p:strVal val="visible"/>
                                      </p:to>
                                    </p:set>
                                    <p:anim calcmode="lin" valueType="num">
                                      <p:cBhvr additive="base">
                                        <p:cTn id="66" dur="500" fill="hold"/>
                                        <p:tgtEl>
                                          <p:spTgt spid="87">
                                            <p:txEl>
                                              <p:pRg st="0" end="0"/>
                                            </p:txEl>
                                          </p:spTgt>
                                        </p:tgtEl>
                                        <p:attrNameLst>
                                          <p:attrName>ppt_x</p:attrName>
                                        </p:attrNameLst>
                                      </p:cBhvr>
                                      <p:tavLst>
                                        <p:tav tm="0">
                                          <p:val>
                                            <p:strVal val="#ppt_x"/>
                                          </p:val>
                                        </p:tav>
                                        <p:tav tm="100000">
                                          <p:val>
                                            <p:strVal val="#ppt_x"/>
                                          </p:val>
                                        </p:tav>
                                      </p:tavLst>
                                    </p:anim>
                                    <p:anim calcmode="lin" valueType="num">
                                      <p:cBhvr additive="base">
                                        <p:cTn id="67" dur="500" fill="hold"/>
                                        <p:tgtEl>
                                          <p:spTgt spid="87">
                                            <p:txEl>
                                              <p:pRg st="0" end="0"/>
                                            </p:txEl>
                                          </p:spTgt>
                                        </p:tgtEl>
                                        <p:attrNameLst>
                                          <p:attrName>ppt_y</p:attrName>
                                        </p:attrNameLst>
                                      </p:cBhvr>
                                      <p:tavLst>
                                        <p:tav tm="0">
                                          <p:val>
                                            <p:strVal val="1+#ppt_h/2"/>
                                          </p:val>
                                        </p:tav>
                                        <p:tav tm="100000">
                                          <p:val>
                                            <p:strVal val="#ppt_y"/>
                                          </p:val>
                                        </p:tav>
                                      </p:tavLst>
                                    </p:anim>
                                  </p:childTnLst>
                                </p:cTn>
                              </p:par>
                            </p:childTnLst>
                          </p:cTn>
                        </p:par>
                        <p:par>
                          <p:cTn id="68" fill="hold">
                            <p:stCondLst>
                              <p:cond delay="5500"/>
                            </p:stCondLst>
                            <p:childTnLst>
                              <p:par>
                                <p:cTn id="69" presetID="2" presetClass="entr" presetSubtype="4" accel="50000" decel="50000" fill="hold" grpId="0" nodeType="afterEffect" nodePh="1">
                                  <p:stCondLst>
                                    <p:cond delay="0"/>
                                  </p:stCondLst>
                                  <p:endCondLst>
                                    <p:cond evt="begin" delay="0">
                                      <p:tn val="69"/>
                                    </p:cond>
                                  </p:endCondLst>
                                  <p:childTnLst>
                                    <p:set>
                                      <p:cBhvr>
                                        <p:cTn id="70" dur="1" fill="hold">
                                          <p:stCondLst>
                                            <p:cond delay="0"/>
                                          </p:stCondLst>
                                        </p:cTn>
                                        <p:tgtEl>
                                          <p:spTgt spid="86">
                                            <p:txEl>
                                              <p:pRg st="0" end="0"/>
                                            </p:txEl>
                                          </p:spTgt>
                                        </p:tgtEl>
                                        <p:attrNameLst>
                                          <p:attrName>style.visibility</p:attrName>
                                        </p:attrNameLst>
                                      </p:cBhvr>
                                      <p:to>
                                        <p:strVal val="visible"/>
                                      </p:to>
                                    </p:set>
                                    <p:anim calcmode="lin" valueType="num">
                                      <p:cBhvr additive="base">
                                        <p:cTn id="71" dur="500" fill="hold"/>
                                        <p:tgtEl>
                                          <p:spTgt spid="86">
                                            <p:txEl>
                                              <p:pRg st="0" end="0"/>
                                            </p:txEl>
                                          </p:spTgt>
                                        </p:tgtEl>
                                        <p:attrNameLst>
                                          <p:attrName>ppt_x</p:attrName>
                                        </p:attrNameLst>
                                      </p:cBhvr>
                                      <p:tavLst>
                                        <p:tav tm="0">
                                          <p:val>
                                            <p:strVal val="#ppt_x"/>
                                          </p:val>
                                        </p:tav>
                                        <p:tav tm="100000">
                                          <p:val>
                                            <p:strVal val="#ppt_x"/>
                                          </p:val>
                                        </p:tav>
                                      </p:tavLst>
                                    </p:anim>
                                    <p:anim calcmode="lin" valueType="num">
                                      <p:cBhvr additive="base">
                                        <p:cTn id="72" dur="500" fill="hold"/>
                                        <p:tgtEl>
                                          <p:spTgt spid="86">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5" grpId="0"/>
      <p:bldP spid="76"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76"/>
                        </p:tgtEl>
                        <p:attrNameLst>
                          <p:attrName>style.visibility</p:attrName>
                        </p:attrNameLst>
                      </p:cBhvr>
                      <p:to>
                        <p:strVal val="visible"/>
                      </p:to>
                    </p:set>
                    <p:anim calcmode="lin" valueType="num">
                      <p:cBhvr additive="base">
                        <p:cTn dur="500" fill="hold"/>
                        <p:tgtEl>
                          <p:spTgt spid="76"/>
                        </p:tgtEl>
                        <p:attrNameLst>
                          <p:attrName>ppt_x</p:attrName>
                        </p:attrNameLst>
                      </p:cBhvr>
                      <p:tavLst>
                        <p:tav tm="0">
                          <p:val>
                            <p:strVal val="#ppt_x"/>
                          </p:val>
                        </p:tav>
                        <p:tav tm="100000">
                          <p:val>
                            <p:strVal val="#ppt_x"/>
                          </p:val>
                        </p:tav>
                      </p:tavLst>
                    </p:anim>
                    <p:anim calcmode="lin" valueType="num">
                      <p:cBhvr additive="base">
                        <p:cTn dur="500" fill="hold"/>
                        <p:tgtEl>
                          <p:spTgt spid="76"/>
                        </p:tgtEl>
                        <p:attrNameLst>
                          <p:attrName>ppt_y</p:attrName>
                        </p:attrNameLst>
                      </p:cBhvr>
                      <p:tavLst>
                        <p:tav tm="0">
                          <p:val>
                            <p:strVal val="1+#ppt_h/2"/>
                          </p:val>
                        </p:tav>
                        <p:tav tm="100000">
                          <p:val>
                            <p:strVal val="#ppt_y"/>
                          </p:val>
                        </p:tav>
                      </p:tavLst>
                    </p:anim>
                  </p:childTnLst>
                </p:cTn>
              </p:par>
            </p:tnLst>
          </p:tmpl>
        </p:tmplLst>
      </p:bldP>
      <p:bldP spid="77"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77"/>
                        </p:tgtEl>
                        <p:attrNameLst>
                          <p:attrName>style.visibility</p:attrName>
                        </p:attrNameLst>
                      </p:cBhvr>
                      <p:to>
                        <p:strVal val="visible"/>
                      </p:to>
                    </p:set>
                    <p:anim calcmode="lin" valueType="num">
                      <p:cBhvr additive="base">
                        <p:cTn dur="500" fill="hold"/>
                        <p:tgtEl>
                          <p:spTgt spid="77"/>
                        </p:tgtEl>
                        <p:attrNameLst>
                          <p:attrName>ppt_x</p:attrName>
                        </p:attrNameLst>
                      </p:cBhvr>
                      <p:tavLst>
                        <p:tav tm="0">
                          <p:val>
                            <p:strVal val="#ppt_x"/>
                          </p:val>
                        </p:tav>
                        <p:tav tm="100000">
                          <p:val>
                            <p:strVal val="#ppt_x"/>
                          </p:val>
                        </p:tav>
                      </p:tavLst>
                    </p:anim>
                    <p:anim calcmode="lin" valueType="num">
                      <p:cBhvr additive="base">
                        <p:cTn dur="500" fill="hold"/>
                        <p:tgtEl>
                          <p:spTgt spid="77"/>
                        </p:tgtEl>
                        <p:attrNameLst>
                          <p:attrName>ppt_y</p:attrName>
                        </p:attrNameLst>
                      </p:cBhvr>
                      <p:tavLst>
                        <p:tav tm="0">
                          <p:val>
                            <p:strVal val="1+#ppt_h/2"/>
                          </p:val>
                        </p:tav>
                        <p:tav tm="100000">
                          <p:val>
                            <p:strVal val="#ppt_y"/>
                          </p:val>
                        </p:tav>
                      </p:tavLst>
                    </p:anim>
                  </p:childTnLst>
                </p:cTn>
              </p:par>
            </p:tnLst>
          </p:tmpl>
        </p:tmplLst>
      </p:bldP>
      <p:bldP spid="78" grpId="0" animBg="1"/>
      <p:bldP spid="79"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79"/>
                        </p:tgtEl>
                        <p:attrNameLst>
                          <p:attrName>style.visibility</p:attrName>
                        </p:attrNameLst>
                      </p:cBhvr>
                      <p:to>
                        <p:strVal val="visible"/>
                      </p:to>
                    </p:set>
                    <p:animEffect transition="in" filter="wipe(down)">
                      <p:cBhvr>
                        <p:cTn dur="500"/>
                        <p:tgtEl>
                          <p:spTgt spid="79"/>
                        </p:tgtEl>
                      </p:cBhvr>
                    </p:animEffect>
                  </p:childTnLst>
                </p:cTn>
              </p:par>
            </p:tnLst>
          </p:tmpl>
        </p:tmplLst>
      </p:bldP>
      <p:bldP spid="80" grpId="0"/>
      <p:bldP spid="81"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81"/>
                        </p:tgtEl>
                        <p:attrNameLst>
                          <p:attrName>style.visibility</p:attrName>
                        </p:attrNameLst>
                      </p:cBhvr>
                      <p:to>
                        <p:strVal val="visible"/>
                      </p:to>
                    </p:set>
                    <p:anim calcmode="lin" valueType="num">
                      <p:cBhvr additive="base">
                        <p:cTn dur="500" fill="hold"/>
                        <p:tgtEl>
                          <p:spTgt spid="81"/>
                        </p:tgtEl>
                        <p:attrNameLst>
                          <p:attrName>ppt_x</p:attrName>
                        </p:attrNameLst>
                      </p:cBhvr>
                      <p:tavLst>
                        <p:tav tm="0">
                          <p:val>
                            <p:strVal val="#ppt_x"/>
                          </p:val>
                        </p:tav>
                        <p:tav tm="100000">
                          <p:val>
                            <p:strVal val="#ppt_x"/>
                          </p:val>
                        </p:tav>
                      </p:tavLst>
                    </p:anim>
                    <p:anim calcmode="lin" valueType="num">
                      <p:cBhvr additive="base">
                        <p:cTn dur="500" fill="hold"/>
                        <p:tgtEl>
                          <p:spTgt spid="81"/>
                        </p:tgtEl>
                        <p:attrNameLst>
                          <p:attrName>ppt_y</p:attrName>
                        </p:attrNameLst>
                      </p:cBhvr>
                      <p:tavLst>
                        <p:tav tm="0">
                          <p:val>
                            <p:strVal val="1+#ppt_h/2"/>
                          </p:val>
                        </p:tav>
                        <p:tav tm="100000">
                          <p:val>
                            <p:strVal val="#ppt_y"/>
                          </p:val>
                        </p:tav>
                      </p:tavLst>
                    </p:anim>
                  </p:childTnLst>
                </p:cTn>
              </p:par>
            </p:tnLst>
          </p:tmpl>
        </p:tmplLst>
      </p:bldP>
      <p:bldP spid="82"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82"/>
                        </p:tgtEl>
                        <p:attrNameLst>
                          <p:attrName>style.visibility</p:attrName>
                        </p:attrNameLst>
                      </p:cBhvr>
                      <p:to>
                        <p:strVal val="visible"/>
                      </p:to>
                    </p:set>
                    <p:anim calcmode="lin" valueType="num">
                      <p:cBhvr additive="base">
                        <p:cTn dur="500" fill="hold"/>
                        <p:tgtEl>
                          <p:spTgt spid="82"/>
                        </p:tgtEl>
                        <p:attrNameLst>
                          <p:attrName>ppt_x</p:attrName>
                        </p:attrNameLst>
                      </p:cBhvr>
                      <p:tavLst>
                        <p:tav tm="0">
                          <p:val>
                            <p:strVal val="#ppt_x"/>
                          </p:val>
                        </p:tav>
                        <p:tav tm="100000">
                          <p:val>
                            <p:strVal val="#ppt_x"/>
                          </p:val>
                        </p:tav>
                      </p:tavLst>
                    </p:anim>
                    <p:anim calcmode="lin" valueType="num">
                      <p:cBhvr additive="base">
                        <p:cTn dur="500" fill="hold"/>
                        <p:tgtEl>
                          <p:spTgt spid="82"/>
                        </p:tgtEl>
                        <p:attrNameLst>
                          <p:attrName>ppt_y</p:attrName>
                        </p:attrNameLst>
                      </p:cBhvr>
                      <p:tavLst>
                        <p:tav tm="0">
                          <p:val>
                            <p:strVal val="1+#ppt_h/2"/>
                          </p:val>
                        </p:tav>
                        <p:tav tm="100000">
                          <p:val>
                            <p:strVal val="#ppt_y"/>
                          </p:val>
                        </p:tav>
                      </p:tavLst>
                    </p:anim>
                  </p:childTnLst>
                </p:cTn>
              </p:par>
            </p:tnLst>
          </p:tmpl>
        </p:tmplLst>
      </p:bldP>
      <p:bldP spid="83" grpId="0" animBg="1"/>
      <p:bldP spid="84"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84"/>
                        </p:tgtEl>
                        <p:attrNameLst>
                          <p:attrName>style.visibility</p:attrName>
                        </p:attrNameLst>
                      </p:cBhvr>
                      <p:to>
                        <p:strVal val="visible"/>
                      </p:to>
                    </p:set>
                    <p:animEffect transition="in" filter="wipe(down)">
                      <p:cBhvr>
                        <p:cTn dur="500"/>
                        <p:tgtEl>
                          <p:spTgt spid="84"/>
                        </p:tgtEl>
                      </p:cBhvr>
                    </p:animEffect>
                  </p:childTnLst>
                </p:cTn>
              </p:par>
            </p:tnLst>
          </p:tmpl>
        </p:tmplLst>
      </p:bldP>
      <p:bldP spid="85" grpId="0"/>
      <p:bldP spid="86"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86"/>
                        </p:tgtEl>
                        <p:attrNameLst>
                          <p:attrName>style.visibility</p:attrName>
                        </p:attrNameLst>
                      </p:cBhvr>
                      <p:to>
                        <p:strVal val="visible"/>
                      </p:to>
                    </p:set>
                    <p:anim calcmode="lin" valueType="num">
                      <p:cBhvr additive="base">
                        <p:cTn dur="500" fill="hold"/>
                        <p:tgtEl>
                          <p:spTgt spid="86"/>
                        </p:tgtEl>
                        <p:attrNameLst>
                          <p:attrName>ppt_x</p:attrName>
                        </p:attrNameLst>
                      </p:cBhvr>
                      <p:tavLst>
                        <p:tav tm="0">
                          <p:val>
                            <p:strVal val="#ppt_x"/>
                          </p:val>
                        </p:tav>
                        <p:tav tm="100000">
                          <p:val>
                            <p:strVal val="#ppt_x"/>
                          </p:val>
                        </p:tav>
                      </p:tavLst>
                    </p:anim>
                    <p:anim calcmode="lin" valueType="num">
                      <p:cBhvr additive="base">
                        <p:cTn dur="500" fill="hold"/>
                        <p:tgtEl>
                          <p:spTgt spid="86"/>
                        </p:tgtEl>
                        <p:attrNameLst>
                          <p:attrName>ppt_y</p:attrName>
                        </p:attrNameLst>
                      </p:cBhvr>
                      <p:tavLst>
                        <p:tav tm="0">
                          <p:val>
                            <p:strVal val="1+#ppt_h/2"/>
                          </p:val>
                        </p:tav>
                        <p:tav tm="100000">
                          <p:val>
                            <p:strVal val="#ppt_y"/>
                          </p:val>
                        </p:tav>
                      </p:tavLst>
                    </p:anim>
                  </p:childTnLst>
                </p:cTn>
              </p:par>
            </p:tnLst>
          </p:tmpl>
        </p:tmplLst>
      </p:bldP>
      <p:bldP spid="87"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87"/>
                        </p:tgtEl>
                        <p:attrNameLst>
                          <p:attrName>style.visibility</p:attrName>
                        </p:attrNameLst>
                      </p:cBhvr>
                      <p:to>
                        <p:strVal val="visible"/>
                      </p:to>
                    </p:set>
                    <p:anim calcmode="lin" valueType="num">
                      <p:cBhvr additive="base">
                        <p:cTn dur="500" fill="hold"/>
                        <p:tgtEl>
                          <p:spTgt spid="87"/>
                        </p:tgtEl>
                        <p:attrNameLst>
                          <p:attrName>ppt_x</p:attrName>
                        </p:attrNameLst>
                      </p:cBhvr>
                      <p:tavLst>
                        <p:tav tm="0">
                          <p:val>
                            <p:strVal val="#ppt_x"/>
                          </p:val>
                        </p:tav>
                        <p:tav tm="100000">
                          <p:val>
                            <p:strVal val="#ppt_x"/>
                          </p:val>
                        </p:tav>
                      </p:tavLst>
                    </p:anim>
                    <p:anim calcmode="lin" valueType="num">
                      <p:cBhvr additive="base">
                        <p:cTn dur="500" fill="hold"/>
                        <p:tgtEl>
                          <p:spTgt spid="87"/>
                        </p:tgtEl>
                        <p:attrNameLst>
                          <p:attrName>ppt_y</p:attrName>
                        </p:attrNameLst>
                      </p:cBhvr>
                      <p:tavLst>
                        <p:tav tm="0">
                          <p:val>
                            <p:strVal val="1+#ppt_h/2"/>
                          </p:val>
                        </p:tav>
                        <p:tav tm="100000">
                          <p:val>
                            <p:strVal val="#ppt_y"/>
                          </p:val>
                        </p:tav>
                      </p:tavLst>
                    </p:anim>
                  </p:childTnLst>
                </p:cTn>
              </p:par>
            </p:tnLst>
          </p:tmpl>
        </p:tmplLst>
      </p:bldP>
      <p:bldP spid="88" grpId="0" animBg="1"/>
      <p:bldP spid="89"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89"/>
                        </p:tgtEl>
                        <p:attrNameLst>
                          <p:attrName>style.visibility</p:attrName>
                        </p:attrNameLst>
                      </p:cBhvr>
                      <p:to>
                        <p:strVal val="visible"/>
                      </p:to>
                    </p:set>
                    <p:animEffect transition="in" filter="wipe(down)">
                      <p:cBhvr>
                        <p:cTn dur="500"/>
                        <p:tgtEl>
                          <p:spTgt spid="89"/>
                        </p:tgtEl>
                      </p:cBhvr>
                    </p:animEffect>
                  </p:childTnLst>
                </p:cTn>
              </p:par>
            </p:tnLst>
          </p:tmpl>
        </p:tmplLst>
      </p:bldP>
    </p:bldLst>
  </p:timing>
</p:sldLayout>
</file>

<file path=ppt/slideLayouts/slideLayout435.xml><?xml version="1.0" encoding="utf-8"?>
<p:sldLayout xmlns:a="http://schemas.openxmlformats.org/drawingml/2006/main" xmlns:r="http://schemas.openxmlformats.org/officeDocument/2006/relationships" xmlns:p="http://schemas.openxmlformats.org/presentationml/2006/main" userDrawn="1">
  <p:cSld name="Four Pic Ver">
    <p:spTree>
      <p:nvGrpSpPr>
        <p:cNvPr id="1" name=""/>
        <p:cNvGrpSpPr/>
        <p:nvPr/>
      </p:nvGrpSpPr>
      <p:grpSpPr>
        <a:xfrm>
          <a:off x="0" y="0"/>
          <a:ext cx="0" cy="0"/>
          <a:chOff x="0" y="0"/>
          <a:chExt cx="0" cy="0"/>
        </a:xfrm>
      </p:grpSpPr>
      <p:sp>
        <p:nvSpPr>
          <p:cNvPr id="12" name="Picture Placeholder 7"/>
          <p:cNvSpPr>
            <a:spLocks noGrp="1"/>
          </p:cNvSpPr>
          <p:nvPr>
            <p:ph type="pic" sz="quarter" idx="15" hasCustomPrompt="1"/>
          </p:nvPr>
        </p:nvSpPr>
        <p:spPr>
          <a:xfrm>
            <a:off x="590995" y="1536506"/>
            <a:ext cx="346953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4" name="Rectangle 3"/>
          <p:cNvSpPr/>
          <p:nvPr userDrawn="1"/>
        </p:nvSpPr>
        <p:spPr>
          <a:xfrm>
            <a:off x="590997" y="3341912"/>
            <a:ext cx="3469532" cy="56122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13" name="Text Placeholder 3"/>
          <p:cNvSpPr>
            <a:spLocks noGrp="1"/>
          </p:cNvSpPr>
          <p:nvPr>
            <p:ph type="body" sz="half" idx="17"/>
          </p:nvPr>
        </p:nvSpPr>
        <p:spPr>
          <a:xfrm>
            <a:off x="680830" y="3483079"/>
            <a:ext cx="3324756" cy="257040"/>
          </a:xfrm>
          <a:prstGeom prst="rect">
            <a:avLst/>
          </a:prstGeom>
        </p:spPr>
        <p:txBody>
          <a:bodyPr wrap="none" lIns="0" tIns="0" rIns="0" bIns="0" anchor="ctr">
            <a:noAutofit/>
          </a:bodyPr>
          <a:lstStyle>
            <a:lvl1pPr marL="0" indent="0" algn="ctr">
              <a:buNone/>
              <a:defRPr sz="1600"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14" name="Picture Placeholder 7"/>
          <p:cNvSpPr>
            <a:spLocks noGrp="1"/>
          </p:cNvSpPr>
          <p:nvPr>
            <p:ph type="pic" sz="quarter" idx="18" hasCustomPrompt="1"/>
          </p:nvPr>
        </p:nvSpPr>
        <p:spPr>
          <a:xfrm>
            <a:off x="4344201" y="1536506"/>
            <a:ext cx="346953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15" name="Rectangle 14"/>
          <p:cNvSpPr/>
          <p:nvPr userDrawn="1"/>
        </p:nvSpPr>
        <p:spPr>
          <a:xfrm>
            <a:off x="4344202" y="3341912"/>
            <a:ext cx="3469532" cy="56122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16" name="Text Placeholder 3"/>
          <p:cNvSpPr>
            <a:spLocks noGrp="1"/>
          </p:cNvSpPr>
          <p:nvPr>
            <p:ph type="body" sz="half" idx="19"/>
          </p:nvPr>
        </p:nvSpPr>
        <p:spPr>
          <a:xfrm>
            <a:off x="4434033" y="3483079"/>
            <a:ext cx="3324756" cy="257040"/>
          </a:xfrm>
          <a:prstGeom prst="rect">
            <a:avLst/>
          </a:prstGeom>
        </p:spPr>
        <p:txBody>
          <a:bodyPr wrap="none" lIns="0" tIns="0" rIns="0" bIns="0" anchor="ctr">
            <a:noAutofit/>
          </a:bodyPr>
          <a:lstStyle>
            <a:lvl1pPr marL="0" indent="0" algn="ctr">
              <a:buNone/>
              <a:defRPr sz="1600"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17" name="Picture Placeholder 7"/>
          <p:cNvSpPr>
            <a:spLocks noGrp="1"/>
          </p:cNvSpPr>
          <p:nvPr>
            <p:ph type="pic" sz="quarter" idx="20" hasCustomPrompt="1"/>
          </p:nvPr>
        </p:nvSpPr>
        <p:spPr>
          <a:xfrm>
            <a:off x="8094767" y="1536506"/>
            <a:ext cx="346953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18" name="Rectangle 17"/>
          <p:cNvSpPr/>
          <p:nvPr userDrawn="1"/>
        </p:nvSpPr>
        <p:spPr>
          <a:xfrm>
            <a:off x="8094769" y="3341912"/>
            <a:ext cx="3469532" cy="56122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19" name="Text Placeholder 3"/>
          <p:cNvSpPr>
            <a:spLocks noGrp="1"/>
          </p:cNvSpPr>
          <p:nvPr>
            <p:ph type="body" sz="half" idx="21"/>
          </p:nvPr>
        </p:nvSpPr>
        <p:spPr>
          <a:xfrm>
            <a:off x="8184601" y="3483079"/>
            <a:ext cx="3324756" cy="257040"/>
          </a:xfrm>
          <a:prstGeom prst="rect">
            <a:avLst/>
          </a:prstGeom>
        </p:spPr>
        <p:txBody>
          <a:bodyPr wrap="none" lIns="0" tIns="0" rIns="0" bIns="0" anchor="ctr">
            <a:noAutofit/>
          </a:bodyPr>
          <a:lstStyle>
            <a:lvl1pPr marL="0" indent="0" algn="ctr">
              <a:buNone/>
              <a:defRPr sz="1600"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20" name="Picture Placeholder 7"/>
          <p:cNvSpPr>
            <a:spLocks noGrp="1"/>
          </p:cNvSpPr>
          <p:nvPr>
            <p:ph type="pic" sz="quarter" idx="22" hasCustomPrompt="1"/>
          </p:nvPr>
        </p:nvSpPr>
        <p:spPr>
          <a:xfrm>
            <a:off x="590995" y="3990754"/>
            <a:ext cx="346953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21" name="Rectangle 20"/>
          <p:cNvSpPr/>
          <p:nvPr userDrawn="1"/>
        </p:nvSpPr>
        <p:spPr>
          <a:xfrm>
            <a:off x="590997" y="5796160"/>
            <a:ext cx="3469532" cy="561221"/>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22" name="Text Placeholder 3"/>
          <p:cNvSpPr>
            <a:spLocks noGrp="1"/>
          </p:cNvSpPr>
          <p:nvPr>
            <p:ph type="body" sz="half" idx="23"/>
          </p:nvPr>
        </p:nvSpPr>
        <p:spPr>
          <a:xfrm>
            <a:off x="680830" y="5937327"/>
            <a:ext cx="3324756" cy="257040"/>
          </a:xfrm>
          <a:prstGeom prst="rect">
            <a:avLst/>
          </a:prstGeom>
        </p:spPr>
        <p:txBody>
          <a:bodyPr wrap="none" lIns="0" tIns="0" rIns="0" bIns="0" anchor="ctr">
            <a:noAutofit/>
          </a:bodyPr>
          <a:lstStyle>
            <a:lvl1pPr marL="0" indent="0" algn="ctr">
              <a:buNone/>
              <a:defRPr sz="1600"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23" name="Picture Placeholder 7"/>
          <p:cNvSpPr>
            <a:spLocks noGrp="1"/>
          </p:cNvSpPr>
          <p:nvPr>
            <p:ph type="pic" sz="quarter" idx="24" hasCustomPrompt="1"/>
          </p:nvPr>
        </p:nvSpPr>
        <p:spPr>
          <a:xfrm>
            <a:off x="4344201" y="3990754"/>
            <a:ext cx="346953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24" name="Rectangle 23"/>
          <p:cNvSpPr/>
          <p:nvPr userDrawn="1"/>
        </p:nvSpPr>
        <p:spPr>
          <a:xfrm>
            <a:off x="4344202" y="5796160"/>
            <a:ext cx="3469532" cy="561221"/>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25" name="Text Placeholder 3"/>
          <p:cNvSpPr>
            <a:spLocks noGrp="1"/>
          </p:cNvSpPr>
          <p:nvPr>
            <p:ph type="body" sz="half" idx="25"/>
          </p:nvPr>
        </p:nvSpPr>
        <p:spPr>
          <a:xfrm>
            <a:off x="4434033" y="5937327"/>
            <a:ext cx="3324756" cy="257040"/>
          </a:xfrm>
          <a:prstGeom prst="rect">
            <a:avLst/>
          </a:prstGeom>
        </p:spPr>
        <p:txBody>
          <a:bodyPr wrap="none" lIns="0" tIns="0" rIns="0" bIns="0" anchor="ctr">
            <a:noAutofit/>
          </a:bodyPr>
          <a:lstStyle>
            <a:lvl1pPr marL="0" indent="0" algn="ctr">
              <a:buNone/>
              <a:defRPr sz="1600"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26" name="Picture Placeholder 7"/>
          <p:cNvSpPr>
            <a:spLocks noGrp="1"/>
          </p:cNvSpPr>
          <p:nvPr>
            <p:ph type="pic" sz="quarter" idx="26" hasCustomPrompt="1"/>
          </p:nvPr>
        </p:nvSpPr>
        <p:spPr>
          <a:xfrm>
            <a:off x="8094767" y="3990754"/>
            <a:ext cx="346953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27" name="Rectangle 26"/>
          <p:cNvSpPr/>
          <p:nvPr userDrawn="1"/>
        </p:nvSpPr>
        <p:spPr>
          <a:xfrm>
            <a:off x="8094769" y="5796160"/>
            <a:ext cx="3469532" cy="561221"/>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28" name="Text Placeholder 3"/>
          <p:cNvSpPr>
            <a:spLocks noGrp="1"/>
          </p:cNvSpPr>
          <p:nvPr>
            <p:ph type="body" sz="half" idx="27"/>
          </p:nvPr>
        </p:nvSpPr>
        <p:spPr>
          <a:xfrm>
            <a:off x="8184601" y="5937327"/>
            <a:ext cx="3324756" cy="257040"/>
          </a:xfrm>
          <a:prstGeom prst="rect">
            <a:avLst/>
          </a:prstGeom>
        </p:spPr>
        <p:txBody>
          <a:bodyPr wrap="none" lIns="0" tIns="0" rIns="0" bIns="0" anchor="ctr">
            <a:noAutofit/>
          </a:bodyPr>
          <a:lstStyle>
            <a:lvl1pPr marL="0" indent="0" algn="ctr">
              <a:buNone/>
              <a:defRPr sz="1600"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29"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30"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282140630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after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wipe(down)">
                                      <p:cBhvr>
                                        <p:cTn id="7" dur="500"/>
                                        <p:tgtEl>
                                          <p:spTgt spid="12"/>
                                        </p:tgtEl>
                                      </p:cBhvr>
                                    </p:animEffect>
                                  </p:childTnLst>
                                </p:cTn>
                              </p:par>
                            </p:childTnLst>
                          </p:cTn>
                        </p:par>
                        <p:par>
                          <p:cTn id="8" fill="hold">
                            <p:stCondLst>
                              <p:cond delay="500"/>
                            </p:stCondLst>
                            <p:childTnLst>
                              <p:par>
                                <p:cTn id="9" presetID="22" presetClass="entr" presetSubtype="4" fill="hold" grpId="0" nodeType="afterEffect">
                                  <p:stCondLst>
                                    <p:cond delay="0"/>
                                  </p:stCondLst>
                                  <p:childTnLst>
                                    <p:set>
                                      <p:cBhvr>
                                        <p:cTn id="10" dur="1" fill="hold">
                                          <p:stCondLst>
                                            <p:cond delay="0"/>
                                          </p:stCondLst>
                                        </p:cTn>
                                        <p:tgtEl>
                                          <p:spTgt spid="4"/>
                                        </p:tgtEl>
                                        <p:attrNameLst>
                                          <p:attrName>style.visibility</p:attrName>
                                        </p:attrNameLst>
                                      </p:cBhvr>
                                      <p:to>
                                        <p:strVal val="visible"/>
                                      </p:to>
                                    </p:set>
                                    <p:animEffect transition="in" filter="wipe(down)">
                                      <p:cBhvr>
                                        <p:cTn id="11" dur="500"/>
                                        <p:tgtEl>
                                          <p:spTgt spid="4"/>
                                        </p:tgtEl>
                                      </p:cBhvr>
                                    </p:animEffect>
                                  </p:childTnLst>
                                </p:cTn>
                              </p:par>
                            </p:childTnLst>
                          </p:cTn>
                        </p:par>
                        <p:par>
                          <p:cTn id="12" fill="hold">
                            <p:stCondLst>
                              <p:cond delay="1000"/>
                            </p:stCondLst>
                            <p:childTnLst>
                              <p:par>
                                <p:cTn id="13" presetID="22" presetClass="entr" presetSubtype="4" fill="hold" grpId="0" nodeType="afterEffect" nodePh="1">
                                  <p:stCondLst>
                                    <p:cond delay="0"/>
                                  </p:stCondLst>
                                  <p:endCondLst>
                                    <p:cond evt="begin" delay="0">
                                      <p:tn val="13"/>
                                    </p:cond>
                                  </p:endCondLst>
                                  <p:childTnLst>
                                    <p:set>
                                      <p:cBhvr>
                                        <p:cTn id="14" dur="1" fill="hold">
                                          <p:stCondLst>
                                            <p:cond delay="0"/>
                                          </p:stCondLst>
                                        </p:cTn>
                                        <p:tgtEl>
                                          <p:spTgt spid="13">
                                            <p:txEl>
                                              <p:pRg st="0" end="0"/>
                                            </p:txEl>
                                          </p:spTgt>
                                        </p:tgtEl>
                                        <p:attrNameLst>
                                          <p:attrName>style.visibility</p:attrName>
                                        </p:attrNameLst>
                                      </p:cBhvr>
                                      <p:to>
                                        <p:strVal val="visible"/>
                                      </p:to>
                                    </p:set>
                                    <p:animEffect transition="in" filter="wipe(down)">
                                      <p:cBhvr>
                                        <p:cTn id="15" dur="500"/>
                                        <p:tgtEl>
                                          <p:spTgt spid="13">
                                            <p:txEl>
                                              <p:pRg st="0" end="0"/>
                                            </p:txEl>
                                          </p:spTgt>
                                        </p:tgtEl>
                                      </p:cBhvr>
                                    </p:animEffect>
                                  </p:childTnLst>
                                </p:cTn>
                              </p:par>
                            </p:childTnLst>
                          </p:cTn>
                        </p:par>
                        <p:par>
                          <p:cTn id="16" fill="hold">
                            <p:stCondLst>
                              <p:cond delay="1500"/>
                            </p:stCondLst>
                            <p:childTnLst>
                              <p:par>
                                <p:cTn id="17" presetID="22" presetClass="entr" presetSubtype="4" fill="hold" grpId="0" nodeType="afterEffect">
                                  <p:stCondLst>
                                    <p:cond delay="0"/>
                                  </p:stCondLst>
                                  <p:childTnLst>
                                    <p:set>
                                      <p:cBhvr>
                                        <p:cTn id="18" dur="1" fill="hold">
                                          <p:stCondLst>
                                            <p:cond delay="0"/>
                                          </p:stCondLst>
                                        </p:cTn>
                                        <p:tgtEl>
                                          <p:spTgt spid="14"/>
                                        </p:tgtEl>
                                        <p:attrNameLst>
                                          <p:attrName>style.visibility</p:attrName>
                                        </p:attrNameLst>
                                      </p:cBhvr>
                                      <p:to>
                                        <p:strVal val="visible"/>
                                      </p:to>
                                    </p:set>
                                    <p:animEffect transition="in" filter="wipe(down)">
                                      <p:cBhvr>
                                        <p:cTn id="19" dur="500"/>
                                        <p:tgtEl>
                                          <p:spTgt spid="14"/>
                                        </p:tgtEl>
                                      </p:cBhvr>
                                    </p:animEffect>
                                  </p:childTnLst>
                                </p:cTn>
                              </p:par>
                            </p:childTnLst>
                          </p:cTn>
                        </p:par>
                        <p:par>
                          <p:cTn id="20" fill="hold">
                            <p:stCondLst>
                              <p:cond delay="2000"/>
                            </p:stCondLst>
                            <p:childTnLst>
                              <p:par>
                                <p:cTn id="21" presetID="22" presetClass="entr" presetSubtype="4" fill="hold" grpId="0" nodeType="afterEffect">
                                  <p:stCondLst>
                                    <p:cond delay="0"/>
                                  </p:stCondLst>
                                  <p:childTnLst>
                                    <p:set>
                                      <p:cBhvr>
                                        <p:cTn id="22" dur="1" fill="hold">
                                          <p:stCondLst>
                                            <p:cond delay="0"/>
                                          </p:stCondLst>
                                        </p:cTn>
                                        <p:tgtEl>
                                          <p:spTgt spid="15"/>
                                        </p:tgtEl>
                                        <p:attrNameLst>
                                          <p:attrName>style.visibility</p:attrName>
                                        </p:attrNameLst>
                                      </p:cBhvr>
                                      <p:to>
                                        <p:strVal val="visible"/>
                                      </p:to>
                                    </p:set>
                                    <p:animEffect transition="in" filter="wipe(down)">
                                      <p:cBhvr>
                                        <p:cTn id="23" dur="500"/>
                                        <p:tgtEl>
                                          <p:spTgt spid="15"/>
                                        </p:tgtEl>
                                      </p:cBhvr>
                                    </p:animEffect>
                                  </p:childTnLst>
                                </p:cTn>
                              </p:par>
                            </p:childTnLst>
                          </p:cTn>
                        </p:par>
                        <p:par>
                          <p:cTn id="24" fill="hold">
                            <p:stCondLst>
                              <p:cond delay="2500"/>
                            </p:stCondLst>
                            <p:childTnLst>
                              <p:par>
                                <p:cTn id="25" presetID="22" presetClass="entr" presetSubtype="4" fill="hold" grpId="0" nodeType="afterEffect" nodePh="1">
                                  <p:stCondLst>
                                    <p:cond delay="0"/>
                                  </p:stCondLst>
                                  <p:endCondLst>
                                    <p:cond evt="begin" delay="0">
                                      <p:tn val="25"/>
                                    </p:cond>
                                  </p:endCondLst>
                                  <p:childTnLst>
                                    <p:set>
                                      <p:cBhvr>
                                        <p:cTn id="26" dur="1" fill="hold">
                                          <p:stCondLst>
                                            <p:cond delay="0"/>
                                          </p:stCondLst>
                                        </p:cTn>
                                        <p:tgtEl>
                                          <p:spTgt spid="16">
                                            <p:txEl>
                                              <p:pRg st="0" end="0"/>
                                            </p:txEl>
                                          </p:spTgt>
                                        </p:tgtEl>
                                        <p:attrNameLst>
                                          <p:attrName>style.visibility</p:attrName>
                                        </p:attrNameLst>
                                      </p:cBhvr>
                                      <p:to>
                                        <p:strVal val="visible"/>
                                      </p:to>
                                    </p:set>
                                    <p:animEffect transition="in" filter="wipe(down)">
                                      <p:cBhvr>
                                        <p:cTn id="27" dur="500"/>
                                        <p:tgtEl>
                                          <p:spTgt spid="16">
                                            <p:txEl>
                                              <p:pRg st="0" end="0"/>
                                            </p:txEl>
                                          </p:spTgt>
                                        </p:tgtEl>
                                      </p:cBhvr>
                                    </p:animEffect>
                                  </p:childTnLst>
                                </p:cTn>
                              </p:par>
                            </p:childTnLst>
                          </p:cTn>
                        </p:par>
                        <p:par>
                          <p:cTn id="28" fill="hold">
                            <p:stCondLst>
                              <p:cond delay="3000"/>
                            </p:stCondLst>
                            <p:childTnLst>
                              <p:par>
                                <p:cTn id="29" presetID="22" presetClass="entr" presetSubtype="4" fill="hold" grpId="0" nodeType="afterEffect">
                                  <p:stCondLst>
                                    <p:cond delay="0"/>
                                  </p:stCondLst>
                                  <p:childTnLst>
                                    <p:set>
                                      <p:cBhvr>
                                        <p:cTn id="30" dur="1" fill="hold">
                                          <p:stCondLst>
                                            <p:cond delay="0"/>
                                          </p:stCondLst>
                                        </p:cTn>
                                        <p:tgtEl>
                                          <p:spTgt spid="17"/>
                                        </p:tgtEl>
                                        <p:attrNameLst>
                                          <p:attrName>style.visibility</p:attrName>
                                        </p:attrNameLst>
                                      </p:cBhvr>
                                      <p:to>
                                        <p:strVal val="visible"/>
                                      </p:to>
                                    </p:set>
                                    <p:animEffect transition="in" filter="wipe(down)">
                                      <p:cBhvr>
                                        <p:cTn id="31" dur="500"/>
                                        <p:tgtEl>
                                          <p:spTgt spid="17"/>
                                        </p:tgtEl>
                                      </p:cBhvr>
                                    </p:animEffect>
                                  </p:childTnLst>
                                </p:cTn>
                              </p:par>
                            </p:childTnLst>
                          </p:cTn>
                        </p:par>
                        <p:par>
                          <p:cTn id="32" fill="hold">
                            <p:stCondLst>
                              <p:cond delay="3500"/>
                            </p:stCondLst>
                            <p:childTnLst>
                              <p:par>
                                <p:cTn id="33" presetID="22" presetClass="entr" presetSubtype="4" fill="hold" grpId="0" nodeType="afterEffect">
                                  <p:stCondLst>
                                    <p:cond delay="0"/>
                                  </p:stCondLst>
                                  <p:childTnLst>
                                    <p:set>
                                      <p:cBhvr>
                                        <p:cTn id="34" dur="1" fill="hold">
                                          <p:stCondLst>
                                            <p:cond delay="0"/>
                                          </p:stCondLst>
                                        </p:cTn>
                                        <p:tgtEl>
                                          <p:spTgt spid="18"/>
                                        </p:tgtEl>
                                        <p:attrNameLst>
                                          <p:attrName>style.visibility</p:attrName>
                                        </p:attrNameLst>
                                      </p:cBhvr>
                                      <p:to>
                                        <p:strVal val="visible"/>
                                      </p:to>
                                    </p:set>
                                    <p:animEffect transition="in" filter="wipe(down)">
                                      <p:cBhvr>
                                        <p:cTn id="35" dur="500"/>
                                        <p:tgtEl>
                                          <p:spTgt spid="18"/>
                                        </p:tgtEl>
                                      </p:cBhvr>
                                    </p:animEffect>
                                  </p:childTnLst>
                                </p:cTn>
                              </p:par>
                            </p:childTnLst>
                          </p:cTn>
                        </p:par>
                        <p:par>
                          <p:cTn id="36" fill="hold">
                            <p:stCondLst>
                              <p:cond delay="4000"/>
                            </p:stCondLst>
                            <p:childTnLst>
                              <p:par>
                                <p:cTn id="37" presetID="22" presetClass="entr" presetSubtype="4" fill="hold" grpId="0" nodeType="afterEffect" nodePh="1">
                                  <p:stCondLst>
                                    <p:cond delay="0"/>
                                  </p:stCondLst>
                                  <p:endCondLst>
                                    <p:cond evt="begin" delay="0">
                                      <p:tn val="37"/>
                                    </p:cond>
                                  </p:endCondLst>
                                  <p:childTnLst>
                                    <p:set>
                                      <p:cBhvr>
                                        <p:cTn id="38" dur="1" fill="hold">
                                          <p:stCondLst>
                                            <p:cond delay="0"/>
                                          </p:stCondLst>
                                        </p:cTn>
                                        <p:tgtEl>
                                          <p:spTgt spid="19">
                                            <p:txEl>
                                              <p:pRg st="0" end="0"/>
                                            </p:txEl>
                                          </p:spTgt>
                                        </p:tgtEl>
                                        <p:attrNameLst>
                                          <p:attrName>style.visibility</p:attrName>
                                        </p:attrNameLst>
                                      </p:cBhvr>
                                      <p:to>
                                        <p:strVal val="visible"/>
                                      </p:to>
                                    </p:set>
                                    <p:animEffect transition="in" filter="wipe(down)">
                                      <p:cBhvr>
                                        <p:cTn id="39" dur="500"/>
                                        <p:tgtEl>
                                          <p:spTgt spid="19">
                                            <p:txEl>
                                              <p:pRg st="0" end="0"/>
                                            </p:txEl>
                                          </p:spTgt>
                                        </p:tgtEl>
                                      </p:cBhvr>
                                    </p:animEffect>
                                  </p:childTnLst>
                                </p:cTn>
                              </p:par>
                            </p:childTnLst>
                          </p:cTn>
                        </p:par>
                        <p:par>
                          <p:cTn id="40" fill="hold">
                            <p:stCondLst>
                              <p:cond delay="4500"/>
                            </p:stCondLst>
                            <p:childTnLst>
                              <p:par>
                                <p:cTn id="41" presetID="22" presetClass="entr" presetSubtype="4" fill="hold" grpId="0" nodeType="afterEffect">
                                  <p:stCondLst>
                                    <p:cond delay="0"/>
                                  </p:stCondLst>
                                  <p:childTnLst>
                                    <p:set>
                                      <p:cBhvr>
                                        <p:cTn id="42" dur="1" fill="hold">
                                          <p:stCondLst>
                                            <p:cond delay="0"/>
                                          </p:stCondLst>
                                        </p:cTn>
                                        <p:tgtEl>
                                          <p:spTgt spid="20"/>
                                        </p:tgtEl>
                                        <p:attrNameLst>
                                          <p:attrName>style.visibility</p:attrName>
                                        </p:attrNameLst>
                                      </p:cBhvr>
                                      <p:to>
                                        <p:strVal val="visible"/>
                                      </p:to>
                                    </p:set>
                                    <p:animEffect transition="in" filter="wipe(down)">
                                      <p:cBhvr>
                                        <p:cTn id="43" dur="500"/>
                                        <p:tgtEl>
                                          <p:spTgt spid="20"/>
                                        </p:tgtEl>
                                      </p:cBhvr>
                                    </p:animEffect>
                                  </p:childTnLst>
                                </p:cTn>
                              </p:par>
                            </p:childTnLst>
                          </p:cTn>
                        </p:par>
                        <p:par>
                          <p:cTn id="44" fill="hold">
                            <p:stCondLst>
                              <p:cond delay="5000"/>
                            </p:stCondLst>
                            <p:childTnLst>
                              <p:par>
                                <p:cTn id="45" presetID="22" presetClass="entr" presetSubtype="4" fill="hold" grpId="0" nodeType="afterEffect">
                                  <p:stCondLst>
                                    <p:cond delay="0"/>
                                  </p:stCondLst>
                                  <p:childTnLst>
                                    <p:set>
                                      <p:cBhvr>
                                        <p:cTn id="46" dur="1" fill="hold">
                                          <p:stCondLst>
                                            <p:cond delay="0"/>
                                          </p:stCondLst>
                                        </p:cTn>
                                        <p:tgtEl>
                                          <p:spTgt spid="21"/>
                                        </p:tgtEl>
                                        <p:attrNameLst>
                                          <p:attrName>style.visibility</p:attrName>
                                        </p:attrNameLst>
                                      </p:cBhvr>
                                      <p:to>
                                        <p:strVal val="visible"/>
                                      </p:to>
                                    </p:set>
                                    <p:animEffect transition="in" filter="wipe(down)">
                                      <p:cBhvr>
                                        <p:cTn id="47" dur="500"/>
                                        <p:tgtEl>
                                          <p:spTgt spid="21"/>
                                        </p:tgtEl>
                                      </p:cBhvr>
                                    </p:animEffect>
                                  </p:childTnLst>
                                </p:cTn>
                              </p:par>
                            </p:childTnLst>
                          </p:cTn>
                        </p:par>
                        <p:par>
                          <p:cTn id="48" fill="hold">
                            <p:stCondLst>
                              <p:cond delay="5500"/>
                            </p:stCondLst>
                            <p:childTnLst>
                              <p:par>
                                <p:cTn id="49" presetID="22" presetClass="entr" presetSubtype="4" fill="hold" grpId="0" nodeType="afterEffect" nodePh="1">
                                  <p:stCondLst>
                                    <p:cond delay="0"/>
                                  </p:stCondLst>
                                  <p:endCondLst>
                                    <p:cond evt="begin" delay="0">
                                      <p:tn val="49"/>
                                    </p:cond>
                                  </p:endCondLst>
                                  <p:childTnLst>
                                    <p:set>
                                      <p:cBhvr>
                                        <p:cTn id="50" dur="1" fill="hold">
                                          <p:stCondLst>
                                            <p:cond delay="0"/>
                                          </p:stCondLst>
                                        </p:cTn>
                                        <p:tgtEl>
                                          <p:spTgt spid="22">
                                            <p:txEl>
                                              <p:pRg st="0" end="0"/>
                                            </p:txEl>
                                          </p:spTgt>
                                        </p:tgtEl>
                                        <p:attrNameLst>
                                          <p:attrName>style.visibility</p:attrName>
                                        </p:attrNameLst>
                                      </p:cBhvr>
                                      <p:to>
                                        <p:strVal val="visible"/>
                                      </p:to>
                                    </p:set>
                                    <p:animEffect transition="in" filter="wipe(down)">
                                      <p:cBhvr>
                                        <p:cTn id="51" dur="500"/>
                                        <p:tgtEl>
                                          <p:spTgt spid="22">
                                            <p:txEl>
                                              <p:pRg st="0" end="0"/>
                                            </p:txEl>
                                          </p:spTgt>
                                        </p:tgtEl>
                                      </p:cBhvr>
                                    </p:animEffect>
                                  </p:childTnLst>
                                </p:cTn>
                              </p:par>
                            </p:childTnLst>
                          </p:cTn>
                        </p:par>
                        <p:par>
                          <p:cTn id="52" fill="hold">
                            <p:stCondLst>
                              <p:cond delay="6000"/>
                            </p:stCondLst>
                            <p:childTnLst>
                              <p:par>
                                <p:cTn id="53" presetID="22" presetClass="entr" presetSubtype="4" fill="hold" grpId="0" nodeType="afterEffect">
                                  <p:stCondLst>
                                    <p:cond delay="0"/>
                                  </p:stCondLst>
                                  <p:childTnLst>
                                    <p:set>
                                      <p:cBhvr>
                                        <p:cTn id="54" dur="1" fill="hold">
                                          <p:stCondLst>
                                            <p:cond delay="0"/>
                                          </p:stCondLst>
                                        </p:cTn>
                                        <p:tgtEl>
                                          <p:spTgt spid="23"/>
                                        </p:tgtEl>
                                        <p:attrNameLst>
                                          <p:attrName>style.visibility</p:attrName>
                                        </p:attrNameLst>
                                      </p:cBhvr>
                                      <p:to>
                                        <p:strVal val="visible"/>
                                      </p:to>
                                    </p:set>
                                    <p:animEffect transition="in" filter="wipe(down)">
                                      <p:cBhvr>
                                        <p:cTn id="55" dur="500"/>
                                        <p:tgtEl>
                                          <p:spTgt spid="23"/>
                                        </p:tgtEl>
                                      </p:cBhvr>
                                    </p:animEffect>
                                  </p:childTnLst>
                                </p:cTn>
                              </p:par>
                            </p:childTnLst>
                          </p:cTn>
                        </p:par>
                        <p:par>
                          <p:cTn id="56" fill="hold">
                            <p:stCondLst>
                              <p:cond delay="6500"/>
                            </p:stCondLst>
                            <p:childTnLst>
                              <p:par>
                                <p:cTn id="57" presetID="22" presetClass="entr" presetSubtype="4" fill="hold" grpId="0" nodeType="afterEffect">
                                  <p:stCondLst>
                                    <p:cond delay="0"/>
                                  </p:stCondLst>
                                  <p:childTnLst>
                                    <p:set>
                                      <p:cBhvr>
                                        <p:cTn id="58" dur="1" fill="hold">
                                          <p:stCondLst>
                                            <p:cond delay="0"/>
                                          </p:stCondLst>
                                        </p:cTn>
                                        <p:tgtEl>
                                          <p:spTgt spid="24"/>
                                        </p:tgtEl>
                                        <p:attrNameLst>
                                          <p:attrName>style.visibility</p:attrName>
                                        </p:attrNameLst>
                                      </p:cBhvr>
                                      <p:to>
                                        <p:strVal val="visible"/>
                                      </p:to>
                                    </p:set>
                                    <p:animEffect transition="in" filter="wipe(down)">
                                      <p:cBhvr>
                                        <p:cTn id="59" dur="500"/>
                                        <p:tgtEl>
                                          <p:spTgt spid="24"/>
                                        </p:tgtEl>
                                      </p:cBhvr>
                                    </p:animEffect>
                                  </p:childTnLst>
                                </p:cTn>
                              </p:par>
                            </p:childTnLst>
                          </p:cTn>
                        </p:par>
                        <p:par>
                          <p:cTn id="60" fill="hold">
                            <p:stCondLst>
                              <p:cond delay="7000"/>
                            </p:stCondLst>
                            <p:childTnLst>
                              <p:par>
                                <p:cTn id="61" presetID="22" presetClass="entr" presetSubtype="4" fill="hold" grpId="0" nodeType="afterEffect" nodePh="1">
                                  <p:stCondLst>
                                    <p:cond delay="0"/>
                                  </p:stCondLst>
                                  <p:endCondLst>
                                    <p:cond evt="begin" delay="0">
                                      <p:tn val="61"/>
                                    </p:cond>
                                  </p:endCondLst>
                                  <p:childTnLst>
                                    <p:set>
                                      <p:cBhvr>
                                        <p:cTn id="62" dur="1" fill="hold">
                                          <p:stCondLst>
                                            <p:cond delay="0"/>
                                          </p:stCondLst>
                                        </p:cTn>
                                        <p:tgtEl>
                                          <p:spTgt spid="25">
                                            <p:txEl>
                                              <p:pRg st="0" end="0"/>
                                            </p:txEl>
                                          </p:spTgt>
                                        </p:tgtEl>
                                        <p:attrNameLst>
                                          <p:attrName>style.visibility</p:attrName>
                                        </p:attrNameLst>
                                      </p:cBhvr>
                                      <p:to>
                                        <p:strVal val="visible"/>
                                      </p:to>
                                    </p:set>
                                    <p:animEffect transition="in" filter="wipe(down)">
                                      <p:cBhvr>
                                        <p:cTn id="63" dur="500"/>
                                        <p:tgtEl>
                                          <p:spTgt spid="25">
                                            <p:txEl>
                                              <p:pRg st="0" end="0"/>
                                            </p:txEl>
                                          </p:spTgt>
                                        </p:tgtEl>
                                      </p:cBhvr>
                                    </p:animEffect>
                                  </p:childTnLst>
                                </p:cTn>
                              </p:par>
                            </p:childTnLst>
                          </p:cTn>
                        </p:par>
                        <p:par>
                          <p:cTn id="64" fill="hold">
                            <p:stCondLst>
                              <p:cond delay="7500"/>
                            </p:stCondLst>
                            <p:childTnLst>
                              <p:par>
                                <p:cTn id="65" presetID="22" presetClass="entr" presetSubtype="4" fill="hold" grpId="0" nodeType="afterEffect">
                                  <p:stCondLst>
                                    <p:cond delay="0"/>
                                  </p:stCondLst>
                                  <p:childTnLst>
                                    <p:set>
                                      <p:cBhvr>
                                        <p:cTn id="66" dur="1" fill="hold">
                                          <p:stCondLst>
                                            <p:cond delay="0"/>
                                          </p:stCondLst>
                                        </p:cTn>
                                        <p:tgtEl>
                                          <p:spTgt spid="26"/>
                                        </p:tgtEl>
                                        <p:attrNameLst>
                                          <p:attrName>style.visibility</p:attrName>
                                        </p:attrNameLst>
                                      </p:cBhvr>
                                      <p:to>
                                        <p:strVal val="visible"/>
                                      </p:to>
                                    </p:set>
                                    <p:animEffect transition="in" filter="wipe(down)">
                                      <p:cBhvr>
                                        <p:cTn id="67" dur="500"/>
                                        <p:tgtEl>
                                          <p:spTgt spid="26"/>
                                        </p:tgtEl>
                                      </p:cBhvr>
                                    </p:animEffect>
                                  </p:childTnLst>
                                </p:cTn>
                              </p:par>
                            </p:childTnLst>
                          </p:cTn>
                        </p:par>
                        <p:par>
                          <p:cTn id="68" fill="hold">
                            <p:stCondLst>
                              <p:cond delay="8000"/>
                            </p:stCondLst>
                            <p:childTnLst>
                              <p:par>
                                <p:cTn id="69" presetID="22" presetClass="entr" presetSubtype="4" fill="hold" grpId="0" nodeType="afterEffect">
                                  <p:stCondLst>
                                    <p:cond delay="0"/>
                                  </p:stCondLst>
                                  <p:childTnLst>
                                    <p:set>
                                      <p:cBhvr>
                                        <p:cTn id="70" dur="1" fill="hold">
                                          <p:stCondLst>
                                            <p:cond delay="0"/>
                                          </p:stCondLst>
                                        </p:cTn>
                                        <p:tgtEl>
                                          <p:spTgt spid="27"/>
                                        </p:tgtEl>
                                        <p:attrNameLst>
                                          <p:attrName>style.visibility</p:attrName>
                                        </p:attrNameLst>
                                      </p:cBhvr>
                                      <p:to>
                                        <p:strVal val="visible"/>
                                      </p:to>
                                    </p:set>
                                    <p:animEffect transition="in" filter="wipe(down)">
                                      <p:cBhvr>
                                        <p:cTn id="71" dur="500"/>
                                        <p:tgtEl>
                                          <p:spTgt spid="27"/>
                                        </p:tgtEl>
                                      </p:cBhvr>
                                    </p:animEffect>
                                  </p:childTnLst>
                                </p:cTn>
                              </p:par>
                            </p:childTnLst>
                          </p:cTn>
                        </p:par>
                        <p:par>
                          <p:cTn id="72" fill="hold">
                            <p:stCondLst>
                              <p:cond delay="8500"/>
                            </p:stCondLst>
                            <p:childTnLst>
                              <p:par>
                                <p:cTn id="73" presetID="22" presetClass="entr" presetSubtype="4" fill="hold" grpId="0" nodeType="afterEffect" nodePh="1">
                                  <p:stCondLst>
                                    <p:cond delay="0"/>
                                  </p:stCondLst>
                                  <p:endCondLst>
                                    <p:cond evt="begin" delay="0">
                                      <p:tn val="73"/>
                                    </p:cond>
                                  </p:endCondLst>
                                  <p:childTnLst>
                                    <p:set>
                                      <p:cBhvr>
                                        <p:cTn id="74" dur="1" fill="hold">
                                          <p:stCondLst>
                                            <p:cond delay="0"/>
                                          </p:stCondLst>
                                        </p:cTn>
                                        <p:tgtEl>
                                          <p:spTgt spid="28">
                                            <p:txEl>
                                              <p:pRg st="0" end="0"/>
                                            </p:txEl>
                                          </p:spTgt>
                                        </p:tgtEl>
                                        <p:attrNameLst>
                                          <p:attrName>style.visibility</p:attrName>
                                        </p:attrNameLst>
                                      </p:cBhvr>
                                      <p:to>
                                        <p:strVal val="visible"/>
                                      </p:to>
                                    </p:set>
                                    <p:animEffect transition="in" filter="wipe(down)">
                                      <p:cBhvr>
                                        <p:cTn id="75" dur="500"/>
                                        <p:tgtEl>
                                          <p:spTgt spid="28">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4" grpId="0" animBg="1"/>
      <p:bldP spid="13"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13"/>
                        </p:tgtEl>
                        <p:attrNameLst>
                          <p:attrName>style.visibility</p:attrName>
                        </p:attrNameLst>
                      </p:cBhvr>
                      <p:to>
                        <p:strVal val="visible"/>
                      </p:to>
                    </p:set>
                    <p:animEffect transition="in" filter="wipe(down)">
                      <p:cBhvr>
                        <p:cTn dur="500"/>
                        <p:tgtEl>
                          <p:spTgt spid="13"/>
                        </p:tgtEl>
                      </p:cBhvr>
                    </p:animEffect>
                  </p:childTnLst>
                </p:cTn>
              </p:par>
            </p:tnLst>
          </p:tmpl>
        </p:tmplLst>
      </p:bldP>
      <p:bldP spid="14" grpId="0"/>
      <p:bldP spid="15" grpId="0" animBg="1"/>
      <p:bldP spid="16"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16"/>
                        </p:tgtEl>
                        <p:attrNameLst>
                          <p:attrName>style.visibility</p:attrName>
                        </p:attrNameLst>
                      </p:cBhvr>
                      <p:to>
                        <p:strVal val="visible"/>
                      </p:to>
                    </p:set>
                    <p:animEffect transition="in" filter="wipe(down)">
                      <p:cBhvr>
                        <p:cTn dur="500"/>
                        <p:tgtEl>
                          <p:spTgt spid="16"/>
                        </p:tgtEl>
                      </p:cBhvr>
                    </p:animEffect>
                  </p:childTnLst>
                </p:cTn>
              </p:par>
            </p:tnLst>
          </p:tmpl>
        </p:tmplLst>
      </p:bldP>
      <p:bldP spid="17" grpId="0"/>
      <p:bldP spid="18" grpId="0" animBg="1"/>
      <p:bldP spid="19"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19"/>
                        </p:tgtEl>
                        <p:attrNameLst>
                          <p:attrName>style.visibility</p:attrName>
                        </p:attrNameLst>
                      </p:cBhvr>
                      <p:to>
                        <p:strVal val="visible"/>
                      </p:to>
                    </p:set>
                    <p:animEffect transition="in" filter="wipe(down)">
                      <p:cBhvr>
                        <p:cTn dur="500"/>
                        <p:tgtEl>
                          <p:spTgt spid="19"/>
                        </p:tgtEl>
                      </p:cBhvr>
                    </p:animEffect>
                  </p:childTnLst>
                </p:cTn>
              </p:par>
            </p:tnLst>
          </p:tmpl>
        </p:tmplLst>
      </p:bldP>
      <p:bldP spid="20" grpId="0"/>
      <p:bldP spid="21" grpId="0" animBg="1"/>
      <p:bldP spid="22"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2"/>
                        </p:tgtEl>
                        <p:attrNameLst>
                          <p:attrName>style.visibility</p:attrName>
                        </p:attrNameLst>
                      </p:cBhvr>
                      <p:to>
                        <p:strVal val="visible"/>
                      </p:to>
                    </p:set>
                    <p:animEffect transition="in" filter="wipe(down)">
                      <p:cBhvr>
                        <p:cTn dur="500"/>
                        <p:tgtEl>
                          <p:spTgt spid="22"/>
                        </p:tgtEl>
                      </p:cBhvr>
                    </p:animEffect>
                  </p:childTnLst>
                </p:cTn>
              </p:par>
            </p:tnLst>
          </p:tmpl>
        </p:tmplLst>
      </p:bldP>
      <p:bldP spid="23" grpId="0"/>
      <p:bldP spid="24" grpId="0" animBg="1"/>
      <p:bldP spid="25"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5"/>
                        </p:tgtEl>
                        <p:attrNameLst>
                          <p:attrName>style.visibility</p:attrName>
                        </p:attrNameLst>
                      </p:cBhvr>
                      <p:to>
                        <p:strVal val="visible"/>
                      </p:to>
                    </p:set>
                    <p:animEffect transition="in" filter="wipe(down)">
                      <p:cBhvr>
                        <p:cTn dur="500"/>
                        <p:tgtEl>
                          <p:spTgt spid="25"/>
                        </p:tgtEl>
                      </p:cBhvr>
                    </p:animEffect>
                  </p:childTnLst>
                </p:cTn>
              </p:par>
            </p:tnLst>
          </p:tmpl>
        </p:tmplLst>
      </p:bldP>
      <p:bldP spid="26" grpId="0"/>
      <p:bldP spid="27" grpId="0" animBg="1"/>
      <p:bldP spid="28"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8"/>
                        </p:tgtEl>
                        <p:attrNameLst>
                          <p:attrName>style.visibility</p:attrName>
                        </p:attrNameLst>
                      </p:cBhvr>
                      <p:to>
                        <p:strVal val="visible"/>
                      </p:to>
                    </p:set>
                    <p:animEffect transition="in" filter="wipe(down)">
                      <p:cBhvr>
                        <p:cTn dur="500"/>
                        <p:tgtEl>
                          <p:spTgt spid="28"/>
                        </p:tgtEl>
                      </p:cBhvr>
                    </p:animEffect>
                  </p:childTnLst>
                </p:cTn>
              </p:par>
            </p:tnLst>
          </p:tmpl>
        </p:tmplLst>
      </p:bldP>
    </p:bldLst>
  </p:timing>
</p:sldLayout>
</file>

<file path=ppt/slideLayouts/slideLayout436.xml><?xml version="1.0" encoding="utf-8"?>
<p:sldLayout xmlns:a="http://schemas.openxmlformats.org/drawingml/2006/main" xmlns:r="http://schemas.openxmlformats.org/officeDocument/2006/relationships" xmlns:p="http://schemas.openxmlformats.org/presentationml/2006/main" userDrawn="1">
  <p:cSld name="MockUp02">
    <p:spTree>
      <p:nvGrpSpPr>
        <p:cNvPr id="1" name=""/>
        <p:cNvGrpSpPr/>
        <p:nvPr/>
      </p:nvGrpSpPr>
      <p:grpSpPr>
        <a:xfrm>
          <a:off x="0" y="0"/>
          <a:ext cx="0" cy="0"/>
          <a:chOff x="0" y="0"/>
          <a:chExt cx="0" cy="0"/>
        </a:xfrm>
      </p:grpSpPr>
      <p:grpSp>
        <p:nvGrpSpPr>
          <p:cNvPr id="14" name="Group 13"/>
          <p:cNvGrpSpPr/>
          <p:nvPr userDrawn="1"/>
        </p:nvGrpSpPr>
        <p:grpSpPr>
          <a:xfrm>
            <a:off x="4811183" y="1589752"/>
            <a:ext cx="2569636" cy="4785648"/>
            <a:chOff x="6140449" y="1116114"/>
            <a:chExt cx="1927226" cy="3589236"/>
          </a:xfrm>
        </p:grpSpPr>
        <p:sp>
          <p:nvSpPr>
            <p:cNvPr id="15" name="Rectangle 14"/>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18"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rgbClr val="7F8183"/>
            </a:solid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sp>
        <p:nvSpPr>
          <p:cNvPr id="20" name="Picture Placeholder 7"/>
          <p:cNvSpPr>
            <a:spLocks noGrp="1"/>
          </p:cNvSpPr>
          <p:nvPr>
            <p:ph type="pic" sz="quarter" idx="10" hasCustomPrompt="1"/>
          </p:nvPr>
        </p:nvSpPr>
        <p:spPr>
          <a:xfrm>
            <a:off x="4978400" y="2267109"/>
            <a:ext cx="2235200" cy="3386444"/>
          </a:xfrm>
          <a:prstGeom prst="rect">
            <a:avLst/>
          </a:prstGeom>
          <a:ln>
            <a:noFill/>
          </a:ln>
        </p:spPr>
        <p:txBody>
          <a:bodyPr bIns="45720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10"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1"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43732346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500" fill="hold"/>
                                        <p:tgtEl>
                                          <p:spTgt spid="14"/>
                                        </p:tgtEl>
                                        <p:attrNameLst>
                                          <p:attrName>ppt_x</p:attrName>
                                        </p:attrNameLst>
                                      </p:cBhvr>
                                      <p:tavLst>
                                        <p:tav tm="0">
                                          <p:val>
                                            <p:strVal val="#ppt_x"/>
                                          </p:val>
                                        </p:tav>
                                        <p:tav tm="100000">
                                          <p:val>
                                            <p:strVal val="#ppt_x"/>
                                          </p:val>
                                        </p:tav>
                                      </p:tavLst>
                                    </p:anim>
                                    <p:anim calcmode="lin" valueType="num">
                                      <p:cBhvr additive="base">
                                        <p:cTn id="8" dur="500" fill="hold"/>
                                        <p:tgtEl>
                                          <p:spTgt spid="14"/>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4" fill="hold" grpId="0" nodeType="after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wipe(down)">
                                      <p:cBhvr>
                                        <p:cTn id="12"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Lst>
  </p:timing>
</p:sldLayout>
</file>

<file path=ppt/slideLayouts/slideLayout437.xml><?xml version="1.0" encoding="utf-8"?>
<p:sldLayout xmlns:a="http://schemas.openxmlformats.org/drawingml/2006/main" xmlns:r="http://schemas.openxmlformats.org/officeDocument/2006/relationships" xmlns:p="http://schemas.openxmlformats.org/presentationml/2006/main" preserve="1" userDrawn="1">
  <p:cSld name="2_MockUp02">
    <p:spTree>
      <p:nvGrpSpPr>
        <p:cNvPr id="1" name=""/>
        <p:cNvGrpSpPr/>
        <p:nvPr/>
      </p:nvGrpSpPr>
      <p:grpSpPr>
        <a:xfrm>
          <a:off x="0" y="0"/>
          <a:ext cx="0" cy="0"/>
          <a:chOff x="0" y="0"/>
          <a:chExt cx="0" cy="0"/>
        </a:xfrm>
      </p:grpSpPr>
      <p:grpSp>
        <p:nvGrpSpPr>
          <p:cNvPr id="2" name="Group 17"/>
          <p:cNvGrpSpPr/>
          <p:nvPr userDrawn="1"/>
        </p:nvGrpSpPr>
        <p:grpSpPr>
          <a:xfrm>
            <a:off x="3968595" y="1726608"/>
            <a:ext cx="4343760" cy="3456120"/>
            <a:chOff x="2094899" y="1081795"/>
            <a:chExt cx="4400683" cy="3501414"/>
          </a:xfrm>
        </p:grpSpPr>
        <p:sp>
          <p:nvSpPr>
            <p:cNvPr id="20" name="Rectangle 19"/>
            <p:cNvSpPr/>
            <p:nvPr/>
          </p:nvSpPr>
          <p:spPr>
            <a:xfrm>
              <a:off x="2261198" y="1247618"/>
              <a:ext cx="4081379" cy="225986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rtl="1" fontAlgn="auto">
                <a:spcBef>
                  <a:spcPts val="0"/>
                </a:spcBef>
                <a:spcAft>
                  <a:spcPts val="0"/>
                </a:spcAft>
              </a:pPr>
              <a:endParaRPr lang="en-US" sz="2667" dirty="0">
                <a:solidFill>
                  <a:srgbClr val="FFFFFF"/>
                </a:solidFill>
              </a:endParaRPr>
            </a:p>
          </p:txBody>
        </p:sp>
        <p:sp>
          <p:nvSpPr>
            <p:cNvPr id="31" name="Freeform 5"/>
            <p:cNvSpPr>
              <a:spLocks noEditPoints="1"/>
            </p:cNvSpPr>
            <p:nvPr/>
          </p:nvSpPr>
          <p:spPr bwMode="auto">
            <a:xfrm>
              <a:off x="2094899" y="1081795"/>
              <a:ext cx="4400683" cy="2608522"/>
            </a:xfrm>
            <a:custGeom>
              <a:avLst/>
              <a:gdLst/>
              <a:ahLst/>
              <a:cxnLst>
                <a:cxn ang="0">
                  <a:pos x="1757" y="0"/>
                </a:cxn>
                <a:cxn ang="0">
                  <a:pos x="921" y="0"/>
                </a:cxn>
                <a:cxn ang="0">
                  <a:pos x="893" y="0"/>
                </a:cxn>
                <a:cxn ang="0">
                  <a:pos x="56" y="0"/>
                </a:cxn>
                <a:cxn ang="0">
                  <a:pos x="0" y="47"/>
                </a:cxn>
                <a:cxn ang="0">
                  <a:pos x="0" y="1076"/>
                </a:cxn>
                <a:cxn ang="0">
                  <a:pos x="1816" y="1076"/>
                </a:cxn>
                <a:cxn ang="0">
                  <a:pos x="1816" y="47"/>
                </a:cxn>
                <a:cxn ang="0">
                  <a:pos x="1757" y="0"/>
                </a:cxn>
                <a:cxn ang="0">
                  <a:pos x="1732" y="1000"/>
                </a:cxn>
                <a:cxn ang="0">
                  <a:pos x="76" y="1000"/>
                </a:cxn>
                <a:cxn ang="0">
                  <a:pos x="76" y="68"/>
                </a:cxn>
                <a:cxn ang="0">
                  <a:pos x="1732" y="68"/>
                </a:cxn>
                <a:cxn ang="0">
                  <a:pos x="1732" y="1000"/>
                </a:cxn>
              </a:cxnLst>
              <a:rect l="0" t="0" r="r" b="b"/>
              <a:pathLst>
                <a:path w="1816" h="1076">
                  <a:moveTo>
                    <a:pt x="1757" y="0"/>
                  </a:moveTo>
                  <a:cubicBezTo>
                    <a:pt x="921" y="0"/>
                    <a:pt x="921" y="0"/>
                    <a:pt x="921" y="0"/>
                  </a:cubicBezTo>
                  <a:cubicBezTo>
                    <a:pt x="893" y="0"/>
                    <a:pt x="893" y="0"/>
                    <a:pt x="893" y="0"/>
                  </a:cubicBezTo>
                  <a:cubicBezTo>
                    <a:pt x="56" y="0"/>
                    <a:pt x="56" y="0"/>
                    <a:pt x="56" y="0"/>
                  </a:cubicBezTo>
                  <a:cubicBezTo>
                    <a:pt x="27" y="0"/>
                    <a:pt x="0" y="17"/>
                    <a:pt x="0" y="47"/>
                  </a:cubicBezTo>
                  <a:cubicBezTo>
                    <a:pt x="0" y="1076"/>
                    <a:pt x="0" y="1076"/>
                    <a:pt x="0" y="1076"/>
                  </a:cubicBezTo>
                  <a:cubicBezTo>
                    <a:pt x="1816" y="1076"/>
                    <a:pt x="1816" y="1076"/>
                    <a:pt x="1816" y="1076"/>
                  </a:cubicBezTo>
                  <a:cubicBezTo>
                    <a:pt x="1816" y="47"/>
                    <a:pt x="1816" y="47"/>
                    <a:pt x="1816" y="47"/>
                  </a:cubicBezTo>
                  <a:cubicBezTo>
                    <a:pt x="1816" y="17"/>
                    <a:pt x="1787" y="0"/>
                    <a:pt x="1757" y="0"/>
                  </a:cubicBezTo>
                  <a:moveTo>
                    <a:pt x="1732" y="1000"/>
                  </a:moveTo>
                  <a:cubicBezTo>
                    <a:pt x="76" y="1000"/>
                    <a:pt x="76" y="1000"/>
                    <a:pt x="76" y="1000"/>
                  </a:cubicBezTo>
                  <a:cubicBezTo>
                    <a:pt x="76" y="68"/>
                    <a:pt x="76" y="68"/>
                    <a:pt x="76" y="68"/>
                  </a:cubicBezTo>
                  <a:cubicBezTo>
                    <a:pt x="1732" y="68"/>
                    <a:pt x="1732" y="68"/>
                    <a:pt x="1732" y="68"/>
                  </a:cubicBezTo>
                  <a:cubicBezTo>
                    <a:pt x="1732" y="1000"/>
                    <a:pt x="1732" y="1000"/>
                    <a:pt x="1732" y="1000"/>
                  </a:cubicBezTo>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p>
              <a:pPr algn="r" defTabSz="1375467" rtl="1"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33" name="Freeform 23"/>
            <p:cNvSpPr>
              <a:spLocks/>
            </p:cNvSpPr>
            <p:nvPr/>
          </p:nvSpPr>
          <p:spPr bwMode="auto">
            <a:xfrm>
              <a:off x="2311744" y="1247618"/>
              <a:ext cx="3979748" cy="2259869"/>
            </a:xfrm>
            <a:custGeom>
              <a:avLst/>
              <a:gdLst/>
              <a:ahLst/>
              <a:cxnLst>
                <a:cxn ang="0">
                  <a:pos x="1872" y="0"/>
                </a:cxn>
                <a:cxn ang="0">
                  <a:pos x="0" y="0"/>
                </a:cxn>
                <a:cxn ang="0">
                  <a:pos x="1872" y="1063"/>
                </a:cxn>
                <a:cxn ang="0">
                  <a:pos x="1872" y="0"/>
                </a:cxn>
              </a:cxnLst>
              <a:rect l="0" t="0" r="r" b="b"/>
              <a:pathLst>
                <a:path w="1872" h="1063">
                  <a:moveTo>
                    <a:pt x="1872" y="0"/>
                  </a:moveTo>
                  <a:lnTo>
                    <a:pt x="0" y="0"/>
                  </a:lnTo>
                  <a:lnTo>
                    <a:pt x="1872" y="1063"/>
                  </a:lnTo>
                  <a:lnTo>
                    <a:pt x="1872" y="0"/>
                  </a:lnTo>
                  <a:close/>
                </a:path>
              </a:pathLst>
            </a:custGeom>
            <a:solidFill>
              <a:srgbClr val="FFFFFF">
                <a:alpha val="16000"/>
              </a:srgbClr>
            </a:solidFill>
            <a:ln w="9525">
              <a:noFill/>
              <a:round/>
              <a:headEnd/>
              <a:tailEnd/>
            </a:ln>
          </p:spPr>
          <p:txBody>
            <a:bodyPr vert="horz" wrap="square" lIns="91440" tIns="45720" rIns="91440" bIns="45720" numCol="1" anchor="t" anchorCtr="0" compatLnSpc="1">
              <a:prstTxWarp prst="textNoShape">
                <a:avLst/>
              </a:prstTxWarp>
            </a:bodyPr>
            <a:lstStyle/>
            <a:p>
              <a:pPr algn="r" defTabSz="1375467" rtl="1"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34" name="Freeform 27"/>
            <p:cNvSpPr>
              <a:spLocks/>
            </p:cNvSpPr>
            <p:nvPr/>
          </p:nvSpPr>
          <p:spPr bwMode="auto">
            <a:xfrm>
              <a:off x="2094899" y="3690315"/>
              <a:ext cx="4400683" cy="397550"/>
            </a:xfrm>
            <a:custGeom>
              <a:avLst/>
              <a:gdLst/>
              <a:ahLst/>
              <a:cxnLst>
                <a:cxn ang="0">
                  <a:pos x="0" y="0"/>
                </a:cxn>
                <a:cxn ang="0">
                  <a:pos x="0" y="100"/>
                </a:cxn>
                <a:cxn ang="0">
                  <a:pos x="56" y="164"/>
                </a:cxn>
                <a:cxn ang="0">
                  <a:pos x="893" y="164"/>
                </a:cxn>
                <a:cxn ang="0">
                  <a:pos x="921" y="164"/>
                </a:cxn>
                <a:cxn ang="0">
                  <a:pos x="1757" y="164"/>
                </a:cxn>
                <a:cxn ang="0">
                  <a:pos x="1816" y="100"/>
                </a:cxn>
                <a:cxn ang="0">
                  <a:pos x="1816" y="0"/>
                </a:cxn>
                <a:cxn ang="0">
                  <a:pos x="0" y="0"/>
                </a:cxn>
              </a:cxnLst>
              <a:rect l="0" t="0" r="r" b="b"/>
              <a:pathLst>
                <a:path w="1816" h="164">
                  <a:moveTo>
                    <a:pt x="0" y="0"/>
                  </a:moveTo>
                  <a:cubicBezTo>
                    <a:pt x="0" y="100"/>
                    <a:pt x="0" y="100"/>
                    <a:pt x="0" y="100"/>
                  </a:cubicBezTo>
                  <a:cubicBezTo>
                    <a:pt x="0" y="130"/>
                    <a:pt x="27" y="164"/>
                    <a:pt x="56" y="164"/>
                  </a:cubicBezTo>
                  <a:cubicBezTo>
                    <a:pt x="893" y="164"/>
                    <a:pt x="893" y="164"/>
                    <a:pt x="893" y="164"/>
                  </a:cubicBezTo>
                  <a:cubicBezTo>
                    <a:pt x="921" y="164"/>
                    <a:pt x="921" y="164"/>
                    <a:pt x="921" y="164"/>
                  </a:cubicBezTo>
                  <a:cubicBezTo>
                    <a:pt x="1757" y="164"/>
                    <a:pt x="1757" y="164"/>
                    <a:pt x="1757" y="164"/>
                  </a:cubicBezTo>
                  <a:cubicBezTo>
                    <a:pt x="1787" y="164"/>
                    <a:pt x="1816" y="130"/>
                    <a:pt x="1816" y="100"/>
                  </a:cubicBezTo>
                  <a:cubicBezTo>
                    <a:pt x="1816" y="0"/>
                    <a:pt x="1816" y="0"/>
                    <a:pt x="1816" y="0"/>
                  </a:cubicBezTo>
                  <a:lnTo>
                    <a:pt x="0" y="0"/>
                  </a:lnTo>
                  <a:close/>
                </a:path>
              </a:pathLst>
            </a:custGeom>
            <a:gradFill>
              <a:gsLst>
                <a:gs pos="83000">
                  <a:schemeClr val="bg1">
                    <a:lumMod val="75000"/>
                  </a:schemeClr>
                </a:gs>
                <a:gs pos="54000">
                  <a:schemeClr val="bg1">
                    <a:lumMod val="85000"/>
                  </a:schemeClr>
                </a:gs>
              </a:gsLst>
              <a:lin ang="1800000" scaled="0"/>
            </a:gradFill>
            <a:ln w="9525">
              <a:noFill/>
              <a:round/>
              <a:headEnd/>
              <a:tailEnd/>
            </a:ln>
          </p:spPr>
          <p:txBody>
            <a:bodyPr vert="horz" wrap="square" lIns="91440" tIns="45720" rIns="91440" bIns="45720" numCol="1" anchor="t" anchorCtr="0" compatLnSpc="1">
              <a:prstTxWarp prst="textNoShape">
                <a:avLst/>
              </a:prstTxWarp>
            </a:bodyPr>
            <a:lstStyle/>
            <a:p>
              <a:pPr algn="r" defTabSz="1375467" rtl="1" fontAlgn="auto">
                <a:spcBef>
                  <a:spcPts val="0"/>
                </a:spcBef>
                <a:spcAft>
                  <a:spcPts val="0"/>
                </a:spcAft>
              </a:pPr>
              <a:r>
                <a:rPr lang="en-US" sz="2667" dirty="0" smtClean="0">
                  <a:solidFill>
                    <a:srgbClr val="262626"/>
                  </a:solidFill>
                  <a:latin typeface="Roboto Condensed"/>
                  <a:cs typeface="Simplified Arabic" panose="02020603050405020304" pitchFamily="18" charset="-78"/>
                </a:rPr>
                <a:t> </a:t>
              </a:r>
              <a:endParaRPr lang="en-US" sz="2667" dirty="0">
                <a:solidFill>
                  <a:srgbClr val="262626"/>
                </a:solidFill>
                <a:latin typeface="Roboto Condensed"/>
                <a:cs typeface="Simplified Arabic" panose="02020603050405020304" pitchFamily="18" charset="-78"/>
              </a:endParaRPr>
            </a:p>
          </p:txBody>
        </p:sp>
        <p:sp>
          <p:nvSpPr>
            <p:cNvPr id="35" name="Freeform 29"/>
            <p:cNvSpPr>
              <a:spLocks/>
            </p:cNvSpPr>
            <p:nvPr/>
          </p:nvSpPr>
          <p:spPr bwMode="auto">
            <a:xfrm>
              <a:off x="3506519" y="4087866"/>
              <a:ext cx="1590198" cy="495343"/>
            </a:xfrm>
            <a:custGeom>
              <a:avLst/>
              <a:gdLst/>
              <a:ahLst/>
              <a:cxnLst>
                <a:cxn ang="0">
                  <a:pos x="335" y="0"/>
                </a:cxn>
                <a:cxn ang="0">
                  <a:pos x="322" y="0"/>
                </a:cxn>
                <a:cxn ang="0">
                  <a:pos x="143" y="0"/>
                </a:cxn>
                <a:cxn ang="0">
                  <a:pos x="102" y="128"/>
                </a:cxn>
                <a:cxn ang="0">
                  <a:pos x="108" y="204"/>
                </a:cxn>
                <a:cxn ang="0">
                  <a:pos x="322" y="204"/>
                </a:cxn>
                <a:cxn ang="0">
                  <a:pos x="335" y="204"/>
                </a:cxn>
                <a:cxn ang="0">
                  <a:pos x="549" y="204"/>
                </a:cxn>
                <a:cxn ang="0">
                  <a:pos x="555" y="128"/>
                </a:cxn>
                <a:cxn ang="0">
                  <a:pos x="513" y="0"/>
                </a:cxn>
                <a:cxn ang="0">
                  <a:pos x="335" y="0"/>
                </a:cxn>
              </a:cxnLst>
              <a:rect l="0" t="0" r="r" b="b"/>
              <a:pathLst>
                <a:path w="656" h="204">
                  <a:moveTo>
                    <a:pt x="335" y="0"/>
                  </a:moveTo>
                  <a:cubicBezTo>
                    <a:pt x="322" y="0"/>
                    <a:pt x="322" y="0"/>
                    <a:pt x="322" y="0"/>
                  </a:cubicBezTo>
                  <a:cubicBezTo>
                    <a:pt x="143" y="0"/>
                    <a:pt x="143" y="0"/>
                    <a:pt x="143" y="0"/>
                  </a:cubicBezTo>
                  <a:cubicBezTo>
                    <a:pt x="143" y="0"/>
                    <a:pt x="142" y="88"/>
                    <a:pt x="102" y="128"/>
                  </a:cubicBezTo>
                  <a:cubicBezTo>
                    <a:pt x="62" y="169"/>
                    <a:pt x="0" y="204"/>
                    <a:pt x="108" y="204"/>
                  </a:cubicBezTo>
                  <a:cubicBezTo>
                    <a:pt x="322" y="204"/>
                    <a:pt x="322" y="204"/>
                    <a:pt x="322" y="204"/>
                  </a:cubicBezTo>
                  <a:cubicBezTo>
                    <a:pt x="335" y="204"/>
                    <a:pt x="335" y="204"/>
                    <a:pt x="335" y="204"/>
                  </a:cubicBezTo>
                  <a:cubicBezTo>
                    <a:pt x="549" y="204"/>
                    <a:pt x="549" y="204"/>
                    <a:pt x="549" y="204"/>
                  </a:cubicBezTo>
                  <a:cubicBezTo>
                    <a:pt x="656" y="204"/>
                    <a:pt x="594" y="169"/>
                    <a:pt x="555" y="128"/>
                  </a:cubicBezTo>
                  <a:cubicBezTo>
                    <a:pt x="515" y="88"/>
                    <a:pt x="513" y="0"/>
                    <a:pt x="513" y="0"/>
                  </a:cubicBezTo>
                  <a:lnTo>
                    <a:pt x="335" y="0"/>
                  </a:lnTo>
                  <a:close/>
                </a:path>
              </a:pathLst>
            </a:custGeom>
            <a:gradFill>
              <a:gsLst>
                <a:gs pos="42000">
                  <a:schemeClr val="bg1">
                    <a:lumMod val="75000"/>
                  </a:schemeClr>
                </a:gs>
                <a:gs pos="6000">
                  <a:schemeClr val="bg1">
                    <a:lumMod val="85000"/>
                  </a:schemeClr>
                </a:gs>
                <a:gs pos="0">
                  <a:schemeClr val="bg1">
                    <a:lumMod val="65000"/>
                  </a:schemeClr>
                </a:gs>
              </a:gsLst>
              <a:lin ang="5400000" scaled="0"/>
            </a:gradFill>
            <a:ln w="9525">
              <a:noFill/>
              <a:round/>
              <a:headEnd/>
              <a:tailEnd/>
            </a:ln>
          </p:spPr>
          <p:txBody>
            <a:bodyPr vert="horz" wrap="square" lIns="91440" tIns="45720" rIns="91440" bIns="45720" numCol="1" anchor="t" anchorCtr="0" compatLnSpc="1">
              <a:prstTxWarp prst="textNoShape">
                <a:avLst/>
              </a:prstTxWarp>
            </a:bodyPr>
            <a:lstStyle/>
            <a:p>
              <a:pPr algn="r" defTabSz="1375467" rtl="1"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sp>
        <p:nvSpPr>
          <p:cNvPr id="36" name="Picture Placeholder 7"/>
          <p:cNvSpPr>
            <a:spLocks noGrp="1"/>
          </p:cNvSpPr>
          <p:nvPr>
            <p:ph type="pic" sz="quarter" idx="10" hasCustomPrompt="1"/>
          </p:nvPr>
        </p:nvSpPr>
        <p:spPr>
          <a:xfrm>
            <a:off x="4153968" y="1879600"/>
            <a:ext cx="3944649" cy="2230637"/>
          </a:xfrm>
          <a:prstGeom prst="rect">
            <a:avLst/>
          </a:prstGeom>
          <a:ln>
            <a:noFill/>
          </a:ln>
        </p:spPr>
        <p:txBody>
          <a:bodyPr tIns="0" bIns="27432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13"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4"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99521378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4" fill="hold" grpId="0" nodeType="afterEffect">
                                  <p:stCondLst>
                                    <p:cond delay="0"/>
                                  </p:stCondLst>
                                  <p:childTnLst>
                                    <p:set>
                                      <p:cBhvr>
                                        <p:cTn id="11" dur="1" fill="hold">
                                          <p:stCondLst>
                                            <p:cond delay="0"/>
                                          </p:stCondLst>
                                        </p:cTn>
                                        <p:tgtEl>
                                          <p:spTgt spid="36"/>
                                        </p:tgtEl>
                                        <p:attrNameLst>
                                          <p:attrName>style.visibility</p:attrName>
                                        </p:attrNameLst>
                                      </p:cBhvr>
                                      <p:to>
                                        <p:strVal val="visible"/>
                                      </p:to>
                                    </p:set>
                                    <p:animEffect transition="in" filter="wipe(down)">
                                      <p:cBhvr>
                                        <p:cTn id="12" dur="50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p:bldLst>
  </p:timing>
</p:sldLayout>
</file>

<file path=ppt/slideLayouts/slideLayout438.xml><?xml version="1.0" encoding="utf-8"?>
<p:sldLayout xmlns:a="http://schemas.openxmlformats.org/drawingml/2006/main" xmlns:r="http://schemas.openxmlformats.org/officeDocument/2006/relationships" xmlns:p="http://schemas.openxmlformats.org/presentationml/2006/main" userDrawn="1">
  <p:cSld name="MockUp5">
    <p:spTree>
      <p:nvGrpSpPr>
        <p:cNvPr id="1" name=""/>
        <p:cNvGrpSpPr/>
        <p:nvPr/>
      </p:nvGrpSpPr>
      <p:grpSpPr>
        <a:xfrm>
          <a:off x="0" y="0"/>
          <a:ext cx="0" cy="0"/>
          <a:chOff x="0" y="0"/>
          <a:chExt cx="0" cy="0"/>
        </a:xfrm>
      </p:grpSpPr>
      <p:grpSp>
        <p:nvGrpSpPr>
          <p:cNvPr id="2" name="Group 20"/>
          <p:cNvGrpSpPr/>
          <p:nvPr userDrawn="1"/>
        </p:nvGrpSpPr>
        <p:grpSpPr>
          <a:xfrm>
            <a:off x="5558337" y="1602393"/>
            <a:ext cx="5867577" cy="4668552"/>
            <a:chOff x="2094899" y="1081795"/>
            <a:chExt cx="4400683" cy="3501414"/>
          </a:xfrm>
        </p:grpSpPr>
        <p:sp>
          <p:nvSpPr>
            <p:cNvPr id="22" name="Rectangle 21"/>
            <p:cNvSpPr/>
            <p:nvPr/>
          </p:nvSpPr>
          <p:spPr>
            <a:xfrm>
              <a:off x="2261198" y="1247618"/>
              <a:ext cx="4081379" cy="225986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23" name="Freeform 5"/>
            <p:cNvSpPr>
              <a:spLocks noEditPoints="1"/>
            </p:cNvSpPr>
            <p:nvPr/>
          </p:nvSpPr>
          <p:spPr bwMode="auto">
            <a:xfrm>
              <a:off x="2094899" y="1081795"/>
              <a:ext cx="4400683" cy="2608522"/>
            </a:xfrm>
            <a:custGeom>
              <a:avLst/>
              <a:gdLst/>
              <a:ahLst/>
              <a:cxnLst>
                <a:cxn ang="0">
                  <a:pos x="1757" y="0"/>
                </a:cxn>
                <a:cxn ang="0">
                  <a:pos x="921" y="0"/>
                </a:cxn>
                <a:cxn ang="0">
                  <a:pos x="893" y="0"/>
                </a:cxn>
                <a:cxn ang="0">
                  <a:pos x="56" y="0"/>
                </a:cxn>
                <a:cxn ang="0">
                  <a:pos x="0" y="47"/>
                </a:cxn>
                <a:cxn ang="0">
                  <a:pos x="0" y="1076"/>
                </a:cxn>
                <a:cxn ang="0">
                  <a:pos x="1816" y="1076"/>
                </a:cxn>
                <a:cxn ang="0">
                  <a:pos x="1816" y="47"/>
                </a:cxn>
                <a:cxn ang="0">
                  <a:pos x="1757" y="0"/>
                </a:cxn>
                <a:cxn ang="0">
                  <a:pos x="1732" y="1000"/>
                </a:cxn>
                <a:cxn ang="0">
                  <a:pos x="76" y="1000"/>
                </a:cxn>
                <a:cxn ang="0">
                  <a:pos x="76" y="68"/>
                </a:cxn>
                <a:cxn ang="0">
                  <a:pos x="1732" y="68"/>
                </a:cxn>
                <a:cxn ang="0">
                  <a:pos x="1732" y="1000"/>
                </a:cxn>
              </a:cxnLst>
              <a:rect l="0" t="0" r="r" b="b"/>
              <a:pathLst>
                <a:path w="1816" h="1076">
                  <a:moveTo>
                    <a:pt x="1757" y="0"/>
                  </a:moveTo>
                  <a:cubicBezTo>
                    <a:pt x="921" y="0"/>
                    <a:pt x="921" y="0"/>
                    <a:pt x="921" y="0"/>
                  </a:cubicBezTo>
                  <a:cubicBezTo>
                    <a:pt x="893" y="0"/>
                    <a:pt x="893" y="0"/>
                    <a:pt x="893" y="0"/>
                  </a:cubicBezTo>
                  <a:cubicBezTo>
                    <a:pt x="56" y="0"/>
                    <a:pt x="56" y="0"/>
                    <a:pt x="56" y="0"/>
                  </a:cubicBezTo>
                  <a:cubicBezTo>
                    <a:pt x="27" y="0"/>
                    <a:pt x="0" y="17"/>
                    <a:pt x="0" y="47"/>
                  </a:cubicBezTo>
                  <a:cubicBezTo>
                    <a:pt x="0" y="1076"/>
                    <a:pt x="0" y="1076"/>
                    <a:pt x="0" y="1076"/>
                  </a:cubicBezTo>
                  <a:cubicBezTo>
                    <a:pt x="1816" y="1076"/>
                    <a:pt x="1816" y="1076"/>
                    <a:pt x="1816" y="1076"/>
                  </a:cubicBezTo>
                  <a:cubicBezTo>
                    <a:pt x="1816" y="47"/>
                    <a:pt x="1816" y="47"/>
                    <a:pt x="1816" y="47"/>
                  </a:cubicBezTo>
                  <a:cubicBezTo>
                    <a:pt x="1816" y="17"/>
                    <a:pt x="1787" y="0"/>
                    <a:pt x="1757" y="0"/>
                  </a:cubicBezTo>
                  <a:moveTo>
                    <a:pt x="1732" y="1000"/>
                  </a:moveTo>
                  <a:cubicBezTo>
                    <a:pt x="76" y="1000"/>
                    <a:pt x="76" y="1000"/>
                    <a:pt x="76" y="1000"/>
                  </a:cubicBezTo>
                  <a:cubicBezTo>
                    <a:pt x="76" y="68"/>
                    <a:pt x="76" y="68"/>
                    <a:pt x="76" y="68"/>
                  </a:cubicBezTo>
                  <a:cubicBezTo>
                    <a:pt x="1732" y="68"/>
                    <a:pt x="1732" y="68"/>
                    <a:pt x="1732" y="68"/>
                  </a:cubicBezTo>
                  <a:cubicBezTo>
                    <a:pt x="1732" y="1000"/>
                    <a:pt x="1732" y="1000"/>
                    <a:pt x="1732" y="1000"/>
                  </a:cubicBezTo>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24" name="Freeform 23"/>
            <p:cNvSpPr>
              <a:spLocks/>
            </p:cNvSpPr>
            <p:nvPr/>
          </p:nvSpPr>
          <p:spPr bwMode="auto">
            <a:xfrm>
              <a:off x="2311744" y="1247618"/>
              <a:ext cx="3979748" cy="2259869"/>
            </a:xfrm>
            <a:custGeom>
              <a:avLst/>
              <a:gdLst/>
              <a:ahLst/>
              <a:cxnLst>
                <a:cxn ang="0">
                  <a:pos x="1872" y="0"/>
                </a:cxn>
                <a:cxn ang="0">
                  <a:pos x="0" y="0"/>
                </a:cxn>
                <a:cxn ang="0">
                  <a:pos x="1872" y="1063"/>
                </a:cxn>
                <a:cxn ang="0">
                  <a:pos x="1872" y="0"/>
                </a:cxn>
              </a:cxnLst>
              <a:rect l="0" t="0" r="r" b="b"/>
              <a:pathLst>
                <a:path w="1872" h="1063">
                  <a:moveTo>
                    <a:pt x="1872" y="0"/>
                  </a:moveTo>
                  <a:lnTo>
                    <a:pt x="0" y="0"/>
                  </a:lnTo>
                  <a:lnTo>
                    <a:pt x="1872" y="1063"/>
                  </a:lnTo>
                  <a:lnTo>
                    <a:pt x="1872" y="0"/>
                  </a:lnTo>
                  <a:close/>
                </a:path>
              </a:pathLst>
            </a:custGeom>
            <a:solidFill>
              <a:srgbClr val="FFFFFF">
                <a:alpha val="16000"/>
              </a:srgbClr>
            </a:solid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25" name="Freeform 27"/>
            <p:cNvSpPr>
              <a:spLocks/>
            </p:cNvSpPr>
            <p:nvPr/>
          </p:nvSpPr>
          <p:spPr bwMode="auto">
            <a:xfrm>
              <a:off x="2094899" y="3690315"/>
              <a:ext cx="4400683" cy="397550"/>
            </a:xfrm>
            <a:custGeom>
              <a:avLst/>
              <a:gdLst/>
              <a:ahLst/>
              <a:cxnLst>
                <a:cxn ang="0">
                  <a:pos x="0" y="0"/>
                </a:cxn>
                <a:cxn ang="0">
                  <a:pos x="0" y="100"/>
                </a:cxn>
                <a:cxn ang="0">
                  <a:pos x="56" y="164"/>
                </a:cxn>
                <a:cxn ang="0">
                  <a:pos x="893" y="164"/>
                </a:cxn>
                <a:cxn ang="0">
                  <a:pos x="921" y="164"/>
                </a:cxn>
                <a:cxn ang="0">
                  <a:pos x="1757" y="164"/>
                </a:cxn>
                <a:cxn ang="0">
                  <a:pos x="1816" y="100"/>
                </a:cxn>
                <a:cxn ang="0">
                  <a:pos x="1816" y="0"/>
                </a:cxn>
                <a:cxn ang="0">
                  <a:pos x="0" y="0"/>
                </a:cxn>
              </a:cxnLst>
              <a:rect l="0" t="0" r="r" b="b"/>
              <a:pathLst>
                <a:path w="1816" h="164">
                  <a:moveTo>
                    <a:pt x="0" y="0"/>
                  </a:moveTo>
                  <a:cubicBezTo>
                    <a:pt x="0" y="100"/>
                    <a:pt x="0" y="100"/>
                    <a:pt x="0" y="100"/>
                  </a:cubicBezTo>
                  <a:cubicBezTo>
                    <a:pt x="0" y="130"/>
                    <a:pt x="27" y="164"/>
                    <a:pt x="56" y="164"/>
                  </a:cubicBezTo>
                  <a:cubicBezTo>
                    <a:pt x="893" y="164"/>
                    <a:pt x="893" y="164"/>
                    <a:pt x="893" y="164"/>
                  </a:cubicBezTo>
                  <a:cubicBezTo>
                    <a:pt x="921" y="164"/>
                    <a:pt x="921" y="164"/>
                    <a:pt x="921" y="164"/>
                  </a:cubicBezTo>
                  <a:cubicBezTo>
                    <a:pt x="1757" y="164"/>
                    <a:pt x="1757" y="164"/>
                    <a:pt x="1757" y="164"/>
                  </a:cubicBezTo>
                  <a:cubicBezTo>
                    <a:pt x="1787" y="164"/>
                    <a:pt x="1816" y="130"/>
                    <a:pt x="1816" y="100"/>
                  </a:cubicBezTo>
                  <a:cubicBezTo>
                    <a:pt x="1816" y="0"/>
                    <a:pt x="1816" y="0"/>
                    <a:pt x="1816" y="0"/>
                  </a:cubicBezTo>
                  <a:lnTo>
                    <a:pt x="0" y="0"/>
                  </a:lnTo>
                  <a:close/>
                </a:path>
              </a:pathLst>
            </a:custGeom>
            <a:gradFill>
              <a:gsLst>
                <a:gs pos="83000">
                  <a:schemeClr val="bg1">
                    <a:lumMod val="75000"/>
                  </a:schemeClr>
                </a:gs>
                <a:gs pos="54000">
                  <a:schemeClr val="bg1">
                    <a:lumMod val="85000"/>
                  </a:schemeClr>
                </a:gs>
              </a:gsLst>
              <a:lin ang="1800000" scaled="0"/>
            </a:grad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r>
                <a:rPr lang="en-US" sz="2667" dirty="0" smtClean="0">
                  <a:solidFill>
                    <a:srgbClr val="262626"/>
                  </a:solidFill>
                  <a:latin typeface="Roboto Condensed"/>
                  <a:cs typeface="Simplified Arabic" panose="02020603050405020304" pitchFamily="18" charset="-78"/>
                </a:rPr>
                <a:t> </a:t>
              </a:r>
              <a:endParaRPr lang="en-US" sz="2667" dirty="0">
                <a:solidFill>
                  <a:srgbClr val="262626"/>
                </a:solidFill>
                <a:latin typeface="Roboto Condensed"/>
                <a:cs typeface="Simplified Arabic" panose="02020603050405020304" pitchFamily="18" charset="-78"/>
              </a:endParaRPr>
            </a:p>
          </p:txBody>
        </p:sp>
        <p:sp>
          <p:nvSpPr>
            <p:cNvPr id="26" name="Freeform 29"/>
            <p:cNvSpPr>
              <a:spLocks/>
            </p:cNvSpPr>
            <p:nvPr/>
          </p:nvSpPr>
          <p:spPr bwMode="auto">
            <a:xfrm>
              <a:off x="3506519" y="4087866"/>
              <a:ext cx="1590198" cy="495343"/>
            </a:xfrm>
            <a:custGeom>
              <a:avLst/>
              <a:gdLst/>
              <a:ahLst/>
              <a:cxnLst>
                <a:cxn ang="0">
                  <a:pos x="335" y="0"/>
                </a:cxn>
                <a:cxn ang="0">
                  <a:pos x="322" y="0"/>
                </a:cxn>
                <a:cxn ang="0">
                  <a:pos x="143" y="0"/>
                </a:cxn>
                <a:cxn ang="0">
                  <a:pos x="102" y="128"/>
                </a:cxn>
                <a:cxn ang="0">
                  <a:pos x="108" y="204"/>
                </a:cxn>
                <a:cxn ang="0">
                  <a:pos x="322" y="204"/>
                </a:cxn>
                <a:cxn ang="0">
                  <a:pos x="335" y="204"/>
                </a:cxn>
                <a:cxn ang="0">
                  <a:pos x="549" y="204"/>
                </a:cxn>
                <a:cxn ang="0">
                  <a:pos x="555" y="128"/>
                </a:cxn>
                <a:cxn ang="0">
                  <a:pos x="513" y="0"/>
                </a:cxn>
                <a:cxn ang="0">
                  <a:pos x="335" y="0"/>
                </a:cxn>
              </a:cxnLst>
              <a:rect l="0" t="0" r="r" b="b"/>
              <a:pathLst>
                <a:path w="656" h="204">
                  <a:moveTo>
                    <a:pt x="335" y="0"/>
                  </a:moveTo>
                  <a:cubicBezTo>
                    <a:pt x="322" y="0"/>
                    <a:pt x="322" y="0"/>
                    <a:pt x="322" y="0"/>
                  </a:cubicBezTo>
                  <a:cubicBezTo>
                    <a:pt x="143" y="0"/>
                    <a:pt x="143" y="0"/>
                    <a:pt x="143" y="0"/>
                  </a:cubicBezTo>
                  <a:cubicBezTo>
                    <a:pt x="143" y="0"/>
                    <a:pt x="142" y="88"/>
                    <a:pt x="102" y="128"/>
                  </a:cubicBezTo>
                  <a:cubicBezTo>
                    <a:pt x="62" y="169"/>
                    <a:pt x="0" y="204"/>
                    <a:pt x="108" y="204"/>
                  </a:cubicBezTo>
                  <a:cubicBezTo>
                    <a:pt x="322" y="204"/>
                    <a:pt x="322" y="204"/>
                    <a:pt x="322" y="204"/>
                  </a:cubicBezTo>
                  <a:cubicBezTo>
                    <a:pt x="335" y="204"/>
                    <a:pt x="335" y="204"/>
                    <a:pt x="335" y="204"/>
                  </a:cubicBezTo>
                  <a:cubicBezTo>
                    <a:pt x="549" y="204"/>
                    <a:pt x="549" y="204"/>
                    <a:pt x="549" y="204"/>
                  </a:cubicBezTo>
                  <a:cubicBezTo>
                    <a:pt x="656" y="204"/>
                    <a:pt x="594" y="169"/>
                    <a:pt x="555" y="128"/>
                  </a:cubicBezTo>
                  <a:cubicBezTo>
                    <a:pt x="515" y="88"/>
                    <a:pt x="513" y="0"/>
                    <a:pt x="513" y="0"/>
                  </a:cubicBezTo>
                  <a:lnTo>
                    <a:pt x="335" y="0"/>
                  </a:lnTo>
                  <a:close/>
                </a:path>
              </a:pathLst>
            </a:custGeom>
            <a:gradFill>
              <a:gsLst>
                <a:gs pos="42000">
                  <a:schemeClr val="bg1">
                    <a:lumMod val="75000"/>
                  </a:schemeClr>
                </a:gs>
                <a:gs pos="6000">
                  <a:schemeClr val="bg1">
                    <a:lumMod val="85000"/>
                  </a:schemeClr>
                </a:gs>
                <a:gs pos="0">
                  <a:schemeClr val="bg1">
                    <a:lumMod val="65000"/>
                  </a:schemeClr>
                </a:gs>
              </a:gsLst>
              <a:lin ang="5400000" scaled="0"/>
            </a:grad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sp>
        <p:nvSpPr>
          <p:cNvPr id="27" name="Picture Placeholder 7"/>
          <p:cNvSpPr>
            <a:spLocks noGrp="1"/>
          </p:cNvSpPr>
          <p:nvPr>
            <p:ph type="pic" sz="quarter" idx="10" hasCustomPrompt="1"/>
          </p:nvPr>
        </p:nvSpPr>
        <p:spPr>
          <a:xfrm>
            <a:off x="5808963" y="1823494"/>
            <a:ext cx="5344831" cy="3013159"/>
          </a:xfrm>
          <a:prstGeom prst="rect">
            <a:avLst/>
          </a:prstGeom>
          <a:ln>
            <a:noFill/>
          </a:ln>
        </p:spPr>
        <p:txBody>
          <a:bodyPr bIns="45720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13"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4"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272602175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4" fill="hold" grpId="0" nodeType="afterEffect">
                                  <p:stCondLst>
                                    <p:cond delay="0"/>
                                  </p:stCondLst>
                                  <p:childTnLst>
                                    <p:set>
                                      <p:cBhvr>
                                        <p:cTn id="11" dur="1" fill="hold">
                                          <p:stCondLst>
                                            <p:cond delay="0"/>
                                          </p:stCondLst>
                                        </p:cTn>
                                        <p:tgtEl>
                                          <p:spTgt spid="27"/>
                                        </p:tgtEl>
                                        <p:attrNameLst>
                                          <p:attrName>style.visibility</p:attrName>
                                        </p:attrNameLst>
                                      </p:cBhvr>
                                      <p:to>
                                        <p:strVal val="visible"/>
                                      </p:to>
                                    </p:set>
                                    <p:animEffect transition="in" filter="wipe(down)">
                                      <p:cBhvr>
                                        <p:cTn id="12"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p:bldLst>
  </p:timing>
</p:sldLayout>
</file>

<file path=ppt/slideLayouts/slideLayout439.xml><?xml version="1.0" encoding="utf-8"?>
<p:sldLayout xmlns:a="http://schemas.openxmlformats.org/drawingml/2006/main" xmlns:r="http://schemas.openxmlformats.org/officeDocument/2006/relationships" xmlns:p="http://schemas.openxmlformats.org/presentationml/2006/main" userDrawn="1">
  <p:cSld name="Pic08_02">
    <p:spTree>
      <p:nvGrpSpPr>
        <p:cNvPr id="1" name=""/>
        <p:cNvGrpSpPr/>
        <p:nvPr/>
      </p:nvGrpSpPr>
      <p:grpSpPr>
        <a:xfrm>
          <a:off x="0" y="0"/>
          <a:ext cx="0" cy="0"/>
          <a:chOff x="0" y="0"/>
          <a:chExt cx="0" cy="0"/>
        </a:xfrm>
      </p:grpSpPr>
      <p:sp>
        <p:nvSpPr>
          <p:cNvPr id="8" name="Picture Placeholder 7"/>
          <p:cNvSpPr>
            <a:spLocks noGrp="1"/>
          </p:cNvSpPr>
          <p:nvPr>
            <p:ph type="pic" sz="quarter" idx="10" hasCustomPrompt="1"/>
          </p:nvPr>
        </p:nvSpPr>
        <p:spPr>
          <a:xfrm>
            <a:off x="3" y="1600200"/>
            <a:ext cx="12191996" cy="26416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23274531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accel="50000" decel="5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1000" fill="hold"/>
                                        <p:tgtEl>
                                          <p:spTgt spid="8"/>
                                        </p:tgtEl>
                                        <p:attrNameLst>
                                          <p:attrName>ppt_x</p:attrName>
                                        </p:attrNameLst>
                                      </p:cBhvr>
                                      <p:tavLst>
                                        <p:tav tm="0">
                                          <p:val>
                                            <p:strVal val="#ppt_x"/>
                                          </p:val>
                                        </p:tav>
                                        <p:tav tm="100000">
                                          <p:val>
                                            <p:strVal val="#ppt_x"/>
                                          </p:val>
                                        </p:tav>
                                      </p:tavLst>
                                    </p:anim>
                                    <p:anim calcmode="lin" valueType="num">
                                      <p:cBhvr additive="base">
                                        <p:cTn id="8" dur="1000" fill="hold"/>
                                        <p:tgtEl>
                                          <p:spTgt spid="8"/>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Layout>
</file>

<file path=ppt/slideLayouts/slideLayout440.xml><?xml version="1.0" encoding="utf-8"?>
<p:sldLayout xmlns:a="http://schemas.openxmlformats.org/drawingml/2006/main" xmlns:r="http://schemas.openxmlformats.org/officeDocument/2006/relationships" xmlns:p="http://schemas.openxmlformats.org/presentationml/2006/main" preserve="1" userDrawn="1">
  <p:cSld name="2_Pic08_02">
    <p:spTree>
      <p:nvGrpSpPr>
        <p:cNvPr id="1" name=""/>
        <p:cNvGrpSpPr/>
        <p:nvPr/>
      </p:nvGrpSpPr>
      <p:grpSpPr>
        <a:xfrm>
          <a:off x="0" y="0"/>
          <a:ext cx="0" cy="0"/>
          <a:chOff x="0" y="0"/>
          <a:chExt cx="0" cy="0"/>
        </a:xfrm>
      </p:grpSpPr>
      <p:sp>
        <p:nvSpPr>
          <p:cNvPr id="8" name="Picture Placeholder 7"/>
          <p:cNvSpPr>
            <a:spLocks noGrp="1"/>
          </p:cNvSpPr>
          <p:nvPr>
            <p:ph type="pic" sz="quarter" idx="10" hasCustomPrompt="1"/>
          </p:nvPr>
        </p:nvSpPr>
        <p:spPr>
          <a:xfrm>
            <a:off x="3" y="-12699"/>
            <a:ext cx="12191999" cy="36449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7" name="Round Same Side Corner Rectangle 6"/>
          <p:cNvSpPr/>
          <p:nvPr userDrawn="1"/>
        </p:nvSpPr>
        <p:spPr>
          <a:xfrm rot="16200000" flipH="1">
            <a:off x="11731147" y="6331910"/>
            <a:ext cx="384047" cy="537665"/>
          </a:xfrm>
          <a:prstGeom prst="round2Same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50000"/>
                  <a:lumOff val="50000"/>
                </a:srgbClr>
              </a:solidFill>
            </a:endParaRPr>
          </a:p>
        </p:txBody>
      </p:sp>
      <p:sp>
        <p:nvSpPr>
          <p:cNvPr id="9" name="Slide Number Placeholder 4"/>
          <p:cNvSpPr>
            <a:spLocks noGrp="1"/>
          </p:cNvSpPr>
          <p:nvPr>
            <p:ph type="sldNum" sz="quarter" idx="4"/>
          </p:nvPr>
        </p:nvSpPr>
        <p:spPr>
          <a:xfrm>
            <a:off x="11662445" y="6408719"/>
            <a:ext cx="508001" cy="366183"/>
          </a:xfrm>
          <a:prstGeom prst="rect">
            <a:avLst/>
          </a:prstGeom>
        </p:spPr>
        <p:txBody>
          <a:bodyPr anchor="ctr"/>
          <a:lstStyle>
            <a:lvl1pPr algn="ctr">
              <a:defRPr sz="1200" b="1">
                <a:solidFill>
                  <a:schemeClr val="tx1">
                    <a:lumMod val="50000"/>
                    <a:lumOff val="50000"/>
                  </a:schemeClr>
                </a:solidFill>
                <a:cs typeface="Simplified Arabic" panose="02020603050405020304" pitchFamily="18" charset="-78"/>
              </a:defRPr>
            </a:lvl1pPr>
          </a:lstStyle>
          <a:p>
            <a:pPr defTabSz="1375467" fontAlgn="auto">
              <a:spcBef>
                <a:spcPts val="0"/>
              </a:spcBef>
              <a:spcAft>
                <a:spcPts val="0"/>
              </a:spcAft>
            </a:pPr>
            <a:fld id="{C136B7D2-B98C-44FD-8D04-7EC62A564975}" type="slidenum">
              <a:rPr lang="en-US" smtClean="0">
                <a:solidFill>
                  <a:srgbClr val="262626">
                    <a:lumMod val="50000"/>
                    <a:lumOff val="50000"/>
                  </a:srgbClr>
                </a:solidFill>
                <a:latin typeface="Roboto Condensed"/>
              </a:rPr>
              <a:pPr defTabSz="1375467" fontAlgn="auto">
                <a:spcBef>
                  <a:spcPts val="0"/>
                </a:spcBef>
                <a:spcAft>
                  <a:spcPts val="0"/>
                </a:spcAft>
              </a:pPr>
              <a:t>‹#›</a:t>
            </a:fld>
            <a:endParaRPr lang="en-US" dirty="0">
              <a:solidFill>
                <a:srgbClr val="262626">
                  <a:lumMod val="50000"/>
                  <a:lumOff val="50000"/>
                </a:srgbClr>
              </a:solidFill>
              <a:latin typeface="Roboto Condensed"/>
            </a:endParaRPr>
          </a:p>
        </p:txBody>
      </p:sp>
    </p:spTree>
    <p:extLst>
      <p:ext uri="{BB962C8B-B14F-4D97-AF65-F5344CB8AC3E}">
        <p14:creationId xmlns:p14="http://schemas.microsoft.com/office/powerpoint/2010/main" val="88346201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accel="50000" decel="5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1000" fill="hold"/>
                                        <p:tgtEl>
                                          <p:spTgt spid="8"/>
                                        </p:tgtEl>
                                        <p:attrNameLst>
                                          <p:attrName>ppt_x</p:attrName>
                                        </p:attrNameLst>
                                      </p:cBhvr>
                                      <p:tavLst>
                                        <p:tav tm="0">
                                          <p:val>
                                            <p:strVal val="#ppt_x"/>
                                          </p:val>
                                        </p:tav>
                                        <p:tav tm="100000">
                                          <p:val>
                                            <p:strVal val="#ppt_x"/>
                                          </p:val>
                                        </p:tav>
                                      </p:tavLst>
                                    </p:anim>
                                    <p:anim calcmode="lin" valueType="num">
                                      <p:cBhvr additive="base">
                                        <p:cTn id="8" dur="1000" fill="hold"/>
                                        <p:tgtEl>
                                          <p:spTgt spid="8"/>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Layout>
</file>

<file path=ppt/slideLayouts/slideLayout441.xml><?xml version="1.0" encoding="utf-8"?>
<p:sldLayout xmlns:a="http://schemas.openxmlformats.org/drawingml/2006/main" xmlns:r="http://schemas.openxmlformats.org/officeDocument/2006/relationships" xmlns:p="http://schemas.openxmlformats.org/presentationml/2006/main" userDrawn="1">
  <p:cSld name="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68579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163113873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Layout>
</file>

<file path=ppt/slideLayouts/slideLayout442.xml><?xml version="1.0" encoding="utf-8"?>
<p:sldLayout xmlns:a="http://schemas.openxmlformats.org/drawingml/2006/main" xmlns:r="http://schemas.openxmlformats.org/officeDocument/2006/relationships" xmlns:p="http://schemas.openxmlformats.org/presentationml/2006/main" userDrawn="1">
  <p:cSld name="Team00">
    <p:spTree>
      <p:nvGrpSpPr>
        <p:cNvPr id="1" name=""/>
        <p:cNvGrpSpPr/>
        <p:nvPr/>
      </p:nvGrpSpPr>
      <p:grpSpPr>
        <a:xfrm>
          <a:off x="0" y="0"/>
          <a:ext cx="0" cy="0"/>
          <a:chOff x="0" y="0"/>
          <a:chExt cx="0" cy="0"/>
        </a:xfrm>
      </p:grpSpPr>
      <p:sp>
        <p:nvSpPr>
          <p:cNvPr id="18" name="Down Arrow Callout 17"/>
          <p:cNvSpPr/>
          <p:nvPr userDrawn="1"/>
        </p:nvSpPr>
        <p:spPr bwMode="auto">
          <a:xfrm>
            <a:off x="0" y="0"/>
            <a:ext cx="12192000" cy="3372155"/>
          </a:xfrm>
          <a:prstGeom prst="downArrowCallout">
            <a:avLst>
              <a:gd name="adj1" fmla="val 32676"/>
              <a:gd name="adj2" fmla="val 14109"/>
              <a:gd name="adj3" fmla="val 10498"/>
              <a:gd name="adj4" fmla="val 92638"/>
            </a:avLst>
          </a:prstGeom>
          <a:solidFill>
            <a:schemeClr val="accent1"/>
          </a:solidFill>
          <a:ln w="9525">
            <a:noFill/>
            <a:round/>
            <a:headEnd/>
            <a:tailEnd/>
          </a:ln>
        </p:spPr>
        <p:txBody>
          <a:bodyPr vert="horz" wrap="square" lIns="121920" tIns="60960" rIns="121920" bIns="60960" numCol="1" rtlCol="0" anchor="t" anchorCtr="0" compatLnSpc="1">
            <a:prstTxWarp prst="textNoShape">
              <a:avLst/>
            </a:prstTxWarp>
          </a:bodyPr>
          <a:lstStyle/>
          <a:p>
            <a:pPr algn="ct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21" name="Picture Placeholder 7"/>
          <p:cNvSpPr>
            <a:spLocks noGrp="1"/>
          </p:cNvSpPr>
          <p:nvPr>
            <p:ph type="pic" sz="quarter" idx="10" hasCustomPrompt="1"/>
          </p:nvPr>
        </p:nvSpPr>
        <p:spPr>
          <a:xfrm>
            <a:off x="4999171" y="622368"/>
            <a:ext cx="2193663" cy="2193005"/>
          </a:xfrm>
          <a:prstGeom prst="ellipse">
            <a:avLst/>
          </a:prstGeom>
          <a:ln w="28575">
            <a:solidFill>
              <a:schemeClr val="accent1">
                <a:lumMod val="75000"/>
              </a:schemeClr>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grpSp>
        <p:nvGrpSpPr>
          <p:cNvPr id="17" name="Group 16"/>
          <p:cNvGrpSpPr/>
          <p:nvPr userDrawn="1"/>
        </p:nvGrpSpPr>
        <p:grpSpPr>
          <a:xfrm>
            <a:off x="0" y="1275080"/>
            <a:ext cx="12192000" cy="2125339"/>
            <a:chOff x="0" y="956310"/>
            <a:chExt cx="9144000" cy="1594004"/>
          </a:xfrm>
        </p:grpSpPr>
        <p:sp>
          <p:nvSpPr>
            <p:cNvPr id="14" name="Freeform 13"/>
            <p:cNvSpPr>
              <a:spLocks/>
            </p:cNvSpPr>
            <p:nvPr userDrawn="1"/>
          </p:nvSpPr>
          <p:spPr bwMode="auto">
            <a:xfrm>
              <a:off x="0" y="956310"/>
              <a:ext cx="9144000" cy="1300543"/>
            </a:xfrm>
            <a:custGeom>
              <a:avLst/>
              <a:gdLst/>
              <a:ahLst/>
              <a:cxnLst>
                <a:cxn ang="0">
                  <a:pos x="30" y="330"/>
                </a:cxn>
                <a:cxn ang="0">
                  <a:pos x="99" y="339"/>
                </a:cxn>
                <a:cxn ang="0">
                  <a:pos x="181" y="385"/>
                </a:cxn>
                <a:cxn ang="0">
                  <a:pos x="289" y="307"/>
                </a:cxn>
                <a:cxn ang="0">
                  <a:pos x="364" y="303"/>
                </a:cxn>
                <a:cxn ang="0">
                  <a:pos x="444" y="328"/>
                </a:cxn>
                <a:cxn ang="0">
                  <a:pos x="528" y="322"/>
                </a:cxn>
                <a:cxn ang="0">
                  <a:pos x="661" y="60"/>
                </a:cxn>
                <a:cxn ang="0">
                  <a:pos x="697" y="60"/>
                </a:cxn>
                <a:cxn ang="0">
                  <a:pos x="726" y="57"/>
                </a:cxn>
                <a:cxn ang="0">
                  <a:pos x="768" y="290"/>
                </a:cxn>
                <a:cxn ang="0">
                  <a:pos x="800" y="246"/>
                </a:cxn>
                <a:cxn ang="0">
                  <a:pos x="888" y="176"/>
                </a:cxn>
                <a:cxn ang="0">
                  <a:pos x="955" y="208"/>
                </a:cxn>
                <a:cxn ang="0">
                  <a:pos x="993" y="358"/>
                </a:cxn>
                <a:cxn ang="0">
                  <a:pos x="1025" y="178"/>
                </a:cxn>
                <a:cxn ang="0">
                  <a:pos x="1138" y="172"/>
                </a:cxn>
                <a:cxn ang="0">
                  <a:pos x="1216" y="161"/>
                </a:cxn>
                <a:cxn ang="0">
                  <a:pos x="1241" y="144"/>
                </a:cxn>
                <a:cxn ang="0">
                  <a:pos x="1300" y="0"/>
                </a:cxn>
                <a:cxn ang="0">
                  <a:pos x="1428" y="157"/>
                </a:cxn>
                <a:cxn ang="0">
                  <a:pos x="1462" y="102"/>
                </a:cxn>
                <a:cxn ang="0">
                  <a:pos x="1492" y="57"/>
                </a:cxn>
                <a:cxn ang="0">
                  <a:pos x="1531" y="55"/>
                </a:cxn>
                <a:cxn ang="0">
                  <a:pos x="1567" y="100"/>
                </a:cxn>
                <a:cxn ang="0">
                  <a:pos x="1670" y="159"/>
                </a:cxn>
                <a:cxn ang="0">
                  <a:pos x="1700" y="127"/>
                </a:cxn>
                <a:cxn ang="0">
                  <a:pos x="1782" y="297"/>
                </a:cxn>
                <a:cxn ang="0">
                  <a:pos x="1843" y="153"/>
                </a:cxn>
                <a:cxn ang="0">
                  <a:pos x="1939" y="153"/>
                </a:cxn>
                <a:cxn ang="0">
                  <a:pos x="1973" y="225"/>
                </a:cxn>
                <a:cxn ang="0">
                  <a:pos x="2011" y="131"/>
                </a:cxn>
                <a:cxn ang="0">
                  <a:pos x="2072" y="127"/>
                </a:cxn>
                <a:cxn ang="0">
                  <a:pos x="2127" y="136"/>
                </a:cxn>
                <a:cxn ang="0">
                  <a:pos x="2160" y="227"/>
                </a:cxn>
                <a:cxn ang="0">
                  <a:pos x="2198" y="358"/>
                </a:cxn>
                <a:cxn ang="0">
                  <a:pos x="2238" y="153"/>
                </a:cxn>
                <a:cxn ang="0">
                  <a:pos x="2291" y="153"/>
                </a:cxn>
                <a:cxn ang="0">
                  <a:pos x="2381" y="313"/>
                </a:cxn>
                <a:cxn ang="0">
                  <a:pos x="2417" y="339"/>
                </a:cxn>
                <a:cxn ang="0">
                  <a:pos x="2434" y="288"/>
                </a:cxn>
                <a:cxn ang="0">
                  <a:pos x="2501" y="330"/>
                </a:cxn>
                <a:cxn ang="0">
                  <a:pos x="2535" y="400"/>
                </a:cxn>
                <a:cxn ang="0">
                  <a:pos x="2705" y="377"/>
                </a:cxn>
                <a:cxn ang="0">
                  <a:pos x="2753" y="362"/>
                </a:cxn>
                <a:cxn ang="0">
                  <a:pos x="2785" y="337"/>
                </a:cxn>
                <a:cxn ang="0">
                  <a:pos x="2835" y="392"/>
                </a:cxn>
                <a:cxn ang="0">
                  <a:pos x="2875" y="307"/>
                </a:cxn>
                <a:cxn ang="0">
                  <a:pos x="2915" y="402"/>
                </a:cxn>
                <a:cxn ang="0">
                  <a:pos x="2940" y="307"/>
                </a:cxn>
                <a:cxn ang="0">
                  <a:pos x="2989" y="407"/>
                </a:cxn>
                <a:cxn ang="0">
                  <a:pos x="3050" y="381"/>
                </a:cxn>
                <a:cxn ang="0">
                  <a:pos x="3102" y="404"/>
                </a:cxn>
                <a:cxn ang="0">
                  <a:pos x="3142" y="373"/>
                </a:cxn>
                <a:cxn ang="0">
                  <a:pos x="3182" y="409"/>
                </a:cxn>
                <a:cxn ang="0">
                  <a:pos x="3239" y="455"/>
                </a:cxn>
              </a:cxnLst>
              <a:rect l="0" t="0" r="r" b="b"/>
              <a:pathLst>
                <a:path w="3239" h="455">
                  <a:moveTo>
                    <a:pt x="0" y="455"/>
                  </a:moveTo>
                  <a:lnTo>
                    <a:pt x="0" y="349"/>
                  </a:lnTo>
                  <a:lnTo>
                    <a:pt x="30" y="349"/>
                  </a:lnTo>
                  <a:lnTo>
                    <a:pt x="30" y="330"/>
                  </a:lnTo>
                  <a:lnTo>
                    <a:pt x="85" y="330"/>
                  </a:lnTo>
                  <a:lnTo>
                    <a:pt x="85" y="356"/>
                  </a:lnTo>
                  <a:lnTo>
                    <a:pt x="99" y="356"/>
                  </a:lnTo>
                  <a:lnTo>
                    <a:pt x="99" y="339"/>
                  </a:lnTo>
                  <a:lnTo>
                    <a:pt x="122" y="339"/>
                  </a:lnTo>
                  <a:lnTo>
                    <a:pt x="122" y="368"/>
                  </a:lnTo>
                  <a:lnTo>
                    <a:pt x="181" y="368"/>
                  </a:lnTo>
                  <a:lnTo>
                    <a:pt x="181" y="385"/>
                  </a:lnTo>
                  <a:lnTo>
                    <a:pt x="251" y="385"/>
                  </a:lnTo>
                  <a:lnTo>
                    <a:pt x="251" y="322"/>
                  </a:lnTo>
                  <a:lnTo>
                    <a:pt x="289" y="322"/>
                  </a:lnTo>
                  <a:lnTo>
                    <a:pt x="289" y="307"/>
                  </a:lnTo>
                  <a:lnTo>
                    <a:pt x="331" y="307"/>
                  </a:lnTo>
                  <a:lnTo>
                    <a:pt x="331" y="290"/>
                  </a:lnTo>
                  <a:lnTo>
                    <a:pt x="364" y="290"/>
                  </a:lnTo>
                  <a:lnTo>
                    <a:pt x="364" y="303"/>
                  </a:lnTo>
                  <a:lnTo>
                    <a:pt x="411" y="303"/>
                  </a:lnTo>
                  <a:lnTo>
                    <a:pt x="411" y="311"/>
                  </a:lnTo>
                  <a:lnTo>
                    <a:pt x="444" y="311"/>
                  </a:lnTo>
                  <a:lnTo>
                    <a:pt x="444" y="328"/>
                  </a:lnTo>
                  <a:lnTo>
                    <a:pt x="455" y="328"/>
                  </a:lnTo>
                  <a:lnTo>
                    <a:pt x="455" y="303"/>
                  </a:lnTo>
                  <a:lnTo>
                    <a:pt x="528" y="303"/>
                  </a:lnTo>
                  <a:lnTo>
                    <a:pt x="528" y="322"/>
                  </a:lnTo>
                  <a:lnTo>
                    <a:pt x="617" y="322"/>
                  </a:lnTo>
                  <a:lnTo>
                    <a:pt x="617" y="66"/>
                  </a:lnTo>
                  <a:lnTo>
                    <a:pt x="661" y="66"/>
                  </a:lnTo>
                  <a:lnTo>
                    <a:pt x="661" y="60"/>
                  </a:lnTo>
                  <a:lnTo>
                    <a:pt x="673" y="60"/>
                  </a:lnTo>
                  <a:lnTo>
                    <a:pt x="673" y="83"/>
                  </a:lnTo>
                  <a:lnTo>
                    <a:pt x="697" y="83"/>
                  </a:lnTo>
                  <a:lnTo>
                    <a:pt x="697" y="60"/>
                  </a:lnTo>
                  <a:lnTo>
                    <a:pt x="705" y="60"/>
                  </a:lnTo>
                  <a:lnTo>
                    <a:pt x="705" y="49"/>
                  </a:lnTo>
                  <a:lnTo>
                    <a:pt x="726" y="49"/>
                  </a:lnTo>
                  <a:lnTo>
                    <a:pt x="726" y="57"/>
                  </a:lnTo>
                  <a:lnTo>
                    <a:pt x="753" y="57"/>
                  </a:lnTo>
                  <a:lnTo>
                    <a:pt x="753" y="102"/>
                  </a:lnTo>
                  <a:lnTo>
                    <a:pt x="768" y="102"/>
                  </a:lnTo>
                  <a:lnTo>
                    <a:pt x="768" y="290"/>
                  </a:lnTo>
                  <a:lnTo>
                    <a:pt x="789" y="290"/>
                  </a:lnTo>
                  <a:lnTo>
                    <a:pt x="789" y="263"/>
                  </a:lnTo>
                  <a:lnTo>
                    <a:pt x="800" y="263"/>
                  </a:lnTo>
                  <a:lnTo>
                    <a:pt x="800" y="246"/>
                  </a:lnTo>
                  <a:lnTo>
                    <a:pt x="873" y="246"/>
                  </a:lnTo>
                  <a:lnTo>
                    <a:pt x="873" y="199"/>
                  </a:lnTo>
                  <a:lnTo>
                    <a:pt x="888" y="199"/>
                  </a:lnTo>
                  <a:lnTo>
                    <a:pt x="888" y="176"/>
                  </a:lnTo>
                  <a:lnTo>
                    <a:pt x="943" y="176"/>
                  </a:lnTo>
                  <a:lnTo>
                    <a:pt x="943" y="195"/>
                  </a:lnTo>
                  <a:lnTo>
                    <a:pt x="955" y="195"/>
                  </a:lnTo>
                  <a:lnTo>
                    <a:pt x="955" y="208"/>
                  </a:lnTo>
                  <a:lnTo>
                    <a:pt x="976" y="208"/>
                  </a:lnTo>
                  <a:lnTo>
                    <a:pt x="976" y="333"/>
                  </a:lnTo>
                  <a:lnTo>
                    <a:pt x="993" y="333"/>
                  </a:lnTo>
                  <a:lnTo>
                    <a:pt x="993" y="358"/>
                  </a:lnTo>
                  <a:lnTo>
                    <a:pt x="1004" y="358"/>
                  </a:lnTo>
                  <a:lnTo>
                    <a:pt x="1004" y="195"/>
                  </a:lnTo>
                  <a:lnTo>
                    <a:pt x="1025" y="195"/>
                  </a:lnTo>
                  <a:lnTo>
                    <a:pt x="1025" y="178"/>
                  </a:lnTo>
                  <a:lnTo>
                    <a:pt x="1115" y="178"/>
                  </a:lnTo>
                  <a:lnTo>
                    <a:pt x="1115" y="193"/>
                  </a:lnTo>
                  <a:lnTo>
                    <a:pt x="1138" y="193"/>
                  </a:lnTo>
                  <a:lnTo>
                    <a:pt x="1138" y="172"/>
                  </a:lnTo>
                  <a:lnTo>
                    <a:pt x="1147" y="172"/>
                  </a:lnTo>
                  <a:lnTo>
                    <a:pt x="1147" y="134"/>
                  </a:lnTo>
                  <a:lnTo>
                    <a:pt x="1216" y="134"/>
                  </a:lnTo>
                  <a:lnTo>
                    <a:pt x="1216" y="161"/>
                  </a:lnTo>
                  <a:lnTo>
                    <a:pt x="1224" y="161"/>
                  </a:lnTo>
                  <a:lnTo>
                    <a:pt x="1224" y="176"/>
                  </a:lnTo>
                  <a:lnTo>
                    <a:pt x="1241" y="176"/>
                  </a:lnTo>
                  <a:lnTo>
                    <a:pt x="1241" y="144"/>
                  </a:lnTo>
                  <a:lnTo>
                    <a:pt x="1250" y="144"/>
                  </a:lnTo>
                  <a:lnTo>
                    <a:pt x="1250" y="85"/>
                  </a:lnTo>
                  <a:lnTo>
                    <a:pt x="1300" y="85"/>
                  </a:lnTo>
                  <a:lnTo>
                    <a:pt x="1300" y="0"/>
                  </a:lnTo>
                  <a:lnTo>
                    <a:pt x="1409" y="0"/>
                  </a:lnTo>
                  <a:lnTo>
                    <a:pt x="1409" y="178"/>
                  </a:lnTo>
                  <a:lnTo>
                    <a:pt x="1428" y="178"/>
                  </a:lnTo>
                  <a:lnTo>
                    <a:pt x="1428" y="157"/>
                  </a:lnTo>
                  <a:lnTo>
                    <a:pt x="1439" y="157"/>
                  </a:lnTo>
                  <a:lnTo>
                    <a:pt x="1439" y="134"/>
                  </a:lnTo>
                  <a:lnTo>
                    <a:pt x="1462" y="134"/>
                  </a:lnTo>
                  <a:lnTo>
                    <a:pt x="1462" y="102"/>
                  </a:lnTo>
                  <a:lnTo>
                    <a:pt x="1481" y="102"/>
                  </a:lnTo>
                  <a:lnTo>
                    <a:pt x="1481" y="70"/>
                  </a:lnTo>
                  <a:lnTo>
                    <a:pt x="1492" y="70"/>
                  </a:lnTo>
                  <a:lnTo>
                    <a:pt x="1492" y="57"/>
                  </a:lnTo>
                  <a:lnTo>
                    <a:pt x="1508" y="57"/>
                  </a:lnTo>
                  <a:lnTo>
                    <a:pt x="1508" y="40"/>
                  </a:lnTo>
                  <a:lnTo>
                    <a:pt x="1531" y="40"/>
                  </a:lnTo>
                  <a:lnTo>
                    <a:pt x="1531" y="55"/>
                  </a:lnTo>
                  <a:lnTo>
                    <a:pt x="1550" y="55"/>
                  </a:lnTo>
                  <a:lnTo>
                    <a:pt x="1550" y="66"/>
                  </a:lnTo>
                  <a:lnTo>
                    <a:pt x="1567" y="66"/>
                  </a:lnTo>
                  <a:lnTo>
                    <a:pt x="1567" y="100"/>
                  </a:lnTo>
                  <a:lnTo>
                    <a:pt x="1584" y="100"/>
                  </a:lnTo>
                  <a:lnTo>
                    <a:pt x="1584" y="153"/>
                  </a:lnTo>
                  <a:lnTo>
                    <a:pt x="1670" y="153"/>
                  </a:lnTo>
                  <a:lnTo>
                    <a:pt x="1670" y="159"/>
                  </a:lnTo>
                  <a:lnTo>
                    <a:pt x="1689" y="159"/>
                  </a:lnTo>
                  <a:lnTo>
                    <a:pt x="1689" y="142"/>
                  </a:lnTo>
                  <a:lnTo>
                    <a:pt x="1700" y="142"/>
                  </a:lnTo>
                  <a:lnTo>
                    <a:pt x="1700" y="127"/>
                  </a:lnTo>
                  <a:lnTo>
                    <a:pt x="1769" y="127"/>
                  </a:lnTo>
                  <a:lnTo>
                    <a:pt x="1769" y="142"/>
                  </a:lnTo>
                  <a:lnTo>
                    <a:pt x="1782" y="142"/>
                  </a:lnTo>
                  <a:lnTo>
                    <a:pt x="1782" y="297"/>
                  </a:lnTo>
                  <a:lnTo>
                    <a:pt x="1790" y="297"/>
                  </a:lnTo>
                  <a:lnTo>
                    <a:pt x="1790" y="269"/>
                  </a:lnTo>
                  <a:lnTo>
                    <a:pt x="1843" y="269"/>
                  </a:lnTo>
                  <a:lnTo>
                    <a:pt x="1843" y="153"/>
                  </a:lnTo>
                  <a:lnTo>
                    <a:pt x="1864" y="153"/>
                  </a:lnTo>
                  <a:lnTo>
                    <a:pt x="1864" y="136"/>
                  </a:lnTo>
                  <a:lnTo>
                    <a:pt x="1939" y="136"/>
                  </a:lnTo>
                  <a:lnTo>
                    <a:pt x="1939" y="153"/>
                  </a:lnTo>
                  <a:lnTo>
                    <a:pt x="1958" y="153"/>
                  </a:lnTo>
                  <a:lnTo>
                    <a:pt x="1958" y="360"/>
                  </a:lnTo>
                  <a:lnTo>
                    <a:pt x="1973" y="360"/>
                  </a:lnTo>
                  <a:lnTo>
                    <a:pt x="1973" y="225"/>
                  </a:lnTo>
                  <a:lnTo>
                    <a:pt x="1996" y="225"/>
                  </a:lnTo>
                  <a:lnTo>
                    <a:pt x="1996" y="144"/>
                  </a:lnTo>
                  <a:lnTo>
                    <a:pt x="2011" y="144"/>
                  </a:lnTo>
                  <a:lnTo>
                    <a:pt x="2011" y="131"/>
                  </a:lnTo>
                  <a:lnTo>
                    <a:pt x="2019" y="131"/>
                  </a:lnTo>
                  <a:lnTo>
                    <a:pt x="2019" y="115"/>
                  </a:lnTo>
                  <a:lnTo>
                    <a:pt x="2072" y="115"/>
                  </a:lnTo>
                  <a:lnTo>
                    <a:pt x="2072" y="127"/>
                  </a:lnTo>
                  <a:lnTo>
                    <a:pt x="2093" y="127"/>
                  </a:lnTo>
                  <a:lnTo>
                    <a:pt x="2093" y="110"/>
                  </a:lnTo>
                  <a:lnTo>
                    <a:pt x="2127" y="110"/>
                  </a:lnTo>
                  <a:lnTo>
                    <a:pt x="2127" y="136"/>
                  </a:lnTo>
                  <a:lnTo>
                    <a:pt x="2141" y="136"/>
                  </a:lnTo>
                  <a:lnTo>
                    <a:pt x="2141" y="144"/>
                  </a:lnTo>
                  <a:lnTo>
                    <a:pt x="2160" y="144"/>
                  </a:lnTo>
                  <a:lnTo>
                    <a:pt x="2160" y="227"/>
                  </a:lnTo>
                  <a:lnTo>
                    <a:pt x="2173" y="227"/>
                  </a:lnTo>
                  <a:lnTo>
                    <a:pt x="2173" y="373"/>
                  </a:lnTo>
                  <a:lnTo>
                    <a:pt x="2198" y="373"/>
                  </a:lnTo>
                  <a:lnTo>
                    <a:pt x="2198" y="358"/>
                  </a:lnTo>
                  <a:lnTo>
                    <a:pt x="2221" y="358"/>
                  </a:lnTo>
                  <a:lnTo>
                    <a:pt x="2221" y="288"/>
                  </a:lnTo>
                  <a:lnTo>
                    <a:pt x="2238" y="288"/>
                  </a:lnTo>
                  <a:lnTo>
                    <a:pt x="2238" y="153"/>
                  </a:lnTo>
                  <a:lnTo>
                    <a:pt x="2274" y="153"/>
                  </a:lnTo>
                  <a:lnTo>
                    <a:pt x="2274" y="121"/>
                  </a:lnTo>
                  <a:lnTo>
                    <a:pt x="2291" y="121"/>
                  </a:lnTo>
                  <a:lnTo>
                    <a:pt x="2291" y="153"/>
                  </a:lnTo>
                  <a:lnTo>
                    <a:pt x="2350" y="153"/>
                  </a:lnTo>
                  <a:lnTo>
                    <a:pt x="2350" y="288"/>
                  </a:lnTo>
                  <a:lnTo>
                    <a:pt x="2381" y="288"/>
                  </a:lnTo>
                  <a:lnTo>
                    <a:pt x="2381" y="313"/>
                  </a:lnTo>
                  <a:lnTo>
                    <a:pt x="2389" y="313"/>
                  </a:lnTo>
                  <a:lnTo>
                    <a:pt x="2389" y="347"/>
                  </a:lnTo>
                  <a:lnTo>
                    <a:pt x="2417" y="347"/>
                  </a:lnTo>
                  <a:lnTo>
                    <a:pt x="2417" y="339"/>
                  </a:lnTo>
                  <a:lnTo>
                    <a:pt x="2427" y="339"/>
                  </a:lnTo>
                  <a:lnTo>
                    <a:pt x="2427" y="311"/>
                  </a:lnTo>
                  <a:lnTo>
                    <a:pt x="2434" y="311"/>
                  </a:lnTo>
                  <a:lnTo>
                    <a:pt x="2434" y="288"/>
                  </a:lnTo>
                  <a:lnTo>
                    <a:pt x="2486" y="288"/>
                  </a:lnTo>
                  <a:lnTo>
                    <a:pt x="2486" y="316"/>
                  </a:lnTo>
                  <a:lnTo>
                    <a:pt x="2501" y="316"/>
                  </a:lnTo>
                  <a:lnTo>
                    <a:pt x="2501" y="330"/>
                  </a:lnTo>
                  <a:lnTo>
                    <a:pt x="2526" y="330"/>
                  </a:lnTo>
                  <a:lnTo>
                    <a:pt x="2526" y="356"/>
                  </a:lnTo>
                  <a:lnTo>
                    <a:pt x="2535" y="356"/>
                  </a:lnTo>
                  <a:lnTo>
                    <a:pt x="2535" y="400"/>
                  </a:lnTo>
                  <a:lnTo>
                    <a:pt x="2554" y="400"/>
                  </a:lnTo>
                  <a:lnTo>
                    <a:pt x="2554" y="275"/>
                  </a:lnTo>
                  <a:lnTo>
                    <a:pt x="2705" y="275"/>
                  </a:lnTo>
                  <a:lnTo>
                    <a:pt x="2705" y="377"/>
                  </a:lnTo>
                  <a:lnTo>
                    <a:pt x="2726" y="377"/>
                  </a:lnTo>
                  <a:lnTo>
                    <a:pt x="2726" y="396"/>
                  </a:lnTo>
                  <a:lnTo>
                    <a:pt x="2753" y="396"/>
                  </a:lnTo>
                  <a:lnTo>
                    <a:pt x="2753" y="362"/>
                  </a:lnTo>
                  <a:lnTo>
                    <a:pt x="2762" y="362"/>
                  </a:lnTo>
                  <a:lnTo>
                    <a:pt x="2762" y="347"/>
                  </a:lnTo>
                  <a:lnTo>
                    <a:pt x="2785" y="347"/>
                  </a:lnTo>
                  <a:lnTo>
                    <a:pt x="2785" y="337"/>
                  </a:lnTo>
                  <a:lnTo>
                    <a:pt x="2814" y="337"/>
                  </a:lnTo>
                  <a:lnTo>
                    <a:pt x="2814" y="398"/>
                  </a:lnTo>
                  <a:lnTo>
                    <a:pt x="2835" y="398"/>
                  </a:lnTo>
                  <a:lnTo>
                    <a:pt x="2835" y="392"/>
                  </a:lnTo>
                  <a:lnTo>
                    <a:pt x="2858" y="392"/>
                  </a:lnTo>
                  <a:lnTo>
                    <a:pt x="2858" y="318"/>
                  </a:lnTo>
                  <a:lnTo>
                    <a:pt x="2875" y="318"/>
                  </a:lnTo>
                  <a:lnTo>
                    <a:pt x="2875" y="307"/>
                  </a:lnTo>
                  <a:lnTo>
                    <a:pt x="2900" y="307"/>
                  </a:lnTo>
                  <a:lnTo>
                    <a:pt x="2900" y="316"/>
                  </a:lnTo>
                  <a:lnTo>
                    <a:pt x="2915" y="316"/>
                  </a:lnTo>
                  <a:lnTo>
                    <a:pt x="2915" y="402"/>
                  </a:lnTo>
                  <a:lnTo>
                    <a:pt x="2928" y="402"/>
                  </a:lnTo>
                  <a:lnTo>
                    <a:pt x="2928" y="318"/>
                  </a:lnTo>
                  <a:lnTo>
                    <a:pt x="2940" y="318"/>
                  </a:lnTo>
                  <a:lnTo>
                    <a:pt x="2940" y="307"/>
                  </a:lnTo>
                  <a:lnTo>
                    <a:pt x="2968" y="307"/>
                  </a:lnTo>
                  <a:lnTo>
                    <a:pt x="2968" y="316"/>
                  </a:lnTo>
                  <a:lnTo>
                    <a:pt x="2989" y="316"/>
                  </a:lnTo>
                  <a:lnTo>
                    <a:pt x="2989" y="407"/>
                  </a:lnTo>
                  <a:lnTo>
                    <a:pt x="3035" y="407"/>
                  </a:lnTo>
                  <a:lnTo>
                    <a:pt x="3035" y="394"/>
                  </a:lnTo>
                  <a:lnTo>
                    <a:pt x="3050" y="394"/>
                  </a:lnTo>
                  <a:lnTo>
                    <a:pt x="3050" y="381"/>
                  </a:lnTo>
                  <a:lnTo>
                    <a:pt x="3092" y="381"/>
                  </a:lnTo>
                  <a:lnTo>
                    <a:pt x="3092" y="394"/>
                  </a:lnTo>
                  <a:lnTo>
                    <a:pt x="3102" y="394"/>
                  </a:lnTo>
                  <a:lnTo>
                    <a:pt x="3102" y="404"/>
                  </a:lnTo>
                  <a:lnTo>
                    <a:pt x="3130" y="404"/>
                  </a:lnTo>
                  <a:lnTo>
                    <a:pt x="3130" y="394"/>
                  </a:lnTo>
                  <a:lnTo>
                    <a:pt x="3142" y="394"/>
                  </a:lnTo>
                  <a:lnTo>
                    <a:pt x="3142" y="373"/>
                  </a:lnTo>
                  <a:lnTo>
                    <a:pt x="3157" y="373"/>
                  </a:lnTo>
                  <a:lnTo>
                    <a:pt x="3157" y="383"/>
                  </a:lnTo>
                  <a:lnTo>
                    <a:pt x="3182" y="383"/>
                  </a:lnTo>
                  <a:lnTo>
                    <a:pt x="3182" y="409"/>
                  </a:lnTo>
                  <a:lnTo>
                    <a:pt x="3199" y="409"/>
                  </a:lnTo>
                  <a:lnTo>
                    <a:pt x="3199" y="400"/>
                  </a:lnTo>
                  <a:lnTo>
                    <a:pt x="3239" y="400"/>
                  </a:lnTo>
                  <a:lnTo>
                    <a:pt x="3239" y="455"/>
                  </a:lnTo>
                  <a:lnTo>
                    <a:pt x="0" y="455"/>
                  </a:lnTo>
                  <a:close/>
                </a:path>
              </a:pathLst>
            </a:custGeom>
            <a:solidFill>
              <a:schemeClr val="accent1">
                <a:lumMod val="50000"/>
                <a:alpha val="28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16" name="Isosceles Triangle 15"/>
            <p:cNvSpPr/>
            <p:nvPr userDrawn="1"/>
          </p:nvSpPr>
          <p:spPr>
            <a:xfrm rot="10800000">
              <a:off x="4191000" y="2256627"/>
              <a:ext cx="762000" cy="293687"/>
            </a:xfrm>
            <a:prstGeom prst="triangle">
              <a:avLst>
                <a:gd name="adj" fmla="val 50000"/>
              </a:avLst>
            </a:prstGeom>
            <a:solidFill>
              <a:schemeClr val="accent1">
                <a:lumMod val="50000"/>
                <a:alpha val="2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grpSp>
    </p:spTree>
    <p:extLst>
      <p:ext uri="{BB962C8B-B14F-4D97-AF65-F5344CB8AC3E}">
        <p14:creationId xmlns:p14="http://schemas.microsoft.com/office/powerpoint/2010/main" val="385115317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accel="50000" decel="50000" fill="hold" grpId="0" nodeType="afterEffect">
                                  <p:stCondLst>
                                    <p:cond delay="0"/>
                                  </p:stCondLst>
                                  <p:childTnLst>
                                    <p:set>
                                      <p:cBhvr>
                                        <p:cTn id="6" dur="1" fill="hold">
                                          <p:stCondLst>
                                            <p:cond delay="0"/>
                                          </p:stCondLst>
                                        </p:cTn>
                                        <p:tgtEl>
                                          <p:spTgt spid="18"/>
                                        </p:tgtEl>
                                        <p:attrNameLst>
                                          <p:attrName>style.visibility</p:attrName>
                                        </p:attrNameLst>
                                      </p:cBhvr>
                                      <p:to>
                                        <p:strVal val="visible"/>
                                      </p:to>
                                    </p:set>
                                    <p:anim calcmode="lin" valueType="num">
                                      <p:cBhvr additive="base">
                                        <p:cTn id="7" dur="1000" fill="hold"/>
                                        <p:tgtEl>
                                          <p:spTgt spid="18"/>
                                        </p:tgtEl>
                                        <p:attrNameLst>
                                          <p:attrName>ppt_x</p:attrName>
                                        </p:attrNameLst>
                                      </p:cBhvr>
                                      <p:tavLst>
                                        <p:tav tm="0">
                                          <p:val>
                                            <p:strVal val="#ppt_x"/>
                                          </p:val>
                                        </p:tav>
                                        <p:tav tm="100000">
                                          <p:val>
                                            <p:strVal val="#ppt_x"/>
                                          </p:val>
                                        </p:tav>
                                      </p:tavLst>
                                    </p:anim>
                                    <p:anim calcmode="lin" valueType="num">
                                      <p:cBhvr additive="base">
                                        <p:cTn id="8" dur="1000" fill="hold"/>
                                        <p:tgtEl>
                                          <p:spTgt spid="18"/>
                                        </p:tgtEl>
                                        <p:attrNameLst>
                                          <p:attrName>ppt_y</p:attrName>
                                        </p:attrNameLst>
                                      </p:cBhvr>
                                      <p:tavLst>
                                        <p:tav tm="0">
                                          <p:val>
                                            <p:strVal val="0-#ppt_h/2"/>
                                          </p:val>
                                        </p:tav>
                                        <p:tav tm="100000">
                                          <p:val>
                                            <p:strVal val="#ppt_y"/>
                                          </p:val>
                                        </p:tav>
                                      </p:tavLst>
                                    </p:anim>
                                  </p:childTnLst>
                                </p:cTn>
                              </p:par>
                              <p:par>
                                <p:cTn id="9" presetID="2" presetClass="entr" presetSubtype="4" accel="50000" decel="50000" fill="hold" nodeType="withEffect">
                                  <p:stCondLst>
                                    <p:cond delay="0"/>
                                  </p:stCondLst>
                                  <p:childTnLst>
                                    <p:set>
                                      <p:cBhvr>
                                        <p:cTn id="10" dur="1" fill="hold">
                                          <p:stCondLst>
                                            <p:cond delay="0"/>
                                          </p:stCondLst>
                                        </p:cTn>
                                        <p:tgtEl>
                                          <p:spTgt spid="17"/>
                                        </p:tgtEl>
                                        <p:attrNameLst>
                                          <p:attrName>style.visibility</p:attrName>
                                        </p:attrNameLst>
                                      </p:cBhvr>
                                      <p:to>
                                        <p:strVal val="visible"/>
                                      </p:to>
                                    </p:set>
                                    <p:anim calcmode="lin" valueType="num">
                                      <p:cBhvr additive="base">
                                        <p:cTn id="11" dur="1000" fill="hold"/>
                                        <p:tgtEl>
                                          <p:spTgt spid="17"/>
                                        </p:tgtEl>
                                        <p:attrNameLst>
                                          <p:attrName>ppt_x</p:attrName>
                                        </p:attrNameLst>
                                      </p:cBhvr>
                                      <p:tavLst>
                                        <p:tav tm="0">
                                          <p:val>
                                            <p:strVal val="#ppt_x"/>
                                          </p:val>
                                        </p:tav>
                                        <p:tav tm="100000">
                                          <p:val>
                                            <p:strVal val="#ppt_x"/>
                                          </p:val>
                                        </p:tav>
                                      </p:tavLst>
                                    </p:anim>
                                    <p:anim calcmode="lin" valueType="num">
                                      <p:cBhvr additive="base">
                                        <p:cTn id="12" dur="1000" fill="hold"/>
                                        <p:tgtEl>
                                          <p:spTgt spid="17"/>
                                        </p:tgtEl>
                                        <p:attrNameLst>
                                          <p:attrName>ppt_y</p:attrName>
                                        </p:attrNameLst>
                                      </p:cBhvr>
                                      <p:tavLst>
                                        <p:tav tm="0">
                                          <p:val>
                                            <p:strVal val="1+#ppt_h/2"/>
                                          </p:val>
                                        </p:tav>
                                        <p:tav tm="100000">
                                          <p:val>
                                            <p:strVal val="#ppt_y"/>
                                          </p:val>
                                        </p:tav>
                                      </p:tavLst>
                                    </p:anim>
                                  </p:childTnLst>
                                </p:cTn>
                              </p:par>
                            </p:childTnLst>
                          </p:cTn>
                        </p:par>
                        <p:par>
                          <p:cTn id="13" fill="hold">
                            <p:stCondLst>
                              <p:cond delay="1000"/>
                            </p:stCondLst>
                            <p:childTnLst>
                              <p:par>
                                <p:cTn id="14" presetID="53" presetClass="entr" presetSubtype="0" fill="hold" grpId="0" nodeType="afterEffect">
                                  <p:stCondLst>
                                    <p:cond delay="0"/>
                                  </p:stCondLst>
                                  <p:childTnLst>
                                    <p:set>
                                      <p:cBhvr>
                                        <p:cTn id="15" dur="1" fill="hold">
                                          <p:stCondLst>
                                            <p:cond delay="0"/>
                                          </p:stCondLst>
                                        </p:cTn>
                                        <p:tgtEl>
                                          <p:spTgt spid="21"/>
                                        </p:tgtEl>
                                        <p:attrNameLst>
                                          <p:attrName>style.visibility</p:attrName>
                                        </p:attrNameLst>
                                      </p:cBhvr>
                                      <p:to>
                                        <p:strVal val="visible"/>
                                      </p:to>
                                    </p:set>
                                    <p:anim calcmode="lin" valueType="num">
                                      <p:cBhvr>
                                        <p:cTn id="16" dur="500" fill="hold"/>
                                        <p:tgtEl>
                                          <p:spTgt spid="21"/>
                                        </p:tgtEl>
                                        <p:attrNameLst>
                                          <p:attrName>ppt_w</p:attrName>
                                        </p:attrNameLst>
                                      </p:cBhvr>
                                      <p:tavLst>
                                        <p:tav tm="0">
                                          <p:val>
                                            <p:fltVal val="0"/>
                                          </p:val>
                                        </p:tav>
                                        <p:tav tm="100000">
                                          <p:val>
                                            <p:strVal val="#ppt_w"/>
                                          </p:val>
                                        </p:tav>
                                      </p:tavLst>
                                    </p:anim>
                                    <p:anim calcmode="lin" valueType="num">
                                      <p:cBhvr>
                                        <p:cTn id="17" dur="500" fill="hold"/>
                                        <p:tgtEl>
                                          <p:spTgt spid="21"/>
                                        </p:tgtEl>
                                        <p:attrNameLst>
                                          <p:attrName>ppt_h</p:attrName>
                                        </p:attrNameLst>
                                      </p:cBhvr>
                                      <p:tavLst>
                                        <p:tav tm="0">
                                          <p:val>
                                            <p:fltVal val="0"/>
                                          </p:val>
                                        </p:tav>
                                        <p:tav tm="100000">
                                          <p:val>
                                            <p:strVal val="#ppt_h"/>
                                          </p:val>
                                        </p:tav>
                                      </p:tavLst>
                                    </p:anim>
                                    <p:animEffect transition="in" filter="fade">
                                      <p:cBhvr>
                                        <p:cTn id="18"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21" grpId="0" animBg="1"/>
    </p:bldLst>
  </p:timing>
</p:sldLayout>
</file>

<file path=ppt/slideLayouts/slideLayout443.xml><?xml version="1.0" encoding="utf-8"?>
<p:sldLayout xmlns:a="http://schemas.openxmlformats.org/drawingml/2006/main" xmlns:r="http://schemas.openxmlformats.org/officeDocument/2006/relationships" xmlns:p="http://schemas.openxmlformats.org/presentationml/2006/main" userDrawn="1">
  <p:cSld name="Pic01">
    <p:spTree>
      <p:nvGrpSpPr>
        <p:cNvPr id="1" name=""/>
        <p:cNvGrpSpPr/>
        <p:nvPr/>
      </p:nvGrpSpPr>
      <p:grpSpPr>
        <a:xfrm>
          <a:off x="0" y="0"/>
          <a:ext cx="0" cy="0"/>
          <a:chOff x="0" y="0"/>
          <a:chExt cx="0" cy="0"/>
        </a:xfrm>
      </p:grpSpPr>
      <p:sp>
        <p:nvSpPr>
          <p:cNvPr id="26" name="Picture Placeholder 7"/>
          <p:cNvSpPr>
            <a:spLocks noGrp="1"/>
          </p:cNvSpPr>
          <p:nvPr>
            <p:ph type="pic" sz="quarter" idx="10" hasCustomPrompt="1"/>
          </p:nvPr>
        </p:nvSpPr>
        <p:spPr>
          <a:xfrm>
            <a:off x="2" y="1704654"/>
            <a:ext cx="3698113" cy="2841945"/>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27" name="Picture Placeholder 7"/>
          <p:cNvSpPr>
            <a:spLocks noGrp="1"/>
          </p:cNvSpPr>
          <p:nvPr>
            <p:ph type="pic" sz="quarter" idx="15" hasCustomPrompt="1"/>
          </p:nvPr>
        </p:nvSpPr>
        <p:spPr>
          <a:xfrm>
            <a:off x="8483240" y="1704654"/>
            <a:ext cx="3708763" cy="2841945"/>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1" name="Rectangle 30"/>
          <p:cNvSpPr/>
          <p:nvPr/>
        </p:nvSpPr>
        <p:spPr>
          <a:xfrm>
            <a:off x="3698115" y="1704656"/>
            <a:ext cx="4785125" cy="284194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9"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0"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267364177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accel="50000" decel="50000" fill="hold" grpId="0" nodeType="afterEffect">
                                  <p:stCondLst>
                                    <p:cond delay="0"/>
                                  </p:stCondLst>
                                  <p:childTnLst>
                                    <p:set>
                                      <p:cBhvr>
                                        <p:cTn id="6" dur="1" fill="hold">
                                          <p:stCondLst>
                                            <p:cond delay="0"/>
                                          </p:stCondLst>
                                        </p:cTn>
                                        <p:tgtEl>
                                          <p:spTgt spid="27"/>
                                        </p:tgtEl>
                                        <p:attrNameLst>
                                          <p:attrName>style.visibility</p:attrName>
                                        </p:attrNameLst>
                                      </p:cBhvr>
                                      <p:to>
                                        <p:strVal val="visible"/>
                                      </p:to>
                                    </p:set>
                                    <p:anim calcmode="lin" valueType="num">
                                      <p:cBhvr additive="base">
                                        <p:cTn id="7" dur="500" fill="hold"/>
                                        <p:tgtEl>
                                          <p:spTgt spid="27"/>
                                        </p:tgtEl>
                                        <p:attrNameLst>
                                          <p:attrName>ppt_x</p:attrName>
                                        </p:attrNameLst>
                                      </p:cBhvr>
                                      <p:tavLst>
                                        <p:tav tm="0">
                                          <p:val>
                                            <p:strVal val="1+#ppt_w/2"/>
                                          </p:val>
                                        </p:tav>
                                        <p:tav tm="100000">
                                          <p:val>
                                            <p:strVal val="#ppt_x"/>
                                          </p:val>
                                        </p:tav>
                                      </p:tavLst>
                                    </p:anim>
                                    <p:anim calcmode="lin" valueType="num">
                                      <p:cBhvr additive="base">
                                        <p:cTn id="8" dur="500" fill="hold"/>
                                        <p:tgtEl>
                                          <p:spTgt spid="27"/>
                                        </p:tgtEl>
                                        <p:attrNameLst>
                                          <p:attrName>ppt_y</p:attrName>
                                        </p:attrNameLst>
                                      </p:cBhvr>
                                      <p:tavLst>
                                        <p:tav tm="0">
                                          <p:val>
                                            <p:strVal val="#ppt_y"/>
                                          </p:val>
                                        </p:tav>
                                        <p:tav tm="100000">
                                          <p:val>
                                            <p:strVal val="#ppt_y"/>
                                          </p:val>
                                        </p:tav>
                                      </p:tavLst>
                                    </p:anim>
                                  </p:childTnLst>
                                </p:cTn>
                              </p:par>
                              <p:par>
                                <p:cTn id="9" presetID="2" presetClass="entr" presetSubtype="8" accel="50000" decel="50000" fill="hold" grpId="0" nodeType="withEffect">
                                  <p:stCondLst>
                                    <p:cond delay="0"/>
                                  </p:stCondLst>
                                  <p:childTnLst>
                                    <p:set>
                                      <p:cBhvr>
                                        <p:cTn id="10" dur="1" fill="hold">
                                          <p:stCondLst>
                                            <p:cond delay="0"/>
                                          </p:stCondLst>
                                        </p:cTn>
                                        <p:tgtEl>
                                          <p:spTgt spid="26"/>
                                        </p:tgtEl>
                                        <p:attrNameLst>
                                          <p:attrName>style.visibility</p:attrName>
                                        </p:attrNameLst>
                                      </p:cBhvr>
                                      <p:to>
                                        <p:strVal val="visible"/>
                                      </p:to>
                                    </p:set>
                                    <p:anim calcmode="lin" valueType="num">
                                      <p:cBhvr additive="base">
                                        <p:cTn id="11" dur="500" fill="hold"/>
                                        <p:tgtEl>
                                          <p:spTgt spid="26"/>
                                        </p:tgtEl>
                                        <p:attrNameLst>
                                          <p:attrName>ppt_x</p:attrName>
                                        </p:attrNameLst>
                                      </p:cBhvr>
                                      <p:tavLst>
                                        <p:tav tm="0">
                                          <p:val>
                                            <p:strVal val="0-#ppt_w/2"/>
                                          </p:val>
                                        </p:tav>
                                        <p:tav tm="100000">
                                          <p:val>
                                            <p:strVal val="#ppt_x"/>
                                          </p:val>
                                        </p:tav>
                                      </p:tavLst>
                                    </p:anim>
                                    <p:anim calcmode="lin" valueType="num">
                                      <p:cBhvr additive="base">
                                        <p:cTn id="12" dur="500" fill="hold"/>
                                        <p:tgtEl>
                                          <p:spTgt spid="2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p:bldP spid="27" grpId="0"/>
    </p:bldLst>
  </p:timing>
</p:sldLayout>
</file>

<file path=ppt/slideLayouts/slideLayout444.xml><?xml version="1.0" encoding="utf-8"?>
<p:sldLayout xmlns:a="http://schemas.openxmlformats.org/drawingml/2006/main" xmlns:r="http://schemas.openxmlformats.org/officeDocument/2006/relationships" xmlns:p="http://schemas.openxmlformats.org/presentationml/2006/main" userDrawn="1">
  <p:cSld name="Pic05">
    <p:spTree>
      <p:nvGrpSpPr>
        <p:cNvPr id="1" name=""/>
        <p:cNvGrpSpPr/>
        <p:nvPr/>
      </p:nvGrpSpPr>
      <p:grpSpPr>
        <a:xfrm>
          <a:off x="0" y="0"/>
          <a:ext cx="0" cy="0"/>
          <a:chOff x="0" y="0"/>
          <a:chExt cx="0" cy="0"/>
        </a:xfrm>
      </p:grpSpPr>
      <p:sp>
        <p:nvSpPr>
          <p:cNvPr id="20" name="Picture Placeholder 7"/>
          <p:cNvSpPr>
            <a:spLocks noGrp="1"/>
          </p:cNvSpPr>
          <p:nvPr>
            <p:ph type="pic" sz="quarter" idx="15" hasCustomPrompt="1"/>
          </p:nvPr>
        </p:nvSpPr>
        <p:spPr>
          <a:xfrm>
            <a:off x="0" y="1641603"/>
            <a:ext cx="12170443" cy="3006597"/>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7"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8"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233926628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20"/>
                                        </p:tgtEl>
                                        <p:attrNameLst>
                                          <p:attrName>style.visibility</p:attrName>
                                        </p:attrNameLst>
                                      </p:cBhvr>
                                      <p:to>
                                        <p:strVal val="visible"/>
                                      </p:to>
                                    </p:set>
                                    <p:anim calcmode="lin" valueType="num">
                                      <p:cBhvr additive="base">
                                        <p:cTn id="7" dur="500" fill="hold"/>
                                        <p:tgtEl>
                                          <p:spTgt spid="20"/>
                                        </p:tgtEl>
                                        <p:attrNameLst>
                                          <p:attrName>ppt_x</p:attrName>
                                        </p:attrNameLst>
                                      </p:cBhvr>
                                      <p:tavLst>
                                        <p:tav tm="0">
                                          <p:val>
                                            <p:strVal val="#ppt_x"/>
                                          </p:val>
                                        </p:tav>
                                        <p:tav tm="100000">
                                          <p:val>
                                            <p:strVal val="#ppt_x"/>
                                          </p:val>
                                        </p:tav>
                                      </p:tavLst>
                                    </p:anim>
                                    <p:anim calcmode="lin" valueType="num">
                                      <p:cBhvr additive="base">
                                        <p:cTn id="8" dur="500" fill="hold"/>
                                        <p:tgtEl>
                                          <p:spTgt spid="2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Lst>
  </p:timing>
</p:sldLayout>
</file>

<file path=ppt/slideLayouts/slideLayout445.xml><?xml version="1.0" encoding="utf-8"?>
<p:sldLayout xmlns:a="http://schemas.openxmlformats.org/drawingml/2006/main" xmlns:r="http://schemas.openxmlformats.org/officeDocument/2006/relationships" xmlns:p="http://schemas.openxmlformats.org/presentationml/2006/main" userDrawn="1">
  <p:cSld name="Pic07">
    <p:spTree>
      <p:nvGrpSpPr>
        <p:cNvPr id="1" name=""/>
        <p:cNvGrpSpPr/>
        <p:nvPr/>
      </p:nvGrpSpPr>
      <p:grpSpPr>
        <a:xfrm>
          <a:off x="0" y="0"/>
          <a:ext cx="0" cy="0"/>
          <a:chOff x="0" y="0"/>
          <a:chExt cx="0" cy="0"/>
        </a:xfrm>
      </p:grpSpPr>
      <p:sp>
        <p:nvSpPr>
          <p:cNvPr id="14" name="Rectangle 13"/>
          <p:cNvSpPr/>
          <p:nvPr userDrawn="1"/>
        </p:nvSpPr>
        <p:spPr>
          <a:xfrm>
            <a:off x="-10646" y="1907856"/>
            <a:ext cx="4214343" cy="2841945"/>
          </a:xfrm>
          <a:prstGeom prst="rect">
            <a:avLst/>
          </a:prstGeom>
          <a:solidFill>
            <a:schemeClr val="accent1"/>
          </a:solidFill>
          <a:ln>
            <a:noFill/>
          </a:ln>
          <a:effectLst>
            <a:outerShdw blurRad="317500" sx="1000" sy="1000" rotWithShape="0">
              <a:prstClr val="black"/>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15" name="Picture Placeholder 7"/>
          <p:cNvSpPr>
            <a:spLocks noGrp="1"/>
          </p:cNvSpPr>
          <p:nvPr>
            <p:ph type="pic" sz="quarter" idx="15" hasCustomPrompt="1"/>
          </p:nvPr>
        </p:nvSpPr>
        <p:spPr>
          <a:xfrm>
            <a:off x="4203697" y="1907856"/>
            <a:ext cx="7988304" cy="2841945"/>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8"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9"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269788598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accel="50000" decel="50000" fill="hold" grpId="0" nodeType="after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500" fill="hold"/>
                                        <p:tgtEl>
                                          <p:spTgt spid="15"/>
                                        </p:tgtEl>
                                        <p:attrNameLst>
                                          <p:attrName>ppt_x</p:attrName>
                                        </p:attrNameLst>
                                      </p:cBhvr>
                                      <p:tavLst>
                                        <p:tav tm="0">
                                          <p:val>
                                            <p:strVal val="1+#ppt_w/2"/>
                                          </p:val>
                                        </p:tav>
                                        <p:tav tm="100000">
                                          <p:val>
                                            <p:strVal val="#ppt_x"/>
                                          </p:val>
                                        </p:tav>
                                      </p:tavLst>
                                    </p:anim>
                                    <p:anim calcmode="lin" valueType="num">
                                      <p:cBhvr additive="base">
                                        <p:cTn id="8" dur="500" fill="hold"/>
                                        <p:tgtEl>
                                          <p:spTgt spid="15"/>
                                        </p:tgtEl>
                                        <p:attrNameLst>
                                          <p:attrName>ppt_y</p:attrName>
                                        </p:attrNameLst>
                                      </p:cBhvr>
                                      <p:tavLst>
                                        <p:tav tm="0">
                                          <p:val>
                                            <p:strVal val="#ppt_y"/>
                                          </p:val>
                                        </p:tav>
                                        <p:tav tm="100000">
                                          <p:val>
                                            <p:strVal val="#ppt_y"/>
                                          </p:val>
                                        </p:tav>
                                      </p:tavLst>
                                    </p:anim>
                                  </p:childTnLst>
                                </p:cTn>
                              </p:par>
                              <p:par>
                                <p:cTn id="9" presetID="2" presetClass="entr" presetSubtype="8" accel="50000" decel="50000" fill="hold" grpId="0" nodeType="withEffect">
                                  <p:stCondLst>
                                    <p:cond delay="0"/>
                                  </p:stCondLst>
                                  <p:childTnLst>
                                    <p:set>
                                      <p:cBhvr>
                                        <p:cTn id="10" dur="1" fill="hold">
                                          <p:stCondLst>
                                            <p:cond delay="0"/>
                                          </p:stCondLst>
                                        </p:cTn>
                                        <p:tgtEl>
                                          <p:spTgt spid="14"/>
                                        </p:tgtEl>
                                        <p:attrNameLst>
                                          <p:attrName>style.visibility</p:attrName>
                                        </p:attrNameLst>
                                      </p:cBhvr>
                                      <p:to>
                                        <p:strVal val="visible"/>
                                      </p:to>
                                    </p:set>
                                    <p:anim calcmode="lin" valueType="num">
                                      <p:cBhvr additive="base">
                                        <p:cTn id="11" dur="500" fill="hold"/>
                                        <p:tgtEl>
                                          <p:spTgt spid="14"/>
                                        </p:tgtEl>
                                        <p:attrNameLst>
                                          <p:attrName>ppt_x</p:attrName>
                                        </p:attrNameLst>
                                      </p:cBhvr>
                                      <p:tavLst>
                                        <p:tav tm="0">
                                          <p:val>
                                            <p:strVal val="0-#ppt_w/2"/>
                                          </p:val>
                                        </p:tav>
                                        <p:tav tm="100000">
                                          <p:val>
                                            <p:strVal val="#ppt_x"/>
                                          </p:val>
                                        </p:tav>
                                      </p:tavLst>
                                    </p:anim>
                                    <p:anim calcmode="lin" valueType="num">
                                      <p:cBhvr additive="base">
                                        <p:cTn id="12" dur="500" fill="hold"/>
                                        <p:tgtEl>
                                          <p:spTgt spid="1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p:bldLst>
  </p:timing>
</p:sldLayout>
</file>

<file path=ppt/slideLayouts/slideLayout446.xml><?xml version="1.0" encoding="utf-8"?>
<p:sldLayout xmlns:a="http://schemas.openxmlformats.org/drawingml/2006/main" xmlns:r="http://schemas.openxmlformats.org/officeDocument/2006/relationships" xmlns:p="http://schemas.openxmlformats.org/presentationml/2006/main" userDrawn="1">
  <p:cSld name="1_Pic02">
    <p:spTree>
      <p:nvGrpSpPr>
        <p:cNvPr id="1" name=""/>
        <p:cNvGrpSpPr/>
        <p:nvPr/>
      </p:nvGrpSpPr>
      <p:grpSpPr>
        <a:xfrm>
          <a:off x="0" y="0"/>
          <a:ext cx="0" cy="0"/>
          <a:chOff x="0" y="0"/>
          <a:chExt cx="0" cy="0"/>
        </a:xfrm>
      </p:grpSpPr>
      <p:sp>
        <p:nvSpPr>
          <p:cNvPr id="13" name="Picture Placeholder 7"/>
          <p:cNvSpPr>
            <a:spLocks noGrp="1"/>
          </p:cNvSpPr>
          <p:nvPr>
            <p:ph type="pic" sz="quarter" idx="16" hasCustomPrompt="1"/>
          </p:nvPr>
        </p:nvSpPr>
        <p:spPr>
          <a:xfrm>
            <a:off x="9042400" y="3251204"/>
            <a:ext cx="2540000" cy="1341193"/>
          </a:xfrm>
          <a:prstGeom prst="rect">
            <a:avLst/>
          </a:prstGeom>
          <a:ln>
            <a:noFill/>
          </a:ln>
        </p:spPr>
        <p:txBody>
          <a:bodyPr bIns="9144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8" name="Picture Placeholder 7"/>
          <p:cNvSpPr>
            <a:spLocks noGrp="1"/>
          </p:cNvSpPr>
          <p:nvPr>
            <p:ph type="pic" sz="quarter" idx="17" hasCustomPrompt="1"/>
          </p:nvPr>
        </p:nvSpPr>
        <p:spPr>
          <a:xfrm>
            <a:off x="6448268" y="4703209"/>
            <a:ext cx="2540000" cy="1341193"/>
          </a:xfrm>
          <a:prstGeom prst="rect">
            <a:avLst/>
          </a:prstGeom>
          <a:ln>
            <a:noFill/>
          </a:ln>
        </p:spPr>
        <p:txBody>
          <a:bodyPr bIns="91440" anchor="b"/>
          <a:lstStyle>
            <a:lvl1pPr algn="ctr">
              <a:buNone/>
              <a:defRPr sz="1600">
                <a:solidFill>
                  <a:schemeClr val="tx1">
                    <a:lumMod val="50000"/>
                    <a:lumOff val="50000"/>
                  </a:schemeClr>
                </a:solidFill>
              </a:defRPr>
            </a:lvl1pPr>
          </a:lstStyle>
          <a:p>
            <a:r>
              <a:rPr lang="en-US" dirty="0" smtClean="0"/>
              <a:t>Image Holder</a:t>
            </a:r>
            <a:endParaRPr lang="en-US" dirty="0"/>
          </a:p>
        </p:txBody>
      </p:sp>
      <p:grpSp>
        <p:nvGrpSpPr>
          <p:cNvPr id="2" name="Group 24"/>
          <p:cNvGrpSpPr/>
          <p:nvPr userDrawn="1"/>
        </p:nvGrpSpPr>
        <p:grpSpPr>
          <a:xfrm>
            <a:off x="9042400" y="1786333"/>
            <a:ext cx="2540000" cy="1365603"/>
            <a:chOff x="4750079" y="1706835"/>
            <a:chExt cx="1785974" cy="1044090"/>
          </a:xfrm>
        </p:grpSpPr>
        <p:sp>
          <p:nvSpPr>
            <p:cNvPr id="26" name="Rectangle 25"/>
            <p:cNvSpPr/>
            <p:nvPr/>
          </p:nvSpPr>
          <p:spPr>
            <a:xfrm>
              <a:off x="4750079" y="1747885"/>
              <a:ext cx="1785974" cy="1003040"/>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27" name="Rectangle 26"/>
            <p:cNvSpPr/>
            <p:nvPr/>
          </p:nvSpPr>
          <p:spPr>
            <a:xfrm>
              <a:off x="4750079" y="1706835"/>
              <a:ext cx="1785974" cy="10030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grpSp>
      <p:sp>
        <p:nvSpPr>
          <p:cNvPr id="31" name="Picture Placeholder 7"/>
          <p:cNvSpPr>
            <a:spLocks noGrp="1"/>
          </p:cNvSpPr>
          <p:nvPr>
            <p:ph type="pic" sz="quarter" idx="15" hasCustomPrompt="1"/>
          </p:nvPr>
        </p:nvSpPr>
        <p:spPr>
          <a:xfrm>
            <a:off x="6448268" y="1817965"/>
            <a:ext cx="2540000" cy="1341193"/>
          </a:xfrm>
          <a:prstGeom prst="rect">
            <a:avLst/>
          </a:prstGeom>
          <a:ln>
            <a:noFill/>
          </a:ln>
        </p:spPr>
        <p:txBody>
          <a:bodyPr bIns="91440" anchor="b"/>
          <a:lstStyle>
            <a:lvl1pPr algn="ctr">
              <a:buNone/>
              <a:defRPr sz="1600">
                <a:solidFill>
                  <a:schemeClr val="tx1">
                    <a:lumMod val="50000"/>
                    <a:lumOff val="50000"/>
                  </a:schemeClr>
                </a:solidFill>
              </a:defRPr>
            </a:lvl1pPr>
          </a:lstStyle>
          <a:p>
            <a:r>
              <a:rPr lang="en-US" dirty="0" smtClean="0"/>
              <a:t>Image Holder</a:t>
            </a:r>
            <a:endParaRPr lang="en-US" dirty="0"/>
          </a:p>
        </p:txBody>
      </p:sp>
      <p:grpSp>
        <p:nvGrpSpPr>
          <p:cNvPr id="3" name="Group 31"/>
          <p:cNvGrpSpPr/>
          <p:nvPr userDrawn="1"/>
        </p:nvGrpSpPr>
        <p:grpSpPr>
          <a:xfrm>
            <a:off x="6448268" y="3254528"/>
            <a:ext cx="2540000" cy="1365603"/>
            <a:chOff x="4750079" y="1706835"/>
            <a:chExt cx="1785974" cy="1044090"/>
          </a:xfrm>
        </p:grpSpPr>
        <p:sp>
          <p:nvSpPr>
            <p:cNvPr id="33" name="Rectangle 32"/>
            <p:cNvSpPr/>
            <p:nvPr/>
          </p:nvSpPr>
          <p:spPr>
            <a:xfrm>
              <a:off x="4750079" y="1747885"/>
              <a:ext cx="1785974" cy="1003040"/>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34" name="Rectangle 33"/>
            <p:cNvSpPr/>
            <p:nvPr/>
          </p:nvSpPr>
          <p:spPr>
            <a:xfrm>
              <a:off x="4750079" y="1706835"/>
              <a:ext cx="1785974" cy="100304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grpSp>
      <p:grpSp>
        <p:nvGrpSpPr>
          <p:cNvPr id="4" name="Group 34"/>
          <p:cNvGrpSpPr/>
          <p:nvPr userDrawn="1"/>
        </p:nvGrpSpPr>
        <p:grpSpPr>
          <a:xfrm>
            <a:off x="9042400" y="4706533"/>
            <a:ext cx="2540000" cy="1365603"/>
            <a:chOff x="4750079" y="1706835"/>
            <a:chExt cx="1785974" cy="1044090"/>
          </a:xfrm>
        </p:grpSpPr>
        <p:sp>
          <p:nvSpPr>
            <p:cNvPr id="36" name="Rectangle 35"/>
            <p:cNvSpPr/>
            <p:nvPr/>
          </p:nvSpPr>
          <p:spPr>
            <a:xfrm>
              <a:off x="4750079" y="1747885"/>
              <a:ext cx="1785974" cy="1003040"/>
            </a:xfrm>
            <a:prstGeom prst="rect">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37" name="Rectangle 36"/>
            <p:cNvSpPr/>
            <p:nvPr/>
          </p:nvSpPr>
          <p:spPr>
            <a:xfrm>
              <a:off x="4750079" y="1706835"/>
              <a:ext cx="1785974" cy="10030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grpSp>
      <p:sp>
        <p:nvSpPr>
          <p:cNvPr id="18"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9"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37081372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afterEffect">
                                  <p:stCondLst>
                                    <p:cond delay="0"/>
                                  </p:stCondLst>
                                  <p:childTnLst>
                                    <p:set>
                                      <p:cBhvr>
                                        <p:cTn id="6" dur="1" fill="hold">
                                          <p:stCondLst>
                                            <p:cond delay="0"/>
                                          </p:stCondLst>
                                        </p:cTn>
                                        <p:tgtEl>
                                          <p:spTgt spid="31"/>
                                        </p:tgtEl>
                                        <p:attrNameLst>
                                          <p:attrName>style.visibility</p:attrName>
                                        </p:attrNameLst>
                                      </p:cBhvr>
                                      <p:to>
                                        <p:strVal val="visible"/>
                                      </p:to>
                                    </p:set>
                                    <p:animEffect transition="in" filter="wipe(down)">
                                      <p:cBhvr>
                                        <p:cTn id="7" dur="500"/>
                                        <p:tgtEl>
                                          <p:spTgt spid="31"/>
                                        </p:tgtEl>
                                      </p:cBhvr>
                                    </p:animEffect>
                                  </p:childTnLst>
                                </p:cTn>
                              </p:par>
                            </p:childTnLst>
                          </p:cTn>
                        </p:par>
                        <p:par>
                          <p:cTn id="8" fill="hold">
                            <p:stCondLst>
                              <p:cond delay="500"/>
                            </p:stCondLst>
                            <p:childTnLst>
                              <p:par>
                                <p:cTn id="9" presetID="22" presetClass="entr" presetSubtype="4" fill="hold"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wipe(down)">
                                      <p:cBhvr>
                                        <p:cTn id="11" dur="500"/>
                                        <p:tgtEl>
                                          <p:spTgt spid="2"/>
                                        </p:tgtEl>
                                      </p:cBhvr>
                                    </p:animEffect>
                                  </p:childTnLst>
                                </p:cTn>
                              </p:par>
                            </p:childTnLst>
                          </p:cTn>
                        </p:par>
                        <p:par>
                          <p:cTn id="12" fill="hold">
                            <p:stCondLst>
                              <p:cond delay="1000"/>
                            </p:stCondLst>
                            <p:childTnLst>
                              <p:par>
                                <p:cTn id="13" presetID="22" presetClass="entr" presetSubtype="4" fill="hold" nodeType="afterEffect">
                                  <p:stCondLst>
                                    <p:cond delay="0"/>
                                  </p:stCondLst>
                                  <p:childTnLst>
                                    <p:set>
                                      <p:cBhvr>
                                        <p:cTn id="14" dur="1" fill="hold">
                                          <p:stCondLst>
                                            <p:cond delay="0"/>
                                          </p:stCondLst>
                                        </p:cTn>
                                        <p:tgtEl>
                                          <p:spTgt spid="3"/>
                                        </p:tgtEl>
                                        <p:attrNameLst>
                                          <p:attrName>style.visibility</p:attrName>
                                        </p:attrNameLst>
                                      </p:cBhvr>
                                      <p:to>
                                        <p:strVal val="visible"/>
                                      </p:to>
                                    </p:set>
                                    <p:animEffect transition="in" filter="wipe(down)">
                                      <p:cBhvr>
                                        <p:cTn id="15" dur="500"/>
                                        <p:tgtEl>
                                          <p:spTgt spid="3"/>
                                        </p:tgtEl>
                                      </p:cBhvr>
                                    </p:animEffect>
                                  </p:childTnLst>
                                </p:cTn>
                              </p:par>
                            </p:childTnLst>
                          </p:cTn>
                        </p:par>
                        <p:par>
                          <p:cTn id="16" fill="hold">
                            <p:stCondLst>
                              <p:cond delay="1500"/>
                            </p:stCondLst>
                            <p:childTnLst>
                              <p:par>
                                <p:cTn id="17" presetID="22" presetClass="entr" presetSubtype="4" fill="hold" grpId="0" nodeType="afterEffect">
                                  <p:stCondLst>
                                    <p:cond delay="0"/>
                                  </p:stCondLst>
                                  <p:childTnLst>
                                    <p:set>
                                      <p:cBhvr>
                                        <p:cTn id="18" dur="1" fill="hold">
                                          <p:stCondLst>
                                            <p:cond delay="0"/>
                                          </p:stCondLst>
                                        </p:cTn>
                                        <p:tgtEl>
                                          <p:spTgt spid="13"/>
                                        </p:tgtEl>
                                        <p:attrNameLst>
                                          <p:attrName>style.visibility</p:attrName>
                                        </p:attrNameLst>
                                      </p:cBhvr>
                                      <p:to>
                                        <p:strVal val="visible"/>
                                      </p:to>
                                    </p:set>
                                    <p:animEffect transition="in" filter="wipe(down)">
                                      <p:cBhvr>
                                        <p:cTn id="19" dur="500"/>
                                        <p:tgtEl>
                                          <p:spTgt spid="13"/>
                                        </p:tgtEl>
                                      </p:cBhvr>
                                    </p:animEffect>
                                  </p:childTnLst>
                                </p:cTn>
                              </p:par>
                            </p:childTnLst>
                          </p:cTn>
                        </p:par>
                        <p:par>
                          <p:cTn id="20" fill="hold">
                            <p:stCondLst>
                              <p:cond delay="2000"/>
                            </p:stCondLst>
                            <p:childTnLst>
                              <p:par>
                                <p:cTn id="21" presetID="22" presetClass="entr" presetSubtype="4" fill="hold" grpId="0" nodeType="afterEffect">
                                  <p:stCondLst>
                                    <p:cond delay="0"/>
                                  </p:stCondLst>
                                  <p:childTnLst>
                                    <p:set>
                                      <p:cBhvr>
                                        <p:cTn id="22" dur="1" fill="hold">
                                          <p:stCondLst>
                                            <p:cond delay="0"/>
                                          </p:stCondLst>
                                        </p:cTn>
                                        <p:tgtEl>
                                          <p:spTgt spid="8"/>
                                        </p:tgtEl>
                                        <p:attrNameLst>
                                          <p:attrName>style.visibility</p:attrName>
                                        </p:attrNameLst>
                                      </p:cBhvr>
                                      <p:to>
                                        <p:strVal val="visible"/>
                                      </p:to>
                                    </p:set>
                                    <p:animEffect transition="in" filter="wipe(down)">
                                      <p:cBhvr>
                                        <p:cTn id="23" dur="500"/>
                                        <p:tgtEl>
                                          <p:spTgt spid="8"/>
                                        </p:tgtEl>
                                      </p:cBhvr>
                                    </p:animEffect>
                                  </p:childTnLst>
                                </p:cTn>
                              </p:par>
                            </p:childTnLst>
                          </p:cTn>
                        </p:par>
                        <p:par>
                          <p:cTn id="24" fill="hold">
                            <p:stCondLst>
                              <p:cond delay="2500"/>
                            </p:stCondLst>
                            <p:childTnLst>
                              <p:par>
                                <p:cTn id="25" presetID="22" presetClass="entr" presetSubtype="4" fill="hold" nodeType="afterEffect">
                                  <p:stCondLst>
                                    <p:cond delay="0"/>
                                  </p:stCondLst>
                                  <p:childTnLst>
                                    <p:set>
                                      <p:cBhvr>
                                        <p:cTn id="26" dur="1" fill="hold">
                                          <p:stCondLst>
                                            <p:cond delay="0"/>
                                          </p:stCondLst>
                                        </p:cTn>
                                        <p:tgtEl>
                                          <p:spTgt spid="4"/>
                                        </p:tgtEl>
                                        <p:attrNameLst>
                                          <p:attrName>style.visibility</p:attrName>
                                        </p:attrNameLst>
                                      </p:cBhvr>
                                      <p:to>
                                        <p:strVal val="visible"/>
                                      </p:to>
                                    </p:set>
                                    <p:animEffect transition="in" filter="wipe(down)">
                                      <p:cBhvr>
                                        <p:cTn id="2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P spid="8" grpId="0"/>
      <p:bldP spid="31" grpId="0"/>
    </p:bldLst>
  </p:timing>
</p:sldLayout>
</file>

<file path=ppt/slideLayouts/slideLayout447.xml><?xml version="1.0" encoding="utf-8"?>
<p:sldLayout xmlns:a="http://schemas.openxmlformats.org/drawingml/2006/main" xmlns:r="http://schemas.openxmlformats.org/officeDocument/2006/relationships" xmlns:p="http://schemas.openxmlformats.org/presentationml/2006/main" userDrawn="1">
  <p:cSld name="Pic09">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880609" y="1870880"/>
            <a:ext cx="4908153" cy="4301321"/>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10"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1"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61952182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Layout>
</file>

<file path=ppt/slideLayouts/slideLayout448.xml><?xml version="1.0" encoding="utf-8"?>
<p:sldLayout xmlns:a="http://schemas.openxmlformats.org/drawingml/2006/main" xmlns:r="http://schemas.openxmlformats.org/officeDocument/2006/relationships" xmlns:p="http://schemas.openxmlformats.org/presentationml/2006/main" userDrawn="1">
  <p:cSld name="Team09">
    <p:spTree>
      <p:nvGrpSpPr>
        <p:cNvPr id="1" name=""/>
        <p:cNvGrpSpPr/>
        <p:nvPr/>
      </p:nvGrpSpPr>
      <p:grpSpPr>
        <a:xfrm>
          <a:off x="0" y="0"/>
          <a:ext cx="0" cy="0"/>
          <a:chOff x="0" y="0"/>
          <a:chExt cx="0" cy="0"/>
        </a:xfrm>
      </p:grpSpPr>
      <p:sp>
        <p:nvSpPr>
          <p:cNvPr id="31" name="Picture Placeholder 7"/>
          <p:cNvSpPr>
            <a:spLocks noGrp="1"/>
          </p:cNvSpPr>
          <p:nvPr>
            <p:ph type="pic" sz="quarter" idx="10" hasCustomPrompt="1"/>
          </p:nvPr>
        </p:nvSpPr>
        <p:spPr>
          <a:xfrm>
            <a:off x="1157321" y="2245411"/>
            <a:ext cx="1895355" cy="1894789"/>
          </a:xfrm>
          <a:prstGeom prst="roundRect">
            <a:avLst>
              <a:gd name="adj" fmla="val 9160"/>
            </a:avLst>
          </a:prstGeom>
          <a:ln w="28575">
            <a:solidFill>
              <a:schemeClr val="accent1"/>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34" name="Picture Placeholder 7"/>
          <p:cNvSpPr>
            <a:spLocks noGrp="1"/>
          </p:cNvSpPr>
          <p:nvPr>
            <p:ph type="pic" sz="quarter" idx="18" hasCustomPrompt="1"/>
          </p:nvPr>
        </p:nvSpPr>
        <p:spPr>
          <a:xfrm>
            <a:off x="3763524" y="2245411"/>
            <a:ext cx="1895355" cy="1894789"/>
          </a:xfrm>
          <a:prstGeom prst="roundRect">
            <a:avLst>
              <a:gd name="adj" fmla="val 10232"/>
            </a:avLst>
          </a:prstGeom>
          <a:ln w="28575">
            <a:solidFill>
              <a:schemeClr val="accent2"/>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37" name="Picture Placeholder 7"/>
          <p:cNvSpPr>
            <a:spLocks noGrp="1"/>
          </p:cNvSpPr>
          <p:nvPr>
            <p:ph type="pic" sz="quarter" idx="21" hasCustomPrompt="1"/>
          </p:nvPr>
        </p:nvSpPr>
        <p:spPr>
          <a:xfrm>
            <a:off x="6438791" y="2245411"/>
            <a:ext cx="1895355" cy="1894789"/>
          </a:xfrm>
          <a:prstGeom prst="roundRect">
            <a:avLst>
              <a:gd name="adj" fmla="val 11305"/>
            </a:avLst>
          </a:prstGeom>
          <a:ln w="28575">
            <a:solidFill>
              <a:schemeClr val="accent3"/>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40" name="Picture Placeholder 7"/>
          <p:cNvSpPr>
            <a:spLocks noGrp="1"/>
          </p:cNvSpPr>
          <p:nvPr>
            <p:ph type="pic" sz="quarter" idx="24" hasCustomPrompt="1"/>
          </p:nvPr>
        </p:nvSpPr>
        <p:spPr>
          <a:xfrm>
            <a:off x="9113801" y="2245411"/>
            <a:ext cx="1895355" cy="1894789"/>
          </a:xfrm>
          <a:prstGeom prst="roundRect">
            <a:avLst>
              <a:gd name="adj" fmla="val 10769"/>
            </a:avLst>
          </a:prstGeom>
          <a:ln w="28575">
            <a:solidFill>
              <a:schemeClr val="accent4"/>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12"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3"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204724839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grpId="0" nodeType="afterEffect">
                                  <p:stCondLst>
                                    <p:cond delay="0"/>
                                  </p:stCondLst>
                                  <p:childTnLst>
                                    <p:set>
                                      <p:cBhvr>
                                        <p:cTn id="6" dur="1" fill="hold">
                                          <p:stCondLst>
                                            <p:cond delay="0"/>
                                          </p:stCondLst>
                                        </p:cTn>
                                        <p:tgtEl>
                                          <p:spTgt spid="31"/>
                                        </p:tgtEl>
                                        <p:attrNameLst>
                                          <p:attrName>style.visibility</p:attrName>
                                        </p:attrNameLst>
                                      </p:cBhvr>
                                      <p:to>
                                        <p:strVal val="visible"/>
                                      </p:to>
                                    </p:set>
                                    <p:anim calcmode="lin" valueType="num">
                                      <p:cBhvr>
                                        <p:cTn id="7" dur="500" fill="hold"/>
                                        <p:tgtEl>
                                          <p:spTgt spid="31"/>
                                        </p:tgtEl>
                                        <p:attrNameLst>
                                          <p:attrName>ppt_w</p:attrName>
                                        </p:attrNameLst>
                                      </p:cBhvr>
                                      <p:tavLst>
                                        <p:tav tm="0">
                                          <p:val>
                                            <p:fltVal val="0"/>
                                          </p:val>
                                        </p:tav>
                                        <p:tav tm="100000">
                                          <p:val>
                                            <p:strVal val="#ppt_w"/>
                                          </p:val>
                                        </p:tav>
                                      </p:tavLst>
                                    </p:anim>
                                    <p:anim calcmode="lin" valueType="num">
                                      <p:cBhvr>
                                        <p:cTn id="8" dur="500" fill="hold"/>
                                        <p:tgtEl>
                                          <p:spTgt spid="31"/>
                                        </p:tgtEl>
                                        <p:attrNameLst>
                                          <p:attrName>ppt_h</p:attrName>
                                        </p:attrNameLst>
                                      </p:cBhvr>
                                      <p:tavLst>
                                        <p:tav tm="0">
                                          <p:val>
                                            <p:fltVal val="0"/>
                                          </p:val>
                                        </p:tav>
                                        <p:tav tm="100000">
                                          <p:val>
                                            <p:strVal val="#ppt_h"/>
                                          </p:val>
                                        </p:tav>
                                      </p:tavLst>
                                    </p:anim>
                                    <p:animEffect transition="in" filter="fade">
                                      <p:cBhvr>
                                        <p:cTn id="9" dur="500"/>
                                        <p:tgtEl>
                                          <p:spTgt spid="31"/>
                                        </p:tgtEl>
                                      </p:cBhvr>
                                    </p:animEffect>
                                  </p:childTnLst>
                                </p:cTn>
                              </p:par>
                            </p:childTnLst>
                          </p:cTn>
                        </p:par>
                        <p:par>
                          <p:cTn id="10" fill="hold">
                            <p:stCondLst>
                              <p:cond delay="500"/>
                            </p:stCondLst>
                            <p:childTnLst>
                              <p:par>
                                <p:cTn id="11" presetID="53" presetClass="entr" presetSubtype="0" fill="hold" grpId="0" nodeType="afterEffect">
                                  <p:stCondLst>
                                    <p:cond delay="0"/>
                                  </p:stCondLst>
                                  <p:childTnLst>
                                    <p:set>
                                      <p:cBhvr>
                                        <p:cTn id="12" dur="1" fill="hold">
                                          <p:stCondLst>
                                            <p:cond delay="0"/>
                                          </p:stCondLst>
                                        </p:cTn>
                                        <p:tgtEl>
                                          <p:spTgt spid="34"/>
                                        </p:tgtEl>
                                        <p:attrNameLst>
                                          <p:attrName>style.visibility</p:attrName>
                                        </p:attrNameLst>
                                      </p:cBhvr>
                                      <p:to>
                                        <p:strVal val="visible"/>
                                      </p:to>
                                    </p:set>
                                    <p:anim calcmode="lin" valueType="num">
                                      <p:cBhvr>
                                        <p:cTn id="13" dur="500" fill="hold"/>
                                        <p:tgtEl>
                                          <p:spTgt spid="34"/>
                                        </p:tgtEl>
                                        <p:attrNameLst>
                                          <p:attrName>ppt_w</p:attrName>
                                        </p:attrNameLst>
                                      </p:cBhvr>
                                      <p:tavLst>
                                        <p:tav tm="0">
                                          <p:val>
                                            <p:fltVal val="0"/>
                                          </p:val>
                                        </p:tav>
                                        <p:tav tm="100000">
                                          <p:val>
                                            <p:strVal val="#ppt_w"/>
                                          </p:val>
                                        </p:tav>
                                      </p:tavLst>
                                    </p:anim>
                                    <p:anim calcmode="lin" valueType="num">
                                      <p:cBhvr>
                                        <p:cTn id="14" dur="500" fill="hold"/>
                                        <p:tgtEl>
                                          <p:spTgt spid="34"/>
                                        </p:tgtEl>
                                        <p:attrNameLst>
                                          <p:attrName>ppt_h</p:attrName>
                                        </p:attrNameLst>
                                      </p:cBhvr>
                                      <p:tavLst>
                                        <p:tav tm="0">
                                          <p:val>
                                            <p:fltVal val="0"/>
                                          </p:val>
                                        </p:tav>
                                        <p:tav tm="100000">
                                          <p:val>
                                            <p:strVal val="#ppt_h"/>
                                          </p:val>
                                        </p:tav>
                                      </p:tavLst>
                                    </p:anim>
                                    <p:animEffect transition="in" filter="fade">
                                      <p:cBhvr>
                                        <p:cTn id="15" dur="500"/>
                                        <p:tgtEl>
                                          <p:spTgt spid="34"/>
                                        </p:tgtEl>
                                      </p:cBhvr>
                                    </p:animEffect>
                                  </p:childTnLst>
                                </p:cTn>
                              </p:par>
                            </p:childTnLst>
                          </p:cTn>
                        </p:par>
                        <p:par>
                          <p:cTn id="16" fill="hold">
                            <p:stCondLst>
                              <p:cond delay="1000"/>
                            </p:stCondLst>
                            <p:childTnLst>
                              <p:par>
                                <p:cTn id="17" presetID="53" presetClass="entr" presetSubtype="0" fill="hold" grpId="0" nodeType="afterEffect">
                                  <p:stCondLst>
                                    <p:cond delay="0"/>
                                  </p:stCondLst>
                                  <p:childTnLst>
                                    <p:set>
                                      <p:cBhvr>
                                        <p:cTn id="18" dur="1" fill="hold">
                                          <p:stCondLst>
                                            <p:cond delay="0"/>
                                          </p:stCondLst>
                                        </p:cTn>
                                        <p:tgtEl>
                                          <p:spTgt spid="37"/>
                                        </p:tgtEl>
                                        <p:attrNameLst>
                                          <p:attrName>style.visibility</p:attrName>
                                        </p:attrNameLst>
                                      </p:cBhvr>
                                      <p:to>
                                        <p:strVal val="visible"/>
                                      </p:to>
                                    </p:set>
                                    <p:anim calcmode="lin" valueType="num">
                                      <p:cBhvr>
                                        <p:cTn id="19" dur="500" fill="hold"/>
                                        <p:tgtEl>
                                          <p:spTgt spid="37"/>
                                        </p:tgtEl>
                                        <p:attrNameLst>
                                          <p:attrName>ppt_w</p:attrName>
                                        </p:attrNameLst>
                                      </p:cBhvr>
                                      <p:tavLst>
                                        <p:tav tm="0">
                                          <p:val>
                                            <p:fltVal val="0"/>
                                          </p:val>
                                        </p:tav>
                                        <p:tav tm="100000">
                                          <p:val>
                                            <p:strVal val="#ppt_w"/>
                                          </p:val>
                                        </p:tav>
                                      </p:tavLst>
                                    </p:anim>
                                    <p:anim calcmode="lin" valueType="num">
                                      <p:cBhvr>
                                        <p:cTn id="20" dur="500" fill="hold"/>
                                        <p:tgtEl>
                                          <p:spTgt spid="37"/>
                                        </p:tgtEl>
                                        <p:attrNameLst>
                                          <p:attrName>ppt_h</p:attrName>
                                        </p:attrNameLst>
                                      </p:cBhvr>
                                      <p:tavLst>
                                        <p:tav tm="0">
                                          <p:val>
                                            <p:fltVal val="0"/>
                                          </p:val>
                                        </p:tav>
                                        <p:tav tm="100000">
                                          <p:val>
                                            <p:strVal val="#ppt_h"/>
                                          </p:val>
                                        </p:tav>
                                      </p:tavLst>
                                    </p:anim>
                                    <p:animEffect transition="in" filter="fade">
                                      <p:cBhvr>
                                        <p:cTn id="21" dur="500"/>
                                        <p:tgtEl>
                                          <p:spTgt spid="37"/>
                                        </p:tgtEl>
                                      </p:cBhvr>
                                    </p:animEffect>
                                  </p:childTnLst>
                                </p:cTn>
                              </p:par>
                            </p:childTnLst>
                          </p:cTn>
                        </p:par>
                        <p:par>
                          <p:cTn id="22" fill="hold">
                            <p:stCondLst>
                              <p:cond delay="1500"/>
                            </p:stCondLst>
                            <p:childTnLst>
                              <p:par>
                                <p:cTn id="23" presetID="53" presetClass="entr" presetSubtype="0" fill="hold" grpId="0" nodeType="afterEffect">
                                  <p:stCondLst>
                                    <p:cond delay="0"/>
                                  </p:stCondLst>
                                  <p:childTnLst>
                                    <p:set>
                                      <p:cBhvr>
                                        <p:cTn id="24" dur="1" fill="hold">
                                          <p:stCondLst>
                                            <p:cond delay="0"/>
                                          </p:stCondLst>
                                        </p:cTn>
                                        <p:tgtEl>
                                          <p:spTgt spid="40"/>
                                        </p:tgtEl>
                                        <p:attrNameLst>
                                          <p:attrName>style.visibility</p:attrName>
                                        </p:attrNameLst>
                                      </p:cBhvr>
                                      <p:to>
                                        <p:strVal val="visible"/>
                                      </p:to>
                                    </p:set>
                                    <p:anim calcmode="lin" valueType="num">
                                      <p:cBhvr>
                                        <p:cTn id="25" dur="500" fill="hold"/>
                                        <p:tgtEl>
                                          <p:spTgt spid="40"/>
                                        </p:tgtEl>
                                        <p:attrNameLst>
                                          <p:attrName>ppt_w</p:attrName>
                                        </p:attrNameLst>
                                      </p:cBhvr>
                                      <p:tavLst>
                                        <p:tav tm="0">
                                          <p:val>
                                            <p:fltVal val="0"/>
                                          </p:val>
                                        </p:tav>
                                        <p:tav tm="100000">
                                          <p:val>
                                            <p:strVal val="#ppt_w"/>
                                          </p:val>
                                        </p:tav>
                                      </p:tavLst>
                                    </p:anim>
                                    <p:anim calcmode="lin" valueType="num">
                                      <p:cBhvr>
                                        <p:cTn id="26" dur="500" fill="hold"/>
                                        <p:tgtEl>
                                          <p:spTgt spid="40"/>
                                        </p:tgtEl>
                                        <p:attrNameLst>
                                          <p:attrName>ppt_h</p:attrName>
                                        </p:attrNameLst>
                                      </p:cBhvr>
                                      <p:tavLst>
                                        <p:tav tm="0">
                                          <p:val>
                                            <p:fltVal val="0"/>
                                          </p:val>
                                        </p:tav>
                                        <p:tav tm="100000">
                                          <p:val>
                                            <p:strVal val="#ppt_h"/>
                                          </p:val>
                                        </p:tav>
                                      </p:tavLst>
                                    </p:anim>
                                    <p:animEffect transition="in" filter="fade">
                                      <p:cBhvr>
                                        <p:cTn id="27"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34" grpId="0" animBg="1"/>
      <p:bldP spid="37" grpId="0" animBg="1"/>
      <p:bldP spid="40" grpId="0" animBg="1"/>
    </p:bldLst>
  </p:timing>
</p:sldLayout>
</file>

<file path=ppt/slideLayouts/slideLayout449.xml><?xml version="1.0" encoding="utf-8"?>
<p:sldLayout xmlns:a="http://schemas.openxmlformats.org/drawingml/2006/main" xmlns:r="http://schemas.openxmlformats.org/officeDocument/2006/relationships" xmlns:p="http://schemas.openxmlformats.org/presentationml/2006/main" preserve="1" userDrawn="1">
  <p:cSld name="1_Team09">
    <p:spTree>
      <p:nvGrpSpPr>
        <p:cNvPr id="1" name=""/>
        <p:cNvGrpSpPr/>
        <p:nvPr/>
      </p:nvGrpSpPr>
      <p:grpSpPr>
        <a:xfrm>
          <a:off x="0" y="0"/>
          <a:ext cx="0" cy="0"/>
          <a:chOff x="0" y="0"/>
          <a:chExt cx="0" cy="0"/>
        </a:xfrm>
      </p:grpSpPr>
      <p:sp>
        <p:nvSpPr>
          <p:cNvPr id="31" name="Picture Placeholder 7"/>
          <p:cNvSpPr>
            <a:spLocks noGrp="1"/>
          </p:cNvSpPr>
          <p:nvPr>
            <p:ph type="pic" sz="quarter" idx="10" hasCustomPrompt="1"/>
          </p:nvPr>
        </p:nvSpPr>
        <p:spPr>
          <a:xfrm>
            <a:off x="884639" y="2201898"/>
            <a:ext cx="1895355" cy="1894789"/>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1"/>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14" name="Text Placeholder 3"/>
          <p:cNvSpPr>
            <a:spLocks noGrp="1"/>
          </p:cNvSpPr>
          <p:nvPr>
            <p:ph type="body" sz="half" idx="15"/>
          </p:nvPr>
        </p:nvSpPr>
        <p:spPr>
          <a:xfrm>
            <a:off x="849403" y="4839493"/>
            <a:ext cx="1948892" cy="1231107"/>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3" name="Picture Placeholder 7"/>
          <p:cNvSpPr>
            <a:spLocks noGrp="1"/>
          </p:cNvSpPr>
          <p:nvPr>
            <p:ph type="pic" sz="quarter" idx="17" hasCustomPrompt="1"/>
          </p:nvPr>
        </p:nvSpPr>
        <p:spPr>
          <a:xfrm>
            <a:off x="3019721" y="2201898"/>
            <a:ext cx="1895355" cy="1894789"/>
          </a:xfrm>
          <a:prstGeom prst="rect">
            <a:avLst/>
          </a:prstGeom>
          <a:ln w="19050">
            <a:solidFill>
              <a:schemeClr val="accent2"/>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24" name="Text Placeholder 3"/>
          <p:cNvSpPr>
            <a:spLocks noGrp="1"/>
          </p:cNvSpPr>
          <p:nvPr>
            <p:ph type="body" sz="half" idx="18"/>
          </p:nvPr>
        </p:nvSpPr>
        <p:spPr>
          <a:xfrm>
            <a:off x="2984486" y="4839493"/>
            <a:ext cx="1948892" cy="1231107"/>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7" name="Picture Placeholder 7"/>
          <p:cNvSpPr>
            <a:spLocks noGrp="1"/>
          </p:cNvSpPr>
          <p:nvPr>
            <p:ph type="pic" sz="quarter" idx="20" hasCustomPrompt="1"/>
          </p:nvPr>
        </p:nvSpPr>
        <p:spPr>
          <a:xfrm>
            <a:off x="5140351" y="2201898"/>
            <a:ext cx="1895355" cy="1894789"/>
          </a:xfrm>
          <a:prstGeom prst="rect">
            <a:avLst/>
          </a:prstGeom>
          <a:ln w="19050">
            <a:solidFill>
              <a:schemeClr val="accent3"/>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28" name="Text Placeholder 3"/>
          <p:cNvSpPr>
            <a:spLocks noGrp="1"/>
          </p:cNvSpPr>
          <p:nvPr>
            <p:ph type="body" sz="half" idx="21"/>
          </p:nvPr>
        </p:nvSpPr>
        <p:spPr>
          <a:xfrm>
            <a:off x="5105115" y="4839493"/>
            <a:ext cx="1948892" cy="1231107"/>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32" name="Picture Placeholder 7"/>
          <p:cNvSpPr>
            <a:spLocks noGrp="1"/>
          </p:cNvSpPr>
          <p:nvPr>
            <p:ph type="pic" sz="quarter" idx="23" hasCustomPrompt="1"/>
          </p:nvPr>
        </p:nvSpPr>
        <p:spPr>
          <a:xfrm>
            <a:off x="7250175" y="2201898"/>
            <a:ext cx="1895355" cy="1894789"/>
          </a:xfrm>
          <a:prstGeom prst="rect">
            <a:avLst/>
          </a:prstGeom>
          <a:ln w="19050">
            <a:solidFill>
              <a:schemeClr val="accent4"/>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33" name="Text Placeholder 3"/>
          <p:cNvSpPr>
            <a:spLocks noGrp="1"/>
          </p:cNvSpPr>
          <p:nvPr>
            <p:ph type="body" sz="half" idx="24"/>
          </p:nvPr>
        </p:nvSpPr>
        <p:spPr>
          <a:xfrm>
            <a:off x="7214939" y="4839493"/>
            <a:ext cx="1948892" cy="1231107"/>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38" name="Picture Placeholder 7"/>
          <p:cNvSpPr>
            <a:spLocks noGrp="1"/>
          </p:cNvSpPr>
          <p:nvPr>
            <p:ph type="pic" sz="quarter" idx="26" hasCustomPrompt="1"/>
          </p:nvPr>
        </p:nvSpPr>
        <p:spPr>
          <a:xfrm>
            <a:off x="9381609" y="2201898"/>
            <a:ext cx="1895355" cy="1894789"/>
          </a:xfrm>
          <a:prstGeom prst="rect">
            <a:avLst/>
          </a:prstGeom>
          <a:ln w="19050">
            <a:solidFill>
              <a:schemeClr val="accent5"/>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39" name="Text Placeholder 3"/>
          <p:cNvSpPr>
            <a:spLocks noGrp="1"/>
          </p:cNvSpPr>
          <p:nvPr>
            <p:ph type="body" sz="half" idx="27"/>
          </p:nvPr>
        </p:nvSpPr>
        <p:spPr>
          <a:xfrm>
            <a:off x="9346374" y="4839493"/>
            <a:ext cx="1948892" cy="1231107"/>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1" name="Rectangle 20"/>
          <p:cNvSpPr/>
          <p:nvPr userDrawn="1"/>
        </p:nvSpPr>
        <p:spPr>
          <a:xfrm>
            <a:off x="872114" y="4051293"/>
            <a:ext cx="1920405" cy="7112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22" name="Text Placeholder 3"/>
          <p:cNvSpPr>
            <a:spLocks noGrp="1"/>
          </p:cNvSpPr>
          <p:nvPr>
            <p:ph type="body" sz="half" idx="16"/>
          </p:nvPr>
        </p:nvSpPr>
        <p:spPr>
          <a:xfrm>
            <a:off x="1140228" y="4176106"/>
            <a:ext cx="1367243" cy="508973"/>
          </a:xfrm>
          <a:prstGeom prst="rect">
            <a:avLst/>
          </a:prstGeom>
        </p:spPr>
        <p:txBody>
          <a:bodyPr wrap="square" lIns="0" tIns="0" rIns="0" bIns="0" anchor="ctr">
            <a:noAutofit/>
          </a:bodyPr>
          <a:lstStyle>
            <a:lvl1pPr marL="0" indent="0" algn="ctr">
              <a:buNone/>
              <a:defRPr sz="1467" b="1" baseline="0">
                <a:solidFill>
                  <a:schemeClr val="bg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25" name="Rectangle 24"/>
          <p:cNvSpPr/>
          <p:nvPr userDrawn="1"/>
        </p:nvSpPr>
        <p:spPr>
          <a:xfrm>
            <a:off x="3007196" y="4051293"/>
            <a:ext cx="1920405" cy="7112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26" name="Text Placeholder 3"/>
          <p:cNvSpPr>
            <a:spLocks noGrp="1"/>
          </p:cNvSpPr>
          <p:nvPr>
            <p:ph type="body" sz="half" idx="19"/>
          </p:nvPr>
        </p:nvSpPr>
        <p:spPr>
          <a:xfrm>
            <a:off x="3275311" y="4176106"/>
            <a:ext cx="1367243" cy="508973"/>
          </a:xfrm>
          <a:prstGeom prst="rect">
            <a:avLst/>
          </a:prstGeom>
        </p:spPr>
        <p:txBody>
          <a:bodyPr wrap="square" lIns="0" tIns="0" rIns="0" bIns="0" anchor="ctr">
            <a:noAutofit/>
          </a:bodyPr>
          <a:lstStyle>
            <a:lvl1pPr marL="0" indent="0" algn="ctr">
              <a:buNone/>
              <a:defRPr sz="1467" b="1" baseline="0">
                <a:solidFill>
                  <a:schemeClr val="bg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29" name="Rectangle 28"/>
          <p:cNvSpPr/>
          <p:nvPr userDrawn="1"/>
        </p:nvSpPr>
        <p:spPr>
          <a:xfrm>
            <a:off x="5127826" y="4051293"/>
            <a:ext cx="1920405" cy="7112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30" name="Text Placeholder 3"/>
          <p:cNvSpPr>
            <a:spLocks noGrp="1"/>
          </p:cNvSpPr>
          <p:nvPr>
            <p:ph type="body" sz="half" idx="22"/>
          </p:nvPr>
        </p:nvSpPr>
        <p:spPr>
          <a:xfrm>
            <a:off x="5395940" y="4176106"/>
            <a:ext cx="1367243" cy="508973"/>
          </a:xfrm>
          <a:prstGeom prst="rect">
            <a:avLst/>
          </a:prstGeom>
        </p:spPr>
        <p:txBody>
          <a:bodyPr wrap="square" lIns="0" tIns="0" rIns="0" bIns="0" anchor="ctr">
            <a:noAutofit/>
          </a:bodyPr>
          <a:lstStyle>
            <a:lvl1pPr marL="0" indent="0" algn="ctr">
              <a:buNone/>
              <a:defRPr sz="1467" b="1" baseline="0">
                <a:solidFill>
                  <a:schemeClr val="bg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35" name="Rectangle 34"/>
          <p:cNvSpPr/>
          <p:nvPr userDrawn="1"/>
        </p:nvSpPr>
        <p:spPr>
          <a:xfrm>
            <a:off x="7237650" y="4051293"/>
            <a:ext cx="1920405" cy="7112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36" name="Text Placeholder 3"/>
          <p:cNvSpPr>
            <a:spLocks noGrp="1"/>
          </p:cNvSpPr>
          <p:nvPr>
            <p:ph type="body" sz="half" idx="25"/>
          </p:nvPr>
        </p:nvSpPr>
        <p:spPr>
          <a:xfrm>
            <a:off x="7505764" y="4176106"/>
            <a:ext cx="1367243" cy="508973"/>
          </a:xfrm>
          <a:prstGeom prst="rect">
            <a:avLst/>
          </a:prstGeom>
        </p:spPr>
        <p:txBody>
          <a:bodyPr wrap="square" lIns="0" tIns="0" rIns="0" bIns="0" anchor="ctr">
            <a:noAutofit/>
          </a:bodyPr>
          <a:lstStyle>
            <a:lvl1pPr marL="0" indent="0" algn="ctr">
              <a:buNone/>
              <a:defRPr sz="1467" b="1" baseline="0">
                <a:solidFill>
                  <a:schemeClr val="bg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41" name="Rectangle 40"/>
          <p:cNvSpPr/>
          <p:nvPr userDrawn="1"/>
        </p:nvSpPr>
        <p:spPr>
          <a:xfrm>
            <a:off x="9369084" y="4051293"/>
            <a:ext cx="1920405" cy="71120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44" name="Text Placeholder 3"/>
          <p:cNvSpPr>
            <a:spLocks noGrp="1"/>
          </p:cNvSpPr>
          <p:nvPr>
            <p:ph type="body" sz="half" idx="28"/>
          </p:nvPr>
        </p:nvSpPr>
        <p:spPr>
          <a:xfrm>
            <a:off x="9637199" y="4176106"/>
            <a:ext cx="1367243" cy="508973"/>
          </a:xfrm>
          <a:prstGeom prst="rect">
            <a:avLst/>
          </a:prstGeom>
        </p:spPr>
        <p:txBody>
          <a:bodyPr wrap="square" lIns="0" tIns="0" rIns="0" bIns="0" anchor="ctr">
            <a:noAutofit/>
          </a:bodyPr>
          <a:lstStyle>
            <a:lvl1pPr marL="0" indent="0" algn="ctr">
              <a:buNone/>
              <a:defRPr sz="1467" b="1" baseline="0">
                <a:solidFill>
                  <a:schemeClr val="bg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34"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37"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39432486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grpId="0" nodeType="afterEffect">
                                  <p:stCondLst>
                                    <p:cond delay="0"/>
                                  </p:stCondLst>
                                  <p:childTnLst>
                                    <p:set>
                                      <p:cBhvr>
                                        <p:cTn id="6" dur="1" fill="hold">
                                          <p:stCondLst>
                                            <p:cond delay="0"/>
                                          </p:stCondLst>
                                        </p:cTn>
                                        <p:tgtEl>
                                          <p:spTgt spid="31"/>
                                        </p:tgtEl>
                                        <p:attrNameLst>
                                          <p:attrName>style.visibility</p:attrName>
                                        </p:attrNameLst>
                                      </p:cBhvr>
                                      <p:to>
                                        <p:strVal val="visible"/>
                                      </p:to>
                                    </p:set>
                                    <p:anim calcmode="lin" valueType="num">
                                      <p:cBhvr>
                                        <p:cTn id="7" dur="500" fill="hold"/>
                                        <p:tgtEl>
                                          <p:spTgt spid="31"/>
                                        </p:tgtEl>
                                        <p:attrNameLst>
                                          <p:attrName>ppt_w</p:attrName>
                                        </p:attrNameLst>
                                      </p:cBhvr>
                                      <p:tavLst>
                                        <p:tav tm="0">
                                          <p:val>
                                            <p:fltVal val="0"/>
                                          </p:val>
                                        </p:tav>
                                        <p:tav tm="100000">
                                          <p:val>
                                            <p:strVal val="#ppt_w"/>
                                          </p:val>
                                        </p:tav>
                                      </p:tavLst>
                                    </p:anim>
                                    <p:anim calcmode="lin" valueType="num">
                                      <p:cBhvr>
                                        <p:cTn id="8" dur="500" fill="hold"/>
                                        <p:tgtEl>
                                          <p:spTgt spid="31"/>
                                        </p:tgtEl>
                                        <p:attrNameLst>
                                          <p:attrName>ppt_h</p:attrName>
                                        </p:attrNameLst>
                                      </p:cBhvr>
                                      <p:tavLst>
                                        <p:tav tm="0">
                                          <p:val>
                                            <p:fltVal val="0"/>
                                          </p:val>
                                        </p:tav>
                                        <p:tav tm="100000">
                                          <p:val>
                                            <p:strVal val="#ppt_h"/>
                                          </p:val>
                                        </p:tav>
                                      </p:tavLst>
                                    </p:anim>
                                    <p:animEffect transition="in" filter="fade">
                                      <p:cBhvr>
                                        <p:cTn id="9" dur="500"/>
                                        <p:tgtEl>
                                          <p:spTgt spid="31"/>
                                        </p:tgtEl>
                                      </p:cBhvr>
                                    </p:animEffect>
                                  </p:childTnLst>
                                </p:cTn>
                              </p:par>
                            </p:childTnLst>
                          </p:cTn>
                        </p:par>
                        <p:par>
                          <p:cTn id="10" fill="hold">
                            <p:stCondLst>
                              <p:cond delay="500"/>
                            </p:stCondLst>
                            <p:childTnLst>
                              <p:par>
                                <p:cTn id="11" presetID="22" presetClass="entr" presetSubtype="4" fill="hold" grpId="0" nodeType="afterEffect">
                                  <p:stCondLst>
                                    <p:cond delay="0"/>
                                  </p:stCondLst>
                                  <p:childTnLst>
                                    <p:set>
                                      <p:cBhvr>
                                        <p:cTn id="12" dur="1" fill="hold">
                                          <p:stCondLst>
                                            <p:cond delay="0"/>
                                          </p:stCondLst>
                                        </p:cTn>
                                        <p:tgtEl>
                                          <p:spTgt spid="21"/>
                                        </p:tgtEl>
                                        <p:attrNameLst>
                                          <p:attrName>style.visibility</p:attrName>
                                        </p:attrNameLst>
                                      </p:cBhvr>
                                      <p:to>
                                        <p:strVal val="visible"/>
                                      </p:to>
                                    </p:set>
                                    <p:animEffect transition="in" filter="wipe(down)">
                                      <p:cBhvr>
                                        <p:cTn id="13" dur="500"/>
                                        <p:tgtEl>
                                          <p:spTgt spid="21"/>
                                        </p:tgtEl>
                                      </p:cBhvr>
                                    </p:animEffect>
                                  </p:childTnLst>
                                </p:cTn>
                              </p:par>
                            </p:childTnLst>
                          </p:cTn>
                        </p:par>
                        <p:par>
                          <p:cTn id="14" fill="hold">
                            <p:stCondLst>
                              <p:cond delay="1000"/>
                            </p:stCondLst>
                            <p:childTnLst>
                              <p:par>
                                <p:cTn id="15" presetID="22" presetClass="entr" presetSubtype="4" fill="hold" grpId="0" nodeType="afterEffect" nodePh="1">
                                  <p:stCondLst>
                                    <p:cond delay="0"/>
                                  </p:stCondLst>
                                  <p:endCondLst>
                                    <p:cond evt="begin" delay="0">
                                      <p:tn val="15"/>
                                    </p:cond>
                                  </p:endCondLst>
                                  <p:childTnLst>
                                    <p:set>
                                      <p:cBhvr>
                                        <p:cTn id="16" dur="1" fill="hold">
                                          <p:stCondLst>
                                            <p:cond delay="0"/>
                                          </p:stCondLst>
                                        </p:cTn>
                                        <p:tgtEl>
                                          <p:spTgt spid="22">
                                            <p:txEl>
                                              <p:pRg st="0" end="0"/>
                                            </p:txEl>
                                          </p:spTgt>
                                        </p:tgtEl>
                                        <p:attrNameLst>
                                          <p:attrName>style.visibility</p:attrName>
                                        </p:attrNameLst>
                                      </p:cBhvr>
                                      <p:to>
                                        <p:strVal val="visible"/>
                                      </p:to>
                                    </p:set>
                                    <p:animEffect transition="in" filter="wipe(down)">
                                      <p:cBhvr>
                                        <p:cTn id="17" dur="500"/>
                                        <p:tgtEl>
                                          <p:spTgt spid="22">
                                            <p:txEl>
                                              <p:pRg st="0" end="0"/>
                                            </p:txEl>
                                          </p:spTgt>
                                        </p:tgtEl>
                                      </p:cBhvr>
                                    </p:animEffect>
                                  </p:childTnLst>
                                </p:cTn>
                              </p:par>
                            </p:childTnLst>
                          </p:cTn>
                        </p:par>
                        <p:par>
                          <p:cTn id="18" fill="hold">
                            <p:stCondLst>
                              <p:cond delay="1500"/>
                            </p:stCondLst>
                            <p:childTnLst>
                              <p:par>
                                <p:cTn id="19" presetID="2" presetClass="entr" presetSubtype="4" accel="50000" decel="50000" fill="hold" grpId="0" nodeType="afterEffect" nodePh="1">
                                  <p:stCondLst>
                                    <p:cond delay="0"/>
                                  </p:stCondLst>
                                  <p:endCondLst>
                                    <p:cond evt="begin" delay="0">
                                      <p:tn val="19"/>
                                    </p:cond>
                                  </p:endCondLst>
                                  <p:childTnLst>
                                    <p:set>
                                      <p:cBhvr>
                                        <p:cTn id="20" dur="1" fill="hold">
                                          <p:stCondLst>
                                            <p:cond delay="0"/>
                                          </p:stCondLst>
                                        </p:cTn>
                                        <p:tgtEl>
                                          <p:spTgt spid="14">
                                            <p:txEl>
                                              <p:pRg st="0" end="0"/>
                                            </p:txEl>
                                          </p:spTgt>
                                        </p:tgtEl>
                                        <p:attrNameLst>
                                          <p:attrName>style.visibility</p:attrName>
                                        </p:attrNameLst>
                                      </p:cBhvr>
                                      <p:to>
                                        <p:strVal val="visible"/>
                                      </p:to>
                                    </p:set>
                                    <p:anim calcmode="lin" valueType="num">
                                      <p:cBhvr additive="base">
                                        <p:cTn id="21" dur="500" fill="hold"/>
                                        <p:tgtEl>
                                          <p:spTgt spid="14">
                                            <p:txEl>
                                              <p:pRg st="0" end="0"/>
                                            </p:txEl>
                                          </p:spTgt>
                                        </p:tgtEl>
                                        <p:attrNameLst>
                                          <p:attrName>ppt_x</p:attrName>
                                        </p:attrNameLst>
                                      </p:cBhvr>
                                      <p:tavLst>
                                        <p:tav tm="0">
                                          <p:val>
                                            <p:strVal val="#ppt_x"/>
                                          </p:val>
                                        </p:tav>
                                        <p:tav tm="100000">
                                          <p:val>
                                            <p:strVal val="#ppt_x"/>
                                          </p:val>
                                        </p:tav>
                                      </p:tavLst>
                                    </p:anim>
                                    <p:anim calcmode="lin" valueType="num">
                                      <p:cBhvr additive="base">
                                        <p:cTn id="22" dur="500" fill="hold"/>
                                        <p:tgtEl>
                                          <p:spTgt spid="14">
                                            <p:txEl>
                                              <p:pRg st="0" end="0"/>
                                            </p:txEl>
                                          </p:spTgt>
                                        </p:tgtEl>
                                        <p:attrNameLst>
                                          <p:attrName>ppt_y</p:attrName>
                                        </p:attrNameLst>
                                      </p:cBhvr>
                                      <p:tavLst>
                                        <p:tav tm="0">
                                          <p:val>
                                            <p:strVal val="1+#ppt_h/2"/>
                                          </p:val>
                                        </p:tav>
                                        <p:tav tm="100000">
                                          <p:val>
                                            <p:strVal val="#ppt_y"/>
                                          </p:val>
                                        </p:tav>
                                      </p:tavLst>
                                    </p:anim>
                                  </p:childTnLst>
                                </p:cTn>
                              </p:par>
                            </p:childTnLst>
                          </p:cTn>
                        </p:par>
                        <p:par>
                          <p:cTn id="23" fill="hold">
                            <p:stCondLst>
                              <p:cond delay="2000"/>
                            </p:stCondLst>
                            <p:childTnLst>
                              <p:par>
                                <p:cTn id="24" presetID="53" presetClass="entr" presetSubtype="0" fill="hold" grpId="0" nodeType="afterEffect">
                                  <p:stCondLst>
                                    <p:cond delay="0"/>
                                  </p:stCondLst>
                                  <p:childTnLst>
                                    <p:set>
                                      <p:cBhvr>
                                        <p:cTn id="25" dur="1" fill="hold">
                                          <p:stCondLst>
                                            <p:cond delay="0"/>
                                          </p:stCondLst>
                                        </p:cTn>
                                        <p:tgtEl>
                                          <p:spTgt spid="23"/>
                                        </p:tgtEl>
                                        <p:attrNameLst>
                                          <p:attrName>style.visibility</p:attrName>
                                        </p:attrNameLst>
                                      </p:cBhvr>
                                      <p:to>
                                        <p:strVal val="visible"/>
                                      </p:to>
                                    </p:set>
                                    <p:anim calcmode="lin" valueType="num">
                                      <p:cBhvr>
                                        <p:cTn id="26" dur="500" fill="hold"/>
                                        <p:tgtEl>
                                          <p:spTgt spid="23"/>
                                        </p:tgtEl>
                                        <p:attrNameLst>
                                          <p:attrName>ppt_w</p:attrName>
                                        </p:attrNameLst>
                                      </p:cBhvr>
                                      <p:tavLst>
                                        <p:tav tm="0">
                                          <p:val>
                                            <p:fltVal val="0"/>
                                          </p:val>
                                        </p:tav>
                                        <p:tav tm="100000">
                                          <p:val>
                                            <p:strVal val="#ppt_w"/>
                                          </p:val>
                                        </p:tav>
                                      </p:tavLst>
                                    </p:anim>
                                    <p:anim calcmode="lin" valueType="num">
                                      <p:cBhvr>
                                        <p:cTn id="27" dur="500" fill="hold"/>
                                        <p:tgtEl>
                                          <p:spTgt spid="23"/>
                                        </p:tgtEl>
                                        <p:attrNameLst>
                                          <p:attrName>ppt_h</p:attrName>
                                        </p:attrNameLst>
                                      </p:cBhvr>
                                      <p:tavLst>
                                        <p:tav tm="0">
                                          <p:val>
                                            <p:fltVal val="0"/>
                                          </p:val>
                                        </p:tav>
                                        <p:tav tm="100000">
                                          <p:val>
                                            <p:strVal val="#ppt_h"/>
                                          </p:val>
                                        </p:tav>
                                      </p:tavLst>
                                    </p:anim>
                                    <p:animEffect transition="in" filter="fade">
                                      <p:cBhvr>
                                        <p:cTn id="28" dur="500"/>
                                        <p:tgtEl>
                                          <p:spTgt spid="23"/>
                                        </p:tgtEl>
                                      </p:cBhvr>
                                    </p:animEffect>
                                  </p:childTnLst>
                                </p:cTn>
                              </p:par>
                            </p:childTnLst>
                          </p:cTn>
                        </p:par>
                        <p:par>
                          <p:cTn id="29" fill="hold">
                            <p:stCondLst>
                              <p:cond delay="2500"/>
                            </p:stCondLst>
                            <p:childTnLst>
                              <p:par>
                                <p:cTn id="30" presetID="22" presetClass="entr" presetSubtype="4" fill="hold" grpId="0" nodeType="afterEffect">
                                  <p:stCondLst>
                                    <p:cond delay="0"/>
                                  </p:stCondLst>
                                  <p:childTnLst>
                                    <p:set>
                                      <p:cBhvr>
                                        <p:cTn id="31" dur="1" fill="hold">
                                          <p:stCondLst>
                                            <p:cond delay="0"/>
                                          </p:stCondLst>
                                        </p:cTn>
                                        <p:tgtEl>
                                          <p:spTgt spid="25"/>
                                        </p:tgtEl>
                                        <p:attrNameLst>
                                          <p:attrName>style.visibility</p:attrName>
                                        </p:attrNameLst>
                                      </p:cBhvr>
                                      <p:to>
                                        <p:strVal val="visible"/>
                                      </p:to>
                                    </p:set>
                                    <p:animEffect transition="in" filter="wipe(down)">
                                      <p:cBhvr>
                                        <p:cTn id="32" dur="500"/>
                                        <p:tgtEl>
                                          <p:spTgt spid="25"/>
                                        </p:tgtEl>
                                      </p:cBhvr>
                                    </p:animEffect>
                                  </p:childTnLst>
                                </p:cTn>
                              </p:par>
                            </p:childTnLst>
                          </p:cTn>
                        </p:par>
                        <p:par>
                          <p:cTn id="33" fill="hold">
                            <p:stCondLst>
                              <p:cond delay="3000"/>
                            </p:stCondLst>
                            <p:childTnLst>
                              <p:par>
                                <p:cTn id="34" presetID="22" presetClass="entr" presetSubtype="4" fill="hold" grpId="0" nodeType="afterEffect" nodePh="1">
                                  <p:stCondLst>
                                    <p:cond delay="0"/>
                                  </p:stCondLst>
                                  <p:endCondLst>
                                    <p:cond evt="begin" delay="0">
                                      <p:tn val="34"/>
                                    </p:cond>
                                  </p:endCondLst>
                                  <p:childTnLst>
                                    <p:set>
                                      <p:cBhvr>
                                        <p:cTn id="35" dur="1" fill="hold">
                                          <p:stCondLst>
                                            <p:cond delay="0"/>
                                          </p:stCondLst>
                                        </p:cTn>
                                        <p:tgtEl>
                                          <p:spTgt spid="26">
                                            <p:txEl>
                                              <p:pRg st="0" end="0"/>
                                            </p:txEl>
                                          </p:spTgt>
                                        </p:tgtEl>
                                        <p:attrNameLst>
                                          <p:attrName>style.visibility</p:attrName>
                                        </p:attrNameLst>
                                      </p:cBhvr>
                                      <p:to>
                                        <p:strVal val="visible"/>
                                      </p:to>
                                    </p:set>
                                    <p:animEffect transition="in" filter="wipe(down)">
                                      <p:cBhvr>
                                        <p:cTn id="36" dur="500"/>
                                        <p:tgtEl>
                                          <p:spTgt spid="26">
                                            <p:txEl>
                                              <p:pRg st="0" end="0"/>
                                            </p:txEl>
                                          </p:spTgt>
                                        </p:tgtEl>
                                      </p:cBhvr>
                                    </p:animEffect>
                                  </p:childTnLst>
                                </p:cTn>
                              </p:par>
                            </p:childTnLst>
                          </p:cTn>
                        </p:par>
                        <p:par>
                          <p:cTn id="37" fill="hold">
                            <p:stCondLst>
                              <p:cond delay="3500"/>
                            </p:stCondLst>
                            <p:childTnLst>
                              <p:par>
                                <p:cTn id="38" presetID="2" presetClass="entr" presetSubtype="4" accel="50000" decel="50000" fill="hold" grpId="0" nodeType="afterEffect" nodePh="1">
                                  <p:stCondLst>
                                    <p:cond delay="0"/>
                                  </p:stCondLst>
                                  <p:endCondLst>
                                    <p:cond evt="begin" delay="0">
                                      <p:tn val="38"/>
                                    </p:cond>
                                  </p:endCondLst>
                                  <p:childTnLst>
                                    <p:set>
                                      <p:cBhvr>
                                        <p:cTn id="39" dur="1" fill="hold">
                                          <p:stCondLst>
                                            <p:cond delay="0"/>
                                          </p:stCondLst>
                                        </p:cTn>
                                        <p:tgtEl>
                                          <p:spTgt spid="24">
                                            <p:txEl>
                                              <p:pRg st="0" end="0"/>
                                            </p:txEl>
                                          </p:spTgt>
                                        </p:tgtEl>
                                        <p:attrNameLst>
                                          <p:attrName>style.visibility</p:attrName>
                                        </p:attrNameLst>
                                      </p:cBhvr>
                                      <p:to>
                                        <p:strVal val="visible"/>
                                      </p:to>
                                    </p:set>
                                    <p:anim calcmode="lin" valueType="num">
                                      <p:cBhvr additive="base">
                                        <p:cTn id="40"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additive="base">
                                        <p:cTn id="41" dur="500" fill="hold"/>
                                        <p:tgtEl>
                                          <p:spTgt spid="24">
                                            <p:txEl>
                                              <p:pRg st="0" end="0"/>
                                            </p:txEl>
                                          </p:spTgt>
                                        </p:tgtEl>
                                        <p:attrNameLst>
                                          <p:attrName>ppt_y</p:attrName>
                                        </p:attrNameLst>
                                      </p:cBhvr>
                                      <p:tavLst>
                                        <p:tav tm="0">
                                          <p:val>
                                            <p:strVal val="1+#ppt_h/2"/>
                                          </p:val>
                                        </p:tav>
                                        <p:tav tm="100000">
                                          <p:val>
                                            <p:strVal val="#ppt_y"/>
                                          </p:val>
                                        </p:tav>
                                      </p:tavLst>
                                    </p:anim>
                                  </p:childTnLst>
                                </p:cTn>
                              </p:par>
                            </p:childTnLst>
                          </p:cTn>
                        </p:par>
                        <p:par>
                          <p:cTn id="42" fill="hold">
                            <p:stCondLst>
                              <p:cond delay="4000"/>
                            </p:stCondLst>
                            <p:childTnLst>
                              <p:par>
                                <p:cTn id="43" presetID="53" presetClass="entr" presetSubtype="0" fill="hold" grpId="0" nodeType="afterEffect">
                                  <p:stCondLst>
                                    <p:cond delay="0"/>
                                  </p:stCondLst>
                                  <p:childTnLst>
                                    <p:set>
                                      <p:cBhvr>
                                        <p:cTn id="44" dur="1" fill="hold">
                                          <p:stCondLst>
                                            <p:cond delay="0"/>
                                          </p:stCondLst>
                                        </p:cTn>
                                        <p:tgtEl>
                                          <p:spTgt spid="27"/>
                                        </p:tgtEl>
                                        <p:attrNameLst>
                                          <p:attrName>style.visibility</p:attrName>
                                        </p:attrNameLst>
                                      </p:cBhvr>
                                      <p:to>
                                        <p:strVal val="visible"/>
                                      </p:to>
                                    </p:set>
                                    <p:anim calcmode="lin" valueType="num">
                                      <p:cBhvr>
                                        <p:cTn id="45" dur="500" fill="hold"/>
                                        <p:tgtEl>
                                          <p:spTgt spid="27"/>
                                        </p:tgtEl>
                                        <p:attrNameLst>
                                          <p:attrName>ppt_w</p:attrName>
                                        </p:attrNameLst>
                                      </p:cBhvr>
                                      <p:tavLst>
                                        <p:tav tm="0">
                                          <p:val>
                                            <p:fltVal val="0"/>
                                          </p:val>
                                        </p:tav>
                                        <p:tav tm="100000">
                                          <p:val>
                                            <p:strVal val="#ppt_w"/>
                                          </p:val>
                                        </p:tav>
                                      </p:tavLst>
                                    </p:anim>
                                    <p:anim calcmode="lin" valueType="num">
                                      <p:cBhvr>
                                        <p:cTn id="46" dur="500" fill="hold"/>
                                        <p:tgtEl>
                                          <p:spTgt spid="27"/>
                                        </p:tgtEl>
                                        <p:attrNameLst>
                                          <p:attrName>ppt_h</p:attrName>
                                        </p:attrNameLst>
                                      </p:cBhvr>
                                      <p:tavLst>
                                        <p:tav tm="0">
                                          <p:val>
                                            <p:fltVal val="0"/>
                                          </p:val>
                                        </p:tav>
                                        <p:tav tm="100000">
                                          <p:val>
                                            <p:strVal val="#ppt_h"/>
                                          </p:val>
                                        </p:tav>
                                      </p:tavLst>
                                    </p:anim>
                                    <p:animEffect transition="in" filter="fade">
                                      <p:cBhvr>
                                        <p:cTn id="47" dur="500"/>
                                        <p:tgtEl>
                                          <p:spTgt spid="27"/>
                                        </p:tgtEl>
                                      </p:cBhvr>
                                    </p:animEffect>
                                  </p:childTnLst>
                                </p:cTn>
                              </p:par>
                            </p:childTnLst>
                          </p:cTn>
                        </p:par>
                        <p:par>
                          <p:cTn id="48" fill="hold">
                            <p:stCondLst>
                              <p:cond delay="4500"/>
                            </p:stCondLst>
                            <p:childTnLst>
                              <p:par>
                                <p:cTn id="49" presetID="22" presetClass="entr" presetSubtype="4" fill="hold" grpId="0" nodeType="afterEffect">
                                  <p:stCondLst>
                                    <p:cond delay="0"/>
                                  </p:stCondLst>
                                  <p:childTnLst>
                                    <p:set>
                                      <p:cBhvr>
                                        <p:cTn id="50" dur="1" fill="hold">
                                          <p:stCondLst>
                                            <p:cond delay="0"/>
                                          </p:stCondLst>
                                        </p:cTn>
                                        <p:tgtEl>
                                          <p:spTgt spid="29"/>
                                        </p:tgtEl>
                                        <p:attrNameLst>
                                          <p:attrName>style.visibility</p:attrName>
                                        </p:attrNameLst>
                                      </p:cBhvr>
                                      <p:to>
                                        <p:strVal val="visible"/>
                                      </p:to>
                                    </p:set>
                                    <p:animEffect transition="in" filter="wipe(down)">
                                      <p:cBhvr>
                                        <p:cTn id="51" dur="500"/>
                                        <p:tgtEl>
                                          <p:spTgt spid="29"/>
                                        </p:tgtEl>
                                      </p:cBhvr>
                                    </p:animEffect>
                                  </p:childTnLst>
                                </p:cTn>
                              </p:par>
                            </p:childTnLst>
                          </p:cTn>
                        </p:par>
                        <p:par>
                          <p:cTn id="52" fill="hold">
                            <p:stCondLst>
                              <p:cond delay="5000"/>
                            </p:stCondLst>
                            <p:childTnLst>
                              <p:par>
                                <p:cTn id="53" presetID="22" presetClass="entr" presetSubtype="4" fill="hold" grpId="0" nodeType="afterEffect" nodePh="1">
                                  <p:stCondLst>
                                    <p:cond delay="0"/>
                                  </p:stCondLst>
                                  <p:endCondLst>
                                    <p:cond evt="begin" delay="0">
                                      <p:tn val="53"/>
                                    </p:cond>
                                  </p:endCondLst>
                                  <p:childTnLst>
                                    <p:set>
                                      <p:cBhvr>
                                        <p:cTn id="54" dur="1" fill="hold">
                                          <p:stCondLst>
                                            <p:cond delay="0"/>
                                          </p:stCondLst>
                                        </p:cTn>
                                        <p:tgtEl>
                                          <p:spTgt spid="30">
                                            <p:txEl>
                                              <p:pRg st="0" end="0"/>
                                            </p:txEl>
                                          </p:spTgt>
                                        </p:tgtEl>
                                        <p:attrNameLst>
                                          <p:attrName>style.visibility</p:attrName>
                                        </p:attrNameLst>
                                      </p:cBhvr>
                                      <p:to>
                                        <p:strVal val="visible"/>
                                      </p:to>
                                    </p:set>
                                    <p:animEffect transition="in" filter="wipe(down)">
                                      <p:cBhvr>
                                        <p:cTn id="55" dur="500"/>
                                        <p:tgtEl>
                                          <p:spTgt spid="30">
                                            <p:txEl>
                                              <p:pRg st="0" end="0"/>
                                            </p:txEl>
                                          </p:spTgt>
                                        </p:tgtEl>
                                      </p:cBhvr>
                                    </p:animEffect>
                                  </p:childTnLst>
                                </p:cTn>
                              </p:par>
                            </p:childTnLst>
                          </p:cTn>
                        </p:par>
                        <p:par>
                          <p:cTn id="56" fill="hold">
                            <p:stCondLst>
                              <p:cond delay="5500"/>
                            </p:stCondLst>
                            <p:childTnLst>
                              <p:par>
                                <p:cTn id="57" presetID="2" presetClass="entr" presetSubtype="4" accel="50000" decel="50000" fill="hold" grpId="0" nodeType="afterEffect" nodePh="1">
                                  <p:stCondLst>
                                    <p:cond delay="0"/>
                                  </p:stCondLst>
                                  <p:endCondLst>
                                    <p:cond evt="begin" delay="0">
                                      <p:tn val="57"/>
                                    </p:cond>
                                  </p:endCondLst>
                                  <p:childTnLst>
                                    <p:set>
                                      <p:cBhvr>
                                        <p:cTn id="58" dur="1" fill="hold">
                                          <p:stCondLst>
                                            <p:cond delay="0"/>
                                          </p:stCondLst>
                                        </p:cTn>
                                        <p:tgtEl>
                                          <p:spTgt spid="28">
                                            <p:txEl>
                                              <p:pRg st="0" end="0"/>
                                            </p:txEl>
                                          </p:spTgt>
                                        </p:tgtEl>
                                        <p:attrNameLst>
                                          <p:attrName>style.visibility</p:attrName>
                                        </p:attrNameLst>
                                      </p:cBhvr>
                                      <p:to>
                                        <p:strVal val="visible"/>
                                      </p:to>
                                    </p:set>
                                    <p:anim calcmode="lin" valueType="num">
                                      <p:cBhvr additive="base">
                                        <p:cTn id="59" dur="500" fill="hold"/>
                                        <p:tgtEl>
                                          <p:spTgt spid="28">
                                            <p:txEl>
                                              <p:pRg st="0" end="0"/>
                                            </p:txEl>
                                          </p:spTgt>
                                        </p:tgtEl>
                                        <p:attrNameLst>
                                          <p:attrName>ppt_x</p:attrName>
                                        </p:attrNameLst>
                                      </p:cBhvr>
                                      <p:tavLst>
                                        <p:tav tm="0">
                                          <p:val>
                                            <p:strVal val="#ppt_x"/>
                                          </p:val>
                                        </p:tav>
                                        <p:tav tm="100000">
                                          <p:val>
                                            <p:strVal val="#ppt_x"/>
                                          </p:val>
                                        </p:tav>
                                      </p:tavLst>
                                    </p:anim>
                                    <p:anim calcmode="lin" valueType="num">
                                      <p:cBhvr additive="base">
                                        <p:cTn id="60" dur="500" fill="hold"/>
                                        <p:tgtEl>
                                          <p:spTgt spid="28">
                                            <p:txEl>
                                              <p:pRg st="0" end="0"/>
                                            </p:txEl>
                                          </p:spTgt>
                                        </p:tgtEl>
                                        <p:attrNameLst>
                                          <p:attrName>ppt_y</p:attrName>
                                        </p:attrNameLst>
                                      </p:cBhvr>
                                      <p:tavLst>
                                        <p:tav tm="0">
                                          <p:val>
                                            <p:strVal val="1+#ppt_h/2"/>
                                          </p:val>
                                        </p:tav>
                                        <p:tav tm="100000">
                                          <p:val>
                                            <p:strVal val="#ppt_y"/>
                                          </p:val>
                                        </p:tav>
                                      </p:tavLst>
                                    </p:anim>
                                  </p:childTnLst>
                                </p:cTn>
                              </p:par>
                            </p:childTnLst>
                          </p:cTn>
                        </p:par>
                        <p:par>
                          <p:cTn id="61" fill="hold">
                            <p:stCondLst>
                              <p:cond delay="6000"/>
                            </p:stCondLst>
                            <p:childTnLst>
                              <p:par>
                                <p:cTn id="62" presetID="53" presetClass="entr" presetSubtype="0" fill="hold" grpId="0" nodeType="afterEffect">
                                  <p:stCondLst>
                                    <p:cond delay="0"/>
                                  </p:stCondLst>
                                  <p:childTnLst>
                                    <p:set>
                                      <p:cBhvr>
                                        <p:cTn id="63" dur="1" fill="hold">
                                          <p:stCondLst>
                                            <p:cond delay="0"/>
                                          </p:stCondLst>
                                        </p:cTn>
                                        <p:tgtEl>
                                          <p:spTgt spid="32"/>
                                        </p:tgtEl>
                                        <p:attrNameLst>
                                          <p:attrName>style.visibility</p:attrName>
                                        </p:attrNameLst>
                                      </p:cBhvr>
                                      <p:to>
                                        <p:strVal val="visible"/>
                                      </p:to>
                                    </p:set>
                                    <p:anim calcmode="lin" valueType="num">
                                      <p:cBhvr>
                                        <p:cTn id="64" dur="500" fill="hold"/>
                                        <p:tgtEl>
                                          <p:spTgt spid="32"/>
                                        </p:tgtEl>
                                        <p:attrNameLst>
                                          <p:attrName>ppt_w</p:attrName>
                                        </p:attrNameLst>
                                      </p:cBhvr>
                                      <p:tavLst>
                                        <p:tav tm="0">
                                          <p:val>
                                            <p:fltVal val="0"/>
                                          </p:val>
                                        </p:tav>
                                        <p:tav tm="100000">
                                          <p:val>
                                            <p:strVal val="#ppt_w"/>
                                          </p:val>
                                        </p:tav>
                                      </p:tavLst>
                                    </p:anim>
                                    <p:anim calcmode="lin" valueType="num">
                                      <p:cBhvr>
                                        <p:cTn id="65" dur="500" fill="hold"/>
                                        <p:tgtEl>
                                          <p:spTgt spid="32"/>
                                        </p:tgtEl>
                                        <p:attrNameLst>
                                          <p:attrName>ppt_h</p:attrName>
                                        </p:attrNameLst>
                                      </p:cBhvr>
                                      <p:tavLst>
                                        <p:tav tm="0">
                                          <p:val>
                                            <p:fltVal val="0"/>
                                          </p:val>
                                        </p:tav>
                                        <p:tav tm="100000">
                                          <p:val>
                                            <p:strVal val="#ppt_h"/>
                                          </p:val>
                                        </p:tav>
                                      </p:tavLst>
                                    </p:anim>
                                    <p:animEffect transition="in" filter="fade">
                                      <p:cBhvr>
                                        <p:cTn id="66" dur="500"/>
                                        <p:tgtEl>
                                          <p:spTgt spid="32"/>
                                        </p:tgtEl>
                                      </p:cBhvr>
                                    </p:animEffect>
                                  </p:childTnLst>
                                </p:cTn>
                              </p:par>
                            </p:childTnLst>
                          </p:cTn>
                        </p:par>
                        <p:par>
                          <p:cTn id="67" fill="hold">
                            <p:stCondLst>
                              <p:cond delay="6500"/>
                            </p:stCondLst>
                            <p:childTnLst>
                              <p:par>
                                <p:cTn id="68" presetID="22" presetClass="entr" presetSubtype="4" fill="hold" grpId="0" nodeType="afterEffect">
                                  <p:stCondLst>
                                    <p:cond delay="0"/>
                                  </p:stCondLst>
                                  <p:childTnLst>
                                    <p:set>
                                      <p:cBhvr>
                                        <p:cTn id="69" dur="1" fill="hold">
                                          <p:stCondLst>
                                            <p:cond delay="0"/>
                                          </p:stCondLst>
                                        </p:cTn>
                                        <p:tgtEl>
                                          <p:spTgt spid="35"/>
                                        </p:tgtEl>
                                        <p:attrNameLst>
                                          <p:attrName>style.visibility</p:attrName>
                                        </p:attrNameLst>
                                      </p:cBhvr>
                                      <p:to>
                                        <p:strVal val="visible"/>
                                      </p:to>
                                    </p:set>
                                    <p:animEffect transition="in" filter="wipe(down)">
                                      <p:cBhvr>
                                        <p:cTn id="70" dur="500"/>
                                        <p:tgtEl>
                                          <p:spTgt spid="35"/>
                                        </p:tgtEl>
                                      </p:cBhvr>
                                    </p:animEffect>
                                  </p:childTnLst>
                                </p:cTn>
                              </p:par>
                            </p:childTnLst>
                          </p:cTn>
                        </p:par>
                        <p:par>
                          <p:cTn id="71" fill="hold">
                            <p:stCondLst>
                              <p:cond delay="7000"/>
                            </p:stCondLst>
                            <p:childTnLst>
                              <p:par>
                                <p:cTn id="72" presetID="22" presetClass="entr" presetSubtype="4" fill="hold" grpId="0" nodeType="afterEffect" nodePh="1">
                                  <p:stCondLst>
                                    <p:cond delay="0"/>
                                  </p:stCondLst>
                                  <p:endCondLst>
                                    <p:cond evt="begin" delay="0">
                                      <p:tn val="72"/>
                                    </p:cond>
                                  </p:endCondLst>
                                  <p:childTnLst>
                                    <p:set>
                                      <p:cBhvr>
                                        <p:cTn id="73" dur="1" fill="hold">
                                          <p:stCondLst>
                                            <p:cond delay="0"/>
                                          </p:stCondLst>
                                        </p:cTn>
                                        <p:tgtEl>
                                          <p:spTgt spid="36">
                                            <p:txEl>
                                              <p:pRg st="0" end="0"/>
                                            </p:txEl>
                                          </p:spTgt>
                                        </p:tgtEl>
                                        <p:attrNameLst>
                                          <p:attrName>style.visibility</p:attrName>
                                        </p:attrNameLst>
                                      </p:cBhvr>
                                      <p:to>
                                        <p:strVal val="visible"/>
                                      </p:to>
                                    </p:set>
                                    <p:animEffect transition="in" filter="wipe(down)">
                                      <p:cBhvr>
                                        <p:cTn id="74" dur="500"/>
                                        <p:tgtEl>
                                          <p:spTgt spid="36">
                                            <p:txEl>
                                              <p:pRg st="0" end="0"/>
                                            </p:txEl>
                                          </p:spTgt>
                                        </p:tgtEl>
                                      </p:cBhvr>
                                    </p:animEffect>
                                  </p:childTnLst>
                                </p:cTn>
                              </p:par>
                            </p:childTnLst>
                          </p:cTn>
                        </p:par>
                        <p:par>
                          <p:cTn id="75" fill="hold">
                            <p:stCondLst>
                              <p:cond delay="7500"/>
                            </p:stCondLst>
                            <p:childTnLst>
                              <p:par>
                                <p:cTn id="76" presetID="2" presetClass="entr" presetSubtype="4" accel="50000" decel="50000" fill="hold" grpId="0" nodeType="afterEffect" nodePh="1">
                                  <p:stCondLst>
                                    <p:cond delay="0"/>
                                  </p:stCondLst>
                                  <p:endCondLst>
                                    <p:cond evt="begin" delay="0">
                                      <p:tn val="76"/>
                                    </p:cond>
                                  </p:endCondLst>
                                  <p:childTnLst>
                                    <p:set>
                                      <p:cBhvr>
                                        <p:cTn id="77" dur="1" fill="hold">
                                          <p:stCondLst>
                                            <p:cond delay="0"/>
                                          </p:stCondLst>
                                        </p:cTn>
                                        <p:tgtEl>
                                          <p:spTgt spid="33">
                                            <p:txEl>
                                              <p:pRg st="0" end="0"/>
                                            </p:txEl>
                                          </p:spTgt>
                                        </p:tgtEl>
                                        <p:attrNameLst>
                                          <p:attrName>style.visibility</p:attrName>
                                        </p:attrNameLst>
                                      </p:cBhvr>
                                      <p:to>
                                        <p:strVal val="visible"/>
                                      </p:to>
                                    </p:set>
                                    <p:anim calcmode="lin" valueType="num">
                                      <p:cBhvr additive="base">
                                        <p:cTn id="78" dur="500" fill="hold"/>
                                        <p:tgtEl>
                                          <p:spTgt spid="33">
                                            <p:txEl>
                                              <p:pRg st="0" end="0"/>
                                            </p:txEl>
                                          </p:spTgt>
                                        </p:tgtEl>
                                        <p:attrNameLst>
                                          <p:attrName>ppt_x</p:attrName>
                                        </p:attrNameLst>
                                      </p:cBhvr>
                                      <p:tavLst>
                                        <p:tav tm="0">
                                          <p:val>
                                            <p:strVal val="#ppt_x"/>
                                          </p:val>
                                        </p:tav>
                                        <p:tav tm="100000">
                                          <p:val>
                                            <p:strVal val="#ppt_x"/>
                                          </p:val>
                                        </p:tav>
                                      </p:tavLst>
                                    </p:anim>
                                    <p:anim calcmode="lin" valueType="num">
                                      <p:cBhvr additive="base">
                                        <p:cTn id="79" dur="500" fill="hold"/>
                                        <p:tgtEl>
                                          <p:spTgt spid="33">
                                            <p:txEl>
                                              <p:pRg st="0" end="0"/>
                                            </p:txEl>
                                          </p:spTgt>
                                        </p:tgtEl>
                                        <p:attrNameLst>
                                          <p:attrName>ppt_y</p:attrName>
                                        </p:attrNameLst>
                                      </p:cBhvr>
                                      <p:tavLst>
                                        <p:tav tm="0">
                                          <p:val>
                                            <p:strVal val="1+#ppt_h/2"/>
                                          </p:val>
                                        </p:tav>
                                        <p:tav tm="100000">
                                          <p:val>
                                            <p:strVal val="#ppt_y"/>
                                          </p:val>
                                        </p:tav>
                                      </p:tavLst>
                                    </p:anim>
                                  </p:childTnLst>
                                </p:cTn>
                              </p:par>
                            </p:childTnLst>
                          </p:cTn>
                        </p:par>
                        <p:par>
                          <p:cTn id="80" fill="hold">
                            <p:stCondLst>
                              <p:cond delay="8000"/>
                            </p:stCondLst>
                            <p:childTnLst>
                              <p:par>
                                <p:cTn id="81" presetID="53" presetClass="entr" presetSubtype="0" fill="hold" grpId="0" nodeType="afterEffect">
                                  <p:stCondLst>
                                    <p:cond delay="0"/>
                                  </p:stCondLst>
                                  <p:childTnLst>
                                    <p:set>
                                      <p:cBhvr>
                                        <p:cTn id="82" dur="1" fill="hold">
                                          <p:stCondLst>
                                            <p:cond delay="0"/>
                                          </p:stCondLst>
                                        </p:cTn>
                                        <p:tgtEl>
                                          <p:spTgt spid="38"/>
                                        </p:tgtEl>
                                        <p:attrNameLst>
                                          <p:attrName>style.visibility</p:attrName>
                                        </p:attrNameLst>
                                      </p:cBhvr>
                                      <p:to>
                                        <p:strVal val="visible"/>
                                      </p:to>
                                    </p:set>
                                    <p:anim calcmode="lin" valueType="num">
                                      <p:cBhvr>
                                        <p:cTn id="83" dur="500" fill="hold"/>
                                        <p:tgtEl>
                                          <p:spTgt spid="38"/>
                                        </p:tgtEl>
                                        <p:attrNameLst>
                                          <p:attrName>ppt_w</p:attrName>
                                        </p:attrNameLst>
                                      </p:cBhvr>
                                      <p:tavLst>
                                        <p:tav tm="0">
                                          <p:val>
                                            <p:fltVal val="0"/>
                                          </p:val>
                                        </p:tav>
                                        <p:tav tm="100000">
                                          <p:val>
                                            <p:strVal val="#ppt_w"/>
                                          </p:val>
                                        </p:tav>
                                      </p:tavLst>
                                    </p:anim>
                                    <p:anim calcmode="lin" valueType="num">
                                      <p:cBhvr>
                                        <p:cTn id="84" dur="500" fill="hold"/>
                                        <p:tgtEl>
                                          <p:spTgt spid="38"/>
                                        </p:tgtEl>
                                        <p:attrNameLst>
                                          <p:attrName>ppt_h</p:attrName>
                                        </p:attrNameLst>
                                      </p:cBhvr>
                                      <p:tavLst>
                                        <p:tav tm="0">
                                          <p:val>
                                            <p:fltVal val="0"/>
                                          </p:val>
                                        </p:tav>
                                        <p:tav tm="100000">
                                          <p:val>
                                            <p:strVal val="#ppt_h"/>
                                          </p:val>
                                        </p:tav>
                                      </p:tavLst>
                                    </p:anim>
                                    <p:animEffect transition="in" filter="fade">
                                      <p:cBhvr>
                                        <p:cTn id="85" dur="500"/>
                                        <p:tgtEl>
                                          <p:spTgt spid="38"/>
                                        </p:tgtEl>
                                      </p:cBhvr>
                                    </p:animEffect>
                                  </p:childTnLst>
                                </p:cTn>
                              </p:par>
                            </p:childTnLst>
                          </p:cTn>
                        </p:par>
                        <p:par>
                          <p:cTn id="86" fill="hold">
                            <p:stCondLst>
                              <p:cond delay="8500"/>
                            </p:stCondLst>
                            <p:childTnLst>
                              <p:par>
                                <p:cTn id="87" presetID="22" presetClass="entr" presetSubtype="4" fill="hold" grpId="0" nodeType="afterEffect">
                                  <p:stCondLst>
                                    <p:cond delay="0"/>
                                  </p:stCondLst>
                                  <p:childTnLst>
                                    <p:set>
                                      <p:cBhvr>
                                        <p:cTn id="88" dur="1" fill="hold">
                                          <p:stCondLst>
                                            <p:cond delay="0"/>
                                          </p:stCondLst>
                                        </p:cTn>
                                        <p:tgtEl>
                                          <p:spTgt spid="41"/>
                                        </p:tgtEl>
                                        <p:attrNameLst>
                                          <p:attrName>style.visibility</p:attrName>
                                        </p:attrNameLst>
                                      </p:cBhvr>
                                      <p:to>
                                        <p:strVal val="visible"/>
                                      </p:to>
                                    </p:set>
                                    <p:animEffect transition="in" filter="wipe(down)">
                                      <p:cBhvr>
                                        <p:cTn id="89" dur="500"/>
                                        <p:tgtEl>
                                          <p:spTgt spid="41"/>
                                        </p:tgtEl>
                                      </p:cBhvr>
                                    </p:animEffect>
                                  </p:childTnLst>
                                </p:cTn>
                              </p:par>
                            </p:childTnLst>
                          </p:cTn>
                        </p:par>
                        <p:par>
                          <p:cTn id="90" fill="hold">
                            <p:stCondLst>
                              <p:cond delay="9000"/>
                            </p:stCondLst>
                            <p:childTnLst>
                              <p:par>
                                <p:cTn id="91" presetID="22" presetClass="entr" presetSubtype="4" fill="hold" grpId="0" nodeType="afterEffect" nodePh="1">
                                  <p:stCondLst>
                                    <p:cond delay="0"/>
                                  </p:stCondLst>
                                  <p:endCondLst>
                                    <p:cond evt="begin" delay="0">
                                      <p:tn val="91"/>
                                    </p:cond>
                                  </p:endCondLst>
                                  <p:childTnLst>
                                    <p:set>
                                      <p:cBhvr>
                                        <p:cTn id="92" dur="1" fill="hold">
                                          <p:stCondLst>
                                            <p:cond delay="0"/>
                                          </p:stCondLst>
                                        </p:cTn>
                                        <p:tgtEl>
                                          <p:spTgt spid="44">
                                            <p:txEl>
                                              <p:pRg st="0" end="0"/>
                                            </p:txEl>
                                          </p:spTgt>
                                        </p:tgtEl>
                                        <p:attrNameLst>
                                          <p:attrName>style.visibility</p:attrName>
                                        </p:attrNameLst>
                                      </p:cBhvr>
                                      <p:to>
                                        <p:strVal val="visible"/>
                                      </p:to>
                                    </p:set>
                                    <p:animEffect transition="in" filter="wipe(down)">
                                      <p:cBhvr>
                                        <p:cTn id="93" dur="500"/>
                                        <p:tgtEl>
                                          <p:spTgt spid="44">
                                            <p:txEl>
                                              <p:pRg st="0" end="0"/>
                                            </p:txEl>
                                          </p:spTgt>
                                        </p:tgtEl>
                                      </p:cBhvr>
                                    </p:animEffect>
                                  </p:childTnLst>
                                </p:cTn>
                              </p:par>
                            </p:childTnLst>
                          </p:cTn>
                        </p:par>
                        <p:par>
                          <p:cTn id="94" fill="hold">
                            <p:stCondLst>
                              <p:cond delay="9500"/>
                            </p:stCondLst>
                            <p:childTnLst>
                              <p:par>
                                <p:cTn id="95" presetID="2" presetClass="entr" presetSubtype="4" accel="50000" decel="50000" fill="hold" grpId="0" nodeType="afterEffect" nodePh="1">
                                  <p:stCondLst>
                                    <p:cond delay="0"/>
                                  </p:stCondLst>
                                  <p:endCondLst>
                                    <p:cond evt="begin" delay="0">
                                      <p:tn val="95"/>
                                    </p:cond>
                                  </p:endCondLst>
                                  <p:childTnLst>
                                    <p:set>
                                      <p:cBhvr>
                                        <p:cTn id="96" dur="1" fill="hold">
                                          <p:stCondLst>
                                            <p:cond delay="0"/>
                                          </p:stCondLst>
                                        </p:cTn>
                                        <p:tgtEl>
                                          <p:spTgt spid="39">
                                            <p:txEl>
                                              <p:pRg st="0" end="0"/>
                                            </p:txEl>
                                          </p:spTgt>
                                        </p:tgtEl>
                                        <p:attrNameLst>
                                          <p:attrName>style.visibility</p:attrName>
                                        </p:attrNameLst>
                                      </p:cBhvr>
                                      <p:to>
                                        <p:strVal val="visible"/>
                                      </p:to>
                                    </p:set>
                                    <p:anim calcmode="lin" valueType="num">
                                      <p:cBhvr additive="base">
                                        <p:cTn id="97" dur="500" fill="hold"/>
                                        <p:tgtEl>
                                          <p:spTgt spid="39">
                                            <p:txEl>
                                              <p:pRg st="0" end="0"/>
                                            </p:txEl>
                                          </p:spTgt>
                                        </p:tgtEl>
                                        <p:attrNameLst>
                                          <p:attrName>ppt_x</p:attrName>
                                        </p:attrNameLst>
                                      </p:cBhvr>
                                      <p:tavLst>
                                        <p:tav tm="0">
                                          <p:val>
                                            <p:strVal val="#ppt_x"/>
                                          </p:val>
                                        </p:tav>
                                        <p:tav tm="100000">
                                          <p:val>
                                            <p:strVal val="#ppt_x"/>
                                          </p:val>
                                        </p:tav>
                                      </p:tavLst>
                                    </p:anim>
                                    <p:anim calcmode="lin" valueType="num">
                                      <p:cBhvr additive="base">
                                        <p:cTn id="98" dur="500" fill="hold"/>
                                        <p:tgtEl>
                                          <p:spTgt spid="39">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14"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14"/>
                        </p:tgtEl>
                        <p:attrNameLst>
                          <p:attrName>style.visibility</p:attrName>
                        </p:attrNameLst>
                      </p:cBhvr>
                      <p:to>
                        <p:strVal val="visible"/>
                      </p:to>
                    </p:set>
                    <p:anim calcmode="lin" valueType="num">
                      <p:cBhvr additive="base">
                        <p:cTn dur="500" fill="hold"/>
                        <p:tgtEl>
                          <p:spTgt spid="14"/>
                        </p:tgtEl>
                        <p:attrNameLst>
                          <p:attrName>ppt_x</p:attrName>
                        </p:attrNameLst>
                      </p:cBhvr>
                      <p:tavLst>
                        <p:tav tm="0">
                          <p:val>
                            <p:strVal val="#ppt_x"/>
                          </p:val>
                        </p:tav>
                        <p:tav tm="100000">
                          <p:val>
                            <p:strVal val="#ppt_x"/>
                          </p:val>
                        </p:tav>
                      </p:tavLst>
                    </p:anim>
                    <p:anim calcmode="lin" valueType="num">
                      <p:cBhvr additive="base">
                        <p:cTn dur="500" fill="hold"/>
                        <p:tgtEl>
                          <p:spTgt spid="14"/>
                        </p:tgtEl>
                        <p:attrNameLst>
                          <p:attrName>ppt_y</p:attrName>
                        </p:attrNameLst>
                      </p:cBhvr>
                      <p:tavLst>
                        <p:tav tm="0">
                          <p:val>
                            <p:strVal val="1+#ppt_h/2"/>
                          </p:val>
                        </p:tav>
                        <p:tav tm="100000">
                          <p:val>
                            <p:strVal val="#ppt_y"/>
                          </p:val>
                        </p:tav>
                      </p:tavLst>
                    </p:anim>
                  </p:childTnLst>
                </p:cTn>
              </p:par>
            </p:tnLst>
          </p:tmpl>
        </p:tmplLst>
      </p:bldP>
      <p:bldP spid="23" grpId="0" animBg="1"/>
      <p:bldP spid="24"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24"/>
                        </p:tgtEl>
                        <p:attrNameLst>
                          <p:attrName>style.visibility</p:attrName>
                        </p:attrNameLst>
                      </p:cBhvr>
                      <p:to>
                        <p:strVal val="visible"/>
                      </p:to>
                    </p:set>
                    <p:anim calcmode="lin" valueType="num">
                      <p:cBhvr additive="base">
                        <p:cTn dur="500" fill="hold"/>
                        <p:tgtEl>
                          <p:spTgt spid="24"/>
                        </p:tgtEl>
                        <p:attrNameLst>
                          <p:attrName>ppt_x</p:attrName>
                        </p:attrNameLst>
                      </p:cBhvr>
                      <p:tavLst>
                        <p:tav tm="0">
                          <p:val>
                            <p:strVal val="#ppt_x"/>
                          </p:val>
                        </p:tav>
                        <p:tav tm="100000">
                          <p:val>
                            <p:strVal val="#ppt_x"/>
                          </p:val>
                        </p:tav>
                      </p:tavLst>
                    </p:anim>
                    <p:anim calcmode="lin" valueType="num">
                      <p:cBhvr additive="base">
                        <p:cTn dur="500" fill="hold"/>
                        <p:tgtEl>
                          <p:spTgt spid="24"/>
                        </p:tgtEl>
                        <p:attrNameLst>
                          <p:attrName>ppt_y</p:attrName>
                        </p:attrNameLst>
                      </p:cBhvr>
                      <p:tavLst>
                        <p:tav tm="0">
                          <p:val>
                            <p:strVal val="1+#ppt_h/2"/>
                          </p:val>
                        </p:tav>
                        <p:tav tm="100000">
                          <p:val>
                            <p:strVal val="#ppt_y"/>
                          </p:val>
                        </p:tav>
                      </p:tavLst>
                    </p:anim>
                  </p:childTnLst>
                </p:cTn>
              </p:par>
            </p:tnLst>
          </p:tmpl>
        </p:tmplLst>
      </p:bldP>
      <p:bldP spid="27" grpId="0" animBg="1"/>
      <p:bldP spid="28"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28"/>
                        </p:tgtEl>
                        <p:attrNameLst>
                          <p:attrName>style.visibility</p:attrName>
                        </p:attrNameLst>
                      </p:cBhvr>
                      <p:to>
                        <p:strVal val="visible"/>
                      </p:to>
                    </p:set>
                    <p:anim calcmode="lin" valueType="num">
                      <p:cBhvr additive="base">
                        <p:cTn dur="500" fill="hold"/>
                        <p:tgtEl>
                          <p:spTgt spid="28"/>
                        </p:tgtEl>
                        <p:attrNameLst>
                          <p:attrName>ppt_x</p:attrName>
                        </p:attrNameLst>
                      </p:cBhvr>
                      <p:tavLst>
                        <p:tav tm="0">
                          <p:val>
                            <p:strVal val="#ppt_x"/>
                          </p:val>
                        </p:tav>
                        <p:tav tm="100000">
                          <p:val>
                            <p:strVal val="#ppt_x"/>
                          </p:val>
                        </p:tav>
                      </p:tavLst>
                    </p:anim>
                    <p:anim calcmode="lin" valueType="num">
                      <p:cBhvr additive="base">
                        <p:cTn dur="500" fill="hold"/>
                        <p:tgtEl>
                          <p:spTgt spid="28"/>
                        </p:tgtEl>
                        <p:attrNameLst>
                          <p:attrName>ppt_y</p:attrName>
                        </p:attrNameLst>
                      </p:cBhvr>
                      <p:tavLst>
                        <p:tav tm="0">
                          <p:val>
                            <p:strVal val="1+#ppt_h/2"/>
                          </p:val>
                        </p:tav>
                        <p:tav tm="100000">
                          <p:val>
                            <p:strVal val="#ppt_y"/>
                          </p:val>
                        </p:tav>
                      </p:tavLst>
                    </p:anim>
                  </p:childTnLst>
                </p:cTn>
              </p:par>
            </p:tnLst>
          </p:tmpl>
        </p:tmplLst>
      </p:bldP>
      <p:bldP spid="32" grpId="0" animBg="1"/>
      <p:bldP spid="33"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33"/>
                        </p:tgtEl>
                        <p:attrNameLst>
                          <p:attrName>style.visibility</p:attrName>
                        </p:attrNameLst>
                      </p:cBhvr>
                      <p:to>
                        <p:strVal val="visible"/>
                      </p:to>
                    </p:set>
                    <p:anim calcmode="lin" valueType="num">
                      <p:cBhvr additive="base">
                        <p:cTn dur="500" fill="hold"/>
                        <p:tgtEl>
                          <p:spTgt spid="33"/>
                        </p:tgtEl>
                        <p:attrNameLst>
                          <p:attrName>ppt_x</p:attrName>
                        </p:attrNameLst>
                      </p:cBhvr>
                      <p:tavLst>
                        <p:tav tm="0">
                          <p:val>
                            <p:strVal val="#ppt_x"/>
                          </p:val>
                        </p:tav>
                        <p:tav tm="100000">
                          <p:val>
                            <p:strVal val="#ppt_x"/>
                          </p:val>
                        </p:tav>
                      </p:tavLst>
                    </p:anim>
                    <p:anim calcmode="lin" valueType="num">
                      <p:cBhvr additive="base">
                        <p:cTn dur="500" fill="hold"/>
                        <p:tgtEl>
                          <p:spTgt spid="33"/>
                        </p:tgtEl>
                        <p:attrNameLst>
                          <p:attrName>ppt_y</p:attrName>
                        </p:attrNameLst>
                      </p:cBhvr>
                      <p:tavLst>
                        <p:tav tm="0">
                          <p:val>
                            <p:strVal val="1+#ppt_h/2"/>
                          </p:val>
                        </p:tav>
                        <p:tav tm="100000">
                          <p:val>
                            <p:strVal val="#ppt_y"/>
                          </p:val>
                        </p:tav>
                      </p:tavLst>
                    </p:anim>
                  </p:childTnLst>
                </p:cTn>
              </p:par>
            </p:tnLst>
          </p:tmpl>
        </p:tmplLst>
      </p:bldP>
      <p:bldP spid="38" grpId="0" animBg="1"/>
      <p:bldP spid="39"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39"/>
                        </p:tgtEl>
                        <p:attrNameLst>
                          <p:attrName>style.visibility</p:attrName>
                        </p:attrNameLst>
                      </p:cBhvr>
                      <p:to>
                        <p:strVal val="visible"/>
                      </p:to>
                    </p:set>
                    <p:anim calcmode="lin" valueType="num">
                      <p:cBhvr additive="base">
                        <p:cTn dur="500" fill="hold"/>
                        <p:tgtEl>
                          <p:spTgt spid="39"/>
                        </p:tgtEl>
                        <p:attrNameLst>
                          <p:attrName>ppt_x</p:attrName>
                        </p:attrNameLst>
                      </p:cBhvr>
                      <p:tavLst>
                        <p:tav tm="0">
                          <p:val>
                            <p:strVal val="#ppt_x"/>
                          </p:val>
                        </p:tav>
                        <p:tav tm="100000">
                          <p:val>
                            <p:strVal val="#ppt_x"/>
                          </p:val>
                        </p:tav>
                      </p:tavLst>
                    </p:anim>
                    <p:anim calcmode="lin" valueType="num">
                      <p:cBhvr additive="base">
                        <p:cTn dur="500" fill="hold"/>
                        <p:tgtEl>
                          <p:spTgt spid="39"/>
                        </p:tgtEl>
                        <p:attrNameLst>
                          <p:attrName>ppt_y</p:attrName>
                        </p:attrNameLst>
                      </p:cBhvr>
                      <p:tavLst>
                        <p:tav tm="0">
                          <p:val>
                            <p:strVal val="1+#ppt_h/2"/>
                          </p:val>
                        </p:tav>
                        <p:tav tm="100000">
                          <p:val>
                            <p:strVal val="#ppt_y"/>
                          </p:val>
                        </p:tav>
                      </p:tavLst>
                    </p:anim>
                  </p:childTnLst>
                </p:cTn>
              </p:par>
            </p:tnLst>
          </p:tmpl>
        </p:tmplLst>
      </p:bldP>
      <p:bldP spid="21" grpId="0" animBg="1"/>
      <p:bldP spid="22"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2"/>
                        </p:tgtEl>
                        <p:attrNameLst>
                          <p:attrName>style.visibility</p:attrName>
                        </p:attrNameLst>
                      </p:cBhvr>
                      <p:to>
                        <p:strVal val="visible"/>
                      </p:to>
                    </p:set>
                    <p:animEffect transition="in" filter="wipe(down)">
                      <p:cBhvr>
                        <p:cTn dur="500"/>
                        <p:tgtEl>
                          <p:spTgt spid="22"/>
                        </p:tgtEl>
                      </p:cBhvr>
                    </p:animEffect>
                  </p:childTnLst>
                </p:cTn>
              </p:par>
            </p:tnLst>
          </p:tmpl>
        </p:tmplLst>
      </p:bldP>
      <p:bldP spid="25" grpId="0" animBg="1"/>
      <p:bldP spid="26"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6"/>
                        </p:tgtEl>
                        <p:attrNameLst>
                          <p:attrName>style.visibility</p:attrName>
                        </p:attrNameLst>
                      </p:cBhvr>
                      <p:to>
                        <p:strVal val="visible"/>
                      </p:to>
                    </p:set>
                    <p:animEffect transition="in" filter="wipe(down)">
                      <p:cBhvr>
                        <p:cTn dur="500"/>
                        <p:tgtEl>
                          <p:spTgt spid="26"/>
                        </p:tgtEl>
                      </p:cBhvr>
                    </p:animEffect>
                  </p:childTnLst>
                </p:cTn>
              </p:par>
            </p:tnLst>
          </p:tmpl>
        </p:tmplLst>
      </p:bldP>
      <p:bldP spid="29" grpId="0" animBg="1"/>
      <p:bldP spid="30"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30"/>
                        </p:tgtEl>
                        <p:attrNameLst>
                          <p:attrName>style.visibility</p:attrName>
                        </p:attrNameLst>
                      </p:cBhvr>
                      <p:to>
                        <p:strVal val="visible"/>
                      </p:to>
                    </p:set>
                    <p:animEffect transition="in" filter="wipe(down)">
                      <p:cBhvr>
                        <p:cTn dur="500"/>
                        <p:tgtEl>
                          <p:spTgt spid="30"/>
                        </p:tgtEl>
                      </p:cBhvr>
                    </p:animEffect>
                  </p:childTnLst>
                </p:cTn>
              </p:par>
            </p:tnLst>
          </p:tmpl>
        </p:tmplLst>
      </p:bldP>
      <p:bldP spid="35" grpId="0" animBg="1"/>
      <p:bldP spid="36"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36"/>
                        </p:tgtEl>
                        <p:attrNameLst>
                          <p:attrName>style.visibility</p:attrName>
                        </p:attrNameLst>
                      </p:cBhvr>
                      <p:to>
                        <p:strVal val="visible"/>
                      </p:to>
                    </p:set>
                    <p:animEffect transition="in" filter="wipe(down)">
                      <p:cBhvr>
                        <p:cTn dur="500"/>
                        <p:tgtEl>
                          <p:spTgt spid="36"/>
                        </p:tgtEl>
                      </p:cBhvr>
                    </p:animEffect>
                  </p:childTnLst>
                </p:cTn>
              </p:par>
            </p:tnLst>
          </p:tmpl>
        </p:tmplLst>
      </p:bldP>
      <p:bldP spid="41" grpId="0" animBg="1"/>
      <p:bldP spid="44"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44"/>
                        </p:tgtEl>
                        <p:attrNameLst>
                          <p:attrName>style.visibility</p:attrName>
                        </p:attrNameLst>
                      </p:cBhvr>
                      <p:to>
                        <p:strVal val="visible"/>
                      </p:to>
                    </p:set>
                    <p:animEffect transition="in" filter="wipe(down)">
                      <p:cBhvr>
                        <p:cTn dur="500"/>
                        <p:tgtEl>
                          <p:spTgt spid="44"/>
                        </p:tgtEl>
                      </p:cBhvr>
                    </p:animEffect>
                  </p:childTnLst>
                </p:cTn>
              </p:par>
            </p:tnLst>
          </p:tmpl>
        </p:tmplLst>
      </p:bldP>
    </p:bldLst>
  </p:timing>
</p:sldLayout>
</file>

<file path=ppt/slideLayouts/slideLayout450.xml><?xml version="1.0" encoding="utf-8"?>
<p:sldLayout xmlns:a="http://schemas.openxmlformats.org/drawingml/2006/main" xmlns:r="http://schemas.openxmlformats.org/officeDocument/2006/relationships" xmlns:p="http://schemas.openxmlformats.org/presentationml/2006/main" preserve="1" userDrawn="1">
  <p:cSld name="2_Team09">
    <p:spTree>
      <p:nvGrpSpPr>
        <p:cNvPr id="1" name=""/>
        <p:cNvGrpSpPr/>
        <p:nvPr/>
      </p:nvGrpSpPr>
      <p:grpSpPr>
        <a:xfrm>
          <a:off x="0" y="0"/>
          <a:ext cx="0" cy="0"/>
          <a:chOff x="0" y="0"/>
          <a:chExt cx="0" cy="0"/>
        </a:xfrm>
      </p:grpSpPr>
      <p:sp>
        <p:nvSpPr>
          <p:cNvPr id="31" name="Picture Placeholder 7"/>
          <p:cNvSpPr>
            <a:spLocks noGrp="1"/>
          </p:cNvSpPr>
          <p:nvPr>
            <p:ph type="pic" sz="quarter" idx="10" hasCustomPrompt="1"/>
          </p:nvPr>
        </p:nvSpPr>
        <p:spPr>
          <a:xfrm>
            <a:off x="876172" y="2006600"/>
            <a:ext cx="1895355" cy="1894789"/>
          </a:xfrm>
          <a:prstGeom prst="ellipse">
            <a:avLst/>
          </a:prstGeom>
          <a:ln w="19050">
            <a:solidFill>
              <a:schemeClr val="accent1"/>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14" name="Text Placeholder 3"/>
          <p:cNvSpPr>
            <a:spLocks noGrp="1"/>
          </p:cNvSpPr>
          <p:nvPr>
            <p:ph type="body" sz="half" idx="15"/>
          </p:nvPr>
        </p:nvSpPr>
        <p:spPr>
          <a:xfrm>
            <a:off x="849403" y="4644196"/>
            <a:ext cx="1948892" cy="1231107"/>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3" name="Picture Placeholder 7"/>
          <p:cNvSpPr>
            <a:spLocks noGrp="1"/>
          </p:cNvSpPr>
          <p:nvPr>
            <p:ph type="pic" sz="quarter" idx="17" hasCustomPrompt="1"/>
          </p:nvPr>
        </p:nvSpPr>
        <p:spPr>
          <a:xfrm>
            <a:off x="3011255" y="2006600"/>
            <a:ext cx="1895355" cy="1894789"/>
          </a:xfrm>
          <a:prstGeom prst="ellipse">
            <a:avLst/>
          </a:prstGeom>
          <a:ln w="19050">
            <a:solidFill>
              <a:schemeClr val="accent2"/>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24" name="Text Placeholder 3"/>
          <p:cNvSpPr>
            <a:spLocks noGrp="1"/>
          </p:cNvSpPr>
          <p:nvPr>
            <p:ph type="body" sz="half" idx="18"/>
          </p:nvPr>
        </p:nvSpPr>
        <p:spPr>
          <a:xfrm>
            <a:off x="2984486" y="4644196"/>
            <a:ext cx="1948892" cy="1231107"/>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7" name="Picture Placeholder 7"/>
          <p:cNvSpPr>
            <a:spLocks noGrp="1"/>
          </p:cNvSpPr>
          <p:nvPr>
            <p:ph type="pic" sz="quarter" idx="20" hasCustomPrompt="1"/>
          </p:nvPr>
        </p:nvSpPr>
        <p:spPr>
          <a:xfrm>
            <a:off x="5131884" y="2006600"/>
            <a:ext cx="1895355" cy="1894789"/>
          </a:xfrm>
          <a:prstGeom prst="ellipse">
            <a:avLst/>
          </a:prstGeom>
          <a:ln w="19050">
            <a:solidFill>
              <a:schemeClr val="accent3"/>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28" name="Text Placeholder 3"/>
          <p:cNvSpPr>
            <a:spLocks noGrp="1"/>
          </p:cNvSpPr>
          <p:nvPr>
            <p:ph type="body" sz="half" idx="21"/>
          </p:nvPr>
        </p:nvSpPr>
        <p:spPr>
          <a:xfrm>
            <a:off x="5105115" y="4644196"/>
            <a:ext cx="1948892" cy="1231107"/>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32" name="Picture Placeholder 7"/>
          <p:cNvSpPr>
            <a:spLocks noGrp="1"/>
          </p:cNvSpPr>
          <p:nvPr>
            <p:ph type="pic" sz="quarter" idx="23" hasCustomPrompt="1"/>
          </p:nvPr>
        </p:nvSpPr>
        <p:spPr>
          <a:xfrm>
            <a:off x="7241708" y="2006600"/>
            <a:ext cx="1895355" cy="1894789"/>
          </a:xfrm>
          <a:prstGeom prst="ellipse">
            <a:avLst/>
          </a:prstGeom>
          <a:ln w="19050">
            <a:solidFill>
              <a:schemeClr val="accent4"/>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33" name="Text Placeholder 3"/>
          <p:cNvSpPr>
            <a:spLocks noGrp="1"/>
          </p:cNvSpPr>
          <p:nvPr>
            <p:ph type="body" sz="half" idx="24"/>
          </p:nvPr>
        </p:nvSpPr>
        <p:spPr>
          <a:xfrm>
            <a:off x="7214939" y="4644196"/>
            <a:ext cx="1948892" cy="1231107"/>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38" name="Picture Placeholder 7"/>
          <p:cNvSpPr>
            <a:spLocks noGrp="1"/>
          </p:cNvSpPr>
          <p:nvPr>
            <p:ph type="pic" sz="quarter" idx="26" hasCustomPrompt="1"/>
          </p:nvPr>
        </p:nvSpPr>
        <p:spPr>
          <a:xfrm>
            <a:off x="9373143" y="2006600"/>
            <a:ext cx="1895355" cy="1894789"/>
          </a:xfrm>
          <a:prstGeom prst="ellipse">
            <a:avLst/>
          </a:prstGeom>
          <a:ln w="19050">
            <a:solidFill>
              <a:schemeClr val="accent5"/>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39" name="Text Placeholder 3"/>
          <p:cNvSpPr>
            <a:spLocks noGrp="1"/>
          </p:cNvSpPr>
          <p:nvPr>
            <p:ph type="body" sz="half" idx="27"/>
          </p:nvPr>
        </p:nvSpPr>
        <p:spPr>
          <a:xfrm>
            <a:off x="9346374" y="4644196"/>
            <a:ext cx="1948892" cy="1231107"/>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2" name="Text Placeholder 3"/>
          <p:cNvSpPr>
            <a:spLocks noGrp="1"/>
          </p:cNvSpPr>
          <p:nvPr>
            <p:ph type="body" sz="half" idx="16"/>
          </p:nvPr>
        </p:nvSpPr>
        <p:spPr>
          <a:xfrm>
            <a:off x="1140228" y="3980808"/>
            <a:ext cx="1367243" cy="508973"/>
          </a:xfrm>
          <a:prstGeom prst="rect">
            <a:avLst/>
          </a:prstGeom>
        </p:spPr>
        <p:txBody>
          <a:bodyPr wrap="square" lIns="0" tIns="0" rIns="0" bIns="0" anchor="ctr">
            <a:noAutofit/>
          </a:bodyPr>
          <a:lstStyle>
            <a:lvl1pPr marL="0" indent="0" algn="ctr">
              <a:buNone/>
              <a:defRPr sz="1467" b="1" baseline="0">
                <a:solidFill>
                  <a:schemeClr val="accent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26" name="Text Placeholder 3"/>
          <p:cNvSpPr>
            <a:spLocks noGrp="1"/>
          </p:cNvSpPr>
          <p:nvPr>
            <p:ph type="body" sz="half" idx="19"/>
          </p:nvPr>
        </p:nvSpPr>
        <p:spPr>
          <a:xfrm>
            <a:off x="3275311" y="3980808"/>
            <a:ext cx="1367243" cy="508973"/>
          </a:xfrm>
          <a:prstGeom prst="rect">
            <a:avLst/>
          </a:prstGeom>
        </p:spPr>
        <p:txBody>
          <a:bodyPr wrap="square" lIns="0" tIns="0" rIns="0" bIns="0" anchor="ctr">
            <a:noAutofit/>
          </a:bodyPr>
          <a:lstStyle>
            <a:lvl1pPr marL="0" indent="0" algn="ctr">
              <a:buNone/>
              <a:defRPr sz="1467" b="1" baseline="0">
                <a:solidFill>
                  <a:schemeClr val="accent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30" name="Text Placeholder 3"/>
          <p:cNvSpPr>
            <a:spLocks noGrp="1"/>
          </p:cNvSpPr>
          <p:nvPr>
            <p:ph type="body" sz="half" idx="22"/>
          </p:nvPr>
        </p:nvSpPr>
        <p:spPr>
          <a:xfrm>
            <a:off x="5395940" y="3980808"/>
            <a:ext cx="1367243" cy="508973"/>
          </a:xfrm>
          <a:prstGeom prst="rect">
            <a:avLst/>
          </a:prstGeom>
        </p:spPr>
        <p:txBody>
          <a:bodyPr wrap="square" lIns="0" tIns="0" rIns="0" bIns="0" anchor="ctr">
            <a:noAutofit/>
          </a:bodyPr>
          <a:lstStyle>
            <a:lvl1pPr marL="0" indent="0" algn="ctr">
              <a:buNone/>
              <a:defRPr sz="1467" b="1" baseline="0">
                <a:solidFill>
                  <a:schemeClr val="accent3"/>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36" name="Text Placeholder 3"/>
          <p:cNvSpPr>
            <a:spLocks noGrp="1"/>
          </p:cNvSpPr>
          <p:nvPr>
            <p:ph type="body" sz="half" idx="25"/>
          </p:nvPr>
        </p:nvSpPr>
        <p:spPr>
          <a:xfrm>
            <a:off x="7505764" y="3980808"/>
            <a:ext cx="1367243" cy="508973"/>
          </a:xfrm>
          <a:prstGeom prst="rect">
            <a:avLst/>
          </a:prstGeom>
        </p:spPr>
        <p:txBody>
          <a:bodyPr wrap="square" lIns="0" tIns="0" rIns="0" bIns="0" anchor="ctr">
            <a:noAutofit/>
          </a:bodyPr>
          <a:lstStyle>
            <a:lvl1pPr marL="0" indent="0" algn="ctr">
              <a:buNone/>
              <a:defRPr sz="1467" b="1" baseline="0">
                <a:solidFill>
                  <a:schemeClr val="accent4"/>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44" name="Text Placeholder 3"/>
          <p:cNvSpPr>
            <a:spLocks noGrp="1"/>
          </p:cNvSpPr>
          <p:nvPr>
            <p:ph type="body" sz="half" idx="28"/>
          </p:nvPr>
        </p:nvSpPr>
        <p:spPr>
          <a:xfrm>
            <a:off x="9637199" y="3980808"/>
            <a:ext cx="1367243" cy="508973"/>
          </a:xfrm>
          <a:prstGeom prst="rect">
            <a:avLst/>
          </a:prstGeom>
        </p:spPr>
        <p:txBody>
          <a:bodyPr wrap="square" lIns="0" tIns="0" rIns="0" bIns="0" anchor="ctr">
            <a:noAutofit/>
          </a:bodyPr>
          <a:lstStyle>
            <a:lvl1pPr marL="0" indent="0" algn="ctr">
              <a:buNone/>
              <a:defRPr sz="1467" b="1" baseline="0">
                <a:solidFill>
                  <a:schemeClr val="accent5"/>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34"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37"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280738805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grpId="0" nodeType="afterEffect">
                                  <p:stCondLst>
                                    <p:cond delay="0"/>
                                  </p:stCondLst>
                                  <p:childTnLst>
                                    <p:set>
                                      <p:cBhvr>
                                        <p:cTn id="6" dur="1" fill="hold">
                                          <p:stCondLst>
                                            <p:cond delay="0"/>
                                          </p:stCondLst>
                                        </p:cTn>
                                        <p:tgtEl>
                                          <p:spTgt spid="31"/>
                                        </p:tgtEl>
                                        <p:attrNameLst>
                                          <p:attrName>style.visibility</p:attrName>
                                        </p:attrNameLst>
                                      </p:cBhvr>
                                      <p:to>
                                        <p:strVal val="visible"/>
                                      </p:to>
                                    </p:set>
                                    <p:anim calcmode="lin" valueType="num">
                                      <p:cBhvr>
                                        <p:cTn id="7" dur="500" fill="hold"/>
                                        <p:tgtEl>
                                          <p:spTgt spid="31"/>
                                        </p:tgtEl>
                                        <p:attrNameLst>
                                          <p:attrName>ppt_w</p:attrName>
                                        </p:attrNameLst>
                                      </p:cBhvr>
                                      <p:tavLst>
                                        <p:tav tm="0">
                                          <p:val>
                                            <p:fltVal val="0"/>
                                          </p:val>
                                        </p:tav>
                                        <p:tav tm="100000">
                                          <p:val>
                                            <p:strVal val="#ppt_w"/>
                                          </p:val>
                                        </p:tav>
                                      </p:tavLst>
                                    </p:anim>
                                    <p:anim calcmode="lin" valueType="num">
                                      <p:cBhvr>
                                        <p:cTn id="8" dur="500" fill="hold"/>
                                        <p:tgtEl>
                                          <p:spTgt spid="31"/>
                                        </p:tgtEl>
                                        <p:attrNameLst>
                                          <p:attrName>ppt_h</p:attrName>
                                        </p:attrNameLst>
                                      </p:cBhvr>
                                      <p:tavLst>
                                        <p:tav tm="0">
                                          <p:val>
                                            <p:fltVal val="0"/>
                                          </p:val>
                                        </p:tav>
                                        <p:tav tm="100000">
                                          <p:val>
                                            <p:strVal val="#ppt_h"/>
                                          </p:val>
                                        </p:tav>
                                      </p:tavLst>
                                    </p:anim>
                                    <p:animEffect transition="in" filter="fade">
                                      <p:cBhvr>
                                        <p:cTn id="9" dur="500"/>
                                        <p:tgtEl>
                                          <p:spTgt spid="31"/>
                                        </p:tgtEl>
                                      </p:cBhvr>
                                    </p:animEffect>
                                  </p:childTnLst>
                                </p:cTn>
                              </p:par>
                            </p:childTnLst>
                          </p:cTn>
                        </p:par>
                        <p:par>
                          <p:cTn id="10" fill="hold">
                            <p:stCondLst>
                              <p:cond delay="500"/>
                            </p:stCondLst>
                            <p:childTnLst>
                              <p:par>
                                <p:cTn id="11" presetID="22" presetClass="entr" presetSubtype="4" fill="hold" grpId="0" nodeType="afterEffect" nodePh="1">
                                  <p:stCondLst>
                                    <p:cond delay="0"/>
                                  </p:stCondLst>
                                  <p:endCondLst>
                                    <p:cond evt="begin" delay="0">
                                      <p:tn val="11"/>
                                    </p:cond>
                                  </p:endCondLst>
                                  <p:childTnLst>
                                    <p:set>
                                      <p:cBhvr>
                                        <p:cTn id="12" dur="1" fill="hold">
                                          <p:stCondLst>
                                            <p:cond delay="0"/>
                                          </p:stCondLst>
                                        </p:cTn>
                                        <p:tgtEl>
                                          <p:spTgt spid="22">
                                            <p:txEl>
                                              <p:pRg st="0" end="0"/>
                                            </p:txEl>
                                          </p:spTgt>
                                        </p:tgtEl>
                                        <p:attrNameLst>
                                          <p:attrName>style.visibility</p:attrName>
                                        </p:attrNameLst>
                                      </p:cBhvr>
                                      <p:to>
                                        <p:strVal val="visible"/>
                                      </p:to>
                                    </p:set>
                                    <p:animEffect transition="in" filter="wipe(down)">
                                      <p:cBhvr>
                                        <p:cTn id="13" dur="500"/>
                                        <p:tgtEl>
                                          <p:spTgt spid="22">
                                            <p:txEl>
                                              <p:pRg st="0" end="0"/>
                                            </p:txEl>
                                          </p:spTgt>
                                        </p:tgtEl>
                                      </p:cBhvr>
                                    </p:animEffect>
                                  </p:childTnLst>
                                </p:cTn>
                              </p:par>
                            </p:childTnLst>
                          </p:cTn>
                        </p:par>
                        <p:par>
                          <p:cTn id="14" fill="hold">
                            <p:stCondLst>
                              <p:cond delay="1000"/>
                            </p:stCondLst>
                            <p:childTnLst>
                              <p:par>
                                <p:cTn id="15" presetID="2" presetClass="entr" presetSubtype="4" accel="50000" decel="50000" fill="hold" grpId="0" nodeType="afterEffect" nodePh="1">
                                  <p:stCondLst>
                                    <p:cond delay="0"/>
                                  </p:stCondLst>
                                  <p:endCondLst>
                                    <p:cond evt="begin" delay="0">
                                      <p:tn val="15"/>
                                    </p:cond>
                                  </p:endCondLst>
                                  <p:childTnLst>
                                    <p:set>
                                      <p:cBhvr>
                                        <p:cTn id="16" dur="1" fill="hold">
                                          <p:stCondLst>
                                            <p:cond delay="0"/>
                                          </p:stCondLst>
                                        </p:cTn>
                                        <p:tgtEl>
                                          <p:spTgt spid="14">
                                            <p:txEl>
                                              <p:pRg st="0" end="0"/>
                                            </p:txEl>
                                          </p:spTgt>
                                        </p:tgtEl>
                                        <p:attrNameLst>
                                          <p:attrName>style.visibility</p:attrName>
                                        </p:attrNameLst>
                                      </p:cBhvr>
                                      <p:to>
                                        <p:strVal val="visible"/>
                                      </p:to>
                                    </p:set>
                                    <p:anim calcmode="lin" valueType="num">
                                      <p:cBhvr additive="base">
                                        <p:cTn id="17" dur="500" fill="hold"/>
                                        <p:tgtEl>
                                          <p:spTgt spid="14">
                                            <p:txEl>
                                              <p:pRg st="0" end="0"/>
                                            </p:txEl>
                                          </p:spTgt>
                                        </p:tgtEl>
                                        <p:attrNameLst>
                                          <p:attrName>ppt_x</p:attrName>
                                        </p:attrNameLst>
                                      </p:cBhvr>
                                      <p:tavLst>
                                        <p:tav tm="0">
                                          <p:val>
                                            <p:strVal val="#ppt_x"/>
                                          </p:val>
                                        </p:tav>
                                        <p:tav tm="100000">
                                          <p:val>
                                            <p:strVal val="#ppt_x"/>
                                          </p:val>
                                        </p:tav>
                                      </p:tavLst>
                                    </p:anim>
                                    <p:anim calcmode="lin" valueType="num">
                                      <p:cBhvr additive="base">
                                        <p:cTn id="18" dur="500" fill="hold"/>
                                        <p:tgtEl>
                                          <p:spTgt spid="14">
                                            <p:txEl>
                                              <p:pRg st="0" end="0"/>
                                            </p:txEl>
                                          </p:spTgt>
                                        </p:tgtEl>
                                        <p:attrNameLst>
                                          <p:attrName>ppt_y</p:attrName>
                                        </p:attrNameLst>
                                      </p:cBhvr>
                                      <p:tavLst>
                                        <p:tav tm="0">
                                          <p:val>
                                            <p:strVal val="1+#ppt_h/2"/>
                                          </p:val>
                                        </p:tav>
                                        <p:tav tm="100000">
                                          <p:val>
                                            <p:strVal val="#ppt_y"/>
                                          </p:val>
                                        </p:tav>
                                      </p:tavLst>
                                    </p:anim>
                                  </p:childTnLst>
                                </p:cTn>
                              </p:par>
                            </p:childTnLst>
                          </p:cTn>
                        </p:par>
                        <p:par>
                          <p:cTn id="19" fill="hold">
                            <p:stCondLst>
                              <p:cond delay="1500"/>
                            </p:stCondLst>
                            <p:childTnLst>
                              <p:par>
                                <p:cTn id="20" presetID="53" presetClass="entr" presetSubtype="0" fill="hold" grpId="0" nodeType="afterEffect">
                                  <p:stCondLst>
                                    <p:cond delay="0"/>
                                  </p:stCondLst>
                                  <p:childTnLst>
                                    <p:set>
                                      <p:cBhvr>
                                        <p:cTn id="21" dur="1" fill="hold">
                                          <p:stCondLst>
                                            <p:cond delay="0"/>
                                          </p:stCondLst>
                                        </p:cTn>
                                        <p:tgtEl>
                                          <p:spTgt spid="23"/>
                                        </p:tgtEl>
                                        <p:attrNameLst>
                                          <p:attrName>style.visibility</p:attrName>
                                        </p:attrNameLst>
                                      </p:cBhvr>
                                      <p:to>
                                        <p:strVal val="visible"/>
                                      </p:to>
                                    </p:set>
                                    <p:anim calcmode="lin" valueType="num">
                                      <p:cBhvr>
                                        <p:cTn id="22" dur="500" fill="hold"/>
                                        <p:tgtEl>
                                          <p:spTgt spid="23"/>
                                        </p:tgtEl>
                                        <p:attrNameLst>
                                          <p:attrName>ppt_w</p:attrName>
                                        </p:attrNameLst>
                                      </p:cBhvr>
                                      <p:tavLst>
                                        <p:tav tm="0">
                                          <p:val>
                                            <p:fltVal val="0"/>
                                          </p:val>
                                        </p:tav>
                                        <p:tav tm="100000">
                                          <p:val>
                                            <p:strVal val="#ppt_w"/>
                                          </p:val>
                                        </p:tav>
                                      </p:tavLst>
                                    </p:anim>
                                    <p:anim calcmode="lin" valueType="num">
                                      <p:cBhvr>
                                        <p:cTn id="23" dur="500" fill="hold"/>
                                        <p:tgtEl>
                                          <p:spTgt spid="23"/>
                                        </p:tgtEl>
                                        <p:attrNameLst>
                                          <p:attrName>ppt_h</p:attrName>
                                        </p:attrNameLst>
                                      </p:cBhvr>
                                      <p:tavLst>
                                        <p:tav tm="0">
                                          <p:val>
                                            <p:fltVal val="0"/>
                                          </p:val>
                                        </p:tav>
                                        <p:tav tm="100000">
                                          <p:val>
                                            <p:strVal val="#ppt_h"/>
                                          </p:val>
                                        </p:tav>
                                      </p:tavLst>
                                    </p:anim>
                                    <p:animEffect transition="in" filter="fade">
                                      <p:cBhvr>
                                        <p:cTn id="24" dur="500"/>
                                        <p:tgtEl>
                                          <p:spTgt spid="23"/>
                                        </p:tgtEl>
                                      </p:cBhvr>
                                    </p:animEffect>
                                  </p:childTnLst>
                                </p:cTn>
                              </p:par>
                            </p:childTnLst>
                          </p:cTn>
                        </p:par>
                        <p:par>
                          <p:cTn id="25" fill="hold">
                            <p:stCondLst>
                              <p:cond delay="2000"/>
                            </p:stCondLst>
                            <p:childTnLst>
                              <p:par>
                                <p:cTn id="26" presetID="22" presetClass="entr" presetSubtype="4" fill="hold" grpId="0" nodeType="afterEffect" nodePh="1">
                                  <p:stCondLst>
                                    <p:cond delay="0"/>
                                  </p:stCondLst>
                                  <p:endCondLst>
                                    <p:cond evt="begin" delay="0">
                                      <p:tn val="26"/>
                                    </p:cond>
                                  </p:endCondLst>
                                  <p:childTnLst>
                                    <p:set>
                                      <p:cBhvr>
                                        <p:cTn id="27" dur="1" fill="hold">
                                          <p:stCondLst>
                                            <p:cond delay="0"/>
                                          </p:stCondLst>
                                        </p:cTn>
                                        <p:tgtEl>
                                          <p:spTgt spid="26">
                                            <p:txEl>
                                              <p:pRg st="0" end="0"/>
                                            </p:txEl>
                                          </p:spTgt>
                                        </p:tgtEl>
                                        <p:attrNameLst>
                                          <p:attrName>style.visibility</p:attrName>
                                        </p:attrNameLst>
                                      </p:cBhvr>
                                      <p:to>
                                        <p:strVal val="visible"/>
                                      </p:to>
                                    </p:set>
                                    <p:animEffect transition="in" filter="wipe(down)">
                                      <p:cBhvr>
                                        <p:cTn id="28" dur="500"/>
                                        <p:tgtEl>
                                          <p:spTgt spid="26">
                                            <p:txEl>
                                              <p:pRg st="0" end="0"/>
                                            </p:txEl>
                                          </p:spTgt>
                                        </p:tgtEl>
                                      </p:cBhvr>
                                    </p:animEffect>
                                  </p:childTnLst>
                                </p:cTn>
                              </p:par>
                            </p:childTnLst>
                          </p:cTn>
                        </p:par>
                        <p:par>
                          <p:cTn id="29" fill="hold">
                            <p:stCondLst>
                              <p:cond delay="2500"/>
                            </p:stCondLst>
                            <p:childTnLst>
                              <p:par>
                                <p:cTn id="30" presetID="2" presetClass="entr" presetSubtype="4" accel="50000" decel="50000" fill="hold" grpId="0" nodeType="afterEffect" nodePh="1">
                                  <p:stCondLst>
                                    <p:cond delay="0"/>
                                  </p:stCondLst>
                                  <p:endCondLst>
                                    <p:cond evt="begin" delay="0">
                                      <p:tn val="30"/>
                                    </p:cond>
                                  </p:endCondLst>
                                  <p:childTnLst>
                                    <p:set>
                                      <p:cBhvr>
                                        <p:cTn id="31" dur="1" fill="hold">
                                          <p:stCondLst>
                                            <p:cond delay="0"/>
                                          </p:stCondLst>
                                        </p:cTn>
                                        <p:tgtEl>
                                          <p:spTgt spid="24">
                                            <p:txEl>
                                              <p:pRg st="0" end="0"/>
                                            </p:txEl>
                                          </p:spTgt>
                                        </p:tgtEl>
                                        <p:attrNameLst>
                                          <p:attrName>style.visibility</p:attrName>
                                        </p:attrNameLst>
                                      </p:cBhvr>
                                      <p:to>
                                        <p:strVal val="visible"/>
                                      </p:to>
                                    </p:set>
                                    <p:anim calcmode="lin" valueType="num">
                                      <p:cBhvr additive="base">
                                        <p:cTn id="32"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additive="base">
                                        <p:cTn id="33" dur="500" fill="hold"/>
                                        <p:tgtEl>
                                          <p:spTgt spid="24">
                                            <p:txEl>
                                              <p:pRg st="0" end="0"/>
                                            </p:txEl>
                                          </p:spTgt>
                                        </p:tgtEl>
                                        <p:attrNameLst>
                                          <p:attrName>ppt_y</p:attrName>
                                        </p:attrNameLst>
                                      </p:cBhvr>
                                      <p:tavLst>
                                        <p:tav tm="0">
                                          <p:val>
                                            <p:strVal val="1+#ppt_h/2"/>
                                          </p:val>
                                        </p:tav>
                                        <p:tav tm="100000">
                                          <p:val>
                                            <p:strVal val="#ppt_y"/>
                                          </p:val>
                                        </p:tav>
                                      </p:tavLst>
                                    </p:anim>
                                  </p:childTnLst>
                                </p:cTn>
                              </p:par>
                            </p:childTnLst>
                          </p:cTn>
                        </p:par>
                        <p:par>
                          <p:cTn id="34" fill="hold">
                            <p:stCondLst>
                              <p:cond delay="3000"/>
                            </p:stCondLst>
                            <p:childTnLst>
                              <p:par>
                                <p:cTn id="35" presetID="53" presetClass="entr" presetSubtype="0" fill="hold" grpId="0" nodeType="afterEffect">
                                  <p:stCondLst>
                                    <p:cond delay="0"/>
                                  </p:stCondLst>
                                  <p:childTnLst>
                                    <p:set>
                                      <p:cBhvr>
                                        <p:cTn id="36" dur="1" fill="hold">
                                          <p:stCondLst>
                                            <p:cond delay="0"/>
                                          </p:stCondLst>
                                        </p:cTn>
                                        <p:tgtEl>
                                          <p:spTgt spid="27"/>
                                        </p:tgtEl>
                                        <p:attrNameLst>
                                          <p:attrName>style.visibility</p:attrName>
                                        </p:attrNameLst>
                                      </p:cBhvr>
                                      <p:to>
                                        <p:strVal val="visible"/>
                                      </p:to>
                                    </p:set>
                                    <p:anim calcmode="lin" valueType="num">
                                      <p:cBhvr>
                                        <p:cTn id="37" dur="500" fill="hold"/>
                                        <p:tgtEl>
                                          <p:spTgt spid="27"/>
                                        </p:tgtEl>
                                        <p:attrNameLst>
                                          <p:attrName>ppt_w</p:attrName>
                                        </p:attrNameLst>
                                      </p:cBhvr>
                                      <p:tavLst>
                                        <p:tav tm="0">
                                          <p:val>
                                            <p:fltVal val="0"/>
                                          </p:val>
                                        </p:tav>
                                        <p:tav tm="100000">
                                          <p:val>
                                            <p:strVal val="#ppt_w"/>
                                          </p:val>
                                        </p:tav>
                                      </p:tavLst>
                                    </p:anim>
                                    <p:anim calcmode="lin" valueType="num">
                                      <p:cBhvr>
                                        <p:cTn id="38" dur="500" fill="hold"/>
                                        <p:tgtEl>
                                          <p:spTgt spid="27"/>
                                        </p:tgtEl>
                                        <p:attrNameLst>
                                          <p:attrName>ppt_h</p:attrName>
                                        </p:attrNameLst>
                                      </p:cBhvr>
                                      <p:tavLst>
                                        <p:tav tm="0">
                                          <p:val>
                                            <p:fltVal val="0"/>
                                          </p:val>
                                        </p:tav>
                                        <p:tav tm="100000">
                                          <p:val>
                                            <p:strVal val="#ppt_h"/>
                                          </p:val>
                                        </p:tav>
                                      </p:tavLst>
                                    </p:anim>
                                    <p:animEffect transition="in" filter="fade">
                                      <p:cBhvr>
                                        <p:cTn id="39" dur="500"/>
                                        <p:tgtEl>
                                          <p:spTgt spid="27"/>
                                        </p:tgtEl>
                                      </p:cBhvr>
                                    </p:animEffect>
                                  </p:childTnLst>
                                </p:cTn>
                              </p:par>
                            </p:childTnLst>
                          </p:cTn>
                        </p:par>
                        <p:par>
                          <p:cTn id="40" fill="hold">
                            <p:stCondLst>
                              <p:cond delay="3500"/>
                            </p:stCondLst>
                            <p:childTnLst>
                              <p:par>
                                <p:cTn id="41" presetID="22" presetClass="entr" presetSubtype="4" fill="hold" grpId="0" nodeType="afterEffect" nodePh="1">
                                  <p:stCondLst>
                                    <p:cond delay="0"/>
                                  </p:stCondLst>
                                  <p:endCondLst>
                                    <p:cond evt="begin" delay="0">
                                      <p:tn val="41"/>
                                    </p:cond>
                                  </p:endCondLst>
                                  <p:childTnLst>
                                    <p:set>
                                      <p:cBhvr>
                                        <p:cTn id="42" dur="1" fill="hold">
                                          <p:stCondLst>
                                            <p:cond delay="0"/>
                                          </p:stCondLst>
                                        </p:cTn>
                                        <p:tgtEl>
                                          <p:spTgt spid="30">
                                            <p:txEl>
                                              <p:pRg st="0" end="0"/>
                                            </p:txEl>
                                          </p:spTgt>
                                        </p:tgtEl>
                                        <p:attrNameLst>
                                          <p:attrName>style.visibility</p:attrName>
                                        </p:attrNameLst>
                                      </p:cBhvr>
                                      <p:to>
                                        <p:strVal val="visible"/>
                                      </p:to>
                                    </p:set>
                                    <p:animEffect transition="in" filter="wipe(down)">
                                      <p:cBhvr>
                                        <p:cTn id="43" dur="500"/>
                                        <p:tgtEl>
                                          <p:spTgt spid="30">
                                            <p:txEl>
                                              <p:pRg st="0" end="0"/>
                                            </p:txEl>
                                          </p:spTgt>
                                        </p:tgtEl>
                                      </p:cBhvr>
                                    </p:animEffect>
                                  </p:childTnLst>
                                </p:cTn>
                              </p:par>
                            </p:childTnLst>
                          </p:cTn>
                        </p:par>
                        <p:par>
                          <p:cTn id="44" fill="hold">
                            <p:stCondLst>
                              <p:cond delay="4000"/>
                            </p:stCondLst>
                            <p:childTnLst>
                              <p:par>
                                <p:cTn id="45" presetID="2" presetClass="entr" presetSubtype="4" accel="50000" decel="50000" fill="hold" grpId="0" nodeType="afterEffect" nodePh="1">
                                  <p:stCondLst>
                                    <p:cond delay="0"/>
                                  </p:stCondLst>
                                  <p:endCondLst>
                                    <p:cond evt="begin" delay="0">
                                      <p:tn val="45"/>
                                    </p:cond>
                                  </p:endCondLst>
                                  <p:childTnLst>
                                    <p:set>
                                      <p:cBhvr>
                                        <p:cTn id="46" dur="1" fill="hold">
                                          <p:stCondLst>
                                            <p:cond delay="0"/>
                                          </p:stCondLst>
                                        </p:cTn>
                                        <p:tgtEl>
                                          <p:spTgt spid="28">
                                            <p:txEl>
                                              <p:pRg st="0" end="0"/>
                                            </p:txEl>
                                          </p:spTgt>
                                        </p:tgtEl>
                                        <p:attrNameLst>
                                          <p:attrName>style.visibility</p:attrName>
                                        </p:attrNameLst>
                                      </p:cBhvr>
                                      <p:to>
                                        <p:strVal val="visible"/>
                                      </p:to>
                                    </p:set>
                                    <p:anim calcmode="lin" valueType="num">
                                      <p:cBhvr additive="base">
                                        <p:cTn id="47" dur="500" fill="hold"/>
                                        <p:tgtEl>
                                          <p:spTgt spid="28">
                                            <p:txEl>
                                              <p:pRg st="0" end="0"/>
                                            </p:txEl>
                                          </p:spTgt>
                                        </p:tgtEl>
                                        <p:attrNameLst>
                                          <p:attrName>ppt_x</p:attrName>
                                        </p:attrNameLst>
                                      </p:cBhvr>
                                      <p:tavLst>
                                        <p:tav tm="0">
                                          <p:val>
                                            <p:strVal val="#ppt_x"/>
                                          </p:val>
                                        </p:tav>
                                        <p:tav tm="100000">
                                          <p:val>
                                            <p:strVal val="#ppt_x"/>
                                          </p:val>
                                        </p:tav>
                                      </p:tavLst>
                                    </p:anim>
                                    <p:anim calcmode="lin" valueType="num">
                                      <p:cBhvr additive="base">
                                        <p:cTn id="48" dur="500" fill="hold"/>
                                        <p:tgtEl>
                                          <p:spTgt spid="28">
                                            <p:txEl>
                                              <p:pRg st="0" end="0"/>
                                            </p:txEl>
                                          </p:spTgt>
                                        </p:tgtEl>
                                        <p:attrNameLst>
                                          <p:attrName>ppt_y</p:attrName>
                                        </p:attrNameLst>
                                      </p:cBhvr>
                                      <p:tavLst>
                                        <p:tav tm="0">
                                          <p:val>
                                            <p:strVal val="1+#ppt_h/2"/>
                                          </p:val>
                                        </p:tav>
                                        <p:tav tm="100000">
                                          <p:val>
                                            <p:strVal val="#ppt_y"/>
                                          </p:val>
                                        </p:tav>
                                      </p:tavLst>
                                    </p:anim>
                                  </p:childTnLst>
                                </p:cTn>
                              </p:par>
                            </p:childTnLst>
                          </p:cTn>
                        </p:par>
                        <p:par>
                          <p:cTn id="49" fill="hold">
                            <p:stCondLst>
                              <p:cond delay="4500"/>
                            </p:stCondLst>
                            <p:childTnLst>
                              <p:par>
                                <p:cTn id="50" presetID="53" presetClass="entr" presetSubtype="0" fill="hold" grpId="0" nodeType="afterEffect">
                                  <p:stCondLst>
                                    <p:cond delay="0"/>
                                  </p:stCondLst>
                                  <p:childTnLst>
                                    <p:set>
                                      <p:cBhvr>
                                        <p:cTn id="51" dur="1" fill="hold">
                                          <p:stCondLst>
                                            <p:cond delay="0"/>
                                          </p:stCondLst>
                                        </p:cTn>
                                        <p:tgtEl>
                                          <p:spTgt spid="32"/>
                                        </p:tgtEl>
                                        <p:attrNameLst>
                                          <p:attrName>style.visibility</p:attrName>
                                        </p:attrNameLst>
                                      </p:cBhvr>
                                      <p:to>
                                        <p:strVal val="visible"/>
                                      </p:to>
                                    </p:set>
                                    <p:anim calcmode="lin" valueType="num">
                                      <p:cBhvr>
                                        <p:cTn id="52" dur="500" fill="hold"/>
                                        <p:tgtEl>
                                          <p:spTgt spid="32"/>
                                        </p:tgtEl>
                                        <p:attrNameLst>
                                          <p:attrName>ppt_w</p:attrName>
                                        </p:attrNameLst>
                                      </p:cBhvr>
                                      <p:tavLst>
                                        <p:tav tm="0">
                                          <p:val>
                                            <p:fltVal val="0"/>
                                          </p:val>
                                        </p:tav>
                                        <p:tav tm="100000">
                                          <p:val>
                                            <p:strVal val="#ppt_w"/>
                                          </p:val>
                                        </p:tav>
                                      </p:tavLst>
                                    </p:anim>
                                    <p:anim calcmode="lin" valueType="num">
                                      <p:cBhvr>
                                        <p:cTn id="53" dur="500" fill="hold"/>
                                        <p:tgtEl>
                                          <p:spTgt spid="32"/>
                                        </p:tgtEl>
                                        <p:attrNameLst>
                                          <p:attrName>ppt_h</p:attrName>
                                        </p:attrNameLst>
                                      </p:cBhvr>
                                      <p:tavLst>
                                        <p:tav tm="0">
                                          <p:val>
                                            <p:fltVal val="0"/>
                                          </p:val>
                                        </p:tav>
                                        <p:tav tm="100000">
                                          <p:val>
                                            <p:strVal val="#ppt_h"/>
                                          </p:val>
                                        </p:tav>
                                      </p:tavLst>
                                    </p:anim>
                                    <p:animEffect transition="in" filter="fade">
                                      <p:cBhvr>
                                        <p:cTn id="54" dur="500"/>
                                        <p:tgtEl>
                                          <p:spTgt spid="32"/>
                                        </p:tgtEl>
                                      </p:cBhvr>
                                    </p:animEffect>
                                  </p:childTnLst>
                                </p:cTn>
                              </p:par>
                            </p:childTnLst>
                          </p:cTn>
                        </p:par>
                        <p:par>
                          <p:cTn id="55" fill="hold">
                            <p:stCondLst>
                              <p:cond delay="5000"/>
                            </p:stCondLst>
                            <p:childTnLst>
                              <p:par>
                                <p:cTn id="56" presetID="22" presetClass="entr" presetSubtype="4" fill="hold" grpId="0" nodeType="afterEffect" nodePh="1">
                                  <p:stCondLst>
                                    <p:cond delay="0"/>
                                  </p:stCondLst>
                                  <p:endCondLst>
                                    <p:cond evt="begin" delay="0">
                                      <p:tn val="56"/>
                                    </p:cond>
                                  </p:endCondLst>
                                  <p:childTnLst>
                                    <p:set>
                                      <p:cBhvr>
                                        <p:cTn id="57" dur="1" fill="hold">
                                          <p:stCondLst>
                                            <p:cond delay="0"/>
                                          </p:stCondLst>
                                        </p:cTn>
                                        <p:tgtEl>
                                          <p:spTgt spid="36">
                                            <p:txEl>
                                              <p:pRg st="0" end="0"/>
                                            </p:txEl>
                                          </p:spTgt>
                                        </p:tgtEl>
                                        <p:attrNameLst>
                                          <p:attrName>style.visibility</p:attrName>
                                        </p:attrNameLst>
                                      </p:cBhvr>
                                      <p:to>
                                        <p:strVal val="visible"/>
                                      </p:to>
                                    </p:set>
                                    <p:animEffect transition="in" filter="wipe(down)">
                                      <p:cBhvr>
                                        <p:cTn id="58" dur="500"/>
                                        <p:tgtEl>
                                          <p:spTgt spid="36">
                                            <p:txEl>
                                              <p:pRg st="0" end="0"/>
                                            </p:txEl>
                                          </p:spTgt>
                                        </p:tgtEl>
                                      </p:cBhvr>
                                    </p:animEffect>
                                  </p:childTnLst>
                                </p:cTn>
                              </p:par>
                            </p:childTnLst>
                          </p:cTn>
                        </p:par>
                        <p:par>
                          <p:cTn id="59" fill="hold">
                            <p:stCondLst>
                              <p:cond delay="5500"/>
                            </p:stCondLst>
                            <p:childTnLst>
                              <p:par>
                                <p:cTn id="60" presetID="2" presetClass="entr" presetSubtype="4" accel="50000" decel="50000" fill="hold" grpId="0" nodeType="afterEffect" nodePh="1">
                                  <p:stCondLst>
                                    <p:cond delay="0"/>
                                  </p:stCondLst>
                                  <p:endCondLst>
                                    <p:cond evt="begin" delay="0">
                                      <p:tn val="60"/>
                                    </p:cond>
                                  </p:endCondLst>
                                  <p:childTnLst>
                                    <p:set>
                                      <p:cBhvr>
                                        <p:cTn id="61" dur="1" fill="hold">
                                          <p:stCondLst>
                                            <p:cond delay="0"/>
                                          </p:stCondLst>
                                        </p:cTn>
                                        <p:tgtEl>
                                          <p:spTgt spid="33">
                                            <p:txEl>
                                              <p:pRg st="0" end="0"/>
                                            </p:txEl>
                                          </p:spTgt>
                                        </p:tgtEl>
                                        <p:attrNameLst>
                                          <p:attrName>style.visibility</p:attrName>
                                        </p:attrNameLst>
                                      </p:cBhvr>
                                      <p:to>
                                        <p:strVal val="visible"/>
                                      </p:to>
                                    </p:set>
                                    <p:anim calcmode="lin" valueType="num">
                                      <p:cBhvr additive="base">
                                        <p:cTn id="62" dur="500" fill="hold"/>
                                        <p:tgtEl>
                                          <p:spTgt spid="33">
                                            <p:txEl>
                                              <p:pRg st="0" end="0"/>
                                            </p:txEl>
                                          </p:spTgt>
                                        </p:tgtEl>
                                        <p:attrNameLst>
                                          <p:attrName>ppt_x</p:attrName>
                                        </p:attrNameLst>
                                      </p:cBhvr>
                                      <p:tavLst>
                                        <p:tav tm="0">
                                          <p:val>
                                            <p:strVal val="#ppt_x"/>
                                          </p:val>
                                        </p:tav>
                                        <p:tav tm="100000">
                                          <p:val>
                                            <p:strVal val="#ppt_x"/>
                                          </p:val>
                                        </p:tav>
                                      </p:tavLst>
                                    </p:anim>
                                    <p:anim calcmode="lin" valueType="num">
                                      <p:cBhvr additive="base">
                                        <p:cTn id="63" dur="500" fill="hold"/>
                                        <p:tgtEl>
                                          <p:spTgt spid="33">
                                            <p:txEl>
                                              <p:pRg st="0" end="0"/>
                                            </p:txEl>
                                          </p:spTgt>
                                        </p:tgtEl>
                                        <p:attrNameLst>
                                          <p:attrName>ppt_y</p:attrName>
                                        </p:attrNameLst>
                                      </p:cBhvr>
                                      <p:tavLst>
                                        <p:tav tm="0">
                                          <p:val>
                                            <p:strVal val="1+#ppt_h/2"/>
                                          </p:val>
                                        </p:tav>
                                        <p:tav tm="100000">
                                          <p:val>
                                            <p:strVal val="#ppt_y"/>
                                          </p:val>
                                        </p:tav>
                                      </p:tavLst>
                                    </p:anim>
                                  </p:childTnLst>
                                </p:cTn>
                              </p:par>
                            </p:childTnLst>
                          </p:cTn>
                        </p:par>
                        <p:par>
                          <p:cTn id="64" fill="hold">
                            <p:stCondLst>
                              <p:cond delay="6000"/>
                            </p:stCondLst>
                            <p:childTnLst>
                              <p:par>
                                <p:cTn id="65" presetID="53" presetClass="entr" presetSubtype="0" fill="hold" grpId="0" nodeType="afterEffect">
                                  <p:stCondLst>
                                    <p:cond delay="0"/>
                                  </p:stCondLst>
                                  <p:childTnLst>
                                    <p:set>
                                      <p:cBhvr>
                                        <p:cTn id="66" dur="1" fill="hold">
                                          <p:stCondLst>
                                            <p:cond delay="0"/>
                                          </p:stCondLst>
                                        </p:cTn>
                                        <p:tgtEl>
                                          <p:spTgt spid="38"/>
                                        </p:tgtEl>
                                        <p:attrNameLst>
                                          <p:attrName>style.visibility</p:attrName>
                                        </p:attrNameLst>
                                      </p:cBhvr>
                                      <p:to>
                                        <p:strVal val="visible"/>
                                      </p:to>
                                    </p:set>
                                    <p:anim calcmode="lin" valueType="num">
                                      <p:cBhvr>
                                        <p:cTn id="67" dur="500" fill="hold"/>
                                        <p:tgtEl>
                                          <p:spTgt spid="38"/>
                                        </p:tgtEl>
                                        <p:attrNameLst>
                                          <p:attrName>ppt_w</p:attrName>
                                        </p:attrNameLst>
                                      </p:cBhvr>
                                      <p:tavLst>
                                        <p:tav tm="0">
                                          <p:val>
                                            <p:fltVal val="0"/>
                                          </p:val>
                                        </p:tav>
                                        <p:tav tm="100000">
                                          <p:val>
                                            <p:strVal val="#ppt_w"/>
                                          </p:val>
                                        </p:tav>
                                      </p:tavLst>
                                    </p:anim>
                                    <p:anim calcmode="lin" valueType="num">
                                      <p:cBhvr>
                                        <p:cTn id="68" dur="500" fill="hold"/>
                                        <p:tgtEl>
                                          <p:spTgt spid="38"/>
                                        </p:tgtEl>
                                        <p:attrNameLst>
                                          <p:attrName>ppt_h</p:attrName>
                                        </p:attrNameLst>
                                      </p:cBhvr>
                                      <p:tavLst>
                                        <p:tav tm="0">
                                          <p:val>
                                            <p:fltVal val="0"/>
                                          </p:val>
                                        </p:tav>
                                        <p:tav tm="100000">
                                          <p:val>
                                            <p:strVal val="#ppt_h"/>
                                          </p:val>
                                        </p:tav>
                                      </p:tavLst>
                                    </p:anim>
                                    <p:animEffect transition="in" filter="fade">
                                      <p:cBhvr>
                                        <p:cTn id="69" dur="500"/>
                                        <p:tgtEl>
                                          <p:spTgt spid="38"/>
                                        </p:tgtEl>
                                      </p:cBhvr>
                                    </p:animEffect>
                                  </p:childTnLst>
                                </p:cTn>
                              </p:par>
                            </p:childTnLst>
                          </p:cTn>
                        </p:par>
                        <p:par>
                          <p:cTn id="70" fill="hold">
                            <p:stCondLst>
                              <p:cond delay="6500"/>
                            </p:stCondLst>
                            <p:childTnLst>
                              <p:par>
                                <p:cTn id="71" presetID="22" presetClass="entr" presetSubtype="4" fill="hold" grpId="0" nodeType="afterEffect" nodePh="1">
                                  <p:stCondLst>
                                    <p:cond delay="0"/>
                                  </p:stCondLst>
                                  <p:endCondLst>
                                    <p:cond evt="begin" delay="0">
                                      <p:tn val="71"/>
                                    </p:cond>
                                  </p:endCondLst>
                                  <p:childTnLst>
                                    <p:set>
                                      <p:cBhvr>
                                        <p:cTn id="72" dur="1" fill="hold">
                                          <p:stCondLst>
                                            <p:cond delay="0"/>
                                          </p:stCondLst>
                                        </p:cTn>
                                        <p:tgtEl>
                                          <p:spTgt spid="44">
                                            <p:txEl>
                                              <p:pRg st="0" end="0"/>
                                            </p:txEl>
                                          </p:spTgt>
                                        </p:tgtEl>
                                        <p:attrNameLst>
                                          <p:attrName>style.visibility</p:attrName>
                                        </p:attrNameLst>
                                      </p:cBhvr>
                                      <p:to>
                                        <p:strVal val="visible"/>
                                      </p:to>
                                    </p:set>
                                    <p:animEffect transition="in" filter="wipe(down)">
                                      <p:cBhvr>
                                        <p:cTn id="73" dur="500"/>
                                        <p:tgtEl>
                                          <p:spTgt spid="44">
                                            <p:txEl>
                                              <p:pRg st="0" end="0"/>
                                            </p:txEl>
                                          </p:spTgt>
                                        </p:tgtEl>
                                      </p:cBhvr>
                                    </p:animEffect>
                                  </p:childTnLst>
                                </p:cTn>
                              </p:par>
                            </p:childTnLst>
                          </p:cTn>
                        </p:par>
                        <p:par>
                          <p:cTn id="74" fill="hold">
                            <p:stCondLst>
                              <p:cond delay="7000"/>
                            </p:stCondLst>
                            <p:childTnLst>
                              <p:par>
                                <p:cTn id="75" presetID="2" presetClass="entr" presetSubtype="4" accel="50000" decel="50000" fill="hold" grpId="0" nodeType="afterEffect" nodePh="1">
                                  <p:stCondLst>
                                    <p:cond delay="0"/>
                                  </p:stCondLst>
                                  <p:endCondLst>
                                    <p:cond evt="begin" delay="0">
                                      <p:tn val="75"/>
                                    </p:cond>
                                  </p:endCondLst>
                                  <p:childTnLst>
                                    <p:set>
                                      <p:cBhvr>
                                        <p:cTn id="76" dur="1" fill="hold">
                                          <p:stCondLst>
                                            <p:cond delay="0"/>
                                          </p:stCondLst>
                                        </p:cTn>
                                        <p:tgtEl>
                                          <p:spTgt spid="39">
                                            <p:txEl>
                                              <p:pRg st="0" end="0"/>
                                            </p:txEl>
                                          </p:spTgt>
                                        </p:tgtEl>
                                        <p:attrNameLst>
                                          <p:attrName>style.visibility</p:attrName>
                                        </p:attrNameLst>
                                      </p:cBhvr>
                                      <p:to>
                                        <p:strVal val="visible"/>
                                      </p:to>
                                    </p:set>
                                    <p:anim calcmode="lin" valueType="num">
                                      <p:cBhvr additive="base">
                                        <p:cTn id="77" dur="500" fill="hold"/>
                                        <p:tgtEl>
                                          <p:spTgt spid="39">
                                            <p:txEl>
                                              <p:pRg st="0" end="0"/>
                                            </p:txEl>
                                          </p:spTgt>
                                        </p:tgtEl>
                                        <p:attrNameLst>
                                          <p:attrName>ppt_x</p:attrName>
                                        </p:attrNameLst>
                                      </p:cBhvr>
                                      <p:tavLst>
                                        <p:tav tm="0">
                                          <p:val>
                                            <p:strVal val="#ppt_x"/>
                                          </p:val>
                                        </p:tav>
                                        <p:tav tm="100000">
                                          <p:val>
                                            <p:strVal val="#ppt_x"/>
                                          </p:val>
                                        </p:tav>
                                      </p:tavLst>
                                    </p:anim>
                                    <p:anim calcmode="lin" valueType="num">
                                      <p:cBhvr additive="base">
                                        <p:cTn id="78" dur="500" fill="hold"/>
                                        <p:tgtEl>
                                          <p:spTgt spid="39">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14"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14"/>
                        </p:tgtEl>
                        <p:attrNameLst>
                          <p:attrName>style.visibility</p:attrName>
                        </p:attrNameLst>
                      </p:cBhvr>
                      <p:to>
                        <p:strVal val="visible"/>
                      </p:to>
                    </p:set>
                    <p:anim calcmode="lin" valueType="num">
                      <p:cBhvr additive="base">
                        <p:cTn dur="500" fill="hold"/>
                        <p:tgtEl>
                          <p:spTgt spid="14"/>
                        </p:tgtEl>
                        <p:attrNameLst>
                          <p:attrName>ppt_x</p:attrName>
                        </p:attrNameLst>
                      </p:cBhvr>
                      <p:tavLst>
                        <p:tav tm="0">
                          <p:val>
                            <p:strVal val="#ppt_x"/>
                          </p:val>
                        </p:tav>
                        <p:tav tm="100000">
                          <p:val>
                            <p:strVal val="#ppt_x"/>
                          </p:val>
                        </p:tav>
                      </p:tavLst>
                    </p:anim>
                    <p:anim calcmode="lin" valueType="num">
                      <p:cBhvr additive="base">
                        <p:cTn dur="500" fill="hold"/>
                        <p:tgtEl>
                          <p:spTgt spid="14"/>
                        </p:tgtEl>
                        <p:attrNameLst>
                          <p:attrName>ppt_y</p:attrName>
                        </p:attrNameLst>
                      </p:cBhvr>
                      <p:tavLst>
                        <p:tav tm="0">
                          <p:val>
                            <p:strVal val="1+#ppt_h/2"/>
                          </p:val>
                        </p:tav>
                        <p:tav tm="100000">
                          <p:val>
                            <p:strVal val="#ppt_y"/>
                          </p:val>
                        </p:tav>
                      </p:tavLst>
                    </p:anim>
                  </p:childTnLst>
                </p:cTn>
              </p:par>
            </p:tnLst>
          </p:tmpl>
        </p:tmplLst>
      </p:bldP>
      <p:bldP spid="23" grpId="0" animBg="1"/>
      <p:bldP spid="24"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24"/>
                        </p:tgtEl>
                        <p:attrNameLst>
                          <p:attrName>style.visibility</p:attrName>
                        </p:attrNameLst>
                      </p:cBhvr>
                      <p:to>
                        <p:strVal val="visible"/>
                      </p:to>
                    </p:set>
                    <p:anim calcmode="lin" valueType="num">
                      <p:cBhvr additive="base">
                        <p:cTn dur="500" fill="hold"/>
                        <p:tgtEl>
                          <p:spTgt spid="24"/>
                        </p:tgtEl>
                        <p:attrNameLst>
                          <p:attrName>ppt_x</p:attrName>
                        </p:attrNameLst>
                      </p:cBhvr>
                      <p:tavLst>
                        <p:tav tm="0">
                          <p:val>
                            <p:strVal val="#ppt_x"/>
                          </p:val>
                        </p:tav>
                        <p:tav tm="100000">
                          <p:val>
                            <p:strVal val="#ppt_x"/>
                          </p:val>
                        </p:tav>
                      </p:tavLst>
                    </p:anim>
                    <p:anim calcmode="lin" valueType="num">
                      <p:cBhvr additive="base">
                        <p:cTn dur="500" fill="hold"/>
                        <p:tgtEl>
                          <p:spTgt spid="24"/>
                        </p:tgtEl>
                        <p:attrNameLst>
                          <p:attrName>ppt_y</p:attrName>
                        </p:attrNameLst>
                      </p:cBhvr>
                      <p:tavLst>
                        <p:tav tm="0">
                          <p:val>
                            <p:strVal val="1+#ppt_h/2"/>
                          </p:val>
                        </p:tav>
                        <p:tav tm="100000">
                          <p:val>
                            <p:strVal val="#ppt_y"/>
                          </p:val>
                        </p:tav>
                      </p:tavLst>
                    </p:anim>
                  </p:childTnLst>
                </p:cTn>
              </p:par>
            </p:tnLst>
          </p:tmpl>
        </p:tmplLst>
      </p:bldP>
      <p:bldP spid="27" grpId="0" animBg="1"/>
      <p:bldP spid="28"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28"/>
                        </p:tgtEl>
                        <p:attrNameLst>
                          <p:attrName>style.visibility</p:attrName>
                        </p:attrNameLst>
                      </p:cBhvr>
                      <p:to>
                        <p:strVal val="visible"/>
                      </p:to>
                    </p:set>
                    <p:anim calcmode="lin" valueType="num">
                      <p:cBhvr additive="base">
                        <p:cTn dur="500" fill="hold"/>
                        <p:tgtEl>
                          <p:spTgt spid="28"/>
                        </p:tgtEl>
                        <p:attrNameLst>
                          <p:attrName>ppt_x</p:attrName>
                        </p:attrNameLst>
                      </p:cBhvr>
                      <p:tavLst>
                        <p:tav tm="0">
                          <p:val>
                            <p:strVal val="#ppt_x"/>
                          </p:val>
                        </p:tav>
                        <p:tav tm="100000">
                          <p:val>
                            <p:strVal val="#ppt_x"/>
                          </p:val>
                        </p:tav>
                      </p:tavLst>
                    </p:anim>
                    <p:anim calcmode="lin" valueType="num">
                      <p:cBhvr additive="base">
                        <p:cTn dur="500" fill="hold"/>
                        <p:tgtEl>
                          <p:spTgt spid="28"/>
                        </p:tgtEl>
                        <p:attrNameLst>
                          <p:attrName>ppt_y</p:attrName>
                        </p:attrNameLst>
                      </p:cBhvr>
                      <p:tavLst>
                        <p:tav tm="0">
                          <p:val>
                            <p:strVal val="1+#ppt_h/2"/>
                          </p:val>
                        </p:tav>
                        <p:tav tm="100000">
                          <p:val>
                            <p:strVal val="#ppt_y"/>
                          </p:val>
                        </p:tav>
                      </p:tavLst>
                    </p:anim>
                  </p:childTnLst>
                </p:cTn>
              </p:par>
            </p:tnLst>
          </p:tmpl>
        </p:tmplLst>
      </p:bldP>
      <p:bldP spid="32" grpId="0" animBg="1"/>
      <p:bldP spid="33"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33"/>
                        </p:tgtEl>
                        <p:attrNameLst>
                          <p:attrName>style.visibility</p:attrName>
                        </p:attrNameLst>
                      </p:cBhvr>
                      <p:to>
                        <p:strVal val="visible"/>
                      </p:to>
                    </p:set>
                    <p:anim calcmode="lin" valueType="num">
                      <p:cBhvr additive="base">
                        <p:cTn dur="500" fill="hold"/>
                        <p:tgtEl>
                          <p:spTgt spid="33"/>
                        </p:tgtEl>
                        <p:attrNameLst>
                          <p:attrName>ppt_x</p:attrName>
                        </p:attrNameLst>
                      </p:cBhvr>
                      <p:tavLst>
                        <p:tav tm="0">
                          <p:val>
                            <p:strVal val="#ppt_x"/>
                          </p:val>
                        </p:tav>
                        <p:tav tm="100000">
                          <p:val>
                            <p:strVal val="#ppt_x"/>
                          </p:val>
                        </p:tav>
                      </p:tavLst>
                    </p:anim>
                    <p:anim calcmode="lin" valueType="num">
                      <p:cBhvr additive="base">
                        <p:cTn dur="500" fill="hold"/>
                        <p:tgtEl>
                          <p:spTgt spid="33"/>
                        </p:tgtEl>
                        <p:attrNameLst>
                          <p:attrName>ppt_y</p:attrName>
                        </p:attrNameLst>
                      </p:cBhvr>
                      <p:tavLst>
                        <p:tav tm="0">
                          <p:val>
                            <p:strVal val="1+#ppt_h/2"/>
                          </p:val>
                        </p:tav>
                        <p:tav tm="100000">
                          <p:val>
                            <p:strVal val="#ppt_y"/>
                          </p:val>
                        </p:tav>
                      </p:tavLst>
                    </p:anim>
                  </p:childTnLst>
                </p:cTn>
              </p:par>
            </p:tnLst>
          </p:tmpl>
        </p:tmplLst>
      </p:bldP>
      <p:bldP spid="38" grpId="0" animBg="1"/>
      <p:bldP spid="39"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39"/>
                        </p:tgtEl>
                        <p:attrNameLst>
                          <p:attrName>style.visibility</p:attrName>
                        </p:attrNameLst>
                      </p:cBhvr>
                      <p:to>
                        <p:strVal val="visible"/>
                      </p:to>
                    </p:set>
                    <p:anim calcmode="lin" valueType="num">
                      <p:cBhvr additive="base">
                        <p:cTn dur="500" fill="hold"/>
                        <p:tgtEl>
                          <p:spTgt spid="39"/>
                        </p:tgtEl>
                        <p:attrNameLst>
                          <p:attrName>ppt_x</p:attrName>
                        </p:attrNameLst>
                      </p:cBhvr>
                      <p:tavLst>
                        <p:tav tm="0">
                          <p:val>
                            <p:strVal val="#ppt_x"/>
                          </p:val>
                        </p:tav>
                        <p:tav tm="100000">
                          <p:val>
                            <p:strVal val="#ppt_x"/>
                          </p:val>
                        </p:tav>
                      </p:tavLst>
                    </p:anim>
                    <p:anim calcmode="lin" valueType="num">
                      <p:cBhvr additive="base">
                        <p:cTn dur="500" fill="hold"/>
                        <p:tgtEl>
                          <p:spTgt spid="39"/>
                        </p:tgtEl>
                        <p:attrNameLst>
                          <p:attrName>ppt_y</p:attrName>
                        </p:attrNameLst>
                      </p:cBhvr>
                      <p:tavLst>
                        <p:tav tm="0">
                          <p:val>
                            <p:strVal val="1+#ppt_h/2"/>
                          </p:val>
                        </p:tav>
                        <p:tav tm="100000">
                          <p:val>
                            <p:strVal val="#ppt_y"/>
                          </p:val>
                        </p:tav>
                      </p:tavLst>
                    </p:anim>
                  </p:childTnLst>
                </p:cTn>
              </p:par>
            </p:tnLst>
          </p:tmpl>
        </p:tmplLst>
      </p:bldP>
      <p:bldP spid="22"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2"/>
                        </p:tgtEl>
                        <p:attrNameLst>
                          <p:attrName>style.visibility</p:attrName>
                        </p:attrNameLst>
                      </p:cBhvr>
                      <p:to>
                        <p:strVal val="visible"/>
                      </p:to>
                    </p:set>
                    <p:animEffect transition="in" filter="wipe(down)">
                      <p:cBhvr>
                        <p:cTn dur="500"/>
                        <p:tgtEl>
                          <p:spTgt spid="22"/>
                        </p:tgtEl>
                      </p:cBhvr>
                    </p:animEffect>
                  </p:childTnLst>
                </p:cTn>
              </p:par>
            </p:tnLst>
          </p:tmpl>
        </p:tmplLst>
      </p:bldP>
      <p:bldP spid="26"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6"/>
                        </p:tgtEl>
                        <p:attrNameLst>
                          <p:attrName>style.visibility</p:attrName>
                        </p:attrNameLst>
                      </p:cBhvr>
                      <p:to>
                        <p:strVal val="visible"/>
                      </p:to>
                    </p:set>
                    <p:animEffect transition="in" filter="wipe(down)">
                      <p:cBhvr>
                        <p:cTn dur="500"/>
                        <p:tgtEl>
                          <p:spTgt spid="26"/>
                        </p:tgtEl>
                      </p:cBhvr>
                    </p:animEffect>
                  </p:childTnLst>
                </p:cTn>
              </p:par>
            </p:tnLst>
          </p:tmpl>
        </p:tmplLst>
      </p:bldP>
      <p:bldP spid="30"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30"/>
                        </p:tgtEl>
                        <p:attrNameLst>
                          <p:attrName>style.visibility</p:attrName>
                        </p:attrNameLst>
                      </p:cBhvr>
                      <p:to>
                        <p:strVal val="visible"/>
                      </p:to>
                    </p:set>
                    <p:animEffect transition="in" filter="wipe(down)">
                      <p:cBhvr>
                        <p:cTn dur="500"/>
                        <p:tgtEl>
                          <p:spTgt spid="30"/>
                        </p:tgtEl>
                      </p:cBhvr>
                    </p:animEffect>
                  </p:childTnLst>
                </p:cTn>
              </p:par>
            </p:tnLst>
          </p:tmpl>
        </p:tmplLst>
      </p:bldP>
      <p:bldP spid="36"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36"/>
                        </p:tgtEl>
                        <p:attrNameLst>
                          <p:attrName>style.visibility</p:attrName>
                        </p:attrNameLst>
                      </p:cBhvr>
                      <p:to>
                        <p:strVal val="visible"/>
                      </p:to>
                    </p:set>
                    <p:animEffect transition="in" filter="wipe(down)">
                      <p:cBhvr>
                        <p:cTn dur="500"/>
                        <p:tgtEl>
                          <p:spTgt spid="36"/>
                        </p:tgtEl>
                      </p:cBhvr>
                    </p:animEffect>
                  </p:childTnLst>
                </p:cTn>
              </p:par>
            </p:tnLst>
          </p:tmpl>
        </p:tmplLst>
      </p:bldP>
      <p:bldP spid="44"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44"/>
                        </p:tgtEl>
                        <p:attrNameLst>
                          <p:attrName>style.visibility</p:attrName>
                        </p:attrNameLst>
                      </p:cBhvr>
                      <p:to>
                        <p:strVal val="visible"/>
                      </p:to>
                    </p:set>
                    <p:animEffect transition="in" filter="wipe(down)">
                      <p:cBhvr>
                        <p:cTn dur="500"/>
                        <p:tgtEl>
                          <p:spTgt spid="44"/>
                        </p:tgtEl>
                      </p:cBhvr>
                    </p:animEffect>
                  </p:childTnLst>
                </p:cTn>
              </p:par>
            </p:tnLst>
          </p:tmpl>
        </p:tmplLst>
      </p:bldP>
    </p:bldLst>
  </p:timing>
</p:sldLayout>
</file>

<file path=ppt/slideLayouts/slideLayout451.xml><?xml version="1.0" encoding="utf-8"?>
<p:sldLayout xmlns:a="http://schemas.openxmlformats.org/drawingml/2006/main" xmlns:r="http://schemas.openxmlformats.org/officeDocument/2006/relationships" xmlns:p="http://schemas.openxmlformats.org/presentationml/2006/main" userDrawn="1">
  <p:cSld name="Team04">
    <p:spTree>
      <p:nvGrpSpPr>
        <p:cNvPr id="1" name=""/>
        <p:cNvGrpSpPr/>
        <p:nvPr/>
      </p:nvGrpSpPr>
      <p:grpSpPr>
        <a:xfrm>
          <a:off x="0" y="0"/>
          <a:ext cx="0" cy="0"/>
          <a:chOff x="0" y="0"/>
          <a:chExt cx="0" cy="0"/>
        </a:xfrm>
      </p:grpSpPr>
      <p:sp>
        <p:nvSpPr>
          <p:cNvPr id="16" name="Picture Placeholder 7"/>
          <p:cNvSpPr>
            <a:spLocks noGrp="1"/>
          </p:cNvSpPr>
          <p:nvPr>
            <p:ph type="pic" sz="quarter" idx="15" hasCustomPrompt="1"/>
          </p:nvPr>
        </p:nvSpPr>
        <p:spPr>
          <a:xfrm>
            <a:off x="736664" y="1583268"/>
            <a:ext cx="248160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17" name="Rectangle 16"/>
          <p:cNvSpPr/>
          <p:nvPr userDrawn="1"/>
        </p:nvSpPr>
        <p:spPr>
          <a:xfrm>
            <a:off x="736665" y="3401374"/>
            <a:ext cx="2481605" cy="56122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48" name="Text Placeholder 3"/>
          <p:cNvSpPr>
            <a:spLocks noGrp="1"/>
          </p:cNvSpPr>
          <p:nvPr>
            <p:ph type="body" sz="half" idx="16"/>
          </p:nvPr>
        </p:nvSpPr>
        <p:spPr>
          <a:xfrm>
            <a:off x="736665" y="3414798"/>
            <a:ext cx="2481605" cy="508973"/>
          </a:xfrm>
          <a:prstGeom prst="rect">
            <a:avLst/>
          </a:prstGeom>
        </p:spPr>
        <p:txBody>
          <a:bodyPr wrap="square" lIns="0" tIns="0" rIns="0" bIns="0" anchor="t">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a:p>
            <a:pPr lvl="0"/>
            <a:endParaRPr lang="en-US" dirty="0" smtClean="0"/>
          </a:p>
        </p:txBody>
      </p:sp>
      <p:sp>
        <p:nvSpPr>
          <p:cNvPr id="49" name="Picture Placeholder 7"/>
          <p:cNvSpPr>
            <a:spLocks noGrp="1"/>
          </p:cNvSpPr>
          <p:nvPr>
            <p:ph type="pic" sz="quarter" idx="17" hasCustomPrompt="1"/>
          </p:nvPr>
        </p:nvSpPr>
        <p:spPr>
          <a:xfrm>
            <a:off x="3501466" y="1583268"/>
            <a:ext cx="248160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0" name="Rectangle 49"/>
          <p:cNvSpPr/>
          <p:nvPr userDrawn="1"/>
        </p:nvSpPr>
        <p:spPr>
          <a:xfrm>
            <a:off x="3501468" y="3401374"/>
            <a:ext cx="2481605" cy="56122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51" name="Text Placeholder 3"/>
          <p:cNvSpPr>
            <a:spLocks noGrp="1"/>
          </p:cNvSpPr>
          <p:nvPr>
            <p:ph type="body" sz="half" idx="18"/>
          </p:nvPr>
        </p:nvSpPr>
        <p:spPr>
          <a:xfrm>
            <a:off x="3501468" y="3414798"/>
            <a:ext cx="2481605" cy="508973"/>
          </a:xfrm>
          <a:prstGeom prst="rect">
            <a:avLst/>
          </a:prstGeom>
        </p:spPr>
        <p:txBody>
          <a:bodyPr wrap="square" lIns="0" tIns="0" rIns="0" bIns="0" anchor="t">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a:p>
            <a:pPr lvl="0"/>
            <a:endParaRPr lang="en-US" dirty="0" smtClean="0"/>
          </a:p>
        </p:txBody>
      </p:sp>
      <p:sp>
        <p:nvSpPr>
          <p:cNvPr id="52" name="Picture Placeholder 7"/>
          <p:cNvSpPr>
            <a:spLocks noGrp="1"/>
          </p:cNvSpPr>
          <p:nvPr>
            <p:ph type="pic" sz="quarter" idx="19" hasCustomPrompt="1"/>
          </p:nvPr>
        </p:nvSpPr>
        <p:spPr>
          <a:xfrm>
            <a:off x="6244666" y="1583268"/>
            <a:ext cx="248160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3" name="Rectangle 52"/>
          <p:cNvSpPr/>
          <p:nvPr userDrawn="1"/>
        </p:nvSpPr>
        <p:spPr>
          <a:xfrm>
            <a:off x="6244668" y="3401374"/>
            <a:ext cx="2481605" cy="56122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54" name="Text Placeholder 3"/>
          <p:cNvSpPr>
            <a:spLocks noGrp="1"/>
          </p:cNvSpPr>
          <p:nvPr>
            <p:ph type="body" sz="half" idx="20"/>
          </p:nvPr>
        </p:nvSpPr>
        <p:spPr>
          <a:xfrm>
            <a:off x="6244668" y="3414798"/>
            <a:ext cx="2481605" cy="508973"/>
          </a:xfrm>
          <a:prstGeom prst="rect">
            <a:avLst/>
          </a:prstGeom>
        </p:spPr>
        <p:txBody>
          <a:bodyPr wrap="square" lIns="0" tIns="0" rIns="0" bIns="0" anchor="t">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a:p>
            <a:pPr lvl="0"/>
            <a:endParaRPr lang="en-US" dirty="0" smtClean="0"/>
          </a:p>
        </p:txBody>
      </p:sp>
      <p:sp>
        <p:nvSpPr>
          <p:cNvPr id="55" name="Picture Placeholder 7"/>
          <p:cNvSpPr>
            <a:spLocks noGrp="1"/>
          </p:cNvSpPr>
          <p:nvPr>
            <p:ph type="pic" sz="quarter" idx="21" hasCustomPrompt="1"/>
          </p:nvPr>
        </p:nvSpPr>
        <p:spPr>
          <a:xfrm>
            <a:off x="8987866" y="1583268"/>
            <a:ext cx="248160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6" name="Rectangle 55"/>
          <p:cNvSpPr/>
          <p:nvPr userDrawn="1"/>
        </p:nvSpPr>
        <p:spPr>
          <a:xfrm>
            <a:off x="8987868" y="3401374"/>
            <a:ext cx="2481605" cy="561221"/>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57" name="Text Placeholder 3"/>
          <p:cNvSpPr>
            <a:spLocks noGrp="1"/>
          </p:cNvSpPr>
          <p:nvPr>
            <p:ph type="body" sz="half" idx="22"/>
          </p:nvPr>
        </p:nvSpPr>
        <p:spPr>
          <a:xfrm>
            <a:off x="8987868" y="3414798"/>
            <a:ext cx="2481605" cy="508973"/>
          </a:xfrm>
          <a:prstGeom prst="rect">
            <a:avLst/>
          </a:prstGeom>
        </p:spPr>
        <p:txBody>
          <a:bodyPr wrap="square" lIns="0" tIns="0" rIns="0" bIns="0" anchor="t">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a:p>
            <a:pPr lvl="0"/>
            <a:endParaRPr lang="en-US" dirty="0" smtClean="0"/>
          </a:p>
        </p:txBody>
      </p:sp>
      <p:sp>
        <p:nvSpPr>
          <p:cNvPr id="58" name="Picture Placeholder 7"/>
          <p:cNvSpPr>
            <a:spLocks noGrp="1"/>
          </p:cNvSpPr>
          <p:nvPr>
            <p:ph type="pic" sz="quarter" idx="23" hasCustomPrompt="1"/>
          </p:nvPr>
        </p:nvSpPr>
        <p:spPr>
          <a:xfrm>
            <a:off x="736664" y="4022110"/>
            <a:ext cx="248160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9" name="Rectangle 58"/>
          <p:cNvSpPr/>
          <p:nvPr userDrawn="1"/>
        </p:nvSpPr>
        <p:spPr>
          <a:xfrm>
            <a:off x="736665" y="5840216"/>
            <a:ext cx="2481605" cy="561221"/>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60" name="Text Placeholder 3"/>
          <p:cNvSpPr>
            <a:spLocks noGrp="1"/>
          </p:cNvSpPr>
          <p:nvPr>
            <p:ph type="body" sz="half" idx="24"/>
          </p:nvPr>
        </p:nvSpPr>
        <p:spPr>
          <a:xfrm>
            <a:off x="736665" y="5853640"/>
            <a:ext cx="2481605" cy="508973"/>
          </a:xfrm>
          <a:prstGeom prst="rect">
            <a:avLst/>
          </a:prstGeom>
        </p:spPr>
        <p:txBody>
          <a:bodyPr wrap="square" lIns="0" tIns="0" rIns="0" bIns="0" anchor="t">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a:p>
            <a:pPr lvl="0"/>
            <a:endParaRPr lang="en-US" dirty="0" smtClean="0"/>
          </a:p>
        </p:txBody>
      </p:sp>
      <p:sp>
        <p:nvSpPr>
          <p:cNvPr id="61" name="Picture Placeholder 7"/>
          <p:cNvSpPr>
            <a:spLocks noGrp="1"/>
          </p:cNvSpPr>
          <p:nvPr>
            <p:ph type="pic" sz="quarter" idx="25" hasCustomPrompt="1"/>
          </p:nvPr>
        </p:nvSpPr>
        <p:spPr>
          <a:xfrm>
            <a:off x="3501466" y="4022110"/>
            <a:ext cx="248160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62" name="Rectangle 61"/>
          <p:cNvSpPr/>
          <p:nvPr userDrawn="1"/>
        </p:nvSpPr>
        <p:spPr>
          <a:xfrm>
            <a:off x="3501468" y="5840216"/>
            <a:ext cx="2481605" cy="561221"/>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63" name="Text Placeholder 3"/>
          <p:cNvSpPr>
            <a:spLocks noGrp="1"/>
          </p:cNvSpPr>
          <p:nvPr>
            <p:ph type="body" sz="half" idx="26"/>
          </p:nvPr>
        </p:nvSpPr>
        <p:spPr>
          <a:xfrm>
            <a:off x="3501468" y="5853640"/>
            <a:ext cx="2481605" cy="508973"/>
          </a:xfrm>
          <a:prstGeom prst="rect">
            <a:avLst/>
          </a:prstGeom>
        </p:spPr>
        <p:txBody>
          <a:bodyPr wrap="square" lIns="0" tIns="0" rIns="0" bIns="0" anchor="t">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a:p>
            <a:pPr lvl="0"/>
            <a:endParaRPr lang="en-US" dirty="0" smtClean="0"/>
          </a:p>
        </p:txBody>
      </p:sp>
      <p:sp>
        <p:nvSpPr>
          <p:cNvPr id="64" name="Picture Placeholder 7"/>
          <p:cNvSpPr>
            <a:spLocks noGrp="1"/>
          </p:cNvSpPr>
          <p:nvPr>
            <p:ph type="pic" sz="quarter" idx="27" hasCustomPrompt="1"/>
          </p:nvPr>
        </p:nvSpPr>
        <p:spPr>
          <a:xfrm>
            <a:off x="6244666" y="4022110"/>
            <a:ext cx="248160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65" name="Rectangle 64"/>
          <p:cNvSpPr/>
          <p:nvPr userDrawn="1"/>
        </p:nvSpPr>
        <p:spPr>
          <a:xfrm>
            <a:off x="6244668" y="5840216"/>
            <a:ext cx="2481605" cy="56122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66" name="Text Placeholder 3"/>
          <p:cNvSpPr>
            <a:spLocks noGrp="1"/>
          </p:cNvSpPr>
          <p:nvPr>
            <p:ph type="body" sz="half" idx="28"/>
          </p:nvPr>
        </p:nvSpPr>
        <p:spPr>
          <a:xfrm>
            <a:off x="6244668" y="5853640"/>
            <a:ext cx="2481605" cy="508973"/>
          </a:xfrm>
          <a:prstGeom prst="rect">
            <a:avLst/>
          </a:prstGeom>
        </p:spPr>
        <p:txBody>
          <a:bodyPr wrap="square" lIns="0" tIns="0" rIns="0" bIns="0" anchor="t">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a:p>
            <a:pPr lvl="0"/>
            <a:endParaRPr lang="en-US" dirty="0" smtClean="0"/>
          </a:p>
        </p:txBody>
      </p:sp>
      <p:sp>
        <p:nvSpPr>
          <p:cNvPr id="67" name="Picture Placeholder 7"/>
          <p:cNvSpPr>
            <a:spLocks noGrp="1"/>
          </p:cNvSpPr>
          <p:nvPr>
            <p:ph type="pic" sz="quarter" idx="29" hasCustomPrompt="1"/>
          </p:nvPr>
        </p:nvSpPr>
        <p:spPr>
          <a:xfrm>
            <a:off x="8987866" y="4022110"/>
            <a:ext cx="248160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68" name="Rectangle 67"/>
          <p:cNvSpPr/>
          <p:nvPr userDrawn="1"/>
        </p:nvSpPr>
        <p:spPr>
          <a:xfrm>
            <a:off x="8987868" y="5840216"/>
            <a:ext cx="2481605" cy="56122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69" name="Text Placeholder 3"/>
          <p:cNvSpPr>
            <a:spLocks noGrp="1"/>
          </p:cNvSpPr>
          <p:nvPr>
            <p:ph type="body" sz="half" idx="30"/>
          </p:nvPr>
        </p:nvSpPr>
        <p:spPr>
          <a:xfrm>
            <a:off x="8987868" y="5853640"/>
            <a:ext cx="2481605" cy="508973"/>
          </a:xfrm>
          <a:prstGeom prst="rect">
            <a:avLst/>
          </a:prstGeom>
        </p:spPr>
        <p:txBody>
          <a:bodyPr wrap="square" lIns="0" tIns="0" rIns="0" bIns="0" anchor="t">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a:p>
            <a:pPr lvl="0"/>
            <a:endParaRPr lang="en-US" dirty="0" smtClean="0"/>
          </a:p>
        </p:txBody>
      </p:sp>
      <p:sp>
        <p:nvSpPr>
          <p:cNvPr id="30"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31"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120271992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after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wipe(down)">
                                      <p:cBhvr>
                                        <p:cTn id="7" dur="500"/>
                                        <p:tgtEl>
                                          <p:spTgt spid="16"/>
                                        </p:tgtEl>
                                      </p:cBhvr>
                                    </p:animEffect>
                                  </p:childTnLst>
                                </p:cTn>
                              </p:par>
                            </p:childTnLst>
                          </p:cTn>
                        </p:par>
                        <p:par>
                          <p:cTn id="8" fill="hold">
                            <p:stCondLst>
                              <p:cond delay="500"/>
                            </p:stCondLst>
                            <p:childTnLst>
                              <p:par>
                                <p:cTn id="9" presetID="22" presetClass="entr" presetSubtype="4" fill="hold" grpId="0" nodeType="afterEffect">
                                  <p:stCondLst>
                                    <p:cond delay="0"/>
                                  </p:stCondLst>
                                  <p:childTnLst>
                                    <p:set>
                                      <p:cBhvr>
                                        <p:cTn id="10" dur="1" fill="hold">
                                          <p:stCondLst>
                                            <p:cond delay="0"/>
                                          </p:stCondLst>
                                        </p:cTn>
                                        <p:tgtEl>
                                          <p:spTgt spid="17"/>
                                        </p:tgtEl>
                                        <p:attrNameLst>
                                          <p:attrName>style.visibility</p:attrName>
                                        </p:attrNameLst>
                                      </p:cBhvr>
                                      <p:to>
                                        <p:strVal val="visible"/>
                                      </p:to>
                                    </p:set>
                                    <p:animEffect transition="in" filter="wipe(down)">
                                      <p:cBhvr>
                                        <p:cTn id="11" dur="500"/>
                                        <p:tgtEl>
                                          <p:spTgt spid="17"/>
                                        </p:tgtEl>
                                      </p:cBhvr>
                                    </p:animEffect>
                                  </p:childTnLst>
                                </p:cTn>
                              </p:par>
                            </p:childTnLst>
                          </p:cTn>
                        </p:par>
                        <p:par>
                          <p:cTn id="12" fill="hold">
                            <p:stCondLst>
                              <p:cond delay="1000"/>
                            </p:stCondLst>
                            <p:childTnLst>
                              <p:par>
                                <p:cTn id="13" presetID="22" presetClass="entr" presetSubtype="4" fill="hold" grpId="0" nodeType="afterEffect" nodePh="1">
                                  <p:stCondLst>
                                    <p:cond delay="0"/>
                                  </p:stCondLst>
                                  <p:endCondLst>
                                    <p:cond evt="begin" delay="0">
                                      <p:tn val="13"/>
                                    </p:cond>
                                  </p:endCondLst>
                                  <p:childTnLst>
                                    <p:set>
                                      <p:cBhvr>
                                        <p:cTn id="14" dur="1" fill="hold">
                                          <p:stCondLst>
                                            <p:cond delay="0"/>
                                          </p:stCondLst>
                                        </p:cTn>
                                        <p:tgtEl>
                                          <p:spTgt spid="48">
                                            <p:txEl>
                                              <p:pRg st="0" end="0"/>
                                            </p:txEl>
                                          </p:spTgt>
                                        </p:tgtEl>
                                        <p:attrNameLst>
                                          <p:attrName>style.visibility</p:attrName>
                                        </p:attrNameLst>
                                      </p:cBhvr>
                                      <p:to>
                                        <p:strVal val="visible"/>
                                      </p:to>
                                    </p:set>
                                    <p:animEffect transition="in" filter="wipe(down)">
                                      <p:cBhvr>
                                        <p:cTn id="15" dur="500"/>
                                        <p:tgtEl>
                                          <p:spTgt spid="48">
                                            <p:txEl>
                                              <p:pRg st="0" end="0"/>
                                            </p:txEl>
                                          </p:spTgt>
                                        </p:tgtEl>
                                      </p:cBhvr>
                                    </p:animEffect>
                                  </p:childTnLst>
                                </p:cTn>
                              </p:par>
                            </p:childTnLst>
                          </p:cTn>
                        </p:par>
                        <p:par>
                          <p:cTn id="16" fill="hold">
                            <p:stCondLst>
                              <p:cond delay="1500"/>
                            </p:stCondLst>
                            <p:childTnLst>
                              <p:par>
                                <p:cTn id="17" presetID="22" presetClass="entr" presetSubtype="4" fill="hold" grpId="0" nodeType="afterEffect">
                                  <p:stCondLst>
                                    <p:cond delay="0"/>
                                  </p:stCondLst>
                                  <p:childTnLst>
                                    <p:set>
                                      <p:cBhvr>
                                        <p:cTn id="18" dur="1" fill="hold">
                                          <p:stCondLst>
                                            <p:cond delay="0"/>
                                          </p:stCondLst>
                                        </p:cTn>
                                        <p:tgtEl>
                                          <p:spTgt spid="49"/>
                                        </p:tgtEl>
                                        <p:attrNameLst>
                                          <p:attrName>style.visibility</p:attrName>
                                        </p:attrNameLst>
                                      </p:cBhvr>
                                      <p:to>
                                        <p:strVal val="visible"/>
                                      </p:to>
                                    </p:set>
                                    <p:animEffect transition="in" filter="wipe(down)">
                                      <p:cBhvr>
                                        <p:cTn id="19" dur="500"/>
                                        <p:tgtEl>
                                          <p:spTgt spid="49"/>
                                        </p:tgtEl>
                                      </p:cBhvr>
                                    </p:animEffect>
                                  </p:childTnLst>
                                </p:cTn>
                              </p:par>
                            </p:childTnLst>
                          </p:cTn>
                        </p:par>
                        <p:par>
                          <p:cTn id="20" fill="hold">
                            <p:stCondLst>
                              <p:cond delay="2000"/>
                            </p:stCondLst>
                            <p:childTnLst>
                              <p:par>
                                <p:cTn id="21" presetID="22" presetClass="entr" presetSubtype="4" fill="hold" grpId="0" nodeType="afterEffect">
                                  <p:stCondLst>
                                    <p:cond delay="0"/>
                                  </p:stCondLst>
                                  <p:childTnLst>
                                    <p:set>
                                      <p:cBhvr>
                                        <p:cTn id="22" dur="1" fill="hold">
                                          <p:stCondLst>
                                            <p:cond delay="0"/>
                                          </p:stCondLst>
                                        </p:cTn>
                                        <p:tgtEl>
                                          <p:spTgt spid="50"/>
                                        </p:tgtEl>
                                        <p:attrNameLst>
                                          <p:attrName>style.visibility</p:attrName>
                                        </p:attrNameLst>
                                      </p:cBhvr>
                                      <p:to>
                                        <p:strVal val="visible"/>
                                      </p:to>
                                    </p:set>
                                    <p:animEffect transition="in" filter="wipe(down)">
                                      <p:cBhvr>
                                        <p:cTn id="23" dur="500"/>
                                        <p:tgtEl>
                                          <p:spTgt spid="50"/>
                                        </p:tgtEl>
                                      </p:cBhvr>
                                    </p:animEffect>
                                  </p:childTnLst>
                                </p:cTn>
                              </p:par>
                            </p:childTnLst>
                          </p:cTn>
                        </p:par>
                        <p:par>
                          <p:cTn id="24" fill="hold">
                            <p:stCondLst>
                              <p:cond delay="2500"/>
                            </p:stCondLst>
                            <p:childTnLst>
                              <p:par>
                                <p:cTn id="25" presetID="22" presetClass="entr" presetSubtype="4" fill="hold" grpId="0" nodeType="afterEffect" nodePh="1">
                                  <p:stCondLst>
                                    <p:cond delay="0"/>
                                  </p:stCondLst>
                                  <p:endCondLst>
                                    <p:cond evt="begin" delay="0">
                                      <p:tn val="25"/>
                                    </p:cond>
                                  </p:endCondLst>
                                  <p:childTnLst>
                                    <p:set>
                                      <p:cBhvr>
                                        <p:cTn id="26" dur="1" fill="hold">
                                          <p:stCondLst>
                                            <p:cond delay="0"/>
                                          </p:stCondLst>
                                        </p:cTn>
                                        <p:tgtEl>
                                          <p:spTgt spid="51">
                                            <p:txEl>
                                              <p:pRg st="0" end="0"/>
                                            </p:txEl>
                                          </p:spTgt>
                                        </p:tgtEl>
                                        <p:attrNameLst>
                                          <p:attrName>style.visibility</p:attrName>
                                        </p:attrNameLst>
                                      </p:cBhvr>
                                      <p:to>
                                        <p:strVal val="visible"/>
                                      </p:to>
                                    </p:set>
                                    <p:animEffect transition="in" filter="wipe(down)">
                                      <p:cBhvr>
                                        <p:cTn id="27" dur="500"/>
                                        <p:tgtEl>
                                          <p:spTgt spid="51">
                                            <p:txEl>
                                              <p:pRg st="0" end="0"/>
                                            </p:txEl>
                                          </p:spTgt>
                                        </p:tgtEl>
                                      </p:cBhvr>
                                    </p:animEffect>
                                  </p:childTnLst>
                                </p:cTn>
                              </p:par>
                            </p:childTnLst>
                          </p:cTn>
                        </p:par>
                        <p:par>
                          <p:cTn id="28" fill="hold">
                            <p:stCondLst>
                              <p:cond delay="3000"/>
                            </p:stCondLst>
                            <p:childTnLst>
                              <p:par>
                                <p:cTn id="29" presetID="22" presetClass="entr" presetSubtype="4" fill="hold" grpId="0" nodeType="afterEffect">
                                  <p:stCondLst>
                                    <p:cond delay="0"/>
                                  </p:stCondLst>
                                  <p:childTnLst>
                                    <p:set>
                                      <p:cBhvr>
                                        <p:cTn id="30" dur="1" fill="hold">
                                          <p:stCondLst>
                                            <p:cond delay="0"/>
                                          </p:stCondLst>
                                        </p:cTn>
                                        <p:tgtEl>
                                          <p:spTgt spid="52"/>
                                        </p:tgtEl>
                                        <p:attrNameLst>
                                          <p:attrName>style.visibility</p:attrName>
                                        </p:attrNameLst>
                                      </p:cBhvr>
                                      <p:to>
                                        <p:strVal val="visible"/>
                                      </p:to>
                                    </p:set>
                                    <p:animEffect transition="in" filter="wipe(down)">
                                      <p:cBhvr>
                                        <p:cTn id="31" dur="500"/>
                                        <p:tgtEl>
                                          <p:spTgt spid="52"/>
                                        </p:tgtEl>
                                      </p:cBhvr>
                                    </p:animEffect>
                                  </p:childTnLst>
                                </p:cTn>
                              </p:par>
                            </p:childTnLst>
                          </p:cTn>
                        </p:par>
                        <p:par>
                          <p:cTn id="32" fill="hold">
                            <p:stCondLst>
                              <p:cond delay="3500"/>
                            </p:stCondLst>
                            <p:childTnLst>
                              <p:par>
                                <p:cTn id="33" presetID="22" presetClass="entr" presetSubtype="4" fill="hold" grpId="0" nodeType="afterEffect">
                                  <p:stCondLst>
                                    <p:cond delay="0"/>
                                  </p:stCondLst>
                                  <p:childTnLst>
                                    <p:set>
                                      <p:cBhvr>
                                        <p:cTn id="34" dur="1" fill="hold">
                                          <p:stCondLst>
                                            <p:cond delay="0"/>
                                          </p:stCondLst>
                                        </p:cTn>
                                        <p:tgtEl>
                                          <p:spTgt spid="53"/>
                                        </p:tgtEl>
                                        <p:attrNameLst>
                                          <p:attrName>style.visibility</p:attrName>
                                        </p:attrNameLst>
                                      </p:cBhvr>
                                      <p:to>
                                        <p:strVal val="visible"/>
                                      </p:to>
                                    </p:set>
                                    <p:animEffect transition="in" filter="wipe(down)">
                                      <p:cBhvr>
                                        <p:cTn id="35" dur="500"/>
                                        <p:tgtEl>
                                          <p:spTgt spid="53"/>
                                        </p:tgtEl>
                                      </p:cBhvr>
                                    </p:animEffect>
                                  </p:childTnLst>
                                </p:cTn>
                              </p:par>
                            </p:childTnLst>
                          </p:cTn>
                        </p:par>
                        <p:par>
                          <p:cTn id="36" fill="hold">
                            <p:stCondLst>
                              <p:cond delay="4000"/>
                            </p:stCondLst>
                            <p:childTnLst>
                              <p:par>
                                <p:cTn id="37" presetID="22" presetClass="entr" presetSubtype="4" fill="hold" grpId="0" nodeType="afterEffect" nodePh="1">
                                  <p:stCondLst>
                                    <p:cond delay="0"/>
                                  </p:stCondLst>
                                  <p:endCondLst>
                                    <p:cond evt="begin" delay="0">
                                      <p:tn val="37"/>
                                    </p:cond>
                                  </p:endCondLst>
                                  <p:childTnLst>
                                    <p:set>
                                      <p:cBhvr>
                                        <p:cTn id="38" dur="1" fill="hold">
                                          <p:stCondLst>
                                            <p:cond delay="0"/>
                                          </p:stCondLst>
                                        </p:cTn>
                                        <p:tgtEl>
                                          <p:spTgt spid="54">
                                            <p:txEl>
                                              <p:pRg st="0" end="0"/>
                                            </p:txEl>
                                          </p:spTgt>
                                        </p:tgtEl>
                                        <p:attrNameLst>
                                          <p:attrName>style.visibility</p:attrName>
                                        </p:attrNameLst>
                                      </p:cBhvr>
                                      <p:to>
                                        <p:strVal val="visible"/>
                                      </p:to>
                                    </p:set>
                                    <p:animEffect transition="in" filter="wipe(down)">
                                      <p:cBhvr>
                                        <p:cTn id="39" dur="500"/>
                                        <p:tgtEl>
                                          <p:spTgt spid="54">
                                            <p:txEl>
                                              <p:pRg st="0" end="0"/>
                                            </p:txEl>
                                          </p:spTgt>
                                        </p:tgtEl>
                                      </p:cBhvr>
                                    </p:animEffect>
                                  </p:childTnLst>
                                </p:cTn>
                              </p:par>
                            </p:childTnLst>
                          </p:cTn>
                        </p:par>
                        <p:par>
                          <p:cTn id="40" fill="hold">
                            <p:stCondLst>
                              <p:cond delay="4500"/>
                            </p:stCondLst>
                            <p:childTnLst>
                              <p:par>
                                <p:cTn id="41" presetID="22" presetClass="entr" presetSubtype="4" fill="hold" grpId="0" nodeType="afterEffect">
                                  <p:stCondLst>
                                    <p:cond delay="0"/>
                                  </p:stCondLst>
                                  <p:childTnLst>
                                    <p:set>
                                      <p:cBhvr>
                                        <p:cTn id="42" dur="1" fill="hold">
                                          <p:stCondLst>
                                            <p:cond delay="0"/>
                                          </p:stCondLst>
                                        </p:cTn>
                                        <p:tgtEl>
                                          <p:spTgt spid="55"/>
                                        </p:tgtEl>
                                        <p:attrNameLst>
                                          <p:attrName>style.visibility</p:attrName>
                                        </p:attrNameLst>
                                      </p:cBhvr>
                                      <p:to>
                                        <p:strVal val="visible"/>
                                      </p:to>
                                    </p:set>
                                    <p:animEffect transition="in" filter="wipe(down)">
                                      <p:cBhvr>
                                        <p:cTn id="43" dur="500"/>
                                        <p:tgtEl>
                                          <p:spTgt spid="55"/>
                                        </p:tgtEl>
                                      </p:cBhvr>
                                    </p:animEffect>
                                  </p:childTnLst>
                                </p:cTn>
                              </p:par>
                            </p:childTnLst>
                          </p:cTn>
                        </p:par>
                        <p:par>
                          <p:cTn id="44" fill="hold">
                            <p:stCondLst>
                              <p:cond delay="5000"/>
                            </p:stCondLst>
                            <p:childTnLst>
                              <p:par>
                                <p:cTn id="45" presetID="22" presetClass="entr" presetSubtype="4" fill="hold" grpId="0" nodeType="afterEffect">
                                  <p:stCondLst>
                                    <p:cond delay="0"/>
                                  </p:stCondLst>
                                  <p:childTnLst>
                                    <p:set>
                                      <p:cBhvr>
                                        <p:cTn id="46" dur="1" fill="hold">
                                          <p:stCondLst>
                                            <p:cond delay="0"/>
                                          </p:stCondLst>
                                        </p:cTn>
                                        <p:tgtEl>
                                          <p:spTgt spid="56"/>
                                        </p:tgtEl>
                                        <p:attrNameLst>
                                          <p:attrName>style.visibility</p:attrName>
                                        </p:attrNameLst>
                                      </p:cBhvr>
                                      <p:to>
                                        <p:strVal val="visible"/>
                                      </p:to>
                                    </p:set>
                                    <p:animEffect transition="in" filter="wipe(down)">
                                      <p:cBhvr>
                                        <p:cTn id="47" dur="500"/>
                                        <p:tgtEl>
                                          <p:spTgt spid="56"/>
                                        </p:tgtEl>
                                      </p:cBhvr>
                                    </p:animEffect>
                                  </p:childTnLst>
                                </p:cTn>
                              </p:par>
                            </p:childTnLst>
                          </p:cTn>
                        </p:par>
                        <p:par>
                          <p:cTn id="48" fill="hold">
                            <p:stCondLst>
                              <p:cond delay="5500"/>
                            </p:stCondLst>
                            <p:childTnLst>
                              <p:par>
                                <p:cTn id="49" presetID="22" presetClass="entr" presetSubtype="4" fill="hold" grpId="0" nodeType="afterEffect" nodePh="1">
                                  <p:stCondLst>
                                    <p:cond delay="0"/>
                                  </p:stCondLst>
                                  <p:endCondLst>
                                    <p:cond evt="begin" delay="0">
                                      <p:tn val="49"/>
                                    </p:cond>
                                  </p:endCondLst>
                                  <p:childTnLst>
                                    <p:set>
                                      <p:cBhvr>
                                        <p:cTn id="50" dur="1" fill="hold">
                                          <p:stCondLst>
                                            <p:cond delay="0"/>
                                          </p:stCondLst>
                                        </p:cTn>
                                        <p:tgtEl>
                                          <p:spTgt spid="57">
                                            <p:txEl>
                                              <p:pRg st="0" end="0"/>
                                            </p:txEl>
                                          </p:spTgt>
                                        </p:tgtEl>
                                        <p:attrNameLst>
                                          <p:attrName>style.visibility</p:attrName>
                                        </p:attrNameLst>
                                      </p:cBhvr>
                                      <p:to>
                                        <p:strVal val="visible"/>
                                      </p:to>
                                    </p:set>
                                    <p:animEffect transition="in" filter="wipe(down)">
                                      <p:cBhvr>
                                        <p:cTn id="51" dur="500"/>
                                        <p:tgtEl>
                                          <p:spTgt spid="57">
                                            <p:txEl>
                                              <p:pRg st="0" end="0"/>
                                            </p:txEl>
                                          </p:spTgt>
                                        </p:tgtEl>
                                      </p:cBhvr>
                                    </p:animEffect>
                                  </p:childTnLst>
                                </p:cTn>
                              </p:par>
                            </p:childTnLst>
                          </p:cTn>
                        </p:par>
                        <p:par>
                          <p:cTn id="52" fill="hold">
                            <p:stCondLst>
                              <p:cond delay="6000"/>
                            </p:stCondLst>
                            <p:childTnLst>
                              <p:par>
                                <p:cTn id="53" presetID="22" presetClass="entr" presetSubtype="4" fill="hold" grpId="0" nodeType="afterEffect">
                                  <p:stCondLst>
                                    <p:cond delay="0"/>
                                  </p:stCondLst>
                                  <p:childTnLst>
                                    <p:set>
                                      <p:cBhvr>
                                        <p:cTn id="54" dur="1" fill="hold">
                                          <p:stCondLst>
                                            <p:cond delay="0"/>
                                          </p:stCondLst>
                                        </p:cTn>
                                        <p:tgtEl>
                                          <p:spTgt spid="58"/>
                                        </p:tgtEl>
                                        <p:attrNameLst>
                                          <p:attrName>style.visibility</p:attrName>
                                        </p:attrNameLst>
                                      </p:cBhvr>
                                      <p:to>
                                        <p:strVal val="visible"/>
                                      </p:to>
                                    </p:set>
                                    <p:animEffect transition="in" filter="wipe(down)">
                                      <p:cBhvr>
                                        <p:cTn id="55" dur="500"/>
                                        <p:tgtEl>
                                          <p:spTgt spid="58"/>
                                        </p:tgtEl>
                                      </p:cBhvr>
                                    </p:animEffect>
                                  </p:childTnLst>
                                </p:cTn>
                              </p:par>
                            </p:childTnLst>
                          </p:cTn>
                        </p:par>
                        <p:par>
                          <p:cTn id="56" fill="hold">
                            <p:stCondLst>
                              <p:cond delay="6500"/>
                            </p:stCondLst>
                            <p:childTnLst>
                              <p:par>
                                <p:cTn id="57" presetID="22" presetClass="entr" presetSubtype="4" fill="hold" grpId="0" nodeType="afterEffect">
                                  <p:stCondLst>
                                    <p:cond delay="0"/>
                                  </p:stCondLst>
                                  <p:childTnLst>
                                    <p:set>
                                      <p:cBhvr>
                                        <p:cTn id="58" dur="1" fill="hold">
                                          <p:stCondLst>
                                            <p:cond delay="0"/>
                                          </p:stCondLst>
                                        </p:cTn>
                                        <p:tgtEl>
                                          <p:spTgt spid="59"/>
                                        </p:tgtEl>
                                        <p:attrNameLst>
                                          <p:attrName>style.visibility</p:attrName>
                                        </p:attrNameLst>
                                      </p:cBhvr>
                                      <p:to>
                                        <p:strVal val="visible"/>
                                      </p:to>
                                    </p:set>
                                    <p:animEffect transition="in" filter="wipe(down)">
                                      <p:cBhvr>
                                        <p:cTn id="59" dur="500"/>
                                        <p:tgtEl>
                                          <p:spTgt spid="59"/>
                                        </p:tgtEl>
                                      </p:cBhvr>
                                    </p:animEffect>
                                  </p:childTnLst>
                                </p:cTn>
                              </p:par>
                            </p:childTnLst>
                          </p:cTn>
                        </p:par>
                        <p:par>
                          <p:cTn id="60" fill="hold">
                            <p:stCondLst>
                              <p:cond delay="7000"/>
                            </p:stCondLst>
                            <p:childTnLst>
                              <p:par>
                                <p:cTn id="61" presetID="22" presetClass="entr" presetSubtype="4" fill="hold" grpId="0" nodeType="afterEffect" nodePh="1">
                                  <p:stCondLst>
                                    <p:cond delay="0"/>
                                  </p:stCondLst>
                                  <p:endCondLst>
                                    <p:cond evt="begin" delay="0">
                                      <p:tn val="61"/>
                                    </p:cond>
                                  </p:endCondLst>
                                  <p:childTnLst>
                                    <p:set>
                                      <p:cBhvr>
                                        <p:cTn id="62" dur="1" fill="hold">
                                          <p:stCondLst>
                                            <p:cond delay="0"/>
                                          </p:stCondLst>
                                        </p:cTn>
                                        <p:tgtEl>
                                          <p:spTgt spid="60">
                                            <p:txEl>
                                              <p:pRg st="0" end="0"/>
                                            </p:txEl>
                                          </p:spTgt>
                                        </p:tgtEl>
                                        <p:attrNameLst>
                                          <p:attrName>style.visibility</p:attrName>
                                        </p:attrNameLst>
                                      </p:cBhvr>
                                      <p:to>
                                        <p:strVal val="visible"/>
                                      </p:to>
                                    </p:set>
                                    <p:animEffect transition="in" filter="wipe(down)">
                                      <p:cBhvr>
                                        <p:cTn id="63" dur="500"/>
                                        <p:tgtEl>
                                          <p:spTgt spid="60">
                                            <p:txEl>
                                              <p:pRg st="0" end="0"/>
                                            </p:txEl>
                                          </p:spTgt>
                                        </p:tgtEl>
                                      </p:cBhvr>
                                    </p:animEffect>
                                  </p:childTnLst>
                                </p:cTn>
                              </p:par>
                            </p:childTnLst>
                          </p:cTn>
                        </p:par>
                        <p:par>
                          <p:cTn id="64" fill="hold">
                            <p:stCondLst>
                              <p:cond delay="7500"/>
                            </p:stCondLst>
                            <p:childTnLst>
                              <p:par>
                                <p:cTn id="65" presetID="22" presetClass="entr" presetSubtype="4" fill="hold" grpId="0" nodeType="afterEffect">
                                  <p:stCondLst>
                                    <p:cond delay="0"/>
                                  </p:stCondLst>
                                  <p:childTnLst>
                                    <p:set>
                                      <p:cBhvr>
                                        <p:cTn id="66" dur="1" fill="hold">
                                          <p:stCondLst>
                                            <p:cond delay="0"/>
                                          </p:stCondLst>
                                        </p:cTn>
                                        <p:tgtEl>
                                          <p:spTgt spid="61"/>
                                        </p:tgtEl>
                                        <p:attrNameLst>
                                          <p:attrName>style.visibility</p:attrName>
                                        </p:attrNameLst>
                                      </p:cBhvr>
                                      <p:to>
                                        <p:strVal val="visible"/>
                                      </p:to>
                                    </p:set>
                                    <p:animEffect transition="in" filter="wipe(down)">
                                      <p:cBhvr>
                                        <p:cTn id="67" dur="500"/>
                                        <p:tgtEl>
                                          <p:spTgt spid="61"/>
                                        </p:tgtEl>
                                      </p:cBhvr>
                                    </p:animEffect>
                                  </p:childTnLst>
                                </p:cTn>
                              </p:par>
                            </p:childTnLst>
                          </p:cTn>
                        </p:par>
                        <p:par>
                          <p:cTn id="68" fill="hold">
                            <p:stCondLst>
                              <p:cond delay="8000"/>
                            </p:stCondLst>
                            <p:childTnLst>
                              <p:par>
                                <p:cTn id="69" presetID="22" presetClass="entr" presetSubtype="4" fill="hold" grpId="0" nodeType="afterEffect">
                                  <p:stCondLst>
                                    <p:cond delay="0"/>
                                  </p:stCondLst>
                                  <p:childTnLst>
                                    <p:set>
                                      <p:cBhvr>
                                        <p:cTn id="70" dur="1" fill="hold">
                                          <p:stCondLst>
                                            <p:cond delay="0"/>
                                          </p:stCondLst>
                                        </p:cTn>
                                        <p:tgtEl>
                                          <p:spTgt spid="62"/>
                                        </p:tgtEl>
                                        <p:attrNameLst>
                                          <p:attrName>style.visibility</p:attrName>
                                        </p:attrNameLst>
                                      </p:cBhvr>
                                      <p:to>
                                        <p:strVal val="visible"/>
                                      </p:to>
                                    </p:set>
                                    <p:animEffect transition="in" filter="wipe(down)">
                                      <p:cBhvr>
                                        <p:cTn id="71" dur="500"/>
                                        <p:tgtEl>
                                          <p:spTgt spid="62"/>
                                        </p:tgtEl>
                                      </p:cBhvr>
                                    </p:animEffect>
                                  </p:childTnLst>
                                </p:cTn>
                              </p:par>
                            </p:childTnLst>
                          </p:cTn>
                        </p:par>
                        <p:par>
                          <p:cTn id="72" fill="hold">
                            <p:stCondLst>
                              <p:cond delay="8500"/>
                            </p:stCondLst>
                            <p:childTnLst>
                              <p:par>
                                <p:cTn id="73" presetID="22" presetClass="entr" presetSubtype="4" fill="hold" nodeType="afterEffect" nodePh="1">
                                  <p:stCondLst>
                                    <p:cond delay="0"/>
                                  </p:stCondLst>
                                  <p:endCondLst>
                                    <p:cond evt="begin" delay="0">
                                      <p:tn val="73"/>
                                    </p:cond>
                                  </p:endCondLst>
                                  <p:childTnLst>
                                    <p:set>
                                      <p:cBhvr>
                                        <p:cTn id="74" dur="1" fill="hold">
                                          <p:stCondLst>
                                            <p:cond delay="0"/>
                                          </p:stCondLst>
                                        </p:cTn>
                                        <p:tgtEl>
                                          <p:spTgt spid="63">
                                            <p:txEl>
                                              <p:pRg st="0" end="0"/>
                                            </p:txEl>
                                          </p:spTgt>
                                        </p:tgtEl>
                                        <p:attrNameLst>
                                          <p:attrName>style.visibility</p:attrName>
                                        </p:attrNameLst>
                                      </p:cBhvr>
                                      <p:to>
                                        <p:strVal val="visible"/>
                                      </p:to>
                                    </p:set>
                                    <p:animEffect transition="in" filter="wipe(down)">
                                      <p:cBhvr>
                                        <p:cTn id="75" dur="500"/>
                                        <p:tgtEl>
                                          <p:spTgt spid="63">
                                            <p:txEl>
                                              <p:pRg st="0" end="0"/>
                                            </p:txEl>
                                          </p:spTgt>
                                        </p:tgtEl>
                                      </p:cBhvr>
                                    </p:animEffect>
                                  </p:childTnLst>
                                </p:cTn>
                              </p:par>
                            </p:childTnLst>
                          </p:cTn>
                        </p:par>
                        <p:par>
                          <p:cTn id="76" fill="hold">
                            <p:stCondLst>
                              <p:cond delay="9000"/>
                            </p:stCondLst>
                            <p:childTnLst>
                              <p:par>
                                <p:cTn id="77" presetID="22" presetClass="entr" presetSubtype="4" fill="hold" grpId="0" nodeType="afterEffect">
                                  <p:stCondLst>
                                    <p:cond delay="0"/>
                                  </p:stCondLst>
                                  <p:childTnLst>
                                    <p:set>
                                      <p:cBhvr>
                                        <p:cTn id="78" dur="1" fill="hold">
                                          <p:stCondLst>
                                            <p:cond delay="0"/>
                                          </p:stCondLst>
                                        </p:cTn>
                                        <p:tgtEl>
                                          <p:spTgt spid="64"/>
                                        </p:tgtEl>
                                        <p:attrNameLst>
                                          <p:attrName>style.visibility</p:attrName>
                                        </p:attrNameLst>
                                      </p:cBhvr>
                                      <p:to>
                                        <p:strVal val="visible"/>
                                      </p:to>
                                    </p:set>
                                    <p:animEffect transition="in" filter="wipe(down)">
                                      <p:cBhvr>
                                        <p:cTn id="79" dur="500"/>
                                        <p:tgtEl>
                                          <p:spTgt spid="64"/>
                                        </p:tgtEl>
                                      </p:cBhvr>
                                    </p:animEffect>
                                  </p:childTnLst>
                                </p:cTn>
                              </p:par>
                            </p:childTnLst>
                          </p:cTn>
                        </p:par>
                        <p:par>
                          <p:cTn id="80" fill="hold">
                            <p:stCondLst>
                              <p:cond delay="9500"/>
                            </p:stCondLst>
                            <p:childTnLst>
                              <p:par>
                                <p:cTn id="81" presetID="22" presetClass="entr" presetSubtype="4" fill="hold" grpId="0" nodeType="afterEffect">
                                  <p:stCondLst>
                                    <p:cond delay="0"/>
                                  </p:stCondLst>
                                  <p:childTnLst>
                                    <p:set>
                                      <p:cBhvr>
                                        <p:cTn id="82" dur="1" fill="hold">
                                          <p:stCondLst>
                                            <p:cond delay="0"/>
                                          </p:stCondLst>
                                        </p:cTn>
                                        <p:tgtEl>
                                          <p:spTgt spid="65"/>
                                        </p:tgtEl>
                                        <p:attrNameLst>
                                          <p:attrName>style.visibility</p:attrName>
                                        </p:attrNameLst>
                                      </p:cBhvr>
                                      <p:to>
                                        <p:strVal val="visible"/>
                                      </p:to>
                                    </p:set>
                                    <p:animEffect transition="in" filter="wipe(down)">
                                      <p:cBhvr>
                                        <p:cTn id="83" dur="500"/>
                                        <p:tgtEl>
                                          <p:spTgt spid="65"/>
                                        </p:tgtEl>
                                      </p:cBhvr>
                                    </p:animEffect>
                                  </p:childTnLst>
                                </p:cTn>
                              </p:par>
                            </p:childTnLst>
                          </p:cTn>
                        </p:par>
                        <p:par>
                          <p:cTn id="84" fill="hold">
                            <p:stCondLst>
                              <p:cond delay="10000"/>
                            </p:stCondLst>
                            <p:childTnLst>
                              <p:par>
                                <p:cTn id="85" presetID="22" presetClass="entr" presetSubtype="4" fill="hold" grpId="0" nodeType="afterEffect" nodePh="1">
                                  <p:stCondLst>
                                    <p:cond delay="0"/>
                                  </p:stCondLst>
                                  <p:endCondLst>
                                    <p:cond evt="begin" delay="0">
                                      <p:tn val="85"/>
                                    </p:cond>
                                  </p:endCondLst>
                                  <p:childTnLst>
                                    <p:set>
                                      <p:cBhvr>
                                        <p:cTn id="86" dur="1" fill="hold">
                                          <p:stCondLst>
                                            <p:cond delay="0"/>
                                          </p:stCondLst>
                                        </p:cTn>
                                        <p:tgtEl>
                                          <p:spTgt spid="66">
                                            <p:txEl>
                                              <p:pRg st="0" end="0"/>
                                            </p:txEl>
                                          </p:spTgt>
                                        </p:tgtEl>
                                        <p:attrNameLst>
                                          <p:attrName>style.visibility</p:attrName>
                                        </p:attrNameLst>
                                      </p:cBhvr>
                                      <p:to>
                                        <p:strVal val="visible"/>
                                      </p:to>
                                    </p:set>
                                    <p:animEffect transition="in" filter="wipe(down)">
                                      <p:cBhvr>
                                        <p:cTn id="87" dur="500"/>
                                        <p:tgtEl>
                                          <p:spTgt spid="66">
                                            <p:txEl>
                                              <p:pRg st="0" end="0"/>
                                            </p:txEl>
                                          </p:spTgt>
                                        </p:tgtEl>
                                      </p:cBhvr>
                                    </p:animEffect>
                                  </p:childTnLst>
                                </p:cTn>
                              </p:par>
                            </p:childTnLst>
                          </p:cTn>
                        </p:par>
                        <p:par>
                          <p:cTn id="88" fill="hold">
                            <p:stCondLst>
                              <p:cond delay="10500"/>
                            </p:stCondLst>
                            <p:childTnLst>
                              <p:par>
                                <p:cTn id="89" presetID="22" presetClass="entr" presetSubtype="4" fill="hold" grpId="0" nodeType="afterEffect">
                                  <p:stCondLst>
                                    <p:cond delay="0"/>
                                  </p:stCondLst>
                                  <p:childTnLst>
                                    <p:set>
                                      <p:cBhvr>
                                        <p:cTn id="90" dur="1" fill="hold">
                                          <p:stCondLst>
                                            <p:cond delay="0"/>
                                          </p:stCondLst>
                                        </p:cTn>
                                        <p:tgtEl>
                                          <p:spTgt spid="67"/>
                                        </p:tgtEl>
                                        <p:attrNameLst>
                                          <p:attrName>style.visibility</p:attrName>
                                        </p:attrNameLst>
                                      </p:cBhvr>
                                      <p:to>
                                        <p:strVal val="visible"/>
                                      </p:to>
                                    </p:set>
                                    <p:animEffect transition="in" filter="wipe(down)">
                                      <p:cBhvr>
                                        <p:cTn id="91" dur="500"/>
                                        <p:tgtEl>
                                          <p:spTgt spid="67"/>
                                        </p:tgtEl>
                                      </p:cBhvr>
                                    </p:animEffect>
                                  </p:childTnLst>
                                </p:cTn>
                              </p:par>
                            </p:childTnLst>
                          </p:cTn>
                        </p:par>
                        <p:par>
                          <p:cTn id="92" fill="hold">
                            <p:stCondLst>
                              <p:cond delay="11000"/>
                            </p:stCondLst>
                            <p:childTnLst>
                              <p:par>
                                <p:cTn id="93" presetID="22" presetClass="entr" presetSubtype="4" fill="hold" grpId="0" nodeType="afterEffect">
                                  <p:stCondLst>
                                    <p:cond delay="0"/>
                                  </p:stCondLst>
                                  <p:childTnLst>
                                    <p:set>
                                      <p:cBhvr>
                                        <p:cTn id="94" dur="1" fill="hold">
                                          <p:stCondLst>
                                            <p:cond delay="0"/>
                                          </p:stCondLst>
                                        </p:cTn>
                                        <p:tgtEl>
                                          <p:spTgt spid="68"/>
                                        </p:tgtEl>
                                        <p:attrNameLst>
                                          <p:attrName>style.visibility</p:attrName>
                                        </p:attrNameLst>
                                      </p:cBhvr>
                                      <p:to>
                                        <p:strVal val="visible"/>
                                      </p:to>
                                    </p:set>
                                    <p:animEffect transition="in" filter="wipe(down)">
                                      <p:cBhvr>
                                        <p:cTn id="95" dur="500"/>
                                        <p:tgtEl>
                                          <p:spTgt spid="68"/>
                                        </p:tgtEl>
                                      </p:cBhvr>
                                    </p:animEffect>
                                  </p:childTnLst>
                                </p:cTn>
                              </p:par>
                            </p:childTnLst>
                          </p:cTn>
                        </p:par>
                        <p:par>
                          <p:cTn id="96" fill="hold">
                            <p:stCondLst>
                              <p:cond delay="11500"/>
                            </p:stCondLst>
                            <p:childTnLst>
                              <p:par>
                                <p:cTn id="97" presetID="22" presetClass="entr" presetSubtype="4" fill="hold" grpId="0" nodeType="afterEffect" nodePh="1">
                                  <p:stCondLst>
                                    <p:cond delay="0"/>
                                  </p:stCondLst>
                                  <p:endCondLst>
                                    <p:cond evt="begin" delay="0">
                                      <p:tn val="97"/>
                                    </p:cond>
                                  </p:endCondLst>
                                  <p:childTnLst>
                                    <p:set>
                                      <p:cBhvr>
                                        <p:cTn id="98" dur="1" fill="hold">
                                          <p:stCondLst>
                                            <p:cond delay="0"/>
                                          </p:stCondLst>
                                        </p:cTn>
                                        <p:tgtEl>
                                          <p:spTgt spid="69">
                                            <p:txEl>
                                              <p:pRg st="0" end="0"/>
                                            </p:txEl>
                                          </p:spTgt>
                                        </p:tgtEl>
                                        <p:attrNameLst>
                                          <p:attrName>style.visibility</p:attrName>
                                        </p:attrNameLst>
                                      </p:cBhvr>
                                      <p:to>
                                        <p:strVal val="visible"/>
                                      </p:to>
                                    </p:set>
                                    <p:animEffect transition="in" filter="wipe(down)">
                                      <p:cBhvr>
                                        <p:cTn id="99" dur="500"/>
                                        <p:tgtEl>
                                          <p:spTgt spid="69">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P spid="17" grpId="0" animBg="1"/>
      <p:bldP spid="48"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48"/>
                        </p:tgtEl>
                        <p:attrNameLst>
                          <p:attrName>style.visibility</p:attrName>
                        </p:attrNameLst>
                      </p:cBhvr>
                      <p:to>
                        <p:strVal val="visible"/>
                      </p:to>
                    </p:set>
                    <p:animEffect transition="in" filter="wipe(down)">
                      <p:cBhvr>
                        <p:cTn dur="500"/>
                        <p:tgtEl>
                          <p:spTgt spid="48"/>
                        </p:tgtEl>
                      </p:cBhvr>
                    </p:animEffect>
                  </p:childTnLst>
                </p:cTn>
              </p:par>
            </p:tnLst>
          </p:tmpl>
        </p:tmplLst>
      </p:bldP>
      <p:bldP spid="49" grpId="0"/>
      <p:bldP spid="50" grpId="0" animBg="1"/>
      <p:bldP spid="51"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51"/>
                        </p:tgtEl>
                        <p:attrNameLst>
                          <p:attrName>style.visibility</p:attrName>
                        </p:attrNameLst>
                      </p:cBhvr>
                      <p:to>
                        <p:strVal val="visible"/>
                      </p:to>
                    </p:set>
                    <p:animEffect transition="in" filter="wipe(down)">
                      <p:cBhvr>
                        <p:cTn dur="500"/>
                        <p:tgtEl>
                          <p:spTgt spid="51"/>
                        </p:tgtEl>
                      </p:cBhvr>
                    </p:animEffect>
                  </p:childTnLst>
                </p:cTn>
              </p:par>
            </p:tnLst>
          </p:tmpl>
        </p:tmplLst>
      </p:bldP>
      <p:bldP spid="52" grpId="0"/>
      <p:bldP spid="53" grpId="0" animBg="1"/>
      <p:bldP spid="54"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54"/>
                        </p:tgtEl>
                        <p:attrNameLst>
                          <p:attrName>style.visibility</p:attrName>
                        </p:attrNameLst>
                      </p:cBhvr>
                      <p:to>
                        <p:strVal val="visible"/>
                      </p:to>
                    </p:set>
                    <p:animEffect transition="in" filter="wipe(down)">
                      <p:cBhvr>
                        <p:cTn dur="500"/>
                        <p:tgtEl>
                          <p:spTgt spid="54"/>
                        </p:tgtEl>
                      </p:cBhvr>
                    </p:animEffect>
                  </p:childTnLst>
                </p:cTn>
              </p:par>
            </p:tnLst>
          </p:tmpl>
        </p:tmplLst>
      </p:bldP>
      <p:bldP spid="55" grpId="0"/>
      <p:bldP spid="56" grpId="0" animBg="1"/>
      <p:bldP spid="57"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57"/>
                        </p:tgtEl>
                        <p:attrNameLst>
                          <p:attrName>style.visibility</p:attrName>
                        </p:attrNameLst>
                      </p:cBhvr>
                      <p:to>
                        <p:strVal val="visible"/>
                      </p:to>
                    </p:set>
                    <p:animEffect transition="in" filter="wipe(down)">
                      <p:cBhvr>
                        <p:cTn dur="500"/>
                        <p:tgtEl>
                          <p:spTgt spid="57"/>
                        </p:tgtEl>
                      </p:cBhvr>
                    </p:animEffect>
                  </p:childTnLst>
                </p:cTn>
              </p:par>
            </p:tnLst>
          </p:tmpl>
        </p:tmplLst>
      </p:bldP>
      <p:bldP spid="58" grpId="0"/>
      <p:bldP spid="59" grpId="0" animBg="1"/>
      <p:bldP spid="60"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60"/>
                        </p:tgtEl>
                        <p:attrNameLst>
                          <p:attrName>style.visibility</p:attrName>
                        </p:attrNameLst>
                      </p:cBhvr>
                      <p:to>
                        <p:strVal val="visible"/>
                      </p:to>
                    </p:set>
                    <p:animEffect transition="in" filter="wipe(down)">
                      <p:cBhvr>
                        <p:cTn dur="500"/>
                        <p:tgtEl>
                          <p:spTgt spid="60"/>
                        </p:tgtEl>
                      </p:cBhvr>
                    </p:animEffect>
                  </p:childTnLst>
                </p:cTn>
              </p:par>
            </p:tnLst>
          </p:tmpl>
        </p:tmplLst>
      </p:bldP>
      <p:bldP spid="61" grpId="0"/>
      <p:bldP spid="62" grpId="0" animBg="1"/>
      <p:bldP spid="64" grpId="0"/>
      <p:bldP spid="65" grpId="0" animBg="1"/>
      <p:bldP spid="66"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66"/>
                        </p:tgtEl>
                        <p:attrNameLst>
                          <p:attrName>style.visibility</p:attrName>
                        </p:attrNameLst>
                      </p:cBhvr>
                      <p:to>
                        <p:strVal val="visible"/>
                      </p:to>
                    </p:set>
                    <p:animEffect transition="in" filter="wipe(down)">
                      <p:cBhvr>
                        <p:cTn dur="500"/>
                        <p:tgtEl>
                          <p:spTgt spid="66"/>
                        </p:tgtEl>
                      </p:cBhvr>
                    </p:animEffect>
                  </p:childTnLst>
                </p:cTn>
              </p:par>
            </p:tnLst>
          </p:tmpl>
        </p:tmplLst>
      </p:bldP>
      <p:bldP spid="67" grpId="0"/>
      <p:bldP spid="68" grpId="0" animBg="1"/>
      <p:bldP spid="69"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69"/>
                        </p:tgtEl>
                        <p:attrNameLst>
                          <p:attrName>style.visibility</p:attrName>
                        </p:attrNameLst>
                      </p:cBhvr>
                      <p:to>
                        <p:strVal val="visible"/>
                      </p:to>
                    </p:set>
                    <p:animEffect transition="in" filter="wipe(down)">
                      <p:cBhvr>
                        <p:cTn dur="500"/>
                        <p:tgtEl>
                          <p:spTgt spid="69"/>
                        </p:tgtEl>
                      </p:cBhvr>
                    </p:animEffect>
                  </p:childTnLst>
                </p:cTn>
              </p:par>
            </p:tnLst>
          </p:tmpl>
        </p:tmplLst>
      </p:bldP>
    </p:bldLst>
  </p:timing>
</p:sldLayout>
</file>

<file path=ppt/slideLayouts/slideLayout452.xml><?xml version="1.0" encoding="utf-8"?>
<p:sldLayout xmlns:a="http://schemas.openxmlformats.org/drawingml/2006/main" xmlns:r="http://schemas.openxmlformats.org/officeDocument/2006/relationships" xmlns:p="http://schemas.openxmlformats.org/presentationml/2006/main" userDrawn="1">
  <p:cSld name="2_2-Pics">
    <p:spTree>
      <p:nvGrpSpPr>
        <p:cNvPr id="1" name=""/>
        <p:cNvGrpSpPr/>
        <p:nvPr/>
      </p:nvGrpSpPr>
      <p:grpSpPr>
        <a:xfrm>
          <a:off x="0" y="0"/>
          <a:ext cx="0" cy="0"/>
          <a:chOff x="0" y="0"/>
          <a:chExt cx="0" cy="0"/>
        </a:xfrm>
      </p:grpSpPr>
      <p:sp>
        <p:nvSpPr>
          <p:cNvPr id="58" name="Picture Placeholder 7"/>
          <p:cNvSpPr>
            <a:spLocks noGrp="1"/>
          </p:cNvSpPr>
          <p:nvPr>
            <p:ph type="pic" sz="quarter" idx="22" hasCustomPrompt="1"/>
          </p:nvPr>
        </p:nvSpPr>
        <p:spPr>
          <a:xfrm>
            <a:off x="6286302" y="2195021"/>
            <a:ext cx="5030956" cy="2697948"/>
          </a:xfrm>
          <a:prstGeom prst="downArrowCallout">
            <a:avLst>
              <a:gd name="adj1" fmla="val 50000"/>
              <a:gd name="adj2" fmla="val 11967"/>
              <a:gd name="adj3" fmla="val 7487"/>
              <a:gd name="adj4" fmla="val 92647"/>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8" name="Picture Placeholder 7"/>
          <p:cNvSpPr>
            <a:spLocks noGrp="1"/>
          </p:cNvSpPr>
          <p:nvPr>
            <p:ph type="pic" sz="quarter" idx="10" hasCustomPrompt="1"/>
          </p:nvPr>
        </p:nvSpPr>
        <p:spPr>
          <a:xfrm>
            <a:off x="858246" y="2182184"/>
            <a:ext cx="5030956" cy="2710781"/>
          </a:xfrm>
          <a:prstGeom prst="downArrowCallout">
            <a:avLst>
              <a:gd name="adj1" fmla="val 50000"/>
              <a:gd name="adj2" fmla="val 11967"/>
              <a:gd name="adj3" fmla="val 7487"/>
              <a:gd name="adj4" fmla="val 92647"/>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40" name="Text Placeholder 3"/>
          <p:cNvSpPr>
            <a:spLocks noGrp="1"/>
          </p:cNvSpPr>
          <p:nvPr>
            <p:ph type="body" sz="half" idx="15"/>
          </p:nvPr>
        </p:nvSpPr>
        <p:spPr>
          <a:xfrm>
            <a:off x="865266" y="5193235"/>
            <a:ext cx="5016911" cy="846795"/>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a:solidFill>
                <a:schemeClr val="tx1">
                  <a:lumMod val="50000"/>
                  <a:lumOff val="50000"/>
                </a:schemeClr>
              </a:solidFill>
            </a:endParaRPr>
          </a:p>
        </p:txBody>
      </p:sp>
      <p:sp>
        <p:nvSpPr>
          <p:cNvPr id="42" name="Text Placeholder 3"/>
          <p:cNvSpPr>
            <a:spLocks noGrp="1"/>
          </p:cNvSpPr>
          <p:nvPr>
            <p:ph type="body" sz="half" idx="17"/>
          </p:nvPr>
        </p:nvSpPr>
        <p:spPr>
          <a:xfrm>
            <a:off x="858242" y="4918632"/>
            <a:ext cx="5030959" cy="257040"/>
          </a:xfrm>
          <a:prstGeom prst="rect">
            <a:avLst/>
          </a:prstGeom>
        </p:spPr>
        <p:txBody>
          <a:bodyPr wrap="none" lIns="0" tIns="0" rIns="0" bIns="0" anchor="ctr">
            <a:noAutofit/>
          </a:bodyPr>
          <a:lstStyle>
            <a:lvl1pPr marL="0" indent="0" algn="ctr">
              <a:buNone/>
              <a:defRPr sz="1467" b="1" baseline="0">
                <a:solidFill>
                  <a:schemeClr val="accent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59" name="Text Placeholder 3"/>
          <p:cNvSpPr>
            <a:spLocks noGrp="1"/>
          </p:cNvSpPr>
          <p:nvPr>
            <p:ph type="body" sz="half" idx="23"/>
          </p:nvPr>
        </p:nvSpPr>
        <p:spPr>
          <a:xfrm>
            <a:off x="6293325" y="5193235"/>
            <a:ext cx="5016911" cy="846795"/>
          </a:xfrm>
          <a:prstGeom prst="rect">
            <a:avLst/>
          </a:prstGeom>
        </p:spPr>
        <p:txBody>
          <a:bodyPr wrap="squar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a:solidFill>
                <a:schemeClr val="tx1">
                  <a:lumMod val="50000"/>
                  <a:lumOff val="50000"/>
                </a:schemeClr>
              </a:solidFill>
            </a:endParaRPr>
          </a:p>
        </p:txBody>
      </p:sp>
      <p:sp>
        <p:nvSpPr>
          <p:cNvPr id="62" name="Text Placeholder 3"/>
          <p:cNvSpPr>
            <a:spLocks noGrp="1"/>
          </p:cNvSpPr>
          <p:nvPr>
            <p:ph type="body" sz="half" idx="25"/>
          </p:nvPr>
        </p:nvSpPr>
        <p:spPr>
          <a:xfrm>
            <a:off x="6286299" y="4918632"/>
            <a:ext cx="5030959" cy="257040"/>
          </a:xfrm>
          <a:prstGeom prst="rect">
            <a:avLst/>
          </a:prstGeom>
        </p:spPr>
        <p:txBody>
          <a:bodyPr wrap="none" lIns="0" tIns="0" rIns="0" bIns="0" anchor="ctr">
            <a:noAutofit/>
          </a:bodyPr>
          <a:lstStyle>
            <a:lvl1pPr marL="0" indent="0" algn="ctr">
              <a:buNone/>
              <a:defRPr sz="1467" b="1" baseline="0">
                <a:solidFill>
                  <a:schemeClr val="accent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32" name="Rectangle 31"/>
          <p:cNvSpPr/>
          <p:nvPr userDrawn="1"/>
        </p:nvSpPr>
        <p:spPr>
          <a:xfrm>
            <a:off x="865265" y="1672313"/>
            <a:ext cx="5016912" cy="50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1867" dirty="0">
              <a:solidFill>
                <a:srgbClr val="FFFFFF"/>
              </a:solidFill>
            </a:endParaRPr>
          </a:p>
        </p:txBody>
      </p:sp>
      <p:sp>
        <p:nvSpPr>
          <p:cNvPr id="41" name="Text Placeholder 3"/>
          <p:cNvSpPr>
            <a:spLocks noGrp="1"/>
          </p:cNvSpPr>
          <p:nvPr>
            <p:ph type="body" sz="half" idx="16"/>
          </p:nvPr>
        </p:nvSpPr>
        <p:spPr>
          <a:xfrm>
            <a:off x="896710" y="1773356"/>
            <a:ext cx="4954023" cy="267661"/>
          </a:xfrm>
          <a:prstGeom prst="rect">
            <a:avLst/>
          </a:prstGeom>
        </p:spPr>
        <p:txBody>
          <a:bodyPr wrap="non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60" name="Rectangle 59"/>
          <p:cNvSpPr/>
          <p:nvPr userDrawn="1"/>
        </p:nvSpPr>
        <p:spPr>
          <a:xfrm>
            <a:off x="6293321" y="1672313"/>
            <a:ext cx="5016912" cy="50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1867" dirty="0">
              <a:solidFill>
                <a:srgbClr val="FFFFFF"/>
              </a:solidFill>
            </a:endParaRPr>
          </a:p>
        </p:txBody>
      </p:sp>
      <p:sp>
        <p:nvSpPr>
          <p:cNvPr id="61" name="Text Placeholder 3"/>
          <p:cNvSpPr>
            <a:spLocks noGrp="1"/>
          </p:cNvSpPr>
          <p:nvPr>
            <p:ph type="body" sz="half" idx="24"/>
          </p:nvPr>
        </p:nvSpPr>
        <p:spPr>
          <a:xfrm>
            <a:off x="6324769" y="1773356"/>
            <a:ext cx="4954023" cy="267661"/>
          </a:xfrm>
          <a:prstGeom prst="rect">
            <a:avLst/>
          </a:prstGeom>
        </p:spPr>
        <p:txBody>
          <a:bodyPr wrap="non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18"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9"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176666453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accel="50000" decel="50000" fill="hold" grpId="0" nodeType="afterEffect">
                                  <p:stCondLst>
                                    <p:cond delay="0"/>
                                  </p:stCondLst>
                                  <p:childTnLst>
                                    <p:set>
                                      <p:cBhvr>
                                        <p:cTn id="6" dur="1" fill="hold">
                                          <p:stCondLst>
                                            <p:cond delay="0"/>
                                          </p:stCondLst>
                                        </p:cTn>
                                        <p:tgtEl>
                                          <p:spTgt spid="32"/>
                                        </p:tgtEl>
                                        <p:attrNameLst>
                                          <p:attrName>style.visibility</p:attrName>
                                        </p:attrNameLst>
                                      </p:cBhvr>
                                      <p:to>
                                        <p:strVal val="visible"/>
                                      </p:to>
                                    </p:set>
                                    <p:anim calcmode="lin" valueType="num">
                                      <p:cBhvr additive="base">
                                        <p:cTn id="7" dur="500" fill="hold"/>
                                        <p:tgtEl>
                                          <p:spTgt spid="32"/>
                                        </p:tgtEl>
                                        <p:attrNameLst>
                                          <p:attrName>ppt_x</p:attrName>
                                        </p:attrNameLst>
                                      </p:cBhvr>
                                      <p:tavLst>
                                        <p:tav tm="0">
                                          <p:val>
                                            <p:strVal val="#ppt_x"/>
                                          </p:val>
                                        </p:tav>
                                        <p:tav tm="100000">
                                          <p:val>
                                            <p:strVal val="#ppt_x"/>
                                          </p:val>
                                        </p:tav>
                                      </p:tavLst>
                                    </p:anim>
                                    <p:anim calcmode="lin" valueType="num">
                                      <p:cBhvr additive="base">
                                        <p:cTn id="8" dur="500" fill="hold"/>
                                        <p:tgtEl>
                                          <p:spTgt spid="32"/>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2" presetClass="entr" presetSubtype="4" fill="hold" grpId="0" nodeType="afterEffect" nodePh="1">
                                  <p:stCondLst>
                                    <p:cond delay="0"/>
                                  </p:stCondLst>
                                  <p:endCondLst>
                                    <p:cond evt="begin" delay="0">
                                      <p:tn val="10"/>
                                    </p:cond>
                                  </p:endCondLst>
                                  <p:childTnLst>
                                    <p:set>
                                      <p:cBhvr>
                                        <p:cTn id="11" dur="1" fill="hold">
                                          <p:stCondLst>
                                            <p:cond delay="0"/>
                                          </p:stCondLst>
                                        </p:cTn>
                                        <p:tgtEl>
                                          <p:spTgt spid="41">
                                            <p:txEl>
                                              <p:pRg st="0" end="0"/>
                                            </p:txEl>
                                          </p:spTgt>
                                        </p:tgtEl>
                                        <p:attrNameLst>
                                          <p:attrName>style.visibility</p:attrName>
                                        </p:attrNameLst>
                                      </p:cBhvr>
                                      <p:to>
                                        <p:strVal val="visible"/>
                                      </p:to>
                                    </p:set>
                                    <p:animEffect transition="in" filter="wipe(down)">
                                      <p:cBhvr>
                                        <p:cTn id="12" dur="500"/>
                                        <p:tgtEl>
                                          <p:spTgt spid="41">
                                            <p:txEl>
                                              <p:pRg st="0" end="0"/>
                                            </p:txEl>
                                          </p:spTgt>
                                        </p:tgtEl>
                                      </p:cBhvr>
                                    </p:animEffect>
                                  </p:childTnLst>
                                </p:cTn>
                              </p:par>
                              <p:par>
                                <p:cTn id="13" presetID="2" presetClass="entr" presetSubtype="4" accel="50000" decel="50000" fill="hold" grpId="0" nodeType="withEffect">
                                  <p:stCondLst>
                                    <p:cond delay="0"/>
                                  </p:stCondLst>
                                  <p:childTnLst>
                                    <p:set>
                                      <p:cBhvr>
                                        <p:cTn id="14" dur="1" fill="hold">
                                          <p:stCondLst>
                                            <p:cond delay="0"/>
                                          </p:stCondLst>
                                        </p:cTn>
                                        <p:tgtEl>
                                          <p:spTgt spid="38"/>
                                        </p:tgtEl>
                                        <p:attrNameLst>
                                          <p:attrName>style.visibility</p:attrName>
                                        </p:attrNameLst>
                                      </p:cBhvr>
                                      <p:to>
                                        <p:strVal val="visible"/>
                                      </p:to>
                                    </p:set>
                                    <p:anim calcmode="lin" valueType="num">
                                      <p:cBhvr additive="base">
                                        <p:cTn id="15" dur="500" fill="hold"/>
                                        <p:tgtEl>
                                          <p:spTgt spid="38"/>
                                        </p:tgtEl>
                                        <p:attrNameLst>
                                          <p:attrName>ppt_x</p:attrName>
                                        </p:attrNameLst>
                                      </p:cBhvr>
                                      <p:tavLst>
                                        <p:tav tm="0">
                                          <p:val>
                                            <p:strVal val="#ppt_x"/>
                                          </p:val>
                                        </p:tav>
                                        <p:tav tm="100000">
                                          <p:val>
                                            <p:strVal val="#ppt_x"/>
                                          </p:val>
                                        </p:tav>
                                      </p:tavLst>
                                    </p:anim>
                                    <p:anim calcmode="lin" valueType="num">
                                      <p:cBhvr additive="base">
                                        <p:cTn id="16" dur="500" fill="hold"/>
                                        <p:tgtEl>
                                          <p:spTgt spid="38"/>
                                        </p:tgtEl>
                                        <p:attrNameLst>
                                          <p:attrName>ppt_y</p:attrName>
                                        </p:attrNameLst>
                                      </p:cBhvr>
                                      <p:tavLst>
                                        <p:tav tm="0">
                                          <p:val>
                                            <p:strVal val="1+#ppt_h/2"/>
                                          </p:val>
                                        </p:tav>
                                        <p:tav tm="100000">
                                          <p:val>
                                            <p:strVal val="#ppt_y"/>
                                          </p:val>
                                        </p:tav>
                                      </p:tavLst>
                                    </p:anim>
                                  </p:childTnLst>
                                </p:cTn>
                              </p:par>
                            </p:childTnLst>
                          </p:cTn>
                        </p:par>
                        <p:par>
                          <p:cTn id="17" fill="hold">
                            <p:stCondLst>
                              <p:cond delay="1000"/>
                            </p:stCondLst>
                            <p:childTnLst>
                              <p:par>
                                <p:cTn id="18" presetID="2" presetClass="entr" presetSubtype="4" accel="50000" decel="50000" fill="hold" grpId="0" nodeType="afterEffect" nodePh="1">
                                  <p:stCondLst>
                                    <p:cond delay="0"/>
                                  </p:stCondLst>
                                  <p:endCondLst>
                                    <p:cond evt="begin" delay="0">
                                      <p:tn val="18"/>
                                    </p:cond>
                                  </p:endCondLst>
                                  <p:childTnLst>
                                    <p:set>
                                      <p:cBhvr>
                                        <p:cTn id="19" dur="1" fill="hold">
                                          <p:stCondLst>
                                            <p:cond delay="0"/>
                                          </p:stCondLst>
                                        </p:cTn>
                                        <p:tgtEl>
                                          <p:spTgt spid="42">
                                            <p:txEl>
                                              <p:pRg st="0" end="0"/>
                                            </p:txEl>
                                          </p:spTgt>
                                        </p:tgtEl>
                                        <p:attrNameLst>
                                          <p:attrName>style.visibility</p:attrName>
                                        </p:attrNameLst>
                                      </p:cBhvr>
                                      <p:to>
                                        <p:strVal val="visible"/>
                                      </p:to>
                                    </p:set>
                                    <p:anim calcmode="lin" valueType="num">
                                      <p:cBhvr additive="base">
                                        <p:cTn id="20" dur="500" fill="hold"/>
                                        <p:tgtEl>
                                          <p:spTgt spid="42">
                                            <p:txEl>
                                              <p:pRg st="0" end="0"/>
                                            </p:txEl>
                                          </p:spTgt>
                                        </p:tgtEl>
                                        <p:attrNameLst>
                                          <p:attrName>ppt_x</p:attrName>
                                        </p:attrNameLst>
                                      </p:cBhvr>
                                      <p:tavLst>
                                        <p:tav tm="0">
                                          <p:val>
                                            <p:strVal val="#ppt_x"/>
                                          </p:val>
                                        </p:tav>
                                        <p:tav tm="100000">
                                          <p:val>
                                            <p:strVal val="#ppt_x"/>
                                          </p:val>
                                        </p:tav>
                                      </p:tavLst>
                                    </p:anim>
                                    <p:anim calcmode="lin" valueType="num">
                                      <p:cBhvr additive="base">
                                        <p:cTn id="21" dur="500" fill="hold"/>
                                        <p:tgtEl>
                                          <p:spTgt spid="42">
                                            <p:txEl>
                                              <p:pRg st="0" end="0"/>
                                            </p:txEl>
                                          </p:spTgt>
                                        </p:tgtEl>
                                        <p:attrNameLst>
                                          <p:attrName>ppt_y</p:attrName>
                                        </p:attrNameLst>
                                      </p:cBhvr>
                                      <p:tavLst>
                                        <p:tav tm="0">
                                          <p:val>
                                            <p:strVal val="1+#ppt_h/2"/>
                                          </p:val>
                                        </p:tav>
                                        <p:tav tm="100000">
                                          <p:val>
                                            <p:strVal val="#ppt_y"/>
                                          </p:val>
                                        </p:tav>
                                      </p:tavLst>
                                    </p:anim>
                                  </p:childTnLst>
                                </p:cTn>
                              </p:par>
                            </p:childTnLst>
                          </p:cTn>
                        </p:par>
                        <p:par>
                          <p:cTn id="22" fill="hold">
                            <p:stCondLst>
                              <p:cond delay="1500"/>
                            </p:stCondLst>
                            <p:childTnLst>
                              <p:par>
                                <p:cTn id="23" presetID="2" presetClass="entr" presetSubtype="4" accel="50000" decel="50000" fill="hold" grpId="0" nodeType="afterEffect" nodePh="1">
                                  <p:stCondLst>
                                    <p:cond delay="0"/>
                                  </p:stCondLst>
                                  <p:endCondLst>
                                    <p:cond evt="begin" delay="0">
                                      <p:tn val="23"/>
                                    </p:cond>
                                  </p:endCondLst>
                                  <p:childTnLst>
                                    <p:set>
                                      <p:cBhvr>
                                        <p:cTn id="24" dur="1" fill="hold">
                                          <p:stCondLst>
                                            <p:cond delay="0"/>
                                          </p:stCondLst>
                                        </p:cTn>
                                        <p:tgtEl>
                                          <p:spTgt spid="40">
                                            <p:txEl>
                                              <p:pRg st="0" end="0"/>
                                            </p:txEl>
                                          </p:spTgt>
                                        </p:tgtEl>
                                        <p:attrNameLst>
                                          <p:attrName>style.visibility</p:attrName>
                                        </p:attrNameLst>
                                      </p:cBhvr>
                                      <p:to>
                                        <p:strVal val="visible"/>
                                      </p:to>
                                    </p:set>
                                    <p:anim calcmode="lin" valueType="num">
                                      <p:cBhvr additive="base">
                                        <p:cTn id="25" dur="500" fill="hold"/>
                                        <p:tgtEl>
                                          <p:spTgt spid="40">
                                            <p:txEl>
                                              <p:pRg st="0" end="0"/>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40">
                                            <p:txEl>
                                              <p:pRg st="0" end="0"/>
                                            </p:txEl>
                                          </p:spTgt>
                                        </p:tgtEl>
                                        <p:attrNameLst>
                                          <p:attrName>ppt_y</p:attrName>
                                        </p:attrNameLst>
                                      </p:cBhvr>
                                      <p:tavLst>
                                        <p:tav tm="0">
                                          <p:val>
                                            <p:strVal val="1+#ppt_h/2"/>
                                          </p:val>
                                        </p:tav>
                                        <p:tav tm="100000">
                                          <p:val>
                                            <p:strVal val="#ppt_y"/>
                                          </p:val>
                                        </p:tav>
                                      </p:tavLst>
                                    </p:anim>
                                  </p:childTnLst>
                                </p:cTn>
                              </p:par>
                            </p:childTnLst>
                          </p:cTn>
                        </p:par>
                        <p:par>
                          <p:cTn id="27" fill="hold">
                            <p:stCondLst>
                              <p:cond delay="2000"/>
                            </p:stCondLst>
                            <p:childTnLst>
                              <p:par>
                                <p:cTn id="28" presetID="2" presetClass="entr" presetSubtype="1" accel="50000" decel="50000" fill="hold" grpId="0" nodeType="afterEffect">
                                  <p:stCondLst>
                                    <p:cond delay="0"/>
                                  </p:stCondLst>
                                  <p:childTnLst>
                                    <p:set>
                                      <p:cBhvr>
                                        <p:cTn id="29" dur="1" fill="hold">
                                          <p:stCondLst>
                                            <p:cond delay="0"/>
                                          </p:stCondLst>
                                        </p:cTn>
                                        <p:tgtEl>
                                          <p:spTgt spid="60"/>
                                        </p:tgtEl>
                                        <p:attrNameLst>
                                          <p:attrName>style.visibility</p:attrName>
                                        </p:attrNameLst>
                                      </p:cBhvr>
                                      <p:to>
                                        <p:strVal val="visible"/>
                                      </p:to>
                                    </p:set>
                                    <p:anim calcmode="lin" valueType="num">
                                      <p:cBhvr additive="base">
                                        <p:cTn id="30" dur="500" fill="hold"/>
                                        <p:tgtEl>
                                          <p:spTgt spid="60"/>
                                        </p:tgtEl>
                                        <p:attrNameLst>
                                          <p:attrName>ppt_x</p:attrName>
                                        </p:attrNameLst>
                                      </p:cBhvr>
                                      <p:tavLst>
                                        <p:tav tm="0">
                                          <p:val>
                                            <p:strVal val="#ppt_x"/>
                                          </p:val>
                                        </p:tav>
                                        <p:tav tm="100000">
                                          <p:val>
                                            <p:strVal val="#ppt_x"/>
                                          </p:val>
                                        </p:tav>
                                      </p:tavLst>
                                    </p:anim>
                                    <p:anim calcmode="lin" valueType="num">
                                      <p:cBhvr additive="base">
                                        <p:cTn id="31" dur="500" fill="hold"/>
                                        <p:tgtEl>
                                          <p:spTgt spid="60"/>
                                        </p:tgtEl>
                                        <p:attrNameLst>
                                          <p:attrName>ppt_y</p:attrName>
                                        </p:attrNameLst>
                                      </p:cBhvr>
                                      <p:tavLst>
                                        <p:tav tm="0">
                                          <p:val>
                                            <p:strVal val="0-#ppt_h/2"/>
                                          </p:val>
                                        </p:tav>
                                        <p:tav tm="100000">
                                          <p:val>
                                            <p:strVal val="#ppt_y"/>
                                          </p:val>
                                        </p:tav>
                                      </p:tavLst>
                                    </p:anim>
                                  </p:childTnLst>
                                </p:cTn>
                              </p:par>
                            </p:childTnLst>
                          </p:cTn>
                        </p:par>
                        <p:par>
                          <p:cTn id="32" fill="hold">
                            <p:stCondLst>
                              <p:cond delay="2500"/>
                            </p:stCondLst>
                            <p:childTnLst>
                              <p:par>
                                <p:cTn id="33" presetID="22" presetClass="entr" presetSubtype="4" fill="hold" grpId="0" nodeType="afterEffect" nodePh="1">
                                  <p:stCondLst>
                                    <p:cond delay="0"/>
                                  </p:stCondLst>
                                  <p:endCondLst>
                                    <p:cond evt="begin" delay="0">
                                      <p:tn val="33"/>
                                    </p:cond>
                                  </p:endCondLst>
                                  <p:childTnLst>
                                    <p:set>
                                      <p:cBhvr>
                                        <p:cTn id="34" dur="1" fill="hold">
                                          <p:stCondLst>
                                            <p:cond delay="0"/>
                                          </p:stCondLst>
                                        </p:cTn>
                                        <p:tgtEl>
                                          <p:spTgt spid="61">
                                            <p:txEl>
                                              <p:pRg st="0" end="0"/>
                                            </p:txEl>
                                          </p:spTgt>
                                        </p:tgtEl>
                                        <p:attrNameLst>
                                          <p:attrName>style.visibility</p:attrName>
                                        </p:attrNameLst>
                                      </p:cBhvr>
                                      <p:to>
                                        <p:strVal val="visible"/>
                                      </p:to>
                                    </p:set>
                                    <p:animEffect transition="in" filter="wipe(down)">
                                      <p:cBhvr>
                                        <p:cTn id="35" dur="500"/>
                                        <p:tgtEl>
                                          <p:spTgt spid="61">
                                            <p:txEl>
                                              <p:pRg st="0" end="0"/>
                                            </p:txEl>
                                          </p:spTgt>
                                        </p:tgtEl>
                                      </p:cBhvr>
                                    </p:animEffect>
                                  </p:childTnLst>
                                </p:cTn>
                              </p:par>
                              <p:par>
                                <p:cTn id="36" presetID="2" presetClass="entr" presetSubtype="4" accel="50000" decel="50000" fill="hold" grpId="0" nodeType="withEffect">
                                  <p:stCondLst>
                                    <p:cond delay="0"/>
                                  </p:stCondLst>
                                  <p:childTnLst>
                                    <p:set>
                                      <p:cBhvr>
                                        <p:cTn id="37" dur="1" fill="hold">
                                          <p:stCondLst>
                                            <p:cond delay="0"/>
                                          </p:stCondLst>
                                        </p:cTn>
                                        <p:tgtEl>
                                          <p:spTgt spid="58"/>
                                        </p:tgtEl>
                                        <p:attrNameLst>
                                          <p:attrName>style.visibility</p:attrName>
                                        </p:attrNameLst>
                                      </p:cBhvr>
                                      <p:to>
                                        <p:strVal val="visible"/>
                                      </p:to>
                                    </p:set>
                                    <p:anim calcmode="lin" valueType="num">
                                      <p:cBhvr additive="base">
                                        <p:cTn id="38" dur="500" fill="hold"/>
                                        <p:tgtEl>
                                          <p:spTgt spid="58"/>
                                        </p:tgtEl>
                                        <p:attrNameLst>
                                          <p:attrName>ppt_x</p:attrName>
                                        </p:attrNameLst>
                                      </p:cBhvr>
                                      <p:tavLst>
                                        <p:tav tm="0">
                                          <p:val>
                                            <p:strVal val="#ppt_x"/>
                                          </p:val>
                                        </p:tav>
                                        <p:tav tm="100000">
                                          <p:val>
                                            <p:strVal val="#ppt_x"/>
                                          </p:val>
                                        </p:tav>
                                      </p:tavLst>
                                    </p:anim>
                                    <p:anim calcmode="lin" valueType="num">
                                      <p:cBhvr additive="base">
                                        <p:cTn id="39" dur="500" fill="hold"/>
                                        <p:tgtEl>
                                          <p:spTgt spid="58"/>
                                        </p:tgtEl>
                                        <p:attrNameLst>
                                          <p:attrName>ppt_y</p:attrName>
                                        </p:attrNameLst>
                                      </p:cBhvr>
                                      <p:tavLst>
                                        <p:tav tm="0">
                                          <p:val>
                                            <p:strVal val="1+#ppt_h/2"/>
                                          </p:val>
                                        </p:tav>
                                        <p:tav tm="100000">
                                          <p:val>
                                            <p:strVal val="#ppt_y"/>
                                          </p:val>
                                        </p:tav>
                                      </p:tavLst>
                                    </p:anim>
                                  </p:childTnLst>
                                </p:cTn>
                              </p:par>
                            </p:childTnLst>
                          </p:cTn>
                        </p:par>
                        <p:par>
                          <p:cTn id="40" fill="hold">
                            <p:stCondLst>
                              <p:cond delay="3000"/>
                            </p:stCondLst>
                            <p:childTnLst>
                              <p:par>
                                <p:cTn id="41" presetID="2" presetClass="entr" presetSubtype="4" accel="50000" decel="50000" fill="hold" grpId="0" nodeType="afterEffect" nodePh="1">
                                  <p:stCondLst>
                                    <p:cond delay="0"/>
                                  </p:stCondLst>
                                  <p:endCondLst>
                                    <p:cond evt="begin" delay="0">
                                      <p:tn val="41"/>
                                    </p:cond>
                                  </p:endCondLst>
                                  <p:childTnLst>
                                    <p:set>
                                      <p:cBhvr>
                                        <p:cTn id="42" dur="1" fill="hold">
                                          <p:stCondLst>
                                            <p:cond delay="0"/>
                                          </p:stCondLst>
                                        </p:cTn>
                                        <p:tgtEl>
                                          <p:spTgt spid="62">
                                            <p:txEl>
                                              <p:pRg st="0" end="0"/>
                                            </p:txEl>
                                          </p:spTgt>
                                        </p:tgtEl>
                                        <p:attrNameLst>
                                          <p:attrName>style.visibility</p:attrName>
                                        </p:attrNameLst>
                                      </p:cBhvr>
                                      <p:to>
                                        <p:strVal val="visible"/>
                                      </p:to>
                                    </p:set>
                                    <p:anim calcmode="lin" valueType="num">
                                      <p:cBhvr additive="base">
                                        <p:cTn id="43" dur="500" fill="hold"/>
                                        <p:tgtEl>
                                          <p:spTgt spid="62">
                                            <p:txEl>
                                              <p:pRg st="0" end="0"/>
                                            </p:txEl>
                                          </p:spTgt>
                                        </p:tgtEl>
                                        <p:attrNameLst>
                                          <p:attrName>ppt_x</p:attrName>
                                        </p:attrNameLst>
                                      </p:cBhvr>
                                      <p:tavLst>
                                        <p:tav tm="0">
                                          <p:val>
                                            <p:strVal val="#ppt_x"/>
                                          </p:val>
                                        </p:tav>
                                        <p:tav tm="100000">
                                          <p:val>
                                            <p:strVal val="#ppt_x"/>
                                          </p:val>
                                        </p:tav>
                                      </p:tavLst>
                                    </p:anim>
                                    <p:anim calcmode="lin" valueType="num">
                                      <p:cBhvr additive="base">
                                        <p:cTn id="44" dur="500" fill="hold"/>
                                        <p:tgtEl>
                                          <p:spTgt spid="62">
                                            <p:txEl>
                                              <p:pRg st="0" end="0"/>
                                            </p:txEl>
                                          </p:spTgt>
                                        </p:tgtEl>
                                        <p:attrNameLst>
                                          <p:attrName>ppt_y</p:attrName>
                                        </p:attrNameLst>
                                      </p:cBhvr>
                                      <p:tavLst>
                                        <p:tav tm="0">
                                          <p:val>
                                            <p:strVal val="1+#ppt_h/2"/>
                                          </p:val>
                                        </p:tav>
                                        <p:tav tm="100000">
                                          <p:val>
                                            <p:strVal val="#ppt_y"/>
                                          </p:val>
                                        </p:tav>
                                      </p:tavLst>
                                    </p:anim>
                                  </p:childTnLst>
                                </p:cTn>
                              </p:par>
                            </p:childTnLst>
                          </p:cTn>
                        </p:par>
                        <p:par>
                          <p:cTn id="45" fill="hold">
                            <p:stCondLst>
                              <p:cond delay="3500"/>
                            </p:stCondLst>
                            <p:childTnLst>
                              <p:par>
                                <p:cTn id="46" presetID="2" presetClass="entr" presetSubtype="4" accel="50000" decel="50000" fill="hold" grpId="0" nodeType="afterEffect" nodePh="1">
                                  <p:stCondLst>
                                    <p:cond delay="0"/>
                                  </p:stCondLst>
                                  <p:endCondLst>
                                    <p:cond evt="begin" delay="0">
                                      <p:tn val="46"/>
                                    </p:cond>
                                  </p:endCondLst>
                                  <p:childTnLst>
                                    <p:set>
                                      <p:cBhvr>
                                        <p:cTn id="47" dur="1" fill="hold">
                                          <p:stCondLst>
                                            <p:cond delay="0"/>
                                          </p:stCondLst>
                                        </p:cTn>
                                        <p:tgtEl>
                                          <p:spTgt spid="59">
                                            <p:txEl>
                                              <p:pRg st="0" end="0"/>
                                            </p:txEl>
                                          </p:spTgt>
                                        </p:tgtEl>
                                        <p:attrNameLst>
                                          <p:attrName>style.visibility</p:attrName>
                                        </p:attrNameLst>
                                      </p:cBhvr>
                                      <p:to>
                                        <p:strVal val="visible"/>
                                      </p:to>
                                    </p:set>
                                    <p:anim calcmode="lin" valueType="num">
                                      <p:cBhvr additive="base">
                                        <p:cTn id="48" dur="500" fill="hold"/>
                                        <p:tgtEl>
                                          <p:spTgt spid="59">
                                            <p:txEl>
                                              <p:pRg st="0" end="0"/>
                                            </p:txEl>
                                          </p:spTgt>
                                        </p:tgtEl>
                                        <p:attrNameLst>
                                          <p:attrName>ppt_x</p:attrName>
                                        </p:attrNameLst>
                                      </p:cBhvr>
                                      <p:tavLst>
                                        <p:tav tm="0">
                                          <p:val>
                                            <p:strVal val="#ppt_x"/>
                                          </p:val>
                                        </p:tav>
                                        <p:tav tm="100000">
                                          <p:val>
                                            <p:strVal val="#ppt_x"/>
                                          </p:val>
                                        </p:tav>
                                      </p:tavLst>
                                    </p:anim>
                                    <p:anim calcmode="lin" valueType="num">
                                      <p:cBhvr additive="base">
                                        <p:cTn id="49" dur="500" fill="hold"/>
                                        <p:tgtEl>
                                          <p:spTgt spid="59">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 grpId="0"/>
      <p:bldP spid="38" grpId="0"/>
      <p:bldP spid="40"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40"/>
                        </p:tgtEl>
                        <p:attrNameLst>
                          <p:attrName>style.visibility</p:attrName>
                        </p:attrNameLst>
                      </p:cBhvr>
                      <p:to>
                        <p:strVal val="visible"/>
                      </p:to>
                    </p:set>
                    <p:anim calcmode="lin" valueType="num">
                      <p:cBhvr additive="base">
                        <p:cTn dur="500" fill="hold"/>
                        <p:tgtEl>
                          <p:spTgt spid="40"/>
                        </p:tgtEl>
                        <p:attrNameLst>
                          <p:attrName>ppt_x</p:attrName>
                        </p:attrNameLst>
                      </p:cBhvr>
                      <p:tavLst>
                        <p:tav tm="0">
                          <p:val>
                            <p:strVal val="#ppt_x"/>
                          </p:val>
                        </p:tav>
                        <p:tav tm="100000">
                          <p:val>
                            <p:strVal val="#ppt_x"/>
                          </p:val>
                        </p:tav>
                      </p:tavLst>
                    </p:anim>
                    <p:anim calcmode="lin" valueType="num">
                      <p:cBhvr additive="base">
                        <p:cTn dur="500" fill="hold"/>
                        <p:tgtEl>
                          <p:spTgt spid="40"/>
                        </p:tgtEl>
                        <p:attrNameLst>
                          <p:attrName>ppt_y</p:attrName>
                        </p:attrNameLst>
                      </p:cBhvr>
                      <p:tavLst>
                        <p:tav tm="0">
                          <p:val>
                            <p:strVal val="1+#ppt_h/2"/>
                          </p:val>
                        </p:tav>
                        <p:tav tm="100000">
                          <p:val>
                            <p:strVal val="#ppt_y"/>
                          </p:val>
                        </p:tav>
                      </p:tavLst>
                    </p:anim>
                  </p:childTnLst>
                </p:cTn>
              </p:par>
            </p:tnLst>
          </p:tmpl>
        </p:tmplLst>
      </p:bldP>
      <p:bldP spid="42"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42"/>
                        </p:tgtEl>
                        <p:attrNameLst>
                          <p:attrName>style.visibility</p:attrName>
                        </p:attrNameLst>
                      </p:cBhvr>
                      <p:to>
                        <p:strVal val="visible"/>
                      </p:to>
                    </p:set>
                    <p:anim calcmode="lin" valueType="num">
                      <p:cBhvr additive="base">
                        <p:cTn dur="500" fill="hold"/>
                        <p:tgtEl>
                          <p:spTgt spid="42"/>
                        </p:tgtEl>
                        <p:attrNameLst>
                          <p:attrName>ppt_x</p:attrName>
                        </p:attrNameLst>
                      </p:cBhvr>
                      <p:tavLst>
                        <p:tav tm="0">
                          <p:val>
                            <p:strVal val="#ppt_x"/>
                          </p:val>
                        </p:tav>
                        <p:tav tm="100000">
                          <p:val>
                            <p:strVal val="#ppt_x"/>
                          </p:val>
                        </p:tav>
                      </p:tavLst>
                    </p:anim>
                    <p:anim calcmode="lin" valueType="num">
                      <p:cBhvr additive="base">
                        <p:cTn dur="500" fill="hold"/>
                        <p:tgtEl>
                          <p:spTgt spid="42"/>
                        </p:tgtEl>
                        <p:attrNameLst>
                          <p:attrName>ppt_y</p:attrName>
                        </p:attrNameLst>
                      </p:cBhvr>
                      <p:tavLst>
                        <p:tav tm="0">
                          <p:val>
                            <p:strVal val="1+#ppt_h/2"/>
                          </p:val>
                        </p:tav>
                        <p:tav tm="100000">
                          <p:val>
                            <p:strVal val="#ppt_y"/>
                          </p:val>
                        </p:tav>
                      </p:tavLst>
                    </p:anim>
                  </p:childTnLst>
                </p:cTn>
              </p:par>
            </p:tnLst>
          </p:tmpl>
        </p:tmplLst>
      </p:bldP>
      <p:bldP spid="59"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59"/>
                        </p:tgtEl>
                        <p:attrNameLst>
                          <p:attrName>style.visibility</p:attrName>
                        </p:attrNameLst>
                      </p:cBhvr>
                      <p:to>
                        <p:strVal val="visible"/>
                      </p:to>
                    </p:set>
                    <p:anim calcmode="lin" valueType="num">
                      <p:cBhvr additive="base">
                        <p:cTn dur="500" fill="hold"/>
                        <p:tgtEl>
                          <p:spTgt spid="59"/>
                        </p:tgtEl>
                        <p:attrNameLst>
                          <p:attrName>ppt_x</p:attrName>
                        </p:attrNameLst>
                      </p:cBhvr>
                      <p:tavLst>
                        <p:tav tm="0">
                          <p:val>
                            <p:strVal val="#ppt_x"/>
                          </p:val>
                        </p:tav>
                        <p:tav tm="100000">
                          <p:val>
                            <p:strVal val="#ppt_x"/>
                          </p:val>
                        </p:tav>
                      </p:tavLst>
                    </p:anim>
                    <p:anim calcmode="lin" valueType="num">
                      <p:cBhvr additive="base">
                        <p:cTn dur="500" fill="hold"/>
                        <p:tgtEl>
                          <p:spTgt spid="59"/>
                        </p:tgtEl>
                        <p:attrNameLst>
                          <p:attrName>ppt_y</p:attrName>
                        </p:attrNameLst>
                      </p:cBhvr>
                      <p:tavLst>
                        <p:tav tm="0">
                          <p:val>
                            <p:strVal val="1+#ppt_h/2"/>
                          </p:val>
                        </p:tav>
                        <p:tav tm="100000">
                          <p:val>
                            <p:strVal val="#ppt_y"/>
                          </p:val>
                        </p:tav>
                      </p:tavLst>
                    </p:anim>
                  </p:childTnLst>
                </p:cTn>
              </p:par>
            </p:tnLst>
          </p:tmpl>
        </p:tmplLst>
      </p:bldP>
      <p:bldP spid="62"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62"/>
                        </p:tgtEl>
                        <p:attrNameLst>
                          <p:attrName>style.visibility</p:attrName>
                        </p:attrNameLst>
                      </p:cBhvr>
                      <p:to>
                        <p:strVal val="visible"/>
                      </p:to>
                    </p:set>
                    <p:anim calcmode="lin" valueType="num">
                      <p:cBhvr additive="base">
                        <p:cTn dur="500" fill="hold"/>
                        <p:tgtEl>
                          <p:spTgt spid="62"/>
                        </p:tgtEl>
                        <p:attrNameLst>
                          <p:attrName>ppt_x</p:attrName>
                        </p:attrNameLst>
                      </p:cBhvr>
                      <p:tavLst>
                        <p:tav tm="0">
                          <p:val>
                            <p:strVal val="#ppt_x"/>
                          </p:val>
                        </p:tav>
                        <p:tav tm="100000">
                          <p:val>
                            <p:strVal val="#ppt_x"/>
                          </p:val>
                        </p:tav>
                      </p:tavLst>
                    </p:anim>
                    <p:anim calcmode="lin" valueType="num">
                      <p:cBhvr additive="base">
                        <p:cTn dur="500" fill="hold"/>
                        <p:tgtEl>
                          <p:spTgt spid="62"/>
                        </p:tgtEl>
                        <p:attrNameLst>
                          <p:attrName>ppt_y</p:attrName>
                        </p:attrNameLst>
                      </p:cBhvr>
                      <p:tavLst>
                        <p:tav tm="0">
                          <p:val>
                            <p:strVal val="1+#ppt_h/2"/>
                          </p:val>
                        </p:tav>
                        <p:tav tm="100000">
                          <p:val>
                            <p:strVal val="#ppt_y"/>
                          </p:val>
                        </p:tav>
                      </p:tavLst>
                    </p:anim>
                  </p:childTnLst>
                </p:cTn>
              </p:par>
            </p:tnLst>
          </p:tmpl>
        </p:tmplLst>
      </p:bldP>
      <p:bldP spid="32" grpId="0" animBg="1"/>
      <p:bldP spid="41"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41"/>
                        </p:tgtEl>
                        <p:attrNameLst>
                          <p:attrName>style.visibility</p:attrName>
                        </p:attrNameLst>
                      </p:cBhvr>
                      <p:to>
                        <p:strVal val="visible"/>
                      </p:to>
                    </p:set>
                    <p:animEffect transition="in" filter="wipe(down)">
                      <p:cBhvr>
                        <p:cTn dur="500"/>
                        <p:tgtEl>
                          <p:spTgt spid="41"/>
                        </p:tgtEl>
                      </p:cBhvr>
                    </p:animEffect>
                  </p:childTnLst>
                </p:cTn>
              </p:par>
            </p:tnLst>
          </p:tmpl>
        </p:tmplLst>
      </p:bldP>
      <p:bldP spid="60" grpId="0" animBg="1"/>
      <p:bldP spid="61"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61"/>
                        </p:tgtEl>
                        <p:attrNameLst>
                          <p:attrName>style.visibility</p:attrName>
                        </p:attrNameLst>
                      </p:cBhvr>
                      <p:to>
                        <p:strVal val="visible"/>
                      </p:to>
                    </p:set>
                    <p:animEffect transition="in" filter="wipe(down)">
                      <p:cBhvr>
                        <p:cTn dur="500"/>
                        <p:tgtEl>
                          <p:spTgt spid="61"/>
                        </p:tgtEl>
                      </p:cBhvr>
                    </p:animEffect>
                  </p:childTnLst>
                </p:cTn>
              </p:par>
            </p:tnLst>
          </p:tmpl>
        </p:tmplLst>
      </p:bldP>
    </p:bldLst>
  </p:timing>
</p:sldLayout>
</file>

<file path=ppt/slideLayouts/slideLayout453.xml><?xml version="1.0" encoding="utf-8"?>
<p:sldLayout xmlns:a="http://schemas.openxmlformats.org/drawingml/2006/main" xmlns:r="http://schemas.openxmlformats.org/officeDocument/2006/relationships" xmlns:p="http://schemas.openxmlformats.org/presentationml/2006/main" userDrawn="1">
  <p:cSld name="3-Pics">
    <p:spTree>
      <p:nvGrpSpPr>
        <p:cNvPr id="1" name=""/>
        <p:cNvGrpSpPr/>
        <p:nvPr/>
      </p:nvGrpSpPr>
      <p:grpSpPr>
        <a:xfrm>
          <a:off x="0" y="0"/>
          <a:ext cx="0" cy="0"/>
          <a:chOff x="0" y="0"/>
          <a:chExt cx="0" cy="0"/>
        </a:xfrm>
      </p:grpSpPr>
      <p:sp>
        <p:nvSpPr>
          <p:cNvPr id="75" name="Picture Placeholder 7"/>
          <p:cNvSpPr>
            <a:spLocks noGrp="1"/>
          </p:cNvSpPr>
          <p:nvPr>
            <p:ph type="pic" sz="quarter" idx="10" hasCustomPrompt="1"/>
          </p:nvPr>
        </p:nvSpPr>
        <p:spPr>
          <a:xfrm>
            <a:off x="858245" y="2220287"/>
            <a:ext cx="3322495" cy="2522991"/>
          </a:xfrm>
          <a:prstGeom prst="downArrowCallout">
            <a:avLst>
              <a:gd name="adj1" fmla="val 35178"/>
              <a:gd name="adj2" fmla="val 13059"/>
              <a:gd name="adj3" fmla="val 7566"/>
              <a:gd name="adj4" fmla="val 92434"/>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76" name="Text Placeholder 3"/>
          <p:cNvSpPr>
            <a:spLocks noGrp="1"/>
          </p:cNvSpPr>
          <p:nvPr>
            <p:ph type="body" sz="half" idx="15"/>
          </p:nvPr>
        </p:nvSpPr>
        <p:spPr>
          <a:xfrm>
            <a:off x="865268" y="5155135"/>
            <a:ext cx="3315472" cy="846795"/>
          </a:xfrm>
          <a:prstGeom prst="rect">
            <a:avLst/>
          </a:prstGeom>
        </p:spPr>
        <p:txBody>
          <a:bodyPr wrap="non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a:solidFill>
                <a:schemeClr val="tx1">
                  <a:lumMod val="50000"/>
                  <a:lumOff val="50000"/>
                </a:schemeClr>
              </a:solidFill>
            </a:endParaRPr>
          </a:p>
        </p:txBody>
      </p:sp>
      <p:sp>
        <p:nvSpPr>
          <p:cNvPr id="77" name="Text Placeholder 3"/>
          <p:cNvSpPr>
            <a:spLocks noGrp="1"/>
          </p:cNvSpPr>
          <p:nvPr>
            <p:ph type="body" sz="half" idx="17"/>
          </p:nvPr>
        </p:nvSpPr>
        <p:spPr>
          <a:xfrm>
            <a:off x="858243" y="4880532"/>
            <a:ext cx="3324756" cy="257040"/>
          </a:xfrm>
          <a:prstGeom prst="rect">
            <a:avLst/>
          </a:prstGeom>
        </p:spPr>
        <p:txBody>
          <a:bodyPr wrap="none" lIns="0" tIns="0" rIns="0" bIns="0" anchor="ctr">
            <a:noAutofit/>
          </a:bodyPr>
          <a:lstStyle>
            <a:lvl1pPr marL="0" indent="0" algn="ctr">
              <a:buNone/>
              <a:defRPr sz="1467" b="1" baseline="0">
                <a:solidFill>
                  <a:schemeClr val="accent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78" name="Rectangle 77"/>
          <p:cNvSpPr/>
          <p:nvPr userDrawn="1"/>
        </p:nvSpPr>
        <p:spPr>
          <a:xfrm>
            <a:off x="865267" y="1710413"/>
            <a:ext cx="3315472" cy="50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1867" dirty="0">
              <a:solidFill>
                <a:srgbClr val="FFFFFF"/>
              </a:solidFill>
            </a:endParaRPr>
          </a:p>
        </p:txBody>
      </p:sp>
      <p:sp>
        <p:nvSpPr>
          <p:cNvPr id="79" name="Text Placeholder 3"/>
          <p:cNvSpPr>
            <a:spLocks noGrp="1"/>
          </p:cNvSpPr>
          <p:nvPr>
            <p:ph type="body" sz="half" idx="16"/>
          </p:nvPr>
        </p:nvSpPr>
        <p:spPr>
          <a:xfrm>
            <a:off x="990157" y="1830583"/>
            <a:ext cx="3065691" cy="267661"/>
          </a:xfrm>
          <a:prstGeom prst="rect">
            <a:avLst/>
          </a:prstGeom>
        </p:spPr>
        <p:txBody>
          <a:bodyPr wrap="non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80" name="Picture Placeholder 7"/>
          <p:cNvSpPr>
            <a:spLocks noGrp="1"/>
          </p:cNvSpPr>
          <p:nvPr>
            <p:ph type="pic" sz="quarter" idx="18" hasCustomPrompt="1"/>
          </p:nvPr>
        </p:nvSpPr>
        <p:spPr>
          <a:xfrm>
            <a:off x="4445005" y="2220287"/>
            <a:ext cx="3322495" cy="2522991"/>
          </a:xfrm>
          <a:prstGeom prst="downArrowCallout">
            <a:avLst>
              <a:gd name="adj1" fmla="val 35178"/>
              <a:gd name="adj2" fmla="val 13059"/>
              <a:gd name="adj3" fmla="val 7566"/>
              <a:gd name="adj4" fmla="val 92434"/>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81" name="Text Placeholder 3"/>
          <p:cNvSpPr>
            <a:spLocks noGrp="1"/>
          </p:cNvSpPr>
          <p:nvPr>
            <p:ph type="body" sz="half" idx="19"/>
          </p:nvPr>
        </p:nvSpPr>
        <p:spPr>
          <a:xfrm>
            <a:off x="4452025" y="5155135"/>
            <a:ext cx="3315472" cy="846795"/>
          </a:xfrm>
          <a:prstGeom prst="rect">
            <a:avLst/>
          </a:prstGeom>
        </p:spPr>
        <p:txBody>
          <a:bodyPr wrap="non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a:solidFill>
                <a:schemeClr val="tx1">
                  <a:lumMod val="50000"/>
                  <a:lumOff val="50000"/>
                </a:schemeClr>
              </a:solidFill>
            </a:endParaRPr>
          </a:p>
        </p:txBody>
      </p:sp>
      <p:sp>
        <p:nvSpPr>
          <p:cNvPr id="82" name="Text Placeholder 3"/>
          <p:cNvSpPr>
            <a:spLocks noGrp="1"/>
          </p:cNvSpPr>
          <p:nvPr>
            <p:ph type="body" sz="half" idx="20"/>
          </p:nvPr>
        </p:nvSpPr>
        <p:spPr>
          <a:xfrm>
            <a:off x="4445001" y="4880532"/>
            <a:ext cx="3324756" cy="257040"/>
          </a:xfrm>
          <a:prstGeom prst="rect">
            <a:avLst/>
          </a:prstGeom>
        </p:spPr>
        <p:txBody>
          <a:bodyPr wrap="none" lIns="0" tIns="0" rIns="0" bIns="0" anchor="ctr">
            <a:noAutofit/>
          </a:bodyPr>
          <a:lstStyle>
            <a:lvl1pPr marL="0" indent="0" algn="ctr">
              <a:buNone/>
              <a:defRPr sz="1467" b="1" baseline="0">
                <a:solidFill>
                  <a:schemeClr val="accent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83" name="Rectangle 82"/>
          <p:cNvSpPr/>
          <p:nvPr userDrawn="1"/>
        </p:nvSpPr>
        <p:spPr>
          <a:xfrm>
            <a:off x="4452025" y="1710413"/>
            <a:ext cx="3315472" cy="50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1867" dirty="0">
              <a:solidFill>
                <a:srgbClr val="FFFFFF"/>
              </a:solidFill>
            </a:endParaRPr>
          </a:p>
        </p:txBody>
      </p:sp>
      <p:sp>
        <p:nvSpPr>
          <p:cNvPr id="84" name="Text Placeholder 3"/>
          <p:cNvSpPr>
            <a:spLocks noGrp="1"/>
          </p:cNvSpPr>
          <p:nvPr>
            <p:ph type="body" sz="half" idx="21"/>
          </p:nvPr>
        </p:nvSpPr>
        <p:spPr>
          <a:xfrm>
            <a:off x="4576916" y="1830583"/>
            <a:ext cx="3065691" cy="267661"/>
          </a:xfrm>
          <a:prstGeom prst="rect">
            <a:avLst/>
          </a:prstGeom>
        </p:spPr>
        <p:txBody>
          <a:bodyPr wrap="non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85" name="Picture Placeholder 7"/>
          <p:cNvSpPr>
            <a:spLocks noGrp="1"/>
          </p:cNvSpPr>
          <p:nvPr>
            <p:ph type="pic" sz="quarter" idx="22" hasCustomPrompt="1"/>
          </p:nvPr>
        </p:nvSpPr>
        <p:spPr>
          <a:xfrm>
            <a:off x="8026403" y="2220287"/>
            <a:ext cx="3322495" cy="2522991"/>
          </a:xfrm>
          <a:prstGeom prst="downArrowCallout">
            <a:avLst>
              <a:gd name="adj1" fmla="val 35178"/>
              <a:gd name="adj2" fmla="val 13059"/>
              <a:gd name="adj3" fmla="val 7566"/>
              <a:gd name="adj4" fmla="val 92434"/>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86" name="Text Placeholder 3"/>
          <p:cNvSpPr>
            <a:spLocks noGrp="1"/>
          </p:cNvSpPr>
          <p:nvPr>
            <p:ph type="body" sz="half" idx="23"/>
          </p:nvPr>
        </p:nvSpPr>
        <p:spPr>
          <a:xfrm>
            <a:off x="8033427" y="5155135"/>
            <a:ext cx="3315472" cy="846795"/>
          </a:xfrm>
          <a:prstGeom prst="rect">
            <a:avLst/>
          </a:prstGeom>
        </p:spPr>
        <p:txBody>
          <a:bodyPr wrap="none" lIns="0" tIns="0" rIns="0" bIns="0" anchor="t">
            <a:noAutofit/>
          </a:bodyPr>
          <a:lstStyle>
            <a:lvl1pPr marL="0" indent="0" algn="ctr">
              <a:buNone/>
              <a:defRPr sz="1467" b="0" baseline="0">
                <a:solidFill>
                  <a:schemeClr val="bg1">
                    <a:lumMod val="50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a:solidFill>
                <a:schemeClr val="tx1">
                  <a:lumMod val="50000"/>
                  <a:lumOff val="50000"/>
                </a:schemeClr>
              </a:solidFill>
            </a:endParaRPr>
          </a:p>
        </p:txBody>
      </p:sp>
      <p:sp>
        <p:nvSpPr>
          <p:cNvPr id="87" name="Text Placeholder 3"/>
          <p:cNvSpPr>
            <a:spLocks noGrp="1"/>
          </p:cNvSpPr>
          <p:nvPr>
            <p:ph type="body" sz="half" idx="24"/>
          </p:nvPr>
        </p:nvSpPr>
        <p:spPr>
          <a:xfrm>
            <a:off x="8026402" y="4880532"/>
            <a:ext cx="3324756" cy="257040"/>
          </a:xfrm>
          <a:prstGeom prst="rect">
            <a:avLst/>
          </a:prstGeom>
        </p:spPr>
        <p:txBody>
          <a:bodyPr wrap="none" lIns="0" tIns="0" rIns="0" bIns="0" anchor="ctr">
            <a:noAutofit/>
          </a:bodyPr>
          <a:lstStyle>
            <a:lvl1pPr marL="0" indent="0" algn="ctr">
              <a:buNone/>
              <a:defRPr sz="1467" b="1" baseline="0">
                <a:solidFill>
                  <a:schemeClr val="accent3"/>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88" name="Rectangle 87"/>
          <p:cNvSpPr/>
          <p:nvPr userDrawn="1"/>
        </p:nvSpPr>
        <p:spPr>
          <a:xfrm>
            <a:off x="8033425" y="1710413"/>
            <a:ext cx="3315472" cy="508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1867" dirty="0">
              <a:solidFill>
                <a:srgbClr val="FFFFFF"/>
              </a:solidFill>
            </a:endParaRPr>
          </a:p>
        </p:txBody>
      </p:sp>
      <p:sp>
        <p:nvSpPr>
          <p:cNvPr id="89" name="Text Placeholder 3"/>
          <p:cNvSpPr>
            <a:spLocks noGrp="1"/>
          </p:cNvSpPr>
          <p:nvPr>
            <p:ph type="body" sz="half" idx="25"/>
          </p:nvPr>
        </p:nvSpPr>
        <p:spPr>
          <a:xfrm>
            <a:off x="8158316" y="1830583"/>
            <a:ext cx="3065691" cy="267661"/>
          </a:xfrm>
          <a:prstGeom prst="rect">
            <a:avLst/>
          </a:prstGeom>
        </p:spPr>
        <p:txBody>
          <a:bodyPr wrap="non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21"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22"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121759456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accel="50000" decel="50000" fill="hold" grpId="0" nodeType="afterEffect">
                                  <p:stCondLst>
                                    <p:cond delay="0"/>
                                  </p:stCondLst>
                                  <p:childTnLst>
                                    <p:set>
                                      <p:cBhvr>
                                        <p:cTn id="6" dur="1" fill="hold">
                                          <p:stCondLst>
                                            <p:cond delay="0"/>
                                          </p:stCondLst>
                                        </p:cTn>
                                        <p:tgtEl>
                                          <p:spTgt spid="78"/>
                                        </p:tgtEl>
                                        <p:attrNameLst>
                                          <p:attrName>style.visibility</p:attrName>
                                        </p:attrNameLst>
                                      </p:cBhvr>
                                      <p:to>
                                        <p:strVal val="visible"/>
                                      </p:to>
                                    </p:set>
                                    <p:anim calcmode="lin" valueType="num">
                                      <p:cBhvr additive="base">
                                        <p:cTn id="7" dur="500" fill="hold"/>
                                        <p:tgtEl>
                                          <p:spTgt spid="78"/>
                                        </p:tgtEl>
                                        <p:attrNameLst>
                                          <p:attrName>ppt_x</p:attrName>
                                        </p:attrNameLst>
                                      </p:cBhvr>
                                      <p:tavLst>
                                        <p:tav tm="0">
                                          <p:val>
                                            <p:strVal val="#ppt_x"/>
                                          </p:val>
                                        </p:tav>
                                        <p:tav tm="100000">
                                          <p:val>
                                            <p:strVal val="#ppt_x"/>
                                          </p:val>
                                        </p:tav>
                                      </p:tavLst>
                                    </p:anim>
                                    <p:anim calcmode="lin" valueType="num">
                                      <p:cBhvr additive="base">
                                        <p:cTn id="8" dur="500" fill="hold"/>
                                        <p:tgtEl>
                                          <p:spTgt spid="78"/>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2" presetClass="entr" presetSubtype="4" fill="hold" grpId="0" nodeType="afterEffect" nodePh="1">
                                  <p:stCondLst>
                                    <p:cond delay="0"/>
                                  </p:stCondLst>
                                  <p:endCondLst>
                                    <p:cond evt="begin" delay="0">
                                      <p:tn val="10"/>
                                    </p:cond>
                                  </p:endCondLst>
                                  <p:childTnLst>
                                    <p:set>
                                      <p:cBhvr>
                                        <p:cTn id="11" dur="1" fill="hold">
                                          <p:stCondLst>
                                            <p:cond delay="0"/>
                                          </p:stCondLst>
                                        </p:cTn>
                                        <p:tgtEl>
                                          <p:spTgt spid="79">
                                            <p:txEl>
                                              <p:pRg st="0" end="0"/>
                                            </p:txEl>
                                          </p:spTgt>
                                        </p:tgtEl>
                                        <p:attrNameLst>
                                          <p:attrName>style.visibility</p:attrName>
                                        </p:attrNameLst>
                                      </p:cBhvr>
                                      <p:to>
                                        <p:strVal val="visible"/>
                                      </p:to>
                                    </p:set>
                                    <p:animEffect transition="in" filter="wipe(down)">
                                      <p:cBhvr>
                                        <p:cTn id="12" dur="500"/>
                                        <p:tgtEl>
                                          <p:spTgt spid="79">
                                            <p:txEl>
                                              <p:pRg st="0" end="0"/>
                                            </p:txEl>
                                          </p:spTgt>
                                        </p:tgtEl>
                                      </p:cBhvr>
                                    </p:animEffect>
                                  </p:childTnLst>
                                </p:cTn>
                              </p:par>
                              <p:par>
                                <p:cTn id="13" presetID="2" presetClass="entr" presetSubtype="4" accel="50000" decel="50000" fill="hold" grpId="0" nodeType="withEffect">
                                  <p:stCondLst>
                                    <p:cond delay="0"/>
                                  </p:stCondLst>
                                  <p:childTnLst>
                                    <p:set>
                                      <p:cBhvr>
                                        <p:cTn id="14" dur="1" fill="hold">
                                          <p:stCondLst>
                                            <p:cond delay="0"/>
                                          </p:stCondLst>
                                        </p:cTn>
                                        <p:tgtEl>
                                          <p:spTgt spid="75"/>
                                        </p:tgtEl>
                                        <p:attrNameLst>
                                          <p:attrName>style.visibility</p:attrName>
                                        </p:attrNameLst>
                                      </p:cBhvr>
                                      <p:to>
                                        <p:strVal val="visible"/>
                                      </p:to>
                                    </p:set>
                                    <p:anim calcmode="lin" valueType="num">
                                      <p:cBhvr additive="base">
                                        <p:cTn id="15" dur="500" fill="hold"/>
                                        <p:tgtEl>
                                          <p:spTgt spid="75"/>
                                        </p:tgtEl>
                                        <p:attrNameLst>
                                          <p:attrName>ppt_x</p:attrName>
                                        </p:attrNameLst>
                                      </p:cBhvr>
                                      <p:tavLst>
                                        <p:tav tm="0">
                                          <p:val>
                                            <p:strVal val="#ppt_x"/>
                                          </p:val>
                                        </p:tav>
                                        <p:tav tm="100000">
                                          <p:val>
                                            <p:strVal val="#ppt_x"/>
                                          </p:val>
                                        </p:tav>
                                      </p:tavLst>
                                    </p:anim>
                                    <p:anim calcmode="lin" valueType="num">
                                      <p:cBhvr additive="base">
                                        <p:cTn id="16" dur="500" fill="hold"/>
                                        <p:tgtEl>
                                          <p:spTgt spid="75"/>
                                        </p:tgtEl>
                                        <p:attrNameLst>
                                          <p:attrName>ppt_y</p:attrName>
                                        </p:attrNameLst>
                                      </p:cBhvr>
                                      <p:tavLst>
                                        <p:tav tm="0">
                                          <p:val>
                                            <p:strVal val="1+#ppt_h/2"/>
                                          </p:val>
                                        </p:tav>
                                        <p:tav tm="100000">
                                          <p:val>
                                            <p:strVal val="#ppt_y"/>
                                          </p:val>
                                        </p:tav>
                                      </p:tavLst>
                                    </p:anim>
                                  </p:childTnLst>
                                </p:cTn>
                              </p:par>
                            </p:childTnLst>
                          </p:cTn>
                        </p:par>
                        <p:par>
                          <p:cTn id="17" fill="hold">
                            <p:stCondLst>
                              <p:cond delay="1000"/>
                            </p:stCondLst>
                            <p:childTnLst>
                              <p:par>
                                <p:cTn id="18" presetID="2" presetClass="entr" presetSubtype="4" accel="50000" decel="50000" fill="hold" grpId="0" nodeType="afterEffect" nodePh="1">
                                  <p:stCondLst>
                                    <p:cond delay="0"/>
                                  </p:stCondLst>
                                  <p:endCondLst>
                                    <p:cond evt="begin" delay="0">
                                      <p:tn val="18"/>
                                    </p:cond>
                                  </p:endCondLst>
                                  <p:childTnLst>
                                    <p:set>
                                      <p:cBhvr>
                                        <p:cTn id="19" dur="1" fill="hold">
                                          <p:stCondLst>
                                            <p:cond delay="0"/>
                                          </p:stCondLst>
                                        </p:cTn>
                                        <p:tgtEl>
                                          <p:spTgt spid="77">
                                            <p:txEl>
                                              <p:pRg st="0" end="0"/>
                                            </p:txEl>
                                          </p:spTgt>
                                        </p:tgtEl>
                                        <p:attrNameLst>
                                          <p:attrName>style.visibility</p:attrName>
                                        </p:attrNameLst>
                                      </p:cBhvr>
                                      <p:to>
                                        <p:strVal val="visible"/>
                                      </p:to>
                                    </p:set>
                                    <p:anim calcmode="lin" valueType="num">
                                      <p:cBhvr additive="base">
                                        <p:cTn id="20" dur="500" fill="hold"/>
                                        <p:tgtEl>
                                          <p:spTgt spid="77">
                                            <p:txEl>
                                              <p:pRg st="0" end="0"/>
                                            </p:txEl>
                                          </p:spTgt>
                                        </p:tgtEl>
                                        <p:attrNameLst>
                                          <p:attrName>ppt_x</p:attrName>
                                        </p:attrNameLst>
                                      </p:cBhvr>
                                      <p:tavLst>
                                        <p:tav tm="0">
                                          <p:val>
                                            <p:strVal val="#ppt_x"/>
                                          </p:val>
                                        </p:tav>
                                        <p:tav tm="100000">
                                          <p:val>
                                            <p:strVal val="#ppt_x"/>
                                          </p:val>
                                        </p:tav>
                                      </p:tavLst>
                                    </p:anim>
                                    <p:anim calcmode="lin" valueType="num">
                                      <p:cBhvr additive="base">
                                        <p:cTn id="21" dur="500" fill="hold"/>
                                        <p:tgtEl>
                                          <p:spTgt spid="77">
                                            <p:txEl>
                                              <p:pRg st="0" end="0"/>
                                            </p:txEl>
                                          </p:spTgt>
                                        </p:tgtEl>
                                        <p:attrNameLst>
                                          <p:attrName>ppt_y</p:attrName>
                                        </p:attrNameLst>
                                      </p:cBhvr>
                                      <p:tavLst>
                                        <p:tav tm="0">
                                          <p:val>
                                            <p:strVal val="1+#ppt_h/2"/>
                                          </p:val>
                                        </p:tav>
                                        <p:tav tm="100000">
                                          <p:val>
                                            <p:strVal val="#ppt_y"/>
                                          </p:val>
                                        </p:tav>
                                      </p:tavLst>
                                    </p:anim>
                                  </p:childTnLst>
                                </p:cTn>
                              </p:par>
                            </p:childTnLst>
                          </p:cTn>
                        </p:par>
                        <p:par>
                          <p:cTn id="22" fill="hold">
                            <p:stCondLst>
                              <p:cond delay="1500"/>
                            </p:stCondLst>
                            <p:childTnLst>
                              <p:par>
                                <p:cTn id="23" presetID="2" presetClass="entr" presetSubtype="4" accel="50000" decel="50000" fill="hold" grpId="0" nodeType="afterEffect" nodePh="1">
                                  <p:stCondLst>
                                    <p:cond delay="0"/>
                                  </p:stCondLst>
                                  <p:endCondLst>
                                    <p:cond evt="begin" delay="0">
                                      <p:tn val="23"/>
                                    </p:cond>
                                  </p:endCondLst>
                                  <p:childTnLst>
                                    <p:set>
                                      <p:cBhvr>
                                        <p:cTn id="24" dur="1" fill="hold">
                                          <p:stCondLst>
                                            <p:cond delay="0"/>
                                          </p:stCondLst>
                                        </p:cTn>
                                        <p:tgtEl>
                                          <p:spTgt spid="76">
                                            <p:txEl>
                                              <p:pRg st="0" end="0"/>
                                            </p:txEl>
                                          </p:spTgt>
                                        </p:tgtEl>
                                        <p:attrNameLst>
                                          <p:attrName>style.visibility</p:attrName>
                                        </p:attrNameLst>
                                      </p:cBhvr>
                                      <p:to>
                                        <p:strVal val="visible"/>
                                      </p:to>
                                    </p:set>
                                    <p:anim calcmode="lin" valueType="num">
                                      <p:cBhvr additive="base">
                                        <p:cTn id="25" dur="500" fill="hold"/>
                                        <p:tgtEl>
                                          <p:spTgt spid="76">
                                            <p:txEl>
                                              <p:pRg st="0" end="0"/>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76">
                                            <p:txEl>
                                              <p:pRg st="0" end="0"/>
                                            </p:txEl>
                                          </p:spTgt>
                                        </p:tgtEl>
                                        <p:attrNameLst>
                                          <p:attrName>ppt_y</p:attrName>
                                        </p:attrNameLst>
                                      </p:cBhvr>
                                      <p:tavLst>
                                        <p:tav tm="0">
                                          <p:val>
                                            <p:strVal val="1+#ppt_h/2"/>
                                          </p:val>
                                        </p:tav>
                                        <p:tav tm="100000">
                                          <p:val>
                                            <p:strVal val="#ppt_y"/>
                                          </p:val>
                                        </p:tav>
                                      </p:tavLst>
                                    </p:anim>
                                  </p:childTnLst>
                                </p:cTn>
                              </p:par>
                            </p:childTnLst>
                          </p:cTn>
                        </p:par>
                        <p:par>
                          <p:cTn id="27" fill="hold">
                            <p:stCondLst>
                              <p:cond delay="2000"/>
                            </p:stCondLst>
                            <p:childTnLst>
                              <p:par>
                                <p:cTn id="28" presetID="2" presetClass="entr" presetSubtype="1" accel="50000" decel="50000" fill="hold" grpId="0" nodeType="afterEffect">
                                  <p:stCondLst>
                                    <p:cond delay="0"/>
                                  </p:stCondLst>
                                  <p:childTnLst>
                                    <p:set>
                                      <p:cBhvr>
                                        <p:cTn id="29" dur="1" fill="hold">
                                          <p:stCondLst>
                                            <p:cond delay="0"/>
                                          </p:stCondLst>
                                        </p:cTn>
                                        <p:tgtEl>
                                          <p:spTgt spid="83"/>
                                        </p:tgtEl>
                                        <p:attrNameLst>
                                          <p:attrName>style.visibility</p:attrName>
                                        </p:attrNameLst>
                                      </p:cBhvr>
                                      <p:to>
                                        <p:strVal val="visible"/>
                                      </p:to>
                                    </p:set>
                                    <p:anim calcmode="lin" valueType="num">
                                      <p:cBhvr additive="base">
                                        <p:cTn id="30" dur="500" fill="hold"/>
                                        <p:tgtEl>
                                          <p:spTgt spid="83"/>
                                        </p:tgtEl>
                                        <p:attrNameLst>
                                          <p:attrName>ppt_x</p:attrName>
                                        </p:attrNameLst>
                                      </p:cBhvr>
                                      <p:tavLst>
                                        <p:tav tm="0">
                                          <p:val>
                                            <p:strVal val="#ppt_x"/>
                                          </p:val>
                                        </p:tav>
                                        <p:tav tm="100000">
                                          <p:val>
                                            <p:strVal val="#ppt_x"/>
                                          </p:val>
                                        </p:tav>
                                      </p:tavLst>
                                    </p:anim>
                                    <p:anim calcmode="lin" valueType="num">
                                      <p:cBhvr additive="base">
                                        <p:cTn id="31" dur="500" fill="hold"/>
                                        <p:tgtEl>
                                          <p:spTgt spid="83"/>
                                        </p:tgtEl>
                                        <p:attrNameLst>
                                          <p:attrName>ppt_y</p:attrName>
                                        </p:attrNameLst>
                                      </p:cBhvr>
                                      <p:tavLst>
                                        <p:tav tm="0">
                                          <p:val>
                                            <p:strVal val="0-#ppt_h/2"/>
                                          </p:val>
                                        </p:tav>
                                        <p:tav tm="100000">
                                          <p:val>
                                            <p:strVal val="#ppt_y"/>
                                          </p:val>
                                        </p:tav>
                                      </p:tavLst>
                                    </p:anim>
                                  </p:childTnLst>
                                </p:cTn>
                              </p:par>
                            </p:childTnLst>
                          </p:cTn>
                        </p:par>
                        <p:par>
                          <p:cTn id="32" fill="hold">
                            <p:stCondLst>
                              <p:cond delay="2500"/>
                            </p:stCondLst>
                            <p:childTnLst>
                              <p:par>
                                <p:cTn id="33" presetID="22" presetClass="entr" presetSubtype="4" fill="hold" grpId="0" nodeType="afterEffect" nodePh="1">
                                  <p:stCondLst>
                                    <p:cond delay="0"/>
                                  </p:stCondLst>
                                  <p:endCondLst>
                                    <p:cond evt="begin" delay="0">
                                      <p:tn val="33"/>
                                    </p:cond>
                                  </p:endCondLst>
                                  <p:childTnLst>
                                    <p:set>
                                      <p:cBhvr>
                                        <p:cTn id="34" dur="1" fill="hold">
                                          <p:stCondLst>
                                            <p:cond delay="0"/>
                                          </p:stCondLst>
                                        </p:cTn>
                                        <p:tgtEl>
                                          <p:spTgt spid="84">
                                            <p:txEl>
                                              <p:pRg st="0" end="0"/>
                                            </p:txEl>
                                          </p:spTgt>
                                        </p:tgtEl>
                                        <p:attrNameLst>
                                          <p:attrName>style.visibility</p:attrName>
                                        </p:attrNameLst>
                                      </p:cBhvr>
                                      <p:to>
                                        <p:strVal val="visible"/>
                                      </p:to>
                                    </p:set>
                                    <p:animEffect transition="in" filter="wipe(down)">
                                      <p:cBhvr>
                                        <p:cTn id="35" dur="500"/>
                                        <p:tgtEl>
                                          <p:spTgt spid="84">
                                            <p:txEl>
                                              <p:pRg st="0" end="0"/>
                                            </p:txEl>
                                          </p:spTgt>
                                        </p:tgtEl>
                                      </p:cBhvr>
                                    </p:animEffect>
                                  </p:childTnLst>
                                </p:cTn>
                              </p:par>
                              <p:par>
                                <p:cTn id="36" presetID="2" presetClass="entr" presetSubtype="4" accel="50000" decel="50000" fill="hold" grpId="0" nodeType="withEffect">
                                  <p:stCondLst>
                                    <p:cond delay="0"/>
                                  </p:stCondLst>
                                  <p:childTnLst>
                                    <p:set>
                                      <p:cBhvr>
                                        <p:cTn id="37" dur="1" fill="hold">
                                          <p:stCondLst>
                                            <p:cond delay="0"/>
                                          </p:stCondLst>
                                        </p:cTn>
                                        <p:tgtEl>
                                          <p:spTgt spid="80"/>
                                        </p:tgtEl>
                                        <p:attrNameLst>
                                          <p:attrName>style.visibility</p:attrName>
                                        </p:attrNameLst>
                                      </p:cBhvr>
                                      <p:to>
                                        <p:strVal val="visible"/>
                                      </p:to>
                                    </p:set>
                                    <p:anim calcmode="lin" valueType="num">
                                      <p:cBhvr additive="base">
                                        <p:cTn id="38" dur="500" fill="hold"/>
                                        <p:tgtEl>
                                          <p:spTgt spid="80"/>
                                        </p:tgtEl>
                                        <p:attrNameLst>
                                          <p:attrName>ppt_x</p:attrName>
                                        </p:attrNameLst>
                                      </p:cBhvr>
                                      <p:tavLst>
                                        <p:tav tm="0">
                                          <p:val>
                                            <p:strVal val="#ppt_x"/>
                                          </p:val>
                                        </p:tav>
                                        <p:tav tm="100000">
                                          <p:val>
                                            <p:strVal val="#ppt_x"/>
                                          </p:val>
                                        </p:tav>
                                      </p:tavLst>
                                    </p:anim>
                                    <p:anim calcmode="lin" valueType="num">
                                      <p:cBhvr additive="base">
                                        <p:cTn id="39" dur="500" fill="hold"/>
                                        <p:tgtEl>
                                          <p:spTgt spid="80"/>
                                        </p:tgtEl>
                                        <p:attrNameLst>
                                          <p:attrName>ppt_y</p:attrName>
                                        </p:attrNameLst>
                                      </p:cBhvr>
                                      <p:tavLst>
                                        <p:tav tm="0">
                                          <p:val>
                                            <p:strVal val="1+#ppt_h/2"/>
                                          </p:val>
                                        </p:tav>
                                        <p:tav tm="100000">
                                          <p:val>
                                            <p:strVal val="#ppt_y"/>
                                          </p:val>
                                        </p:tav>
                                      </p:tavLst>
                                    </p:anim>
                                  </p:childTnLst>
                                </p:cTn>
                              </p:par>
                            </p:childTnLst>
                          </p:cTn>
                        </p:par>
                        <p:par>
                          <p:cTn id="40" fill="hold">
                            <p:stCondLst>
                              <p:cond delay="3000"/>
                            </p:stCondLst>
                            <p:childTnLst>
                              <p:par>
                                <p:cTn id="41" presetID="2" presetClass="entr" presetSubtype="4" accel="50000" decel="50000" fill="hold" grpId="0" nodeType="afterEffect" nodePh="1">
                                  <p:stCondLst>
                                    <p:cond delay="0"/>
                                  </p:stCondLst>
                                  <p:endCondLst>
                                    <p:cond evt="begin" delay="0">
                                      <p:tn val="41"/>
                                    </p:cond>
                                  </p:endCondLst>
                                  <p:childTnLst>
                                    <p:set>
                                      <p:cBhvr>
                                        <p:cTn id="42" dur="1" fill="hold">
                                          <p:stCondLst>
                                            <p:cond delay="0"/>
                                          </p:stCondLst>
                                        </p:cTn>
                                        <p:tgtEl>
                                          <p:spTgt spid="82">
                                            <p:txEl>
                                              <p:pRg st="0" end="0"/>
                                            </p:txEl>
                                          </p:spTgt>
                                        </p:tgtEl>
                                        <p:attrNameLst>
                                          <p:attrName>style.visibility</p:attrName>
                                        </p:attrNameLst>
                                      </p:cBhvr>
                                      <p:to>
                                        <p:strVal val="visible"/>
                                      </p:to>
                                    </p:set>
                                    <p:anim calcmode="lin" valueType="num">
                                      <p:cBhvr additive="base">
                                        <p:cTn id="43" dur="500" fill="hold"/>
                                        <p:tgtEl>
                                          <p:spTgt spid="82">
                                            <p:txEl>
                                              <p:pRg st="0" end="0"/>
                                            </p:txEl>
                                          </p:spTgt>
                                        </p:tgtEl>
                                        <p:attrNameLst>
                                          <p:attrName>ppt_x</p:attrName>
                                        </p:attrNameLst>
                                      </p:cBhvr>
                                      <p:tavLst>
                                        <p:tav tm="0">
                                          <p:val>
                                            <p:strVal val="#ppt_x"/>
                                          </p:val>
                                        </p:tav>
                                        <p:tav tm="100000">
                                          <p:val>
                                            <p:strVal val="#ppt_x"/>
                                          </p:val>
                                        </p:tav>
                                      </p:tavLst>
                                    </p:anim>
                                    <p:anim calcmode="lin" valueType="num">
                                      <p:cBhvr additive="base">
                                        <p:cTn id="44" dur="500" fill="hold"/>
                                        <p:tgtEl>
                                          <p:spTgt spid="82">
                                            <p:txEl>
                                              <p:pRg st="0" end="0"/>
                                            </p:txEl>
                                          </p:spTgt>
                                        </p:tgtEl>
                                        <p:attrNameLst>
                                          <p:attrName>ppt_y</p:attrName>
                                        </p:attrNameLst>
                                      </p:cBhvr>
                                      <p:tavLst>
                                        <p:tav tm="0">
                                          <p:val>
                                            <p:strVal val="1+#ppt_h/2"/>
                                          </p:val>
                                        </p:tav>
                                        <p:tav tm="100000">
                                          <p:val>
                                            <p:strVal val="#ppt_y"/>
                                          </p:val>
                                        </p:tav>
                                      </p:tavLst>
                                    </p:anim>
                                  </p:childTnLst>
                                </p:cTn>
                              </p:par>
                            </p:childTnLst>
                          </p:cTn>
                        </p:par>
                        <p:par>
                          <p:cTn id="45" fill="hold">
                            <p:stCondLst>
                              <p:cond delay="3500"/>
                            </p:stCondLst>
                            <p:childTnLst>
                              <p:par>
                                <p:cTn id="46" presetID="2" presetClass="entr" presetSubtype="4" accel="50000" decel="50000" fill="hold" grpId="0" nodeType="afterEffect" nodePh="1">
                                  <p:stCondLst>
                                    <p:cond delay="0"/>
                                  </p:stCondLst>
                                  <p:endCondLst>
                                    <p:cond evt="begin" delay="0">
                                      <p:tn val="46"/>
                                    </p:cond>
                                  </p:endCondLst>
                                  <p:childTnLst>
                                    <p:set>
                                      <p:cBhvr>
                                        <p:cTn id="47" dur="1" fill="hold">
                                          <p:stCondLst>
                                            <p:cond delay="0"/>
                                          </p:stCondLst>
                                        </p:cTn>
                                        <p:tgtEl>
                                          <p:spTgt spid="81">
                                            <p:txEl>
                                              <p:pRg st="0" end="0"/>
                                            </p:txEl>
                                          </p:spTgt>
                                        </p:tgtEl>
                                        <p:attrNameLst>
                                          <p:attrName>style.visibility</p:attrName>
                                        </p:attrNameLst>
                                      </p:cBhvr>
                                      <p:to>
                                        <p:strVal val="visible"/>
                                      </p:to>
                                    </p:set>
                                    <p:anim calcmode="lin" valueType="num">
                                      <p:cBhvr additive="base">
                                        <p:cTn id="48" dur="500" fill="hold"/>
                                        <p:tgtEl>
                                          <p:spTgt spid="81">
                                            <p:txEl>
                                              <p:pRg st="0" end="0"/>
                                            </p:txEl>
                                          </p:spTgt>
                                        </p:tgtEl>
                                        <p:attrNameLst>
                                          <p:attrName>ppt_x</p:attrName>
                                        </p:attrNameLst>
                                      </p:cBhvr>
                                      <p:tavLst>
                                        <p:tav tm="0">
                                          <p:val>
                                            <p:strVal val="#ppt_x"/>
                                          </p:val>
                                        </p:tav>
                                        <p:tav tm="100000">
                                          <p:val>
                                            <p:strVal val="#ppt_x"/>
                                          </p:val>
                                        </p:tav>
                                      </p:tavLst>
                                    </p:anim>
                                    <p:anim calcmode="lin" valueType="num">
                                      <p:cBhvr additive="base">
                                        <p:cTn id="49" dur="500" fill="hold"/>
                                        <p:tgtEl>
                                          <p:spTgt spid="81">
                                            <p:txEl>
                                              <p:pRg st="0" end="0"/>
                                            </p:txEl>
                                          </p:spTgt>
                                        </p:tgtEl>
                                        <p:attrNameLst>
                                          <p:attrName>ppt_y</p:attrName>
                                        </p:attrNameLst>
                                      </p:cBhvr>
                                      <p:tavLst>
                                        <p:tav tm="0">
                                          <p:val>
                                            <p:strVal val="1+#ppt_h/2"/>
                                          </p:val>
                                        </p:tav>
                                        <p:tav tm="100000">
                                          <p:val>
                                            <p:strVal val="#ppt_y"/>
                                          </p:val>
                                        </p:tav>
                                      </p:tavLst>
                                    </p:anim>
                                  </p:childTnLst>
                                </p:cTn>
                              </p:par>
                            </p:childTnLst>
                          </p:cTn>
                        </p:par>
                        <p:par>
                          <p:cTn id="50" fill="hold">
                            <p:stCondLst>
                              <p:cond delay="4000"/>
                            </p:stCondLst>
                            <p:childTnLst>
                              <p:par>
                                <p:cTn id="51" presetID="2" presetClass="entr" presetSubtype="1" accel="50000" decel="50000" fill="hold" grpId="0" nodeType="afterEffect">
                                  <p:stCondLst>
                                    <p:cond delay="0"/>
                                  </p:stCondLst>
                                  <p:childTnLst>
                                    <p:set>
                                      <p:cBhvr>
                                        <p:cTn id="52" dur="1" fill="hold">
                                          <p:stCondLst>
                                            <p:cond delay="0"/>
                                          </p:stCondLst>
                                        </p:cTn>
                                        <p:tgtEl>
                                          <p:spTgt spid="88"/>
                                        </p:tgtEl>
                                        <p:attrNameLst>
                                          <p:attrName>style.visibility</p:attrName>
                                        </p:attrNameLst>
                                      </p:cBhvr>
                                      <p:to>
                                        <p:strVal val="visible"/>
                                      </p:to>
                                    </p:set>
                                    <p:anim calcmode="lin" valueType="num">
                                      <p:cBhvr additive="base">
                                        <p:cTn id="53" dur="500" fill="hold"/>
                                        <p:tgtEl>
                                          <p:spTgt spid="88"/>
                                        </p:tgtEl>
                                        <p:attrNameLst>
                                          <p:attrName>ppt_x</p:attrName>
                                        </p:attrNameLst>
                                      </p:cBhvr>
                                      <p:tavLst>
                                        <p:tav tm="0">
                                          <p:val>
                                            <p:strVal val="#ppt_x"/>
                                          </p:val>
                                        </p:tav>
                                        <p:tav tm="100000">
                                          <p:val>
                                            <p:strVal val="#ppt_x"/>
                                          </p:val>
                                        </p:tav>
                                      </p:tavLst>
                                    </p:anim>
                                    <p:anim calcmode="lin" valueType="num">
                                      <p:cBhvr additive="base">
                                        <p:cTn id="54" dur="500" fill="hold"/>
                                        <p:tgtEl>
                                          <p:spTgt spid="88"/>
                                        </p:tgtEl>
                                        <p:attrNameLst>
                                          <p:attrName>ppt_y</p:attrName>
                                        </p:attrNameLst>
                                      </p:cBhvr>
                                      <p:tavLst>
                                        <p:tav tm="0">
                                          <p:val>
                                            <p:strVal val="0-#ppt_h/2"/>
                                          </p:val>
                                        </p:tav>
                                        <p:tav tm="100000">
                                          <p:val>
                                            <p:strVal val="#ppt_y"/>
                                          </p:val>
                                        </p:tav>
                                      </p:tavLst>
                                    </p:anim>
                                  </p:childTnLst>
                                </p:cTn>
                              </p:par>
                            </p:childTnLst>
                          </p:cTn>
                        </p:par>
                        <p:par>
                          <p:cTn id="55" fill="hold">
                            <p:stCondLst>
                              <p:cond delay="4500"/>
                            </p:stCondLst>
                            <p:childTnLst>
                              <p:par>
                                <p:cTn id="56" presetID="22" presetClass="entr" presetSubtype="4" fill="hold" grpId="0" nodeType="afterEffect" nodePh="1">
                                  <p:stCondLst>
                                    <p:cond delay="0"/>
                                  </p:stCondLst>
                                  <p:endCondLst>
                                    <p:cond evt="begin" delay="0">
                                      <p:tn val="56"/>
                                    </p:cond>
                                  </p:endCondLst>
                                  <p:childTnLst>
                                    <p:set>
                                      <p:cBhvr>
                                        <p:cTn id="57" dur="1" fill="hold">
                                          <p:stCondLst>
                                            <p:cond delay="0"/>
                                          </p:stCondLst>
                                        </p:cTn>
                                        <p:tgtEl>
                                          <p:spTgt spid="89">
                                            <p:txEl>
                                              <p:pRg st="0" end="0"/>
                                            </p:txEl>
                                          </p:spTgt>
                                        </p:tgtEl>
                                        <p:attrNameLst>
                                          <p:attrName>style.visibility</p:attrName>
                                        </p:attrNameLst>
                                      </p:cBhvr>
                                      <p:to>
                                        <p:strVal val="visible"/>
                                      </p:to>
                                    </p:set>
                                    <p:animEffect transition="in" filter="wipe(down)">
                                      <p:cBhvr>
                                        <p:cTn id="58" dur="500"/>
                                        <p:tgtEl>
                                          <p:spTgt spid="89">
                                            <p:txEl>
                                              <p:pRg st="0" end="0"/>
                                            </p:txEl>
                                          </p:spTgt>
                                        </p:tgtEl>
                                      </p:cBhvr>
                                    </p:animEffect>
                                  </p:childTnLst>
                                </p:cTn>
                              </p:par>
                              <p:par>
                                <p:cTn id="59" presetID="2" presetClass="entr" presetSubtype="4" accel="50000" decel="50000" fill="hold" grpId="0" nodeType="withEffect">
                                  <p:stCondLst>
                                    <p:cond delay="0"/>
                                  </p:stCondLst>
                                  <p:childTnLst>
                                    <p:set>
                                      <p:cBhvr>
                                        <p:cTn id="60" dur="1" fill="hold">
                                          <p:stCondLst>
                                            <p:cond delay="0"/>
                                          </p:stCondLst>
                                        </p:cTn>
                                        <p:tgtEl>
                                          <p:spTgt spid="85"/>
                                        </p:tgtEl>
                                        <p:attrNameLst>
                                          <p:attrName>style.visibility</p:attrName>
                                        </p:attrNameLst>
                                      </p:cBhvr>
                                      <p:to>
                                        <p:strVal val="visible"/>
                                      </p:to>
                                    </p:set>
                                    <p:anim calcmode="lin" valueType="num">
                                      <p:cBhvr additive="base">
                                        <p:cTn id="61" dur="500" fill="hold"/>
                                        <p:tgtEl>
                                          <p:spTgt spid="85"/>
                                        </p:tgtEl>
                                        <p:attrNameLst>
                                          <p:attrName>ppt_x</p:attrName>
                                        </p:attrNameLst>
                                      </p:cBhvr>
                                      <p:tavLst>
                                        <p:tav tm="0">
                                          <p:val>
                                            <p:strVal val="#ppt_x"/>
                                          </p:val>
                                        </p:tav>
                                        <p:tav tm="100000">
                                          <p:val>
                                            <p:strVal val="#ppt_x"/>
                                          </p:val>
                                        </p:tav>
                                      </p:tavLst>
                                    </p:anim>
                                    <p:anim calcmode="lin" valueType="num">
                                      <p:cBhvr additive="base">
                                        <p:cTn id="62" dur="500" fill="hold"/>
                                        <p:tgtEl>
                                          <p:spTgt spid="85"/>
                                        </p:tgtEl>
                                        <p:attrNameLst>
                                          <p:attrName>ppt_y</p:attrName>
                                        </p:attrNameLst>
                                      </p:cBhvr>
                                      <p:tavLst>
                                        <p:tav tm="0">
                                          <p:val>
                                            <p:strVal val="1+#ppt_h/2"/>
                                          </p:val>
                                        </p:tav>
                                        <p:tav tm="100000">
                                          <p:val>
                                            <p:strVal val="#ppt_y"/>
                                          </p:val>
                                        </p:tav>
                                      </p:tavLst>
                                    </p:anim>
                                  </p:childTnLst>
                                </p:cTn>
                              </p:par>
                            </p:childTnLst>
                          </p:cTn>
                        </p:par>
                        <p:par>
                          <p:cTn id="63" fill="hold">
                            <p:stCondLst>
                              <p:cond delay="5000"/>
                            </p:stCondLst>
                            <p:childTnLst>
                              <p:par>
                                <p:cTn id="64" presetID="2" presetClass="entr" presetSubtype="4" accel="50000" decel="50000" fill="hold" grpId="0" nodeType="afterEffect" nodePh="1">
                                  <p:stCondLst>
                                    <p:cond delay="0"/>
                                  </p:stCondLst>
                                  <p:endCondLst>
                                    <p:cond evt="begin" delay="0">
                                      <p:tn val="64"/>
                                    </p:cond>
                                  </p:endCondLst>
                                  <p:childTnLst>
                                    <p:set>
                                      <p:cBhvr>
                                        <p:cTn id="65" dur="1" fill="hold">
                                          <p:stCondLst>
                                            <p:cond delay="0"/>
                                          </p:stCondLst>
                                        </p:cTn>
                                        <p:tgtEl>
                                          <p:spTgt spid="87">
                                            <p:txEl>
                                              <p:pRg st="0" end="0"/>
                                            </p:txEl>
                                          </p:spTgt>
                                        </p:tgtEl>
                                        <p:attrNameLst>
                                          <p:attrName>style.visibility</p:attrName>
                                        </p:attrNameLst>
                                      </p:cBhvr>
                                      <p:to>
                                        <p:strVal val="visible"/>
                                      </p:to>
                                    </p:set>
                                    <p:anim calcmode="lin" valueType="num">
                                      <p:cBhvr additive="base">
                                        <p:cTn id="66" dur="500" fill="hold"/>
                                        <p:tgtEl>
                                          <p:spTgt spid="87">
                                            <p:txEl>
                                              <p:pRg st="0" end="0"/>
                                            </p:txEl>
                                          </p:spTgt>
                                        </p:tgtEl>
                                        <p:attrNameLst>
                                          <p:attrName>ppt_x</p:attrName>
                                        </p:attrNameLst>
                                      </p:cBhvr>
                                      <p:tavLst>
                                        <p:tav tm="0">
                                          <p:val>
                                            <p:strVal val="#ppt_x"/>
                                          </p:val>
                                        </p:tav>
                                        <p:tav tm="100000">
                                          <p:val>
                                            <p:strVal val="#ppt_x"/>
                                          </p:val>
                                        </p:tav>
                                      </p:tavLst>
                                    </p:anim>
                                    <p:anim calcmode="lin" valueType="num">
                                      <p:cBhvr additive="base">
                                        <p:cTn id="67" dur="500" fill="hold"/>
                                        <p:tgtEl>
                                          <p:spTgt spid="87">
                                            <p:txEl>
                                              <p:pRg st="0" end="0"/>
                                            </p:txEl>
                                          </p:spTgt>
                                        </p:tgtEl>
                                        <p:attrNameLst>
                                          <p:attrName>ppt_y</p:attrName>
                                        </p:attrNameLst>
                                      </p:cBhvr>
                                      <p:tavLst>
                                        <p:tav tm="0">
                                          <p:val>
                                            <p:strVal val="1+#ppt_h/2"/>
                                          </p:val>
                                        </p:tav>
                                        <p:tav tm="100000">
                                          <p:val>
                                            <p:strVal val="#ppt_y"/>
                                          </p:val>
                                        </p:tav>
                                      </p:tavLst>
                                    </p:anim>
                                  </p:childTnLst>
                                </p:cTn>
                              </p:par>
                            </p:childTnLst>
                          </p:cTn>
                        </p:par>
                        <p:par>
                          <p:cTn id="68" fill="hold">
                            <p:stCondLst>
                              <p:cond delay="5500"/>
                            </p:stCondLst>
                            <p:childTnLst>
                              <p:par>
                                <p:cTn id="69" presetID="2" presetClass="entr" presetSubtype="4" accel="50000" decel="50000" fill="hold" grpId="0" nodeType="afterEffect" nodePh="1">
                                  <p:stCondLst>
                                    <p:cond delay="0"/>
                                  </p:stCondLst>
                                  <p:endCondLst>
                                    <p:cond evt="begin" delay="0">
                                      <p:tn val="69"/>
                                    </p:cond>
                                  </p:endCondLst>
                                  <p:childTnLst>
                                    <p:set>
                                      <p:cBhvr>
                                        <p:cTn id="70" dur="1" fill="hold">
                                          <p:stCondLst>
                                            <p:cond delay="0"/>
                                          </p:stCondLst>
                                        </p:cTn>
                                        <p:tgtEl>
                                          <p:spTgt spid="86">
                                            <p:txEl>
                                              <p:pRg st="0" end="0"/>
                                            </p:txEl>
                                          </p:spTgt>
                                        </p:tgtEl>
                                        <p:attrNameLst>
                                          <p:attrName>style.visibility</p:attrName>
                                        </p:attrNameLst>
                                      </p:cBhvr>
                                      <p:to>
                                        <p:strVal val="visible"/>
                                      </p:to>
                                    </p:set>
                                    <p:anim calcmode="lin" valueType="num">
                                      <p:cBhvr additive="base">
                                        <p:cTn id="71" dur="500" fill="hold"/>
                                        <p:tgtEl>
                                          <p:spTgt spid="86">
                                            <p:txEl>
                                              <p:pRg st="0" end="0"/>
                                            </p:txEl>
                                          </p:spTgt>
                                        </p:tgtEl>
                                        <p:attrNameLst>
                                          <p:attrName>ppt_x</p:attrName>
                                        </p:attrNameLst>
                                      </p:cBhvr>
                                      <p:tavLst>
                                        <p:tav tm="0">
                                          <p:val>
                                            <p:strVal val="#ppt_x"/>
                                          </p:val>
                                        </p:tav>
                                        <p:tav tm="100000">
                                          <p:val>
                                            <p:strVal val="#ppt_x"/>
                                          </p:val>
                                        </p:tav>
                                      </p:tavLst>
                                    </p:anim>
                                    <p:anim calcmode="lin" valueType="num">
                                      <p:cBhvr additive="base">
                                        <p:cTn id="72" dur="500" fill="hold"/>
                                        <p:tgtEl>
                                          <p:spTgt spid="86">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5" grpId="0"/>
      <p:bldP spid="76"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76"/>
                        </p:tgtEl>
                        <p:attrNameLst>
                          <p:attrName>style.visibility</p:attrName>
                        </p:attrNameLst>
                      </p:cBhvr>
                      <p:to>
                        <p:strVal val="visible"/>
                      </p:to>
                    </p:set>
                    <p:anim calcmode="lin" valueType="num">
                      <p:cBhvr additive="base">
                        <p:cTn dur="500" fill="hold"/>
                        <p:tgtEl>
                          <p:spTgt spid="76"/>
                        </p:tgtEl>
                        <p:attrNameLst>
                          <p:attrName>ppt_x</p:attrName>
                        </p:attrNameLst>
                      </p:cBhvr>
                      <p:tavLst>
                        <p:tav tm="0">
                          <p:val>
                            <p:strVal val="#ppt_x"/>
                          </p:val>
                        </p:tav>
                        <p:tav tm="100000">
                          <p:val>
                            <p:strVal val="#ppt_x"/>
                          </p:val>
                        </p:tav>
                      </p:tavLst>
                    </p:anim>
                    <p:anim calcmode="lin" valueType="num">
                      <p:cBhvr additive="base">
                        <p:cTn dur="500" fill="hold"/>
                        <p:tgtEl>
                          <p:spTgt spid="76"/>
                        </p:tgtEl>
                        <p:attrNameLst>
                          <p:attrName>ppt_y</p:attrName>
                        </p:attrNameLst>
                      </p:cBhvr>
                      <p:tavLst>
                        <p:tav tm="0">
                          <p:val>
                            <p:strVal val="1+#ppt_h/2"/>
                          </p:val>
                        </p:tav>
                        <p:tav tm="100000">
                          <p:val>
                            <p:strVal val="#ppt_y"/>
                          </p:val>
                        </p:tav>
                      </p:tavLst>
                    </p:anim>
                  </p:childTnLst>
                </p:cTn>
              </p:par>
            </p:tnLst>
          </p:tmpl>
        </p:tmplLst>
      </p:bldP>
      <p:bldP spid="77"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77"/>
                        </p:tgtEl>
                        <p:attrNameLst>
                          <p:attrName>style.visibility</p:attrName>
                        </p:attrNameLst>
                      </p:cBhvr>
                      <p:to>
                        <p:strVal val="visible"/>
                      </p:to>
                    </p:set>
                    <p:anim calcmode="lin" valueType="num">
                      <p:cBhvr additive="base">
                        <p:cTn dur="500" fill="hold"/>
                        <p:tgtEl>
                          <p:spTgt spid="77"/>
                        </p:tgtEl>
                        <p:attrNameLst>
                          <p:attrName>ppt_x</p:attrName>
                        </p:attrNameLst>
                      </p:cBhvr>
                      <p:tavLst>
                        <p:tav tm="0">
                          <p:val>
                            <p:strVal val="#ppt_x"/>
                          </p:val>
                        </p:tav>
                        <p:tav tm="100000">
                          <p:val>
                            <p:strVal val="#ppt_x"/>
                          </p:val>
                        </p:tav>
                      </p:tavLst>
                    </p:anim>
                    <p:anim calcmode="lin" valueType="num">
                      <p:cBhvr additive="base">
                        <p:cTn dur="500" fill="hold"/>
                        <p:tgtEl>
                          <p:spTgt spid="77"/>
                        </p:tgtEl>
                        <p:attrNameLst>
                          <p:attrName>ppt_y</p:attrName>
                        </p:attrNameLst>
                      </p:cBhvr>
                      <p:tavLst>
                        <p:tav tm="0">
                          <p:val>
                            <p:strVal val="1+#ppt_h/2"/>
                          </p:val>
                        </p:tav>
                        <p:tav tm="100000">
                          <p:val>
                            <p:strVal val="#ppt_y"/>
                          </p:val>
                        </p:tav>
                      </p:tavLst>
                    </p:anim>
                  </p:childTnLst>
                </p:cTn>
              </p:par>
            </p:tnLst>
          </p:tmpl>
        </p:tmplLst>
      </p:bldP>
      <p:bldP spid="78" grpId="0" animBg="1"/>
      <p:bldP spid="79"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79"/>
                        </p:tgtEl>
                        <p:attrNameLst>
                          <p:attrName>style.visibility</p:attrName>
                        </p:attrNameLst>
                      </p:cBhvr>
                      <p:to>
                        <p:strVal val="visible"/>
                      </p:to>
                    </p:set>
                    <p:animEffect transition="in" filter="wipe(down)">
                      <p:cBhvr>
                        <p:cTn dur="500"/>
                        <p:tgtEl>
                          <p:spTgt spid="79"/>
                        </p:tgtEl>
                      </p:cBhvr>
                    </p:animEffect>
                  </p:childTnLst>
                </p:cTn>
              </p:par>
            </p:tnLst>
          </p:tmpl>
        </p:tmplLst>
      </p:bldP>
      <p:bldP spid="80" grpId="0"/>
      <p:bldP spid="81"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81"/>
                        </p:tgtEl>
                        <p:attrNameLst>
                          <p:attrName>style.visibility</p:attrName>
                        </p:attrNameLst>
                      </p:cBhvr>
                      <p:to>
                        <p:strVal val="visible"/>
                      </p:to>
                    </p:set>
                    <p:anim calcmode="lin" valueType="num">
                      <p:cBhvr additive="base">
                        <p:cTn dur="500" fill="hold"/>
                        <p:tgtEl>
                          <p:spTgt spid="81"/>
                        </p:tgtEl>
                        <p:attrNameLst>
                          <p:attrName>ppt_x</p:attrName>
                        </p:attrNameLst>
                      </p:cBhvr>
                      <p:tavLst>
                        <p:tav tm="0">
                          <p:val>
                            <p:strVal val="#ppt_x"/>
                          </p:val>
                        </p:tav>
                        <p:tav tm="100000">
                          <p:val>
                            <p:strVal val="#ppt_x"/>
                          </p:val>
                        </p:tav>
                      </p:tavLst>
                    </p:anim>
                    <p:anim calcmode="lin" valueType="num">
                      <p:cBhvr additive="base">
                        <p:cTn dur="500" fill="hold"/>
                        <p:tgtEl>
                          <p:spTgt spid="81"/>
                        </p:tgtEl>
                        <p:attrNameLst>
                          <p:attrName>ppt_y</p:attrName>
                        </p:attrNameLst>
                      </p:cBhvr>
                      <p:tavLst>
                        <p:tav tm="0">
                          <p:val>
                            <p:strVal val="1+#ppt_h/2"/>
                          </p:val>
                        </p:tav>
                        <p:tav tm="100000">
                          <p:val>
                            <p:strVal val="#ppt_y"/>
                          </p:val>
                        </p:tav>
                      </p:tavLst>
                    </p:anim>
                  </p:childTnLst>
                </p:cTn>
              </p:par>
            </p:tnLst>
          </p:tmpl>
        </p:tmplLst>
      </p:bldP>
      <p:bldP spid="82"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82"/>
                        </p:tgtEl>
                        <p:attrNameLst>
                          <p:attrName>style.visibility</p:attrName>
                        </p:attrNameLst>
                      </p:cBhvr>
                      <p:to>
                        <p:strVal val="visible"/>
                      </p:to>
                    </p:set>
                    <p:anim calcmode="lin" valueType="num">
                      <p:cBhvr additive="base">
                        <p:cTn dur="500" fill="hold"/>
                        <p:tgtEl>
                          <p:spTgt spid="82"/>
                        </p:tgtEl>
                        <p:attrNameLst>
                          <p:attrName>ppt_x</p:attrName>
                        </p:attrNameLst>
                      </p:cBhvr>
                      <p:tavLst>
                        <p:tav tm="0">
                          <p:val>
                            <p:strVal val="#ppt_x"/>
                          </p:val>
                        </p:tav>
                        <p:tav tm="100000">
                          <p:val>
                            <p:strVal val="#ppt_x"/>
                          </p:val>
                        </p:tav>
                      </p:tavLst>
                    </p:anim>
                    <p:anim calcmode="lin" valueType="num">
                      <p:cBhvr additive="base">
                        <p:cTn dur="500" fill="hold"/>
                        <p:tgtEl>
                          <p:spTgt spid="82"/>
                        </p:tgtEl>
                        <p:attrNameLst>
                          <p:attrName>ppt_y</p:attrName>
                        </p:attrNameLst>
                      </p:cBhvr>
                      <p:tavLst>
                        <p:tav tm="0">
                          <p:val>
                            <p:strVal val="1+#ppt_h/2"/>
                          </p:val>
                        </p:tav>
                        <p:tav tm="100000">
                          <p:val>
                            <p:strVal val="#ppt_y"/>
                          </p:val>
                        </p:tav>
                      </p:tavLst>
                    </p:anim>
                  </p:childTnLst>
                </p:cTn>
              </p:par>
            </p:tnLst>
          </p:tmpl>
        </p:tmplLst>
      </p:bldP>
      <p:bldP spid="83" grpId="0" animBg="1"/>
      <p:bldP spid="84"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84"/>
                        </p:tgtEl>
                        <p:attrNameLst>
                          <p:attrName>style.visibility</p:attrName>
                        </p:attrNameLst>
                      </p:cBhvr>
                      <p:to>
                        <p:strVal val="visible"/>
                      </p:to>
                    </p:set>
                    <p:animEffect transition="in" filter="wipe(down)">
                      <p:cBhvr>
                        <p:cTn dur="500"/>
                        <p:tgtEl>
                          <p:spTgt spid="84"/>
                        </p:tgtEl>
                      </p:cBhvr>
                    </p:animEffect>
                  </p:childTnLst>
                </p:cTn>
              </p:par>
            </p:tnLst>
          </p:tmpl>
        </p:tmplLst>
      </p:bldP>
      <p:bldP spid="85" grpId="0"/>
      <p:bldP spid="86"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86"/>
                        </p:tgtEl>
                        <p:attrNameLst>
                          <p:attrName>style.visibility</p:attrName>
                        </p:attrNameLst>
                      </p:cBhvr>
                      <p:to>
                        <p:strVal val="visible"/>
                      </p:to>
                    </p:set>
                    <p:anim calcmode="lin" valueType="num">
                      <p:cBhvr additive="base">
                        <p:cTn dur="500" fill="hold"/>
                        <p:tgtEl>
                          <p:spTgt spid="86"/>
                        </p:tgtEl>
                        <p:attrNameLst>
                          <p:attrName>ppt_x</p:attrName>
                        </p:attrNameLst>
                      </p:cBhvr>
                      <p:tavLst>
                        <p:tav tm="0">
                          <p:val>
                            <p:strVal val="#ppt_x"/>
                          </p:val>
                        </p:tav>
                        <p:tav tm="100000">
                          <p:val>
                            <p:strVal val="#ppt_x"/>
                          </p:val>
                        </p:tav>
                      </p:tavLst>
                    </p:anim>
                    <p:anim calcmode="lin" valueType="num">
                      <p:cBhvr additive="base">
                        <p:cTn dur="500" fill="hold"/>
                        <p:tgtEl>
                          <p:spTgt spid="86"/>
                        </p:tgtEl>
                        <p:attrNameLst>
                          <p:attrName>ppt_y</p:attrName>
                        </p:attrNameLst>
                      </p:cBhvr>
                      <p:tavLst>
                        <p:tav tm="0">
                          <p:val>
                            <p:strVal val="1+#ppt_h/2"/>
                          </p:val>
                        </p:tav>
                        <p:tav tm="100000">
                          <p:val>
                            <p:strVal val="#ppt_y"/>
                          </p:val>
                        </p:tav>
                      </p:tavLst>
                    </p:anim>
                  </p:childTnLst>
                </p:cTn>
              </p:par>
            </p:tnLst>
          </p:tmpl>
        </p:tmplLst>
      </p:bldP>
      <p:bldP spid="87"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87"/>
                        </p:tgtEl>
                        <p:attrNameLst>
                          <p:attrName>style.visibility</p:attrName>
                        </p:attrNameLst>
                      </p:cBhvr>
                      <p:to>
                        <p:strVal val="visible"/>
                      </p:to>
                    </p:set>
                    <p:anim calcmode="lin" valueType="num">
                      <p:cBhvr additive="base">
                        <p:cTn dur="500" fill="hold"/>
                        <p:tgtEl>
                          <p:spTgt spid="87"/>
                        </p:tgtEl>
                        <p:attrNameLst>
                          <p:attrName>ppt_x</p:attrName>
                        </p:attrNameLst>
                      </p:cBhvr>
                      <p:tavLst>
                        <p:tav tm="0">
                          <p:val>
                            <p:strVal val="#ppt_x"/>
                          </p:val>
                        </p:tav>
                        <p:tav tm="100000">
                          <p:val>
                            <p:strVal val="#ppt_x"/>
                          </p:val>
                        </p:tav>
                      </p:tavLst>
                    </p:anim>
                    <p:anim calcmode="lin" valueType="num">
                      <p:cBhvr additive="base">
                        <p:cTn dur="500" fill="hold"/>
                        <p:tgtEl>
                          <p:spTgt spid="87"/>
                        </p:tgtEl>
                        <p:attrNameLst>
                          <p:attrName>ppt_y</p:attrName>
                        </p:attrNameLst>
                      </p:cBhvr>
                      <p:tavLst>
                        <p:tav tm="0">
                          <p:val>
                            <p:strVal val="1+#ppt_h/2"/>
                          </p:val>
                        </p:tav>
                        <p:tav tm="100000">
                          <p:val>
                            <p:strVal val="#ppt_y"/>
                          </p:val>
                        </p:tav>
                      </p:tavLst>
                    </p:anim>
                  </p:childTnLst>
                </p:cTn>
              </p:par>
            </p:tnLst>
          </p:tmpl>
        </p:tmplLst>
      </p:bldP>
      <p:bldP spid="88" grpId="0" animBg="1"/>
      <p:bldP spid="89"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89"/>
                        </p:tgtEl>
                        <p:attrNameLst>
                          <p:attrName>style.visibility</p:attrName>
                        </p:attrNameLst>
                      </p:cBhvr>
                      <p:to>
                        <p:strVal val="visible"/>
                      </p:to>
                    </p:set>
                    <p:animEffect transition="in" filter="wipe(down)">
                      <p:cBhvr>
                        <p:cTn dur="500"/>
                        <p:tgtEl>
                          <p:spTgt spid="89"/>
                        </p:tgtEl>
                      </p:cBhvr>
                    </p:animEffect>
                  </p:childTnLst>
                </p:cTn>
              </p:par>
            </p:tnLst>
          </p:tmpl>
        </p:tmplLst>
      </p:bldP>
    </p:bldLst>
  </p:timing>
</p:sldLayout>
</file>

<file path=ppt/slideLayouts/slideLayout454.xml><?xml version="1.0" encoding="utf-8"?>
<p:sldLayout xmlns:a="http://schemas.openxmlformats.org/drawingml/2006/main" xmlns:r="http://schemas.openxmlformats.org/officeDocument/2006/relationships" xmlns:p="http://schemas.openxmlformats.org/presentationml/2006/main" userDrawn="1">
  <p:cSld name="Four Pic Ver">
    <p:spTree>
      <p:nvGrpSpPr>
        <p:cNvPr id="1" name=""/>
        <p:cNvGrpSpPr/>
        <p:nvPr/>
      </p:nvGrpSpPr>
      <p:grpSpPr>
        <a:xfrm>
          <a:off x="0" y="0"/>
          <a:ext cx="0" cy="0"/>
          <a:chOff x="0" y="0"/>
          <a:chExt cx="0" cy="0"/>
        </a:xfrm>
      </p:grpSpPr>
      <p:sp>
        <p:nvSpPr>
          <p:cNvPr id="12" name="Picture Placeholder 7"/>
          <p:cNvSpPr>
            <a:spLocks noGrp="1"/>
          </p:cNvSpPr>
          <p:nvPr>
            <p:ph type="pic" sz="quarter" idx="15" hasCustomPrompt="1"/>
          </p:nvPr>
        </p:nvSpPr>
        <p:spPr>
          <a:xfrm>
            <a:off x="590995" y="1536506"/>
            <a:ext cx="346953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4" name="Rectangle 3"/>
          <p:cNvSpPr/>
          <p:nvPr userDrawn="1"/>
        </p:nvSpPr>
        <p:spPr>
          <a:xfrm>
            <a:off x="590997" y="3341912"/>
            <a:ext cx="3469532" cy="56122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13" name="Text Placeholder 3"/>
          <p:cNvSpPr>
            <a:spLocks noGrp="1"/>
          </p:cNvSpPr>
          <p:nvPr>
            <p:ph type="body" sz="half" idx="17"/>
          </p:nvPr>
        </p:nvSpPr>
        <p:spPr>
          <a:xfrm>
            <a:off x="680830" y="3483079"/>
            <a:ext cx="3324756" cy="257040"/>
          </a:xfrm>
          <a:prstGeom prst="rect">
            <a:avLst/>
          </a:prstGeom>
        </p:spPr>
        <p:txBody>
          <a:bodyPr wrap="none" lIns="0" tIns="0" rIns="0" bIns="0" anchor="ctr">
            <a:noAutofit/>
          </a:bodyPr>
          <a:lstStyle>
            <a:lvl1pPr marL="0" indent="0" algn="ctr">
              <a:buNone/>
              <a:defRPr sz="1600"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14" name="Picture Placeholder 7"/>
          <p:cNvSpPr>
            <a:spLocks noGrp="1"/>
          </p:cNvSpPr>
          <p:nvPr>
            <p:ph type="pic" sz="quarter" idx="18" hasCustomPrompt="1"/>
          </p:nvPr>
        </p:nvSpPr>
        <p:spPr>
          <a:xfrm>
            <a:off x="4344201" y="1536506"/>
            <a:ext cx="346953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15" name="Rectangle 14"/>
          <p:cNvSpPr/>
          <p:nvPr userDrawn="1"/>
        </p:nvSpPr>
        <p:spPr>
          <a:xfrm>
            <a:off x="4344202" y="3341912"/>
            <a:ext cx="3469532" cy="56122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16" name="Text Placeholder 3"/>
          <p:cNvSpPr>
            <a:spLocks noGrp="1"/>
          </p:cNvSpPr>
          <p:nvPr>
            <p:ph type="body" sz="half" idx="19"/>
          </p:nvPr>
        </p:nvSpPr>
        <p:spPr>
          <a:xfrm>
            <a:off x="4434033" y="3483079"/>
            <a:ext cx="3324756" cy="257040"/>
          </a:xfrm>
          <a:prstGeom prst="rect">
            <a:avLst/>
          </a:prstGeom>
        </p:spPr>
        <p:txBody>
          <a:bodyPr wrap="none" lIns="0" tIns="0" rIns="0" bIns="0" anchor="ctr">
            <a:noAutofit/>
          </a:bodyPr>
          <a:lstStyle>
            <a:lvl1pPr marL="0" indent="0" algn="ctr">
              <a:buNone/>
              <a:defRPr sz="1600"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17" name="Picture Placeholder 7"/>
          <p:cNvSpPr>
            <a:spLocks noGrp="1"/>
          </p:cNvSpPr>
          <p:nvPr>
            <p:ph type="pic" sz="quarter" idx="20" hasCustomPrompt="1"/>
          </p:nvPr>
        </p:nvSpPr>
        <p:spPr>
          <a:xfrm>
            <a:off x="8094767" y="1536506"/>
            <a:ext cx="346953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18" name="Rectangle 17"/>
          <p:cNvSpPr/>
          <p:nvPr userDrawn="1"/>
        </p:nvSpPr>
        <p:spPr>
          <a:xfrm>
            <a:off x="8094769" y="3341912"/>
            <a:ext cx="3469532" cy="56122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19" name="Text Placeholder 3"/>
          <p:cNvSpPr>
            <a:spLocks noGrp="1"/>
          </p:cNvSpPr>
          <p:nvPr>
            <p:ph type="body" sz="half" idx="21"/>
          </p:nvPr>
        </p:nvSpPr>
        <p:spPr>
          <a:xfrm>
            <a:off x="8184601" y="3483079"/>
            <a:ext cx="3324756" cy="257040"/>
          </a:xfrm>
          <a:prstGeom prst="rect">
            <a:avLst/>
          </a:prstGeom>
        </p:spPr>
        <p:txBody>
          <a:bodyPr wrap="none" lIns="0" tIns="0" rIns="0" bIns="0" anchor="ctr">
            <a:noAutofit/>
          </a:bodyPr>
          <a:lstStyle>
            <a:lvl1pPr marL="0" indent="0" algn="ctr">
              <a:buNone/>
              <a:defRPr sz="1600"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20" name="Picture Placeholder 7"/>
          <p:cNvSpPr>
            <a:spLocks noGrp="1"/>
          </p:cNvSpPr>
          <p:nvPr>
            <p:ph type="pic" sz="quarter" idx="22" hasCustomPrompt="1"/>
          </p:nvPr>
        </p:nvSpPr>
        <p:spPr>
          <a:xfrm>
            <a:off x="590995" y="3990754"/>
            <a:ext cx="346953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21" name="Rectangle 20"/>
          <p:cNvSpPr/>
          <p:nvPr userDrawn="1"/>
        </p:nvSpPr>
        <p:spPr>
          <a:xfrm>
            <a:off x="590997" y="5796160"/>
            <a:ext cx="3469532" cy="561221"/>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22" name="Text Placeholder 3"/>
          <p:cNvSpPr>
            <a:spLocks noGrp="1"/>
          </p:cNvSpPr>
          <p:nvPr>
            <p:ph type="body" sz="half" idx="23"/>
          </p:nvPr>
        </p:nvSpPr>
        <p:spPr>
          <a:xfrm>
            <a:off x="680830" y="5937327"/>
            <a:ext cx="3324756" cy="257040"/>
          </a:xfrm>
          <a:prstGeom prst="rect">
            <a:avLst/>
          </a:prstGeom>
        </p:spPr>
        <p:txBody>
          <a:bodyPr wrap="none" lIns="0" tIns="0" rIns="0" bIns="0" anchor="ctr">
            <a:noAutofit/>
          </a:bodyPr>
          <a:lstStyle>
            <a:lvl1pPr marL="0" indent="0" algn="ctr">
              <a:buNone/>
              <a:defRPr sz="1600"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23" name="Picture Placeholder 7"/>
          <p:cNvSpPr>
            <a:spLocks noGrp="1"/>
          </p:cNvSpPr>
          <p:nvPr>
            <p:ph type="pic" sz="quarter" idx="24" hasCustomPrompt="1"/>
          </p:nvPr>
        </p:nvSpPr>
        <p:spPr>
          <a:xfrm>
            <a:off x="4344201" y="3990754"/>
            <a:ext cx="346953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24" name="Rectangle 23"/>
          <p:cNvSpPr/>
          <p:nvPr userDrawn="1"/>
        </p:nvSpPr>
        <p:spPr>
          <a:xfrm>
            <a:off x="4344202" y="5796160"/>
            <a:ext cx="3469532" cy="561221"/>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25" name="Text Placeholder 3"/>
          <p:cNvSpPr>
            <a:spLocks noGrp="1"/>
          </p:cNvSpPr>
          <p:nvPr>
            <p:ph type="body" sz="half" idx="25"/>
          </p:nvPr>
        </p:nvSpPr>
        <p:spPr>
          <a:xfrm>
            <a:off x="4434033" y="5937327"/>
            <a:ext cx="3324756" cy="257040"/>
          </a:xfrm>
          <a:prstGeom prst="rect">
            <a:avLst/>
          </a:prstGeom>
        </p:spPr>
        <p:txBody>
          <a:bodyPr wrap="none" lIns="0" tIns="0" rIns="0" bIns="0" anchor="ctr">
            <a:noAutofit/>
          </a:bodyPr>
          <a:lstStyle>
            <a:lvl1pPr marL="0" indent="0" algn="ctr">
              <a:buNone/>
              <a:defRPr sz="1600"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26" name="Picture Placeholder 7"/>
          <p:cNvSpPr>
            <a:spLocks noGrp="1"/>
          </p:cNvSpPr>
          <p:nvPr>
            <p:ph type="pic" sz="quarter" idx="26" hasCustomPrompt="1"/>
          </p:nvPr>
        </p:nvSpPr>
        <p:spPr>
          <a:xfrm>
            <a:off x="8094767" y="3990754"/>
            <a:ext cx="3469535" cy="1805409"/>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27" name="Rectangle 26"/>
          <p:cNvSpPr/>
          <p:nvPr userDrawn="1"/>
        </p:nvSpPr>
        <p:spPr>
          <a:xfrm>
            <a:off x="8094769" y="5796160"/>
            <a:ext cx="3469532" cy="561221"/>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28" name="Text Placeholder 3"/>
          <p:cNvSpPr>
            <a:spLocks noGrp="1"/>
          </p:cNvSpPr>
          <p:nvPr>
            <p:ph type="body" sz="half" idx="27"/>
          </p:nvPr>
        </p:nvSpPr>
        <p:spPr>
          <a:xfrm>
            <a:off x="8184601" y="5937327"/>
            <a:ext cx="3324756" cy="257040"/>
          </a:xfrm>
          <a:prstGeom prst="rect">
            <a:avLst/>
          </a:prstGeom>
        </p:spPr>
        <p:txBody>
          <a:bodyPr wrap="none" lIns="0" tIns="0" rIns="0" bIns="0" anchor="ctr">
            <a:noAutofit/>
          </a:bodyPr>
          <a:lstStyle>
            <a:lvl1pPr marL="0" indent="0" algn="ctr">
              <a:buNone/>
              <a:defRPr sz="1600"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29"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30"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149686143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after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wipe(down)">
                                      <p:cBhvr>
                                        <p:cTn id="7" dur="500"/>
                                        <p:tgtEl>
                                          <p:spTgt spid="12"/>
                                        </p:tgtEl>
                                      </p:cBhvr>
                                    </p:animEffect>
                                  </p:childTnLst>
                                </p:cTn>
                              </p:par>
                            </p:childTnLst>
                          </p:cTn>
                        </p:par>
                        <p:par>
                          <p:cTn id="8" fill="hold">
                            <p:stCondLst>
                              <p:cond delay="500"/>
                            </p:stCondLst>
                            <p:childTnLst>
                              <p:par>
                                <p:cTn id="9" presetID="22" presetClass="entr" presetSubtype="4" fill="hold" grpId="0" nodeType="afterEffect">
                                  <p:stCondLst>
                                    <p:cond delay="0"/>
                                  </p:stCondLst>
                                  <p:childTnLst>
                                    <p:set>
                                      <p:cBhvr>
                                        <p:cTn id="10" dur="1" fill="hold">
                                          <p:stCondLst>
                                            <p:cond delay="0"/>
                                          </p:stCondLst>
                                        </p:cTn>
                                        <p:tgtEl>
                                          <p:spTgt spid="4"/>
                                        </p:tgtEl>
                                        <p:attrNameLst>
                                          <p:attrName>style.visibility</p:attrName>
                                        </p:attrNameLst>
                                      </p:cBhvr>
                                      <p:to>
                                        <p:strVal val="visible"/>
                                      </p:to>
                                    </p:set>
                                    <p:animEffect transition="in" filter="wipe(down)">
                                      <p:cBhvr>
                                        <p:cTn id="11" dur="500"/>
                                        <p:tgtEl>
                                          <p:spTgt spid="4"/>
                                        </p:tgtEl>
                                      </p:cBhvr>
                                    </p:animEffect>
                                  </p:childTnLst>
                                </p:cTn>
                              </p:par>
                            </p:childTnLst>
                          </p:cTn>
                        </p:par>
                        <p:par>
                          <p:cTn id="12" fill="hold">
                            <p:stCondLst>
                              <p:cond delay="1000"/>
                            </p:stCondLst>
                            <p:childTnLst>
                              <p:par>
                                <p:cTn id="13" presetID="22" presetClass="entr" presetSubtype="4" fill="hold" grpId="0" nodeType="afterEffect" nodePh="1">
                                  <p:stCondLst>
                                    <p:cond delay="0"/>
                                  </p:stCondLst>
                                  <p:endCondLst>
                                    <p:cond evt="begin" delay="0">
                                      <p:tn val="13"/>
                                    </p:cond>
                                  </p:endCondLst>
                                  <p:childTnLst>
                                    <p:set>
                                      <p:cBhvr>
                                        <p:cTn id="14" dur="1" fill="hold">
                                          <p:stCondLst>
                                            <p:cond delay="0"/>
                                          </p:stCondLst>
                                        </p:cTn>
                                        <p:tgtEl>
                                          <p:spTgt spid="13">
                                            <p:txEl>
                                              <p:pRg st="0" end="0"/>
                                            </p:txEl>
                                          </p:spTgt>
                                        </p:tgtEl>
                                        <p:attrNameLst>
                                          <p:attrName>style.visibility</p:attrName>
                                        </p:attrNameLst>
                                      </p:cBhvr>
                                      <p:to>
                                        <p:strVal val="visible"/>
                                      </p:to>
                                    </p:set>
                                    <p:animEffect transition="in" filter="wipe(down)">
                                      <p:cBhvr>
                                        <p:cTn id="15" dur="500"/>
                                        <p:tgtEl>
                                          <p:spTgt spid="13">
                                            <p:txEl>
                                              <p:pRg st="0" end="0"/>
                                            </p:txEl>
                                          </p:spTgt>
                                        </p:tgtEl>
                                      </p:cBhvr>
                                    </p:animEffect>
                                  </p:childTnLst>
                                </p:cTn>
                              </p:par>
                            </p:childTnLst>
                          </p:cTn>
                        </p:par>
                        <p:par>
                          <p:cTn id="16" fill="hold">
                            <p:stCondLst>
                              <p:cond delay="1500"/>
                            </p:stCondLst>
                            <p:childTnLst>
                              <p:par>
                                <p:cTn id="17" presetID="22" presetClass="entr" presetSubtype="4" fill="hold" grpId="0" nodeType="afterEffect">
                                  <p:stCondLst>
                                    <p:cond delay="0"/>
                                  </p:stCondLst>
                                  <p:childTnLst>
                                    <p:set>
                                      <p:cBhvr>
                                        <p:cTn id="18" dur="1" fill="hold">
                                          <p:stCondLst>
                                            <p:cond delay="0"/>
                                          </p:stCondLst>
                                        </p:cTn>
                                        <p:tgtEl>
                                          <p:spTgt spid="14"/>
                                        </p:tgtEl>
                                        <p:attrNameLst>
                                          <p:attrName>style.visibility</p:attrName>
                                        </p:attrNameLst>
                                      </p:cBhvr>
                                      <p:to>
                                        <p:strVal val="visible"/>
                                      </p:to>
                                    </p:set>
                                    <p:animEffect transition="in" filter="wipe(down)">
                                      <p:cBhvr>
                                        <p:cTn id="19" dur="500"/>
                                        <p:tgtEl>
                                          <p:spTgt spid="14"/>
                                        </p:tgtEl>
                                      </p:cBhvr>
                                    </p:animEffect>
                                  </p:childTnLst>
                                </p:cTn>
                              </p:par>
                            </p:childTnLst>
                          </p:cTn>
                        </p:par>
                        <p:par>
                          <p:cTn id="20" fill="hold">
                            <p:stCondLst>
                              <p:cond delay="2000"/>
                            </p:stCondLst>
                            <p:childTnLst>
                              <p:par>
                                <p:cTn id="21" presetID="22" presetClass="entr" presetSubtype="4" fill="hold" grpId="0" nodeType="afterEffect">
                                  <p:stCondLst>
                                    <p:cond delay="0"/>
                                  </p:stCondLst>
                                  <p:childTnLst>
                                    <p:set>
                                      <p:cBhvr>
                                        <p:cTn id="22" dur="1" fill="hold">
                                          <p:stCondLst>
                                            <p:cond delay="0"/>
                                          </p:stCondLst>
                                        </p:cTn>
                                        <p:tgtEl>
                                          <p:spTgt spid="15"/>
                                        </p:tgtEl>
                                        <p:attrNameLst>
                                          <p:attrName>style.visibility</p:attrName>
                                        </p:attrNameLst>
                                      </p:cBhvr>
                                      <p:to>
                                        <p:strVal val="visible"/>
                                      </p:to>
                                    </p:set>
                                    <p:animEffect transition="in" filter="wipe(down)">
                                      <p:cBhvr>
                                        <p:cTn id="23" dur="500"/>
                                        <p:tgtEl>
                                          <p:spTgt spid="15"/>
                                        </p:tgtEl>
                                      </p:cBhvr>
                                    </p:animEffect>
                                  </p:childTnLst>
                                </p:cTn>
                              </p:par>
                            </p:childTnLst>
                          </p:cTn>
                        </p:par>
                        <p:par>
                          <p:cTn id="24" fill="hold">
                            <p:stCondLst>
                              <p:cond delay="2500"/>
                            </p:stCondLst>
                            <p:childTnLst>
                              <p:par>
                                <p:cTn id="25" presetID="22" presetClass="entr" presetSubtype="4" fill="hold" grpId="0" nodeType="afterEffect" nodePh="1">
                                  <p:stCondLst>
                                    <p:cond delay="0"/>
                                  </p:stCondLst>
                                  <p:endCondLst>
                                    <p:cond evt="begin" delay="0">
                                      <p:tn val="25"/>
                                    </p:cond>
                                  </p:endCondLst>
                                  <p:childTnLst>
                                    <p:set>
                                      <p:cBhvr>
                                        <p:cTn id="26" dur="1" fill="hold">
                                          <p:stCondLst>
                                            <p:cond delay="0"/>
                                          </p:stCondLst>
                                        </p:cTn>
                                        <p:tgtEl>
                                          <p:spTgt spid="16">
                                            <p:txEl>
                                              <p:pRg st="0" end="0"/>
                                            </p:txEl>
                                          </p:spTgt>
                                        </p:tgtEl>
                                        <p:attrNameLst>
                                          <p:attrName>style.visibility</p:attrName>
                                        </p:attrNameLst>
                                      </p:cBhvr>
                                      <p:to>
                                        <p:strVal val="visible"/>
                                      </p:to>
                                    </p:set>
                                    <p:animEffect transition="in" filter="wipe(down)">
                                      <p:cBhvr>
                                        <p:cTn id="27" dur="500"/>
                                        <p:tgtEl>
                                          <p:spTgt spid="16">
                                            <p:txEl>
                                              <p:pRg st="0" end="0"/>
                                            </p:txEl>
                                          </p:spTgt>
                                        </p:tgtEl>
                                      </p:cBhvr>
                                    </p:animEffect>
                                  </p:childTnLst>
                                </p:cTn>
                              </p:par>
                            </p:childTnLst>
                          </p:cTn>
                        </p:par>
                        <p:par>
                          <p:cTn id="28" fill="hold">
                            <p:stCondLst>
                              <p:cond delay="3000"/>
                            </p:stCondLst>
                            <p:childTnLst>
                              <p:par>
                                <p:cTn id="29" presetID="22" presetClass="entr" presetSubtype="4" fill="hold" grpId="0" nodeType="afterEffect">
                                  <p:stCondLst>
                                    <p:cond delay="0"/>
                                  </p:stCondLst>
                                  <p:childTnLst>
                                    <p:set>
                                      <p:cBhvr>
                                        <p:cTn id="30" dur="1" fill="hold">
                                          <p:stCondLst>
                                            <p:cond delay="0"/>
                                          </p:stCondLst>
                                        </p:cTn>
                                        <p:tgtEl>
                                          <p:spTgt spid="17"/>
                                        </p:tgtEl>
                                        <p:attrNameLst>
                                          <p:attrName>style.visibility</p:attrName>
                                        </p:attrNameLst>
                                      </p:cBhvr>
                                      <p:to>
                                        <p:strVal val="visible"/>
                                      </p:to>
                                    </p:set>
                                    <p:animEffect transition="in" filter="wipe(down)">
                                      <p:cBhvr>
                                        <p:cTn id="31" dur="500"/>
                                        <p:tgtEl>
                                          <p:spTgt spid="17"/>
                                        </p:tgtEl>
                                      </p:cBhvr>
                                    </p:animEffect>
                                  </p:childTnLst>
                                </p:cTn>
                              </p:par>
                            </p:childTnLst>
                          </p:cTn>
                        </p:par>
                        <p:par>
                          <p:cTn id="32" fill="hold">
                            <p:stCondLst>
                              <p:cond delay="3500"/>
                            </p:stCondLst>
                            <p:childTnLst>
                              <p:par>
                                <p:cTn id="33" presetID="22" presetClass="entr" presetSubtype="4" fill="hold" grpId="0" nodeType="afterEffect">
                                  <p:stCondLst>
                                    <p:cond delay="0"/>
                                  </p:stCondLst>
                                  <p:childTnLst>
                                    <p:set>
                                      <p:cBhvr>
                                        <p:cTn id="34" dur="1" fill="hold">
                                          <p:stCondLst>
                                            <p:cond delay="0"/>
                                          </p:stCondLst>
                                        </p:cTn>
                                        <p:tgtEl>
                                          <p:spTgt spid="18"/>
                                        </p:tgtEl>
                                        <p:attrNameLst>
                                          <p:attrName>style.visibility</p:attrName>
                                        </p:attrNameLst>
                                      </p:cBhvr>
                                      <p:to>
                                        <p:strVal val="visible"/>
                                      </p:to>
                                    </p:set>
                                    <p:animEffect transition="in" filter="wipe(down)">
                                      <p:cBhvr>
                                        <p:cTn id="35" dur="500"/>
                                        <p:tgtEl>
                                          <p:spTgt spid="18"/>
                                        </p:tgtEl>
                                      </p:cBhvr>
                                    </p:animEffect>
                                  </p:childTnLst>
                                </p:cTn>
                              </p:par>
                            </p:childTnLst>
                          </p:cTn>
                        </p:par>
                        <p:par>
                          <p:cTn id="36" fill="hold">
                            <p:stCondLst>
                              <p:cond delay="4000"/>
                            </p:stCondLst>
                            <p:childTnLst>
                              <p:par>
                                <p:cTn id="37" presetID="22" presetClass="entr" presetSubtype="4" fill="hold" grpId="0" nodeType="afterEffect" nodePh="1">
                                  <p:stCondLst>
                                    <p:cond delay="0"/>
                                  </p:stCondLst>
                                  <p:endCondLst>
                                    <p:cond evt="begin" delay="0">
                                      <p:tn val="37"/>
                                    </p:cond>
                                  </p:endCondLst>
                                  <p:childTnLst>
                                    <p:set>
                                      <p:cBhvr>
                                        <p:cTn id="38" dur="1" fill="hold">
                                          <p:stCondLst>
                                            <p:cond delay="0"/>
                                          </p:stCondLst>
                                        </p:cTn>
                                        <p:tgtEl>
                                          <p:spTgt spid="19">
                                            <p:txEl>
                                              <p:pRg st="0" end="0"/>
                                            </p:txEl>
                                          </p:spTgt>
                                        </p:tgtEl>
                                        <p:attrNameLst>
                                          <p:attrName>style.visibility</p:attrName>
                                        </p:attrNameLst>
                                      </p:cBhvr>
                                      <p:to>
                                        <p:strVal val="visible"/>
                                      </p:to>
                                    </p:set>
                                    <p:animEffect transition="in" filter="wipe(down)">
                                      <p:cBhvr>
                                        <p:cTn id="39" dur="500"/>
                                        <p:tgtEl>
                                          <p:spTgt spid="19">
                                            <p:txEl>
                                              <p:pRg st="0" end="0"/>
                                            </p:txEl>
                                          </p:spTgt>
                                        </p:tgtEl>
                                      </p:cBhvr>
                                    </p:animEffect>
                                  </p:childTnLst>
                                </p:cTn>
                              </p:par>
                            </p:childTnLst>
                          </p:cTn>
                        </p:par>
                        <p:par>
                          <p:cTn id="40" fill="hold">
                            <p:stCondLst>
                              <p:cond delay="4500"/>
                            </p:stCondLst>
                            <p:childTnLst>
                              <p:par>
                                <p:cTn id="41" presetID="22" presetClass="entr" presetSubtype="4" fill="hold" grpId="0" nodeType="afterEffect">
                                  <p:stCondLst>
                                    <p:cond delay="0"/>
                                  </p:stCondLst>
                                  <p:childTnLst>
                                    <p:set>
                                      <p:cBhvr>
                                        <p:cTn id="42" dur="1" fill="hold">
                                          <p:stCondLst>
                                            <p:cond delay="0"/>
                                          </p:stCondLst>
                                        </p:cTn>
                                        <p:tgtEl>
                                          <p:spTgt spid="20"/>
                                        </p:tgtEl>
                                        <p:attrNameLst>
                                          <p:attrName>style.visibility</p:attrName>
                                        </p:attrNameLst>
                                      </p:cBhvr>
                                      <p:to>
                                        <p:strVal val="visible"/>
                                      </p:to>
                                    </p:set>
                                    <p:animEffect transition="in" filter="wipe(down)">
                                      <p:cBhvr>
                                        <p:cTn id="43" dur="500"/>
                                        <p:tgtEl>
                                          <p:spTgt spid="20"/>
                                        </p:tgtEl>
                                      </p:cBhvr>
                                    </p:animEffect>
                                  </p:childTnLst>
                                </p:cTn>
                              </p:par>
                            </p:childTnLst>
                          </p:cTn>
                        </p:par>
                        <p:par>
                          <p:cTn id="44" fill="hold">
                            <p:stCondLst>
                              <p:cond delay="5000"/>
                            </p:stCondLst>
                            <p:childTnLst>
                              <p:par>
                                <p:cTn id="45" presetID="22" presetClass="entr" presetSubtype="4" fill="hold" grpId="0" nodeType="afterEffect">
                                  <p:stCondLst>
                                    <p:cond delay="0"/>
                                  </p:stCondLst>
                                  <p:childTnLst>
                                    <p:set>
                                      <p:cBhvr>
                                        <p:cTn id="46" dur="1" fill="hold">
                                          <p:stCondLst>
                                            <p:cond delay="0"/>
                                          </p:stCondLst>
                                        </p:cTn>
                                        <p:tgtEl>
                                          <p:spTgt spid="21"/>
                                        </p:tgtEl>
                                        <p:attrNameLst>
                                          <p:attrName>style.visibility</p:attrName>
                                        </p:attrNameLst>
                                      </p:cBhvr>
                                      <p:to>
                                        <p:strVal val="visible"/>
                                      </p:to>
                                    </p:set>
                                    <p:animEffect transition="in" filter="wipe(down)">
                                      <p:cBhvr>
                                        <p:cTn id="47" dur="500"/>
                                        <p:tgtEl>
                                          <p:spTgt spid="21"/>
                                        </p:tgtEl>
                                      </p:cBhvr>
                                    </p:animEffect>
                                  </p:childTnLst>
                                </p:cTn>
                              </p:par>
                            </p:childTnLst>
                          </p:cTn>
                        </p:par>
                        <p:par>
                          <p:cTn id="48" fill="hold">
                            <p:stCondLst>
                              <p:cond delay="5500"/>
                            </p:stCondLst>
                            <p:childTnLst>
                              <p:par>
                                <p:cTn id="49" presetID="22" presetClass="entr" presetSubtype="4" fill="hold" grpId="0" nodeType="afterEffect" nodePh="1">
                                  <p:stCondLst>
                                    <p:cond delay="0"/>
                                  </p:stCondLst>
                                  <p:endCondLst>
                                    <p:cond evt="begin" delay="0">
                                      <p:tn val="49"/>
                                    </p:cond>
                                  </p:endCondLst>
                                  <p:childTnLst>
                                    <p:set>
                                      <p:cBhvr>
                                        <p:cTn id="50" dur="1" fill="hold">
                                          <p:stCondLst>
                                            <p:cond delay="0"/>
                                          </p:stCondLst>
                                        </p:cTn>
                                        <p:tgtEl>
                                          <p:spTgt spid="22">
                                            <p:txEl>
                                              <p:pRg st="0" end="0"/>
                                            </p:txEl>
                                          </p:spTgt>
                                        </p:tgtEl>
                                        <p:attrNameLst>
                                          <p:attrName>style.visibility</p:attrName>
                                        </p:attrNameLst>
                                      </p:cBhvr>
                                      <p:to>
                                        <p:strVal val="visible"/>
                                      </p:to>
                                    </p:set>
                                    <p:animEffect transition="in" filter="wipe(down)">
                                      <p:cBhvr>
                                        <p:cTn id="51" dur="500"/>
                                        <p:tgtEl>
                                          <p:spTgt spid="22">
                                            <p:txEl>
                                              <p:pRg st="0" end="0"/>
                                            </p:txEl>
                                          </p:spTgt>
                                        </p:tgtEl>
                                      </p:cBhvr>
                                    </p:animEffect>
                                  </p:childTnLst>
                                </p:cTn>
                              </p:par>
                            </p:childTnLst>
                          </p:cTn>
                        </p:par>
                        <p:par>
                          <p:cTn id="52" fill="hold">
                            <p:stCondLst>
                              <p:cond delay="6000"/>
                            </p:stCondLst>
                            <p:childTnLst>
                              <p:par>
                                <p:cTn id="53" presetID="22" presetClass="entr" presetSubtype="4" fill="hold" grpId="0" nodeType="afterEffect">
                                  <p:stCondLst>
                                    <p:cond delay="0"/>
                                  </p:stCondLst>
                                  <p:childTnLst>
                                    <p:set>
                                      <p:cBhvr>
                                        <p:cTn id="54" dur="1" fill="hold">
                                          <p:stCondLst>
                                            <p:cond delay="0"/>
                                          </p:stCondLst>
                                        </p:cTn>
                                        <p:tgtEl>
                                          <p:spTgt spid="23"/>
                                        </p:tgtEl>
                                        <p:attrNameLst>
                                          <p:attrName>style.visibility</p:attrName>
                                        </p:attrNameLst>
                                      </p:cBhvr>
                                      <p:to>
                                        <p:strVal val="visible"/>
                                      </p:to>
                                    </p:set>
                                    <p:animEffect transition="in" filter="wipe(down)">
                                      <p:cBhvr>
                                        <p:cTn id="55" dur="500"/>
                                        <p:tgtEl>
                                          <p:spTgt spid="23"/>
                                        </p:tgtEl>
                                      </p:cBhvr>
                                    </p:animEffect>
                                  </p:childTnLst>
                                </p:cTn>
                              </p:par>
                            </p:childTnLst>
                          </p:cTn>
                        </p:par>
                        <p:par>
                          <p:cTn id="56" fill="hold">
                            <p:stCondLst>
                              <p:cond delay="6500"/>
                            </p:stCondLst>
                            <p:childTnLst>
                              <p:par>
                                <p:cTn id="57" presetID="22" presetClass="entr" presetSubtype="4" fill="hold" grpId="0" nodeType="afterEffect">
                                  <p:stCondLst>
                                    <p:cond delay="0"/>
                                  </p:stCondLst>
                                  <p:childTnLst>
                                    <p:set>
                                      <p:cBhvr>
                                        <p:cTn id="58" dur="1" fill="hold">
                                          <p:stCondLst>
                                            <p:cond delay="0"/>
                                          </p:stCondLst>
                                        </p:cTn>
                                        <p:tgtEl>
                                          <p:spTgt spid="24"/>
                                        </p:tgtEl>
                                        <p:attrNameLst>
                                          <p:attrName>style.visibility</p:attrName>
                                        </p:attrNameLst>
                                      </p:cBhvr>
                                      <p:to>
                                        <p:strVal val="visible"/>
                                      </p:to>
                                    </p:set>
                                    <p:animEffect transition="in" filter="wipe(down)">
                                      <p:cBhvr>
                                        <p:cTn id="59" dur="500"/>
                                        <p:tgtEl>
                                          <p:spTgt spid="24"/>
                                        </p:tgtEl>
                                      </p:cBhvr>
                                    </p:animEffect>
                                  </p:childTnLst>
                                </p:cTn>
                              </p:par>
                            </p:childTnLst>
                          </p:cTn>
                        </p:par>
                        <p:par>
                          <p:cTn id="60" fill="hold">
                            <p:stCondLst>
                              <p:cond delay="7000"/>
                            </p:stCondLst>
                            <p:childTnLst>
                              <p:par>
                                <p:cTn id="61" presetID="22" presetClass="entr" presetSubtype="4" fill="hold" grpId="0" nodeType="afterEffect" nodePh="1">
                                  <p:stCondLst>
                                    <p:cond delay="0"/>
                                  </p:stCondLst>
                                  <p:endCondLst>
                                    <p:cond evt="begin" delay="0">
                                      <p:tn val="61"/>
                                    </p:cond>
                                  </p:endCondLst>
                                  <p:childTnLst>
                                    <p:set>
                                      <p:cBhvr>
                                        <p:cTn id="62" dur="1" fill="hold">
                                          <p:stCondLst>
                                            <p:cond delay="0"/>
                                          </p:stCondLst>
                                        </p:cTn>
                                        <p:tgtEl>
                                          <p:spTgt spid="25">
                                            <p:txEl>
                                              <p:pRg st="0" end="0"/>
                                            </p:txEl>
                                          </p:spTgt>
                                        </p:tgtEl>
                                        <p:attrNameLst>
                                          <p:attrName>style.visibility</p:attrName>
                                        </p:attrNameLst>
                                      </p:cBhvr>
                                      <p:to>
                                        <p:strVal val="visible"/>
                                      </p:to>
                                    </p:set>
                                    <p:animEffect transition="in" filter="wipe(down)">
                                      <p:cBhvr>
                                        <p:cTn id="63" dur="500"/>
                                        <p:tgtEl>
                                          <p:spTgt spid="25">
                                            <p:txEl>
                                              <p:pRg st="0" end="0"/>
                                            </p:txEl>
                                          </p:spTgt>
                                        </p:tgtEl>
                                      </p:cBhvr>
                                    </p:animEffect>
                                  </p:childTnLst>
                                </p:cTn>
                              </p:par>
                            </p:childTnLst>
                          </p:cTn>
                        </p:par>
                        <p:par>
                          <p:cTn id="64" fill="hold">
                            <p:stCondLst>
                              <p:cond delay="7500"/>
                            </p:stCondLst>
                            <p:childTnLst>
                              <p:par>
                                <p:cTn id="65" presetID="22" presetClass="entr" presetSubtype="4" fill="hold" grpId="0" nodeType="afterEffect">
                                  <p:stCondLst>
                                    <p:cond delay="0"/>
                                  </p:stCondLst>
                                  <p:childTnLst>
                                    <p:set>
                                      <p:cBhvr>
                                        <p:cTn id="66" dur="1" fill="hold">
                                          <p:stCondLst>
                                            <p:cond delay="0"/>
                                          </p:stCondLst>
                                        </p:cTn>
                                        <p:tgtEl>
                                          <p:spTgt spid="26"/>
                                        </p:tgtEl>
                                        <p:attrNameLst>
                                          <p:attrName>style.visibility</p:attrName>
                                        </p:attrNameLst>
                                      </p:cBhvr>
                                      <p:to>
                                        <p:strVal val="visible"/>
                                      </p:to>
                                    </p:set>
                                    <p:animEffect transition="in" filter="wipe(down)">
                                      <p:cBhvr>
                                        <p:cTn id="67" dur="500"/>
                                        <p:tgtEl>
                                          <p:spTgt spid="26"/>
                                        </p:tgtEl>
                                      </p:cBhvr>
                                    </p:animEffect>
                                  </p:childTnLst>
                                </p:cTn>
                              </p:par>
                            </p:childTnLst>
                          </p:cTn>
                        </p:par>
                        <p:par>
                          <p:cTn id="68" fill="hold">
                            <p:stCondLst>
                              <p:cond delay="8000"/>
                            </p:stCondLst>
                            <p:childTnLst>
                              <p:par>
                                <p:cTn id="69" presetID="22" presetClass="entr" presetSubtype="4" fill="hold" grpId="0" nodeType="afterEffect">
                                  <p:stCondLst>
                                    <p:cond delay="0"/>
                                  </p:stCondLst>
                                  <p:childTnLst>
                                    <p:set>
                                      <p:cBhvr>
                                        <p:cTn id="70" dur="1" fill="hold">
                                          <p:stCondLst>
                                            <p:cond delay="0"/>
                                          </p:stCondLst>
                                        </p:cTn>
                                        <p:tgtEl>
                                          <p:spTgt spid="27"/>
                                        </p:tgtEl>
                                        <p:attrNameLst>
                                          <p:attrName>style.visibility</p:attrName>
                                        </p:attrNameLst>
                                      </p:cBhvr>
                                      <p:to>
                                        <p:strVal val="visible"/>
                                      </p:to>
                                    </p:set>
                                    <p:animEffect transition="in" filter="wipe(down)">
                                      <p:cBhvr>
                                        <p:cTn id="71" dur="500"/>
                                        <p:tgtEl>
                                          <p:spTgt spid="27"/>
                                        </p:tgtEl>
                                      </p:cBhvr>
                                    </p:animEffect>
                                  </p:childTnLst>
                                </p:cTn>
                              </p:par>
                            </p:childTnLst>
                          </p:cTn>
                        </p:par>
                        <p:par>
                          <p:cTn id="72" fill="hold">
                            <p:stCondLst>
                              <p:cond delay="8500"/>
                            </p:stCondLst>
                            <p:childTnLst>
                              <p:par>
                                <p:cTn id="73" presetID="22" presetClass="entr" presetSubtype="4" fill="hold" grpId="0" nodeType="afterEffect" nodePh="1">
                                  <p:stCondLst>
                                    <p:cond delay="0"/>
                                  </p:stCondLst>
                                  <p:endCondLst>
                                    <p:cond evt="begin" delay="0">
                                      <p:tn val="73"/>
                                    </p:cond>
                                  </p:endCondLst>
                                  <p:childTnLst>
                                    <p:set>
                                      <p:cBhvr>
                                        <p:cTn id="74" dur="1" fill="hold">
                                          <p:stCondLst>
                                            <p:cond delay="0"/>
                                          </p:stCondLst>
                                        </p:cTn>
                                        <p:tgtEl>
                                          <p:spTgt spid="28">
                                            <p:txEl>
                                              <p:pRg st="0" end="0"/>
                                            </p:txEl>
                                          </p:spTgt>
                                        </p:tgtEl>
                                        <p:attrNameLst>
                                          <p:attrName>style.visibility</p:attrName>
                                        </p:attrNameLst>
                                      </p:cBhvr>
                                      <p:to>
                                        <p:strVal val="visible"/>
                                      </p:to>
                                    </p:set>
                                    <p:animEffect transition="in" filter="wipe(down)">
                                      <p:cBhvr>
                                        <p:cTn id="75" dur="500"/>
                                        <p:tgtEl>
                                          <p:spTgt spid="28">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4" grpId="0" animBg="1"/>
      <p:bldP spid="13"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13"/>
                        </p:tgtEl>
                        <p:attrNameLst>
                          <p:attrName>style.visibility</p:attrName>
                        </p:attrNameLst>
                      </p:cBhvr>
                      <p:to>
                        <p:strVal val="visible"/>
                      </p:to>
                    </p:set>
                    <p:animEffect transition="in" filter="wipe(down)">
                      <p:cBhvr>
                        <p:cTn dur="500"/>
                        <p:tgtEl>
                          <p:spTgt spid="13"/>
                        </p:tgtEl>
                      </p:cBhvr>
                    </p:animEffect>
                  </p:childTnLst>
                </p:cTn>
              </p:par>
            </p:tnLst>
          </p:tmpl>
        </p:tmplLst>
      </p:bldP>
      <p:bldP spid="14" grpId="0"/>
      <p:bldP spid="15" grpId="0" animBg="1"/>
      <p:bldP spid="16"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16"/>
                        </p:tgtEl>
                        <p:attrNameLst>
                          <p:attrName>style.visibility</p:attrName>
                        </p:attrNameLst>
                      </p:cBhvr>
                      <p:to>
                        <p:strVal val="visible"/>
                      </p:to>
                    </p:set>
                    <p:animEffect transition="in" filter="wipe(down)">
                      <p:cBhvr>
                        <p:cTn dur="500"/>
                        <p:tgtEl>
                          <p:spTgt spid="16"/>
                        </p:tgtEl>
                      </p:cBhvr>
                    </p:animEffect>
                  </p:childTnLst>
                </p:cTn>
              </p:par>
            </p:tnLst>
          </p:tmpl>
        </p:tmplLst>
      </p:bldP>
      <p:bldP spid="17" grpId="0"/>
      <p:bldP spid="18" grpId="0" animBg="1"/>
      <p:bldP spid="19"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19"/>
                        </p:tgtEl>
                        <p:attrNameLst>
                          <p:attrName>style.visibility</p:attrName>
                        </p:attrNameLst>
                      </p:cBhvr>
                      <p:to>
                        <p:strVal val="visible"/>
                      </p:to>
                    </p:set>
                    <p:animEffect transition="in" filter="wipe(down)">
                      <p:cBhvr>
                        <p:cTn dur="500"/>
                        <p:tgtEl>
                          <p:spTgt spid="19"/>
                        </p:tgtEl>
                      </p:cBhvr>
                    </p:animEffect>
                  </p:childTnLst>
                </p:cTn>
              </p:par>
            </p:tnLst>
          </p:tmpl>
        </p:tmplLst>
      </p:bldP>
      <p:bldP spid="20" grpId="0"/>
      <p:bldP spid="21" grpId="0" animBg="1"/>
      <p:bldP spid="22"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2"/>
                        </p:tgtEl>
                        <p:attrNameLst>
                          <p:attrName>style.visibility</p:attrName>
                        </p:attrNameLst>
                      </p:cBhvr>
                      <p:to>
                        <p:strVal val="visible"/>
                      </p:to>
                    </p:set>
                    <p:animEffect transition="in" filter="wipe(down)">
                      <p:cBhvr>
                        <p:cTn dur="500"/>
                        <p:tgtEl>
                          <p:spTgt spid="22"/>
                        </p:tgtEl>
                      </p:cBhvr>
                    </p:animEffect>
                  </p:childTnLst>
                </p:cTn>
              </p:par>
            </p:tnLst>
          </p:tmpl>
        </p:tmplLst>
      </p:bldP>
      <p:bldP spid="23" grpId="0"/>
      <p:bldP spid="24" grpId="0" animBg="1"/>
      <p:bldP spid="25"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5"/>
                        </p:tgtEl>
                        <p:attrNameLst>
                          <p:attrName>style.visibility</p:attrName>
                        </p:attrNameLst>
                      </p:cBhvr>
                      <p:to>
                        <p:strVal val="visible"/>
                      </p:to>
                    </p:set>
                    <p:animEffect transition="in" filter="wipe(down)">
                      <p:cBhvr>
                        <p:cTn dur="500"/>
                        <p:tgtEl>
                          <p:spTgt spid="25"/>
                        </p:tgtEl>
                      </p:cBhvr>
                    </p:animEffect>
                  </p:childTnLst>
                </p:cTn>
              </p:par>
            </p:tnLst>
          </p:tmpl>
        </p:tmplLst>
      </p:bldP>
      <p:bldP spid="26" grpId="0"/>
      <p:bldP spid="27" grpId="0" animBg="1"/>
      <p:bldP spid="28"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8"/>
                        </p:tgtEl>
                        <p:attrNameLst>
                          <p:attrName>style.visibility</p:attrName>
                        </p:attrNameLst>
                      </p:cBhvr>
                      <p:to>
                        <p:strVal val="visible"/>
                      </p:to>
                    </p:set>
                    <p:animEffect transition="in" filter="wipe(down)">
                      <p:cBhvr>
                        <p:cTn dur="500"/>
                        <p:tgtEl>
                          <p:spTgt spid="28"/>
                        </p:tgtEl>
                      </p:cBhvr>
                    </p:animEffect>
                  </p:childTnLst>
                </p:cTn>
              </p:par>
            </p:tnLst>
          </p:tmpl>
        </p:tmplLst>
      </p:bldP>
    </p:bldLst>
  </p:timing>
</p:sldLayout>
</file>

<file path=ppt/slideLayouts/slideLayout455.xml><?xml version="1.0" encoding="utf-8"?>
<p:sldLayout xmlns:a="http://schemas.openxmlformats.org/drawingml/2006/main" xmlns:r="http://schemas.openxmlformats.org/officeDocument/2006/relationships" xmlns:p="http://schemas.openxmlformats.org/presentationml/2006/main" userDrawn="1">
  <p:cSld name="MockUp02">
    <p:spTree>
      <p:nvGrpSpPr>
        <p:cNvPr id="1" name=""/>
        <p:cNvGrpSpPr/>
        <p:nvPr/>
      </p:nvGrpSpPr>
      <p:grpSpPr>
        <a:xfrm>
          <a:off x="0" y="0"/>
          <a:ext cx="0" cy="0"/>
          <a:chOff x="0" y="0"/>
          <a:chExt cx="0" cy="0"/>
        </a:xfrm>
      </p:grpSpPr>
      <p:grpSp>
        <p:nvGrpSpPr>
          <p:cNvPr id="14" name="Group 13"/>
          <p:cNvGrpSpPr/>
          <p:nvPr userDrawn="1"/>
        </p:nvGrpSpPr>
        <p:grpSpPr>
          <a:xfrm>
            <a:off x="4811183" y="1589752"/>
            <a:ext cx="2569636" cy="4785648"/>
            <a:chOff x="6140449" y="1116114"/>
            <a:chExt cx="1927226" cy="3589236"/>
          </a:xfrm>
        </p:grpSpPr>
        <p:sp>
          <p:nvSpPr>
            <p:cNvPr id="15" name="Rectangle 14"/>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18"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rgbClr val="7F8183"/>
            </a:solid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sp>
        <p:nvSpPr>
          <p:cNvPr id="20" name="Picture Placeholder 7"/>
          <p:cNvSpPr>
            <a:spLocks noGrp="1"/>
          </p:cNvSpPr>
          <p:nvPr>
            <p:ph type="pic" sz="quarter" idx="10" hasCustomPrompt="1"/>
          </p:nvPr>
        </p:nvSpPr>
        <p:spPr>
          <a:xfrm>
            <a:off x="4978400" y="2267109"/>
            <a:ext cx="2235200" cy="3386444"/>
          </a:xfrm>
          <a:prstGeom prst="rect">
            <a:avLst/>
          </a:prstGeom>
          <a:ln>
            <a:noFill/>
          </a:ln>
        </p:spPr>
        <p:txBody>
          <a:bodyPr bIns="45720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10"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1"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67512793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500" fill="hold"/>
                                        <p:tgtEl>
                                          <p:spTgt spid="14"/>
                                        </p:tgtEl>
                                        <p:attrNameLst>
                                          <p:attrName>ppt_x</p:attrName>
                                        </p:attrNameLst>
                                      </p:cBhvr>
                                      <p:tavLst>
                                        <p:tav tm="0">
                                          <p:val>
                                            <p:strVal val="#ppt_x"/>
                                          </p:val>
                                        </p:tav>
                                        <p:tav tm="100000">
                                          <p:val>
                                            <p:strVal val="#ppt_x"/>
                                          </p:val>
                                        </p:tav>
                                      </p:tavLst>
                                    </p:anim>
                                    <p:anim calcmode="lin" valueType="num">
                                      <p:cBhvr additive="base">
                                        <p:cTn id="8" dur="500" fill="hold"/>
                                        <p:tgtEl>
                                          <p:spTgt spid="14"/>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4" fill="hold" grpId="0" nodeType="after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wipe(down)">
                                      <p:cBhvr>
                                        <p:cTn id="12"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Lst>
  </p:timing>
</p:sldLayout>
</file>

<file path=ppt/slideLayouts/slideLayout456.xml><?xml version="1.0" encoding="utf-8"?>
<p:sldLayout xmlns:a="http://schemas.openxmlformats.org/drawingml/2006/main" xmlns:r="http://schemas.openxmlformats.org/officeDocument/2006/relationships" xmlns:p="http://schemas.openxmlformats.org/presentationml/2006/main" preserve="1" userDrawn="1">
  <p:cSld name="2_MockUp02">
    <p:spTree>
      <p:nvGrpSpPr>
        <p:cNvPr id="1" name=""/>
        <p:cNvGrpSpPr/>
        <p:nvPr/>
      </p:nvGrpSpPr>
      <p:grpSpPr>
        <a:xfrm>
          <a:off x="0" y="0"/>
          <a:ext cx="0" cy="0"/>
          <a:chOff x="0" y="0"/>
          <a:chExt cx="0" cy="0"/>
        </a:xfrm>
      </p:grpSpPr>
      <p:grpSp>
        <p:nvGrpSpPr>
          <p:cNvPr id="2" name="Group 17"/>
          <p:cNvGrpSpPr/>
          <p:nvPr userDrawn="1"/>
        </p:nvGrpSpPr>
        <p:grpSpPr>
          <a:xfrm>
            <a:off x="3968595" y="1726608"/>
            <a:ext cx="4343760" cy="3456120"/>
            <a:chOff x="2094899" y="1081795"/>
            <a:chExt cx="4400683" cy="3501414"/>
          </a:xfrm>
        </p:grpSpPr>
        <p:sp>
          <p:nvSpPr>
            <p:cNvPr id="20" name="Rectangle 19"/>
            <p:cNvSpPr/>
            <p:nvPr/>
          </p:nvSpPr>
          <p:spPr>
            <a:xfrm>
              <a:off x="2261198" y="1247618"/>
              <a:ext cx="4081379" cy="225986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rtl="1" fontAlgn="auto">
                <a:spcBef>
                  <a:spcPts val="0"/>
                </a:spcBef>
                <a:spcAft>
                  <a:spcPts val="0"/>
                </a:spcAft>
              </a:pPr>
              <a:endParaRPr lang="en-US" sz="2667" dirty="0">
                <a:solidFill>
                  <a:srgbClr val="FFFFFF"/>
                </a:solidFill>
              </a:endParaRPr>
            </a:p>
          </p:txBody>
        </p:sp>
        <p:sp>
          <p:nvSpPr>
            <p:cNvPr id="31" name="Freeform 5"/>
            <p:cNvSpPr>
              <a:spLocks noEditPoints="1"/>
            </p:cNvSpPr>
            <p:nvPr/>
          </p:nvSpPr>
          <p:spPr bwMode="auto">
            <a:xfrm>
              <a:off x="2094899" y="1081795"/>
              <a:ext cx="4400683" cy="2608522"/>
            </a:xfrm>
            <a:custGeom>
              <a:avLst/>
              <a:gdLst/>
              <a:ahLst/>
              <a:cxnLst>
                <a:cxn ang="0">
                  <a:pos x="1757" y="0"/>
                </a:cxn>
                <a:cxn ang="0">
                  <a:pos x="921" y="0"/>
                </a:cxn>
                <a:cxn ang="0">
                  <a:pos x="893" y="0"/>
                </a:cxn>
                <a:cxn ang="0">
                  <a:pos x="56" y="0"/>
                </a:cxn>
                <a:cxn ang="0">
                  <a:pos x="0" y="47"/>
                </a:cxn>
                <a:cxn ang="0">
                  <a:pos x="0" y="1076"/>
                </a:cxn>
                <a:cxn ang="0">
                  <a:pos x="1816" y="1076"/>
                </a:cxn>
                <a:cxn ang="0">
                  <a:pos x="1816" y="47"/>
                </a:cxn>
                <a:cxn ang="0">
                  <a:pos x="1757" y="0"/>
                </a:cxn>
                <a:cxn ang="0">
                  <a:pos x="1732" y="1000"/>
                </a:cxn>
                <a:cxn ang="0">
                  <a:pos x="76" y="1000"/>
                </a:cxn>
                <a:cxn ang="0">
                  <a:pos x="76" y="68"/>
                </a:cxn>
                <a:cxn ang="0">
                  <a:pos x="1732" y="68"/>
                </a:cxn>
                <a:cxn ang="0">
                  <a:pos x="1732" y="1000"/>
                </a:cxn>
              </a:cxnLst>
              <a:rect l="0" t="0" r="r" b="b"/>
              <a:pathLst>
                <a:path w="1816" h="1076">
                  <a:moveTo>
                    <a:pt x="1757" y="0"/>
                  </a:moveTo>
                  <a:cubicBezTo>
                    <a:pt x="921" y="0"/>
                    <a:pt x="921" y="0"/>
                    <a:pt x="921" y="0"/>
                  </a:cubicBezTo>
                  <a:cubicBezTo>
                    <a:pt x="893" y="0"/>
                    <a:pt x="893" y="0"/>
                    <a:pt x="893" y="0"/>
                  </a:cubicBezTo>
                  <a:cubicBezTo>
                    <a:pt x="56" y="0"/>
                    <a:pt x="56" y="0"/>
                    <a:pt x="56" y="0"/>
                  </a:cubicBezTo>
                  <a:cubicBezTo>
                    <a:pt x="27" y="0"/>
                    <a:pt x="0" y="17"/>
                    <a:pt x="0" y="47"/>
                  </a:cubicBezTo>
                  <a:cubicBezTo>
                    <a:pt x="0" y="1076"/>
                    <a:pt x="0" y="1076"/>
                    <a:pt x="0" y="1076"/>
                  </a:cubicBezTo>
                  <a:cubicBezTo>
                    <a:pt x="1816" y="1076"/>
                    <a:pt x="1816" y="1076"/>
                    <a:pt x="1816" y="1076"/>
                  </a:cubicBezTo>
                  <a:cubicBezTo>
                    <a:pt x="1816" y="47"/>
                    <a:pt x="1816" y="47"/>
                    <a:pt x="1816" y="47"/>
                  </a:cubicBezTo>
                  <a:cubicBezTo>
                    <a:pt x="1816" y="17"/>
                    <a:pt x="1787" y="0"/>
                    <a:pt x="1757" y="0"/>
                  </a:cubicBezTo>
                  <a:moveTo>
                    <a:pt x="1732" y="1000"/>
                  </a:moveTo>
                  <a:cubicBezTo>
                    <a:pt x="76" y="1000"/>
                    <a:pt x="76" y="1000"/>
                    <a:pt x="76" y="1000"/>
                  </a:cubicBezTo>
                  <a:cubicBezTo>
                    <a:pt x="76" y="68"/>
                    <a:pt x="76" y="68"/>
                    <a:pt x="76" y="68"/>
                  </a:cubicBezTo>
                  <a:cubicBezTo>
                    <a:pt x="1732" y="68"/>
                    <a:pt x="1732" y="68"/>
                    <a:pt x="1732" y="68"/>
                  </a:cubicBezTo>
                  <a:cubicBezTo>
                    <a:pt x="1732" y="1000"/>
                    <a:pt x="1732" y="1000"/>
                    <a:pt x="1732" y="1000"/>
                  </a:cubicBezTo>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p>
              <a:pPr algn="r" defTabSz="1375467" rtl="1"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33" name="Freeform 23"/>
            <p:cNvSpPr>
              <a:spLocks/>
            </p:cNvSpPr>
            <p:nvPr/>
          </p:nvSpPr>
          <p:spPr bwMode="auto">
            <a:xfrm>
              <a:off x="2311744" y="1247618"/>
              <a:ext cx="3979748" cy="2259869"/>
            </a:xfrm>
            <a:custGeom>
              <a:avLst/>
              <a:gdLst/>
              <a:ahLst/>
              <a:cxnLst>
                <a:cxn ang="0">
                  <a:pos x="1872" y="0"/>
                </a:cxn>
                <a:cxn ang="0">
                  <a:pos x="0" y="0"/>
                </a:cxn>
                <a:cxn ang="0">
                  <a:pos x="1872" y="1063"/>
                </a:cxn>
                <a:cxn ang="0">
                  <a:pos x="1872" y="0"/>
                </a:cxn>
              </a:cxnLst>
              <a:rect l="0" t="0" r="r" b="b"/>
              <a:pathLst>
                <a:path w="1872" h="1063">
                  <a:moveTo>
                    <a:pt x="1872" y="0"/>
                  </a:moveTo>
                  <a:lnTo>
                    <a:pt x="0" y="0"/>
                  </a:lnTo>
                  <a:lnTo>
                    <a:pt x="1872" y="1063"/>
                  </a:lnTo>
                  <a:lnTo>
                    <a:pt x="1872" y="0"/>
                  </a:lnTo>
                  <a:close/>
                </a:path>
              </a:pathLst>
            </a:custGeom>
            <a:solidFill>
              <a:srgbClr val="FFFFFF">
                <a:alpha val="16000"/>
              </a:srgbClr>
            </a:solidFill>
            <a:ln w="9525">
              <a:noFill/>
              <a:round/>
              <a:headEnd/>
              <a:tailEnd/>
            </a:ln>
          </p:spPr>
          <p:txBody>
            <a:bodyPr vert="horz" wrap="square" lIns="91440" tIns="45720" rIns="91440" bIns="45720" numCol="1" anchor="t" anchorCtr="0" compatLnSpc="1">
              <a:prstTxWarp prst="textNoShape">
                <a:avLst/>
              </a:prstTxWarp>
            </a:bodyPr>
            <a:lstStyle/>
            <a:p>
              <a:pPr algn="r" defTabSz="1375467" rtl="1"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34" name="Freeform 27"/>
            <p:cNvSpPr>
              <a:spLocks/>
            </p:cNvSpPr>
            <p:nvPr/>
          </p:nvSpPr>
          <p:spPr bwMode="auto">
            <a:xfrm>
              <a:off x="2094899" y="3690315"/>
              <a:ext cx="4400683" cy="397550"/>
            </a:xfrm>
            <a:custGeom>
              <a:avLst/>
              <a:gdLst/>
              <a:ahLst/>
              <a:cxnLst>
                <a:cxn ang="0">
                  <a:pos x="0" y="0"/>
                </a:cxn>
                <a:cxn ang="0">
                  <a:pos x="0" y="100"/>
                </a:cxn>
                <a:cxn ang="0">
                  <a:pos x="56" y="164"/>
                </a:cxn>
                <a:cxn ang="0">
                  <a:pos x="893" y="164"/>
                </a:cxn>
                <a:cxn ang="0">
                  <a:pos x="921" y="164"/>
                </a:cxn>
                <a:cxn ang="0">
                  <a:pos x="1757" y="164"/>
                </a:cxn>
                <a:cxn ang="0">
                  <a:pos x="1816" y="100"/>
                </a:cxn>
                <a:cxn ang="0">
                  <a:pos x="1816" y="0"/>
                </a:cxn>
                <a:cxn ang="0">
                  <a:pos x="0" y="0"/>
                </a:cxn>
              </a:cxnLst>
              <a:rect l="0" t="0" r="r" b="b"/>
              <a:pathLst>
                <a:path w="1816" h="164">
                  <a:moveTo>
                    <a:pt x="0" y="0"/>
                  </a:moveTo>
                  <a:cubicBezTo>
                    <a:pt x="0" y="100"/>
                    <a:pt x="0" y="100"/>
                    <a:pt x="0" y="100"/>
                  </a:cubicBezTo>
                  <a:cubicBezTo>
                    <a:pt x="0" y="130"/>
                    <a:pt x="27" y="164"/>
                    <a:pt x="56" y="164"/>
                  </a:cubicBezTo>
                  <a:cubicBezTo>
                    <a:pt x="893" y="164"/>
                    <a:pt x="893" y="164"/>
                    <a:pt x="893" y="164"/>
                  </a:cubicBezTo>
                  <a:cubicBezTo>
                    <a:pt x="921" y="164"/>
                    <a:pt x="921" y="164"/>
                    <a:pt x="921" y="164"/>
                  </a:cubicBezTo>
                  <a:cubicBezTo>
                    <a:pt x="1757" y="164"/>
                    <a:pt x="1757" y="164"/>
                    <a:pt x="1757" y="164"/>
                  </a:cubicBezTo>
                  <a:cubicBezTo>
                    <a:pt x="1787" y="164"/>
                    <a:pt x="1816" y="130"/>
                    <a:pt x="1816" y="100"/>
                  </a:cubicBezTo>
                  <a:cubicBezTo>
                    <a:pt x="1816" y="0"/>
                    <a:pt x="1816" y="0"/>
                    <a:pt x="1816" y="0"/>
                  </a:cubicBezTo>
                  <a:lnTo>
                    <a:pt x="0" y="0"/>
                  </a:lnTo>
                  <a:close/>
                </a:path>
              </a:pathLst>
            </a:custGeom>
            <a:gradFill>
              <a:gsLst>
                <a:gs pos="83000">
                  <a:schemeClr val="bg1">
                    <a:lumMod val="75000"/>
                  </a:schemeClr>
                </a:gs>
                <a:gs pos="54000">
                  <a:schemeClr val="bg1">
                    <a:lumMod val="85000"/>
                  </a:schemeClr>
                </a:gs>
              </a:gsLst>
              <a:lin ang="1800000" scaled="0"/>
            </a:gradFill>
            <a:ln w="9525">
              <a:noFill/>
              <a:round/>
              <a:headEnd/>
              <a:tailEnd/>
            </a:ln>
          </p:spPr>
          <p:txBody>
            <a:bodyPr vert="horz" wrap="square" lIns="91440" tIns="45720" rIns="91440" bIns="45720" numCol="1" anchor="t" anchorCtr="0" compatLnSpc="1">
              <a:prstTxWarp prst="textNoShape">
                <a:avLst/>
              </a:prstTxWarp>
            </a:bodyPr>
            <a:lstStyle/>
            <a:p>
              <a:pPr algn="r" defTabSz="1375467" rtl="1" fontAlgn="auto">
                <a:spcBef>
                  <a:spcPts val="0"/>
                </a:spcBef>
                <a:spcAft>
                  <a:spcPts val="0"/>
                </a:spcAft>
              </a:pPr>
              <a:r>
                <a:rPr lang="en-US" sz="2667" dirty="0" smtClean="0">
                  <a:solidFill>
                    <a:srgbClr val="262626"/>
                  </a:solidFill>
                  <a:latin typeface="Roboto Condensed"/>
                  <a:cs typeface="Simplified Arabic" panose="02020603050405020304" pitchFamily="18" charset="-78"/>
                </a:rPr>
                <a:t> </a:t>
              </a:r>
              <a:endParaRPr lang="en-US" sz="2667" dirty="0">
                <a:solidFill>
                  <a:srgbClr val="262626"/>
                </a:solidFill>
                <a:latin typeface="Roboto Condensed"/>
                <a:cs typeface="Simplified Arabic" panose="02020603050405020304" pitchFamily="18" charset="-78"/>
              </a:endParaRPr>
            </a:p>
          </p:txBody>
        </p:sp>
        <p:sp>
          <p:nvSpPr>
            <p:cNvPr id="35" name="Freeform 29"/>
            <p:cNvSpPr>
              <a:spLocks/>
            </p:cNvSpPr>
            <p:nvPr/>
          </p:nvSpPr>
          <p:spPr bwMode="auto">
            <a:xfrm>
              <a:off x="3506519" y="4087866"/>
              <a:ext cx="1590198" cy="495343"/>
            </a:xfrm>
            <a:custGeom>
              <a:avLst/>
              <a:gdLst/>
              <a:ahLst/>
              <a:cxnLst>
                <a:cxn ang="0">
                  <a:pos x="335" y="0"/>
                </a:cxn>
                <a:cxn ang="0">
                  <a:pos x="322" y="0"/>
                </a:cxn>
                <a:cxn ang="0">
                  <a:pos x="143" y="0"/>
                </a:cxn>
                <a:cxn ang="0">
                  <a:pos x="102" y="128"/>
                </a:cxn>
                <a:cxn ang="0">
                  <a:pos x="108" y="204"/>
                </a:cxn>
                <a:cxn ang="0">
                  <a:pos x="322" y="204"/>
                </a:cxn>
                <a:cxn ang="0">
                  <a:pos x="335" y="204"/>
                </a:cxn>
                <a:cxn ang="0">
                  <a:pos x="549" y="204"/>
                </a:cxn>
                <a:cxn ang="0">
                  <a:pos x="555" y="128"/>
                </a:cxn>
                <a:cxn ang="0">
                  <a:pos x="513" y="0"/>
                </a:cxn>
                <a:cxn ang="0">
                  <a:pos x="335" y="0"/>
                </a:cxn>
              </a:cxnLst>
              <a:rect l="0" t="0" r="r" b="b"/>
              <a:pathLst>
                <a:path w="656" h="204">
                  <a:moveTo>
                    <a:pt x="335" y="0"/>
                  </a:moveTo>
                  <a:cubicBezTo>
                    <a:pt x="322" y="0"/>
                    <a:pt x="322" y="0"/>
                    <a:pt x="322" y="0"/>
                  </a:cubicBezTo>
                  <a:cubicBezTo>
                    <a:pt x="143" y="0"/>
                    <a:pt x="143" y="0"/>
                    <a:pt x="143" y="0"/>
                  </a:cubicBezTo>
                  <a:cubicBezTo>
                    <a:pt x="143" y="0"/>
                    <a:pt x="142" y="88"/>
                    <a:pt x="102" y="128"/>
                  </a:cubicBezTo>
                  <a:cubicBezTo>
                    <a:pt x="62" y="169"/>
                    <a:pt x="0" y="204"/>
                    <a:pt x="108" y="204"/>
                  </a:cubicBezTo>
                  <a:cubicBezTo>
                    <a:pt x="322" y="204"/>
                    <a:pt x="322" y="204"/>
                    <a:pt x="322" y="204"/>
                  </a:cubicBezTo>
                  <a:cubicBezTo>
                    <a:pt x="335" y="204"/>
                    <a:pt x="335" y="204"/>
                    <a:pt x="335" y="204"/>
                  </a:cubicBezTo>
                  <a:cubicBezTo>
                    <a:pt x="549" y="204"/>
                    <a:pt x="549" y="204"/>
                    <a:pt x="549" y="204"/>
                  </a:cubicBezTo>
                  <a:cubicBezTo>
                    <a:pt x="656" y="204"/>
                    <a:pt x="594" y="169"/>
                    <a:pt x="555" y="128"/>
                  </a:cubicBezTo>
                  <a:cubicBezTo>
                    <a:pt x="515" y="88"/>
                    <a:pt x="513" y="0"/>
                    <a:pt x="513" y="0"/>
                  </a:cubicBezTo>
                  <a:lnTo>
                    <a:pt x="335" y="0"/>
                  </a:lnTo>
                  <a:close/>
                </a:path>
              </a:pathLst>
            </a:custGeom>
            <a:gradFill>
              <a:gsLst>
                <a:gs pos="42000">
                  <a:schemeClr val="bg1">
                    <a:lumMod val="75000"/>
                  </a:schemeClr>
                </a:gs>
                <a:gs pos="6000">
                  <a:schemeClr val="bg1">
                    <a:lumMod val="85000"/>
                  </a:schemeClr>
                </a:gs>
                <a:gs pos="0">
                  <a:schemeClr val="bg1">
                    <a:lumMod val="65000"/>
                  </a:schemeClr>
                </a:gs>
              </a:gsLst>
              <a:lin ang="5400000" scaled="0"/>
            </a:gradFill>
            <a:ln w="9525">
              <a:noFill/>
              <a:round/>
              <a:headEnd/>
              <a:tailEnd/>
            </a:ln>
          </p:spPr>
          <p:txBody>
            <a:bodyPr vert="horz" wrap="square" lIns="91440" tIns="45720" rIns="91440" bIns="45720" numCol="1" anchor="t" anchorCtr="0" compatLnSpc="1">
              <a:prstTxWarp prst="textNoShape">
                <a:avLst/>
              </a:prstTxWarp>
            </a:bodyPr>
            <a:lstStyle/>
            <a:p>
              <a:pPr algn="r" defTabSz="1375467" rtl="1"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sp>
        <p:nvSpPr>
          <p:cNvPr id="36" name="Picture Placeholder 7"/>
          <p:cNvSpPr>
            <a:spLocks noGrp="1"/>
          </p:cNvSpPr>
          <p:nvPr>
            <p:ph type="pic" sz="quarter" idx="10" hasCustomPrompt="1"/>
          </p:nvPr>
        </p:nvSpPr>
        <p:spPr>
          <a:xfrm>
            <a:off x="4153968" y="1879600"/>
            <a:ext cx="3944649" cy="2230637"/>
          </a:xfrm>
          <a:prstGeom prst="rect">
            <a:avLst/>
          </a:prstGeom>
          <a:ln>
            <a:noFill/>
          </a:ln>
        </p:spPr>
        <p:txBody>
          <a:bodyPr tIns="0" bIns="27432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13"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4"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40860430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4" fill="hold" grpId="0" nodeType="afterEffect">
                                  <p:stCondLst>
                                    <p:cond delay="0"/>
                                  </p:stCondLst>
                                  <p:childTnLst>
                                    <p:set>
                                      <p:cBhvr>
                                        <p:cTn id="11" dur="1" fill="hold">
                                          <p:stCondLst>
                                            <p:cond delay="0"/>
                                          </p:stCondLst>
                                        </p:cTn>
                                        <p:tgtEl>
                                          <p:spTgt spid="36"/>
                                        </p:tgtEl>
                                        <p:attrNameLst>
                                          <p:attrName>style.visibility</p:attrName>
                                        </p:attrNameLst>
                                      </p:cBhvr>
                                      <p:to>
                                        <p:strVal val="visible"/>
                                      </p:to>
                                    </p:set>
                                    <p:animEffect transition="in" filter="wipe(down)">
                                      <p:cBhvr>
                                        <p:cTn id="12" dur="50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p:bldLst>
  </p:timing>
</p:sldLayout>
</file>

<file path=ppt/slideLayouts/slideLayout457.xml><?xml version="1.0" encoding="utf-8"?>
<p:sldLayout xmlns:a="http://schemas.openxmlformats.org/drawingml/2006/main" xmlns:r="http://schemas.openxmlformats.org/officeDocument/2006/relationships" xmlns:p="http://schemas.openxmlformats.org/presentationml/2006/main" userDrawn="1">
  <p:cSld name="MockUp5">
    <p:spTree>
      <p:nvGrpSpPr>
        <p:cNvPr id="1" name=""/>
        <p:cNvGrpSpPr/>
        <p:nvPr/>
      </p:nvGrpSpPr>
      <p:grpSpPr>
        <a:xfrm>
          <a:off x="0" y="0"/>
          <a:ext cx="0" cy="0"/>
          <a:chOff x="0" y="0"/>
          <a:chExt cx="0" cy="0"/>
        </a:xfrm>
      </p:grpSpPr>
      <p:grpSp>
        <p:nvGrpSpPr>
          <p:cNvPr id="2" name="Group 20"/>
          <p:cNvGrpSpPr/>
          <p:nvPr userDrawn="1"/>
        </p:nvGrpSpPr>
        <p:grpSpPr>
          <a:xfrm>
            <a:off x="5558337" y="1602393"/>
            <a:ext cx="5867577" cy="4668552"/>
            <a:chOff x="2094899" y="1081795"/>
            <a:chExt cx="4400683" cy="3501414"/>
          </a:xfrm>
        </p:grpSpPr>
        <p:sp>
          <p:nvSpPr>
            <p:cNvPr id="22" name="Rectangle 21"/>
            <p:cNvSpPr/>
            <p:nvPr/>
          </p:nvSpPr>
          <p:spPr>
            <a:xfrm>
              <a:off x="2261198" y="1247618"/>
              <a:ext cx="4081379" cy="225986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23" name="Freeform 5"/>
            <p:cNvSpPr>
              <a:spLocks noEditPoints="1"/>
            </p:cNvSpPr>
            <p:nvPr/>
          </p:nvSpPr>
          <p:spPr bwMode="auto">
            <a:xfrm>
              <a:off x="2094899" y="1081795"/>
              <a:ext cx="4400683" cy="2608522"/>
            </a:xfrm>
            <a:custGeom>
              <a:avLst/>
              <a:gdLst/>
              <a:ahLst/>
              <a:cxnLst>
                <a:cxn ang="0">
                  <a:pos x="1757" y="0"/>
                </a:cxn>
                <a:cxn ang="0">
                  <a:pos x="921" y="0"/>
                </a:cxn>
                <a:cxn ang="0">
                  <a:pos x="893" y="0"/>
                </a:cxn>
                <a:cxn ang="0">
                  <a:pos x="56" y="0"/>
                </a:cxn>
                <a:cxn ang="0">
                  <a:pos x="0" y="47"/>
                </a:cxn>
                <a:cxn ang="0">
                  <a:pos x="0" y="1076"/>
                </a:cxn>
                <a:cxn ang="0">
                  <a:pos x="1816" y="1076"/>
                </a:cxn>
                <a:cxn ang="0">
                  <a:pos x="1816" y="47"/>
                </a:cxn>
                <a:cxn ang="0">
                  <a:pos x="1757" y="0"/>
                </a:cxn>
                <a:cxn ang="0">
                  <a:pos x="1732" y="1000"/>
                </a:cxn>
                <a:cxn ang="0">
                  <a:pos x="76" y="1000"/>
                </a:cxn>
                <a:cxn ang="0">
                  <a:pos x="76" y="68"/>
                </a:cxn>
                <a:cxn ang="0">
                  <a:pos x="1732" y="68"/>
                </a:cxn>
                <a:cxn ang="0">
                  <a:pos x="1732" y="1000"/>
                </a:cxn>
              </a:cxnLst>
              <a:rect l="0" t="0" r="r" b="b"/>
              <a:pathLst>
                <a:path w="1816" h="1076">
                  <a:moveTo>
                    <a:pt x="1757" y="0"/>
                  </a:moveTo>
                  <a:cubicBezTo>
                    <a:pt x="921" y="0"/>
                    <a:pt x="921" y="0"/>
                    <a:pt x="921" y="0"/>
                  </a:cubicBezTo>
                  <a:cubicBezTo>
                    <a:pt x="893" y="0"/>
                    <a:pt x="893" y="0"/>
                    <a:pt x="893" y="0"/>
                  </a:cubicBezTo>
                  <a:cubicBezTo>
                    <a:pt x="56" y="0"/>
                    <a:pt x="56" y="0"/>
                    <a:pt x="56" y="0"/>
                  </a:cubicBezTo>
                  <a:cubicBezTo>
                    <a:pt x="27" y="0"/>
                    <a:pt x="0" y="17"/>
                    <a:pt x="0" y="47"/>
                  </a:cubicBezTo>
                  <a:cubicBezTo>
                    <a:pt x="0" y="1076"/>
                    <a:pt x="0" y="1076"/>
                    <a:pt x="0" y="1076"/>
                  </a:cubicBezTo>
                  <a:cubicBezTo>
                    <a:pt x="1816" y="1076"/>
                    <a:pt x="1816" y="1076"/>
                    <a:pt x="1816" y="1076"/>
                  </a:cubicBezTo>
                  <a:cubicBezTo>
                    <a:pt x="1816" y="47"/>
                    <a:pt x="1816" y="47"/>
                    <a:pt x="1816" y="47"/>
                  </a:cubicBezTo>
                  <a:cubicBezTo>
                    <a:pt x="1816" y="17"/>
                    <a:pt x="1787" y="0"/>
                    <a:pt x="1757" y="0"/>
                  </a:cubicBezTo>
                  <a:moveTo>
                    <a:pt x="1732" y="1000"/>
                  </a:moveTo>
                  <a:cubicBezTo>
                    <a:pt x="76" y="1000"/>
                    <a:pt x="76" y="1000"/>
                    <a:pt x="76" y="1000"/>
                  </a:cubicBezTo>
                  <a:cubicBezTo>
                    <a:pt x="76" y="68"/>
                    <a:pt x="76" y="68"/>
                    <a:pt x="76" y="68"/>
                  </a:cubicBezTo>
                  <a:cubicBezTo>
                    <a:pt x="1732" y="68"/>
                    <a:pt x="1732" y="68"/>
                    <a:pt x="1732" y="68"/>
                  </a:cubicBezTo>
                  <a:cubicBezTo>
                    <a:pt x="1732" y="1000"/>
                    <a:pt x="1732" y="1000"/>
                    <a:pt x="1732" y="1000"/>
                  </a:cubicBezTo>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24" name="Freeform 23"/>
            <p:cNvSpPr>
              <a:spLocks/>
            </p:cNvSpPr>
            <p:nvPr/>
          </p:nvSpPr>
          <p:spPr bwMode="auto">
            <a:xfrm>
              <a:off x="2311744" y="1247618"/>
              <a:ext cx="3979748" cy="2259869"/>
            </a:xfrm>
            <a:custGeom>
              <a:avLst/>
              <a:gdLst/>
              <a:ahLst/>
              <a:cxnLst>
                <a:cxn ang="0">
                  <a:pos x="1872" y="0"/>
                </a:cxn>
                <a:cxn ang="0">
                  <a:pos x="0" y="0"/>
                </a:cxn>
                <a:cxn ang="0">
                  <a:pos x="1872" y="1063"/>
                </a:cxn>
                <a:cxn ang="0">
                  <a:pos x="1872" y="0"/>
                </a:cxn>
              </a:cxnLst>
              <a:rect l="0" t="0" r="r" b="b"/>
              <a:pathLst>
                <a:path w="1872" h="1063">
                  <a:moveTo>
                    <a:pt x="1872" y="0"/>
                  </a:moveTo>
                  <a:lnTo>
                    <a:pt x="0" y="0"/>
                  </a:lnTo>
                  <a:lnTo>
                    <a:pt x="1872" y="1063"/>
                  </a:lnTo>
                  <a:lnTo>
                    <a:pt x="1872" y="0"/>
                  </a:lnTo>
                  <a:close/>
                </a:path>
              </a:pathLst>
            </a:custGeom>
            <a:solidFill>
              <a:srgbClr val="FFFFFF">
                <a:alpha val="16000"/>
              </a:srgbClr>
            </a:solid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25" name="Freeform 27"/>
            <p:cNvSpPr>
              <a:spLocks/>
            </p:cNvSpPr>
            <p:nvPr/>
          </p:nvSpPr>
          <p:spPr bwMode="auto">
            <a:xfrm>
              <a:off x="2094899" y="3690315"/>
              <a:ext cx="4400683" cy="397550"/>
            </a:xfrm>
            <a:custGeom>
              <a:avLst/>
              <a:gdLst/>
              <a:ahLst/>
              <a:cxnLst>
                <a:cxn ang="0">
                  <a:pos x="0" y="0"/>
                </a:cxn>
                <a:cxn ang="0">
                  <a:pos x="0" y="100"/>
                </a:cxn>
                <a:cxn ang="0">
                  <a:pos x="56" y="164"/>
                </a:cxn>
                <a:cxn ang="0">
                  <a:pos x="893" y="164"/>
                </a:cxn>
                <a:cxn ang="0">
                  <a:pos x="921" y="164"/>
                </a:cxn>
                <a:cxn ang="0">
                  <a:pos x="1757" y="164"/>
                </a:cxn>
                <a:cxn ang="0">
                  <a:pos x="1816" y="100"/>
                </a:cxn>
                <a:cxn ang="0">
                  <a:pos x="1816" y="0"/>
                </a:cxn>
                <a:cxn ang="0">
                  <a:pos x="0" y="0"/>
                </a:cxn>
              </a:cxnLst>
              <a:rect l="0" t="0" r="r" b="b"/>
              <a:pathLst>
                <a:path w="1816" h="164">
                  <a:moveTo>
                    <a:pt x="0" y="0"/>
                  </a:moveTo>
                  <a:cubicBezTo>
                    <a:pt x="0" y="100"/>
                    <a:pt x="0" y="100"/>
                    <a:pt x="0" y="100"/>
                  </a:cubicBezTo>
                  <a:cubicBezTo>
                    <a:pt x="0" y="130"/>
                    <a:pt x="27" y="164"/>
                    <a:pt x="56" y="164"/>
                  </a:cubicBezTo>
                  <a:cubicBezTo>
                    <a:pt x="893" y="164"/>
                    <a:pt x="893" y="164"/>
                    <a:pt x="893" y="164"/>
                  </a:cubicBezTo>
                  <a:cubicBezTo>
                    <a:pt x="921" y="164"/>
                    <a:pt x="921" y="164"/>
                    <a:pt x="921" y="164"/>
                  </a:cubicBezTo>
                  <a:cubicBezTo>
                    <a:pt x="1757" y="164"/>
                    <a:pt x="1757" y="164"/>
                    <a:pt x="1757" y="164"/>
                  </a:cubicBezTo>
                  <a:cubicBezTo>
                    <a:pt x="1787" y="164"/>
                    <a:pt x="1816" y="130"/>
                    <a:pt x="1816" y="100"/>
                  </a:cubicBezTo>
                  <a:cubicBezTo>
                    <a:pt x="1816" y="0"/>
                    <a:pt x="1816" y="0"/>
                    <a:pt x="1816" y="0"/>
                  </a:cubicBezTo>
                  <a:lnTo>
                    <a:pt x="0" y="0"/>
                  </a:lnTo>
                  <a:close/>
                </a:path>
              </a:pathLst>
            </a:custGeom>
            <a:gradFill>
              <a:gsLst>
                <a:gs pos="83000">
                  <a:schemeClr val="bg1">
                    <a:lumMod val="75000"/>
                  </a:schemeClr>
                </a:gs>
                <a:gs pos="54000">
                  <a:schemeClr val="bg1">
                    <a:lumMod val="85000"/>
                  </a:schemeClr>
                </a:gs>
              </a:gsLst>
              <a:lin ang="1800000" scaled="0"/>
            </a:grad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r>
                <a:rPr lang="en-US" sz="2667" dirty="0" smtClean="0">
                  <a:solidFill>
                    <a:srgbClr val="262626"/>
                  </a:solidFill>
                  <a:latin typeface="Roboto Condensed"/>
                  <a:cs typeface="Simplified Arabic" panose="02020603050405020304" pitchFamily="18" charset="-78"/>
                </a:rPr>
                <a:t> </a:t>
              </a:r>
              <a:endParaRPr lang="en-US" sz="2667" dirty="0">
                <a:solidFill>
                  <a:srgbClr val="262626"/>
                </a:solidFill>
                <a:latin typeface="Roboto Condensed"/>
                <a:cs typeface="Simplified Arabic" panose="02020603050405020304" pitchFamily="18" charset="-78"/>
              </a:endParaRPr>
            </a:p>
          </p:txBody>
        </p:sp>
        <p:sp>
          <p:nvSpPr>
            <p:cNvPr id="26" name="Freeform 29"/>
            <p:cNvSpPr>
              <a:spLocks/>
            </p:cNvSpPr>
            <p:nvPr/>
          </p:nvSpPr>
          <p:spPr bwMode="auto">
            <a:xfrm>
              <a:off x="3506519" y="4087866"/>
              <a:ext cx="1590198" cy="495343"/>
            </a:xfrm>
            <a:custGeom>
              <a:avLst/>
              <a:gdLst/>
              <a:ahLst/>
              <a:cxnLst>
                <a:cxn ang="0">
                  <a:pos x="335" y="0"/>
                </a:cxn>
                <a:cxn ang="0">
                  <a:pos x="322" y="0"/>
                </a:cxn>
                <a:cxn ang="0">
                  <a:pos x="143" y="0"/>
                </a:cxn>
                <a:cxn ang="0">
                  <a:pos x="102" y="128"/>
                </a:cxn>
                <a:cxn ang="0">
                  <a:pos x="108" y="204"/>
                </a:cxn>
                <a:cxn ang="0">
                  <a:pos x="322" y="204"/>
                </a:cxn>
                <a:cxn ang="0">
                  <a:pos x="335" y="204"/>
                </a:cxn>
                <a:cxn ang="0">
                  <a:pos x="549" y="204"/>
                </a:cxn>
                <a:cxn ang="0">
                  <a:pos x="555" y="128"/>
                </a:cxn>
                <a:cxn ang="0">
                  <a:pos x="513" y="0"/>
                </a:cxn>
                <a:cxn ang="0">
                  <a:pos x="335" y="0"/>
                </a:cxn>
              </a:cxnLst>
              <a:rect l="0" t="0" r="r" b="b"/>
              <a:pathLst>
                <a:path w="656" h="204">
                  <a:moveTo>
                    <a:pt x="335" y="0"/>
                  </a:moveTo>
                  <a:cubicBezTo>
                    <a:pt x="322" y="0"/>
                    <a:pt x="322" y="0"/>
                    <a:pt x="322" y="0"/>
                  </a:cubicBezTo>
                  <a:cubicBezTo>
                    <a:pt x="143" y="0"/>
                    <a:pt x="143" y="0"/>
                    <a:pt x="143" y="0"/>
                  </a:cubicBezTo>
                  <a:cubicBezTo>
                    <a:pt x="143" y="0"/>
                    <a:pt x="142" y="88"/>
                    <a:pt x="102" y="128"/>
                  </a:cubicBezTo>
                  <a:cubicBezTo>
                    <a:pt x="62" y="169"/>
                    <a:pt x="0" y="204"/>
                    <a:pt x="108" y="204"/>
                  </a:cubicBezTo>
                  <a:cubicBezTo>
                    <a:pt x="322" y="204"/>
                    <a:pt x="322" y="204"/>
                    <a:pt x="322" y="204"/>
                  </a:cubicBezTo>
                  <a:cubicBezTo>
                    <a:pt x="335" y="204"/>
                    <a:pt x="335" y="204"/>
                    <a:pt x="335" y="204"/>
                  </a:cubicBezTo>
                  <a:cubicBezTo>
                    <a:pt x="549" y="204"/>
                    <a:pt x="549" y="204"/>
                    <a:pt x="549" y="204"/>
                  </a:cubicBezTo>
                  <a:cubicBezTo>
                    <a:pt x="656" y="204"/>
                    <a:pt x="594" y="169"/>
                    <a:pt x="555" y="128"/>
                  </a:cubicBezTo>
                  <a:cubicBezTo>
                    <a:pt x="515" y="88"/>
                    <a:pt x="513" y="0"/>
                    <a:pt x="513" y="0"/>
                  </a:cubicBezTo>
                  <a:lnTo>
                    <a:pt x="335" y="0"/>
                  </a:lnTo>
                  <a:close/>
                </a:path>
              </a:pathLst>
            </a:custGeom>
            <a:gradFill>
              <a:gsLst>
                <a:gs pos="42000">
                  <a:schemeClr val="bg1">
                    <a:lumMod val="75000"/>
                  </a:schemeClr>
                </a:gs>
                <a:gs pos="6000">
                  <a:schemeClr val="bg1">
                    <a:lumMod val="85000"/>
                  </a:schemeClr>
                </a:gs>
                <a:gs pos="0">
                  <a:schemeClr val="bg1">
                    <a:lumMod val="65000"/>
                  </a:schemeClr>
                </a:gs>
              </a:gsLst>
              <a:lin ang="5400000" scaled="0"/>
            </a:grad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sp>
        <p:nvSpPr>
          <p:cNvPr id="27" name="Picture Placeholder 7"/>
          <p:cNvSpPr>
            <a:spLocks noGrp="1"/>
          </p:cNvSpPr>
          <p:nvPr>
            <p:ph type="pic" sz="quarter" idx="10" hasCustomPrompt="1"/>
          </p:nvPr>
        </p:nvSpPr>
        <p:spPr>
          <a:xfrm>
            <a:off x="5808963" y="1823494"/>
            <a:ext cx="5344831" cy="3013159"/>
          </a:xfrm>
          <a:prstGeom prst="rect">
            <a:avLst/>
          </a:prstGeom>
          <a:ln>
            <a:noFill/>
          </a:ln>
        </p:spPr>
        <p:txBody>
          <a:bodyPr bIns="45720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13"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4"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26398908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4" fill="hold" grpId="0" nodeType="afterEffect">
                                  <p:stCondLst>
                                    <p:cond delay="0"/>
                                  </p:stCondLst>
                                  <p:childTnLst>
                                    <p:set>
                                      <p:cBhvr>
                                        <p:cTn id="11" dur="1" fill="hold">
                                          <p:stCondLst>
                                            <p:cond delay="0"/>
                                          </p:stCondLst>
                                        </p:cTn>
                                        <p:tgtEl>
                                          <p:spTgt spid="27"/>
                                        </p:tgtEl>
                                        <p:attrNameLst>
                                          <p:attrName>style.visibility</p:attrName>
                                        </p:attrNameLst>
                                      </p:cBhvr>
                                      <p:to>
                                        <p:strVal val="visible"/>
                                      </p:to>
                                    </p:set>
                                    <p:animEffect transition="in" filter="wipe(down)">
                                      <p:cBhvr>
                                        <p:cTn id="12"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p:bldLst>
  </p:timing>
</p:sldLayout>
</file>

<file path=ppt/slideLayouts/slideLayout458.xml><?xml version="1.0" encoding="utf-8"?>
<p:sldLayout xmlns:a="http://schemas.openxmlformats.org/drawingml/2006/main" xmlns:r="http://schemas.openxmlformats.org/officeDocument/2006/relationships" xmlns:p="http://schemas.openxmlformats.org/presentationml/2006/main" preserve="1" userDrawn="1">
  <p:cSld name="Vertical Title and Text">
    <p:spTree>
      <p:nvGrpSpPr>
        <p:cNvPr id="1" name=""/>
        <p:cNvGrpSpPr/>
        <p:nvPr/>
      </p:nvGrpSpPr>
      <p:grpSpPr>
        <a:xfrm>
          <a:off x="0" y="0"/>
          <a:ext cx="0" cy="0"/>
          <a:chOff x="0" y="0"/>
          <a:chExt cx="0" cy="0"/>
        </a:xfrm>
      </p:grpSpPr>
      <p:sp>
        <p:nvSpPr>
          <p:cNvPr id="7"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8"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60738386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459.xml><?xml version="1.0" encoding="utf-8"?>
<p:sldLayout xmlns:a="http://schemas.openxmlformats.org/drawingml/2006/main" xmlns:r="http://schemas.openxmlformats.org/officeDocument/2006/relationships" xmlns:p="http://schemas.openxmlformats.org/presentationml/2006/main" preserve="1" userDrawn="1">
  <p:cSld name="Master Slide 1">
    <p:spTree>
      <p:nvGrpSpPr>
        <p:cNvPr id="1" name=""/>
        <p:cNvGrpSpPr/>
        <p:nvPr/>
      </p:nvGrpSpPr>
      <p:grpSpPr>
        <a:xfrm>
          <a:off x="0" y="0"/>
          <a:ext cx="0" cy="0"/>
          <a:chOff x="0" y="0"/>
          <a:chExt cx="0" cy="0"/>
        </a:xfrm>
      </p:grpSpPr>
      <p:grpSp>
        <p:nvGrpSpPr>
          <p:cNvPr id="13" name="Group 12"/>
          <p:cNvGrpSpPr/>
          <p:nvPr userDrawn="1"/>
        </p:nvGrpSpPr>
        <p:grpSpPr>
          <a:xfrm>
            <a:off x="11517842" y="273543"/>
            <a:ext cx="461915" cy="413370"/>
            <a:chOff x="23051965" y="547086"/>
            <a:chExt cx="923589" cy="826739"/>
          </a:xfrm>
        </p:grpSpPr>
        <p:sp>
          <p:nvSpPr>
            <p:cNvPr id="21" name="Rectangle 20"/>
            <p:cNvSpPr/>
            <p:nvPr userDrawn="1"/>
          </p:nvSpPr>
          <p:spPr>
            <a:xfrm>
              <a:off x="23051965" y="547086"/>
              <a:ext cx="923589" cy="73529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22" name="Rectangle 21"/>
            <p:cNvSpPr/>
            <p:nvPr userDrawn="1"/>
          </p:nvSpPr>
          <p:spPr>
            <a:xfrm>
              <a:off x="23051965" y="12823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23" name="Rectangle 22"/>
            <p:cNvSpPr/>
            <p:nvPr userDrawn="1"/>
          </p:nvSpPr>
          <p:spPr>
            <a:xfrm>
              <a:off x="23051965" y="11978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grpSp>
      <p:sp>
        <p:nvSpPr>
          <p:cNvPr id="15" name="TextBox 14"/>
          <p:cNvSpPr txBox="1"/>
          <p:nvPr userDrawn="1"/>
        </p:nvSpPr>
        <p:spPr>
          <a:xfrm>
            <a:off x="11553914" y="303535"/>
            <a:ext cx="389779" cy="292351"/>
          </a:xfrm>
          <a:prstGeom prst="rect">
            <a:avLst/>
          </a:prstGeom>
          <a:noFill/>
        </p:spPr>
        <p:txBody>
          <a:bodyPr wrap="none" lIns="91404" tIns="45702" rIns="91404" bIns="45702" rtlCol="0">
            <a:spAutoFit/>
          </a:bodyPr>
          <a:lstStyle/>
          <a:p>
            <a:pPr algn="ctr" defTabSz="914217" fontAlgn="auto">
              <a:spcBef>
                <a:spcPts val="0"/>
              </a:spcBef>
              <a:spcAft>
                <a:spcPts val="0"/>
              </a:spcAft>
            </a:pPr>
            <a:fld id="{260E2A6B-A809-4840-BF14-8648BC0BDF87}" type="slidenum">
              <a:rPr lang="id-ID" sz="1300" smtClean="0">
                <a:solidFill>
                  <a:prstClr val="white"/>
                </a:solidFill>
                <a:latin typeface="Lato Regular"/>
                <a:cs typeface="Lato Regular"/>
              </a:rPr>
              <a:pPr algn="ctr" defTabSz="914217" fontAlgn="auto">
                <a:spcBef>
                  <a:spcPts val="0"/>
                </a:spcBef>
                <a:spcAft>
                  <a:spcPts val="0"/>
                </a:spcAft>
              </a:pPr>
              <a:t>‹#›</a:t>
            </a:fld>
            <a:endParaRPr lang="id-ID" sz="1300" dirty="0">
              <a:solidFill>
                <a:prstClr val="white"/>
              </a:solidFill>
              <a:latin typeface="Lato Regular"/>
              <a:cs typeface="Lato Regular"/>
            </a:endParaRPr>
          </a:p>
        </p:txBody>
      </p:sp>
      <p:sp>
        <p:nvSpPr>
          <p:cNvPr id="16" name="Freeform 30"/>
          <p:cNvSpPr>
            <a:spLocks noChangeArrowheads="1"/>
          </p:cNvSpPr>
          <p:nvPr userDrawn="1"/>
        </p:nvSpPr>
        <p:spPr bwMode="auto">
          <a:xfrm>
            <a:off x="10931083" y="6481334"/>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7" name="Freeform 38"/>
          <p:cNvSpPr>
            <a:spLocks noChangeArrowheads="1"/>
          </p:cNvSpPr>
          <p:nvPr userDrawn="1"/>
        </p:nvSpPr>
        <p:spPr bwMode="auto">
          <a:xfrm>
            <a:off x="10981568" y="6519434"/>
            <a:ext cx="62548"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8" name="Freeform 30"/>
          <p:cNvSpPr>
            <a:spLocks noChangeArrowheads="1"/>
          </p:cNvSpPr>
          <p:nvPr userDrawn="1"/>
        </p:nvSpPr>
        <p:spPr bwMode="auto">
          <a:xfrm>
            <a:off x="11139160" y="6481115"/>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9" name="Freeform 38"/>
          <p:cNvSpPr>
            <a:spLocks noChangeArrowheads="1"/>
          </p:cNvSpPr>
          <p:nvPr userDrawn="1"/>
        </p:nvSpPr>
        <p:spPr bwMode="auto">
          <a:xfrm flipH="1">
            <a:off x="11185500" y="6519215"/>
            <a:ext cx="62219"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20" name="TextBox 19"/>
          <p:cNvSpPr txBox="1"/>
          <p:nvPr userDrawn="1"/>
        </p:nvSpPr>
        <p:spPr>
          <a:xfrm>
            <a:off x="812902" y="6417211"/>
            <a:ext cx="1828025" cy="276999"/>
          </a:xfrm>
          <a:prstGeom prst="rect">
            <a:avLst/>
          </a:prstGeom>
          <a:noFill/>
        </p:spPr>
        <p:txBody>
          <a:bodyPr wrap="square" rtlCol="0">
            <a:spAutoFit/>
          </a:bodyPr>
          <a:lstStyle/>
          <a:p>
            <a:pPr defTabSz="914217" fontAlgn="auto">
              <a:spcBef>
                <a:spcPts val="0"/>
              </a:spcBef>
              <a:spcAft>
                <a:spcPts val="0"/>
              </a:spcAft>
            </a:pPr>
            <a:r>
              <a:rPr lang="id-ID" sz="1200" b="1" dirty="0" smtClean="0">
                <a:solidFill>
                  <a:srgbClr val="445469"/>
                </a:solidFill>
                <a:latin typeface="Lato Regular"/>
                <a:cs typeface="Lato Regular"/>
              </a:rPr>
              <a:t>Impresario </a:t>
            </a:r>
            <a:r>
              <a:rPr lang="id-ID" sz="1200" dirty="0" smtClean="0">
                <a:solidFill>
                  <a:srgbClr val="445469"/>
                </a:solidFill>
                <a:latin typeface="Lato Light"/>
                <a:cs typeface="Lato Light"/>
              </a:rPr>
              <a:t>Slides</a:t>
            </a:r>
            <a:endParaRPr lang="id-ID" sz="1200" dirty="0">
              <a:solidFill>
                <a:srgbClr val="445469"/>
              </a:solidFill>
              <a:latin typeface="Lato Light"/>
              <a:cs typeface="Lato Light"/>
            </a:endParaRPr>
          </a:p>
        </p:txBody>
      </p:sp>
    </p:spTree>
    <p:extLst>
      <p:ext uri="{BB962C8B-B14F-4D97-AF65-F5344CB8AC3E}">
        <p14:creationId xmlns:p14="http://schemas.microsoft.com/office/powerpoint/2010/main" val="212134883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460.xml><?xml version="1.0" encoding="utf-8"?>
<p:sldLayout xmlns:a="http://schemas.openxmlformats.org/drawingml/2006/main" xmlns:r="http://schemas.openxmlformats.org/officeDocument/2006/relationships" xmlns:p="http://schemas.openxmlformats.org/presentationml/2006/main" preserve="1" userDrawn="1">
  <p:cSld name="No Footer">
    <p:spTree>
      <p:nvGrpSpPr>
        <p:cNvPr id="1" name=""/>
        <p:cNvGrpSpPr/>
        <p:nvPr/>
      </p:nvGrpSpPr>
      <p:grpSpPr>
        <a:xfrm>
          <a:off x="0" y="0"/>
          <a:ext cx="0" cy="0"/>
          <a:chOff x="0" y="0"/>
          <a:chExt cx="0" cy="0"/>
        </a:xfrm>
      </p:grpSpPr>
      <p:grpSp>
        <p:nvGrpSpPr>
          <p:cNvPr id="26" name="Group 25"/>
          <p:cNvGrpSpPr/>
          <p:nvPr userDrawn="1"/>
        </p:nvGrpSpPr>
        <p:grpSpPr>
          <a:xfrm>
            <a:off x="11517842" y="273543"/>
            <a:ext cx="461915" cy="413370"/>
            <a:chOff x="23051965" y="547086"/>
            <a:chExt cx="923589" cy="826739"/>
          </a:xfrm>
        </p:grpSpPr>
        <p:sp>
          <p:nvSpPr>
            <p:cNvPr id="27" name="Rectangle 26"/>
            <p:cNvSpPr/>
            <p:nvPr userDrawn="1"/>
          </p:nvSpPr>
          <p:spPr>
            <a:xfrm>
              <a:off x="23051965" y="547086"/>
              <a:ext cx="923589" cy="73529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28" name="Rectangle 27"/>
            <p:cNvSpPr/>
            <p:nvPr userDrawn="1"/>
          </p:nvSpPr>
          <p:spPr>
            <a:xfrm>
              <a:off x="23051965" y="12823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29" name="Rectangle 28"/>
            <p:cNvSpPr/>
            <p:nvPr userDrawn="1"/>
          </p:nvSpPr>
          <p:spPr>
            <a:xfrm>
              <a:off x="23051965" y="11978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grpSp>
      <p:sp>
        <p:nvSpPr>
          <p:cNvPr id="30" name="TextBox 29"/>
          <p:cNvSpPr txBox="1"/>
          <p:nvPr userDrawn="1"/>
        </p:nvSpPr>
        <p:spPr>
          <a:xfrm>
            <a:off x="11553914" y="303535"/>
            <a:ext cx="389779" cy="292351"/>
          </a:xfrm>
          <a:prstGeom prst="rect">
            <a:avLst/>
          </a:prstGeom>
          <a:noFill/>
        </p:spPr>
        <p:txBody>
          <a:bodyPr wrap="none" lIns="91404" tIns="45702" rIns="91404" bIns="45702" rtlCol="0">
            <a:spAutoFit/>
          </a:bodyPr>
          <a:lstStyle/>
          <a:p>
            <a:pPr algn="ctr" defTabSz="914217" fontAlgn="auto">
              <a:spcBef>
                <a:spcPts val="0"/>
              </a:spcBef>
              <a:spcAft>
                <a:spcPts val="0"/>
              </a:spcAft>
            </a:pPr>
            <a:fld id="{260E2A6B-A809-4840-BF14-8648BC0BDF87}" type="slidenum">
              <a:rPr lang="id-ID" sz="1300" smtClean="0">
                <a:solidFill>
                  <a:prstClr val="white"/>
                </a:solidFill>
                <a:latin typeface="Lato Regular"/>
                <a:cs typeface="Lato Regular"/>
              </a:rPr>
              <a:pPr algn="ctr" defTabSz="914217" fontAlgn="auto">
                <a:spcBef>
                  <a:spcPts val="0"/>
                </a:spcBef>
                <a:spcAft>
                  <a:spcPts val="0"/>
                </a:spcAft>
              </a:pPr>
              <a:t>‹#›</a:t>
            </a:fld>
            <a:endParaRPr lang="id-ID" sz="1300" dirty="0">
              <a:solidFill>
                <a:prstClr val="white"/>
              </a:solidFill>
              <a:latin typeface="Lato Regular"/>
              <a:cs typeface="Lato Regular"/>
            </a:endParaRPr>
          </a:p>
        </p:txBody>
      </p:sp>
      <p:sp>
        <p:nvSpPr>
          <p:cNvPr id="31" name="Freeform 30"/>
          <p:cNvSpPr>
            <a:spLocks noChangeArrowheads="1"/>
          </p:cNvSpPr>
          <p:nvPr userDrawn="1"/>
        </p:nvSpPr>
        <p:spPr bwMode="auto">
          <a:xfrm>
            <a:off x="10931083" y="6481334"/>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32" name="Freeform 38"/>
          <p:cNvSpPr>
            <a:spLocks noChangeArrowheads="1"/>
          </p:cNvSpPr>
          <p:nvPr userDrawn="1"/>
        </p:nvSpPr>
        <p:spPr bwMode="auto">
          <a:xfrm>
            <a:off x="10981568" y="6519434"/>
            <a:ext cx="62548"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33" name="Freeform 30"/>
          <p:cNvSpPr>
            <a:spLocks noChangeArrowheads="1"/>
          </p:cNvSpPr>
          <p:nvPr userDrawn="1"/>
        </p:nvSpPr>
        <p:spPr bwMode="auto">
          <a:xfrm>
            <a:off x="11139160" y="6481115"/>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34" name="Freeform 38"/>
          <p:cNvSpPr>
            <a:spLocks noChangeArrowheads="1"/>
          </p:cNvSpPr>
          <p:nvPr userDrawn="1"/>
        </p:nvSpPr>
        <p:spPr bwMode="auto">
          <a:xfrm flipH="1">
            <a:off x="11185500" y="6519215"/>
            <a:ext cx="62219"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35" name="TextBox 34"/>
          <p:cNvSpPr txBox="1"/>
          <p:nvPr userDrawn="1"/>
        </p:nvSpPr>
        <p:spPr>
          <a:xfrm>
            <a:off x="812902" y="6417211"/>
            <a:ext cx="1828025" cy="276999"/>
          </a:xfrm>
          <a:prstGeom prst="rect">
            <a:avLst/>
          </a:prstGeom>
          <a:noFill/>
        </p:spPr>
        <p:txBody>
          <a:bodyPr wrap="square" rtlCol="0">
            <a:spAutoFit/>
          </a:bodyPr>
          <a:lstStyle/>
          <a:p>
            <a:pPr defTabSz="914217" fontAlgn="auto">
              <a:spcBef>
                <a:spcPts val="0"/>
              </a:spcBef>
              <a:spcAft>
                <a:spcPts val="0"/>
              </a:spcAft>
            </a:pPr>
            <a:r>
              <a:rPr lang="id-ID" sz="1200" b="1" dirty="0" smtClean="0">
                <a:solidFill>
                  <a:srgbClr val="445469"/>
                </a:solidFill>
                <a:latin typeface="Lato Regular"/>
                <a:cs typeface="Lato Regular"/>
              </a:rPr>
              <a:t>Impresario </a:t>
            </a:r>
            <a:r>
              <a:rPr lang="id-ID" sz="1200" dirty="0" smtClean="0">
                <a:solidFill>
                  <a:srgbClr val="445469"/>
                </a:solidFill>
                <a:latin typeface="Lato Light"/>
                <a:cs typeface="Lato Light"/>
              </a:rPr>
              <a:t>Slides</a:t>
            </a:r>
            <a:endParaRPr lang="id-ID" sz="1200" dirty="0">
              <a:solidFill>
                <a:srgbClr val="445469"/>
              </a:solidFill>
              <a:latin typeface="Lato Light"/>
              <a:cs typeface="Lato Light"/>
            </a:endParaRPr>
          </a:p>
        </p:txBody>
      </p:sp>
    </p:spTree>
    <p:extLst>
      <p:ext uri="{BB962C8B-B14F-4D97-AF65-F5344CB8AC3E}">
        <p14:creationId xmlns:p14="http://schemas.microsoft.com/office/powerpoint/2010/main" val="38304553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461.xml><?xml version="1.0" encoding="utf-8"?>
<p:sldLayout xmlns:a="http://schemas.openxmlformats.org/drawingml/2006/main" xmlns:r="http://schemas.openxmlformats.org/officeDocument/2006/relationships" xmlns:p="http://schemas.openxmlformats.org/presentationml/2006/main" preserve="1" userDrawn="1">
  <p:cSld name="Background">
    <p:spTree>
      <p:nvGrpSpPr>
        <p:cNvPr id="1" name=""/>
        <p:cNvGrpSpPr/>
        <p:nvPr/>
      </p:nvGrpSpPr>
      <p:grpSpPr>
        <a:xfrm>
          <a:off x="0" y="0"/>
          <a:ext cx="0" cy="0"/>
          <a:chOff x="0" y="0"/>
          <a:chExt cx="0" cy="0"/>
        </a:xfrm>
      </p:grpSpPr>
      <p:grpSp>
        <p:nvGrpSpPr>
          <p:cNvPr id="4" name="Group 3"/>
          <p:cNvGrpSpPr/>
          <p:nvPr userDrawn="1"/>
        </p:nvGrpSpPr>
        <p:grpSpPr>
          <a:xfrm>
            <a:off x="11517842" y="273543"/>
            <a:ext cx="461915" cy="413370"/>
            <a:chOff x="23051965" y="547086"/>
            <a:chExt cx="923589" cy="826739"/>
          </a:xfrm>
        </p:grpSpPr>
        <p:sp>
          <p:nvSpPr>
            <p:cNvPr id="5" name="Rectangle 4"/>
            <p:cNvSpPr/>
            <p:nvPr userDrawn="1"/>
          </p:nvSpPr>
          <p:spPr>
            <a:xfrm>
              <a:off x="23051965" y="547086"/>
              <a:ext cx="923589" cy="73529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8" name="Rectangle 7"/>
            <p:cNvSpPr/>
            <p:nvPr userDrawn="1"/>
          </p:nvSpPr>
          <p:spPr>
            <a:xfrm>
              <a:off x="23051965" y="12823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9" name="Rectangle 8"/>
            <p:cNvSpPr/>
            <p:nvPr userDrawn="1"/>
          </p:nvSpPr>
          <p:spPr>
            <a:xfrm>
              <a:off x="23051965" y="11978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grpSp>
      <p:sp>
        <p:nvSpPr>
          <p:cNvPr id="10" name="TextBox 9"/>
          <p:cNvSpPr txBox="1"/>
          <p:nvPr userDrawn="1"/>
        </p:nvSpPr>
        <p:spPr>
          <a:xfrm>
            <a:off x="11553914" y="303535"/>
            <a:ext cx="389779" cy="292351"/>
          </a:xfrm>
          <a:prstGeom prst="rect">
            <a:avLst/>
          </a:prstGeom>
          <a:noFill/>
        </p:spPr>
        <p:txBody>
          <a:bodyPr wrap="none" lIns="91404" tIns="45702" rIns="91404" bIns="45702" rtlCol="0">
            <a:spAutoFit/>
          </a:bodyPr>
          <a:lstStyle/>
          <a:p>
            <a:pPr algn="ctr" defTabSz="914217" fontAlgn="auto">
              <a:spcBef>
                <a:spcPts val="0"/>
              </a:spcBef>
              <a:spcAft>
                <a:spcPts val="0"/>
              </a:spcAft>
            </a:pPr>
            <a:fld id="{260E2A6B-A809-4840-BF14-8648BC0BDF87}" type="slidenum">
              <a:rPr lang="id-ID" sz="1300" smtClean="0">
                <a:solidFill>
                  <a:prstClr val="white"/>
                </a:solidFill>
                <a:latin typeface="Lato Regular"/>
                <a:cs typeface="Lato Regular"/>
              </a:rPr>
              <a:pPr algn="ctr" defTabSz="914217" fontAlgn="auto">
                <a:spcBef>
                  <a:spcPts val="0"/>
                </a:spcBef>
                <a:spcAft>
                  <a:spcPts val="0"/>
                </a:spcAft>
              </a:pPr>
              <a:t>‹#›</a:t>
            </a:fld>
            <a:endParaRPr lang="id-ID" sz="1300" dirty="0">
              <a:solidFill>
                <a:prstClr val="white"/>
              </a:solidFill>
              <a:latin typeface="Lato Regular"/>
              <a:cs typeface="Lato Regular"/>
            </a:endParaRPr>
          </a:p>
        </p:txBody>
      </p:sp>
    </p:spTree>
    <p:extLst>
      <p:ext uri="{BB962C8B-B14F-4D97-AF65-F5344CB8AC3E}">
        <p14:creationId xmlns:p14="http://schemas.microsoft.com/office/powerpoint/2010/main" val="395305341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462.xml><?xml version="1.0" encoding="utf-8"?>
<p:sldLayout xmlns:a="http://schemas.openxmlformats.org/drawingml/2006/main" xmlns:r="http://schemas.openxmlformats.org/officeDocument/2006/relationships" xmlns:p="http://schemas.openxmlformats.org/presentationml/2006/main" preserve="1" userDrawn="1">
  <p:cSld name="7_Title Slide">
    <p:spTree>
      <p:nvGrpSpPr>
        <p:cNvPr id="1" name=""/>
        <p:cNvGrpSpPr/>
        <p:nvPr/>
      </p:nvGrpSpPr>
      <p:grpSpPr>
        <a:xfrm>
          <a:off x="0" y="0"/>
          <a:ext cx="0" cy="0"/>
          <a:chOff x="0" y="0"/>
          <a:chExt cx="0" cy="0"/>
        </a:xfrm>
      </p:grpSpPr>
      <p:grpSp>
        <p:nvGrpSpPr>
          <p:cNvPr id="5" name="Group 4"/>
          <p:cNvGrpSpPr/>
          <p:nvPr userDrawn="1"/>
        </p:nvGrpSpPr>
        <p:grpSpPr>
          <a:xfrm>
            <a:off x="11517842" y="273543"/>
            <a:ext cx="461915" cy="413370"/>
            <a:chOff x="23051965" y="547086"/>
            <a:chExt cx="923589" cy="826739"/>
          </a:xfrm>
        </p:grpSpPr>
        <p:sp>
          <p:nvSpPr>
            <p:cNvPr id="6" name="Rectangle 5"/>
            <p:cNvSpPr/>
            <p:nvPr userDrawn="1"/>
          </p:nvSpPr>
          <p:spPr>
            <a:xfrm>
              <a:off x="23051965" y="547086"/>
              <a:ext cx="923589" cy="73529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10" name="Rectangle 9"/>
            <p:cNvSpPr/>
            <p:nvPr userDrawn="1"/>
          </p:nvSpPr>
          <p:spPr>
            <a:xfrm>
              <a:off x="23051965" y="12823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11" name="Rectangle 10"/>
            <p:cNvSpPr/>
            <p:nvPr userDrawn="1"/>
          </p:nvSpPr>
          <p:spPr>
            <a:xfrm>
              <a:off x="23051965" y="11978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grpSp>
      <p:sp>
        <p:nvSpPr>
          <p:cNvPr id="12" name="TextBox 11"/>
          <p:cNvSpPr txBox="1"/>
          <p:nvPr userDrawn="1"/>
        </p:nvSpPr>
        <p:spPr>
          <a:xfrm>
            <a:off x="11553914" y="303535"/>
            <a:ext cx="389779" cy="292351"/>
          </a:xfrm>
          <a:prstGeom prst="rect">
            <a:avLst/>
          </a:prstGeom>
          <a:noFill/>
        </p:spPr>
        <p:txBody>
          <a:bodyPr wrap="none" lIns="91404" tIns="45702" rIns="91404" bIns="45702" rtlCol="0">
            <a:spAutoFit/>
          </a:bodyPr>
          <a:lstStyle/>
          <a:p>
            <a:pPr algn="ctr" defTabSz="914217" fontAlgn="auto">
              <a:spcBef>
                <a:spcPts val="0"/>
              </a:spcBef>
              <a:spcAft>
                <a:spcPts val="0"/>
              </a:spcAft>
            </a:pPr>
            <a:fld id="{260E2A6B-A809-4840-BF14-8648BC0BDF87}" type="slidenum">
              <a:rPr lang="id-ID" sz="1300" smtClean="0">
                <a:solidFill>
                  <a:prstClr val="white"/>
                </a:solidFill>
                <a:latin typeface="Lato Regular"/>
                <a:cs typeface="Lato Regular"/>
              </a:rPr>
              <a:pPr algn="ctr" defTabSz="914217" fontAlgn="auto">
                <a:spcBef>
                  <a:spcPts val="0"/>
                </a:spcBef>
                <a:spcAft>
                  <a:spcPts val="0"/>
                </a:spcAft>
              </a:pPr>
              <a:t>‹#›</a:t>
            </a:fld>
            <a:endParaRPr lang="id-ID" sz="1300" dirty="0">
              <a:solidFill>
                <a:prstClr val="white"/>
              </a:solidFill>
              <a:latin typeface="Lato Regular"/>
              <a:cs typeface="Lato Regular"/>
            </a:endParaRPr>
          </a:p>
        </p:txBody>
      </p:sp>
      <p:sp>
        <p:nvSpPr>
          <p:cNvPr id="13" name="Freeform 30"/>
          <p:cNvSpPr>
            <a:spLocks noChangeArrowheads="1"/>
          </p:cNvSpPr>
          <p:nvPr userDrawn="1"/>
        </p:nvSpPr>
        <p:spPr bwMode="auto">
          <a:xfrm>
            <a:off x="10931083" y="6481334"/>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4" name="Freeform 38"/>
          <p:cNvSpPr>
            <a:spLocks noChangeArrowheads="1"/>
          </p:cNvSpPr>
          <p:nvPr userDrawn="1"/>
        </p:nvSpPr>
        <p:spPr bwMode="auto">
          <a:xfrm>
            <a:off x="10981568" y="6519434"/>
            <a:ext cx="62548"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5" name="Freeform 30"/>
          <p:cNvSpPr>
            <a:spLocks noChangeArrowheads="1"/>
          </p:cNvSpPr>
          <p:nvPr userDrawn="1"/>
        </p:nvSpPr>
        <p:spPr bwMode="auto">
          <a:xfrm>
            <a:off x="11139160" y="6481115"/>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6" name="Freeform 38"/>
          <p:cNvSpPr>
            <a:spLocks noChangeArrowheads="1"/>
          </p:cNvSpPr>
          <p:nvPr userDrawn="1"/>
        </p:nvSpPr>
        <p:spPr bwMode="auto">
          <a:xfrm flipH="1">
            <a:off x="11185500" y="6519215"/>
            <a:ext cx="62219"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7" name="TextBox 16"/>
          <p:cNvSpPr txBox="1"/>
          <p:nvPr userDrawn="1"/>
        </p:nvSpPr>
        <p:spPr>
          <a:xfrm>
            <a:off x="812902" y="6417211"/>
            <a:ext cx="1828025" cy="276999"/>
          </a:xfrm>
          <a:prstGeom prst="rect">
            <a:avLst/>
          </a:prstGeom>
          <a:noFill/>
        </p:spPr>
        <p:txBody>
          <a:bodyPr wrap="square" rtlCol="0">
            <a:spAutoFit/>
          </a:bodyPr>
          <a:lstStyle/>
          <a:p>
            <a:pPr defTabSz="914217" fontAlgn="auto">
              <a:spcBef>
                <a:spcPts val="0"/>
              </a:spcBef>
              <a:spcAft>
                <a:spcPts val="0"/>
              </a:spcAft>
            </a:pPr>
            <a:r>
              <a:rPr lang="id-ID" sz="1200" b="1" dirty="0" smtClean="0">
                <a:solidFill>
                  <a:srgbClr val="445469"/>
                </a:solidFill>
                <a:latin typeface="Lato Regular"/>
                <a:cs typeface="Lato Regular"/>
              </a:rPr>
              <a:t>Impresario </a:t>
            </a:r>
            <a:r>
              <a:rPr lang="id-ID" sz="1200" dirty="0" smtClean="0">
                <a:solidFill>
                  <a:srgbClr val="445469"/>
                </a:solidFill>
                <a:latin typeface="Lato Light"/>
                <a:cs typeface="Lato Light"/>
              </a:rPr>
              <a:t>Slides</a:t>
            </a:r>
            <a:endParaRPr lang="id-ID" sz="1200" dirty="0">
              <a:solidFill>
                <a:srgbClr val="445469"/>
              </a:solidFill>
              <a:latin typeface="Lato Light"/>
              <a:cs typeface="Lato Light"/>
            </a:endParaRPr>
          </a:p>
        </p:txBody>
      </p:sp>
    </p:spTree>
    <p:extLst>
      <p:ext uri="{BB962C8B-B14F-4D97-AF65-F5344CB8AC3E}">
        <p14:creationId xmlns:p14="http://schemas.microsoft.com/office/powerpoint/2010/main" val="233661742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463.xml><?xml version="1.0" encoding="utf-8"?>
<p:sldLayout xmlns:a="http://schemas.openxmlformats.org/drawingml/2006/main" xmlns:r="http://schemas.openxmlformats.org/officeDocument/2006/relationships" xmlns:p="http://schemas.openxmlformats.org/presentationml/2006/main" preserve="1" userDrawn="1">
  <p:cSld name="8_Title Slide">
    <p:spTree>
      <p:nvGrpSpPr>
        <p:cNvPr id="1" name=""/>
        <p:cNvGrpSpPr/>
        <p:nvPr/>
      </p:nvGrpSpPr>
      <p:grpSpPr>
        <a:xfrm>
          <a:off x="0" y="0"/>
          <a:ext cx="0" cy="0"/>
          <a:chOff x="0" y="0"/>
          <a:chExt cx="0" cy="0"/>
        </a:xfrm>
      </p:grpSpPr>
      <p:grpSp>
        <p:nvGrpSpPr>
          <p:cNvPr id="5" name="Group 4"/>
          <p:cNvGrpSpPr/>
          <p:nvPr userDrawn="1"/>
        </p:nvGrpSpPr>
        <p:grpSpPr>
          <a:xfrm>
            <a:off x="11517842" y="273543"/>
            <a:ext cx="461915" cy="413370"/>
            <a:chOff x="23051965" y="547086"/>
            <a:chExt cx="923589" cy="826739"/>
          </a:xfrm>
        </p:grpSpPr>
        <p:sp>
          <p:nvSpPr>
            <p:cNvPr id="6" name="Rectangle 5"/>
            <p:cNvSpPr/>
            <p:nvPr userDrawn="1"/>
          </p:nvSpPr>
          <p:spPr>
            <a:xfrm>
              <a:off x="23051965" y="547086"/>
              <a:ext cx="923589" cy="73529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9" name="Rectangle 8"/>
            <p:cNvSpPr/>
            <p:nvPr userDrawn="1"/>
          </p:nvSpPr>
          <p:spPr>
            <a:xfrm>
              <a:off x="23051965" y="12823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11" name="Rectangle 10"/>
            <p:cNvSpPr/>
            <p:nvPr userDrawn="1"/>
          </p:nvSpPr>
          <p:spPr>
            <a:xfrm>
              <a:off x="23051965" y="11978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grpSp>
      <p:sp>
        <p:nvSpPr>
          <p:cNvPr id="12" name="TextBox 11"/>
          <p:cNvSpPr txBox="1"/>
          <p:nvPr userDrawn="1"/>
        </p:nvSpPr>
        <p:spPr>
          <a:xfrm>
            <a:off x="11553914" y="303535"/>
            <a:ext cx="389779" cy="292351"/>
          </a:xfrm>
          <a:prstGeom prst="rect">
            <a:avLst/>
          </a:prstGeom>
          <a:noFill/>
        </p:spPr>
        <p:txBody>
          <a:bodyPr wrap="none" lIns="91404" tIns="45702" rIns="91404" bIns="45702" rtlCol="0">
            <a:spAutoFit/>
          </a:bodyPr>
          <a:lstStyle/>
          <a:p>
            <a:pPr algn="ctr" defTabSz="914217" fontAlgn="auto">
              <a:spcBef>
                <a:spcPts val="0"/>
              </a:spcBef>
              <a:spcAft>
                <a:spcPts val="0"/>
              </a:spcAft>
            </a:pPr>
            <a:fld id="{260E2A6B-A809-4840-BF14-8648BC0BDF87}" type="slidenum">
              <a:rPr lang="id-ID" sz="1300" smtClean="0">
                <a:solidFill>
                  <a:prstClr val="white"/>
                </a:solidFill>
                <a:latin typeface="Lato Regular"/>
                <a:cs typeface="Lato Regular"/>
              </a:rPr>
              <a:pPr algn="ctr" defTabSz="914217" fontAlgn="auto">
                <a:spcBef>
                  <a:spcPts val="0"/>
                </a:spcBef>
                <a:spcAft>
                  <a:spcPts val="0"/>
                </a:spcAft>
              </a:pPr>
              <a:t>‹#›</a:t>
            </a:fld>
            <a:endParaRPr lang="id-ID" sz="1300" dirty="0">
              <a:solidFill>
                <a:prstClr val="white"/>
              </a:solidFill>
              <a:latin typeface="Lato Regular"/>
              <a:cs typeface="Lato Regular"/>
            </a:endParaRPr>
          </a:p>
        </p:txBody>
      </p:sp>
      <p:sp>
        <p:nvSpPr>
          <p:cNvPr id="13" name="Freeform 30"/>
          <p:cNvSpPr>
            <a:spLocks noChangeArrowheads="1"/>
          </p:cNvSpPr>
          <p:nvPr userDrawn="1"/>
        </p:nvSpPr>
        <p:spPr bwMode="auto">
          <a:xfrm>
            <a:off x="10931083" y="6481334"/>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4" name="Freeform 38"/>
          <p:cNvSpPr>
            <a:spLocks noChangeArrowheads="1"/>
          </p:cNvSpPr>
          <p:nvPr userDrawn="1"/>
        </p:nvSpPr>
        <p:spPr bwMode="auto">
          <a:xfrm>
            <a:off x="10981568" y="6519434"/>
            <a:ext cx="62548"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5" name="Freeform 30"/>
          <p:cNvSpPr>
            <a:spLocks noChangeArrowheads="1"/>
          </p:cNvSpPr>
          <p:nvPr userDrawn="1"/>
        </p:nvSpPr>
        <p:spPr bwMode="auto">
          <a:xfrm>
            <a:off x="11139160" y="6481115"/>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6" name="Freeform 38"/>
          <p:cNvSpPr>
            <a:spLocks noChangeArrowheads="1"/>
          </p:cNvSpPr>
          <p:nvPr userDrawn="1"/>
        </p:nvSpPr>
        <p:spPr bwMode="auto">
          <a:xfrm flipH="1">
            <a:off x="11185500" y="6519215"/>
            <a:ext cx="62219"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7" name="TextBox 16"/>
          <p:cNvSpPr txBox="1"/>
          <p:nvPr userDrawn="1"/>
        </p:nvSpPr>
        <p:spPr>
          <a:xfrm>
            <a:off x="812902" y="6417211"/>
            <a:ext cx="1828025" cy="276999"/>
          </a:xfrm>
          <a:prstGeom prst="rect">
            <a:avLst/>
          </a:prstGeom>
          <a:noFill/>
        </p:spPr>
        <p:txBody>
          <a:bodyPr wrap="square" rtlCol="0">
            <a:spAutoFit/>
          </a:bodyPr>
          <a:lstStyle/>
          <a:p>
            <a:pPr defTabSz="914217" fontAlgn="auto">
              <a:spcBef>
                <a:spcPts val="0"/>
              </a:spcBef>
              <a:spcAft>
                <a:spcPts val="0"/>
              </a:spcAft>
            </a:pPr>
            <a:r>
              <a:rPr lang="id-ID" sz="1200" b="1" dirty="0" smtClean="0">
                <a:solidFill>
                  <a:srgbClr val="445469"/>
                </a:solidFill>
                <a:latin typeface="Lato Regular"/>
                <a:cs typeface="Lato Regular"/>
              </a:rPr>
              <a:t>Impresario </a:t>
            </a:r>
            <a:r>
              <a:rPr lang="id-ID" sz="1200" dirty="0" smtClean="0">
                <a:solidFill>
                  <a:srgbClr val="445469"/>
                </a:solidFill>
                <a:latin typeface="Lato Light"/>
                <a:cs typeface="Lato Light"/>
              </a:rPr>
              <a:t>Slides</a:t>
            </a:r>
            <a:endParaRPr lang="id-ID" sz="1200" dirty="0">
              <a:solidFill>
                <a:srgbClr val="445469"/>
              </a:solidFill>
              <a:latin typeface="Lato Light"/>
              <a:cs typeface="Lato Light"/>
            </a:endParaRPr>
          </a:p>
        </p:txBody>
      </p:sp>
    </p:spTree>
    <p:extLst>
      <p:ext uri="{BB962C8B-B14F-4D97-AF65-F5344CB8AC3E}">
        <p14:creationId xmlns:p14="http://schemas.microsoft.com/office/powerpoint/2010/main" val="5317877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464.xml><?xml version="1.0" encoding="utf-8"?>
<p:sldLayout xmlns:a="http://schemas.openxmlformats.org/drawingml/2006/main" xmlns:r="http://schemas.openxmlformats.org/officeDocument/2006/relationships" xmlns:p="http://schemas.openxmlformats.org/presentationml/2006/main" preserve="1" userDrawn="1">
  <p:cSld name="Big Image Placeholder">
    <p:spTree>
      <p:nvGrpSpPr>
        <p:cNvPr id="1" name=""/>
        <p:cNvGrpSpPr/>
        <p:nvPr/>
      </p:nvGrpSpPr>
      <p:grpSpPr>
        <a:xfrm>
          <a:off x="0" y="0"/>
          <a:ext cx="0" cy="0"/>
          <a:chOff x="0" y="0"/>
          <a:chExt cx="0" cy="0"/>
        </a:xfrm>
      </p:grpSpPr>
      <p:sp>
        <p:nvSpPr>
          <p:cNvPr id="17" name="Picture Placeholder 13"/>
          <p:cNvSpPr>
            <a:spLocks noGrp="1" noChangeAspect="1"/>
          </p:cNvSpPr>
          <p:nvPr>
            <p:ph type="pic" sz="quarter" idx="13"/>
          </p:nvPr>
        </p:nvSpPr>
        <p:spPr>
          <a:xfrm>
            <a:off x="-1588" y="0"/>
            <a:ext cx="12192001" cy="6858000"/>
          </a:xfrm>
          <a:effectLst/>
        </p:spPr>
        <p:txBody>
          <a:bodyPr>
            <a:normAutofit/>
          </a:bodyPr>
          <a:lstStyle>
            <a:lvl1pPr marL="0" indent="0">
              <a:buNone/>
              <a:defRPr sz="2100">
                <a:ln>
                  <a:noFill/>
                </a:ln>
                <a:solidFill>
                  <a:schemeClr val="bg1">
                    <a:lumMod val="85000"/>
                  </a:schemeClr>
                </a:solidFill>
              </a:defRPr>
            </a:lvl1pPr>
          </a:lstStyle>
          <a:p>
            <a:endParaRPr lang="en-US" dirty="0"/>
          </a:p>
        </p:txBody>
      </p:sp>
    </p:spTree>
    <p:extLst>
      <p:ext uri="{BB962C8B-B14F-4D97-AF65-F5344CB8AC3E}">
        <p14:creationId xmlns:p14="http://schemas.microsoft.com/office/powerpoint/2010/main" val="313282095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465.xml><?xml version="1.0" encoding="utf-8"?>
<p:sldLayout xmlns:a="http://schemas.openxmlformats.org/drawingml/2006/main" xmlns:r="http://schemas.openxmlformats.org/officeDocument/2006/relationships" xmlns:p="http://schemas.openxmlformats.org/presentationml/2006/main" preserve="1" userDrawn="1">
  <p:cSld name="Mockup Laptop">
    <p:spTree>
      <p:nvGrpSpPr>
        <p:cNvPr id="1" name=""/>
        <p:cNvGrpSpPr/>
        <p:nvPr/>
      </p:nvGrpSpPr>
      <p:grpSpPr>
        <a:xfrm>
          <a:off x="0" y="0"/>
          <a:ext cx="0" cy="0"/>
          <a:chOff x="0" y="0"/>
          <a:chExt cx="0" cy="0"/>
        </a:xfrm>
      </p:grpSpPr>
      <p:sp>
        <p:nvSpPr>
          <p:cNvPr id="13" name="Picture Placeholder 9"/>
          <p:cNvSpPr>
            <a:spLocks noGrp="1" noChangeAspect="1"/>
          </p:cNvSpPr>
          <p:nvPr>
            <p:ph type="pic" sz="quarter" idx="11"/>
          </p:nvPr>
        </p:nvSpPr>
        <p:spPr>
          <a:xfrm>
            <a:off x="6711772" y="1876518"/>
            <a:ext cx="4339462" cy="2491082"/>
          </a:xfrm>
        </p:spPr>
        <p:txBody>
          <a:bodyPr>
            <a:normAutofit/>
          </a:bodyPr>
          <a:lstStyle>
            <a:lvl1pPr marL="0" indent="0">
              <a:buNone/>
              <a:defRPr sz="1000">
                <a:solidFill>
                  <a:schemeClr val="tx1">
                    <a:lumMod val="50000"/>
                    <a:lumOff val="50000"/>
                  </a:schemeClr>
                </a:solidFill>
              </a:defRPr>
            </a:lvl1pPr>
          </a:lstStyle>
          <a:p>
            <a:endParaRPr lang="en-US" dirty="0"/>
          </a:p>
        </p:txBody>
      </p:sp>
      <p:grpSp>
        <p:nvGrpSpPr>
          <p:cNvPr id="6" name="Group 5"/>
          <p:cNvGrpSpPr/>
          <p:nvPr userDrawn="1"/>
        </p:nvGrpSpPr>
        <p:grpSpPr>
          <a:xfrm>
            <a:off x="11517842" y="273543"/>
            <a:ext cx="461915" cy="413370"/>
            <a:chOff x="23051965" y="547086"/>
            <a:chExt cx="923589" cy="826739"/>
          </a:xfrm>
        </p:grpSpPr>
        <p:sp>
          <p:nvSpPr>
            <p:cNvPr id="7" name="Rectangle 6"/>
            <p:cNvSpPr/>
            <p:nvPr userDrawn="1"/>
          </p:nvSpPr>
          <p:spPr>
            <a:xfrm>
              <a:off x="23051965" y="547086"/>
              <a:ext cx="923589" cy="73529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8" name="Rectangle 7"/>
            <p:cNvSpPr/>
            <p:nvPr userDrawn="1"/>
          </p:nvSpPr>
          <p:spPr>
            <a:xfrm>
              <a:off x="23051965" y="12823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10" name="Rectangle 9"/>
            <p:cNvSpPr/>
            <p:nvPr userDrawn="1"/>
          </p:nvSpPr>
          <p:spPr>
            <a:xfrm>
              <a:off x="23051965" y="11978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grpSp>
      <p:sp>
        <p:nvSpPr>
          <p:cNvPr id="11" name="TextBox 10"/>
          <p:cNvSpPr txBox="1"/>
          <p:nvPr userDrawn="1"/>
        </p:nvSpPr>
        <p:spPr>
          <a:xfrm>
            <a:off x="11553914" y="303535"/>
            <a:ext cx="389779" cy="292351"/>
          </a:xfrm>
          <a:prstGeom prst="rect">
            <a:avLst/>
          </a:prstGeom>
          <a:noFill/>
        </p:spPr>
        <p:txBody>
          <a:bodyPr wrap="none" lIns="91404" tIns="45702" rIns="91404" bIns="45702" rtlCol="0">
            <a:spAutoFit/>
          </a:bodyPr>
          <a:lstStyle/>
          <a:p>
            <a:pPr algn="ctr" defTabSz="914217" fontAlgn="auto">
              <a:spcBef>
                <a:spcPts val="0"/>
              </a:spcBef>
              <a:spcAft>
                <a:spcPts val="0"/>
              </a:spcAft>
            </a:pPr>
            <a:fld id="{260E2A6B-A809-4840-BF14-8648BC0BDF87}" type="slidenum">
              <a:rPr lang="id-ID" sz="1300" smtClean="0">
                <a:solidFill>
                  <a:prstClr val="white"/>
                </a:solidFill>
                <a:latin typeface="Lato Regular"/>
                <a:cs typeface="Lato Regular"/>
              </a:rPr>
              <a:pPr algn="ctr" defTabSz="914217" fontAlgn="auto">
                <a:spcBef>
                  <a:spcPts val="0"/>
                </a:spcBef>
                <a:spcAft>
                  <a:spcPts val="0"/>
                </a:spcAft>
              </a:pPr>
              <a:t>‹#›</a:t>
            </a:fld>
            <a:endParaRPr lang="id-ID" sz="1300" dirty="0">
              <a:solidFill>
                <a:prstClr val="white"/>
              </a:solidFill>
              <a:latin typeface="Lato Regular"/>
              <a:cs typeface="Lato Regular"/>
            </a:endParaRPr>
          </a:p>
        </p:txBody>
      </p:sp>
      <p:sp>
        <p:nvSpPr>
          <p:cNvPr id="12" name="Freeform 30"/>
          <p:cNvSpPr>
            <a:spLocks noChangeArrowheads="1"/>
          </p:cNvSpPr>
          <p:nvPr userDrawn="1"/>
        </p:nvSpPr>
        <p:spPr bwMode="auto">
          <a:xfrm>
            <a:off x="10931083" y="6481334"/>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6" name="Freeform 38"/>
          <p:cNvSpPr>
            <a:spLocks noChangeArrowheads="1"/>
          </p:cNvSpPr>
          <p:nvPr userDrawn="1"/>
        </p:nvSpPr>
        <p:spPr bwMode="auto">
          <a:xfrm>
            <a:off x="10981568" y="6519434"/>
            <a:ext cx="62548"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7" name="Freeform 30"/>
          <p:cNvSpPr>
            <a:spLocks noChangeArrowheads="1"/>
          </p:cNvSpPr>
          <p:nvPr userDrawn="1"/>
        </p:nvSpPr>
        <p:spPr bwMode="auto">
          <a:xfrm>
            <a:off x="11139160" y="6481115"/>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8" name="Freeform 38"/>
          <p:cNvSpPr>
            <a:spLocks noChangeArrowheads="1"/>
          </p:cNvSpPr>
          <p:nvPr userDrawn="1"/>
        </p:nvSpPr>
        <p:spPr bwMode="auto">
          <a:xfrm flipH="1">
            <a:off x="11185500" y="6519215"/>
            <a:ext cx="62219"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9" name="TextBox 18"/>
          <p:cNvSpPr txBox="1"/>
          <p:nvPr userDrawn="1"/>
        </p:nvSpPr>
        <p:spPr>
          <a:xfrm>
            <a:off x="812902" y="6417211"/>
            <a:ext cx="1828025" cy="276999"/>
          </a:xfrm>
          <a:prstGeom prst="rect">
            <a:avLst/>
          </a:prstGeom>
          <a:noFill/>
        </p:spPr>
        <p:txBody>
          <a:bodyPr wrap="square" rtlCol="0">
            <a:spAutoFit/>
          </a:bodyPr>
          <a:lstStyle/>
          <a:p>
            <a:pPr defTabSz="914217" fontAlgn="auto">
              <a:spcBef>
                <a:spcPts val="0"/>
              </a:spcBef>
              <a:spcAft>
                <a:spcPts val="0"/>
              </a:spcAft>
            </a:pPr>
            <a:r>
              <a:rPr lang="id-ID" sz="1200" b="1" dirty="0" smtClean="0">
                <a:solidFill>
                  <a:srgbClr val="445469"/>
                </a:solidFill>
                <a:latin typeface="Lato Regular"/>
                <a:cs typeface="Lato Regular"/>
              </a:rPr>
              <a:t>Impresario </a:t>
            </a:r>
            <a:r>
              <a:rPr lang="id-ID" sz="1200" dirty="0" smtClean="0">
                <a:solidFill>
                  <a:srgbClr val="445469"/>
                </a:solidFill>
                <a:latin typeface="Lato Light"/>
                <a:cs typeface="Lato Light"/>
              </a:rPr>
              <a:t>Slides</a:t>
            </a:r>
            <a:endParaRPr lang="id-ID" sz="1200" dirty="0">
              <a:solidFill>
                <a:srgbClr val="445469"/>
              </a:solidFill>
              <a:latin typeface="Lato Light"/>
              <a:cs typeface="Lato Light"/>
            </a:endParaRPr>
          </a:p>
        </p:txBody>
      </p:sp>
    </p:spTree>
    <p:extLst>
      <p:ext uri="{BB962C8B-B14F-4D97-AF65-F5344CB8AC3E}">
        <p14:creationId xmlns:p14="http://schemas.microsoft.com/office/powerpoint/2010/main" val="153764983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466.xml><?xml version="1.0" encoding="utf-8"?>
<p:sldLayout xmlns:a="http://schemas.openxmlformats.org/drawingml/2006/main" xmlns:r="http://schemas.openxmlformats.org/officeDocument/2006/relationships" xmlns:p="http://schemas.openxmlformats.org/presentationml/2006/main" preserve="1" userDrawn="1">
  <p:cSld name="Welcome">
    <p:spTree>
      <p:nvGrpSpPr>
        <p:cNvPr id="1" name=""/>
        <p:cNvGrpSpPr/>
        <p:nvPr/>
      </p:nvGrpSpPr>
      <p:grpSpPr>
        <a:xfrm>
          <a:off x="0" y="0"/>
          <a:ext cx="0" cy="0"/>
          <a:chOff x="0" y="0"/>
          <a:chExt cx="0" cy="0"/>
        </a:xfrm>
      </p:grpSpPr>
      <p:sp>
        <p:nvSpPr>
          <p:cNvPr id="23" name="Picture Placeholder 22"/>
          <p:cNvSpPr>
            <a:spLocks noGrp="1" noChangeAspect="1"/>
          </p:cNvSpPr>
          <p:nvPr>
            <p:ph type="pic" sz="quarter" idx="15"/>
          </p:nvPr>
        </p:nvSpPr>
        <p:spPr>
          <a:xfrm>
            <a:off x="5029200" y="1260656"/>
            <a:ext cx="2133600" cy="2133600"/>
          </a:xfrm>
          <a:prstGeom prst="ellipse">
            <a:avLst/>
          </a:prstGeom>
        </p:spPr>
        <p:txBody>
          <a:bodyPr>
            <a:normAutofit/>
          </a:bodyPr>
          <a:lstStyle>
            <a:lvl1pPr marL="0" indent="0">
              <a:buNone/>
              <a:defRPr sz="1600"/>
            </a:lvl1pPr>
          </a:lstStyle>
          <a:p>
            <a:endParaRPr lang="en-US" dirty="0"/>
          </a:p>
        </p:txBody>
      </p:sp>
      <p:grpSp>
        <p:nvGrpSpPr>
          <p:cNvPr id="6" name="Group 5"/>
          <p:cNvGrpSpPr/>
          <p:nvPr userDrawn="1"/>
        </p:nvGrpSpPr>
        <p:grpSpPr>
          <a:xfrm>
            <a:off x="11517842" y="273543"/>
            <a:ext cx="461915" cy="413370"/>
            <a:chOff x="23051965" y="547086"/>
            <a:chExt cx="923589" cy="826739"/>
          </a:xfrm>
        </p:grpSpPr>
        <p:sp>
          <p:nvSpPr>
            <p:cNvPr id="7" name="Rectangle 6"/>
            <p:cNvSpPr/>
            <p:nvPr userDrawn="1"/>
          </p:nvSpPr>
          <p:spPr>
            <a:xfrm>
              <a:off x="23051965" y="547086"/>
              <a:ext cx="923589" cy="73529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9" name="Rectangle 8"/>
            <p:cNvSpPr/>
            <p:nvPr userDrawn="1"/>
          </p:nvSpPr>
          <p:spPr>
            <a:xfrm>
              <a:off x="23051965" y="12823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10" name="Rectangle 9"/>
            <p:cNvSpPr/>
            <p:nvPr userDrawn="1"/>
          </p:nvSpPr>
          <p:spPr>
            <a:xfrm>
              <a:off x="23051965" y="11978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grpSp>
      <p:sp>
        <p:nvSpPr>
          <p:cNvPr id="11" name="TextBox 10"/>
          <p:cNvSpPr txBox="1"/>
          <p:nvPr userDrawn="1"/>
        </p:nvSpPr>
        <p:spPr>
          <a:xfrm>
            <a:off x="11553914" y="303535"/>
            <a:ext cx="389779" cy="292351"/>
          </a:xfrm>
          <a:prstGeom prst="rect">
            <a:avLst/>
          </a:prstGeom>
          <a:noFill/>
        </p:spPr>
        <p:txBody>
          <a:bodyPr wrap="none" lIns="91404" tIns="45702" rIns="91404" bIns="45702" rtlCol="0">
            <a:spAutoFit/>
          </a:bodyPr>
          <a:lstStyle/>
          <a:p>
            <a:pPr algn="ctr" defTabSz="914217" fontAlgn="auto">
              <a:spcBef>
                <a:spcPts val="0"/>
              </a:spcBef>
              <a:spcAft>
                <a:spcPts val="0"/>
              </a:spcAft>
            </a:pPr>
            <a:fld id="{260E2A6B-A809-4840-BF14-8648BC0BDF87}" type="slidenum">
              <a:rPr lang="id-ID" sz="1300" smtClean="0">
                <a:solidFill>
                  <a:prstClr val="white"/>
                </a:solidFill>
                <a:latin typeface="Lato Regular"/>
                <a:cs typeface="Lato Regular"/>
              </a:rPr>
              <a:pPr algn="ctr" defTabSz="914217" fontAlgn="auto">
                <a:spcBef>
                  <a:spcPts val="0"/>
                </a:spcBef>
                <a:spcAft>
                  <a:spcPts val="0"/>
                </a:spcAft>
              </a:pPr>
              <a:t>‹#›</a:t>
            </a:fld>
            <a:endParaRPr lang="id-ID" sz="1300" dirty="0">
              <a:solidFill>
                <a:prstClr val="white"/>
              </a:solidFill>
              <a:latin typeface="Lato Regular"/>
              <a:cs typeface="Lato Regular"/>
            </a:endParaRPr>
          </a:p>
        </p:txBody>
      </p:sp>
      <p:sp>
        <p:nvSpPr>
          <p:cNvPr id="12" name="Freeform 30"/>
          <p:cNvSpPr>
            <a:spLocks noChangeArrowheads="1"/>
          </p:cNvSpPr>
          <p:nvPr userDrawn="1"/>
        </p:nvSpPr>
        <p:spPr bwMode="auto">
          <a:xfrm>
            <a:off x="10931083" y="6481334"/>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3" name="Freeform 38"/>
          <p:cNvSpPr>
            <a:spLocks noChangeArrowheads="1"/>
          </p:cNvSpPr>
          <p:nvPr userDrawn="1"/>
        </p:nvSpPr>
        <p:spPr bwMode="auto">
          <a:xfrm>
            <a:off x="10981568" y="6519434"/>
            <a:ext cx="62548"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6" name="Freeform 30"/>
          <p:cNvSpPr>
            <a:spLocks noChangeArrowheads="1"/>
          </p:cNvSpPr>
          <p:nvPr userDrawn="1"/>
        </p:nvSpPr>
        <p:spPr bwMode="auto">
          <a:xfrm>
            <a:off x="11139160" y="6481115"/>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7" name="Freeform 38"/>
          <p:cNvSpPr>
            <a:spLocks noChangeArrowheads="1"/>
          </p:cNvSpPr>
          <p:nvPr userDrawn="1"/>
        </p:nvSpPr>
        <p:spPr bwMode="auto">
          <a:xfrm flipH="1">
            <a:off x="11185500" y="6519215"/>
            <a:ext cx="62219"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8" name="TextBox 17"/>
          <p:cNvSpPr txBox="1"/>
          <p:nvPr userDrawn="1"/>
        </p:nvSpPr>
        <p:spPr>
          <a:xfrm>
            <a:off x="812902" y="6417211"/>
            <a:ext cx="1828025" cy="276999"/>
          </a:xfrm>
          <a:prstGeom prst="rect">
            <a:avLst/>
          </a:prstGeom>
          <a:noFill/>
        </p:spPr>
        <p:txBody>
          <a:bodyPr wrap="square" rtlCol="0">
            <a:spAutoFit/>
          </a:bodyPr>
          <a:lstStyle/>
          <a:p>
            <a:pPr defTabSz="914217" fontAlgn="auto">
              <a:spcBef>
                <a:spcPts val="0"/>
              </a:spcBef>
              <a:spcAft>
                <a:spcPts val="0"/>
              </a:spcAft>
            </a:pPr>
            <a:r>
              <a:rPr lang="id-ID" sz="1200" b="1" dirty="0" smtClean="0">
                <a:solidFill>
                  <a:srgbClr val="445469"/>
                </a:solidFill>
                <a:latin typeface="Lato Regular"/>
                <a:cs typeface="Lato Regular"/>
              </a:rPr>
              <a:t>Impresario </a:t>
            </a:r>
            <a:r>
              <a:rPr lang="id-ID" sz="1200" dirty="0" smtClean="0">
                <a:solidFill>
                  <a:srgbClr val="445469"/>
                </a:solidFill>
                <a:latin typeface="Lato Light"/>
                <a:cs typeface="Lato Light"/>
              </a:rPr>
              <a:t>Slides</a:t>
            </a:r>
            <a:endParaRPr lang="id-ID" sz="1200" dirty="0">
              <a:solidFill>
                <a:srgbClr val="445469"/>
              </a:solidFill>
              <a:latin typeface="Lato Light"/>
              <a:cs typeface="Lato Light"/>
            </a:endParaRPr>
          </a:p>
        </p:txBody>
      </p:sp>
    </p:spTree>
    <p:extLst>
      <p:ext uri="{BB962C8B-B14F-4D97-AF65-F5344CB8AC3E}">
        <p14:creationId xmlns:p14="http://schemas.microsoft.com/office/powerpoint/2010/main" val="179076072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467.xml><?xml version="1.0" encoding="utf-8"?>
<p:sldLayout xmlns:a="http://schemas.openxmlformats.org/drawingml/2006/main" xmlns:r="http://schemas.openxmlformats.org/officeDocument/2006/relationships" xmlns:p="http://schemas.openxmlformats.org/presentationml/2006/main" userDrawn="1">
  <p:cSld name="Coffee Break">
    <p:spTree>
      <p:nvGrpSpPr>
        <p:cNvPr id="1" name=""/>
        <p:cNvGrpSpPr/>
        <p:nvPr/>
      </p:nvGrpSpPr>
      <p:grpSpPr>
        <a:xfrm>
          <a:off x="0" y="0"/>
          <a:ext cx="0" cy="0"/>
          <a:chOff x="0" y="0"/>
          <a:chExt cx="0" cy="0"/>
        </a:xfrm>
      </p:grpSpPr>
      <p:sp>
        <p:nvSpPr>
          <p:cNvPr id="9" name="Picture Placeholder 7"/>
          <p:cNvSpPr>
            <a:spLocks noGrp="1" noChangeAspect="1"/>
          </p:cNvSpPr>
          <p:nvPr>
            <p:ph type="pic" sz="quarter" idx="13"/>
          </p:nvPr>
        </p:nvSpPr>
        <p:spPr>
          <a:xfrm>
            <a:off x="0" y="0"/>
            <a:ext cx="12192000" cy="6858000"/>
          </a:xfrm>
        </p:spPr>
        <p:txBody>
          <a:bodyPr>
            <a:normAutofit/>
          </a:bodyPr>
          <a:lstStyle>
            <a:lvl1pPr marL="0" indent="0">
              <a:buNone/>
              <a:defRPr sz="1600">
                <a:solidFill>
                  <a:schemeClr val="bg2"/>
                </a:solidFill>
              </a:defRPr>
            </a:lvl1pPr>
          </a:lstStyle>
          <a:p>
            <a:endParaRPr lang="en-US" dirty="0"/>
          </a:p>
        </p:txBody>
      </p:sp>
    </p:spTree>
    <p:extLst>
      <p:ext uri="{BB962C8B-B14F-4D97-AF65-F5344CB8AC3E}">
        <p14:creationId xmlns:p14="http://schemas.microsoft.com/office/powerpoint/2010/main" val="108677223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468.xml><?xml version="1.0" encoding="utf-8"?>
<p:sldLayout xmlns:a="http://schemas.openxmlformats.org/drawingml/2006/main" xmlns:r="http://schemas.openxmlformats.org/officeDocument/2006/relationships" xmlns:p="http://schemas.openxmlformats.org/presentationml/2006/main" preserve="1" userDrawn="1">
  <p:cSld name="4_Meet_the_team1">
    <p:spTree>
      <p:nvGrpSpPr>
        <p:cNvPr id="1" name=""/>
        <p:cNvGrpSpPr/>
        <p:nvPr/>
      </p:nvGrpSpPr>
      <p:grpSpPr>
        <a:xfrm>
          <a:off x="0" y="0"/>
          <a:ext cx="0" cy="0"/>
          <a:chOff x="0" y="0"/>
          <a:chExt cx="0" cy="0"/>
        </a:xfrm>
      </p:grpSpPr>
      <p:sp>
        <p:nvSpPr>
          <p:cNvPr id="5" name="Picture Placeholder 22"/>
          <p:cNvSpPr>
            <a:spLocks noGrp="1" noChangeAspect="1"/>
          </p:cNvSpPr>
          <p:nvPr>
            <p:ph type="pic" sz="quarter" idx="14"/>
          </p:nvPr>
        </p:nvSpPr>
        <p:spPr>
          <a:xfrm>
            <a:off x="1290292" y="2132954"/>
            <a:ext cx="1822449" cy="1824566"/>
          </a:xfrm>
        </p:spPr>
        <p:txBody>
          <a:bodyPr>
            <a:normAutofit/>
          </a:bodyPr>
          <a:lstStyle>
            <a:lvl1pPr marL="0" indent="0">
              <a:buNone/>
              <a:defRPr sz="1600">
                <a:solidFill>
                  <a:schemeClr val="bg1"/>
                </a:solidFill>
                <a:latin typeface="Lato Light"/>
                <a:cs typeface="Lato Light"/>
              </a:defRPr>
            </a:lvl1pPr>
          </a:lstStyle>
          <a:p>
            <a:endParaRPr lang="id-ID" dirty="0"/>
          </a:p>
        </p:txBody>
      </p:sp>
      <p:sp>
        <p:nvSpPr>
          <p:cNvPr id="18" name="Picture Placeholder 22"/>
          <p:cNvSpPr>
            <a:spLocks noGrp="1" noChangeAspect="1"/>
          </p:cNvSpPr>
          <p:nvPr>
            <p:ph type="pic" sz="quarter" idx="15"/>
          </p:nvPr>
        </p:nvSpPr>
        <p:spPr>
          <a:xfrm>
            <a:off x="3896747" y="2132954"/>
            <a:ext cx="1822449" cy="1824566"/>
          </a:xfrm>
        </p:spPr>
        <p:txBody>
          <a:bodyPr>
            <a:normAutofit/>
          </a:bodyPr>
          <a:lstStyle>
            <a:lvl1pPr marL="0" indent="0">
              <a:buNone/>
              <a:defRPr sz="1600">
                <a:solidFill>
                  <a:schemeClr val="bg1"/>
                </a:solidFill>
                <a:latin typeface="Lato Light"/>
                <a:cs typeface="Lato Light"/>
              </a:defRPr>
            </a:lvl1pPr>
          </a:lstStyle>
          <a:p>
            <a:endParaRPr lang="id-ID" dirty="0"/>
          </a:p>
        </p:txBody>
      </p:sp>
      <p:sp>
        <p:nvSpPr>
          <p:cNvPr id="19" name="Picture Placeholder 22"/>
          <p:cNvSpPr>
            <a:spLocks noGrp="1" noChangeAspect="1"/>
          </p:cNvSpPr>
          <p:nvPr>
            <p:ph type="pic" sz="quarter" idx="16"/>
          </p:nvPr>
        </p:nvSpPr>
        <p:spPr>
          <a:xfrm>
            <a:off x="6549859" y="2132954"/>
            <a:ext cx="1822449" cy="1824566"/>
          </a:xfrm>
        </p:spPr>
        <p:txBody>
          <a:bodyPr>
            <a:normAutofit/>
          </a:bodyPr>
          <a:lstStyle>
            <a:lvl1pPr marL="0" indent="0">
              <a:buNone/>
              <a:defRPr sz="1600">
                <a:solidFill>
                  <a:schemeClr val="bg1"/>
                </a:solidFill>
                <a:latin typeface="Lato Light"/>
                <a:cs typeface="Lato Light"/>
              </a:defRPr>
            </a:lvl1pPr>
          </a:lstStyle>
          <a:p>
            <a:endParaRPr lang="id-ID" dirty="0"/>
          </a:p>
        </p:txBody>
      </p:sp>
      <p:sp>
        <p:nvSpPr>
          <p:cNvPr id="20" name="Picture Placeholder 22"/>
          <p:cNvSpPr>
            <a:spLocks noGrp="1" noChangeAspect="1"/>
          </p:cNvSpPr>
          <p:nvPr>
            <p:ph type="pic" sz="quarter" idx="17"/>
          </p:nvPr>
        </p:nvSpPr>
        <p:spPr>
          <a:xfrm>
            <a:off x="9135071" y="2132954"/>
            <a:ext cx="1822449" cy="1824566"/>
          </a:xfrm>
        </p:spPr>
        <p:txBody>
          <a:bodyPr>
            <a:normAutofit/>
          </a:bodyPr>
          <a:lstStyle>
            <a:lvl1pPr marL="0" indent="0">
              <a:buNone/>
              <a:defRPr sz="1600">
                <a:solidFill>
                  <a:schemeClr val="bg1"/>
                </a:solidFill>
                <a:latin typeface="Lato Light"/>
                <a:cs typeface="Lato Light"/>
              </a:defRPr>
            </a:lvl1pPr>
          </a:lstStyle>
          <a:p>
            <a:endParaRPr lang="id-ID" dirty="0"/>
          </a:p>
        </p:txBody>
      </p:sp>
      <p:grpSp>
        <p:nvGrpSpPr>
          <p:cNvPr id="9" name="Group 8"/>
          <p:cNvGrpSpPr/>
          <p:nvPr userDrawn="1"/>
        </p:nvGrpSpPr>
        <p:grpSpPr>
          <a:xfrm>
            <a:off x="11517842" y="273543"/>
            <a:ext cx="461915" cy="413370"/>
            <a:chOff x="23051965" y="547086"/>
            <a:chExt cx="923589" cy="826739"/>
          </a:xfrm>
        </p:grpSpPr>
        <p:sp>
          <p:nvSpPr>
            <p:cNvPr id="10" name="Rectangle 9"/>
            <p:cNvSpPr/>
            <p:nvPr userDrawn="1"/>
          </p:nvSpPr>
          <p:spPr>
            <a:xfrm>
              <a:off x="23051965" y="547086"/>
              <a:ext cx="923589" cy="73529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14" name="Rectangle 13"/>
            <p:cNvSpPr/>
            <p:nvPr userDrawn="1"/>
          </p:nvSpPr>
          <p:spPr>
            <a:xfrm>
              <a:off x="23051965" y="12823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15" name="Rectangle 14"/>
            <p:cNvSpPr/>
            <p:nvPr userDrawn="1"/>
          </p:nvSpPr>
          <p:spPr>
            <a:xfrm>
              <a:off x="23051965" y="11978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grpSp>
      <p:sp>
        <p:nvSpPr>
          <p:cNvPr id="16" name="TextBox 15"/>
          <p:cNvSpPr txBox="1"/>
          <p:nvPr userDrawn="1"/>
        </p:nvSpPr>
        <p:spPr>
          <a:xfrm>
            <a:off x="11553914" y="303535"/>
            <a:ext cx="389779" cy="292351"/>
          </a:xfrm>
          <a:prstGeom prst="rect">
            <a:avLst/>
          </a:prstGeom>
          <a:noFill/>
        </p:spPr>
        <p:txBody>
          <a:bodyPr wrap="none" lIns="91404" tIns="45702" rIns="91404" bIns="45702" rtlCol="0">
            <a:spAutoFit/>
          </a:bodyPr>
          <a:lstStyle/>
          <a:p>
            <a:pPr algn="ctr" defTabSz="914217" fontAlgn="auto">
              <a:spcBef>
                <a:spcPts val="0"/>
              </a:spcBef>
              <a:spcAft>
                <a:spcPts val="0"/>
              </a:spcAft>
            </a:pPr>
            <a:fld id="{260E2A6B-A809-4840-BF14-8648BC0BDF87}" type="slidenum">
              <a:rPr lang="id-ID" sz="1300" smtClean="0">
                <a:solidFill>
                  <a:prstClr val="white"/>
                </a:solidFill>
                <a:latin typeface="Lato Regular"/>
                <a:cs typeface="Lato Regular"/>
              </a:rPr>
              <a:pPr algn="ctr" defTabSz="914217" fontAlgn="auto">
                <a:spcBef>
                  <a:spcPts val="0"/>
                </a:spcBef>
                <a:spcAft>
                  <a:spcPts val="0"/>
                </a:spcAft>
              </a:pPr>
              <a:t>‹#›</a:t>
            </a:fld>
            <a:endParaRPr lang="id-ID" sz="1300" dirty="0">
              <a:solidFill>
                <a:prstClr val="white"/>
              </a:solidFill>
              <a:latin typeface="Lato Regular"/>
              <a:cs typeface="Lato Regular"/>
            </a:endParaRPr>
          </a:p>
        </p:txBody>
      </p:sp>
      <p:sp>
        <p:nvSpPr>
          <p:cNvPr id="17" name="Freeform 30"/>
          <p:cNvSpPr>
            <a:spLocks noChangeArrowheads="1"/>
          </p:cNvSpPr>
          <p:nvPr userDrawn="1"/>
        </p:nvSpPr>
        <p:spPr bwMode="auto">
          <a:xfrm>
            <a:off x="10931083" y="6481334"/>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21" name="Freeform 38"/>
          <p:cNvSpPr>
            <a:spLocks noChangeArrowheads="1"/>
          </p:cNvSpPr>
          <p:nvPr userDrawn="1"/>
        </p:nvSpPr>
        <p:spPr bwMode="auto">
          <a:xfrm>
            <a:off x="10981568" y="6519434"/>
            <a:ext cx="62548"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22" name="Freeform 30"/>
          <p:cNvSpPr>
            <a:spLocks noChangeArrowheads="1"/>
          </p:cNvSpPr>
          <p:nvPr userDrawn="1"/>
        </p:nvSpPr>
        <p:spPr bwMode="auto">
          <a:xfrm>
            <a:off x="11139160" y="6481115"/>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23" name="Freeform 38"/>
          <p:cNvSpPr>
            <a:spLocks noChangeArrowheads="1"/>
          </p:cNvSpPr>
          <p:nvPr userDrawn="1"/>
        </p:nvSpPr>
        <p:spPr bwMode="auto">
          <a:xfrm flipH="1">
            <a:off x="11185500" y="6519215"/>
            <a:ext cx="62219"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24" name="TextBox 23"/>
          <p:cNvSpPr txBox="1"/>
          <p:nvPr userDrawn="1"/>
        </p:nvSpPr>
        <p:spPr>
          <a:xfrm>
            <a:off x="812902" y="6417211"/>
            <a:ext cx="1828025" cy="276999"/>
          </a:xfrm>
          <a:prstGeom prst="rect">
            <a:avLst/>
          </a:prstGeom>
          <a:noFill/>
        </p:spPr>
        <p:txBody>
          <a:bodyPr wrap="square" rtlCol="0">
            <a:spAutoFit/>
          </a:bodyPr>
          <a:lstStyle/>
          <a:p>
            <a:pPr defTabSz="914217" fontAlgn="auto">
              <a:spcBef>
                <a:spcPts val="0"/>
              </a:spcBef>
              <a:spcAft>
                <a:spcPts val="0"/>
              </a:spcAft>
            </a:pPr>
            <a:r>
              <a:rPr lang="id-ID" sz="1200" b="1" dirty="0" smtClean="0">
                <a:solidFill>
                  <a:srgbClr val="445469"/>
                </a:solidFill>
                <a:latin typeface="Lato Regular"/>
                <a:cs typeface="Lato Regular"/>
              </a:rPr>
              <a:t>Impresario </a:t>
            </a:r>
            <a:r>
              <a:rPr lang="id-ID" sz="1200" dirty="0" smtClean="0">
                <a:solidFill>
                  <a:srgbClr val="445469"/>
                </a:solidFill>
                <a:latin typeface="Lato Light"/>
                <a:cs typeface="Lato Light"/>
              </a:rPr>
              <a:t>Slides</a:t>
            </a:r>
            <a:endParaRPr lang="id-ID" sz="1200" dirty="0">
              <a:solidFill>
                <a:srgbClr val="445469"/>
              </a:solidFill>
              <a:latin typeface="Lato Light"/>
              <a:cs typeface="Lato Light"/>
            </a:endParaRPr>
          </a:p>
        </p:txBody>
      </p:sp>
    </p:spTree>
    <p:extLst>
      <p:ext uri="{BB962C8B-B14F-4D97-AF65-F5344CB8AC3E}">
        <p14:creationId xmlns:p14="http://schemas.microsoft.com/office/powerpoint/2010/main" val="412645984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469.xml><?xml version="1.0" encoding="utf-8"?>
<p:sldLayout xmlns:a="http://schemas.openxmlformats.org/drawingml/2006/main" xmlns:r="http://schemas.openxmlformats.org/officeDocument/2006/relationships" xmlns:p="http://schemas.openxmlformats.org/presentationml/2006/main" preserve="1" userDrawn="1">
  <p:cSld name="2_porftfolio-7">
    <p:spTree>
      <p:nvGrpSpPr>
        <p:cNvPr id="1" name=""/>
        <p:cNvGrpSpPr/>
        <p:nvPr/>
      </p:nvGrpSpPr>
      <p:grpSpPr>
        <a:xfrm>
          <a:off x="0" y="0"/>
          <a:ext cx="0" cy="0"/>
          <a:chOff x="0" y="0"/>
          <a:chExt cx="0" cy="0"/>
        </a:xfrm>
      </p:grpSpPr>
      <p:sp>
        <p:nvSpPr>
          <p:cNvPr id="35" name="Picture Placeholder 2"/>
          <p:cNvSpPr>
            <a:spLocks noGrp="1" noChangeAspect="1"/>
          </p:cNvSpPr>
          <p:nvPr>
            <p:ph type="pic" sz="quarter" idx="15"/>
          </p:nvPr>
        </p:nvSpPr>
        <p:spPr>
          <a:xfrm>
            <a:off x="2" y="1"/>
            <a:ext cx="2438746" cy="1980871"/>
          </a:xfrm>
        </p:spPr>
        <p:txBody>
          <a:bodyPr>
            <a:normAutofit/>
          </a:bodyPr>
          <a:lstStyle>
            <a:lvl1pPr marL="0" indent="0">
              <a:buNone/>
              <a:defRPr sz="2000">
                <a:solidFill>
                  <a:schemeClr val="accent1"/>
                </a:solidFill>
              </a:defRPr>
            </a:lvl1pPr>
          </a:lstStyle>
          <a:p>
            <a:endParaRPr lang="id-ID" dirty="0"/>
          </a:p>
        </p:txBody>
      </p:sp>
      <p:sp>
        <p:nvSpPr>
          <p:cNvPr id="38" name="Picture Placeholder 2"/>
          <p:cNvSpPr>
            <a:spLocks noGrp="1" noChangeAspect="1"/>
          </p:cNvSpPr>
          <p:nvPr>
            <p:ph type="pic" sz="quarter" idx="18"/>
          </p:nvPr>
        </p:nvSpPr>
        <p:spPr>
          <a:xfrm>
            <a:off x="2438749" y="1982087"/>
            <a:ext cx="2438746" cy="1980871"/>
          </a:xfrm>
        </p:spPr>
        <p:txBody>
          <a:bodyPr>
            <a:normAutofit/>
          </a:bodyPr>
          <a:lstStyle>
            <a:lvl1pPr marL="0" indent="0">
              <a:buNone/>
              <a:defRPr sz="2000">
                <a:solidFill>
                  <a:schemeClr val="accent1"/>
                </a:solidFill>
              </a:defRPr>
            </a:lvl1pPr>
          </a:lstStyle>
          <a:p>
            <a:endParaRPr lang="id-ID" dirty="0"/>
          </a:p>
        </p:txBody>
      </p:sp>
      <p:sp>
        <p:nvSpPr>
          <p:cNvPr id="39" name="Picture Placeholder 2"/>
          <p:cNvSpPr>
            <a:spLocks noGrp="1" noChangeAspect="1"/>
          </p:cNvSpPr>
          <p:nvPr>
            <p:ph type="pic" sz="quarter" idx="19"/>
          </p:nvPr>
        </p:nvSpPr>
        <p:spPr>
          <a:xfrm>
            <a:off x="4871863" y="-607"/>
            <a:ext cx="2438746" cy="1980871"/>
          </a:xfrm>
        </p:spPr>
        <p:txBody>
          <a:bodyPr>
            <a:normAutofit/>
          </a:bodyPr>
          <a:lstStyle>
            <a:lvl1pPr marL="0" indent="0">
              <a:buNone/>
              <a:defRPr sz="2000">
                <a:solidFill>
                  <a:schemeClr val="accent1"/>
                </a:solidFill>
              </a:defRPr>
            </a:lvl1pPr>
          </a:lstStyle>
          <a:p>
            <a:endParaRPr lang="id-ID" dirty="0"/>
          </a:p>
        </p:txBody>
      </p:sp>
      <p:sp>
        <p:nvSpPr>
          <p:cNvPr id="42" name="Picture Placeholder 2"/>
          <p:cNvSpPr>
            <a:spLocks noGrp="1" noChangeAspect="1"/>
          </p:cNvSpPr>
          <p:nvPr>
            <p:ph type="pic" sz="quarter" idx="22"/>
          </p:nvPr>
        </p:nvSpPr>
        <p:spPr>
          <a:xfrm>
            <a:off x="7321753" y="1982694"/>
            <a:ext cx="2539935" cy="1980871"/>
          </a:xfrm>
        </p:spPr>
        <p:txBody>
          <a:bodyPr>
            <a:normAutofit/>
          </a:bodyPr>
          <a:lstStyle>
            <a:lvl1pPr marL="0" indent="0">
              <a:buNone/>
              <a:defRPr sz="2000">
                <a:solidFill>
                  <a:schemeClr val="accent1"/>
                </a:solidFill>
              </a:defRPr>
            </a:lvl1pPr>
          </a:lstStyle>
          <a:p>
            <a:endParaRPr lang="id-ID" dirty="0"/>
          </a:p>
        </p:txBody>
      </p:sp>
      <p:sp>
        <p:nvSpPr>
          <p:cNvPr id="43" name="Picture Placeholder 2"/>
          <p:cNvSpPr>
            <a:spLocks noGrp="1" noChangeAspect="1"/>
          </p:cNvSpPr>
          <p:nvPr>
            <p:ph type="pic" sz="quarter" idx="23"/>
          </p:nvPr>
        </p:nvSpPr>
        <p:spPr>
          <a:xfrm>
            <a:off x="9742111" y="1216"/>
            <a:ext cx="2449889" cy="1980871"/>
          </a:xfrm>
        </p:spPr>
        <p:txBody>
          <a:bodyPr>
            <a:normAutofit/>
          </a:bodyPr>
          <a:lstStyle>
            <a:lvl1pPr marL="0" indent="0">
              <a:buNone/>
              <a:defRPr sz="2000">
                <a:solidFill>
                  <a:schemeClr val="accent1"/>
                </a:solidFill>
              </a:defRPr>
            </a:lvl1pPr>
          </a:lstStyle>
          <a:p>
            <a:endParaRPr lang="id-ID" dirty="0"/>
          </a:p>
        </p:txBody>
      </p:sp>
      <p:sp>
        <p:nvSpPr>
          <p:cNvPr id="13" name="Freeform 30"/>
          <p:cNvSpPr>
            <a:spLocks noChangeArrowheads="1"/>
          </p:cNvSpPr>
          <p:nvPr userDrawn="1"/>
        </p:nvSpPr>
        <p:spPr bwMode="auto">
          <a:xfrm>
            <a:off x="10931083" y="6481334"/>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4" name="Freeform 38"/>
          <p:cNvSpPr>
            <a:spLocks noChangeArrowheads="1"/>
          </p:cNvSpPr>
          <p:nvPr userDrawn="1"/>
        </p:nvSpPr>
        <p:spPr bwMode="auto">
          <a:xfrm>
            <a:off x="10981568" y="6519434"/>
            <a:ext cx="62548"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5" name="Freeform 30"/>
          <p:cNvSpPr>
            <a:spLocks noChangeArrowheads="1"/>
          </p:cNvSpPr>
          <p:nvPr userDrawn="1"/>
        </p:nvSpPr>
        <p:spPr bwMode="auto">
          <a:xfrm>
            <a:off x="11139160" y="6481115"/>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7" name="Freeform 38"/>
          <p:cNvSpPr>
            <a:spLocks noChangeArrowheads="1"/>
          </p:cNvSpPr>
          <p:nvPr userDrawn="1"/>
        </p:nvSpPr>
        <p:spPr bwMode="auto">
          <a:xfrm flipH="1">
            <a:off x="11185500" y="6519215"/>
            <a:ext cx="62219"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8" name="TextBox 17"/>
          <p:cNvSpPr txBox="1"/>
          <p:nvPr userDrawn="1"/>
        </p:nvSpPr>
        <p:spPr>
          <a:xfrm>
            <a:off x="812902" y="6417211"/>
            <a:ext cx="1828025" cy="276999"/>
          </a:xfrm>
          <a:prstGeom prst="rect">
            <a:avLst/>
          </a:prstGeom>
          <a:noFill/>
        </p:spPr>
        <p:txBody>
          <a:bodyPr wrap="square" rtlCol="0">
            <a:spAutoFit/>
          </a:bodyPr>
          <a:lstStyle/>
          <a:p>
            <a:pPr defTabSz="914217" fontAlgn="auto">
              <a:spcBef>
                <a:spcPts val="0"/>
              </a:spcBef>
              <a:spcAft>
                <a:spcPts val="0"/>
              </a:spcAft>
            </a:pPr>
            <a:r>
              <a:rPr lang="id-ID" sz="1200" b="1" dirty="0" smtClean="0">
                <a:solidFill>
                  <a:srgbClr val="445469"/>
                </a:solidFill>
                <a:latin typeface="Lato Regular"/>
                <a:cs typeface="Lato Regular"/>
              </a:rPr>
              <a:t>Impresario </a:t>
            </a:r>
            <a:r>
              <a:rPr lang="id-ID" sz="1200" dirty="0" smtClean="0">
                <a:solidFill>
                  <a:srgbClr val="445469"/>
                </a:solidFill>
                <a:latin typeface="Lato Light"/>
                <a:cs typeface="Lato Light"/>
              </a:rPr>
              <a:t>Slides</a:t>
            </a:r>
            <a:endParaRPr lang="id-ID" sz="1200" dirty="0">
              <a:solidFill>
                <a:srgbClr val="445469"/>
              </a:solidFill>
              <a:latin typeface="Lato Light"/>
              <a:cs typeface="Lato Light"/>
            </a:endParaRPr>
          </a:p>
        </p:txBody>
      </p:sp>
    </p:spTree>
    <p:extLst>
      <p:ext uri="{BB962C8B-B14F-4D97-AF65-F5344CB8AC3E}">
        <p14:creationId xmlns:p14="http://schemas.microsoft.com/office/powerpoint/2010/main" val="297187794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470.xml><?xml version="1.0" encoding="utf-8"?>
<p:sldLayout xmlns:a="http://schemas.openxmlformats.org/drawingml/2006/main" xmlns:r="http://schemas.openxmlformats.org/officeDocument/2006/relationships" xmlns:p="http://schemas.openxmlformats.org/presentationml/2006/main" preserve="1" userDrawn="1">
  <p:cSld name="1_app_features">
    <p:spTree>
      <p:nvGrpSpPr>
        <p:cNvPr id="1" name=""/>
        <p:cNvGrpSpPr/>
        <p:nvPr/>
      </p:nvGrpSpPr>
      <p:grpSpPr>
        <a:xfrm>
          <a:off x="0" y="0"/>
          <a:ext cx="0" cy="0"/>
          <a:chOff x="0" y="0"/>
          <a:chExt cx="0" cy="0"/>
        </a:xfrm>
      </p:grpSpPr>
      <p:sp>
        <p:nvSpPr>
          <p:cNvPr id="27" name="Picture Placeholder 2"/>
          <p:cNvSpPr>
            <a:spLocks noGrp="1" noChangeAspect="1"/>
          </p:cNvSpPr>
          <p:nvPr>
            <p:ph type="pic" sz="quarter" idx="13"/>
          </p:nvPr>
        </p:nvSpPr>
        <p:spPr>
          <a:xfrm>
            <a:off x="-3" y="-1"/>
            <a:ext cx="12192001" cy="3230218"/>
          </a:xfrm>
        </p:spPr>
        <p:txBody>
          <a:bodyPr rtlCol="0">
            <a:normAutofit/>
          </a:bodyPr>
          <a:lstStyle>
            <a:lvl1pPr marL="0" indent="0">
              <a:buNone/>
              <a:defRPr sz="1000">
                <a:latin typeface="Raleway Light"/>
                <a:cs typeface="Raleway Light"/>
              </a:defRPr>
            </a:lvl1pPr>
          </a:lstStyle>
          <a:p>
            <a:pPr lvl="0"/>
            <a:endParaRPr lang="en-US" noProof="0" dirty="0"/>
          </a:p>
        </p:txBody>
      </p:sp>
      <p:sp>
        <p:nvSpPr>
          <p:cNvPr id="9" name="Freeform 30"/>
          <p:cNvSpPr>
            <a:spLocks noChangeArrowheads="1"/>
          </p:cNvSpPr>
          <p:nvPr userDrawn="1"/>
        </p:nvSpPr>
        <p:spPr bwMode="auto">
          <a:xfrm>
            <a:off x="10931083" y="6481334"/>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0" name="Freeform 38"/>
          <p:cNvSpPr>
            <a:spLocks noChangeArrowheads="1"/>
          </p:cNvSpPr>
          <p:nvPr userDrawn="1"/>
        </p:nvSpPr>
        <p:spPr bwMode="auto">
          <a:xfrm>
            <a:off x="10981568" y="6519434"/>
            <a:ext cx="62548"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1" name="Freeform 30"/>
          <p:cNvSpPr>
            <a:spLocks noChangeArrowheads="1"/>
          </p:cNvSpPr>
          <p:nvPr userDrawn="1"/>
        </p:nvSpPr>
        <p:spPr bwMode="auto">
          <a:xfrm>
            <a:off x="11139160" y="6481115"/>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2" name="Freeform 38"/>
          <p:cNvSpPr>
            <a:spLocks noChangeArrowheads="1"/>
          </p:cNvSpPr>
          <p:nvPr userDrawn="1"/>
        </p:nvSpPr>
        <p:spPr bwMode="auto">
          <a:xfrm flipH="1">
            <a:off x="11185500" y="6519215"/>
            <a:ext cx="62219"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4" name="TextBox 13"/>
          <p:cNvSpPr txBox="1"/>
          <p:nvPr userDrawn="1"/>
        </p:nvSpPr>
        <p:spPr>
          <a:xfrm>
            <a:off x="812902" y="6417211"/>
            <a:ext cx="1828025" cy="276999"/>
          </a:xfrm>
          <a:prstGeom prst="rect">
            <a:avLst/>
          </a:prstGeom>
          <a:noFill/>
        </p:spPr>
        <p:txBody>
          <a:bodyPr wrap="square" rtlCol="0">
            <a:spAutoFit/>
          </a:bodyPr>
          <a:lstStyle/>
          <a:p>
            <a:pPr defTabSz="914217" fontAlgn="auto">
              <a:spcBef>
                <a:spcPts val="0"/>
              </a:spcBef>
              <a:spcAft>
                <a:spcPts val="0"/>
              </a:spcAft>
            </a:pPr>
            <a:r>
              <a:rPr lang="id-ID" sz="1200" b="1" dirty="0" smtClean="0">
                <a:solidFill>
                  <a:srgbClr val="445469"/>
                </a:solidFill>
                <a:latin typeface="Lato Regular"/>
                <a:cs typeface="Lato Regular"/>
              </a:rPr>
              <a:t>Impresario </a:t>
            </a:r>
            <a:r>
              <a:rPr lang="id-ID" sz="1200" dirty="0" smtClean="0">
                <a:solidFill>
                  <a:srgbClr val="445469"/>
                </a:solidFill>
                <a:latin typeface="Lato Light"/>
                <a:cs typeface="Lato Light"/>
              </a:rPr>
              <a:t>Slides</a:t>
            </a:r>
            <a:endParaRPr lang="id-ID" sz="1200" dirty="0">
              <a:solidFill>
                <a:srgbClr val="445469"/>
              </a:solidFill>
              <a:latin typeface="Lato Light"/>
              <a:cs typeface="Lato Light"/>
            </a:endParaRPr>
          </a:p>
        </p:txBody>
      </p:sp>
    </p:spTree>
    <p:extLst>
      <p:ext uri="{BB962C8B-B14F-4D97-AF65-F5344CB8AC3E}">
        <p14:creationId xmlns:p14="http://schemas.microsoft.com/office/powerpoint/2010/main" val="150716352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471.xml><?xml version="1.0" encoding="utf-8"?>
<p:sldLayout xmlns:a="http://schemas.openxmlformats.org/drawingml/2006/main" xmlns:r="http://schemas.openxmlformats.org/officeDocument/2006/relationships" xmlns:p="http://schemas.openxmlformats.org/presentationml/2006/main" userDrawn="1">
  <p:cSld name="About Us">
    <p:spTree>
      <p:nvGrpSpPr>
        <p:cNvPr id="1" name=""/>
        <p:cNvGrpSpPr/>
        <p:nvPr/>
      </p:nvGrpSpPr>
      <p:grpSpPr>
        <a:xfrm>
          <a:off x="0" y="0"/>
          <a:ext cx="0" cy="0"/>
          <a:chOff x="0" y="0"/>
          <a:chExt cx="0" cy="0"/>
        </a:xfrm>
      </p:grpSpPr>
      <p:sp>
        <p:nvSpPr>
          <p:cNvPr id="9" name="Picture Placeholder 8"/>
          <p:cNvSpPr>
            <a:spLocks noGrp="1" noChangeAspect="1"/>
          </p:cNvSpPr>
          <p:nvPr>
            <p:ph type="pic" sz="quarter" idx="10"/>
          </p:nvPr>
        </p:nvSpPr>
        <p:spPr>
          <a:xfrm>
            <a:off x="0" y="1520483"/>
            <a:ext cx="12192000" cy="2838449"/>
          </a:xfrm>
        </p:spPr>
        <p:txBody>
          <a:bodyPr>
            <a:normAutofit/>
          </a:bodyPr>
          <a:lstStyle>
            <a:lvl1pPr marL="0" indent="0">
              <a:buNone/>
              <a:defRPr sz="2100">
                <a:solidFill>
                  <a:schemeClr val="bg1">
                    <a:lumMod val="75000"/>
                  </a:schemeClr>
                </a:solidFill>
              </a:defRPr>
            </a:lvl1pPr>
          </a:lstStyle>
          <a:p>
            <a:endParaRPr lang="en-US" dirty="0"/>
          </a:p>
        </p:txBody>
      </p:sp>
      <p:grpSp>
        <p:nvGrpSpPr>
          <p:cNvPr id="6" name="Group 5"/>
          <p:cNvGrpSpPr/>
          <p:nvPr userDrawn="1"/>
        </p:nvGrpSpPr>
        <p:grpSpPr>
          <a:xfrm>
            <a:off x="11517842" y="273543"/>
            <a:ext cx="461915" cy="413370"/>
            <a:chOff x="23051965" y="547086"/>
            <a:chExt cx="923589" cy="826739"/>
          </a:xfrm>
        </p:grpSpPr>
        <p:sp>
          <p:nvSpPr>
            <p:cNvPr id="7" name="Rectangle 6"/>
            <p:cNvSpPr/>
            <p:nvPr userDrawn="1"/>
          </p:nvSpPr>
          <p:spPr>
            <a:xfrm>
              <a:off x="23051965" y="547086"/>
              <a:ext cx="923589" cy="73529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10" name="Rectangle 9"/>
            <p:cNvSpPr/>
            <p:nvPr userDrawn="1"/>
          </p:nvSpPr>
          <p:spPr>
            <a:xfrm>
              <a:off x="23051965" y="12823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11" name="Rectangle 10"/>
            <p:cNvSpPr/>
            <p:nvPr userDrawn="1"/>
          </p:nvSpPr>
          <p:spPr>
            <a:xfrm>
              <a:off x="23051965" y="11978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grpSp>
      <p:sp>
        <p:nvSpPr>
          <p:cNvPr id="14" name="TextBox 13"/>
          <p:cNvSpPr txBox="1"/>
          <p:nvPr userDrawn="1"/>
        </p:nvSpPr>
        <p:spPr>
          <a:xfrm>
            <a:off x="11553914" y="303535"/>
            <a:ext cx="389779" cy="292351"/>
          </a:xfrm>
          <a:prstGeom prst="rect">
            <a:avLst/>
          </a:prstGeom>
          <a:noFill/>
        </p:spPr>
        <p:txBody>
          <a:bodyPr wrap="none" lIns="91404" tIns="45702" rIns="91404" bIns="45702" rtlCol="0">
            <a:spAutoFit/>
          </a:bodyPr>
          <a:lstStyle/>
          <a:p>
            <a:pPr algn="ctr" defTabSz="914217" fontAlgn="auto">
              <a:spcBef>
                <a:spcPts val="0"/>
              </a:spcBef>
              <a:spcAft>
                <a:spcPts val="0"/>
              </a:spcAft>
            </a:pPr>
            <a:fld id="{260E2A6B-A809-4840-BF14-8648BC0BDF87}" type="slidenum">
              <a:rPr lang="id-ID" sz="1300" smtClean="0">
                <a:solidFill>
                  <a:prstClr val="white"/>
                </a:solidFill>
                <a:latin typeface="Lato Regular"/>
                <a:cs typeface="Lato Regular"/>
              </a:rPr>
              <a:pPr algn="ctr" defTabSz="914217" fontAlgn="auto">
                <a:spcBef>
                  <a:spcPts val="0"/>
                </a:spcBef>
                <a:spcAft>
                  <a:spcPts val="0"/>
                </a:spcAft>
              </a:pPr>
              <a:t>‹#›</a:t>
            </a:fld>
            <a:endParaRPr lang="id-ID" sz="1300" dirty="0">
              <a:solidFill>
                <a:prstClr val="white"/>
              </a:solidFill>
              <a:latin typeface="Lato Regular"/>
              <a:cs typeface="Lato Regular"/>
            </a:endParaRPr>
          </a:p>
        </p:txBody>
      </p:sp>
      <p:sp>
        <p:nvSpPr>
          <p:cNvPr id="15" name="Freeform 30"/>
          <p:cNvSpPr>
            <a:spLocks noChangeArrowheads="1"/>
          </p:cNvSpPr>
          <p:nvPr userDrawn="1"/>
        </p:nvSpPr>
        <p:spPr bwMode="auto">
          <a:xfrm>
            <a:off x="10931083" y="6481334"/>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6" name="Freeform 38"/>
          <p:cNvSpPr>
            <a:spLocks noChangeArrowheads="1"/>
          </p:cNvSpPr>
          <p:nvPr userDrawn="1"/>
        </p:nvSpPr>
        <p:spPr bwMode="auto">
          <a:xfrm>
            <a:off x="10981568" y="6519434"/>
            <a:ext cx="62548"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7" name="Freeform 30"/>
          <p:cNvSpPr>
            <a:spLocks noChangeArrowheads="1"/>
          </p:cNvSpPr>
          <p:nvPr userDrawn="1"/>
        </p:nvSpPr>
        <p:spPr bwMode="auto">
          <a:xfrm>
            <a:off x="11139160" y="6481115"/>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8" name="Freeform 38"/>
          <p:cNvSpPr>
            <a:spLocks noChangeArrowheads="1"/>
          </p:cNvSpPr>
          <p:nvPr userDrawn="1"/>
        </p:nvSpPr>
        <p:spPr bwMode="auto">
          <a:xfrm flipH="1">
            <a:off x="11185500" y="6519215"/>
            <a:ext cx="62219"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9" name="TextBox 18"/>
          <p:cNvSpPr txBox="1"/>
          <p:nvPr userDrawn="1"/>
        </p:nvSpPr>
        <p:spPr>
          <a:xfrm>
            <a:off x="812902" y="6417211"/>
            <a:ext cx="1828025" cy="276999"/>
          </a:xfrm>
          <a:prstGeom prst="rect">
            <a:avLst/>
          </a:prstGeom>
          <a:noFill/>
        </p:spPr>
        <p:txBody>
          <a:bodyPr wrap="square" rtlCol="0">
            <a:spAutoFit/>
          </a:bodyPr>
          <a:lstStyle/>
          <a:p>
            <a:pPr defTabSz="914217" fontAlgn="auto">
              <a:spcBef>
                <a:spcPts val="0"/>
              </a:spcBef>
              <a:spcAft>
                <a:spcPts val="0"/>
              </a:spcAft>
            </a:pPr>
            <a:r>
              <a:rPr lang="id-ID" sz="1200" b="1" dirty="0" smtClean="0">
                <a:solidFill>
                  <a:srgbClr val="445469"/>
                </a:solidFill>
                <a:latin typeface="Lato Regular"/>
                <a:cs typeface="Lato Regular"/>
              </a:rPr>
              <a:t>Impresario </a:t>
            </a:r>
            <a:r>
              <a:rPr lang="id-ID" sz="1200" dirty="0" smtClean="0">
                <a:solidFill>
                  <a:srgbClr val="445469"/>
                </a:solidFill>
                <a:latin typeface="Lato Light"/>
                <a:cs typeface="Lato Light"/>
              </a:rPr>
              <a:t>Slides</a:t>
            </a:r>
            <a:endParaRPr lang="id-ID" sz="1200" dirty="0">
              <a:solidFill>
                <a:srgbClr val="445469"/>
              </a:solidFill>
              <a:latin typeface="Lato Light"/>
              <a:cs typeface="Lato Light"/>
            </a:endParaRPr>
          </a:p>
        </p:txBody>
      </p:sp>
    </p:spTree>
    <p:extLst>
      <p:ext uri="{BB962C8B-B14F-4D97-AF65-F5344CB8AC3E}">
        <p14:creationId xmlns:p14="http://schemas.microsoft.com/office/powerpoint/2010/main" val="64746862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472.xml><?xml version="1.0" encoding="utf-8"?>
<p:sldLayout xmlns:a="http://schemas.openxmlformats.org/drawingml/2006/main" xmlns:r="http://schemas.openxmlformats.org/officeDocument/2006/relationships" xmlns:p="http://schemas.openxmlformats.org/presentationml/2006/main" userDrawn="1">
  <p:cSld name="Our Objectives 2">
    <p:spTree>
      <p:nvGrpSpPr>
        <p:cNvPr id="1" name=""/>
        <p:cNvGrpSpPr/>
        <p:nvPr/>
      </p:nvGrpSpPr>
      <p:grpSpPr>
        <a:xfrm>
          <a:off x="0" y="0"/>
          <a:ext cx="0" cy="0"/>
          <a:chOff x="0" y="0"/>
          <a:chExt cx="0" cy="0"/>
        </a:xfrm>
      </p:grpSpPr>
      <p:sp>
        <p:nvSpPr>
          <p:cNvPr id="11" name="Picture Placeholder 22"/>
          <p:cNvSpPr>
            <a:spLocks noGrp="1" noChangeAspect="1"/>
          </p:cNvSpPr>
          <p:nvPr>
            <p:ph type="pic" sz="quarter" idx="13"/>
          </p:nvPr>
        </p:nvSpPr>
        <p:spPr>
          <a:xfrm>
            <a:off x="0" y="0"/>
            <a:ext cx="5954186" cy="6858000"/>
          </a:xfrm>
        </p:spPr>
        <p:txBody>
          <a:bodyPr>
            <a:normAutofit/>
          </a:bodyPr>
          <a:lstStyle>
            <a:lvl1pPr marL="0" indent="0">
              <a:buNone/>
              <a:defRPr sz="1600">
                <a:latin typeface="Raleway Light"/>
                <a:cs typeface="Raleway Light"/>
              </a:defRPr>
            </a:lvl1pPr>
          </a:lstStyle>
          <a:p>
            <a:endParaRPr lang="id-ID" dirty="0"/>
          </a:p>
        </p:txBody>
      </p:sp>
      <p:grpSp>
        <p:nvGrpSpPr>
          <p:cNvPr id="5" name="Group 4"/>
          <p:cNvGrpSpPr/>
          <p:nvPr userDrawn="1"/>
        </p:nvGrpSpPr>
        <p:grpSpPr>
          <a:xfrm>
            <a:off x="11517842" y="273543"/>
            <a:ext cx="461915" cy="413370"/>
            <a:chOff x="23051965" y="547086"/>
            <a:chExt cx="923589" cy="826739"/>
          </a:xfrm>
        </p:grpSpPr>
        <p:sp>
          <p:nvSpPr>
            <p:cNvPr id="6" name="Rectangle 5"/>
            <p:cNvSpPr/>
            <p:nvPr userDrawn="1"/>
          </p:nvSpPr>
          <p:spPr>
            <a:xfrm>
              <a:off x="23051965" y="547086"/>
              <a:ext cx="923589" cy="73529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7" name="Rectangle 6"/>
            <p:cNvSpPr/>
            <p:nvPr userDrawn="1"/>
          </p:nvSpPr>
          <p:spPr>
            <a:xfrm>
              <a:off x="23051965" y="12823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8" name="Rectangle 7"/>
            <p:cNvSpPr/>
            <p:nvPr userDrawn="1"/>
          </p:nvSpPr>
          <p:spPr>
            <a:xfrm>
              <a:off x="23051965" y="11978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grpSp>
      <p:sp>
        <p:nvSpPr>
          <p:cNvPr id="9" name="TextBox 8"/>
          <p:cNvSpPr txBox="1"/>
          <p:nvPr userDrawn="1"/>
        </p:nvSpPr>
        <p:spPr>
          <a:xfrm>
            <a:off x="11553914" y="303535"/>
            <a:ext cx="389779" cy="292351"/>
          </a:xfrm>
          <a:prstGeom prst="rect">
            <a:avLst/>
          </a:prstGeom>
          <a:noFill/>
        </p:spPr>
        <p:txBody>
          <a:bodyPr wrap="none" lIns="91404" tIns="45702" rIns="91404" bIns="45702" rtlCol="0">
            <a:spAutoFit/>
          </a:bodyPr>
          <a:lstStyle/>
          <a:p>
            <a:pPr algn="ctr" defTabSz="914217" fontAlgn="auto">
              <a:spcBef>
                <a:spcPts val="0"/>
              </a:spcBef>
              <a:spcAft>
                <a:spcPts val="0"/>
              </a:spcAft>
            </a:pPr>
            <a:fld id="{260E2A6B-A809-4840-BF14-8648BC0BDF87}" type="slidenum">
              <a:rPr lang="id-ID" sz="1300" smtClean="0">
                <a:solidFill>
                  <a:prstClr val="white"/>
                </a:solidFill>
                <a:latin typeface="Lato Regular"/>
                <a:cs typeface="Lato Regular"/>
              </a:rPr>
              <a:pPr algn="ctr" defTabSz="914217" fontAlgn="auto">
                <a:spcBef>
                  <a:spcPts val="0"/>
                </a:spcBef>
                <a:spcAft>
                  <a:spcPts val="0"/>
                </a:spcAft>
              </a:pPr>
              <a:t>‹#›</a:t>
            </a:fld>
            <a:endParaRPr lang="id-ID" sz="1300" dirty="0">
              <a:solidFill>
                <a:prstClr val="white"/>
              </a:solidFill>
              <a:latin typeface="Lato Regular"/>
              <a:cs typeface="Lato Regular"/>
            </a:endParaRPr>
          </a:p>
        </p:txBody>
      </p:sp>
      <p:sp>
        <p:nvSpPr>
          <p:cNvPr id="13" name="Freeform 30"/>
          <p:cNvSpPr>
            <a:spLocks noChangeArrowheads="1"/>
          </p:cNvSpPr>
          <p:nvPr userDrawn="1"/>
        </p:nvSpPr>
        <p:spPr bwMode="auto">
          <a:xfrm>
            <a:off x="10931083" y="6481334"/>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4" name="Freeform 38"/>
          <p:cNvSpPr>
            <a:spLocks noChangeArrowheads="1"/>
          </p:cNvSpPr>
          <p:nvPr userDrawn="1"/>
        </p:nvSpPr>
        <p:spPr bwMode="auto">
          <a:xfrm>
            <a:off x="10981568" y="6519434"/>
            <a:ext cx="62548"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5" name="Freeform 30"/>
          <p:cNvSpPr>
            <a:spLocks noChangeArrowheads="1"/>
          </p:cNvSpPr>
          <p:nvPr userDrawn="1"/>
        </p:nvSpPr>
        <p:spPr bwMode="auto">
          <a:xfrm>
            <a:off x="11139160" y="6481115"/>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6" name="Freeform 38"/>
          <p:cNvSpPr>
            <a:spLocks noChangeArrowheads="1"/>
          </p:cNvSpPr>
          <p:nvPr userDrawn="1"/>
        </p:nvSpPr>
        <p:spPr bwMode="auto">
          <a:xfrm flipH="1">
            <a:off x="11185500" y="6519215"/>
            <a:ext cx="62219"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Tree>
    <p:extLst>
      <p:ext uri="{BB962C8B-B14F-4D97-AF65-F5344CB8AC3E}">
        <p14:creationId xmlns:p14="http://schemas.microsoft.com/office/powerpoint/2010/main" val="300625712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473.xml><?xml version="1.0" encoding="utf-8"?>
<p:sldLayout xmlns:a="http://schemas.openxmlformats.org/drawingml/2006/main" xmlns:r="http://schemas.openxmlformats.org/officeDocument/2006/relationships" xmlns:p="http://schemas.openxmlformats.org/presentationml/2006/main" userDrawn="1">
  <p:cSld name="03_app">
    <p:spTree>
      <p:nvGrpSpPr>
        <p:cNvPr id="1" name=""/>
        <p:cNvGrpSpPr/>
        <p:nvPr/>
      </p:nvGrpSpPr>
      <p:grpSpPr>
        <a:xfrm>
          <a:off x="0" y="0"/>
          <a:ext cx="0" cy="0"/>
          <a:chOff x="0" y="0"/>
          <a:chExt cx="0" cy="0"/>
        </a:xfrm>
      </p:grpSpPr>
      <p:sp>
        <p:nvSpPr>
          <p:cNvPr id="27" name="Picture Placeholder 2"/>
          <p:cNvSpPr>
            <a:spLocks noGrp="1" noChangeAspect="1"/>
          </p:cNvSpPr>
          <p:nvPr>
            <p:ph type="pic" sz="quarter" idx="13"/>
          </p:nvPr>
        </p:nvSpPr>
        <p:spPr>
          <a:xfrm>
            <a:off x="-3" y="-1"/>
            <a:ext cx="12192001" cy="3230218"/>
          </a:xfrm>
        </p:spPr>
        <p:txBody>
          <a:bodyPr rtlCol="0">
            <a:normAutofit/>
          </a:bodyPr>
          <a:lstStyle>
            <a:lvl1pPr marL="0" indent="0">
              <a:buNone/>
              <a:defRPr sz="1000">
                <a:latin typeface="Raleway Light"/>
                <a:cs typeface="Raleway Light"/>
              </a:defRPr>
            </a:lvl1pPr>
          </a:lstStyle>
          <a:p>
            <a:pPr lvl="0"/>
            <a:endParaRPr lang="en-US" noProof="0" dirty="0"/>
          </a:p>
        </p:txBody>
      </p:sp>
      <p:sp>
        <p:nvSpPr>
          <p:cNvPr id="3" name="Picture Placeholder 2"/>
          <p:cNvSpPr>
            <a:spLocks noGrp="1" noChangeAspect="1"/>
          </p:cNvSpPr>
          <p:nvPr>
            <p:ph type="pic" sz="quarter" idx="10"/>
          </p:nvPr>
        </p:nvSpPr>
        <p:spPr>
          <a:xfrm>
            <a:off x="997398" y="1188270"/>
            <a:ext cx="752671" cy="2139950"/>
          </a:xfrm>
        </p:spPr>
        <p:txBody>
          <a:bodyPr rtlCol="0">
            <a:normAutofit/>
          </a:bodyPr>
          <a:lstStyle>
            <a:lvl1pPr marL="0" indent="0">
              <a:buNone/>
              <a:defRPr sz="1000">
                <a:latin typeface="Raleway Light"/>
                <a:cs typeface="Raleway Light"/>
              </a:defRPr>
            </a:lvl1pPr>
          </a:lstStyle>
          <a:p>
            <a:pPr lvl="0"/>
            <a:endParaRPr lang="en-US" noProof="0" dirty="0"/>
          </a:p>
        </p:txBody>
      </p:sp>
      <p:sp>
        <p:nvSpPr>
          <p:cNvPr id="32" name="Picture Placeholder 2"/>
          <p:cNvSpPr>
            <a:spLocks noGrp="1" noChangeAspect="1"/>
          </p:cNvSpPr>
          <p:nvPr>
            <p:ph type="pic" sz="quarter" idx="12"/>
          </p:nvPr>
        </p:nvSpPr>
        <p:spPr>
          <a:xfrm>
            <a:off x="3573307" y="1188270"/>
            <a:ext cx="803171" cy="2133600"/>
          </a:xfrm>
        </p:spPr>
        <p:txBody>
          <a:bodyPr rtlCol="0">
            <a:normAutofit/>
          </a:bodyPr>
          <a:lstStyle>
            <a:lvl1pPr marL="0" indent="0">
              <a:buNone/>
              <a:defRPr sz="1000">
                <a:latin typeface="Raleway Light"/>
                <a:cs typeface="Raleway Light"/>
              </a:defRPr>
            </a:lvl1pPr>
          </a:lstStyle>
          <a:p>
            <a:pPr lvl="0"/>
            <a:endParaRPr lang="en-US" noProof="0" dirty="0"/>
          </a:p>
        </p:txBody>
      </p:sp>
      <p:sp>
        <p:nvSpPr>
          <p:cNvPr id="31" name="Picture Placeholder 2"/>
          <p:cNvSpPr>
            <a:spLocks noGrp="1" noChangeAspect="1"/>
          </p:cNvSpPr>
          <p:nvPr>
            <p:ph type="pic" sz="quarter" idx="11"/>
          </p:nvPr>
        </p:nvSpPr>
        <p:spPr>
          <a:xfrm>
            <a:off x="1903613" y="966020"/>
            <a:ext cx="1558227" cy="2755900"/>
          </a:xfrm>
        </p:spPr>
        <p:txBody>
          <a:bodyPr rtlCol="0">
            <a:normAutofit/>
          </a:bodyPr>
          <a:lstStyle>
            <a:lvl1pPr marL="0" indent="0">
              <a:buNone/>
              <a:defRPr sz="1000">
                <a:latin typeface="Raleway Light"/>
                <a:cs typeface="Raleway Light"/>
              </a:defRPr>
            </a:lvl1pPr>
          </a:lstStyle>
          <a:p>
            <a:pPr lvl="0"/>
            <a:endParaRPr lang="en-US" noProof="0" dirty="0"/>
          </a:p>
        </p:txBody>
      </p:sp>
      <p:sp>
        <p:nvSpPr>
          <p:cNvPr id="13" name="Freeform 30"/>
          <p:cNvSpPr>
            <a:spLocks noChangeArrowheads="1"/>
          </p:cNvSpPr>
          <p:nvPr userDrawn="1"/>
        </p:nvSpPr>
        <p:spPr bwMode="auto">
          <a:xfrm>
            <a:off x="10931083" y="6481334"/>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4" name="Freeform 38"/>
          <p:cNvSpPr>
            <a:spLocks noChangeArrowheads="1"/>
          </p:cNvSpPr>
          <p:nvPr userDrawn="1"/>
        </p:nvSpPr>
        <p:spPr bwMode="auto">
          <a:xfrm>
            <a:off x="10981568" y="6519434"/>
            <a:ext cx="62548"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5" name="Freeform 30"/>
          <p:cNvSpPr>
            <a:spLocks noChangeArrowheads="1"/>
          </p:cNvSpPr>
          <p:nvPr userDrawn="1"/>
        </p:nvSpPr>
        <p:spPr bwMode="auto">
          <a:xfrm>
            <a:off x="11139160" y="6481115"/>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6" name="Freeform 38"/>
          <p:cNvSpPr>
            <a:spLocks noChangeArrowheads="1"/>
          </p:cNvSpPr>
          <p:nvPr userDrawn="1"/>
        </p:nvSpPr>
        <p:spPr bwMode="auto">
          <a:xfrm flipH="1">
            <a:off x="11185500" y="6519215"/>
            <a:ext cx="62219"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7" name="TextBox 16"/>
          <p:cNvSpPr txBox="1"/>
          <p:nvPr userDrawn="1"/>
        </p:nvSpPr>
        <p:spPr>
          <a:xfrm>
            <a:off x="812902" y="6417211"/>
            <a:ext cx="1828025" cy="276999"/>
          </a:xfrm>
          <a:prstGeom prst="rect">
            <a:avLst/>
          </a:prstGeom>
          <a:noFill/>
        </p:spPr>
        <p:txBody>
          <a:bodyPr wrap="square" rtlCol="0">
            <a:spAutoFit/>
          </a:bodyPr>
          <a:lstStyle/>
          <a:p>
            <a:pPr defTabSz="914217" fontAlgn="auto">
              <a:spcBef>
                <a:spcPts val="0"/>
              </a:spcBef>
              <a:spcAft>
                <a:spcPts val="0"/>
              </a:spcAft>
            </a:pPr>
            <a:r>
              <a:rPr lang="id-ID" sz="1200" b="1" dirty="0" smtClean="0">
                <a:solidFill>
                  <a:srgbClr val="445469"/>
                </a:solidFill>
                <a:latin typeface="Lato Regular"/>
                <a:cs typeface="Lato Regular"/>
              </a:rPr>
              <a:t>Impresario </a:t>
            </a:r>
            <a:r>
              <a:rPr lang="id-ID" sz="1200" dirty="0" smtClean="0">
                <a:solidFill>
                  <a:srgbClr val="445469"/>
                </a:solidFill>
                <a:latin typeface="Lato Light"/>
                <a:cs typeface="Lato Light"/>
              </a:rPr>
              <a:t>Slides</a:t>
            </a:r>
            <a:endParaRPr lang="id-ID" sz="1200" dirty="0">
              <a:solidFill>
                <a:srgbClr val="445469"/>
              </a:solidFill>
              <a:latin typeface="Lato Light"/>
              <a:cs typeface="Lato Light"/>
            </a:endParaRPr>
          </a:p>
        </p:txBody>
      </p:sp>
    </p:spTree>
    <p:extLst>
      <p:ext uri="{BB962C8B-B14F-4D97-AF65-F5344CB8AC3E}">
        <p14:creationId xmlns:p14="http://schemas.microsoft.com/office/powerpoint/2010/main" val="357137953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474.xml><?xml version="1.0" encoding="utf-8"?>
<p:sldLayout xmlns:a="http://schemas.openxmlformats.org/drawingml/2006/main" xmlns:r="http://schemas.openxmlformats.org/officeDocument/2006/relationships" xmlns:p="http://schemas.openxmlformats.org/presentationml/2006/main" userDrawn="1">
  <p:cSld name="3_Meet_the_team">
    <p:spTree>
      <p:nvGrpSpPr>
        <p:cNvPr id="1" name=""/>
        <p:cNvGrpSpPr/>
        <p:nvPr/>
      </p:nvGrpSpPr>
      <p:grpSpPr>
        <a:xfrm>
          <a:off x="0" y="0"/>
          <a:ext cx="0" cy="0"/>
          <a:chOff x="0" y="0"/>
          <a:chExt cx="0" cy="0"/>
        </a:xfrm>
      </p:grpSpPr>
      <p:sp>
        <p:nvSpPr>
          <p:cNvPr id="5" name="Picture Placeholder 22"/>
          <p:cNvSpPr>
            <a:spLocks noGrp="1" noChangeAspect="1"/>
          </p:cNvSpPr>
          <p:nvPr>
            <p:ph type="pic" sz="quarter" idx="14"/>
          </p:nvPr>
        </p:nvSpPr>
        <p:spPr>
          <a:xfrm>
            <a:off x="988484" y="1821007"/>
            <a:ext cx="1822449" cy="1824566"/>
          </a:xfrm>
        </p:spPr>
        <p:txBody>
          <a:bodyPr>
            <a:normAutofit/>
          </a:bodyPr>
          <a:lstStyle>
            <a:lvl1pPr marL="0" indent="0">
              <a:buNone/>
              <a:defRPr sz="1600">
                <a:solidFill>
                  <a:schemeClr val="bg1"/>
                </a:solidFill>
                <a:latin typeface="Lato Light"/>
                <a:cs typeface="Lato Light"/>
              </a:defRPr>
            </a:lvl1pPr>
          </a:lstStyle>
          <a:p>
            <a:endParaRPr lang="id-ID" dirty="0"/>
          </a:p>
        </p:txBody>
      </p:sp>
      <p:grpSp>
        <p:nvGrpSpPr>
          <p:cNvPr id="6" name="Group 5"/>
          <p:cNvGrpSpPr/>
          <p:nvPr userDrawn="1"/>
        </p:nvGrpSpPr>
        <p:grpSpPr>
          <a:xfrm>
            <a:off x="11517842" y="273543"/>
            <a:ext cx="461915" cy="413370"/>
            <a:chOff x="23051965" y="547086"/>
            <a:chExt cx="923589" cy="826739"/>
          </a:xfrm>
        </p:grpSpPr>
        <p:sp>
          <p:nvSpPr>
            <p:cNvPr id="7" name="Rectangle 6"/>
            <p:cNvSpPr/>
            <p:nvPr userDrawn="1"/>
          </p:nvSpPr>
          <p:spPr>
            <a:xfrm>
              <a:off x="23051965" y="547086"/>
              <a:ext cx="923589" cy="73529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8" name="Rectangle 7"/>
            <p:cNvSpPr/>
            <p:nvPr userDrawn="1"/>
          </p:nvSpPr>
          <p:spPr>
            <a:xfrm>
              <a:off x="23051965" y="12823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9" name="Rectangle 8"/>
            <p:cNvSpPr/>
            <p:nvPr userDrawn="1"/>
          </p:nvSpPr>
          <p:spPr>
            <a:xfrm>
              <a:off x="23051965" y="11978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grpSp>
      <p:sp>
        <p:nvSpPr>
          <p:cNvPr id="10" name="TextBox 9"/>
          <p:cNvSpPr txBox="1"/>
          <p:nvPr userDrawn="1"/>
        </p:nvSpPr>
        <p:spPr>
          <a:xfrm>
            <a:off x="11553914" y="303535"/>
            <a:ext cx="389779" cy="292351"/>
          </a:xfrm>
          <a:prstGeom prst="rect">
            <a:avLst/>
          </a:prstGeom>
          <a:noFill/>
        </p:spPr>
        <p:txBody>
          <a:bodyPr wrap="none" lIns="91404" tIns="45702" rIns="91404" bIns="45702" rtlCol="0">
            <a:spAutoFit/>
          </a:bodyPr>
          <a:lstStyle/>
          <a:p>
            <a:pPr algn="ctr" defTabSz="914217" fontAlgn="auto">
              <a:spcBef>
                <a:spcPts val="0"/>
              </a:spcBef>
              <a:spcAft>
                <a:spcPts val="0"/>
              </a:spcAft>
            </a:pPr>
            <a:fld id="{260E2A6B-A809-4840-BF14-8648BC0BDF87}" type="slidenum">
              <a:rPr lang="id-ID" sz="1300" smtClean="0">
                <a:solidFill>
                  <a:prstClr val="white"/>
                </a:solidFill>
                <a:latin typeface="Lato Regular"/>
                <a:cs typeface="Lato Regular"/>
              </a:rPr>
              <a:pPr algn="ctr" defTabSz="914217" fontAlgn="auto">
                <a:spcBef>
                  <a:spcPts val="0"/>
                </a:spcBef>
                <a:spcAft>
                  <a:spcPts val="0"/>
                </a:spcAft>
              </a:pPr>
              <a:t>‹#›</a:t>
            </a:fld>
            <a:endParaRPr lang="id-ID" sz="1300" dirty="0">
              <a:solidFill>
                <a:prstClr val="white"/>
              </a:solidFill>
              <a:latin typeface="Lato Regular"/>
              <a:cs typeface="Lato Regular"/>
            </a:endParaRPr>
          </a:p>
        </p:txBody>
      </p:sp>
      <p:sp>
        <p:nvSpPr>
          <p:cNvPr id="14" name="Freeform 30"/>
          <p:cNvSpPr>
            <a:spLocks noChangeArrowheads="1"/>
          </p:cNvSpPr>
          <p:nvPr userDrawn="1"/>
        </p:nvSpPr>
        <p:spPr bwMode="auto">
          <a:xfrm>
            <a:off x="10931083" y="6481334"/>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5" name="Freeform 38"/>
          <p:cNvSpPr>
            <a:spLocks noChangeArrowheads="1"/>
          </p:cNvSpPr>
          <p:nvPr userDrawn="1"/>
        </p:nvSpPr>
        <p:spPr bwMode="auto">
          <a:xfrm>
            <a:off x="10981568" y="6519434"/>
            <a:ext cx="62548"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6" name="Freeform 30"/>
          <p:cNvSpPr>
            <a:spLocks noChangeArrowheads="1"/>
          </p:cNvSpPr>
          <p:nvPr userDrawn="1"/>
        </p:nvSpPr>
        <p:spPr bwMode="auto">
          <a:xfrm>
            <a:off x="11139160" y="6481115"/>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7" name="Freeform 38"/>
          <p:cNvSpPr>
            <a:spLocks noChangeArrowheads="1"/>
          </p:cNvSpPr>
          <p:nvPr userDrawn="1"/>
        </p:nvSpPr>
        <p:spPr bwMode="auto">
          <a:xfrm flipH="1">
            <a:off x="11185500" y="6519215"/>
            <a:ext cx="62219"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8" name="TextBox 17"/>
          <p:cNvSpPr txBox="1"/>
          <p:nvPr userDrawn="1"/>
        </p:nvSpPr>
        <p:spPr>
          <a:xfrm>
            <a:off x="812902" y="6417211"/>
            <a:ext cx="1828025" cy="276999"/>
          </a:xfrm>
          <a:prstGeom prst="rect">
            <a:avLst/>
          </a:prstGeom>
          <a:noFill/>
        </p:spPr>
        <p:txBody>
          <a:bodyPr wrap="square" rtlCol="0">
            <a:spAutoFit/>
          </a:bodyPr>
          <a:lstStyle/>
          <a:p>
            <a:pPr defTabSz="914217" fontAlgn="auto">
              <a:spcBef>
                <a:spcPts val="0"/>
              </a:spcBef>
              <a:spcAft>
                <a:spcPts val="0"/>
              </a:spcAft>
            </a:pPr>
            <a:r>
              <a:rPr lang="id-ID" sz="1200" b="1" dirty="0" smtClean="0">
                <a:solidFill>
                  <a:srgbClr val="445469"/>
                </a:solidFill>
                <a:latin typeface="Lato Regular"/>
                <a:cs typeface="Lato Regular"/>
              </a:rPr>
              <a:t>Impresario </a:t>
            </a:r>
            <a:r>
              <a:rPr lang="id-ID" sz="1200" dirty="0" smtClean="0">
                <a:solidFill>
                  <a:srgbClr val="445469"/>
                </a:solidFill>
                <a:latin typeface="Lato Light"/>
                <a:cs typeface="Lato Light"/>
              </a:rPr>
              <a:t>Slides</a:t>
            </a:r>
            <a:endParaRPr lang="id-ID" sz="1200" dirty="0">
              <a:solidFill>
                <a:srgbClr val="445469"/>
              </a:solidFill>
              <a:latin typeface="Lato Light"/>
              <a:cs typeface="Lato Light"/>
            </a:endParaRPr>
          </a:p>
        </p:txBody>
      </p:sp>
    </p:spTree>
    <p:extLst>
      <p:ext uri="{BB962C8B-B14F-4D97-AF65-F5344CB8AC3E}">
        <p14:creationId xmlns:p14="http://schemas.microsoft.com/office/powerpoint/2010/main" val="33560878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475.xml><?xml version="1.0" encoding="utf-8"?>
<p:sldLayout xmlns:a="http://schemas.openxmlformats.org/drawingml/2006/main" xmlns:r="http://schemas.openxmlformats.org/officeDocument/2006/relationships" xmlns:p="http://schemas.openxmlformats.org/presentationml/2006/main" userDrawn="1">
  <p:cSld name="Three Team">
    <p:spTree>
      <p:nvGrpSpPr>
        <p:cNvPr id="1" name=""/>
        <p:cNvGrpSpPr/>
        <p:nvPr/>
      </p:nvGrpSpPr>
      <p:grpSpPr>
        <a:xfrm>
          <a:off x="0" y="0"/>
          <a:ext cx="0" cy="0"/>
          <a:chOff x="0" y="0"/>
          <a:chExt cx="0" cy="0"/>
        </a:xfrm>
      </p:grpSpPr>
      <p:sp>
        <p:nvSpPr>
          <p:cNvPr id="15" name="Picture Placeholder 14"/>
          <p:cNvSpPr>
            <a:spLocks noGrp="1" noChangeAspect="1"/>
          </p:cNvSpPr>
          <p:nvPr>
            <p:ph type="pic" sz="quarter" idx="10"/>
          </p:nvPr>
        </p:nvSpPr>
        <p:spPr>
          <a:xfrm>
            <a:off x="1198564" y="1779589"/>
            <a:ext cx="3206751" cy="3138488"/>
          </a:xfrm>
        </p:spPr>
        <p:txBody>
          <a:bodyPr>
            <a:normAutofit/>
          </a:bodyPr>
          <a:lstStyle>
            <a:lvl1pPr marL="0" indent="0">
              <a:buNone/>
              <a:defRPr sz="1600">
                <a:solidFill>
                  <a:schemeClr val="accent1"/>
                </a:solidFill>
              </a:defRPr>
            </a:lvl1pPr>
          </a:lstStyle>
          <a:p>
            <a:endParaRPr lang="id-ID" dirty="0"/>
          </a:p>
        </p:txBody>
      </p:sp>
      <p:sp>
        <p:nvSpPr>
          <p:cNvPr id="16" name="Picture Placeholder 14"/>
          <p:cNvSpPr>
            <a:spLocks noGrp="1" noChangeAspect="1"/>
          </p:cNvSpPr>
          <p:nvPr>
            <p:ph type="pic" sz="quarter" idx="11"/>
          </p:nvPr>
        </p:nvSpPr>
        <p:spPr>
          <a:xfrm>
            <a:off x="4500564" y="1779589"/>
            <a:ext cx="3206751" cy="3138488"/>
          </a:xfrm>
        </p:spPr>
        <p:txBody>
          <a:bodyPr>
            <a:normAutofit/>
          </a:bodyPr>
          <a:lstStyle>
            <a:lvl1pPr marL="0" indent="0">
              <a:buNone/>
              <a:defRPr sz="1600">
                <a:solidFill>
                  <a:schemeClr val="accent1"/>
                </a:solidFill>
              </a:defRPr>
            </a:lvl1pPr>
          </a:lstStyle>
          <a:p>
            <a:endParaRPr lang="id-ID" dirty="0"/>
          </a:p>
        </p:txBody>
      </p:sp>
      <p:sp>
        <p:nvSpPr>
          <p:cNvPr id="17" name="Picture Placeholder 14"/>
          <p:cNvSpPr>
            <a:spLocks noGrp="1" noChangeAspect="1"/>
          </p:cNvSpPr>
          <p:nvPr>
            <p:ph type="pic" sz="quarter" idx="12"/>
          </p:nvPr>
        </p:nvSpPr>
        <p:spPr>
          <a:xfrm>
            <a:off x="7815264" y="1784351"/>
            <a:ext cx="3206751" cy="3138488"/>
          </a:xfrm>
        </p:spPr>
        <p:txBody>
          <a:bodyPr>
            <a:normAutofit/>
          </a:bodyPr>
          <a:lstStyle>
            <a:lvl1pPr marL="0" indent="0">
              <a:buNone/>
              <a:defRPr sz="1600">
                <a:solidFill>
                  <a:schemeClr val="accent1"/>
                </a:solidFill>
              </a:defRPr>
            </a:lvl1pPr>
          </a:lstStyle>
          <a:p>
            <a:endParaRPr lang="id-ID" dirty="0"/>
          </a:p>
        </p:txBody>
      </p:sp>
      <p:grpSp>
        <p:nvGrpSpPr>
          <p:cNvPr id="8" name="Group 7"/>
          <p:cNvGrpSpPr/>
          <p:nvPr userDrawn="1"/>
        </p:nvGrpSpPr>
        <p:grpSpPr>
          <a:xfrm>
            <a:off x="11517842" y="273543"/>
            <a:ext cx="461915" cy="413370"/>
            <a:chOff x="23051965" y="547086"/>
            <a:chExt cx="923589" cy="826739"/>
          </a:xfrm>
        </p:grpSpPr>
        <p:sp>
          <p:nvSpPr>
            <p:cNvPr id="9" name="Rectangle 8"/>
            <p:cNvSpPr/>
            <p:nvPr userDrawn="1"/>
          </p:nvSpPr>
          <p:spPr>
            <a:xfrm>
              <a:off x="23051965" y="547086"/>
              <a:ext cx="923589" cy="73529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11" name="Rectangle 10"/>
            <p:cNvSpPr/>
            <p:nvPr userDrawn="1"/>
          </p:nvSpPr>
          <p:spPr>
            <a:xfrm>
              <a:off x="23051965" y="12823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12" name="Rectangle 11"/>
            <p:cNvSpPr/>
            <p:nvPr userDrawn="1"/>
          </p:nvSpPr>
          <p:spPr>
            <a:xfrm>
              <a:off x="23051965" y="11978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grpSp>
      <p:sp>
        <p:nvSpPr>
          <p:cNvPr id="18" name="TextBox 17"/>
          <p:cNvSpPr txBox="1"/>
          <p:nvPr userDrawn="1"/>
        </p:nvSpPr>
        <p:spPr>
          <a:xfrm>
            <a:off x="11553914" y="303535"/>
            <a:ext cx="389779" cy="292351"/>
          </a:xfrm>
          <a:prstGeom prst="rect">
            <a:avLst/>
          </a:prstGeom>
          <a:noFill/>
        </p:spPr>
        <p:txBody>
          <a:bodyPr wrap="none" lIns="91404" tIns="45702" rIns="91404" bIns="45702" rtlCol="0">
            <a:spAutoFit/>
          </a:bodyPr>
          <a:lstStyle/>
          <a:p>
            <a:pPr algn="ctr" defTabSz="914217" fontAlgn="auto">
              <a:spcBef>
                <a:spcPts val="0"/>
              </a:spcBef>
              <a:spcAft>
                <a:spcPts val="0"/>
              </a:spcAft>
            </a:pPr>
            <a:fld id="{260E2A6B-A809-4840-BF14-8648BC0BDF87}" type="slidenum">
              <a:rPr lang="id-ID" sz="1300" smtClean="0">
                <a:solidFill>
                  <a:prstClr val="white"/>
                </a:solidFill>
                <a:latin typeface="Lato Regular"/>
                <a:cs typeface="Lato Regular"/>
              </a:rPr>
              <a:pPr algn="ctr" defTabSz="914217" fontAlgn="auto">
                <a:spcBef>
                  <a:spcPts val="0"/>
                </a:spcBef>
                <a:spcAft>
                  <a:spcPts val="0"/>
                </a:spcAft>
              </a:pPr>
              <a:t>‹#›</a:t>
            </a:fld>
            <a:endParaRPr lang="id-ID" sz="1300" dirty="0">
              <a:solidFill>
                <a:prstClr val="white"/>
              </a:solidFill>
              <a:latin typeface="Lato Regular"/>
              <a:cs typeface="Lato Regular"/>
            </a:endParaRPr>
          </a:p>
        </p:txBody>
      </p:sp>
      <p:sp>
        <p:nvSpPr>
          <p:cNvPr id="19" name="Freeform 30"/>
          <p:cNvSpPr>
            <a:spLocks noChangeArrowheads="1"/>
          </p:cNvSpPr>
          <p:nvPr userDrawn="1"/>
        </p:nvSpPr>
        <p:spPr bwMode="auto">
          <a:xfrm>
            <a:off x="10931083" y="6481334"/>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20" name="Freeform 38"/>
          <p:cNvSpPr>
            <a:spLocks noChangeArrowheads="1"/>
          </p:cNvSpPr>
          <p:nvPr userDrawn="1"/>
        </p:nvSpPr>
        <p:spPr bwMode="auto">
          <a:xfrm>
            <a:off x="10981568" y="6519434"/>
            <a:ext cx="62548"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21" name="Freeform 30"/>
          <p:cNvSpPr>
            <a:spLocks noChangeArrowheads="1"/>
          </p:cNvSpPr>
          <p:nvPr userDrawn="1"/>
        </p:nvSpPr>
        <p:spPr bwMode="auto">
          <a:xfrm>
            <a:off x="11139160" y="6481115"/>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22" name="Freeform 38"/>
          <p:cNvSpPr>
            <a:spLocks noChangeArrowheads="1"/>
          </p:cNvSpPr>
          <p:nvPr userDrawn="1"/>
        </p:nvSpPr>
        <p:spPr bwMode="auto">
          <a:xfrm flipH="1">
            <a:off x="11185500" y="6519215"/>
            <a:ext cx="62219"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23" name="TextBox 22"/>
          <p:cNvSpPr txBox="1"/>
          <p:nvPr userDrawn="1"/>
        </p:nvSpPr>
        <p:spPr>
          <a:xfrm>
            <a:off x="812902" y="6417211"/>
            <a:ext cx="1828025" cy="276999"/>
          </a:xfrm>
          <a:prstGeom prst="rect">
            <a:avLst/>
          </a:prstGeom>
          <a:noFill/>
        </p:spPr>
        <p:txBody>
          <a:bodyPr wrap="square" rtlCol="0">
            <a:spAutoFit/>
          </a:bodyPr>
          <a:lstStyle/>
          <a:p>
            <a:pPr defTabSz="914217" fontAlgn="auto">
              <a:spcBef>
                <a:spcPts val="0"/>
              </a:spcBef>
              <a:spcAft>
                <a:spcPts val="0"/>
              </a:spcAft>
            </a:pPr>
            <a:r>
              <a:rPr lang="id-ID" sz="1200" b="1" dirty="0" smtClean="0">
                <a:solidFill>
                  <a:srgbClr val="445469"/>
                </a:solidFill>
                <a:latin typeface="Lato Regular"/>
                <a:cs typeface="Lato Regular"/>
              </a:rPr>
              <a:t>Impresario </a:t>
            </a:r>
            <a:r>
              <a:rPr lang="id-ID" sz="1200" dirty="0" smtClean="0">
                <a:solidFill>
                  <a:srgbClr val="445469"/>
                </a:solidFill>
                <a:latin typeface="Lato Light"/>
                <a:cs typeface="Lato Light"/>
              </a:rPr>
              <a:t>Slides</a:t>
            </a:r>
            <a:endParaRPr lang="id-ID" sz="1200" dirty="0">
              <a:solidFill>
                <a:srgbClr val="445469"/>
              </a:solidFill>
              <a:latin typeface="Lato Light"/>
              <a:cs typeface="Lato Light"/>
            </a:endParaRPr>
          </a:p>
        </p:txBody>
      </p:sp>
    </p:spTree>
    <p:extLst>
      <p:ext uri="{BB962C8B-B14F-4D97-AF65-F5344CB8AC3E}">
        <p14:creationId xmlns:p14="http://schemas.microsoft.com/office/powerpoint/2010/main" val="425531964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476.xml><?xml version="1.0" encoding="utf-8"?>
<p:sldLayout xmlns:a="http://schemas.openxmlformats.org/drawingml/2006/main" xmlns:r="http://schemas.openxmlformats.org/officeDocument/2006/relationships" xmlns:p="http://schemas.openxmlformats.org/presentationml/2006/main" userDrawn="1">
  <p:cSld name="support-team">
    <p:spTree>
      <p:nvGrpSpPr>
        <p:cNvPr id="1" name=""/>
        <p:cNvGrpSpPr/>
        <p:nvPr/>
      </p:nvGrpSpPr>
      <p:grpSpPr>
        <a:xfrm>
          <a:off x="0" y="0"/>
          <a:ext cx="0" cy="0"/>
          <a:chOff x="0" y="0"/>
          <a:chExt cx="0" cy="0"/>
        </a:xfrm>
      </p:grpSpPr>
      <p:sp>
        <p:nvSpPr>
          <p:cNvPr id="15" name="Picture Placeholder 13"/>
          <p:cNvSpPr>
            <a:spLocks noGrp="1" noChangeAspect="1"/>
          </p:cNvSpPr>
          <p:nvPr>
            <p:ph type="pic" sz="quarter" idx="13"/>
          </p:nvPr>
        </p:nvSpPr>
        <p:spPr>
          <a:xfrm>
            <a:off x="1255589" y="1692238"/>
            <a:ext cx="4030217" cy="3977969"/>
          </a:xfrm>
          <a:effectLst/>
        </p:spPr>
        <p:txBody>
          <a:bodyPr>
            <a:normAutofit/>
          </a:bodyPr>
          <a:lstStyle>
            <a:lvl1pPr marL="0" indent="0">
              <a:buNone/>
              <a:defRPr sz="2100">
                <a:ln>
                  <a:noFill/>
                </a:ln>
                <a:solidFill>
                  <a:schemeClr val="bg1">
                    <a:lumMod val="85000"/>
                  </a:schemeClr>
                </a:solidFill>
              </a:defRPr>
            </a:lvl1pPr>
          </a:lstStyle>
          <a:p>
            <a:endParaRPr lang="en-US" dirty="0"/>
          </a:p>
        </p:txBody>
      </p:sp>
      <p:grpSp>
        <p:nvGrpSpPr>
          <p:cNvPr id="6" name="Group 5"/>
          <p:cNvGrpSpPr/>
          <p:nvPr userDrawn="1"/>
        </p:nvGrpSpPr>
        <p:grpSpPr>
          <a:xfrm>
            <a:off x="11517842" y="273543"/>
            <a:ext cx="461915" cy="413370"/>
            <a:chOff x="23051965" y="547086"/>
            <a:chExt cx="923589" cy="826739"/>
          </a:xfrm>
        </p:grpSpPr>
        <p:sp>
          <p:nvSpPr>
            <p:cNvPr id="7" name="Rectangle 6"/>
            <p:cNvSpPr/>
            <p:nvPr userDrawn="1"/>
          </p:nvSpPr>
          <p:spPr>
            <a:xfrm>
              <a:off x="23051965" y="547086"/>
              <a:ext cx="923589" cy="73529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8" name="Rectangle 7"/>
            <p:cNvSpPr/>
            <p:nvPr userDrawn="1"/>
          </p:nvSpPr>
          <p:spPr>
            <a:xfrm>
              <a:off x="23051965" y="12823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9" name="Rectangle 8"/>
            <p:cNvSpPr/>
            <p:nvPr userDrawn="1"/>
          </p:nvSpPr>
          <p:spPr>
            <a:xfrm>
              <a:off x="23051965" y="11978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grpSp>
      <p:sp>
        <p:nvSpPr>
          <p:cNvPr id="10" name="TextBox 9"/>
          <p:cNvSpPr txBox="1"/>
          <p:nvPr userDrawn="1"/>
        </p:nvSpPr>
        <p:spPr>
          <a:xfrm>
            <a:off x="11553914" y="303535"/>
            <a:ext cx="389779" cy="292351"/>
          </a:xfrm>
          <a:prstGeom prst="rect">
            <a:avLst/>
          </a:prstGeom>
          <a:noFill/>
        </p:spPr>
        <p:txBody>
          <a:bodyPr wrap="none" lIns="91404" tIns="45702" rIns="91404" bIns="45702" rtlCol="0">
            <a:spAutoFit/>
          </a:bodyPr>
          <a:lstStyle/>
          <a:p>
            <a:pPr algn="ctr" defTabSz="914217" fontAlgn="auto">
              <a:spcBef>
                <a:spcPts val="0"/>
              </a:spcBef>
              <a:spcAft>
                <a:spcPts val="0"/>
              </a:spcAft>
            </a:pPr>
            <a:fld id="{260E2A6B-A809-4840-BF14-8648BC0BDF87}" type="slidenum">
              <a:rPr lang="id-ID" sz="1300" smtClean="0">
                <a:solidFill>
                  <a:prstClr val="white"/>
                </a:solidFill>
                <a:latin typeface="Lato Regular"/>
                <a:cs typeface="Lato Regular"/>
              </a:rPr>
              <a:pPr algn="ctr" defTabSz="914217" fontAlgn="auto">
                <a:spcBef>
                  <a:spcPts val="0"/>
                </a:spcBef>
                <a:spcAft>
                  <a:spcPts val="0"/>
                </a:spcAft>
              </a:pPr>
              <a:t>‹#›</a:t>
            </a:fld>
            <a:endParaRPr lang="id-ID" sz="1300" dirty="0">
              <a:solidFill>
                <a:prstClr val="white"/>
              </a:solidFill>
              <a:latin typeface="Lato Regular"/>
              <a:cs typeface="Lato Regular"/>
            </a:endParaRPr>
          </a:p>
        </p:txBody>
      </p:sp>
      <p:sp>
        <p:nvSpPr>
          <p:cNvPr id="14" name="Freeform 30"/>
          <p:cNvSpPr>
            <a:spLocks noChangeArrowheads="1"/>
          </p:cNvSpPr>
          <p:nvPr userDrawn="1"/>
        </p:nvSpPr>
        <p:spPr bwMode="auto">
          <a:xfrm>
            <a:off x="10931083" y="6481334"/>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6" name="Freeform 38"/>
          <p:cNvSpPr>
            <a:spLocks noChangeArrowheads="1"/>
          </p:cNvSpPr>
          <p:nvPr userDrawn="1"/>
        </p:nvSpPr>
        <p:spPr bwMode="auto">
          <a:xfrm>
            <a:off x="10981568" y="6519434"/>
            <a:ext cx="62548"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7" name="Freeform 30"/>
          <p:cNvSpPr>
            <a:spLocks noChangeArrowheads="1"/>
          </p:cNvSpPr>
          <p:nvPr userDrawn="1"/>
        </p:nvSpPr>
        <p:spPr bwMode="auto">
          <a:xfrm>
            <a:off x="11139160" y="6481115"/>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8" name="Freeform 38"/>
          <p:cNvSpPr>
            <a:spLocks noChangeArrowheads="1"/>
          </p:cNvSpPr>
          <p:nvPr userDrawn="1"/>
        </p:nvSpPr>
        <p:spPr bwMode="auto">
          <a:xfrm flipH="1">
            <a:off x="11185500" y="6519215"/>
            <a:ext cx="62219"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9" name="TextBox 18"/>
          <p:cNvSpPr txBox="1"/>
          <p:nvPr userDrawn="1"/>
        </p:nvSpPr>
        <p:spPr>
          <a:xfrm>
            <a:off x="812902" y="6417211"/>
            <a:ext cx="1828025" cy="276999"/>
          </a:xfrm>
          <a:prstGeom prst="rect">
            <a:avLst/>
          </a:prstGeom>
          <a:noFill/>
        </p:spPr>
        <p:txBody>
          <a:bodyPr wrap="square" rtlCol="0">
            <a:spAutoFit/>
          </a:bodyPr>
          <a:lstStyle/>
          <a:p>
            <a:pPr defTabSz="914217" fontAlgn="auto">
              <a:spcBef>
                <a:spcPts val="0"/>
              </a:spcBef>
              <a:spcAft>
                <a:spcPts val="0"/>
              </a:spcAft>
            </a:pPr>
            <a:r>
              <a:rPr lang="id-ID" sz="1200" b="1" dirty="0" smtClean="0">
                <a:solidFill>
                  <a:srgbClr val="445469"/>
                </a:solidFill>
                <a:latin typeface="Lato Regular"/>
                <a:cs typeface="Lato Regular"/>
              </a:rPr>
              <a:t>Impresario </a:t>
            </a:r>
            <a:r>
              <a:rPr lang="id-ID" sz="1200" dirty="0" smtClean="0">
                <a:solidFill>
                  <a:srgbClr val="445469"/>
                </a:solidFill>
                <a:latin typeface="Lato Light"/>
                <a:cs typeface="Lato Light"/>
              </a:rPr>
              <a:t>Slides</a:t>
            </a:r>
            <a:endParaRPr lang="id-ID" sz="1200" dirty="0">
              <a:solidFill>
                <a:srgbClr val="445469"/>
              </a:solidFill>
              <a:latin typeface="Lato Light"/>
              <a:cs typeface="Lato Light"/>
            </a:endParaRPr>
          </a:p>
        </p:txBody>
      </p:sp>
    </p:spTree>
    <p:extLst>
      <p:ext uri="{BB962C8B-B14F-4D97-AF65-F5344CB8AC3E}">
        <p14:creationId xmlns:p14="http://schemas.microsoft.com/office/powerpoint/2010/main" val="308608248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477.xml><?xml version="1.0" encoding="utf-8"?>
<p:sldLayout xmlns:a="http://schemas.openxmlformats.org/drawingml/2006/main" xmlns:r="http://schemas.openxmlformats.org/officeDocument/2006/relationships" xmlns:p="http://schemas.openxmlformats.org/presentationml/2006/main" userDrawn="1">
  <p:cSld name="porftfolio-1">
    <p:spTree>
      <p:nvGrpSpPr>
        <p:cNvPr id="1" name=""/>
        <p:cNvGrpSpPr/>
        <p:nvPr/>
      </p:nvGrpSpPr>
      <p:grpSpPr>
        <a:xfrm>
          <a:off x="0" y="0"/>
          <a:ext cx="0" cy="0"/>
          <a:chOff x="0" y="0"/>
          <a:chExt cx="0" cy="0"/>
        </a:xfrm>
      </p:grpSpPr>
      <p:sp>
        <p:nvSpPr>
          <p:cNvPr id="9" name="Picture Placeholder 2"/>
          <p:cNvSpPr>
            <a:spLocks noGrp="1" noChangeAspect="1"/>
          </p:cNvSpPr>
          <p:nvPr>
            <p:ph type="pic" sz="quarter" idx="11"/>
          </p:nvPr>
        </p:nvSpPr>
        <p:spPr>
          <a:xfrm>
            <a:off x="4500563" y="1779589"/>
            <a:ext cx="3194049" cy="2266950"/>
          </a:xfrm>
        </p:spPr>
        <p:txBody>
          <a:bodyPr>
            <a:normAutofit/>
          </a:bodyPr>
          <a:lstStyle>
            <a:lvl1pPr marL="0" indent="0">
              <a:buNone/>
              <a:defRPr sz="2000">
                <a:solidFill>
                  <a:schemeClr val="accent1"/>
                </a:solidFill>
              </a:defRPr>
            </a:lvl1pPr>
          </a:lstStyle>
          <a:p>
            <a:endParaRPr lang="id-ID" dirty="0"/>
          </a:p>
        </p:txBody>
      </p:sp>
      <p:sp>
        <p:nvSpPr>
          <p:cNvPr id="10" name="Picture Placeholder 2"/>
          <p:cNvSpPr>
            <a:spLocks noGrp="1" noChangeAspect="1"/>
          </p:cNvSpPr>
          <p:nvPr>
            <p:ph type="pic" sz="quarter" idx="12"/>
          </p:nvPr>
        </p:nvSpPr>
        <p:spPr>
          <a:xfrm>
            <a:off x="7808913" y="1779589"/>
            <a:ext cx="3216275" cy="2266950"/>
          </a:xfrm>
        </p:spPr>
        <p:txBody>
          <a:bodyPr>
            <a:normAutofit/>
          </a:bodyPr>
          <a:lstStyle>
            <a:lvl1pPr marL="0" indent="0">
              <a:buNone/>
              <a:defRPr sz="2000">
                <a:solidFill>
                  <a:schemeClr val="accent1"/>
                </a:solidFill>
              </a:defRPr>
            </a:lvl1pPr>
          </a:lstStyle>
          <a:p>
            <a:endParaRPr lang="id-ID" dirty="0"/>
          </a:p>
        </p:txBody>
      </p:sp>
      <p:sp>
        <p:nvSpPr>
          <p:cNvPr id="11" name="Picture Placeholder 2"/>
          <p:cNvSpPr>
            <a:spLocks noGrp="1" noChangeAspect="1"/>
          </p:cNvSpPr>
          <p:nvPr>
            <p:ph type="pic" sz="quarter" idx="15"/>
          </p:nvPr>
        </p:nvSpPr>
        <p:spPr>
          <a:xfrm>
            <a:off x="1210109" y="1795468"/>
            <a:ext cx="3201554" cy="2251071"/>
          </a:xfrm>
        </p:spPr>
        <p:txBody>
          <a:bodyPr>
            <a:normAutofit/>
          </a:bodyPr>
          <a:lstStyle>
            <a:lvl1pPr marL="0" indent="0">
              <a:buNone/>
              <a:defRPr sz="2000">
                <a:solidFill>
                  <a:schemeClr val="accent1"/>
                </a:solidFill>
              </a:defRPr>
            </a:lvl1pPr>
          </a:lstStyle>
          <a:p>
            <a:endParaRPr lang="id-ID" dirty="0"/>
          </a:p>
        </p:txBody>
      </p:sp>
      <p:grpSp>
        <p:nvGrpSpPr>
          <p:cNvPr id="8" name="Group 7"/>
          <p:cNvGrpSpPr/>
          <p:nvPr userDrawn="1"/>
        </p:nvGrpSpPr>
        <p:grpSpPr>
          <a:xfrm>
            <a:off x="11517842" y="273543"/>
            <a:ext cx="461915" cy="413370"/>
            <a:chOff x="23051965" y="547086"/>
            <a:chExt cx="923589" cy="826739"/>
          </a:xfrm>
        </p:grpSpPr>
        <p:sp>
          <p:nvSpPr>
            <p:cNvPr id="12" name="Rectangle 11"/>
            <p:cNvSpPr/>
            <p:nvPr userDrawn="1"/>
          </p:nvSpPr>
          <p:spPr>
            <a:xfrm>
              <a:off x="23051965" y="547086"/>
              <a:ext cx="923589" cy="73529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13" name="Rectangle 12"/>
            <p:cNvSpPr/>
            <p:nvPr userDrawn="1"/>
          </p:nvSpPr>
          <p:spPr>
            <a:xfrm>
              <a:off x="23051965" y="12823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17" name="Rectangle 16"/>
            <p:cNvSpPr/>
            <p:nvPr userDrawn="1"/>
          </p:nvSpPr>
          <p:spPr>
            <a:xfrm>
              <a:off x="23051965" y="11978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grpSp>
      <p:sp>
        <p:nvSpPr>
          <p:cNvPr id="18" name="TextBox 17"/>
          <p:cNvSpPr txBox="1"/>
          <p:nvPr userDrawn="1"/>
        </p:nvSpPr>
        <p:spPr>
          <a:xfrm>
            <a:off x="11553914" y="303535"/>
            <a:ext cx="389779" cy="292351"/>
          </a:xfrm>
          <a:prstGeom prst="rect">
            <a:avLst/>
          </a:prstGeom>
          <a:noFill/>
        </p:spPr>
        <p:txBody>
          <a:bodyPr wrap="none" lIns="91404" tIns="45702" rIns="91404" bIns="45702" rtlCol="0">
            <a:spAutoFit/>
          </a:bodyPr>
          <a:lstStyle/>
          <a:p>
            <a:pPr algn="ctr" defTabSz="914217" fontAlgn="auto">
              <a:spcBef>
                <a:spcPts val="0"/>
              </a:spcBef>
              <a:spcAft>
                <a:spcPts val="0"/>
              </a:spcAft>
            </a:pPr>
            <a:fld id="{260E2A6B-A809-4840-BF14-8648BC0BDF87}" type="slidenum">
              <a:rPr lang="id-ID" sz="1300" smtClean="0">
                <a:solidFill>
                  <a:prstClr val="white"/>
                </a:solidFill>
                <a:latin typeface="Lato Regular"/>
                <a:cs typeface="Lato Regular"/>
              </a:rPr>
              <a:pPr algn="ctr" defTabSz="914217" fontAlgn="auto">
                <a:spcBef>
                  <a:spcPts val="0"/>
                </a:spcBef>
                <a:spcAft>
                  <a:spcPts val="0"/>
                </a:spcAft>
              </a:pPr>
              <a:t>‹#›</a:t>
            </a:fld>
            <a:endParaRPr lang="id-ID" sz="1300" dirty="0">
              <a:solidFill>
                <a:prstClr val="white"/>
              </a:solidFill>
              <a:latin typeface="Lato Regular"/>
              <a:cs typeface="Lato Regular"/>
            </a:endParaRPr>
          </a:p>
        </p:txBody>
      </p:sp>
      <p:sp>
        <p:nvSpPr>
          <p:cNvPr id="19" name="Freeform 30"/>
          <p:cNvSpPr>
            <a:spLocks noChangeArrowheads="1"/>
          </p:cNvSpPr>
          <p:nvPr userDrawn="1"/>
        </p:nvSpPr>
        <p:spPr bwMode="auto">
          <a:xfrm>
            <a:off x="10931083" y="6481334"/>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20" name="Freeform 38"/>
          <p:cNvSpPr>
            <a:spLocks noChangeArrowheads="1"/>
          </p:cNvSpPr>
          <p:nvPr userDrawn="1"/>
        </p:nvSpPr>
        <p:spPr bwMode="auto">
          <a:xfrm>
            <a:off x="10981568" y="6519434"/>
            <a:ext cx="62548"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21" name="Freeform 30"/>
          <p:cNvSpPr>
            <a:spLocks noChangeArrowheads="1"/>
          </p:cNvSpPr>
          <p:nvPr userDrawn="1"/>
        </p:nvSpPr>
        <p:spPr bwMode="auto">
          <a:xfrm>
            <a:off x="11139160" y="6481115"/>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22" name="Freeform 38"/>
          <p:cNvSpPr>
            <a:spLocks noChangeArrowheads="1"/>
          </p:cNvSpPr>
          <p:nvPr userDrawn="1"/>
        </p:nvSpPr>
        <p:spPr bwMode="auto">
          <a:xfrm flipH="1">
            <a:off x="11185500" y="6519215"/>
            <a:ext cx="62219"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23" name="TextBox 22"/>
          <p:cNvSpPr txBox="1"/>
          <p:nvPr userDrawn="1"/>
        </p:nvSpPr>
        <p:spPr>
          <a:xfrm>
            <a:off x="812902" y="6417211"/>
            <a:ext cx="1828025" cy="276999"/>
          </a:xfrm>
          <a:prstGeom prst="rect">
            <a:avLst/>
          </a:prstGeom>
          <a:noFill/>
        </p:spPr>
        <p:txBody>
          <a:bodyPr wrap="square" rtlCol="0">
            <a:spAutoFit/>
          </a:bodyPr>
          <a:lstStyle/>
          <a:p>
            <a:pPr defTabSz="914217" fontAlgn="auto">
              <a:spcBef>
                <a:spcPts val="0"/>
              </a:spcBef>
              <a:spcAft>
                <a:spcPts val="0"/>
              </a:spcAft>
            </a:pPr>
            <a:r>
              <a:rPr lang="id-ID" sz="1200" b="1" dirty="0" smtClean="0">
                <a:solidFill>
                  <a:srgbClr val="445469"/>
                </a:solidFill>
                <a:latin typeface="Lato Regular"/>
                <a:cs typeface="Lato Regular"/>
              </a:rPr>
              <a:t>Impresario </a:t>
            </a:r>
            <a:r>
              <a:rPr lang="id-ID" sz="1200" dirty="0" smtClean="0">
                <a:solidFill>
                  <a:srgbClr val="445469"/>
                </a:solidFill>
                <a:latin typeface="Lato Light"/>
                <a:cs typeface="Lato Light"/>
              </a:rPr>
              <a:t>Slides</a:t>
            </a:r>
            <a:endParaRPr lang="id-ID" sz="1200" dirty="0">
              <a:solidFill>
                <a:srgbClr val="445469"/>
              </a:solidFill>
              <a:latin typeface="Lato Light"/>
              <a:cs typeface="Lato Light"/>
            </a:endParaRPr>
          </a:p>
        </p:txBody>
      </p:sp>
    </p:spTree>
    <p:extLst>
      <p:ext uri="{BB962C8B-B14F-4D97-AF65-F5344CB8AC3E}">
        <p14:creationId xmlns:p14="http://schemas.microsoft.com/office/powerpoint/2010/main" val="427148109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478.xml><?xml version="1.0" encoding="utf-8"?>
<p:sldLayout xmlns:a="http://schemas.openxmlformats.org/drawingml/2006/main" xmlns:r="http://schemas.openxmlformats.org/officeDocument/2006/relationships" xmlns:p="http://schemas.openxmlformats.org/presentationml/2006/main" userDrawn="1">
  <p:cSld name="Portfolio-3">
    <p:spTree>
      <p:nvGrpSpPr>
        <p:cNvPr id="1" name=""/>
        <p:cNvGrpSpPr/>
        <p:nvPr/>
      </p:nvGrpSpPr>
      <p:grpSpPr>
        <a:xfrm>
          <a:off x="0" y="0"/>
          <a:ext cx="0" cy="0"/>
          <a:chOff x="0" y="0"/>
          <a:chExt cx="0" cy="0"/>
        </a:xfrm>
      </p:grpSpPr>
      <p:sp>
        <p:nvSpPr>
          <p:cNvPr id="14" name="Picture Placeholder 13"/>
          <p:cNvSpPr>
            <a:spLocks noGrp="1" noChangeAspect="1"/>
          </p:cNvSpPr>
          <p:nvPr>
            <p:ph type="pic" sz="quarter" idx="10"/>
          </p:nvPr>
        </p:nvSpPr>
        <p:spPr>
          <a:xfrm>
            <a:off x="1421883" y="1647680"/>
            <a:ext cx="2317410" cy="2315293"/>
          </a:xfrm>
          <a:ln>
            <a:noFill/>
          </a:ln>
          <a:effectLst/>
        </p:spPr>
        <p:txBody>
          <a:bodyPr>
            <a:normAutofit/>
          </a:bodyPr>
          <a:lstStyle>
            <a:lvl1pPr marL="0" indent="0">
              <a:buNone/>
              <a:defRPr sz="2100">
                <a:ln>
                  <a:noFill/>
                </a:ln>
                <a:solidFill>
                  <a:schemeClr val="bg1">
                    <a:lumMod val="85000"/>
                  </a:schemeClr>
                </a:solidFill>
              </a:defRPr>
            </a:lvl1pPr>
          </a:lstStyle>
          <a:p>
            <a:endParaRPr lang="en-US" dirty="0"/>
          </a:p>
        </p:txBody>
      </p:sp>
      <p:sp>
        <p:nvSpPr>
          <p:cNvPr id="28" name="Picture Placeholder 13"/>
          <p:cNvSpPr>
            <a:spLocks noGrp="1" noChangeAspect="1"/>
          </p:cNvSpPr>
          <p:nvPr>
            <p:ph type="pic" sz="quarter" idx="14"/>
          </p:nvPr>
        </p:nvSpPr>
        <p:spPr>
          <a:xfrm>
            <a:off x="6113147" y="1647680"/>
            <a:ext cx="2317410" cy="2315293"/>
          </a:xfrm>
          <a:ln>
            <a:noFill/>
          </a:ln>
          <a:effectLst/>
        </p:spPr>
        <p:txBody>
          <a:bodyPr>
            <a:normAutofit/>
          </a:bodyPr>
          <a:lstStyle>
            <a:lvl1pPr marL="0" indent="0">
              <a:buNone/>
              <a:defRPr sz="2100">
                <a:ln>
                  <a:noFill/>
                </a:ln>
                <a:solidFill>
                  <a:schemeClr val="bg1">
                    <a:lumMod val="85000"/>
                  </a:schemeClr>
                </a:solidFill>
              </a:defRPr>
            </a:lvl1pPr>
          </a:lstStyle>
          <a:p>
            <a:endParaRPr lang="en-US" dirty="0"/>
          </a:p>
        </p:txBody>
      </p:sp>
      <p:sp>
        <p:nvSpPr>
          <p:cNvPr id="30" name="Picture Placeholder 13"/>
          <p:cNvSpPr>
            <a:spLocks noGrp="1" noChangeAspect="1"/>
          </p:cNvSpPr>
          <p:nvPr>
            <p:ph type="pic" sz="quarter" idx="15"/>
          </p:nvPr>
        </p:nvSpPr>
        <p:spPr>
          <a:xfrm>
            <a:off x="1421883" y="3961488"/>
            <a:ext cx="2317410" cy="2315293"/>
          </a:xfrm>
          <a:ln>
            <a:noFill/>
          </a:ln>
          <a:effectLst/>
        </p:spPr>
        <p:txBody>
          <a:bodyPr>
            <a:normAutofit/>
          </a:bodyPr>
          <a:lstStyle>
            <a:lvl1pPr marL="0" indent="0">
              <a:buNone/>
              <a:defRPr sz="2100">
                <a:ln>
                  <a:noFill/>
                </a:ln>
                <a:solidFill>
                  <a:schemeClr val="bg1">
                    <a:lumMod val="85000"/>
                  </a:schemeClr>
                </a:solidFill>
              </a:defRPr>
            </a:lvl1pPr>
          </a:lstStyle>
          <a:p>
            <a:endParaRPr lang="en-US" dirty="0"/>
          </a:p>
        </p:txBody>
      </p:sp>
      <p:sp>
        <p:nvSpPr>
          <p:cNvPr id="33" name="Picture Placeholder 13"/>
          <p:cNvSpPr>
            <a:spLocks noGrp="1" noChangeAspect="1"/>
          </p:cNvSpPr>
          <p:nvPr>
            <p:ph type="pic" sz="quarter" idx="16"/>
          </p:nvPr>
        </p:nvSpPr>
        <p:spPr>
          <a:xfrm>
            <a:off x="6113147" y="3961488"/>
            <a:ext cx="2317410" cy="2315293"/>
          </a:xfrm>
          <a:ln>
            <a:noFill/>
          </a:ln>
          <a:effectLst/>
        </p:spPr>
        <p:txBody>
          <a:bodyPr>
            <a:normAutofit/>
          </a:bodyPr>
          <a:lstStyle>
            <a:lvl1pPr marL="0" indent="0">
              <a:buNone/>
              <a:defRPr sz="2100">
                <a:ln>
                  <a:noFill/>
                </a:ln>
                <a:solidFill>
                  <a:schemeClr val="bg1">
                    <a:lumMod val="85000"/>
                  </a:schemeClr>
                </a:solidFill>
              </a:defRPr>
            </a:lvl1pPr>
          </a:lstStyle>
          <a:p>
            <a:endParaRPr lang="en-US" dirty="0"/>
          </a:p>
        </p:txBody>
      </p:sp>
      <p:grpSp>
        <p:nvGrpSpPr>
          <p:cNvPr id="9" name="Group 8"/>
          <p:cNvGrpSpPr/>
          <p:nvPr userDrawn="1"/>
        </p:nvGrpSpPr>
        <p:grpSpPr>
          <a:xfrm>
            <a:off x="11517842" y="273543"/>
            <a:ext cx="461915" cy="413370"/>
            <a:chOff x="23051965" y="547086"/>
            <a:chExt cx="923589" cy="826739"/>
          </a:xfrm>
        </p:grpSpPr>
        <p:sp>
          <p:nvSpPr>
            <p:cNvPr id="10" name="Rectangle 9"/>
            <p:cNvSpPr/>
            <p:nvPr userDrawn="1"/>
          </p:nvSpPr>
          <p:spPr>
            <a:xfrm>
              <a:off x="23051965" y="547086"/>
              <a:ext cx="923589" cy="73529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11" name="Rectangle 10"/>
            <p:cNvSpPr/>
            <p:nvPr userDrawn="1"/>
          </p:nvSpPr>
          <p:spPr>
            <a:xfrm>
              <a:off x="23051965" y="12823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12" name="Rectangle 11"/>
            <p:cNvSpPr/>
            <p:nvPr userDrawn="1"/>
          </p:nvSpPr>
          <p:spPr>
            <a:xfrm>
              <a:off x="23051965" y="11978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grpSp>
      <p:sp>
        <p:nvSpPr>
          <p:cNvPr id="15" name="TextBox 14"/>
          <p:cNvSpPr txBox="1"/>
          <p:nvPr userDrawn="1"/>
        </p:nvSpPr>
        <p:spPr>
          <a:xfrm>
            <a:off x="11553914" y="303535"/>
            <a:ext cx="389779" cy="292351"/>
          </a:xfrm>
          <a:prstGeom prst="rect">
            <a:avLst/>
          </a:prstGeom>
          <a:noFill/>
        </p:spPr>
        <p:txBody>
          <a:bodyPr wrap="none" lIns="91404" tIns="45702" rIns="91404" bIns="45702" rtlCol="0">
            <a:spAutoFit/>
          </a:bodyPr>
          <a:lstStyle/>
          <a:p>
            <a:pPr algn="ctr" defTabSz="914217" fontAlgn="auto">
              <a:spcBef>
                <a:spcPts val="0"/>
              </a:spcBef>
              <a:spcAft>
                <a:spcPts val="0"/>
              </a:spcAft>
            </a:pPr>
            <a:fld id="{260E2A6B-A809-4840-BF14-8648BC0BDF87}" type="slidenum">
              <a:rPr lang="id-ID" sz="1300" smtClean="0">
                <a:solidFill>
                  <a:prstClr val="white"/>
                </a:solidFill>
                <a:latin typeface="Lato Regular"/>
                <a:cs typeface="Lato Regular"/>
              </a:rPr>
              <a:pPr algn="ctr" defTabSz="914217" fontAlgn="auto">
                <a:spcBef>
                  <a:spcPts val="0"/>
                </a:spcBef>
                <a:spcAft>
                  <a:spcPts val="0"/>
                </a:spcAft>
              </a:pPr>
              <a:t>‹#›</a:t>
            </a:fld>
            <a:endParaRPr lang="id-ID" sz="1300" dirty="0">
              <a:solidFill>
                <a:prstClr val="white"/>
              </a:solidFill>
              <a:latin typeface="Lato Regular"/>
              <a:cs typeface="Lato Regular"/>
            </a:endParaRPr>
          </a:p>
        </p:txBody>
      </p:sp>
      <p:sp>
        <p:nvSpPr>
          <p:cNvPr id="16" name="Freeform 30"/>
          <p:cNvSpPr>
            <a:spLocks noChangeArrowheads="1"/>
          </p:cNvSpPr>
          <p:nvPr userDrawn="1"/>
        </p:nvSpPr>
        <p:spPr bwMode="auto">
          <a:xfrm>
            <a:off x="10931083" y="6481334"/>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7" name="Freeform 38"/>
          <p:cNvSpPr>
            <a:spLocks noChangeArrowheads="1"/>
          </p:cNvSpPr>
          <p:nvPr userDrawn="1"/>
        </p:nvSpPr>
        <p:spPr bwMode="auto">
          <a:xfrm>
            <a:off x="10981568" y="6519434"/>
            <a:ext cx="62548"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20" name="Freeform 30"/>
          <p:cNvSpPr>
            <a:spLocks noChangeArrowheads="1"/>
          </p:cNvSpPr>
          <p:nvPr userDrawn="1"/>
        </p:nvSpPr>
        <p:spPr bwMode="auto">
          <a:xfrm>
            <a:off x="11139160" y="6481115"/>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21" name="Freeform 38"/>
          <p:cNvSpPr>
            <a:spLocks noChangeArrowheads="1"/>
          </p:cNvSpPr>
          <p:nvPr userDrawn="1"/>
        </p:nvSpPr>
        <p:spPr bwMode="auto">
          <a:xfrm flipH="1">
            <a:off x="11185500" y="6519215"/>
            <a:ext cx="62219"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22" name="TextBox 21"/>
          <p:cNvSpPr txBox="1"/>
          <p:nvPr userDrawn="1"/>
        </p:nvSpPr>
        <p:spPr>
          <a:xfrm>
            <a:off x="812902" y="6417211"/>
            <a:ext cx="1828025" cy="276999"/>
          </a:xfrm>
          <a:prstGeom prst="rect">
            <a:avLst/>
          </a:prstGeom>
          <a:noFill/>
        </p:spPr>
        <p:txBody>
          <a:bodyPr wrap="square" rtlCol="0">
            <a:spAutoFit/>
          </a:bodyPr>
          <a:lstStyle/>
          <a:p>
            <a:pPr defTabSz="914217" fontAlgn="auto">
              <a:spcBef>
                <a:spcPts val="0"/>
              </a:spcBef>
              <a:spcAft>
                <a:spcPts val="0"/>
              </a:spcAft>
            </a:pPr>
            <a:r>
              <a:rPr lang="id-ID" sz="1200" b="1" dirty="0" smtClean="0">
                <a:solidFill>
                  <a:srgbClr val="445469"/>
                </a:solidFill>
                <a:latin typeface="Lato Regular"/>
                <a:cs typeface="Lato Regular"/>
              </a:rPr>
              <a:t>Impresario </a:t>
            </a:r>
            <a:r>
              <a:rPr lang="id-ID" sz="1200" dirty="0" smtClean="0">
                <a:solidFill>
                  <a:srgbClr val="445469"/>
                </a:solidFill>
                <a:latin typeface="Lato Light"/>
                <a:cs typeface="Lato Light"/>
              </a:rPr>
              <a:t>Slides</a:t>
            </a:r>
            <a:endParaRPr lang="id-ID" sz="1200" dirty="0">
              <a:solidFill>
                <a:srgbClr val="445469"/>
              </a:solidFill>
              <a:latin typeface="Lato Light"/>
              <a:cs typeface="Lato Light"/>
            </a:endParaRPr>
          </a:p>
        </p:txBody>
      </p:sp>
    </p:spTree>
    <p:extLst>
      <p:ext uri="{BB962C8B-B14F-4D97-AF65-F5344CB8AC3E}">
        <p14:creationId xmlns:p14="http://schemas.microsoft.com/office/powerpoint/2010/main" val="337209823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479.xml><?xml version="1.0" encoding="utf-8"?>
<p:sldLayout xmlns:a="http://schemas.openxmlformats.org/drawingml/2006/main" xmlns:r="http://schemas.openxmlformats.org/officeDocument/2006/relationships" xmlns:p="http://schemas.openxmlformats.org/presentationml/2006/main" userDrawn="1">
  <p:cSld name="Portfolio-5">
    <p:spTree>
      <p:nvGrpSpPr>
        <p:cNvPr id="1" name=""/>
        <p:cNvGrpSpPr/>
        <p:nvPr/>
      </p:nvGrpSpPr>
      <p:grpSpPr>
        <a:xfrm>
          <a:off x="0" y="0"/>
          <a:ext cx="0" cy="0"/>
          <a:chOff x="0" y="0"/>
          <a:chExt cx="0" cy="0"/>
        </a:xfrm>
      </p:grpSpPr>
      <p:sp>
        <p:nvSpPr>
          <p:cNvPr id="14" name="Picture Placeholder 13"/>
          <p:cNvSpPr>
            <a:spLocks noGrp="1" noChangeAspect="1"/>
          </p:cNvSpPr>
          <p:nvPr>
            <p:ph type="pic" sz="quarter" idx="10" hasCustomPrompt="1"/>
          </p:nvPr>
        </p:nvSpPr>
        <p:spPr>
          <a:xfrm>
            <a:off x="1811582" y="1723565"/>
            <a:ext cx="2357967" cy="2355851"/>
          </a:xfrm>
          <a:prstGeom prst="ellipse">
            <a:avLst/>
          </a:prstGeom>
        </p:spPr>
        <p:txBody>
          <a:bodyPr/>
          <a:lstStyle>
            <a:lvl1pPr marL="0" marR="0" indent="0" algn="l" defTabSz="914217" rtl="0" eaLnBrk="1" fontAlgn="auto" latinLnBrk="0" hangingPunct="1">
              <a:lnSpc>
                <a:spcPct val="90000"/>
              </a:lnSpc>
              <a:spcBef>
                <a:spcPts val="1000"/>
              </a:spcBef>
              <a:spcAft>
                <a:spcPts val="0"/>
              </a:spcAft>
              <a:buClrTx/>
              <a:buSzTx/>
              <a:buFont typeface="Arial" panose="020B0604020202020204" pitchFamily="34" charset="0"/>
              <a:buNone/>
              <a:tabLst/>
              <a:defRPr/>
            </a:lvl1pPr>
          </a:lstStyle>
          <a:p>
            <a:r>
              <a:rPr lang="en-US" dirty="0" smtClean="0"/>
              <a:t>Drag  Your Picture Here</a:t>
            </a:r>
          </a:p>
          <a:p>
            <a:endParaRPr lang="en-US" dirty="0"/>
          </a:p>
        </p:txBody>
      </p:sp>
      <p:sp>
        <p:nvSpPr>
          <p:cNvPr id="15" name="Picture Placeholder 13"/>
          <p:cNvSpPr>
            <a:spLocks noGrp="1" noChangeAspect="1"/>
          </p:cNvSpPr>
          <p:nvPr>
            <p:ph type="pic" sz="quarter" idx="11" hasCustomPrompt="1"/>
          </p:nvPr>
        </p:nvSpPr>
        <p:spPr>
          <a:xfrm>
            <a:off x="4915403" y="1723565"/>
            <a:ext cx="2357967" cy="2355851"/>
          </a:xfrm>
          <a:prstGeom prst="ellipse">
            <a:avLst/>
          </a:prstGeom>
        </p:spPr>
        <p:txBody>
          <a:bodyPr/>
          <a:lstStyle>
            <a:lvl1pPr marL="0" marR="0" indent="0" algn="l" defTabSz="914217" rtl="0" eaLnBrk="1" fontAlgn="auto" latinLnBrk="0" hangingPunct="1">
              <a:lnSpc>
                <a:spcPct val="90000"/>
              </a:lnSpc>
              <a:spcBef>
                <a:spcPts val="1000"/>
              </a:spcBef>
              <a:spcAft>
                <a:spcPts val="0"/>
              </a:spcAft>
              <a:buClrTx/>
              <a:buSzTx/>
              <a:buFont typeface="Arial" panose="020B0604020202020204" pitchFamily="34" charset="0"/>
              <a:buNone/>
              <a:tabLst/>
              <a:defRPr/>
            </a:lvl1pPr>
          </a:lstStyle>
          <a:p>
            <a:r>
              <a:rPr lang="en-US" dirty="0" smtClean="0"/>
              <a:t>Drag  Your Picture Here</a:t>
            </a:r>
          </a:p>
          <a:p>
            <a:endParaRPr lang="en-US" dirty="0"/>
          </a:p>
        </p:txBody>
      </p:sp>
      <p:sp>
        <p:nvSpPr>
          <p:cNvPr id="17" name="Picture Placeholder 13"/>
          <p:cNvSpPr>
            <a:spLocks noGrp="1" noChangeAspect="1"/>
          </p:cNvSpPr>
          <p:nvPr>
            <p:ph type="pic" sz="quarter" idx="12" hasCustomPrompt="1"/>
          </p:nvPr>
        </p:nvSpPr>
        <p:spPr>
          <a:xfrm>
            <a:off x="8019222" y="1723565"/>
            <a:ext cx="2357967" cy="2355851"/>
          </a:xfrm>
          <a:prstGeom prst="ellipse">
            <a:avLst/>
          </a:prstGeom>
        </p:spPr>
        <p:txBody>
          <a:bodyPr/>
          <a:lstStyle>
            <a:lvl1pPr marL="0" marR="0" indent="0" algn="l" defTabSz="914217" rtl="0" eaLnBrk="1" fontAlgn="auto" latinLnBrk="0" hangingPunct="1">
              <a:lnSpc>
                <a:spcPct val="90000"/>
              </a:lnSpc>
              <a:spcBef>
                <a:spcPts val="1000"/>
              </a:spcBef>
              <a:spcAft>
                <a:spcPts val="0"/>
              </a:spcAft>
              <a:buClrTx/>
              <a:buSzTx/>
              <a:buFont typeface="Arial" panose="020B0604020202020204" pitchFamily="34" charset="0"/>
              <a:buNone/>
              <a:tabLst/>
              <a:defRPr/>
            </a:lvl1pPr>
          </a:lstStyle>
          <a:p>
            <a:r>
              <a:rPr lang="en-US" dirty="0" smtClean="0"/>
              <a:t>Drag  Your Picture Here</a:t>
            </a:r>
          </a:p>
          <a:p>
            <a:endParaRPr lang="en-US" dirty="0"/>
          </a:p>
        </p:txBody>
      </p:sp>
      <p:sp>
        <p:nvSpPr>
          <p:cNvPr id="13" name="Picture Placeholder 13"/>
          <p:cNvSpPr>
            <a:spLocks noGrp="1" noChangeAspect="1"/>
          </p:cNvSpPr>
          <p:nvPr>
            <p:ph type="pic" sz="quarter" idx="13" hasCustomPrompt="1"/>
          </p:nvPr>
        </p:nvSpPr>
        <p:spPr>
          <a:xfrm>
            <a:off x="3408155" y="3836202"/>
            <a:ext cx="2357967" cy="2355851"/>
          </a:xfrm>
          <a:prstGeom prst="ellipse">
            <a:avLst/>
          </a:prstGeom>
        </p:spPr>
        <p:txBody>
          <a:bodyPr/>
          <a:lstStyle>
            <a:lvl1pPr marL="0" marR="0" indent="0" algn="l" defTabSz="914217" rtl="0" eaLnBrk="1" fontAlgn="auto" latinLnBrk="0" hangingPunct="1">
              <a:lnSpc>
                <a:spcPct val="90000"/>
              </a:lnSpc>
              <a:spcBef>
                <a:spcPts val="1000"/>
              </a:spcBef>
              <a:spcAft>
                <a:spcPts val="0"/>
              </a:spcAft>
              <a:buClrTx/>
              <a:buSzTx/>
              <a:buFont typeface="Arial" panose="020B0604020202020204" pitchFamily="34" charset="0"/>
              <a:buNone/>
              <a:tabLst/>
              <a:defRPr/>
            </a:lvl1pPr>
          </a:lstStyle>
          <a:p>
            <a:r>
              <a:rPr lang="en-US" dirty="0" smtClean="0"/>
              <a:t>Drag  Your Picture Here</a:t>
            </a:r>
          </a:p>
          <a:p>
            <a:endParaRPr lang="en-US" dirty="0"/>
          </a:p>
        </p:txBody>
      </p:sp>
      <p:sp>
        <p:nvSpPr>
          <p:cNvPr id="16" name="Picture Placeholder 13"/>
          <p:cNvSpPr>
            <a:spLocks noGrp="1" noChangeAspect="1"/>
          </p:cNvSpPr>
          <p:nvPr>
            <p:ph type="pic" sz="quarter" idx="14" hasCustomPrompt="1"/>
          </p:nvPr>
        </p:nvSpPr>
        <p:spPr>
          <a:xfrm>
            <a:off x="6511974" y="3836202"/>
            <a:ext cx="2357967" cy="2355851"/>
          </a:xfrm>
          <a:prstGeom prst="ellipse">
            <a:avLst/>
          </a:prstGeom>
        </p:spPr>
        <p:txBody>
          <a:bodyPr/>
          <a:lstStyle>
            <a:lvl1pPr marL="0" marR="0" indent="0" algn="l" defTabSz="914217" rtl="0" eaLnBrk="1" fontAlgn="auto" latinLnBrk="0" hangingPunct="1">
              <a:lnSpc>
                <a:spcPct val="90000"/>
              </a:lnSpc>
              <a:spcBef>
                <a:spcPts val="1000"/>
              </a:spcBef>
              <a:spcAft>
                <a:spcPts val="0"/>
              </a:spcAft>
              <a:buClrTx/>
              <a:buSzTx/>
              <a:buFont typeface="Arial" panose="020B0604020202020204" pitchFamily="34" charset="0"/>
              <a:buNone/>
              <a:tabLst/>
              <a:defRPr/>
            </a:lvl1pPr>
          </a:lstStyle>
          <a:p>
            <a:r>
              <a:rPr lang="en-US" dirty="0" smtClean="0"/>
              <a:t>Drag  Your Picture Here</a:t>
            </a:r>
          </a:p>
          <a:p>
            <a:endParaRPr lang="en-US" dirty="0"/>
          </a:p>
        </p:txBody>
      </p:sp>
      <p:grpSp>
        <p:nvGrpSpPr>
          <p:cNvPr id="10" name="Group 9"/>
          <p:cNvGrpSpPr/>
          <p:nvPr userDrawn="1"/>
        </p:nvGrpSpPr>
        <p:grpSpPr>
          <a:xfrm>
            <a:off x="11517842" y="273543"/>
            <a:ext cx="461915" cy="413370"/>
            <a:chOff x="23051965" y="547086"/>
            <a:chExt cx="923589" cy="826739"/>
          </a:xfrm>
        </p:grpSpPr>
        <p:sp>
          <p:nvSpPr>
            <p:cNvPr id="11" name="Rectangle 10"/>
            <p:cNvSpPr/>
            <p:nvPr userDrawn="1"/>
          </p:nvSpPr>
          <p:spPr>
            <a:xfrm>
              <a:off x="23051965" y="547086"/>
              <a:ext cx="923589" cy="73529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12" name="Rectangle 11"/>
            <p:cNvSpPr/>
            <p:nvPr userDrawn="1"/>
          </p:nvSpPr>
          <p:spPr>
            <a:xfrm>
              <a:off x="23051965" y="12823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19" name="Rectangle 18"/>
            <p:cNvSpPr/>
            <p:nvPr userDrawn="1"/>
          </p:nvSpPr>
          <p:spPr>
            <a:xfrm>
              <a:off x="23051965" y="11978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grpSp>
      <p:sp>
        <p:nvSpPr>
          <p:cNvPr id="20" name="TextBox 19"/>
          <p:cNvSpPr txBox="1"/>
          <p:nvPr userDrawn="1"/>
        </p:nvSpPr>
        <p:spPr>
          <a:xfrm>
            <a:off x="11553914" y="303535"/>
            <a:ext cx="389779" cy="292351"/>
          </a:xfrm>
          <a:prstGeom prst="rect">
            <a:avLst/>
          </a:prstGeom>
          <a:noFill/>
        </p:spPr>
        <p:txBody>
          <a:bodyPr wrap="none" lIns="91404" tIns="45702" rIns="91404" bIns="45702" rtlCol="0">
            <a:spAutoFit/>
          </a:bodyPr>
          <a:lstStyle/>
          <a:p>
            <a:pPr algn="ctr" defTabSz="914217" fontAlgn="auto">
              <a:spcBef>
                <a:spcPts val="0"/>
              </a:spcBef>
              <a:spcAft>
                <a:spcPts val="0"/>
              </a:spcAft>
            </a:pPr>
            <a:fld id="{260E2A6B-A809-4840-BF14-8648BC0BDF87}" type="slidenum">
              <a:rPr lang="id-ID" sz="1300" smtClean="0">
                <a:solidFill>
                  <a:prstClr val="white"/>
                </a:solidFill>
                <a:latin typeface="Lato Regular"/>
                <a:cs typeface="Lato Regular"/>
              </a:rPr>
              <a:pPr algn="ctr" defTabSz="914217" fontAlgn="auto">
                <a:spcBef>
                  <a:spcPts val="0"/>
                </a:spcBef>
                <a:spcAft>
                  <a:spcPts val="0"/>
                </a:spcAft>
              </a:pPr>
              <a:t>‹#›</a:t>
            </a:fld>
            <a:endParaRPr lang="id-ID" sz="1300" dirty="0">
              <a:solidFill>
                <a:prstClr val="white"/>
              </a:solidFill>
              <a:latin typeface="Lato Regular"/>
              <a:cs typeface="Lato Regular"/>
            </a:endParaRPr>
          </a:p>
        </p:txBody>
      </p:sp>
      <p:sp>
        <p:nvSpPr>
          <p:cNvPr id="21" name="Freeform 30"/>
          <p:cNvSpPr>
            <a:spLocks noChangeArrowheads="1"/>
          </p:cNvSpPr>
          <p:nvPr userDrawn="1"/>
        </p:nvSpPr>
        <p:spPr bwMode="auto">
          <a:xfrm>
            <a:off x="10931083" y="6481334"/>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24" name="Freeform 38"/>
          <p:cNvSpPr>
            <a:spLocks noChangeArrowheads="1"/>
          </p:cNvSpPr>
          <p:nvPr userDrawn="1"/>
        </p:nvSpPr>
        <p:spPr bwMode="auto">
          <a:xfrm>
            <a:off x="10981568" y="6519434"/>
            <a:ext cx="62548"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25" name="Freeform 30"/>
          <p:cNvSpPr>
            <a:spLocks noChangeArrowheads="1"/>
          </p:cNvSpPr>
          <p:nvPr userDrawn="1"/>
        </p:nvSpPr>
        <p:spPr bwMode="auto">
          <a:xfrm>
            <a:off x="11139160" y="6481115"/>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26" name="Freeform 38"/>
          <p:cNvSpPr>
            <a:spLocks noChangeArrowheads="1"/>
          </p:cNvSpPr>
          <p:nvPr userDrawn="1"/>
        </p:nvSpPr>
        <p:spPr bwMode="auto">
          <a:xfrm flipH="1">
            <a:off x="11185500" y="6519215"/>
            <a:ext cx="62219"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27" name="TextBox 26"/>
          <p:cNvSpPr txBox="1"/>
          <p:nvPr userDrawn="1"/>
        </p:nvSpPr>
        <p:spPr>
          <a:xfrm>
            <a:off x="812902" y="6417211"/>
            <a:ext cx="1828025" cy="276999"/>
          </a:xfrm>
          <a:prstGeom prst="rect">
            <a:avLst/>
          </a:prstGeom>
          <a:noFill/>
        </p:spPr>
        <p:txBody>
          <a:bodyPr wrap="square" rtlCol="0">
            <a:spAutoFit/>
          </a:bodyPr>
          <a:lstStyle/>
          <a:p>
            <a:pPr defTabSz="914217" fontAlgn="auto">
              <a:spcBef>
                <a:spcPts val="0"/>
              </a:spcBef>
              <a:spcAft>
                <a:spcPts val="0"/>
              </a:spcAft>
            </a:pPr>
            <a:r>
              <a:rPr lang="id-ID" sz="1200" b="1" dirty="0" smtClean="0">
                <a:solidFill>
                  <a:srgbClr val="445469"/>
                </a:solidFill>
                <a:latin typeface="Lato Regular"/>
                <a:cs typeface="Lato Regular"/>
              </a:rPr>
              <a:t>Impresario </a:t>
            </a:r>
            <a:r>
              <a:rPr lang="id-ID" sz="1200" dirty="0" smtClean="0">
                <a:solidFill>
                  <a:srgbClr val="445469"/>
                </a:solidFill>
                <a:latin typeface="Lato Light"/>
                <a:cs typeface="Lato Light"/>
              </a:rPr>
              <a:t>Slides</a:t>
            </a:r>
            <a:endParaRPr lang="id-ID" sz="1200" dirty="0">
              <a:solidFill>
                <a:srgbClr val="445469"/>
              </a:solidFill>
              <a:latin typeface="Lato Light"/>
              <a:cs typeface="Lato Light"/>
            </a:endParaRPr>
          </a:p>
        </p:txBody>
      </p:sp>
    </p:spTree>
    <p:extLst>
      <p:ext uri="{BB962C8B-B14F-4D97-AF65-F5344CB8AC3E}">
        <p14:creationId xmlns:p14="http://schemas.microsoft.com/office/powerpoint/2010/main" val="364986621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480.xml><?xml version="1.0" encoding="utf-8"?>
<p:sldLayout xmlns:a="http://schemas.openxmlformats.org/drawingml/2006/main" xmlns:r="http://schemas.openxmlformats.org/officeDocument/2006/relationships" xmlns:p="http://schemas.openxmlformats.org/presentationml/2006/main" userDrawn="1">
  <p:cSld name="portfolio-7">
    <p:spTree>
      <p:nvGrpSpPr>
        <p:cNvPr id="1" name=""/>
        <p:cNvGrpSpPr/>
        <p:nvPr/>
      </p:nvGrpSpPr>
      <p:grpSpPr>
        <a:xfrm>
          <a:off x="0" y="0"/>
          <a:ext cx="0" cy="0"/>
          <a:chOff x="0" y="0"/>
          <a:chExt cx="0" cy="0"/>
        </a:xfrm>
      </p:grpSpPr>
      <p:sp>
        <p:nvSpPr>
          <p:cNvPr id="17" name="Picture Placeholder 12"/>
          <p:cNvSpPr>
            <a:spLocks noGrp="1" noChangeAspect="1"/>
          </p:cNvSpPr>
          <p:nvPr>
            <p:ph type="pic" sz="quarter" idx="14"/>
          </p:nvPr>
        </p:nvSpPr>
        <p:spPr>
          <a:xfrm>
            <a:off x="837773" y="2440695"/>
            <a:ext cx="4064678" cy="3824637"/>
          </a:xfrm>
        </p:spPr>
        <p:txBody>
          <a:bodyPr>
            <a:normAutofit/>
          </a:bodyPr>
          <a:lstStyle>
            <a:lvl1pPr>
              <a:defRPr sz="1400"/>
            </a:lvl1pPr>
          </a:lstStyle>
          <a:p>
            <a:endParaRPr lang="en-US" dirty="0"/>
          </a:p>
        </p:txBody>
      </p:sp>
      <p:sp>
        <p:nvSpPr>
          <p:cNvPr id="18" name="Picture Placeholder 12"/>
          <p:cNvSpPr>
            <a:spLocks noGrp="1" noChangeAspect="1"/>
          </p:cNvSpPr>
          <p:nvPr>
            <p:ph type="pic" sz="quarter" idx="15"/>
          </p:nvPr>
        </p:nvSpPr>
        <p:spPr>
          <a:xfrm>
            <a:off x="4898177" y="4353014"/>
            <a:ext cx="2144481" cy="1912319"/>
          </a:xfrm>
        </p:spPr>
        <p:txBody>
          <a:bodyPr>
            <a:normAutofit/>
          </a:bodyPr>
          <a:lstStyle>
            <a:lvl1pPr>
              <a:defRPr sz="1400"/>
            </a:lvl1pPr>
          </a:lstStyle>
          <a:p>
            <a:endParaRPr lang="en-US" dirty="0"/>
          </a:p>
        </p:txBody>
      </p:sp>
      <p:sp>
        <p:nvSpPr>
          <p:cNvPr id="19" name="Picture Placeholder 12"/>
          <p:cNvSpPr>
            <a:spLocks noGrp="1" noChangeAspect="1"/>
          </p:cNvSpPr>
          <p:nvPr>
            <p:ph type="pic" sz="quarter" idx="16"/>
          </p:nvPr>
        </p:nvSpPr>
        <p:spPr>
          <a:xfrm>
            <a:off x="7033110" y="4353014"/>
            <a:ext cx="2144481" cy="1912319"/>
          </a:xfrm>
        </p:spPr>
        <p:txBody>
          <a:bodyPr>
            <a:normAutofit/>
          </a:bodyPr>
          <a:lstStyle>
            <a:lvl1pPr>
              <a:defRPr sz="1400"/>
            </a:lvl1pPr>
          </a:lstStyle>
          <a:p>
            <a:endParaRPr lang="en-US" dirty="0"/>
          </a:p>
        </p:txBody>
      </p:sp>
      <p:sp>
        <p:nvSpPr>
          <p:cNvPr id="20" name="Picture Placeholder 12"/>
          <p:cNvSpPr>
            <a:spLocks noGrp="1" noChangeAspect="1"/>
          </p:cNvSpPr>
          <p:nvPr>
            <p:ph type="pic" sz="quarter" idx="17"/>
          </p:nvPr>
        </p:nvSpPr>
        <p:spPr>
          <a:xfrm>
            <a:off x="9161771" y="4353014"/>
            <a:ext cx="2144481" cy="1912319"/>
          </a:xfrm>
        </p:spPr>
        <p:txBody>
          <a:bodyPr>
            <a:normAutofit/>
          </a:bodyPr>
          <a:lstStyle>
            <a:lvl1pPr>
              <a:defRPr sz="1400"/>
            </a:lvl1pPr>
          </a:lstStyle>
          <a:p>
            <a:endParaRPr lang="en-US" dirty="0"/>
          </a:p>
        </p:txBody>
      </p:sp>
      <p:grpSp>
        <p:nvGrpSpPr>
          <p:cNvPr id="9" name="Group 8"/>
          <p:cNvGrpSpPr/>
          <p:nvPr userDrawn="1"/>
        </p:nvGrpSpPr>
        <p:grpSpPr>
          <a:xfrm>
            <a:off x="11517842" y="273543"/>
            <a:ext cx="461915" cy="413370"/>
            <a:chOff x="23051965" y="547086"/>
            <a:chExt cx="923589" cy="826739"/>
          </a:xfrm>
        </p:grpSpPr>
        <p:sp>
          <p:nvSpPr>
            <p:cNvPr id="10" name="Rectangle 9"/>
            <p:cNvSpPr/>
            <p:nvPr userDrawn="1"/>
          </p:nvSpPr>
          <p:spPr>
            <a:xfrm>
              <a:off x="23051965" y="547086"/>
              <a:ext cx="923589" cy="73529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12" name="Rectangle 11"/>
            <p:cNvSpPr/>
            <p:nvPr userDrawn="1"/>
          </p:nvSpPr>
          <p:spPr>
            <a:xfrm>
              <a:off x="23051965" y="12823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13" name="Rectangle 12"/>
            <p:cNvSpPr/>
            <p:nvPr userDrawn="1"/>
          </p:nvSpPr>
          <p:spPr>
            <a:xfrm>
              <a:off x="23051965" y="11978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grpSp>
      <p:sp>
        <p:nvSpPr>
          <p:cNvPr id="14" name="TextBox 13"/>
          <p:cNvSpPr txBox="1"/>
          <p:nvPr userDrawn="1"/>
        </p:nvSpPr>
        <p:spPr>
          <a:xfrm>
            <a:off x="11553914" y="303535"/>
            <a:ext cx="389779" cy="292351"/>
          </a:xfrm>
          <a:prstGeom prst="rect">
            <a:avLst/>
          </a:prstGeom>
          <a:noFill/>
        </p:spPr>
        <p:txBody>
          <a:bodyPr wrap="none" lIns="91404" tIns="45702" rIns="91404" bIns="45702" rtlCol="0">
            <a:spAutoFit/>
          </a:bodyPr>
          <a:lstStyle/>
          <a:p>
            <a:pPr algn="ctr" defTabSz="914217" fontAlgn="auto">
              <a:spcBef>
                <a:spcPts val="0"/>
              </a:spcBef>
              <a:spcAft>
                <a:spcPts val="0"/>
              </a:spcAft>
            </a:pPr>
            <a:fld id="{260E2A6B-A809-4840-BF14-8648BC0BDF87}" type="slidenum">
              <a:rPr lang="id-ID" sz="1300" smtClean="0">
                <a:solidFill>
                  <a:prstClr val="white"/>
                </a:solidFill>
                <a:latin typeface="Lato Regular"/>
                <a:cs typeface="Lato Regular"/>
              </a:rPr>
              <a:pPr algn="ctr" defTabSz="914217" fontAlgn="auto">
                <a:spcBef>
                  <a:spcPts val="0"/>
                </a:spcBef>
                <a:spcAft>
                  <a:spcPts val="0"/>
                </a:spcAft>
              </a:pPr>
              <a:t>‹#›</a:t>
            </a:fld>
            <a:endParaRPr lang="id-ID" sz="1300" dirty="0">
              <a:solidFill>
                <a:prstClr val="white"/>
              </a:solidFill>
              <a:latin typeface="Lato Regular"/>
              <a:cs typeface="Lato Regular"/>
            </a:endParaRPr>
          </a:p>
        </p:txBody>
      </p:sp>
      <p:sp>
        <p:nvSpPr>
          <p:cNvPr id="15" name="Freeform 30"/>
          <p:cNvSpPr>
            <a:spLocks noChangeArrowheads="1"/>
          </p:cNvSpPr>
          <p:nvPr userDrawn="1"/>
        </p:nvSpPr>
        <p:spPr bwMode="auto">
          <a:xfrm>
            <a:off x="10931083" y="6481334"/>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22" name="Freeform 38"/>
          <p:cNvSpPr>
            <a:spLocks noChangeArrowheads="1"/>
          </p:cNvSpPr>
          <p:nvPr userDrawn="1"/>
        </p:nvSpPr>
        <p:spPr bwMode="auto">
          <a:xfrm>
            <a:off x="10981568" y="6519434"/>
            <a:ext cx="62548"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23" name="Freeform 30"/>
          <p:cNvSpPr>
            <a:spLocks noChangeArrowheads="1"/>
          </p:cNvSpPr>
          <p:nvPr userDrawn="1"/>
        </p:nvSpPr>
        <p:spPr bwMode="auto">
          <a:xfrm>
            <a:off x="11139160" y="6481115"/>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24" name="Freeform 38"/>
          <p:cNvSpPr>
            <a:spLocks noChangeArrowheads="1"/>
          </p:cNvSpPr>
          <p:nvPr userDrawn="1"/>
        </p:nvSpPr>
        <p:spPr bwMode="auto">
          <a:xfrm flipH="1">
            <a:off x="11185500" y="6519215"/>
            <a:ext cx="62219"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25" name="TextBox 24"/>
          <p:cNvSpPr txBox="1"/>
          <p:nvPr userDrawn="1"/>
        </p:nvSpPr>
        <p:spPr>
          <a:xfrm>
            <a:off x="812902" y="6417211"/>
            <a:ext cx="1828025" cy="276999"/>
          </a:xfrm>
          <a:prstGeom prst="rect">
            <a:avLst/>
          </a:prstGeom>
          <a:noFill/>
        </p:spPr>
        <p:txBody>
          <a:bodyPr wrap="square" rtlCol="0">
            <a:spAutoFit/>
          </a:bodyPr>
          <a:lstStyle/>
          <a:p>
            <a:pPr defTabSz="914217" fontAlgn="auto">
              <a:spcBef>
                <a:spcPts val="0"/>
              </a:spcBef>
              <a:spcAft>
                <a:spcPts val="0"/>
              </a:spcAft>
            </a:pPr>
            <a:r>
              <a:rPr lang="id-ID" sz="1200" b="1" dirty="0" smtClean="0">
                <a:solidFill>
                  <a:srgbClr val="445469"/>
                </a:solidFill>
                <a:latin typeface="Lato Regular"/>
                <a:cs typeface="Lato Regular"/>
              </a:rPr>
              <a:t>Impresario </a:t>
            </a:r>
            <a:r>
              <a:rPr lang="id-ID" sz="1200" dirty="0" smtClean="0">
                <a:solidFill>
                  <a:srgbClr val="445469"/>
                </a:solidFill>
                <a:latin typeface="Lato Light"/>
                <a:cs typeface="Lato Light"/>
              </a:rPr>
              <a:t>Slides</a:t>
            </a:r>
            <a:endParaRPr lang="id-ID" sz="1200" dirty="0">
              <a:solidFill>
                <a:srgbClr val="445469"/>
              </a:solidFill>
              <a:latin typeface="Lato Light"/>
              <a:cs typeface="Lato Light"/>
            </a:endParaRPr>
          </a:p>
        </p:txBody>
      </p:sp>
    </p:spTree>
    <p:extLst>
      <p:ext uri="{BB962C8B-B14F-4D97-AF65-F5344CB8AC3E}">
        <p14:creationId xmlns:p14="http://schemas.microsoft.com/office/powerpoint/2010/main" val="262592699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481.xml><?xml version="1.0" encoding="utf-8"?>
<p:sldLayout xmlns:a="http://schemas.openxmlformats.org/drawingml/2006/main" xmlns:r="http://schemas.openxmlformats.org/officeDocument/2006/relationships" xmlns:p="http://schemas.openxmlformats.org/presentationml/2006/main" userDrawn="1">
  <p:cSld name="App Design 01">
    <p:spTree>
      <p:nvGrpSpPr>
        <p:cNvPr id="1" name=""/>
        <p:cNvGrpSpPr/>
        <p:nvPr/>
      </p:nvGrpSpPr>
      <p:grpSpPr>
        <a:xfrm>
          <a:off x="0" y="0"/>
          <a:ext cx="0" cy="0"/>
          <a:chOff x="0" y="0"/>
          <a:chExt cx="0" cy="0"/>
        </a:xfrm>
      </p:grpSpPr>
      <p:sp>
        <p:nvSpPr>
          <p:cNvPr id="23" name="Picture Placeholder 16"/>
          <p:cNvSpPr>
            <a:spLocks noGrp="1" noChangeAspect="1"/>
          </p:cNvSpPr>
          <p:nvPr userDrawn="1">
            <p:ph type="pic" sz="quarter" idx="13"/>
          </p:nvPr>
        </p:nvSpPr>
        <p:spPr>
          <a:xfrm>
            <a:off x="4303918" y="2557198"/>
            <a:ext cx="944871" cy="2572187"/>
          </a:xfrm>
        </p:spPr>
        <p:txBody>
          <a:bodyPr>
            <a:normAutofit/>
          </a:bodyPr>
          <a:lstStyle>
            <a:lvl1pPr marL="0" indent="0">
              <a:buNone/>
              <a:defRPr sz="700"/>
            </a:lvl1pPr>
          </a:lstStyle>
          <a:p>
            <a:endParaRPr lang="en-US" dirty="0"/>
          </a:p>
        </p:txBody>
      </p:sp>
      <p:sp>
        <p:nvSpPr>
          <p:cNvPr id="24" name="Picture Placeholder 16"/>
          <p:cNvSpPr>
            <a:spLocks noGrp="1" noChangeAspect="1"/>
          </p:cNvSpPr>
          <p:nvPr userDrawn="1">
            <p:ph type="pic" sz="quarter" idx="14"/>
          </p:nvPr>
        </p:nvSpPr>
        <p:spPr>
          <a:xfrm>
            <a:off x="1165167" y="2550141"/>
            <a:ext cx="896020" cy="2572188"/>
          </a:xfrm>
        </p:spPr>
        <p:txBody>
          <a:bodyPr>
            <a:normAutofit/>
          </a:bodyPr>
          <a:lstStyle>
            <a:lvl1pPr marL="0" indent="0">
              <a:buNone/>
              <a:defRPr sz="700"/>
            </a:lvl1pPr>
          </a:lstStyle>
          <a:p>
            <a:endParaRPr lang="en-US" dirty="0"/>
          </a:p>
        </p:txBody>
      </p:sp>
      <p:sp>
        <p:nvSpPr>
          <p:cNvPr id="25" name="Picture Placeholder 16"/>
          <p:cNvSpPr>
            <a:spLocks noGrp="1" noChangeAspect="1"/>
          </p:cNvSpPr>
          <p:nvPr>
            <p:ph type="pic" sz="quarter" idx="10"/>
          </p:nvPr>
        </p:nvSpPr>
        <p:spPr>
          <a:xfrm>
            <a:off x="2252868" y="2267919"/>
            <a:ext cx="1889744" cy="3369467"/>
          </a:xfrm>
        </p:spPr>
        <p:txBody>
          <a:bodyPr>
            <a:normAutofit/>
          </a:bodyPr>
          <a:lstStyle>
            <a:lvl1pPr marL="0" indent="0">
              <a:buNone/>
              <a:defRPr sz="700"/>
            </a:lvl1pPr>
          </a:lstStyle>
          <a:p>
            <a:endParaRPr lang="en-US" dirty="0"/>
          </a:p>
        </p:txBody>
      </p:sp>
      <p:grpSp>
        <p:nvGrpSpPr>
          <p:cNvPr id="8" name="Group 7"/>
          <p:cNvGrpSpPr/>
          <p:nvPr userDrawn="1"/>
        </p:nvGrpSpPr>
        <p:grpSpPr>
          <a:xfrm>
            <a:off x="11517842" y="273543"/>
            <a:ext cx="461915" cy="413370"/>
            <a:chOff x="23051965" y="547086"/>
            <a:chExt cx="923589" cy="826739"/>
          </a:xfrm>
        </p:grpSpPr>
        <p:sp>
          <p:nvSpPr>
            <p:cNvPr id="9" name="Rectangle 8"/>
            <p:cNvSpPr/>
            <p:nvPr userDrawn="1"/>
          </p:nvSpPr>
          <p:spPr>
            <a:xfrm>
              <a:off x="23051965" y="547086"/>
              <a:ext cx="923589" cy="73529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10" name="Rectangle 9"/>
            <p:cNvSpPr/>
            <p:nvPr userDrawn="1"/>
          </p:nvSpPr>
          <p:spPr>
            <a:xfrm>
              <a:off x="23051965" y="12823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11" name="Rectangle 10"/>
            <p:cNvSpPr/>
            <p:nvPr userDrawn="1"/>
          </p:nvSpPr>
          <p:spPr>
            <a:xfrm>
              <a:off x="23051965" y="11978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grpSp>
      <p:sp>
        <p:nvSpPr>
          <p:cNvPr id="12" name="TextBox 11"/>
          <p:cNvSpPr txBox="1"/>
          <p:nvPr userDrawn="1"/>
        </p:nvSpPr>
        <p:spPr>
          <a:xfrm>
            <a:off x="11553914" y="303535"/>
            <a:ext cx="389779" cy="292351"/>
          </a:xfrm>
          <a:prstGeom prst="rect">
            <a:avLst/>
          </a:prstGeom>
          <a:noFill/>
        </p:spPr>
        <p:txBody>
          <a:bodyPr wrap="none" lIns="91404" tIns="45702" rIns="91404" bIns="45702" rtlCol="0">
            <a:spAutoFit/>
          </a:bodyPr>
          <a:lstStyle/>
          <a:p>
            <a:pPr algn="ctr" defTabSz="914217" fontAlgn="auto">
              <a:spcBef>
                <a:spcPts val="0"/>
              </a:spcBef>
              <a:spcAft>
                <a:spcPts val="0"/>
              </a:spcAft>
            </a:pPr>
            <a:fld id="{260E2A6B-A809-4840-BF14-8648BC0BDF87}" type="slidenum">
              <a:rPr lang="id-ID" sz="1300" smtClean="0">
                <a:solidFill>
                  <a:prstClr val="white"/>
                </a:solidFill>
                <a:latin typeface="Lato Regular"/>
                <a:cs typeface="Lato Regular"/>
              </a:rPr>
              <a:pPr algn="ctr" defTabSz="914217" fontAlgn="auto">
                <a:spcBef>
                  <a:spcPts val="0"/>
                </a:spcBef>
                <a:spcAft>
                  <a:spcPts val="0"/>
                </a:spcAft>
              </a:pPr>
              <a:t>‹#›</a:t>
            </a:fld>
            <a:endParaRPr lang="id-ID" sz="1300" dirty="0">
              <a:solidFill>
                <a:prstClr val="white"/>
              </a:solidFill>
              <a:latin typeface="Lato Regular"/>
              <a:cs typeface="Lato Regular"/>
            </a:endParaRPr>
          </a:p>
        </p:txBody>
      </p:sp>
      <p:sp>
        <p:nvSpPr>
          <p:cNvPr id="14" name="Freeform 30"/>
          <p:cNvSpPr>
            <a:spLocks noChangeArrowheads="1"/>
          </p:cNvSpPr>
          <p:nvPr userDrawn="1"/>
        </p:nvSpPr>
        <p:spPr bwMode="auto">
          <a:xfrm>
            <a:off x="10931083" y="6481334"/>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5" name="Freeform 38"/>
          <p:cNvSpPr>
            <a:spLocks noChangeArrowheads="1"/>
          </p:cNvSpPr>
          <p:nvPr userDrawn="1"/>
        </p:nvSpPr>
        <p:spPr bwMode="auto">
          <a:xfrm>
            <a:off x="10981568" y="6519434"/>
            <a:ext cx="62548"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6" name="Freeform 30"/>
          <p:cNvSpPr>
            <a:spLocks noChangeArrowheads="1"/>
          </p:cNvSpPr>
          <p:nvPr userDrawn="1"/>
        </p:nvSpPr>
        <p:spPr bwMode="auto">
          <a:xfrm>
            <a:off x="11139160" y="6481115"/>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7" name="Freeform 38"/>
          <p:cNvSpPr>
            <a:spLocks noChangeArrowheads="1"/>
          </p:cNvSpPr>
          <p:nvPr userDrawn="1"/>
        </p:nvSpPr>
        <p:spPr bwMode="auto">
          <a:xfrm flipH="1">
            <a:off x="11185500" y="6519215"/>
            <a:ext cx="62219"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8" name="TextBox 17"/>
          <p:cNvSpPr txBox="1"/>
          <p:nvPr userDrawn="1"/>
        </p:nvSpPr>
        <p:spPr>
          <a:xfrm>
            <a:off x="812902" y="6417211"/>
            <a:ext cx="1828025" cy="276999"/>
          </a:xfrm>
          <a:prstGeom prst="rect">
            <a:avLst/>
          </a:prstGeom>
          <a:noFill/>
        </p:spPr>
        <p:txBody>
          <a:bodyPr wrap="square" rtlCol="0">
            <a:spAutoFit/>
          </a:bodyPr>
          <a:lstStyle/>
          <a:p>
            <a:pPr defTabSz="914217" fontAlgn="auto">
              <a:spcBef>
                <a:spcPts val="0"/>
              </a:spcBef>
              <a:spcAft>
                <a:spcPts val="0"/>
              </a:spcAft>
            </a:pPr>
            <a:r>
              <a:rPr lang="id-ID" sz="1200" b="1" dirty="0" smtClean="0">
                <a:solidFill>
                  <a:srgbClr val="445469"/>
                </a:solidFill>
                <a:latin typeface="Lato Regular"/>
                <a:cs typeface="Lato Regular"/>
              </a:rPr>
              <a:t>Impresario </a:t>
            </a:r>
            <a:r>
              <a:rPr lang="id-ID" sz="1200" dirty="0" smtClean="0">
                <a:solidFill>
                  <a:srgbClr val="445469"/>
                </a:solidFill>
                <a:latin typeface="Lato Light"/>
                <a:cs typeface="Lato Light"/>
              </a:rPr>
              <a:t>Slides</a:t>
            </a:r>
            <a:endParaRPr lang="id-ID" sz="1200" dirty="0">
              <a:solidFill>
                <a:srgbClr val="445469"/>
              </a:solidFill>
              <a:latin typeface="Lato Light"/>
              <a:cs typeface="Lato Light"/>
            </a:endParaRPr>
          </a:p>
        </p:txBody>
      </p:sp>
    </p:spTree>
    <p:extLst>
      <p:ext uri="{BB962C8B-B14F-4D97-AF65-F5344CB8AC3E}">
        <p14:creationId xmlns:p14="http://schemas.microsoft.com/office/powerpoint/2010/main" val="241536289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482.xml><?xml version="1.0" encoding="utf-8"?>
<p:sldLayout xmlns:a="http://schemas.openxmlformats.org/drawingml/2006/main" xmlns:r="http://schemas.openxmlformats.org/officeDocument/2006/relationships" xmlns:p="http://schemas.openxmlformats.org/presentationml/2006/main" userDrawn="1">
  <p:cSld name="Mockup-dev2">
    <p:spTree>
      <p:nvGrpSpPr>
        <p:cNvPr id="1" name=""/>
        <p:cNvGrpSpPr/>
        <p:nvPr/>
      </p:nvGrpSpPr>
      <p:grpSpPr>
        <a:xfrm>
          <a:off x="0" y="0"/>
          <a:ext cx="0" cy="0"/>
          <a:chOff x="0" y="0"/>
          <a:chExt cx="0" cy="0"/>
        </a:xfrm>
      </p:grpSpPr>
      <p:sp>
        <p:nvSpPr>
          <p:cNvPr id="38" name="Picture Placeholder 16"/>
          <p:cNvSpPr>
            <a:spLocks noGrp="1" noChangeAspect="1"/>
          </p:cNvSpPr>
          <p:nvPr>
            <p:ph type="pic" sz="quarter" idx="13"/>
          </p:nvPr>
        </p:nvSpPr>
        <p:spPr>
          <a:xfrm>
            <a:off x="7036984" y="2394392"/>
            <a:ext cx="1006768" cy="2385050"/>
          </a:xfrm>
        </p:spPr>
        <p:txBody>
          <a:bodyPr>
            <a:normAutofit/>
          </a:bodyPr>
          <a:lstStyle>
            <a:lvl1pPr marL="0" indent="0">
              <a:buNone/>
              <a:defRPr sz="600"/>
            </a:lvl1pPr>
          </a:lstStyle>
          <a:p>
            <a:endParaRPr lang="en-US" dirty="0"/>
          </a:p>
        </p:txBody>
      </p:sp>
      <p:sp>
        <p:nvSpPr>
          <p:cNvPr id="39" name="Picture Placeholder 16"/>
          <p:cNvSpPr>
            <a:spLocks noGrp="1" noChangeAspect="1"/>
          </p:cNvSpPr>
          <p:nvPr>
            <p:ph type="pic" sz="quarter" idx="14"/>
          </p:nvPr>
        </p:nvSpPr>
        <p:spPr>
          <a:xfrm>
            <a:off x="4047873" y="2393726"/>
            <a:ext cx="920404" cy="2385050"/>
          </a:xfrm>
        </p:spPr>
        <p:txBody>
          <a:bodyPr>
            <a:normAutofit/>
          </a:bodyPr>
          <a:lstStyle>
            <a:lvl1pPr marL="0" indent="0">
              <a:buNone/>
              <a:defRPr sz="600"/>
            </a:lvl1pPr>
          </a:lstStyle>
          <a:p>
            <a:endParaRPr lang="en-US" dirty="0"/>
          </a:p>
        </p:txBody>
      </p:sp>
      <p:sp>
        <p:nvSpPr>
          <p:cNvPr id="25" name="Picture Placeholder 16"/>
          <p:cNvSpPr>
            <a:spLocks noGrp="1" noChangeAspect="1"/>
          </p:cNvSpPr>
          <p:nvPr>
            <p:ph type="pic" sz="quarter" idx="10"/>
          </p:nvPr>
        </p:nvSpPr>
        <p:spPr>
          <a:xfrm>
            <a:off x="5140484" y="2174790"/>
            <a:ext cx="1747046" cy="3114540"/>
          </a:xfrm>
        </p:spPr>
        <p:txBody>
          <a:bodyPr>
            <a:normAutofit/>
          </a:bodyPr>
          <a:lstStyle>
            <a:lvl1pPr marL="0" indent="0">
              <a:buNone/>
              <a:defRPr sz="600"/>
            </a:lvl1pPr>
          </a:lstStyle>
          <a:p>
            <a:endParaRPr lang="en-US" dirty="0"/>
          </a:p>
        </p:txBody>
      </p:sp>
      <p:grpSp>
        <p:nvGrpSpPr>
          <p:cNvPr id="8" name="Group 7"/>
          <p:cNvGrpSpPr/>
          <p:nvPr userDrawn="1"/>
        </p:nvGrpSpPr>
        <p:grpSpPr>
          <a:xfrm>
            <a:off x="11517842" y="273543"/>
            <a:ext cx="461915" cy="413370"/>
            <a:chOff x="23051965" y="547086"/>
            <a:chExt cx="923589" cy="826739"/>
          </a:xfrm>
        </p:grpSpPr>
        <p:sp>
          <p:nvSpPr>
            <p:cNvPr id="9" name="Rectangle 8"/>
            <p:cNvSpPr/>
            <p:nvPr userDrawn="1"/>
          </p:nvSpPr>
          <p:spPr>
            <a:xfrm>
              <a:off x="23051965" y="547086"/>
              <a:ext cx="923589" cy="73529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10" name="Rectangle 9"/>
            <p:cNvSpPr/>
            <p:nvPr userDrawn="1"/>
          </p:nvSpPr>
          <p:spPr>
            <a:xfrm>
              <a:off x="23051965" y="12823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11" name="Rectangle 10"/>
            <p:cNvSpPr/>
            <p:nvPr userDrawn="1"/>
          </p:nvSpPr>
          <p:spPr>
            <a:xfrm>
              <a:off x="23051965" y="11978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grpSp>
      <p:sp>
        <p:nvSpPr>
          <p:cNvPr id="12" name="TextBox 11"/>
          <p:cNvSpPr txBox="1"/>
          <p:nvPr userDrawn="1"/>
        </p:nvSpPr>
        <p:spPr>
          <a:xfrm>
            <a:off x="11553914" y="303535"/>
            <a:ext cx="389779" cy="292351"/>
          </a:xfrm>
          <a:prstGeom prst="rect">
            <a:avLst/>
          </a:prstGeom>
          <a:noFill/>
        </p:spPr>
        <p:txBody>
          <a:bodyPr wrap="none" lIns="91404" tIns="45702" rIns="91404" bIns="45702" rtlCol="0">
            <a:spAutoFit/>
          </a:bodyPr>
          <a:lstStyle/>
          <a:p>
            <a:pPr algn="ctr" defTabSz="914217" fontAlgn="auto">
              <a:spcBef>
                <a:spcPts val="0"/>
              </a:spcBef>
              <a:spcAft>
                <a:spcPts val="0"/>
              </a:spcAft>
            </a:pPr>
            <a:fld id="{260E2A6B-A809-4840-BF14-8648BC0BDF87}" type="slidenum">
              <a:rPr lang="id-ID" sz="1300" smtClean="0">
                <a:solidFill>
                  <a:prstClr val="white"/>
                </a:solidFill>
                <a:latin typeface="Lato Regular"/>
                <a:cs typeface="Lato Regular"/>
              </a:rPr>
              <a:pPr algn="ctr" defTabSz="914217" fontAlgn="auto">
                <a:spcBef>
                  <a:spcPts val="0"/>
                </a:spcBef>
                <a:spcAft>
                  <a:spcPts val="0"/>
                </a:spcAft>
              </a:pPr>
              <a:t>‹#›</a:t>
            </a:fld>
            <a:endParaRPr lang="id-ID" sz="1300" dirty="0">
              <a:solidFill>
                <a:prstClr val="white"/>
              </a:solidFill>
              <a:latin typeface="Lato Regular"/>
              <a:cs typeface="Lato Regular"/>
            </a:endParaRPr>
          </a:p>
        </p:txBody>
      </p:sp>
      <p:sp>
        <p:nvSpPr>
          <p:cNvPr id="14" name="Freeform 30"/>
          <p:cNvSpPr>
            <a:spLocks noChangeArrowheads="1"/>
          </p:cNvSpPr>
          <p:nvPr userDrawn="1"/>
        </p:nvSpPr>
        <p:spPr bwMode="auto">
          <a:xfrm>
            <a:off x="10931083" y="6481334"/>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7" name="Freeform 38"/>
          <p:cNvSpPr>
            <a:spLocks noChangeArrowheads="1"/>
          </p:cNvSpPr>
          <p:nvPr userDrawn="1"/>
        </p:nvSpPr>
        <p:spPr bwMode="auto">
          <a:xfrm>
            <a:off x="10981568" y="6519434"/>
            <a:ext cx="62548"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8" name="Freeform 30"/>
          <p:cNvSpPr>
            <a:spLocks noChangeArrowheads="1"/>
          </p:cNvSpPr>
          <p:nvPr userDrawn="1"/>
        </p:nvSpPr>
        <p:spPr bwMode="auto">
          <a:xfrm>
            <a:off x="11139160" y="6481115"/>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9" name="Freeform 38"/>
          <p:cNvSpPr>
            <a:spLocks noChangeArrowheads="1"/>
          </p:cNvSpPr>
          <p:nvPr userDrawn="1"/>
        </p:nvSpPr>
        <p:spPr bwMode="auto">
          <a:xfrm flipH="1">
            <a:off x="11185500" y="6519215"/>
            <a:ext cx="62219"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20" name="TextBox 19"/>
          <p:cNvSpPr txBox="1"/>
          <p:nvPr userDrawn="1"/>
        </p:nvSpPr>
        <p:spPr>
          <a:xfrm>
            <a:off x="812902" y="6417211"/>
            <a:ext cx="1828025" cy="276999"/>
          </a:xfrm>
          <a:prstGeom prst="rect">
            <a:avLst/>
          </a:prstGeom>
          <a:noFill/>
        </p:spPr>
        <p:txBody>
          <a:bodyPr wrap="square" rtlCol="0">
            <a:spAutoFit/>
          </a:bodyPr>
          <a:lstStyle/>
          <a:p>
            <a:pPr defTabSz="914217" fontAlgn="auto">
              <a:spcBef>
                <a:spcPts val="0"/>
              </a:spcBef>
              <a:spcAft>
                <a:spcPts val="0"/>
              </a:spcAft>
            </a:pPr>
            <a:r>
              <a:rPr lang="id-ID" sz="1200" b="1" dirty="0" smtClean="0">
                <a:solidFill>
                  <a:srgbClr val="445469"/>
                </a:solidFill>
                <a:latin typeface="Lato Regular"/>
                <a:cs typeface="Lato Regular"/>
              </a:rPr>
              <a:t>Impresario </a:t>
            </a:r>
            <a:r>
              <a:rPr lang="id-ID" sz="1200" dirty="0" smtClean="0">
                <a:solidFill>
                  <a:srgbClr val="445469"/>
                </a:solidFill>
                <a:latin typeface="Lato Light"/>
                <a:cs typeface="Lato Light"/>
              </a:rPr>
              <a:t>Slides</a:t>
            </a:r>
            <a:endParaRPr lang="id-ID" sz="1200" dirty="0">
              <a:solidFill>
                <a:srgbClr val="445469"/>
              </a:solidFill>
              <a:latin typeface="Lato Light"/>
              <a:cs typeface="Lato Light"/>
            </a:endParaRPr>
          </a:p>
        </p:txBody>
      </p:sp>
    </p:spTree>
    <p:extLst>
      <p:ext uri="{BB962C8B-B14F-4D97-AF65-F5344CB8AC3E}">
        <p14:creationId xmlns:p14="http://schemas.microsoft.com/office/powerpoint/2010/main" val="360834266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483.xml><?xml version="1.0" encoding="utf-8"?>
<p:sldLayout xmlns:a="http://schemas.openxmlformats.org/drawingml/2006/main" xmlns:r="http://schemas.openxmlformats.org/officeDocument/2006/relationships" xmlns:p="http://schemas.openxmlformats.org/presentationml/2006/main" preserve="1" userDrawn="1">
  <p:cSld name="Contact-Us">
    <p:spTree>
      <p:nvGrpSpPr>
        <p:cNvPr id="1" name=""/>
        <p:cNvGrpSpPr/>
        <p:nvPr/>
      </p:nvGrpSpPr>
      <p:grpSpPr>
        <a:xfrm>
          <a:off x="0" y="0"/>
          <a:ext cx="0" cy="0"/>
          <a:chOff x="0" y="0"/>
          <a:chExt cx="0" cy="0"/>
        </a:xfrm>
      </p:grpSpPr>
      <p:sp>
        <p:nvSpPr>
          <p:cNvPr id="15" name="Picture Placeholder 13"/>
          <p:cNvSpPr>
            <a:spLocks noGrp="1" noChangeAspect="1"/>
          </p:cNvSpPr>
          <p:nvPr>
            <p:ph type="pic" sz="quarter" idx="13"/>
          </p:nvPr>
        </p:nvSpPr>
        <p:spPr>
          <a:xfrm>
            <a:off x="-1" y="0"/>
            <a:ext cx="12192001" cy="6858000"/>
          </a:xfrm>
          <a:effectLst/>
        </p:spPr>
        <p:txBody>
          <a:bodyPr>
            <a:normAutofit/>
          </a:bodyPr>
          <a:lstStyle>
            <a:lvl1pPr marL="0" indent="0">
              <a:buNone/>
              <a:defRPr sz="2100">
                <a:ln>
                  <a:noFill/>
                </a:ln>
                <a:solidFill>
                  <a:schemeClr val="bg1">
                    <a:lumMod val="85000"/>
                  </a:schemeClr>
                </a:solidFill>
              </a:defRPr>
            </a:lvl1pPr>
          </a:lstStyle>
          <a:p>
            <a:endParaRPr lang="en-US" dirty="0"/>
          </a:p>
        </p:txBody>
      </p:sp>
    </p:spTree>
    <p:extLst>
      <p:ext uri="{BB962C8B-B14F-4D97-AF65-F5344CB8AC3E}">
        <p14:creationId xmlns:p14="http://schemas.microsoft.com/office/powerpoint/2010/main" val="84311148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484.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253570409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48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5"/>
            <a:ext cx="10515600" cy="1325563"/>
          </a:xfrm>
          <a:prstGeom prst="rect">
            <a:avLst/>
          </a:prstGeom>
        </p:spPr>
        <p:txBody>
          <a:bodyPr/>
          <a:lstStyle/>
          <a:p>
            <a:r>
              <a:rPr lang="en-US" smtClean="0"/>
              <a:t>Click to edit Master title style</a:t>
            </a:r>
            <a:endParaRPr lang="id-ID"/>
          </a:p>
        </p:txBody>
      </p:sp>
      <p:sp>
        <p:nvSpPr>
          <p:cNvPr id="3" name="Content Placeholder 2"/>
          <p:cNvSpPr>
            <a:spLocks noGrp="1"/>
          </p:cNvSpPr>
          <p:nvPr>
            <p:ph idx="1"/>
          </p:nvPr>
        </p:nvSpPr>
        <p:spPr>
          <a:xfrm>
            <a:off x="838200" y="1825625"/>
            <a:ext cx="10515600" cy="435133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id-ID"/>
          </a:p>
        </p:txBody>
      </p:sp>
      <p:sp>
        <p:nvSpPr>
          <p:cNvPr id="4" name="Date Placeholder 3"/>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E6F139D3-93DB-4E7C-B53E-C14544E8DD13}" type="datetimeFigureOut">
              <a:rPr lang="id-ID" smtClean="0">
                <a:solidFill>
                  <a:prstClr val="black"/>
                </a:solidFill>
                <a:latin typeface="Calibri" panose="020F0502020204030204"/>
                <a:cs typeface="+mn-cs"/>
              </a:rPr>
              <a:pPr fontAlgn="auto">
                <a:spcBef>
                  <a:spcPts val="0"/>
                </a:spcBef>
                <a:spcAft>
                  <a:spcPts val="0"/>
                </a:spcAft>
              </a:pPr>
              <a:t>02/09/16</a:t>
            </a:fld>
            <a:endParaRPr lang="id-ID">
              <a:solidFill>
                <a:prstClr val="black"/>
              </a:solidFill>
              <a:latin typeface="Calibri" panose="020F0502020204030204"/>
              <a:cs typeface="+mn-cs"/>
            </a:endParaRPr>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endParaRPr lang="id-ID">
              <a:solidFill>
                <a:prstClr val="black"/>
              </a:solidFill>
              <a:latin typeface="Calibri" panose="020F0502020204030204"/>
              <a:cs typeface="+mn-cs"/>
            </a:endParaRPr>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D66A3C11-AD56-4BB5-ABF6-05866C35BEE0}" type="slidenum">
              <a:rPr lang="id-ID" smtClean="0">
                <a:solidFill>
                  <a:prstClr val="black"/>
                </a:solidFill>
                <a:latin typeface="Calibri" panose="020F0502020204030204"/>
                <a:cs typeface="+mn-cs"/>
              </a:rPr>
              <a:pPr fontAlgn="auto">
                <a:spcBef>
                  <a:spcPts val="0"/>
                </a:spcBef>
                <a:spcAft>
                  <a:spcPts val="0"/>
                </a:spcAft>
              </a:pPr>
              <a:t>‹#›</a:t>
            </a:fld>
            <a:endParaRPr lang="id-ID">
              <a:solidFill>
                <a:prstClr val="black"/>
              </a:solidFill>
              <a:latin typeface="Calibri" panose="020F0502020204030204"/>
              <a:cs typeface="+mn-cs"/>
            </a:endParaRPr>
          </a:p>
        </p:txBody>
      </p:sp>
    </p:spTree>
    <p:extLst>
      <p:ext uri="{BB962C8B-B14F-4D97-AF65-F5344CB8AC3E}">
        <p14:creationId xmlns:p14="http://schemas.microsoft.com/office/powerpoint/2010/main" val="202492270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48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a:prstGeom prst="rect">
            <a:avLst/>
          </a:prstGeom>
        </p:spPr>
        <p:txBody>
          <a:bodyPr anchor="b"/>
          <a:lstStyle>
            <a:lvl1pPr>
              <a:defRPr sz="6000"/>
            </a:lvl1pPr>
          </a:lstStyle>
          <a:p>
            <a:r>
              <a:rPr lang="en-US" smtClean="0"/>
              <a:t>Click to edit Master title style</a:t>
            </a:r>
            <a:endParaRPr lang="id-ID"/>
          </a:p>
        </p:txBody>
      </p:sp>
      <p:sp>
        <p:nvSpPr>
          <p:cNvPr id="3" name="Text Placeholder 2"/>
          <p:cNvSpPr>
            <a:spLocks noGrp="1"/>
          </p:cNvSpPr>
          <p:nvPr>
            <p:ph type="body" idx="1"/>
          </p:nvPr>
        </p:nvSpPr>
        <p:spPr>
          <a:xfrm>
            <a:off x="831850" y="4589463"/>
            <a:ext cx="10515600" cy="1500187"/>
          </a:xfrm>
          <a:prstGeom prst="rect">
            <a:avLst/>
          </a:prstGeo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E6F139D3-93DB-4E7C-B53E-C14544E8DD13}" type="datetimeFigureOut">
              <a:rPr lang="id-ID" smtClean="0">
                <a:solidFill>
                  <a:prstClr val="black"/>
                </a:solidFill>
                <a:latin typeface="Calibri" panose="020F0502020204030204"/>
                <a:cs typeface="+mn-cs"/>
              </a:rPr>
              <a:pPr fontAlgn="auto">
                <a:spcBef>
                  <a:spcPts val="0"/>
                </a:spcBef>
                <a:spcAft>
                  <a:spcPts val="0"/>
                </a:spcAft>
              </a:pPr>
              <a:t>02/09/16</a:t>
            </a:fld>
            <a:endParaRPr lang="id-ID">
              <a:solidFill>
                <a:prstClr val="black"/>
              </a:solidFill>
              <a:latin typeface="Calibri" panose="020F0502020204030204"/>
              <a:cs typeface="+mn-cs"/>
            </a:endParaRPr>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endParaRPr lang="id-ID">
              <a:solidFill>
                <a:prstClr val="black"/>
              </a:solidFill>
              <a:latin typeface="Calibri" panose="020F0502020204030204"/>
              <a:cs typeface="+mn-cs"/>
            </a:endParaRPr>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D66A3C11-AD56-4BB5-ABF6-05866C35BEE0}" type="slidenum">
              <a:rPr lang="id-ID" smtClean="0">
                <a:solidFill>
                  <a:prstClr val="black"/>
                </a:solidFill>
                <a:latin typeface="Calibri" panose="020F0502020204030204"/>
                <a:cs typeface="+mn-cs"/>
              </a:rPr>
              <a:pPr fontAlgn="auto">
                <a:spcBef>
                  <a:spcPts val="0"/>
                </a:spcBef>
                <a:spcAft>
                  <a:spcPts val="0"/>
                </a:spcAft>
              </a:pPr>
              <a:t>‹#›</a:t>
            </a:fld>
            <a:endParaRPr lang="id-ID">
              <a:solidFill>
                <a:prstClr val="black"/>
              </a:solidFill>
              <a:latin typeface="Calibri" panose="020F0502020204030204"/>
              <a:cs typeface="+mn-cs"/>
            </a:endParaRPr>
          </a:p>
        </p:txBody>
      </p:sp>
    </p:spTree>
    <p:extLst>
      <p:ext uri="{BB962C8B-B14F-4D97-AF65-F5344CB8AC3E}">
        <p14:creationId xmlns:p14="http://schemas.microsoft.com/office/powerpoint/2010/main" val="280565670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8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5"/>
            <a:ext cx="10515600" cy="1325563"/>
          </a:xfrm>
          <a:prstGeom prst="rect">
            <a:avLst/>
          </a:prstGeom>
        </p:spPr>
        <p:txBody>
          <a:bodyPr/>
          <a:lstStyle/>
          <a:p>
            <a:r>
              <a:rPr lang="en-US" smtClean="0"/>
              <a:t>Click to edit Master title style</a:t>
            </a:r>
            <a:endParaRPr lang="id-ID"/>
          </a:p>
        </p:txBody>
      </p:sp>
      <p:sp>
        <p:nvSpPr>
          <p:cNvPr id="3" name="Content Placeholder 2"/>
          <p:cNvSpPr>
            <a:spLocks noGrp="1"/>
          </p:cNvSpPr>
          <p:nvPr>
            <p:ph sz="half" idx="1"/>
          </p:nvPr>
        </p:nvSpPr>
        <p:spPr>
          <a:xfrm>
            <a:off x="838200" y="1825625"/>
            <a:ext cx="5181600" cy="435133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id-ID"/>
          </a:p>
        </p:txBody>
      </p:sp>
      <p:sp>
        <p:nvSpPr>
          <p:cNvPr id="4" name="Content Placeholder 3"/>
          <p:cNvSpPr>
            <a:spLocks noGrp="1"/>
          </p:cNvSpPr>
          <p:nvPr>
            <p:ph sz="half" idx="2"/>
          </p:nvPr>
        </p:nvSpPr>
        <p:spPr>
          <a:xfrm>
            <a:off x="6172200" y="1825625"/>
            <a:ext cx="5181600" cy="435133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id-ID"/>
          </a:p>
        </p:txBody>
      </p:sp>
      <p:sp>
        <p:nvSpPr>
          <p:cNvPr id="5" name="Date Placeholder 4"/>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E6F139D3-93DB-4E7C-B53E-C14544E8DD13}" type="datetimeFigureOut">
              <a:rPr lang="id-ID" smtClean="0">
                <a:solidFill>
                  <a:prstClr val="black"/>
                </a:solidFill>
                <a:latin typeface="Calibri" panose="020F0502020204030204"/>
                <a:cs typeface="+mn-cs"/>
              </a:rPr>
              <a:pPr fontAlgn="auto">
                <a:spcBef>
                  <a:spcPts val="0"/>
                </a:spcBef>
                <a:spcAft>
                  <a:spcPts val="0"/>
                </a:spcAft>
              </a:pPr>
              <a:t>02/09/16</a:t>
            </a:fld>
            <a:endParaRPr lang="id-ID">
              <a:solidFill>
                <a:prstClr val="black"/>
              </a:solidFill>
              <a:latin typeface="Calibri" panose="020F0502020204030204"/>
              <a:cs typeface="+mn-cs"/>
            </a:endParaRPr>
          </a:p>
        </p:txBody>
      </p:sp>
      <p:sp>
        <p:nvSpPr>
          <p:cNvPr id="6" name="Footer Placeholder 5"/>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endParaRPr lang="id-ID">
              <a:solidFill>
                <a:prstClr val="black"/>
              </a:solidFill>
              <a:latin typeface="Calibri" panose="020F0502020204030204"/>
              <a:cs typeface="+mn-cs"/>
            </a:endParaRPr>
          </a:p>
        </p:txBody>
      </p:sp>
      <p:sp>
        <p:nvSpPr>
          <p:cNvPr id="7" name="Slide Number Placeholder 6"/>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D66A3C11-AD56-4BB5-ABF6-05866C35BEE0}" type="slidenum">
              <a:rPr lang="id-ID" smtClean="0">
                <a:solidFill>
                  <a:prstClr val="black"/>
                </a:solidFill>
                <a:latin typeface="Calibri" panose="020F0502020204030204"/>
                <a:cs typeface="+mn-cs"/>
              </a:rPr>
              <a:pPr fontAlgn="auto">
                <a:spcBef>
                  <a:spcPts val="0"/>
                </a:spcBef>
                <a:spcAft>
                  <a:spcPts val="0"/>
                </a:spcAft>
              </a:pPr>
              <a:t>‹#›</a:t>
            </a:fld>
            <a:endParaRPr lang="id-ID">
              <a:solidFill>
                <a:prstClr val="black"/>
              </a:solidFill>
              <a:latin typeface="Calibri" panose="020F0502020204030204"/>
              <a:cs typeface="+mn-cs"/>
            </a:endParaRPr>
          </a:p>
        </p:txBody>
      </p:sp>
    </p:spTree>
    <p:extLst>
      <p:ext uri="{BB962C8B-B14F-4D97-AF65-F5344CB8AC3E}">
        <p14:creationId xmlns:p14="http://schemas.microsoft.com/office/powerpoint/2010/main" val="398794132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8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a:prstGeom prst="rect">
            <a:avLst/>
          </a:prstGeom>
        </p:spPr>
        <p:txBody>
          <a:bodyPr/>
          <a:lstStyle/>
          <a:p>
            <a:r>
              <a:rPr lang="en-US" smtClean="0"/>
              <a:t>Click to edit Master title style</a:t>
            </a:r>
            <a:endParaRPr lang="id-ID"/>
          </a:p>
        </p:txBody>
      </p:sp>
      <p:sp>
        <p:nvSpPr>
          <p:cNvPr id="3" name="Text Placeholder 2"/>
          <p:cNvSpPr>
            <a:spLocks noGrp="1"/>
          </p:cNvSpPr>
          <p:nvPr>
            <p:ph type="body" idx="1"/>
          </p:nvPr>
        </p:nvSpPr>
        <p:spPr>
          <a:xfrm>
            <a:off x="839788" y="1681163"/>
            <a:ext cx="5157787" cy="82391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839788" y="2505075"/>
            <a:ext cx="5157787" cy="368458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id-ID"/>
          </a:p>
        </p:txBody>
      </p:sp>
      <p:sp>
        <p:nvSpPr>
          <p:cNvPr id="5" name="Text Placeholder 4"/>
          <p:cNvSpPr>
            <a:spLocks noGrp="1"/>
          </p:cNvSpPr>
          <p:nvPr>
            <p:ph type="body" sz="quarter" idx="3"/>
          </p:nvPr>
        </p:nvSpPr>
        <p:spPr>
          <a:xfrm>
            <a:off x="6172200" y="1681163"/>
            <a:ext cx="5183188" cy="82391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6172200" y="2505075"/>
            <a:ext cx="5183188" cy="368458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id-ID"/>
          </a:p>
        </p:txBody>
      </p:sp>
      <p:sp>
        <p:nvSpPr>
          <p:cNvPr id="7" name="Date Placeholder 6"/>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E6F139D3-93DB-4E7C-B53E-C14544E8DD13}" type="datetimeFigureOut">
              <a:rPr lang="id-ID" smtClean="0">
                <a:solidFill>
                  <a:prstClr val="black"/>
                </a:solidFill>
                <a:latin typeface="Calibri" panose="020F0502020204030204"/>
                <a:cs typeface="+mn-cs"/>
              </a:rPr>
              <a:pPr fontAlgn="auto">
                <a:spcBef>
                  <a:spcPts val="0"/>
                </a:spcBef>
                <a:spcAft>
                  <a:spcPts val="0"/>
                </a:spcAft>
              </a:pPr>
              <a:t>02/09/16</a:t>
            </a:fld>
            <a:endParaRPr lang="id-ID">
              <a:solidFill>
                <a:prstClr val="black"/>
              </a:solidFill>
              <a:latin typeface="Calibri" panose="020F0502020204030204"/>
              <a:cs typeface="+mn-cs"/>
            </a:endParaRPr>
          </a:p>
        </p:txBody>
      </p:sp>
      <p:sp>
        <p:nvSpPr>
          <p:cNvPr id="8" name="Footer Placeholder 7"/>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endParaRPr lang="id-ID">
              <a:solidFill>
                <a:prstClr val="black"/>
              </a:solidFill>
              <a:latin typeface="Calibri" panose="020F0502020204030204"/>
              <a:cs typeface="+mn-cs"/>
            </a:endParaRPr>
          </a:p>
        </p:txBody>
      </p:sp>
      <p:sp>
        <p:nvSpPr>
          <p:cNvPr id="9" name="Slide Number Placeholder 8"/>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D66A3C11-AD56-4BB5-ABF6-05866C35BEE0}" type="slidenum">
              <a:rPr lang="id-ID" smtClean="0">
                <a:solidFill>
                  <a:prstClr val="black"/>
                </a:solidFill>
                <a:latin typeface="Calibri" panose="020F0502020204030204"/>
                <a:cs typeface="+mn-cs"/>
              </a:rPr>
              <a:pPr fontAlgn="auto">
                <a:spcBef>
                  <a:spcPts val="0"/>
                </a:spcBef>
                <a:spcAft>
                  <a:spcPts val="0"/>
                </a:spcAft>
              </a:pPr>
              <a:t>‹#›</a:t>
            </a:fld>
            <a:endParaRPr lang="id-ID">
              <a:solidFill>
                <a:prstClr val="black"/>
              </a:solidFill>
              <a:latin typeface="Calibri" panose="020F0502020204030204"/>
              <a:cs typeface="+mn-cs"/>
            </a:endParaRPr>
          </a:p>
        </p:txBody>
      </p:sp>
    </p:spTree>
    <p:extLst>
      <p:ext uri="{BB962C8B-B14F-4D97-AF65-F5344CB8AC3E}">
        <p14:creationId xmlns:p14="http://schemas.microsoft.com/office/powerpoint/2010/main" val="394581697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8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5"/>
            <a:ext cx="10515600" cy="1325563"/>
          </a:xfrm>
          <a:prstGeom prst="rect">
            <a:avLst/>
          </a:prstGeom>
        </p:spPr>
        <p:txBody>
          <a:bodyPr/>
          <a:lstStyle/>
          <a:p>
            <a:r>
              <a:rPr lang="en-US" smtClean="0"/>
              <a:t>Click to edit Master title style</a:t>
            </a:r>
            <a:endParaRPr lang="id-ID"/>
          </a:p>
        </p:txBody>
      </p:sp>
      <p:sp>
        <p:nvSpPr>
          <p:cNvPr id="3" name="Date Placeholder 2"/>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E6F139D3-93DB-4E7C-B53E-C14544E8DD13}" type="datetimeFigureOut">
              <a:rPr lang="id-ID" smtClean="0">
                <a:solidFill>
                  <a:prstClr val="black"/>
                </a:solidFill>
                <a:latin typeface="Calibri" panose="020F0502020204030204"/>
                <a:cs typeface="+mn-cs"/>
              </a:rPr>
              <a:pPr fontAlgn="auto">
                <a:spcBef>
                  <a:spcPts val="0"/>
                </a:spcBef>
                <a:spcAft>
                  <a:spcPts val="0"/>
                </a:spcAft>
              </a:pPr>
              <a:t>02/09/16</a:t>
            </a:fld>
            <a:endParaRPr lang="id-ID">
              <a:solidFill>
                <a:prstClr val="black"/>
              </a:solidFill>
              <a:latin typeface="Calibri" panose="020F0502020204030204"/>
              <a:cs typeface="+mn-cs"/>
            </a:endParaRPr>
          </a:p>
        </p:txBody>
      </p:sp>
      <p:sp>
        <p:nvSpPr>
          <p:cNvPr id="4" name="Footer Placeholder 3"/>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endParaRPr lang="id-ID">
              <a:solidFill>
                <a:prstClr val="black"/>
              </a:solidFill>
              <a:latin typeface="Calibri" panose="020F0502020204030204"/>
              <a:cs typeface="+mn-cs"/>
            </a:endParaRPr>
          </a:p>
        </p:txBody>
      </p:sp>
      <p:sp>
        <p:nvSpPr>
          <p:cNvPr id="5" name="Slide Number Placeholder 4"/>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D66A3C11-AD56-4BB5-ABF6-05866C35BEE0}" type="slidenum">
              <a:rPr lang="id-ID" smtClean="0">
                <a:solidFill>
                  <a:prstClr val="black"/>
                </a:solidFill>
                <a:latin typeface="Calibri" panose="020F0502020204030204"/>
                <a:cs typeface="+mn-cs"/>
              </a:rPr>
              <a:pPr fontAlgn="auto">
                <a:spcBef>
                  <a:spcPts val="0"/>
                </a:spcBef>
                <a:spcAft>
                  <a:spcPts val="0"/>
                </a:spcAft>
              </a:pPr>
              <a:t>‹#›</a:t>
            </a:fld>
            <a:endParaRPr lang="id-ID">
              <a:solidFill>
                <a:prstClr val="black"/>
              </a:solidFill>
              <a:latin typeface="Calibri" panose="020F0502020204030204"/>
              <a:cs typeface="+mn-cs"/>
            </a:endParaRPr>
          </a:p>
        </p:txBody>
      </p:sp>
    </p:spTree>
    <p:extLst>
      <p:ext uri="{BB962C8B-B14F-4D97-AF65-F5344CB8AC3E}">
        <p14:creationId xmlns:p14="http://schemas.microsoft.com/office/powerpoint/2010/main" val="54549218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49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E6F139D3-93DB-4E7C-B53E-C14544E8DD13}" type="datetimeFigureOut">
              <a:rPr lang="id-ID" smtClean="0">
                <a:solidFill>
                  <a:prstClr val="black"/>
                </a:solidFill>
                <a:latin typeface="Calibri" panose="020F0502020204030204"/>
                <a:cs typeface="+mn-cs"/>
              </a:rPr>
              <a:pPr fontAlgn="auto">
                <a:spcBef>
                  <a:spcPts val="0"/>
                </a:spcBef>
                <a:spcAft>
                  <a:spcPts val="0"/>
                </a:spcAft>
              </a:pPr>
              <a:t>02/09/16</a:t>
            </a:fld>
            <a:endParaRPr lang="id-ID">
              <a:solidFill>
                <a:prstClr val="black"/>
              </a:solidFill>
              <a:latin typeface="Calibri" panose="020F0502020204030204"/>
              <a:cs typeface="+mn-cs"/>
            </a:endParaRPr>
          </a:p>
        </p:txBody>
      </p:sp>
      <p:sp>
        <p:nvSpPr>
          <p:cNvPr id="3" name="Footer Placeholder 2"/>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endParaRPr lang="id-ID">
              <a:solidFill>
                <a:prstClr val="black"/>
              </a:solidFill>
              <a:latin typeface="Calibri" panose="020F0502020204030204"/>
              <a:cs typeface="+mn-cs"/>
            </a:endParaRPr>
          </a:p>
        </p:txBody>
      </p:sp>
      <p:sp>
        <p:nvSpPr>
          <p:cNvPr id="4" name="Slide Number Placeholder 3"/>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D66A3C11-AD56-4BB5-ABF6-05866C35BEE0}" type="slidenum">
              <a:rPr lang="id-ID" smtClean="0">
                <a:solidFill>
                  <a:prstClr val="black"/>
                </a:solidFill>
                <a:latin typeface="Calibri" panose="020F0502020204030204"/>
                <a:cs typeface="+mn-cs"/>
              </a:rPr>
              <a:pPr fontAlgn="auto">
                <a:spcBef>
                  <a:spcPts val="0"/>
                </a:spcBef>
                <a:spcAft>
                  <a:spcPts val="0"/>
                </a:spcAft>
              </a:pPr>
              <a:t>‹#›</a:t>
            </a:fld>
            <a:endParaRPr lang="id-ID">
              <a:solidFill>
                <a:prstClr val="black"/>
              </a:solidFill>
              <a:latin typeface="Calibri" panose="020F0502020204030204"/>
              <a:cs typeface="+mn-cs"/>
            </a:endParaRPr>
          </a:p>
        </p:txBody>
      </p:sp>
    </p:spTree>
    <p:extLst>
      <p:ext uri="{BB962C8B-B14F-4D97-AF65-F5344CB8AC3E}">
        <p14:creationId xmlns:p14="http://schemas.microsoft.com/office/powerpoint/2010/main" val="39574704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9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a:prstGeom prst="rect">
            <a:avLst/>
          </a:prstGeom>
        </p:spPr>
        <p:txBody>
          <a:bodyPr anchor="b"/>
          <a:lstStyle>
            <a:lvl1pPr>
              <a:defRPr sz="3200"/>
            </a:lvl1pPr>
          </a:lstStyle>
          <a:p>
            <a:r>
              <a:rPr lang="en-US" smtClean="0"/>
              <a:t>Click to edit Master title style</a:t>
            </a:r>
            <a:endParaRPr lang="id-ID"/>
          </a:p>
        </p:txBody>
      </p:sp>
      <p:sp>
        <p:nvSpPr>
          <p:cNvPr id="3" name="Content Placeholder 2"/>
          <p:cNvSpPr>
            <a:spLocks noGrp="1"/>
          </p:cNvSpPr>
          <p:nvPr>
            <p:ph idx="1"/>
          </p:nvPr>
        </p:nvSpPr>
        <p:spPr>
          <a:xfrm>
            <a:off x="5183188" y="987425"/>
            <a:ext cx="6172200" cy="4873625"/>
          </a:xfrm>
          <a:prstGeom prst="rect">
            <a:avLst/>
          </a:prstGeo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id-ID"/>
          </a:p>
        </p:txBody>
      </p:sp>
      <p:sp>
        <p:nvSpPr>
          <p:cNvPr id="4" name="Text Placeholder 3"/>
          <p:cNvSpPr>
            <a:spLocks noGrp="1"/>
          </p:cNvSpPr>
          <p:nvPr>
            <p:ph type="body" sz="half" idx="2"/>
          </p:nvPr>
        </p:nvSpPr>
        <p:spPr>
          <a:xfrm>
            <a:off x="839788" y="2057400"/>
            <a:ext cx="3932237" cy="3811588"/>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E6F139D3-93DB-4E7C-B53E-C14544E8DD13}" type="datetimeFigureOut">
              <a:rPr lang="id-ID" smtClean="0">
                <a:solidFill>
                  <a:prstClr val="black"/>
                </a:solidFill>
                <a:latin typeface="Calibri" panose="020F0502020204030204"/>
                <a:cs typeface="+mn-cs"/>
              </a:rPr>
              <a:pPr fontAlgn="auto">
                <a:spcBef>
                  <a:spcPts val="0"/>
                </a:spcBef>
                <a:spcAft>
                  <a:spcPts val="0"/>
                </a:spcAft>
              </a:pPr>
              <a:t>02/09/16</a:t>
            </a:fld>
            <a:endParaRPr lang="id-ID">
              <a:solidFill>
                <a:prstClr val="black"/>
              </a:solidFill>
              <a:latin typeface="Calibri" panose="020F0502020204030204"/>
              <a:cs typeface="+mn-cs"/>
            </a:endParaRPr>
          </a:p>
        </p:txBody>
      </p:sp>
      <p:sp>
        <p:nvSpPr>
          <p:cNvPr id="6" name="Footer Placeholder 5"/>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endParaRPr lang="id-ID">
              <a:solidFill>
                <a:prstClr val="black"/>
              </a:solidFill>
              <a:latin typeface="Calibri" panose="020F0502020204030204"/>
              <a:cs typeface="+mn-cs"/>
            </a:endParaRPr>
          </a:p>
        </p:txBody>
      </p:sp>
      <p:sp>
        <p:nvSpPr>
          <p:cNvPr id="7" name="Slide Number Placeholder 6"/>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D66A3C11-AD56-4BB5-ABF6-05866C35BEE0}" type="slidenum">
              <a:rPr lang="id-ID" smtClean="0">
                <a:solidFill>
                  <a:prstClr val="black"/>
                </a:solidFill>
                <a:latin typeface="Calibri" panose="020F0502020204030204"/>
                <a:cs typeface="+mn-cs"/>
              </a:rPr>
              <a:pPr fontAlgn="auto">
                <a:spcBef>
                  <a:spcPts val="0"/>
                </a:spcBef>
                <a:spcAft>
                  <a:spcPts val="0"/>
                </a:spcAft>
              </a:pPr>
              <a:t>‹#›</a:t>
            </a:fld>
            <a:endParaRPr lang="id-ID">
              <a:solidFill>
                <a:prstClr val="black"/>
              </a:solidFill>
              <a:latin typeface="Calibri" panose="020F0502020204030204"/>
              <a:cs typeface="+mn-cs"/>
            </a:endParaRPr>
          </a:p>
        </p:txBody>
      </p:sp>
    </p:spTree>
    <p:extLst>
      <p:ext uri="{BB962C8B-B14F-4D97-AF65-F5344CB8AC3E}">
        <p14:creationId xmlns:p14="http://schemas.microsoft.com/office/powerpoint/2010/main" val="87772561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9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a:prstGeom prst="rect">
            <a:avLst/>
          </a:prstGeom>
        </p:spPr>
        <p:txBody>
          <a:bodyPr anchor="b"/>
          <a:lstStyle>
            <a:lvl1pPr>
              <a:defRPr sz="3200"/>
            </a:lvl1pPr>
          </a:lstStyle>
          <a:p>
            <a:r>
              <a:rPr lang="en-US" smtClean="0"/>
              <a:t>Click to edit Master title style</a:t>
            </a:r>
            <a:endParaRPr lang="id-ID"/>
          </a:p>
        </p:txBody>
      </p:sp>
      <p:sp>
        <p:nvSpPr>
          <p:cNvPr id="3" name="Picture Placeholder 2"/>
          <p:cNvSpPr>
            <a:spLocks noGrp="1"/>
          </p:cNvSpPr>
          <p:nvPr>
            <p:ph type="pic" idx="1"/>
          </p:nvPr>
        </p:nvSpPr>
        <p:spPr>
          <a:xfrm>
            <a:off x="5183188" y="987425"/>
            <a:ext cx="6172200" cy="4873625"/>
          </a:xfrm>
          <a:prstGeom prst="rect">
            <a:avLst/>
          </a:prstGeo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id-ID"/>
          </a:p>
        </p:txBody>
      </p:sp>
      <p:sp>
        <p:nvSpPr>
          <p:cNvPr id="4" name="Text Placeholder 3"/>
          <p:cNvSpPr>
            <a:spLocks noGrp="1"/>
          </p:cNvSpPr>
          <p:nvPr>
            <p:ph type="body" sz="half" idx="2"/>
          </p:nvPr>
        </p:nvSpPr>
        <p:spPr>
          <a:xfrm>
            <a:off x="839788" y="2057400"/>
            <a:ext cx="3932237" cy="3811588"/>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E6F139D3-93DB-4E7C-B53E-C14544E8DD13}" type="datetimeFigureOut">
              <a:rPr lang="id-ID" smtClean="0">
                <a:solidFill>
                  <a:prstClr val="black"/>
                </a:solidFill>
                <a:latin typeface="Calibri" panose="020F0502020204030204"/>
                <a:cs typeface="+mn-cs"/>
              </a:rPr>
              <a:pPr fontAlgn="auto">
                <a:spcBef>
                  <a:spcPts val="0"/>
                </a:spcBef>
                <a:spcAft>
                  <a:spcPts val="0"/>
                </a:spcAft>
              </a:pPr>
              <a:t>02/09/16</a:t>
            </a:fld>
            <a:endParaRPr lang="id-ID">
              <a:solidFill>
                <a:prstClr val="black"/>
              </a:solidFill>
              <a:latin typeface="Calibri" panose="020F0502020204030204"/>
              <a:cs typeface="+mn-cs"/>
            </a:endParaRPr>
          </a:p>
        </p:txBody>
      </p:sp>
      <p:sp>
        <p:nvSpPr>
          <p:cNvPr id="6" name="Footer Placeholder 5"/>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endParaRPr lang="id-ID">
              <a:solidFill>
                <a:prstClr val="black"/>
              </a:solidFill>
              <a:latin typeface="Calibri" panose="020F0502020204030204"/>
              <a:cs typeface="+mn-cs"/>
            </a:endParaRPr>
          </a:p>
        </p:txBody>
      </p:sp>
      <p:sp>
        <p:nvSpPr>
          <p:cNvPr id="7" name="Slide Number Placeholder 6"/>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D66A3C11-AD56-4BB5-ABF6-05866C35BEE0}" type="slidenum">
              <a:rPr lang="id-ID" smtClean="0">
                <a:solidFill>
                  <a:prstClr val="black"/>
                </a:solidFill>
                <a:latin typeface="Calibri" panose="020F0502020204030204"/>
                <a:cs typeface="+mn-cs"/>
              </a:rPr>
              <a:pPr fontAlgn="auto">
                <a:spcBef>
                  <a:spcPts val="0"/>
                </a:spcBef>
                <a:spcAft>
                  <a:spcPts val="0"/>
                </a:spcAft>
              </a:pPr>
              <a:t>‹#›</a:t>
            </a:fld>
            <a:endParaRPr lang="id-ID">
              <a:solidFill>
                <a:prstClr val="black"/>
              </a:solidFill>
              <a:latin typeface="Calibri" panose="020F0502020204030204"/>
              <a:cs typeface="+mn-cs"/>
            </a:endParaRPr>
          </a:p>
        </p:txBody>
      </p:sp>
    </p:spTree>
    <p:extLst>
      <p:ext uri="{BB962C8B-B14F-4D97-AF65-F5344CB8AC3E}">
        <p14:creationId xmlns:p14="http://schemas.microsoft.com/office/powerpoint/2010/main" val="16100562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9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5"/>
            <a:ext cx="10515600" cy="1325563"/>
          </a:xfrm>
          <a:prstGeom prst="rect">
            <a:avLst/>
          </a:prstGeom>
        </p:spPr>
        <p:txBody>
          <a:bodyPr/>
          <a:lstStyle/>
          <a:p>
            <a:r>
              <a:rPr lang="en-US" smtClean="0"/>
              <a:t>Click to edit Master title style</a:t>
            </a:r>
            <a:endParaRPr lang="id-ID"/>
          </a:p>
        </p:txBody>
      </p:sp>
      <p:sp>
        <p:nvSpPr>
          <p:cNvPr id="3" name="Vertical Text Placeholder 2"/>
          <p:cNvSpPr>
            <a:spLocks noGrp="1"/>
          </p:cNvSpPr>
          <p:nvPr>
            <p:ph type="body" orient="vert" idx="1"/>
          </p:nvPr>
        </p:nvSpPr>
        <p:spPr>
          <a:xfrm>
            <a:off x="838200" y="1825625"/>
            <a:ext cx="10515600" cy="4351338"/>
          </a:xfrm>
          <a:prstGeom prst="rect">
            <a:avLst/>
          </a:prstGeo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id-ID"/>
          </a:p>
        </p:txBody>
      </p:sp>
      <p:sp>
        <p:nvSpPr>
          <p:cNvPr id="4" name="Date Placeholder 3"/>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E6F139D3-93DB-4E7C-B53E-C14544E8DD13}" type="datetimeFigureOut">
              <a:rPr lang="id-ID" smtClean="0">
                <a:solidFill>
                  <a:prstClr val="black"/>
                </a:solidFill>
                <a:latin typeface="Calibri" panose="020F0502020204030204"/>
                <a:cs typeface="+mn-cs"/>
              </a:rPr>
              <a:pPr fontAlgn="auto">
                <a:spcBef>
                  <a:spcPts val="0"/>
                </a:spcBef>
                <a:spcAft>
                  <a:spcPts val="0"/>
                </a:spcAft>
              </a:pPr>
              <a:t>02/09/16</a:t>
            </a:fld>
            <a:endParaRPr lang="id-ID">
              <a:solidFill>
                <a:prstClr val="black"/>
              </a:solidFill>
              <a:latin typeface="Calibri" panose="020F0502020204030204"/>
              <a:cs typeface="+mn-cs"/>
            </a:endParaRPr>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endParaRPr lang="id-ID">
              <a:solidFill>
                <a:prstClr val="black"/>
              </a:solidFill>
              <a:latin typeface="Calibri" panose="020F0502020204030204"/>
              <a:cs typeface="+mn-cs"/>
            </a:endParaRPr>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D66A3C11-AD56-4BB5-ABF6-05866C35BEE0}" type="slidenum">
              <a:rPr lang="id-ID" smtClean="0">
                <a:solidFill>
                  <a:prstClr val="black"/>
                </a:solidFill>
                <a:latin typeface="Calibri" panose="020F0502020204030204"/>
                <a:cs typeface="+mn-cs"/>
              </a:rPr>
              <a:pPr fontAlgn="auto">
                <a:spcBef>
                  <a:spcPts val="0"/>
                </a:spcBef>
                <a:spcAft>
                  <a:spcPts val="0"/>
                </a:spcAft>
              </a:pPr>
              <a:t>‹#›</a:t>
            </a:fld>
            <a:endParaRPr lang="id-ID">
              <a:solidFill>
                <a:prstClr val="black"/>
              </a:solidFill>
              <a:latin typeface="Calibri" panose="020F0502020204030204"/>
              <a:cs typeface="+mn-cs"/>
            </a:endParaRPr>
          </a:p>
        </p:txBody>
      </p:sp>
    </p:spTree>
    <p:extLst>
      <p:ext uri="{BB962C8B-B14F-4D97-AF65-F5344CB8AC3E}">
        <p14:creationId xmlns:p14="http://schemas.microsoft.com/office/powerpoint/2010/main" val="132319617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9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a:prstGeom prst="rect">
            <a:avLst/>
          </a:prstGeom>
        </p:spPr>
        <p:txBody>
          <a:bodyPr vert="eaVert"/>
          <a:lstStyle/>
          <a:p>
            <a:r>
              <a:rPr lang="en-US" smtClean="0"/>
              <a:t>Click to edit Master title style</a:t>
            </a:r>
            <a:endParaRPr lang="id-ID"/>
          </a:p>
        </p:txBody>
      </p:sp>
      <p:sp>
        <p:nvSpPr>
          <p:cNvPr id="3" name="Vertical Text Placeholder 2"/>
          <p:cNvSpPr>
            <a:spLocks noGrp="1"/>
          </p:cNvSpPr>
          <p:nvPr>
            <p:ph type="body" orient="vert" idx="1"/>
          </p:nvPr>
        </p:nvSpPr>
        <p:spPr>
          <a:xfrm>
            <a:off x="838200" y="365125"/>
            <a:ext cx="7734300" cy="5811838"/>
          </a:xfrm>
          <a:prstGeom prst="rect">
            <a:avLst/>
          </a:prstGeo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id-ID"/>
          </a:p>
        </p:txBody>
      </p:sp>
      <p:sp>
        <p:nvSpPr>
          <p:cNvPr id="4" name="Date Placeholder 3"/>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E6F139D3-93DB-4E7C-B53E-C14544E8DD13}" type="datetimeFigureOut">
              <a:rPr lang="id-ID" smtClean="0">
                <a:solidFill>
                  <a:prstClr val="black"/>
                </a:solidFill>
                <a:latin typeface="Calibri" panose="020F0502020204030204"/>
                <a:cs typeface="+mn-cs"/>
              </a:rPr>
              <a:pPr fontAlgn="auto">
                <a:spcBef>
                  <a:spcPts val="0"/>
                </a:spcBef>
                <a:spcAft>
                  <a:spcPts val="0"/>
                </a:spcAft>
              </a:pPr>
              <a:t>02/09/16</a:t>
            </a:fld>
            <a:endParaRPr lang="id-ID">
              <a:solidFill>
                <a:prstClr val="black"/>
              </a:solidFill>
              <a:latin typeface="Calibri" panose="020F0502020204030204"/>
              <a:cs typeface="+mn-cs"/>
            </a:endParaRPr>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endParaRPr lang="id-ID">
              <a:solidFill>
                <a:prstClr val="black"/>
              </a:solidFill>
              <a:latin typeface="Calibri" panose="020F0502020204030204"/>
              <a:cs typeface="+mn-cs"/>
            </a:endParaRPr>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D66A3C11-AD56-4BB5-ABF6-05866C35BEE0}" type="slidenum">
              <a:rPr lang="id-ID" smtClean="0">
                <a:solidFill>
                  <a:prstClr val="black"/>
                </a:solidFill>
                <a:latin typeface="Calibri" panose="020F0502020204030204"/>
                <a:cs typeface="+mn-cs"/>
              </a:rPr>
              <a:pPr fontAlgn="auto">
                <a:spcBef>
                  <a:spcPts val="0"/>
                </a:spcBef>
                <a:spcAft>
                  <a:spcPts val="0"/>
                </a:spcAft>
              </a:pPr>
              <a:t>‹#›</a:t>
            </a:fld>
            <a:endParaRPr lang="id-ID">
              <a:solidFill>
                <a:prstClr val="black"/>
              </a:solidFill>
              <a:latin typeface="Calibri" panose="020F0502020204030204"/>
              <a:cs typeface="+mn-cs"/>
            </a:endParaRPr>
          </a:p>
        </p:txBody>
      </p:sp>
    </p:spTree>
    <p:extLst>
      <p:ext uri="{BB962C8B-B14F-4D97-AF65-F5344CB8AC3E}">
        <p14:creationId xmlns:p14="http://schemas.microsoft.com/office/powerpoint/2010/main" val="424988754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9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238139926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9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2820561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9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smtClean="0"/>
              <a:t>Click to edit Master title style</a:t>
            </a:r>
            <a:endParaRPr lang="en-US" dirty="0"/>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355772511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9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838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6172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6" name="Footer Placeholder 5"/>
          <p:cNvSpPr>
            <a:spLocks noGrp="1"/>
          </p:cNvSpPr>
          <p:nvPr>
            <p:ph type="ftr" sz="quarter" idx="11"/>
          </p:nvPr>
        </p:nvSpPr>
        <p:spPr/>
        <p:txBody>
          <a:bodyPr/>
          <a:lstStyle/>
          <a:p>
            <a:endParaRPr lang="id-ID">
              <a:solidFill>
                <a:prstClr val="black">
                  <a:tint val="75000"/>
                </a:prstClr>
              </a:solidFill>
            </a:endParaRPr>
          </a:p>
        </p:txBody>
      </p:sp>
      <p:sp>
        <p:nvSpPr>
          <p:cNvPr id="7" name="Slide Number Placeholder 6"/>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148972600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9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8" name="Footer Placeholder 7"/>
          <p:cNvSpPr>
            <a:spLocks noGrp="1"/>
          </p:cNvSpPr>
          <p:nvPr>
            <p:ph type="ftr" sz="quarter" idx="11"/>
          </p:nvPr>
        </p:nvSpPr>
        <p:spPr/>
        <p:txBody>
          <a:bodyPr/>
          <a:lstStyle/>
          <a:p>
            <a:endParaRPr lang="id-ID">
              <a:solidFill>
                <a:prstClr val="black">
                  <a:tint val="75000"/>
                </a:prstClr>
              </a:solidFill>
            </a:endParaRPr>
          </a:p>
        </p:txBody>
      </p:sp>
      <p:sp>
        <p:nvSpPr>
          <p:cNvPr id="9" name="Slide Number Placeholder 8"/>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311396300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0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Date Placeholder 2"/>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4" name="Footer Placeholder 3"/>
          <p:cNvSpPr>
            <a:spLocks noGrp="1"/>
          </p:cNvSpPr>
          <p:nvPr>
            <p:ph type="ftr" sz="quarter" idx="11"/>
          </p:nvPr>
        </p:nvSpPr>
        <p:spPr/>
        <p:txBody>
          <a:bodyPr/>
          <a:lstStyle/>
          <a:p>
            <a:endParaRPr lang="id-ID">
              <a:solidFill>
                <a:prstClr val="black">
                  <a:tint val="75000"/>
                </a:prstClr>
              </a:solidFill>
            </a:endParaRPr>
          </a:p>
        </p:txBody>
      </p:sp>
      <p:sp>
        <p:nvSpPr>
          <p:cNvPr id="5" name="Slide Number Placeholder 4"/>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34948914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0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3" name="Footer Placeholder 2"/>
          <p:cNvSpPr>
            <a:spLocks noGrp="1"/>
          </p:cNvSpPr>
          <p:nvPr>
            <p:ph type="ftr" sz="quarter" idx="11"/>
          </p:nvPr>
        </p:nvSpPr>
        <p:spPr/>
        <p:txBody>
          <a:bodyPr/>
          <a:lstStyle/>
          <a:p>
            <a:endParaRPr lang="id-ID">
              <a:solidFill>
                <a:prstClr val="black">
                  <a:tint val="75000"/>
                </a:prstClr>
              </a:solidFill>
            </a:endParaRPr>
          </a:p>
        </p:txBody>
      </p:sp>
      <p:sp>
        <p:nvSpPr>
          <p:cNvPr id="4" name="Slide Number Placeholder 3"/>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71916278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0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6" name="Footer Placeholder 5"/>
          <p:cNvSpPr>
            <a:spLocks noGrp="1"/>
          </p:cNvSpPr>
          <p:nvPr>
            <p:ph type="ftr" sz="quarter" idx="11"/>
          </p:nvPr>
        </p:nvSpPr>
        <p:spPr/>
        <p:txBody>
          <a:bodyPr/>
          <a:lstStyle/>
          <a:p>
            <a:endParaRPr lang="id-ID">
              <a:solidFill>
                <a:prstClr val="black">
                  <a:tint val="75000"/>
                </a:prstClr>
              </a:solidFill>
            </a:endParaRPr>
          </a:p>
        </p:txBody>
      </p:sp>
      <p:sp>
        <p:nvSpPr>
          <p:cNvPr id="7" name="Slide Number Placeholder 6"/>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83195950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0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5183188" y="987425"/>
            <a:ext cx="617220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6" name="Footer Placeholder 5"/>
          <p:cNvSpPr>
            <a:spLocks noGrp="1"/>
          </p:cNvSpPr>
          <p:nvPr>
            <p:ph type="ftr" sz="quarter" idx="11"/>
          </p:nvPr>
        </p:nvSpPr>
        <p:spPr/>
        <p:txBody>
          <a:bodyPr/>
          <a:lstStyle/>
          <a:p>
            <a:endParaRPr lang="id-ID">
              <a:solidFill>
                <a:prstClr val="black">
                  <a:tint val="75000"/>
                </a:prstClr>
              </a:solidFill>
            </a:endParaRPr>
          </a:p>
        </p:txBody>
      </p:sp>
      <p:sp>
        <p:nvSpPr>
          <p:cNvPr id="7" name="Slide Number Placeholder 6"/>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174668811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0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70766475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0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29949603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0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284004762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0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187971891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0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smtClean="0"/>
              <a:t>Click to edit Master title style</a:t>
            </a:r>
            <a:endParaRPr lang="en-US" dirty="0"/>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392764856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0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838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6172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6" name="Footer Placeholder 5"/>
          <p:cNvSpPr>
            <a:spLocks noGrp="1"/>
          </p:cNvSpPr>
          <p:nvPr>
            <p:ph type="ftr" sz="quarter" idx="11"/>
          </p:nvPr>
        </p:nvSpPr>
        <p:spPr/>
        <p:txBody>
          <a:bodyPr/>
          <a:lstStyle/>
          <a:p>
            <a:endParaRPr lang="id-ID">
              <a:solidFill>
                <a:prstClr val="black">
                  <a:tint val="75000"/>
                </a:prstClr>
              </a:solidFill>
            </a:endParaRPr>
          </a:p>
        </p:txBody>
      </p:sp>
      <p:sp>
        <p:nvSpPr>
          <p:cNvPr id="7" name="Slide Number Placeholder 6"/>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352931877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1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8" name="Footer Placeholder 7"/>
          <p:cNvSpPr>
            <a:spLocks noGrp="1"/>
          </p:cNvSpPr>
          <p:nvPr>
            <p:ph type="ftr" sz="quarter" idx="11"/>
          </p:nvPr>
        </p:nvSpPr>
        <p:spPr/>
        <p:txBody>
          <a:bodyPr/>
          <a:lstStyle/>
          <a:p>
            <a:endParaRPr lang="id-ID">
              <a:solidFill>
                <a:prstClr val="black">
                  <a:tint val="75000"/>
                </a:prstClr>
              </a:solidFill>
            </a:endParaRPr>
          </a:p>
        </p:txBody>
      </p:sp>
      <p:sp>
        <p:nvSpPr>
          <p:cNvPr id="9" name="Slide Number Placeholder 8"/>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244628248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1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Date Placeholder 2"/>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4" name="Footer Placeholder 3"/>
          <p:cNvSpPr>
            <a:spLocks noGrp="1"/>
          </p:cNvSpPr>
          <p:nvPr>
            <p:ph type="ftr" sz="quarter" idx="11"/>
          </p:nvPr>
        </p:nvSpPr>
        <p:spPr/>
        <p:txBody>
          <a:bodyPr/>
          <a:lstStyle/>
          <a:p>
            <a:endParaRPr lang="id-ID">
              <a:solidFill>
                <a:prstClr val="black">
                  <a:tint val="75000"/>
                </a:prstClr>
              </a:solidFill>
            </a:endParaRPr>
          </a:p>
        </p:txBody>
      </p:sp>
      <p:sp>
        <p:nvSpPr>
          <p:cNvPr id="5" name="Slide Number Placeholder 4"/>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102805646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1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3" name="Footer Placeholder 2"/>
          <p:cNvSpPr>
            <a:spLocks noGrp="1"/>
          </p:cNvSpPr>
          <p:nvPr>
            <p:ph type="ftr" sz="quarter" idx="11"/>
          </p:nvPr>
        </p:nvSpPr>
        <p:spPr/>
        <p:txBody>
          <a:bodyPr/>
          <a:lstStyle/>
          <a:p>
            <a:endParaRPr lang="id-ID">
              <a:solidFill>
                <a:prstClr val="black">
                  <a:tint val="75000"/>
                </a:prstClr>
              </a:solidFill>
            </a:endParaRPr>
          </a:p>
        </p:txBody>
      </p:sp>
      <p:sp>
        <p:nvSpPr>
          <p:cNvPr id="4" name="Slide Number Placeholder 3"/>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109122890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1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6" name="Footer Placeholder 5"/>
          <p:cNvSpPr>
            <a:spLocks noGrp="1"/>
          </p:cNvSpPr>
          <p:nvPr>
            <p:ph type="ftr" sz="quarter" idx="11"/>
          </p:nvPr>
        </p:nvSpPr>
        <p:spPr/>
        <p:txBody>
          <a:bodyPr/>
          <a:lstStyle/>
          <a:p>
            <a:endParaRPr lang="id-ID">
              <a:solidFill>
                <a:prstClr val="black">
                  <a:tint val="75000"/>
                </a:prstClr>
              </a:solidFill>
            </a:endParaRPr>
          </a:p>
        </p:txBody>
      </p:sp>
      <p:sp>
        <p:nvSpPr>
          <p:cNvPr id="7" name="Slide Number Placeholder 6"/>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45154372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1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5183188" y="987425"/>
            <a:ext cx="617220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6" name="Footer Placeholder 5"/>
          <p:cNvSpPr>
            <a:spLocks noGrp="1"/>
          </p:cNvSpPr>
          <p:nvPr>
            <p:ph type="ftr" sz="quarter" idx="11"/>
          </p:nvPr>
        </p:nvSpPr>
        <p:spPr/>
        <p:txBody>
          <a:bodyPr/>
          <a:lstStyle/>
          <a:p>
            <a:endParaRPr lang="id-ID">
              <a:solidFill>
                <a:prstClr val="black">
                  <a:tint val="75000"/>
                </a:prstClr>
              </a:solidFill>
            </a:endParaRPr>
          </a:p>
        </p:txBody>
      </p:sp>
      <p:sp>
        <p:nvSpPr>
          <p:cNvPr id="7" name="Slide Number Placeholder 6"/>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40403277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1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122611883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1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349513464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17.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
        <p:nvSpPr>
          <p:cNvPr id="8" name="Picture Placeholder 7"/>
          <p:cNvSpPr>
            <a:spLocks noGrp="1"/>
          </p:cNvSpPr>
          <p:nvPr>
            <p:ph type="pic" sz="quarter" idx="13"/>
          </p:nvPr>
        </p:nvSpPr>
        <p:spPr>
          <a:xfrm>
            <a:off x="0" y="0"/>
            <a:ext cx="12192000" cy="6858000"/>
          </a:xfrm>
          <a:solidFill>
            <a:schemeClr val="bg1">
              <a:lumMod val="85000"/>
            </a:schemeClr>
          </a:solidFill>
        </p:spPr>
        <p:txBody>
          <a:bodyPr/>
          <a:lstStyle/>
          <a:p>
            <a:endParaRPr lang="en-AU"/>
          </a:p>
        </p:txBody>
      </p:sp>
      <p:sp>
        <p:nvSpPr>
          <p:cNvPr id="9" name="Picture Placeholder 7"/>
          <p:cNvSpPr>
            <a:spLocks noGrp="1"/>
          </p:cNvSpPr>
          <p:nvPr>
            <p:ph type="pic" sz="quarter" idx="14"/>
          </p:nvPr>
        </p:nvSpPr>
        <p:spPr>
          <a:xfrm>
            <a:off x="3028950" y="1943100"/>
            <a:ext cx="6096000" cy="4914900"/>
          </a:xfrm>
          <a:solidFill>
            <a:schemeClr val="bg2">
              <a:lumMod val="25000"/>
            </a:schemeClr>
          </a:solidFill>
        </p:spPr>
        <p:txBody>
          <a:bodyPr/>
          <a:lstStyle/>
          <a:p>
            <a:endParaRPr lang="en-AU"/>
          </a:p>
        </p:txBody>
      </p:sp>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smtClean="0"/>
              <a:t>Click to edit Master title style</a:t>
            </a:r>
            <a:endParaRPr lang="en-AU"/>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smtClean="0"/>
              <a:t>Click to edit Master subtitle style</a:t>
            </a:r>
            <a:endParaRPr lang="en-AU" dirty="0"/>
          </a:p>
        </p:txBody>
      </p:sp>
      <p:sp>
        <p:nvSpPr>
          <p:cNvPr id="4" name="Date Placeholder 3"/>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5" name="Footer Placeholder 4"/>
          <p:cNvSpPr>
            <a:spLocks noGrp="1"/>
          </p:cNvSpPr>
          <p:nvPr>
            <p:ph type="ftr" sz="quarter" idx="11"/>
          </p:nvPr>
        </p:nvSpPr>
        <p:spPr/>
        <p:txBody>
          <a:bodyPr/>
          <a:lstStyle/>
          <a:p>
            <a:endParaRPr lang="en-AU">
              <a:solidFill>
                <a:prstClr val="black">
                  <a:tint val="75000"/>
                </a:prstClr>
              </a:solidFill>
            </a:endParaRPr>
          </a:p>
        </p:txBody>
      </p:sp>
      <p:sp>
        <p:nvSpPr>
          <p:cNvPr id="6" name="Slide Number Placeholder 5"/>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386310895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after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wipe(down)">
                                      <p:cBhvr>
                                        <p:cTn id="7" dur="500"/>
                                        <p:tgtEl>
                                          <p:spTgt spid="9"/>
                                        </p:tgtEl>
                                      </p:cBhvr>
                                    </p:animEffect>
                                  </p:childTnLst>
                                </p:cTn>
                              </p:par>
                            </p:childTnLst>
                          </p:cTn>
                        </p:par>
                        <p:par>
                          <p:cTn id="8" fill="hold">
                            <p:stCondLst>
                              <p:cond delay="500"/>
                            </p:stCondLst>
                            <p:childTnLst>
                              <p:par>
                                <p:cTn id="9" presetID="42"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anim calcmode="lin" valueType="num">
                                      <p:cBhvr>
                                        <p:cTn id="12" dur="500" fill="hold"/>
                                        <p:tgtEl>
                                          <p:spTgt spid="2"/>
                                        </p:tgtEl>
                                        <p:attrNameLst>
                                          <p:attrName>ppt_x</p:attrName>
                                        </p:attrNameLst>
                                      </p:cBhvr>
                                      <p:tavLst>
                                        <p:tav tm="0">
                                          <p:val>
                                            <p:strVal val="#ppt_x"/>
                                          </p:val>
                                        </p:tav>
                                        <p:tav tm="100000">
                                          <p:val>
                                            <p:strVal val="#ppt_x"/>
                                          </p:val>
                                        </p:tav>
                                      </p:tavLst>
                                    </p:anim>
                                    <p:anim calcmode="lin" valueType="num">
                                      <p:cBhvr>
                                        <p:cTn id="13" dur="500" fill="hold"/>
                                        <p:tgtEl>
                                          <p:spTgt spid="2"/>
                                        </p:tgtEl>
                                        <p:attrNameLst>
                                          <p:attrName>ppt_y</p:attrName>
                                        </p:attrNameLst>
                                      </p:cBhvr>
                                      <p:tavLst>
                                        <p:tav tm="0">
                                          <p:val>
                                            <p:strVal val="#ppt_y+.1"/>
                                          </p:val>
                                        </p:tav>
                                        <p:tav tm="100000">
                                          <p:val>
                                            <p:strVal val="#ppt_y"/>
                                          </p:val>
                                        </p:tav>
                                      </p:tavLst>
                                    </p:anim>
                                  </p:childTnLst>
                                </p:cTn>
                              </p:par>
                            </p:childTnLst>
                          </p:cTn>
                        </p:par>
                        <p:par>
                          <p:cTn id="14" fill="hold">
                            <p:stCondLst>
                              <p:cond delay="1000"/>
                            </p:stCondLst>
                            <p:childTnLst>
                              <p:par>
                                <p:cTn id="15" presetID="10" presetClass="entr" presetSubtype="0" fill="hold" grpId="0" nodeType="afterEffect">
                                  <p:stCondLst>
                                    <p:cond delay="0"/>
                                  </p:stCondLst>
                                  <p:childTnLst>
                                    <p:set>
                                      <p:cBhvr>
                                        <p:cTn id="16" dur="1" fill="hold">
                                          <p:stCondLst>
                                            <p:cond delay="0"/>
                                          </p:stCondLst>
                                        </p:cTn>
                                        <p:tgtEl>
                                          <p:spTgt spid="3">
                                            <p:txEl>
                                              <p:pRg st="0" end="0"/>
                                            </p:txEl>
                                          </p:spTgt>
                                        </p:tgtEl>
                                        <p:attrNameLst>
                                          <p:attrName>style.visibility</p:attrName>
                                        </p:attrNameLst>
                                      </p:cBhvr>
                                      <p:to>
                                        <p:strVal val="visible"/>
                                      </p:to>
                                    </p:set>
                                    <p:animEffect transition="in" filter="fade">
                                      <p:cBhvr>
                                        <p:cTn id="17" dur="500"/>
                                        <p:tgtEl>
                                          <p:spTgt spid="3">
                                            <p:txEl>
                                              <p:pRg st="0" end="0"/>
                                            </p:txEl>
                                          </p:spTgt>
                                        </p:tgtEl>
                                      </p:cBhvr>
                                    </p:animEffect>
                                  </p:childTnLst>
                                </p:cTn>
                              </p:par>
                            </p:childTnLst>
                          </p:cTn>
                        </p:par>
                        <p:par>
                          <p:cTn id="18" fill="hold">
                            <p:stCondLst>
                              <p:cond delay="1500"/>
                            </p:stCondLst>
                            <p:childTnLst>
                              <p:par>
                                <p:cTn id="19" presetID="53" presetClass="entr" presetSubtype="16" fill="hold" grpId="0" nodeType="afterEffect">
                                  <p:stCondLst>
                                    <p:cond delay="0"/>
                                  </p:stCondLst>
                                  <p:childTnLst>
                                    <p:set>
                                      <p:cBhvr>
                                        <p:cTn id="20" dur="1" fill="hold">
                                          <p:stCondLst>
                                            <p:cond delay="0"/>
                                          </p:stCondLst>
                                        </p:cTn>
                                        <p:tgtEl>
                                          <p:spTgt spid="8"/>
                                        </p:tgtEl>
                                        <p:attrNameLst>
                                          <p:attrName>style.visibility</p:attrName>
                                        </p:attrNameLst>
                                      </p:cBhvr>
                                      <p:to>
                                        <p:strVal val="visible"/>
                                      </p:to>
                                    </p:set>
                                    <p:anim calcmode="lin" valueType="num">
                                      <p:cBhvr>
                                        <p:cTn id="21" dur="500" fill="hold"/>
                                        <p:tgtEl>
                                          <p:spTgt spid="8"/>
                                        </p:tgtEl>
                                        <p:attrNameLst>
                                          <p:attrName>ppt_w</p:attrName>
                                        </p:attrNameLst>
                                      </p:cBhvr>
                                      <p:tavLst>
                                        <p:tav tm="0">
                                          <p:val>
                                            <p:fltVal val="0"/>
                                          </p:val>
                                        </p:tav>
                                        <p:tav tm="100000">
                                          <p:val>
                                            <p:strVal val="#ppt_w"/>
                                          </p:val>
                                        </p:tav>
                                      </p:tavLst>
                                    </p:anim>
                                    <p:anim calcmode="lin" valueType="num">
                                      <p:cBhvr>
                                        <p:cTn id="22" dur="500" fill="hold"/>
                                        <p:tgtEl>
                                          <p:spTgt spid="8"/>
                                        </p:tgtEl>
                                        <p:attrNameLst>
                                          <p:attrName>ppt_h</p:attrName>
                                        </p:attrNameLst>
                                      </p:cBhvr>
                                      <p:tavLst>
                                        <p:tav tm="0">
                                          <p:val>
                                            <p:fltVal val="0"/>
                                          </p:val>
                                        </p:tav>
                                        <p:tav tm="100000">
                                          <p:val>
                                            <p:strVal val="#ppt_h"/>
                                          </p:val>
                                        </p:tav>
                                      </p:tavLst>
                                    </p:anim>
                                    <p:animEffect transition="in" filter="fade">
                                      <p:cBhvr>
                                        <p:cTn id="23"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P spid="2" grpId="0"/>
      <p:bldP spid="3" grpId="0" build="p">
        <p:tmplLst>
          <p:tmpl lvl="1">
            <p:tnLst>
              <p:par>
                <p:cTn presetID="10" presetClass="entr" presetSubtype="0" fill="hold" nodeType="afterEffect">
                  <p:stCondLst>
                    <p:cond delay="0"/>
                  </p:stCondLst>
                  <p:childTnLst>
                    <p:set>
                      <p:cBhvr>
                        <p:cTn dur="1" fill="hold">
                          <p:stCondLst>
                            <p:cond delay="0"/>
                          </p:stCondLst>
                        </p:cTn>
                        <p:tgtEl>
                          <p:spTgt spid="3"/>
                        </p:tgtEl>
                        <p:attrNameLst>
                          <p:attrName>style.visibility</p:attrName>
                        </p:attrNameLst>
                      </p:cBhvr>
                      <p:to>
                        <p:strVal val="visible"/>
                      </p:to>
                    </p:set>
                    <p:animEffect transition="in" filter="fade">
                      <p:cBhvr>
                        <p:cTn dur="500"/>
                        <p:tgtEl>
                          <p:spTgt spid="3"/>
                        </p:tgtEl>
                      </p:cBhvr>
                    </p:animEffect>
                  </p:childTnLst>
                </p:cTn>
              </p:par>
            </p:tnLst>
          </p:tmpl>
        </p:tmplLst>
      </p:bldP>
    </p:bldLst>
  </p:timing>
</p:sldLayout>
</file>

<file path=ppt/slideLayouts/slideLayout518.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1778000" y="1996719"/>
            <a:ext cx="4307472" cy="839020"/>
          </a:xfrm>
        </p:spPr>
        <p:txBody>
          <a:bodyPr>
            <a:noAutofit/>
          </a:bodyPr>
          <a:lstStyle>
            <a:lvl1pPr algn="r">
              <a:defRPr sz="6000">
                <a:solidFill>
                  <a:schemeClr val="tx1">
                    <a:lumMod val="75000"/>
                    <a:lumOff val="25000"/>
                  </a:schemeClr>
                </a:solidFill>
              </a:defRPr>
            </a:lvl1pPr>
          </a:lstStyle>
          <a:p>
            <a:r>
              <a:rPr lang="id-ID" dirty="0" smtClean="0"/>
              <a:t>TITLE</a:t>
            </a:r>
            <a:endParaRPr lang="en-AU" dirty="0"/>
          </a:p>
        </p:txBody>
      </p:sp>
      <p:sp>
        <p:nvSpPr>
          <p:cNvPr id="3" name="Content Placeholder 2"/>
          <p:cNvSpPr>
            <a:spLocks noGrp="1"/>
          </p:cNvSpPr>
          <p:nvPr>
            <p:ph idx="1"/>
          </p:nvPr>
        </p:nvSpPr>
        <p:spPr>
          <a:xfrm>
            <a:off x="1788528" y="2758235"/>
            <a:ext cx="4307472" cy="1425158"/>
          </a:xfrm>
        </p:spPr>
        <p:txBody>
          <a:bodyPr>
            <a:normAutofit/>
          </a:bodyPr>
          <a:lstStyle>
            <a:lvl1pPr algn="r">
              <a:defRPr sz="2000">
                <a:solidFill>
                  <a:schemeClr val="tx1">
                    <a:lumMod val="50000"/>
                    <a:lumOff val="50000"/>
                  </a:schemeClr>
                </a:solidFill>
              </a:defRPr>
            </a:lvl1pPr>
          </a:lstStyle>
          <a:p>
            <a:pPr lvl="0"/>
            <a:r>
              <a:rPr lang="en-US" dirty="0" smtClean="0"/>
              <a:t>Click to edit Master text styles</a:t>
            </a:r>
          </a:p>
        </p:txBody>
      </p:sp>
      <p:sp>
        <p:nvSpPr>
          <p:cNvPr id="4" name="Date Placeholder 3"/>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5" name="Footer Placeholder 4"/>
          <p:cNvSpPr>
            <a:spLocks noGrp="1"/>
          </p:cNvSpPr>
          <p:nvPr>
            <p:ph type="ftr" sz="quarter" idx="11"/>
          </p:nvPr>
        </p:nvSpPr>
        <p:spPr/>
        <p:txBody>
          <a:bodyPr/>
          <a:lstStyle/>
          <a:p>
            <a:endParaRPr lang="en-AU">
              <a:solidFill>
                <a:prstClr val="black">
                  <a:tint val="75000"/>
                </a:prstClr>
              </a:solidFill>
            </a:endParaRPr>
          </a:p>
        </p:txBody>
      </p:sp>
      <p:sp>
        <p:nvSpPr>
          <p:cNvPr id="6" name="Slide Number Placeholder 5"/>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8" name="Picture Placeholder 7"/>
          <p:cNvSpPr>
            <a:spLocks noGrp="1"/>
          </p:cNvSpPr>
          <p:nvPr>
            <p:ph type="pic" sz="quarter" idx="13" hasCustomPrompt="1"/>
          </p:nvPr>
        </p:nvSpPr>
        <p:spPr>
          <a:xfrm>
            <a:off x="0" y="0"/>
            <a:ext cx="12192000" cy="1989138"/>
          </a:xfrm>
          <a:solidFill>
            <a:schemeClr val="bg1">
              <a:lumMod val="85000"/>
            </a:schemeClr>
          </a:solidFill>
        </p:spPr>
        <p:txBody>
          <a:bodyPr>
            <a:normAutofit/>
          </a:bodyPr>
          <a:lstStyle>
            <a:lvl1pPr>
              <a:defRPr sz="1000"/>
            </a:lvl1pPr>
          </a:lstStyle>
          <a:p>
            <a:r>
              <a:rPr lang="id-ID" dirty="0" smtClean="0"/>
              <a:t>Pic here</a:t>
            </a:r>
            <a:endParaRPr lang="en-AU" dirty="0"/>
          </a:p>
        </p:txBody>
      </p:sp>
      <p:sp>
        <p:nvSpPr>
          <p:cNvPr id="10" name="Picture Placeholder 9"/>
          <p:cNvSpPr>
            <a:spLocks noGrp="1"/>
          </p:cNvSpPr>
          <p:nvPr>
            <p:ph type="pic" sz="quarter" idx="14"/>
          </p:nvPr>
        </p:nvSpPr>
        <p:spPr>
          <a:xfrm rot="21079909">
            <a:off x="7010400" y="1587500"/>
            <a:ext cx="1976438" cy="1976438"/>
          </a:xfrm>
          <a:solidFill>
            <a:schemeClr val="bg1">
              <a:lumMod val="75000"/>
            </a:schemeClr>
          </a:solidFill>
        </p:spPr>
        <p:txBody>
          <a:bodyPr/>
          <a:lstStyle/>
          <a:p>
            <a:endParaRPr lang="en-AU"/>
          </a:p>
        </p:txBody>
      </p:sp>
      <p:sp>
        <p:nvSpPr>
          <p:cNvPr id="16" name="Picture Placeholder 15"/>
          <p:cNvSpPr>
            <a:spLocks noGrp="1"/>
          </p:cNvSpPr>
          <p:nvPr>
            <p:ph type="pic" sz="quarter" idx="16" hasCustomPrompt="1"/>
          </p:nvPr>
        </p:nvSpPr>
        <p:spPr>
          <a:xfrm>
            <a:off x="7010400" y="1583575"/>
            <a:ext cx="1976438" cy="63291"/>
          </a:xfrm>
          <a:solidFill>
            <a:schemeClr val="accent1"/>
          </a:solidFill>
        </p:spPr>
        <p:txBody>
          <a:bodyPr>
            <a:noAutofit/>
          </a:bodyPr>
          <a:lstStyle>
            <a:lvl1pPr algn="r">
              <a:defRPr sz="500"/>
            </a:lvl1pPr>
          </a:lstStyle>
          <a:p>
            <a:r>
              <a:rPr lang="id-ID" dirty="0" smtClean="0"/>
              <a:t>Nopic</a:t>
            </a:r>
            <a:endParaRPr lang="en-AU" dirty="0"/>
          </a:p>
        </p:txBody>
      </p:sp>
      <p:sp>
        <p:nvSpPr>
          <p:cNvPr id="18" name="Picture Placeholder 15"/>
          <p:cNvSpPr>
            <a:spLocks noGrp="1"/>
          </p:cNvSpPr>
          <p:nvPr>
            <p:ph type="pic" sz="quarter" idx="17" hasCustomPrompt="1"/>
          </p:nvPr>
        </p:nvSpPr>
        <p:spPr>
          <a:xfrm rot="16200000">
            <a:off x="6053827" y="2538457"/>
            <a:ext cx="1976438" cy="63291"/>
          </a:xfrm>
          <a:solidFill>
            <a:schemeClr val="accent2"/>
          </a:solidFill>
        </p:spPr>
        <p:txBody>
          <a:bodyPr>
            <a:noAutofit/>
          </a:bodyPr>
          <a:lstStyle>
            <a:lvl1pPr algn="r">
              <a:defRPr sz="500"/>
            </a:lvl1pPr>
          </a:lstStyle>
          <a:p>
            <a:r>
              <a:rPr lang="id-ID" dirty="0" smtClean="0"/>
              <a:t>Nopic</a:t>
            </a:r>
            <a:endParaRPr lang="en-AU" dirty="0"/>
          </a:p>
        </p:txBody>
      </p:sp>
      <p:sp>
        <p:nvSpPr>
          <p:cNvPr id="19" name="Picture Placeholder 15"/>
          <p:cNvSpPr>
            <a:spLocks noGrp="1"/>
          </p:cNvSpPr>
          <p:nvPr>
            <p:ph type="pic" sz="quarter" idx="18" hasCustomPrompt="1"/>
          </p:nvPr>
        </p:nvSpPr>
        <p:spPr>
          <a:xfrm rot="16200000">
            <a:off x="7966974" y="2538458"/>
            <a:ext cx="1976438" cy="63291"/>
          </a:xfrm>
          <a:solidFill>
            <a:schemeClr val="accent4"/>
          </a:solidFill>
        </p:spPr>
        <p:txBody>
          <a:bodyPr>
            <a:noAutofit/>
          </a:bodyPr>
          <a:lstStyle>
            <a:lvl1pPr algn="r">
              <a:defRPr sz="500"/>
            </a:lvl1pPr>
          </a:lstStyle>
          <a:p>
            <a:r>
              <a:rPr lang="id-ID" dirty="0" smtClean="0"/>
              <a:t>Nopic</a:t>
            </a:r>
            <a:endParaRPr lang="en-AU" dirty="0"/>
          </a:p>
        </p:txBody>
      </p:sp>
      <p:sp>
        <p:nvSpPr>
          <p:cNvPr id="20" name="Picture Placeholder 15"/>
          <p:cNvSpPr>
            <a:spLocks noGrp="1"/>
          </p:cNvSpPr>
          <p:nvPr>
            <p:ph type="pic" sz="quarter" idx="19" hasCustomPrompt="1"/>
          </p:nvPr>
        </p:nvSpPr>
        <p:spPr>
          <a:xfrm>
            <a:off x="7010400" y="3523186"/>
            <a:ext cx="1976438" cy="63291"/>
          </a:xfrm>
          <a:solidFill>
            <a:schemeClr val="accent5"/>
          </a:solidFill>
        </p:spPr>
        <p:txBody>
          <a:bodyPr>
            <a:noAutofit/>
          </a:bodyPr>
          <a:lstStyle>
            <a:lvl1pPr algn="r">
              <a:defRPr sz="500"/>
            </a:lvl1pPr>
          </a:lstStyle>
          <a:p>
            <a:r>
              <a:rPr lang="id-ID" dirty="0" smtClean="0"/>
              <a:t>Nopic</a:t>
            </a:r>
            <a:endParaRPr lang="en-AU" dirty="0"/>
          </a:p>
        </p:txBody>
      </p:sp>
      <p:sp>
        <p:nvSpPr>
          <p:cNvPr id="22" name="Text Placeholder 21"/>
          <p:cNvSpPr>
            <a:spLocks noGrp="1"/>
          </p:cNvSpPr>
          <p:nvPr>
            <p:ph type="body" sz="quarter" idx="20"/>
          </p:nvPr>
        </p:nvSpPr>
        <p:spPr>
          <a:xfrm>
            <a:off x="6872288" y="4073525"/>
            <a:ext cx="3109912" cy="360363"/>
          </a:xfrm>
        </p:spPr>
        <p:txBody>
          <a:bodyPr/>
          <a:lstStyle>
            <a:lvl1pP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3" name="Text Placeholder 21"/>
          <p:cNvSpPr>
            <a:spLocks noGrp="1"/>
          </p:cNvSpPr>
          <p:nvPr>
            <p:ph type="body" sz="quarter" idx="21"/>
          </p:nvPr>
        </p:nvSpPr>
        <p:spPr>
          <a:xfrm>
            <a:off x="6872288" y="4482636"/>
            <a:ext cx="3109912" cy="1391908"/>
          </a:xfrm>
        </p:spPr>
        <p:txBody>
          <a:bodyPr>
            <a:normAutofit/>
          </a:bodyPr>
          <a:lstStyle>
            <a:lvl1pP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4" name="Text Placeholder 6"/>
          <p:cNvSpPr>
            <a:spLocks noGrp="1"/>
          </p:cNvSpPr>
          <p:nvPr>
            <p:ph type="body" sz="quarter" idx="22"/>
          </p:nvPr>
        </p:nvSpPr>
        <p:spPr>
          <a:xfrm>
            <a:off x="2526297" y="1603582"/>
            <a:ext cx="3559175" cy="372856"/>
          </a:xfrm>
        </p:spPr>
        <p:txBody>
          <a:bodyPr>
            <a:noAutofit/>
          </a:bodyPr>
          <a:lstStyle>
            <a:lvl1pPr algn="r">
              <a:defRPr sz="2800">
                <a:solidFill>
                  <a:schemeClr val="tx1">
                    <a:lumMod val="65000"/>
                    <a:lumOff val="35000"/>
                  </a:schemeClr>
                </a:solidFill>
                <a:latin typeface="+mj-lt"/>
              </a:defRPr>
            </a:lvl1pPr>
          </a:lstStyle>
          <a:p>
            <a:pPr lvl="0"/>
            <a:endParaRPr lang="en-AU" dirty="0"/>
          </a:p>
        </p:txBody>
      </p:sp>
    </p:spTree>
    <p:extLst>
      <p:ext uri="{BB962C8B-B14F-4D97-AF65-F5344CB8AC3E}">
        <p14:creationId xmlns:p14="http://schemas.microsoft.com/office/powerpoint/2010/main" val="379301335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after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p:cTn id="7" dur="500" fill="hold"/>
                                        <p:tgtEl>
                                          <p:spTgt spid="8"/>
                                        </p:tgtEl>
                                        <p:attrNameLst>
                                          <p:attrName>ppt_w</p:attrName>
                                        </p:attrNameLst>
                                      </p:cBhvr>
                                      <p:tavLst>
                                        <p:tav tm="0">
                                          <p:val>
                                            <p:fltVal val="0"/>
                                          </p:val>
                                        </p:tav>
                                        <p:tav tm="100000">
                                          <p:val>
                                            <p:strVal val="#ppt_w"/>
                                          </p:val>
                                        </p:tav>
                                      </p:tavLst>
                                    </p:anim>
                                    <p:anim calcmode="lin" valueType="num">
                                      <p:cBhvr>
                                        <p:cTn id="8" dur="500" fill="hold"/>
                                        <p:tgtEl>
                                          <p:spTgt spid="8"/>
                                        </p:tgtEl>
                                        <p:attrNameLst>
                                          <p:attrName>ppt_h</p:attrName>
                                        </p:attrNameLst>
                                      </p:cBhvr>
                                      <p:tavLst>
                                        <p:tav tm="0">
                                          <p:val>
                                            <p:fltVal val="0"/>
                                          </p:val>
                                        </p:tav>
                                        <p:tav tm="100000">
                                          <p:val>
                                            <p:strVal val="#ppt_h"/>
                                          </p:val>
                                        </p:tav>
                                      </p:tavLst>
                                    </p:anim>
                                    <p:animEffect transition="in" filter="fade">
                                      <p:cBhvr>
                                        <p:cTn id="9" dur="500"/>
                                        <p:tgtEl>
                                          <p:spTgt spid="8"/>
                                        </p:tgtEl>
                                      </p:cBhvr>
                                    </p:animEffect>
                                  </p:childTnLst>
                                </p:cTn>
                              </p:par>
                            </p:childTnLst>
                          </p:cTn>
                        </p:par>
                        <p:par>
                          <p:cTn id="10" fill="hold">
                            <p:stCondLst>
                              <p:cond delay="500"/>
                            </p:stCondLst>
                            <p:childTnLst>
                              <p:par>
                                <p:cTn id="11" presetID="10" presetClass="entr" presetSubtype="0" fill="hold" grpId="0" nodeType="afterEffect" nodePh="1">
                                  <p:stCondLst>
                                    <p:cond delay="0"/>
                                  </p:stCondLst>
                                  <p:endCondLst>
                                    <p:cond evt="begin" delay="0">
                                      <p:tn val="11"/>
                                    </p:cond>
                                  </p:endCondLst>
                                  <p:childTnLst>
                                    <p:set>
                                      <p:cBhvr>
                                        <p:cTn id="12" dur="1" fill="hold">
                                          <p:stCondLst>
                                            <p:cond delay="0"/>
                                          </p:stCondLst>
                                        </p:cTn>
                                        <p:tgtEl>
                                          <p:spTgt spid="24">
                                            <p:txEl>
                                              <p:pRg st="0" end="0"/>
                                            </p:txEl>
                                          </p:spTgt>
                                        </p:tgtEl>
                                        <p:attrNameLst>
                                          <p:attrName>style.visibility</p:attrName>
                                        </p:attrNameLst>
                                      </p:cBhvr>
                                      <p:to>
                                        <p:strVal val="visible"/>
                                      </p:to>
                                    </p:set>
                                    <p:animEffect transition="in" filter="fade">
                                      <p:cBhvr>
                                        <p:cTn id="13" dur="500"/>
                                        <p:tgtEl>
                                          <p:spTgt spid="24">
                                            <p:txEl>
                                              <p:pRg st="0" end="0"/>
                                            </p:txEl>
                                          </p:spTgt>
                                        </p:tgtEl>
                                      </p:cBhvr>
                                    </p:animEffect>
                                  </p:childTnLst>
                                </p:cTn>
                              </p:par>
                            </p:childTnLst>
                          </p:cTn>
                        </p:par>
                        <p:par>
                          <p:cTn id="14" fill="hold">
                            <p:stCondLst>
                              <p:cond delay="1000"/>
                            </p:stCondLst>
                            <p:childTnLst>
                              <p:par>
                                <p:cTn id="15" presetID="42" presetClass="entr" presetSubtype="0" fill="hold" grpId="0" nodeType="afterEffect">
                                  <p:stCondLst>
                                    <p:cond delay="0"/>
                                  </p:stCondLst>
                                  <p:childTnLst>
                                    <p:set>
                                      <p:cBhvr>
                                        <p:cTn id="16" dur="1" fill="hold">
                                          <p:stCondLst>
                                            <p:cond delay="0"/>
                                          </p:stCondLst>
                                        </p:cTn>
                                        <p:tgtEl>
                                          <p:spTgt spid="2"/>
                                        </p:tgtEl>
                                        <p:attrNameLst>
                                          <p:attrName>style.visibility</p:attrName>
                                        </p:attrNameLst>
                                      </p:cBhvr>
                                      <p:to>
                                        <p:strVal val="visible"/>
                                      </p:to>
                                    </p:set>
                                    <p:animEffect transition="in" filter="fade">
                                      <p:cBhvr>
                                        <p:cTn id="17" dur="500"/>
                                        <p:tgtEl>
                                          <p:spTgt spid="2"/>
                                        </p:tgtEl>
                                      </p:cBhvr>
                                    </p:animEffect>
                                    <p:anim calcmode="lin" valueType="num">
                                      <p:cBhvr>
                                        <p:cTn id="18" dur="500" fill="hold"/>
                                        <p:tgtEl>
                                          <p:spTgt spid="2"/>
                                        </p:tgtEl>
                                        <p:attrNameLst>
                                          <p:attrName>ppt_x</p:attrName>
                                        </p:attrNameLst>
                                      </p:cBhvr>
                                      <p:tavLst>
                                        <p:tav tm="0">
                                          <p:val>
                                            <p:strVal val="#ppt_x"/>
                                          </p:val>
                                        </p:tav>
                                        <p:tav tm="100000">
                                          <p:val>
                                            <p:strVal val="#ppt_x"/>
                                          </p:val>
                                        </p:tav>
                                      </p:tavLst>
                                    </p:anim>
                                    <p:anim calcmode="lin" valueType="num">
                                      <p:cBhvr>
                                        <p:cTn id="19" dur="500" fill="hold"/>
                                        <p:tgtEl>
                                          <p:spTgt spid="2"/>
                                        </p:tgtEl>
                                        <p:attrNameLst>
                                          <p:attrName>ppt_y</p:attrName>
                                        </p:attrNameLst>
                                      </p:cBhvr>
                                      <p:tavLst>
                                        <p:tav tm="0">
                                          <p:val>
                                            <p:strVal val="#ppt_y+.1"/>
                                          </p:val>
                                        </p:tav>
                                        <p:tav tm="100000">
                                          <p:val>
                                            <p:strVal val="#ppt_y"/>
                                          </p:val>
                                        </p:tav>
                                      </p:tavLst>
                                    </p:anim>
                                  </p:childTnLst>
                                </p:cTn>
                              </p:par>
                            </p:childTnLst>
                          </p:cTn>
                        </p:par>
                        <p:par>
                          <p:cTn id="20" fill="hold">
                            <p:stCondLst>
                              <p:cond delay="1500"/>
                            </p:stCondLst>
                            <p:childTnLst>
                              <p:par>
                                <p:cTn id="21" presetID="10" presetClass="entr" presetSubtype="0" fill="hold" grpId="0" nodeType="afterEffect">
                                  <p:stCondLst>
                                    <p:cond delay="0"/>
                                  </p:stCondLst>
                                  <p:childTnLst>
                                    <p:set>
                                      <p:cBhvr>
                                        <p:cTn id="22" dur="1" fill="hold">
                                          <p:stCondLst>
                                            <p:cond delay="0"/>
                                          </p:stCondLst>
                                        </p:cTn>
                                        <p:tgtEl>
                                          <p:spTgt spid="3">
                                            <p:txEl>
                                              <p:pRg st="0" end="0"/>
                                            </p:txEl>
                                          </p:spTgt>
                                        </p:tgtEl>
                                        <p:attrNameLst>
                                          <p:attrName>style.visibility</p:attrName>
                                        </p:attrNameLst>
                                      </p:cBhvr>
                                      <p:to>
                                        <p:strVal val="visible"/>
                                      </p:to>
                                    </p:set>
                                    <p:animEffect transition="in" filter="fade">
                                      <p:cBhvr>
                                        <p:cTn id="23" dur="500"/>
                                        <p:tgtEl>
                                          <p:spTgt spid="3">
                                            <p:txEl>
                                              <p:pRg st="0" end="0"/>
                                            </p:txEl>
                                          </p:spTgt>
                                        </p:tgtEl>
                                      </p:cBhvr>
                                    </p:animEffect>
                                  </p:childTnLst>
                                </p:cTn>
                              </p:par>
                            </p:childTnLst>
                          </p:cTn>
                        </p:par>
                        <p:par>
                          <p:cTn id="24" fill="hold">
                            <p:stCondLst>
                              <p:cond delay="2000"/>
                            </p:stCondLst>
                            <p:childTnLst>
                              <p:par>
                                <p:cTn id="25" presetID="10" presetClass="entr" presetSubtype="0" fill="hold" grpId="0" nodeType="after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fade">
                                      <p:cBhvr>
                                        <p:cTn id="27" dur="500"/>
                                        <p:tgtEl>
                                          <p:spTgt spid="10"/>
                                        </p:tgtEl>
                                      </p:cBhvr>
                                    </p:animEffect>
                                  </p:childTnLst>
                                </p:cTn>
                              </p:par>
                            </p:childTnLst>
                          </p:cTn>
                        </p:par>
                        <p:par>
                          <p:cTn id="28" fill="hold">
                            <p:stCondLst>
                              <p:cond delay="2500"/>
                            </p:stCondLst>
                            <p:childTnLst>
                              <p:par>
                                <p:cTn id="29" presetID="22" presetClass="entr" presetSubtype="8" fill="hold" grpId="0" nodeType="afterEffect">
                                  <p:stCondLst>
                                    <p:cond delay="0"/>
                                  </p:stCondLst>
                                  <p:childTnLst>
                                    <p:set>
                                      <p:cBhvr>
                                        <p:cTn id="30" dur="1" fill="hold">
                                          <p:stCondLst>
                                            <p:cond delay="0"/>
                                          </p:stCondLst>
                                        </p:cTn>
                                        <p:tgtEl>
                                          <p:spTgt spid="16"/>
                                        </p:tgtEl>
                                        <p:attrNameLst>
                                          <p:attrName>style.visibility</p:attrName>
                                        </p:attrNameLst>
                                      </p:cBhvr>
                                      <p:to>
                                        <p:strVal val="visible"/>
                                      </p:to>
                                    </p:set>
                                    <p:animEffect transition="in" filter="wipe(left)">
                                      <p:cBhvr>
                                        <p:cTn id="31" dur="500"/>
                                        <p:tgtEl>
                                          <p:spTgt spid="16"/>
                                        </p:tgtEl>
                                      </p:cBhvr>
                                    </p:animEffect>
                                  </p:childTnLst>
                                </p:cTn>
                              </p:par>
                              <p:par>
                                <p:cTn id="32" presetID="22" presetClass="entr" presetSubtype="1" fill="hold" grpId="0" nodeType="withEffect">
                                  <p:stCondLst>
                                    <p:cond delay="0"/>
                                  </p:stCondLst>
                                  <p:childTnLst>
                                    <p:set>
                                      <p:cBhvr>
                                        <p:cTn id="33" dur="1" fill="hold">
                                          <p:stCondLst>
                                            <p:cond delay="0"/>
                                          </p:stCondLst>
                                        </p:cTn>
                                        <p:tgtEl>
                                          <p:spTgt spid="19"/>
                                        </p:tgtEl>
                                        <p:attrNameLst>
                                          <p:attrName>style.visibility</p:attrName>
                                        </p:attrNameLst>
                                      </p:cBhvr>
                                      <p:to>
                                        <p:strVal val="visible"/>
                                      </p:to>
                                    </p:set>
                                    <p:animEffect transition="in" filter="wipe(up)">
                                      <p:cBhvr>
                                        <p:cTn id="34" dur="500"/>
                                        <p:tgtEl>
                                          <p:spTgt spid="19"/>
                                        </p:tgtEl>
                                      </p:cBhvr>
                                    </p:animEffect>
                                  </p:childTnLst>
                                </p:cTn>
                              </p:par>
                              <p:par>
                                <p:cTn id="35" presetID="22" presetClass="entr" presetSubtype="2" fill="hold" grpId="0" nodeType="withEffect">
                                  <p:stCondLst>
                                    <p:cond delay="0"/>
                                  </p:stCondLst>
                                  <p:childTnLst>
                                    <p:set>
                                      <p:cBhvr>
                                        <p:cTn id="36" dur="1" fill="hold">
                                          <p:stCondLst>
                                            <p:cond delay="0"/>
                                          </p:stCondLst>
                                        </p:cTn>
                                        <p:tgtEl>
                                          <p:spTgt spid="20"/>
                                        </p:tgtEl>
                                        <p:attrNameLst>
                                          <p:attrName>style.visibility</p:attrName>
                                        </p:attrNameLst>
                                      </p:cBhvr>
                                      <p:to>
                                        <p:strVal val="visible"/>
                                      </p:to>
                                    </p:set>
                                    <p:animEffect transition="in" filter="wipe(right)">
                                      <p:cBhvr>
                                        <p:cTn id="37" dur="500"/>
                                        <p:tgtEl>
                                          <p:spTgt spid="20"/>
                                        </p:tgtEl>
                                      </p:cBhvr>
                                    </p:animEffect>
                                  </p:childTnLst>
                                </p:cTn>
                              </p:par>
                              <p:par>
                                <p:cTn id="38" presetID="22" presetClass="entr" presetSubtype="4" fill="hold" grpId="0" nodeType="withEffect">
                                  <p:stCondLst>
                                    <p:cond delay="0"/>
                                  </p:stCondLst>
                                  <p:childTnLst>
                                    <p:set>
                                      <p:cBhvr>
                                        <p:cTn id="39" dur="1" fill="hold">
                                          <p:stCondLst>
                                            <p:cond delay="0"/>
                                          </p:stCondLst>
                                        </p:cTn>
                                        <p:tgtEl>
                                          <p:spTgt spid="18"/>
                                        </p:tgtEl>
                                        <p:attrNameLst>
                                          <p:attrName>style.visibility</p:attrName>
                                        </p:attrNameLst>
                                      </p:cBhvr>
                                      <p:to>
                                        <p:strVal val="visible"/>
                                      </p:to>
                                    </p:set>
                                    <p:animEffect transition="in" filter="wipe(down)">
                                      <p:cBhvr>
                                        <p:cTn id="40" dur="500"/>
                                        <p:tgtEl>
                                          <p:spTgt spid="18"/>
                                        </p:tgtEl>
                                      </p:cBhvr>
                                    </p:animEffect>
                                  </p:childTnLst>
                                </p:cTn>
                              </p:par>
                            </p:childTnLst>
                          </p:cTn>
                        </p:par>
                        <p:par>
                          <p:cTn id="41" fill="hold">
                            <p:stCondLst>
                              <p:cond delay="3000"/>
                            </p:stCondLst>
                            <p:childTnLst>
                              <p:par>
                                <p:cTn id="42" presetID="53" presetClass="entr" presetSubtype="16" fill="hold" grpId="0" nodeType="afterEffect" nodePh="1">
                                  <p:stCondLst>
                                    <p:cond delay="0"/>
                                  </p:stCondLst>
                                  <p:endCondLst>
                                    <p:cond evt="begin" delay="0">
                                      <p:tn val="42"/>
                                    </p:cond>
                                  </p:endCondLst>
                                  <p:childTnLst>
                                    <p:set>
                                      <p:cBhvr>
                                        <p:cTn id="43" dur="1" fill="hold">
                                          <p:stCondLst>
                                            <p:cond delay="0"/>
                                          </p:stCondLst>
                                        </p:cTn>
                                        <p:tgtEl>
                                          <p:spTgt spid="22">
                                            <p:txEl>
                                              <p:pRg st="0" end="0"/>
                                            </p:txEl>
                                          </p:spTgt>
                                        </p:tgtEl>
                                        <p:attrNameLst>
                                          <p:attrName>style.visibility</p:attrName>
                                        </p:attrNameLst>
                                      </p:cBhvr>
                                      <p:to>
                                        <p:strVal val="visible"/>
                                      </p:to>
                                    </p:set>
                                    <p:anim calcmode="lin" valueType="num">
                                      <p:cBhvr>
                                        <p:cTn id="44" dur="500" fill="hold"/>
                                        <p:tgtEl>
                                          <p:spTgt spid="22">
                                            <p:txEl>
                                              <p:pRg st="0" end="0"/>
                                            </p:txEl>
                                          </p:spTgt>
                                        </p:tgtEl>
                                        <p:attrNameLst>
                                          <p:attrName>ppt_w</p:attrName>
                                        </p:attrNameLst>
                                      </p:cBhvr>
                                      <p:tavLst>
                                        <p:tav tm="0">
                                          <p:val>
                                            <p:fltVal val="0"/>
                                          </p:val>
                                        </p:tav>
                                        <p:tav tm="100000">
                                          <p:val>
                                            <p:strVal val="#ppt_w"/>
                                          </p:val>
                                        </p:tav>
                                      </p:tavLst>
                                    </p:anim>
                                    <p:anim calcmode="lin" valueType="num">
                                      <p:cBhvr>
                                        <p:cTn id="45" dur="500" fill="hold"/>
                                        <p:tgtEl>
                                          <p:spTgt spid="22">
                                            <p:txEl>
                                              <p:pRg st="0" end="0"/>
                                            </p:txEl>
                                          </p:spTgt>
                                        </p:tgtEl>
                                        <p:attrNameLst>
                                          <p:attrName>ppt_h</p:attrName>
                                        </p:attrNameLst>
                                      </p:cBhvr>
                                      <p:tavLst>
                                        <p:tav tm="0">
                                          <p:val>
                                            <p:fltVal val="0"/>
                                          </p:val>
                                        </p:tav>
                                        <p:tav tm="100000">
                                          <p:val>
                                            <p:strVal val="#ppt_h"/>
                                          </p:val>
                                        </p:tav>
                                      </p:tavLst>
                                    </p:anim>
                                    <p:animEffect transition="in" filter="fade">
                                      <p:cBhvr>
                                        <p:cTn id="46" dur="500"/>
                                        <p:tgtEl>
                                          <p:spTgt spid="22">
                                            <p:txEl>
                                              <p:pRg st="0" end="0"/>
                                            </p:txEl>
                                          </p:spTgt>
                                        </p:tgtEl>
                                      </p:cBhvr>
                                    </p:animEffect>
                                  </p:childTnLst>
                                </p:cTn>
                              </p:par>
                            </p:childTnLst>
                          </p:cTn>
                        </p:par>
                        <p:par>
                          <p:cTn id="47" fill="hold">
                            <p:stCondLst>
                              <p:cond delay="3500"/>
                            </p:stCondLst>
                            <p:childTnLst>
                              <p:par>
                                <p:cTn id="48" presetID="42" presetClass="entr" presetSubtype="0" fill="hold" grpId="0" nodeType="afterEffect" nodePh="1">
                                  <p:stCondLst>
                                    <p:cond delay="0"/>
                                  </p:stCondLst>
                                  <p:endCondLst>
                                    <p:cond evt="begin" delay="0">
                                      <p:tn val="48"/>
                                    </p:cond>
                                  </p:endCondLst>
                                  <p:childTnLst>
                                    <p:set>
                                      <p:cBhvr>
                                        <p:cTn id="49" dur="1" fill="hold">
                                          <p:stCondLst>
                                            <p:cond delay="0"/>
                                          </p:stCondLst>
                                        </p:cTn>
                                        <p:tgtEl>
                                          <p:spTgt spid="23">
                                            <p:txEl>
                                              <p:pRg st="0" end="0"/>
                                            </p:txEl>
                                          </p:spTgt>
                                        </p:tgtEl>
                                        <p:attrNameLst>
                                          <p:attrName>style.visibility</p:attrName>
                                        </p:attrNameLst>
                                      </p:cBhvr>
                                      <p:to>
                                        <p:strVal val="visible"/>
                                      </p:to>
                                    </p:set>
                                    <p:animEffect transition="in" filter="fade">
                                      <p:cBhvr>
                                        <p:cTn id="50" dur="500"/>
                                        <p:tgtEl>
                                          <p:spTgt spid="23">
                                            <p:txEl>
                                              <p:pRg st="0" end="0"/>
                                            </p:txEl>
                                          </p:spTgt>
                                        </p:tgtEl>
                                      </p:cBhvr>
                                    </p:animEffect>
                                    <p:anim calcmode="lin" valueType="num">
                                      <p:cBhvr>
                                        <p:cTn id="51" dur="500" fill="hold"/>
                                        <p:tgtEl>
                                          <p:spTgt spid="23">
                                            <p:txEl>
                                              <p:pRg st="0" end="0"/>
                                            </p:txEl>
                                          </p:spTgt>
                                        </p:tgtEl>
                                        <p:attrNameLst>
                                          <p:attrName>ppt_x</p:attrName>
                                        </p:attrNameLst>
                                      </p:cBhvr>
                                      <p:tavLst>
                                        <p:tav tm="0">
                                          <p:val>
                                            <p:strVal val="#ppt_x"/>
                                          </p:val>
                                        </p:tav>
                                        <p:tav tm="100000">
                                          <p:val>
                                            <p:strVal val="#ppt_x"/>
                                          </p:val>
                                        </p:tav>
                                      </p:tavLst>
                                    </p:anim>
                                    <p:anim calcmode="lin" valueType="num">
                                      <p:cBhvr>
                                        <p:cTn id="52" dur="500" fill="hold"/>
                                        <p:tgtEl>
                                          <p:spTgt spid="23">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build="p">
        <p:tmplLst>
          <p:tmpl lvl="1">
            <p:tnLst>
              <p:par>
                <p:cTn presetID="10" presetClass="entr" presetSubtype="0" fill="hold" nodeType="afterEffect">
                  <p:stCondLst>
                    <p:cond delay="0"/>
                  </p:stCondLst>
                  <p:childTnLst>
                    <p:set>
                      <p:cBhvr>
                        <p:cTn dur="1" fill="hold">
                          <p:stCondLst>
                            <p:cond delay="0"/>
                          </p:stCondLst>
                        </p:cTn>
                        <p:tgtEl>
                          <p:spTgt spid="3"/>
                        </p:tgtEl>
                        <p:attrNameLst>
                          <p:attrName>style.visibility</p:attrName>
                        </p:attrNameLst>
                      </p:cBhvr>
                      <p:to>
                        <p:strVal val="visible"/>
                      </p:to>
                    </p:set>
                    <p:animEffect transition="in" filter="fade">
                      <p:cBhvr>
                        <p:cTn dur="500"/>
                        <p:tgtEl>
                          <p:spTgt spid="3"/>
                        </p:tgtEl>
                      </p:cBhvr>
                    </p:animEffect>
                  </p:childTnLst>
                </p:cTn>
              </p:par>
            </p:tnLst>
          </p:tmpl>
        </p:tmplLst>
      </p:bldP>
      <p:bldP spid="8" grpId="0" animBg="1"/>
      <p:bldP spid="10" grpId="0" animBg="1"/>
      <p:bldP spid="16" grpId="0" animBg="1"/>
      <p:bldP spid="18" grpId="0" animBg="1"/>
      <p:bldP spid="19" grpId="0" animBg="1"/>
      <p:bldP spid="20" grpId="0" animBg="1"/>
      <p:bldP spid="22"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2"/>
                        </p:tgtEl>
                        <p:attrNameLst>
                          <p:attrName>style.visibility</p:attrName>
                        </p:attrNameLst>
                      </p:cBhvr>
                      <p:to>
                        <p:strVal val="visible"/>
                      </p:to>
                    </p:set>
                    <p:anim calcmode="lin" valueType="num">
                      <p:cBhvr>
                        <p:cTn dur="500" fill="hold"/>
                        <p:tgtEl>
                          <p:spTgt spid="22"/>
                        </p:tgtEl>
                        <p:attrNameLst>
                          <p:attrName>ppt_w</p:attrName>
                        </p:attrNameLst>
                      </p:cBhvr>
                      <p:tavLst>
                        <p:tav tm="0">
                          <p:val>
                            <p:fltVal val="0"/>
                          </p:val>
                        </p:tav>
                        <p:tav tm="100000">
                          <p:val>
                            <p:strVal val="#ppt_w"/>
                          </p:val>
                        </p:tav>
                      </p:tavLst>
                    </p:anim>
                    <p:anim calcmode="lin" valueType="num">
                      <p:cBhvr>
                        <p:cTn dur="500" fill="hold"/>
                        <p:tgtEl>
                          <p:spTgt spid="22"/>
                        </p:tgtEl>
                        <p:attrNameLst>
                          <p:attrName>ppt_h</p:attrName>
                        </p:attrNameLst>
                      </p:cBhvr>
                      <p:tavLst>
                        <p:tav tm="0">
                          <p:val>
                            <p:fltVal val="0"/>
                          </p:val>
                        </p:tav>
                        <p:tav tm="100000">
                          <p:val>
                            <p:strVal val="#ppt_h"/>
                          </p:val>
                        </p:tav>
                      </p:tavLst>
                    </p:anim>
                    <p:animEffect transition="in" filter="fade">
                      <p:cBhvr>
                        <p:cTn dur="500"/>
                        <p:tgtEl>
                          <p:spTgt spid="22"/>
                        </p:tgtEl>
                      </p:cBhvr>
                    </p:animEffect>
                  </p:childTnLst>
                </p:cTn>
              </p:par>
            </p:tnLst>
          </p:tmpl>
        </p:tmplLst>
      </p:bldP>
      <p:bldP spid="23"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3"/>
                        </p:tgtEl>
                        <p:attrNameLst>
                          <p:attrName>style.visibility</p:attrName>
                        </p:attrNameLst>
                      </p:cBhvr>
                      <p:to>
                        <p:strVal val="visible"/>
                      </p:to>
                    </p:set>
                    <p:animEffect transition="in" filter="fade">
                      <p:cBhvr>
                        <p:cTn dur="500"/>
                        <p:tgtEl>
                          <p:spTgt spid="23"/>
                        </p:tgtEl>
                      </p:cBhvr>
                    </p:animEffect>
                    <p:anim calcmode="lin" valueType="num">
                      <p:cBhvr>
                        <p:cTn dur="500" fill="hold"/>
                        <p:tgtEl>
                          <p:spTgt spid="23"/>
                        </p:tgtEl>
                        <p:attrNameLst>
                          <p:attrName>ppt_x</p:attrName>
                        </p:attrNameLst>
                      </p:cBhvr>
                      <p:tavLst>
                        <p:tav tm="0">
                          <p:val>
                            <p:strVal val="#ppt_x"/>
                          </p:val>
                        </p:tav>
                        <p:tav tm="100000">
                          <p:val>
                            <p:strVal val="#ppt_x"/>
                          </p:val>
                        </p:tav>
                      </p:tavLst>
                    </p:anim>
                    <p:anim calcmode="lin" valueType="num">
                      <p:cBhvr>
                        <p:cTn dur="500" fill="hold"/>
                        <p:tgtEl>
                          <p:spTgt spid="23"/>
                        </p:tgtEl>
                        <p:attrNameLst>
                          <p:attrName>ppt_y</p:attrName>
                        </p:attrNameLst>
                      </p:cBhvr>
                      <p:tavLst>
                        <p:tav tm="0">
                          <p:val>
                            <p:strVal val="#ppt_y+.1"/>
                          </p:val>
                        </p:tav>
                        <p:tav tm="100000">
                          <p:val>
                            <p:strVal val="#ppt_y"/>
                          </p:val>
                        </p:tav>
                      </p:tavLst>
                    </p:anim>
                  </p:childTnLst>
                </p:cTn>
              </p:par>
            </p:tnLst>
          </p:tmpl>
        </p:tmplLst>
      </p:bldP>
      <p:bldP spid="24"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24"/>
                        </p:tgtEl>
                        <p:attrNameLst>
                          <p:attrName>style.visibility</p:attrName>
                        </p:attrNameLst>
                      </p:cBhvr>
                      <p:to>
                        <p:strVal val="visible"/>
                      </p:to>
                    </p:set>
                    <p:animEffect transition="in" filter="fade">
                      <p:cBhvr>
                        <p:cTn dur="500"/>
                        <p:tgtEl>
                          <p:spTgt spid="24"/>
                        </p:tgtEl>
                      </p:cBhvr>
                    </p:animEffect>
                  </p:childTnLst>
                </p:cTn>
              </p:par>
            </p:tnLst>
          </p:tmpl>
        </p:tmplLst>
      </p:bldP>
    </p:bldLst>
  </p:timing>
</p:sldLayout>
</file>

<file path=ppt/slideLayouts/slideLayout519.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Tree>
    <p:extLst>
      <p:ext uri="{BB962C8B-B14F-4D97-AF65-F5344CB8AC3E}">
        <p14:creationId xmlns:p14="http://schemas.microsoft.com/office/powerpoint/2010/main" val="151519056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520.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17" name="Picture Placeholder 16"/>
          <p:cNvSpPr>
            <a:spLocks noGrp="1"/>
          </p:cNvSpPr>
          <p:nvPr>
            <p:ph type="pic" sz="quarter" idx="14" hasCustomPrompt="1"/>
          </p:nvPr>
        </p:nvSpPr>
        <p:spPr>
          <a:xfrm>
            <a:off x="1839095" y="2048259"/>
            <a:ext cx="2886714" cy="3313449"/>
          </a:xfrm>
          <a:custGeom>
            <a:avLst/>
            <a:gdLst>
              <a:gd name="connsiteX0" fmla="*/ 947087 w 3533533"/>
              <a:gd name="connsiteY0" fmla="*/ 1224307 h 4055885"/>
              <a:gd name="connsiteX1" fmla="*/ 1170091 w 3533533"/>
              <a:gd name="connsiteY1" fmla="*/ 1352331 h 4055885"/>
              <a:gd name="connsiteX2" fmla="*/ 2355380 w 3533533"/>
              <a:gd name="connsiteY2" fmla="*/ 3719063 h 4055885"/>
              <a:gd name="connsiteX3" fmla="*/ 2251556 w 3533533"/>
              <a:gd name="connsiteY3" fmla="*/ 4031211 h 4055885"/>
              <a:gd name="connsiteX4" fmla="*/ 2251557 w 3533533"/>
              <a:gd name="connsiteY4" fmla="*/ 4031210 h 4055885"/>
              <a:gd name="connsiteX5" fmla="*/ 1939409 w 3533533"/>
              <a:gd name="connsiteY5" fmla="*/ 3927386 h 4055885"/>
              <a:gd name="connsiteX6" fmla="*/ 754120 w 3533533"/>
              <a:gd name="connsiteY6" fmla="*/ 1560655 h 4055885"/>
              <a:gd name="connsiteX7" fmla="*/ 857943 w 3533533"/>
              <a:gd name="connsiteY7" fmla="*/ 1248507 h 4055885"/>
              <a:gd name="connsiteX8" fmla="*/ 947087 w 3533533"/>
              <a:gd name="connsiteY8" fmla="*/ 1224307 h 4055885"/>
              <a:gd name="connsiteX9" fmla="*/ 217642 w 3533533"/>
              <a:gd name="connsiteY9" fmla="*/ 943467 h 4055885"/>
              <a:gd name="connsiteX10" fmla="*/ 440647 w 3533533"/>
              <a:gd name="connsiteY10" fmla="*/ 1071491 h 4055885"/>
              <a:gd name="connsiteX11" fmla="*/ 1625936 w 3533533"/>
              <a:gd name="connsiteY11" fmla="*/ 3438223 h 4055885"/>
              <a:gd name="connsiteX12" fmla="*/ 1522111 w 3533533"/>
              <a:gd name="connsiteY12" fmla="*/ 3750371 h 4055885"/>
              <a:gd name="connsiteX13" fmla="*/ 1522112 w 3533533"/>
              <a:gd name="connsiteY13" fmla="*/ 3750370 h 4055885"/>
              <a:gd name="connsiteX14" fmla="*/ 1209964 w 3533533"/>
              <a:gd name="connsiteY14" fmla="*/ 3646546 h 4055885"/>
              <a:gd name="connsiteX15" fmla="*/ 24675 w 3533533"/>
              <a:gd name="connsiteY15" fmla="*/ 1279815 h 4055885"/>
              <a:gd name="connsiteX16" fmla="*/ 128499 w 3533533"/>
              <a:gd name="connsiteY16" fmla="*/ 967667 h 4055885"/>
              <a:gd name="connsiteX17" fmla="*/ 217642 w 3533533"/>
              <a:gd name="connsiteY17" fmla="*/ 943467 h 4055885"/>
              <a:gd name="connsiteX18" fmla="*/ 1888548 w 3533533"/>
              <a:gd name="connsiteY18" fmla="*/ 752811 h 4055885"/>
              <a:gd name="connsiteX19" fmla="*/ 2111553 w 3533533"/>
              <a:gd name="connsiteY19" fmla="*/ 880835 h 4055885"/>
              <a:gd name="connsiteX20" fmla="*/ 3296841 w 3533533"/>
              <a:gd name="connsiteY20" fmla="*/ 3247567 h 4055885"/>
              <a:gd name="connsiteX21" fmla="*/ 3193017 w 3533533"/>
              <a:gd name="connsiteY21" fmla="*/ 3559715 h 4055885"/>
              <a:gd name="connsiteX22" fmla="*/ 3193018 w 3533533"/>
              <a:gd name="connsiteY22" fmla="*/ 3559714 h 4055885"/>
              <a:gd name="connsiteX23" fmla="*/ 2880870 w 3533533"/>
              <a:gd name="connsiteY23" fmla="*/ 3455890 h 4055885"/>
              <a:gd name="connsiteX24" fmla="*/ 1695581 w 3533533"/>
              <a:gd name="connsiteY24" fmla="*/ 1089159 h 4055885"/>
              <a:gd name="connsiteX25" fmla="*/ 1799405 w 3533533"/>
              <a:gd name="connsiteY25" fmla="*/ 777011 h 4055885"/>
              <a:gd name="connsiteX26" fmla="*/ 1888548 w 3533533"/>
              <a:gd name="connsiteY26" fmla="*/ 752811 h 4055885"/>
              <a:gd name="connsiteX27" fmla="*/ 1011122 w 3533533"/>
              <a:gd name="connsiteY27" fmla="*/ 176488 h 4055885"/>
              <a:gd name="connsiteX28" fmla="*/ 1234126 w 3533533"/>
              <a:gd name="connsiteY28" fmla="*/ 304512 h 4055885"/>
              <a:gd name="connsiteX29" fmla="*/ 2419415 w 3533533"/>
              <a:gd name="connsiteY29" fmla="*/ 2671244 h 4055885"/>
              <a:gd name="connsiteX30" fmla="*/ 2315591 w 3533533"/>
              <a:gd name="connsiteY30" fmla="*/ 2983392 h 4055885"/>
              <a:gd name="connsiteX31" fmla="*/ 2315592 w 3533533"/>
              <a:gd name="connsiteY31" fmla="*/ 2983391 h 4055885"/>
              <a:gd name="connsiteX32" fmla="*/ 2003444 w 3533533"/>
              <a:gd name="connsiteY32" fmla="*/ 2879567 h 4055885"/>
              <a:gd name="connsiteX33" fmla="*/ 818154 w 3533533"/>
              <a:gd name="connsiteY33" fmla="*/ 512836 h 4055885"/>
              <a:gd name="connsiteX34" fmla="*/ 921978 w 3533533"/>
              <a:gd name="connsiteY34" fmla="*/ 200688 h 4055885"/>
              <a:gd name="connsiteX35" fmla="*/ 1011122 w 3533533"/>
              <a:gd name="connsiteY35" fmla="*/ 176488 h 4055885"/>
              <a:gd name="connsiteX36" fmla="*/ 2100564 w 3533533"/>
              <a:gd name="connsiteY36" fmla="*/ 475 h 4055885"/>
              <a:gd name="connsiteX37" fmla="*/ 2323569 w 3533533"/>
              <a:gd name="connsiteY37" fmla="*/ 128499 h 4055885"/>
              <a:gd name="connsiteX38" fmla="*/ 3508858 w 3533533"/>
              <a:gd name="connsiteY38" fmla="*/ 2495231 h 4055885"/>
              <a:gd name="connsiteX39" fmla="*/ 3405034 w 3533533"/>
              <a:gd name="connsiteY39" fmla="*/ 2807379 h 4055885"/>
              <a:gd name="connsiteX40" fmla="*/ 3405034 w 3533533"/>
              <a:gd name="connsiteY40" fmla="*/ 2807378 h 4055885"/>
              <a:gd name="connsiteX41" fmla="*/ 3092887 w 3533533"/>
              <a:gd name="connsiteY41" fmla="*/ 2703554 h 4055885"/>
              <a:gd name="connsiteX42" fmla="*/ 1907597 w 3533533"/>
              <a:gd name="connsiteY42" fmla="*/ 336823 h 4055885"/>
              <a:gd name="connsiteX43" fmla="*/ 2011421 w 3533533"/>
              <a:gd name="connsiteY43" fmla="*/ 24675 h 4055885"/>
              <a:gd name="connsiteX44" fmla="*/ 2100564 w 3533533"/>
              <a:gd name="connsiteY44" fmla="*/ 475 h 4055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3533533" h="4055885">
                <a:moveTo>
                  <a:pt x="947087" y="1224307"/>
                </a:moveTo>
                <a:cubicBezTo>
                  <a:pt x="1037548" y="1218495"/>
                  <a:pt x="1126946" y="1266180"/>
                  <a:pt x="1170091" y="1352331"/>
                </a:cubicBezTo>
                <a:cubicBezTo>
                  <a:pt x="1565188" y="2141242"/>
                  <a:pt x="1960283" y="2930152"/>
                  <a:pt x="2355380" y="3719063"/>
                </a:cubicBezTo>
                <a:cubicBezTo>
                  <a:pt x="2412907" y="3833931"/>
                  <a:pt x="2366424" y="3973684"/>
                  <a:pt x="2251556" y="4031211"/>
                </a:cubicBezTo>
                <a:lnTo>
                  <a:pt x="2251557" y="4031210"/>
                </a:lnTo>
                <a:cubicBezTo>
                  <a:pt x="2136689" y="4088737"/>
                  <a:pt x="1996936" y="4042254"/>
                  <a:pt x="1939409" y="3927386"/>
                </a:cubicBezTo>
                <a:lnTo>
                  <a:pt x="754120" y="1560655"/>
                </a:lnTo>
                <a:cubicBezTo>
                  <a:pt x="696592" y="1445787"/>
                  <a:pt x="743075" y="1306034"/>
                  <a:pt x="857943" y="1248507"/>
                </a:cubicBezTo>
                <a:cubicBezTo>
                  <a:pt x="886660" y="1234125"/>
                  <a:pt x="916933" y="1226244"/>
                  <a:pt x="947087" y="1224307"/>
                </a:cubicBezTo>
                <a:close/>
                <a:moveTo>
                  <a:pt x="217642" y="943467"/>
                </a:moveTo>
                <a:cubicBezTo>
                  <a:pt x="308104" y="937655"/>
                  <a:pt x="397501" y="985340"/>
                  <a:pt x="440647" y="1071491"/>
                </a:cubicBezTo>
                <a:cubicBezTo>
                  <a:pt x="835743" y="1860402"/>
                  <a:pt x="1230839" y="2649312"/>
                  <a:pt x="1625936" y="3438223"/>
                </a:cubicBezTo>
                <a:cubicBezTo>
                  <a:pt x="1683463" y="3553091"/>
                  <a:pt x="1636980" y="3692844"/>
                  <a:pt x="1522111" y="3750371"/>
                </a:cubicBezTo>
                <a:lnTo>
                  <a:pt x="1522112" y="3750370"/>
                </a:lnTo>
                <a:cubicBezTo>
                  <a:pt x="1407244" y="3807897"/>
                  <a:pt x="1267491" y="3761414"/>
                  <a:pt x="1209964" y="3646546"/>
                </a:cubicBezTo>
                <a:lnTo>
                  <a:pt x="24675" y="1279815"/>
                </a:lnTo>
                <a:cubicBezTo>
                  <a:pt x="-32852" y="1164947"/>
                  <a:pt x="13631" y="1025194"/>
                  <a:pt x="128499" y="967667"/>
                </a:cubicBezTo>
                <a:cubicBezTo>
                  <a:pt x="157216" y="953285"/>
                  <a:pt x="187488" y="945404"/>
                  <a:pt x="217642" y="943467"/>
                </a:cubicBezTo>
                <a:close/>
                <a:moveTo>
                  <a:pt x="1888548" y="752811"/>
                </a:moveTo>
                <a:cubicBezTo>
                  <a:pt x="1979010" y="747000"/>
                  <a:pt x="2068407" y="794684"/>
                  <a:pt x="2111553" y="880835"/>
                </a:cubicBezTo>
                <a:cubicBezTo>
                  <a:pt x="2506649" y="1669746"/>
                  <a:pt x="2901745" y="2458656"/>
                  <a:pt x="3296841" y="3247567"/>
                </a:cubicBezTo>
                <a:cubicBezTo>
                  <a:pt x="3354369" y="3362435"/>
                  <a:pt x="3307885" y="3502188"/>
                  <a:pt x="3193017" y="3559715"/>
                </a:cubicBezTo>
                <a:lnTo>
                  <a:pt x="3193018" y="3559714"/>
                </a:lnTo>
                <a:cubicBezTo>
                  <a:pt x="3078150" y="3617241"/>
                  <a:pt x="2938397" y="3570758"/>
                  <a:pt x="2880870" y="3455890"/>
                </a:cubicBezTo>
                <a:lnTo>
                  <a:pt x="1695581" y="1089159"/>
                </a:lnTo>
                <a:cubicBezTo>
                  <a:pt x="1638053" y="974291"/>
                  <a:pt x="1684537" y="834539"/>
                  <a:pt x="1799405" y="777011"/>
                </a:cubicBezTo>
                <a:cubicBezTo>
                  <a:pt x="1828122" y="762629"/>
                  <a:pt x="1858394" y="754748"/>
                  <a:pt x="1888548" y="752811"/>
                </a:cubicBezTo>
                <a:close/>
                <a:moveTo>
                  <a:pt x="1011122" y="176488"/>
                </a:moveTo>
                <a:cubicBezTo>
                  <a:pt x="1101583" y="170677"/>
                  <a:pt x="1190981" y="218361"/>
                  <a:pt x="1234126" y="304512"/>
                </a:cubicBezTo>
                <a:cubicBezTo>
                  <a:pt x="1629223" y="1093423"/>
                  <a:pt x="2024319" y="1882334"/>
                  <a:pt x="2419415" y="2671244"/>
                </a:cubicBezTo>
                <a:cubicBezTo>
                  <a:pt x="2476943" y="2786112"/>
                  <a:pt x="2430459" y="2925865"/>
                  <a:pt x="2315591" y="2983392"/>
                </a:cubicBezTo>
                <a:lnTo>
                  <a:pt x="2315592" y="2983391"/>
                </a:lnTo>
                <a:cubicBezTo>
                  <a:pt x="2200724" y="3040918"/>
                  <a:pt x="2060971" y="2994435"/>
                  <a:pt x="2003444" y="2879567"/>
                </a:cubicBezTo>
                <a:lnTo>
                  <a:pt x="818154" y="512836"/>
                </a:lnTo>
                <a:cubicBezTo>
                  <a:pt x="760627" y="397969"/>
                  <a:pt x="807110" y="258216"/>
                  <a:pt x="921978" y="200688"/>
                </a:cubicBezTo>
                <a:cubicBezTo>
                  <a:pt x="950695" y="186307"/>
                  <a:pt x="980968" y="178425"/>
                  <a:pt x="1011122" y="176488"/>
                </a:cubicBezTo>
                <a:close/>
                <a:moveTo>
                  <a:pt x="2100564" y="475"/>
                </a:moveTo>
                <a:cubicBezTo>
                  <a:pt x="2191026" y="-5336"/>
                  <a:pt x="2280424" y="42348"/>
                  <a:pt x="2323569" y="128499"/>
                </a:cubicBezTo>
                <a:cubicBezTo>
                  <a:pt x="2718666" y="917410"/>
                  <a:pt x="3113761" y="1706320"/>
                  <a:pt x="3508858" y="2495231"/>
                </a:cubicBezTo>
                <a:cubicBezTo>
                  <a:pt x="3566385" y="2610099"/>
                  <a:pt x="3519902" y="2749852"/>
                  <a:pt x="3405034" y="2807379"/>
                </a:cubicBezTo>
                <a:lnTo>
                  <a:pt x="3405034" y="2807378"/>
                </a:lnTo>
                <a:cubicBezTo>
                  <a:pt x="3290167" y="2864905"/>
                  <a:pt x="3150414" y="2818422"/>
                  <a:pt x="3092887" y="2703554"/>
                </a:cubicBezTo>
                <a:lnTo>
                  <a:pt x="1907597" y="336823"/>
                </a:lnTo>
                <a:cubicBezTo>
                  <a:pt x="1850070" y="221955"/>
                  <a:pt x="1896553" y="82203"/>
                  <a:pt x="2011421" y="24675"/>
                </a:cubicBezTo>
                <a:cubicBezTo>
                  <a:pt x="2040138" y="10293"/>
                  <a:pt x="2070410" y="2412"/>
                  <a:pt x="2100564" y="475"/>
                </a:cubicBezTo>
                <a:close/>
              </a:path>
            </a:pathLst>
          </a:custGeom>
          <a:solidFill>
            <a:schemeClr val="bg1">
              <a:lumMod val="85000"/>
            </a:schemeClr>
          </a:solidFill>
        </p:spPr>
        <p:txBody>
          <a:bodyPr wrap="square">
            <a:noAutofit/>
          </a:bodyPr>
          <a:lstStyle>
            <a:lvl1pPr>
              <a:defRPr baseline="0"/>
            </a:lvl1pPr>
          </a:lstStyle>
          <a:p>
            <a:r>
              <a:rPr lang="id-ID" dirty="0" smtClean="0"/>
              <a:t>Pic here</a:t>
            </a:r>
            <a:endParaRPr lang="en-AU" dirty="0"/>
          </a:p>
        </p:txBody>
      </p:sp>
      <p:sp>
        <p:nvSpPr>
          <p:cNvPr id="18" name="Text Placeholder 21"/>
          <p:cNvSpPr>
            <a:spLocks noGrp="1"/>
          </p:cNvSpPr>
          <p:nvPr>
            <p:ph type="body" sz="quarter" idx="21"/>
          </p:nvPr>
        </p:nvSpPr>
        <p:spPr>
          <a:xfrm>
            <a:off x="1727496" y="5567867"/>
            <a:ext cx="3109912" cy="291162"/>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4" name="Text Placeholder 21"/>
          <p:cNvSpPr>
            <a:spLocks noGrp="1"/>
          </p:cNvSpPr>
          <p:nvPr>
            <p:ph type="body" sz="quarter" idx="20"/>
          </p:nvPr>
        </p:nvSpPr>
        <p:spPr>
          <a:xfrm>
            <a:off x="7315633" y="2417115"/>
            <a:ext cx="4396942" cy="256811"/>
          </a:xfrm>
        </p:spPr>
        <p:txBody>
          <a:bodyPr/>
          <a:lstStyle>
            <a:lvl1pP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5" name="Text Placeholder 21"/>
          <p:cNvSpPr>
            <a:spLocks noGrp="1"/>
          </p:cNvSpPr>
          <p:nvPr>
            <p:ph type="body" sz="quarter" idx="22"/>
          </p:nvPr>
        </p:nvSpPr>
        <p:spPr>
          <a:xfrm>
            <a:off x="7315633" y="2715386"/>
            <a:ext cx="4396942" cy="448573"/>
          </a:xfrm>
        </p:spPr>
        <p:txBody>
          <a:bodyPr>
            <a:normAutofit/>
          </a:bodyPr>
          <a:lstStyle>
            <a:lvl1pP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1" name="Text Placeholder 21"/>
          <p:cNvSpPr>
            <a:spLocks noGrp="1"/>
          </p:cNvSpPr>
          <p:nvPr>
            <p:ph type="body" sz="quarter" idx="23"/>
          </p:nvPr>
        </p:nvSpPr>
        <p:spPr>
          <a:xfrm>
            <a:off x="7315633" y="3436112"/>
            <a:ext cx="4396942" cy="256811"/>
          </a:xfrm>
        </p:spPr>
        <p:txBody>
          <a:bodyPr/>
          <a:lstStyle>
            <a:lvl1pP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2" name="Text Placeholder 21"/>
          <p:cNvSpPr>
            <a:spLocks noGrp="1"/>
          </p:cNvSpPr>
          <p:nvPr>
            <p:ph type="body" sz="quarter" idx="24"/>
          </p:nvPr>
        </p:nvSpPr>
        <p:spPr>
          <a:xfrm>
            <a:off x="7315633" y="3734383"/>
            <a:ext cx="4396942" cy="448573"/>
          </a:xfrm>
        </p:spPr>
        <p:txBody>
          <a:bodyPr>
            <a:normAutofit/>
          </a:bodyPr>
          <a:lstStyle>
            <a:lvl1pP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3" name="Text Placeholder 21"/>
          <p:cNvSpPr>
            <a:spLocks noGrp="1"/>
          </p:cNvSpPr>
          <p:nvPr>
            <p:ph type="body" sz="quarter" idx="25"/>
          </p:nvPr>
        </p:nvSpPr>
        <p:spPr>
          <a:xfrm>
            <a:off x="7315633" y="4449520"/>
            <a:ext cx="4396942" cy="256811"/>
          </a:xfrm>
        </p:spPr>
        <p:txBody>
          <a:bodyPr/>
          <a:lstStyle>
            <a:lvl1pP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4" name="Text Placeholder 21"/>
          <p:cNvSpPr>
            <a:spLocks noGrp="1"/>
          </p:cNvSpPr>
          <p:nvPr>
            <p:ph type="body" sz="quarter" idx="26"/>
          </p:nvPr>
        </p:nvSpPr>
        <p:spPr>
          <a:xfrm>
            <a:off x="7315633" y="4747791"/>
            <a:ext cx="4396942" cy="448573"/>
          </a:xfrm>
        </p:spPr>
        <p:txBody>
          <a:bodyPr>
            <a:normAutofit/>
          </a:bodyPr>
          <a:lstStyle>
            <a:lvl1pP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5" name="Oval 24"/>
          <p:cNvSpPr/>
          <p:nvPr userDrawn="1"/>
        </p:nvSpPr>
        <p:spPr>
          <a:xfrm>
            <a:off x="6059039" y="6567361"/>
            <a:ext cx="130810" cy="13081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6" name="Oval 25"/>
          <p:cNvSpPr/>
          <p:nvPr userDrawn="1"/>
        </p:nvSpPr>
        <p:spPr>
          <a:xfrm>
            <a:off x="5867450" y="6278852"/>
            <a:ext cx="196034" cy="196034"/>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7" name="Oval 26"/>
          <p:cNvSpPr/>
          <p:nvPr userDrawn="1"/>
        </p:nvSpPr>
        <p:spPr>
          <a:xfrm>
            <a:off x="6104759" y="6188934"/>
            <a:ext cx="130810" cy="13081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8" name="Oval 27"/>
          <p:cNvSpPr/>
          <p:nvPr userDrawn="1"/>
        </p:nvSpPr>
        <p:spPr>
          <a:xfrm>
            <a:off x="6276844" y="6207097"/>
            <a:ext cx="196034" cy="196034"/>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9" name="Oval 28"/>
          <p:cNvSpPr/>
          <p:nvPr userDrawn="1"/>
        </p:nvSpPr>
        <p:spPr>
          <a:xfrm>
            <a:off x="5932674" y="5972031"/>
            <a:ext cx="196034" cy="196034"/>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0" name="Oval 29"/>
          <p:cNvSpPr/>
          <p:nvPr userDrawn="1"/>
        </p:nvSpPr>
        <p:spPr>
          <a:xfrm>
            <a:off x="6194113" y="5651678"/>
            <a:ext cx="414701" cy="414701"/>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1" name="Oval 30"/>
          <p:cNvSpPr/>
          <p:nvPr userDrawn="1"/>
        </p:nvSpPr>
        <p:spPr>
          <a:xfrm>
            <a:off x="5655825" y="5288725"/>
            <a:ext cx="538288" cy="53828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Tree>
    <p:extLst>
      <p:ext uri="{BB962C8B-B14F-4D97-AF65-F5344CB8AC3E}">
        <p14:creationId xmlns:p14="http://schemas.microsoft.com/office/powerpoint/2010/main" val="333487334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10" presetClass="entr" presetSubtype="0" fill="hold" grpId="0" nodeType="afterEffect">
                                  <p:stCondLst>
                                    <p:cond delay="0"/>
                                  </p:stCondLst>
                                  <p:childTnLst>
                                    <p:set>
                                      <p:cBhvr>
                                        <p:cTn id="20" dur="1" fill="hold">
                                          <p:stCondLst>
                                            <p:cond delay="0"/>
                                          </p:stCondLst>
                                        </p:cTn>
                                        <p:tgtEl>
                                          <p:spTgt spid="17"/>
                                        </p:tgtEl>
                                        <p:attrNameLst>
                                          <p:attrName>style.visibility</p:attrName>
                                        </p:attrNameLst>
                                      </p:cBhvr>
                                      <p:to>
                                        <p:strVal val="visible"/>
                                      </p:to>
                                    </p:set>
                                    <p:animEffect transition="in" filter="fade">
                                      <p:cBhvr>
                                        <p:cTn id="21" dur="500"/>
                                        <p:tgtEl>
                                          <p:spTgt spid="17"/>
                                        </p:tgtEl>
                                      </p:cBhvr>
                                    </p:animEffect>
                                  </p:childTnLst>
                                </p:cTn>
                              </p:par>
                            </p:childTnLst>
                          </p:cTn>
                        </p:par>
                        <p:par>
                          <p:cTn id="22" fill="hold">
                            <p:stCondLst>
                              <p:cond delay="2000"/>
                            </p:stCondLst>
                            <p:childTnLst>
                              <p:par>
                                <p:cTn id="23" presetID="42" presetClass="entr" presetSubtype="0" fill="hold" grpId="0" nodeType="afterEffect" nodePh="1">
                                  <p:stCondLst>
                                    <p:cond delay="0"/>
                                  </p:stCondLst>
                                  <p:endCondLst>
                                    <p:cond evt="begin" delay="0">
                                      <p:tn val="23"/>
                                    </p:cond>
                                  </p:endCondLst>
                                  <p:childTnLst>
                                    <p:set>
                                      <p:cBhvr>
                                        <p:cTn id="24" dur="1" fill="hold">
                                          <p:stCondLst>
                                            <p:cond delay="0"/>
                                          </p:stCondLst>
                                        </p:cTn>
                                        <p:tgtEl>
                                          <p:spTgt spid="18">
                                            <p:txEl>
                                              <p:pRg st="0" end="0"/>
                                            </p:txEl>
                                          </p:spTgt>
                                        </p:tgtEl>
                                        <p:attrNameLst>
                                          <p:attrName>style.visibility</p:attrName>
                                        </p:attrNameLst>
                                      </p:cBhvr>
                                      <p:to>
                                        <p:strVal val="visible"/>
                                      </p:to>
                                    </p:set>
                                    <p:animEffect transition="in" filter="fade">
                                      <p:cBhvr>
                                        <p:cTn id="25" dur="500"/>
                                        <p:tgtEl>
                                          <p:spTgt spid="18">
                                            <p:txEl>
                                              <p:pRg st="0" end="0"/>
                                            </p:txEl>
                                          </p:spTgt>
                                        </p:tgtEl>
                                      </p:cBhvr>
                                    </p:animEffect>
                                    <p:anim calcmode="lin" valueType="num">
                                      <p:cBhvr>
                                        <p:cTn id="26" dur="500" fill="hold"/>
                                        <p:tgtEl>
                                          <p:spTgt spid="18">
                                            <p:txEl>
                                              <p:pRg st="0" end="0"/>
                                            </p:txEl>
                                          </p:spTgt>
                                        </p:tgtEl>
                                        <p:attrNameLst>
                                          <p:attrName>ppt_x</p:attrName>
                                        </p:attrNameLst>
                                      </p:cBhvr>
                                      <p:tavLst>
                                        <p:tav tm="0">
                                          <p:val>
                                            <p:strVal val="#ppt_x"/>
                                          </p:val>
                                        </p:tav>
                                        <p:tav tm="100000">
                                          <p:val>
                                            <p:strVal val="#ppt_x"/>
                                          </p:val>
                                        </p:tav>
                                      </p:tavLst>
                                    </p:anim>
                                    <p:anim calcmode="lin" valueType="num">
                                      <p:cBhvr>
                                        <p:cTn id="27" dur="500" fill="hold"/>
                                        <p:tgtEl>
                                          <p:spTgt spid="18">
                                            <p:txEl>
                                              <p:pRg st="0" end="0"/>
                                            </p:txEl>
                                          </p:spTgt>
                                        </p:tgtEl>
                                        <p:attrNameLst>
                                          <p:attrName>ppt_y</p:attrName>
                                        </p:attrNameLst>
                                      </p:cBhvr>
                                      <p:tavLst>
                                        <p:tav tm="0">
                                          <p:val>
                                            <p:strVal val="#ppt_y+.1"/>
                                          </p:val>
                                        </p:tav>
                                        <p:tav tm="100000">
                                          <p:val>
                                            <p:strVal val="#ppt_y"/>
                                          </p:val>
                                        </p:tav>
                                      </p:tavLst>
                                    </p:anim>
                                  </p:childTnLst>
                                </p:cTn>
                              </p:par>
                            </p:childTnLst>
                          </p:cTn>
                        </p:par>
                        <p:par>
                          <p:cTn id="28" fill="hold">
                            <p:stCondLst>
                              <p:cond delay="2500"/>
                            </p:stCondLst>
                            <p:childTnLst>
                              <p:par>
                                <p:cTn id="29" presetID="53" presetClass="entr" presetSubtype="16" fill="hold" grpId="0" nodeType="afterEffect" nodePh="1">
                                  <p:stCondLst>
                                    <p:cond delay="0"/>
                                  </p:stCondLst>
                                  <p:endCondLst>
                                    <p:cond evt="begin" delay="0">
                                      <p:tn val="29"/>
                                    </p:cond>
                                  </p:endCondLst>
                                  <p:childTnLst>
                                    <p:set>
                                      <p:cBhvr>
                                        <p:cTn id="30" dur="1" fill="hold">
                                          <p:stCondLst>
                                            <p:cond delay="0"/>
                                          </p:stCondLst>
                                        </p:cTn>
                                        <p:tgtEl>
                                          <p:spTgt spid="14">
                                            <p:txEl>
                                              <p:pRg st="0" end="0"/>
                                            </p:txEl>
                                          </p:spTgt>
                                        </p:tgtEl>
                                        <p:attrNameLst>
                                          <p:attrName>style.visibility</p:attrName>
                                        </p:attrNameLst>
                                      </p:cBhvr>
                                      <p:to>
                                        <p:strVal val="visible"/>
                                      </p:to>
                                    </p:set>
                                    <p:anim calcmode="lin" valueType="num">
                                      <p:cBhvr>
                                        <p:cTn id="31" dur="500" fill="hold"/>
                                        <p:tgtEl>
                                          <p:spTgt spid="14">
                                            <p:txEl>
                                              <p:pRg st="0" end="0"/>
                                            </p:txEl>
                                          </p:spTgt>
                                        </p:tgtEl>
                                        <p:attrNameLst>
                                          <p:attrName>ppt_w</p:attrName>
                                        </p:attrNameLst>
                                      </p:cBhvr>
                                      <p:tavLst>
                                        <p:tav tm="0">
                                          <p:val>
                                            <p:fltVal val="0"/>
                                          </p:val>
                                        </p:tav>
                                        <p:tav tm="100000">
                                          <p:val>
                                            <p:strVal val="#ppt_w"/>
                                          </p:val>
                                        </p:tav>
                                      </p:tavLst>
                                    </p:anim>
                                    <p:anim calcmode="lin" valueType="num">
                                      <p:cBhvr>
                                        <p:cTn id="32" dur="500" fill="hold"/>
                                        <p:tgtEl>
                                          <p:spTgt spid="14">
                                            <p:txEl>
                                              <p:pRg st="0" end="0"/>
                                            </p:txEl>
                                          </p:spTgt>
                                        </p:tgtEl>
                                        <p:attrNameLst>
                                          <p:attrName>ppt_h</p:attrName>
                                        </p:attrNameLst>
                                      </p:cBhvr>
                                      <p:tavLst>
                                        <p:tav tm="0">
                                          <p:val>
                                            <p:fltVal val="0"/>
                                          </p:val>
                                        </p:tav>
                                        <p:tav tm="100000">
                                          <p:val>
                                            <p:strVal val="#ppt_h"/>
                                          </p:val>
                                        </p:tav>
                                      </p:tavLst>
                                    </p:anim>
                                    <p:animEffect transition="in" filter="fade">
                                      <p:cBhvr>
                                        <p:cTn id="33" dur="500"/>
                                        <p:tgtEl>
                                          <p:spTgt spid="14">
                                            <p:txEl>
                                              <p:pRg st="0" end="0"/>
                                            </p:txEl>
                                          </p:spTgt>
                                        </p:tgtEl>
                                      </p:cBhvr>
                                    </p:animEffect>
                                  </p:childTnLst>
                                </p:cTn>
                              </p:par>
                            </p:childTnLst>
                          </p:cTn>
                        </p:par>
                        <p:par>
                          <p:cTn id="34" fill="hold">
                            <p:stCondLst>
                              <p:cond delay="3000"/>
                            </p:stCondLst>
                            <p:childTnLst>
                              <p:par>
                                <p:cTn id="35" presetID="42" presetClass="entr" presetSubtype="0" fill="hold" grpId="0" nodeType="afterEffect" nodePh="1">
                                  <p:stCondLst>
                                    <p:cond delay="0"/>
                                  </p:stCondLst>
                                  <p:endCondLst>
                                    <p:cond evt="begin" delay="0">
                                      <p:tn val="35"/>
                                    </p:cond>
                                  </p:endCondLst>
                                  <p:childTnLst>
                                    <p:set>
                                      <p:cBhvr>
                                        <p:cTn id="36" dur="1" fill="hold">
                                          <p:stCondLst>
                                            <p:cond delay="0"/>
                                          </p:stCondLst>
                                        </p:cTn>
                                        <p:tgtEl>
                                          <p:spTgt spid="15">
                                            <p:txEl>
                                              <p:pRg st="0" end="0"/>
                                            </p:txEl>
                                          </p:spTgt>
                                        </p:tgtEl>
                                        <p:attrNameLst>
                                          <p:attrName>style.visibility</p:attrName>
                                        </p:attrNameLst>
                                      </p:cBhvr>
                                      <p:to>
                                        <p:strVal val="visible"/>
                                      </p:to>
                                    </p:set>
                                    <p:animEffect transition="in" filter="fade">
                                      <p:cBhvr>
                                        <p:cTn id="37" dur="500"/>
                                        <p:tgtEl>
                                          <p:spTgt spid="15">
                                            <p:txEl>
                                              <p:pRg st="0" end="0"/>
                                            </p:txEl>
                                          </p:spTgt>
                                        </p:tgtEl>
                                      </p:cBhvr>
                                    </p:animEffect>
                                    <p:anim calcmode="lin" valueType="num">
                                      <p:cBhvr>
                                        <p:cTn id="38" dur="500" fill="hold"/>
                                        <p:tgtEl>
                                          <p:spTgt spid="15">
                                            <p:txEl>
                                              <p:pRg st="0" end="0"/>
                                            </p:txEl>
                                          </p:spTgt>
                                        </p:tgtEl>
                                        <p:attrNameLst>
                                          <p:attrName>ppt_x</p:attrName>
                                        </p:attrNameLst>
                                      </p:cBhvr>
                                      <p:tavLst>
                                        <p:tav tm="0">
                                          <p:val>
                                            <p:strVal val="#ppt_x"/>
                                          </p:val>
                                        </p:tav>
                                        <p:tav tm="100000">
                                          <p:val>
                                            <p:strVal val="#ppt_x"/>
                                          </p:val>
                                        </p:tav>
                                      </p:tavLst>
                                    </p:anim>
                                    <p:anim calcmode="lin" valueType="num">
                                      <p:cBhvr>
                                        <p:cTn id="39" dur="500" fill="hold"/>
                                        <p:tgtEl>
                                          <p:spTgt spid="15">
                                            <p:txEl>
                                              <p:pRg st="0" end="0"/>
                                            </p:txEl>
                                          </p:spTgt>
                                        </p:tgtEl>
                                        <p:attrNameLst>
                                          <p:attrName>ppt_y</p:attrName>
                                        </p:attrNameLst>
                                      </p:cBhvr>
                                      <p:tavLst>
                                        <p:tav tm="0">
                                          <p:val>
                                            <p:strVal val="#ppt_y+.1"/>
                                          </p:val>
                                        </p:tav>
                                        <p:tav tm="100000">
                                          <p:val>
                                            <p:strVal val="#ppt_y"/>
                                          </p:val>
                                        </p:tav>
                                      </p:tavLst>
                                    </p:anim>
                                  </p:childTnLst>
                                </p:cTn>
                              </p:par>
                            </p:childTnLst>
                          </p:cTn>
                        </p:par>
                        <p:par>
                          <p:cTn id="40" fill="hold">
                            <p:stCondLst>
                              <p:cond delay="3500"/>
                            </p:stCondLst>
                            <p:childTnLst>
                              <p:par>
                                <p:cTn id="41" presetID="53" presetClass="entr" presetSubtype="16" fill="hold" grpId="0" nodeType="afterEffect" nodePh="1">
                                  <p:stCondLst>
                                    <p:cond delay="0"/>
                                  </p:stCondLst>
                                  <p:endCondLst>
                                    <p:cond evt="begin" delay="0">
                                      <p:tn val="41"/>
                                    </p:cond>
                                  </p:endCondLst>
                                  <p:childTnLst>
                                    <p:set>
                                      <p:cBhvr>
                                        <p:cTn id="42" dur="1" fill="hold">
                                          <p:stCondLst>
                                            <p:cond delay="0"/>
                                          </p:stCondLst>
                                        </p:cTn>
                                        <p:tgtEl>
                                          <p:spTgt spid="21">
                                            <p:txEl>
                                              <p:pRg st="0" end="0"/>
                                            </p:txEl>
                                          </p:spTgt>
                                        </p:tgtEl>
                                        <p:attrNameLst>
                                          <p:attrName>style.visibility</p:attrName>
                                        </p:attrNameLst>
                                      </p:cBhvr>
                                      <p:to>
                                        <p:strVal val="visible"/>
                                      </p:to>
                                    </p:set>
                                    <p:anim calcmode="lin" valueType="num">
                                      <p:cBhvr>
                                        <p:cTn id="43" dur="500" fill="hold"/>
                                        <p:tgtEl>
                                          <p:spTgt spid="21">
                                            <p:txEl>
                                              <p:pRg st="0" end="0"/>
                                            </p:txEl>
                                          </p:spTgt>
                                        </p:tgtEl>
                                        <p:attrNameLst>
                                          <p:attrName>ppt_w</p:attrName>
                                        </p:attrNameLst>
                                      </p:cBhvr>
                                      <p:tavLst>
                                        <p:tav tm="0">
                                          <p:val>
                                            <p:fltVal val="0"/>
                                          </p:val>
                                        </p:tav>
                                        <p:tav tm="100000">
                                          <p:val>
                                            <p:strVal val="#ppt_w"/>
                                          </p:val>
                                        </p:tav>
                                      </p:tavLst>
                                    </p:anim>
                                    <p:anim calcmode="lin" valueType="num">
                                      <p:cBhvr>
                                        <p:cTn id="44" dur="500" fill="hold"/>
                                        <p:tgtEl>
                                          <p:spTgt spid="21">
                                            <p:txEl>
                                              <p:pRg st="0" end="0"/>
                                            </p:txEl>
                                          </p:spTgt>
                                        </p:tgtEl>
                                        <p:attrNameLst>
                                          <p:attrName>ppt_h</p:attrName>
                                        </p:attrNameLst>
                                      </p:cBhvr>
                                      <p:tavLst>
                                        <p:tav tm="0">
                                          <p:val>
                                            <p:fltVal val="0"/>
                                          </p:val>
                                        </p:tav>
                                        <p:tav tm="100000">
                                          <p:val>
                                            <p:strVal val="#ppt_h"/>
                                          </p:val>
                                        </p:tav>
                                      </p:tavLst>
                                    </p:anim>
                                    <p:animEffect transition="in" filter="fade">
                                      <p:cBhvr>
                                        <p:cTn id="45" dur="500"/>
                                        <p:tgtEl>
                                          <p:spTgt spid="21">
                                            <p:txEl>
                                              <p:pRg st="0" end="0"/>
                                            </p:txEl>
                                          </p:spTgt>
                                        </p:tgtEl>
                                      </p:cBhvr>
                                    </p:animEffect>
                                  </p:childTnLst>
                                </p:cTn>
                              </p:par>
                            </p:childTnLst>
                          </p:cTn>
                        </p:par>
                        <p:par>
                          <p:cTn id="46" fill="hold">
                            <p:stCondLst>
                              <p:cond delay="4000"/>
                            </p:stCondLst>
                            <p:childTnLst>
                              <p:par>
                                <p:cTn id="47" presetID="42" presetClass="entr" presetSubtype="0" fill="hold" grpId="0" nodeType="afterEffect" nodePh="1">
                                  <p:stCondLst>
                                    <p:cond delay="0"/>
                                  </p:stCondLst>
                                  <p:endCondLst>
                                    <p:cond evt="begin" delay="0">
                                      <p:tn val="47"/>
                                    </p:cond>
                                  </p:endCondLst>
                                  <p:childTnLst>
                                    <p:set>
                                      <p:cBhvr>
                                        <p:cTn id="48" dur="1" fill="hold">
                                          <p:stCondLst>
                                            <p:cond delay="0"/>
                                          </p:stCondLst>
                                        </p:cTn>
                                        <p:tgtEl>
                                          <p:spTgt spid="22">
                                            <p:txEl>
                                              <p:pRg st="0" end="0"/>
                                            </p:txEl>
                                          </p:spTgt>
                                        </p:tgtEl>
                                        <p:attrNameLst>
                                          <p:attrName>style.visibility</p:attrName>
                                        </p:attrNameLst>
                                      </p:cBhvr>
                                      <p:to>
                                        <p:strVal val="visible"/>
                                      </p:to>
                                    </p:set>
                                    <p:animEffect transition="in" filter="fade">
                                      <p:cBhvr>
                                        <p:cTn id="49" dur="500"/>
                                        <p:tgtEl>
                                          <p:spTgt spid="22">
                                            <p:txEl>
                                              <p:pRg st="0" end="0"/>
                                            </p:txEl>
                                          </p:spTgt>
                                        </p:tgtEl>
                                      </p:cBhvr>
                                    </p:animEffect>
                                    <p:anim calcmode="lin" valueType="num">
                                      <p:cBhvr>
                                        <p:cTn id="50" dur="500" fill="hold"/>
                                        <p:tgtEl>
                                          <p:spTgt spid="22">
                                            <p:txEl>
                                              <p:pRg st="0" end="0"/>
                                            </p:txEl>
                                          </p:spTgt>
                                        </p:tgtEl>
                                        <p:attrNameLst>
                                          <p:attrName>ppt_x</p:attrName>
                                        </p:attrNameLst>
                                      </p:cBhvr>
                                      <p:tavLst>
                                        <p:tav tm="0">
                                          <p:val>
                                            <p:strVal val="#ppt_x"/>
                                          </p:val>
                                        </p:tav>
                                        <p:tav tm="100000">
                                          <p:val>
                                            <p:strVal val="#ppt_x"/>
                                          </p:val>
                                        </p:tav>
                                      </p:tavLst>
                                    </p:anim>
                                    <p:anim calcmode="lin" valueType="num">
                                      <p:cBhvr>
                                        <p:cTn id="51" dur="500" fill="hold"/>
                                        <p:tgtEl>
                                          <p:spTgt spid="22">
                                            <p:txEl>
                                              <p:pRg st="0" end="0"/>
                                            </p:txEl>
                                          </p:spTgt>
                                        </p:tgtEl>
                                        <p:attrNameLst>
                                          <p:attrName>ppt_y</p:attrName>
                                        </p:attrNameLst>
                                      </p:cBhvr>
                                      <p:tavLst>
                                        <p:tav tm="0">
                                          <p:val>
                                            <p:strVal val="#ppt_y+.1"/>
                                          </p:val>
                                        </p:tav>
                                        <p:tav tm="100000">
                                          <p:val>
                                            <p:strVal val="#ppt_y"/>
                                          </p:val>
                                        </p:tav>
                                      </p:tavLst>
                                    </p:anim>
                                  </p:childTnLst>
                                </p:cTn>
                              </p:par>
                            </p:childTnLst>
                          </p:cTn>
                        </p:par>
                        <p:par>
                          <p:cTn id="52" fill="hold">
                            <p:stCondLst>
                              <p:cond delay="4500"/>
                            </p:stCondLst>
                            <p:childTnLst>
                              <p:par>
                                <p:cTn id="53" presetID="53" presetClass="entr" presetSubtype="16" fill="hold" grpId="0" nodeType="afterEffect" nodePh="1">
                                  <p:stCondLst>
                                    <p:cond delay="0"/>
                                  </p:stCondLst>
                                  <p:endCondLst>
                                    <p:cond evt="begin" delay="0">
                                      <p:tn val="53"/>
                                    </p:cond>
                                  </p:endCondLst>
                                  <p:childTnLst>
                                    <p:set>
                                      <p:cBhvr>
                                        <p:cTn id="54" dur="1" fill="hold">
                                          <p:stCondLst>
                                            <p:cond delay="0"/>
                                          </p:stCondLst>
                                        </p:cTn>
                                        <p:tgtEl>
                                          <p:spTgt spid="23">
                                            <p:txEl>
                                              <p:pRg st="0" end="0"/>
                                            </p:txEl>
                                          </p:spTgt>
                                        </p:tgtEl>
                                        <p:attrNameLst>
                                          <p:attrName>style.visibility</p:attrName>
                                        </p:attrNameLst>
                                      </p:cBhvr>
                                      <p:to>
                                        <p:strVal val="visible"/>
                                      </p:to>
                                    </p:set>
                                    <p:anim calcmode="lin" valueType="num">
                                      <p:cBhvr>
                                        <p:cTn id="55" dur="500" fill="hold"/>
                                        <p:tgtEl>
                                          <p:spTgt spid="23">
                                            <p:txEl>
                                              <p:pRg st="0" end="0"/>
                                            </p:txEl>
                                          </p:spTgt>
                                        </p:tgtEl>
                                        <p:attrNameLst>
                                          <p:attrName>ppt_w</p:attrName>
                                        </p:attrNameLst>
                                      </p:cBhvr>
                                      <p:tavLst>
                                        <p:tav tm="0">
                                          <p:val>
                                            <p:fltVal val="0"/>
                                          </p:val>
                                        </p:tav>
                                        <p:tav tm="100000">
                                          <p:val>
                                            <p:strVal val="#ppt_w"/>
                                          </p:val>
                                        </p:tav>
                                      </p:tavLst>
                                    </p:anim>
                                    <p:anim calcmode="lin" valueType="num">
                                      <p:cBhvr>
                                        <p:cTn id="56" dur="500" fill="hold"/>
                                        <p:tgtEl>
                                          <p:spTgt spid="23">
                                            <p:txEl>
                                              <p:pRg st="0" end="0"/>
                                            </p:txEl>
                                          </p:spTgt>
                                        </p:tgtEl>
                                        <p:attrNameLst>
                                          <p:attrName>ppt_h</p:attrName>
                                        </p:attrNameLst>
                                      </p:cBhvr>
                                      <p:tavLst>
                                        <p:tav tm="0">
                                          <p:val>
                                            <p:fltVal val="0"/>
                                          </p:val>
                                        </p:tav>
                                        <p:tav tm="100000">
                                          <p:val>
                                            <p:strVal val="#ppt_h"/>
                                          </p:val>
                                        </p:tav>
                                      </p:tavLst>
                                    </p:anim>
                                    <p:animEffect transition="in" filter="fade">
                                      <p:cBhvr>
                                        <p:cTn id="57" dur="500"/>
                                        <p:tgtEl>
                                          <p:spTgt spid="23">
                                            <p:txEl>
                                              <p:pRg st="0" end="0"/>
                                            </p:txEl>
                                          </p:spTgt>
                                        </p:tgtEl>
                                      </p:cBhvr>
                                    </p:animEffect>
                                  </p:childTnLst>
                                </p:cTn>
                              </p:par>
                            </p:childTnLst>
                          </p:cTn>
                        </p:par>
                        <p:par>
                          <p:cTn id="58" fill="hold">
                            <p:stCondLst>
                              <p:cond delay="5000"/>
                            </p:stCondLst>
                            <p:childTnLst>
                              <p:par>
                                <p:cTn id="59" presetID="42" presetClass="entr" presetSubtype="0" fill="hold" grpId="0" nodeType="afterEffect" nodePh="1">
                                  <p:stCondLst>
                                    <p:cond delay="0"/>
                                  </p:stCondLst>
                                  <p:endCondLst>
                                    <p:cond evt="begin" delay="0">
                                      <p:tn val="59"/>
                                    </p:cond>
                                  </p:endCondLst>
                                  <p:childTnLst>
                                    <p:set>
                                      <p:cBhvr>
                                        <p:cTn id="60" dur="1" fill="hold">
                                          <p:stCondLst>
                                            <p:cond delay="0"/>
                                          </p:stCondLst>
                                        </p:cTn>
                                        <p:tgtEl>
                                          <p:spTgt spid="24">
                                            <p:txEl>
                                              <p:pRg st="0" end="0"/>
                                            </p:txEl>
                                          </p:spTgt>
                                        </p:tgtEl>
                                        <p:attrNameLst>
                                          <p:attrName>style.visibility</p:attrName>
                                        </p:attrNameLst>
                                      </p:cBhvr>
                                      <p:to>
                                        <p:strVal val="visible"/>
                                      </p:to>
                                    </p:set>
                                    <p:animEffect transition="in" filter="fade">
                                      <p:cBhvr>
                                        <p:cTn id="61" dur="500"/>
                                        <p:tgtEl>
                                          <p:spTgt spid="24">
                                            <p:txEl>
                                              <p:pRg st="0" end="0"/>
                                            </p:txEl>
                                          </p:spTgt>
                                        </p:tgtEl>
                                      </p:cBhvr>
                                    </p:animEffect>
                                    <p:anim calcmode="lin" valueType="num">
                                      <p:cBhvr>
                                        <p:cTn id="62"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p:cTn id="63" dur="500" fill="hold"/>
                                        <p:tgtEl>
                                          <p:spTgt spid="24">
                                            <p:txEl>
                                              <p:pRg st="0" end="0"/>
                                            </p:txEl>
                                          </p:spTgt>
                                        </p:tgtEl>
                                        <p:attrNameLst>
                                          <p:attrName>ppt_y</p:attrName>
                                        </p:attrNameLst>
                                      </p:cBhvr>
                                      <p:tavLst>
                                        <p:tav tm="0">
                                          <p:val>
                                            <p:strVal val="#ppt_y+.1"/>
                                          </p:val>
                                        </p:tav>
                                        <p:tav tm="100000">
                                          <p:val>
                                            <p:strVal val="#ppt_y"/>
                                          </p:val>
                                        </p:tav>
                                      </p:tavLst>
                                    </p:anim>
                                  </p:childTnLst>
                                </p:cTn>
                              </p:par>
                            </p:childTnLst>
                          </p:cTn>
                        </p:par>
                        <p:par>
                          <p:cTn id="64" fill="hold">
                            <p:stCondLst>
                              <p:cond delay="5500"/>
                            </p:stCondLst>
                            <p:childTnLst>
                              <p:par>
                                <p:cTn id="65" presetID="42" presetClass="entr" presetSubtype="0" fill="hold" grpId="0" nodeType="afterEffect">
                                  <p:stCondLst>
                                    <p:cond delay="0"/>
                                  </p:stCondLst>
                                  <p:childTnLst>
                                    <p:set>
                                      <p:cBhvr>
                                        <p:cTn id="66" dur="1" fill="hold">
                                          <p:stCondLst>
                                            <p:cond delay="0"/>
                                          </p:stCondLst>
                                        </p:cTn>
                                        <p:tgtEl>
                                          <p:spTgt spid="25"/>
                                        </p:tgtEl>
                                        <p:attrNameLst>
                                          <p:attrName>style.visibility</p:attrName>
                                        </p:attrNameLst>
                                      </p:cBhvr>
                                      <p:to>
                                        <p:strVal val="visible"/>
                                      </p:to>
                                    </p:set>
                                    <p:animEffect transition="in" filter="fade">
                                      <p:cBhvr>
                                        <p:cTn id="67" dur="500"/>
                                        <p:tgtEl>
                                          <p:spTgt spid="25"/>
                                        </p:tgtEl>
                                      </p:cBhvr>
                                    </p:animEffect>
                                    <p:anim calcmode="lin" valueType="num">
                                      <p:cBhvr>
                                        <p:cTn id="68" dur="500" fill="hold"/>
                                        <p:tgtEl>
                                          <p:spTgt spid="25"/>
                                        </p:tgtEl>
                                        <p:attrNameLst>
                                          <p:attrName>ppt_x</p:attrName>
                                        </p:attrNameLst>
                                      </p:cBhvr>
                                      <p:tavLst>
                                        <p:tav tm="0">
                                          <p:val>
                                            <p:strVal val="#ppt_x"/>
                                          </p:val>
                                        </p:tav>
                                        <p:tav tm="100000">
                                          <p:val>
                                            <p:strVal val="#ppt_x"/>
                                          </p:val>
                                        </p:tav>
                                      </p:tavLst>
                                    </p:anim>
                                    <p:anim calcmode="lin" valueType="num">
                                      <p:cBhvr>
                                        <p:cTn id="69" dur="500" fill="hold"/>
                                        <p:tgtEl>
                                          <p:spTgt spid="25"/>
                                        </p:tgtEl>
                                        <p:attrNameLst>
                                          <p:attrName>ppt_y</p:attrName>
                                        </p:attrNameLst>
                                      </p:cBhvr>
                                      <p:tavLst>
                                        <p:tav tm="0">
                                          <p:val>
                                            <p:strVal val="#ppt_y+.1"/>
                                          </p:val>
                                        </p:tav>
                                        <p:tav tm="100000">
                                          <p:val>
                                            <p:strVal val="#ppt_y"/>
                                          </p:val>
                                        </p:tav>
                                      </p:tavLst>
                                    </p:anim>
                                  </p:childTnLst>
                                </p:cTn>
                              </p:par>
                              <p:par>
                                <p:cTn id="70" presetID="42" presetClass="entr" presetSubtype="0" fill="hold" grpId="0" nodeType="withEffect">
                                  <p:stCondLst>
                                    <p:cond delay="0"/>
                                  </p:stCondLst>
                                  <p:childTnLst>
                                    <p:set>
                                      <p:cBhvr>
                                        <p:cTn id="71" dur="1" fill="hold">
                                          <p:stCondLst>
                                            <p:cond delay="0"/>
                                          </p:stCondLst>
                                        </p:cTn>
                                        <p:tgtEl>
                                          <p:spTgt spid="26"/>
                                        </p:tgtEl>
                                        <p:attrNameLst>
                                          <p:attrName>style.visibility</p:attrName>
                                        </p:attrNameLst>
                                      </p:cBhvr>
                                      <p:to>
                                        <p:strVal val="visible"/>
                                      </p:to>
                                    </p:set>
                                    <p:animEffect transition="in" filter="fade">
                                      <p:cBhvr>
                                        <p:cTn id="72" dur="500"/>
                                        <p:tgtEl>
                                          <p:spTgt spid="26"/>
                                        </p:tgtEl>
                                      </p:cBhvr>
                                    </p:animEffect>
                                    <p:anim calcmode="lin" valueType="num">
                                      <p:cBhvr>
                                        <p:cTn id="73" dur="500" fill="hold"/>
                                        <p:tgtEl>
                                          <p:spTgt spid="26"/>
                                        </p:tgtEl>
                                        <p:attrNameLst>
                                          <p:attrName>ppt_x</p:attrName>
                                        </p:attrNameLst>
                                      </p:cBhvr>
                                      <p:tavLst>
                                        <p:tav tm="0">
                                          <p:val>
                                            <p:strVal val="#ppt_x"/>
                                          </p:val>
                                        </p:tav>
                                        <p:tav tm="100000">
                                          <p:val>
                                            <p:strVal val="#ppt_x"/>
                                          </p:val>
                                        </p:tav>
                                      </p:tavLst>
                                    </p:anim>
                                    <p:anim calcmode="lin" valueType="num">
                                      <p:cBhvr>
                                        <p:cTn id="74" dur="500" fill="hold"/>
                                        <p:tgtEl>
                                          <p:spTgt spid="26"/>
                                        </p:tgtEl>
                                        <p:attrNameLst>
                                          <p:attrName>ppt_y</p:attrName>
                                        </p:attrNameLst>
                                      </p:cBhvr>
                                      <p:tavLst>
                                        <p:tav tm="0">
                                          <p:val>
                                            <p:strVal val="#ppt_y+.1"/>
                                          </p:val>
                                        </p:tav>
                                        <p:tav tm="100000">
                                          <p:val>
                                            <p:strVal val="#ppt_y"/>
                                          </p:val>
                                        </p:tav>
                                      </p:tavLst>
                                    </p:anim>
                                  </p:childTnLst>
                                </p:cTn>
                              </p:par>
                              <p:par>
                                <p:cTn id="75" presetID="42" presetClass="entr" presetSubtype="0" fill="hold" grpId="0" nodeType="withEffect">
                                  <p:stCondLst>
                                    <p:cond delay="0"/>
                                  </p:stCondLst>
                                  <p:childTnLst>
                                    <p:set>
                                      <p:cBhvr>
                                        <p:cTn id="76" dur="1" fill="hold">
                                          <p:stCondLst>
                                            <p:cond delay="0"/>
                                          </p:stCondLst>
                                        </p:cTn>
                                        <p:tgtEl>
                                          <p:spTgt spid="27"/>
                                        </p:tgtEl>
                                        <p:attrNameLst>
                                          <p:attrName>style.visibility</p:attrName>
                                        </p:attrNameLst>
                                      </p:cBhvr>
                                      <p:to>
                                        <p:strVal val="visible"/>
                                      </p:to>
                                    </p:set>
                                    <p:animEffect transition="in" filter="fade">
                                      <p:cBhvr>
                                        <p:cTn id="77" dur="500"/>
                                        <p:tgtEl>
                                          <p:spTgt spid="27"/>
                                        </p:tgtEl>
                                      </p:cBhvr>
                                    </p:animEffect>
                                    <p:anim calcmode="lin" valueType="num">
                                      <p:cBhvr>
                                        <p:cTn id="78" dur="500" fill="hold"/>
                                        <p:tgtEl>
                                          <p:spTgt spid="27"/>
                                        </p:tgtEl>
                                        <p:attrNameLst>
                                          <p:attrName>ppt_x</p:attrName>
                                        </p:attrNameLst>
                                      </p:cBhvr>
                                      <p:tavLst>
                                        <p:tav tm="0">
                                          <p:val>
                                            <p:strVal val="#ppt_x"/>
                                          </p:val>
                                        </p:tav>
                                        <p:tav tm="100000">
                                          <p:val>
                                            <p:strVal val="#ppt_x"/>
                                          </p:val>
                                        </p:tav>
                                      </p:tavLst>
                                    </p:anim>
                                    <p:anim calcmode="lin" valueType="num">
                                      <p:cBhvr>
                                        <p:cTn id="79" dur="500" fill="hold"/>
                                        <p:tgtEl>
                                          <p:spTgt spid="27"/>
                                        </p:tgtEl>
                                        <p:attrNameLst>
                                          <p:attrName>ppt_y</p:attrName>
                                        </p:attrNameLst>
                                      </p:cBhvr>
                                      <p:tavLst>
                                        <p:tav tm="0">
                                          <p:val>
                                            <p:strVal val="#ppt_y+.1"/>
                                          </p:val>
                                        </p:tav>
                                        <p:tav tm="100000">
                                          <p:val>
                                            <p:strVal val="#ppt_y"/>
                                          </p:val>
                                        </p:tav>
                                      </p:tavLst>
                                    </p:anim>
                                  </p:childTnLst>
                                </p:cTn>
                              </p:par>
                              <p:par>
                                <p:cTn id="80" presetID="42" presetClass="entr" presetSubtype="0" fill="hold" grpId="0" nodeType="withEffect">
                                  <p:stCondLst>
                                    <p:cond delay="0"/>
                                  </p:stCondLst>
                                  <p:childTnLst>
                                    <p:set>
                                      <p:cBhvr>
                                        <p:cTn id="81" dur="1" fill="hold">
                                          <p:stCondLst>
                                            <p:cond delay="0"/>
                                          </p:stCondLst>
                                        </p:cTn>
                                        <p:tgtEl>
                                          <p:spTgt spid="28"/>
                                        </p:tgtEl>
                                        <p:attrNameLst>
                                          <p:attrName>style.visibility</p:attrName>
                                        </p:attrNameLst>
                                      </p:cBhvr>
                                      <p:to>
                                        <p:strVal val="visible"/>
                                      </p:to>
                                    </p:set>
                                    <p:animEffect transition="in" filter="fade">
                                      <p:cBhvr>
                                        <p:cTn id="82" dur="500"/>
                                        <p:tgtEl>
                                          <p:spTgt spid="28"/>
                                        </p:tgtEl>
                                      </p:cBhvr>
                                    </p:animEffect>
                                    <p:anim calcmode="lin" valueType="num">
                                      <p:cBhvr>
                                        <p:cTn id="83" dur="500" fill="hold"/>
                                        <p:tgtEl>
                                          <p:spTgt spid="28"/>
                                        </p:tgtEl>
                                        <p:attrNameLst>
                                          <p:attrName>ppt_x</p:attrName>
                                        </p:attrNameLst>
                                      </p:cBhvr>
                                      <p:tavLst>
                                        <p:tav tm="0">
                                          <p:val>
                                            <p:strVal val="#ppt_x"/>
                                          </p:val>
                                        </p:tav>
                                        <p:tav tm="100000">
                                          <p:val>
                                            <p:strVal val="#ppt_x"/>
                                          </p:val>
                                        </p:tav>
                                      </p:tavLst>
                                    </p:anim>
                                    <p:anim calcmode="lin" valueType="num">
                                      <p:cBhvr>
                                        <p:cTn id="84" dur="500" fill="hold"/>
                                        <p:tgtEl>
                                          <p:spTgt spid="28"/>
                                        </p:tgtEl>
                                        <p:attrNameLst>
                                          <p:attrName>ppt_y</p:attrName>
                                        </p:attrNameLst>
                                      </p:cBhvr>
                                      <p:tavLst>
                                        <p:tav tm="0">
                                          <p:val>
                                            <p:strVal val="#ppt_y+.1"/>
                                          </p:val>
                                        </p:tav>
                                        <p:tav tm="100000">
                                          <p:val>
                                            <p:strVal val="#ppt_y"/>
                                          </p:val>
                                        </p:tav>
                                      </p:tavLst>
                                    </p:anim>
                                  </p:childTnLst>
                                </p:cTn>
                              </p:par>
                              <p:par>
                                <p:cTn id="85" presetID="42" presetClass="entr" presetSubtype="0" fill="hold" grpId="0" nodeType="withEffect">
                                  <p:stCondLst>
                                    <p:cond delay="0"/>
                                  </p:stCondLst>
                                  <p:childTnLst>
                                    <p:set>
                                      <p:cBhvr>
                                        <p:cTn id="86" dur="1" fill="hold">
                                          <p:stCondLst>
                                            <p:cond delay="0"/>
                                          </p:stCondLst>
                                        </p:cTn>
                                        <p:tgtEl>
                                          <p:spTgt spid="29"/>
                                        </p:tgtEl>
                                        <p:attrNameLst>
                                          <p:attrName>style.visibility</p:attrName>
                                        </p:attrNameLst>
                                      </p:cBhvr>
                                      <p:to>
                                        <p:strVal val="visible"/>
                                      </p:to>
                                    </p:set>
                                    <p:animEffect transition="in" filter="fade">
                                      <p:cBhvr>
                                        <p:cTn id="87" dur="500"/>
                                        <p:tgtEl>
                                          <p:spTgt spid="29"/>
                                        </p:tgtEl>
                                      </p:cBhvr>
                                    </p:animEffect>
                                    <p:anim calcmode="lin" valueType="num">
                                      <p:cBhvr>
                                        <p:cTn id="88" dur="500" fill="hold"/>
                                        <p:tgtEl>
                                          <p:spTgt spid="29"/>
                                        </p:tgtEl>
                                        <p:attrNameLst>
                                          <p:attrName>ppt_x</p:attrName>
                                        </p:attrNameLst>
                                      </p:cBhvr>
                                      <p:tavLst>
                                        <p:tav tm="0">
                                          <p:val>
                                            <p:strVal val="#ppt_x"/>
                                          </p:val>
                                        </p:tav>
                                        <p:tav tm="100000">
                                          <p:val>
                                            <p:strVal val="#ppt_x"/>
                                          </p:val>
                                        </p:tav>
                                      </p:tavLst>
                                    </p:anim>
                                    <p:anim calcmode="lin" valueType="num">
                                      <p:cBhvr>
                                        <p:cTn id="89" dur="500" fill="hold"/>
                                        <p:tgtEl>
                                          <p:spTgt spid="29"/>
                                        </p:tgtEl>
                                        <p:attrNameLst>
                                          <p:attrName>ppt_y</p:attrName>
                                        </p:attrNameLst>
                                      </p:cBhvr>
                                      <p:tavLst>
                                        <p:tav tm="0">
                                          <p:val>
                                            <p:strVal val="#ppt_y+.1"/>
                                          </p:val>
                                        </p:tav>
                                        <p:tav tm="100000">
                                          <p:val>
                                            <p:strVal val="#ppt_y"/>
                                          </p:val>
                                        </p:tav>
                                      </p:tavLst>
                                    </p:anim>
                                  </p:childTnLst>
                                </p:cTn>
                              </p:par>
                              <p:par>
                                <p:cTn id="90" presetID="42" presetClass="entr" presetSubtype="0" fill="hold" grpId="0" nodeType="withEffect">
                                  <p:stCondLst>
                                    <p:cond delay="0"/>
                                  </p:stCondLst>
                                  <p:childTnLst>
                                    <p:set>
                                      <p:cBhvr>
                                        <p:cTn id="91" dur="1" fill="hold">
                                          <p:stCondLst>
                                            <p:cond delay="0"/>
                                          </p:stCondLst>
                                        </p:cTn>
                                        <p:tgtEl>
                                          <p:spTgt spid="30"/>
                                        </p:tgtEl>
                                        <p:attrNameLst>
                                          <p:attrName>style.visibility</p:attrName>
                                        </p:attrNameLst>
                                      </p:cBhvr>
                                      <p:to>
                                        <p:strVal val="visible"/>
                                      </p:to>
                                    </p:set>
                                    <p:animEffect transition="in" filter="fade">
                                      <p:cBhvr>
                                        <p:cTn id="92" dur="500"/>
                                        <p:tgtEl>
                                          <p:spTgt spid="30"/>
                                        </p:tgtEl>
                                      </p:cBhvr>
                                    </p:animEffect>
                                    <p:anim calcmode="lin" valueType="num">
                                      <p:cBhvr>
                                        <p:cTn id="93" dur="500" fill="hold"/>
                                        <p:tgtEl>
                                          <p:spTgt spid="30"/>
                                        </p:tgtEl>
                                        <p:attrNameLst>
                                          <p:attrName>ppt_x</p:attrName>
                                        </p:attrNameLst>
                                      </p:cBhvr>
                                      <p:tavLst>
                                        <p:tav tm="0">
                                          <p:val>
                                            <p:strVal val="#ppt_x"/>
                                          </p:val>
                                        </p:tav>
                                        <p:tav tm="100000">
                                          <p:val>
                                            <p:strVal val="#ppt_x"/>
                                          </p:val>
                                        </p:tav>
                                      </p:tavLst>
                                    </p:anim>
                                    <p:anim calcmode="lin" valueType="num">
                                      <p:cBhvr>
                                        <p:cTn id="94" dur="500" fill="hold"/>
                                        <p:tgtEl>
                                          <p:spTgt spid="30"/>
                                        </p:tgtEl>
                                        <p:attrNameLst>
                                          <p:attrName>ppt_y</p:attrName>
                                        </p:attrNameLst>
                                      </p:cBhvr>
                                      <p:tavLst>
                                        <p:tav tm="0">
                                          <p:val>
                                            <p:strVal val="#ppt_y+.1"/>
                                          </p:val>
                                        </p:tav>
                                        <p:tav tm="100000">
                                          <p:val>
                                            <p:strVal val="#ppt_y"/>
                                          </p:val>
                                        </p:tav>
                                      </p:tavLst>
                                    </p:anim>
                                  </p:childTnLst>
                                </p:cTn>
                              </p:par>
                              <p:par>
                                <p:cTn id="95" presetID="42" presetClass="entr" presetSubtype="0" fill="hold" grpId="0" nodeType="withEffect">
                                  <p:stCondLst>
                                    <p:cond delay="0"/>
                                  </p:stCondLst>
                                  <p:childTnLst>
                                    <p:set>
                                      <p:cBhvr>
                                        <p:cTn id="96" dur="1" fill="hold">
                                          <p:stCondLst>
                                            <p:cond delay="0"/>
                                          </p:stCondLst>
                                        </p:cTn>
                                        <p:tgtEl>
                                          <p:spTgt spid="31"/>
                                        </p:tgtEl>
                                        <p:attrNameLst>
                                          <p:attrName>style.visibility</p:attrName>
                                        </p:attrNameLst>
                                      </p:cBhvr>
                                      <p:to>
                                        <p:strVal val="visible"/>
                                      </p:to>
                                    </p:set>
                                    <p:animEffect transition="in" filter="fade">
                                      <p:cBhvr>
                                        <p:cTn id="97" dur="500"/>
                                        <p:tgtEl>
                                          <p:spTgt spid="31"/>
                                        </p:tgtEl>
                                      </p:cBhvr>
                                    </p:animEffect>
                                    <p:anim calcmode="lin" valueType="num">
                                      <p:cBhvr>
                                        <p:cTn id="98" dur="500" fill="hold"/>
                                        <p:tgtEl>
                                          <p:spTgt spid="31"/>
                                        </p:tgtEl>
                                        <p:attrNameLst>
                                          <p:attrName>ppt_x</p:attrName>
                                        </p:attrNameLst>
                                      </p:cBhvr>
                                      <p:tavLst>
                                        <p:tav tm="0">
                                          <p:val>
                                            <p:strVal val="#ppt_x"/>
                                          </p:val>
                                        </p:tav>
                                        <p:tav tm="100000">
                                          <p:val>
                                            <p:strVal val="#ppt_x"/>
                                          </p:val>
                                        </p:tav>
                                      </p:tavLst>
                                    </p:anim>
                                    <p:anim calcmode="lin" valueType="num">
                                      <p:cBhvr>
                                        <p:cTn id="99" dur="500" fill="hold"/>
                                        <p:tgtEl>
                                          <p:spTgt spid="3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17" grpId="0" animBg="1"/>
      <p:bldP spid="18"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8"/>
                        </p:tgtEl>
                        <p:attrNameLst>
                          <p:attrName>style.visibility</p:attrName>
                        </p:attrNameLst>
                      </p:cBhvr>
                      <p:to>
                        <p:strVal val="visible"/>
                      </p:to>
                    </p:set>
                    <p:animEffect transition="in" filter="fade">
                      <p:cBhvr>
                        <p:cTn dur="500"/>
                        <p:tgtEl>
                          <p:spTgt spid="18"/>
                        </p:tgtEl>
                      </p:cBhvr>
                    </p:animEffect>
                    <p:anim calcmode="lin" valueType="num">
                      <p:cBhvr>
                        <p:cTn dur="500" fill="hold"/>
                        <p:tgtEl>
                          <p:spTgt spid="18"/>
                        </p:tgtEl>
                        <p:attrNameLst>
                          <p:attrName>ppt_x</p:attrName>
                        </p:attrNameLst>
                      </p:cBhvr>
                      <p:tavLst>
                        <p:tav tm="0">
                          <p:val>
                            <p:strVal val="#ppt_x"/>
                          </p:val>
                        </p:tav>
                        <p:tav tm="100000">
                          <p:val>
                            <p:strVal val="#ppt_x"/>
                          </p:val>
                        </p:tav>
                      </p:tavLst>
                    </p:anim>
                    <p:anim calcmode="lin" valueType="num">
                      <p:cBhvr>
                        <p:cTn dur="500" fill="hold"/>
                        <p:tgtEl>
                          <p:spTgt spid="18"/>
                        </p:tgtEl>
                        <p:attrNameLst>
                          <p:attrName>ppt_y</p:attrName>
                        </p:attrNameLst>
                      </p:cBhvr>
                      <p:tavLst>
                        <p:tav tm="0">
                          <p:val>
                            <p:strVal val="#ppt_y+.1"/>
                          </p:val>
                        </p:tav>
                        <p:tav tm="100000">
                          <p:val>
                            <p:strVal val="#ppt_y"/>
                          </p:val>
                        </p:tav>
                      </p:tavLst>
                    </p:anim>
                  </p:childTnLst>
                </p:cTn>
              </p:par>
            </p:tnLst>
          </p:tmpl>
        </p:tmplLst>
      </p:bldP>
      <p:bldP spid="14"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4"/>
                        </p:tgtEl>
                        <p:attrNameLst>
                          <p:attrName>style.visibility</p:attrName>
                        </p:attrNameLst>
                      </p:cBhvr>
                      <p:to>
                        <p:strVal val="visible"/>
                      </p:to>
                    </p:set>
                    <p:anim calcmode="lin" valueType="num">
                      <p:cBhvr>
                        <p:cTn dur="500" fill="hold"/>
                        <p:tgtEl>
                          <p:spTgt spid="14"/>
                        </p:tgtEl>
                        <p:attrNameLst>
                          <p:attrName>ppt_w</p:attrName>
                        </p:attrNameLst>
                      </p:cBhvr>
                      <p:tavLst>
                        <p:tav tm="0">
                          <p:val>
                            <p:fltVal val="0"/>
                          </p:val>
                        </p:tav>
                        <p:tav tm="100000">
                          <p:val>
                            <p:strVal val="#ppt_w"/>
                          </p:val>
                        </p:tav>
                      </p:tavLst>
                    </p:anim>
                    <p:anim calcmode="lin" valueType="num">
                      <p:cBhvr>
                        <p:cTn dur="500" fill="hold"/>
                        <p:tgtEl>
                          <p:spTgt spid="14"/>
                        </p:tgtEl>
                        <p:attrNameLst>
                          <p:attrName>ppt_h</p:attrName>
                        </p:attrNameLst>
                      </p:cBhvr>
                      <p:tavLst>
                        <p:tav tm="0">
                          <p:val>
                            <p:fltVal val="0"/>
                          </p:val>
                        </p:tav>
                        <p:tav tm="100000">
                          <p:val>
                            <p:strVal val="#ppt_h"/>
                          </p:val>
                        </p:tav>
                      </p:tavLst>
                    </p:anim>
                    <p:animEffect transition="in" filter="fade">
                      <p:cBhvr>
                        <p:cTn dur="500"/>
                        <p:tgtEl>
                          <p:spTgt spid="14"/>
                        </p:tgtEl>
                      </p:cBhvr>
                    </p:animEffect>
                  </p:childTnLst>
                </p:cTn>
              </p:par>
            </p:tnLst>
          </p:tmpl>
        </p:tmplLst>
      </p:bldP>
      <p:bldP spid="15"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5"/>
                        </p:tgtEl>
                        <p:attrNameLst>
                          <p:attrName>style.visibility</p:attrName>
                        </p:attrNameLst>
                      </p:cBhvr>
                      <p:to>
                        <p:strVal val="visible"/>
                      </p:to>
                    </p:set>
                    <p:animEffect transition="in" filter="fade">
                      <p:cBhvr>
                        <p:cTn dur="500"/>
                        <p:tgtEl>
                          <p:spTgt spid="15"/>
                        </p:tgtEl>
                      </p:cBhvr>
                    </p:animEffect>
                    <p:anim calcmode="lin" valueType="num">
                      <p:cBhvr>
                        <p:cTn dur="500" fill="hold"/>
                        <p:tgtEl>
                          <p:spTgt spid="15"/>
                        </p:tgtEl>
                        <p:attrNameLst>
                          <p:attrName>ppt_x</p:attrName>
                        </p:attrNameLst>
                      </p:cBhvr>
                      <p:tavLst>
                        <p:tav tm="0">
                          <p:val>
                            <p:strVal val="#ppt_x"/>
                          </p:val>
                        </p:tav>
                        <p:tav tm="100000">
                          <p:val>
                            <p:strVal val="#ppt_x"/>
                          </p:val>
                        </p:tav>
                      </p:tavLst>
                    </p:anim>
                    <p:anim calcmode="lin" valueType="num">
                      <p:cBhvr>
                        <p:cTn dur="500" fill="hold"/>
                        <p:tgtEl>
                          <p:spTgt spid="15"/>
                        </p:tgtEl>
                        <p:attrNameLst>
                          <p:attrName>ppt_y</p:attrName>
                        </p:attrNameLst>
                      </p:cBhvr>
                      <p:tavLst>
                        <p:tav tm="0">
                          <p:val>
                            <p:strVal val="#ppt_y+.1"/>
                          </p:val>
                        </p:tav>
                        <p:tav tm="100000">
                          <p:val>
                            <p:strVal val="#ppt_y"/>
                          </p:val>
                        </p:tav>
                      </p:tavLst>
                    </p:anim>
                  </p:childTnLst>
                </p:cTn>
              </p:par>
            </p:tnLst>
          </p:tmpl>
        </p:tmplLst>
      </p:bldP>
      <p:bldP spid="21"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1"/>
                        </p:tgtEl>
                        <p:attrNameLst>
                          <p:attrName>style.visibility</p:attrName>
                        </p:attrNameLst>
                      </p:cBhvr>
                      <p:to>
                        <p:strVal val="visible"/>
                      </p:to>
                    </p:set>
                    <p:anim calcmode="lin" valueType="num">
                      <p:cBhvr>
                        <p:cTn dur="500" fill="hold"/>
                        <p:tgtEl>
                          <p:spTgt spid="21"/>
                        </p:tgtEl>
                        <p:attrNameLst>
                          <p:attrName>ppt_w</p:attrName>
                        </p:attrNameLst>
                      </p:cBhvr>
                      <p:tavLst>
                        <p:tav tm="0">
                          <p:val>
                            <p:fltVal val="0"/>
                          </p:val>
                        </p:tav>
                        <p:tav tm="100000">
                          <p:val>
                            <p:strVal val="#ppt_w"/>
                          </p:val>
                        </p:tav>
                      </p:tavLst>
                    </p:anim>
                    <p:anim calcmode="lin" valueType="num">
                      <p:cBhvr>
                        <p:cTn dur="500" fill="hold"/>
                        <p:tgtEl>
                          <p:spTgt spid="21"/>
                        </p:tgtEl>
                        <p:attrNameLst>
                          <p:attrName>ppt_h</p:attrName>
                        </p:attrNameLst>
                      </p:cBhvr>
                      <p:tavLst>
                        <p:tav tm="0">
                          <p:val>
                            <p:fltVal val="0"/>
                          </p:val>
                        </p:tav>
                        <p:tav tm="100000">
                          <p:val>
                            <p:strVal val="#ppt_h"/>
                          </p:val>
                        </p:tav>
                      </p:tavLst>
                    </p:anim>
                    <p:animEffect transition="in" filter="fade">
                      <p:cBhvr>
                        <p:cTn dur="500"/>
                        <p:tgtEl>
                          <p:spTgt spid="21"/>
                        </p:tgtEl>
                      </p:cBhvr>
                    </p:animEffect>
                  </p:childTnLst>
                </p:cTn>
              </p:par>
            </p:tnLst>
          </p:tmpl>
        </p:tmplLst>
      </p:bldP>
      <p:bldP spid="22"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2"/>
                        </p:tgtEl>
                        <p:attrNameLst>
                          <p:attrName>style.visibility</p:attrName>
                        </p:attrNameLst>
                      </p:cBhvr>
                      <p:to>
                        <p:strVal val="visible"/>
                      </p:to>
                    </p:set>
                    <p:animEffect transition="in" filter="fade">
                      <p:cBhvr>
                        <p:cTn dur="500"/>
                        <p:tgtEl>
                          <p:spTgt spid="22"/>
                        </p:tgtEl>
                      </p:cBhvr>
                    </p:animEffect>
                    <p:anim calcmode="lin" valueType="num">
                      <p:cBhvr>
                        <p:cTn dur="500" fill="hold"/>
                        <p:tgtEl>
                          <p:spTgt spid="22"/>
                        </p:tgtEl>
                        <p:attrNameLst>
                          <p:attrName>ppt_x</p:attrName>
                        </p:attrNameLst>
                      </p:cBhvr>
                      <p:tavLst>
                        <p:tav tm="0">
                          <p:val>
                            <p:strVal val="#ppt_x"/>
                          </p:val>
                        </p:tav>
                        <p:tav tm="100000">
                          <p:val>
                            <p:strVal val="#ppt_x"/>
                          </p:val>
                        </p:tav>
                      </p:tavLst>
                    </p:anim>
                    <p:anim calcmode="lin" valueType="num">
                      <p:cBhvr>
                        <p:cTn dur="500" fill="hold"/>
                        <p:tgtEl>
                          <p:spTgt spid="22"/>
                        </p:tgtEl>
                        <p:attrNameLst>
                          <p:attrName>ppt_y</p:attrName>
                        </p:attrNameLst>
                      </p:cBhvr>
                      <p:tavLst>
                        <p:tav tm="0">
                          <p:val>
                            <p:strVal val="#ppt_y+.1"/>
                          </p:val>
                        </p:tav>
                        <p:tav tm="100000">
                          <p:val>
                            <p:strVal val="#ppt_y"/>
                          </p:val>
                        </p:tav>
                      </p:tavLst>
                    </p:anim>
                  </p:childTnLst>
                </p:cTn>
              </p:par>
            </p:tnLst>
          </p:tmpl>
        </p:tmplLst>
      </p:bldP>
      <p:bldP spid="23"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3"/>
                        </p:tgtEl>
                        <p:attrNameLst>
                          <p:attrName>style.visibility</p:attrName>
                        </p:attrNameLst>
                      </p:cBhvr>
                      <p:to>
                        <p:strVal val="visible"/>
                      </p:to>
                    </p:set>
                    <p:anim calcmode="lin" valueType="num">
                      <p:cBhvr>
                        <p:cTn dur="500" fill="hold"/>
                        <p:tgtEl>
                          <p:spTgt spid="23"/>
                        </p:tgtEl>
                        <p:attrNameLst>
                          <p:attrName>ppt_w</p:attrName>
                        </p:attrNameLst>
                      </p:cBhvr>
                      <p:tavLst>
                        <p:tav tm="0">
                          <p:val>
                            <p:fltVal val="0"/>
                          </p:val>
                        </p:tav>
                        <p:tav tm="100000">
                          <p:val>
                            <p:strVal val="#ppt_w"/>
                          </p:val>
                        </p:tav>
                      </p:tavLst>
                    </p:anim>
                    <p:anim calcmode="lin" valueType="num">
                      <p:cBhvr>
                        <p:cTn dur="500" fill="hold"/>
                        <p:tgtEl>
                          <p:spTgt spid="23"/>
                        </p:tgtEl>
                        <p:attrNameLst>
                          <p:attrName>ppt_h</p:attrName>
                        </p:attrNameLst>
                      </p:cBhvr>
                      <p:tavLst>
                        <p:tav tm="0">
                          <p:val>
                            <p:fltVal val="0"/>
                          </p:val>
                        </p:tav>
                        <p:tav tm="100000">
                          <p:val>
                            <p:strVal val="#ppt_h"/>
                          </p:val>
                        </p:tav>
                      </p:tavLst>
                    </p:anim>
                    <p:animEffect transition="in" filter="fade">
                      <p:cBhvr>
                        <p:cTn dur="500"/>
                        <p:tgtEl>
                          <p:spTgt spid="23"/>
                        </p:tgtEl>
                      </p:cBhvr>
                    </p:animEffect>
                  </p:childTnLst>
                </p:cTn>
              </p:par>
            </p:tnLst>
          </p:tmpl>
        </p:tmplLst>
      </p:bldP>
      <p:bldP spid="24"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4"/>
                        </p:tgtEl>
                        <p:attrNameLst>
                          <p:attrName>style.visibility</p:attrName>
                        </p:attrNameLst>
                      </p:cBhvr>
                      <p:to>
                        <p:strVal val="visible"/>
                      </p:to>
                    </p:set>
                    <p:animEffect transition="in" filter="fade">
                      <p:cBhvr>
                        <p:cTn dur="500"/>
                        <p:tgtEl>
                          <p:spTgt spid="24"/>
                        </p:tgtEl>
                      </p:cBhvr>
                    </p:animEffect>
                    <p:anim calcmode="lin" valueType="num">
                      <p:cBhvr>
                        <p:cTn dur="500" fill="hold"/>
                        <p:tgtEl>
                          <p:spTgt spid="24"/>
                        </p:tgtEl>
                        <p:attrNameLst>
                          <p:attrName>ppt_x</p:attrName>
                        </p:attrNameLst>
                      </p:cBhvr>
                      <p:tavLst>
                        <p:tav tm="0">
                          <p:val>
                            <p:strVal val="#ppt_x"/>
                          </p:val>
                        </p:tav>
                        <p:tav tm="100000">
                          <p:val>
                            <p:strVal val="#ppt_x"/>
                          </p:val>
                        </p:tav>
                      </p:tavLst>
                    </p:anim>
                    <p:anim calcmode="lin" valueType="num">
                      <p:cBhvr>
                        <p:cTn dur="500" fill="hold"/>
                        <p:tgtEl>
                          <p:spTgt spid="24"/>
                        </p:tgtEl>
                        <p:attrNameLst>
                          <p:attrName>ppt_y</p:attrName>
                        </p:attrNameLst>
                      </p:cBhvr>
                      <p:tavLst>
                        <p:tav tm="0">
                          <p:val>
                            <p:strVal val="#ppt_y+.1"/>
                          </p:val>
                        </p:tav>
                        <p:tav tm="100000">
                          <p:val>
                            <p:strVal val="#ppt_y"/>
                          </p:val>
                        </p:tav>
                      </p:tavLst>
                    </p:anim>
                  </p:childTnLst>
                </p:cTn>
              </p:par>
            </p:tnLst>
          </p:tmpl>
        </p:tmplLst>
      </p:bldP>
      <p:bldP spid="25" grpId="0" animBg="1"/>
      <p:bldP spid="26" grpId="0" animBg="1"/>
      <p:bldP spid="27" grpId="0" animBg="1"/>
      <p:bldP spid="28" grpId="0" animBg="1"/>
      <p:bldP spid="29" grpId="0" animBg="1"/>
      <p:bldP spid="30" grpId="0" animBg="1"/>
      <p:bldP spid="31" grpId="0" animBg="1"/>
    </p:bldLst>
  </p:timing>
</p:sldLayout>
</file>

<file path=ppt/slideLayouts/slideLayout521.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Tree>
    <p:extLst>
      <p:ext uri="{BB962C8B-B14F-4D97-AF65-F5344CB8AC3E}">
        <p14:creationId xmlns:p14="http://schemas.microsoft.com/office/powerpoint/2010/main" val="101798181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42" presetClass="entr" presetSubtype="0" fill="hold" grpId="0" nodeType="afterEffect">
                                  <p:stCondLst>
                                    <p:cond delay="0"/>
                                  </p:stCondLst>
                                  <p:childTnLst>
                                    <p:set>
                                      <p:cBhvr>
                                        <p:cTn id="10" dur="1" fill="hold">
                                          <p:stCondLst>
                                            <p:cond delay="0"/>
                                          </p:stCondLst>
                                        </p:cTn>
                                        <p:tgtEl>
                                          <p:spTgt spid="8">
                                            <p:txEl>
                                              <p:pRg st="0" end="0"/>
                                            </p:txEl>
                                          </p:spTgt>
                                        </p:tgtEl>
                                        <p:attrNameLst>
                                          <p:attrName>style.visibility</p:attrName>
                                        </p:attrNameLst>
                                      </p:cBhvr>
                                      <p:to>
                                        <p:strVal val="visible"/>
                                      </p:to>
                                    </p:set>
                                    <p:animEffect transition="in" filter="fade">
                                      <p:cBhvr>
                                        <p:cTn id="11" dur="500"/>
                                        <p:tgtEl>
                                          <p:spTgt spid="8">
                                            <p:txEl>
                                              <p:pRg st="0" end="0"/>
                                            </p:txEl>
                                          </p:spTgt>
                                        </p:tgtEl>
                                      </p:cBhvr>
                                    </p:animEffect>
                                    <p:anim calcmode="lin" valueType="num">
                                      <p:cBhvr>
                                        <p:cTn id="12"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522.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9" name="Picture Placeholder 7"/>
          <p:cNvSpPr>
            <a:spLocks noGrp="1"/>
          </p:cNvSpPr>
          <p:nvPr>
            <p:ph type="pic" sz="quarter" idx="14" hasCustomPrompt="1"/>
          </p:nvPr>
        </p:nvSpPr>
        <p:spPr>
          <a:xfrm>
            <a:off x="0" y="0"/>
            <a:ext cx="4038600" cy="6858000"/>
          </a:xfrm>
          <a:solidFill>
            <a:schemeClr val="bg1">
              <a:lumMod val="85000"/>
            </a:schemeClr>
          </a:solidFill>
        </p:spPr>
        <p:txBody>
          <a:bodyPr>
            <a:normAutofit/>
          </a:bodyPr>
          <a:lstStyle>
            <a:lvl1pPr>
              <a:defRPr sz="1000" baseline="0"/>
            </a:lvl1pPr>
          </a:lstStyle>
          <a:p>
            <a:r>
              <a:rPr lang="id-ID" dirty="0" smtClean="0"/>
              <a:t>Pic here</a:t>
            </a:r>
            <a:endParaRPr lang="en-AU" dirty="0"/>
          </a:p>
        </p:txBody>
      </p:sp>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35" name="Picture Placeholder 34"/>
          <p:cNvSpPr>
            <a:spLocks noGrp="1"/>
          </p:cNvSpPr>
          <p:nvPr>
            <p:ph type="pic" sz="quarter" idx="15" hasCustomPrompt="1"/>
          </p:nvPr>
        </p:nvSpPr>
        <p:spPr>
          <a:xfrm>
            <a:off x="2768558" y="2247607"/>
            <a:ext cx="1435225" cy="1418415"/>
          </a:xfrm>
          <a:custGeom>
            <a:avLst/>
            <a:gdLst>
              <a:gd name="connsiteX0" fmla="*/ 1419184 w 1435225"/>
              <a:gd name="connsiteY0" fmla="*/ 0 h 1418415"/>
              <a:gd name="connsiteX1" fmla="*/ 1435225 w 1435225"/>
              <a:gd name="connsiteY1" fmla="*/ 810 h 1418415"/>
              <a:gd name="connsiteX2" fmla="*/ 1435225 w 1435225"/>
              <a:gd name="connsiteY2" fmla="*/ 138129 h 1418415"/>
              <a:gd name="connsiteX3" fmla="*/ 1419184 w 1435225"/>
              <a:gd name="connsiteY3" fmla="*/ 137319 h 1418415"/>
              <a:gd name="connsiteX4" fmla="*/ 143897 w 1435225"/>
              <a:gd name="connsiteY4" fmla="*/ 1288158 h 1418415"/>
              <a:gd name="connsiteX5" fmla="*/ 137319 w 1435225"/>
              <a:gd name="connsiteY5" fmla="*/ 1418415 h 1418415"/>
              <a:gd name="connsiteX6" fmla="*/ 0 w 1435225"/>
              <a:gd name="connsiteY6" fmla="*/ 1418415 h 1418415"/>
              <a:gd name="connsiteX7" fmla="*/ 7287 w 1435225"/>
              <a:gd name="connsiteY7" fmla="*/ 1274118 h 1418415"/>
              <a:gd name="connsiteX8" fmla="*/ 1419184 w 1435225"/>
              <a:gd name="connsiteY8" fmla="*/ 0 h 1418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5225" h="1418415">
                <a:moveTo>
                  <a:pt x="1419184" y="0"/>
                </a:moveTo>
                <a:lnTo>
                  <a:pt x="1435225" y="810"/>
                </a:lnTo>
                <a:lnTo>
                  <a:pt x="1435225" y="138129"/>
                </a:lnTo>
                <a:lnTo>
                  <a:pt x="1419184" y="137319"/>
                </a:lnTo>
                <a:cubicBezTo>
                  <a:pt x="755456" y="137319"/>
                  <a:pt x="209543" y="641749"/>
                  <a:pt x="143897" y="1288158"/>
                </a:cubicBezTo>
                <a:lnTo>
                  <a:pt x="137319" y="1418415"/>
                </a:lnTo>
                <a:lnTo>
                  <a:pt x="0" y="1418415"/>
                </a:lnTo>
                <a:lnTo>
                  <a:pt x="7287" y="1274118"/>
                </a:lnTo>
                <a:cubicBezTo>
                  <a:pt x="79965" y="558465"/>
                  <a:pt x="684357" y="0"/>
                  <a:pt x="1419184" y="0"/>
                </a:cubicBezTo>
                <a:close/>
              </a:path>
            </a:pathLst>
          </a:custGeom>
          <a:solidFill>
            <a:schemeClr val="accent2"/>
          </a:solidFill>
          <a:ln>
            <a:noFill/>
          </a:ln>
        </p:spPr>
        <p:txBody>
          <a:bodyPr wrap="square">
            <a:noAutofit/>
          </a:bodyPr>
          <a:lstStyle>
            <a:lvl1pPr>
              <a:defRPr sz="800"/>
            </a:lvl1pPr>
          </a:lstStyle>
          <a:p>
            <a:r>
              <a:rPr lang="id-ID" dirty="0" smtClean="0"/>
              <a:t>Nopic</a:t>
            </a:r>
            <a:endParaRPr lang="en-AU" dirty="0"/>
          </a:p>
        </p:txBody>
      </p:sp>
      <p:sp>
        <p:nvSpPr>
          <p:cNvPr id="40" name="Picture Placeholder 39"/>
          <p:cNvSpPr>
            <a:spLocks noGrp="1"/>
          </p:cNvSpPr>
          <p:nvPr>
            <p:ph type="pic" sz="quarter" idx="16" hasCustomPrompt="1"/>
          </p:nvPr>
        </p:nvSpPr>
        <p:spPr>
          <a:xfrm>
            <a:off x="4203783" y="2247608"/>
            <a:ext cx="1403184" cy="1418415"/>
          </a:xfrm>
          <a:custGeom>
            <a:avLst/>
            <a:gdLst>
              <a:gd name="connsiteX0" fmla="*/ 0 w 1403184"/>
              <a:gd name="connsiteY0" fmla="*/ 0 h 1418415"/>
              <a:gd name="connsiteX1" fmla="*/ 129067 w 1403184"/>
              <a:gd name="connsiteY1" fmla="*/ 6517 h 1418415"/>
              <a:gd name="connsiteX2" fmla="*/ 1403184 w 1403184"/>
              <a:gd name="connsiteY2" fmla="*/ 1418415 h 1418415"/>
              <a:gd name="connsiteX3" fmla="*/ 1265865 w 1403184"/>
              <a:gd name="connsiteY3" fmla="*/ 1418415 h 1418415"/>
              <a:gd name="connsiteX4" fmla="*/ 115027 w 1403184"/>
              <a:gd name="connsiteY4" fmla="*/ 143128 h 1418415"/>
              <a:gd name="connsiteX5" fmla="*/ 0 w 1403184"/>
              <a:gd name="connsiteY5" fmla="*/ 137319 h 1418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3184" h="1418415">
                <a:moveTo>
                  <a:pt x="0" y="0"/>
                </a:moveTo>
                <a:lnTo>
                  <a:pt x="129067" y="6517"/>
                </a:lnTo>
                <a:cubicBezTo>
                  <a:pt x="844719" y="79196"/>
                  <a:pt x="1403184" y="683588"/>
                  <a:pt x="1403184" y="1418415"/>
                </a:cubicBezTo>
                <a:lnTo>
                  <a:pt x="1265865" y="1418415"/>
                </a:lnTo>
                <a:cubicBezTo>
                  <a:pt x="1265865" y="754687"/>
                  <a:pt x="761435" y="208774"/>
                  <a:pt x="115027" y="143128"/>
                </a:cubicBezTo>
                <a:lnTo>
                  <a:pt x="0" y="137319"/>
                </a:lnTo>
                <a:close/>
              </a:path>
            </a:pathLst>
          </a:custGeom>
          <a:solidFill>
            <a:schemeClr val="accent4"/>
          </a:solidFill>
          <a:ln>
            <a:noFill/>
          </a:ln>
        </p:spPr>
        <p:txBody>
          <a:bodyPr wrap="square">
            <a:noAutofit/>
          </a:bodyPr>
          <a:lstStyle>
            <a:lvl1pPr algn="r">
              <a:defRPr sz="800"/>
            </a:lvl1pPr>
          </a:lstStyle>
          <a:p>
            <a:r>
              <a:rPr lang="id-ID" dirty="0" smtClean="0"/>
              <a:t>Nopic</a:t>
            </a:r>
            <a:endParaRPr lang="en-AU" dirty="0"/>
          </a:p>
        </p:txBody>
      </p:sp>
      <p:sp>
        <p:nvSpPr>
          <p:cNvPr id="43" name="Picture Placeholder 42"/>
          <p:cNvSpPr>
            <a:spLocks noGrp="1"/>
          </p:cNvSpPr>
          <p:nvPr>
            <p:ph type="pic" sz="quarter" idx="17" hasCustomPrompt="1"/>
          </p:nvPr>
        </p:nvSpPr>
        <p:spPr>
          <a:xfrm>
            <a:off x="2768517" y="3664402"/>
            <a:ext cx="1435266" cy="1420035"/>
          </a:xfrm>
          <a:custGeom>
            <a:avLst/>
            <a:gdLst>
              <a:gd name="connsiteX0" fmla="*/ 41 w 1435266"/>
              <a:gd name="connsiteY0" fmla="*/ 0 h 1420035"/>
              <a:gd name="connsiteX1" fmla="*/ 137360 w 1435266"/>
              <a:gd name="connsiteY1" fmla="*/ 0 h 1420035"/>
              <a:gd name="connsiteX2" fmla="*/ 137319 w 1435266"/>
              <a:gd name="connsiteY2" fmla="*/ 810 h 1420035"/>
              <a:gd name="connsiteX3" fmla="*/ 1419225 w 1435266"/>
              <a:gd name="connsiteY3" fmla="*/ 1282716 h 1420035"/>
              <a:gd name="connsiteX4" fmla="*/ 1435266 w 1435266"/>
              <a:gd name="connsiteY4" fmla="*/ 1281906 h 1420035"/>
              <a:gd name="connsiteX5" fmla="*/ 1435266 w 1435266"/>
              <a:gd name="connsiteY5" fmla="*/ 1419225 h 1420035"/>
              <a:gd name="connsiteX6" fmla="*/ 1419225 w 1435266"/>
              <a:gd name="connsiteY6" fmla="*/ 1420035 h 1420035"/>
              <a:gd name="connsiteX7" fmla="*/ 0 w 1435266"/>
              <a:gd name="connsiteY7" fmla="*/ 810 h 1420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35266" h="1420035">
                <a:moveTo>
                  <a:pt x="41" y="0"/>
                </a:moveTo>
                <a:lnTo>
                  <a:pt x="137360" y="0"/>
                </a:lnTo>
                <a:lnTo>
                  <a:pt x="137319" y="810"/>
                </a:lnTo>
                <a:cubicBezTo>
                  <a:pt x="137319" y="708787"/>
                  <a:pt x="711248" y="1282716"/>
                  <a:pt x="1419225" y="1282716"/>
                </a:cubicBezTo>
                <a:lnTo>
                  <a:pt x="1435266" y="1281906"/>
                </a:lnTo>
                <a:lnTo>
                  <a:pt x="1435266" y="1419225"/>
                </a:lnTo>
                <a:lnTo>
                  <a:pt x="1419225" y="1420035"/>
                </a:lnTo>
                <a:cubicBezTo>
                  <a:pt x="635409" y="1420035"/>
                  <a:pt x="0" y="784626"/>
                  <a:pt x="0" y="810"/>
                </a:cubicBezTo>
                <a:close/>
              </a:path>
            </a:pathLst>
          </a:custGeom>
          <a:solidFill>
            <a:schemeClr val="accent1"/>
          </a:solidFill>
          <a:ln>
            <a:noFill/>
          </a:ln>
        </p:spPr>
        <p:txBody>
          <a:bodyPr wrap="square">
            <a:noAutofit/>
          </a:bodyPr>
          <a:lstStyle>
            <a:lvl1pPr>
              <a:defRPr sz="800"/>
            </a:lvl1pPr>
          </a:lstStyle>
          <a:p>
            <a:r>
              <a:rPr lang="id-ID" dirty="0" smtClean="0"/>
              <a:t>Nopic</a:t>
            </a:r>
            <a:endParaRPr lang="en-AU" dirty="0"/>
          </a:p>
        </p:txBody>
      </p:sp>
      <p:sp>
        <p:nvSpPr>
          <p:cNvPr id="46" name="Picture Placeholder 45"/>
          <p:cNvSpPr>
            <a:spLocks noGrp="1"/>
          </p:cNvSpPr>
          <p:nvPr>
            <p:ph type="pic" sz="quarter" idx="18" hasCustomPrompt="1"/>
          </p:nvPr>
        </p:nvSpPr>
        <p:spPr>
          <a:xfrm>
            <a:off x="4203783" y="3666022"/>
            <a:ext cx="1403184" cy="1418415"/>
          </a:xfrm>
          <a:custGeom>
            <a:avLst/>
            <a:gdLst>
              <a:gd name="connsiteX0" fmla="*/ 1265865 w 1403184"/>
              <a:gd name="connsiteY0" fmla="*/ 0 h 1418415"/>
              <a:gd name="connsiteX1" fmla="*/ 1403184 w 1403184"/>
              <a:gd name="connsiteY1" fmla="*/ 0 h 1418415"/>
              <a:gd name="connsiteX2" fmla="*/ 129067 w 1403184"/>
              <a:gd name="connsiteY2" fmla="*/ 1411898 h 1418415"/>
              <a:gd name="connsiteX3" fmla="*/ 0 w 1403184"/>
              <a:gd name="connsiteY3" fmla="*/ 1418415 h 1418415"/>
              <a:gd name="connsiteX4" fmla="*/ 0 w 1403184"/>
              <a:gd name="connsiteY4" fmla="*/ 1281096 h 1418415"/>
              <a:gd name="connsiteX5" fmla="*/ 115027 w 1403184"/>
              <a:gd name="connsiteY5" fmla="*/ 1275288 h 1418415"/>
              <a:gd name="connsiteX6" fmla="*/ 1265865 w 1403184"/>
              <a:gd name="connsiteY6" fmla="*/ 0 h 1418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03184" h="1418415">
                <a:moveTo>
                  <a:pt x="1265865" y="0"/>
                </a:moveTo>
                <a:lnTo>
                  <a:pt x="1403184" y="0"/>
                </a:lnTo>
                <a:cubicBezTo>
                  <a:pt x="1403184" y="734828"/>
                  <a:pt x="844719" y="1339219"/>
                  <a:pt x="129067" y="1411898"/>
                </a:cubicBezTo>
                <a:lnTo>
                  <a:pt x="0" y="1418415"/>
                </a:lnTo>
                <a:lnTo>
                  <a:pt x="0" y="1281096"/>
                </a:lnTo>
                <a:lnTo>
                  <a:pt x="115027" y="1275288"/>
                </a:lnTo>
                <a:cubicBezTo>
                  <a:pt x="761435" y="1209641"/>
                  <a:pt x="1265865" y="663729"/>
                  <a:pt x="1265865" y="0"/>
                </a:cubicBezTo>
                <a:close/>
              </a:path>
            </a:pathLst>
          </a:custGeom>
          <a:solidFill>
            <a:schemeClr val="accent5"/>
          </a:solidFill>
          <a:ln>
            <a:noFill/>
          </a:ln>
        </p:spPr>
        <p:txBody>
          <a:bodyPr wrap="square">
            <a:noAutofit/>
          </a:bodyPr>
          <a:lstStyle>
            <a:lvl1pPr>
              <a:defRPr sz="800"/>
            </a:lvl1pPr>
          </a:lstStyle>
          <a:p>
            <a:r>
              <a:rPr lang="id-ID" dirty="0" smtClean="0"/>
              <a:t>Nopic</a:t>
            </a:r>
            <a:endParaRPr lang="en-AU" dirty="0"/>
          </a:p>
        </p:txBody>
      </p:sp>
      <p:sp>
        <p:nvSpPr>
          <p:cNvPr id="50" name="Picture Placeholder 49"/>
          <p:cNvSpPr>
            <a:spLocks noGrp="1"/>
          </p:cNvSpPr>
          <p:nvPr>
            <p:ph type="pic" sz="quarter" idx="19" hasCustomPrompt="1"/>
          </p:nvPr>
        </p:nvSpPr>
        <p:spPr>
          <a:xfrm>
            <a:off x="2941304" y="2416943"/>
            <a:ext cx="2492875" cy="2494587"/>
          </a:xfrm>
          <a:custGeom>
            <a:avLst/>
            <a:gdLst>
              <a:gd name="connsiteX0" fmla="*/ 1103672 w 2207344"/>
              <a:gd name="connsiteY0" fmla="*/ 0 h 2208860"/>
              <a:gd name="connsiteX1" fmla="*/ 2207344 w 2207344"/>
              <a:gd name="connsiteY1" fmla="*/ 1104430 h 2208860"/>
              <a:gd name="connsiteX2" fmla="*/ 1103672 w 2207344"/>
              <a:gd name="connsiteY2" fmla="*/ 2208860 h 2208860"/>
              <a:gd name="connsiteX3" fmla="*/ 0 w 2207344"/>
              <a:gd name="connsiteY3" fmla="*/ 1104430 h 2208860"/>
              <a:gd name="connsiteX4" fmla="*/ 1103672 w 2207344"/>
              <a:gd name="connsiteY4" fmla="*/ 0 h 2208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7344" h="2208860">
                <a:moveTo>
                  <a:pt x="1103672" y="0"/>
                </a:moveTo>
                <a:cubicBezTo>
                  <a:pt x="1713213" y="0"/>
                  <a:pt x="2207344" y="494470"/>
                  <a:pt x="2207344" y="1104430"/>
                </a:cubicBezTo>
                <a:cubicBezTo>
                  <a:pt x="2207344" y="1714390"/>
                  <a:pt x="1713213" y="2208860"/>
                  <a:pt x="1103672" y="2208860"/>
                </a:cubicBezTo>
                <a:cubicBezTo>
                  <a:pt x="494131" y="2208860"/>
                  <a:pt x="0" y="1714390"/>
                  <a:pt x="0" y="1104430"/>
                </a:cubicBezTo>
                <a:cubicBezTo>
                  <a:pt x="0" y="494470"/>
                  <a:pt x="494131" y="0"/>
                  <a:pt x="1103672" y="0"/>
                </a:cubicBezTo>
                <a:close/>
              </a:path>
            </a:pathLst>
          </a:custGeom>
          <a:solidFill>
            <a:schemeClr val="accent3"/>
          </a:solidFill>
        </p:spPr>
        <p:txBody>
          <a:bodyPr wrap="square">
            <a:noAutofit/>
          </a:bodyPr>
          <a:lstStyle>
            <a:lvl1pPr>
              <a:defRPr/>
            </a:lvl1pPr>
          </a:lstStyle>
          <a:p>
            <a:r>
              <a:rPr lang="id-ID" dirty="0" smtClean="0"/>
              <a:t>Nopic</a:t>
            </a:r>
            <a:endParaRPr lang="en-AU" dirty="0"/>
          </a:p>
        </p:txBody>
      </p:sp>
      <p:sp>
        <p:nvSpPr>
          <p:cNvPr id="51" name="Text Placeholder 21"/>
          <p:cNvSpPr>
            <a:spLocks noGrp="1"/>
          </p:cNvSpPr>
          <p:nvPr>
            <p:ph type="body" sz="quarter" idx="20"/>
          </p:nvPr>
        </p:nvSpPr>
        <p:spPr>
          <a:xfrm>
            <a:off x="6095999" y="1986588"/>
            <a:ext cx="5616575" cy="360363"/>
          </a:xfrm>
        </p:spPr>
        <p:txBody>
          <a:bodyPr/>
          <a:lstStyle>
            <a:lvl1pP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52" name="Text Placeholder 21"/>
          <p:cNvSpPr>
            <a:spLocks noGrp="1"/>
          </p:cNvSpPr>
          <p:nvPr>
            <p:ph type="body" sz="quarter" idx="21"/>
          </p:nvPr>
        </p:nvSpPr>
        <p:spPr>
          <a:xfrm>
            <a:off x="6095999" y="2395699"/>
            <a:ext cx="5616575" cy="1391908"/>
          </a:xfrm>
        </p:spPr>
        <p:txBody>
          <a:bodyPr>
            <a:normAutofit/>
          </a:bodyPr>
          <a:lstStyle>
            <a:lvl1pP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53" name="Text Placeholder 21"/>
          <p:cNvSpPr>
            <a:spLocks noGrp="1"/>
          </p:cNvSpPr>
          <p:nvPr>
            <p:ph type="body" sz="quarter" idx="22" hasCustomPrompt="1"/>
          </p:nvPr>
        </p:nvSpPr>
        <p:spPr>
          <a:xfrm>
            <a:off x="6122109" y="4374419"/>
            <a:ext cx="5616575" cy="360363"/>
          </a:xfrm>
        </p:spPr>
        <p:txBody>
          <a:bodyPr>
            <a:noAutofit/>
          </a:bodyPr>
          <a:lstStyle>
            <a:lvl1pPr>
              <a:defRPr sz="60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a:t>
            </a:r>
            <a:endParaRPr lang="en-AU" dirty="0"/>
          </a:p>
        </p:txBody>
      </p:sp>
      <p:sp>
        <p:nvSpPr>
          <p:cNvPr id="54" name="Text Placeholder 21"/>
          <p:cNvSpPr>
            <a:spLocks noGrp="1"/>
          </p:cNvSpPr>
          <p:nvPr>
            <p:ph type="body" sz="quarter" idx="23"/>
          </p:nvPr>
        </p:nvSpPr>
        <p:spPr>
          <a:xfrm>
            <a:off x="6122109" y="4828372"/>
            <a:ext cx="5616575" cy="1337478"/>
          </a:xfrm>
        </p:spPr>
        <p:txBody>
          <a:bodyPr>
            <a:normAutofit/>
          </a:bodyPr>
          <a:lstStyle>
            <a:lvl1pPr>
              <a:defRPr sz="1400" i="1">
                <a:solidFill>
                  <a:schemeClr val="tx1">
                    <a:lumMod val="75000"/>
                    <a:lumOff val="25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Tree>
    <p:extLst>
      <p:ext uri="{BB962C8B-B14F-4D97-AF65-F5344CB8AC3E}">
        <p14:creationId xmlns:p14="http://schemas.microsoft.com/office/powerpoint/2010/main" val="132052375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53" presetClass="entr" presetSubtype="16" fill="hold" grpId="0" nodeType="afterEffect">
                                  <p:stCondLst>
                                    <p:cond delay="0"/>
                                  </p:stCondLst>
                                  <p:childTnLst>
                                    <p:set>
                                      <p:cBhvr>
                                        <p:cTn id="20" dur="1" fill="hold">
                                          <p:stCondLst>
                                            <p:cond delay="0"/>
                                          </p:stCondLst>
                                        </p:cTn>
                                        <p:tgtEl>
                                          <p:spTgt spid="9"/>
                                        </p:tgtEl>
                                        <p:attrNameLst>
                                          <p:attrName>style.visibility</p:attrName>
                                        </p:attrNameLst>
                                      </p:cBhvr>
                                      <p:to>
                                        <p:strVal val="visible"/>
                                      </p:to>
                                    </p:set>
                                    <p:anim calcmode="lin" valueType="num">
                                      <p:cBhvr>
                                        <p:cTn id="21" dur="500" fill="hold"/>
                                        <p:tgtEl>
                                          <p:spTgt spid="9"/>
                                        </p:tgtEl>
                                        <p:attrNameLst>
                                          <p:attrName>ppt_w</p:attrName>
                                        </p:attrNameLst>
                                      </p:cBhvr>
                                      <p:tavLst>
                                        <p:tav tm="0">
                                          <p:val>
                                            <p:fltVal val="0"/>
                                          </p:val>
                                        </p:tav>
                                        <p:tav tm="100000">
                                          <p:val>
                                            <p:strVal val="#ppt_w"/>
                                          </p:val>
                                        </p:tav>
                                      </p:tavLst>
                                    </p:anim>
                                    <p:anim calcmode="lin" valueType="num">
                                      <p:cBhvr>
                                        <p:cTn id="22" dur="500" fill="hold"/>
                                        <p:tgtEl>
                                          <p:spTgt spid="9"/>
                                        </p:tgtEl>
                                        <p:attrNameLst>
                                          <p:attrName>ppt_h</p:attrName>
                                        </p:attrNameLst>
                                      </p:cBhvr>
                                      <p:tavLst>
                                        <p:tav tm="0">
                                          <p:val>
                                            <p:fltVal val="0"/>
                                          </p:val>
                                        </p:tav>
                                        <p:tav tm="100000">
                                          <p:val>
                                            <p:strVal val="#ppt_h"/>
                                          </p:val>
                                        </p:tav>
                                      </p:tavLst>
                                    </p:anim>
                                    <p:animEffect transition="in" filter="fade">
                                      <p:cBhvr>
                                        <p:cTn id="23" dur="500"/>
                                        <p:tgtEl>
                                          <p:spTgt spid="9"/>
                                        </p:tgtEl>
                                      </p:cBhvr>
                                    </p:animEffect>
                                  </p:childTnLst>
                                </p:cTn>
                              </p:par>
                            </p:childTnLst>
                          </p:cTn>
                        </p:par>
                        <p:par>
                          <p:cTn id="24" fill="hold">
                            <p:stCondLst>
                              <p:cond delay="2000"/>
                            </p:stCondLst>
                            <p:childTnLst>
                              <p:par>
                                <p:cTn id="25" presetID="10" presetClass="entr" presetSubtype="0" fill="hold" grpId="0" nodeType="afterEffect">
                                  <p:stCondLst>
                                    <p:cond delay="0"/>
                                  </p:stCondLst>
                                  <p:childTnLst>
                                    <p:set>
                                      <p:cBhvr>
                                        <p:cTn id="26" dur="1" fill="hold">
                                          <p:stCondLst>
                                            <p:cond delay="0"/>
                                          </p:stCondLst>
                                        </p:cTn>
                                        <p:tgtEl>
                                          <p:spTgt spid="50"/>
                                        </p:tgtEl>
                                        <p:attrNameLst>
                                          <p:attrName>style.visibility</p:attrName>
                                        </p:attrNameLst>
                                      </p:cBhvr>
                                      <p:to>
                                        <p:strVal val="visible"/>
                                      </p:to>
                                    </p:set>
                                    <p:animEffect transition="in" filter="fade">
                                      <p:cBhvr>
                                        <p:cTn id="27" dur="500"/>
                                        <p:tgtEl>
                                          <p:spTgt spid="50"/>
                                        </p:tgtEl>
                                      </p:cBhvr>
                                    </p:animEffect>
                                  </p:childTnLst>
                                </p:cTn>
                              </p:par>
                            </p:childTnLst>
                          </p:cTn>
                        </p:par>
                        <p:par>
                          <p:cTn id="28" fill="hold">
                            <p:stCondLst>
                              <p:cond delay="2500"/>
                            </p:stCondLst>
                            <p:childTnLst>
                              <p:par>
                                <p:cTn id="29" presetID="22" presetClass="entr" presetSubtype="4" fill="hold" grpId="0" nodeType="afterEffect">
                                  <p:stCondLst>
                                    <p:cond delay="0"/>
                                  </p:stCondLst>
                                  <p:childTnLst>
                                    <p:set>
                                      <p:cBhvr>
                                        <p:cTn id="30" dur="1" fill="hold">
                                          <p:stCondLst>
                                            <p:cond delay="0"/>
                                          </p:stCondLst>
                                        </p:cTn>
                                        <p:tgtEl>
                                          <p:spTgt spid="35"/>
                                        </p:tgtEl>
                                        <p:attrNameLst>
                                          <p:attrName>style.visibility</p:attrName>
                                        </p:attrNameLst>
                                      </p:cBhvr>
                                      <p:to>
                                        <p:strVal val="visible"/>
                                      </p:to>
                                    </p:set>
                                    <p:animEffect transition="in" filter="wipe(down)">
                                      <p:cBhvr>
                                        <p:cTn id="31" dur="500"/>
                                        <p:tgtEl>
                                          <p:spTgt spid="35"/>
                                        </p:tgtEl>
                                      </p:cBhvr>
                                    </p:animEffect>
                                  </p:childTnLst>
                                </p:cTn>
                              </p:par>
                              <p:par>
                                <p:cTn id="32" presetID="22" presetClass="entr" presetSubtype="1" fill="hold" grpId="0" nodeType="withEffect">
                                  <p:stCondLst>
                                    <p:cond delay="0"/>
                                  </p:stCondLst>
                                  <p:childTnLst>
                                    <p:set>
                                      <p:cBhvr>
                                        <p:cTn id="33" dur="1" fill="hold">
                                          <p:stCondLst>
                                            <p:cond delay="0"/>
                                          </p:stCondLst>
                                        </p:cTn>
                                        <p:tgtEl>
                                          <p:spTgt spid="40"/>
                                        </p:tgtEl>
                                        <p:attrNameLst>
                                          <p:attrName>style.visibility</p:attrName>
                                        </p:attrNameLst>
                                      </p:cBhvr>
                                      <p:to>
                                        <p:strVal val="visible"/>
                                      </p:to>
                                    </p:set>
                                    <p:animEffect transition="in" filter="wipe(up)">
                                      <p:cBhvr>
                                        <p:cTn id="34" dur="500"/>
                                        <p:tgtEl>
                                          <p:spTgt spid="40"/>
                                        </p:tgtEl>
                                      </p:cBhvr>
                                    </p:animEffect>
                                  </p:childTnLst>
                                </p:cTn>
                              </p:par>
                              <p:par>
                                <p:cTn id="35" presetID="22" presetClass="entr" presetSubtype="1" fill="hold" grpId="0" nodeType="withEffect">
                                  <p:stCondLst>
                                    <p:cond delay="0"/>
                                  </p:stCondLst>
                                  <p:childTnLst>
                                    <p:set>
                                      <p:cBhvr>
                                        <p:cTn id="36" dur="1" fill="hold">
                                          <p:stCondLst>
                                            <p:cond delay="0"/>
                                          </p:stCondLst>
                                        </p:cTn>
                                        <p:tgtEl>
                                          <p:spTgt spid="46"/>
                                        </p:tgtEl>
                                        <p:attrNameLst>
                                          <p:attrName>style.visibility</p:attrName>
                                        </p:attrNameLst>
                                      </p:cBhvr>
                                      <p:to>
                                        <p:strVal val="visible"/>
                                      </p:to>
                                    </p:set>
                                    <p:animEffect transition="in" filter="wipe(up)">
                                      <p:cBhvr>
                                        <p:cTn id="37" dur="500"/>
                                        <p:tgtEl>
                                          <p:spTgt spid="46"/>
                                        </p:tgtEl>
                                      </p:cBhvr>
                                    </p:animEffect>
                                  </p:childTnLst>
                                </p:cTn>
                              </p:par>
                              <p:par>
                                <p:cTn id="38" presetID="22" presetClass="entr" presetSubtype="4" fill="hold" grpId="0" nodeType="withEffect">
                                  <p:stCondLst>
                                    <p:cond delay="0"/>
                                  </p:stCondLst>
                                  <p:childTnLst>
                                    <p:set>
                                      <p:cBhvr>
                                        <p:cTn id="39" dur="1" fill="hold">
                                          <p:stCondLst>
                                            <p:cond delay="0"/>
                                          </p:stCondLst>
                                        </p:cTn>
                                        <p:tgtEl>
                                          <p:spTgt spid="43"/>
                                        </p:tgtEl>
                                        <p:attrNameLst>
                                          <p:attrName>style.visibility</p:attrName>
                                        </p:attrNameLst>
                                      </p:cBhvr>
                                      <p:to>
                                        <p:strVal val="visible"/>
                                      </p:to>
                                    </p:set>
                                    <p:animEffect transition="in" filter="wipe(down)">
                                      <p:cBhvr>
                                        <p:cTn id="40" dur="500"/>
                                        <p:tgtEl>
                                          <p:spTgt spid="43"/>
                                        </p:tgtEl>
                                      </p:cBhvr>
                                    </p:animEffect>
                                  </p:childTnLst>
                                </p:cTn>
                              </p:par>
                            </p:childTnLst>
                          </p:cTn>
                        </p:par>
                        <p:par>
                          <p:cTn id="41" fill="hold">
                            <p:stCondLst>
                              <p:cond delay="3000"/>
                            </p:stCondLst>
                            <p:childTnLst>
                              <p:par>
                                <p:cTn id="42" presetID="53" presetClass="entr" presetSubtype="16" fill="hold" grpId="0" nodeType="afterEffect" nodePh="1">
                                  <p:stCondLst>
                                    <p:cond delay="0"/>
                                  </p:stCondLst>
                                  <p:endCondLst>
                                    <p:cond evt="begin" delay="0">
                                      <p:tn val="42"/>
                                    </p:cond>
                                  </p:endCondLst>
                                  <p:childTnLst>
                                    <p:set>
                                      <p:cBhvr>
                                        <p:cTn id="43" dur="1" fill="hold">
                                          <p:stCondLst>
                                            <p:cond delay="0"/>
                                          </p:stCondLst>
                                        </p:cTn>
                                        <p:tgtEl>
                                          <p:spTgt spid="51">
                                            <p:txEl>
                                              <p:pRg st="0" end="0"/>
                                            </p:txEl>
                                          </p:spTgt>
                                        </p:tgtEl>
                                        <p:attrNameLst>
                                          <p:attrName>style.visibility</p:attrName>
                                        </p:attrNameLst>
                                      </p:cBhvr>
                                      <p:to>
                                        <p:strVal val="visible"/>
                                      </p:to>
                                    </p:set>
                                    <p:anim calcmode="lin" valueType="num">
                                      <p:cBhvr>
                                        <p:cTn id="44" dur="500" fill="hold"/>
                                        <p:tgtEl>
                                          <p:spTgt spid="51">
                                            <p:txEl>
                                              <p:pRg st="0" end="0"/>
                                            </p:txEl>
                                          </p:spTgt>
                                        </p:tgtEl>
                                        <p:attrNameLst>
                                          <p:attrName>ppt_w</p:attrName>
                                        </p:attrNameLst>
                                      </p:cBhvr>
                                      <p:tavLst>
                                        <p:tav tm="0">
                                          <p:val>
                                            <p:fltVal val="0"/>
                                          </p:val>
                                        </p:tav>
                                        <p:tav tm="100000">
                                          <p:val>
                                            <p:strVal val="#ppt_w"/>
                                          </p:val>
                                        </p:tav>
                                      </p:tavLst>
                                    </p:anim>
                                    <p:anim calcmode="lin" valueType="num">
                                      <p:cBhvr>
                                        <p:cTn id="45" dur="500" fill="hold"/>
                                        <p:tgtEl>
                                          <p:spTgt spid="51">
                                            <p:txEl>
                                              <p:pRg st="0" end="0"/>
                                            </p:txEl>
                                          </p:spTgt>
                                        </p:tgtEl>
                                        <p:attrNameLst>
                                          <p:attrName>ppt_h</p:attrName>
                                        </p:attrNameLst>
                                      </p:cBhvr>
                                      <p:tavLst>
                                        <p:tav tm="0">
                                          <p:val>
                                            <p:fltVal val="0"/>
                                          </p:val>
                                        </p:tav>
                                        <p:tav tm="100000">
                                          <p:val>
                                            <p:strVal val="#ppt_h"/>
                                          </p:val>
                                        </p:tav>
                                      </p:tavLst>
                                    </p:anim>
                                    <p:animEffect transition="in" filter="fade">
                                      <p:cBhvr>
                                        <p:cTn id="46" dur="500"/>
                                        <p:tgtEl>
                                          <p:spTgt spid="51">
                                            <p:txEl>
                                              <p:pRg st="0" end="0"/>
                                            </p:txEl>
                                          </p:spTgt>
                                        </p:tgtEl>
                                      </p:cBhvr>
                                    </p:animEffect>
                                  </p:childTnLst>
                                </p:cTn>
                              </p:par>
                            </p:childTnLst>
                          </p:cTn>
                        </p:par>
                        <p:par>
                          <p:cTn id="47" fill="hold">
                            <p:stCondLst>
                              <p:cond delay="3500"/>
                            </p:stCondLst>
                            <p:childTnLst>
                              <p:par>
                                <p:cTn id="48" presetID="42" presetClass="entr" presetSubtype="0" fill="hold" grpId="0" nodeType="afterEffect" nodePh="1">
                                  <p:stCondLst>
                                    <p:cond delay="0"/>
                                  </p:stCondLst>
                                  <p:endCondLst>
                                    <p:cond evt="begin" delay="0">
                                      <p:tn val="48"/>
                                    </p:cond>
                                  </p:endCondLst>
                                  <p:childTnLst>
                                    <p:set>
                                      <p:cBhvr>
                                        <p:cTn id="49" dur="1" fill="hold">
                                          <p:stCondLst>
                                            <p:cond delay="0"/>
                                          </p:stCondLst>
                                        </p:cTn>
                                        <p:tgtEl>
                                          <p:spTgt spid="52">
                                            <p:txEl>
                                              <p:pRg st="0" end="0"/>
                                            </p:txEl>
                                          </p:spTgt>
                                        </p:tgtEl>
                                        <p:attrNameLst>
                                          <p:attrName>style.visibility</p:attrName>
                                        </p:attrNameLst>
                                      </p:cBhvr>
                                      <p:to>
                                        <p:strVal val="visible"/>
                                      </p:to>
                                    </p:set>
                                    <p:animEffect transition="in" filter="fade">
                                      <p:cBhvr>
                                        <p:cTn id="50" dur="500"/>
                                        <p:tgtEl>
                                          <p:spTgt spid="52">
                                            <p:txEl>
                                              <p:pRg st="0" end="0"/>
                                            </p:txEl>
                                          </p:spTgt>
                                        </p:tgtEl>
                                      </p:cBhvr>
                                    </p:animEffect>
                                    <p:anim calcmode="lin" valueType="num">
                                      <p:cBhvr>
                                        <p:cTn id="51" dur="500" fill="hold"/>
                                        <p:tgtEl>
                                          <p:spTgt spid="52">
                                            <p:txEl>
                                              <p:pRg st="0" end="0"/>
                                            </p:txEl>
                                          </p:spTgt>
                                        </p:tgtEl>
                                        <p:attrNameLst>
                                          <p:attrName>ppt_x</p:attrName>
                                        </p:attrNameLst>
                                      </p:cBhvr>
                                      <p:tavLst>
                                        <p:tav tm="0">
                                          <p:val>
                                            <p:strVal val="#ppt_x"/>
                                          </p:val>
                                        </p:tav>
                                        <p:tav tm="100000">
                                          <p:val>
                                            <p:strVal val="#ppt_x"/>
                                          </p:val>
                                        </p:tav>
                                      </p:tavLst>
                                    </p:anim>
                                    <p:anim calcmode="lin" valueType="num">
                                      <p:cBhvr>
                                        <p:cTn id="52" dur="500" fill="hold"/>
                                        <p:tgtEl>
                                          <p:spTgt spid="52">
                                            <p:txEl>
                                              <p:pRg st="0" end="0"/>
                                            </p:txEl>
                                          </p:spTgt>
                                        </p:tgtEl>
                                        <p:attrNameLst>
                                          <p:attrName>ppt_y</p:attrName>
                                        </p:attrNameLst>
                                      </p:cBhvr>
                                      <p:tavLst>
                                        <p:tav tm="0">
                                          <p:val>
                                            <p:strVal val="#ppt_y+.1"/>
                                          </p:val>
                                        </p:tav>
                                        <p:tav tm="100000">
                                          <p:val>
                                            <p:strVal val="#ppt_y"/>
                                          </p:val>
                                        </p:tav>
                                      </p:tavLst>
                                    </p:anim>
                                  </p:childTnLst>
                                </p:cTn>
                              </p:par>
                            </p:childTnLst>
                          </p:cTn>
                        </p:par>
                        <p:par>
                          <p:cTn id="53" fill="hold">
                            <p:stCondLst>
                              <p:cond delay="4000"/>
                            </p:stCondLst>
                            <p:childTnLst>
                              <p:par>
                                <p:cTn id="54" presetID="53" presetClass="entr" presetSubtype="16" fill="hold" grpId="0" nodeType="afterEffect">
                                  <p:stCondLst>
                                    <p:cond delay="0"/>
                                  </p:stCondLst>
                                  <p:childTnLst>
                                    <p:set>
                                      <p:cBhvr>
                                        <p:cTn id="55" dur="1" fill="hold">
                                          <p:stCondLst>
                                            <p:cond delay="0"/>
                                          </p:stCondLst>
                                        </p:cTn>
                                        <p:tgtEl>
                                          <p:spTgt spid="53">
                                            <p:txEl>
                                              <p:pRg st="0" end="0"/>
                                            </p:txEl>
                                          </p:spTgt>
                                        </p:tgtEl>
                                        <p:attrNameLst>
                                          <p:attrName>style.visibility</p:attrName>
                                        </p:attrNameLst>
                                      </p:cBhvr>
                                      <p:to>
                                        <p:strVal val="visible"/>
                                      </p:to>
                                    </p:set>
                                    <p:anim calcmode="lin" valueType="num">
                                      <p:cBhvr>
                                        <p:cTn id="56" dur="500" fill="hold"/>
                                        <p:tgtEl>
                                          <p:spTgt spid="53">
                                            <p:txEl>
                                              <p:pRg st="0" end="0"/>
                                            </p:txEl>
                                          </p:spTgt>
                                        </p:tgtEl>
                                        <p:attrNameLst>
                                          <p:attrName>ppt_w</p:attrName>
                                        </p:attrNameLst>
                                      </p:cBhvr>
                                      <p:tavLst>
                                        <p:tav tm="0">
                                          <p:val>
                                            <p:fltVal val="0"/>
                                          </p:val>
                                        </p:tav>
                                        <p:tav tm="100000">
                                          <p:val>
                                            <p:strVal val="#ppt_w"/>
                                          </p:val>
                                        </p:tav>
                                      </p:tavLst>
                                    </p:anim>
                                    <p:anim calcmode="lin" valueType="num">
                                      <p:cBhvr>
                                        <p:cTn id="57" dur="500" fill="hold"/>
                                        <p:tgtEl>
                                          <p:spTgt spid="53">
                                            <p:txEl>
                                              <p:pRg st="0" end="0"/>
                                            </p:txEl>
                                          </p:spTgt>
                                        </p:tgtEl>
                                        <p:attrNameLst>
                                          <p:attrName>ppt_h</p:attrName>
                                        </p:attrNameLst>
                                      </p:cBhvr>
                                      <p:tavLst>
                                        <p:tav tm="0">
                                          <p:val>
                                            <p:fltVal val="0"/>
                                          </p:val>
                                        </p:tav>
                                        <p:tav tm="100000">
                                          <p:val>
                                            <p:strVal val="#ppt_h"/>
                                          </p:val>
                                        </p:tav>
                                      </p:tavLst>
                                    </p:anim>
                                    <p:animEffect transition="in" filter="fade">
                                      <p:cBhvr>
                                        <p:cTn id="58" dur="500"/>
                                        <p:tgtEl>
                                          <p:spTgt spid="53">
                                            <p:txEl>
                                              <p:pRg st="0" end="0"/>
                                            </p:txEl>
                                          </p:spTgt>
                                        </p:tgtEl>
                                      </p:cBhvr>
                                    </p:animEffect>
                                  </p:childTnLst>
                                </p:cTn>
                              </p:par>
                            </p:childTnLst>
                          </p:cTn>
                        </p:par>
                        <p:par>
                          <p:cTn id="59" fill="hold">
                            <p:stCondLst>
                              <p:cond delay="4500"/>
                            </p:stCondLst>
                            <p:childTnLst>
                              <p:par>
                                <p:cTn id="60" presetID="53" presetClass="entr" presetSubtype="16" fill="hold" grpId="0" nodeType="afterEffect" nodePh="1">
                                  <p:stCondLst>
                                    <p:cond delay="0"/>
                                  </p:stCondLst>
                                  <p:endCondLst>
                                    <p:cond evt="begin" delay="0">
                                      <p:tn val="60"/>
                                    </p:cond>
                                  </p:endCondLst>
                                  <p:childTnLst>
                                    <p:set>
                                      <p:cBhvr>
                                        <p:cTn id="61" dur="1" fill="hold">
                                          <p:stCondLst>
                                            <p:cond delay="0"/>
                                          </p:stCondLst>
                                        </p:cTn>
                                        <p:tgtEl>
                                          <p:spTgt spid="54">
                                            <p:txEl>
                                              <p:pRg st="0" end="0"/>
                                            </p:txEl>
                                          </p:spTgt>
                                        </p:tgtEl>
                                        <p:attrNameLst>
                                          <p:attrName>style.visibility</p:attrName>
                                        </p:attrNameLst>
                                      </p:cBhvr>
                                      <p:to>
                                        <p:strVal val="visible"/>
                                      </p:to>
                                    </p:set>
                                    <p:anim calcmode="lin" valueType="num">
                                      <p:cBhvr>
                                        <p:cTn id="62" dur="500" fill="hold"/>
                                        <p:tgtEl>
                                          <p:spTgt spid="54">
                                            <p:txEl>
                                              <p:pRg st="0" end="0"/>
                                            </p:txEl>
                                          </p:spTgt>
                                        </p:tgtEl>
                                        <p:attrNameLst>
                                          <p:attrName>ppt_w</p:attrName>
                                        </p:attrNameLst>
                                      </p:cBhvr>
                                      <p:tavLst>
                                        <p:tav tm="0">
                                          <p:val>
                                            <p:fltVal val="0"/>
                                          </p:val>
                                        </p:tav>
                                        <p:tav tm="100000">
                                          <p:val>
                                            <p:strVal val="#ppt_w"/>
                                          </p:val>
                                        </p:tav>
                                      </p:tavLst>
                                    </p:anim>
                                    <p:anim calcmode="lin" valueType="num">
                                      <p:cBhvr>
                                        <p:cTn id="63" dur="500" fill="hold"/>
                                        <p:tgtEl>
                                          <p:spTgt spid="54">
                                            <p:txEl>
                                              <p:pRg st="0" end="0"/>
                                            </p:txEl>
                                          </p:spTgt>
                                        </p:tgtEl>
                                        <p:attrNameLst>
                                          <p:attrName>ppt_h</p:attrName>
                                        </p:attrNameLst>
                                      </p:cBhvr>
                                      <p:tavLst>
                                        <p:tav tm="0">
                                          <p:val>
                                            <p:fltVal val="0"/>
                                          </p:val>
                                        </p:tav>
                                        <p:tav tm="100000">
                                          <p:val>
                                            <p:strVal val="#ppt_h"/>
                                          </p:val>
                                        </p:tav>
                                      </p:tavLst>
                                    </p:anim>
                                    <p:animEffect transition="in" filter="fade">
                                      <p:cBhvr>
                                        <p:cTn id="64" dur="500"/>
                                        <p:tgtEl>
                                          <p:spTgt spid="5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35" grpId="0" animBg="1"/>
      <p:bldP spid="40" grpId="0" animBg="1"/>
      <p:bldP spid="43" grpId="0" animBg="1"/>
      <p:bldP spid="46" grpId="0" animBg="1"/>
      <p:bldP spid="50" grpId="0" animBg="1"/>
      <p:bldP spid="51"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51"/>
                        </p:tgtEl>
                        <p:attrNameLst>
                          <p:attrName>style.visibility</p:attrName>
                        </p:attrNameLst>
                      </p:cBhvr>
                      <p:to>
                        <p:strVal val="visible"/>
                      </p:to>
                    </p:set>
                    <p:anim calcmode="lin" valueType="num">
                      <p:cBhvr>
                        <p:cTn dur="500" fill="hold"/>
                        <p:tgtEl>
                          <p:spTgt spid="51"/>
                        </p:tgtEl>
                        <p:attrNameLst>
                          <p:attrName>ppt_w</p:attrName>
                        </p:attrNameLst>
                      </p:cBhvr>
                      <p:tavLst>
                        <p:tav tm="0">
                          <p:val>
                            <p:fltVal val="0"/>
                          </p:val>
                        </p:tav>
                        <p:tav tm="100000">
                          <p:val>
                            <p:strVal val="#ppt_w"/>
                          </p:val>
                        </p:tav>
                      </p:tavLst>
                    </p:anim>
                    <p:anim calcmode="lin" valueType="num">
                      <p:cBhvr>
                        <p:cTn dur="500" fill="hold"/>
                        <p:tgtEl>
                          <p:spTgt spid="51"/>
                        </p:tgtEl>
                        <p:attrNameLst>
                          <p:attrName>ppt_h</p:attrName>
                        </p:attrNameLst>
                      </p:cBhvr>
                      <p:tavLst>
                        <p:tav tm="0">
                          <p:val>
                            <p:fltVal val="0"/>
                          </p:val>
                        </p:tav>
                        <p:tav tm="100000">
                          <p:val>
                            <p:strVal val="#ppt_h"/>
                          </p:val>
                        </p:tav>
                      </p:tavLst>
                    </p:anim>
                    <p:animEffect transition="in" filter="fade">
                      <p:cBhvr>
                        <p:cTn dur="500"/>
                        <p:tgtEl>
                          <p:spTgt spid="51"/>
                        </p:tgtEl>
                      </p:cBhvr>
                    </p:animEffect>
                  </p:childTnLst>
                </p:cTn>
              </p:par>
            </p:tnLst>
          </p:tmpl>
        </p:tmplLst>
      </p:bldP>
      <p:bldP spid="52"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52"/>
                        </p:tgtEl>
                        <p:attrNameLst>
                          <p:attrName>style.visibility</p:attrName>
                        </p:attrNameLst>
                      </p:cBhvr>
                      <p:to>
                        <p:strVal val="visible"/>
                      </p:to>
                    </p:set>
                    <p:animEffect transition="in" filter="fade">
                      <p:cBhvr>
                        <p:cTn dur="500"/>
                        <p:tgtEl>
                          <p:spTgt spid="52"/>
                        </p:tgtEl>
                      </p:cBhvr>
                    </p:animEffect>
                    <p:anim calcmode="lin" valueType="num">
                      <p:cBhvr>
                        <p:cTn dur="500" fill="hold"/>
                        <p:tgtEl>
                          <p:spTgt spid="52"/>
                        </p:tgtEl>
                        <p:attrNameLst>
                          <p:attrName>ppt_x</p:attrName>
                        </p:attrNameLst>
                      </p:cBhvr>
                      <p:tavLst>
                        <p:tav tm="0">
                          <p:val>
                            <p:strVal val="#ppt_x"/>
                          </p:val>
                        </p:tav>
                        <p:tav tm="100000">
                          <p:val>
                            <p:strVal val="#ppt_x"/>
                          </p:val>
                        </p:tav>
                      </p:tavLst>
                    </p:anim>
                    <p:anim calcmode="lin" valueType="num">
                      <p:cBhvr>
                        <p:cTn dur="500" fill="hold"/>
                        <p:tgtEl>
                          <p:spTgt spid="52"/>
                        </p:tgtEl>
                        <p:attrNameLst>
                          <p:attrName>ppt_y</p:attrName>
                        </p:attrNameLst>
                      </p:cBhvr>
                      <p:tavLst>
                        <p:tav tm="0">
                          <p:val>
                            <p:strVal val="#ppt_y+.1"/>
                          </p:val>
                        </p:tav>
                        <p:tav tm="100000">
                          <p:val>
                            <p:strVal val="#ppt_y"/>
                          </p:val>
                        </p:tav>
                      </p:tavLst>
                    </p:anim>
                  </p:childTnLst>
                </p:cTn>
              </p:par>
            </p:tnLst>
          </p:tmpl>
        </p:tmplLst>
      </p:bldP>
      <p:bldP spid="53" grpId="0" build="p">
        <p:tmplLst>
          <p:tmpl lvl="1">
            <p:tnLst>
              <p:par>
                <p:cTn presetID="53" presetClass="entr" presetSubtype="16" fill="hold" nodeType="afterEffect">
                  <p:stCondLst>
                    <p:cond delay="0"/>
                  </p:stCondLst>
                  <p:childTnLst>
                    <p:set>
                      <p:cBhvr>
                        <p:cTn dur="1" fill="hold">
                          <p:stCondLst>
                            <p:cond delay="0"/>
                          </p:stCondLst>
                        </p:cTn>
                        <p:tgtEl>
                          <p:spTgt spid="53"/>
                        </p:tgtEl>
                        <p:attrNameLst>
                          <p:attrName>style.visibility</p:attrName>
                        </p:attrNameLst>
                      </p:cBhvr>
                      <p:to>
                        <p:strVal val="visible"/>
                      </p:to>
                    </p:set>
                    <p:anim calcmode="lin" valueType="num">
                      <p:cBhvr>
                        <p:cTn dur="500" fill="hold"/>
                        <p:tgtEl>
                          <p:spTgt spid="53"/>
                        </p:tgtEl>
                        <p:attrNameLst>
                          <p:attrName>ppt_w</p:attrName>
                        </p:attrNameLst>
                      </p:cBhvr>
                      <p:tavLst>
                        <p:tav tm="0">
                          <p:val>
                            <p:fltVal val="0"/>
                          </p:val>
                        </p:tav>
                        <p:tav tm="100000">
                          <p:val>
                            <p:strVal val="#ppt_w"/>
                          </p:val>
                        </p:tav>
                      </p:tavLst>
                    </p:anim>
                    <p:anim calcmode="lin" valueType="num">
                      <p:cBhvr>
                        <p:cTn dur="500" fill="hold"/>
                        <p:tgtEl>
                          <p:spTgt spid="53"/>
                        </p:tgtEl>
                        <p:attrNameLst>
                          <p:attrName>ppt_h</p:attrName>
                        </p:attrNameLst>
                      </p:cBhvr>
                      <p:tavLst>
                        <p:tav tm="0">
                          <p:val>
                            <p:fltVal val="0"/>
                          </p:val>
                        </p:tav>
                        <p:tav tm="100000">
                          <p:val>
                            <p:strVal val="#ppt_h"/>
                          </p:val>
                        </p:tav>
                      </p:tavLst>
                    </p:anim>
                    <p:animEffect transition="in" filter="fade">
                      <p:cBhvr>
                        <p:cTn dur="500"/>
                        <p:tgtEl>
                          <p:spTgt spid="53"/>
                        </p:tgtEl>
                      </p:cBhvr>
                    </p:animEffect>
                  </p:childTnLst>
                </p:cTn>
              </p:par>
            </p:tnLst>
          </p:tmpl>
        </p:tmplLst>
      </p:bldP>
      <p:bldP spid="54"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54"/>
                        </p:tgtEl>
                        <p:attrNameLst>
                          <p:attrName>style.visibility</p:attrName>
                        </p:attrNameLst>
                      </p:cBhvr>
                      <p:to>
                        <p:strVal val="visible"/>
                      </p:to>
                    </p:set>
                    <p:anim calcmode="lin" valueType="num">
                      <p:cBhvr>
                        <p:cTn dur="500" fill="hold"/>
                        <p:tgtEl>
                          <p:spTgt spid="54"/>
                        </p:tgtEl>
                        <p:attrNameLst>
                          <p:attrName>ppt_w</p:attrName>
                        </p:attrNameLst>
                      </p:cBhvr>
                      <p:tavLst>
                        <p:tav tm="0">
                          <p:val>
                            <p:fltVal val="0"/>
                          </p:val>
                        </p:tav>
                        <p:tav tm="100000">
                          <p:val>
                            <p:strVal val="#ppt_w"/>
                          </p:val>
                        </p:tav>
                      </p:tavLst>
                    </p:anim>
                    <p:anim calcmode="lin" valueType="num">
                      <p:cBhvr>
                        <p:cTn dur="500" fill="hold"/>
                        <p:tgtEl>
                          <p:spTgt spid="54"/>
                        </p:tgtEl>
                        <p:attrNameLst>
                          <p:attrName>ppt_h</p:attrName>
                        </p:attrNameLst>
                      </p:cBhvr>
                      <p:tavLst>
                        <p:tav tm="0">
                          <p:val>
                            <p:fltVal val="0"/>
                          </p:val>
                        </p:tav>
                        <p:tav tm="100000">
                          <p:val>
                            <p:strVal val="#ppt_h"/>
                          </p:val>
                        </p:tav>
                      </p:tavLst>
                    </p:anim>
                    <p:animEffect transition="in" filter="fade">
                      <p:cBhvr>
                        <p:cTn dur="500"/>
                        <p:tgtEl>
                          <p:spTgt spid="54"/>
                        </p:tgtEl>
                      </p:cBhvr>
                    </p:animEffect>
                  </p:childTnLst>
                </p:cTn>
              </p:par>
            </p:tnLst>
          </p:tmpl>
        </p:tmplLst>
      </p:bldP>
    </p:bldLst>
  </p:timing>
</p:sldLayout>
</file>

<file path=ppt/slideLayouts/slideLayout523.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9" name="Picture Placeholder 24"/>
          <p:cNvSpPr>
            <a:spLocks noGrp="1"/>
          </p:cNvSpPr>
          <p:nvPr>
            <p:ph type="pic" sz="quarter" idx="14" hasCustomPrompt="1"/>
          </p:nvPr>
        </p:nvSpPr>
        <p:spPr>
          <a:xfrm>
            <a:off x="775852" y="1921135"/>
            <a:ext cx="2166842" cy="2166842"/>
          </a:xfrm>
          <a:custGeom>
            <a:avLst/>
            <a:gdLst>
              <a:gd name="connsiteX0" fmla="*/ 1342864 w 2685728"/>
              <a:gd name="connsiteY0" fmla="*/ 0 h 2685728"/>
              <a:gd name="connsiteX1" fmla="*/ 1590895 w 2685728"/>
              <a:gd name="connsiteY1" fmla="*/ 102738 h 2685728"/>
              <a:gd name="connsiteX2" fmla="*/ 2582990 w 2685728"/>
              <a:gd name="connsiteY2" fmla="*/ 1094833 h 2685728"/>
              <a:gd name="connsiteX3" fmla="*/ 2582990 w 2685728"/>
              <a:gd name="connsiteY3" fmla="*/ 1590895 h 2685728"/>
              <a:gd name="connsiteX4" fmla="*/ 1590895 w 2685728"/>
              <a:gd name="connsiteY4" fmla="*/ 2582990 h 2685728"/>
              <a:gd name="connsiteX5" fmla="*/ 1094833 w 2685728"/>
              <a:gd name="connsiteY5" fmla="*/ 2582990 h 2685728"/>
              <a:gd name="connsiteX6" fmla="*/ 102738 w 2685728"/>
              <a:gd name="connsiteY6" fmla="*/ 1590895 h 2685728"/>
              <a:gd name="connsiteX7" fmla="*/ 102738 w 2685728"/>
              <a:gd name="connsiteY7" fmla="*/ 1094833 h 2685728"/>
              <a:gd name="connsiteX8" fmla="*/ 1094833 w 2685728"/>
              <a:gd name="connsiteY8" fmla="*/ 102738 h 2685728"/>
              <a:gd name="connsiteX9" fmla="*/ 1342864 w 2685728"/>
              <a:gd name="connsiteY9" fmla="*/ 0 h 2685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5728" h="2685728">
                <a:moveTo>
                  <a:pt x="1342864" y="0"/>
                </a:moveTo>
                <a:cubicBezTo>
                  <a:pt x="1432634" y="0"/>
                  <a:pt x="1522403" y="34246"/>
                  <a:pt x="1590895" y="102738"/>
                </a:cubicBezTo>
                <a:lnTo>
                  <a:pt x="2582990" y="1094833"/>
                </a:lnTo>
                <a:cubicBezTo>
                  <a:pt x="2719974" y="1231817"/>
                  <a:pt x="2719974" y="1453912"/>
                  <a:pt x="2582990" y="1590895"/>
                </a:cubicBezTo>
                <a:lnTo>
                  <a:pt x="1590895" y="2582990"/>
                </a:lnTo>
                <a:cubicBezTo>
                  <a:pt x="1453912" y="2719974"/>
                  <a:pt x="1231817" y="2719974"/>
                  <a:pt x="1094833" y="2582990"/>
                </a:cubicBezTo>
                <a:lnTo>
                  <a:pt x="102738" y="1590895"/>
                </a:lnTo>
                <a:cubicBezTo>
                  <a:pt x="-34246" y="1453912"/>
                  <a:pt x="-34246" y="1231817"/>
                  <a:pt x="102738" y="1094833"/>
                </a:cubicBezTo>
                <a:lnTo>
                  <a:pt x="1094833" y="102738"/>
                </a:lnTo>
                <a:cubicBezTo>
                  <a:pt x="1163325" y="34246"/>
                  <a:pt x="1253094" y="0"/>
                  <a:pt x="1342864" y="0"/>
                </a:cubicBezTo>
                <a:close/>
              </a:path>
            </a:pathLst>
          </a:custGeom>
          <a:solidFill>
            <a:schemeClr val="bg1">
              <a:lumMod val="85000"/>
            </a:schemeClr>
          </a:solidFill>
          <a:ln w="76200">
            <a:solidFill>
              <a:schemeClr val="bg1"/>
            </a:solidFill>
          </a:ln>
          <a:effectLst>
            <a:outerShdw blurRad="50800" dist="38100" dir="2700000" algn="tl" rotWithShape="0">
              <a:prstClr val="black">
                <a:alpha val="40000"/>
              </a:prstClr>
            </a:outerShdw>
          </a:effectLst>
        </p:spPr>
        <p:txBody>
          <a:bodyPr wrap="square">
            <a:noAutofit/>
          </a:bodyPr>
          <a:lstStyle>
            <a:lvl1pPr>
              <a:defRPr baseline="0"/>
            </a:lvl1pPr>
          </a:lstStyle>
          <a:p>
            <a:r>
              <a:rPr lang="id-ID" dirty="0" smtClean="0"/>
              <a:t>Pic here</a:t>
            </a:r>
            <a:endParaRPr lang="en-AU" dirty="0"/>
          </a:p>
        </p:txBody>
      </p:sp>
      <p:sp>
        <p:nvSpPr>
          <p:cNvPr id="10" name="Picture Placeholder 24"/>
          <p:cNvSpPr>
            <a:spLocks noGrp="1"/>
          </p:cNvSpPr>
          <p:nvPr>
            <p:ph type="pic" sz="quarter" idx="15" hasCustomPrompt="1"/>
          </p:nvPr>
        </p:nvSpPr>
        <p:spPr>
          <a:xfrm>
            <a:off x="3595252" y="1921135"/>
            <a:ext cx="2166842" cy="2166842"/>
          </a:xfrm>
          <a:custGeom>
            <a:avLst/>
            <a:gdLst>
              <a:gd name="connsiteX0" fmla="*/ 1342864 w 2685728"/>
              <a:gd name="connsiteY0" fmla="*/ 0 h 2685728"/>
              <a:gd name="connsiteX1" fmla="*/ 1590895 w 2685728"/>
              <a:gd name="connsiteY1" fmla="*/ 102738 h 2685728"/>
              <a:gd name="connsiteX2" fmla="*/ 2582990 w 2685728"/>
              <a:gd name="connsiteY2" fmla="*/ 1094833 h 2685728"/>
              <a:gd name="connsiteX3" fmla="*/ 2582990 w 2685728"/>
              <a:gd name="connsiteY3" fmla="*/ 1590895 h 2685728"/>
              <a:gd name="connsiteX4" fmla="*/ 1590895 w 2685728"/>
              <a:gd name="connsiteY4" fmla="*/ 2582990 h 2685728"/>
              <a:gd name="connsiteX5" fmla="*/ 1094833 w 2685728"/>
              <a:gd name="connsiteY5" fmla="*/ 2582990 h 2685728"/>
              <a:gd name="connsiteX6" fmla="*/ 102738 w 2685728"/>
              <a:gd name="connsiteY6" fmla="*/ 1590895 h 2685728"/>
              <a:gd name="connsiteX7" fmla="*/ 102738 w 2685728"/>
              <a:gd name="connsiteY7" fmla="*/ 1094833 h 2685728"/>
              <a:gd name="connsiteX8" fmla="*/ 1094833 w 2685728"/>
              <a:gd name="connsiteY8" fmla="*/ 102738 h 2685728"/>
              <a:gd name="connsiteX9" fmla="*/ 1342864 w 2685728"/>
              <a:gd name="connsiteY9" fmla="*/ 0 h 2685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5728" h="2685728">
                <a:moveTo>
                  <a:pt x="1342864" y="0"/>
                </a:moveTo>
                <a:cubicBezTo>
                  <a:pt x="1432634" y="0"/>
                  <a:pt x="1522403" y="34246"/>
                  <a:pt x="1590895" y="102738"/>
                </a:cubicBezTo>
                <a:lnTo>
                  <a:pt x="2582990" y="1094833"/>
                </a:lnTo>
                <a:cubicBezTo>
                  <a:pt x="2719974" y="1231817"/>
                  <a:pt x="2719974" y="1453912"/>
                  <a:pt x="2582990" y="1590895"/>
                </a:cubicBezTo>
                <a:lnTo>
                  <a:pt x="1590895" y="2582990"/>
                </a:lnTo>
                <a:cubicBezTo>
                  <a:pt x="1453912" y="2719974"/>
                  <a:pt x="1231817" y="2719974"/>
                  <a:pt x="1094833" y="2582990"/>
                </a:cubicBezTo>
                <a:lnTo>
                  <a:pt x="102738" y="1590895"/>
                </a:lnTo>
                <a:cubicBezTo>
                  <a:pt x="-34246" y="1453912"/>
                  <a:pt x="-34246" y="1231817"/>
                  <a:pt x="102738" y="1094833"/>
                </a:cubicBezTo>
                <a:lnTo>
                  <a:pt x="1094833" y="102738"/>
                </a:lnTo>
                <a:cubicBezTo>
                  <a:pt x="1163325" y="34246"/>
                  <a:pt x="1253094" y="0"/>
                  <a:pt x="1342864" y="0"/>
                </a:cubicBezTo>
                <a:close/>
              </a:path>
            </a:pathLst>
          </a:custGeom>
          <a:solidFill>
            <a:schemeClr val="bg1">
              <a:lumMod val="85000"/>
            </a:schemeClr>
          </a:solidFill>
          <a:ln w="76200">
            <a:solidFill>
              <a:schemeClr val="bg1"/>
            </a:solidFill>
          </a:ln>
          <a:effectLst>
            <a:outerShdw blurRad="50800" dist="38100" dir="2700000" algn="tl" rotWithShape="0">
              <a:prstClr val="black">
                <a:alpha val="40000"/>
              </a:prstClr>
            </a:outerShdw>
          </a:effectLst>
        </p:spPr>
        <p:txBody>
          <a:bodyPr wrap="square">
            <a:noAutofit/>
          </a:bodyPr>
          <a:lstStyle>
            <a:lvl1pPr>
              <a:defRPr baseline="0"/>
            </a:lvl1pPr>
          </a:lstStyle>
          <a:p>
            <a:r>
              <a:rPr lang="id-ID" dirty="0" smtClean="0"/>
              <a:t>Pic here</a:t>
            </a:r>
            <a:endParaRPr lang="en-AU" dirty="0"/>
          </a:p>
        </p:txBody>
      </p:sp>
      <p:sp>
        <p:nvSpPr>
          <p:cNvPr id="11" name="Picture Placeholder 24"/>
          <p:cNvSpPr>
            <a:spLocks noGrp="1"/>
          </p:cNvSpPr>
          <p:nvPr>
            <p:ph type="pic" sz="quarter" idx="16" hasCustomPrompt="1"/>
          </p:nvPr>
        </p:nvSpPr>
        <p:spPr>
          <a:xfrm>
            <a:off x="6414652" y="1921135"/>
            <a:ext cx="2166842" cy="2166842"/>
          </a:xfrm>
          <a:custGeom>
            <a:avLst/>
            <a:gdLst>
              <a:gd name="connsiteX0" fmla="*/ 1342864 w 2685728"/>
              <a:gd name="connsiteY0" fmla="*/ 0 h 2685728"/>
              <a:gd name="connsiteX1" fmla="*/ 1590895 w 2685728"/>
              <a:gd name="connsiteY1" fmla="*/ 102738 h 2685728"/>
              <a:gd name="connsiteX2" fmla="*/ 2582990 w 2685728"/>
              <a:gd name="connsiteY2" fmla="*/ 1094833 h 2685728"/>
              <a:gd name="connsiteX3" fmla="*/ 2582990 w 2685728"/>
              <a:gd name="connsiteY3" fmla="*/ 1590895 h 2685728"/>
              <a:gd name="connsiteX4" fmla="*/ 1590895 w 2685728"/>
              <a:gd name="connsiteY4" fmla="*/ 2582990 h 2685728"/>
              <a:gd name="connsiteX5" fmla="*/ 1094833 w 2685728"/>
              <a:gd name="connsiteY5" fmla="*/ 2582990 h 2685728"/>
              <a:gd name="connsiteX6" fmla="*/ 102738 w 2685728"/>
              <a:gd name="connsiteY6" fmla="*/ 1590895 h 2685728"/>
              <a:gd name="connsiteX7" fmla="*/ 102738 w 2685728"/>
              <a:gd name="connsiteY7" fmla="*/ 1094833 h 2685728"/>
              <a:gd name="connsiteX8" fmla="*/ 1094833 w 2685728"/>
              <a:gd name="connsiteY8" fmla="*/ 102738 h 2685728"/>
              <a:gd name="connsiteX9" fmla="*/ 1342864 w 2685728"/>
              <a:gd name="connsiteY9" fmla="*/ 0 h 2685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5728" h="2685728">
                <a:moveTo>
                  <a:pt x="1342864" y="0"/>
                </a:moveTo>
                <a:cubicBezTo>
                  <a:pt x="1432634" y="0"/>
                  <a:pt x="1522403" y="34246"/>
                  <a:pt x="1590895" y="102738"/>
                </a:cubicBezTo>
                <a:lnTo>
                  <a:pt x="2582990" y="1094833"/>
                </a:lnTo>
                <a:cubicBezTo>
                  <a:pt x="2719974" y="1231817"/>
                  <a:pt x="2719974" y="1453912"/>
                  <a:pt x="2582990" y="1590895"/>
                </a:cubicBezTo>
                <a:lnTo>
                  <a:pt x="1590895" y="2582990"/>
                </a:lnTo>
                <a:cubicBezTo>
                  <a:pt x="1453912" y="2719974"/>
                  <a:pt x="1231817" y="2719974"/>
                  <a:pt x="1094833" y="2582990"/>
                </a:cubicBezTo>
                <a:lnTo>
                  <a:pt x="102738" y="1590895"/>
                </a:lnTo>
                <a:cubicBezTo>
                  <a:pt x="-34246" y="1453912"/>
                  <a:pt x="-34246" y="1231817"/>
                  <a:pt x="102738" y="1094833"/>
                </a:cubicBezTo>
                <a:lnTo>
                  <a:pt x="1094833" y="102738"/>
                </a:lnTo>
                <a:cubicBezTo>
                  <a:pt x="1163325" y="34246"/>
                  <a:pt x="1253094" y="0"/>
                  <a:pt x="1342864" y="0"/>
                </a:cubicBezTo>
                <a:close/>
              </a:path>
            </a:pathLst>
          </a:custGeom>
          <a:solidFill>
            <a:schemeClr val="bg1">
              <a:lumMod val="85000"/>
            </a:schemeClr>
          </a:solidFill>
          <a:ln w="76200">
            <a:solidFill>
              <a:schemeClr val="bg1"/>
            </a:solidFill>
          </a:ln>
          <a:effectLst>
            <a:outerShdw blurRad="50800" dist="38100" dir="2700000" algn="tl" rotWithShape="0">
              <a:prstClr val="black">
                <a:alpha val="40000"/>
              </a:prstClr>
            </a:outerShdw>
          </a:effectLst>
        </p:spPr>
        <p:txBody>
          <a:bodyPr wrap="square">
            <a:noAutofit/>
          </a:bodyPr>
          <a:lstStyle>
            <a:lvl1pPr>
              <a:defRPr baseline="0"/>
            </a:lvl1pPr>
          </a:lstStyle>
          <a:p>
            <a:r>
              <a:rPr lang="id-ID" dirty="0" smtClean="0"/>
              <a:t>Pic here</a:t>
            </a:r>
            <a:endParaRPr lang="en-AU" dirty="0"/>
          </a:p>
        </p:txBody>
      </p:sp>
      <p:sp>
        <p:nvSpPr>
          <p:cNvPr id="12" name="Picture Placeholder 24"/>
          <p:cNvSpPr>
            <a:spLocks noGrp="1"/>
          </p:cNvSpPr>
          <p:nvPr>
            <p:ph type="pic" sz="quarter" idx="17" hasCustomPrompt="1"/>
          </p:nvPr>
        </p:nvSpPr>
        <p:spPr>
          <a:xfrm>
            <a:off x="9234052" y="1921135"/>
            <a:ext cx="2166842" cy="2166842"/>
          </a:xfrm>
          <a:custGeom>
            <a:avLst/>
            <a:gdLst>
              <a:gd name="connsiteX0" fmla="*/ 1342864 w 2685728"/>
              <a:gd name="connsiteY0" fmla="*/ 0 h 2685728"/>
              <a:gd name="connsiteX1" fmla="*/ 1590895 w 2685728"/>
              <a:gd name="connsiteY1" fmla="*/ 102738 h 2685728"/>
              <a:gd name="connsiteX2" fmla="*/ 2582990 w 2685728"/>
              <a:gd name="connsiteY2" fmla="*/ 1094833 h 2685728"/>
              <a:gd name="connsiteX3" fmla="*/ 2582990 w 2685728"/>
              <a:gd name="connsiteY3" fmla="*/ 1590895 h 2685728"/>
              <a:gd name="connsiteX4" fmla="*/ 1590895 w 2685728"/>
              <a:gd name="connsiteY4" fmla="*/ 2582990 h 2685728"/>
              <a:gd name="connsiteX5" fmla="*/ 1094833 w 2685728"/>
              <a:gd name="connsiteY5" fmla="*/ 2582990 h 2685728"/>
              <a:gd name="connsiteX6" fmla="*/ 102738 w 2685728"/>
              <a:gd name="connsiteY6" fmla="*/ 1590895 h 2685728"/>
              <a:gd name="connsiteX7" fmla="*/ 102738 w 2685728"/>
              <a:gd name="connsiteY7" fmla="*/ 1094833 h 2685728"/>
              <a:gd name="connsiteX8" fmla="*/ 1094833 w 2685728"/>
              <a:gd name="connsiteY8" fmla="*/ 102738 h 2685728"/>
              <a:gd name="connsiteX9" fmla="*/ 1342864 w 2685728"/>
              <a:gd name="connsiteY9" fmla="*/ 0 h 2685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5728" h="2685728">
                <a:moveTo>
                  <a:pt x="1342864" y="0"/>
                </a:moveTo>
                <a:cubicBezTo>
                  <a:pt x="1432634" y="0"/>
                  <a:pt x="1522403" y="34246"/>
                  <a:pt x="1590895" y="102738"/>
                </a:cubicBezTo>
                <a:lnTo>
                  <a:pt x="2582990" y="1094833"/>
                </a:lnTo>
                <a:cubicBezTo>
                  <a:pt x="2719974" y="1231817"/>
                  <a:pt x="2719974" y="1453912"/>
                  <a:pt x="2582990" y="1590895"/>
                </a:cubicBezTo>
                <a:lnTo>
                  <a:pt x="1590895" y="2582990"/>
                </a:lnTo>
                <a:cubicBezTo>
                  <a:pt x="1453912" y="2719974"/>
                  <a:pt x="1231817" y="2719974"/>
                  <a:pt x="1094833" y="2582990"/>
                </a:cubicBezTo>
                <a:lnTo>
                  <a:pt x="102738" y="1590895"/>
                </a:lnTo>
                <a:cubicBezTo>
                  <a:pt x="-34246" y="1453912"/>
                  <a:pt x="-34246" y="1231817"/>
                  <a:pt x="102738" y="1094833"/>
                </a:cubicBezTo>
                <a:lnTo>
                  <a:pt x="1094833" y="102738"/>
                </a:lnTo>
                <a:cubicBezTo>
                  <a:pt x="1163325" y="34246"/>
                  <a:pt x="1253094" y="0"/>
                  <a:pt x="1342864" y="0"/>
                </a:cubicBezTo>
                <a:close/>
              </a:path>
            </a:pathLst>
          </a:custGeom>
          <a:solidFill>
            <a:schemeClr val="bg1">
              <a:lumMod val="85000"/>
            </a:schemeClr>
          </a:solidFill>
          <a:ln w="76200">
            <a:solidFill>
              <a:schemeClr val="bg1"/>
            </a:solidFill>
          </a:ln>
          <a:effectLst>
            <a:outerShdw blurRad="50800" dist="38100" dir="2700000" algn="tl" rotWithShape="0">
              <a:prstClr val="black">
                <a:alpha val="40000"/>
              </a:prstClr>
            </a:outerShdw>
          </a:effectLst>
        </p:spPr>
        <p:txBody>
          <a:bodyPr wrap="square">
            <a:noAutofit/>
          </a:bodyPr>
          <a:lstStyle>
            <a:lvl1pPr>
              <a:defRPr baseline="0"/>
            </a:lvl1pPr>
          </a:lstStyle>
          <a:p>
            <a:r>
              <a:rPr lang="id-ID" dirty="0" smtClean="0"/>
              <a:t>Pic here</a:t>
            </a:r>
            <a:endParaRPr lang="en-AU" dirty="0"/>
          </a:p>
        </p:txBody>
      </p:sp>
      <p:sp>
        <p:nvSpPr>
          <p:cNvPr id="13" name="Text Placeholder 21"/>
          <p:cNvSpPr>
            <a:spLocks noGrp="1"/>
          </p:cNvSpPr>
          <p:nvPr>
            <p:ph type="body" sz="quarter" idx="20"/>
          </p:nvPr>
        </p:nvSpPr>
        <p:spPr>
          <a:xfrm>
            <a:off x="928685" y="4388730"/>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4" name="Text Placeholder 21"/>
          <p:cNvSpPr>
            <a:spLocks noGrp="1"/>
          </p:cNvSpPr>
          <p:nvPr>
            <p:ph type="body" sz="quarter" idx="22"/>
          </p:nvPr>
        </p:nvSpPr>
        <p:spPr>
          <a:xfrm>
            <a:off x="928685" y="4687002"/>
            <a:ext cx="1814513" cy="284472"/>
          </a:xfrm>
        </p:spPr>
        <p:txBody>
          <a:bodyPr>
            <a:normAutofit/>
          </a:bodyPr>
          <a:lstStyle>
            <a:lvl1pPr algn="ctr">
              <a:defRPr sz="1000" b="1" i="1">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5" name="Text Placeholder 21"/>
          <p:cNvSpPr>
            <a:spLocks noGrp="1"/>
          </p:cNvSpPr>
          <p:nvPr>
            <p:ph type="body" sz="quarter" idx="23"/>
          </p:nvPr>
        </p:nvSpPr>
        <p:spPr>
          <a:xfrm>
            <a:off x="3741157" y="4388730"/>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6" name="Text Placeholder 21"/>
          <p:cNvSpPr>
            <a:spLocks noGrp="1"/>
          </p:cNvSpPr>
          <p:nvPr>
            <p:ph type="body" sz="quarter" idx="24"/>
          </p:nvPr>
        </p:nvSpPr>
        <p:spPr>
          <a:xfrm>
            <a:off x="3741157" y="4687002"/>
            <a:ext cx="1814513" cy="284472"/>
          </a:xfrm>
        </p:spPr>
        <p:txBody>
          <a:bodyPr>
            <a:normAutofit/>
          </a:bodyPr>
          <a:lstStyle>
            <a:lvl1pPr algn="ctr">
              <a:defRPr sz="1000" b="1" i="1">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7" name="Text Placeholder 21"/>
          <p:cNvSpPr>
            <a:spLocks noGrp="1"/>
          </p:cNvSpPr>
          <p:nvPr>
            <p:ph type="body" sz="quarter" idx="25"/>
          </p:nvPr>
        </p:nvSpPr>
        <p:spPr>
          <a:xfrm>
            <a:off x="6609049" y="4388730"/>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8" name="Text Placeholder 21"/>
          <p:cNvSpPr>
            <a:spLocks noGrp="1"/>
          </p:cNvSpPr>
          <p:nvPr>
            <p:ph type="body" sz="quarter" idx="26"/>
          </p:nvPr>
        </p:nvSpPr>
        <p:spPr>
          <a:xfrm>
            <a:off x="6609049" y="4687002"/>
            <a:ext cx="1814513" cy="284472"/>
          </a:xfrm>
        </p:spPr>
        <p:txBody>
          <a:bodyPr>
            <a:normAutofit/>
          </a:bodyPr>
          <a:lstStyle>
            <a:lvl1pPr algn="ctr">
              <a:defRPr sz="1000" b="1" i="1">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9" name="Text Placeholder 21"/>
          <p:cNvSpPr>
            <a:spLocks noGrp="1"/>
          </p:cNvSpPr>
          <p:nvPr>
            <p:ph type="body" sz="quarter" idx="27"/>
          </p:nvPr>
        </p:nvSpPr>
        <p:spPr>
          <a:xfrm>
            <a:off x="9428447" y="4388730"/>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0" name="Text Placeholder 21"/>
          <p:cNvSpPr>
            <a:spLocks noGrp="1"/>
          </p:cNvSpPr>
          <p:nvPr>
            <p:ph type="body" sz="quarter" idx="28"/>
          </p:nvPr>
        </p:nvSpPr>
        <p:spPr>
          <a:xfrm>
            <a:off x="9428447" y="4687002"/>
            <a:ext cx="1814513" cy="284472"/>
          </a:xfrm>
        </p:spPr>
        <p:txBody>
          <a:bodyPr>
            <a:normAutofit/>
          </a:bodyPr>
          <a:lstStyle>
            <a:lvl1pPr algn="ctr">
              <a:defRPr sz="1000" b="1" i="1">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1" name="Text Placeholder 21"/>
          <p:cNvSpPr>
            <a:spLocks noGrp="1"/>
          </p:cNvSpPr>
          <p:nvPr>
            <p:ph type="body" sz="quarter" idx="29"/>
          </p:nvPr>
        </p:nvSpPr>
        <p:spPr>
          <a:xfrm>
            <a:off x="928685" y="5012934"/>
            <a:ext cx="1814513" cy="87351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2" name="Text Placeholder 21"/>
          <p:cNvSpPr>
            <a:spLocks noGrp="1"/>
          </p:cNvSpPr>
          <p:nvPr>
            <p:ph type="body" sz="quarter" idx="30"/>
          </p:nvPr>
        </p:nvSpPr>
        <p:spPr>
          <a:xfrm>
            <a:off x="3741157" y="5012934"/>
            <a:ext cx="1814513" cy="87351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3" name="Text Placeholder 21"/>
          <p:cNvSpPr>
            <a:spLocks noGrp="1"/>
          </p:cNvSpPr>
          <p:nvPr>
            <p:ph type="body" sz="quarter" idx="31"/>
          </p:nvPr>
        </p:nvSpPr>
        <p:spPr>
          <a:xfrm>
            <a:off x="6609049" y="5012934"/>
            <a:ext cx="1814513" cy="87351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4" name="Text Placeholder 21"/>
          <p:cNvSpPr>
            <a:spLocks noGrp="1"/>
          </p:cNvSpPr>
          <p:nvPr>
            <p:ph type="body" sz="quarter" idx="32"/>
          </p:nvPr>
        </p:nvSpPr>
        <p:spPr>
          <a:xfrm>
            <a:off x="9428447" y="5012934"/>
            <a:ext cx="1814513" cy="87351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grpSp>
        <p:nvGrpSpPr>
          <p:cNvPr id="25" name="Group 24"/>
          <p:cNvGrpSpPr/>
          <p:nvPr userDrawn="1"/>
        </p:nvGrpSpPr>
        <p:grpSpPr>
          <a:xfrm>
            <a:off x="1548795" y="5922241"/>
            <a:ext cx="615286" cy="184176"/>
            <a:chOff x="3872969" y="5806923"/>
            <a:chExt cx="1724341" cy="516155"/>
          </a:xfrm>
        </p:grpSpPr>
        <p:sp>
          <p:nvSpPr>
            <p:cNvPr id="26" name="Oval 25"/>
            <p:cNvSpPr/>
            <p:nvPr/>
          </p:nvSpPr>
          <p:spPr>
            <a:xfrm>
              <a:off x="3872969"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27" name="Oval 26"/>
            <p:cNvSpPr/>
            <p:nvPr/>
          </p:nvSpPr>
          <p:spPr>
            <a:xfrm>
              <a:off x="4477062"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28" name="Oval 27"/>
            <p:cNvSpPr/>
            <p:nvPr/>
          </p:nvSpPr>
          <p:spPr>
            <a:xfrm>
              <a:off x="5081155"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29" name="Freeform 63"/>
            <p:cNvSpPr>
              <a:spLocks/>
            </p:cNvSpPr>
            <p:nvPr/>
          </p:nvSpPr>
          <p:spPr bwMode="auto">
            <a:xfrm>
              <a:off x="4576091" y="5937921"/>
              <a:ext cx="318095" cy="261714"/>
            </a:xfrm>
            <a:custGeom>
              <a:avLst/>
              <a:gdLst>
                <a:gd name="T0" fmla="*/ 160 w 160"/>
                <a:gd name="T1" fmla="*/ 16 h 131"/>
                <a:gd name="T2" fmla="*/ 159 w 160"/>
                <a:gd name="T3" fmla="*/ 16 h 131"/>
                <a:gd name="T4" fmla="*/ 144 w 160"/>
                <a:gd name="T5" fmla="*/ 20 h 131"/>
                <a:gd name="T6" fmla="*/ 156 w 160"/>
                <a:gd name="T7" fmla="*/ 4 h 131"/>
                <a:gd name="T8" fmla="*/ 156 w 160"/>
                <a:gd name="T9" fmla="*/ 3 h 131"/>
                <a:gd name="T10" fmla="*/ 155 w 160"/>
                <a:gd name="T11" fmla="*/ 3 h 131"/>
                <a:gd name="T12" fmla="*/ 135 w 160"/>
                <a:gd name="T13" fmla="*/ 11 h 131"/>
                <a:gd name="T14" fmla="*/ 111 w 160"/>
                <a:gd name="T15" fmla="*/ 0 h 131"/>
                <a:gd name="T16" fmla="*/ 77 w 160"/>
                <a:gd name="T17" fmla="*/ 34 h 131"/>
                <a:gd name="T18" fmla="*/ 78 w 160"/>
                <a:gd name="T19" fmla="*/ 40 h 131"/>
                <a:gd name="T20" fmla="*/ 12 w 160"/>
                <a:gd name="T21" fmla="*/ 7 h 131"/>
                <a:gd name="T22" fmla="*/ 12 w 160"/>
                <a:gd name="T23" fmla="*/ 6 h 131"/>
                <a:gd name="T24" fmla="*/ 11 w 160"/>
                <a:gd name="T25" fmla="*/ 7 h 131"/>
                <a:gd name="T26" fmla="*/ 7 w 160"/>
                <a:gd name="T27" fmla="*/ 23 h 131"/>
                <a:gd name="T28" fmla="*/ 19 w 160"/>
                <a:gd name="T29" fmla="*/ 50 h 131"/>
                <a:gd name="T30" fmla="*/ 7 w 160"/>
                <a:gd name="T31" fmla="*/ 46 h 131"/>
                <a:gd name="T32" fmla="*/ 7 w 160"/>
                <a:gd name="T33" fmla="*/ 46 h 131"/>
                <a:gd name="T34" fmla="*/ 6 w 160"/>
                <a:gd name="T35" fmla="*/ 47 h 131"/>
                <a:gd name="T36" fmla="*/ 6 w 160"/>
                <a:gd name="T37" fmla="*/ 47 h 131"/>
                <a:gd name="T38" fmla="*/ 30 w 160"/>
                <a:gd name="T39" fmla="*/ 79 h 131"/>
                <a:gd name="T40" fmla="*/ 19 w 160"/>
                <a:gd name="T41" fmla="*/ 79 h 131"/>
                <a:gd name="T42" fmla="*/ 18 w 160"/>
                <a:gd name="T43" fmla="*/ 79 h 131"/>
                <a:gd name="T44" fmla="*/ 18 w 160"/>
                <a:gd name="T45" fmla="*/ 80 h 131"/>
                <a:gd name="T46" fmla="*/ 47 w 160"/>
                <a:gd name="T47" fmla="*/ 103 h 131"/>
                <a:gd name="T48" fmla="*/ 8 w 160"/>
                <a:gd name="T49" fmla="*/ 115 h 131"/>
                <a:gd name="T50" fmla="*/ 1 w 160"/>
                <a:gd name="T51" fmla="*/ 115 h 131"/>
                <a:gd name="T52" fmla="*/ 0 w 160"/>
                <a:gd name="T53" fmla="*/ 115 h 131"/>
                <a:gd name="T54" fmla="*/ 0 w 160"/>
                <a:gd name="T55" fmla="*/ 116 h 131"/>
                <a:gd name="T56" fmla="*/ 51 w 160"/>
                <a:gd name="T57" fmla="*/ 131 h 131"/>
                <a:gd name="T58" fmla="*/ 144 w 160"/>
                <a:gd name="T59" fmla="*/ 38 h 131"/>
                <a:gd name="T60" fmla="*/ 144 w 160"/>
                <a:gd name="T61" fmla="*/ 34 h 131"/>
                <a:gd name="T62" fmla="*/ 160 w 160"/>
                <a:gd name="T63" fmla="*/ 17 h 131"/>
                <a:gd name="T64" fmla="*/ 160 w 160"/>
                <a:gd name="T65" fmla="*/ 1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0" h="131">
                  <a:moveTo>
                    <a:pt x="160" y="16"/>
                  </a:moveTo>
                  <a:cubicBezTo>
                    <a:pt x="160" y="16"/>
                    <a:pt x="160" y="16"/>
                    <a:pt x="159" y="16"/>
                  </a:cubicBezTo>
                  <a:cubicBezTo>
                    <a:pt x="154" y="18"/>
                    <a:pt x="149" y="19"/>
                    <a:pt x="144" y="20"/>
                  </a:cubicBezTo>
                  <a:cubicBezTo>
                    <a:pt x="150" y="16"/>
                    <a:pt x="154" y="10"/>
                    <a:pt x="156" y="4"/>
                  </a:cubicBezTo>
                  <a:cubicBezTo>
                    <a:pt x="156" y="3"/>
                    <a:pt x="156" y="3"/>
                    <a:pt x="156" y="3"/>
                  </a:cubicBezTo>
                  <a:cubicBezTo>
                    <a:pt x="155" y="3"/>
                    <a:pt x="155" y="3"/>
                    <a:pt x="155" y="3"/>
                  </a:cubicBezTo>
                  <a:cubicBezTo>
                    <a:pt x="149" y="7"/>
                    <a:pt x="142" y="9"/>
                    <a:pt x="135" y="11"/>
                  </a:cubicBezTo>
                  <a:cubicBezTo>
                    <a:pt x="128" y="4"/>
                    <a:pt x="120" y="0"/>
                    <a:pt x="111" y="0"/>
                  </a:cubicBezTo>
                  <a:cubicBezTo>
                    <a:pt x="92" y="0"/>
                    <a:pt x="77" y="15"/>
                    <a:pt x="77" y="34"/>
                  </a:cubicBezTo>
                  <a:cubicBezTo>
                    <a:pt x="77" y="36"/>
                    <a:pt x="77" y="38"/>
                    <a:pt x="78" y="40"/>
                  </a:cubicBezTo>
                  <a:cubicBezTo>
                    <a:pt x="52" y="39"/>
                    <a:pt x="29" y="26"/>
                    <a:pt x="12" y="7"/>
                  </a:cubicBezTo>
                  <a:cubicBezTo>
                    <a:pt x="12" y="6"/>
                    <a:pt x="12" y="6"/>
                    <a:pt x="12" y="6"/>
                  </a:cubicBezTo>
                  <a:cubicBezTo>
                    <a:pt x="11" y="6"/>
                    <a:pt x="11" y="6"/>
                    <a:pt x="11" y="7"/>
                  </a:cubicBezTo>
                  <a:cubicBezTo>
                    <a:pt x="8" y="12"/>
                    <a:pt x="7" y="18"/>
                    <a:pt x="7" y="23"/>
                  </a:cubicBezTo>
                  <a:cubicBezTo>
                    <a:pt x="7" y="34"/>
                    <a:pt x="11" y="43"/>
                    <a:pt x="19" y="50"/>
                  </a:cubicBezTo>
                  <a:cubicBezTo>
                    <a:pt x="15" y="49"/>
                    <a:pt x="11" y="48"/>
                    <a:pt x="7" y="46"/>
                  </a:cubicBezTo>
                  <a:cubicBezTo>
                    <a:pt x="7" y="46"/>
                    <a:pt x="7" y="46"/>
                    <a:pt x="7" y="46"/>
                  </a:cubicBezTo>
                  <a:cubicBezTo>
                    <a:pt x="6" y="46"/>
                    <a:pt x="6" y="46"/>
                    <a:pt x="6" y="47"/>
                  </a:cubicBezTo>
                  <a:cubicBezTo>
                    <a:pt x="6" y="47"/>
                    <a:pt x="6" y="47"/>
                    <a:pt x="6" y="47"/>
                  </a:cubicBezTo>
                  <a:cubicBezTo>
                    <a:pt x="6" y="62"/>
                    <a:pt x="16" y="75"/>
                    <a:pt x="30" y="79"/>
                  </a:cubicBezTo>
                  <a:cubicBezTo>
                    <a:pt x="26" y="79"/>
                    <a:pt x="22" y="79"/>
                    <a:pt x="19" y="79"/>
                  </a:cubicBezTo>
                  <a:cubicBezTo>
                    <a:pt x="18" y="79"/>
                    <a:pt x="18" y="79"/>
                    <a:pt x="18" y="79"/>
                  </a:cubicBezTo>
                  <a:cubicBezTo>
                    <a:pt x="18" y="79"/>
                    <a:pt x="18" y="79"/>
                    <a:pt x="18" y="80"/>
                  </a:cubicBezTo>
                  <a:cubicBezTo>
                    <a:pt x="22" y="93"/>
                    <a:pt x="33" y="102"/>
                    <a:pt x="47" y="103"/>
                  </a:cubicBezTo>
                  <a:cubicBezTo>
                    <a:pt x="36" y="111"/>
                    <a:pt x="22" y="115"/>
                    <a:pt x="8" y="115"/>
                  </a:cubicBezTo>
                  <a:cubicBezTo>
                    <a:pt x="6" y="115"/>
                    <a:pt x="3" y="115"/>
                    <a:pt x="1" y="115"/>
                  </a:cubicBezTo>
                  <a:cubicBezTo>
                    <a:pt x="0" y="115"/>
                    <a:pt x="0" y="115"/>
                    <a:pt x="0" y="115"/>
                  </a:cubicBezTo>
                  <a:cubicBezTo>
                    <a:pt x="0" y="116"/>
                    <a:pt x="0" y="116"/>
                    <a:pt x="0" y="116"/>
                  </a:cubicBezTo>
                  <a:cubicBezTo>
                    <a:pt x="15" y="126"/>
                    <a:pt x="33" y="131"/>
                    <a:pt x="51" y="131"/>
                  </a:cubicBezTo>
                  <a:cubicBezTo>
                    <a:pt x="109" y="131"/>
                    <a:pt x="144" y="83"/>
                    <a:pt x="144" y="38"/>
                  </a:cubicBezTo>
                  <a:cubicBezTo>
                    <a:pt x="144" y="36"/>
                    <a:pt x="144" y="35"/>
                    <a:pt x="144" y="34"/>
                  </a:cubicBezTo>
                  <a:cubicBezTo>
                    <a:pt x="150" y="29"/>
                    <a:pt x="156" y="23"/>
                    <a:pt x="160" y="17"/>
                  </a:cubicBezTo>
                  <a:cubicBezTo>
                    <a:pt x="160" y="17"/>
                    <a:pt x="160" y="16"/>
                    <a:pt x="160" y="16"/>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sp>
          <p:nvSpPr>
            <p:cNvPr id="30" name="Freeform 21"/>
            <p:cNvSpPr>
              <a:spLocks/>
            </p:cNvSpPr>
            <p:nvPr/>
          </p:nvSpPr>
          <p:spPr bwMode="auto">
            <a:xfrm>
              <a:off x="5235659" y="5934143"/>
              <a:ext cx="207145" cy="261714"/>
            </a:xfrm>
            <a:custGeom>
              <a:avLst/>
              <a:gdLst>
                <a:gd name="T0" fmla="*/ 129 w 323"/>
                <a:gd name="T1" fmla="*/ 272 h 408"/>
                <a:gd name="T2" fmla="*/ 68 w 323"/>
                <a:gd name="T3" fmla="*/ 408 h 408"/>
                <a:gd name="T4" fmla="*/ 98 w 323"/>
                <a:gd name="T5" fmla="*/ 196 h 408"/>
                <a:gd name="T6" fmla="*/ 149 w 323"/>
                <a:gd name="T7" fmla="*/ 99 h 408"/>
                <a:gd name="T8" fmla="*/ 172 w 323"/>
                <a:gd name="T9" fmla="*/ 257 h 408"/>
                <a:gd name="T10" fmla="*/ 234 w 323"/>
                <a:gd name="T11" fmla="*/ 73 h 408"/>
                <a:gd name="T12" fmla="*/ 47 w 323"/>
                <a:gd name="T13" fmla="*/ 173 h 408"/>
                <a:gd name="T14" fmla="*/ 57 w 323"/>
                <a:gd name="T15" fmla="*/ 239 h 408"/>
                <a:gd name="T16" fmla="*/ 1 w 323"/>
                <a:gd name="T17" fmla="*/ 147 h 408"/>
                <a:gd name="T18" fmla="*/ 137 w 323"/>
                <a:gd name="T19" fmla="*/ 9 h 408"/>
                <a:gd name="T20" fmla="*/ 310 w 323"/>
                <a:gd name="T21" fmla="*/ 119 h 408"/>
                <a:gd name="T22" fmla="*/ 183 w 323"/>
                <a:gd name="T23" fmla="*/ 298 h 408"/>
                <a:gd name="T24" fmla="*/ 129 w 323"/>
                <a:gd name="T25" fmla="*/ 272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3" h="408">
                  <a:moveTo>
                    <a:pt x="129" y="272"/>
                  </a:moveTo>
                  <a:cubicBezTo>
                    <a:pt x="118" y="328"/>
                    <a:pt x="106" y="380"/>
                    <a:pt x="68" y="408"/>
                  </a:cubicBezTo>
                  <a:cubicBezTo>
                    <a:pt x="56" y="325"/>
                    <a:pt x="85" y="262"/>
                    <a:pt x="98" y="196"/>
                  </a:cubicBezTo>
                  <a:cubicBezTo>
                    <a:pt x="75" y="157"/>
                    <a:pt x="101" y="80"/>
                    <a:pt x="149" y="99"/>
                  </a:cubicBezTo>
                  <a:cubicBezTo>
                    <a:pt x="209" y="122"/>
                    <a:pt x="98" y="242"/>
                    <a:pt x="172" y="257"/>
                  </a:cubicBezTo>
                  <a:cubicBezTo>
                    <a:pt x="250" y="273"/>
                    <a:pt x="282" y="122"/>
                    <a:pt x="234" y="73"/>
                  </a:cubicBezTo>
                  <a:cubicBezTo>
                    <a:pt x="164" y="2"/>
                    <a:pt x="31" y="72"/>
                    <a:pt x="47" y="173"/>
                  </a:cubicBezTo>
                  <a:cubicBezTo>
                    <a:pt x="51" y="198"/>
                    <a:pt x="77" y="205"/>
                    <a:pt x="57" y="239"/>
                  </a:cubicBezTo>
                  <a:cubicBezTo>
                    <a:pt x="13" y="229"/>
                    <a:pt x="0" y="194"/>
                    <a:pt x="1" y="147"/>
                  </a:cubicBezTo>
                  <a:cubicBezTo>
                    <a:pt x="4" y="70"/>
                    <a:pt x="70" y="17"/>
                    <a:pt x="137" y="9"/>
                  </a:cubicBezTo>
                  <a:cubicBezTo>
                    <a:pt x="221" y="0"/>
                    <a:pt x="300" y="40"/>
                    <a:pt x="310" y="119"/>
                  </a:cubicBezTo>
                  <a:cubicBezTo>
                    <a:pt x="323" y="208"/>
                    <a:pt x="273" y="305"/>
                    <a:pt x="183" y="298"/>
                  </a:cubicBezTo>
                  <a:cubicBezTo>
                    <a:pt x="158" y="296"/>
                    <a:pt x="148" y="284"/>
                    <a:pt x="129" y="272"/>
                  </a:cubicBezTo>
                  <a:close/>
                </a:path>
              </a:pathLst>
            </a:custGeom>
            <a:solidFill>
              <a:schemeClr val="bg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mn-cs"/>
              </a:endParaRPr>
            </a:p>
          </p:txBody>
        </p:sp>
        <p:sp>
          <p:nvSpPr>
            <p:cNvPr id="31" name="Freeform 62"/>
            <p:cNvSpPr>
              <a:spLocks/>
            </p:cNvSpPr>
            <p:nvPr/>
          </p:nvSpPr>
          <p:spPr bwMode="auto">
            <a:xfrm>
              <a:off x="4063583" y="5934143"/>
              <a:ext cx="134925" cy="261714"/>
            </a:xfrm>
            <a:custGeom>
              <a:avLst/>
              <a:gdLst>
                <a:gd name="T0" fmla="*/ 84 w 84"/>
                <a:gd name="T1" fmla="*/ 27 h 163"/>
                <a:gd name="T2" fmla="*/ 69 w 84"/>
                <a:gd name="T3" fmla="*/ 27 h 163"/>
                <a:gd name="T4" fmla="*/ 54 w 84"/>
                <a:gd name="T5" fmla="*/ 41 h 163"/>
                <a:gd name="T6" fmla="*/ 54 w 84"/>
                <a:gd name="T7" fmla="*/ 60 h 163"/>
                <a:gd name="T8" fmla="*/ 83 w 84"/>
                <a:gd name="T9" fmla="*/ 60 h 163"/>
                <a:gd name="T10" fmla="*/ 83 w 84"/>
                <a:gd name="T11" fmla="*/ 88 h 163"/>
                <a:gd name="T12" fmla="*/ 54 w 84"/>
                <a:gd name="T13" fmla="*/ 88 h 163"/>
                <a:gd name="T14" fmla="*/ 54 w 84"/>
                <a:gd name="T15" fmla="*/ 163 h 163"/>
                <a:gd name="T16" fmla="*/ 25 w 84"/>
                <a:gd name="T17" fmla="*/ 163 h 163"/>
                <a:gd name="T18" fmla="*/ 25 w 84"/>
                <a:gd name="T19" fmla="*/ 88 h 163"/>
                <a:gd name="T20" fmla="*/ 0 w 84"/>
                <a:gd name="T21" fmla="*/ 88 h 163"/>
                <a:gd name="T22" fmla="*/ 0 w 84"/>
                <a:gd name="T23" fmla="*/ 60 h 163"/>
                <a:gd name="T24" fmla="*/ 25 w 84"/>
                <a:gd name="T25" fmla="*/ 60 h 163"/>
                <a:gd name="T26" fmla="*/ 25 w 84"/>
                <a:gd name="T27" fmla="*/ 38 h 163"/>
                <a:gd name="T28" fmla="*/ 62 w 84"/>
                <a:gd name="T29" fmla="*/ 0 h 163"/>
                <a:gd name="T30" fmla="*/ 84 w 84"/>
                <a:gd name="T31" fmla="*/ 0 h 163"/>
                <a:gd name="T32" fmla="*/ 84 w 84"/>
                <a:gd name="T33" fmla="*/ 27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63">
                  <a:moveTo>
                    <a:pt x="84" y="27"/>
                  </a:moveTo>
                  <a:cubicBezTo>
                    <a:pt x="69" y="27"/>
                    <a:pt x="69" y="27"/>
                    <a:pt x="69" y="27"/>
                  </a:cubicBezTo>
                  <a:cubicBezTo>
                    <a:pt x="57" y="27"/>
                    <a:pt x="54" y="33"/>
                    <a:pt x="54" y="41"/>
                  </a:cubicBezTo>
                  <a:cubicBezTo>
                    <a:pt x="54" y="60"/>
                    <a:pt x="54" y="60"/>
                    <a:pt x="54" y="60"/>
                  </a:cubicBezTo>
                  <a:cubicBezTo>
                    <a:pt x="83" y="60"/>
                    <a:pt x="83" y="60"/>
                    <a:pt x="83" y="60"/>
                  </a:cubicBezTo>
                  <a:cubicBezTo>
                    <a:pt x="83" y="88"/>
                    <a:pt x="83" y="88"/>
                    <a:pt x="83" y="88"/>
                  </a:cubicBezTo>
                  <a:cubicBezTo>
                    <a:pt x="54" y="88"/>
                    <a:pt x="54" y="88"/>
                    <a:pt x="54" y="88"/>
                  </a:cubicBezTo>
                  <a:cubicBezTo>
                    <a:pt x="54" y="163"/>
                    <a:pt x="54" y="163"/>
                    <a:pt x="54" y="163"/>
                  </a:cubicBezTo>
                  <a:cubicBezTo>
                    <a:pt x="25" y="163"/>
                    <a:pt x="25" y="163"/>
                    <a:pt x="25" y="163"/>
                  </a:cubicBezTo>
                  <a:cubicBezTo>
                    <a:pt x="25" y="88"/>
                    <a:pt x="25" y="88"/>
                    <a:pt x="25" y="88"/>
                  </a:cubicBezTo>
                  <a:cubicBezTo>
                    <a:pt x="0" y="88"/>
                    <a:pt x="0" y="88"/>
                    <a:pt x="0" y="88"/>
                  </a:cubicBezTo>
                  <a:cubicBezTo>
                    <a:pt x="0" y="60"/>
                    <a:pt x="0" y="60"/>
                    <a:pt x="0" y="60"/>
                  </a:cubicBezTo>
                  <a:cubicBezTo>
                    <a:pt x="25" y="60"/>
                    <a:pt x="25" y="60"/>
                    <a:pt x="25" y="60"/>
                  </a:cubicBezTo>
                  <a:cubicBezTo>
                    <a:pt x="25" y="38"/>
                    <a:pt x="25" y="38"/>
                    <a:pt x="25" y="38"/>
                  </a:cubicBezTo>
                  <a:cubicBezTo>
                    <a:pt x="25" y="13"/>
                    <a:pt x="40" y="0"/>
                    <a:pt x="62" y="0"/>
                  </a:cubicBezTo>
                  <a:cubicBezTo>
                    <a:pt x="84" y="0"/>
                    <a:pt x="84" y="0"/>
                    <a:pt x="84" y="0"/>
                  </a:cubicBezTo>
                  <a:lnTo>
                    <a:pt x="84" y="27"/>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grpSp>
      <p:grpSp>
        <p:nvGrpSpPr>
          <p:cNvPr id="32" name="Group 31"/>
          <p:cNvGrpSpPr/>
          <p:nvPr userDrawn="1"/>
        </p:nvGrpSpPr>
        <p:grpSpPr>
          <a:xfrm>
            <a:off x="4371030" y="5929154"/>
            <a:ext cx="615286" cy="184176"/>
            <a:chOff x="3872969" y="5806923"/>
            <a:chExt cx="1724341" cy="516155"/>
          </a:xfrm>
        </p:grpSpPr>
        <p:sp>
          <p:nvSpPr>
            <p:cNvPr id="33" name="Oval 32"/>
            <p:cNvSpPr/>
            <p:nvPr/>
          </p:nvSpPr>
          <p:spPr>
            <a:xfrm>
              <a:off x="3872969"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34" name="Oval 33"/>
            <p:cNvSpPr/>
            <p:nvPr/>
          </p:nvSpPr>
          <p:spPr>
            <a:xfrm>
              <a:off x="4477062"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35" name="Oval 34"/>
            <p:cNvSpPr/>
            <p:nvPr/>
          </p:nvSpPr>
          <p:spPr>
            <a:xfrm>
              <a:off x="5081155"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36" name="Freeform 63"/>
            <p:cNvSpPr>
              <a:spLocks/>
            </p:cNvSpPr>
            <p:nvPr/>
          </p:nvSpPr>
          <p:spPr bwMode="auto">
            <a:xfrm>
              <a:off x="4576091" y="5937921"/>
              <a:ext cx="318095" cy="261714"/>
            </a:xfrm>
            <a:custGeom>
              <a:avLst/>
              <a:gdLst>
                <a:gd name="T0" fmla="*/ 160 w 160"/>
                <a:gd name="T1" fmla="*/ 16 h 131"/>
                <a:gd name="T2" fmla="*/ 159 w 160"/>
                <a:gd name="T3" fmla="*/ 16 h 131"/>
                <a:gd name="T4" fmla="*/ 144 w 160"/>
                <a:gd name="T5" fmla="*/ 20 h 131"/>
                <a:gd name="T6" fmla="*/ 156 w 160"/>
                <a:gd name="T7" fmla="*/ 4 h 131"/>
                <a:gd name="T8" fmla="*/ 156 w 160"/>
                <a:gd name="T9" fmla="*/ 3 h 131"/>
                <a:gd name="T10" fmla="*/ 155 w 160"/>
                <a:gd name="T11" fmla="*/ 3 h 131"/>
                <a:gd name="T12" fmla="*/ 135 w 160"/>
                <a:gd name="T13" fmla="*/ 11 h 131"/>
                <a:gd name="T14" fmla="*/ 111 w 160"/>
                <a:gd name="T15" fmla="*/ 0 h 131"/>
                <a:gd name="T16" fmla="*/ 77 w 160"/>
                <a:gd name="T17" fmla="*/ 34 h 131"/>
                <a:gd name="T18" fmla="*/ 78 w 160"/>
                <a:gd name="T19" fmla="*/ 40 h 131"/>
                <a:gd name="T20" fmla="*/ 12 w 160"/>
                <a:gd name="T21" fmla="*/ 7 h 131"/>
                <a:gd name="T22" fmla="*/ 12 w 160"/>
                <a:gd name="T23" fmla="*/ 6 h 131"/>
                <a:gd name="T24" fmla="*/ 11 w 160"/>
                <a:gd name="T25" fmla="*/ 7 h 131"/>
                <a:gd name="T26" fmla="*/ 7 w 160"/>
                <a:gd name="T27" fmla="*/ 23 h 131"/>
                <a:gd name="T28" fmla="*/ 19 w 160"/>
                <a:gd name="T29" fmla="*/ 50 h 131"/>
                <a:gd name="T30" fmla="*/ 7 w 160"/>
                <a:gd name="T31" fmla="*/ 46 h 131"/>
                <a:gd name="T32" fmla="*/ 7 w 160"/>
                <a:gd name="T33" fmla="*/ 46 h 131"/>
                <a:gd name="T34" fmla="*/ 6 w 160"/>
                <a:gd name="T35" fmla="*/ 47 h 131"/>
                <a:gd name="T36" fmla="*/ 6 w 160"/>
                <a:gd name="T37" fmla="*/ 47 h 131"/>
                <a:gd name="T38" fmla="*/ 30 w 160"/>
                <a:gd name="T39" fmla="*/ 79 h 131"/>
                <a:gd name="T40" fmla="*/ 19 w 160"/>
                <a:gd name="T41" fmla="*/ 79 h 131"/>
                <a:gd name="T42" fmla="*/ 18 w 160"/>
                <a:gd name="T43" fmla="*/ 79 h 131"/>
                <a:gd name="T44" fmla="*/ 18 w 160"/>
                <a:gd name="T45" fmla="*/ 80 h 131"/>
                <a:gd name="T46" fmla="*/ 47 w 160"/>
                <a:gd name="T47" fmla="*/ 103 h 131"/>
                <a:gd name="T48" fmla="*/ 8 w 160"/>
                <a:gd name="T49" fmla="*/ 115 h 131"/>
                <a:gd name="T50" fmla="*/ 1 w 160"/>
                <a:gd name="T51" fmla="*/ 115 h 131"/>
                <a:gd name="T52" fmla="*/ 0 w 160"/>
                <a:gd name="T53" fmla="*/ 115 h 131"/>
                <a:gd name="T54" fmla="*/ 0 w 160"/>
                <a:gd name="T55" fmla="*/ 116 h 131"/>
                <a:gd name="T56" fmla="*/ 51 w 160"/>
                <a:gd name="T57" fmla="*/ 131 h 131"/>
                <a:gd name="T58" fmla="*/ 144 w 160"/>
                <a:gd name="T59" fmla="*/ 38 h 131"/>
                <a:gd name="T60" fmla="*/ 144 w 160"/>
                <a:gd name="T61" fmla="*/ 34 h 131"/>
                <a:gd name="T62" fmla="*/ 160 w 160"/>
                <a:gd name="T63" fmla="*/ 17 h 131"/>
                <a:gd name="T64" fmla="*/ 160 w 160"/>
                <a:gd name="T65" fmla="*/ 1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0" h="131">
                  <a:moveTo>
                    <a:pt x="160" y="16"/>
                  </a:moveTo>
                  <a:cubicBezTo>
                    <a:pt x="160" y="16"/>
                    <a:pt x="160" y="16"/>
                    <a:pt x="159" y="16"/>
                  </a:cubicBezTo>
                  <a:cubicBezTo>
                    <a:pt x="154" y="18"/>
                    <a:pt x="149" y="19"/>
                    <a:pt x="144" y="20"/>
                  </a:cubicBezTo>
                  <a:cubicBezTo>
                    <a:pt x="150" y="16"/>
                    <a:pt x="154" y="10"/>
                    <a:pt x="156" y="4"/>
                  </a:cubicBezTo>
                  <a:cubicBezTo>
                    <a:pt x="156" y="3"/>
                    <a:pt x="156" y="3"/>
                    <a:pt x="156" y="3"/>
                  </a:cubicBezTo>
                  <a:cubicBezTo>
                    <a:pt x="155" y="3"/>
                    <a:pt x="155" y="3"/>
                    <a:pt x="155" y="3"/>
                  </a:cubicBezTo>
                  <a:cubicBezTo>
                    <a:pt x="149" y="7"/>
                    <a:pt x="142" y="9"/>
                    <a:pt x="135" y="11"/>
                  </a:cubicBezTo>
                  <a:cubicBezTo>
                    <a:pt x="128" y="4"/>
                    <a:pt x="120" y="0"/>
                    <a:pt x="111" y="0"/>
                  </a:cubicBezTo>
                  <a:cubicBezTo>
                    <a:pt x="92" y="0"/>
                    <a:pt x="77" y="15"/>
                    <a:pt x="77" y="34"/>
                  </a:cubicBezTo>
                  <a:cubicBezTo>
                    <a:pt x="77" y="36"/>
                    <a:pt x="77" y="38"/>
                    <a:pt x="78" y="40"/>
                  </a:cubicBezTo>
                  <a:cubicBezTo>
                    <a:pt x="52" y="39"/>
                    <a:pt x="29" y="26"/>
                    <a:pt x="12" y="7"/>
                  </a:cubicBezTo>
                  <a:cubicBezTo>
                    <a:pt x="12" y="6"/>
                    <a:pt x="12" y="6"/>
                    <a:pt x="12" y="6"/>
                  </a:cubicBezTo>
                  <a:cubicBezTo>
                    <a:pt x="11" y="6"/>
                    <a:pt x="11" y="6"/>
                    <a:pt x="11" y="7"/>
                  </a:cubicBezTo>
                  <a:cubicBezTo>
                    <a:pt x="8" y="12"/>
                    <a:pt x="7" y="18"/>
                    <a:pt x="7" y="23"/>
                  </a:cubicBezTo>
                  <a:cubicBezTo>
                    <a:pt x="7" y="34"/>
                    <a:pt x="11" y="43"/>
                    <a:pt x="19" y="50"/>
                  </a:cubicBezTo>
                  <a:cubicBezTo>
                    <a:pt x="15" y="49"/>
                    <a:pt x="11" y="48"/>
                    <a:pt x="7" y="46"/>
                  </a:cubicBezTo>
                  <a:cubicBezTo>
                    <a:pt x="7" y="46"/>
                    <a:pt x="7" y="46"/>
                    <a:pt x="7" y="46"/>
                  </a:cubicBezTo>
                  <a:cubicBezTo>
                    <a:pt x="6" y="46"/>
                    <a:pt x="6" y="46"/>
                    <a:pt x="6" y="47"/>
                  </a:cubicBezTo>
                  <a:cubicBezTo>
                    <a:pt x="6" y="47"/>
                    <a:pt x="6" y="47"/>
                    <a:pt x="6" y="47"/>
                  </a:cubicBezTo>
                  <a:cubicBezTo>
                    <a:pt x="6" y="62"/>
                    <a:pt x="16" y="75"/>
                    <a:pt x="30" y="79"/>
                  </a:cubicBezTo>
                  <a:cubicBezTo>
                    <a:pt x="26" y="79"/>
                    <a:pt x="22" y="79"/>
                    <a:pt x="19" y="79"/>
                  </a:cubicBezTo>
                  <a:cubicBezTo>
                    <a:pt x="18" y="79"/>
                    <a:pt x="18" y="79"/>
                    <a:pt x="18" y="79"/>
                  </a:cubicBezTo>
                  <a:cubicBezTo>
                    <a:pt x="18" y="79"/>
                    <a:pt x="18" y="79"/>
                    <a:pt x="18" y="80"/>
                  </a:cubicBezTo>
                  <a:cubicBezTo>
                    <a:pt x="22" y="93"/>
                    <a:pt x="33" y="102"/>
                    <a:pt x="47" y="103"/>
                  </a:cubicBezTo>
                  <a:cubicBezTo>
                    <a:pt x="36" y="111"/>
                    <a:pt x="22" y="115"/>
                    <a:pt x="8" y="115"/>
                  </a:cubicBezTo>
                  <a:cubicBezTo>
                    <a:pt x="6" y="115"/>
                    <a:pt x="3" y="115"/>
                    <a:pt x="1" y="115"/>
                  </a:cubicBezTo>
                  <a:cubicBezTo>
                    <a:pt x="0" y="115"/>
                    <a:pt x="0" y="115"/>
                    <a:pt x="0" y="115"/>
                  </a:cubicBezTo>
                  <a:cubicBezTo>
                    <a:pt x="0" y="116"/>
                    <a:pt x="0" y="116"/>
                    <a:pt x="0" y="116"/>
                  </a:cubicBezTo>
                  <a:cubicBezTo>
                    <a:pt x="15" y="126"/>
                    <a:pt x="33" y="131"/>
                    <a:pt x="51" y="131"/>
                  </a:cubicBezTo>
                  <a:cubicBezTo>
                    <a:pt x="109" y="131"/>
                    <a:pt x="144" y="83"/>
                    <a:pt x="144" y="38"/>
                  </a:cubicBezTo>
                  <a:cubicBezTo>
                    <a:pt x="144" y="36"/>
                    <a:pt x="144" y="35"/>
                    <a:pt x="144" y="34"/>
                  </a:cubicBezTo>
                  <a:cubicBezTo>
                    <a:pt x="150" y="29"/>
                    <a:pt x="156" y="23"/>
                    <a:pt x="160" y="17"/>
                  </a:cubicBezTo>
                  <a:cubicBezTo>
                    <a:pt x="160" y="17"/>
                    <a:pt x="160" y="16"/>
                    <a:pt x="160" y="16"/>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sp>
          <p:nvSpPr>
            <p:cNvPr id="37" name="Freeform 21"/>
            <p:cNvSpPr>
              <a:spLocks/>
            </p:cNvSpPr>
            <p:nvPr/>
          </p:nvSpPr>
          <p:spPr bwMode="auto">
            <a:xfrm>
              <a:off x="5235659" y="5934143"/>
              <a:ext cx="207145" cy="261714"/>
            </a:xfrm>
            <a:custGeom>
              <a:avLst/>
              <a:gdLst>
                <a:gd name="T0" fmla="*/ 129 w 323"/>
                <a:gd name="T1" fmla="*/ 272 h 408"/>
                <a:gd name="T2" fmla="*/ 68 w 323"/>
                <a:gd name="T3" fmla="*/ 408 h 408"/>
                <a:gd name="T4" fmla="*/ 98 w 323"/>
                <a:gd name="T5" fmla="*/ 196 h 408"/>
                <a:gd name="T6" fmla="*/ 149 w 323"/>
                <a:gd name="T7" fmla="*/ 99 h 408"/>
                <a:gd name="T8" fmla="*/ 172 w 323"/>
                <a:gd name="T9" fmla="*/ 257 h 408"/>
                <a:gd name="T10" fmla="*/ 234 w 323"/>
                <a:gd name="T11" fmla="*/ 73 h 408"/>
                <a:gd name="T12" fmla="*/ 47 w 323"/>
                <a:gd name="T13" fmla="*/ 173 h 408"/>
                <a:gd name="T14" fmla="*/ 57 w 323"/>
                <a:gd name="T15" fmla="*/ 239 h 408"/>
                <a:gd name="T16" fmla="*/ 1 w 323"/>
                <a:gd name="T17" fmla="*/ 147 h 408"/>
                <a:gd name="T18" fmla="*/ 137 w 323"/>
                <a:gd name="T19" fmla="*/ 9 h 408"/>
                <a:gd name="T20" fmla="*/ 310 w 323"/>
                <a:gd name="T21" fmla="*/ 119 h 408"/>
                <a:gd name="T22" fmla="*/ 183 w 323"/>
                <a:gd name="T23" fmla="*/ 298 h 408"/>
                <a:gd name="T24" fmla="*/ 129 w 323"/>
                <a:gd name="T25" fmla="*/ 272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3" h="408">
                  <a:moveTo>
                    <a:pt x="129" y="272"/>
                  </a:moveTo>
                  <a:cubicBezTo>
                    <a:pt x="118" y="328"/>
                    <a:pt x="106" y="380"/>
                    <a:pt x="68" y="408"/>
                  </a:cubicBezTo>
                  <a:cubicBezTo>
                    <a:pt x="56" y="325"/>
                    <a:pt x="85" y="262"/>
                    <a:pt x="98" y="196"/>
                  </a:cubicBezTo>
                  <a:cubicBezTo>
                    <a:pt x="75" y="157"/>
                    <a:pt x="101" y="80"/>
                    <a:pt x="149" y="99"/>
                  </a:cubicBezTo>
                  <a:cubicBezTo>
                    <a:pt x="209" y="122"/>
                    <a:pt x="98" y="242"/>
                    <a:pt x="172" y="257"/>
                  </a:cubicBezTo>
                  <a:cubicBezTo>
                    <a:pt x="250" y="273"/>
                    <a:pt x="282" y="122"/>
                    <a:pt x="234" y="73"/>
                  </a:cubicBezTo>
                  <a:cubicBezTo>
                    <a:pt x="164" y="2"/>
                    <a:pt x="31" y="72"/>
                    <a:pt x="47" y="173"/>
                  </a:cubicBezTo>
                  <a:cubicBezTo>
                    <a:pt x="51" y="198"/>
                    <a:pt x="77" y="205"/>
                    <a:pt x="57" y="239"/>
                  </a:cubicBezTo>
                  <a:cubicBezTo>
                    <a:pt x="13" y="229"/>
                    <a:pt x="0" y="194"/>
                    <a:pt x="1" y="147"/>
                  </a:cubicBezTo>
                  <a:cubicBezTo>
                    <a:pt x="4" y="70"/>
                    <a:pt x="70" y="17"/>
                    <a:pt x="137" y="9"/>
                  </a:cubicBezTo>
                  <a:cubicBezTo>
                    <a:pt x="221" y="0"/>
                    <a:pt x="300" y="40"/>
                    <a:pt x="310" y="119"/>
                  </a:cubicBezTo>
                  <a:cubicBezTo>
                    <a:pt x="323" y="208"/>
                    <a:pt x="273" y="305"/>
                    <a:pt x="183" y="298"/>
                  </a:cubicBezTo>
                  <a:cubicBezTo>
                    <a:pt x="158" y="296"/>
                    <a:pt x="148" y="284"/>
                    <a:pt x="129" y="272"/>
                  </a:cubicBezTo>
                  <a:close/>
                </a:path>
              </a:pathLst>
            </a:custGeom>
            <a:solidFill>
              <a:schemeClr val="bg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mn-cs"/>
              </a:endParaRPr>
            </a:p>
          </p:txBody>
        </p:sp>
        <p:sp>
          <p:nvSpPr>
            <p:cNvPr id="38" name="Freeform 62"/>
            <p:cNvSpPr>
              <a:spLocks/>
            </p:cNvSpPr>
            <p:nvPr/>
          </p:nvSpPr>
          <p:spPr bwMode="auto">
            <a:xfrm>
              <a:off x="4063583" y="5934143"/>
              <a:ext cx="134925" cy="261714"/>
            </a:xfrm>
            <a:custGeom>
              <a:avLst/>
              <a:gdLst>
                <a:gd name="T0" fmla="*/ 84 w 84"/>
                <a:gd name="T1" fmla="*/ 27 h 163"/>
                <a:gd name="T2" fmla="*/ 69 w 84"/>
                <a:gd name="T3" fmla="*/ 27 h 163"/>
                <a:gd name="T4" fmla="*/ 54 w 84"/>
                <a:gd name="T5" fmla="*/ 41 h 163"/>
                <a:gd name="T6" fmla="*/ 54 w 84"/>
                <a:gd name="T7" fmla="*/ 60 h 163"/>
                <a:gd name="T8" fmla="*/ 83 w 84"/>
                <a:gd name="T9" fmla="*/ 60 h 163"/>
                <a:gd name="T10" fmla="*/ 83 w 84"/>
                <a:gd name="T11" fmla="*/ 88 h 163"/>
                <a:gd name="T12" fmla="*/ 54 w 84"/>
                <a:gd name="T13" fmla="*/ 88 h 163"/>
                <a:gd name="T14" fmla="*/ 54 w 84"/>
                <a:gd name="T15" fmla="*/ 163 h 163"/>
                <a:gd name="T16" fmla="*/ 25 w 84"/>
                <a:gd name="T17" fmla="*/ 163 h 163"/>
                <a:gd name="T18" fmla="*/ 25 w 84"/>
                <a:gd name="T19" fmla="*/ 88 h 163"/>
                <a:gd name="T20" fmla="*/ 0 w 84"/>
                <a:gd name="T21" fmla="*/ 88 h 163"/>
                <a:gd name="T22" fmla="*/ 0 w 84"/>
                <a:gd name="T23" fmla="*/ 60 h 163"/>
                <a:gd name="T24" fmla="*/ 25 w 84"/>
                <a:gd name="T25" fmla="*/ 60 h 163"/>
                <a:gd name="T26" fmla="*/ 25 w 84"/>
                <a:gd name="T27" fmla="*/ 38 h 163"/>
                <a:gd name="T28" fmla="*/ 62 w 84"/>
                <a:gd name="T29" fmla="*/ 0 h 163"/>
                <a:gd name="T30" fmla="*/ 84 w 84"/>
                <a:gd name="T31" fmla="*/ 0 h 163"/>
                <a:gd name="T32" fmla="*/ 84 w 84"/>
                <a:gd name="T33" fmla="*/ 27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63">
                  <a:moveTo>
                    <a:pt x="84" y="27"/>
                  </a:moveTo>
                  <a:cubicBezTo>
                    <a:pt x="69" y="27"/>
                    <a:pt x="69" y="27"/>
                    <a:pt x="69" y="27"/>
                  </a:cubicBezTo>
                  <a:cubicBezTo>
                    <a:pt x="57" y="27"/>
                    <a:pt x="54" y="33"/>
                    <a:pt x="54" y="41"/>
                  </a:cubicBezTo>
                  <a:cubicBezTo>
                    <a:pt x="54" y="60"/>
                    <a:pt x="54" y="60"/>
                    <a:pt x="54" y="60"/>
                  </a:cubicBezTo>
                  <a:cubicBezTo>
                    <a:pt x="83" y="60"/>
                    <a:pt x="83" y="60"/>
                    <a:pt x="83" y="60"/>
                  </a:cubicBezTo>
                  <a:cubicBezTo>
                    <a:pt x="83" y="88"/>
                    <a:pt x="83" y="88"/>
                    <a:pt x="83" y="88"/>
                  </a:cubicBezTo>
                  <a:cubicBezTo>
                    <a:pt x="54" y="88"/>
                    <a:pt x="54" y="88"/>
                    <a:pt x="54" y="88"/>
                  </a:cubicBezTo>
                  <a:cubicBezTo>
                    <a:pt x="54" y="163"/>
                    <a:pt x="54" y="163"/>
                    <a:pt x="54" y="163"/>
                  </a:cubicBezTo>
                  <a:cubicBezTo>
                    <a:pt x="25" y="163"/>
                    <a:pt x="25" y="163"/>
                    <a:pt x="25" y="163"/>
                  </a:cubicBezTo>
                  <a:cubicBezTo>
                    <a:pt x="25" y="88"/>
                    <a:pt x="25" y="88"/>
                    <a:pt x="25" y="88"/>
                  </a:cubicBezTo>
                  <a:cubicBezTo>
                    <a:pt x="0" y="88"/>
                    <a:pt x="0" y="88"/>
                    <a:pt x="0" y="88"/>
                  </a:cubicBezTo>
                  <a:cubicBezTo>
                    <a:pt x="0" y="60"/>
                    <a:pt x="0" y="60"/>
                    <a:pt x="0" y="60"/>
                  </a:cubicBezTo>
                  <a:cubicBezTo>
                    <a:pt x="25" y="60"/>
                    <a:pt x="25" y="60"/>
                    <a:pt x="25" y="60"/>
                  </a:cubicBezTo>
                  <a:cubicBezTo>
                    <a:pt x="25" y="38"/>
                    <a:pt x="25" y="38"/>
                    <a:pt x="25" y="38"/>
                  </a:cubicBezTo>
                  <a:cubicBezTo>
                    <a:pt x="25" y="13"/>
                    <a:pt x="40" y="0"/>
                    <a:pt x="62" y="0"/>
                  </a:cubicBezTo>
                  <a:cubicBezTo>
                    <a:pt x="84" y="0"/>
                    <a:pt x="84" y="0"/>
                    <a:pt x="84" y="0"/>
                  </a:cubicBezTo>
                  <a:lnTo>
                    <a:pt x="84" y="27"/>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grpSp>
      <p:grpSp>
        <p:nvGrpSpPr>
          <p:cNvPr id="39" name="Group 38"/>
          <p:cNvGrpSpPr/>
          <p:nvPr userDrawn="1"/>
        </p:nvGrpSpPr>
        <p:grpSpPr>
          <a:xfrm>
            <a:off x="7190430" y="5922241"/>
            <a:ext cx="615286" cy="184176"/>
            <a:chOff x="3872969" y="5806923"/>
            <a:chExt cx="1724341" cy="516155"/>
          </a:xfrm>
        </p:grpSpPr>
        <p:sp>
          <p:nvSpPr>
            <p:cNvPr id="40" name="Oval 39"/>
            <p:cNvSpPr/>
            <p:nvPr/>
          </p:nvSpPr>
          <p:spPr>
            <a:xfrm>
              <a:off x="3872969"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1" name="Oval 40"/>
            <p:cNvSpPr/>
            <p:nvPr/>
          </p:nvSpPr>
          <p:spPr>
            <a:xfrm>
              <a:off x="4477062"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2" name="Oval 41"/>
            <p:cNvSpPr/>
            <p:nvPr/>
          </p:nvSpPr>
          <p:spPr>
            <a:xfrm>
              <a:off x="5081155"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3" name="Freeform 63"/>
            <p:cNvSpPr>
              <a:spLocks/>
            </p:cNvSpPr>
            <p:nvPr/>
          </p:nvSpPr>
          <p:spPr bwMode="auto">
            <a:xfrm>
              <a:off x="4576091" y="5937921"/>
              <a:ext cx="318095" cy="261714"/>
            </a:xfrm>
            <a:custGeom>
              <a:avLst/>
              <a:gdLst>
                <a:gd name="T0" fmla="*/ 160 w 160"/>
                <a:gd name="T1" fmla="*/ 16 h 131"/>
                <a:gd name="T2" fmla="*/ 159 w 160"/>
                <a:gd name="T3" fmla="*/ 16 h 131"/>
                <a:gd name="T4" fmla="*/ 144 w 160"/>
                <a:gd name="T5" fmla="*/ 20 h 131"/>
                <a:gd name="T6" fmla="*/ 156 w 160"/>
                <a:gd name="T7" fmla="*/ 4 h 131"/>
                <a:gd name="T8" fmla="*/ 156 w 160"/>
                <a:gd name="T9" fmla="*/ 3 h 131"/>
                <a:gd name="T10" fmla="*/ 155 w 160"/>
                <a:gd name="T11" fmla="*/ 3 h 131"/>
                <a:gd name="T12" fmla="*/ 135 w 160"/>
                <a:gd name="T13" fmla="*/ 11 h 131"/>
                <a:gd name="T14" fmla="*/ 111 w 160"/>
                <a:gd name="T15" fmla="*/ 0 h 131"/>
                <a:gd name="T16" fmla="*/ 77 w 160"/>
                <a:gd name="T17" fmla="*/ 34 h 131"/>
                <a:gd name="T18" fmla="*/ 78 w 160"/>
                <a:gd name="T19" fmla="*/ 40 h 131"/>
                <a:gd name="T20" fmla="*/ 12 w 160"/>
                <a:gd name="T21" fmla="*/ 7 h 131"/>
                <a:gd name="T22" fmla="*/ 12 w 160"/>
                <a:gd name="T23" fmla="*/ 6 h 131"/>
                <a:gd name="T24" fmla="*/ 11 w 160"/>
                <a:gd name="T25" fmla="*/ 7 h 131"/>
                <a:gd name="T26" fmla="*/ 7 w 160"/>
                <a:gd name="T27" fmla="*/ 23 h 131"/>
                <a:gd name="T28" fmla="*/ 19 w 160"/>
                <a:gd name="T29" fmla="*/ 50 h 131"/>
                <a:gd name="T30" fmla="*/ 7 w 160"/>
                <a:gd name="T31" fmla="*/ 46 h 131"/>
                <a:gd name="T32" fmla="*/ 7 w 160"/>
                <a:gd name="T33" fmla="*/ 46 h 131"/>
                <a:gd name="T34" fmla="*/ 6 w 160"/>
                <a:gd name="T35" fmla="*/ 47 h 131"/>
                <a:gd name="T36" fmla="*/ 6 w 160"/>
                <a:gd name="T37" fmla="*/ 47 h 131"/>
                <a:gd name="T38" fmla="*/ 30 w 160"/>
                <a:gd name="T39" fmla="*/ 79 h 131"/>
                <a:gd name="T40" fmla="*/ 19 w 160"/>
                <a:gd name="T41" fmla="*/ 79 h 131"/>
                <a:gd name="T42" fmla="*/ 18 w 160"/>
                <a:gd name="T43" fmla="*/ 79 h 131"/>
                <a:gd name="T44" fmla="*/ 18 w 160"/>
                <a:gd name="T45" fmla="*/ 80 h 131"/>
                <a:gd name="T46" fmla="*/ 47 w 160"/>
                <a:gd name="T47" fmla="*/ 103 h 131"/>
                <a:gd name="T48" fmla="*/ 8 w 160"/>
                <a:gd name="T49" fmla="*/ 115 h 131"/>
                <a:gd name="T50" fmla="*/ 1 w 160"/>
                <a:gd name="T51" fmla="*/ 115 h 131"/>
                <a:gd name="T52" fmla="*/ 0 w 160"/>
                <a:gd name="T53" fmla="*/ 115 h 131"/>
                <a:gd name="T54" fmla="*/ 0 w 160"/>
                <a:gd name="T55" fmla="*/ 116 h 131"/>
                <a:gd name="T56" fmla="*/ 51 w 160"/>
                <a:gd name="T57" fmla="*/ 131 h 131"/>
                <a:gd name="T58" fmla="*/ 144 w 160"/>
                <a:gd name="T59" fmla="*/ 38 h 131"/>
                <a:gd name="T60" fmla="*/ 144 w 160"/>
                <a:gd name="T61" fmla="*/ 34 h 131"/>
                <a:gd name="T62" fmla="*/ 160 w 160"/>
                <a:gd name="T63" fmla="*/ 17 h 131"/>
                <a:gd name="T64" fmla="*/ 160 w 160"/>
                <a:gd name="T65" fmla="*/ 1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0" h="131">
                  <a:moveTo>
                    <a:pt x="160" y="16"/>
                  </a:moveTo>
                  <a:cubicBezTo>
                    <a:pt x="160" y="16"/>
                    <a:pt x="160" y="16"/>
                    <a:pt x="159" y="16"/>
                  </a:cubicBezTo>
                  <a:cubicBezTo>
                    <a:pt x="154" y="18"/>
                    <a:pt x="149" y="19"/>
                    <a:pt x="144" y="20"/>
                  </a:cubicBezTo>
                  <a:cubicBezTo>
                    <a:pt x="150" y="16"/>
                    <a:pt x="154" y="10"/>
                    <a:pt x="156" y="4"/>
                  </a:cubicBezTo>
                  <a:cubicBezTo>
                    <a:pt x="156" y="3"/>
                    <a:pt x="156" y="3"/>
                    <a:pt x="156" y="3"/>
                  </a:cubicBezTo>
                  <a:cubicBezTo>
                    <a:pt x="155" y="3"/>
                    <a:pt x="155" y="3"/>
                    <a:pt x="155" y="3"/>
                  </a:cubicBezTo>
                  <a:cubicBezTo>
                    <a:pt x="149" y="7"/>
                    <a:pt x="142" y="9"/>
                    <a:pt x="135" y="11"/>
                  </a:cubicBezTo>
                  <a:cubicBezTo>
                    <a:pt x="128" y="4"/>
                    <a:pt x="120" y="0"/>
                    <a:pt x="111" y="0"/>
                  </a:cubicBezTo>
                  <a:cubicBezTo>
                    <a:pt x="92" y="0"/>
                    <a:pt x="77" y="15"/>
                    <a:pt x="77" y="34"/>
                  </a:cubicBezTo>
                  <a:cubicBezTo>
                    <a:pt x="77" y="36"/>
                    <a:pt x="77" y="38"/>
                    <a:pt x="78" y="40"/>
                  </a:cubicBezTo>
                  <a:cubicBezTo>
                    <a:pt x="52" y="39"/>
                    <a:pt x="29" y="26"/>
                    <a:pt x="12" y="7"/>
                  </a:cubicBezTo>
                  <a:cubicBezTo>
                    <a:pt x="12" y="6"/>
                    <a:pt x="12" y="6"/>
                    <a:pt x="12" y="6"/>
                  </a:cubicBezTo>
                  <a:cubicBezTo>
                    <a:pt x="11" y="6"/>
                    <a:pt x="11" y="6"/>
                    <a:pt x="11" y="7"/>
                  </a:cubicBezTo>
                  <a:cubicBezTo>
                    <a:pt x="8" y="12"/>
                    <a:pt x="7" y="18"/>
                    <a:pt x="7" y="23"/>
                  </a:cubicBezTo>
                  <a:cubicBezTo>
                    <a:pt x="7" y="34"/>
                    <a:pt x="11" y="43"/>
                    <a:pt x="19" y="50"/>
                  </a:cubicBezTo>
                  <a:cubicBezTo>
                    <a:pt x="15" y="49"/>
                    <a:pt x="11" y="48"/>
                    <a:pt x="7" y="46"/>
                  </a:cubicBezTo>
                  <a:cubicBezTo>
                    <a:pt x="7" y="46"/>
                    <a:pt x="7" y="46"/>
                    <a:pt x="7" y="46"/>
                  </a:cubicBezTo>
                  <a:cubicBezTo>
                    <a:pt x="6" y="46"/>
                    <a:pt x="6" y="46"/>
                    <a:pt x="6" y="47"/>
                  </a:cubicBezTo>
                  <a:cubicBezTo>
                    <a:pt x="6" y="47"/>
                    <a:pt x="6" y="47"/>
                    <a:pt x="6" y="47"/>
                  </a:cubicBezTo>
                  <a:cubicBezTo>
                    <a:pt x="6" y="62"/>
                    <a:pt x="16" y="75"/>
                    <a:pt x="30" y="79"/>
                  </a:cubicBezTo>
                  <a:cubicBezTo>
                    <a:pt x="26" y="79"/>
                    <a:pt x="22" y="79"/>
                    <a:pt x="19" y="79"/>
                  </a:cubicBezTo>
                  <a:cubicBezTo>
                    <a:pt x="18" y="79"/>
                    <a:pt x="18" y="79"/>
                    <a:pt x="18" y="79"/>
                  </a:cubicBezTo>
                  <a:cubicBezTo>
                    <a:pt x="18" y="79"/>
                    <a:pt x="18" y="79"/>
                    <a:pt x="18" y="80"/>
                  </a:cubicBezTo>
                  <a:cubicBezTo>
                    <a:pt x="22" y="93"/>
                    <a:pt x="33" y="102"/>
                    <a:pt x="47" y="103"/>
                  </a:cubicBezTo>
                  <a:cubicBezTo>
                    <a:pt x="36" y="111"/>
                    <a:pt x="22" y="115"/>
                    <a:pt x="8" y="115"/>
                  </a:cubicBezTo>
                  <a:cubicBezTo>
                    <a:pt x="6" y="115"/>
                    <a:pt x="3" y="115"/>
                    <a:pt x="1" y="115"/>
                  </a:cubicBezTo>
                  <a:cubicBezTo>
                    <a:pt x="0" y="115"/>
                    <a:pt x="0" y="115"/>
                    <a:pt x="0" y="115"/>
                  </a:cubicBezTo>
                  <a:cubicBezTo>
                    <a:pt x="0" y="116"/>
                    <a:pt x="0" y="116"/>
                    <a:pt x="0" y="116"/>
                  </a:cubicBezTo>
                  <a:cubicBezTo>
                    <a:pt x="15" y="126"/>
                    <a:pt x="33" y="131"/>
                    <a:pt x="51" y="131"/>
                  </a:cubicBezTo>
                  <a:cubicBezTo>
                    <a:pt x="109" y="131"/>
                    <a:pt x="144" y="83"/>
                    <a:pt x="144" y="38"/>
                  </a:cubicBezTo>
                  <a:cubicBezTo>
                    <a:pt x="144" y="36"/>
                    <a:pt x="144" y="35"/>
                    <a:pt x="144" y="34"/>
                  </a:cubicBezTo>
                  <a:cubicBezTo>
                    <a:pt x="150" y="29"/>
                    <a:pt x="156" y="23"/>
                    <a:pt x="160" y="17"/>
                  </a:cubicBezTo>
                  <a:cubicBezTo>
                    <a:pt x="160" y="17"/>
                    <a:pt x="160" y="16"/>
                    <a:pt x="160" y="16"/>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sp>
          <p:nvSpPr>
            <p:cNvPr id="44" name="Freeform 21"/>
            <p:cNvSpPr>
              <a:spLocks/>
            </p:cNvSpPr>
            <p:nvPr/>
          </p:nvSpPr>
          <p:spPr bwMode="auto">
            <a:xfrm>
              <a:off x="5235659" y="5934143"/>
              <a:ext cx="207145" cy="261714"/>
            </a:xfrm>
            <a:custGeom>
              <a:avLst/>
              <a:gdLst>
                <a:gd name="T0" fmla="*/ 129 w 323"/>
                <a:gd name="T1" fmla="*/ 272 h 408"/>
                <a:gd name="T2" fmla="*/ 68 w 323"/>
                <a:gd name="T3" fmla="*/ 408 h 408"/>
                <a:gd name="T4" fmla="*/ 98 w 323"/>
                <a:gd name="T5" fmla="*/ 196 h 408"/>
                <a:gd name="T6" fmla="*/ 149 w 323"/>
                <a:gd name="T7" fmla="*/ 99 h 408"/>
                <a:gd name="T8" fmla="*/ 172 w 323"/>
                <a:gd name="T9" fmla="*/ 257 h 408"/>
                <a:gd name="T10" fmla="*/ 234 w 323"/>
                <a:gd name="T11" fmla="*/ 73 h 408"/>
                <a:gd name="T12" fmla="*/ 47 w 323"/>
                <a:gd name="T13" fmla="*/ 173 h 408"/>
                <a:gd name="T14" fmla="*/ 57 w 323"/>
                <a:gd name="T15" fmla="*/ 239 h 408"/>
                <a:gd name="T16" fmla="*/ 1 w 323"/>
                <a:gd name="T17" fmla="*/ 147 h 408"/>
                <a:gd name="T18" fmla="*/ 137 w 323"/>
                <a:gd name="T19" fmla="*/ 9 h 408"/>
                <a:gd name="T20" fmla="*/ 310 w 323"/>
                <a:gd name="T21" fmla="*/ 119 h 408"/>
                <a:gd name="T22" fmla="*/ 183 w 323"/>
                <a:gd name="T23" fmla="*/ 298 h 408"/>
                <a:gd name="T24" fmla="*/ 129 w 323"/>
                <a:gd name="T25" fmla="*/ 272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3" h="408">
                  <a:moveTo>
                    <a:pt x="129" y="272"/>
                  </a:moveTo>
                  <a:cubicBezTo>
                    <a:pt x="118" y="328"/>
                    <a:pt x="106" y="380"/>
                    <a:pt x="68" y="408"/>
                  </a:cubicBezTo>
                  <a:cubicBezTo>
                    <a:pt x="56" y="325"/>
                    <a:pt x="85" y="262"/>
                    <a:pt x="98" y="196"/>
                  </a:cubicBezTo>
                  <a:cubicBezTo>
                    <a:pt x="75" y="157"/>
                    <a:pt x="101" y="80"/>
                    <a:pt x="149" y="99"/>
                  </a:cubicBezTo>
                  <a:cubicBezTo>
                    <a:pt x="209" y="122"/>
                    <a:pt x="98" y="242"/>
                    <a:pt x="172" y="257"/>
                  </a:cubicBezTo>
                  <a:cubicBezTo>
                    <a:pt x="250" y="273"/>
                    <a:pt x="282" y="122"/>
                    <a:pt x="234" y="73"/>
                  </a:cubicBezTo>
                  <a:cubicBezTo>
                    <a:pt x="164" y="2"/>
                    <a:pt x="31" y="72"/>
                    <a:pt x="47" y="173"/>
                  </a:cubicBezTo>
                  <a:cubicBezTo>
                    <a:pt x="51" y="198"/>
                    <a:pt x="77" y="205"/>
                    <a:pt x="57" y="239"/>
                  </a:cubicBezTo>
                  <a:cubicBezTo>
                    <a:pt x="13" y="229"/>
                    <a:pt x="0" y="194"/>
                    <a:pt x="1" y="147"/>
                  </a:cubicBezTo>
                  <a:cubicBezTo>
                    <a:pt x="4" y="70"/>
                    <a:pt x="70" y="17"/>
                    <a:pt x="137" y="9"/>
                  </a:cubicBezTo>
                  <a:cubicBezTo>
                    <a:pt x="221" y="0"/>
                    <a:pt x="300" y="40"/>
                    <a:pt x="310" y="119"/>
                  </a:cubicBezTo>
                  <a:cubicBezTo>
                    <a:pt x="323" y="208"/>
                    <a:pt x="273" y="305"/>
                    <a:pt x="183" y="298"/>
                  </a:cubicBezTo>
                  <a:cubicBezTo>
                    <a:pt x="158" y="296"/>
                    <a:pt x="148" y="284"/>
                    <a:pt x="129" y="272"/>
                  </a:cubicBezTo>
                  <a:close/>
                </a:path>
              </a:pathLst>
            </a:custGeom>
            <a:solidFill>
              <a:schemeClr val="bg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mn-cs"/>
              </a:endParaRPr>
            </a:p>
          </p:txBody>
        </p:sp>
        <p:sp>
          <p:nvSpPr>
            <p:cNvPr id="45" name="Freeform 62"/>
            <p:cNvSpPr>
              <a:spLocks/>
            </p:cNvSpPr>
            <p:nvPr/>
          </p:nvSpPr>
          <p:spPr bwMode="auto">
            <a:xfrm>
              <a:off x="4063583" y="5934143"/>
              <a:ext cx="134925" cy="261714"/>
            </a:xfrm>
            <a:custGeom>
              <a:avLst/>
              <a:gdLst>
                <a:gd name="T0" fmla="*/ 84 w 84"/>
                <a:gd name="T1" fmla="*/ 27 h 163"/>
                <a:gd name="T2" fmla="*/ 69 w 84"/>
                <a:gd name="T3" fmla="*/ 27 h 163"/>
                <a:gd name="T4" fmla="*/ 54 w 84"/>
                <a:gd name="T5" fmla="*/ 41 h 163"/>
                <a:gd name="T6" fmla="*/ 54 w 84"/>
                <a:gd name="T7" fmla="*/ 60 h 163"/>
                <a:gd name="T8" fmla="*/ 83 w 84"/>
                <a:gd name="T9" fmla="*/ 60 h 163"/>
                <a:gd name="T10" fmla="*/ 83 w 84"/>
                <a:gd name="T11" fmla="*/ 88 h 163"/>
                <a:gd name="T12" fmla="*/ 54 w 84"/>
                <a:gd name="T13" fmla="*/ 88 h 163"/>
                <a:gd name="T14" fmla="*/ 54 w 84"/>
                <a:gd name="T15" fmla="*/ 163 h 163"/>
                <a:gd name="T16" fmla="*/ 25 w 84"/>
                <a:gd name="T17" fmla="*/ 163 h 163"/>
                <a:gd name="T18" fmla="*/ 25 w 84"/>
                <a:gd name="T19" fmla="*/ 88 h 163"/>
                <a:gd name="T20" fmla="*/ 0 w 84"/>
                <a:gd name="T21" fmla="*/ 88 h 163"/>
                <a:gd name="T22" fmla="*/ 0 w 84"/>
                <a:gd name="T23" fmla="*/ 60 h 163"/>
                <a:gd name="T24" fmla="*/ 25 w 84"/>
                <a:gd name="T25" fmla="*/ 60 h 163"/>
                <a:gd name="T26" fmla="*/ 25 w 84"/>
                <a:gd name="T27" fmla="*/ 38 h 163"/>
                <a:gd name="T28" fmla="*/ 62 w 84"/>
                <a:gd name="T29" fmla="*/ 0 h 163"/>
                <a:gd name="T30" fmla="*/ 84 w 84"/>
                <a:gd name="T31" fmla="*/ 0 h 163"/>
                <a:gd name="T32" fmla="*/ 84 w 84"/>
                <a:gd name="T33" fmla="*/ 27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63">
                  <a:moveTo>
                    <a:pt x="84" y="27"/>
                  </a:moveTo>
                  <a:cubicBezTo>
                    <a:pt x="69" y="27"/>
                    <a:pt x="69" y="27"/>
                    <a:pt x="69" y="27"/>
                  </a:cubicBezTo>
                  <a:cubicBezTo>
                    <a:pt x="57" y="27"/>
                    <a:pt x="54" y="33"/>
                    <a:pt x="54" y="41"/>
                  </a:cubicBezTo>
                  <a:cubicBezTo>
                    <a:pt x="54" y="60"/>
                    <a:pt x="54" y="60"/>
                    <a:pt x="54" y="60"/>
                  </a:cubicBezTo>
                  <a:cubicBezTo>
                    <a:pt x="83" y="60"/>
                    <a:pt x="83" y="60"/>
                    <a:pt x="83" y="60"/>
                  </a:cubicBezTo>
                  <a:cubicBezTo>
                    <a:pt x="83" y="88"/>
                    <a:pt x="83" y="88"/>
                    <a:pt x="83" y="88"/>
                  </a:cubicBezTo>
                  <a:cubicBezTo>
                    <a:pt x="54" y="88"/>
                    <a:pt x="54" y="88"/>
                    <a:pt x="54" y="88"/>
                  </a:cubicBezTo>
                  <a:cubicBezTo>
                    <a:pt x="54" y="163"/>
                    <a:pt x="54" y="163"/>
                    <a:pt x="54" y="163"/>
                  </a:cubicBezTo>
                  <a:cubicBezTo>
                    <a:pt x="25" y="163"/>
                    <a:pt x="25" y="163"/>
                    <a:pt x="25" y="163"/>
                  </a:cubicBezTo>
                  <a:cubicBezTo>
                    <a:pt x="25" y="88"/>
                    <a:pt x="25" y="88"/>
                    <a:pt x="25" y="88"/>
                  </a:cubicBezTo>
                  <a:cubicBezTo>
                    <a:pt x="0" y="88"/>
                    <a:pt x="0" y="88"/>
                    <a:pt x="0" y="88"/>
                  </a:cubicBezTo>
                  <a:cubicBezTo>
                    <a:pt x="0" y="60"/>
                    <a:pt x="0" y="60"/>
                    <a:pt x="0" y="60"/>
                  </a:cubicBezTo>
                  <a:cubicBezTo>
                    <a:pt x="25" y="60"/>
                    <a:pt x="25" y="60"/>
                    <a:pt x="25" y="60"/>
                  </a:cubicBezTo>
                  <a:cubicBezTo>
                    <a:pt x="25" y="38"/>
                    <a:pt x="25" y="38"/>
                    <a:pt x="25" y="38"/>
                  </a:cubicBezTo>
                  <a:cubicBezTo>
                    <a:pt x="25" y="13"/>
                    <a:pt x="40" y="0"/>
                    <a:pt x="62" y="0"/>
                  </a:cubicBezTo>
                  <a:cubicBezTo>
                    <a:pt x="84" y="0"/>
                    <a:pt x="84" y="0"/>
                    <a:pt x="84" y="0"/>
                  </a:cubicBezTo>
                  <a:lnTo>
                    <a:pt x="84" y="27"/>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grpSp>
      <p:grpSp>
        <p:nvGrpSpPr>
          <p:cNvPr id="46" name="Group 45"/>
          <p:cNvGrpSpPr/>
          <p:nvPr userDrawn="1"/>
        </p:nvGrpSpPr>
        <p:grpSpPr>
          <a:xfrm>
            <a:off x="10028060" y="5922241"/>
            <a:ext cx="615286" cy="184176"/>
            <a:chOff x="3872969" y="5806923"/>
            <a:chExt cx="1724341" cy="516155"/>
          </a:xfrm>
        </p:grpSpPr>
        <p:sp>
          <p:nvSpPr>
            <p:cNvPr id="47" name="Oval 46"/>
            <p:cNvSpPr/>
            <p:nvPr/>
          </p:nvSpPr>
          <p:spPr>
            <a:xfrm>
              <a:off x="3872969"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8" name="Oval 47"/>
            <p:cNvSpPr/>
            <p:nvPr/>
          </p:nvSpPr>
          <p:spPr>
            <a:xfrm>
              <a:off x="4477062"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9" name="Oval 48"/>
            <p:cNvSpPr/>
            <p:nvPr/>
          </p:nvSpPr>
          <p:spPr>
            <a:xfrm>
              <a:off x="5081155"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50" name="Freeform 63"/>
            <p:cNvSpPr>
              <a:spLocks/>
            </p:cNvSpPr>
            <p:nvPr/>
          </p:nvSpPr>
          <p:spPr bwMode="auto">
            <a:xfrm>
              <a:off x="4576091" y="5937921"/>
              <a:ext cx="318095" cy="261714"/>
            </a:xfrm>
            <a:custGeom>
              <a:avLst/>
              <a:gdLst>
                <a:gd name="T0" fmla="*/ 160 w 160"/>
                <a:gd name="T1" fmla="*/ 16 h 131"/>
                <a:gd name="T2" fmla="*/ 159 w 160"/>
                <a:gd name="T3" fmla="*/ 16 h 131"/>
                <a:gd name="T4" fmla="*/ 144 w 160"/>
                <a:gd name="T5" fmla="*/ 20 h 131"/>
                <a:gd name="T6" fmla="*/ 156 w 160"/>
                <a:gd name="T7" fmla="*/ 4 h 131"/>
                <a:gd name="T8" fmla="*/ 156 w 160"/>
                <a:gd name="T9" fmla="*/ 3 h 131"/>
                <a:gd name="T10" fmla="*/ 155 w 160"/>
                <a:gd name="T11" fmla="*/ 3 h 131"/>
                <a:gd name="T12" fmla="*/ 135 w 160"/>
                <a:gd name="T13" fmla="*/ 11 h 131"/>
                <a:gd name="T14" fmla="*/ 111 w 160"/>
                <a:gd name="T15" fmla="*/ 0 h 131"/>
                <a:gd name="T16" fmla="*/ 77 w 160"/>
                <a:gd name="T17" fmla="*/ 34 h 131"/>
                <a:gd name="T18" fmla="*/ 78 w 160"/>
                <a:gd name="T19" fmla="*/ 40 h 131"/>
                <a:gd name="T20" fmla="*/ 12 w 160"/>
                <a:gd name="T21" fmla="*/ 7 h 131"/>
                <a:gd name="T22" fmla="*/ 12 w 160"/>
                <a:gd name="T23" fmla="*/ 6 h 131"/>
                <a:gd name="T24" fmla="*/ 11 w 160"/>
                <a:gd name="T25" fmla="*/ 7 h 131"/>
                <a:gd name="T26" fmla="*/ 7 w 160"/>
                <a:gd name="T27" fmla="*/ 23 h 131"/>
                <a:gd name="T28" fmla="*/ 19 w 160"/>
                <a:gd name="T29" fmla="*/ 50 h 131"/>
                <a:gd name="T30" fmla="*/ 7 w 160"/>
                <a:gd name="T31" fmla="*/ 46 h 131"/>
                <a:gd name="T32" fmla="*/ 7 w 160"/>
                <a:gd name="T33" fmla="*/ 46 h 131"/>
                <a:gd name="T34" fmla="*/ 6 w 160"/>
                <a:gd name="T35" fmla="*/ 47 h 131"/>
                <a:gd name="T36" fmla="*/ 6 w 160"/>
                <a:gd name="T37" fmla="*/ 47 h 131"/>
                <a:gd name="T38" fmla="*/ 30 w 160"/>
                <a:gd name="T39" fmla="*/ 79 h 131"/>
                <a:gd name="T40" fmla="*/ 19 w 160"/>
                <a:gd name="T41" fmla="*/ 79 h 131"/>
                <a:gd name="T42" fmla="*/ 18 w 160"/>
                <a:gd name="T43" fmla="*/ 79 h 131"/>
                <a:gd name="T44" fmla="*/ 18 w 160"/>
                <a:gd name="T45" fmla="*/ 80 h 131"/>
                <a:gd name="T46" fmla="*/ 47 w 160"/>
                <a:gd name="T47" fmla="*/ 103 h 131"/>
                <a:gd name="T48" fmla="*/ 8 w 160"/>
                <a:gd name="T49" fmla="*/ 115 h 131"/>
                <a:gd name="T50" fmla="*/ 1 w 160"/>
                <a:gd name="T51" fmla="*/ 115 h 131"/>
                <a:gd name="T52" fmla="*/ 0 w 160"/>
                <a:gd name="T53" fmla="*/ 115 h 131"/>
                <a:gd name="T54" fmla="*/ 0 w 160"/>
                <a:gd name="T55" fmla="*/ 116 h 131"/>
                <a:gd name="T56" fmla="*/ 51 w 160"/>
                <a:gd name="T57" fmla="*/ 131 h 131"/>
                <a:gd name="T58" fmla="*/ 144 w 160"/>
                <a:gd name="T59" fmla="*/ 38 h 131"/>
                <a:gd name="T60" fmla="*/ 144 w 160"/>
                <a:gd name="T61" fmla="*/ 34 h 131"/>
                <a:gd name="T62" fmla="*/ 160 w 160"/>
                <a:gd name="T63" fmla="*/ 17 h 131"/>
                <a:gd name="T64" fmla="*/ 160 w 160"/>
                <a:gd name="T65" fmla="*/ 1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0" h="131">
                  <a:moveTo>
                    <a:pt x="160" y="16"/>
                  </a:moveTo>
                  <a:cubicBezTo>
                    <a:pt x="160" y="16"/>
                    <a:pt x="160" y="16"/>
                    <a:pt x="159" y="16"/>
                  </a:cubicBezTo>
                  <a:cubicBezTo>
                    <a:pt x="154" y="18"/>
                    <a:pt x="149" y="19"/>
                    <a:pt x="144" y="20"/>
                  </a:cubicBezTo>
                  <a:cubicBezTo>
                    <a:pt x="150" y="16"/>
                    <a:pt x="154" y="10"/>
                    <a:pt x="156" y="4"/>
                  </a:cubicBezTo>
                  <a:cubicBezTo>
                    <a:pt x="156" y="3"/>
                    <a:pt x="156" y="3"/>
                    <a:pt x="156" y="3"/>
                  </a:cubicBezTo>
                  <a:cubicBezTo>
                    <a:pt x="155" y="3"/>
                    <a:pt x="155" y="3"/>
                    <a:pt x="155" y="3"/>
                  </a:cubicBezTo>
                  <a:cubicBezTo>
                    <a:pt x="149" y="7"/>
                    <a:pt x="142" y="9"/>
                    <a:pt x="135" y="11"/>
                  </a:cubicBezTo>
                  <a:cubicBezTo>
                    <a:pt x="128" y="4"/>
                    <a:pt x="120" y="0"/>
                    <a:pt x="111" y="0"/>
                  </a:cubicBezTo>
                  <a:cubicBezTo>
                    <a:pt x="92" y="0"/>
                    <a:pt x="77" y="15"/>
                    <a:pt x="77" y="34"/>
                  </a:cubicBezTo>
                  <a:cubicBezTo>
                    <a:pt x="77" y="36"/>
                    <a:pt x="77" y="38"/>
                    <a:pt x="78" y="40"/>
                  </a:cubicBezTo>
                  <a:cubicBezTo>
                    <a:pt x="52" y="39"/>
                    <a:pt x="29" y="26"/>
                    <a:pt x="12" y="7"/>
                  </a:cubicBezTo>
                  <a:cubicBezTo>
                    <a:pt x="12" y="6"/>
                    <a:pt x="12" y="6"/>
                    <a:pt x="12" y="6"/>
                  </a:cubicBezTo>
                  <a:cubicBezTo>
                    <a:pt x="11" y="6"/>
                    <a:pt x="11" y="6"/>
                    <a:pt x="11" y="7"/>
                  </a:cubicBezTo>
                  <a:cubicBezTo>
                    <a:pt x="8" y="12"/>
                    <a:pt x="7" y="18"/>
                    <a:pt x="7" y="23"/>
                  </a:cubicBezTo>
                  <a:cubicBezTo>
                    <a:pt x="7" y="34"/>
                    <a:pt x="11" y="43"/>
                    <a:pt x="19" y="50"/>
                  </a:cubicBezTo>
                  <a:cubicBezTo>
                    <a:pt x="15" y="49"/>
                    <a:pt x="11" y="48"/>
                    <a:pt x="7" y="46"/>
                  </a:cubicBezTo>
                  <a:cubicBezTo>
                    <a:pt x="7" y="46"/>
                    <a:pt x="7" y="46"/>
                    <a:pt x="7" y="46"/>
                  </a:cubicBezTo>
                  <a:cubicBezTo>
                    <a:pt x="6" y="46"/>
                    <a:pt x="6" y="46"/>
                    <a:pt x="6" y="47"/>
                  </a:cubicBezTo>
                  <a:cubicBezTo>
                    <a:pt x="6" y="47"/>
                    <a:pt x="6" y="47"/>
                    <a:pt x="6" y="47"/>
                  </a:cubicBezTo>
                  <a:cubicBezTo>
                    <a:pt x="6" y="62"/>
                    <a:pt x="16" y="75"/>
                    <a:pt x="30" y="79"/>
                  </a:cubicBezTo>
                  <a:cubicBezTo>
                    <a:pt x="26" y="79"/>
                    <a:pt x="22" y="79"/>
                    <a:pt x="19" y="79"/>
                  </a:cubicBezTo>
                  <a:cubicBezTo>
                    <a:pt x="18" y="79"/>
                    <a:pt x="18" y="79"/>
                    <a:pt x="18" y="79"/>
                  </a:cubicBezTo>
                  <a:cubicBezTo>
                    <a:pt x="18" y="79"/>
                    <a:pt x="18" y="79"/>
                    <a:pt x="18" y="80"/>
                  </a:cubicBezTo>
                  <a:cubicBezTo>
                    <a:pt x="22" y="93"/>
                    <a:pt x="33" y="102"/>
                    <a:pt x="47" y="103"/>
                  </a:cubicBezTo>
                  <a:cubicBezTo>
                    <a:pt x="36" y="111"/>
                    <a:pt x="22" y="115"/>
                    <a:pt x="8" y="115"/>
                  </a:cubicBezTo>
                  <a:cubicBezTo>
                    <a:pt x="6" y="115"/>
                    <a:pt x="3" y="115"/>
                    <a:pt x="1" y="115"/>
                  </a:cubicBezTo>
                  <a:cubicBezTo>
                    <a:pt x="0" y="115"/>
                    <a:pt x="0" y="115"/>
                    <a:pt x="0" y="115"/>
                  </a:cubicBezTo>
                  <a:cubicBezTo>
                    <a:pt x="0" y="116"/>
                    <a:pt x="0" y="116"/>
                    <a:pt x="0" y="116"/>
                  </a:cubicBezTo>
                  <a:cubicBezTo>
                    <a:pt x="15" y="126"/>
                    <a:pt x="33" y="131"/>
                    <a:pt x="51" y="131"/>
                  </a:cubicBezTo>
                  <a:cubicBezTo>
                    <a:pt x="109" y="131"/>
                    <a:pt x="144" y="83"/>
                    <a:pt x="144" y="38"/>
                  </a:cubicBezTo>
                  <a:cubicBezTo>
                    <a:pt x="144" y="36"/>
                    <a:pt x="144" y="35"/>
                    <a:pt x="144" y="34"/>
                  </a:cubicBezTo>
                  <a:cubicBezTo>
                    <a:pt x="150" y="29"/>
                    <a:pt x="156" y="23"/>
                    <a:pt x="160" y="17"/>
                  </a:cubicBezTo>
                  <a:cubicBezTo>
                    <a:pt x="160" y="17"/>
                    <a:pt x="160" y="16"/>
                    <a:pt x="160" y="16"/>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sp>
          <p:nvSpPr>
            <p:cNvPr id="51" name="Freeform 21"/>
            <p:cNvSpPr>
              <a:spLocks/>
            </p:cNvSpPr>
            <p:nvPr/>
          </p:nvSpPr>
          <p:spPr bwMode="auto">
            <a:xfrm>
              <a:off x="5235659" y="5934143"/>
              <a:ext cx="207145" cy="261714"/>
            </a:xfrm>
            <a:custGeom>
              <a:avLst/>
              <a:gdLst>
                <a:gd name="T0" fmla="*/ 129 w 323"/>
                <a:gd name="T1" fmla="*/ 272 h 408"/>
                <a:gd name="T2" fmla="*/ 68 w 323"/>
                <a:gd name="T3" fmla="*/ 408 h 408"/>
                <a:gd name="T4" fmla="*/ 98 w 323"/>
                <a:gd name="T5" fmla="*/ 196 h 408"/>
                <a:gd name="T6" fmla="*/ 149 w 323"/>
                <a:gd name="T7" fmla="*/ 99 h 408"/>
                <a:gd name="T8" fmla="*/ 172 w 323"/>
                <a:gd name="T9" fmla="*/ 257 h 408"/>
                <a:gd name="T10" fmla="*/ 234 w 323"/>
                <a:gd name="T11" fmla="*/ 73 h 408"/>
                <a:gd name="T12" fmla="*/ 47 w 323"/>
                <a:gd name="T13" fmla="*/ 173 h 408"/>
                <a:gd name="T14" fmla="*/ 57 w 323"/>
                <a:gd name="T15" fmla="*/ 239 h 408"/>
                <a:gd name="T16" fmla="*/ 1 w 323"/>
                <a:gd name="T17" fmla="*/ 147 h 408"/>
                <a:gd name="T18" fmla="*/ 137 w 323"/>
                <a:gd name="T19" fmla="*/ 9 h 408"/>
                <a:gd name="T20" fmla="*/ 310 w 323"/>
                <a:gd name="T21" fmla="*/ 119 h 408"/>
                <a:gd name="T22" fmla="*/ 183 w 323"/>
                <a:gd name="T23" fmla="*/ 298 h 408"/>
                <a:gd name="T24" fmla="*/ 129 w 323"/>
                <a:gd name="T25" fmla="*/ 272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3" h="408">
                  <a:moveTo>
                    <a:pt x="129" y="272"/>
                  </a:moveTo>
                  <a:cubicBezTo>
                    <a:pt x="118" y="328"/>
                    <a:pt x="106" y="380"/>
                    <a:pt x="68" y="408"/>
                  </a:cubicBezTo>
                  <a:cubicBezTo>
                    <a:pt x="56" y="325"/>
                    <a:pt x="85" y="262"/>
                    <a:pt x="98" y="196"/>
                  </a:cubicBezTo>
                  <a:cubicBezTo>
                    <a:pt x="75" y="157"/>
                    <a:pt x="101" y="80"/>
                    <a:pt x="149" y="99"/>
                  </a:cubicBezTo>
                  <a:cubicBezTo>
                    <a:pt x="209" y="122"/>
                    <a:pt x="98" y="242"/>
                    <a:pt x="172" y="257"/>
                  </a:cubicBezTo>
                  <a:cubicBezTo>
                    <a:pt x="250" y="273"/>
                    <a:pt x="282" y="122"/>
                    <a:pt x="234" y="73"/>
                  </a:cubicBezTo>
                  <a:cubicBezTo>
                    <a:pt x="164" y="2"/>
                    <a:pt x="31" y="72"/>
                    <a:pt x="47" y="173"/>
                  </a:cubicBezTo>
                  <a:cubicBezTo>
                    <a:pt x="51" y="198"/>
                    <a:pt x="77" y="205"/>
                    <a:pt x="57" y="239"/>
                  </a:cubicBezTo>
                  <a:cubicBezTo>
                    <a:pt x="13" y="229"/>
                    <a:pt x="0" y="194"/>
                    <a:pt x="1" y="147"/>
                  </a:cubicBezTo>
                  <a:cubicBezTo>
                    <a:pt x="4" y="70"/>
                    <a:pt x="70" y="17"/>
                    <a:pt x="137" y="9"/>
                  </a:cubicBezTo>
                  <a:cubicBezTo>
                    <a:pt x="221" y="0"/>
                    <a:pt x="300" y="40"/>
                    <a:pt x="310" y="119"/>
                  </a:cubicBezTo>
                  <a:cubicBezTo>
                    <a:pt x="323" y="208"/>
                    <a:pt x="273" y="305"/>
                    <a:pt x="183" y="298"/>
                  </a:cubicBezTo>
                  <a:cubicBezTo>
                    <a:pt x="158" y="296"/>
                    <a:pt x="148" y="284"/>
                    <a:pt x="129" y="272"/>
                  </a:cubicBezTo>
                  <a:close/>
                </a:path>
              </a:pathLst>
            </a:custGeom>
            <a:solidFill>
              <a:schemeClr val="bg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mn-cs"/>
              </a:endParaRPr>
            </a:p>
          </p:txBody>
        </p:sp>
        <p:sp>
          <p:nvSpPr>
            <p:cNvPr id="52" name="Freeform 62"/>
            <p:cNvSpPr>
              <a:spLocks/>
            </p:cNvSpPr>
            <p:nvPr/>
          </p:nvSpPr>
          <p:spPr bwMode="auto">
            <a:xfrm>
              <a:off x="4063583" y="5934143"/>
              <a:ext cx="134925" cy="261714"/>
            </a:xfrm>
            <a:custGeom>
              <a:avLst/>
              <a:gdLst>
                <a:gd name="T0" fmla="*/ 84 w 84"/>
                <a:gd name="T1" fmla="*/ 27 h 163"/>
                <a:gd name="T2" fmla="*/ 69 w 84"/>
                <a:gd name="T3" fmla="*/ 27 h 163"/>
                <a:gd name="T4" fmla="*/ 54 w 84"/>
                <a:gd name="T5" fmla="*/ 41 h 163"/>
                <a:gd name="T6" fmla="*/ 54 w 84"/>
                <a:gd name="T7" fmla="*/ 60 h 163"/>
                <a:gd name="T8" fmla="*/ 83 w 84"/>
                <a:gd name="T9" fmla="*/ 60 h 163"/>
                <a:gd name="T10" fmla="*/ 83 w 84"/>
                <a:gd name="T11" fmla="*/ 88 h 163"/>
                <a:gd name="T12" fmla="*/ 54 w 84"/>
                <a:gd name="T13" fmla="*/ 88 h 163"/>
                <a:gd name="T14" fmla="*/ 54 w 84"/>
                <a:gd name="T15" fmla="*/ 163 h 163"/>
                <a:gd name="T16" fmla="*/ 25 w 84"/>
                <a:gd name="T17" fmla="*/ 163 h 163"/>
                <a:gd name="T18" fmla="*/ 25 w 84"/>
                <a:gd name="T19" fmla="*/ 88 h 163"/>
                <a:gd name="T20" fmla="*/ 0 w 84"/>
                <a:gd name="T21" fmla="*/ 88 h 163"/>
                <a:gd name="T22" fmla="*/ 0 w 84"/>
                <a:gd name="T23" fmla="*/ 60 h 163"/>
                <a:gd name="T24" fmla="*/ 25 w 84"/>
                <a:gd name="T25" fmla="*/ 60 h 163"/>
                <a:gd name="T26" fmla="*/ 25 w 84"/>
                <a:gd name="T27" fmla="*/ 38 h 163"/>
                <a:gd name="T28" fmla="*/ 62 w 84"/>
                <a:gd name="T29" fmla="*/ 0 h 163"/>
                <a:gd name="T30" fmla="*/ 84 w 84"/>
                <a:gd name="T31" fmla="*/ 0 h 163"/>
                <a:gd name="T32" fmla="*/ 84 w 84"/>
                <a:gd name="T33" fmla="*/ 27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63">
                  <a:moveTo>
                    <a:pt x="84" y="27"/>
                  </a:moveTo>
                  <a:cubicBezTo>
                    <a:pt x="69" y="27"/>
                    <a:pt x="69" y="27"/>
                    <a:pt x="69" y="27"/>
                  </a:cubicBezTo>
                  <a:cubicBezTo>
                    <a:pt x="57" y="27"/>
                    <a:pt x="54" y="33"/>
                    <a:pt x="54" y="41"/>
                  </a:cubicBezTo>
                  <a:cubicBezTo>
                    <a:pt x="54" y="60"/>
                    <a:pt x="54" y="60"/>
                    <a:pt x="54" y="60"/>
                  </a:cubicBezTo>
                  <a:cubicBezTo>
                    <a:pt x="83" y="60"/>
                    <a:pt x="83" y="60"/>
                    <a:pt x="83" y="60"/>
                  </a:cubicBezTo>
                  <a:cubicBezTo>
                    <a:pt x="83" y="88"/>
                    <a:pt x="83" y="88"/>
                    <a:pt x="83" y="88"/>
                  </a:cubicBezTo>
                  <a:cubicBezTo>
                    <a:pt x="54" y="88"/>
                    <a:pt x="54" y="88"/>
                    <a:pt x="54" y="88"/>
                  </a:cubicBezTo>
                  <a:cubicBezTo>
                    <a:pt x="54" y="163"/>
                    <a:pt x="54" y="163"/>
                    <a:pt x="54" y="163"/>
                  </a:cubicBezTo>
                  <a:cubicBezTo>
                    <a:pt x="25" y="163"/>
                    <a:pt x="25" y="163"/>
                    <a:pt x="25" y="163"/>
                  </a:cubicBezTo>
                  <a:cubicBezTo>
                    <a:pt x="25" y="88"/>
                    <a:pt x="25" y="88"/>
                    <a:pt x="25" y="88"/>
                  </a:cubicBezTo>
                  <a:cubicBezTo>
                    <a:pt x="0" y="88"/>
                    <a:pt x="0" y="88"/>
                    <a:pt x="0" y="88"/>
                  </a:cubicBezTo>
                  <a:cubicBezTo>
                    <a:pt x="0" y="60"/>
                    <a:pt x="0" y="60"/>
                    <a:pt x="0" y="60"/>
                  </a:cubicBezTo>
                  <a:cubicBezTo>
                    <a:pt x="25" y="60"/>
                    <a:pt x="25" y="60"/>
                    <a:pt x="25" y="60"/>
                  </a:cubicBezTo>
                  <a:cubicBezTo>
                    <a:pt x="25" y="38"/>
                    <a:pt x="25" y="38"/>
                    <a:pt x="25" y="38"/>
                  </a:cubicBezTo>
                  <a:cubicBezTo>
                    <a:pt x="25" y="13"/>
                    <a:pt x="40" y="0"/>
                    <a:pt x="62" y="0"/>
                  </a:cubicBezTo>
                  <a:cubicBezTo>
                    <a:pt x="84" y="0"/>
                    <a:pt x="84" y="0"/>
                    <a:pt x="84" y="0"/>
                  </a:cubicBezTo>
                  <a:lnTo>
                    <a:pt x="84" y="27"/>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grpSp>
    </p:spTree>
    <p:extLst>
      <p:ext uri="{BB962C8B-B14F-4D97-AF65-F5344CB8AC3E}">
        <p14:creationId xmlns:p14="http://schemas.microsoft.com/office/powerpoint/2010/main" val="288961202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53" presetClass="entr" presetSubtype="16" fill="hold" grpId="0" nodeType="afterEffect">
                                  <p:stCondLst>
                                    <p:cond delay="0"/>
                                  </p:stCondLst>
                                  <p:childTnLst>
                                    <p:set>
                                      <p:cBhvr>
                                        <p:cTn id="20" dur="1" fill="hold">
                                          <p:stCondLst>
                                            <p:cond delay="0"/>
                                          </p:stCondLst>
                                        </p:cTn>
                                        <p:tgtEl>
                                          <p:spTgt spid="9"/>
                                        </p:tgtEl>
                                        <p:attrNameLst>
                                          <p:attrName>style.visibility</p:attrName>
                                        </p:attrNameLst>
                                      </p:cBhvr>
                                      <p:to>
                                        <p:strVal val="visible"/>
                                      </p:to>
                                    </p:set>
                                    <p:anim calcmode="lin" valueType="num">
                                      <p:cBhvr>
                                        <p:cTn id="21" dur="500" fill="hold"/>
                                        <p:tgtEl>
                                          <p:spTgt spid="9"/>
                                        </p:tgtEl>
                                        <p:attrNameLst>
                                          <p:attrName>ppt_w</p:attrName>
                                        </p:attrNameLst>
                                      </p:cBhvr>
                                      <p:tavLst>
                                        <p:tav tm="0">
                                          <p:val>
                                            <p:fltVal val="0"/>
                                          </p:val>
                                        </p:tav>
                                        <p:tav tm="100000">
                                          <p:val>
                                            <p:strVal val="#ppt_w"/>
                                          </p:val>
                                        </p:tav>
                                      </p:tavLst>
                                    </p:anim>
                                    <p:anim calcmode="lin" valueType="num">
                                      <p:cBhvr>
                                        <p:cTn id="22" dur="500" fill="hold"/>
                                        <p:tgtEl>
                                          <p:spTgt spid="9"/>
                                        </p:tgtEl>
                                        <p:attrNameLst>
                                          <p:attrName>ppt_h</p:attrName>
                                        </p:attrNameLst>
                                      </p:cBhvr>
                                      <p:tavLst>
                                        <p:tav tm="0">
                                          <p:val>
                                            <p:fltVal val="0"/>
                                          </p:val>
                                        </p:tav>
                                        <p:tav tm="100000">
                                          <p:val>
                                            <p:strVal val="#ppt_h"/>
                                          </p:val>
                                        </p:tav>
                                      </p:tavLst>
                                    </p:anim>
                                    <p:animEffect transition="in" filter="fade">
                                      <p:cBhvr>
                                        <p:cTn id="23" dur="500"/>
                                        <p:tgtEl>
                                          <p:spTgt spid="9"/>
                                        </p:tgtEl>
                                      </p:cBhvr>
                                    </p:animEffect>
                                  </p:childTnLst>
                                </p:cTn>
                              </p:par>
                            </p:childTnLst>
                          </p:cTn>
                        </p:par>
                        <p:par>
                          <p:cTn id="24" fill="hold">
                            <p:stCondLst>
                              <p:cond delay="2000"/>
                            </p:stCondLst>
                            <p:childTnLst>
                              <p:par>
                                <p:cTn id="25" presetID="53" presetClass="entr" presetSubtype="16" fill="hold" grpId="0" nodeType="afterEffect">
                                  <p:stCondLst>
                                    <p:cond delay="0"/>
                                  </p:stCondLst>
                                  <p:childTnLst>
                                    <p:set>
                                      <p:cBhvr>
                                        <p:cTn id="26" dur="1" fill="hold">
                                          <p:stCondLst>
                                            <p:cond delay="0"/>
                                          </p:stCondLst>
                                        </p:cTn>
                                        <p:tgtEl>
                                          <p:spTgt spid="10"/>
                                        </p:tgtEl>
                                        <p:attrNameLst>
                                          <p:attrName>style.visibility</p:attrName>
                                        </p:attrNameLst>
                                      </p:cBhvr>
                                      <p:to>
                                        <p:strVal val="visible"/>
                                      </p:to>
                                    </p:set>
                                    <p:anim calcmode="lin" valueType="num">
                                      <p:cBhvr>
                                        <p:cTn id="27" dur="500" fill="hold"/>
                                        <p:tgtEl>
                                          <p:spTgt spid="10"/>
                                        </p:tgtEl>
                                        <p:attrNameLst>
                                          <p:attrName>ppt_w</p:attrName>
                                        </p:attrNameLst>
                                      </p:cBhvr>
                                      <p:tavLst>
                                        <p:tav tm="0">
                                          <p:val>
                                            <p:fltVal val="0"/>
                                          </p:val>
                                        </p:tav>
                                        <p:tav tm="100000">
                                          <p:val>
                                            <p:strVal val="#ppt_w"/>
                                          </p:val>
                                        </p:tav>
                                      </p:tavLst>
                                    </p:anim>
                                    <p:anim calcmode="lin" valueType="num">
                                      <p:cBhvr>
                                        <p:cTn id="28" dur="500" fill="hold"/>
                                        <p:tgtEl>
                                          <p:spTgt spid="10"/>
                                        </p:tgtEl>
                                        <p:attrNameLst>
                                          <p:attrName>ppt_h</p:attrName>
                                        </p:attrNameLst>
                                      </p:cBhvr>
                                      <p:tavLst>
                                        <p:tav tm="0">
                                          <p:val>
                                            <p:fltVal val="0"/>
                                          </p:val>
                                        </p:tav>
                                        <p:tav tm="100000">
                                          <p:val>
                                            <p:strVal val="#ppt_h"/>
                                          </p:val>
                                        </p:tav>
                                      </p:tavLst>
                                    </p:anim>
                                    <p:animEffect transition="in" filter="fade">
                                      <p:cBhvr>
                                        <p:cTn id="29" dur="500"/>
                                        <p:tgtEl>
                                          <p:spTgt spid="10"/>
                                        </p:tgtEl>
                                      </p:cBhvr>
                                    </p:animEffect>
                                  </p:childTnLst>
                                </p:cTn>
                              </p:par>
                            </p:childTnLst>
                          </p:cTn>
                        </p:par>
                        <p:par>
                          <p:cTn id="30" fill="hold">
                            <p:stCondLst>
                              <p:cond delay="2500"/>
                            </p:stCondLst>
                            <p:childTnLst>
                              <p:par>
                                <p:cTn id="31" presetID="53" presetClass="entr" presetSubtype="16" fill="hold" grpId="0" nodeType="afterEffect">
                                  <p:stCondLst>
                                    <p:cond delay="0"/>
                                  </p:stCondLst>
                                  <p:childTnLst>
                                    <p:set>
                                      <p:cBhvr>
                                        <p:cTn id="32" dur="1" fill="hold">
                                          <p:stCondLst>
                                            <p:cond delay="0"/>
                                          </p:stCondLst>
                                        </p:cTn>
                                        <p:tgtEl>
                                          <p:spTgt spid="11"/>
                                        </p:tgtEl>
                                        <p:attrNameLst>
                                          <p:attrName>style.visibility</p:attrName>
                                        </p:attrNameLst>
                                      </p:cBhvr>
                                      <p:to>
                                        <p:strVal val="visible"/>
                                      </p:to>
                                    </p:set>
                                    <p:anim calcmode="lin" valueType="num">
                                      <p:cBhvr>
                                        <p:cTn id="33" dur="500" fill="hold"/>
                                        <p:tgtEl>
                                          <p:spTgt spid="11"/>
                                        </p:tgtEl>
                                        <p:attrNameLst>
                                          <p:attrName>ppt_w</p:attrName>
                                        </p:attrNameLst>
                                      </p:cBhvr>
                                      <p:tavLst>
                                        <p:tav tm="0">
                                          <p:val>
                                            <p:fltVal val="0"/>
                                          </p:val>
                                        </p:tav>
                                        <p:tav tm="100000">
                                          <p:val>
                                            <p:strVal val="#ppt_w"/>
                                          </p:val>
                                        </p:tav>
                                      </p:tavLst>
                                    </p:anim>
                                    <p:anim calcmode="lin" valueType="num">
                                      <p:cBhvr>
                                        <p:cTn id="34" dur="500" fill="hold"/>
                                        <p:tgtEl>
                                          <p:spTgt spid="11"/>
                                        </p:tgtEl>
                                        <p:attrNameLst>
                                          <p:attrName>ppt_h</p:attrName>
                                        </p:attrNameLst>
                                      </p:cBhvr>
                                      <p:tavLst>
                                        <p:tav tm="0">
                                          <p:val>
                                            <p:fltVal val="0"/>
                                          </p:val>
                                        </p:tav>
                                        <p:tav tm="100000">
                                          <p:val>
                                            <p:strVal val="#ppt_h"/>
                                          </p:val>
                                        </p:tav>
                                      </p:tavLst>
                                    </p:anim>
                                    <p:animEffect transition="in" filter="fade">
                                      <p:cBhvr>
                                        <p:cTn id="35" dur="500"/>
                                        <p:tgtEl>
                                          <p:spTgt spid="11"/>
                                        </p:tgtEl>
                                      </p:cBhvr>
                                    </p:animEffect>
                                  </p:childTnLst>
                                </p:cTn>
                              </p:par>
                            </p:childTnLst>
                          </p:cTn>
                        </p:par>
                        <p:par>
                          <p:cTn id="36" fill="hold">
                            <p:stCondLst>
                              <p:cond delay="3000"/>
                            </p:stCondLst>
                            <p:childTnLst>
                              <p:par>
                                <p:cTn id="37" presetID="53" presetClass="entr" presetSubtype="16" fill="hold" grpId="0" nodeType="afterEffect">
                                  <p:stCondLst>
                                    <p:cond delay="0"/>
                                  </p:stCondLst>
                                  <p:childTnLst>
                                    <p:set>
                                      <p:cBhvr>
                                        <p:cTn id="38" dur="1" fill="hold">
                                          <p:stCondLst>
                                            <p:cond delay="0"/>
                                          </p:stCondLst>
                                        </p:cTn>
                                        <p:tgtEl>
                                          <p:spTgt spid="12"/>
                                        </p:tgtEl>
                                        <p:attrNameLst>
                                          <p:attrName>style.visibility</p:attrName>
                                        </p:attrNameLst>
                                      </p:cBhvr>
                                      <p:to>
                                        <p:strVal val="visible"/>
                                      </p:to>
                                    </p:set>
                                    <p:anim calcmode="lin" valueType="num">
                                      <p:cBhvr>
                                        <p:cTn id="39" dur="500" fill="hold"/>
                                        <p:tgtEl>
                                          <p:spTgt spid="12"/>
                                        </p:tgtEl>
                                        <p:attrNameLst>
                                          <p:attrName>ppt_w</p:attrName>
                                        </p:attrNameLst>
                                      </p:cBhvr>
                                      <p:tavLst>
                                        <p:tav tm="0">
                                          <p:val>
                                            <p:fltVal val="0"/>
                                          </p:val>
                                        </p:tav>
                                        <p:tav tm="100000">
                                          <p:val>
                                            <p:strVal val="#ppt_w"/>
                                          </p:val>
                                        </p:tav>
                                      </p:tavLst>
                                    </p:anim>
                                    <p:anim calcmode="lin" valueType="num">
                                      <p:cBhvr>
                                        <p:cTn id="40" dur="500" fill="hold"/>
                                        <p:tgtEl>
                                          <p:spTgt spid="12"/>
                                        </p:tgtEl>
                                        <p:attrNameLst>
                                          <p:attrName>ppt_h</p:attrName>
                                        </p:attrNameLst>
                                      </p:cBhvr>
                                      <p:tavLst>
                                        <p:tav tm="0">
                                          <p:val>
                                            <p:fltVal val="0"/>
                                          </p:val>
                                        </p:tav>
                                        <p:tav tm="100000">
                                          <p:val>
                                            <p:strVal val="#ppt_h"/>
                                          </p:val>
                                        </p:tav>
                                      </p:tavLst>
                                    </p:anim>
                                    <p:animEffect transition="in" filter="fade">
                                      <p:cBhvr>
                                        <p:cTn id="41" dur="500"/>
                                        <p:tgtEl>
                                          <p:spTgt spid="12"/>
                                        </p:tgtEl>
                                      </p:cBhvr>
                                    </p:animEffect>
                                  </p:childTnLst>
                                </p:cTn>
                              </p:par>
                            </p:childTnLst>
                          </p:cTn>
                        </p:par>
                        <p:par>
                          <p:cTn id="42" fill="hold">
                            <p:stCondLst>
                              <p:cond delay="3500"/>
                            </p:stCondLst>
                            <p:childTnLst>
                              <p:par>
                                <p:cTn id="43" presetID="53" presetClass="entr" presetSubtype="16" fill="hold" grpId="0" nodeType="afterEffect" nodePh="1">
                                  <p:stCondLst>
                                    <p:cond delay="0"/>
                                  </p:stCondLst>
                                  <p:endCondLst>
                                    <p:cond evt="begin" delay="0">
                                      <p:tn val="43"/>
                                    </p:cond>
                                  </p:endCondLst>
                                  <p:childTnLst>
                                    <p:set>
                                      <p:cBhvr>
                                        <p:cTn id="44" dur="1" fill="hold">
                                          <p:stCondLst>
                                            <p:cond delay="0"/>
                                          </p:stCondLst>
                                        </p:cTn>
                                        <p:tgtEl>
                                          <p:spTgt spid="13">
                                            <p:txEl>
                                              <p:pRg st="0" end="0"/>
                                            </p:txEl>
                                          </p:spTgt>
                                        </p:tgtEl>
                                        <p:attrNameLst>
                                          <p:attrName>style.visibility</p:attrName>
                                        </p:attrNameLst>
                                      </p:cBhvr>
                                      <p:to>
                                        <p:strVal val="visible"/>
                                      </p:to>
                                    </p:set>
                                    <p:anim calcmode="lin" valueType="num">
                                      <p:cBhvr>
                                        <p:cTn id="45" dur="500" fill="hold"/>
                                        <p:tgtEl>
                                          <p:spTgt spid="13">
                                            <p:txEl>
                                              <p:pRg st="0" end="0"/>
                                            </p:txEl>
                                          </p:spTgt>
                                        </p:tgtEl>
                                        <p:attrNameLst>
                                          <p:attrName>ppt_w</p:attrName>
                                        </p:attrNameLst>
                                      </p:cBhvr>
                                      <p:tavLst>
                                        <p:tav tm="0">
                                          <p:val>
                                            <p:fltVal val="0"/>
                                          </p:val>
                                        </p:tav>
                                        <p:tav tm="100000">
                                          <p:val>
                                            <p:strVal val="#ppt_w"/>
                                          </p:val>
                                        </p:tav>
                                      </p:tavLst>
                                    </p:anim>
                                    <p:anim calcmode="lin" valueType="num">
                                      <p:cBhvr>
                                        <p:cTn id="46" dur="500" fill="hold"/>
                                        <p:tgtEl>
                                          <p:spTgt spid="13">
                                            <p:txEl>
                                              <p:pRg st="0" end="0"/>
                                            </p:txEl>
                                          </p:spTgt>
                                        </p:tgtEl>
                                        <p:attrNameLst>
                                          <p:attrName>ppt_h</p:attrName>
                                        </p:attrNameLst>
                                      </p:cBhvr>
                                      <p:tavLst>
                                        <p:tav tm="0">
                                          <p:val>
                                            <p:fltVal val="0"/>
                                          </p:val>
                                        </p:tav>
                                        <p:tav tm="100000">
                                          <p:val>
                                            <p:strVal val="#ppt_h"/>
                                          </p:val>
                                        </p:tav>
                                      </p:tavLst>
                                    </p:anim>
                                    <p:animEffect transition="in" filter="fade">
                                      <p:cBhvr>
                                        <p:cTn id="47" dur="500"/>
                                        <p:tgtEl>
                                          <p:spTgt spid="13">
                                            <p:txEl>
                                              <p:pRg st="0" end="0"/>
                                            </p:txEl>
                                          </p:spTgt>
                                        </p:tgtEl>
                                      </p:cBhvr>
                                    </p:animEffect>
                                  </p:childTnLst>
                                </p:cTn>
                              </p:par>
                            </p:childTnLst>
                          </p:cTn>
                        </p:par>
                        <p:par>
                          <p:cTn id="48" fill="hold">
                            <p:stCondLst>
                              <p:cond delay="4000"/>
                            </p:stCondLst>
                            <p:childTnLst>
                              <p:par>
                                <p:cTn id="49" presetID="42" presetClass="entr" presetSubtype="0" fill="hold" grpId="0" nodeType="afterEffect" nodePh="1">
                                  <p:stCondLst>
                                    <p:cond delay="0"/>
                                  </p:stCondLst>
                                  <p:endCondLst>
                                    <p:cond evt="begin" delay="0">
                                      <p:tn val="49"/>
                                    </p:cond>
                                  </p:endCondLst>
                                  <p:childTnLst>
                                    <p:set>
                                      <p:cBhvr>
                                        <p:cTn id="50" dur="1" fill="hold">
                                          <p:stCondLst>
                                            <p:cond delay="0"/>
                                          </p:stCondLst>
                                        </p:cTn>
                                        <p:tgtEl>
                                          <p:spTgt spid="14">
                                            <p:txEl>
                                              <p:pRg st="0" end="0"/>
                                            </p:txEl>
                                          </p:spTgt>
                                        </p:tgtEl>
                                        <p:attrNameLst>
                                          <p:attrName>style.visibility</p:attrName>
                                        </p:attrNameLst>
                                      </p:cBhvr>
                                      <p:to>
                                        <p:strVal val="visible"/>
                                      </p:to>
                                    </p:set>
                                    <p:animEffect transition="in" filter="fade">
                                      <p:cBhvr>
                                        <p:cTn id="51" dur="500"/>
                                        <p:tgtEl>
                                          <p:spTgt spid="14">
                                            <p:txEl>
                                              <p:pRg st="0" end="0"/>
                                            </p:txEl>
                                          </p:spTgt>
                                        </p:tgtEl>
                                      </p:cBhvr>
                                    </p:animEffect>
                                    <p:anim calcmode="lin" valueType="num">
                                      <p:cBhvr>
                                        <p:cTn id="52" dur="500" fill="hold"/>
                                        <p:tgtEl>
                                          <p:spTgt spid="14">
                                            <p:txEl>
                                              <p:pRg st="0" end="0"/>
                                            </p:txEl>
                                          </p:spTgt>
                                        </p:tgtEl>
                                        <p:attrNameLst>
                                          <p:attrName>ppt_x</p:attrName>
                                        </p:attrNameLst>
                                      </p:cBhvr>
                                      <p:tavLst>
                                        <p:tav tm="0">
                                          <p:val>
                                            <p:strVal val="#ppt_x"/>
                                          </p:val>
                                        </p:tav>
                                        <p:tav tm="100000">
                                          <p:val>
                                            <p:strVal val="#ppt_x"/>
                                          </p:val>
                                        </p:tav>
                                      </p:tavLst>
                                    </p:anim>
                                    <p:anim calcmode="lin" valueType="num">
                                      <p:cBhvr>
                                        <p:cTn id="53" dur="500" fill="hold"/>
                                        <p:tgtEl>
                                          <p:spTgt spid="14">
                                            <p:txEl>
                                              <p:pRg st="0" end="0"/>
                                            </p:txEl>
                                          </p:spTgt>
                                        </p:tgtEl>
                                        <p:attrNameLst>
                                          <p:attrName>ppt_y</p:attrName>
                                        </p:attrNameLst>
                                      </p:cBhvr>
                                      <p:tavLst>
                                        <p:tav tm="0">
                                          <p:val>
                                            <p:strVal val="#ppt_y+.1"/>
                                          </p:val>
                                        </p:tav>
                                        <p:tav tm="100000">
                                          <p:val>
                                            <p:strVal val="#ppt_y"/>
                                          </p:val>
                                        </p:tav>
                                      </p:tavLst>
                                    </p:anim>
                                  </p:childTnLst>
                                </p:cTn>
                              </p:par>
                            </p:childTnLst>
                          </p:cTn>
                        </p:par>
                        <p:par>
                          <p:cTn id="54" fill="hold">
                            <p:stCondLst>
                              <p:cond delay="4500"/>
                            </p:stCondLst>
                            <p:childTnLst>
                              <p:par>
                                <p:cTn id="55" presetID="42" presetClass="entr" presetSubtype="0" fill="hold" grpId="0" nodeType="afterEffect" nodePh="1">
                                  <p:stCondLst>
                                    <p:cond delay="0"/>
                                  </p:stCondLst>
                                  <p:endCondLst>
                                    <p:cond evt="begin" delay="0">
                                      <p:tn val="55"/>
                                    </p:cond>
                                  </p:endCondLst>
                                  <p:childTnLst>
                                    <p:set>
                                      <p:cBhvr>
                                        <p:cTn id="56" dur="1" fill="hold">
                                          <p:stCondLst>
                                            <p:cond delay="0"/>
                                          </p:stCondLst>
                                        </p:cTn>
                                        <p:tgtEl>
                                          <p:spTgt spid="21">
                                            <p:txEl>
                                              <p:pRg st="0" end="0"/>
                                            </p:txEl>
                                          </p:spTgt>
                                        </p:tgtEl>
                                        <p:attrNameLst>
                                          <p:attrName>style.visibility</p:attrName>
                                        </p:attrNameLst>
                                      </p:cBhvr>
                                      <p:to>
                                        <p:strVal val="visible"/>
                                      </p:to>
                                    </p:set>
                                    <p:animEffect transition="in" filter="fade">
                                      <p:cBhvr>
                                        <p:cTn id="57" dur="500"/>
                                        <p:tgtEl>
                                          <p:spTgt spid="21">
                                            <p:txEl>
                                              <p:pRg st="0" end="0"/>
                                            </p:txEl>
                                          </p:spTgt>
                                        </p:tgtEl>
                                      </p:cBhvr>
                                    </p:animEffect>
                                    <p:anim calcmode="lin" valueType="num">
                                      <p:cBhvr>
                                        <p:cTn id="58" dur="500" fill="hold"/>
                                        <p:tgtEl>
                                          <p:spTgt spid="21">
                                            <p:txEl>
                                              <p:pRg st="0" end="0"/>
                                            </p:txEl>
                                          </p:spTgt>
                                        </p:tgtEl>
                                        <p:attrNameLst>
                                          <p:attrName>ppt_x</p:attrName>
                                        </p:attrNameLst>
                                      </p:cBhvr>
                                      <p:tavLst>
                                        <p:tav tm="0">
                                          <p:val>
                                            <p:strVal val="#ppt_x"/>
                                          </p:val>
                                        </p:tav>
                                        <p:tav tm="100000">
                                          <p:val>
                                            <p:strVal val="#ppt_x"/>
                                          </p:val>
                                        </p:tav>
                                      </p:tavLst>
                                    </p:anim>
                                    <p:anim calcmode="lin" valueType="num">
                                      <p:cBhvr>
                                        <p:cTn id="59" dur="500" fill="hold"/>
                                        <p:tgtEl>
                                          <p:spTgt spid="21">
                                            <p:txEl>
                                              <p:pRg st="0" end="0"/>
                                            </p:txEl>
                                          </p:spTgt>
                                        </p:tgtEl>
                                        <p:attrNameLst>
                                          <p:attrName>ppt_y</p:attrName>
                                        </p:attrNameLst>
                                      </p:cBhvr>
                                      <p:tavLst>
                                        <p:tav tm="0">
                                          <p:val>
                                            <p:strVal val="#ppt_y+.1"/>
                                          </p:val>
                                        </p:tav>
                                        <p:tav tm="100000">
                                          <p:val>
                                            <p:strVal val="#ppt_y"/>
                                          </p:val>
                                        </p:tav>
                                      </p:tavLst>
                                    </p:anim>
                                  </p:childTnLst>
                                </p:cTn>
                              </p:par>
                            </p:childTnLst>
                          </p:cTn>
                        </p:par>
                        <p:par>
                          <p:cTn id="60" fill="hold">
                            <p:stCondLst>
                              <p:cond delay="5000"/>
                            </p:stCondLst>
                            <p:childTnLst>
                              <p:par>
                                <p:cTn id="61" presetID="10" presetClass="entr" presetSubtype="0" fill="hold" nodeType="afterEffect">
                                  <p:stCondLst>
                                    <p:cond delay="0"/>
                                  </p:stCondLst>
                                  <p:childTnLst>
                                    <p:set>
                                      <p:cBhvr>
                                        <p:cTn id="62" dur="1" fill="hold">
                                          <p:stCondLst>
                                            <p:cond delay="0"/>
                                          </p:stCondLst>
                                        </p:cTn>
                                        <p:tgtEl>
                                          <p:spTgt spid="25"/>
                                        </p:tgtEl>
                                        <p:attrNameLst>
                                          <p:attrName>style.visibility</p:attrName>
                                        </p:attrNameLst>
                                      </p:cBhvr>
                                      <p:to>
                                        <p:strVal val="visible"/>
                                      </p:to>
                                    </p:set>
                                    <p:animEffect transition="in" filter="fade">
                                      <p:cBhvr>
                                        <p:cTn id="63" dur="500"/>
                                        <p:tgtEl>
                                          <p:spTgt spid="25"/>
                                        </p:tgtEl>
                                      </p:cBhvr>
                                    </p:animEffect>
                                  </p:childTnLst>
                                </p:cTn>
                              </p:par>
                            </p:childTnLst>
                          </p:cTn>
                        </p:par>
                        <p:par>
                          <p:cTn id="64" fill="hold">
                            <p:stCondLst>
                              <p:cond delay="5500"/>
                            </p:stCondLst>
                            <p:childTnLst>
                              <p:par>
                                <p:cTn id="65" presetID="53" presetClass="entr" presetSubtype="16" fill="hold" grpId="0" nodeType="afterEffect" nodePh="1">
                                  <p:stCondLst>
                                    <p:cond delay="0"/>
                                  </p:stCondLst>
                                  <p:endCondLst>
                                    <p:cond evt="begin" delay="0">
                                      <p:tn val="65"/>
                                    </p:cond>
                                  </p:endCondLst>
                                  <p:childTnLst>
                                    <p:set>
                                      <p:cBhvr>
                                        <p:cTn id="66" dur="1" fill="hold">
                                          <p:stCondLst>
                                            <p:cond delay="0"/>
                                          </p:stCondLst>
                                        </p:cTn>
                                        <p:tgtEl>
                                          <p:spTgt spid="15">
                                            <p:txEl>
                                              <p:pRg st="0" end="0"/>
                                            </p:txEl>
                                          </p:spTgt>
                                        </p:tgtEl>
                                        <p:attrNameLst>
                                          <p:attrName>style.visibility</p:attrName>
                                        </p:attrNameLst>
                                      </p:cBhvr>
                                      <p:to>
                                        <p:strVal val="visible"/>
                                      </p:to>
                                    </p:set>
                                    <p:anim calcmode="lin" valueType="num">
                                      <p:cBhvr>
                                        <p:cTn id="67" dur="500" fill="hold"/>
                                        <p:tgtEl>
                                          <p:spTgt spid="15">
                                            <p:txEl>
                                              <p:pRg st="0" end="0"/>
                                            </p:txEl>
                                          </p:spTgt>
                                        </p:tgtEl>
                                        <p:attrNameLst>
                                          <p:attrName>ppt_w</p:attrName>
                                        </p:attrNameLst>
                                      </p:cBhvr>
                                      <p:tavLst>
                                        <p:tav tm="0">
                                          <p:val>
                                            <p:fltVal val="0"/>
                                          </p:val>
                                        </p:tav>
                                        <p:tav tm="100000">
                                          <p:val>
                                            <p:strVal val="#ppt_w"/>
                                          </p:val>
                                        </p:tav>
                                      </p:tavLst>
                                    </p:anim>
                                    <p:anim calcmode="lin" valueType="num">
                                      <p:cBhvr>
                                        <p:cTn id="68" dur="500" fill="hold"/>
                                        <p:tgtEl>
                                          <p:spTgt spid="15">
                                            <p:txEl>
                                              <p:pRg st="0" end="0"/>
                                            </p:txEl>
                                          </p:spTgt>
                                        </p:tgtEl>
                                        <p:attrNameLst>
                                          <p:attrName>ppt_h</p:attrName>
                                        </p:attrNameLst>
                                      </p:cBhvr>
                                      <p:tavLst>
                                        <p:tav tm="0">
                                          <p:val>
                                            <p:fltVal val="0"/>
                                          </p:val>
                                        </p:tav>
                                        <p:tav tm="100000">
                                          <p:val>
                                            <p:strVal val="#ppt_h"/>
                                          </p:val>
                                        </p:tav>
                                      </p:tavLst>
                                    </p:anim>
                                    <p:animEffect transition="in" filter="fade">
                                      <p:cBhvr>
                                        <p:cTn id="69" dur="500"/>
                                        <p:tgtEl>
                                          <p:spTgt spid="15">
                                            <p:txEl>
                                              <p:pRg st="0" end="0"/>
                                            </p:txEl>
                                          </p:spTgt>
                                        </p:tgtEl>
                                      </p:cBhvr>
                                    </p:animEffect>
                                  </p:childTnLst>
                                </p:cTn>
                              </p:par>
                            </p:childTnLst>
                          </p:cTn>
                        </p:par>
                        <p:par>
                          <p:cTn id="70" fill="hold">
                            <p:stCondLst>
                              <p:cond delay="6000"/>
                            </p:stCondLst>
                            <p:childTnLst>
                              <p:par>
                                <p:cTn id="71" presetID="42" presetClass="entr" presetSubtype="0" fill="hold" grpId="0" nodeType="afterEffect" nodePh="1">
                                  <p:stCondLst>
                                    <p:cond delay="0"/>
                                  </p:stCondLst>
                                  <p:endCondLst>
                                    <p:cond evt="begin" delay="0">
                                      <p:tn val="71"/>
                                    </p:cond>
                                  </p:endCondLst>
                                  <p:childTnLst>
                                    <p:set>
                                      <p:cBhvr>
                                        <p:cTn id="72" dur="1" fill="hold">
                                          <p:stCondLst>
                                            <p:cond delay="0"/>
                                          </p:stCondLst>
                                        </p:cTn>
                                        <p:tgtEl>
                                          <p:spTgt spid="16">
                                            <p:txEl>
                                              <p:pRg st="0" end="0"/>
                                            </p:txEl>
                                          </p:spTgt>
                                        </p:tgtEl>
                                        <p:attrNameLst>
                                          <p:attrName>style.visibility</p:attrName>
                                        </p:attrNameLst>
                                      </p:cBhvr>
                                      <p:to>
                                        <p:strVal val="visible"/>
                                      </p:to>
                                    </p:set>
                                    <p:animEffect transition="in" filter="fade">
                                      <p:cBhvr>
                                        <p:cTn id="73" dur="500"/>
                                        <p:tgtEl>
                                          <p:spTgt spid="16">
                                            <p:txEl>
                                              <p:pRg st="0" end="0"/>
                                            </p:txEl>
                                          </p:spTgt>
                                        </p:tgtEl>
                                      </p:cBhvr>
                                    </p:animEffect>
                                    <p:anim calcmode="lin" valueType="num">
                                      <p:cBhvr>
                                        <p:cTn id="74" dur="500" fill="hold"/>
                                        <p:tgtEl>
                                          <p:spTgt spid="16">
                                            <p:txEl>
                                              <p:pRg st="0" end="0"/>
                                            </p:txEl>
                                          </p:spTgt>
                                        </p:tgtEl>
                                        <p:attrNameLst>
                                          <p:attrName>ppt_x</p:attrName>
                                        </p:attrNameLst>
                                      </p:cBhvr>
                                      <p:tavLst>
                                        <p:tav tm="0">
                                          <p:val>
                                            <p:strVal val="#ppt_x"/>
                                          </p:val>
                                        </p:tav>
                                        <p:tav tm="100000">
                                          <p:val>
                                            <p:strVal val="#ppt_x"/>
                                          </p:val>
                                        </p:tav>
                                      </p:tavLst>
                                    </p:anim>
                                    <p:anim calcmode="lin" valueType="num">
                                      <p:cBhvr>
                                        <p:cTn id="75" dur="500" fill="hold"/>
                                        <p:tgtEl>
                                          <p:spTgt spid="16">
                                            <p:txEl>
                                              <p:pRg st="0" end="0"/>
                                            </p:txEl>
                                          </p:spTgt>
                                        </p:tgtEl>
                                        <p:attrNameLst>
                                          <p:attrName>ppt_y</p:attrName>
                                        </p:attrNameLst>
                                      </p:cBhvr>
                                      <p:tavLst>
                                        <p:tav tm="0">
                                          <p:val>
                                            <p:strVal val="#ppt_y+.1"/>
                                          </p:val>
                                        </p:tav>
                                        <p:tav tm="100000">
                                          <p:val>
                                            <p:strVal val="#ppt_y"/>
                                          </p:val>
                                        </p:tav>
                                      </p:tavLst>
                                    </p:anim>
                                  </p:childTnLst>
                                </p:cTn>
                              </p:par>
                            </p:childTnLst>
                          </p:cTn>
                        </p:par>
                        <p:par>
                          <p:cTn id="76" fill="hold">
                            <p:stCondLst>
                              <p:cond delay="6500"/>
                            </p:stCondLst>
                            <p:childTnLst>
                              <p:par>
                                <p:cTn id="77" presetID="42" presetClass="entr" presetSubtype="0" fill="hold" grpId="0" nodeType="afterEffect" nodePh="1">
                                  <p:stCondLst>
                                    <p:cond delay="0"/>
                                  </p:stCondLst>
                                  <p:endCondLst>
                                    <p:cond evt="begin" delay="0">
                                      <p:tn val="77"/>
                                    </p:cond>
                                  </p:endCondLst>
                                  <p:childTnLst>
                                    <p:set>
                                      <p:cBhvr>
                                        <p:cTn id="78" dur="1" fill="hold">
                                          <p:stCondLst>
                                            <p:cond delay="0"/>
                                          </p:stCondLst>
                                        </p:cTn>
                                        <p:tgtEl>
                                          <p:spTgt spid="22">
                                            <p:txEl>
                                              <p:pRg st="0" end="0"/>
                                            </p:txEl>
                                          </p:spTgt>
                                        </p:tgtEl>
                                        <p:attrNameLst>
                                          <p:attrName>style.visibility</p:attrName>
                                        </p:attrNameLst>
                                      </p:cBhvr>
                                      <p:to>
                                        <p:strVal val="visible"/>
                                      </p:to>
                                    </p:set>
                                    <p:animEffect transition="in" filter="fade">
                                      <p:cBhvr>
                                        <p:cTn id="79" dur="500"/>
                                        <p:tgtEl>
                                          <p:spTgt spid="22">
                                            <p:txEl>
                                              <p:pRg st="0" end="0"/>
                                            </p:txEl>
                                          </p:spTgt>
                                        </p:tgtEl>
                                      </p:cBhvr>
                                    </p:animEffect>
                                    <p:anim calcmode="lin" valueType="num">
                                      <p:cBhvr>
                                        <p:cTn id="80" dur="500" fill="hold"/>
                                        <p:tgtEl>
                                          <p:spTgt spid="22">
                                            <p:txEl>
                                              <p:pRg st="0" end="0"/>
                                            </p:txEl>
                                          </p:spTgt>
                                        </p:tgtEl>
                                        <p:attrNameLst>
                                          <p:attrName>ppt_x</p:attrName>
                                        </p:attrNameLst>
                                      </p:cBhvr>
                                      <p:tavLst>
                                        <p:tav tm="0">
                                          <p:val>
                                            <p:strVal val="#ppt_x"/>
                                          </p:val>
                                        </p:tav>
                                        <p:tav tm="100000">
                                          <p:val>
                                            <p:strVal val="#ppt_x"/>
                                          </p:val>
                                        </p:tav>
                                      </p:tavLst>
                                    </p:anim>
                                    <p:anim calcmode="lin" valueType="num">
                                      <p:cBhvr>
                                        <p:cTn id="81" dur="500" fill="hold"/>
                                        <p:tgtEl>
                                          <p:spTgt spid="22">
                                            <p:txEl>
                                              <p:pRg st="0" end="0"/>
                                            </p:txEl>
                                          </p:spTgt>
                                        </p:tgtEl>
                                        <p:attrNameLst>
                                          <p:attrName>ppt_y</p:attrName>
                                        </p:attrNameLst>
                                      </p:cBhvr>
                                      <p:tavLst>
                                        <p:tav tm="0">
                                          <p:val>
                                            <p:strVal val="#ppt_y+.1"/>
                                          </p:val>
                                        </p:tav>
                                        <p:tav tm="100000">
                                          <p:val>
                                            <p:strVal val="#ppt_y"/>
                                          </p:val>
                                        </p:tav>
                                      </p:tavLst>
                                    </p:anim>
                                  </p:childTnLst>
                                </p:cTn>
                              </p:par>
                            </p:childTnLst>
                          </p:cTn>
                        </p:par>
                        <p:par>
                          <p:cTn id="82" fill="hold">
                            <p:stCondLst>
                              <p:cond delay="7000"/>
                            </p:stCondLst>
                            <p:childTnLst>
                              <p:par>
                                <p:cTn id="83" presetID="10" presetClass="entr" presetSubtype="0" fill="hold" nodeType="afterEffect">
                                  <p:stCondLst>
                                    <p:cond delay="0"/>
                                  </p:stCondLst>
                                  <p:childTnLst>
                                    <p:set>
                                      <p:cBhvr>
                                        <p:cTn id="84" dur="1" fill="hold">
                                          <p:stCondLst>
                                            <p:cond delay="0"/>
                                          </p:stCondLst>
                                        </p:cTn>
                                        <p:tgtEl>
                                          <p:spTgt spid="32"/>
                                        </p:tgtEl>
                                        <p:attrNameLst>
                                          <p:attrName>style.visibility</p:attrName>
                                        </p:attrNameLst>
                                      </p:cBhvr>
                                      <p:to>
                                        <p:strVal val="visible"/>
                                      </p:to>
                                    </p:set>
                                    <p:animEffect transition="in" filter="fade">
                                      <p:cBhvr>
                                        <p:cTn id="85" dur="500"/>
                                        <p:tgtEl>
                                          <p:spTgt spid="32"/>
                                        </p:tgtEl>
                                      </p:cBhvr>
                                    </p:animEffect>
                                  </p:childTnLst>
                                </p:cTn>
                              </p:par>
                            </p:childTnLst>
                          </p:cTn>
                        </p:par>
                        <p:par>
                          <p:cTn id="86" fill="hold">
                            <p:stCondLst>
                              <p:cond delay="7500"/>
                            </p:stCondLst>
                            <p:childTnLst>
                              <p:par>
                                <p:cTn id="87" presetID="53" presetClass="entr" presetSubtype="16" fill="hold" grpId="0" nodeType="afterEffect" nodePh="1">
                                  <p:stCondLst>
                                    <p:cond delay="0"/>
                                  </p:stCondLst>
                                  <p:endCondLst>
                                    <p:cond evt="begin" delay="0">
                                      <p:tn val="87"/>
                                    </p:cond>
                                  </p:endCondLst>
                                  <p:childTnLst>
                                    <p:set>
                                      <p:cBhvr>
                                        <p:cTn id="88" dur="1" fill="hold">
                                          <p:stCondLst>
                                            <p:cond delay="0"/>
                                          </p:stCondLst>
                                        </p:cTn>
                                        <p:tgtEl>
                                          <p:spTgt spid="17">
                                            <p:txEl>
                                              <p:pRg st="0" end="0"/>
                                            </p:txEl>
                                          </p:spTgt>
                                        </p:tgtEl>
                                        <p:attrNameLst>
                                          <p:attrName>style.visibility</p:attrName>
                                        </p:attrNameLst>
                                      </p:cBhvr>
                                      <p:to>
                                        <p:strVal val="visible"/>
                                      </p:to>
                                    </p:set>
                                    <p:anim calcmode="lin" valueType="num">
                                      <p:cBhvr>
                                        <p:cTn id="89" dur="500" fill="hold"/>
                                        <p:tgtEl>
                                          <p:spTgt spid="17">
                                            <p:txEl>
                                              <p:pRg st="0" end="0"/>
                                            </p:txEl>
                                          </p:spTgt>
                                        </p:tgtEl>
                                        <p:attrNameLst>
                                          <p:attrName>ppt_w</p:attrName>
                                        </p:attrNameLst>
                                      </p:cBhvr>
                                      <p:tavLst>
                                        <p:tav tm="0">
                                          <p:val>
                                            <p:fltVal val="0"/>
                                          </p:val>
                                        </p:tav>
                                        <p:tav tm="100000">
                                          <p:val>
                                            <p:strVal val="#ppt_w"/>
                                          </p:val>
                                        </p:tav>
                                      </p:tavLst>
                                    </p:anim>
                                    <p:anim calcmode="lin" valueType="num">
                                      <p:cBhvr>
                                        <p:cTn id="90" dur="500" fill="hold"/>
                                        <p:tgtEl>
                                          <p:spTgt spid="17">
                                            <p:txEl>
                                              <p:pRg st="0" end="0"/>
                                            </p:txEl>
                                          </p:spTgt>
                                        </p:tgtEl>
                                        <p:attrNameLst>
                                          <p:attrName>ppt_h</p:attrName>
                                        </p:attrNameLst>
                                      </p:cBhvr>
                                      <p:tavLst>
                                        <p:tav tm="0">
                                          <p:val>
                                            <p:fltVal val="0"/>
                                          </p:val>
                                        </p:tav>
                                        <p:tav tm="100000">
                                          <p:val>
                                            <p:strVal val="#ppt_h"/>
                                          </p:val>
                                        </p:tav>
                                      </p:tavLst>
                                    </p:anim>
                                    <p:animEffect transition="in" filter="fade">
                                      <p:cBhvr>
                                        <p:cTn id="91" dur="500"/>
                                        <p:tgtEl>
                                          <p:spTgt spid="17">
                                            <p:txEl>
                                              <p:pRg st="0" end="0"/>
                                            </p:txEl>
                                          </p:spTgt>
                                        </p:tgtEl>
                                      </p:cBhvr>
                                    </p:animEffect>
                                  </p:childTnLst>
                                </p:cTn>
                              </p:par>
                            </p:childTnLst>
                          </p:cTn>
                        </p:par>
                        <p:par>
                          <p:cTn id="92" fill="hold">
                            <p:stCondLst>
                              <p:cond delay="8000"/>
                            </p:stCondLst>
                            <p:childTnLst>
                              <p:par>
                                <p:cTn id="93" presetID="42" presetClass="entr" presetSubtype="0" fill="hold" grpId="0" nodeType="afterEffect" nodePh="1">
                                  <p:stCondLst>
                                    <p:cond delay="0"/>
                                  </p:stCondLst>
                                  <p:endCondLst>
                                    <p:cond evt="begin" delay="0">
                                      <p:tn val="93"/>
                                    </p:cond>
                                  </p:endCondLst>
                                  <p:childTnLst>
                                    <p:set>
                                      <p:cBhvr>
                                        <p:cTn id="94" dur="1" fill="hold">
                                          <p:stCondLst>
                                            <p:cond delay="0"/>
                                          </p:stCondLst>
                                        </p:cTn>
                                        <p:tgtEl>
                                          <p:spTgt spid="18">
                                            <p:txEl>
                                              <p:pRg st="0" end="0"/>
                                            </p:txEl>
                                          </p:spTgt>
                                        </p:tgtEl>
                                        <p:attrNameLst>
                                          <p:attrName>style.visibility</p:attrName>
                                        </p:attrNameLst>
                                      </p:cBhvr>
                                      <p:to>
                                        <p:strVal val="visible"/>
                                      </p:to>
                                    </p:set>
                                    <p:animEffect transition="in" filter="fade">
                                      <p:cBhvr>
                                        <p:cTn id="95" dur="500"/>
                                        <p:tgtEl>
                                          <p:spTgt spid="18">
                                            <p:txEl>
                                              <p:pRg st="0" end="0"/>
                                            </p:txEl>
                                          </p:spTgt>
                                        </p:tgtEl>
                                      </p:cBhvr>
                                    </p:animEffect>
                                    <p:anim calcmode="lin" valueType="num">
                                      <p:cBhvr>
                                        <p:cTn id="96" dur="500" fill="hold"/>
                                        <p:tgtEl>
                                          <p:spTgt spid="18">
                                            <p:txEl>
                                              <p:pRg st="0" end="0"/>
                                            </p:txEl>
                                          </p:spTgt>
                                        </p:tgtEl>
                                        <p:attrNameLst>
                                          <p:attrName>ppt_x</p:attrName>
                                        </p:attrNameLst>
                                      </p:cBhvr>
                                      <p:tavLst>
                                        <p:tav tm="0">
                                          <p:val>
                                            <p:strVal val="#ppt_x"/>
                                          </p:val>
                                        </p:tav>
                                        <p:tav tm="100000">
                                          <p:val>
                                            <p:strVal val="#ppt_x"/>
                                          </p:val>
                                        </p:tav>
                                      </p:tavLst>
                                    </p:anim>
                                    <p:anim calcmode="lin" valueType="num">
                                      <p:cBhvr>
                                        <p:cTn id="97" dur="500" fill="hold"/>
                                        <p:tgtEl>
                                          <p:spTgt spid="18">
                                            <p:txEl>
                                              <p:pRg st="0" end="0"/>
                                            </p:txEl>
                                          </p:spTgt>
                                        </p:tgtEl>
                                        <p:attrNameLst>
                                          <p:attrName>ppt_y</p:attrName>
                                        </p:attrNameLst>
                                      </p:cBhvr>
                                      <p:tavLst>
                                        <p:tav tm="0">
                                          <p:val>
                                            <p:strVal val="#ppt_y+.1"/>
                                          </p:val>
                                        </p:tav>
                                        <p:tav tm="100000">
                                          <p:val>
                                            <p:strVal val="#ppt_y"/>
                                          </p:val>
                                        </p:tav>
                                      </p:tavLst>
                                    </p:anim>
                                  </p:childTnLst>
                                </p:cTn>
                              </p:par>
                            </p:childTnLst>
                          </p:cTn>
                        </p:par>
                        <p:par>
                          <p:cTn id="98" fill="hold">
                            <p:stCondLst>
                              <p:cond delay="8500"/>
                            </p:stCondLst>
                            <p:childTnLst>
                              <p:par>
                                <p:cTn id="99" presetID="42" presetClass="entr" presetSubtype="0" fill="hold" grpId="0" nodeType="afterEffect" nodePh="1">
                                  <p:stCondLst>
                                    <p:cond delay="0"/>
                                  </p:stCondLst>
                                  <p:endCondLst>
                                    <p:cond evt="begin" delay="0">
                                      <p:tn val="99"/>
                                    </p:cond>
                                  </p:endCondLst>
                                  <p:childTnLst>
                                    <p:set>
                                      <p:cBhvr>
                                        <p:cTn id="100" dur="1" fill="hold">
                                          <p:stCondLst>
                                            <p:cond delay="0"/>
                                          </p:stCondLst>
                                        </p:cTn>
                                        <p:tgtEl>
                                          <p:spTgt spid="23">
                                            <p:txEl>
                                              <p:pRg st="0" end="0"/>
                                            </p:txEl>
                                          </p:spTgt>
                                        </p:tgtEl>
                                        <p:attrNameLst>
                                          <p:attrName>style.visibility</p:attrName>
                                        </p:attrNameLst>
                                      </p:cBhvr>
                                      <p:to>
                                        <p:strVal val="visible"/>
                                      </p:to>
                                    </p:set>
                                    <p:animEffect transition="in" filter="fade">
                                      <p:cBhvr>
                                        <p:cTn id="101" dur="500"/>
                                        <p:tgtEl>
                                          <p:spTgt spid="23">
                                            <p:txEl>
                                              <p:pRg st="0" end="0"/>
                                            </p:txEl>
                                          </p:spTgt>
                                        </p:tgtEl>
                                      </p:cBhvr>
                                    </p:animEffect>
                                    <p:anim calcmode="lin" valueType="num">
                                      <p:cBhvr>
                                        <p:cTn id="102" dur="500" fill="hold"/>
                                        <p:tgtEl>
                                          <p:spTgt spid="23">
                                            <p:txEl>
                                              <p:pRg st="0" end="0"/>
                                            </p:txEl>
                                          </p:spTgt>
                                        </p:tgtEl>
                                        <p:attrNameLst>
                                          <p:attrName>ppt_x</p:attrName>
                                        </p:attrNameLst>
                                      </p:cBhvr>
                                      <p:tavLst>
                                        <p:tav tm="0">
                                          <p:val>
                                            <p:strVal val="#ppt_x"/>
                                          </p:val>
                                        </p:tav>
                                        <p:tav tm="100000">
                                          <p:val>
                                            <p:strVal val="#ppt_x"/>
                                          </p:val>
                                        </p:tav>
                                      </p:tavLst>
                                    </p:anim>
                                    <p:anim calcmode="lin" valueType="num">
                                      <p:cBhvr>
                                        <p:cTn id="103" dur="500" fill="hold"/>
                                        <p:tgtEl>
                                          <p:spTgt spid="23">
                                            <p:txEl>
                                              <p:pRg st="0" end="0"/>
                                            </p:txEl>
                                          </p:spTgt>
                                        </p:tgtEl>
                                        <p:attrNameLst>
                                          <p:attrName>ppt_y</p:attrName>
                                        </p:attrNameLst>
                                      </p:cBhvr>
                                      <p:tavLst>
                                        <p:tav tm="0">
                                          <p:val>
                                            <p:strVal val="#ppt_y+.1"/>
                                          </p:val>
                                        </p:tav>
                                        <p:tav tm="100000">
                                          <p:val>
                                            <p:strVal val="#ppt_y"/>
                                          </p:val>
                                        </p:tav>
                                      </p:tavLst>
                                    </p:anim>
                                  </p:childTnLst>
                                </p:cTn>
                              </p:par>
                            </p:childTnLst>
                          </p:cTn>
                        </p:par>
                        <p:par>
                          <p:cTn id="104" fill="hold">
                            <p:stCondLst>
                              <p:cond delay="9000"/>
                            </p:stCondLst>
                            <p:childTnLst>
                              <p:par>
                                <p:cTn id="105" presetID="10" presetClass="entr" presetSubtype="0" fill="hold" nodeType="afterEffect">
                                  <p:stCondLst>
                                    <p:cond delay="0"/>
                                  </p:stCondLst>
                                  <p:childTnLst>
                                    <p:set>
                                      <p:cBhvr>
                                        <p:cTn id="106" dur="1" fill="hold">
                                          <p:stCondLst>
                                            <p:cond delay="0"/>
                                          </p:stCondLst>
                                        </p:cTn>
                                        <p:tgtEl>
                                          <p:spTgt spid="39"/>
                                        </p:tgtEl>
                                        <p:attrNameLst>
                                          <p:attrName>style.visibility</p:attrName>
                                        </p:attrNameLst>
                                      </p:cBhvr>
                                      <p:to>
                                        <p:strVal val="visible"/>
                                      </p:to>
                                    </p:set>
                                    <p:animEffect transition="in" filter="fade">
                                      <p:cBhvr>
                                        <p:cTn id="107" dur="500"/>
                                        <p:tgtEl>
                                          <p:spTgt spid="39"/>
                                        </p:tgtEl>
                                      </p:cBhvr>
                                    </p:animEffect>
                                  </p:childTnLst>
                                </p:cTn>
                              </p:par>
                            </p:childTnLst>
                          </p:cTn>
                        </p:par>
                        <p:par>
                          <p:cTn id="108" fill="hold">
                            <p:stCondLst>
                              <p:cond delay="9500"/>
                            </p:stCondLst>
                            <p:childTnLst>
                              <p:par>
                                <p:cTn id="109" presetID="53" presetClass="entr" presetSubtype="16" fill="hold" grpId="0" nodeType="afterEffect" nodePh="1">
                                  <p:stCondLst>
                                    <p:cond delay="0"/>
                                  </p:stCondLst>
                                  <p:endCondLst>
                                    <p:cond evt="begin" delay="0">
                                      <p:tn val="109"/>
                                    </p:cond>
                                  </p:endCondLst>
                                  <p:childTnLst>
                                    <p:set>
                                      <p:cBhvr>
                                        <p:cTn id="110" dur="1" fill="hold">
                                          <p:stCondLst>
                                            <p:cond delay="0"/>
                                          </p:stCondLst>
                                        </p:cTn>
                                        <p:tgtEl>
                                          <p:spTgt spid="19">
                                            <p:txEl>
                                              <p:pRg st="0" end="0"/>
                                            </p:txEl>
                                          </p:spTgt>
                                        </p:tgtEl>
                                        <p:attrNameLst>
                                          <p:attrName>style.visibility</p:attrName>
                                        </p:attrNameLst>
                                      </p:cBhvr>
                                      <p:to>
                                        <p:strVal val="visible"/>
                                      </p:to>
                                    </p:set>
                                    <p:anim calcmode="lin" valueType="num">
                                      <p:cBhvr>
                                        <p:cTn id="111" dur="500" fill="hold"/>
                                        <p:tgtEl>
                                          <p:spTgt spid="19">
                                            <p:txEl>
                                              <p:pRg st="0" end="0"/>
                                            </p:txEl>
                                          </p:spTgt>
                                        </p:tgtEl>
                                        <p:attrNameLst>
                                          <p:attrName>ppt_w</p:attrName>
                                        </p:attrNameLst>
                                      </p:cBhvr>
                                      <p:tavLst>
                                        <p:tav tm="0">
                                          <p:val>
                                            <p:fltVal val="0"/>
                                          </p:val>
                                        </p:tav>
                                        <p:tav tm="100000">
                                          <p:val>
                                            <p:strVal val="#ppt_w"/>
                                          </p:val>
                                        </p:tav>
                                      </p:tavLst>
                                    </p:anim>
                                    <p:anim calcmode="lin" valueType="num">
                                      <p:cBhvr>
                                        <p:cTn id="112" dur="500" fill="hold"/>
                                        <p:tgtEl>
                                          <p:spTgt spid="19">
                                            <p:txEl>
                                              <p:pRg st="0" end="0"/>
                                            </p:txEl>
                                          </p:spTgt>
                                        </p:tgtEl>
                                        <p:attrNameLst>
                                          <p:attrName>ppt_h</p:attrName>
                                        </p:attrNameLst>
                                      </p:cBhvr>
                                      <p:tavLst>
                                        <p:tav tm="0">
                                          <p:val>
                                            <p:fltVal val="0"/>
                                          </p:val>
                                        </p:tav>
                                        <p:tav tm="100000">
                                          <p:val>
                                            <p:strVal val="#ppt_h"/>
                                          </p:val>
                                        </p:tav>
                                      </p:tavLst>
                                    </p:anim>
                                    <p:animEffect transition="in" filter="fade">
                                      <p:cBhvr>
                                        <p:cTn id="113" dur="500"/>
                                        <p:tgtEl>
                                          <p:spTgt spid="19">
                                            <p:txEl>
                                              <p:pRg st="0" end="0"/>
                                            </p:txEl>
                                          </p:spTgt>
                                        </p:tgtEl>
                                      </p:cBhvr>
                                    </p:animEffect>
                                  </p:childTnLst>
                                </p:cTn>
                              </p:par>
                            </p:childTnLst>
                          </p:cTn>
                        </p:par>
                        <p:par>
                          <p:cTn id="114" fill="hold">
                            <p:stCondLst>
                              <p:cond delay="10000"/>
                            </p:stCondLst>
                            <p:childTnLst>
                              <p:par>
                                <p:cTn id="115" presetID="42" presetClass="entr" presetSubtype="0" fill="hold" grpId="0" nodeType="afterEffect" nodePh="1">
                                  <p:stCondLst>
                                    <p:cond delay="0"/>
                                  </p:stCondLst>
                                  <p:endCondLst>
                                    <p:cond evt="begin" delay="0">
                                      <p:tn val="115"/>
                                    </p:cond>
                                  </p:endCondLst>
                                  <p:childTnLst>
                                    <p:set>
                                      <p:cBhvr>
                                        <p:cTn id="116" dur="1" fill="hold">
                                          <p:stCondLst>
                                            <p:cond delay="0"/>
                                          </p:stCondLst>
                                        </p:cTn>
                                        <p:tgtEl>
                                          <p:spTgt spid="20">
                                            <p:txEl>
                                              <p:pRg st="0" end="0"/>
                                            </p:txEl>
                                          </p:spTgt>
                                        </p:tgtEl>
                                        <p:attrNameLst>
                                          <p:attrName>style.visibility</p:attrName>
                                        </p:attrNameLst>
                                      </p:cBhvr>
                                      <p:to>
                                        <p:strVal val="visible"/>
                                      </p:to>
                                    </p:set>
                                    <p:animEffect transition="in" filter="fade">
                                      <p:cBhvr>
                                        <p:cTn id="117" dur="500"/>
                                        <p:tgtEl>
                                          <p:spTgt spid="20">
                                            <p:txEl>
                                              <p:pRg st="0" end="0"/>
                                            </p:txEl>
                                          </p:spTgt>
                                        </p:tgtEl>
                                      </p:cBhvr>
                                    </p:animEffect>
                                    <p:anim calcmode="lin" valueType="num">
                                      <p:cBhvr>
                                        <p:cTn id="118" dur="500" fill="hold"/>
                                        <p:tgtEl>
                                          <p:spTgt spid="20">
                                            <p:txEl>
                                              <p:pRg st="0" end="0"/>
                                            </p:txEl>
                                          </p:spTgt>
                                        </p:tgtEl>
                                        <p:attrNameLst>
                                          <p:attrName>ppt_x</p:attrName>
                                        </p:attrNameLst>
                                      </p:cBhvr>
                                      <p:tavLst>
                                        <p:tav tm="0">
                                          <p:val>
                                            <p:strVal val="#ppt_x"/>
                                          </p:val>
                                        </p:tav>
                                        <p:tav tm="100000">
                                          <p:val>
                                            <p:strVal val="#ppt_x"/>
                                          </p:val>
                                        </p:tav>
                                      </p:tavLst>
                                    </p:anim>
                                    <p:anim calcmode="lin" valueType="num">
                                      <p:cBhvr>
                                        <p:cTn id="119" dur="500" fill="hold"/>
                                        <p:tgtEl>
                                          <p:spTgt spid="20">
                                            <p:txEl>
                                              <p:pRg st="0" end="0"/>
                                            </p:txEl>
                                          </p:spTgt>
                                        </p:tgtEl>
                                        <p:attrNameLst>
                                          <p:attrName>ppt_y</p:attrName>
                                        </p:attrNameLst>
                                      </p:cBhvr>
                                      <p:tavLst>
                                        <p:tav tm="0">
                                          <p:val>
                                            <p:strVal val="#ppt_y+.1"/>
                                          </p:val>
                                        </p:tav>
                                        <p:tav tm="100000">
                                          <p:val>
                                            <p:strVal val="#ppt_y"/>
                                          </p:val>
                                        </p:tav>
                                      </p:tavLst>
                                    </p:anim>
                                  </p:childTnLst>
                                </p:cTn>
                              </p:par>
                            </p:childTnLst>
                          </p:cTn>
                        </p:par>
                        <p:par>
                          <p:cTn id="120" fill="hold">
                            <p:stCondLst>
                              <p:cond delay="10500"/>
                            </p:stCondLst>
                            <p:childTnLst>
                              <p:par>
                                <p:cTn id="121" presetID="42" presetClass="entr" presetSubtype="0" fill="hold" grpId="0" nodeType="afterEffect" nodePh="1">
                                  <p:stCondLst>
                                    <p:cond delay="0"/>
                                  </p:stCondLst>
                                  <p:endCondLst>
                                    <p:cond evt="begin" delay="0">
                                      <p:tn val="121"/>
                                    </p:cond>
                                  </p:endCondLst>
                                  <p:childTnLst>
                                    <p:set>
                                      <p:cBhvr>
                                        <p:cTn id="122" dur="1" fill="hold">
                                          <p:stCondLst>
                                            <p:cond delay="0"/>
                                          </p:stCondLst>
                                        </p:cTn>
                                        <p:tgtEl>
                                          <p:spTgt spid="24">
                                            <p:txEl>
                                              <p:pRg st="0" end="0"/>
                                            </p:txEl>
                                          </p:spTgt>
                                        </p:tgtEl>
                                        <p:attrNameLst>
                                          <p:attrName>style.visibility</p:attrName>
                                        </p:attrNameLst>
                                      </p:cBhvr>
                                      <p:to>
                                        <p:strVal val="visible"/>
                                      </p:to>
                                    </p:set>
                                    <p:animEffect transition="in" filter="fade">
                                      <p:cBhvr>
                                        <p:cTn id="123" dur="500"/>
                                        <p:tgtEl>
                                          <p:spTgt spid="24">
                                            <p:txEl>
                                              <p:pRg st="0" end="0"/>
                                            </p:txEl>
                                          </p:spTgt>
                                        </p:tgtEl>
                                      </p:cBhvr>
                                    </p:animEffect>
                                    <p:anim calcmode="lin" valueType="num">
                                      <p:cBhvr>
                                        <p:cTn id="124"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p:cTn id="125" dur="500" fill="hold"/>
                                        <p:tgtEl>
                                          <p:spTgt spid="24">
                                            <p:txEl>
                                              <p:pRg st="0" end="0"/>
                                            </p:txEl>
                                          </p:spTgt>
                                        </p:tgtEl>
                                        <p:attrNameLst>
                                          <p:attrName>ppt_y</p:attrName>
                                        </p:attrNameLst>
                                      </p:cBhvr>
                                      <p:tavLst>
                                        <p:tav tm="0">
                                          <p:val>
                                            <p:strVal val="#ppt_y+.1"/>
                                          </p:val>
                                        </p:tav>
                                        <p:tav tm="100000">
                                          <p:val>
                                            <p:strVal val="#ppt_y"/>
                                          </p:val>
                                        </p:tav>
                                      </p:tavLst>
                                    </p:anim>
                                  </p:childTnLst>
                                </p:cTn>
                              </p:par>
                            </p:childTnLst>
                          </p:cTn>
                        </p:par>
                        <p:par>
                          <p:cTn id="126" fill="hold">
                            <p:stCondLst>
                              <p:cond delay="11000"/>
                            </p:stCondLst>
                            <p:childTnLst>
                              <p:par>
                                <p:cTn id="127" presetID="10" presetClass="entr" presetSubtype="0" fill="hold" nodeType="afterEffect">
                                  <p:stCondLst>
                                    <p:cond delay="0"/>
                                  </p:stCondLst>
                                  <p:childTnLst>
                                    <p:set>
                                      <p:cBhvr>
                                        <p:cTn id="128" dur="1" fill="hold">
                                          <p:stCondLst>
                                            <p:cond delay="0"/>
                                          </p:stCondLst>
                                        </p:cTn>
                                        <p:tgtEl>
                                          <p:spTgt spid="46"/>
                                        </p:tgtEl>
                                        <p:attrNameLst>
                                          <p:attrName>style.visibility</p:attrName>
                                        </p:attrNameLst>
                                      </p:cBhvr>
                                      <p:to>
                                        <p:strVal val="visible"/>
                                      </p:to>
                                    </p:set>
                                    <p:animEffect transition="in" filter="fade">
                                      <p:cBhvr>
                                        <p:cTn id="129" dur="500"/>
                                        <p:tgtEl>
                                          <p:spTgt spid="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9" grpId="0" animBg="1"/>
      <p:bldP spid="10" grpId="0" animBg="1"/>
      <p:bldP spid="11" grpId="0" animBg="1"/>
      <p:bldP spid="12" grpId="0" animBg="1"/>
      <p:bldP spid="13"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3"/>
                        </p:tgtEl>
                        <p:attrNameLst>
                          <p:attrName>style.visibility</p:attrName>
                        </p:attrNameLst>
                      </p:cBhvr>
                      <p:to>
                        <p:strVal val="visible"/>
                      </p:to>
                    </p:set>
                    <p:anim calcmode="lin" valueType="num">
                      <p:cBhvr>
                        <p:cTn dur="500" fill="hold"/>
                        <p:tgtEl>
                          <p:spTgt spid="13"/>
                        </p:tgtEl>
                        <p:attrNameLst>
                          <p:attrName>ppt_w</p:attrName>
                        </p:attrNameLst>
                      </p:cBhvr>
                      <p:tavLst>
                        <p:tav tm="0">
                          <p:val>
                            <p:fltVal val="0"/>
                          </p:val>
                        </p:tav>
                        <p:tav tm="100000">
                          <p:val>
                            <p:strVal val="#ppt_w"/>
                          </p:val>
                        </p:tav>
                      </p:tavLst>
                    </p:anim>
                    <p:anim calcmode="lin" valueType="num">
                      <p:cBhvr>
                        <p:cTn dur="500" fill="hold"/>
                        <p:tgtEl>
                          <p:spTgt spid="13"/>
                        </p:tgtEl>
                        <p:attrNameLst>
                          <p:attrName>ppt_h</p:attrName>
                        </p:attrNameLst>
                      </p:cBhvr>
                      <p:tavLst>
                        <p:tav tm="0">
                          <p:val>
                            <p:fltVal val="0"/>
                          </p:val>
                        </p:tav>
                        <p:tav tm="100000">
                          <p:val>
                            <p:strVal val="#ppt_h"/>
                          </p:val>
                        </p:tav>
                      </p:tavLst>
                    </p:anim>
                    <p:animEffect transition="in" filter="fade">
                      <p:cBhvr>
                        <p:cTn dur="500"/>
                        <p:tgtEl>
                          <p:spTgt spid="13"/>
                        </p:tgtEl>
                      </p:cBhvr>
                    </p:animEffect>
                  </p:childTnLst>
                </p:cTn>
              </p:par>
            </p:tnLst>
          </p:tmpl>
        </p:tmplLst>
      </p:bldP>
      <p:bldP spid="14"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4"/>
                        </p:tgtEl>
                        <p:attrNameLst>
                          <p:attrName>style.visibility</p:attrName>
                        </p:attrNameLst>
                      </p:cBhvr>
                      <p:to>
                        <p:strVal val="visible"/>
                      </p:to>
                    </p:set>
                    <p:animEffect transition="in" filter="fade">
                      <p:cBhvr>
                        <p:cTn dur="500"/>
                        <p:tgtEl>
                          <p:spTgt spid="14"/>
                        </p:tgtEl>
                      </p:cBhvr>
                    </p:animEffect>
                    <p:anim calcmode="lin" valueType="num">
                      <p:cBhvr>
                        <p:cTn dur="500" fill="hold"/>
                        <p:tgtEl>
                          <p:spTgt spid="14"/>
                        </p:tgtEl>
                        <p:attrNameLst>
                          <p:attrName>ppt_x</p:attrName>
                        </p:attrNameLst>
                      </p:cBhvr>
                      <p:tavLst>
                        <p:tav tm="0">
                          <p:val>
                            <p:strVal val="#ppt_x"/>
                          </p:val>
                        </p:tav>
                        <p:tav tm="100000">
                          <p:val>
                            <p:strVal val="#ppt_x"/>
                          </p:val>
                        </p:tav>
                      </p:tavLst>
                    </p:anim>
                    <p:anim calcmode="lin" valueType="num">
                      <p:cBhvr>
                        <p:cTn dur="500" fill="hold"/>
                        <p:tgtEl>
                          <p:spTgt spid="14"/>
                        </p:tgtEl>
                        <p:attrNameLst>
                          <p:attrName>ppt_y</p:attrName>
                        </p:attrNameLst>
                      </p:cBhvr>
                      <p:tavLst>
                        <p:tav tm="0">
                          <p:val>
                            <p:strVal val="#ppt_y+.1"/>
                          </p:val>
                        </p:tav>
                        <p:tav tm="100000">
                          <p:val>
                            <p:strVal val="#ppt_y"/>
                          </p:val>
                        </p:tav>
                      </p:tavLst>
                    </p:anim>
                  </p:childTnLst>
                </p:cTn>
              </p:par>
            </p:tnLst>
          </p:tmpl>
        </p:tmplLst>
      </p:bldP>
      <p:bldP spid="15"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5"/>
                        </p:tgtEl>
                        <p:attrNameLst>
                          <p:attrName>style.visibility</p:attrName>
                        </p:attrNameLst>
                      </p:cBhvr>
                      <p:to>
                        <p:strVal val="visible"/>
                      </p:to>
                    </p:set>
                    <p:anim calcmode="lin" valueType="num">
                      <p:cBhvr>
                        <p:cTn dur="500" fill="hold"/>
                        <p:tgtEl>
                          <p:spTgt spid="15"/>
                        </p:tgtEl>
                        <p:attrNameLst>
                          <p:attrName>ppt_w</p:attrName>
                        </p:attrNameLst>
                      </p:cBhvr>
                      <p:tavLst>
                        <p:tav tm="0">
                          <p:val>
                            <p:fltVal val="0"/>
                          </p:val>
                        </p:tav>
                        <p:tav tm="100000">
                          <p:val>
                            <p:strVal val="#ppt_w"/>
                          </p:val>
                        </p:tav>
                      </p:tavLst>
                    </p:anim>
                    <p:anim calcmode="lin" valueType="num">
                      <p:cBhvr>
                        <p:cTn dur="500" fill="hold"/>
                        <p:tgtEl>
                          <p:spTgt spid="15"/>
                        </p:tgtEl>
                        <p:attrNameLst>
                          <p:attrName>ppt_h</p:attrName>
                        </p:attrNameLst>
                      </p:cBhvr>
                      <p:tavLst>
                        <p:tav tm="0">
                          <p:val>
                            <p:fltVal val="0"/>
                          </p:val>
                        </p:tav>
                        <p:tav tm="100000">
                          <p:val>
                            <p:strVal val="#ppt_h"/>
                          </p:val>
                        </p:tav>
                      </p:tavLst>
                    </p:anim>
                    <p:animEffect transition="in" filter="fade">
                      <p:cBhvr>
                        <p:cTn dur="500"/>
                        <p:tgtEl>
                          <p:spTgt spid="15"/>
                        </p:tgtEl>
                      </p:cBhvr>
                    </p:animEffect>
                  </p:childTnLst>
                </p:cTn>
              </p:par>
            </p:tnLst>
          </p:tmpl>
        </p:tmplLst>
      </p:bldP>
      <p:bldP spid="16"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6"/>
                        </p:tgtEl>
                        <p:attrNameLst>
                          <p:attrName>style.visibility</p:attrName>
                        </p:attrNameLst>
                      </p:cBhvr>
                      <p:to>
                        <p:strVal val="visible"/>
                      </p:to>
                    </p:set>
                    <p:animEffect transition="in" filter="fade">
                      <p:cBhvr>
                        <p:cTn dur="500"/>
                        <p:tgtEl>
                          <p:spTgt spid="16"/>
                        </p:tgtEl>
                      </p:cBhvr>
                    </p:animEffect>
                    <p:anim calcmode="lin" valueType="num">
                      <p:cBhvr>
                        <p:cTn dur="500" fill="hold"/>
                        <p:tgtEl>
                          <p:spTgt spid="16"/>
                        </p:tgtEl>
                        <p:attrNameLst>
                          <p:attrName>ppt_x</p:attrName>
                        </p:attrNameLst>
                      </p:cBhvr>
                      <p:tavLst>
                        <p:tav tm="0">
                          <p:val>
                            <p:strVal val="#ppt_x"/>
                          </p:val>
                        </p:tav>
                        <p:tav tm="100000">
                          <p:val>
                            <p:strVal val="#ppt_x"/>
                          </p:val>
                        </p:tav>
                      </p:tavLst>
                    </p:anim>
                    <p:anim calcmode="lin" valueType="num">
                      <p:cBhvr>
                        <p:cTn dur="500" fill="hold"/>
                        <p:tgtEl>
                          <p:spTgt spid="16"/>
                        </p:tgtEl>
                        <p:attrNameLst>
                          <p:attrName>ppt_y</p:attrName>
                        </p:attrNameLst>
                      </p:cBhvr>
                      <p:tavLst>
                        <p:tav tm="0">
                          <p:val>
                            <p:strVal val="#ppt_y+.1"/>
                          </p:val>
                        </p:tav>
                        <p:tav tm="100000">
                          <p:val>
                            <p:strVal val="#ppt_y"/>
                          </p:val>
                        </p:tav>
                      </p:tavLst>
                    </p:anim>
                  </p:childTnLst>
                </p:cTn>
              </p:par>
            </p:tnLst>
          </p:tmpl>
        </p:tmplLst>
      </p:bldP>
      <p:bldP spid="17"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7"/>
                        </p:tgtEl>
                        <p:attrNameLst>
                          <p:attrName>style.visibility</p:attrName>
                        </p:attrNameLst>
                      </p:cBhvr>
                      <p:to>
                        <p:strVal val="visible"/>
                      </p:to>
                    </p:set>
                    <p:anim calcmode="lin" valueType="num">
                      <p:cBhvr>
                        <p:cTn dur="500" fill="hold"/>
                        <p:tgtEl>
                          <p:spTgt spid="17"/>
                        </p:tgtEl>
                        <p:attrNameLst>
                          <p:attrName>ppt_w</p:attrName>
                        </p:attrNameLst>
                      </p:cBhvr>
                      <p:tavLst>
                        <p:tav tm="0">
                          <p:val>
                            <p:fltVal val="0"/>
                          </p:val>
                        </p:tav>
                        <p:tav tm="100000">
                          <p:val>
                            <p:strVal val="#ppt_w"/>
                          </p:val>
                        </p:tav>
                      </p:tavLst>
                    </p:anim>
                    <p:anim calcmode="lin" valueType="num">
                      <p:cBhvr>
                        <p:cTn dur="500" fill="hold"/>
                        <p:tgtEl>
                          <p:spTgt spid="17"/>
                        </p:tgtEl>
                        <p:attrNameLst>
                          <p:attrName>ppt_h</p:attrName>
                        </p:attrNameLst>
                      </p:cBhvr>
                      <p:tavLst>
                        <p:tav tm="0">
                          <p:val>
                            <p:fltVal val="0"/>
                          </p:val>
                        </p:tav>
                        <p:tav tm="100000">
                          <p:val>
                            <p:strVal val="#ppt_h"/>
                          </p:val>
                        </p:tav>
                      </p:tavLst>
                    </p:anim>
                    <p:animEffect transition="in" filter="fade">
                      <p:cBhvr>
                        <p:cTn dur="500"/>
                        <p:tgtEl>
                          <p:spTgt spid="17"/>
                        </p:tgtEl>
                      </p:cBhvr>
                    </p:animEffect>
                  </p:childTnLst>
                </p:cTn>
              </p:par>
            </p:tnLst>
          </p:tmpl>
        </p:tmplLst>
      </p:bldP>
      <p:bldP spid="18"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8"/>
                        </p:tgtEl>
                        <p:attrNameLst>
                          <p:attrName>style.visibility</p:attrName>
                        </p:attrNameLst>
                      </p:cBhvr>
                      <p:to>
                        <p:strVal val="visible"/>
                      </p:to>
                    </p:set>
                    <p:animEffect transition="in" filter="fade">
                      <p:cBhvr>
                        <p:cTn dur="500"/>
                        <p:tgtEl>
                          <p:spTgt spid="18"/>
                        </p:tgtEl>
                      </p:cBhvr>
                    </p:animEffect>
                    <p:anim calcmode="lin" valueType="num">
                      <p:cBhvr>
                        <p:cTn dur="500" fill="hold"/>
                        <p:tgtEl>
                          <p:spTgt spid="18"/>
                        </p:tgtEl>
                        <p:attrNameLst>
                          <p:attrName>ppt_x</p:attrName>
                        </p:attrNameLst>
                      </p:cBhvr>
                      <p:tavLst>
                        <p:tav tm="0">
                          <p:val>
                            <p:strVal val="#ppt_x"/>
                          </p:val>
                        </p:tav>
                        <p:tav tm="100000">
                          <p:val>
                            <p:strVal val="#ppt_x"/>
                          </p:val>
                        </p:tav>
                      </p:tavLst>
                    </p:anim>
                    <p:anim calcmode="lin" valueType="num">
                      <p:cBhvr>
                        <p:cTn dur="500" fill="hold"/>
                        <p:tgtEl>
                          <p:spTgt spid="18"/>
                        </p:tgtEl>
                        <p:attrNameLst>
                          <p:attrName>ppt_y</p:attrName>
                        </p:attrNameLst>
                      </p:cBhvr>
                      <p:tavLst>
                        <p:tav tm="0">
                          <p:val>
                            <p:strVal val="#ppt_y+.1"/>
                          </p:val>
                        </p:tav>
                        <p:tav tm="100000">
                          <p:val>
                            <p:strVal val="#ppt_y"/>
                          </p:val>
                        </p:tav>
                      </p:tavLst>
                    </p:anim>
                  </p:childTnLst>
                </p:cTn>
              </p:par>
            </p:tnLst>
          </p:tmpl>
        </p:tmplLst>
      </p:bldP>
      <p:bldP spid="19"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9"/>
                        </p:tgtEl>
                        <p:attrNameLst>
                          <p:attrName>style.visibility</p:attrName>
                        </p:attrNameLst>
                      </p:cBhvr>
                      <p:to>
                        <p:strVal val="visible"/>
                      </p:to>
                    </p:set>
                    <p:anim calcmode="lin" valueType="num">
                      <p:cBhvr>
                        <p:cTn dur="500" fill="hold"/>
                        <p:tgtEl>
                          <p:spTgt spid="19"/>
                        </p:tgtEl>
                        <p:attrNameLst>
                          <p:attrName>ppt_w</p:attrName>
                        </p:attrNameLst>
                      </p:cBhvr>
                      <p:tavLst>
                        <p:tav tm="0">
                          <p:val>
                            <p:fltVal val="0"/>
                          </p:val>
                        </p:tav>
                        <p:tav tm="100000">
                          <p:val>
                            <p:strVal val="#ppt_w"/>
                          </p:val>
                        </p:tav>
                      </p:tavLst>
                    </p:anim>
                    <p:anim calcmode="lin" valueType="num">
                      <p:cBhvr>
                        <p:cTn dur="500" fill="hold"/>
                        <p:tgtEl>
                          <p:spTgt spid="19"/>
                        </p:tgtEl>
                        <p:attrNameLst>
                          <p:attrName>ppt_h</p:attrName>
                        </p:attrNameLst>
                      </p:cBhvr>
                      <p:tavLst>
                        <p:tav tm="0">
                          <p:val>
                            <p:fltVal val="0"/>
                          </p:val>
                        </p:tav>
                        <p:tav tm="100000">
                          <p:val>
                            <p:strVal val="#ppt_h"/>
                          </p:val>
                        </p:tav>
                      </p:tavLst>
                    </p:anim>
                    <p:animEffect transition="in" filter="fade">
                      <p:cBhvr>
                        <p:cTn dur="500"/>
                        <p:tgtEl>
                          <p:spTgt spid="19"/>
                        </p:tgtEl>
                      </p:cBhvr>
                    </p:animEffect>
                  </p:childTnLst>
                </p:cTn>
              </p:par>
            </p:tnLst>
          </p:tmpl>
        </p:tmplLst>
      </p:bldP>
      <p:bldP spid="20"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0"/>
                        </p:tgtEl>
                        <p:attrNameLst>
                          <p:attrName>style.visibility</p:attrName>
                        </p:attrNameLst>
                      </p:cBhvr>
                      <p:to>
                        <p:strVal val="visible"/>
                      </p:to>
                    </p:set>
                    <p:animEffect transition="in" filter="fade">
                      <p:cBhvr>
                        <p:cTn dur="500"/>
                        <p:tgtEl>
                          <p:spTgt spid="20"/>
                        </p:tgtEl>
                      </p:cBhvr>
                    </p:animEffect>
                    <p:anim calcmode="lin" valueType="num">
                      <p:cBhvr>
                        <p:cTn dur="500" fill="hold"/>
                        <p:tgtEl>
                          <p:spTgt spid="20"/>
                        </p:tgtEl>
                        <p:attrNameLst>
                          <p:attrName>ppt_x</p:attrName>
                        </p:attrNameLst>
                      </p:cBhvr>
                      <p:tavLst>
                        <p:tav tm="0">
                          <p:val>
                            <p:strVal val="#ppt_x"/>
                          </p:val>
                        </p:tav>
                        <p:tav tm="100000">
                          <p:val>
                            <p:strVal val="#ppt_x"/>
                          </p:val>
                        </p:tav>
                      </p:tavLst>
                    </p:anim>
                    <p:anim calcmode="lin" valueType="num">
                      <p:cBhvr>
                        <p:cTn dur="500" fill="hold"/>
                        <p:tgtEl>
                          <p:spTgt spid="20"/>
                        </p:tgtEl>
                        <p:attrNameLst>
                          <p:attrName>ppt_y</p:attrName>
                        </p:attrNameLst>
                      </p:cBhvr>
                      <p:tavLst>
                        <p:tav tm="0">
                          <p:val>
                            <p:strVal val="#ppt_y+.1"/>
                          </p:val>
                        </p:tav>
                        <p:tav tm="100000">
                          <p:val>
                            <p:strVal val="#ppt_y"/>
                          </p:val>
                        </p:tav>
                      </p:tavLst>
                    </p:anim>
                  </p:childTnLst>
                </p:cTn>
              </p:par>
            </p:tnLst>
          </p:tmpl>
        </p:tmplLst>
      </p:bldP>
      <p:bldP spid="21"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1"/>
                        </p:tgtEl>
                        <p:attrNameLst>
                          <p:attrName>style.visibility</p:attrName>
                        </p:attrNameLst>
                      </p:cBhvr>
                      <p:to>
                        <p:strVal val="visible"/>
                      </p:to>
                    </p:set>
                    <p:animEffect transition="in" filter="fade">
                      <p:cBhvr>
                        <p:cTn dur="500"/>
                        <p:tgtEl>
                          <p:spTgt spid="21"/>
                        </p:tgtEl>
                      </p:cBhvr>
                    </p:animEffect>
                    <p:anim calcmode="lin" valueType="num">
                      <p:cBhvr>
                        <p:cTn dur="500" fill="hold"/>
                        <p:tgtEl>
                          <p:spTgt spid="21"/>
                        </p:tgtEl>
                        <p:attrNameLst>
                          <p:attrName>ppt_x</p:attrName>
                        </p:attrNameLst>
                      </p:cBhvr>
                      <p:tavLst>
                        <p:tav tm="0">
                          <p:val>
                            <p:strVal val="#ppt_x"/>
                          </p:val>
                        </p:tav>
                        <p:tav tm="100000">
                          <p:val>
                            <p:strVal val="#ppt_x"/>
                          </p:val>
                        </p:tav>
                      </p:tavLst>
                    </p:anim>
                    <p:anim calcmode="lin" valueType="num">
                      <p:cBhvr>
                        <p:cTn dur="500" fill="hold"/>
                        <p:tgtEl>
                          <p:spTgt spid="21"/>
                        </p:tgtEl>
                        <p:attrNameLst>
                          <p:attrName>ppt_y</p:attrName>
                        </p:attrNameLst>
                      </p:cBhvr>
                      <p:tavLst>
                        <p:tav tm="0">
                          <p:val>
                            <p:strVal val="#ppt_y+.1"/>
                          </p:val>
                        </p:tav>
                        <p:tav tm="100000">
                          <p:val>
                            <p:strVal val="#ppt_y"/>
                          </p:val>
                        </p:tav>
                      </p:tavLst>
                    </p:anim>
                  </p:childTnLst>
                </p:cTn>
              </p:par>
            </p:tnLst>
          </p:tmpl>
        </p:tmplLst>
      </p:bldP>
      <p:bldP spid="22"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2"/>
                        </p:tgtEl>
                        <p:attrNameLst>
                          <p:attrName>style.visibility</p:attrName>
                        </p:attrNameLst>
                      </p:cBhvr>
                      <p:to>
                        <p:strVal val="visible"/>
                      </p:to>
                    </p:set>
                    <p:animEffect transition="in" filter="fade">
                      <p:cBhvr>
                        <p:cTn dur="500"/>
                        <p:tgtEl>
                          <p:spTgt spid="22"/>
                        </p:tgtEl>
                      </p:cBhvr>
                    </p:animEffect>
                    <p:anim calcmode="lin" valueType="num">
                      <p:cBhvr>
                        <p:cTn dur="500" fill="hold"/>
                        <p:tgtEl>
                          <p:spTgt spid="22"/>
                        </p:tgtEl>
                        <p:attrNameLst>
                          <p:attrName>ppt_x</p:attrName>
                        </p:attrNameLst>
                      </p:cBhvr>
                      <p:tavLst>
                        <p:tav tm="0">
                          <p:val>
                            <p:strVal val="#ppt_x"/>
                          </p:val>
                        </p:tav>
                        <p:tav tm="100000">
                          <p:val>
                            <p:strVal val="#ppt_x"/>
                          </p:val>
                        </p:tav>
                      </p:tavLst>
                    </p:anim>
                    <p:anim calcmode="lin" valueType="num">
                      <p:cBhvr>
                        <p:cTn dur="500" fill="hold"/>
                        <p:tgtEl>
                          <p:spTgt spid="22"/>
                        </p:tgtEl>
                        <p:attrNameLst>
                          <p:attrName>ppt_y</p:attrName>
                        </p:attrNameLst>
                      </p:cBhvr>
                      <p:tavLst>
                        <p:tav tm="0">
                          <p:val>
                            <p:strVal val="#ppt_y+.1"/>
                          </p:val>
                        </p:tav>
                        <p:tav tm="100000">
                          <p:val>
                            <p:strVal val="#ppt_y"/>
                          </p:val>
                        </p:tav>
                      </p:tavLst>
                    </p:anim>
                  </p:childTnLst>
                </p:cTn>
              </p:par>
            </p:tnLst>
          </p:tmpl>
        </p:tmplLst>
      </p:bldP>
      <p:bldP spid="23"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3"/>
                        </p:tgtEl>
                        <p:attrNameLst>
                          <p:attrName>style.visibility</p:attrName>
                        </p:attrNameLst>
                      </p:cBhvr>
                      <p:to>
                        <p:strVal val="visible"/>
                      </p:to>
                    </p:set>
                    <p:animEffect transition="in" filter="fade">
                      <p:cBhvr>
                        <p:cTn dur="500"/>
                        <p:tgtEl>
                          <p:spTgt spid="23"/>
                        </p:tgtEl>
                      </p:cBhvr>
                    </p:animEffect>
                    <p:anim calcmode="lin" valueType="num">
                      <p:cBhvr>
                        <p:cTn dur="500" fill="hold"/>
                        <p:tgtEl>
                          <p:spTgt spid="23"/>
                        </p:tgtEl>
                        <p:attrNameLst>
                          <p:attrName>ppt_x</p:attrName>
                        </p:attrNameLst>
                      </p:cBhvr>
                      <p:tavLst>
                        <p:tav tm="0">
                          <p:val>
                            <p:strVal val="#ppt_x"/>
                          </p:val>
                        </p:tav>
                        <p:tav tm="100000">
                          <p:val>
                            <p:strVal val="#ppt_x"/>
                          </p:val>
                        </p:tav>
                      </p:tavLst>
                    </p:anim>
                    <p:anim calcmode="lin" valueType="num">
                      <p:cBhvr>
                        <p:cTn dur="500" fill="hold"/>
                        <p:tgtEl>
                          <p:spTgt spid="23"/>
                        </p:tgtEl>
                        <p:attrNameLst>
                          <p:attrName>ppt_y</p:attrName>
                        </p:attrNameLst>
                      </p:cBhvr>
                      <p:tavLst>
                        <p:tav tm="0">
                          <p:val>
                            <p:strVal val="#ppt_y+.1"/>
                          </p:val>
                        </p:tav>
                        <p:tav tm="100000">
                          <p:val>
                            <p:strVal val="#ppt_y"/>
                          </p:val>
                        </p:tav>
                      </p:tavLst>
                    </p:anim>
                  </p:childTnLst>
                </p:cTn>
              </p:par>
            </p:tnLst>
          </p:tmpl>
        </p:tmplLst>
      </p:bldP>
      <p:bldP spid="24"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4"/>
                        </p:tgtEl>
                        <p:attrNameLst>
                          <p:attrName>style.visibility</p:attrName>
                        </p:attrNameLst>
                      </p:cBhvr>
                      <p:to>
                        <p:strVal val="visible"/>
                      </p:to>
                    </p:set>
                    <p:animEffect transition="in" filter="fade">
                      <p:cBhvr>
                        <p:cTn dur="500"/>
                        <p:tgtEl>
                          <p:spTgt spid="24"/>
                        </p:tgtEl>
                      </p:cBhvr>
                    </p:animEffect>
                    <p:anim calcmode="lin" valueType="num">
                      <p:cBhvr>
                        <p:cTn dur="500" fill="hold"/>
                        <p:tgtEl>
                          <p:spTgt spid="24"/>
                        </p:tgtEl>
                        <p:attrNameLst>
                          <p:attrName>ppt_x</p:attrName>
                        </p:attrNameLst>
                      </p:cBhvr>
                      <p:tavLst>
                        <p:tav tm="0">
                          <p:val>
                            <p:strVal val="#ppt_x"/>
                          </p:val>
                        </p:tav>
                        <p:tav tm="100000">
                          <p:val>
                            <p:strVal val="#ppt_x"/>
                          </p:val>
                        </p:tav>
                      </p:tavLst>
                    </p:anim>
                    <p:anim calcmode="lin" valueType="num">
                      <p:cBhvr>
                        <p:cTn dur="500" fill="hold"/>
                        <p:tgtEl>
                          <p:spTgt spid="24"/>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524.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13" name="Text Placeholder 21"/>
          <p:cNvSpPr>
            <a:spLocks noGrp="1"/>
          </p:cNvSpPr>
          <p:nvPr>
            <p:ph type="body" sz="quarter" idx="20"/>
          </p:nvPr>
        </p:nvSpPr>
        <p:spPr>
          <a:xfrm>
            <a:off x="928685" y="4122030"/>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5" name="Text Placeholder 21"/>
          <p:cNvSpPr>
            <a:spLocks noGrp="1"/>
          </p:cNvSpPr>
          <p:nvPr>
            <p:ph type="body" sz="quarter" idx="23"/>
          </p:nvPr>
        </p:nvSpPr>
        <p:spPr>
          <a:xfrm>
            <a:off x="3741157" y="4122030"/>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7" name="Text Placeholder 21"/>
          <p:cNvSpPr>
            <a:spLocks noGrp="1"/>
          </p:cNvSpPr>
          <p:nvPr>
            <p:ph type="body" sz="quarter" idx="25"/>
          </p:nvPr>
        </p:nvSpPr>
        <p:spPr>
          <a:xfrm>
            <a:off x="6609049" y="4122030"/>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9" name="Text Placeholder 21"/>
          <p:cNvSpPr>
            <a:spLocks noGrp="1"/>
          </p:cNvSpPr>
          <p:nvPr>
            <p:ph type="body" sz="quarter" idx="27"/>
          </p:nvPr>
        </p:nvSpPr>
        <p:spPr>
          <a:xfrm>
            <a:off x="9428447" y="4122030"/>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1" name="Text Placeholder 21"/>
          <p:cNvSpPr>
            <a:spLocks noGrp="1"/>
          </p:cNvSpPr>
          <p:nvPr>
            <p:ph type="body" sz="quarter" idx="29"/>
          </p:nvPr>
        </p:nvSpPr>
        <p:spPr>
          <a:xfrm>
            <a:off x="928685" y="4428734"/>
            <a:ext cx="1814513" cy="87351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2" name="Text Placeholder 21"/>
          <p:cNvSpPr>
            <a:spLocks noGrp="1"/>
          </p:cNvSpPr>
          <p:nvPr>
            <p:ph type="body" sz="quarter" idx="30"/>
          </p:nvPr>
        </p:nvSpPr>
        <p:spPr>
          <a:xfrm>
            <a:off x="3741157" y="4428734"/>
            <a:ext cx="1814513" cy="87351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3" name="Text Placeholder 21"/>
          <p:cNvSpPr>
            <a:spLocks noGrp="1"/>
          </p:cNvSpPr>
          <p:nvPr>
            <p:ph type="body" sz="quarter" idx="31"/>
          </p:nvPr>
        </p:nvSpPr>
        <p:spPr>
          <a:xfrm>
            <a:off x="6609049" y="4428734"/>
            <a:ext cx="1814513" cy="87351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4" name="Text Placeholder 21"/>
          <p:cNvSpPr>
            <a:spLocks noGrp="1"/>
          </p:cNvSpPr>
          <p:nvPr>
            <p:ph type="body" sz="quarter" idx="32"/>
          </p:nvPr>
        </p:nvSpPr>
        <p:spPr>
          <a:xfrm>
            <a:off x="9428447" y="4428734"/>
            <a:ext cx="1814513" cy="87351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1" name="Picture Placeholder 30"/>
          <p:cNvSpPr>
            <a:spLocks noGrp="1"/>
          </p:cNvSpPr>
          <p:nvPr>
            <p:ph type="pic" sz="quarter" idx="33" hasCustomPrompt="1"/>
          </p:nvPr>
        </p:nvSpPr>
        <p:spPr>
          <a:xfrm>
            <a:off x="1246070" y="2009148"/>
            <a:ext cx="1233487" cy="1695450"/>
          </a:xfrm>
          <a:solidFill>
            <a:schemeClr val="bg1">
              <a:lumMod val="85000"/>
            </a:schemeClr>
          </a:solidFill>
        </p:spPr>
        <p:txBody>
          <a:bodyPr/>
          <a:lstStyle>
            <a:lvl1pPr>
              <a:defRPr/>
            </a:lvl1pPr>
          </a:lstStyle>
          <a:p>
            <a:r>
              <a:rPr lang="id-ID" dirty="0" smtClean="0"/>
              <a:t>Pic here</a:t>
            </a:r>
            <a:endParaRPr lang="en-AU" dirty="0"/>
          </a:p>
        </p:txBody>
      </p:sp>
      <p:sp>
        <p:nvSpPr>
          <p:cNvPr id="33" name="Picture Placeholder 30"/>
          <p:cNvSpPr>
            <a:spLocks noGrp="1"/>
          </p:cNvSpPr>
          <p:nvPr>
            <p:ph type="pic" sz="quarter" idx="34" hasCustomPrompt="1"/>
          </p:nvPr>
        </p:nvSpPr>
        <p:spPr>
          <a:xfrm>
            <a:off x="4038600" y="2009148"/>
            <a:ext cx="1233487" cy="1695450"/>
          </a:xfrm>
          <a:solidFill>
            <a:schemeClr val="bg1">
              <a:lumMod val="85000"/>
            </a:schemeClr>
          </a:solidFill>
        </p:spPr>
        <p:txBody>
          <a:bodyPr/>
          <a:lstStyle>
            <a:lvl1pPr>
              <a:defRPr/>
            </a:lvl1pPr>
          </a:lstStyle>
          <a:p>
            <a:r>
              <a:rPr lang="id-ID" dirty="0" smtClean="0"/>
              <a:t>Pic here</a:t>
            </a:r>
            <a:endParaRPr lang="en-AU" dirty="0"/>
          </a:p>
        </p:txBody>
      </p:sp>
      <p:sp>
        <p:nvSpPr>
          <p:cNvPr id="35" name="Picture Placeholder 30"/>
          <p:cNvSpPr>
            <a:spLocks noGrp="1"/>
          </p:cNvSpPr>
          <p:nvPr>
            <p:ph type="pic" sz="quarter" idx="35" hasCustomPrompt="1"/>
          </p:nvPr>
        </p:nvSpPr>
        <p:spPr>
          <a:xfrm>
            <a:off x="6834187" y="2009148"/>
            <a:ext cx="1233487" cy="1695450"/>
          </a:xfrm>
          <a:solidFill>
            <a:schemeClr val="bg1">
              <a:lumMod val="85000"/>
            </a:schemeClr>
          </a:solidFill>
        </p:spPr>
        <p:txBody>
          <a:bodyPr/>
          <a:lstStyle>
            <a:lvl1pPr>
              <a:defRPr/>
            </a:lvl1pPr>
          </a:lstStyle>
          <a:p>
            <a:r>
              <a:rPr lang="id-ID" dirty="0" smtClean="0"/>
              <a:t>Pic here</a:t>
            </a:r>
            <a:endParaRPr lang="en-AU" dirty="0"/>
          </a:p>
        </p:txBody>
      </p:sp>
      <p:sp>
        <p:nvSpPr>
          <p:cNvPr id="37" name="Picture Placeholder 30"/>
          <p:cNvSpPr>
            <a:spLocks noGrp="1"/>
          </p:cNvSpPr>
          <p:nvPr>
            <p:ph type="pic" sz="quarter" idx="36" hasCustomPrompt="1"/>
          </p:nvPr>
        </p:nvSpPr>
        <p:spPr>
          <a:xfrm>
            <a:off x="9712442" y="2009148"/>
            <a:ext cx="1233487" cy="1695450"/>
          </a:xfrm>
          <a:solidFill>
            <a:schemeClr val="bg1">
              <a:lumMod val="85000"/>
            </a:schemeClr>
          </a:solidFill>
        </p:spPr>
        <p:txBody>
          <a:bodyPr/>
          <a:lstStyle>
            <a:lvl1pPr>
              <a:defRPr/>
            </a:lvl1pPr>
          </a:lstStyle>
          <a:p>
            <a:r>
              <a:rPr lang="id-ID" dirty="0" smtClean="0"/>
              <a:t>Pic here</a:t>
            </a:r>
            <a:endParaRPr lang="en-AU" dirty="0"/>
          </a:p>
        </p:txBody>
      </p:sp>
      <p:grpSp>
        <p:nvGrpSpPr>
          <p:cNvPr id="25" name="Group 24"/>
          <p:cNvGrpSpPr/>
          <p:nvPr userDrawn="1"/>
        </p:nvGrpSpPr>
        <p:grpSpPr>
          <a:xfrm>
            <a:off x="973770" y="5352142"/>
            <a:ext cx="1724341" cy="516155"/>
            <a:chOff x="3872969" y="5806923"/>
            <a:chExt cx="1724341" cy="516155"/>
          </a:xfrm>
        </p:grpSpPr>
        <p:sp>
          <p:nvSpPr>
            <p:cNvPr id="26" name="Oval 25"/>
            <p:cNvSpPr/>
            <p:nvPr/>
          </p:nvSpPr>
          <p:spPr>
            <a:xfrm>
              <a:off x="3872969"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27" name="Oval 26"/>
            <p:cNvSpPr/>
            <p:nvPr/>
          </p:nvSpPr>
          <p:spPr>
            <a:xfrm>
              <a:off x="4477062"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28" name="Oval 27"/>
            <p:cNvSpPr/>
            <p:nvPr/>
          </p:nvSpPr>
          <p:spPr>
            <a:xfrm>
              <a:off x="5081155"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30" name="Freeform 63"/>
            <p:cNvSpPr>
              <a:spLocks/>
            </p:cNvSpPr>
            <p:nvPr/>
          </p:nvSpPr>
          <p:spPr bwMode="auto">
            <a:xfrm>
              <a:off x="4576091" y="5937921"/>
              <a:ext cx="318095" cy="261714"/>
            </a:xfrm>
            <a:custGeom>
              <a:avLst/>
              <a:gdLst>
                <a:gd name="T0" fmla="*/ 160 w 160"/>
                <a:gd name="T1" fmla="*/ 16 h 131"/>
                <a:gd name="T2" fmla="*/ 159 w 160"/>
                <a:gd name="T3" fmla="*/ 16 h 131"/>
                <a:gd name="T4" fmla="*/ 144 w 160"/>
                <a:gd name="T5" fmla="*/ 20 h 131"/>
                <a:gd name="T6" fmla="*/ 156 w 160"/>
                <a:gd name="T7" fmla="*/ 4 h 131"/>
                <a:gd name="T8" fmla="*/ 156 w 160"/>
                <a:gd name="T9" fmla="*/ 3 h 131"/>
                <a:gd name="T10" fmla="*/ 155 w 160"/>
                <a:gd name="T11" fmla="*/ 3 h 131"/>
                <a:gd name="T12" fmla="*/ 135 w 160"/>
                <a:gd name="T13" fmla="*/ 11 h 131"/>
                <a:gd name="T14" fmla="*/ 111 w 160"/>
                <a:gd name="T15" fmla="*/ 0 h 131"/>
                <a:gd name="T16" fmla="*/ 77 w 160"/>
                <a:gd name="T17" fmla="*/ 34 h 131"/>
                <a:gd name="T18" fmla="*/ 78 w 160"/>
                <a:gd name="T19" fmla="*/ 40 h 131"/>
                <a:gd name="T20" fmla="*/ 12 w 160"/>
                <a:gd name="T21" fmla="*/ 7 h 131"/>
                <a:gd name="T22" fmla="*/ 12 w 160"/>
                <a:gd name="T23" fmla="*/ 6 h 131"/>
                <a:gd name="T24" fmla="*/ 11 w 160"/>
                <a:gd name="T25" fmla="*/ 7 h 131"/>
                <a:gd name="T26" fmla="*/ 7 w 160"/>
                <a:gd name="T27" fmla="*/ 23 h 131"/>
                <a:gd name="T28" fmla="*/ 19 w 160"/>
                <a:gd name="T29" fmla="*/ 50 h 131"/>
                <a:gd name="T30" fmla="*/ 7 w 160"/>
                <a:gd name="T31" fmla="*/ 46 h 131"/>
                <a:gd name="T32" fmla="*/ 7 w 160"/>
                <a:gd name="T33" fmla="*/ 46 h 131"/>
                <a:gd name="T34" fmla="*/ 6 w 160"/>
                <a:gd name="T35" fmla="*/ 47 h 131"/>
                <a:gd name="T36" fmla="*/ 6 w 160"/>
                <a:gd name="T37" fmla="*/ 47 h 131"/>
                <a:gd name="T38" fmla="*/ 30 w 160"/>
                <a:gd name="T39" fmla="*/ 79 h 131"/>
                <a:gd name="T40" fmla="*/ 19 w 160"/>
                <a:gd name="T41" fmla="*/ 79 h 131"/>
                <a:gd name="T42" fmla="*/ 18 w 160"/>
                <a:gd name="T43" fmla="*/ 79 h 131"/>
                <a:gd name="T44" fmla="*/ 18 w 160"/>
                <a:gd name="T45" fmla="*/ 80 h 131"/>
                <a:gd name="T46" fmla="*/ 47 w 160"/>
                <a:gd name="T47" fmla="*/ 103 h 131"/>
                <a:gd name="T48" fmla="*/ 8 w 160"/>
                <a:gd name="T49" fmla="*/ 115 h 131"/>
                <a:gd name="T50" fmla="*/ 1 w 160"/>
                <a:gd name="T51" fmla="*/ 115 h 131"/>
                <a:gd name="T52" fmla="*/ 0 w 160"/>
                <a:gd name="T53" fmla="*/ 115 h 131"/>
                <a:gd name="T54" fmla="*/ 0 w 160"/>
                <a:gd name="T55" fmla="*/ 116 h 131"/>
                <a:gd name="T56" fmla="*/ 51 w 160"/>
                <a:gd name="T57" fmla="*/ 131 h 131"/>
                <a:gd name="T58" fmla="*/ 144 w 160"/>
                <a:gd name="T59" fmla="*/ 38 h 131"/>
                <a:gd name="T60" fmla="*/ 144 w 160"/>
                <a:gd name="T61" fmla="*/ 34 h 131"/>
                <a:gd name="T62" fmla="*/ 160 w 160"/>
                <a:gd name="T63" fmla="*/ 17 h 131"/>
                <a:gd name="T64" fmla="*/ 160 w 160"/>
                <a:gd name="T65" fmla="*/ 1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0" h="131">
                  <a:moveTo>
                    <a:pt x="160" y="16"/>
                  </a:moveTo>
                  <a:cubicBezTo>
                    <a:pt x="160" y="16"/>
                    <a:pt x="160" y="16"/>
                    <a:pt x="159" y="16"/>
                  </a:cubicBezTo>
                  <a:cubicBezTo>
                    <a:pt x="154" y="18"/>
                    <a:pt x="149" y="19"/>
                    <a:pt x="144" y="20"/>
                  </a:cubicBezTo>
                  <a:cubicBezTo>
                    <a:pt x="150" y="16"/>
                    <a:pt x="154" y="10"/>
                    <a:pt x="156" y="4"/>
                  </a:cubicBezTo>
                  <a:cubicBezTo>
                    <a:pt x="156" y="3"/>
                    <a:pt x="156" y="3"/>
                    <a:pt x="156" y="3"/>
                  </a:cubicBezTo>
                  <a:cubicBezTo>
                    <a:pt x="155" y="3"/>
                    <a:pt x="155" y="3"/>
                    <a:pt x="155" y="3"/>
                  </a:cubicBezTo>
                  <a:cubicBezTo>
                    <a:pt x="149" y="7"/>
                    <a:pt x="142" y="9"/>
                    <a:pt x="135" y="11"/>
                  </a:cubicBezTo>
                  <a:cubicBezTo>
                    <a:pt x="128" y="4"/>
                    <a:pt x="120" y="0"/>
                    <a:pt x="111" y="0"/>
                  </a:cubicBezTo>
                  <a:cubicBezTo>
                    <a:pt x="92" y="0"/>
                    <a:pt x="77" y="15"/>
                    <a:pt x="77" y="34"/>
                  </a:cubicBezTo>
                  <a:cubicBezTo>
                    <a:pt x="77" y="36"/>
                    <a:pt x="77" y="38"/>
                    <a:pt x="78" y="40"/>
                  </a:cubicBezTo>
                  <a:cubicBezTo>
                    <a:pt x="52" y="39"/>
                    <a:pt x="29" y="26"/>
                    <a:pt x="12" y="7"/>
                  </a:cubicBezTo>
                  <a:cubicBezTo>
                    <a:pt x="12" y="6"/>
                    <a:pt x="12" y="6"/>
                    <a:pt x="12" y="6"/>
                  </a:cubicBezTo>
                  <a:cubicBezTo>
                    <a:pt x="11" y="6"/>
                    <a:pt x="11" y="6"/>
                    <a:pt x="11" y="7"/>
                  </a:cubicBezTo>
                  <a:cubicBezTo>
                    <a:pt x="8" y="12"/>
                    <a:pt x="7" y="18"/>
                    <a:pt x="7" y="23"/>
                  </a:cubicBezTo>
                  <a:cubicBezTo>
                    <a:pt x="7" y="34"/>
                    <a:pt x="11" y="43"/>
                    <a:pt x="19" y="50"/>
                  </a:cubicBezTo>
                  <a:cubicBezTo>
                    <a:pt x="15" y="49"/>
                    <a:pt x="11" y="48"/>
                    <a:pt x="7" y="46"/>
                  </a:cubicBezTo>
                  <a:cubicBezTo>
                    <a:pt x="7" y="46"/>
                    <a:pt x="7" y="46"/>
                    <a:pt x="7" y="46"/>
                  </a:cubicBezTo>
                  <a:cubicBezTo>
                    <a:pt x="6" y="46"/>
                    <a:pt x="6" y="46"/>
                    <a:pt x="6" y="47"/>
                  </a:cubicBezTo>
                  <a:cubicBezTo>
                    <a:pt x="6" y="47"/>
                    <a:pt x="6" y="47"/>
                    <a:pt x="6" y="47"/>
                  </a:cubicBezTo>
                  <a:cubicBezTo>
                    <a:pt x="6" y="62"/>
                    <a:pt x="16" y="75"/>
                    <a:pt x="30" y="79"/>
                  </a:cubicBezTo>
                  <a:cubicBezTo>
                    <a:pt x="26" y="79"/>
                    <a:pt x="22" y="79"/>
                    <a:pt x="19" y="79"/>
                  </a:cubicBezTo>
                  <a:cubicBezTo>
                    <a:pt x="18" y="79"/>
                    <a:pt x="18" y="79"/>
                    <a:pt x="18" y="79"/>
                  </a:cubicBezTo>
                  <a:cubicBezTo>
                    <a:pt x="18" y="79"/>
                    <a:pt x="18" y="79"/>
                    <a:pt x="18" y="80"/>
                  </a:cubicBezTo>
                  <a:cubicBezTo>
                    <a:pt x="22" y="93"/>
                    <a:pt x="33" y="102"/>
                    <a:pt x="47" y="103"/>
                  </a:cubicBezTo>
                  <a:cubicBezTo>
                    <a:pt x="36" y="111"/>
                    <a:pt x="22" y="115"/>
                    <a:pt x="8" y="115"/>
                  </a:cubicBezTo>
                  <a:cubicBezTo>
                    <a:pt x="6" y="115"/>
                    <a:pt x="3" y="115"/>
                    <a:pt x="1" y="115"/>
                  </a:cubicBezTo>
                  <a:cubicBezTo>
                    <a:pt x="0" y="115"/>
                    <a:pt x="0" y="115"/>
                    <a:pt x="0" y="115"/>
                  </a:cubicBezTo>
                  <a:cubicBezTo>
                    <a:pt x="0" y="116"/>
                    <a:pt x="0" y="116"/>
                    <a:pt x="0" y="116"/>
                  </a:cubicBezTo>
                  <a:cubicBezTo>
                    <a:pt x="15" y="126"/>
                    <a:pt x="33" y="131"/>
                    <a:pt x="51" y="131"/>
                  </a:cubicBezTo>
                  <a:cubicBezTo>
                    <a:pt x="109" y="131"/>
                    <a:pt x="144" y="83"/>
                    <a:pt x="144" y="38"/>
                  </a:cubicBezTo>
                  <a:cubicBezTo>
                    <a:pt x="144" y="36"/>
                    <a:pt x="144" y="35"/>
                    <a:pt x="144" y="34"/>
                  </a:cubicBezTo>
                  <a:cubicBezTo>
                    <a:pt x="150" y="29"/>
                    <a:pt x="156" y="23"/>
                    <a:pt x="160" y="17"/>
                  </a:cubicBezTo>
                  <a:cubicBezTo>
                    <a:pt x="160" y="17"/>
                    <a:pt x="160" y="16"/>
                    <a:pt x="160" y="16"/>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sp>
          <p:nvSpPr>
            <p:cNvPr id="38" name="Freeform 21"/>
            <p:cNvSpPr>
              <a:spLocks/>
            </p:cNvSpPr>
            <p:nvPr/>
          </p:nvSpPr>
          <p:spPr bwMode="auto">
            <a:xfrm>
              <a:off x="5235659" y="5934143"/>
              <a:ext cx="207145" cy="261714"/>
            </a:xfrm>
            <a:custGeom>
              <a:avLst/>
              <a:gdLst>
                <a:gd name="T0" fmla="*/ 129 w 323"/>
                <a:gd name="T1" fmla="*/ 272 h 408"/>
                <a:gd name="T2" fmla="*/ 68 w 323"/>
                <a:gd name="T3" fmla="*/ 408 h 408"/>
                <a:gd name="T4" fmla="*/ 98 w 323"/>
                <a:gd name="T5" fmla="*/ 196 h 408"/>
                <a:gd name="T6" fmla="*/ 149 w 323"/>
                <a:gd name="T7" fmla="*/ 99 h 408"/>
                <a:gd name="T8" fmla="*/ 172 w 323"/>
                <a:gd name="T9" fmla="*/ 257 h 408"/>
                <a:gd name="T10" fmla="*/ 234 w 323"/>
                <a:gd name="T11" fmla="*/ 73 h 408"/>
                <a:gd name="T12" fmla="*/ 47 w 323"/>
                <a:gd name="T13" fmla="*/ 173 h 408"/>
                <a:gd name="T14" fmla="*/ 57 w 323"/>
                <a:gd name="T15" fmla="*/ 239 h 408"/>
                <a:gd name="T16" fmla="*/ 1 w 323"/>
                <a:gd name="T17" fmla="*/ 147 h 408"/>
                <a:gd name="T18" fmla="*/ 137 w 323"/>
                <a:gd name="T19" fmla="*/ 9 h 408"/>
                <a:gd name="T20" fmla="*/ 310 w 323"/>
                <a:gd name="T21" fmla="*/ 119 h 408"/>
                <a:gd name="T22" fmla="*/ 183 w 323"/>
                <a:gd name="T23" fmla="*/ 298 h 408"/>
                <a:gd name="T24" fmla="*/ 129 w 323"/>
                <a:gd name="T25" fmla="*/ 272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3" h="408">
                  <a:moveTo>
                    <a:pt x="129" y="272"/>
                  </a:moveTo>
                  <a:cubicBezTo>
                    <a:pt x="118" y="328"/>
                    <a:pt x="106" y="380"/>
                    <a:pt x="68" y="408"/>
                  </a:cubicBezTo>
                  <a:cubicBezTo>
                    <a:pt x="56" y="325"/>
                    <a:pt x="85" y="262"/>
                    <a:pt x="98" y="196"/>
                  </a:cubicBezTo>
                  <a:cubicBezTo>
                    <a:pt x="75" y="157"/>
                    <a:pt x="101" y="80"/>
                    <a:pt x="149" y="99"/>
                  </a:cubicBezTo>
                  <a:cubicBezTo>
                    <a:pt x="209" y="122"/>
                    <a:pt x="98" y="242"/>
                    <a:pt x="172" y="257"/>
                  </a:cubicBezTo>
                  <a:cubicBezTo>
                    <a:pt x="250" y="273"/>
                    <a:pt x="282" y="122"/>
                    <a:pt x="234" y="73"/>
                  </a:cubicBezTo>
                  <a:cubicBezTo>
                    <a:pt x="164" y="2"/>
                    <a:pt x="31" y="72"/>
                    <a:pt x="47" y="173"/>
                  </a:cubicBezTo>
                  <a:cubicBezTo>
                    <a:pt x="51" y="198"/>
                    <a:pt x="77" y="205"/>
                    <a:pt x="57" y="239"/>
                  </a:cubicBezTo>
                  <a:cubicBezTo>
                    <a:pt x="13" y="229"/>
                    <a:pt x="0" y="194"/>
                    <a:pt x="1" y="147"/>
                  </a:cubicBezTo>
                  <a:cubicBezTo>
                    <a:pt x="4" y="70"/>
                    <a:pt x="70" y="17"/>
                    <a:pt x="137" y="9"/>
                  </a:cubicBezTo>
                  <a:cubicBezTo>
                    <a:pt x="221" y="0"/>
                    <a:pt x="300" y="40"/>
                    <a:pt x="310" y="119"/>
                  </a:cubicBezTo>
                  <a:cubicBezTo>
                    <a:pt x="323" y="208"/>
                    <a:pt x="273" y="305"/>
                    <a:pt x="183" y="298"/>
                  </a:cubicBezTo>
                  <a:cubicBezTo>
                    <a:pt x="158" y="296"/>
                    <a:pt x="148" y="284"/>
                    <a:pt x="129" y="272"/>
                  </a:cubicBezTo>
                  <a:close/>
                </a:path>
              </a:pathLst>
            </a:custGeom>
            <a:solidFill>
              <a:schemeClr val="bg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mn-cs"/>
              </a:endParaRPr>
            </a:p>
          </p:txBody>
        </p:sp>
        <p:sp>
          <p:nvSpPr>
            <p:cNvPr id="39" name="Freeform 62"/>
            <p:cNvSpPr>
              <a:spLocks/>
            </p:cNvSpPr>
            <p:nvPr/>
          </p:nvSpPr>
          <p:spPr bwMode="auto">
            <a:xfrm>
              <a:off x="4063583" y="5934143"/>
              <a:ext cx="134925" cy="261714"/>
            </a:xfrm>
            <a:custGeom>
              <a:avLst/>
              <a:gdLst>
                <a:gd name="T0" fmla="*/ 84 w 84"/>
                <a:gd name="T1" fmla="*/ 27 h 163"/>
                <a:gd name="T2" fmla="*/ 69 w 84"/>
                <a:gd name="T3" fmla="*/ 27 h 163"/>
                <a:gd name="T4" fmla="*/ 54 w 84"/>
                <a:gd name="T5" fmla="*/ 41 h 163"/>
                <a:gd name="T6" fmla="*/ 54 w 84"/>
                <a:gd name="T7" fmla="*/ 60 h 163"/>
                <a:gd name="T8" fmla="*/ 83 w 84"/>
                <a:gd name="T9" fmla="*/ 60 h 163"/>
                <a:gd name="T10" fmla="*/ 83 w 84"/>
                <a:gd name="T11" fmla="*/ 88 h 163"/>
                <a:gd name="T12" fmla="*/ 54 w 84"/>
                <a:gd name="T13" fmla="*/ 88 h 163"/>
                <a:gd name="T14" fmla="*/ 54 w 84"/>
                <a:gd name="T15" fmla="*/ 163 h 163"/>
                <a:gd name="T16" fmla="*/ 25 w 84"/>
                <a:gd name="T17" fmla="*/ 163 h 163"/>
                <a:gd name="T18" fmla="*/ 25 w 84"/>
                <a:gd name="T19" fmla="*/ 88 h 163"/>
                <a:gd name="T20" fmla="*/ 0 w 84"/>
                <a:gd name="T21" fmla="*/ 88 h 163"/>
                <a:gd name="T22" fmla="*/ 0 w 84"/>
                <a:gd name="T23" fmla="*/ 60 h 163"/>
                <a:gd name="T24" fmla="*/ 25 w 84"/>
                <a:gd name="T25" fmla="*/ 60 h 163"/>
                <a:gd name="T26" fmla="*/ 25 w 84"/>
                <a:gd name="T27" fmla="*/ 38 h 163"/>
                <a:gd name="T28" fmla="*/ 62 w 84"/>
                <a:gd name="T29" fmla="*/ 0 h 163"/>
                <a:gd name="T30" fmla="*/ 84 w 84"/>
                <a:gd name="T31" fmla="*/ 0 h 163"/>
                <a:gd name="T32" fmla="*/ 84 w 84"/>
                <a:gd name="T33" fmla="*/ 27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63">
                  <a:moveTo>
                    <a:pt x="84" y="27"/>
                  </a:moveTo>
                  <a:cubicBezTo>
                    <a:pt x="69" y="27"/>
                    <a:pt x="69" y="27"/>
                    <a:pt x="69" y="27"/>
                  </a:cubicBezTo>
                  <a:cubicBezTo>
                    <a:pt x="57" y="27"/>
                    <a:pt x="54" y="33"/>
                    <a:pt x="54" y="41"/>
                  </a:cubicBezTo>
                  <a:cubicBezTo>
                    <a:pt x="54" y="60"/>
                    <a:pt x="54" y="60"/>
                    <a:pt x="54" y="60"/>
                  </a:cubicBezTo>
                  <a:cubicBezTo>
                    <a:pt x="83" y="60"/>
                    <a:pt x="83" y="60"/>
                    <a:pt x="83" y="60"/>
                  </a:cubicBezTo>
                  <a:cubicBezTo>
                    <a:pt x="83" y="88"/>
                    <a:pt x="83" y="88"/>
                    <a:pt x="83" y="88"/>
                  </a:cubicBezTo>
                  <a:cubicBezTo>
                    <a:pt x="54" y="88"/>
                    <a:pt x="54" y="88"/>
                    <a:pt x="54" y="88"/>
                  </a:cubicBezTo>
                  <a:cubicBezTo>
                    <a:pt x="54" y="163"/>
                    <a:pt x="54" y="163"/>
                    <a:pt x="54" y="163"/>
                  </a:cubicBezTo>
                  <a:cubicBezTo>
                    <a:pt x="25" y="163"/>
                    <a:pt x="25" y="163"/>
                    <a:pt x="25" y="163"/>
                  </a:cubicBezTo>
                  <a:cubicBezTo>
                    <a:pt x="25" y="88"/>
                    <a:pt x="25" y="88"/>
                    <a:pt x="25" y="88"/>
                  </a:cubicBezTo>
                  <a:cubicBezTo>
                    <a:pt x="0" y="88"/>
                    <a:pt x="0" y="88"/>
                    <a:pt x="0" y="88"/>
                  </a:cubicBezTo>
                  <a:cubicBezTo>
                    <a:pt x="0" y="60"/>
                    <a:pt x="0" y="60"/>
                    <a:pt x="0" y="60"/>
                  </a:cubicBezTo>
                  <a:cubicBezTo>
                    <a:pt x="25" y="60"/>
                    <a:pt x="25" y="60"/>
                    <a:pt x="25" y="60"/>
                  </a:cubicBezTo>
                  <a:cubicBezTo>
                    <a:pt x="25" y="38"/>
                    <a:pt x="25" y="38"/>
                    <a:pt x="25" y="38"/>
                  </a:cubicBezTo>
                  <a:cubicBezTo>
                    <a:pt x="25" y="13"/>
                    <a:pt x="40" y="0"/>
                    <a:pt x="62" y="0"/>
                  </a:cubicBezTo>
                  <a:cubicBezTo>
                    <a:pt x="84" y="0"/>
                    <a:pt x="84" y="0"/>
                    <a:pt x="84" y="0"/>
                  </a:cubicBezTo>
                  <a:lnTo>
                    <a:pt x="84" y="27"/>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grpSp>
      <p:grpSp>
        <p:nvGrpSpPr>
          <p:cNvPr id="40" name="Group 39"/>
          <p:cNvGrpSpPr/>
          <p:nvPr userDrawn="1"/>
        </p:nvGrpSpPr>
        <p:grpSpPr>
          <a:xfrm>
            <a:off x="3793172" y="5361672"/>
            <a:ext cx="1724341" cy="516155"/>
            <a:chOff x="3872969" y="5806923"/>
            <a:chExt cx="1724341" cy="516155"/>
          </a:xfrm>
        </p:grpSpPr>
        <p:sp>
          <p:nvSpPr>
            <p:cNvPr id="41" name="Oval 40"/>
            <p:cNvSpPr/>
            <p:nvPr/>
          </p:nvSpPr>
          <p:spPr>
            <a:xfrm>
              <a:off x="3872969"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2" name="Oval 41"/>
            <p:cNvSpPr/>
            <p:nvPr/>
          </p:nvSpPr>
          <p:spPr>
            <a:xfrm>
              <a:off x="4477062"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3" name="Oval 42"/>
            <p:cNvSpPr/>
            <p:nvPr/>
          </p:nvSpPr>
          <p:spPr>
            <a:xfrm>
              <a:off x="5081155"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4" name="Freeform 63"/>
            <p:cNvSpPr>
              <a:spLocks/>
            </p:cNvSpPr>
            <p:nvPr/>
          </p:nvSpPr>
          <p:spPr bwMode="auto">
            <a:xfrm>
              <a:off x="4576091" y="5937921"/>
              <a:ext cx="318095" cy="261714"/>
            </a:xfrm>
            <a:custGeom>
              <a:avLst/>
              <a:gdLst>
                <a:gd name="T0" fmla="*/ 160 w 160"/>
                <a:gd name="T1" fmla="*/ 16 h 131"/>
                <a:gd name="T2" fmla="*/ 159 w 160"/>
                <a:gd name="T3" fmla="*/ 16 h 131"/>
                <a:gd name="T4" fmla="*/ 144 w 160"/>
                <a:gd name="T5" fmla="*/ 20 h 131"/>
                <a:gd name="T6" fmla="*/ 156 w 160"/>
                <a:gd name="T7" fmla="*/ 4 h 131"/>
                <a:gd name="T8" fmla="*/ 156 w 160"/>
                <a:gd name="T9" fmla="*/ 3 h 131"/>
                <a:gd name="T10" fmla="*/ 155 w 160"/>
                <a:gd name="T11" fmla="*/ 3 h 131"/>
                <a:gd name="T12" fmla="*/ 135 w 160"/>
                <a:gd name="T13" fmla="*/ 11 h 131"/>
                <a:gd name="T14" fmla="*/ 111 w 160"/>
                <a:gd name="T15" fmla="*/ 0 h 131"/>
                <a:gd name="T16" fmla="*/ 77 w 160"/>
                <a:gd name="T17" fmla="*/ 34 h 131"/>
                <a:gd name="T18" fmla="*/ 78 w 160"/>
                <a:gd name="T19" fmla="*/ 40 h 131"/>
                <a:gd name="T20" fmla="*/ 12 w 160"/>
                <a:gd name="T21" fmla="*/ 7 h 131"/>
                <a:gd name="T22" fmla="*/ 12 w 160"/>
                <a:gd name="T23" fmla="*/ 6 h 131"/>
                <a:gd name="T24" fmla="*/ 11 w 160"/>
                <a:gd name="T25" fmla="*/ 7 h 131"/>
                <a:gd name="T26" fmla="*/ 7 w 160"/>
                <a:gd name="T27" fmla="*/ 23 h 131"/>
                <a:gd name="T28" fmla="*/ 19 w 160"/>
                <a:gd name="T29" fmla="*/ 50 h 131"/>
                <a:gd name="T30" fmla="*/ 7 w 160"/>
                <a:gd name="T31" fmla="*/ 46 h 131"/>
                <a:gd name="T32" fmla="*/ 7 w 160"/>
                <a:gd name="T33" fmla="*/ 46 h 131"/>
                <a:gd name="T34" fmla="*/ 6 w 160"/>
                <a:gd name="T35" fmla="*/ 47 h 131"/>
                <a:gd name="T36" fmla="*/ 6 w 160"/>
                <a:gd name="T37" fmla="*/ 47 h 131"/>
                <a:gd name="T38" fmla="*/ 30 w 160"/>
                <a:gd name="T39" fmla="*/ 79 h 131"/>
                <a:gd name="T40" fmla="*/ 19 w 160"/>
                <a:gd name="T41" fmla="*/ 79 h 131"/>
                <a:gd name="T42" fmla="*/ 18 w 160"/>
                <a:gd name="T43" fmla="*/ 79 h 131"/>
                <a:gd name="T44" fmla="*/ 18 w 160"/>
                <a:gd name="T45" fmla="*/ 80 h 131"/>
                <a:gd name="T46" fmla="*/ 47 w 160"/>
                <a:gd name="T47" fmla="*/ 103 h 131"/>
                <a:gd name="T48" fmla="*/ 8 w 160"/>
                <a:gd name="T49" fmla="*/ 115 h 131"/>
                <a:gd name="T50" fmla="*/ 1 w 160"/>
                <a:gd name="T51" fmla="*/ 115 h 131"/>
                <a:gd name="T52" fmla="*/ 0 w 160"/>
                <a:gd name="T53" fmla="*/ 115 h 131"/>
                <a:gd name="T54" fmla="*/ 0 w 160"/>
                <a:gd name="T55" fmla="*/ 116 h 131"/>
                <a:gd name="T56" fmla="*/ 51 w 160"/>
                <a:gd name="T57" fmla="*/ 131 h 131"/>
                <a:gd name="T58" fmla="*/ 144 w 160"/>
                <a:gd name="T59" fmla="*/ 38 h 131"/>
                <a:gd name="T60" fmla="*/ 144 w 160"/>
                <a:gd name="T61" fmla="*/ 34 h 131"/>
                <a:gd name="T62" fmla="*/ 160 w 160"/>
                <a:gd name="T63" fmla="*/ 17 h 131"/>
                <a:gd name="T64" fmla="*/ 160 w 160"/>
                <a:gd name="T65" fmla="*/ 1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0" h="131">
                  <a:moveTo>
                    <a:pt x="160" y="16"/>
                  </a:moveTo>
                  <a:cubicBezTo>
                    <a:pt x="160" y="16"/>
                    <a:pt x="160" y="16"/>
                    <a:pt x="159" y="16"/>
                  </a:cubicBezTo>
                  <a:cubicBezTo>
                    <a:pt x="154" y="18"/>
                    <a:pt x="149" y="19"/>
                    <a:pt x="144" y="20"/>
                  </a:cubicBezTo>
                  <a:cubicBezTo>
                    <a:pt x="150" y="16"/>
                    <a:pt x="154" y="10"/>
                    <a:pt x="156" y="4"/>
                  </a:cubicBezTo>
                  <a:cubicBezTo>
                    <a:pt x="156" y="3"/>
                    <a:pt x="156" y="3"/>
                    <a:pt x="156" y="3"/>
                  </a:cubicBezTo>
                  <a:cubicBezTo>
                    <a:pt x="155" y="3"/>
                    <a:pt x="155" y="3"/>
                    <a:pt x="155" y="3"/>
                  </a:cubicBezTo>
                  <a:cubicBezTo>
                    <a:pt x="149" y="7"/>
                    <a:pt x="142" y="9"/>
                    <a:pt x="135" y="11"/>
                  </a:cubicBezTo>
                  <a:cubicBezTo>
                    <a:pt x="128" y="4"/>
                    <a:pt x="120" y="0"/>
                    <a:pt x="111" y="0"/>
                  </a:cubicBezTo>
                  <a:cubicBezTo>
                    <a:pt x="92" y="0"/>
                    <a:pt x="77" y="15"/>
                    <a:pt x="77" y="34"/>
                  </a:cubicBezTo>
                  <a:cubicBezTo>
                    <a:pt x="77" y="36"/>
                    <a:pt x="77" y="38"/>
                    <a:pt x="78" y="40"/>
                  </a:cubicBezTo>
                  <a:cubicBezTo>
                    <a:pt x="52" y="39"/>
                    <a:pt x="29" y="26"/>
                    <a:pt x="12" y="7"/>
                  </a:cubicBezTo>
                  <a:cubicBezTo>
                    <a:pt x="12" y="6"/>
                    <a:pt x="12" y="6"/>
                    <a:pt x="12" y="6"/>
                  </a:cubicBezTo>
                  <a:cubicBezTo>
                    <a:pt x="11" y="6"/>
                    <a:pt x="11" y="6"/>
                    <a:pt x="11" y="7"/>
                  </a:cubicBezTo>
                  <a:cubicBezTo>
                    <a:pt x="8" y="12"/>
                    <a:pt x="7" y="18"/>
                    <a:pt x="7" y="23"/>
                  </a:cubicBezTo>
                  <a:cubicBezTo>
                    <a:pt x="7" y="34"/>
                    <a:pt x="11" y="43"/>
                    <a:pt x="19" y="50"/>
                  </a:cubicBezTo>
                  <a:cubicBezTo>
                    <a:pt x="15" y="49"/>
                    <a:pt x="11" y="48"/>
                    <a:pt x="7" y="46"/>
                  </a:cubicBezTo>
                  <a:cubicBezTo>
                    <a:pt x="7" y="46"/>
                    <a:pt x="7" y="46"/>
                    <a:pt x="7" y="46"/>
                  </a:cubicBezTo>
                  <a:cubicBezTo>
                    <a:pt x="6" y="46"/>
                    <a:pt x="6" y="46"/>
                    <a:pt x="6" y="47"/>
                  </a:cubicBezTo>
                  <a:cubicBezTo>
                    <a:pt x="6" y="47"/>
                    <a:pt x="6" y="47"/>
                    <a:pt x="6" y="47"/>
                  </a:cubicBezTo>
                  <a:cubicBezTo>
                    <a:pt x="6" y="62"/>
                    <a:pt x="16" y="75"/>
                    <a:pt x="30" y="79"/>
                  </a:cubicBezTo>
                  <a:cubicBezTo>
                    <a:pt x="26" y="79"/>
                    <a:pt x="22" y="79"/>
                    <a:pt x="19" y="79"/>
                  </a:cubicBezTo>
                  <a:cubicBezTo>
                    <a:pt x="18" y="79"/>
                    <a:pt x="18" y="79"/>
                    <a:pt x="18" y="79"/>
                  </a:cubicBezTo>
                  <a:cubicBezTo>
                    <a:pt x="18" y="79"/>
                    <a:pt x="18" y="79"/>
                    <a:pt x="18" y="80"/>
                  </a:cubicBezTo>
                  <a:cubicBezTo>
                    <a:pt x="22" y="93"/>
                    <a:pt x="33" y="102"/>
                    <a:pt x="47" y="103"/>
                  </a:cubicBezTo>
                  <a:cubicBezTo>
                    <a:pt x="36" y="111"/>
                    <a:pt x="22" y="115"/>
                    <a:pt x="8" y="115"/>
                  </a:cubicBezTo>
                  <a:cubicBezTo>
                    <a:pt x="6" y="115"/>
                    <a:pt x="3" y="115"/>
                    <a:pt x="1" y="115"/>
                  </a:cubicBezTo>
                  <a:cubicBezTo>
                    <a:pt x="0" y="115"/>
                    <a:pt x="0" y="115"/>
                    <a:pt x="0" y="115"/>
                  </a:cubicBezTo>
                  <a:cubicBezTo>
                    <a:pt x="0" y="116"/>
                    <a:pt x="0" y="116"/>
                    <a:pt x="0" y="116"/>
                  </a:cubicBezTo>
                  <a:cubicBezTo>
                    <a:pt x="15" y="126"/>
                    <a:pt x="33" y="131"/>
                    <a:pt x="51" y="131"/>
                  </a:cubicBezTo>
                  <a:cubicBezTo>
                    <a:pt x="109" y="131"/>
                    <a:pt x="144" y="83"/>
                    <a:pt x="144" y="38"/>
                  </a:cubicBezTo>
                  <a:cubicBezTo>
                    <a:pt x="144" y="36"/>
                    <a:pt x="144" y="35"/>
                    <a:pt x="144" y="34"/>
                  </a:cubicBezTo>
                  <a:cubicBezTo>
                    <a:pt x="150" y="29"/>
                    <a:pt x="156" y="23"/>
                    <a:pt x="160" y="17"/>
                  </a:cubicBezTo>
                  <a:cubicBezTo>
                    <a:pt x="160" y="17"/>
                    <a:pt x="160" y="16"/>
                    <a:pt x="160" y="16"/>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sp>
          <p:nvSpPr>
            <p:cNvPr id="45" name="Freeform 21"/>
            <p:cNvSpPr>
              <a:spLocks/>
            </p:cNvSpPr>
            <p:nvPr/>
          </p:nvSpPr>
          <p:spPr bwMode="auto">
            <a:xfrm>
              <a:off x="5235659" y="5934143"/>
              <a:ext cx="207145" cy="261714"/>
            </a:xfrm>
            <a:custGeom>
              <a:avLst/>
              <a:gdLst>
                <a:gd name="T0" fmla="*/ 129 w 323"/>
                <a:gd name="T1" fmla="*/ 272 h 408"/>
                <a:gd name="T2" fmla="*/ 68 w 323"/>
                <a:gd name="T3" fmla="*/ 408 h 408"/>
                <a:gd name="T4" fmla="*/ 98 w 323"/>
                <a:gd name="T5" fmla="*/ 196 h 408"/>
                <a:gd name="T6" fmla="*/ 149 w 323"/>
                <a:gd name="T7" fmla="*/ 99 h 408"/>
                <a:gd name="T8" fmla="*/ 172 w 323"/>
                <a:gd name="T9" fmla="*/ 257 h 408"/>
                <a:gd name="T10" fmla="*/ 234 w 323"/>
                <a:gd name="T11" fmla="*/ 73 h 408"/>
                <a:gd name="T12" fmla="*/ 47 w 323"/>
                <a:gd name="T13" fmla="*/ 173 h 408"/>
                <a:gd name="T14" fmla="*/ 57 w 323"/>
                <a:gd name="T15" fmla="*/ 239 h 408"/>
                <a:gd name="T16" fmla="*/ 1 w 323"/>
                <a:gd name="T17" fmla="*/ 147 h 408"/>
                <a:gd name="T18" fmla="*/ 137 w 323"/>
                <a:gd name="T19" fmla="*/ 9 h 408"/>
                <a:gd name="T20" fmla="*/ 310 w 323"/>
                <a:gd name="T21" fmla="*/ 119 h 408"/>
                <a:gd name="T22" fmla="*/ 183 w 323"/>
                <a:gd name="T23" fmla="*/ 298 h 408"/>
                <a:gd name="T24" fmla="*/ 129 w 323"/>
                <a:gd name="T25" fmla="*/ 272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3" h="408">
                  <a:moveTo>
                    <a:pt x="129" y="272"/>
                  </a:moveTo>
                  <a:cubicBezTo>
                    <a:pt x="118" y="328"/>
                    <a:pt x="106" y="380"/>
                    <a:pt x="68" y="408"/>
                  </a:cubicBezTo>
                  <a:cubicBezTo>
                    <a:pt x="56" y="325"/>
                    <a:pt x="85" y="262"/>
                    <a:pt x="98" y="196"/>
                  </a:cubicBezTo>
                  <a:cubicBezTo>
                    <a:pt x="75" y="157"/>
                    <a:pt x="101" y="80"/>
                    <a:pt x="149" y="99"/>
                  </a:cubicBezTo>
                  <a:cubicBezTo>
                    <a:pt x="209" y="122"/>
                    <a:pt x="98" y="242"/>
                    <a:pt x="172" y="257"/>
                  </a:cubicBezTo>
                  <a:cubicBezTo>
                    <a:pt x="250" y="273"/>
                    <a:pt x="282" y="122"/>
                    <a:pt x="234" y="73"/>
                  </a:cubicBezTo>
                  <a:cubicBezTo>
                    <a:pt x="164" y="2"/>
                    <a:pt x="31" y="72"/>
                    <a:pt x="47" y="173"/>
                  </a:cubicBezTo>
                  <a:cubicBezTo>
                    <a:pt x="51" y="198"/>
                    <a:pt x="77" y="205"/>
                    <a:pt x="57" y="239"/>
                  </a:cubicBezTo>
                  <a:cubicBezTo>
                    <a:pt x="13" y="229"/>
                    <a:pt x="0" y="194"/>
                    <a:pt x="1" y="147"/>
                  </a:cubicBezTo>
                  <a:cubicBezTo>
                    <a:pt x="4" y="70"/>
                    <a:pt x="70" y="17"/>
                    <a:pt x="137" y="9"/>
                  </a:cubicBezTo>
                  <a:cubicBezTo>
                    <a:pt x="221" y="0"/>
                    <a:pt x="300" y="40"/>
                    <a:pt x="310" y="119"/>
                  </a:cubicBezTo>
                  <a:cubicBezTo>
                    <a:pt x="323" y="208"/>
                    <a:pt x="273" y="305"/>
                    <a:pt x="183" y="298"/>
                  </a:cubicBezTo>
                  <a:cubicBezTo>
                    <a:pt x="158" y="296"/>
                    <a:pt x="148" y="284"/>
                    <a:pt x="129" y="272"/>
                  </a:cubicBezTo>
                  <a:close/>
                </a:path>
              </a:pathLst>
            </a:custGeom>
            <a:solidFill>
              <a:schemeClr val="bg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mn-cs"/>
              </a:endParaRPr>
            </a:p>
          </p:txBody>
        </p:sp>
        <p:sp>
          <p:nvSpPr>
            <p:cNvPr id="46" name="Freeform 62"/>
            <p:cNvSpPr>
              <a:spLocks/>
            </p:cNvSpPr>
            <p:nvPr/>
          </p:nvSpPr>
          <p:spPr bwMode="auto">
            <a:xfrm>
              <a:off x="4063583" y="5934143"/>
              <a:ext cx="134925" cy="261714"/>
            </a:xfrm>
            <a:custGeom>
              <a:avLst/>
              <a:gdLst>
                <a:gd name="T0" fmla="*/ 84 w 84"/>
                <a:gd name="T1" fmla="*/ 27 h 163"/>
                <a:gd name="T2" fmla="*/ 69 w 84"/>
                <a:gd name="T3" fmla="*/ 27 h 163"/>
                <a:gd name="T4" fmla="*/ 54 w 84"/>
                <a:gd name="T5" fmla="*/ 41 h 163"/>
                <a:gd name="T6" fmla="*/ 54 w 84"/>
                <a:gd name="T7" fmla="*/ 60 h 163"/>
                <a:gd name="T8" fmla="*/ 83 w 84"/>
                <a:gd name="T9" fmla="*/ 60 h 163"/>
                <a:gd name="T10" fmla="*/ 83 w 84"/>
                <a:gd name="T11" fmla="*/ 88 h 163"/>
                <a:gd name="T12" fmla="*/ 54 w 84"/>
                <a:gd name="T13" fmla="*/ 88 h 163"/>
                <a:gd name="T14" fmla="*/ 54 w 84"/>
                <a:gd name="T15" fmla="*/ 163 h 163"/>
                <a:gd name="T16" fmla="*/ 25 w 84"/>
                <a:gd name="T17" fmla="*/ 163 h 163"/>
                <a:gd name="T18" fmla="*/ 25 w 84"/>
                <a:gd name="T19" fmla="*/ 88 h 163"/>
                <a:gd name="T20" fmla="*/ 0 w 84"/>
                <a:gd name="T21" fmla="*/ 88 h 163"/>
                <a:gd name="T22" fmla="*/ 0 w 84"/>
                <a:gd name="T23" fmla="*/ 60 h 163"/>
                <a:gd name="T24" fmla="*/ 25 w 84"/>
                <a:gd name="T25" fmla="*/ 60 h 163"/>
                <a:gd name="T26" fmla="*/ 25 w 84"/>
                <a:gd name="T27" fmla="*/ 38 h 163"/>
                <a:gd name="T28" fmla="*/ 62 w 84"/>
                <a:gd name="T29" fmla="*/ 0 h 163"/>
                <a:gd name="T30" fmla="*/ 84 w 84"/>
                <a:gd name="T31" fmla="*/ 0 h 163"/>
                <a:gd name="T32" fmla="*/ 84 w 84"/>
                <a:gd name="T33" fmla="*/ 27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63">
                  <a:moveTo>
                    <a:pt x="84" y="27"/>
                  </a:moveTo>
                  <a:cubicBezTo>
                    <a:pt x="69" y="27"/>
                    <a:pt x="69" y="27"/>
                    <a:pt x="69" y="27"/>
                  </a:cubicBezTo>
                  <a:cubicBezTo>
                    <a:pt x="57" y="27"/>
                    <a:pt x="54" y="33"/>
                    <a:pt x="54" y="41"/>
                  </a:cubicBezTo>
                  <a:cubicBezTo>
                    <a:pt x="54" y="60"/>
                    <a:pt x="54" y="60"/>
                    <a:pt x="54" y="60"/>
                  </a:cubicBezTo>
                  <a:cubicBezTo>
                    <a:pt x="83" y="60"/>
                    <a:pt x="83" y="60"/>
                    <a:pt x="83" y="60"/>
                  </a:cubicBezTo>
                  <a:cubicBezTo>
                    <a:pt x="83" y="88"/>
                    <a:pt x="83" y="88"/>
                    <a:pt x="83" y="88"/>
                  </a:cubicBezTo>
                  <a:cubicBezTo>
                    <a:pt x="54" y="88"/>
                    <a:pt x="54" y="88"/>
                    <a:pt x="54" y="88"/>
                  </a:cubicBezTo>
                  <a:cubicBezTo>
                    <a:pt x="54" y="163"/>
                    <a:pt x="54" y="163"/>
                    <a:pt x="54" y="163"/>
                  </a:cubicBezTo>
                  <a:cubicBezTo>
                    <a:pt x="25" y="163"/>
                    <a:pt x="25" y="163"/>
                    <a:pt x="25" y="163"/>
                  </a:cubicBezTo>
                  <a:cubicBezTo>
                    <a:pt x="25" y="88"/>
                    <a:pt x="25" y="88"/>
                    <a:pt x="25" y="88"/>
                  </a:cubicBezTo>
                  <a:cubicBezTo>
                    <a:pt x="0" y="88"/>
                    <a:pt x="0" y="88"/>
                    <a:pt x="0" y="88"/>
                  </a:cubicBezTo>
                  <a:cubicBezTo>
                    <a:pt x="0" y="60"/>
                    <a:pt x="0" y="60"/>
                    <a:pt x="0" y="60"/>
                  </a:cubicBezTo>
                  <a:cubicBezTo>
                    <a:pt x="25" y="60"/>
                    <a:pt x="25" y="60"/>
                    <a:pt x="25" y="60"/>
                  </a:cubicBezTo>
                  <a:cubicBezTo>
                    <a:pt x="25" y="38"/>
                    <a:pt x="25" y="38"/>
                    <a:pt x="25" y="38"/>
                  </a:cubicBezTo>
                  <a:cubicBezTo>
                    <a:pt x="25" y="13"/>
                    <a:pt x="40" y="0"/>
                    <a:pt x="62" y="0"/>
                  </a:cubicBezTo>
                  <a:cubicBezTo>
                    <a:pt x="84" y="0"/>
                    <a:pt x="84" y="0"/>
                    <a:pt x="84" y="0"/>
                  </a:cubicBezTo>
                  <a:lnTo>
                    <a:pt x="84" y="27"/>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grpSp>
      <p:grpSp>
        <p:nvGrpSpPr>
          <p:cNvPr id="47" name="Group 46"/>
          <p:cNvGrpSpPr/>
          <p:nvPr userDrawn="1"/>
        </p:nvGrpSpPr>
        <p:grpSpPr>
          <a:xfrm>
            <a:off x="6654134" y="5352141"/>
            <a:ext cx="1724341" cy="516155"/>
            <a:chOff x="3872969" y="5806923"/>
            <a:chExt cx="1724341" cy="516155"/>
          </a:xfrm>
        </p:grpSpPr>
        <p:sp>
          <p:nvSpPr>
            <p:cNvPr id="48" name="Oval 47"/>
            <p:cNvSpPr/>
            <p:nvPr/>
          </p:nvSpPr>
          <p:spPr>
            <a:xfrm>
              <a:off x="3872969"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9" name="Oval 48"/>
            <p:cNvSpPr/>
            <p:nvPr/>
          </p:nvSpPr>
          <p:spPr>
            <a:xfrm>
              <a:off x="4477062"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50" name="Oval 49"/>
            <p:cNvSpPr/>
            <p:nvPr/>
          </p:nvSpPr>
          <p:spPr>
            <a:xfrm>
              <a:off x="5081155"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51" name="Freeform 63"/>
            <p:cNvSpPr>
              <a:spLocks/>
            </p:cNvSpPr>
            <p:nvPr/>
          </p:nvSpPr>
          <p:spPr bwMode="auto">
            <a:xfrm>
              <a:off x="4576091" y="5937921"/>
              <a:ext cx="318095" cy="261714"/>
            </a:xfrm>
            <a:custGeom>
              <a:avLst/>
              <a:gdLst>
                <a:gd name="T0" fmla="*/ 160 w 160"/>
                <a:gd name="T1" fmla="*/ 16 h 131"/>
                <a:gd name="T2" fmla="*/ 159 w 160"/>
                <a:gd name="T3" fmla="*/ 16 h 131"/>
                <a:gd name="T4" fmla="*/ 144 w 160"/>
                <a:gd name="T5" fmla="*/ 20 h 131"/>
                <a:gd name="T6" fmla="*/ 156 w 160"/>
                <a:gd name="T7" fmla="*/ 4 h 131"/>
                <a:gd name="T8" fmla="*/ 156 w 160"/>
                <a:gd name="T9" fmla="*/ 3 h 131"/>
                <a:gd name="T10" fmla="*/ 155 w 160"/>
                <a:gd name="T11" fmla="*/ 3 h 131"/>
                <a:gd name="T12" fmla="*/ 135 w 160"/>
                <a:gd name="T13" fmla="*/ 11 h 131"/>
                <a:gd name="T14" fmla="*/ 111 w 160"/>
                <a:gd name="T15" fmla="*/ 0 h 131"/>
                <a:gd name="T16" fmla="*/ 77 w 160"/>
                <a:gd name="T17" fmla="*/ 34 h 131"/>
                <a:gd name="T18" fmla="*/ 78 w 160"/>
                <a:gd name="T19" fmla="*/ 40 h 131"/>
                <a:gd name="T20" fmla="*/ 12 w 160"/>
                <a:gd name="T21" fmla="*/ 7 h 131"/>
                <a:gd name="T22" fmla="*/ 12 w 160"/>
                <a:gd name="T23" fmla="*/ 6 h 131"/>
                <a:gd name="T24" fmla="*/ 11 w 160"/>
                <a:gd name="T25" fmla="*/ 7 h 131"/>
                <a:gd name="T26" fmla="*/ 7 w 160"/>
                <a:gd name="T27" fmla="*/ 23 h 131"/>
                <a:gd name="T28" fmla="*/ 19 w 160"/>
                <a:gd name="T29" fmla="*/ 50 h 131"/>
                <a:gd name="T30" fmla="*/ 7 w 160"/>
                <a:gd name="T31" fmla="*/ 46 h 131"/>
                <a:gd name="T32" fmla="*/ 7 w 160"/>
                <a:gd name="T33" fmla="*/ 46 h 131"/>
                <a:gd name="T34" fmla="*/ 6 w 160"/>
                <a:gd name="T35" fmla="*/ 47 h 131"/>
                <a:gd name="T36" fmla="*/ 6 w 160"/>
                <a:gd name="T37" fmla="*/ 47 h 131"/>
                <a:gd name="T38" fmla="*/ 30 w 160"/>
                <a:gd name="T39" fmla="*/ 79 h 131"/>
                <a:gd name="T40" fmla="*/ 19 w 160"/>
                <a:gd name="T41" fmla="*/ 79 h 131"/>
                <a:gd name="T42" fmla="*/ 18 w 160"/>
                <a:gd name="T43" fmla="*/ 79 h 131"/>
                <a:gd name="T44" fmla="*/ 18 w 160"/>
                <a:gd name="T45" fmla="*/ 80 h 131"/>
                <a:gd name="T46" fmla="*/ 47 w 160"/>
                <a:gd name="T47" fmla="*/ 103 h 131"/>
                <a:gd name="T48" fmla="*/ 8 w 160"/>
                <a:gd name="T49" fmla="*/ 115 h 131"/>
                <a:gd name="T50" fmla="*/ 1 w 160"/>
                <a:gd name="T51" fmla="*/ 115 h 131"/>
                <a:gd name="T52" fmla="*/ 0 w 160"/>
                <a:gd name="T53" fmla="*/ 115 h 131"/>
                <a:gd name="T54" fmla="*/ 0 w 160"/>
                <a:gd name="T55" fmla="*/ 116 h 131"/>
                <a:gd name="T56" fmla="*/ 51 w 160"/>
                <a:gd name="T57" fmla="*/ 131 h 131"/>
                <a:gd name="T58" fmla="*/ 144 w 160"/>
                <a:gd name="T59" fmla="*/ 38 h 131"/>
                <a:gd name="T60" fmla="*/ 144 w 160"/>
                <a:gd name="T61" fmla="*/ 34 h 131"/>
                <a:gd name="T62" fmla="*/ 160 w 160"/>
                <a:gd name="T63" fmla="*/ 17 h 131"/>
                <a:gd name="T64" fmla="*/ 160 w 160"/>
                <a:gd name="T65" fmla="*/ 1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0" h="131">
                  <a:moveTo>
                    <a:pt x="160" y="16"/>
                  </a:moveTo>
                  <a:cubicBezTo>
                    <a:pt x="160" y="16"/>
                    <a:pt x="160" y="16"/>
                    <a:pt x="159" y="16"/>
                  </a:cubicBezTo>
                  <a:cubicBezTo>
                    <a:pt x="154" y="18"/>
                    <a:pt x="149" y="19"/>
                    <a:pt x="144" y="20"/>
                  </a:cubicBezTo>
                  <a:cubicBezTo>
                    <a:pt x="150" y="16"/>
                    <a:pt x="154" y="10"/>
                    <a:pt x="156" y="4"/>
                  </a:cubicBezTo>
                  <a:cubicBezTo>
                    <a:pt x="156" y="3"/>
                    <a:pt x="156" y="3"/>
                    <a:pt x="156" y="3"/>
                  </a:cubicBezTo>
                  <a:cubicBezTo>
                    <a:pt x="155" y="3"/>
                    <a:pt x="155" y="3"/>
                    <a:pt x="155" y="3"/>
                  </a:cubicBezTo>
                  <a:cubicBezTo>
                    <a:pt x="149" y="7"/>
                    <a:pt x="142" y="9"/>
                    <a:pt x="135" y="11"/>
                  </a:cubicBezTo>
                  <a:cubicBezTo>
                    <a:pt x="128" y="4"/>
                    <a:pt x="120" y="0"/>
                    <a:pt x="111" y="0"/>
                  </a:cubicBezTo>
                  <a:cubicBezTo>
                    <a:pt x="92" y="0"/>
                    <a:pt x="77" y="15"/>
                    <a:pt x="77" y="34"/>
                  </a:cubicBezTo>
                  <a:cubicBezTo>
                    <a:pt x="77" y="36"/>
                    <a:pt x="77" y="38"/>
                    <a:pt x="78" y="40"/>
                  </a:cubicBezTo>
                  <a:cubicBezTo>
                    <a:pt x="52" y="39"/>
                    <a:pt x="29" y="26"/>
                    <a:pt x="12" y="7"/>
                  </a:cubicBezTo>
                  <a:cubicBezTo>
                    <a:pt x="12" y="6"/>
                    <a:pt x="12" y="6"/>
                    <a:pt x="12" y="6"/>
                  </a:cubicBezTo>
                  <a:cubicBezTo>
                    <a:pt x="11" y="6"/>
                    <a:pt x="11" y="6"/>
                    <a:pt x="11" y="7"/>
                  </a:cubicBezTo>
                  <a:cubicBezTo>
                    <a:pt x="8" y="12"/>
                    <a:pt x="7" y="18"/>
                    <a:pt x="7" y="23"/>
                  </a:cubicBezTo>
                  <a:cubicBezTo>
                    <a:pt x="7" y="34"/>
                    <a:pt x="11" y="43"/>
                    <a:pt x="19" y="50"/>
                  </a:cubicBezTo>
                  <a:cubicBezTo>
                    <a:pt x="15" y="49"/>
                    <a:pt x="11" y="48"/>
                    <a:pt x="7" y="46"/>
                  </a:cubicBezTo>
                  <a:cubicBezTo>
                    <a:pt x="7" y="46"/>
                    <a:pt x="7" y="46"/>
                    <a:pt x="7" y="46"/>
                  </a:cubicBezTo>
                  <a:cubicBezTo>
                    <a:pt x="6" y="46"/>
                    <a:pt x="6" y="46"/>
                    <a:pt x="6" y="47"/>
                  </a:cubicBezTo>
                  <a:cubicBezTo>
                    <a:pt x="6" y="47"/>
                    <a:pt x="6" y="47"/>
                    <a:pt x="6" y="47"/>
                  </a:cubicBezTo>
                  <a:cubicBezTo>
                    <a:pt x="6" y="62"/>
                    <a:pt x="16" y="75"/>
                    <a:pt x="30" y="79"/>
                  </a:cubicBezTo>
                  <a:cubicBezTo>
                    <a:pt x="26" y="79"/>
                    <a:pt x="22" y="79"/>
                    <a:pt x="19" y="79"/>
                  </a:cubicBezTo>
                  <a:cubicBezTo>
                    <a:pt x="18" y="79"/>
                    <a:pt x="18" y="79"/>
                    <a:pt x="18" y="79"/>
                  </a:cubicBezTo>
                  <a:cubicBezTo>
                    <a:pt x="18" y="79"/>
                    <a:pt x="18" y="79"/>
                    <a:pt x="18" y="80"/>
                  </a:cubicBezTo>
                  <a:cubicBezTo>
                    <a:pt x="22" y="93"/>
                    <a:pt x="33" y="102"/>
                    <a:pt x="47" y="103"/>
                  </a:cubicBezTo>
                  <a:cubicBezTo>
                    <a:pt x="36" y="111"/>
                    <a:pt x="22" y="115"/>
                    <a:pt x="8" y="115"/>
                  </a:cubicBezTo>
                  <a:cubicBezTo>
                    <a:pt x="6" y="115"/>
                    <a:pt x="3" y="115"/>
                    <a:pt x="1" y="115"/>
                  </a:cubicBezTo>
                  <a:cubicBezTo>
                    <a:pt x="0" y="115"/>
                    <a:pt x="0" y="115"/>
                    <a:pt x="0" y="115"/>
                  </a:cubicBezTo>
                  <a:cubicBezTo>
                    <a:pt x="0" y="116"/>
                    <a:pt x="0" y="116"/>
                    <a:pt x="0" y="116"/>
                  </a:cubicBezTo>
                  <a:cubicBezTo>
                    <a:pt x="15" y="126"/>
                    <a:pt x="33" y="131"/>
                    <a:pt x="51" y="131"/>
                  </a:cubicBezTo>
                  <a:cubicBezTo>
                    <a:pt x="109" y="131"/>
                    <a:pt x="144" y="83"/>
                    <a:pt x="144" y="38"/>
                  </a:cubicBezTo>
                  <a:cubicBezTo>
                    <a:pt x="144" y="36"/>
                    <a:pt x="144" y="35"/>
                    <a:pt x="144" y="34"/>
                  </a:cubicBezTo>
                  <a:cubicBezTo>
                    <a:pt x="150" y="29"/>
                    <a:pt x="156" y="23"/>
                    <a:pt x="160" y="17"/>
                  </a:cubicBezTo>
                  <a:cubicBezTo>
                    <a:pt x="160" y="17"/>
                    <a:pt x="160" y="16"/>
                    <a:pt x="160" y="16"/>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sp>
          <p:nvSpPr>
            <p:cNvPr id="52" name="Freeform 21"/>
            <p:cNvSpPr>
              <a:spLocks/>
            </p:cNvSpPr>
            <p:nvPr/>
          </p:nvSpPr>
          <p:spPr bwMode="auto">
            <a:xfrm>
              <a:off x="5235659" y="5934143"/>
              <a:ext cx="207145" cy="261714"/>
            </a:xfrm>
            <a:custGeom>
              <a:avLst/>
              <a:gdLst>
                <a:gd name="T0" fmla="*/ 129 w 323"/>
                <a:gd name="T1" fmla="*/ 272 h 408"/>
                <a:gd name="T2" fmla="*/ 68 w 323"/>
                <a:gd name="T3" fmla="*/ 408 h 408"/>
                <a:gd name="T4" fmla="*/ 98 w 323"/>
                <a:gd name="T5" fmla="*/ 196 h 408"/>
                <a:gd name="T6" fmla="*/ 149 w 323"/>
                <a:gd name="T7" fmla="*/ 99 h 408"/>
                <a:gd name="T8" fmla="*/ 172 w 323"/>
                <a:gd name="T9" fmla="*/ 257 h 408"/>
                <a:gd name="T10" fmla="*/ 234 w 323"/>
                <a:gd name="T11" fmla="*/ 73 h 408"/>
                <a:gd name="T12" fmla="*/ 47 w 323"/>
                <a:gd name="T13" fmla="*/ 173 h 408"/>
                <a:gd name="T14" fmla="*/ 57 w 323"/>
                <a:gd name="T15" fmla="*/ 239 h 408"/>
                <a:gd name="T16" fmla="*/ 1 w 323"/>
                <a:gd name="T17" fmla="*/ 147 h 408"/>
                <a:gd name="T18" fmla="*/ 137 w 323"/>
                <a:gd name="T19" fmla="*/ 9 h 408"/>
                <a:gd name="T20" fmla="*/ 310 w 323"/>
                <a:gd name="T21" fmla="*/ 119 h 408"/>
                <a:gd name="T22" fmla="*/ 183 w 323"/>
                <a:gd name="T23" fmla="*/ 298 h 408"/>
                <a:gd name="T24" fmla="*/ 129 w 323"/>
                <a:gd name="T25" fmla="*/ 272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3" h="408">
                  <a:moveTo>
                    <a:pt x="129" y="272"/>
                  </a:moveTo>
                  <a:cubicBezTo>
                    <a:pt x="118" y="328"/>
                    <a:pt x="106" y="380"/>
                    <a:pt x="68" y="408"/>
                  </a:cubicBezTo>
                  <a:cubicBezTo>
                    <a:pt x="56" y="325"/>
                    <a:pt x="85" y="262"/>
                    <a:pt x="98" y="196"/>
                  </a:cubicBezTo>
                  <a:cubicBezTo>
                    <a:pt x="75" y="157"/>
                    <a:pt x="101" y="80"/>
                    <a:pt x="149" y="99"/>
                  </a:cubicBezTo>
                  <a:cubicBezTo>
                    <a:pt x="209" y="122"/>
                    <a:pt x="98" y="242"/>
                    <a:pt x="172" y="257"/>
                  </a:cubicBezTo>
                  <a:cubicBezTo>
                    <a:pt x="250" y="273"/>
                    <a:pt x="282" y="122"/>
                    <a:pt x="234" y="73"/>
                  </a:cubicBezTo>
                  <a:cubicBezTo>
                    <a:pt x="164" y="2"/>
                    <a:pt x="31" y="72"/>
                    <a:pt x="47" y="173"/>
                  </a:cubicBezTo>
                  <a:cubicBezTo>
                    <a:pt x="51" y="198"/>
                    <a:pt x="77" y="205"/>
                    <a:pt x="57" y="239"/>
                  </a:cubicBezTo>
                  <a:cubicBezTo>
                    <a:pt x="13" y="229"/>
                    <a:pt x="0" y="194"/>
                    <a:pt x="1" y="147"/>
                  </a:cubicBezTo>
                  <a:cubicBezTo>
                    <a:pt x="4" y="70"/>
                    <a:pt x="70" y="17"/>
                    <a:pt x="137" y="9"/>
                  </a:cubicBezTo>
                  <a:cubicBezTo>
                    <a:pt x="221" y="0"/>
                    <a:pt x="300" y="40"/>
                    <a:pt x="310" y="119"/>
                  </a:cubicBezTo>
                  <a:cubicBezTo>
                    <a:pt x="323" y="208"/>
                    <a:pt x="273" y="305"/>
                    <a:pt x="183" y="298"/>
                  </a:cubicBezTo>
                  <a:cubicBezTo>
                    <a:pt x="158" y="296"/>
                    <a:pt x="148" y="284"/>
                    <a:pt x="129" y="272"/>
                  </a:cubicBezTo>
                  <a:close/>
                </a:path>
              </a:pathLst>
            </a:custGeom>
            <a:solidFill>
              <a:schemeClr val="bg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mn-cs"/>
              </a:endParaRPr>
            </a:p>
          </p:txBody>
        </p:sp>
        <p:sp>
          <p:nvSpPr>
            <p:cNvPr id="53" name="Freeform 62"/>
            <p:cNvSpPr>
              <a:spLocks/>
            </p:cNvSpPr>
            <p:nvPr/>
          </p:nvSpPr>
          <p:spPr bwMode="auto">
            <a:xfrm>
              <a:off x="4063583" y="5934143"/>
              <a:ext cx="134925" cy="261714"/>
            </a:xfrm>
            <a:custGeom>
              <a:avLst/>
              <a:gdLst>
                <a:gd name="T0" fmla="*/ 84 w 84"/>
                <a:gd name="T1" fmla="*/ 27 h 163"/>
                <a:gd name="T2" fmla="*/ 69 w 84"/>
                <a:gd name="T3" fmla="*/ 27 h 163"/>
                <a:gd name="T4" fmla="*/ 54 w 84"/>
                <a:gd name="T5" fmla="*/ 41 h 163"/>
                <a:gd name="T6" fmla="*/ 54 w 84"/>
                <a:gd name="T7" fmla="*/ 60 h 163"/>
                <a:gd name="T8" fmla="*/ 83 w 84"/>
                <a:gd name="T9" fmla="*/ 60 h 163"/>
                <a:gd name="T10" fmla="*/ 83 w 84"/>
                <a:gd name="T11" fmla="*/ 88 h 163"/>
                <a:gd name="T12" fmla="*/ 54 w 84"/>
                <a:gd name="T13" fmla="*/ 88 h 163"/>
                <a:gd name="T14" fmla="*/ 54 w 84"/>
                <a:gd name="T15" fmla="*/ 163 h 163"/>
                <a:gd name="T16" fmla="*/ 25 w 84"/>
                <a:gd name="T17" fmla="*/ 163 h 163"/>
                <a:gd name="T18" fmla="*/ 25 w 84"/>
                <a:gd name="T19" fmla="*/ 88 h 163"/>
                <a:gd name="T20" fmla="*/ 0 w 84"/>
                <a:gd name="T21" fmla="*/ 88 h 163"/>
                <a:gd name="T22" fmla="*/ 0 w 84"/>
                <a:gd name="T23" fmla="*/ 60 h 163"/>
                <a:gd name="T24" fmla="*/ 25 w 84"/>
                <a:gd name="T25" fmla="*/ 60 h 163"/>
                <a:gd name="T26" fmla="*/ 25 w 84"/>
                <a:gd name="T27" fmla="*/ 38 h 163"/>
                <a:gd name="T28" fmla="*/ 62 w 84"/>
                <a:gd name="T29" fmla="*/ 0 h 163"/>
                <a:gd name="T30" fmla="*/ 84 w 84"/>
                <a:gd name="T31" fmla="*/ 0 h 163"/>
                <a:gd name="T32" fmla="*/ 84 w 84"/>
                <a:gd name="T33" fmla="*/ 27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63">
                  <a:moveTo>
                    <a:pt x="84" y="27"/>
                  </a:moveTo>
                  <a:cubicBezTo>
                    <a:pt x="69" y="27"/>
                    <a:pt x="69" y="27"/>
                    <a:pt x="69" y="27"/>
                  </a:cubicBezTo>
                  <a:cubicBezTo>
                    <a:pt x="57" y="27"/>
                    <a:pt x="54" y="33"/>
                    <a:pt x="54" y="41"/>
                  </a:cubicBezTo>
                  <a:cubicBezTo>
                    <a:pt x="54" y="60"/>
                    <a:pt x="54" y="60"/>
                    <a:pt x="54" y="60"/>
                  </a:cubicBezTo>
                  <a:cubicBezTo>
                    <a:pt x="83" y="60"/>
                    <a:pt x="83" y="60"/>
                    <a:pt x="83" y="60"/>
                  </a:cubicBezTo>
                  <a:cubicBezTo>
                    <a:pt x="83" y="88"/>
                    <a:pt x="83" y="88"/>
                    <a:pt x="83" y="88"/>
                  </a:cubicBezTo>
                  <a:cubicBezTo>
                    <a:pt x="54" y="88"/>
                    <a:pt x="54" y="88"/>
                    <a:pt x="54" y="88"/>
                  </a:cubicBezTo>
                  <a:cubicBezTo>
                    <a:pt x="54" y="163"/>
                    <a:pt x="54" y="163"/>
                    <a:pt x="54" y="163"/>
                  </a:cubicBezTo>
                  <a:cubicBezTo>
                    <a:pt x="25" y="163"/>
                    <a:pt x="25" y="163"/>
                    <a:pt x="25" y="163"/>
                  </a:cubicBezTo>
                  <a:cubicBezTo>
                    <a:pt x="25" y="88"/>
                    <a:pt x="25" y="88"/>
                    <a:pt x="25" y="88"/>
                  </a:cubicBezTo>
                  <a:cubicBezTo>
                    <a:pt x="0" y="88"/>
                    <a:pt x="0" y="88"/>
                    <a:pt x="0" y="88"/>
                  </a:cubicBezTo>
                  <a:cubicBezTo>
                    <a:pt x="0" y="60"/>
                    <a:pt x="0" y="60"/>
                    <a:pt x="0" y="60"/>
                  </a:cubicBezTo>
                  <a:cubicBezTo>
                    <a:pt x="25" y="60"/>
                    <a:pt x="25" y="60"/>
                    <a:pt x="25" y="60"/>
                  </a:cubicBezTo>
                  <a:cubicBezTo>
                    <a:pt x="25" y="38"/>
                    <a:pt x="25" y="38"/>
                    <a:pt x="25" y="38"/>
                  </a:cubicBezTo>
                  <a:cubicBezTo>
                    <a:pt x="25" y="13"/>
                    <a:pt x="40" y="0"/>
                    <a:pt x="62" y="0"/>
                  </a:cubicBezTo>
                  <a:cubicBezTo>
                    <a:pt x="84" y="0"/>
                    <a:pt x="84" y="0"/>
                    <a:pt x="84" y="0"/>
                  </a:cubicBezTo>
                  <a:lnTo>
                    <a:pt x="84" y="27"/>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grpSp>
      <p:grpSp>
        <p:nvGrpSpPr>
          <p:cNvPr id="54" name="Group 53"/>
          <p:cNvGrpSpPr/>
          <p:nvPr userDrawn="1"/>
        </p:nvGrpSpPr>
        <p:grpSpPr>
          <a:xfrm>
            <a:off x="9473536" y="5361672"/>
            <a:ext cx="1724341" cy="516155"/>
            <a:chOff x="3872969" y="5806923"/>
            <a:chExt cx="1724341" cy="516155"/>
          </a:xfrm>
        </p:grpSpPr>
        <p:sp>
          <p:nvSpPr>
            <p:cNvPr id="55" name="Oval 54"/>
            <p:cNvSpPr/>
            <p:nvPr/>
          </p:nvSpPr>
          <p:spPr>
            <a:xfrm>
              <a:off x="3872969"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56" name="Oval 55"/>
            <p:cNvSpPr/>
            <p:nvPr/>
          </p:nvSpPr>
          <p:spPr>
            <a:xfrm>
              <a:off x="4477062"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57" name="Oval 56"/>
            <p:cNvSpPr/>
            <p:nvPr/>
          </p:nvSpPr>
          <p:spPr>
            <a:xfrm>
              <a:off x="5081155"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58" name="Freeform 63"/>
            <p:cNvSpPr>
              <a:spLocks/>
            </p:cNvSpPr>
            <p:nvPr/>
          </p:nvSpPr>
          <p:spPr bwMode="auto">
            <a:xfrm>
              <a:off x="4576091" y="5937921"/>
              <a:ext cx="318095" cy="261714"/>
            </a:xfrm>
            <a:custGeom>
              <a:avLst/>
              <a:gdLst>
                <a:gd name="T0" fmla="*/ 160 w 160"/>
                <a:gd name="T1" fmla="*/ 16 h 131"/>
                <a:gd name="T2" fmla="*/ 159 w 160"/>
                <a:gd name="T3" fmla="*/ 16 h 131"/>
                <a:gd name="T4" fmla="*/ 144 w 160"/>
                <a:gd name="T5" fmla="*/ 20 h 131"/>
                <a:gd name="T6" fmla="*/ 156 w 160"/>
                <a:gd name="T7" fmla="*/ 4 h 131"/>
                <a:gd name="T8" fmla="*/ 156 w 160"/>
                <a:gd name="T9" fmla="*/ 3 h 131"/>
                <a:gd name="T10" fmla="*/ 155 w 160"/>
                <a:gd name="T11" fmla="*/ 3 h 131"/>
                <a:gd name="T12" fmla="*/ 135 w 160"/>
                <a:gd name="T13" fmla="*/ 11 h 131"/>
                <a:gd name="T14" fmla="*/ 111 w 160"/>
                <a:gd name="T15" fmla="*/ 0 h 131"/>
                <a:gd name="T16" fmla="*/ 77 w 160"/>
                <a:gd name="T17" fmla="*/ 34 h 131"/>
                <a:gd name="T18" fmla="*/ 78 w 160"/>
                <a:gd name="T19" fmla="*/ 40 h 131"/>
                <a:gd name="T20" fmla="*/ 12 w 160"/>
                <a:gd name="T21" fmla="*/ 7 h 131"/>
                <a:gd name="T22" fmla="*/ 12 w 160"/>
                <a:gd name="T23" fmla="*/ 6 h 131"/>
                <a:gd name="T24" fmla="*/ 11 w 160"/>
                <a:gd name="T25" fmla="*/ 7 h 131"/>
                <a:gd name="T26" fmla="*/ 7 w 160"/>
                <a:gd name="T27" fmla="*/ 23 h 131"/>
                <a:gd name="T28" fmla="*/ 19 w 160"/>
                <a:gd name="T29" fmla="*/ 50 h 131"/>
                <a:gd name="T30" fmla="*/ 7 w 160"/>
                <a:gd name="T31" fmla="*/ 46 h 131"/>
                <a:gd name="T32" fmla="*/ 7 w 160"/>
                <a:gd name="T33" fmla="*/ 46 h 131"/>
                <a:gd name="T34" fmla="*/ 6 w 160"/>
                <a:gd name="T35" fmla="*/ 47 h 131"/>
                <a:gd name="T36" fmla="*/ 6 w 160"/>
                <a:gd name="T37" fmla="*/ 47 h 131"/>
                <a:gd name="T38" fmla="*/ 30 w 160"/>
                <a:gd name="T39" fmla="*/ 79 h 131"/>
                <a:gd name="T40" fmla="*/ 19 w 160"/>
                <a:gd name="T41" fmla="*/ 79 h 131"/>
                <a:gd name="T42" fmla="*/ 18 w 160"/>
                <a:gd name="T43" fmla="*/ 79 h 131"/>
                <a:gd name="T44" fmla="*/ 18 w 160"/>
                <a:gd name="T45" fmla="*/ 80 h 131"/>
                <a:gd name="T46" fmla="*/ 47 w 160"/>
                <a:gd name="T47" fmla="*/ 103 h 131"/>
                <a:gd name="T48" fmla="*/ 8 w 160"/>
                <a:gd name="T49" fmla="*/ 115 h 131"/>
                <a:gd name="T50" fmla="*/ 1 w 160"/>
                <a:gd name="T51" fmla="*/ 115 h 131"/>
                <a:gd name="T52" fmla="*/ 0 w 160"/>
                <a:gd name="T53" fmla="*/ 115 h 131"/>
                <a:gd name="T54" fmla="*/ 0 w 160"/>
                <a:gd name="T55" fmla="*/ 116 h 131"/>
                <a:gd name="T56" fmla="*/ 51 w 160"/>
                <a:gd name="T57" fmla="*/ 131 h 131"/>
                <a:gd name="T58" fmla="*/ 144 w 160"/>
                <a:gd name="T59" fmla="*/ 38 h 131"/>
                <a:gd name="T60" fmla="*/ 144 w 160"/>
                <a:gd name="T61" fmla="*/ 34 h 131"/>
                <a:gd name="T62" fmla="*/ 160 w 160"/>
                <a:gd name="T63" fmla="*/ 17 h 131"/>
                <a:gd name="T64" fmla="*/ 160 w 160"/>
                <a:gd name="T65" fmla="*/ 1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0" h="131">
                  <a:moveTo>
                    <a:pt x="160" y="16"/>
                  </a:moveTo>
                  <a:cubicBezTo>
                    <a:pt x="160" y="16"/>
                    <a:pt x="160" y="16"/>
                    <a:pt x="159" y="16"/>
                  </a:cubicBezTo>
                  <a:cubicBezTo>
                    <a:pt x="154" y="18"/>
                    <a:pt x="149" y="19"/>
                    <a:pt x="144" y="20"/>
                  </a:cubicBezTo>
                  <a:cubicBezTo>
                    <a:pt x="150" y="16"/>
                    <a:pt x="154" y="10"/>
                    <a:pt x="156" y="4"/>
                  </a:cubicBezTo>
                  <a:cubicBezTo>
                    <a:pt x="156" y="3"/>
                    <a:pt x="156" y="3"/>
                    <a:pt x="156" y="3"/>
                  </a:cubicBezTo>
                  <a:cubicBezTo>
                    <a:pt x="155" y="3"/>
                    <a:pt x="155" y="3"/>
                    <a:pt x="155" y="3"/>
                  </a:cubicBezTo>
                  <a:cubicBezTo>
                    <a:pt x="149" y="7"/>
                    <a:pt x="142" y="9"/>
                    <a:pt x="135" y="11"/>
                  </a:cubicBezTo>
                  <a:cubicBezTo>
                    <a:pt x="128" y="4"/>
                    <a:pt x="120" y="0"/>
                    <a:pt x="111" y="0"/>
                  </a:cubicBezTo>
                  <a:cubicBezTo>
                    <a:pt x="92" y="0"/>
                    <a:pt x="77" y="15"/>
                    <a:pt x="77" y="34"/>
                  </a:cubicBezTo>
                  <a:cubicBezTo>
                    <a:pt x="77" y="36"/>
                    <a:pt x="77" y="38"/>
                    <a:pt x="78" y="40"/>
                  </a:cubicBezTo>
                  <a:cubicBezTo>
                    <a:pt x="52" y="39"/>
                    <a:pt x="29" y="26"/>
                    <a:pt x="12" y="7"/>
                  </a:cubicBezTo>
                  <a:cubicBezTo>
                    <a:pt x="12" y="6"/>
                    <a:pt x="12" y="6"/>
                    <a:pt x="12" y="6"/>
                  </a:cubicBezTo>
                  <a:cubicBezTo>
                    <a:pt x="11" y="6"/>
                    <a:pt x="11" y="6"/>
                    <a:pt x="11" y="7"/>
                  </a:cubicBezTo>
                  <a:cubicBezTo>
                    <a:pt x="8" y="12"/>
                    <a:pt x="7" y="18"/>
                    <a:pt x="7" y="23"/>
                  </a:cubicBezTo>
                  <a:cubicBezTo>
                    <a:pt x="7" y="34"/>
                    <a:pt x="11" y="43"/>
                    <a:pt x="19" y="50"/>
                  </a:cubicBezTo>
                  <a:cubicBezTo>
                    <a:pt x="15" y="49"/>
                    <a:pt x="11" y="48"/>
                    <a:pt x="7" y="46"/>
                  </a:cubicBezTo>
                  <a:cubicBezTo>
                    <a:pt x="7" y="46"/>
                    <a:pt x="7" y="46"/>
                    <a:pt x="7" y="46"/>
                  </a:cubicBezTo>
                  <a:cubicBezTo>
                    <a:pt x="6" y="46"/>
                    <a:pt x="6" y="46"/>
                    <a:pt x="6" y="47"/>
                  </a:cubicBezTo>
                  <a:cubicBezTo>
                    <a:pt x="6" y="47"/>
                    <a:pt x="6" y="47"/>
                    <a:pt x="6" y="47"/>
                  </a:cubicBezTo>
                  <a:cubicBezTo>
                    <a:pt x="6" y="62"/>
                    <a:pt x="16" y="75"/>
                    <a:pt x="30" y="79"/>
                  </a:cubicBezTo>
                  <a:cubicBezTo>
                    <a:pt x="26" y="79"/>
                    <a:pt x="22" y="79"/>
                    <a:pt x="19" y="79"/>
                  </a:cubicBezTo>
                  <a:cubicBezTo>
                    <a:pt x="18" y="79"/>
                    <a:pt x="18" y="79"/>
                    <a:pt x="18" y="79"/>
                  </a:cubicBezTo>
                  <a:cubicBezTo>
                    <a:pt x="18" y="79"/>
                    <a:pt x="18" y="79"/>
                    <a:pt x="18" y="80"/>
                  </a:cubicBezTo>
                  <a:cubicBezTo>
                    <a:pt x="22" y="93"/>
                    <a:pt x="33" y="102"/>
                    <a:pt x="47" y="103"/>
                  </a:cubicBezTo>
                  <a:cubicBezTo>
                    <a:pt x="36" y="111"/>
                    <a:pt x="22" y="115"/>
                    <a:pt x="8" y="115"/>
                  </a:cubicBezTo>
                  <a:cubicBezTo>
                    <a:pt x="6" y="115"/>
                    <a:pt x="3" y="115"/>
                    <a:pt x="1" y="115"/>
                  </a:cubicBezTo>
                  <a:cubicBezTo>
                    <a:pt x="0" y="115"/>
                    <a:pt x="0" y="115"/>
                    <a:pt x="0" y="115"/>
                  </a:cubicBezTo>
                  <a:cubicBezTo>
                    <a:pt x="0" y="116"/>
                    <a:pt x="0" y="116"/>
                    <a:pt x="0" y="116"/>
                  </a:cubicBezTo>
                  <a:cubicBezTo>
                    <a:pt x="15" y="126"/>
                    <a:pt x="33" y="131"/>
                    <a:pt x="51" y="131"/>
                  </a:cubicBezTo>
                  <a:cubicBezTo>
                    <a:pt x="109" y="131"/>
                    <a:pt x="144" y="83"/>
                    <a:pt x="144" y="38"/>
                  </a:cubicBezTo>
                  <a:cubicBezTo>
                    <a:pt x="144" y="36"/>
                    <a:pt x="144" y="35"/>
                    <a:pt x="144" y="34"/>
                  </a:cubicBezTo>
                  <a:cubicBezTo>
                    <a:pt x="150" y="29"/>
                    <a:pt x="156" y="23"/>
                    <a:pt x="160" y="17"/>
                  </a:cubicBezTo>
                  <a:cubicBezTo>
                    <a:pt x="160" y="17"/>
                    <a:pt x="160" y="16"/>
                    <a:pt x="160" y="16"/>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sp>
          <p:nvSpPr>
            <p:cNvPr id="59" name="Freeform 21"/>
            <p:cNvSpPr>
              <a:spLocks/>
            </p:cNvSpPr>
            <p:nvPr/>
          </p:nvSpPr>
          <p:spPr bwMode="auto">
            <a:xfrm>
              <a:off x="5235659" y="5934143"/>
              <a:ext cx="207145" cy="261714"/>
            </a:xfrm>
            <a:custGeom>
              <a:avLst/>
              <a:gdLst>
                <a:gd name="T0" fmla="*/ 129 w 323"/>
                <a:gd name="T1" fmla="*/ 272 h 408"/>
                <a:gd name="T2" fmla="*/ 68 w 323"/>
                <a:gd name="T3" fmla="*/ 408 h 408"/>
                <a:gd name="T4" fmla="*/ 98 w 323"/>
                <a:gd name="T5" fmla="*/ 196 h 408"/>
                <a:gd name="T6" fmla="*/ 149 w 323"/>
                <a:gd name="T7" fmla="*/ 99 h 408"/>
                <a:gd name="T8" fmla="*/ 172 w 323"/>
                <a:gd name="T9" fmla="*/ 257 h 408"/>
                <a:gd name="T10" fmla="*/ 234 w 323"/>
                <a:gd name="T11" fmla="*/ 73 h 408"/>
                <a:gd name="T12" fmla="*/ 47 w 323"/>
                <a:gd name="T13" fmla="*/ 173 h 408"/>
                <a:gd name="T14" fmla="*/ 57 w 323"/>
                <a:gd name="T15" fmla="*/ 239 h 408"/>
                <a:gd name="T16" fmla="*/ 1 w 323"/>
                <a:gd name="T17" fmla="*/ 147 h 408"/>
                <a:gd name="T18" fmla="*/ 137 w 323"/>
                <a:gd name="T19" fmla="*/ 9 h 408"/>
                <a:gd name="T20" fmla="*/ 310 w 323"/>
                <a:gd name="T21" fmla="*/ 119 h 408"/>
                <a:gd name="T22" fmla="*/ 183 w 323"/>
                <a:gd name="T23" fmla="*/ 298 h 408"/>
                <a:gd name="T24" fmla="*/ 129 w 323"/>
                <a:gd name="T25" fmla="*/ 272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3" h="408">
                  <a:moveTo>
                    <a:pt x="129" y="272"/>
                  </a:moveTo>
                  <a:cubicBezTo>
                    <a:pt x="118" y="328"/>
                    <a:pt x="106" y="380"/>
                    <a:pt x="68" y="408"/>
                  </a:cubicBezTo>
                  <a:cubicBezTo>
                    <a:pt x="56" y="325"/>
                    <a:pt x="85" y="262"/>
                    <a:pt x="98" y="196"/>
                  </a:cubicBezTo>
                  <a:cubicBezTo>
                    <a:pt x="75" y="157"/>
                    <a:pt x="101" y="80"/>
                    <a:pt x="149" y="99"/>
                  </a:cubicBezTo>
                  <a:cubicBezTo>
                    <a:pt x="209" y="122"/>
                    <a:pt x="98" y="242"/>
                    <a:pt x="172" y="257"/>
                  </a:cubicBezTo>
                  <a:cubicBezTo>
                    <a:pt x="250" y="273"/>
                    <a:pt x="282" y="122"/>
                    <a:pt x="234" y="73"/>
                  </a:cubicBezTo>
                  <a:cubicBezTo>
                    <a:pt x="164" y="2"/>
                    <a:pt x="31" y="72"/>
                    <a:pt x="47" y="173"/>
                  </a:cubicBezTo>
                  <a:cubicBezTo>
                    <a:pt x="51" y="198"/>
                    <a:pt x="77" y="205"/>
                    <a:pt x="57" y="239"/>
                  </a:cubicBezTo>
                  <a:cubicBezTo>
                    <a:pt x="13" y="229"/>
                    <a:pt x="0" y="194"/>
                    <a:pt x="1" y="147"/>
                  </a:cubicBezTo>
                  <a:cubicBezTo>
                    <a:pt x="4" y="70"/>
                    <a:pt x="70" y="17"/>
                    <a:pt x="137" y="9"/>
                  </a:cubicBezTo>
                  <a:cubicBezTo>
                    <a:pt x="221" y="0"/>
                    <a:pt x="300" y="40"/>
                    <a:pt x="310" y="119"/>
                  </a:cubicBezTo>
                  <a:cubicBezTo>
                    <a:pt x="323" y="208"/>
                    <a:pt x="273" y="305"/>
                    <a:pt x="183" y="298"/>
                  </a:cubicBezTo>
                  <a:cubicBezTo>
                    <a:pt x="158" y="296"/>
                    <a:pt x="148" y="284"/>
                    <a:pt x="129" y="272"/>
                  </a:cubicBezTo>
                  <a:close/>
                </a:path>
              </a:pathLst>
            </a:custGeom>
            <a:solidFill>
              <a:schemeClr val="bg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mn-cs"/>
              </a:endParaRPr>
            </a:p>
          </p:txBody>
        </p:sp>
        <p:sp>
          <p:nvSpPr>
            <p:cNvPr id="60" name="Freeform 62"/>
            <p:cNvSpPr>
              <a:spLocks/>
            </p:cNvSpPr>
            <p:nvPr/>
          </p:nvSpPr>
          <p:spPr bwMode="auto">
            <a:xfrm>
              <a:off x="4063583" y="5934143"/>
              <a:ext cx="134925" cy="261714"/>
            </a:xfrm>
            <a:custGeom>
              <a:avLst/>
              <a:gdLst>
                <a:gd name="T0" fmla="*/ 84 w 84"/>
                <a:gd name="T1" fmla="*/ 27 h 163"/>
                <a:gd name="T2" fmla="*/ 69 w 84"/>
                <a:gd name="T3" fmla="*/ 27 h 163"/>
                <a:gd name="T4" fmla="*/ 54 w 84"/>
                <a:gd name="T5" fmla="*/ 41 h 163"/>
                <a:gd name="T6" fmla="*/ 54 w 84"/>
                <a:gd name="T7" fmla="*/ 60 h 163"/>
                <a:gd name="T8" fmla="*/ 83 w 84"/>
                <a:gd name="T9" fmla="*/ 60 h 163"/>
                <a:gd name="T10" fmla="*/ 83 w 84"/>
                <a:gd name="T11" fmla="*/ 88 h 163"/>
                <a:gd name="T12" fmla="*/ 54 w 84"/>
                <a:gd name="T13" fmla="*/ 88 h 163"/>
                <a:gd name="T14" fmla="*/ 54 w 84"/>
                <a:gd name="T15" fmla="*/ 163 h 163"/>
                <a:gd name="T16" fmla="*/ 25 w 84"/>
                <a:gd name="T17" fmla="*/ 163 h 163"/>
                <a:gd name="T18" fmla="*/ 25 w 84"/>
                <a:gd name="T19" fmla="*/ 88 h 163"/>
                <a:gd name="T20" fmla="*/ 0 w 84"/>
                <a:gd name="T21" fmla="*/ 88 h 163"/>
                <a:gd name="T22" fmla="*/ 0 w 84"/>
                <a:gd name="T23" fmla="*/ 60 h 163"/>
                <a:gd name="T24" fmla="*/ 25 w 84"/>
                <a:gd name="T25" fmla="*/ 60 h 163"/>
                <a:gd name="T26" fmla="*/ 25 w 84"/>
                <a:gd name="T27" fmla="*/ 38 h 163"/>
                <a:gd name="T28" fmla="*/ 62 w 84"/>
                <a:gd name="T29" fmla="*/ 0 h 163"/>
                <a:gd name="T30" fmla="*/ 84 w 84"/>
                <a:gd name="T31" fmla="*/ 0 h 163"/>
                <a:gd name="T32" fmla="*/ 84 w 84"/>
                <a:gd name="T33" fmla="*/ 27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63">
                  <a:moveTo>
                    <a:pt x="84" y="27"/>
                  </a:moveTo>
                  <a:cubicBezTo>
                    <a:pt x="69" y="27"/>
                    <a:pt x="69" y="27"/>
                    <a:pt x="69" y="27"/>
                  </a:cubicBezTo>
                  <a:cubicBezTo>
                    <a:pt x="57" y="27"/>
                    <a:pt x="54" y="33"/>
                    <a:pt x="54" y="41"/>
                  </a:cubicBezTo>
                  <a:cubicBezTo>
                    <a:pt x="54" y="60"/>
                    <a:pt x="54" y="60"/>
                    <a:pt x="54" y="60"/>
                  </a:cubicBezTo>
                  <a:cubicBezTo>
                    <a:pt x="83" y="60"/>
                    <a:pt x="83" y="60"/>
                    <a:pt x="83" y="60"/>
                  </a:cubicBezTo>
                  <a:cubicBezTo>
                    <a:pt x="83" y="88"/>
                    <a:pt x="83" y="88"/>
                    <a:pt x="83" y="88"/>
                  </a:cubicBezTo>
                  <a:cubicBezTo>
                    <a:pt x="54" y="88"/>
                    <a:pt x="54" y="88"/>
                    <a:pt x="54" y="88"/>
                  </a:cubicBezTo>
                  <a:cubicBezTo>
                    <a:pt x="54" y="163"/>
                    <a:pt x="54" y="163"/>
                    <a:pt x="54" y="163"/>
                  </a:cubicBezTo>
                  <a:cubicBezTo>
                    <a:pt x="25" y="163"/>
                    <a:pt x="25" y="163"/>
                    <a:pt x="25" y="163"/>
                  </a:cubicBezTo>
                  <a:cubicBezTo>
                    <a:pt x="25" y="88"/>
                    <a:pt x="25" y="88"/>
                    <a:pt x="25" y="88"/>
                  </a:cubicBezTo>
                  <a:cubicBezTo>
                    <a:pt x="0" y="88"/>
                    <a:pt x="0" y="88"/>
                    <a:pt x="0" y="88"/>
                  </a:cubicBezTo>
                  <a:cubicBezTo>
                    <a:pt x="0" y="60"/>
                    <a:pt x="0" y="60"/>
                    <a:pt x="0" y="60"/>
                  </a:cubicBezTo>
                  <a:cubicBezTo>
                    <a:pt x="25" y="60"/>
                    <a:pt x="25" y="60"/>
                    <a:pt x="25" y="60"/>
                  </a:cubicBezTo>
                  <a:cubicBezTo>
                    <a:pt x="25" y="38"/>
                    <a:pt x="25" y="38"/>
                    <a:pt x="25" y="38"/>
                  </a:cubicBezTo>
                  <a:cubicBezTo>
                    <a:pt x="25" y="13"/>
                    <a:pt x="40" y="0"/>
                    <a:pt x="62" y="0"/>
                  </a:cubicBezTo>
                  <a:cubicBezTo>
                    <a:pt x="84" y="0"/>
                    <a:pt x="84" y="0"/>
                    <a:pt x="84" y="0"/>
                  </a:cubicBezTo>
                  <a:lnTo>
                    <a:pt x="84" y="27"/>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grpSp>
    </p:spTree>
    <p:extLst>
      <p:ext uri="{BB962C8B-B14F-4D97-AF65-F5344CB8AC3E}">
        <p14:creationId xmlns:p14="http://schemas.microsoft.com/office/powerpoint/2010/main" val="346813473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42" presetClass="entr" presetSubtype="0" fill="hold" grpId="0" nodeType="afterEffect">
                                  <p:stCondLst>
                                    <p:cond delay="0"/>
                                  </p:stCondLst>
                                  <p:childTnLst>
                                    <p:set>
                                      <p:cBhvr>
                                        <p:cTn id="20" dur="1" fill="hold">
                                          <p:stCondLst>
                                            <p:cond delay="0"/>
                                          </p:stCondLst>
                                        </p:cTn>
                                        <p:tgtEl>
                                          <p:spTgt spid="31"/>
                                        </p:tgtEl>
                                        <p:attrNameLst>
                                          <p:attrName>style.visibility</p:attrName>
                                        </p:attrNameLst>
                                      </p:cBhvr>
                                      <p:to>
                                        <p:strVal val="visible"/>
                                      </p:to>
                                    </p:set>
                                    <p:animEffect transition="in" filter="fade">
                                      <p:cBhvr>
                                        <p:cTn id="21" dur="500"/>
                                        <p:tgtEl>
                                          <p:spTgt spid="31"/>
                                        </p:tgtEl>
                                      </p:cBhvr>
                                    </p:animEffect>
                                    <p:anim calcmode="lin" valueType="num">
                                      <p:cBhvr>
                                        <p:cTn id="22" dur="500" fill="hold"/>
                                        <p:tgtEl>
                                          <p:spTgt spid="31"/>
                                        </p:tgtEl>
                                        <p:attrNameLst>
                                          <p:attrName>ppt_x</p:attrName>
                                        </p:attrNameLst>
                                      </p:cBhvr>
                                      <p:tavLst>
                                        <p:tav tm="0">
                                          <p:val>
                                            <p:strVal val="#ppt_x"/>
                                          </p:val>
                                        </p:tav>
                                        <p:tav tm="100000">
                                          <p:val>
                                            <p:strVal val="#ppt_x"/>
                                          </p:val>
                                        </p:tav>
                                      </p:tavLst>
                                    </p:anim>
                                    <p:anim calcmode="lin" valueType="num">
                                      <p:cBhvr>
                                        <p:cTn id="23" dur="500" fill="hold"/>
                                        <p:tgtEl>
                                          <p:spTgt spid="31"/>
                                        </p:tgtEl>
                                        <p:attrNameLst>
                                          <p:attrName>ppt_y</p:attrName>
                                        </p:attrNameLst>
                                      </p:cBhvr>
                                      <p:tavLst>
                                        <p:tav tm="0">
                                          <p:val>
                                            <p:strVal val="#ppt_y+.1"/>
                                          </p:val>
                                        </p:tav>
                                        <p:tav tm="100000">
                                          <p:val>
                                            <p:strVal val="#ppt_y"/>
                                          </p:val>
                                        </p:tav>
                                      </p:tavLst>
                                    </p:anim>
                                  </p:childTnLst>
                                </p:cTn>
                              </p:par>
                            </p:childTnLst>
                          </p:cTn>
                        </p:par>
                        <p:par>
                          <p:cTn id="24" fill="hold">
                            <p:stCondLst>
                              <p:cond delay="2000"/>
                            </p:stCondLst>
                            <p:childTnLst>
                              <p:par>
                                <p:cTn id="25" presetID="53" presetClass="entr" presetSubtype="16" fill="hold" grpId="0" nodeType="afterEffect" nodePh="1">
                                  <p:stCondLst>
                                    <p:cond delay="0"/>
                                  </p:stCondLst>
                                  <p:endCondLst>
                                    <p:cond evt="begin" delay="0">
                                      <p:tn val="25"/>
                                    </p:cond>
                                  </p:endCondLst>
                                  <p:childTnLst>
                                    <p:set>
                                      <p:cBhvr>
                                        <p:cTn id="26" dur="1" fill="hold">
                                          <p:stCondLst>
                                            <p:cond delay="0"/>
                                          </p:stCondLst>
                                        </p:cTn>
                                        <p:tgtEl>
                                          <p:spTgt spid="13">
                                            <p:txEl>
                                              <p:pRg st="0" end="0"/>
                                            </p:txEl>
                                          </p:spTgt>
                                        </p:tgtEl>
                                        <p:attrNameLst>
                                          <p:attrName>style.visibility</p:attrName>
                                        </p:attrNameLst>
                                      </p:cBhvr>
                                      <p:to>
                                        <p:strVal val="visible"/>
                                      </p:to>
                                    </p:set>
                                    <p:anim calcmode="lin" valueType="num">
                                      <p:cBhvr>
                                        <p:cTn id="27" dur="500" fill="hold"/>
                                        <p:tgtEl>
                                          <p:spTgt spid="13">
                                            <p:txEl>
                                              <p:pRg st="0" end="0"/>
                                            </p:txEl>
                                          </p:spTgt>
                                        </p:tgtEl>
                                        <p:attrNameLst>
                                          <p:attrName>ppt_w</p:attrName>
                                        </p:attrNameLst>
                                      </p:cBhvr>
                                      <p:tavLst>
                                        <p:tav tm="0">
                                          <p:val>
                                            <p:fltVal val="0"/>
                                          </p:val>
                                        </p:tav>
                                        <p:tav tm="100000">
                                          <p:val>
                                            <p:strVal val="#ppt_w"/>
                                          </p:val>
                                        </p:tav>
                                      </p:tavLst>
                                    </p:anim>
                                    <p:anim calcmode="lin" valueType="num">
                                      <p:cBhvr>
                                        <p:cTn id="28" dur="500" fill="hold"/>
                                        <p:tgtEl>
                                          <p:spTgt spid="13">
                                            <p:txEl>
                                              <p:pRg st="0" end="0"/>
                                            </p:txEl>
                                          </p:spTgt>
                                        </p:tgtEl>
                                        <p:attrNameLst>
                                          <p:attrName>ppt_h</p:attrName>
                                        </p:attrNameLst>
                                      </p:cBhvr>
                                      <p:tavLst>
                                        <p:tav tm="0">
                                          <p:val>
                                            <p:fltVal val="0"/>
                                          </p:val>
                                        </p:tav>
                                        <p:tav tm="100000">
                                          <p:val>
                                            <p:strVal val="#ppt_h"/>
                                          </p:val>
                                        </p:tav>
                                      </p:tavLst>
                                    </p:anim>
                                    <p:animEffect transition="in" filter="fade">
                                      <p:cBhvr>
                                        <p:cTn id="29" dur="500"/>
                                        <p:tgtEl>
                                          <p:spTgt spid="13">
                                            <p:txEl>
                                              <p:pRg st="0" end="0"/>
                                            </p:txEl>
                                          </p:spTgt>
                                        </p:tgtEl>
                                      </p:cBhvr>
                                    </p:animEffect>
                                  </p:childTnLst>
                                </p:cTn>
                              </p:par>
                            </p:childTnLst>
                          </p:cTn>
                        </p:par>
                        <p:par>
                          <p:cTn id="30" fill="hold">
                            <p:stCondLst>
                              <p:cond delay="2500"/>
                            </p:stCondLst>
                            <p:childTnLst>
                              <p:par>
                                <p:cTn id="31" presetID="42" presetClass="entr" presetSubtype="0" fill="hold" grpId="0" nodeType="afterEffect" nodePh="1">
                                  <p:stCondLst>
                                    <p:cond delay="0"/>
                                  </p:stCondLst>
                                  <p:endCondLst>
                                    <p:cond evt="begin" delay="0">
                                      <p:tn val="31"/>
                                    </p:cond>
                                  </p:endCondLst>
                                  <p:childTnLst>
                                    <p:set>
                                      <p:cBhvr>
                                        <p:cTn id="32" dur="1" fill="hold">
                                          <p:stCondLst>
                                            <p:cond delay="0"/>
                                          </p:stCondLst>
                                        </p:cTn>
                                        <p:tgtEl>
                                          <p:spTgt spid="21">
                                            <p:txEl>
                                              <p:pRg st="0" end="0"/>
                                            </p:txEl>
                                          </p:spTgt>
                                        </p:tgtEl>
                                        <p:attrNameLst>
                                          <p:attrName>style.visibility</p:attrName>
                                        </p:attrNameLst>
                                      </p:cBhvr>
                                      <p:to>
                                        <p:strVal val="visible"/>
                                      </p:to>
                                    </p:set>
                                    <p:animEffect transition="in" filter="fade">
                                      <p:cBhvr>
                                        <p:cTn id="33" dur="500"/>
                                        <p:tgtEl>
                                          <p:spTgt spid="21">
                                            <p:txEl>
                                              <p:pRg st="0" end="0"/>
                                            </p:txEl>
                                          </p:spTgt>
                                        </p:tgtEl>
                                      </p:cBhvr>
                                    </p:animEffect>
                                    <p:anim calcmode="lin" valueType="num">
                                      <p:cBhvr>
                                        <p:cTn id="34" dur="500" fill="hold"/>
                                        <p:tgtEl>
                                          <p:spTgt spid="21">
                                            <p:txEl>
                                              <p:pRg st="0" end="0"/>
                                            </p:txEl>
                                          </p:spTgt>
                                        </p:tgtEl>
                                        <p:attrNameLst>
                                          <p:attrName>ppt_x</p:attrName>
                                        </p:attrNameLst>
                                      </p:cBhvr>
                                      <p:tavLst>
                                        <p:tav tm="0">
                                          <p:val>
                                            <p:strVal val="#ppt_x"/>
                                          </p:val>
                                        </p:tav>
                                        <p:tav tm="100000">
                                          <p:val>
                                            <p:strVal val="#ppt_x"/>
                                          </p:val>
                                        </p:tav>
                                      </p:tavLst>
                                    </p:anim>
                                    <p:anim calcmode="lin" valueType="num">
                                      <p:cBhvr>
                                        <p:cTn id="35" dur="500" fill="hold"/>
                                        <p:tgtEl>
                                          <p:spTgt spid="21">
                                            <p:txEl>
                                              <p:pRg st="0" end="0"/>
                                            </p:txEl>
                                          </p:spTgt>
                                        </p:tgtEl>
                                        <p:attrNameLst>
                                          <p:attrName>ppt_y</p:attrName>
                                        </p:attrNameLst>
                                      </p:cBhvr>
                                      <p:tavLst>
                                        <p:tav tm="0">
                                          <p:val>
                                            <p:strVal val="#ppt_y+.1"/>
                                          </p:val>
                                        </p:tav>
                                        <p:tav tm="100000">
                                          <p:val>
                                            <p:strVal val="#ppt_y"/>
                                          </p:val>
                                        </p:tav>
                                      </p:tavLst>
                                    </p:anim>
                                  </p:childTnLst>
                                </p:cTn>
                              </p:par>
                            </p:childTnLst>
                          </p:cTn>
                        </p:par>
                        <p:par>
                          <p:cTn id="36" fill="hold">
                            <p:stCondLst>
                              <p:cond delay="3000"/>
                            </p:stCondLst>
                            <p:childTnLst>
                              <p:par>
                                <p:cTn id="37" presetID="53" presetClass="entr" presetSubtype="16" fill="hold" nodeType="afterEffect">
                                  <p:stCondLst>
                                    <p:cond delay="0"/>
                                  </p:stCondLst>
                                  <p:childTnLst>
                                    <p:set>
                                      <p:cBhvr>
                                        <p:cTn id="38" dur="1" fill="hold">
                                          <p:stCondLst>
                                            <p:cond delay="0"/>
                                          </p:stCondLst>
                                        </p:cTn>
                                        <p:tgtEl>
                                          <p:spTgt spid="25"/>
                                        </p:tgtEl>
                                        <p:attrNameLst>
                                          <p:attrName>style.visibility</p:attrName>
                                        </p:attrNameLst>
                                      </p:cBhvr>
                                      <p:to>
                                        <p:strVal val="visible"/>
                                      </p:to>
                                    </p:set>
                                    <p:anim calcmode="lin" valueType="num">
                                      <p:cBhvr>
                                        <p:cTn id="39" dur="500" fill="hold"/>
                                        <p:tgtEl>
                                          <p:spTgt spid="25"/>
                                        </p:tgtEl>
                                        <p:attrNameLst>
                                          <p:attrName>ppt_w</p:attrName>
                                        </p:attrNameLst>
                                      </p:cBhvr>
                                      <p:tavLst>
                                        <p:tav tm="0">
                                          <p:val>
                                            <p:fltVal val="0"/>
                                          </p:val>
                                        </p:tav>
                                        <p:tav tm="100000">
                                          <p:val>
                                            <p:strVal val="#ppt_w"/>
                                          </p:val>
                                        </p:tav>
                                      </p:tavLst>
                                    </p:anim>
                                    <p:anim calcmode="lin" valueType="num">
                                      <p:cBhvr>
                                        <p:cTn id="40" dur="500" fill="hold"/>
                                        <p:tgtEl>
                                          <p:spTgt spid="25"/>
                                        </p:tgtEl>
                                        <p:attrNameLst>
                                          <p:attrName>ppt_h</p:attrName>
                                        </p:attrNameLst>
                                      </p:cBhvr>
                                      <p:tavLst>
                                        <p:tav tm="0">
                                          <p:val>
                                            <p:fltVal val="0"/>
                                          </p:val>
                                        </p:tav>
                                        <p:tav tm="100000">
                                          <p:val>
                                            <p:strVal val="#ppt_h"/>
                                          </p:val>
                                        </p:tav>
                                      </p:tavLst>
                                    </p:anim>
                                    <p:animEffect transition="in" filter="fade">
                                      <p:cBhvr>
                                        <p:cTn id="41" dur="500"/>
                                        <p:tgtEl>
                                          <p:spTgt spid="25"/>
                                        </p:tgtEl>
                                      </p:cBhvr>
                                    </p:animEffect>
                                  </p:childTnLst>
                                </p:cTn>
                              </p:par>
                            </p:childTnLst>
                          </p:cTn>
                        </p:par>
                        <p:par>
                          <p:cTn id="42" fill="hold">
                            <p:stCondLst>
                              <p:cond delay="3500"/>
                            </p:stCondLst>
                            <p:childTnLst>
                              <p:par>
                                <p:cTn id="43" presetID="42" presetClass="entr" presetSubtype="0" fill="hold" grpId="0" nodeType="afterEffect">
                                  <p:stCondLst>
                                    <p:cond delay="0"/>
                                  </p:stCondLst>
                                  <p:childTnLst>
                                    <p:set>
                                      <p:cBhvr>
                                        <p:cTn id="44" dur="1" fill="hold">
                                          <p:stCondLst>
                                            <p:cond delay="0"/>
                                          </p:stCondLst>
                                        </p:cTn>
                                        <p:tgtEl>
                                          <p:spTgt spid="33"/>
                                        </p:tgtEl>
                                        <p:attrNameLst>
                                          <p:attrName>style.visibility</p:attrName>
                                        </p:attrNameLst>
                                      </p:cBhvr>
                                      <p:to>
                                        <p:strVal val="visible"/>
                                      </p:to>
                                    </p:set>
                                    <p:animEffect transition="in" filter="fade">
                                      <p:cBhvr>
                                        <p:cTn id="45" dur="500"/>
                                        <p:tgtEl>
                                          <p:spTgt spid="33"/>
                                        </p:tgtEl>
                                      </p:cBhvr>
                                    </p:animEffect>
                                    <p:anim calcmode="lin" valueType="num">
                                      <p:cBhvr>
                                        <p:cTn id="46" dur="500" fill="hold"/>
                                        <p:tgtEl>
                                          <p:spTgt spid="33"/>
                                        </p:tgtEl>
                                        <p:attrNameLst>
                                          <p:attrName>ppt_x</p:attrName>
                                        </p:attrNameLst>
                                      </p:cBhvr>
                                      <p:tavLst>
                                        <p:tav tm="0">
                                          <p:val>
                                            <p:strVal val="#ppt_x"/>
                                          </p:val>
                                        </p:tav>
                                        <p:tav tm="100000">
                                          <p:val>
                                            <p:strVal val="#ppt_x"/>
                                          </p:val>
                                        </p:tav>
                                      </p:tavLst>
                                    </p:anim>
                                    <p:anim calcmode="lin" valueType="num">
                                      <p:cBhvr>
                                        <p:cTn id="47" dur="500" fill="hold"/>
                                        <p:tgtEl>
                                          <p:spTgt spid="33"/>
                                        </p:tgtEl>
                                        <p:attrNameLst>
                                          <p:attrName>ppt_y</p:attrName>
                                        </p:attrNameLst>
                                      </p:cBhvr>
                                      <p:tavLst>
                                        <p:tav tm="0">
                                          <p:val>
                                            <p:strVal val="#ppt_y+.1"/>
                                          </p:val>
                                        </p:tav>
                                        <p:tav tm="100000">
                                          <p:val>
                                            <p:strVal val="#ppt_y"/>
                                          </p:val>
                                        </p:tav>
                                      </p:tavLst>
                                    </p:anim>
                                  </p:childTnLst>
                                </p:cTn>
                              </p:par>
                            </p:childTnLst>
                          </p:cTn>
                        </p:par>
                        <p:par>
                          <p:cTn id="48" fill="hold">
                            <p:stCondLst>
                              <p:cond delay="4000"/>
                            </p:stCondLst>
                            <p:childTnLst>
                              <p:par>
                                <p:cTn id="49" presetID="53" presetClass="entr" presetSubtype="16" fill="hold" grpId="0" nodeType="afterEffect" nodePh="1">
                                  <p:stCondLst>
                                    <p:cond delay="0"/>
                                  </p:stCondLst>
                                  <p:endCondLst>
                                    <p:cond evt="begin" delay="0">
                                      <p:tn val="49"/>
                                    </p:cond>
                                  </p:endCondLst>
                                  <p:childTnLst>
                                    <p:set>
                                      <p:cBhvr>
                                        <p:cTn id="50" dur="1" fill="hold">
                                          <p:stCondLst>
                                            <p:cond delay="0"/>
                                          </p:stCondLst>
                                        </p:cTn>
                                        <p:tgtEl>
                                          <p:spTgt spid="15">
                                            <p:txEl>
                                              <p:pRg st="0" end="0"/>
                                            </p:txEl>
                                          </p:spTgt>
                                        </p:tgtEl>
                                        <p:attrNameLst>
                                          <p:attrName>style.visibility</p:attrName>
                                        </p:attrNameLst>
                                      </p:cBhvr>
                                      <p:to>
                                        <p:strVal val="visible"/>
                                      </p:to>
                                    </p:set>
                                    <p:anim calcmode="lin" valueType="num">
                                      <p:cBhvr>
                                        <p:cTn id="51" dur="500" fill="hold"/>
                                        <p:tgtEl>
                                          <p:spTgt spid="15">
                                            <p:txEl>
                                              <p:pRg st="0" end="0"/>
                                            </p:txEl>
                                          </p:spTgt>
                                        </p:tgtEl>
                                        <p:attrNameLst>
                                          <p:attrName>ppt_w</p:attrName>
                                        </p:attrNameLst>
                                      </p:cBhvr>
                                      <p:tavLst>
                                        <p:tav tm="0">
                                          <p:val>
                                            <p:fltVal val="0"/>
                                          </p:val>
                                        </p:tav>
                                        <p:tav tm="100000">
                                          <p:val>
                                            <p:strVal val="#ppt_w"/>
                                          </p:val>
                                        </p:tav>
                                      </p:tavLst>
                                    </p:anim>
                                    <p:anim calcmode="lin" valueType="num">
                                      <p:cBhvr>
                                        <p:cTn id="52" dur="500" fill="hold"/>
                                        <p:tgtEl>
                                          <p:spTgt spid="15">
                                            <p:txEl>
                                              <p:pRg st="0" end="0"/>
                                            </p:txEl>
                                          </p:spTgt>
                                        </p:tgtEl>
                                        <p:attrNameLst>
                                          <p:attrName>ppt_h</p:attrName>
                                        </p:attrNameLst>
                                      </p:cBhvr>
                                      <p:tavLst>
                                        <p:tav tm="0">
                                          <p:val>
                                            <p:fltVal val="0"/>
                                          </p:val>
                                        </p:tav>
                                        <p:tav tm="100000">
                                          <p:val>
                                            <p:strVal val="#ppt_h"/>
                                          </p:val>
                                        </p:tav>
                                      </p:tavLst>
                                    </p:anim>
                                    <p:animEffect transition="in" filter="fade">
                                      <p:cBhvr>
                                        <p:cTn id="53" dur="500"/>
                                        <p:tgtEl>
                                          <p:spTgt spid="15">
                                            <p:txEl>
                                              <p:pRg st="0" end="0"/>
                                            </p:txEl>
                                          </p:spTgt>
                                        </p:tgtEl>
                                      </p:cBhvr>
                                    </p:animEffect>
                                  </p:childTnLst>
                                </p:cTn>
                              </p:par>
                            </p:childTnLst>
                          </p:cTn>
                        </p:par>
                        <p:par>
                          <p:cTn id="54" fill="hold">
                            <p:stCondLst>
                              <p:cond delay="4500"/>
                            </p:stCondLst>
                            <p:childTnLst>
                              <p:par>
                                <p:cTn id="55" presetID="42" presetClass="entr" presetSubtype="0" fill="hold" grpId="0" nodeType="afterEffect" nodePh="1">
                                  <p:stCondLst>
                                    <p:cond delay="0"/>
                                  </p:stCondLst>
                                  <p:endCondLst>
                                    <p:cond evt="begin" delay="0">
                                      <p:tn val="55"/>
                                    </p:cond>
                                  </p:endCondLst>
                                  <p:childTnLst>
                                    <p:set>
                                      <p:cBhvr>
                                        <p:cTn id="56" dur="1" fill="hold">
                                          <p:stCondLst>
                                            <p:cond delay="0"/>
                                          </p:stCondLst>
                                        </p:cTn>
                                        <p:tgtEl>
                                          <p:spTgt spid="22">
                                            <p:txEl>
                                              <p:pRg st="0" end="0"/>
                                            </p:txEl>
                                          </p:spTgt>
                                        </p:tgtEl>
                                        <p:attrNameLst>
                                          <p:attrName>style.visibility</p:attrName>
                                        </p:attrNameLst>
                                      </p:cBhvr>
                                      <p:to>
                                        <p:strVal val="visible"/>
                                      </p:to>
                                    </p:set>
                                    <p:animEffect transition="in" filter="fade">
                                      <p:cBhvr>
                                        <p:cTn id="57" dur="500"/>
                                        <p:tgtEl>
                                          <p:spTgt spid="22">
                                            <p:txEl>
                                              <p:pRg st="0" end="0"/>
                                            </p:txEl>
                                          </p:spTgt>
                                        </p:tgtEl>
                                      </p:cBhvr>
                                    </p:animEffect>
                                    <p:anim calcmode="lin" valueType="num">
                                      <p:cBhvr>
                                        <p:cTn id="58" dur="500" fill="hold"/>
                                        <p:tgtEl>
                                          <p:spTgt spid="22">
                                            <p:txEl>
                                              <p:pRg st="0" end="0"/>
                                            </p:txEl>
                                          </p:spTgt>
                                        </p:tgtEl>
                                        <p:attrNameLst>
                                          <p:attrName>ppt_x</p:attrName>
                                        </p:attrNameLst>
                                      </p:cBhvr>
                                      <p:tavLst>
                                        <p:tav tm="0">
                                          <p:val>
                                            <p:strVal val="#ppt_x"/>
                                          </p:val>
                                        </p:tav>
                                        <p:tav tm="100000">
                                          <p:val>
                                            <p:strVal val="#ppt_x"/>
                                          </p:val>
                                        </p:tav>
                                      </p:tavLst>
                                    </p:anim>
                                    <p:anim calcmode="lin" valueType="num">
                                      <p:cBhvr>
                                        <p:cTn id="59" dur="500" fill="hold"/>
                                        <p:tgtEl>
                                          <p:spTgt spid="22">
                                            <p:txEl>
                                              <p:pRg st="0" end="0"/>
                                            </p:txEl>
                                          </p:spTgt>
                                        </p:tgtEl>
                                        <p:attrNameLst>
                                          <p:attrName>ppt_y</p:attrName>
                                        </p:attrNameLst>
                                      </p:cBhvr>
                                      <p:tavLst>
                                        <p:tav tm="0">
                                          <p:val>
                                            <p:strVal val="#ppt_y+.1"/>
                                          </p:val>
                                        </p:tav>
                                        <p:tav tm="100000">
                                          <p:val>
                                            <p:strVal val="#ppt_y"/>
                                          </p:val>
                                        </p:tav>
                                      </p:tavLst>
                                    </p:anim>
                                  </p:childTnLst>
                                </p:cTn>
                              </p:par>
                            </p:childTnLst>
                          </p:cTn>
                        </p:par>
                        <p:par>
                          <p:cTn id="60" fill="hold">
                            <p:stCondLst>
                              <p:cond delay="5000"/>
                            </p:stCondLst>
                            <p:childTnLst>
                              <p:par>
                                <p:cTn id="61" presetID="53" presetClass="entr" presetSubtype="16" fill="hold" nodeType="afterEffect">
                                  <p:stCondLst>
                                    <p:cond delay="0"/>
                                  </p:stCondLst>
                                  <p:childTnLst>
                                    <p:set>
                                      <p:cBhvr>
                                        <p:cTn id="62" dur="1" fill="hold">
                                          <p:stCondLst>
                                            <p:cond delay="0"/>
                                          </p:stCondLst>
                                        </p:cTn>
                                        <p:tgtEl>
                                          <p:spTgt spid="40"/>
                                        </p:tgtEl>
                                        <p:attrNameLst>
                                          <p:attrName>style.visibility</p:attrName>
                                        </p:attrNameLst>
                                      </p:cBhvr>
                                      <p:to>
                                        <p:strVal val="visible"/>
                                      </p:to>
                                    </p:set>
                                    <p:anim calcmode="lin" valueType="num">
                                      <p:cBhvr>
                                        <p:cTn id="63" dur="500" fill="hold"/>
                                        <p:tgtEl>
                                          <p:spTgt spid="40"/>
                                        </p:tgtEl>
                                        <p:attrNameLst>
                                          <p:attrName>ppt_w</p:attrName>
                                        </p:attrNameLst>
                                      </p:cBhvr>
                                      <p:tavLst>
                                        <p:tav tm="0">
                                          <p:val>
                                            <p:fltVal val="0"/>
                                          </p:val>
                                        </p:tav>
                                        <p:tav tm="100000">
                                          <p:val>
                                            <p:strVal val="#ppt_w"/>
                                          </p:val>
                                        </p:tav>
                                      </p:tavLst>
                                    </p:anim>
                                    <p:anim calcmode="lin" valueType="num">
                                      <p:cBhvr>
                                        <p:cTn id="64" dur="500" fill="hold"/>
                                        <p:tgtEl>
                                          <p:spTgt spid="40"/>
                                        </p:tgtEl>
                                        <p:attrNameLst>
                                          <p:attrName>ppt_h</p:attrName>
                                        </p:attrNameLst>
                                      </p:cBhvr>
                                      <p:tavLst>
                                        <p:tav tm="0">
                                          <p:val>
                                            <p:fltVal val="0"/>
                                          </p:val>
                                        </p:tav>
                                        <p:tav tm="100000">
                                          <p:val>
                                            <p:strVal val="#ppt_h"/>
                                          </p:val>
                                        </p:tav>
                                      </p:tavLst>
                                    </p:anim>
                                    <p:animEffect transition="in" filter="fade">
                                      <p:cBhvr>
                                        <p:cTn id="65" dur="500"/>
                                        <p:tgtEl>
                                          <p:spTgt spid="40"/>
                                        </p:tgtEl>
                                      </p:cBhvr>
                                    </p:animEffect>
                                  </p:childTnLst>
                                </p:cTn>
                              </p:par>
                            </p:childTnLst>
                          </p:cTn>
                        </p:par>
                        <p:par>
                          <p:cTn id="66" fill="hold">
                            <p:stCondLst>
                              <p:cond delay="5500"/>
                            </p:stCondLst>
                            <p:childTnLst>
                              <p:par>
                                <p:cTn id="67" presetID="42" presetClass="entr" presetSubtype="0" fill="hold" grpId="0" nodeType="afterEffect">
                                  <p:stCondLst>
                                    <p:cond delay="0"/>
                                  </p:stCondLst>
                                  <p:childTnLst>
                                    <p:set>
                                      <p:cBhvr>
                                        <p:cTn id="68" dur="1" fill="hold">
                                          <p:stCondLst>
                                            <p:cond delay="0"/>
                                          </p:stCondLst>
                                        </p:cTn>
                                        <p:tgtEl>
                                          <p:spTgt spid="35"/>
                                        </p:tgtEl>
                                        <p:attrNameLst>
                                          <p:attrName>style.visibility</p:attrName>
                                        </p:attrNameLst>
                                      </p:cBhvr>
                                      <p:to>
                                        <p:strVal val="visible"/>
                                      </p:to>
                                    </p:set>
                                    <p:animEffect transition="in" filter="fade">
                                      <p:cBhvr>
                                        <p:cTn id="69" dur="500"/>
                                        <p:tgtEl>
                                          <p:spTgt spid="35"/>
                                        </p:tgtEl>
                                      </p:cBhvr>
                                    </p:animEffect>
                                    <p:anim calcmode="lin" valueType="num">
                                      <p:cBhvr>
                                        <p:cTn id="70" dur="500" fill="hold"/>
                                        <p:tgtEl>
                                          <p:spTgt spid="35"/>
                                        </p:tgtEl>
                                        <p:attrNameLst>
                                          <p:attrName>ppt_x</p:attrName>
                                        </p:attrNameLst>
                                      </p:cBhvr>
                                      <p:tavLst>
                                        <p:tav tm="0">
                                          <p:val>
                                            <p:strVal val="#ppt_x"/>
                                          </p:val>
                                        </p:tav>
                                        <p:tav tm="100000">
                                          <p:val>
                                            <p:strVal val="#ppt_x"/>
                                          </p:val>
                                        </p:tav>
                                      </p:tavLst>
                                    </p:anim>
                                    <p:anim calcmode="lin" valueType="num">
                                      <p:cBhvr>
                                        <p:cTn id="71" dur="500" fill="hold"/>
                                        <p:tgtEl>
                                          <p:spTgt spid="35"/>
                                        </p:tgtEl>
                                        <p:attrNameLst>
                                          <p:attrName>ppt_y</p:attrName>
                                        </p:attrNameLst>
                                      </p:cBhvr>
                                      <p:tavLst>
                                        <p:tav tm="0">
                                          <p:val>
                                            <p:strVal val="#ppt_y+.1"/>
                                          </p:val>
                                        </p:tav>
                                        <p:tav tm="100000">
                                          <p:val>
                                            <p:strVal val="#ppt_y"/>
                                          </p:val>
                                        </p:tav>
                                      </p:tavLst>
                                    </p:anim>
                                  </p:childTnLst>
                                </p:cTn>
                              </p:par>
                            </p:childTnLst>
                          </p:cTn>
                        </p:par>
                        <p:par>
                          <p:cTn id="72" fill="hold">
                            <p:stCondLst>
                              <p:cond delay="6000"/>
                            </p:stCondLst>
                            <p:childTnLst>
                              <p:par>
                                <p:cTn id="73" presetID="53" presetClass="entr" presetSubtype="16" fill="hold" grpId="0" nodeType="afterEffect" nodePh="1">
                                  <p:stCondLst>
                                    <p:cond delay="0"/>
                                  </p:stCondLst>
                                  <p:endCondLst>
                                    <p:cond evt="begin" delay="0">
                                      <p:tn val="73"/>
                                    </p:cond>
                                  </p:endCondLst>
                                  <p:childTnLst>
                                    <p:set>
                                      <p:cBhvr>
                                        <p:cTn id="74" dur="1" fill="hold">
                                          <p:stCondLst>
                                            <p:cond delay="0"/>
                                          </p:stCondLst>
                                        </p:cTn>
                                        <p:tgtEl>
                                          <p:spTgt spid="17">
                                            <p:txEl>
                                              <p:pRg st="0" end="0"/>
                                            </p:txEl>
                                          </p:spTgt>
                                        </p:tgtEl>
                                        <p:attrNameLst>
                                          <p:attrName>style.visibility</p:attrName>
                                        </p:attrNameLst>
                                      </p:cBhvr>
                                      <p:to>
                                        <p:strVal val="visible"/>
                                      </p:to>
                                    </p:set>
                                    <p:anim calcmode="lin" valueType="num">
                                      <p:cBhvr>
                                        <p:cTn id="75" dur="500" fill="hold"/>
                                        <p:tgtEl>
                                          <p:spTgt spid="17">
                                            <p:txEl>
                                              <p:pRg st="0" end="0"/>
                                            </p:txEl>
                                          </p:spTgt>
                                        </p:tgtEl>
                                        <p:attrNameLst>
                                          <p:attrName>ppt_w</p:attrName>
                                        </p:attrNameLst>
                                      </p:cBhvr>
                                      <p:tavLst>
                                        <p:tav tm="0">
                                          <p:val>
                                            <p:fltVal val="0"/>
                                          </p:val>
                                        </p:tav>
                                        <p:tav tm="100000">
                                          <p:val>
                                            <p:strVal val="#ppt_w"/>
                                          </p:val>
                                        </p:tav>
                                      </p:tavLst>
                                    </p:anim>
                                    <p:anim calcmode="lin" valueType="num">
                                      <p:cBhvr>
                                        <p:cTn id="76" dur="500" fill="hold"/>
                                        <p:tgtEl>
                                          <p:spTgt spid="17">
                                            <p:txEl>
                                              <p:pRg st="0" end="0"/>
                                            </p:txEl>
                                          </p:spTgt>
                                        </p:tgtEl>
                                        <p:attrNameLst>
                                          <p:attrName>ppt_h</p:attrName>
                                        </p:attrNameLst>
                                      </p:cBhvr>
                                      <p:tavLst>
                                        <p:tav tm="0">
                                          <p:val>
                                            <p:fltVal val="0"/>
                                          </p:val>
                                        </p:tav>
                                        <p:tav tm="100000">
                                          <p:val>
                                            <p:strVal val="#ppt_h"/>
                                          </p:val>
                                        </p:tav>
                                      </p:tavLst>
                                    </p:anim>
                                    <p:animEffect transition="in" filter="fade">
                                      <p:cBhvr>
                                        <p:cTn id="77" dur="500"/>
                                        <p:tgtEl>
                                          <p:spTgt spid="17">
                                            <p:txEl>
                                              <p:pRg st="0" end="0"/>
                                            </p:txEl>
                                          </p:spTgt>
                                        </p:tgtEl>
                                      </p:cBhvr>
                                    </p:animEffect>
                                  </p:childTnLst>
                                </p:cTn>
                              </p:par>
                            </p:childTnLst>
                          </p:cTn>
                        </p:par>
                        <p:par>
                          <p:cTn id="78" fill="hold">
                            <p:stCondLst>
                              <p:cond delay="6500"/>
                            </p:stCondLst>
                            <p:childTnLst>
                              <p:par>
                                <p:cTn id="79" presetID="42" presetClass="entr" presetSubtype="0" fill="hold" grpId="0" nodeType="afterEffect" nodePh="1">
                                  <p:stCondLst>
                                    <p:cond delay="0"/>
                                  </p:stCondLst>
                                  <p:endCondLst>
                                    <p:cond evt="begin" delay="0">
                                      <p:tn val="79"/>
                                    </p:cond>
                                  </p:endCondLst>
                                  <p:childTnLst>
                                    <p:set>
                                      <p:cBhvr>
                                        <p:cTn id="80" dur="1" fill="hold">
                                          <p:stCondLst>
                                            <p:cond delay="0"/>
                                          </p:stCondLst>
                                        </p:cTn>
                                        <p:tgtEl>
                                          <p:spTgt spid="23">
                                            <p:txEl>
                                              <p:pRg st="0" end="0"/>
                                            </p:txEl>
                                          </p:spTgt>
                                        </p:tgtEl>
                                        <p:attrNameLst>
                                          <p:attrName>style.visibility</p:attrName>
                                        </p:attrNameLst>
                                      </p:cBhvr>
                                      <p:to>
                                        <p:strVal val="visible"/>
                                      </p:to>
                                    </p:set>
                                    <p:animEffect transition="in" filter="fade">
                                      <p:cBhvr>
                                        <p:cTn id="81" dur="500"/>
                                        <p:tgtEl>
                                          <p:spTgt spid="23">
                                            <p:txEl>
                                              <p:pRg st="0" end="0"/>
                                            </p:txEl>
                                          </p:spTgt>
                                        </p:tgtEl>
                                      </p:cBhvr>
                                    </p:animEffect>
                                    <p:anim calcmode="lin" valueType="num">
                                      <p:cBhvr>
                                        <p:cTn id="82" dur="500" fill="hold"/>
                                        <p:tgtEl>
                                          <p:spTgt spid="23">
                                            <p:txEl>
                                              <p:pRg st="0" end="0"/>
                                            </p:txEl>
                                          </p:spTgt>
                                        </p:tgtEl>
                                        <p:attrNameLst>
                                          <p:attrName>ppt_x</p:attrName>
                                        </p:attrNameLst>
                                      </p:cBhvr>
                                      <p:tavLst>
                                        <p:tav tm="0">
                                          <p:val>
                                            <p:strVal val="#ppt_x"/>
                                          </p:val>
                                        </p:tav>
                                        <p:tav tm="100000">
                                          <p:val>
                                            <p:strVal val="#ppt_x"/>
                                          </p:val>
                                        </p:tav>
                                      </p:tavLst>
                                    </p:anim>
                                    <p:anim calcmode="lin" valueType="num">
                                      <p:cBhvr>
                                        <p:cTn id="83" dur="500" fill="hold"/>
                                        <p:tgtEl>
                                          <p:spTgt spid="23">
                                            <p:txEl>
                                              <p:pRg st="0" end="0"/>
                                            </p:txEl>
                                          </p:spTgt>
                                        </p:tgtEl>
                                        <p:attrNameLst>
                                          <p:attrName>ppt_y</p:attrName>
                                        </p:attrNameLst>
                                      </p:cBhvr>
                                      <p:tavLst>
                                        <p:tav tm="0">
                                          <p:val>
                                            <p:strVal val="#ppt_y+.1"/>
                                          </p:val>
                                        </p:tav>
                                        <p:tav tm="100000">
                                          <p:val>
                                            <p:strVal val="#ppt_y"/>
                                          </p:val>
                                        </p:tav>
                                      </p:tavLst>
                                    </p:anim>
                                  </p:childTnLst>
                                </p:cTn>
                              </p:par>
                            </p:childTnLst>
                          </p:cTn>
                        </p:par>
                        <p:par>
                          <p:cTn id="84" fill="hold">
                            <p:stCondLst>
                              <p:cond delay="7000"/>
                            </p:stCondLst>
                            <p:childTnLst>
                              <p:par>
                                <p:cTn id="85" presetID="53" presetClass="entr" presetSubtype="16" fill="hold" nodeType="afterEffect">
                                  <p:stCondLst>
                                    <p:cond delay="0"/>
                                  </p:stCondLst>
                                  <p:childTnLst>
                                    <p:set>
                                      <p:cBhvr>
                                        <p:cTn id="86" dur="1" fill="hold">
                                          <p:stCondLst>
                                            <p:cond delay="0"/>
                                          </p:stCondLst>
                                        </p:cTn>
                                        <p:tgtEl>
                                          <p:spTgt spid="47"/>
                                        </p:tgtEl>
                                        <p:attrNameLst>
                                          <p:attrName>style.visibility</p:attrName>
                                        </p:attrNameLst>
                                      </p:cBhvr>
                                      <p:to>
                                        <p:strVal val="visible"/>
                                      </p:to>
                                    </p:set>
                                    <p:anim calcmode="lin" valueType="num">
                                      <p:cBhvr>
                                        <p:cTn id="87" dur="500" fill="hold"/>
                                        <p:tgtEl>
                                          <p:spTgt spid="47"/>
                                        </p:tgtEl>
                                        <p:attrNameLst>
                                          <p:attrName>ppt_w</p:attrName>
                                        </p:attrNameLst>
                                      </p:cBhvr>
                                      <p:tavLst>
                                        <p:tav tm="0">
                                          <p:val>
                                            <p:fltVal val="0"/>
                                          </p:val>
                                        </p:tav>
                                        <p:tav tm="100000">
                                          <p:val>
                                            <p:strVal val="#ppt_w"/>
                                          </p:val>
                                        </p:tav>
                                      </p:tavLst>
                                    </p:anim>
                                    <p:anim calcmode="lin" valueType="num">
                                      <p:cBhvr>
                                        <p:cTn id="88" dur="500" fill="hold"/>
                                        <p:tgtEl>
                                          <p:spTgt spid="47"/>
                                        </p:tgtEl>
                                        <p:attrNameLst>
                                          <p:attrName>ppt_h</p:attrName>
                                        </p:attrNameLst>
                                      </p:cBhvr>
                                      <p:tavLst>
                                        <p:tav tm="0">
                                          <p:val>
                                            <p:fltVal val="0"/>
                                          </p:val>
                                        </p:tav>
                                        <p:tav tm="100000">
                                          <p:val>
                                            <p:strVal val="#ppt_h"/>
                                          </p:val>
                                        </p:tav>
                                      </p:tavLst>
                                    </p:anim>
                                    <p:animEffect transition="in" filter="fade">
                                      <p:cBhvr>
                                        <p:cTn id="89" dur="500"/>
                                        <p:tgtEl>
                                          <p:spTgt spid="47"/>
                                        </p:tgtEl>
                                      </p:cBhvr>
                                    </p:animEffect>
                                  </p:childTnLst>
                                </p:cTn>
                              </p:par>
                            </p:childTnLst>
                          </p:cTn>
                        </p:par>
                        <p:par>
                          <p:cTn id="90" fill="hold">
                            <p:stCondLst>
                              <p:cond delay="7500"/>
                            </p:stCondLst>
                            <p:childTnLst>
                              <p:par>
                                <p:cTn id="91" presetID="42" presetClass="entr" presetSubtype="0" fill="hold" grpId="0" nodeType="afterEffect">
                                  <p:stCondLst>
                                    <p:cond delay="0"/>
                                  </p:stCondLst>
                                  <p:childTnLst>
                                    <p:set>
                                      <p:cBhvr>
                                        <p:cTn id="92" dur="1" fill="hold">
                                          <p:stCondLst>
                                            <p:cond delay="0"/>
                                          </p:stCondLst>
                                        </p:cTn>
                                        <p:tgtEl>
                                          <p:spTgt spid="37"/>
                                        </p:tgtEl>
                                        <p:attrNameLst>
                                          <p:attrName>style.visibility</p:attrName>
                                        </p:attrNameLst>
                                      </p:cBhvr>
                                      <p:to>
                                        <p:strVal val="visible"/>
                                      </p:to>
                                    </p:set>
                                    <p:animEffect transition="in" filter="fade">
                                      <p:cBhvr>
                                        <p:cTn id="93" dur="500"/>
                                        <p:tgtEl>
                                          <p:spTgt spid="37"/>
                                        </p:tgtEl>
                                      </p:cBhvr>
                                    </p:animEffect>
                                    <p:anim calcmode="lin" valueType="num">
                                      <p:cBhvr>
                                        <p:cTn id="94" dur="500" fill="hold"/>
                                        <p:tgtEl>
                                          <p:spTgt spid="37"/>
                                        </p:tgtEl>
                                        <p:attrNameLst>
                                          <p:attrName>ppt_x</p:attrName>
                                        </p:attrNameLst>
                                      </p:cBhvr>
                                      <p:tavLst>
                                        <p:tav tm="0">
                                          <p:val>
                                            <p:strVal val="#ppt_x"/>
                                          </p:val>
                                        </p:tav>
                                        <p:tav tm="100000">
                                          <p:val>
                                            <p:strVal val="#ppt_x"/>
                                          </p:val>
                                        </p:tav>
                                      </p:tavLst>
                                    </p:anim>
                                    <p:anim calcmode="lin" valueType="num">
                                      <p:cBhvr>
                                        <p:cTn id="95" dur="500" fill="hold"/>
                                        <p:tgtEl>
                                          <p:spTgt spid="37"/>
                                        </p:tgtEl>
                                        <p:attrNameLst>
                                          <p:attrName>ppt_y</p:attrName>
                                        </p:attrNameLst>
                                      </p:cBhvr>
                                      <p:tavLst>
                                        <p:tav tm="0">
                                          <p:val>
                                            <p:strVal val="#ppt_y+.1"/>
                                          </p:val>
                                        </p:tav>
                                        <p:tav tm="100000">
                                          <p:val>
                                            <p:strVal val="#ppt_y"/>
                                          </p:val>
                                        </p:tav>
                                      </p:tavLst>
                                    </p:anim>
                                  </p:childTnLst>
                                </p:cTn>
                              </p:par>
                            </p:childTnLst>
                          </p:cTn>
                        </p:par>
                        <p:par>
                          <p:cTn id="96" fill="hold">
                            <p:stCondLst>
                              <p:cond delay="8000"/>
                            </p:stCondLst>
                            <p:childTnLst>
                              <p:par>
                                <p:cTn id="97" presetID="53" presetClass="entr" presetSubtype="16" fill="hold" grpId="0" nodeType="afterEffect" nodePh="1">
                                  <p:stCondLst>
                                    <p:cond delay="0"/>
                                  </p:stCondLst>
                                  <p:endCondLst>
                                    <p:cond evt="begin" delay="0">
                                      <p:tn val="97"/>
                                    </p:cond>
                                  </p:endCondLst>
                                  <p:childTnLst>
                                    <p:set>
                                      <p:cBhvr>
                                        <p:cTn id="98" dur="1" fill="hold">
                                          <p:stCondLst>
                                            <p:cond delay="0"/>
                                          </p:stCondLst>
                                        </p:cTn>
                                        <p:tgtEl>
                                          <p:spTgt spid="19">
                                            <p:txEl>
                                              <p:pRg st="0" end="0"/>
                                            </p:txEl>
                                          </p:spTgt>
                                        </p:tgtEl>
                                        <p:attrNameLst>
                                          <p:attrName>style.visibility</p:attrName>
                                        </p:attrNameLst>
                                      </p:cBhvr>
                                      <p:to>
                                        <p:strVal val="visible"/>
                                      </p:to>
                                    </p:set>
                                    <p:anim calcmode="lin" valueType="num">
                                      <p:cBhvr>
                                        <p:cTn id="99" dur="500" fill="hold"/>
                                        <p:tgtEl>
                                          <p:spTgt spid="19">
                                            <p:txEl>
                                              <p:pRg st="0" end="0"/>
                                            </p:txEl>
                                          </p:spTgt>
                                        </p:tgtEl>
                                        <p:attrNameLst>
                                          <p:attrName>ppt_w</p:attrName>
                                        </p:attrNameLst>
                                      </p:cBhvr>
                                      <p:tavLst>
                                        <p:tav tm="0">
                                          <p:val>
                                            <p:fltVal val="0"/>
                                          </p:val>
                                        </p:tav>
                                        <p:tav tm="100000">
                                          <p:val>
                                            <p:strVal val="#ppt_w"/>
                                          </p:val>
                                        </p:tav>
                                      </p:tavLst>
                                    </p:anim>
                                    <p:anim calcmode="lin" valueType="num">
                                      <p:cBhvr>
                                        <p:cTn id="100" dur="500" fill="hold"/>
                                        <p:tgtEl>
                                          <p:spTgt spid="19">
                                            <p:txEl>
                                              <p:pRg st="0" end="0"/>
                                            </p:txEl>
                                          </p:spTgt>
                                        </p:tgtEl>
                                        <p:attrNameLst>
                                          <p:attrName>ppt_h</p:attrName>
                                        </p:attrNameLst>
                                      </p:cBhvr>
                                      <p:tavLst>
                                        <p:tav tm="0">
                                          <p:val>
                                            <p:fltVal val="0"/>
                                          </p:val>
                                        </p:tav>
                                        <p:tav tm="100000">
                                          <p:val>
                                            <p:strVal val="#ppt_h"/>
                                          </p:val>
                                        </p:tav>
                                      </p:tavLst>
                                    </p:anim>
                                    <p:animEffect transition="in" filter="fade">
                                      <p:cBhvr>
                                        <p:cTn id="101" dur="500"/>
                                        <p:tgtEl>
                                          <p:spTgt spid="19">
                                            <p:txEl>
                                              <p:pRg st="0" end="0"/>
                                            </p:txEl>
                                          </p:spTgt>
                                        </p:tgtEl>
                                      </p:cBhvr>
                                    </p:animEffect>
                                  </p:childTnLst>
                                </p:cTn>
                              </p:par>
                            </p:childTnLst>
                          </p:cTn>
                        </p:par>
                        <p:par>
                          <p:cTn id="102" fill="hold">
                            <p:stCondLst>
                              <p:cond delay="8500"/>
                            </p:stCondLst>
                            <p:childTnLst>
                              <p:par>
                                <p:cTn id="103" presetID="42" presetClass="entr" presetSubtype="0" fill="hold" grpId="0" nodeType="afterEffect" nodePh="1">
                                  <p:stCondLst>
                                    <p:cond delay="0"/>
                                  </p:stCondLst>
                                  <p:endCondLst>
                                    <p:cond evt="begin" delay="0">
                                      <p:tn val="103"/>
                                    </p:cond>
                                  </p:endCondLst>
                                  <p:childTnLst>
                                    <p:set>
                                      <p:cBhvr>
                                        <p:cTn id="104" dur="1" fill="hold">
                                          <p:stCondLst>
                                            <p:cond delay="0"/>
                                          </p:stCondLst>
                                        </p:cTn>
                                        <p:tgtEl>
                                          <p:spTgt spid="24">
                                            <p:txEl>
                                              <p:pRg st="0" end="0"/>
                                            </p:txEl>
                                          </p:spTgt>
                                        </p:tgtEl>
                                        <p:attrNameLst>
                                          <p:attrName>style.visibility</p:attrName>
                                        </p:attrNameLst>
                                      </p:cBhvr>
                                      <p:to>
                                        <p:strVal val="visible"/>
                                      </p:to>
                                    </p:set>
                                    <p:animEffect transition="in" filter="fade">
                                      <p:cBhvr>
                                        <p:cTn id="105" dur="500"/>
                                        <p:tgtEl>
                                          <p:spTgt spid="24">
                                            <p:txEl>
                                              <p:pRg st="0" end="0"/>
                                            </p:txEl>
                                          </p:spTgt>
                                        </p:tgtEl>
                                      </p:cBhvr>
                                    </p:animEffect>
                                    <p:anim calcmode="lin" valueType="num">
                                      <p:cBhvr>
                                        <p:cTn id="106"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p:cTn id="107" dur="500" fill="hold"/>
                                        <p:tgtEl>
                                          <p:spTgt spid="24">
                                            <p:txEl>
                                              <p:pRg st="0" end="0"/>
                                            </p:txEl>
                                          </p:spTgt>
                                        </p:tgtEl>
                                        <p:attrNameLst>
                                          <p:attrName>ppt_y</p:attrName>
                                        </p:attrNameLst>
                                      </p:cBhvr>
                                      <p:tavLst>
                                        <p:tav tm="0">
                                          <p:val>
                                            <p:strVal val="#ppt_y+.1"/>
                                          </p:val>
                                        </p:tav>
                                        <p:tav tm="100000">
                                          <p:val>
                                            <p:strVal val="#ppt_y"/>
                                          </p:val>
                                        </p:tav>
                                      </p:tavLst>
                                    </p:anim>
                                  </p:childTnLst>
                                </p:cTn>
                              </p:par>
                            </p:childTnLst>
                          </p:cTn>
                        </p:par>
                        <p:par>
                          <p:cTn id="108" fill="hold">
                            <p:stCondLst>
                              <p:cond delay="9000"/>
                            </p:stCondLst>
                            <p:childTnLst>
                              <p:par>
                                <p:cTn id="109" presetID="53" presetClass="entr" presetSubtype="16" fill="hold" nodeType="afterEffect">
                                  <p:stCondLst>
                                    <p:cond delay="0"/>
                                  </p:stCondLst>
                                  <p:childTnLst>
                                    <p:set>
                                      <p:cBhvr>
                                        <p:cTn id="110" dur="1" fill="hold">
                                          <p:stCondLst>
                                            <p:cond delay="0"/>
                                          </p:stCondLst>
                                        </p:cTn>
                                        <p:tgtEl>
                                          <p:spTgt spid="54"/>
                                        </p:tgtEl>
                                        <p:attrNameLst>
                                          <p:attrName>style.visibility</p:attrName>
                                        </p:attrNameLst>
                                      </p:cBhvr>
                                      <p:to>
                                        <p:strVal val="visible"/>
                                      </p:to>
                                    </p:set>
                                    <p:anim calcmode="lin" valueType="num">
                                      <p:cBhvr>
                                        <p:cTn id="111" dur="500" fill="hold"/>
                                        <p:tgtEl>
                                          <p:spTgt spid="54"/>
                                        </p:tgtEl>
                                        <p:attrNameLst>
                                          <p:attrName>ppt_w</p:attrName>
                                        </p:attrNameLst>
                                      </p:cBhvr>
                                      <p:tavLst>
                                        <p:tav tm="0">
                                          <p:val>
                                            <p:fltVal val="0"/>
                                          </p:val>
                                        </p:tav>
                                        <p:tav tm="100000">
                                          <p:val>
                                            <p:strVal val="#ppt_w"/>
                                          </p:val>
                                        </p:tav>
                                      </p:tavLst>
                                    </p:anim>
                                    <p:anim calcmode="lin" valueType="num">
                                      <p:cBhvr>
                                        <p:cTn id="112" dur="500" fill="hold"/>
                                        <p:tgtEl>
                                          <p:spTgt spid="54"/>
                                        </p:tgtEl>
                                        <p:attrNameLst>
                                          <p:attrName>ppt_h</p:attrName>
                                        </p:attrNameLst>
                                      </p:cBhvr>
                                      <p:tavLst>
                                        <p:tav tm="0">
                                          <p:val>
                                            <p:fltVal val="0"/>
                                          </p:val>
                                        </p:tav>
                                        <p:tav tm="100000">
                                          <p:val>
                                            <p:strVal val="#ppt_h"/>
                                          </p:val>
                                        </p:tav>
                                      </p:tavLst>
                                    </p:anim>
                                    <p:animEffect transition="in" filter="fade">
                                      <p:cBhvr>
                                        <p:cTn id="113" dur="500"/>
                                        <p:tgtEl>
                                          <p:spTgt spid="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13"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3"/>
                        </p:tgtEl>
                        <p:attrNameLst>
                          <p:attrName>style.visibility</p:attrName>
                        </p:attrNameLst>
                      </p:cBhvr>
                      <p:to>
                        <p:strVal val="visible"/>
                      </p:to>
                    </p:set>
                    <p:anim calcmode="lin" valueType="num">
                      <p:cBhvr>
                        <p:cTn dur="500" fill="hold"/>
                        <p:tgtEl>
                          <p:spTgt spid="13"/>
                        </p:tgtEl>
                        <p:attrNameLst>
                          <p:attrName>ppt_w</p:attrName>
                        </p:attrNameLst>
                      </p:cBhvr>
                      <p:tavLst>
                        <p:tav tm="0">
                          <p:val>
                            <p:fltVal val="0"/>
                          </p:val>
                        </p:tav>
                        <p:tav tm="100000">
                          <p:val>
                            <p:strVal val="#ppt_w"/>
                          </p:val>
                        </p:tav>
                      </p:tavLst>
                    </p:anim>
                    <p:anim calcmode="lin" valueType="num">
                      <p:cBhvr>
                        <p:cTn dur="500" fill="hold"/>
                        <p:tgtEl>
                          <p:spTgt spid="13"/>
                        </p:tgtEl>
                        <p:attrNameLst>
                          <p:attrName>ppt_h</p:attrName>
                        </p:attrNameLst>
                      </p:cBhvr>
                      <p:tavLst>
                        <p:tav tm="0">
                          <p:val>
                            <p:fltVal val="0"/>
                          </p:val>
                        </p:tav>
                        <p:tav tm="100000">
                          <p:val>
                            <p:strVal val="#ppt_h"/>
                          </p:val>
                        </p:tav>
                      </p:tavLst>
                    </p:anim>
                    <p:animEffect transition="in" filter="fade">
                      <p:cBhvr>
                        <p:cTn dur="500"/>
                        <p:tgtEl>
                          <p:spTgt spid="13"/>
                        </p:tgtEl>
                      </p:cBhvr>
                    </p:animEffect>
                  </p:childTnLst>
                </p:cTn>
              </p:par>
            </p:tnLst>
          </p:tmpl>
        </p:tmplLst>
      </p:bldP>
      <p:bldP spid="15"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5"/>
                        </p:tgtEl>
                        <p:attrNameLst>
                          <p:attrName>style.visibility</p:attrName>
                        </p:attrNameLst>
                      </p:cBhvr>
                      <p:to>
                        <p:strVal val="visible"/>
                      </p:to>
                    </p:set>
                    <p:anim calcmode="lin" valueType="num">
                      <p:cBhvr>
                        <p:cTn dur="500" fill="hold"/>
                        <p:tgtEl>
                          <p:spTgt spid="15"/>
                        </p:tgtEl>
                        <p:attrNameLst>
                          <p:attrName>ppt_w</p:attrName>
                        </p:attrNameLst>
                      </p:cBhvr>
                      <p:tavLst>
                        <p:tav tm="0">
                          <p:val>
                            <p:fltVal val="0"/>
                          </p:val>
                        </p:tav>
                        <p:tav tm="100000">
                          <p:val>
                            <p:strVal val="#ppt_w"/>
                          </p:val>
                        </p:tav>
                      </p:tavLst>
                    </p:anim>
                    <p:anim calcmode="lin" valueType="num">
                      <p:cBhvr>
                        <p:cTn dur="500" fill="hold"/>
                        <p:tgtEl>
                          <p:spTgt spid="15"/>
                        </p:tgtEl>
                        <p:attrNameLst>
                          <p:attrName>ppt_h</p:attrName>
                        </p:attrNameLst>
                      </p:cBhvr>
                      <p:tavLst>
                        <p:tav tm="0">
                          <p:val>
                            <p:fltVal val="0"/>
                          </p:val>
                        </p:tav>
                        <p:tav tm="100000">
                          <p:val>
                            <p:strVal val="#ppt_h"/>
                          </p:val>
                        </p:tav>
                      </p:tavLst>
                    </p:anim>
                    <p:animEffect transition="in" filter="fade">
                      <p:cBhvr>
                        <p:cTn dur="500"/>
                        <p:tgtEl>
                          <p:spTgt spid="15"/>
                        </p:tgtEl>
                      </p:cBhvr>
                    </p:animEffect>
                  </p:childTnLst>
                </p:cTn>
              </p:par>
            </p:tnLst>
          </p:tmpl>
        </p:tmplLst>
      </p:bldP>
      <p:bldP spid="17"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7"/>
                        </p:tgtEl>
                        <p:attrNameLst>
                          <p:attrName>style.visibility</p:attrName>
                        </p:attrNameLst>
                      </p:cBhvr>
                      <p:to>
                        <p:strVal val="visible"/>
                      </p:to>
                    </p:set>
                    <p:anim calcmode="lin" valueType="num">
                      <p:cBhvr>
                        <p:cTn dur="500" fill="hold"/>
                        <p:tgtEl>
                          <p:spTgt spid="17"/>
                        </p:tgtEl>
                        <p:attrNameLst>
                          <p:attrName>ppt_w</p:attrName>
                        </p:attrNameLst>
                      </p:cBhvr>
                      <p:tavLst>
                        <p:tav tm="0">
                          <p:val>
                            <p:fltVal val="0"/>
                          </p:val>
                        </p:tav>
                        <p:tav tm="100000">
                          <p:val>
                            <p:strVal val="#ppt_w"/>
                          </p:val>
                        </p:tav>
                      </p:tavLst>
                    </p:anim>
                    <p:anim calcmode="lin" valueType="num">
                      <p:cBhvr>
                        <p:cTn dur="500" fill="hold"/>
                        <p:tgtEl>
                          <p:spTgt spid="17"/>
                        </p:tgtEl>
                        <p:attrNameLst>
                          <p:attrName>ppt_h</p:attrName>
                        </p:attrNameLst>
                      </p:cBhvr>
                      <p:tavLst>
                        <p:tav tm="0">
                          <p:val>
                            <p:fltVal val="0"/>
                          </p:val>
                        </p:tav>
                        <p:tav tm="100000">
                          <p:val>
                            <p:strVal val="#ppt_h"/>
                          </p:val>
                        </p:tav>
                      </p:tavLst>
                    </p:anim>
                    <p:animEffect transition="in" filter="fade">
                      <p:cBhvr>
                        <p:cTn dur="500"/>
                        <p:tgtEl>
                          <p:spTgt spid="17"/>
                        </p:tgtEl>
                      </p:cBhvr>
                    </p:animEffect>
                  </p:childTnLst>
                </p:cTn>
              </p:par>
            </p:tnLst>
          </p:tmpl>
        </p:tmplLst>
      </p:bldP>
      <p:bldP spid="19"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9"/>
                        </p:tgtEl>
                        <p:attrNameLst>
                          <p:attrName>style.visibility</p:attrName>
                        </p:attrNameLst>
                      </p:cBhvr>
                      <p:to>
                        <p:strVal val="visible"/>
                      </p:to>
                    </p:set>
                    <p:anim calcmode="lin" valueType="num">
                      <p:cBhvr>
                        <p:cTn dur="500" fill="hold"/>
                        <p:tgtEl>
                          <p:spTgt spid="19"/>
                        </p:tgtEl>
                        <p:attrNameLst>
                          <p:attrName>ppt_w</p:attrName>
                        </p:attrNameLst>
                      </p:cBhvr>
                      <p:tavLst>
                        <p:tav tm="0">
                          <p:val>
                            <p:fltVal val="0"/>
                          </p:val>
                        </p:tav>
                        <p:tav tm="100000">
                          <p:val>
                            <p:strVal val="#ppt_w"/>
                          </p:val>
                        </p:tav>
                      </p:tavLst>
                    </p:anim>
                    <p:anim calcmode="lin" valueType="num">
                      <p:cBhvr>
                        <p:cTn dur="500" fill="hold"/>
                        <p:tgtEl>
                          <p:spTgt spid="19"/>
                        </p:tgtEl>
                        <p:attrNameLst>
                          <p:attrName>ppt_h</p:attrName>
                        </p:attrNameLst>
                      </p:cBhvr>
                      <p:tavLst>
                        <p:tav tm="0">
                          <p:val>
                            <p:fltVal val="0"/>
                          </p:val>
                        </p:tav>
                        <p:tav tm="100000">
                          <p:val>
                            <p:strVal val="#ppt_h"/>
                          </p:val>
                        </p:tav>
                      </p:tavLst>
                    </p:anim>
                    <p:animEffect transition="in" filter="fade">
                      <p:cBhvr>
                        <p:cTn dur="500"/>
                        <p:tgtEl>
                          <p:spTgt spid="19"/>
                        </p:tgtEl>
                      </p:cBhvr>
                    </p:animEffect>
                  </p:childTnLst>
                </p:cTn>
              </p:par>
            </p:tnLst>
          </p:tmpl>
        </p:tmplLst>
      </p:bldP>
      <p:bldP spid="21"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1"/>
                        </p:tgtEl>
                        <p:attrNameLst>
                          <p:attrName>style.visibility</p:attrName>
                        </p:attrNameLst>
                      </p:cBhvr>
                      <p:to>
                        <p:strVal val="visible"/>
                      </p:to>
                    </p:set>
                    <p:animEffect transition="in" filter="fade">
                      <p:cBhvr>
                        <p:cTn dur="500"/>
                        <p:tgtEl>
                          <p:spTgt spid="21"/>
                        </p:tgtEl>
                      </p:cBhvr>
                    </p:animEffect>
                    <p:anim calcmode="lin" valueType="num">
                      <p:cBhvr>
                        <p:cTn dur="500" fill="hold"/>
                        <p:tgtEl>
                          <p:spTgt spid="21"/>
                        </p:tgtEl>
                        <p:attrNameLst>
                          <p:attrName>ppt_x</p:attrName>
                        </p:attrNameLst>
                      </p:cBhvr>
                      <p:tavLst>
                        <p:tav tm="0">
                          <p:val>
                            <p:strVal val="#ppt_x"/>
                          </p:val>
                        </p:tav>
                        <p:tav tm="100000">
                          <p:val>
                            <p:strVal val="#ppt_x"/>
                          </p:val>
                        </p:tav>
                      </p:tavLst>
                    </p:anim>
                    <p:anim calcmode="lin" valueType="num">
                      <p:cBhvr>
                        <p:cTn dur="500" fill="hold"/>
                        <p:tgtEl>
                          <p:spTgt spid="21"/>
                        </p:tgtEl>
                        <p:attrNameLst>
                          <p:attrName>ppt_y</p:attrName>
                        </p:attrNameLst>
                      </p:cBhvr>
                      <p:tavLst>
                        <p:tav tm="0">
                          <p:val>
                            <p:strVal val="#ppt_y+.1"/>
                          </p:val>
                        </p:tav>
                        <p:tav tm="100000">
                          <p:val>
                            <p:strVal val="#ppt_y"/>
                          </p:val>
                        </p:tav>
                      </p:tavLst>
                    </p:anim>
                  </p:childTnLst>
                </p:cTn>
              </p:par>
            </p:tnLst>
          </p:tmpl>
        </p:tmplLst>
      </p:bldP>
      <p:bldP spid="22"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2"/>
                        </p:tgtEl>
                        <p:attrNameLst>
                          <p:attrName>style.visibility</p:attrName>
                        </p:attrNameLst>
                      </p:cBhvr>
                      <p:to>
                        <p:strVal val="visible"/>
                      </p:to>
                    </p:set>
                    <p:animEffect transition="in" filter="fade">
                      <p:cBhvr>
                        <p:cTn dur="500"/>
                        <p:tgtEl>
                          <p:spTgt spid="22"/>
                        </p:tgtEl>
                      </p:cBhvr>
                    </p:animEffect>
                    <p:anim calcmode="lin" valueType="num">
                      <p:cBhvr>
                        <p:cTn dur="500" fill="hold"/>
                        <p:tgtEl>
                          <p:spTgt spid="22"/>
                        </p:tgtEl>
                        <p:attrNameLst>
                          <p:attrName>ppt_x</p:attrName>
                        </p:attrNameLst>
                      </p:cBhvr>
                      <p:tavLst>
                        <p:tav tm="0">
                          <p:val>
                            <p:strVal val="#ppt_x"/>
                          </p:val>
                        </p:tav>
                        <p:tav tm="100000">
                          <p:val>
                            <p:strVal val="#ppt_x"/>
                          </p:val>
                        </p:tav>
                      </p:tavLst>
                    </p:anim>
                    <p:anim calcmode="lin" valueType="num">
                      <p:cBhvr>
                        <p:cTn dur="500" fill="hold"/>
                        <p:tgtEl>
                          <p:spTgt spid="22"/>
                        </p:tgtEl>
                        <p:attrNameLst>
                          <p:attrName>ppt_y</p:attrName>
                        </p:attrNameLst>
                      </p:cBhvr>
                      <p:tavLst>
                        <p:tav tm="0">
                          <p:val>
                            <p:strVal val="#ppt_y+.1"/>
                          </p:val>
                        </p:tav>
                        <p:tav tm="100000">
                          <p:val>
                            <p:strVal val="#ppt_y"/>
                          </p:val>
                        </p:tav>
                      </p:tavLst>
                    </p:anim>
                  </p:childTnLst>
                </p:cTn>
              </p:par>
            </p:tnLst>
          </p:tmpl>
        </p:tmplLst>
      </p:bldP>
      <p:bldP spid="23"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3"/>
                        </p:tgtEl>
                        <p:attrNameLst>
                          <p:attrName>style.visibility</p:attrName>
                        </p:attrNameLst>
                      </p:cBhvr>
                      <p:to>
                        <p:strVal val="visible"/>
                      </p:to>
                    </p:set>
                    <p:animEffect transition="in" filter="fade">
                      <p:cBhvr>
                        <p:cTn dur="500"/>
                        <p:tgtEl>
                          <p:spTgt spid="23"/>
                        </p:tgtEl>
                      </p:cBhvr>
                    </p:animEffect>
                    <p:anim calcmode="lin" valueType="num">
                      <p:cBhvr>
                        <p:cTn dur="500" fill="hold"/>
                        <p:tgtEl>
                          <p:spTgt spid="23"/>
                        </p:tgtEl>
                        <p:attrNameLst>
                          <p:attrName>ppt_x</p:attrName>
                        </p:attrNameLst>
                      </p:cBhvr>
                      <p:tavLst>
                        <p:tav tm="0">
                          <p:val>
                            <p:strVal val="#ppt_x"/>
                          </p:val>
                        </p:tav>
                        <p:tav tm="100000">
                          <p:val>
                            <p:strVal val="#ppt_x"/>
                          </p:val>
                        </p:tav>
                      </p:tavLst>
                    </p:anim>
                    <p:anim calcmode="lin" valueType="num">
                      <p:cBhvr>
                        <p:cTn dur="500" fill="hold"/>
                        <p:tgtEl>
                          <p:spTgt spid="23"/>
                        </p:tgtEl>
                        <p:attrNameLst>
                          <p:attrName>ppt_y</p:attrName>
                        </p:attrNameLst>
                      </p:cBhvr>
                      <p:tavLst>
                        <p:tav tm="0">
                          <p:val>
                            <p:strVal val="#ppt_y+.1"/>
                          </p:val>
                        </p:tav>
                        <p:tav tm="100000">
                          <p:val>
                            <p:strVal val="#ppt_y"/>
                          </p:val>
                        </p:tav>
                      </p:tavLst>
                    </p:anim>
                  </p:childTnLst>
                </p:cTn>
              </p:par>
            </p:tnLst>
          </p:tmpl>
        </p:tmplLst>
      </p:bldP>
      <p:bldP spid="24"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4"/>
                        </p:tgtEl>
                        <p:attrNameLst>
                          <p:attrName>style.visibility</p:attrName>
                        </p:attrNameLst>
                      </p:cBhvr>
                      <p:to>
                        <p:strVal val="visible"/>
                      </p:to>
                    </p:set>
                    <p:animEffect transition="in" filter="fade">
                      <p:cBhvr>
                        <p:cTn dur="500"/>
                        <p:tgtEl>
                          <p:spTgt spid="24"/>
                        </p:tgtEl>
                      </p:cBhvr>
                    </p:animEffect>
                    <p:anim calcmode="lin" valueType="num">
                      <p:cBhvr>
                        <p:cTn dur="500" fill="hold"/>
                        <p:tgtEl>
                          <p:spTgt spid="24"/>
                        </p:tgtEl>
                        <p:attrNameLst>
                          <p:attrName>ppt_x</p:attrName>
                        </p:attrNameLst>
                      </p:cBhvr>
                      <p:tavLst>
                        <p:tav tm="0">
                          <p:val>
                            <p:strVal val="#ppt_x"/>
                          </p:val>
                        </p:tav>
                        <p:tav tm="100000">
                          <p:val>
                            <p:strVal val="#ppt_x"/>
                          </p:val>
                        </p:tav>
                      </p:tavLst>
                    </p:anim>
                    <p:anim calcmode="lin" valueType="num">
                      <p:cBhvr>
                        <p:cTn dur="500" fill="hold"/>
                        <p:tgtEl>
                          <p:spTgt spid="24"/>
                        </p:tgtEl>
                        <p:attrNameLst>
                          <p:attrName>ppt_y</p:attrName>
                        </p:attrNameLst>
                      </p:cBhvr>
                      <p:tavLst>
                        <p:tav tm="0">
                          <p:val>
                            <p:strVal val="#ppt_y+.1"/>
                          </p:val>
                        </p:tav>
                        <p:tav tm="100000">
                          <p:val>
                            <p:strVal val="#ppt_y"/>
                          </p:val>
                        </p:tav>
                      </p:tavLst>
                    </p:anim>
                  </p:childTnLst>
                </p:cTn>
              </p:par>
            </p:tnLst>
          </p:tmpl>
        </p:tmplLst>
      </p:bldP>
      <p:bldP spid="31" grpId="0" animBg="1"/>
      <p:bldP spid="33" grpId="0" animBg="1"/>
      <p:bldP spid="35" grpId="0" animBg="1"/>
      <p:bldP spid="37" grpId="0" animBg="1"/>
    </p:bldLst>
  </p:timing>
</p:sldLayout>
</file>

<file path=ppt/slideLayouts/slideLayout525.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13" name="Text Placeholder 21"/>
          <p:cNvSpPr>
            <a:spLocks noGrp="1"/>
          </p:cNvSpPr>
          <p:nvPr>
            <p:ph type="body" sz="quarter" idx="20"/>
          </p:nvPr>
        </p:nvSpPr>
        <p:spPr>
          <a:xfrm>
            <a:off x="8153400" y="5316142"/>
            <a:ext cx="2492492" cy="256811"/>
          </a:xfrm>
        </p:spPr>
        <p:txBody>
          <a:bodyPr>
            <a:noAutofit/>
          </a:bodyPr>
          <a:lstStyle>
            <a:lvl1pPr algn="ctr">
              <a:defRPr sz="14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1" name="Text Placeholder 21"/>
          <p:cNvSpPr>
            <a:spLocks noGrp="1"/>
          </p:cNvSpPr>
          <p:nvPr>
            <p:ph type="body" sz="quarter" idx="29"/>
          </p:nvPr>
        </p:nvSpPr>
        <p:spPr>
          <a:xfrm>
            <a:off x="8153400" y="5593818"/>
            <a:ext cx="2492492" cy="330467"/>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1" name="Picture Placeholder 30"/>
          <p:cNvSpPr>
            <a:spLocks noGrp="1"/>
          </p:cNvSpPr>
          <p:nvPr>
            <p:ph type="pic" sz="quarter" idx="33" hasCustomPrompt="1"/>
          </p:nvPr>
        </p:nvSpPr>
        <p:spPr>
          <a:xfrm>
            <a:off x="8153400" y="1898601"/>
            <a:ext cx="2492492" cy="3145782"/>
          </a:xfrm>
          <a:solidFill>
            <a:schemeClr val="bg1">
              <a:lumMod val="85000"/>
            </a:schemeClr>
          </a:solidFill>
        </p:spPr>
        <p:txBody>
          <a:bodyPr/>
          <a:lstStyle>
            <a:lvl1pPr>
              <a:defRPr/>
            </a:lvl1pPr>
          </a:lstStyle>
          <a:p>
            <a:r>
              <a:rPr lang="id-ID" dirty="0" smtClean="0"/>
              <a:t>Pic here</a:t>
            </a:r>
            <a:endParaRPr lang="en-AU" dirty="0"/>
          </a:p>
        </p:txBody>
      </p:sp>
      <p:sp>
        <p:nvSpPr>
          <p:cNvPr id="25" name="Text Placeholder 21"/>
          <p:cNvSpPr>
            <a:spLocks noGrp="1"/>
          </p:cNvSpPr>
          <p:nvPr>
            <p:ph type="body" sz="quarter" idx="34"/>
          </p:nvPr>
        </p:nvSpPr>
        <p:spPr>
          <a:xfrm>
            <a:off x="479425" y="2048885"/>
            <a:ext cx="5616575" cy="360363"/>
          </a:xfrm>
        </p:spPr>
        <p:txBody>
          <a:bodyPr/>
          <a:lstStyle>
            <a:lvl1pP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6" name="Text Placeholder 21"/>
          <p:cNvSpPr>
            <a:spLocks noGrp="1"/>
          </p:cNvSpPr>
          <p:nvPr>
            <p:ph type="body" sz="quarter" idx="21"/>
          </p:nvPr>
        </p:nvSpPr>
        <p:spPr>
          <a:xfrm>
            <a:off x="479425" y="2457996"/>
            <a:ext cx="5616575" cy="971004"/>
          </a:xfrm>
        </p:spPr>
        <p:txBody>
          <a:bodyPr>
            <a:normAutofit/>
          </a:bodyPr>
          <a:lstStyle>
            <a:lvl1pP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Tree>
    <p:extLst>
      <p:ext uri="{BB962C8B-B14F-4D97-AF65-F5344CB8AC3E}">
        <p14:creationId xmlns:p14="http://schemas.microsoft.com/office/powerpoint/2010/main" val="21272300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42" presetClass="entr" presetSubtype="0" fill="hold" grpId="0" nodeType="afterEffect">
                                  <p:stCondLst>
                                    <p:cond delay="0"/>
                                  </p:stCondLst>
                                  <p:childTnLst>
                                    <p:set>
                                      <p:cBhvr>
                                        <p:cTn id="20" dur="1" fill="hold">
                                          <p:stCondLst>
                                            <p:cond delay="0"/>
                                          </p:stCondLst>
                                        </p:cTn>
                                        <p:tgtEl>
                                          <p:spTgt spid="31"/>
                                        </p:tgtEl>
                                        <p:attrNameLst>
                                          <p:attrName>style.visibility</p:attrName>
                                        </p:attrNameLst>
                                      </p:cBhvr>
                                      <p:to>
                                        <p:strVal val="visible"/>
                                      </p:to>
                                    </p:set>
                                    <p:animEffect transition="in" filter="fade">
                                      <p:cBhvr>
                                        <p:cTn id="21" dur="500"/>
                                        <p:tgtEl>
                                          <p:spTgt spid="31"/>
                                        </p:tgtEl>
                                      </p:cBhvr>
                                    </p:animEffect>
                                    <p:anim calcmode="lin" valueType="num">
                                      <p:cBhvr>
                                        <p:cTn id="22" dur="500" fill="hold"/>
                                        <p:tgtEl>
                                          <p:spTgt spid="31"/>
                                        </p:tgtEl>
                                        <p:attrNameLst>
                                          <p:attrName>ppt_x</p:attrName>
                                        </p:attrNameLst>
                                      </p:cBhvr>
                                      <p:tavLst>
                                        <p:tav tm="0">
                                          <p:val>
                                            <p:strVal val="#ppt_x"/>
                                          </p:val>
                                        </p:tav>
                                        <p:tav tm="100000">
                                          <p:val>
                                            <p:strVal val="#ppt_x"/>
                                          </p:val>
                                        </p:tav>
                                      </p:tavLst>
                                    </p:anim>
                                    <p:anim calcmode="lin" valueType="num">
                                      <p:cBhvr>
                                        <p:cTn id="23" dur="500" fill="hold"/>
                                        <p:tgtEl>
                                          <p:spTgt spid="31"/>
                                        </p:tgtEl>
                                        <p:attrNameLst>
                                          <p:attrName>ppt_y</p:attrName>
                                        </p:attrNameLst>
                                      </p:cBhvr>
                                      <p:tavLst>
                                        <p:tav tm="0">
                                          <p:val>
                                            <p:strVal val="#ppt_y+.1"/>
                                          </p:val>
                                        </p:tav>
                                        <p:tav tm="100000">
                                          <p:val>
                                            <p:strVal val="#ppt_y"/>
                                          </p:val>
                                        </p:tav>
                                      </p:tavLst>
                                    </p:anim>
                                  </p:childTnLst>
                                </p:cTn>
                              </p:par>
                            </p:childTnLst>
                          </p:cTn>
                        </p:par>
                        <p:par>
                          <p:cTn id="24" fill="hold">
                            <p:stCondLst>
                              <p:cond delay="2000"/>
                            </p:stCondLst>
                            <p:childTnLst>
                              <p:par>
                                <p:cTn id="25" presetID="53" presetClass="entr" presetSubtype="16" fill="hold" grpId="0" nodeType="afterEffect" nodePh="1">
                                  <p:stCondLst>
                                    <p:cond delay="0"/>
                                  </p:stCondLst>
                                  <p:endCondLst>
                                    <p:cond evt="begin" delay="0">
                                      <p:tn val="25"/>
                                    </p:cond>
                                  </p:endCondLst>
                                  <p:childTnLst>
                                    <p:set>
                                      <p:cBhvr>
                                        <p:cTn id="26" dur="1" fill="hold">
                                          <p:stCondLst>
                                            <p:cond delay="0"/>
                                          </p:stCondLst>
                                        </p:cTn>
                                        <p:tgtEl>
                                          <p:spTgt spid="13">
                                            <p:txEl>
                                              <p:pRg st="0" end="0"/>
                                            </p:txEl>
                                          </p:spTgt>
                                        </p:tgtEl>
                                        <p:attrNameLst>
                                          <p:attrName>style.visibility</p:attrName>
                                        </p:attrNameLst>
                                      </p:cBhvr>
                                      <p:to>
                                        <p:strVal val="visible"/>
                                      </p:to>
                                    </p:set>
                                    <p:anim calcmode="lin" valueType="num">
                                      <p:cBhvr>
                                        <p:cTn id="27" dur="500" fill="hold"/>
                                        <p:tgtEl>
                                          <p:spTgt spid="13">
                                            <p:txEl>
                                              <p:pRg st="0" end="0"/>
                                            </p:txEl>
                                          </p:spTgt>
                                        </p:tgtEl>
                                        <p:attrNameLst>
                                          <p:attrName>ppt_w</p:attrName>
                                        </p:attrNameLst>
                                      </p:cBhvr>
                                      <p:tavLst>
                                        <p:tav tm="0">
                                          <p:val>
                                            <p:fltVal val="0"/>
                                          </p:val>
                                        </p:tav>
                                        <p:tav tm="100000">
                                          <p:val>
                                            <p:strVal val="#ppt_w"/>
                                          </p:val>
                                        </p:tav>
                                      </p:tavLst>
                                    </p:anim>
                                    <p:anim calcmode="lin" valueType="num">
                                      <p:cBhvr>
                                        <p:cTn id="28" dur="500" fill="hold"/>
                                        <p:tgtEl>
                                          <p:spTgt spid="13">
                                            <p:txEl>
                                              <p:pRg st="0" end="0"/>
                                            </p:txEl>
                                          </p:spTgt>
                                        </p:tgtEl>
                                        <p:attrNameLst>
                                          <p:attrName>ppt_h</p:attrName>
                                        </p:attrNameLst>
                                      </p:cBhvr>
                                      <p:tavLst>
                                        <p:tav tm="0">
                                          <p:val>
                                            <p:fltVal val="0"/>
                                          </p:val>
                                        </p:tav>
                                        <p:tav tm="100000">
                                          <p:val>
                                            <p:strVal val="#ppt_h"/>
                                          </p:val>
                                        </p:tav>
                                      </p:tavLst>
                                    </p:anim>
                                    <p:animEffect transition="in" filter="fade">
                                      <p:cBhvr>
                                        <p:cTn id="29" dur="500"/>
                                        <p:tgtEl>
                                          <p:spTgt spid="13">
                                            <p:txEl>
                                              <p:pRg st="0" end="0"/>
                                            </p:txEl>
                                          </p:spTgt>
                                        </p:tgtEl>
                                      </p:cBhvr>
                                    </p:animEffect>
                                  </p:childTnLst>
                                </p:cTn>
                              </p:par>
                            </p:childTnLst>
                          </p:cTn>
                        </p:par>
                        <p:par>
                          <p:cTn id="30" fill="hold">
                            <p:stCondLst>
                              <p:cond delay="2500"/>
                            </p:stCondLst>
                            <p:childTnLst>
                              <p:par>
                                <p:cTn id="31" presetID="42" presetClass="entr" presetSubtype="0" fill="hold" grpId="0" nodeType="afterEffect" nodePh="1">
                                  <p:stCondLst>
                                    <p:cond delay="0"/>
                                  </p:stCondLst>
                                  <p:endCondLst>
                                    <p:cond evt="begin" delay="0">
                                      <p:tn val="31"/>
                                    </p:cond>
                                  </p:endCondLst>
                                  <p:childTnLst>
                                    <p:set>
                                      <p:cBhvr>
                                        <p:cTn id="32" dur="1" fill="hold">
                                          <p:stCondLst>
                                            <p:cond delay="0"/>
                                          </p:stCondLst>
                                        </p:cTn>
                                        <p:tgtEl>
                                          <p:spTgt spid="21">
                                            <p:txEl>
                                              <p:pRg st="0" end="0"/>
                                            </p:txEl>
                                          </p:spTgt>
                                        </p:tgtEl>
                                        <p:attrNameLst>
                                          <p:attrName>style.visibility</p:attrName>
                                        </p:attrNameLst>
                                      </p:cBhvr>
                                      <p:to>
                                        <p:strVal val="visible"/>
                                      </p:to>
                                    </p:set>
                                    <p:animEffect transition="in" filter="fade">
                                      <p:cBhvr>
                                        <p:cTn id="33" dur="500"/>
                                        <p:tgtEl>
                                          <p:spTgt spid="21">
                                            <p:txEl>
                                              <p:pRg st="0" end="0"/>
                                            </p:txEl>
                                          </p:spTgt>
                                        </p:tgtEl>
                                      </p:cBhvr>
                                    </p:animEffect>
                                    <p:anim calcmode="lin" valueType="num">
                                      <p:cBhvr>
                                        <p:cTn id="34" dur="500" fill="hold"/>
                                        <p:tgtEl>
                                          <p:spTgt spid="21">
                                            <p:txEl>
                                              <p:pRg st="0" end="0"/>
                                            </p:txEl>
                                          </p:spTgt>
                                        </p:tgtEl>
                                        <p:attrNameLst>
                                          <p:attrName>ppt_x</p:attrName>
                                        </p:attrNameLst>
                                      </p:cBhvr>
                                      <p:tavLst>
                                        <p:tav tm="0">
                                          <p:val>
                                            <p:strVal val="#ppt_x"/>
                                          </p:val>
                                        </p:tav>
                                        <p:tav tm="100000">
                                          <p:val>
                                            <p:strVal val="#ppt_x"/>
                                          </p:val>
                                        </p:tav>
                                      </p:tavLst>
                                    </p:anim>
                                    <p:anim calcmode="lin" valueType="num">
                                      <p:cBhvr>
                                        <p:cTn id="35" dur="500" fill="hold"/>
                                        <p:tgtEl>
                                          <p:spTgt spid="21">
                                            <p:txEl>
                                              <p:pRg st="0" end="0"/>
                                            </p:txEl>
                                          </p:spTgt>
                                        </p:tgtEl>
                                        <p:attrNameLst>
                                          <p:attrName>ppt_y</p:attrName>
                                        </p:attrNameLst>
                                      </p:cBhvr>
                                      <p:tavLst>
                                        <p:tav tm="0">
                                          <p:val>
                                            <p:strVal val="#ppt_y+.1"/>
                                          </p:val>
                                        </p:tav>
                                        <p:tav tm="100000">
                                          <p:val>
                                            <p:strVal val="#ppt_y"/>
                                          </p:val>
                                        </p:tav>
                                      </p:tavLst>
                                    </p:anim>
                                  </p:childTnLst>
                                </p:cTn>
                              </p:par>
                            </p:childTnLst>
                          </p:cTn>
                        </p:par>
                        <p:par>
                          <p:cTn id="36" fill="hold">
                            <p:stCondLst>
                              <p:cond delay="3000"/>
                            </p:stCondLst>
                            <p:childTnLst>
                              <p:par>
                                <p:cTn id="37" presetID="53" presetClass="entr" presetSubtype="16" fill="hold" grpId="0" nodeType="afterEffect" nodePh="1">
                                  <p:stCondLst>
                                    <p:cond delay="0"/>
                                  </p:stCondLst>
                                  <p:endCondLst>
                                    <p:cond evt="begin" delay="0">
                                      <p:tn val="37"/>
                                    </p:cond>
                                  </p:endCondLst>
                                  <p:childTnLst>
                                    <p:set>
                                      <p:cBhvr>
                                        <p:cTn id="38" dur="1" fill="hold">
                                          <p:stCondLst>
                                            <p:cond delay="0"/>
                                          </p:stCondLst>
                                        </p:cTn>
                                        <p:tgtEl>
                                          <p:spTgt spid="25">
                                            <p:txEl>
                                              <p:pRg st="0" end="0"/>
                                            </p:txEl>
                                          </p:spTgt>
                                        </p:tgtEl>
                                        <p:attrNameLst>
                                          <p:attrName>style.visibility</p:attrName>
                                        </p:attrNameLst>
                                      </p:cBhvr>
                                      <p:to>
                                        <p:strVal val="visible"/>
                                      </p:to>
                                    </p:set>
                                    <p:anim calcmode="lin" valueType="num">
                                      <p:cBhvr>
                                        <p:cTn id="39" dur="500" fill="hold"/>
                                        <p:tgtEl>
                                          <p:spTgt spid="25">
                                            <p:txEl>
                                              <p:pRg st="0" end="0"/>
                                            </p:txEl>
                                          </p:spTgt>
                                        </p:tgtEl>
                                        <p:attrNameLst>
                                          <p:attrName>ppt_w</p:attrName>
                                        </p:attrNameLst>
                                      </p:cBhvr>
                                      <p:tavLst>
                                        <p:tav tm="0">
                                          <p:val>
                                            <p:fltVal val="0"/>
                                          </p:val>
                                        </p:tav>
                                        <p:tav tm="100000">
                                          <p:val>
                                            <p:strVal val="#ppt_w"/>
                                          </p:val>
                                        </p:tav>
                                      </p:tavLst>
                                    </p:anim>
                                    <p:anim calcmode="lin" valueType="num">
                                      <p:cBhvr>
                                        <p:cTn id="40" dur="500" fill="hold"/>
                                        <p:tgtEl>
                                          <p:spTgt spid="25">
                                            <p:txEl>
                                              <p:pRg st="0" end="0"/>
                                            </p:txEl>
                                          </p:spTgt>
                                        </p:tgtEl>
                                        <p:attrNameLst>
                                          <p:attrName>ppt_h</p:attrName>
                                        </p:attrNameLst>
                                      </p:cBhvr>
                                      <p:tavLst>
                                        <p:tav tm="0">
                                          <p:val>
                                            <p:fltVal val="0"/>
                                          </p:val>
                                        </p:tav>
                                        <p:tav tm="100000">
                                          <p:val>
                                            <p:strVal val="#ppt_h"/>
                                          </p:val>
                                        </p:tav>
                                      </p:tavLst>
                                    </p:anim>
                                    <p:animEffect transition="in" filter="fade">
                                      <p:cBhvr>
                                        <p:cTn id="41" dur="500"/>
                                        <p:tgtEl>
                                          <p:spTgt spid="25">
                                            <p:txEl>
                                              <p:pRg st="0" end="0"/>
                                            </p:txEl>
                                          </p:spTgt>
                                        </p:tgtEl>
                                      </p:cBhvr>
                                    </p:animEffect>
                                  </p:childTnLst>
                                </p:cTn>
                              </p:par>
                            </p:childTnLst>
                          </p:cTn>
                        </p:par>
                        <p:par>
                          <p:cTn id="42" fill="hold">
                            <p:stCondLst>
                              <p:cond delay="3500"/>
                            </p:stCondLst>
                            <p:childTnLst>
                              <p:par>
                                <p:cTn id="43" presetID="42" presetClass="entr" presetSubtype="0" fill="hold" grpId="0" nodeType="afterEffect" nodePh="1">
                                  <p:stCondLst>
                                    <p:cond delay="0"/>
                                  </p:stCondLst>
                                  <p:endCondLst>
                                    <p:cond evt="begin" delay="0">
                                      <p:tn val="43"/>
                                    </p:cond>
                                  </p:endCondLst>
                                  <p:childTnLst>
                                    <p:set>
                                      <p:cBhvr>
                                        <p:cTn id="44" dur="1" fill="hold">
                                          <p:stCondLst>
                                            <p:cond delay="0"/>
                                          </p:stCondLst>
                                        </p:cTn>
                                        <p:tgtEl>
                                          <p:spTgt spid="26">
                                            <p:txEl>
                                              <p:pRg st="0" end="0"/>
                                            </p:txEl>
                                          </p:spTgt>
                                        </p:tgtEl>
                                        <p:attrNameLst>
                                          <p:attrName>style.visibility</p:attrName>
                                        </p:attrNameLst>
                                      </p:cBhvr>
                                      <p:to>
                                        <p:strVal val="visible"/>
                                      </p:to>
                                    </p:set>
                                    <p:animEffect transition="in" filter="fade">
                                      <p:cBhvr>
                                        <p:cTn id="45" dur="500"/>
                                        <p:tgtEl>
                                          <p:spTgt spid="26">
                                            <p:txEl>
                                              <p:pRg st="0" end="0"/>
                                            </p:txEl>
                                          </p:spTgt>
                                        </p:tgtEl>
                                      </p:cBhvr>
                                    </p:animEffect>
                                    <p:anim calcmode="lin" valueType="num">
                                      <p:cBhvr>
                                        <p:cTn id="46" dur="500" fill="hold"/>
                                        <p:tgtEl>
                                          <p:spTgt spid="26">
                                            <p:txEl>
                                              <p:pRg st="0" end="0"/>
                                            </p:txEl>
                                          </p:spTgt>
                                        </p:tgtEl>
                                        <p:attrNameLst>
                                          <p:attrName>ppt_x</p:attrName>
                                        </p:attrNameLst>
                                      </p:cBhvr>
                                      <p:tavLst>
                                        <p:tav tm="0">
                                          <p:val>
                                            <p:strVal val="#ppt_x"/>
                                          </p:val>
                                        </p:tav>
                                        <p:tav tm="100000">
                                          <p:val>
                                            <p:strVal val="#ppt_x"/>
                                          </p:val>
                                        </p:tav>
                                      </p:tavLst>
                                    </p:anim>
                                    <p:anim calcmode="lin" valueType="num">
                                      <p:cBhvr>
                                        <p:cTn id="47" dur="500" fill="hold"/>
                                        <p:tgtEl>
                                          <p:spTgt spid="26">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13"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3"/>
                        </p:tgtEl>
                        <p:attrNameLst>
                          <p:attrName>style.visibility</p:attrName>
                        </p:attrNameLst>
                      </p:cBhvr>
                      <p:to>
                        <p:strVal val="visible"/>
                      </p:to>
                    </p:set>
                    <p:anim calcmode="lin" valueType="num">
                      <p:cBhvr>
                        <p:cTn dur="500" fill="hold"/>
                        <p:tgtEl>
                          <p:spTgt spid="13"/>
                        </p:tgtEl>
                        <p:attrNameLst>
                          <p:attrName>ppt_w</p:attrName>
                        </p:attrNameLst>
                      </p:cBhvr>
                      <p:tavLst>
                        <p:tav tm="0">
                          <p:val>
                            <p:fltVal val="0"/>
                          </p:val>
                        </p:tav>
                        <p:tav tm="100000">
                          <p:val>
                            <p:strVal val="#ppt_w"/>
                          </p:val>
                        </p:tav>
                      </p:tavLst>
                    </p:anim>
                    <p:anim calcmode="lin" valueType="num">
                      <p:cBhvr>
                        <p:cTn dur="500" fill="hold"/>
                        <p:tgtEl>
                          <p:spTgt spid="13"/>
                        </p:tgtEl>
                        <p:attrNameLst>
                          <p:attrName>ppt_h</p:attrName>
                        </p:attrNameLst>
                      </p:cBhvr>
                      <p:tavLst>
                        <p:tav tm="0">
                          <p:val>
                            <p:fltVal val="0"/>
                          </p:val>
                        </p:tav>
                        <p:tav tm="100000">
                          <p:val>
                            <p:strVal val="#ppt_h"/>
                          </p:val>
                        </p:tav>
                      </p:tavLst>
                    </p:anim>
                    <p:animEffect transition="in" filter="fade">
                      <p:cBhvr>
                        <p:cTn dur="500"/>
                        <p:tgtEl>
                          <p:spTgt spid="13"/>
                        </p:tgtEl>
                      </p:cBhvr>
                    </p:animEffect>
                  </p:childTnLst>
                </p:cTn>
              </p:par>
            </p:tnLst>
          </p:tmpl>
        </p:tmplLst>
      </p:bldP>
      <p:bldP spid="21"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1"/>
                        </p:tgtEl>
                        <p:attrNameLst>
                          <p:attrName>style.visibility</p:attrName>
                        </p:attrNameLst>
                      </p:cBhvr>
                      <p:to>
                        <p:strVal val="visible"/>
                      </p:to>
                    </p:set>
                    <p:animEffect transition="in" filter="fade">
                      <p:cBhvr>
                        <p:cTn dur="500"/>
                        <p:tgtEl>
                          <p:spTgt spid="21"/>
                        </p:tgtEl>
                      </p:cBhvr>
                    </p:animEffect>
                    <p:anim calcmode="lin" valueType="num">
                      <p:cBhvr>
                        <p:cTn dur="500" fill="hold"/>
                        <p:tgtEl>
                          <p:spTgt spid="21"/>
                        </p:tgtEl>
                        <p:attrNameLst>
                          <p:attrName>ppt_x</p:attrName>
                        </p:attrNameLst>
                      </p:cBhvr>
                      <p:tavLst>
                        <p:tav tm="0">
                          <p:val>
                            <p:strVal val="#ppt_x"/>
                          </p:val>
                        </p:tav>
                        <p:tav tm="100000">
                          <p:val>
                            <p:strVal val="#ppt_x"/>
                          </p:val>
                        </p:tav>
                      </p:tavLst>
                    </p:anim>
                    <p:anim calcmode="lin" valueType="num">
                      <p:cBhvr>
                        <p:cTn dur="500" fill="hold"/>
                        <p:tgtEl>
                          <p:spTgt spid="21"/>
                        </p:tgtEl>
                        <p:attrNameLst>
                          <p:attrName>ppt_y</p:attrName>
                        </p:attrNameLst>
                      </p:cBhvr>
                      <p:tavLst>
                        <p:tav tm="0">
                          <p:val>
                            <p:strVal val="#ppt_y+.1"/>
                          </p:val>
                        </p:tav>
                        <p:tav tm="100000">
                          <p:val>
                            <p:strVal val="#ppt_y"/>
                          </p:val>
                        </p:tav>
                      </p:tavLst>
                    </p:anim>
                  </p:childTnLst>
                </p:cTn>
              </p:par>
            </p:tnLst>
          </p:tmpl>
        </p:tmplLst>
      </p:bldP>
      <p:bldP spid="31" grpId="0" animBg="1"/>
      <p:bldP spid="25"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5"/>
                        </p:tgtEl>
                        <p:attrNameLst>
                          <p:attrName>style.visibility</p:attrName>
                        </p:attrNameLst>
                      </p:cBhvr>
                      <p:to>
                        <p:strVal val="visible"/>
                      </p:to>
                    </p:set>
                    <p:anim calcmode="lin" valueType="num">
                      <p:cBhvr>
                        <p:cTn dur="500" fill="hold"/>
                        <p:tgtEl>
                          <p:spTgt spid="25"/>
                        </p:tgtEl>
                        <p:attrNameLst>
                          <p:attrName>ppt_w</p:attrName>
                        </p:attrNameLst>
                      </p:cBhvr>
                      <p:tavLst>
                        <p:tav tm="0">
                          <p:val>
                            <p:fltVal val="0"/>
                          </p:val>
                        </p:tav>
                        <p:tav tm="100000">
                          <p:val>
                            <p:strVal val="#ppt_w"/>
                          </p:val>
                        </p:tav>
                      </p:tavLst>
                    </p:anim>
                    <p:anim calcmode="lin" valueType="num">
                      <p:cBhvr>
                        <p:cTn dur="500" fill="hold"/>
                        <p:tgtEl>
                          <p:spTgt spid="25"/>
                        </p:tgtEl>
                        <p:attrNameLst>
                          <p:attrName>ppt_h</p:attrName>
                        </p:attrNameLst>
                      </p:cBhvr>
                      <p:tavLst>
                        <p:tav tm="0">
                          <p:val>
                            <p:fltVal val="0"/>
                          </p:val>
                        </p:tav>
                        <p:tav tm="100000">
                          <p:val>
                            <p:strVal val="#ppt_h"/>
                          </p:val>
                        </p:tav>
                      </p:tavLst>
                    </p:anim>
                    <p:animEffect transition="in" filter="fade">
                      <p:cBhvr>
                        <p:cTn dur="500"/>
                        <p:tgtEl>
                          <p:spTgt spid="25"/>
                        </p:tgtEl>
                      </p:cBhvr>
                    </p:animEffect>
                  </p:childTnLst>
                </p:cTn>
              </p:par>
            </p:tnLst>
          </p:tmpl>
        </p:tmplLst>
      </p:bldP>
      <p:bldP spid="26"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6"/>
                        </p:tgtEl>
                        <p:attrNameLst>
                          <p:attrName>style.visibility</p:attrName>
                        </p:attrNameLst>
                      </p:cBhvr>
                      <p:to>
                        <p:strVal val="visible"/>
                      </p:to>
                    </p:set>
                    <p:animEffect transition="in" filter="fade">
                      <p:cBhvr>
                        <p:cTn dur="500"/>
                        <p:tgtEl>
                          <p:spTgt spid="26"/>
                        </p:tgtEl>
                      </p:cBhvr>
                    </p:animEffect>
                    <p:anim calcmode="lin" valueType="num">
                      <p:cBhvr>
                        <p:cTn dur="500" fill="hold"/>
                        <p:tgtEl>
                          <p:spTgt spid="26"/>
                        </p:tgtEl>
                        <p:attrNameLst>
                          <p:attrName>ppt_x</p:attrName>
                        </p:attrNameLst>
                      </p:cBhvr>
                      <p:tavLst>
                        <p:tav tm="0">
                          <p:val>
                            <p:strVal val="#ppt_x"/>
                          </p:val>
                        </p:tav>
                        <p:tav tm="100000">
                          <p:val>
                            <p:strVal val="#ppt_x"/>
                          </p:val>
                        </p:tav>
                      </p:tavLst>
                    </p:anim>
                    <p:anim calcmode="lin" valueType="num">
                      <p:cBhvr>
                        <p:cTn dur="500" fill="hold"/>
                        <p:tgtEl>
                          <p:spTgt spid="26"/>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526.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14" name="Picture Placeholder 7"/>
          <p:cNvSpPr>
            <a:spLocks noGrp="1"/>
          </p:cNvSpPr>
          <p:nvPr>
            <p:ph type="pic" sz="quarter" idx="14" hasCustomPrompt="1"/>
          </p:nvPr>
        </p:nvSpPr>
        <p:spPr>
          <a:xfrm>
            <a:off x="0" y="0"/>
            <a:ext cx="12192000" cy="6858000"/>
          </a:xfrm>
          <a:solidFill>
            <a:schemeClr val="bg1">
              <a:lumMod val="85000"/>
            </a:schemeClr>
          </a:solidFill>
        </p:spPr>
        <p:txBody>
          <a:bodyPr>
            <a:normAutofit/>
          </a:bodyPr>
          <a:lstStyle>
            <a:lvl1pPr>
              <a:defRPr sz="1000" baseline="0"/>
            </a:lvl1pPr>
          </a:lstStyle>
          <a:p>
            <a:r>
              <a:rPr lang="id-ID" dirty="0" smtClean="0"/>
              <a:t>Pic here</a:t>
            </a:r>
            <a:endParaRPr lang="en-AU" dirty="0"/>
          </a:p>
        </p:txBody>
      </p:sp>
      <p:sp>
        <p:nvSpPr>
          <p:cNvPr id="17" name="Picture Placeholder 16"/>
          <p:cNvSpPr>
            <a:spLocks noGrp="1"/>
          </p:cNvSpPr>
          <p:nvPr>
            <p:ph type="pic" sz="quarter" idx="35" hasCustomPrompt="1"/>
          </p:nvPr>
        </p:nvSpPr>
        <p:spPr>
          <a:xfrm>
            <a:off x="-228600" y="-247650"/>
            <a:ext cx="7616332" cy="7296150"/>
          </a:xfrm>
          <a:custGeom>
            <a:avLst/>
            <a:gdLst>
              <a:gd name="connsiteX0" fmla="*/ 0 w 7373178"/>
              <a:gd name="connsiteY0" fmla="*/ 0 h 6858000"/>
              <a:gd name="connsiteX1" fmla="*/ 6921578 w 7373178"/>
              <a:gd name="connsiteY1" fmla="*/ 0 h 6858000"/>
              <a:gd name="connsiteX2" fmla="*/ 6822196 w 7373178"/>
              <a:gd name="connsiteY2" fmla="*/ 188338 h 6858000"/>
              <a:gd name="connsiteX3" fmla="*/ 6788524 w 7373178"/>
              <a:gd name="connsiteY3" fmla="*/ 5808780 h 6858000"/>
              <a:gd name="connsiteX4" fmla="*/ 7247696 w 7373178"/>
              <a:gd name="connsiteY4" fmla="*/ 6667831 h 6858000"/>
              <a:gd name="connsiteX5" fmla="*/ 7373178 w 7373178"/>
              <a:gd name="connsiteY5" fmla="*/ 6858000 h 6858000"/>
              <a:gd name="connsiteX6" fmla="*/ 0 w 7373178"/>
              <a:gd name="connsiteY6"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73178" h="6858000">
                <a:moveTo>
                  <a:pt x="0" y="0"/>
                </a:moveTo>
                <a:lnTo>
                  <a:pt x="6921578" y="0"/>
                </a:lnTo>
                <a:lnTo>
                  <a:pt x="6822196" y="188338"/>
                </a:lnTo>
                <a:cubicBezTo>
                  <a:pt x="6006786" y="1830158"/>
                  <a:pt x="5931281" y="3899984"/>
                  <a:pt x="6788524" y="5808780"/>
                </a:cubicBezTo>
                <a:cubicBezTo>
                  <a:pt x="6923879" y="6110169"/>
                  <a:pt x="7077682" y="6396843"/>
                  <a:pt x="7247696" y="6667831"/>
                </a:cubicBezTo>
                <a:lnTo>
                  <a:pt x="7373178" y="6858000"/>
                </a:lnTo>
                <a:lnTo>
                  <a:pt x="0" y="6858000"/>
                </a:lnTo>
                <a:close/>
              </a:path>
            </a:pathLst>
          </a:custGeom>
          <a:solidFill>
            <a:schemeClr val="accent4">
              <a:alpha val="35000"/>
            </a:schemeClr>
          </a:solidFill>
          <a:ln w="76200">
            <a:solidFill>
              <a:schemeClr val="bg1"/>
            </a:solidFill>
          </a:ln>
        </p:spPr>
        <p:txBody>
          <a:bodyPr wrap="square">
            <a:noAutofit/>
          </a:bodyPr>
          <a:lstStyle>
            <a:lvl1pPr>
              <a:defRPr sz="1000" baseline="0"/>
            </a:lvl1pPr>
          </a:lstStyle>
          <a:p>
            <a:r>
              <a:rPr lang="id-ID" dirty="0" smtClean="0"/>
              <a:t>Pic here</a:t>
            </a:r>
            <a:endParaRPr lang="en-AU" dirty="0"/>
          </a:p>
        </p:txBody>
      </p:sp>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13" name="Text Placeholder 21"/>
          <p:cNvSpPr>
            <a:spLocks noGrp="1"/>
          </p:cNvSpPr>
          <p:nvPr>
            <p:ph type="body" sz="quarter" idx="20"/>
          </p:nvPr>
        </p:nvSpPr>
        <p:spPr>
          <a:xfrm>
            <a:off x="8303907" y="5417740"/>
            <a:ext cx="2492492" cy="256811"/>
          </a:xfrm>
        </p:spPr>
        <p:txBody>
          <a:bodyPr>
            <a:noAutofit/>
          </a:bodyPr>
          <a:lstStyle>
            <a:lvl1pPr algn="ctr">
              <a:defRPr sz="14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1" name="Text Placeholder 21"/>
          <p:cNvSpPr>
            <a:spLocks noGrp="1"/>
          </p:cNvSpPr>
          <p:nvPr>
            <p:ph type="body" sz="quarter" idx="29"/>
          </p:nvPr>
        </p:nvSpPr>
        <p:spPr>
          <a:xfrm>
            <a:off x="8303907" y="5695416"/>
            <a:ext cx="2492492" cy="330467"/>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5" name="Text Placeholder 21"/>
          <p:cNvSpPr>
            <a:spLocks noGrp="1"/>
          </p:cNvSpPr>
          <p:nvPr>
            <p:ph type="body" sz="quarter" idx="34"/>
          </p:nvPr>
        </p:nvSpPr>
        <p:spPr>
          <a:xfrm>
            <a:off x="479425" y="2048885"/>
            <a:ext cx="5616575" cy="360363"/>
          </a:xfrm>
        </p:spPr>
        <p:txBody>
          <a:bodyPr/>
          <a:lstStyle>
            <a:lvl1pP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6" name="Text Placeholder 21"/>
          <p:cNvSpPr>
            <a:spLocks noGrp="1"/>
          </p:cNvSpPr>
          <p:nvPr>
            <p:ph type="body" sz="quarter" idx="21"/>
          </p:nvPr>
        </p:nvSpPr>
        <p:spPr>
          <a:xfrm>
            <a:off x="479425" y="2457996"/>
            <a:ext cx="5616575" cy="1285330"/>
          </a:xfrm>
        </p:spPr>
        <p:txBody>
          <a:bodyPr>
            <a:normAutofit/>
          </a:bodyPr>
          <a:lstStyle>
            <a:lvl1pP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Tree>
    <p:extLst>
      <p:ext uri="{BB962C8B-B14F-4D97-AF65-F5344CB8AC3E}">
        <p14:creationId xmlns:p14="http://schemas.microsoft.com/office/powerpoint/2010/main" val="222655379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53" presetClass="entr" presetSubtype="16" fill="hold" grpId="0" nodeType="afterEffect">
                                  <p:stCondLst>
                                    <p:cond delay="0"/>
                                  </p:stCondLst>
                                  <p:childTnLst>
                                    <p:set>
                                      <p:cBhvr>
                                        <p:cTn id="20" dur="1" fill="hold">
                                          <p:stCondLst>
                                            <p:cond delay="0"/>
                                          </p:stCondLst>
                                        </p:cTn>
                                        <p:tgtEl>
                                          <p:spTgt spid="14"/>
                                        </p:tgtEl>
                                        <p:attrNameLst>
                                          <p:attrName>style.visibility</p:attrName>
                                        </p:attrNameLst>
                                      </p:cBhvr>
                                      <p:to>
                                        <p:strVal val="visible"/>
                                      </p:to>
                                    </p:set>
                                    <p:anim calcmode="lin" valueType="num">
                                      <p:cBhvr>
                                        <p:cTn id="21" dur="500" fill="hold"/>
                                        <p:tgtEl>
                                          <p:spTgt spid="14"/>
                                        </p:tgtEl>
                                        <p:attrNameLst>
                                          <p:attrName>ppt_w</p:attrName>
                                        </p:attrNameLst>
                                      </p:cBhvr>
                                      <p:tavLst>
                                        <p:tav tm="0">
                                          <p:val>
                                            <p:fltVal val="0"/>
                                          </p:val>
                                        </p:tav>
                                        <p:tav tm="100000">
                                          <p:val>
                                            <p:strVal val="#ppt_w"/>
                                          </p:val>
                                        </p:tav>
                                      </p:tavLst>
                                    </p:anim>
                                    <p:anim calcmode="lin" valueType="num">
                                      <p:cBhvr>
                                        <p:cTn id="22" dur="500" fill="hold"/>
                                        <p:tgtEl>
                                          <p:spTgt spid="14"/>
                                        </p:tgtEl>
                                        <p:attrNameLst>
                                          <p:attrName>ppt_h</p:attrName>
                                        </p:attrNameLst>
                                      </p:cBhvr>
                                      <p:tavLst>
                                        <p:tav tm="0">
                                          <p:val>
                                            <p:fltVal val="0"/>
                                          </p:val>
                                        </p:tav>
                                        <p:tav tm="100000">
                                          <p:val>
                                            <p:strVal val="#ppt_h"/>
                                          </p:val>
                                        </p:tav>
                                      </p:tavLst>
                                    </p:anim>
                                    <p:animEffect transition="in" filter="fade">
                                      <p:cBhvr>
                                        <p:cTn id="23" dur="500"/>
                                        <p:tgtEl>
                                          <p:spTgt spid="14"/>
                                        </p:tgtEl>
                                      </p:cBhvr>
                                    </p:animEffect>
                                  </p:childTnLst>
                                </p:cTn>
                              </p:par>
                            </p:childTnLst>
                          </p:cTn>
                        </p:par>
                        <p:par>
                          <p:cTn id="24" fill="hold">
                            <p:stCondLst>
                              <p:cond delay="2000"/>
                            </p:stCondLst>
                            <p:childTnLst>
                              <p:par>
                                <p:cTn id="25" presetID="22" presetClass="entr" presetSubtype="8" fill="hold" grpId="0" nodeType="afterEffect">
                                  <p:stCondLst>
                                    <p:cond delay="0"/>
                                  </p:stCondLst>
                                  <p:childTnLst>
                                    <p:set>
                                      <p:cBhvr>
                                        <p:cTn id="26" dur="1" fill="hold">
                                          <p:stCondLst>
                                            <p:cond delay="0"/>
                                          </p:stCondLst>
                                        </p:cTn>
                                        <p:tgtEl>
                                          <p:spTgt spid="17"/>
                                        </p:tgtEl>
                                        <p:attrNameLst>
                                          <p:attrName>style.visibility</p:attrName>
                                        </p:attrNameLst>
                                      </p:cBhvr>
                                      <p:to>
                                        <p:strVal val="visible"/>
                                      </p:to>
                                    </p:set>
                                    <p:animEffect transition="in" filter="wipe(left)">
                                      <p:cBhvr>
                                        <p:cTn id="27" dur="500"/>
                                        <p:tgtEl>
                                          <p:spTgt spid="17"/>
                                        </p:tgtEl>
                                      </p:cBhvr>
                                    </p:animEffect>
                                  </p:childTnLst>
                                </p:cTn>
                              </p:par>
                            </p:childTnLst>
                          </p:cTn>
                        </p:par>
                        <p:par>
                          <p:cTn id="28" fill="hold">
                            <p:stCondLst>
                              <p:cond delay="2500"/>
                            </p:stCondLst>
                            <p:childTnLst>
                              <p:par>
                                <p:cTn id="29" presetID="53" presetClass="entr" presetSubtype="16" fill="hold" grpId="0" nodeType="afterEffect" nodePh="1">
                                  <p:stCondLst>
                                    <p:cond delay="0"/>
                                  </p:stCondLst>
                                  <p:endCondLst>
                                    <p:cond evt="begin" delay="0">
                                      <p:tn val="29"/>
                                    </p:cond>
                                  </p:endCondLst>
                                  <p:childTnLst>
                                    <p:set>
                                      <p:cBhvr>
                                        <p:cTn id="30" dur="1" fill="hold">
                                          <p:stCondLst>
                                            <p:cond delay="0"/>
                                          </p:stCondLst>
                                        </p:cTn>
                                        <p:tgtEl>
                                          <p:spTgt spid="13">
                                            <p:txEl>
                                              <p:pRg st="0" end="0"/>
                                            </p:txEl>
                                          </p:spTgt>
                                        </p:tgtEl>
                                        <p:attrNameLst>
                                          <p:attrName>style.visibility</p:attrName>
                                        </p:attrNameLst>
                                      </p:cBhvr>
                                      <p:to>
                                        <p:strVal val="visible"/>
                                      </p:to>
                                    </p:set>
                                    <p:anim calcmode="lin" valueType="num">
                                      <p:cBhvr>
                                        <p:cTn id="31" dur="500" fill="hold"/>
                                        <p:tgtEl>
                                          <p:spTgt spid="13">
                                            <p:txEl>
                                              <p:pRg st="0" end="0"/>
                                            </p:txEl>
                                          </p:spTgt>
                                        </p:tgtEl>
                                        <p:attrNameLst>
                                          <p:attrName>ppt_w</p:attrName>
                                        </p:attrNameLst>
                                      </p:cBhvr>
                                      <p:tavLst>
                                        <p:tav tm="0">
                                          <p:val>
                                            <p:fltVal val="0"/>
                                          </p:val>
                                        </p:tav>
                                        <p:tav tm="100000">
                                          <p:val>
                                            <p:strVal val="#ppt_w"/>
                                          </p:val>
                                        </p:tav>
                                      </p:tavLst>
                                    </p:anim>
                                    <p:anim calcmode="lin" valueType="num">
                                      <p:cBhvr>
                                        <p:cTn id="32" dur="500" fill="hold"/>
                                        <p:tgtEl>
                                          <p:spTgt spid="13">
                                            <p:txEl>
                                              <p:pRg st="0" end="0"/>
                                            </p:txEl>
                                          </p:spTgt>
                                        </p:tgtEl>
                                        <p:attrNameLst>
                                          <p:attrName>ppt_h</p:attrName>
                                        </p:attrNameLst>
                                      </p:cBhvr>
                                      <p:tavLst>
                                        <p:tav tm="0">
                                          <p:val>
                                            <p:fltVal val="0"/>
                                          </p:val>
                                        </p:tav>
                                        <p:tav tm="100000">
                                          <p:val>
                                            <p:strVal val="#ppt_h"/>
                                          </p:val>
                                        </p:tav>
                                      </p:tavLst>
                                    </p:anim>
                                    <p:animEffect transition="in" filter="fade">
                                      <p:cBhvr>
                                        <p:cTn id="33" dur="500"/>
                                        <p:tgtEl>
                                          <p:spTgt spid="13">
                                            <p:txEl>
                                              <p:pRg st="0" end="0"/>
                                            </p:txEl>
                                          </p:spTgt>
                                        </p:tgtEl>
                                      </p:cBhvr>
                                    </p:animEffect>
                                  </p:childTnLst>
                                </p:cTn>
                              </p:par>
                            </p:childTnLst>
                          </p:cTn>
                        </p:par>
                        <p:par>
                          <p:cTn id="34" fill="hold">
                            <p:stCondLst>
                              <p:cond delay="3000"/>
                            </p:stCondLst>
                            <p:childTnLst>
                              <p:par>
                                <p:cTn id="35" presetID="42" presetClass="entr" presetSubtype="0" fill="hold" grpId="0" nodeType="afterEffect" nodePh="1">
                                  <p:stCondLst>
                                    <p:cond delay="0"/>
                                  </p:stCondLst>
                                  <p:endCondLst>
                                    <p:cond evt="begin" delay="0">
                                      <p:tn val="35"/>
                                    </p:cond>
                                  </p:endCondLst>
                                  <p:childTnLst>
                                    <p:set>
                                      <p:cBhvr>
                                        <p:cTn id="36" dur="1" fill="hold">
                                          <p:stCondLst>
                                            <p:cond delay="0"/>
                                          </p:stCondLst>
                                        </p:cTn>
                                        <p:tgtEl>
                                          <p:spTgt spid="21">
                                            <p:txEl>
                                              <p:pRg st="0" end="0"/>
                                            </p:txEl>
                                          </p:spTgt>
                                        </p:tgtEl>
                                        <p:attrNameLst>
                                          <p:attrName>style.visibility</p:attrName>
                                        </p:attrNameLst>
                                      </p:cBhvr>
                                      <p:to>
                                        <p:strVal val="visible"/>
                                      </p:to>
                                    </p:set>
                                    <p:animEffect transition="in" filter="fade">
                                      <p:cBhvr>
                                        <p:cTn id="37" dur="500"/>
                                        <p:tgtEl>
                                          <p:spTgt spid="21">
                                            <p:txEl>
                                              <p:pRg st="0" end="0"/>
                                            </p:txEl>
                                          </p:spTgt>
                                        </p:tgtEl>
                                      </p:cBhvr>
                                    </p:animEffect>
                                    <p:anim calcmode="lin" valueType="num">
                                      <p:cBhvr>
                                        <p:cTn id="38" dur="500" fill="hold"/>
                                        <p:tgtEl>
                                          <p:spTgt spid="21">
                                            <p:txEl>
                                              <p:pRg st="0" end="0"/>
                                            </p:txEl>
                                          </p:spTgt>
                                        </p:tgtEl>
                                        <p:attrNameLst>
                                          <p:attrName>ppt_x</p:attrName>
                                        </p:attrNameLst>
                                      </p:cBhvr>
                                      <p:tavLst>
                                        <p:tav tm="0">
                                          <p:val>
                                            <p:strVal val="#ppt_x"/>
                                          </p:val>
                                        </p:tav>
                                        <p:tav tm="100000">
                                          <p:val>
                                            <p:strVal val="#ppt_x"/>
                                          </p:val>
                                        </p:tav>
                                      </p:tavLst>
                                    </p:anim>
                                    <p:anim calcmode="lin" valueType="num">
                                      <p:cBhvr>
                                        <p:cTn id="39" dur="500" fill="hold"/>
                                        <p:tgtEl>
                                          <p:spTgt spid="21">
                                            <p:txEl>
                                              <p:pRg st="0" end="0"/>
                                            </p:txEl>
                                          </p:spTgt>
                                        </p:tgtEl>
                                        <p:attrNameLst>
                                          <p:attrName>ppt_y</p:attrName>
                                        </p:attrNameLst>
                                      </p:cBhvr>
                                      <p:tavLst>
                                        <p:tav tm="0">
                                          <p:val>
                                            <p:strVal val="#ppt_y+.1"/>
                                          </p:val>
                                        </p:tav>
                                        <p:tav tm="100000">
                                          <p:val>
                                            <p:strVal val="#ppt_y"/>
                                          </p:val>
                                        </p:tav>
                                      </p:tavLst>
                                    </p:anim>
                                  </p:childTnLst>
                                </p:cTn>
                              </p:par>
                            </p:childTnLst>
                          </p:cTn>
                        </p:par>
                        <p:par>
                          <p:cTn id="40" fill="hold">
                            <p:stCondLst>
                              <p:cond delay="3500"/>
                            </p:stCondLst>
                            <p:childTnLst>
                              <p:par>
                                <p:cTn id="41" presetID="53" presetClass="entr" presetSubtype="16" fill="hold" grpId="0" nodeType="afterEffect" nodePh="1">
                                  <p:stCondLst>
                                    <p:cond delay="0"/>
                                  </p:stCondLst>
                                  <p:endCondLst>
                                    <p:cond evt="begin" delay="0">
                                      <p:tn val="41"/>
                                    </p:cond>
                                  </p:endCondLst>
                                  <p:childTnLst>
                                    <p:set>
                                      <p:cBhvr>
                                        <p:cTn id="42" dur="1" fill="hold">
                                          <p:stCondLst>
                                            <p:cond delay="0"/>
                                          </p:stCondLst>
                                        </p:cTn>
                                        <p:tgtEl>
                                          <p:spTgt spid="25">
                                            <p:txEl>
                                              <p:pRg st="0" end="0"/>
                                            </p:txEl>
                                          </p:spTgt>
                                        </p:tgtEl>
                                        <p:attrNameLst>
                                          <p:attrName>style.visibility</p:attrName>
                                        </p:attrNameLst>
                                      </p:cBhvr>
                                      <p:to>
                                        <p:strVal val="visible"/>
                                      </p:to>
                                    </p:set>
                                    <p:anim calcmode="lin" valueType="num">
                                      <p:cBhvr>
                                        <p:cTn id="43" dur="500" fill="hold"/>
                                        <p:tgtEl>
                                          <p:spTgt spid="25">
                                            <p:txEl>
                                              <p:pRg st="0" end="0"/>
                                            </p:txEl>
                                          </p:spTgt>
                                        </p:tgtEl>
                                        <p:attrNameLst>
                                          <p:attrName>ppt_w</p:attrName>
                                        </p:attrNameLst>
                                      </p:cBhvr>
                                      <p:tavLst>
                                        <p:tav tm="0">
                                          <p:val>
                                            <p:fltVal val="0"/>
                                          </p:val>
                                        </p:tav>
                                        <p:tav tm="100000">
                                          <p:val>
                                            <p:strVal val="#ppt_w"/>
                                          </p:val>
                                        </p:tav>
                                      </p:tavLst>
                                    </p:anim>
                                    <p:anim calcmode="lin" valueType="num">
                                      <p:cBhvr>
                                        <p:cTn id="44" dur="500" fill="hold"/>
                                        <p:tgtEl>
                                          <p:spTgt spid="25">
                                            <p:txEl>
                                              <p:pRg st="0" end="0"/>
                                            </p:txEl>
                                          </p:spTgt>
                                        </p:tgtEl>
                                        <p:attrNameLst>
                                          <p:attrName>ppt_h</p:attrName>
                                        </p:attrNameLst>
                                      </p:cBhvr>
                                      <p:tavLst>
                                        <p:tav tm="0">
                                          <p:val>
                                            <p:fltVal val="0"/>
                                          </p:val>
                                        </p:tav>
                                        <p:tav tm="100000">
                                          <p:val>
                                            <p:strVal val="#ppt_h"/>
                                          </p:val>
                                        </p:tav>
                                      </p:tavLst>
                                    </p:anim>
                                    <p:animEffect transition="in" filter="fade">
                                      <p:cBhvr>
                                        <p:cTn id="45" dur="500"/>
                                        <p:tgtEl>
                                          <p:spTgt spid="25">
                                            <p:txEl>
                                              <p:pRg st="0" end="0"/>
                                            </p:txEl>
                                          </p:spTgt>
                                        </p:tgtEl>
                                      </p:cBhvr>
                                    </p:animEffect>
                                  </p:childTnLst>
                                </p:cTn>
                              </p:par>
                            </p:childTnLst>
                          </p:cTn>
                        </p:par>
                        <p:par>
                          <p:cTn id="46" fill="hold">
                            <p:stCondLst>
                              <p:cond delay="4000"/>
                            </p:stCondLst>
                            <p:childTnLst>
                              <p:par>
                                <p:cTn id="47" presetID="42" presetClass="entr" presetSubtype="0" fill="hold" grpId="0" nodeType="afterEffect" nodePh="1">
                                  <p:stCondLst>
                                    <p:cond delay="0"/>
                                  </p:stCondLst>
                                  <p:endCondLst>
                                    <p:cond evt="begin" delay="0">
                                      <p:tn val="47"/>
                                    </p:cond>
                                  </p:endCondLst>
                                  <p:childTnLst>
                                    <p:set>
                                      <p:cBhvr>
                                        <p:cTn id="48" dur="1" fill="hold">
                                          <p:stCondLst>
                                            <p:cond delay="0"/>
                                          </p:stCondLst>
                                        </p:cTn>
                                        <p:tgtEl>
                                          <p:spTgt spid="26">
                                            <p:txEl>
                                              <p:pRg st="0" end="0"/>
                                            </p:txEl>
                                          </p:spTgt>
                                        </p:tgtEl>
                                        <p:attrNameLst>
                                          <p:attrName>style.visibility</p:attrName>
                                        </p:attrNameLst>
                                      </p:cBhvr>
                                      <p:to>
                                        <p:strVal val="visible"/>
                                      </p:to>
                                    </p:set>
                                    <p:animEffect transition="in" filter="fade">
                                      <p:cBhvr>
                                        <p:cTn id="49" dur="500"/>
                                        <p:tgtEl>
                                          <p:spTgt spid="26">
                                            <p:txEl>
                                              <p:pRg st="0" end="0"/>
                                            </p:txEl>
                                          </p:spTgt>
                                        </p:tgtEl>
                                      </p:cBhvr>
                                    </p:animEffect>
                                    <p:anim calcmode="lin" valueType="num">
                                      <p:cBhvr>
                                        <p:cTn id="50" dur="500" fill="hold"/>
                                        <p:tgtEl>
                                          <p:spTgt spid="26">
                                            <p:txEl>
                                              <p:pRg st="0" end="0"/>
                                            </p:txEl>
                                          </p:spTgt>
                                        </p:tgtEl>
                                        <p:attrNameLst>
                                          <p:attrName>ppt_x</p:attrName>
                                        </p:attrNameLst>
                                      </p:cBhvr>
                                      <p:tavLst>
                                        <p:tav tm="0">
                                          <p:val>
                                            <p:strVal val="#ppt_x"/>
                                          </p:val>
                                        </p:tav>
                                        <p:tav tm="100000">
                                          <p:val>
                                            <p:strVal val="#ppt_x"/>
                                          </p:val>
                                        </p:tav>
                                      </p:tavLst>
                                    </p:anim>
                                    <p:anim calcmode="lin" valueType="num">
                                      <p:cBhvr>
                                        <p:cTn id="51" dur="500" fill="hold"/>
                                        <p:tgtEl>
                                          <p:spTgt spid="26">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7" grpId="0" animBg="1"/>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13"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3"/>
                        </p:tgtEl>
                        <p:attrNameLst>
                          <p:attrName>style.visibility</p:attrName>
                        </p:attrNameLst>
                      </p:cBhvr>
                      <p:to>
                        <p:strVal val="visible"/>
                      </p:to>
                    </p:set>
                    <p:anim calcmode="lin" valueType="num">
                      <p:cBhvr>
                        <p:cTn dur="500" fill="hold"/>
                        <p:tgtEl>
                          <p:spTgt spid="13"/>
                        </p:tgtEl>
                        <p:attrNameLst>
                          <p:attrName>ppt_w</p:attrName>
                        </p:attrNameLst>
                      </p:cBhvr>
                      <p:tavLst>
                        <p:tav tm="0">
                          <p:val>
                            <p:fltVal val="0"/>
                          </p:val>
                        </p:tav>
                        <p:tav tm="100000">
                          <p:val>
                            <p:strVal val="#ppt_w"/>
                          </p:val>
                        </p:tav>
                      </p:tavLst>
                    </p:anim>
                    <p:anim calcmode="lin" valueType="num">
                      <p:cBhvr>
                        <p:cTn dur="500" fill="hold"/>
                        <p:tgtEl>
                          <p:spTgt spid="13"/>
                        </p:tgtEl>
                        <p:attrNameLst>
                          <p:attrName>ppt_h</p:attrName>
                        </p:attrNameLst>
                      </p:cBhvr>
                      <p:tavLst>
                        <p:tav tm="0">
                          <p:val>
                            <p:fltVal val="0"/>
                          </p:val>
                        </p:tav>
                        <p:tav tm="100000">
                          <p:val>
                            <p:strVal val="#ppt_h"/>
                          </p:val>
                        </p:tav>
                      </p:tavLst>
                    </p:anim>
                    <p:animEffect transition="in" filter="fade">
                      <p:cBhvr>
                        <p:cTn dur="500"/>
                        <p:tgtEl>
                          <p:spTgt spid="13"/>
                        </p:tgtEl>
                      </p:cBhvr>
                    </p:animEffect>
                  </p:childTnLst>
                </p:cTn>
              </p:par>
            </p:tnLst>
          </p:tmpl>
        </p:tmplLst>
      </p:bldP>
      <p:bldP spid="21"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1"/>
                        </p:tgtEl>
                        <p:attrNameLst>
                          <p:attrName>style.visibility</p:attrName>
                        </p:attrNameLst>
                      </p:cBhvr>
                      <p:to>
                        <p:strVal val="visible"/>
                      </p:to>
                    </p:set>
                    <p:animEffect transition="in" filter="fade">
                      <p:cBhvr>
                        <p:cTn dur="500"/>
                        <p:tgtEl>
                          <p:spTgt spid="21"/>
                        </p:tgtEl>
                      </p:cBhvr>
                    </p:animEffect>
                    <p:anim calcmode="lin" valueType="num">
                      <p:cBhvr>
                        <p:cTn dur="500" fill="hold"/>
                        <p:tgtEl>
                          <p:spTgt spid="21"/>
                        </p:tgtEl>
                        <p:attrNameLst>
                          <p:attrName>ppt_x</p:attrName>
                        </p:attrNameLst>
                      </p:cBhvr>
                      <p:tavLst>
                        <p:tav tm="0">
                          <p:val>
                            <p:strVal val="#ppt_x"/>
                          </p:val>
                        </p:tav>
                        <p:tav tm="100000">
                          <p:val>
                            <p:strVal val="#ppt_x"/>
                          </p:val>
                        </p:tav>
                      </p:tavLst>
                    </p:anim>
                    <p:anim calcmode="lin" valueType="num">
                      <p:cBhvr>
                        <p:cTn dur="500" fill="hold"/>
                        <p:tgtEl>
                          <p:spTgt spid="21"/>
                        </p:tgtEl>
                        <p:attrNameLst>
                          <p:attrName>ppt_y</p:attrName>
                        </p:attrNameLst>
                      </p:cBhvr>
                      <p:tavLst>
                        <p:tav tm="0">
                          <p:val>
                            <p:strVal val="#ppt_y+.1"/>
                          </p:val>
                        </p:tav>
                        <p:tav tm="100000">
                          <p:val>
                            <p:strVal val="#ppt_y"/>
                          </p:val>
                        </p:tav>
                      </p:tavLst>
                    </p:anim>
                  </p:childTnLst>
                </p:cTn>
              </p:par>
            </p:tnLst>
          </p:tmpl>
        </p:tmplLst>
      </p:bldP>
      <p:bldP spid="25"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5"/>
                        </p:tgtEl>
                        <p:attrNameLst>
                          <p:attrName>style.visibility</p:attrName>
                        </p:attrNameLst>
                      </p:cBhvr>
                      <p:to>
                        <p:strVal val="visible"/>
                      </p:to>
                    </p:set>
                    <p:anim calcmode="lin" valueType="num">
                      <p:cBhvr>
                        <p:cTn dur="500" fill="hold"/>
                        <p:tgtEl>
                          <p:spTgt spid="25"/>
                        </p:tgtEl>
                        <p:attrNameLst>
                          <p:attrName>ppt_w</p:attrName>
                        </p:attrNameLst>
                      </p:cBhvr>
                      <p:tavLst>
                        <p:tav tm="0">
                          <p:val>
                            <p:fltVal val="0"/>
                          </p:val>
                        </p:tav>
                        <p:tav tm="100000">
                          <p:val>
                            <p:strVal val="#ppt_w"/>
                          </p:val>
                        </p:tav>
                      </p:tavLst>
                    </p:anim>
                    <p:anim calcmode="lin" valueType="num">
                      <p:cBhvr>
                        <p:cTn dur="500" fill="hold"/>
                        <p:tgtEl>
                          <p:spTgt spid="25"/>
                        </p:tgtEl>
                        <p:attrNameLst>
                          <p:attrName>ppt_h</p:attrName>
                        </p:attrNameLst>
                      </p:cBhvr>
                      <p:tavLst>
                        <p:tav tm="0">
                          <p:val>
                            <p:fltVal val="0"/>
                          </p:val>
                        </p:tav>
                        <p:tav tm="100000">
                          <p:val>
                            <p:strVal val="#ppt_h"/>
                          </p:val>
                        </p:tav>
                      </p:tavLst>
                    </p:anim>
                    <p:animEffect transition="in" filter="fade">
                      <p:cBhvr>
                        <p:cTn dur="500"/>
                        <p:tgtEl>
                          <p:spTgt spid="25"/>
                        </p:tgtEl>
                      </p:cBhvr>
                    </p:animEffect>
                  </p:childTnLst>
                </p:cTn>
              </p:par>
            </p:tnLst>
          </p:tmpl>
        </p:tmplLst>
      </p:bldP>
      <p:bldP spid="26"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6"/>
                        </p:tgtEl>
                        <p:attrNameLst>
                          <p:attrName>style.visibility</p:attrName>
                        </p:attrNameLst>
                      </p:cBhvr>
                      <p:to>
                        <p:strVal val="visible"/>
                      </p:to>
                    </p:set>
                    <p:animEffect transition="in" filter="fade">
                      <p:cBhvr>
                        <p:cTn dur="500"/>
                        <p:tgtEl>
                          <p:spTgt spid="26"/>
                        </p:tgtEl>
                      </p:cBhvr>
                    </p:animEffect>
                    <p:anim calcmode="lin" valueType="num">
                      <p:cBhvr>
                        <p:cTn dur="500" fill="hold"/>
                        <p:tgtEl>
                          <p:spTgt spid="26"/>
                        </p:tgtEl>
                        <p:attrNameLst>
                          <p:attrName>ppt_x</p:attrName>
                        </p:attrNameLst>
                      </p:cBhvr>
                      <p:tavLst>
                        <p:tav tm="0">
                          <p:val>
                            <p:strVal val="#ppt_x"/>
                          </p:val>
                        </p:tav>
                        <p:tav tm="100000">
                          <p:val>
                            <p:strVal val="#ppt_x"/>
                          </p:val>
                        </p:tav>
                      </p:tavLst>
                    </p:anim>
                    <p:anim calcmode="lin" valueType="num">
                      <p:cBhvr>
                        <p:cTn dur="500" fill="hold"/>
                        <p:tgtEl>
                          <p:spTgt spid="26"/>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527.xml><?xml version="1.0" encoding="utf-8"?>
<p:sldLayout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39" name="Picture Placeholder 38"/>
          <p:cNvSpPr>
            <a:spLocks noGrp="1"/>
          </p:cNvSpPr>
          <p:nvPr>
            <p:ph type="pic" sz="quarter" idx="14"/>
          </p:nvPr>
        </p:nvSpPr>
        <p:spPr>
          <a:xfrm>
            <a:off x="1031972" y="2625206"/>
            <a:ext cx="1919046" cy="1872751"/>
          </a:xfrm>
          <a:custGeom>
            <a:avLst/>
            <a:gdLst>
              <a:gd name="connsiteX0" fmla="*/ 661920 w 1782809"/>
              <a:gd name="connsiteY0" fmla="*/ 0 h 1739801"/>
              <a:gd name="connsiteX1" fmla="*/ 872621 w 1782809"/>
              <a:gd name="connsiteY1" fmla="*/ 112029 h 1739801"/>
              <a:gd name="connsiteX2" fmla="*/ 878174 w 1782809"/>
              <a:gd name="connsiteY2" fmla="*/ 122259 h 1739801"/>
              <a:gd name="connsiteX3" fmla="*/ 888662 w 1782809"/>
              <a:gd name="connsiteY3" fmla="*/ 120659 h 1739801"/>
              <a:gd name="connsiteX4" fmla="*/ 965961 w 1782809"/>
              <a:gd name="connsiteY4" fmla="*/ 116755 h 1739801"/>
              <a:gd name="connsiteX5" fmla="*/ 1326326 w 1782809"/>
              <a:gd name="connsiteY5" fmla="*/ 208003 h 1739801"/>
              <a:gd name="connsiteX6" fmla="*/ 1367203 w 1782809"/>
              <a:gd name="connsiteY6" fmla="*/ 232837 h 1739801"/>
              <a:gd name="connsiteX7" fmla="*/ 1376243 w 1782809"/>
              <a:gd name="connsiteY7" fmla="*/ 225379 h 1739801"/>
              <a:gd name="connsiteX8" fmla="*/ 1518310 w 1782809"/>
              <a:gd name="connsiteY8" fmla="*/ 181983 h 1739801"/>
              <a:gd name="connsiteX9" fmla="*/ 1772407 w 1782809"/>
              <a:gd name="connsiteY9" fmla="*/ 436079 h 1739801"/>
              <a:gd name="connsiteX10" fmla="*/ 1697983 w 1782809"/>
              <a:gd name="connsiteY10" fmla="*/ 615753 h 1739801"/>
              <a:gd name="connsiteX11" fmla="*/ 1681257 w 1782809"/>
              <a:gd name="connsiteY11" fmla="*/ 629554 h 1739801"/>
              <a:gd name="connsiteX12" fmla="*/ 1687993 w 1782809"/>
              <a:gd name="connsiteY12" fmla="*/ 647960 h 1739801"/>
              <a:gd name="connsiteX13" fmla="*/ 1721982 w 1782809"/>
              <a:gd name="connsiteY13" fmla="*/ 872777 h 1739801"/>
              <a:gd name="connsiteX14" fmla="*/ 1718079 w 1782809"/>
              <a:gd name="connsiteY14" fmla="*/ 950076 h 1739801"/>
              <a:gd name="connsiteX15" fmla="*/ 1708911 w 1782809"/>
              <a:gd name="connsiteY15" fmla="*/ 1010143 h 1739801"/>
              <a:gd name="connsiteX16" fmla="*/ 1739413 w 1782809"/>
              <a:gd name="connsiteY16" fmla="*/ 1047112 h 1739801"/>
              <a:gd name="connsiteX17" fmla="*/ 1782809 w 1782809"/>
              <a:gd name="connsiteY17" fmla="*/ 1189180 h 1739801"/>
              <a:gd name="connsiteX18" fmla="*/ 1528713 w 1782809"/>
              <a:gd name="connsiteY18" fmla="*/ 1443276 h 1739801"/>
              <a:gd name="connsiteX19" fmla="*/ 1477504 w 1782809"/>
              <a:gd name="connsiteY19" fmla="*/ 1438114 h 1739801"/>
              <a:gd name="connsiteX20" fmla="*/ 1469464 w 1782809"/>
              <a:gd name="connsiteY20" fmla="*/ 1435618 h 1739801"/>
              <a:gd name="connsiteX21" fmla="*/ 1446861 w 1782809"/>
              <a:gd name="connsiteY21" fmla="*/ 1456160 h 1739801"/>
              <a:gd name="connsiteX22" fmla="*/ 1033711 w 1782809"/>
              <a:gd name="connsiteY22" fmla="*/ 1625805 h 1739801"/>
              <a:gd name="connsiteX23" fmla="*/ 972376 w 1782809"/>
              <a:gd name="connsiteY23" fmla="*/ 1628515 h 1739801"/>
              <a:gd name="connsiteX24" fmla="*/ 941962 w 1782809"/>
              <a:gd name="connsiteY24" fmla="*/ 1665378 h 1739801"/>
              <a:gd name="connsiteX25" fmla="*/ 762288 w 1782809"/>
              <a:gd name="connsiteY25" fmla="*/ 1739801 h 1739801"/>
              <a:gd name="connsiteX26" fmla="*/ 508192 w 1782809"/>
              <a:gd name="connsiteY26" fmla="*/ 1485705 h 1739801"/>
              <a:gd name="connsiteX27" fmla="*/ 509460 w 1782809"/>
              <a:gd name="connsiteY27" fmla="*/ 1473124 h 1739801"/>
              <a:gd name="connsiteX28" fmla="*/ 457628 w 1782809"/>
              <a:gd name="connsiteY28" fmla="*/ 1432399 h 1739801"/>
              <a:gd name="connsiteX29" fmla="*/ 269351 w 1782809"/>
              <a:gd name="connsiteY29" fmla="*/ 1167055 h 1739801"/>
              <a:gd name="connsiteX30" fmla="*/ 256837 w 1782809"/>
              <a:gd name="connsiteY30" fmla="*/ 1132864 h 1739801"/>
              <a:gd name="connsiteX31" fmla="*/ 254096 w 1782809"/>
              <a:gd name="connsiteY31" fmla="*/ 1133141 h 1739801"/>
              <a:gd name="connsiteX32" fmla="*/ 0 w 1782809"/>
              <a:gd name="connsiteY32" fmla="*/ 879044 h 1739801"/>
              <a:gd name="connsiteX33" fmla="*/ 202887 w 1782809"/>
              <a:gd name="connsiteY33" fmla="*/ 630110 h 1739801"/>
              <a:gd name="connsiteX34" fmla="*/ 252284 w 1782809"/>
              <a:gd name="connsiteY34" fmla="*/ 625130 h 1739801"/>
              <a:gd name="connsiteX35" fmla="*/ 269351 w 1782809"/>
              <a:gd name="connsiteY35" fmla="*/ 578499 h 1739801"/>
              <a:gd name="connsiteX36" fmla="*/ 339055 w 1782809"/>
              <a:gd name="connsiteY36" fmla="*/ 450078 h 1739801"/>
              <a:gd name="connsiteX37" fmla="*/ 425429 w 1782809"/>
              <a:gd name="connsiteY37" fmla="*/ 345392 h 1739801"/>
              <a:gd name="connsiteX38" fmla="*/ 412986 w 1782809"/>
              <a:gd name="connsiteY38" fmla="*/ 305306 h 1739801"/>
              <a:gd name="connsiteX39" fmla="*/ 407824 w 1782809"/>
              <a:gd name="connsiteY39" fmla="*/ 254096 h 1739801"/>
              <a:gd name="connsiteX40" fmla="*/ 661920 w 1782809"/>
              <a:gd name="connsiteY40" fmla="*/ 0 h 1739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782809" h="1739801">
                <a:moveTo>
                  <a:pt x="661920" y="0"/>
                </a:moveTo>
                <a:cubicBezTo>
                  <a:pt x="749628" y="0"/>
                  <a:pt x="826958" y="44438"/>
                  <a:pt x="872621" y="112029"/>
                </a:cubicBezTo>
                <a:lnTo>
                  <a:pt x="878174" y="122259"/>
                </a:lnTo>
                <a:lnTo>
                  <a:pt x="888662" y="120659"/>
                </a:lnTo>
                <a:cubicBezTo>
                  <a:pt x="914077" y="118078"/>
                  <a:pt x="939864" y="116755"/>
                  <a:pt x="965961" y="116755"/>
                </a:cubicBezTo>
                <a:cubicBezTo>
                  <a:pt x="1096442" y="116755"/>
                  <a:pt x="1219202" y="149810"/>
                  <a:pt x="1326326" y="208003"/>
                </a:cubicBezTo>
                <a:lnTo>
                  <a:pt x="1367203" y="232837"/>
                </a:lnTo>
                <a:lnTo>
                  <a:pt x="1376243" y="225379"/>
                </a:lnTo>
                <a:cubicBezTo>
                  <a:pt x="1416796" y="197981"/>
                  <a:pt x="1465685" y="181983"/>
                  <a:pt x="1518310" y="181983"/>
                </a:cubicBezTo>
                <a:cubicBezTo>
                  <a:pt x="1658644" y="181983"/>
                  <a:pt x="1772407" y="295746"/>
                  <a:pt x="1772407" y="436079"/>
                </a:cubicBezTo>
                <a:cubicBezTo>
                  <a:pt x="1772407" y="506246"/>
                  <a:pt x="1743966" y="569770"/>
                  <a:pt x="1697983" y="615753"/>
                </a:cubicBezTo>
                <a:lnTo>
                  <a:pt x="1681257" y="629554"/>
                </a:lnTo>
                <a:lnTo>
                  <a:pt x="1687993" y="647960"/>
                </a:lnTo>
                <a:cubicBezTo>
                  <a:pt x="1710083" y="718979"/>
                  <a:pt x="1721982" y="794489"/>
                  <a:pt x="1721982" y="872777"/>
                </a:cubicBezTo>
                <a:cubicBezTo>
                  <a:pt x="1721982" y="898874"/>
                  <a:pt x="1720660" y="924661"/>
                  <a:pt x="1718079" y="950076"/>
                </a:cubicBezTo>
                <a:lnTo>
                  <a:pt x="1708911" y="1010143"/>
                </a:lnTo>
                <a:lnTo>
                  <a:pt x="1739413" y="1047112"/>
                </a:lnTo>
                <a:cubicBezTo>
                  <a:pt x="1766811" y="1087666"/>
                  <a:pt x="1782809" y="1136555"/>
                  <a:pt x="1782809" y="1189180"/>
                </a:cubicBezTo>
                <a:cubicBezTo>
                  <a:pt x="1782809" y="1329513"/>
                  <a:pt x="1669046" y="1443276"/>
                  <a:pt x="1528713" y="1443276"/>
                </a:cubicBezTo>
                <a:cubicBezTo>
                  <a:pt x="1511171" y="1443276"/>
                  <a:pt x="1494045" y="1441498"/>
                  <a:pt x="1477504" y="1438114"/>
                </a:cubicBezTo>
                <a:lnTo>
                  <a:pt x="1469464" y="1435618"/>
                </a:lnTo>
                <a:lnTo>
                  <a:pt x="1446861" y="1456160"/>
                </a:lnTo>
                <a:cubicBezTo>
                  <a:pt x="1332511" y="1550530"/>
                  <a:pt x="1189943" y="1611930"/>
                  <a:pt x="1033711" y="1625805"/>
                </a:cubicBezTo>
                <a:lnTo>
                  <a:pt x="972376" y="1628515"/>
                </a:lnTo>
                <a:lnTo>
                  <a:pt x="941962" y="1665378"/>
                </a:lnTo>
                <a:cubicBezTo>
                  <a:pt x="895980" y="1711361"/>
                  <a:pt x="832455" y="1739801"/>
                  <a:pt x="762288" y="1739801"/>
                </a:cubicBezTo>
                <a:cubicBezTo>
                  <a:pt x="621955" y="1739801"/>
                  <a:pt x="508192" y="1626038"/>
                  <a:pt x="508192" y="1485705"/>
                </a:cubicBezTo>
                <a:lnTo>
                  <a:pt x="509460" y="1473124"/>
                </a:lnTo>
                <a:lnTo>
                  <a:pt x="457628" y="1432399"/>
                </a:lnTo>
                <a:cubicBezTo>
                  <a:pt x="377073" y="1359182"/>
                  <a:pt x="312390" y="1268811"/>
                  <a:pt x="269351" y="1167055"/>
                </a:cubicBezTo>
                <a:lnTo>
                  <a:pt x="256837" y="1132864"/>
                </a:lnTo>
                <a:lnTo>
                  <a:pt x="254096" y="1133141"/>
                </a:lnTo>
                <a:cubicBezTo>
                  <a:pt x="113763" y="1133141"/>
                  <a:pt x="0" y="1019378"/>
                  <a:pt x="0" y="879044"/>
                </a:cubicBezTo>
                <a:cubicBezTo>
                  <a:pt x="0" y="756252"/>
                  <a:pt x="87099" y="653803"/>
                  <a:pt x="202887" y="630110"/>
                </a:cubicBezTo>
                <a:lnTo>
                  <a:pt x="252284" y="625130"/>
                </a:lnTo>
                <a:lnTo>
                  <a:pt x="269351" y="578499"/>
                </a:lnTo>
                <a:cubicBezTo>
                  <a:pt x="288479" y="533275"/>
                  <a:pt x="311883" y="490299"/>
                  <a:pt x="339055" y="450078"/>
                </a:cubicBezTo>
                <a:lnTo>
                  <a:pt x="425429" y="345392"/>
                </a:lnTo>
                <a:lnTo>
                  <a:pt x="412986" y="305306"/>
                </a:lnTo>
                <a:cubicBezTo>
                  <a:pt x="409601" y="288764"/>
                  <a:pt x="407824" y="271638"/>
                  <a:pt x="407824" y="254096"/>
                </a:cubicBezTo>
                <a:cubicBezTo>
                  <a:pt x="407824" y="113763"/>
                  <a:pt x="521586" y="0"/>
                  <a:pt x="661920" y="0"/>
                </a:cubicBezTo>
                <a:close/>
              </a:path>
            </a:pathLst>
          </a:custGeom>
          <a:solidFill>
            <a:schemeClr val="bg1">
              <a:lumMod val="85000"/>
            </a:schemeClr>
          </a:solidFill>
        </p:spPr>
        <p:txBody>
          <a:bodyPr wrap="square">
            <a:noAutofit/>
          </a:bodyPr>
          <a:lstStyle/>
          <a:p>
            <a:endParaRPr lang="en-AU"/>
          </a:p>
        </p:txBody>
      </p:sp>
      <p:sp>
        <p:nvSpPr>
          <p:cNvPr id="40" name="Picture Placeholder 39"/>
          <p:cNvSpPr>
            <a:spLocks noGrp="1"/>
          </p:cNvSpPr>
          <p:nvPr>
            <p:ph type="pic" sz="quarter" idx="15"/>
          </p:nvPr>
        </p:nvSpPr>
        <p:spPr>
          <a:xfrm flipH="1">
            <a:off x="3913909" y="5105241"/>
            <a:ext cx="1004455" cy="980224"/>
          </a:xfrm>
          <a:custGeom>
            <a:avLst/>
            <a:gdLst>
              <a:gd name="connsiteX0" fmla="*/ 661920 w 1782809"/>
              <a:gd name="connsiteY0" fmla="*/ 0 h 1739801"/>
              <a:gd name="connsiteX1" fmla="*/ 872621 w 1782809"/>
              <a:gd name="connsiteY1" fmla="*/ 112029 h 1739801"/>
              <a:gd name="connsiteX2" fmla="*/ 878174 w 1782809"/>
              <a:gd name="connsiteY2" fmla="*/ 122259 h 1739801"/>
              <a:gd name="connsiteX3" fmla="*/ 888662 w 1782809"/>
              <a:gd name="connsiteY3" fmla="*/ 120659 h 1739801"/>
              <a:gd name="connsiteX4" fmla="*/ 965961 w 1782809"/>
              <a:gd name="connsiteY4" fmla="*/ 116755 h 1739801"/>
              <a:gd name="connsiteX5" fmla="*/ 1326326 w 1782809"/>
              <a:gd name="connsiteY5" fmla="*/ 208003 h 1739801"/>
              <a:gd name="connsiteX6" fmla="*/ 1367203 w 1782809"/>
              <a:gd name="connsiteY6" fmla="*/ 232837 h 1739801"/>
              <a:gd name="connsiteX7" fmla="*/ 1376243 w 1782809"/>
              <a:gd name="connsiteY7" fmla="*/ 225379 h 1739801"/>
              <a:gd name="connsiteX8" fmla="*/ 1518310 w 1782809"/>
              <a:gd name="connsiteY8" fmla="*/ 181983 h 1739801"/>
              <a:gd name="connsiteX9" fmla="*/ 1772407 w 1782809"/>
              <a:gd name="connsiteY9" fmla="*/ 436079 h 1739801"/>
              <a:gd name="connsiteX10" fmla="*/ 1697983 w 1782809"/>
              <a:gd name="connsiteY10" fmla="*/ 615753 h 1739801"/>
              <a:gd name="connsiteX11" fmla="*/ 1681257 w 1782809"/>
              <a:gd name="connsiteY11" fmla="*/ 629554 h 1739801"/>
              <a:gd name="connsiteX12" fmla="*/ 1687993 w 1782809"/>
              <a:gd name="connsiteY12" fmla="*/ 647960 h 1739801"/>
              <a:gd name="connsiteX13" fmla="*/ 1721982 w 1782809"/>
              <a:gd name="connsiteY13" fmla="*/ 872777 h 1739801"/>
              <a:gd name="connsiteX14" fmla="*/ 1718079 w 1782809"/>
              <a:gd name="connsiteY14" fmla="*/ 950076 h 1739801"/>
              <a:gd name="connsiteX15" fmla="*/ 1708911 w 1782809"/>
              <a:gd name="connsiteY15" fmla="*/ 1010143 h 1739801"/>
              <a:gd name="connsiteX16" fmla="*/ 1739413 w 1782809"/>
              <a:gd name="connsiteY16" fmla="*/ 1047112 h 1739801"/>
              <a:gd name="connsiteX17" fmla="*/ 1782809 w 1782809"/>
              <a:gd name="connsiteY17" fmla="*/ 1189180 h 1739801"/>
              <a:gd name="connsiteX18" fmla="*/ 1528713 w 1782809"/>
              <a:gd name="connsiteY18" fmla="*/ 1443276 h 1739801"/>
              <a:gd name="connsiteX19" fmla="*/ 1477504 w 1782809"/>
              <a:gd name="connsiteY19" fmla="*/ 1438114 h 1739801"/>
              <a:gd name="connsiteX20" fmla="*/ 1469464 w 1782809"/>
              <a:gd name="connsiteY20" fmla="*/ 1435618 h 1739801"/>
              <a:gd name="connsiteX21" fmla="*/ 1446861 w 1782809"/>
              <a:gd name="connsiteY21" fmla="*/ 1456160 h 1739801"/>
              <a:gd name="connsiteX22" fmla="*/ 1033711 w 1782809"/>
              <a:gd name="connsiteY22" fmla="*/ 1625805 h 1739801"/>
              <a:gd name="connsiteX23" fmla="*/ 972376 w 1782809"/>
              <a:gd name="connsiteY23" fmla="*/ 1628515 h 1739801"/>
              <a:gd name="connsiteX24" fmla="*/ 941962 w 1782809"/>
              <a:gd name="connsiteY24" fmla="*/ 1665378 h 1739801"/>
              <a:gd name="connsiteX25" fmla="*/ 762288 w 1782809"/>
              <a:gd name="connsiteY25" fmla="*/ 1739801 h 1739801"/>
              <a:gd name="connsiteX26" fmla="*/ 508192 w 1782809"/>
              <a:gd name="connsiteY26" fmla="*/ 1485705 h 1739801"/>
              <a:gd name="connsiteX27" fmla="*/ 509460 w 1782809"/>
              <a:gd name="connsiteY27" fmla="*/ 1473124 h 1739801"/>
              <a:gd name="connsiteX28" fmla="*/ 457628 w 1782809"/>
              <a:gd name="connsiteY28" fmla="*/ 1432399 h 1739801"/>
              <a:gd name="connsiteX29" fmla="*/ 269351 w 1782809"/>
              <a:gd name="connsiteY29" fmla="*/ 1167055 h 1739801"/>
              <a:gd name="connsiteX30" fmla="*/ 256837 w 1782809"/>
              <a:gd name="connsiteY30" fmla="*/ 1132864 h 1739801"/>
              <a:gd name="connsiteX31" fmla="*/ 254096 w 1782809"/>
              <a:gd name="connsiteY31" fmla="*/ 1133141 h 1739801"/>
              <a:gd name="connsiteX32" fmla="*/ 0 w 1782809"/>
              <a:gd name="connsiteY32" fmla="*/ 879044 h 1739801"/>
              <a:gd name="connsiteX33" fmla="*/ 202887 w 1782809"/>
              <a:gd name="connsiteY33" fmla="*/ 630110 h 1739801"/>
              <a:gd name="connsiteX34" fmla="*/ 252284 w 1782809"/>
              <a:gd name="connsiteY34" fmla="*/ 625130 h 1739801"/>
              <a:gd name="connsiteX35" fmla="*/ 269351 w 1782809"/>
              <a:gd name="connsiteY35" fmla="*/ 578499 h 1739801"/>
              <a:gd name="connsiteX36" fmla="*/ 339055 w 1782809"/>
              <a:gd name="connsiteY36" fmla="*/ 450078 h 1739801"/>
              <a:gd name="connsiteX37" fmla="*/ 425429 w 1782809"/>
              <a:gd name="connsiteY37" fmla="*/ 345392 h 1739801"/>
              <a:gd name="connsiteX38" fmla="*/ 412986 w 1782809"/>
              <a:gd name="connsiteY38" fmla="*/ 305306 h 1739801"/>
              <a:gd name="connsiteX39" fmla="*/ 407824 w 1782809"/>
              <a:gd name="connsiteY39" fmla="*/ 254096 h 1739801"/>
              <a:gd name="connsiteX40" fmla="*/ 661920 w 1782809"/>
              <a:gd name="connsiteY40" fmla="*/ 0 h 1739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782809" h="1739801">
                <a:moveTo>
                  <a:pt x="661920" y="0"/>
                </a:moveTo>
                <a:cubicBezTo>
                  <a:pt x="749628" y="0"/>
                  <a:pt x="826958" y="44438"/>
                  <a:pt x="872621" y="112029"/>
                </a:cubicBezTo>
                <a:lnTo>
                  <a:pt x="878174" y="122259"/>
                </a:lnTo>
                <a:lnTo>
                  <a:pt x="888662" y="120659"/>
                </a:lnTo>
                <a:cubicBezTo>
                  <a:pt x="914077" y="118078"/>
                  <a:pt x="939864" y="116755"/>
                  <a:pt x="965961" y="116755"/>
                </a:cubicBezTo>
                <a:cubicBezTo>
                  <a:pt x="1096442" y="116755"/>
                  <a:pt x="1219202" y="149810"/>
                  <a:pt x="1326326" y="208003"/>
                </a:cubicBezTo>
                <a:lnTo>
                  <a:pt x="1367203" y="232837"/>
                </a:lnTo>
                <a:lnTo>
                  <a:pt x="1376243" y="225379"/>
                </a:lnTo>
                <a:cubicBezTo>
                  <a:pt x="1416796" y="197981"/>
                  <a:pt x="1465685" y="181983"/>
                  <a:pt x="1518310" y="181983"/>
                </a:cubicBezTo>
                <a:cubicBezTo>
                  <a:pt x="1658644" y="181983"/>
                  <a:pt x="1772407" y="295746"/>
                  <a:pt x="1772407" y="436079"/>
                </a:cubicBezTo>
                <a:cubicBezTo>
                  <a:pt x="1772407" y="506246"/>
                  <a:pt x="1743966" y="569770"/>
                  <a:pt x="1697983" y="615753"/>
                </a:cubicBezTo>
                <a:lnTo>
                  <a:pt x="1681257" y="629554"/>
                </a:lnTo>
                <a:lnTo>
                  <a:pt x="1687993" y="647960"/>
                </a:lnTo>
                <a:cubicBezTo>
                  <a:pt x="1710083" y="718979"/>
                  <a:pt x="1721982" y="794489"/>
                  <a:pt x="1721982" y="872777"/>
                </a:cubicBezTo>
                <a:cubicBezTo>
                  <a:pt x="1721982" y="898874"/>
                  <a:pt x="1720660" y="924661"/>
                  <a:pt x="1718079" y="950076"/>
                </a:cubicBezTo>
                <a:lnTo>
                  <a:pt x="1708911" y="1010143"/>
                </a:lnTo>
                <a:lnTo>
                  <a:pt x="1739413" y="1047112"/>
                </a:lnTo>
                <a:cubicBezTo>
                  <a:pt x="1766811" y="1087666"/>
                  <a:pt x="1782809" y="1136555"/>
                  <a:pt x="1782809" y="1189180"/>
                </a:cubicBezTo>
                <a:cubicBezTo>
                  <a:pt x="1782809" y="1329513"/>
                  <a:pt x="1669046" y="1443276"/>
                  <a:pt x="1528713" y="1443276"/>
                </a:cubicBezTo>
                <a:cubicBezTo>
                  <a:pt x="1511171" y="1443276"/>
                  <a:pt x="1494045" y="1441498"/>
                  <a:pt x="1477504" y="1438114"/>
                </a:cubicBezTo>
                <a:lnTo>
                  <a:pt x="1469464" y="1435618"/>
                </a:lnTo>
                <a:lnTo>
                  <a:pt x="1446861" y="1456160"/>
                </a:lnTo>
                <a:cubicBezTo>
                  <a:pt x="1332511" y="1550530"/>
                  <a:pt x="1189943" y="1611930"/>
                  <a:pt x="1033711" y="1625805"/>
                </a:cubicBezTo>
                <a:lnTo>
                  <a:pt x="972376" y="1628515"/>
                </a:lnTo>
                <a:lnTo>
                  <a:pt x="941962" y="1665378"/>
                </a:lnTo>
                <a:cubicBezTo>
                  <a:pt x="895980" y="1711361"/>
                  <a:pt x="832455" y="1739801"/>
                  <a:pt x="762288" y="1739801"/>
                </a:cubicBezTo>
                <a:cubicBezTo>
                  <a:pt x="621955" y="1739801"/>
                  <a:pt x="508192" y="1626038"/>
                  <a:pt x="508192" y="1485705"/>
                </a:cubicBezTo>
                <a:lnTo>
                  <a:pt x="509460" y="1473124"/>
                </a:lnTo>
                <a:lnTo>
                  <a:pt x="457628" y="1432399"/>
                </a:lnTo>
                <a:cubicBezTo>
                  <a:pt x="377073" y="1359182"/>
                  <a:pt x="312390" y="1268811"/>
                  <a:pt x="269351" y="1167055"/>
                </a:cubicBezTo>
                <a:lnTo>
                  <a:pt x="256837" y="1132864"/>
                </a:lnTo>
                <a:lnTo>
                  <a:pt x="254096" y="1133141"/>
                </a:lnTo>
                <a:cubicBezTo>
                  <a:pt x="113763" y="1133141"/>
                  <a:pt x="0" y="1019378"/>
                  <a:pt x="0" y="879044"/>
                </a:cubicBezTo>
                <a:cubicBezTo>
                  <a:pt x="0" y="756252"/>
                  <a:pt x="87099" y="653803"/>
                  <a:pt x="202887" y="630110"/>
                </a:cubicBezTo>
                <a:lnTo>
                  <a:pt x="252284" y="625130"/>
                </a:lnTo>
                <a:lnTo>
                  <a:pt x="269351" y="578499"/>
                </a:lnTo>
                <a:cubicBezTo>
                  <a:pt x="288479" y="533275"/>
                  <a:pt x="311883" y="490299"/>
                  <a:pt x="339055" y="450078"/>
                </a:cubicBezTo>
                <a:lnTo>
                  <a:pt x="425429" y="345392"/>
                </a:lnTo>
                <a:lnTo>
                  <a:pt x="412986" y="305306"/>
                </a:lnTo>
                <a:cubicBezTo>
                  <a:pt x="409601" y="288764"/>
                  <a:pt x="407824" y="271638"/>
                  <a:pt x="407824" y="254096"/>
                </a:cubicBezTo>
                <a:cubicBezTo>
                  <a:pt x="407824" y="113763"/>
                  <a:pt x="521586" y="0"/>
                  <a:pt x="661920" y="0"/>
                </a:cubicBezTo>
                <a:close/>
              </a:path>
            </a:pathLst>
          </a:custGeom>
          <a:solidFill>
            <a:schemeClr val="bg1">
              <a:lumMod val="85000"/>
            </a:schemeClr>
          </a:solidFill>
        </p:spPr>
        <p:txBody>
          <a:bodyPr wrap="square">
            <a:noAutofit/>
          </a:bodyPr>
          <a:lstStyle/>
          <a:p>
            <a:endParaRPr lang="en-AU"/>
          </a:p>
        </p:txBody>
      </p:sp>
      <p:sp>
        <p:nvSpPr>
          <p:cNvPr id="41" name="Picture Placeholder 40"/>
          <p:cNvSpPr>
            <a:spLocks noGrp="1"/>
          </p:cNvSpPr>
          <p:nvPr>
            <p:ph type="pic" sz="quarter" idx="16"/>
          </p:nvPr>
        </p:nvSpPr>
        <p:spPr>
          <a:xfrm flipH="1">
            <a:off x="3913908" y="1877961"/>
            <a:ext cx="1004455" cy="980224"/>
          </a:xfrm>
          <a:custGeom>
            <a:avLst/>
            <a:gdLst>
              <a:gd name="connsiteX0" fmla="*/ 661920 w 1782809"/>
              <a:gd name="connsiteY0" fmla="*/ 0 h 1739801"/>
              <a:gd name="connsiteX1" fmla="*/ 872621 w 1782809"/>
              <a:gd name="connsiteY1" fmla="*/ 112029 h 1739801"/>
              <a:gd name="connsiteX2" fmla="*/ 878174 w 1782809"/>
              <a:gd name="connsiteY2" fmla="*/ 122259 h 1739801"/>
              <a:gd name="connsiteX3" fmla="*/ 888662 w 1782809"/>
              <a:gd name="connsiteY3" fmla="*/ 120659 h 1739801"/>
              <a:gd name="connsiteX4" fmla="*/ 965961 w 1782809"/>
              <a:gd name="connsiteY4" fmla="*/ 116755 h 1739801"/>
              <a:gd name="connsiteX5" fmla="*/ 1326326 w 1782809"/>
              <a:gd name="connsiteY5" fmla="*/ 208003 h 1739801"/>
              <a:gd name="connsiteX6" fmla="*/ 1367203 w 1782809"/>
              <a:gd name="connsiteY6" fmla="*/ 232837 h 1739801"/>
              <a:gd name="connsiteX7" fmla="*/ 1376243 w 1782809"/>
              <a:gd name="connsiteY7" fmla="*/ 225379 h 1739801"/>
              <a:gd name="connsiteX8" fmla="*/ 1518310 w 1782809"/>
              <a:gd name="connsiteY8" fmla="*/ 181983 h 1739801"/>
              <a:gd name="connsiteX9" fmla="*/ 1772407 w 1782809"/>
              <a:gd name="connsiteY9" fmla="*/ 436079 h 1739801"/>
              <a:gd name="connsiteX10" fmla="*/ 1697983 w 1782809"/>
              <a:gd name="connsiteY10" fmla="*/ 615753 h 1739801"/>
              <a:gd name="connsiteX11" fmla="*/ 1681257 w 1782809"/>
              <a:gd name="connsiteY11" fmla="*/ 629554 h 1739801"/>
              <a:gd name="connsiteX12" fmla="*/ 1687993 w 1782809"/>
              <a:gd name="connsiteY12" fmla="*/ 647960 h 1739801"/>
              <a:gd name="connsiteX13" fmla="*/ 1721982 w 1782809"/>
              <a:gd name="connsiteY13" fmla="*/ 872777 h 1739801"/>
              <a:gd name="connsiteX14" fmla="*/ 1718079 w 1782809"/>
              <a:gd name="connsiteY14" fmla="*/ 950076 h 1739801"/>
              <a:gd name="connsiteX15" fmla="*/ 1708911 w 1782809"/>
              <a:gd name="connsiteY15" fmla="*/ 1010143 h 1739801"/>
              <a:gd name="connsiteX16" fmla="*/ 1739413 w 1782809"/>
              <a:gd name="connsiteY16" fmla="*/ 1047112 h 1739801"/>
              <a:gd name="connsiteX17" fmla="*/ 1782809 w 1782809"/>
              <a:gd name="connsiteY17" fmla="*/ 1189180 h 1739801"/>
              <a:gd name="connsiteX18" fmla="*/ 1528713 w 1782809"/>
              <a:gd name="connsiteY18" fmla="*/ 1443276 h 1739801"/>
              <a:gd name="connsiteX19" fmla="*/ 1477504 w 1782809"/>
              <a:gd name="connsiteY19" fmla="*/ 1438114 h 1739801"/>
              <a:gd name="connsiteX20" fmla="*/ 1469464 w 1782809"/>
              <a:gd name="connsiteY20" fmla="*/ 1435618 h 1739801"/>
              <a:gd name="connsiteX21" fmla="*/ 1446861 w 1782809"/>
              <a:gd name="connsiteY21" fmla="*/ 1456160 h 1739801"/>
              <a:gd name="connsiteX22" fmla="*/ 1033711 w 1782809"/>
              <a:gd name="connsiteY22" fmla="*/ 1625805 h 1739801"/>
              <a:gd name="connsiteX23" fmla="*/ 972376 w 1782809"/>
              <a:gd name="connsiteY23" fmla="*/ 1628515 h 1739801"/>
              <a:gd name="connsiteX24" fmla="*/ 941962 w 1782809"/>
              <a:gd name="connsiteY24" fmla="*/ 1665378 h 1739801"/>
              <a:gd name="connsiteX25" fmla="*/ 762288 w 1782809"/>
              <a:gd name="connsiteY25" fmla="*/ 1739801 h 1739801"/>
              <a:gd name="connsiteX26" fmla="*/ 508192 w 1782809"/>
              <a:gd name="connsiteY26" fmla="*/ 1485705 h 1739801"/>
              <a:gd name="connsiteX27" fmla="*/ 509460 w 1782809"/>
              <a:gd name="connsiteY27" fmla="*/ 1473124 h 1739801"/>
              <a:gd name="connsiteX28" fmla="*/ 457628 w 1782809"/>
              <a:gd name="connsiteY28" fmla="*/ 1432399 h 1739801"/>
              <a:gd name="connsiteX29" fmla="*/ 269351 w 1782809"/>
              <a:gd name="connsiteY29" fmla="*/ 1167055 h 1739801"/>
              <a:gd name="connsiteX30" fmla="*/ 256837 w 1782809"/>
              <a:gd name="connsiteY30" fmla="*/ 1132864 h 1739801"/>
              <a:gd name="connsiteX31" fmla="*/ 254096 w 1782809"/>
              <a:gd name="connsiteY31" fmla="*/ 1133141 h 1739801"/>
              <a:gd name="connsiteX32" fmla="*/ 0 w 1782809"/>
              <a:gd name="connsiteY32" fmla="*/ 879044 h 1739801"/>
              <a:gd name="connsiteX33" fmla="*/ 202887 w 1782809"/>
              <a:gd name="connsiteY33" fmla="*/ 630110 h 1739801"/>
              <a:gd name="connsiteX34" fmla="*/ 252284 w 1782809"/>
              <a:gd name="connsiteY34" fmla="*/ 625130 h 1739801"/>
              <a:gd name="connsiteX35" fmla="*/ 269351 w 1782809"/>
              <a:gd name="connsiteY35" fmla="*/ 578499 h 1739801"/>
              <a:gd name="connsiteX36" fmla="*/ 339055 w 1782809"/>
              <a:gd name="connsiteY36" fmla="*/ 450078 h 1739801"/>
              <a:gd name="connsiteX37" fmla="*/ 425429 w 1782809"/>
              <a:gd name="connsiteY37" fmla="*/ 345392 h 1739801"/>
              <a:gd name="connsiteX38" fmla="*/ 412986 w 1782809"/>
              <a:gd name="connsiteY38" fmla="*/ 305306 h 1739801"/>
              <a:gd name="connsiteX39" fmla="*/ 407824 w 1782809"/>
              <a:gd name="connsiteY39" fmla="*/ 254096 h 1739801"/>
              <a:gd name="connsiteX40" fmla="*/ 661920 w 1782809"/>
              <a:gd name="connsiteY40" fmla="*/ 0 h 1739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782809" h="1739801">
                <a:moveTo>
                  <a:pt x="661920" y="0"/>
                </a:moveTo>
                <a:cubicBezTo>
                  <a:pt x="749628" y="0"/>
                  <a:pt x="826958" y="44438"/>
                  <a:pt x="872621" y="112029"/>
                </a:cubicBezTo>
                <a:lnTo>
                  <a:pt x="878174" y="122259"/>
                </a:lnTo>
                <a:lnTo>
                  <a:pt x="888662" y="120659"/>
                </a:lnTo>
                <a:cubicBezTo>
                  <a:pt x="914077" y="118078"/>
                  <a:pt x="939864" y="116755"/>
                  <a:pt x="965961" y="116755"/>
                </a:cubicBezTo>
                <a:cubicBezTo>
                  <a:pt x="1096442" y="116755"/>
                  <a:pt x="1219202" y="149810"/>
                  <a:pt x="1326326" y="208003"/>
                </a:cubicBezTo>
                <a:lnTo>
                  <a:pt x="1367203" y="232837"/>
                </a:lnTo>
                <a:lnTo>
                  <a:pt x="1376243" y="225379"/>
                </a:lnTo>
                <a:cubicBezTo>
                  <a:pt x="1416796" y="197981"/>
                  <a:pt x="1465685" y="181983"/>
                  <a:pt x="1518310" y="181983"/>
                </a:cubicBezTo>
                <a:cubicBezTo>
                  <a:pt x="1658644" y="181983"/>
                  <a:pt x="1772407" y="295746"/>
                  <a:pt x="1772407" y="436079"/>
                </a:cubicBezTo>
                <a:cubicBezTo>
                  <a:pt x="1772407" y="506246"/>
                  <a:pt x="1743966" y="569770"/>
                  <a:pt x="1697983" y="615753"/>
                </a:cubicBezTo>
                <a:lnTo>
                  <a:pt x="1681257" y="629554"/>
                </a:lnTo>
                <a:lnTo>
                  <a:pt x="1687993" y="647960"/>
                </a:lnTo>
                <a:cubicBezTo>
                  <a:pt x="1710083" y="718979"/>
                  <a:pt x="1721982" y="794489"/>
                  <a:pt x="1721982" y="872777"/>
                </a:cubicBezTo>
                <a:cubicBezTo>
                  <a:pt x="1721982" y="898874"/>
                  <a:pt x="1720660" y="924661"/>
                  <a:pt x="1718079" y="950076"/>
                </a:cubicBezTo>
                <a:lnTo>
                  <a:pt x="1708911" y="1010143"/>
                </a:lnTo>
                <a:lnTo>
                  <a:pt x="1739413" y="1047112"/>
                </a:lnTo>
                <a:cubicBezTo>
                  <a:pt x="1766811" y="1087666"/>
                  <a:pt x="1782809" y="1136555"/>
                  <a:pt x="1782809" y="1189180"/>
                </a:cubicBezTo>
                <a:cubicBezTo>
                  <a:pt x="1782809" y="1329513"/>
                  <a:pt x="1669046" y="1443276"/>
                  <a:pt x="1528713" y="1443276"/>
                </a:cubicBezTo>
                <a:cubicBezTo>
                  <a:pt x="1511171" y="1443276"/>
                  <a:pt x="1494045" y="1441498"/>
                  <a:pt x="1477504" y="1438114"/>
                </a:cubicBezTo>
                <a:lnTo>
                  <a:pt x="1469464" y="1435618"/>
                </a:lnTo>
                <a:lnTo>
                  <a:pt x="1446861" y="1456160"/>
                </a:lnTo>
                <a:cubicBezTo>
                  <a:pt x="1332511" y="1550530"/>
                  <a:pt x="1189943" y="1611930"/>
                  <a:pt x="1033711" y="1625805"/>
                </a:cubicBezTo>
                <a:lnTo>
                  <a:pt x="972376" y="1628515"/>
                </a:lnTo>
                <a:lnTo>
                  <a:pt x="941962" y="1665378"/>
                </a:lnTo>
                <a:cubicBezTo>
                  <a:pt x="895980" y="1711361"/>
                  <a:pt x="832455" y="1739801"/>
                  <a:pt x="762288" y="1739801"/>
                </a:cubicBezTo>
                <a:cubicBezTo>
                  <a:pt x="621955" y="1739801"/>
                  <a:pt x="508192" y="1626038"/>
                  <a:pt x="508192" y="1485705"/>
                </a:cubicBezTo>
                <a:lnTo>
                  <a:pt x="509460" y="1473124"/>
                </a:lnTo>
                <a:lnTo>
                  <a:pt x="457628" y="1432399"/>
                </a:lnTo>
                <a:cubicBezTo>
                  <a:pt x="377073" y="1359182"/>
                  <a:pt x="312390" y="1268811"/>
                  <a:pt x="269351" y="1167055"/>
                </a:cubicBezTo>
                <a:lnTo>
                  <a:pt x="256837" y="1132864"/>
                </a:lnTo>
                <a:lnTo>
                  <a:pt x="254096" y="1133141"/>
                </a:lnTo>
                <a:cubicBezTo>
                  <a:pt x="113763" y="1133141"/>
                  <a:pt x="0" y="1019378"/>
                  <a:pt x="0" y="879044"/>
                </a:cubicBezTo>
                <a:cubicBezTo>
                  <a:pt x="0" y="756252"/>
                  <a:pt x="87099" y="653803"/>
                  <a:pt x="202887" y="630110"/>
                </a:cubicBezTo>
                <a:lnTo>
                  <a:pt x="252284" y="625130"/>
                </a:lnTo>
                <a:lnTo>
                  <a:pt x="269351" y="578499"/>
                </a:lnTo>
                <a:cubicBezTo>
                  <a:pt x="288479" y="533275"/>
                  <a:pt x="311883" y="490299"/>
                  <a:pt x="339055" y="450078"/>
                </a:cubicBezTo>
                <a:lnTo>
                  <a:pt x="425429" y="345392"/>
                </a:lnTo>
                <a:lnTo>
                  <a:pt x="412986" y="305306"/>
                </a:lnTo>
                <a:cubicBezTo>
                  <a:pt x="409601" y="288764"/>
                  <a:pt x="407824" y="271638"/>
                  <a:pt x="407824" y="254096"/>
                </a:cubicBezTo>
                <a:cubicBezTo>
                  <a:pt x="407824" y="113763"/>
                  <a:pt x="521586" y="0"/>
                  <a:pt x="661920" y="0"/>
                </a:cubicBezTo>
                <a:close/>
              </a:path>
            </a:pathLst>
          </a:custGeom>
          <a:solidFill>
            <a:schemeClr val="bg1">
              <a:lumMod val="85000"/>
            </a:schemeClr>
          </a:solidFill>
        </p:spPr>
        <p:txBody>
          <a:bodyPr wrap="square">
            <a:noAutofit/>
          </a:bodyPr>
          <a:lstStyle/>
          <a:p>
            <a:endParaRPr lang="en-AU" dirty="0"/>
          </a:p>
        </p:txBody>
      </p:sp>
      <p:sp>
        <p:nvSpPr>
          <p:cNvPr id="42" name="Picture Placeholder 41"/>
          <p:cNvSpPr>
            <a:spLocks noGrp="1"/>
          </p:cNvSpPr>
          <p:nvPr>
            <p:ph type="pic" sz="quarter" idx="17"/>
          </p:nvPr>
        </p:nvSpPr>
        <p:spPr>
          <a:xfrm flipH="1">
            <a:off x="4191001" y="3495474"/>
            <a:ext cx="1004455" cy="980224"/>
          </a:xfrm>
          <a:custGeom>
            <a:avLst/>
            <a:gdLst>
              <a:gd name="connsiteX0" fmla="*/ 661920 w 1782809"/>
              <a:gd name="connsiteY0" fmla="*/ 0 h 1739801"/>
              <a:gd name="connsiteX1" fmla="*/ 872621 w 1782809"/>
              <a:gd name="connsiteY1" fmla="*/ 112029 h 1739801"/>
              <a:gd name="connsiteX2" fmla="*/ 878174 w 1782809"/>
              <a:gd name="connsiteY2" fmla="*/ 122259 h 1739801"/>
              <a:gd name="connsiteX3" fmla="*/ 888662 w 1782809"/>
              <a:gd name="connsiteY3" fmla="*/ 120659 h 1739801"/>
              <a:gd name="connsiteX4" fmla="*/ 965961 w 1782809"/>
              <a:gd name="connsiteY4" fmla="*/ 116755 h 1739801"/>
              <a:gd name="connsiteX5" fmla="*/ 1326326 w 1782809"/>
              <a:gd name="connsiteY5" fmla="*/ 208003 h 1739801"/>
              <a:gd name="connsiteX6" fmla="*/ 1367203 w 1782809"/>
              <a:gd name="connsiteY6" fmla="*/ 232837 h 1739801"/>
              <a:gd name="connsiteX7" fmla="*/ 1376243 w 1782809"/>
              <a:gd name="connsiteY7" fmla="*/ 225379 h 1739801"/>
              <a:gd name="connsiteX8" fmla="*/ 1518310 w 1782809"/>
              <a:gd name="connsiteY8" fmla="*/ 181983 h 1739801"/>
              <a:gd name="connsiteX9" fmla="*/ 1772407 w 1782809"/>
              <a:gd name="connsiteY9" fmla="*/ 436079 h 1739801"/>
              <a:gd name="connsiteX10" fmla="*/ 1697983 w 1782809"/>
              <a:gd name="connsiteY10" fmla="*/ 615753 h 1739801"/>
              <a:gd name="connsiteX11" fmla="*/ 1681257 w 1782809"/>
              <a:gd name="connsiteY11" fmla="*/ 629554 h 1739801"/>
              <a:gd name="connsiteX12" fmla="*/ 1687993 w 1782809"/>
              <a:gd name="connsiteY12" fmla="*/ 647960 h 1739801"/>
              <a:gd name="connsiteX13" fmla="*/ 1721982 w 1782809"/>
              <a:gd name="connsiteY13" fmla="*/ 872777 h 1739801"/>
              <a:gd name="connsiteX14" fmla="*/ 1718079 w 1782809"/>
              <a:gd name="connsiteY14" fmla="*/ 950076 h 1739801"/>
              <a:gd name="connsiteX15" fmla="*/ 1708911 w 1782809"/>
              <a:gd name="connsiteY15" fmla="*/ 1010143 h 1739801"/>
              <a:gd name="connsiteX16" fmla="*/ 1739413 w 1782809"/>
              <a:gd name="connsiteY16" fmla="*/ 1047112 h 1739801"/>
              <a:gd name="connsiteX17" fmla="*/ 1782809 w 1782809"/>
              <a:gd name="connsiteY17" fmla="*/ 1189180 h 1739801"/>
              <a:gd name="connsiteX18" fmla="*/ 1528713 w 1782809"/>
              <a:gd name="connsiteY18" fmla="*/ 1443276 h 1739801"/>
              <a:gd name="connsiteX19" fmla="*/ 1477504 w 1782809"/>
              <a:gd name="connsiteY19" fmla="*/ 1438114 h 1739801"/>
              <a:gd name="connsiteX20" fmla="*/ 1469464 w 1782809"/>
              <a:gd name="connsiteY20" fmla="*/ 1435618 h 1739801"/>
              <a:gd name="connsiteX21" fmla="*/ 1446861 w 1782809"/>
              <a:gd name="connsiteY21" fmla="*/ 1456160 h 1739801"/>
              <a:gd name="connsiteX22" fmla="*/ 1033711 w 1782809"/>
              <a:gd name="connsiteY22" fmla="*/ 1625805 h 1739801"/>
              <a:gd name="connsiteX23" fmla="*/ 972376 w 1782809"/>
              <a:gd name="connsiteY23" fmla="*/ 1628515 h 1739801"/>
              <a:gd name="connsiteX24" fmla="*/ 941962 w 1782809"/>
              <a:gd name="connsiteY24" fmla="*/ 1665378 h 1739801"/>
              <a:gd name="connsiteX25" fmla="*/ 762288 w 1782809"/>
              <a:gd name="connsiteY25" fmla="*/ 1739801 h 1739801"/>
              <a:gd name="connsiteX26" fmla="*/ 508192 w 1782809"/>
              <a:gd name="connsiteY26" fmla="*/ 1485705 h 1739801"/>
              <a:gd name="connsiteX27" fmla="*/ 509460 w 1782809"/>
              <a:gd name="connsiteY27" fmla="*/ 1473124 h 1739801"/>
              <a:gd name="connsiteX28" fmla="*/ 457628 w 1782809"/>
              <a:gd name="connsiteY28" fmla="*/ 1432399 h 1739801"/>
              <a:gd name="connsiteX29" fmla="*/ 269351 w 1782809"/>
              <a:gd name="connsiteY29" fmla="*/ 1167055 h 1739801"/>
              <a:gd name="connsiteX30" fmla="*/ 256837 w 1782809"/>
              <a:gd name="connsiteY30" fmla="*/ 1132864 h 1739801"/>
              <a:gd name="connsiteX31" fmla="*/ 254096 w 1782809"/>
              <a:gd name="connsiteY31" fmla="*/ 1133141 h 1739801"/>
              <a:gd name="connsiteX32" fmla="*/ 0 w 1782809"/>
              <a:gd name="connsiteY32" fmla="*/ 879044 h 1739801"/>
              <a:gd name="connsiteX33" fmla="*/ 202887 w 1782809"/>
              <a:gd name="connsiteY33" fmla="*/ 630110 h 1739801"/>
              <a:gd name="connsiteX34" fmla="*/ 252284 w 1782809"/>
              <a:gd name="connsiteY34" fmla="*/ 625130 h 1739801"/>
              <a:gd name="connsiteX35" fmla="*/ 269351 w 1782809"/>
              <a:gd name="connsiteY35" fmla="*/ 578499 h 1739801"/>
              <a:gd name="connsiteX36" fmla="*/ 339055 w 1782809"/>
              <a:gd name="connsiteY36" fmla="*/ 450078 h 1739801"/>
              <a:gd name="connsiteX37" fmla="*/ 425429 w 1782809"/>
              <a:gd name="connsiteY37" fmla="*/ 345392 h 1739801"/>
              <a:gd name="connsiteX38" fmla="*/ 412986 w 1782809"/>
              <a:gd name="connsiteY38" fmla="*/ 305306 h 1739801"/>
              <a:gd name="connsiteX39" fmla="*/ 407824 w 1782809"/>
              <a:gd name="connsiteY39" fmla="*/ 254096 h 1739801"/>
              <a:gd name="connsiteX40" fmla="*/ 661920 w 1782809"/>
              <a:gd name="connsiteY40" fmla="*/ 0 h 1739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782809" h="1739801">
                <a:moveTo>
                  <a:pt x="661920" y="0"/>
                </a:moveTo>
                <a:cubicBezTo>
                  <a:pt x="749628" y="0"/>
                  <a:pt x="826958" y="44438"/>
                  <a:pt x="872621" y="112029"/>
                </a:cubicBezTo>
                <a:lnTo>
                  <a:pt x="878174" y="122259"/>
                </a:lnTo>
                <a:lnTo>
                  <a:pt x="888662" y="120659"/>
                </a:lnTo>
                <a:cubicBezTo>
                  <a:pt x="914077" y="118078"/>
                  <a:pt x="939864" y="116755"/>
                  <a:pt x="965961" y="116755"/>
                </a:cubicBezTo>
                <a:cubicBezTo>
                  <a:pt x="1096442" y="116755"/>
                  <a:pt x="1219202" y="149810"/>
                  <a:pt x="1326326" y="208003"/>
                </a:cubicBezTo>
                <a:lnTo>
                  <a:pt x="1367203" y="232837"/>
                </a:lnTo>
                <a:lnTo>
                  <a:pt x="1376243" y="225379"/>
                </a:lnTo>
                <a:cubicBezTo>
                  <a:pt x="1416796" y="197981"/>
                  <a:pt x="1465685" y="181983"/>
                  <a:pt x="1518310" y="181983"/>
                </a:cubicBezTo>
                <a:cubicBezTo>
                  <a:pt x="1658644" y="181983"/>
                  <a:pt x="1772407" y="295746"/>
                  <a:pt x="1772407" y="436079"/>
                </a:cubicBezTo>
                <a:cubicBezTo>
                  <a:pt x="1772407" y="506246"/>
                  <a:pt x="1743966" y="569770"/>
                  <a:pt x="1697983" y="615753"/>
                </a:cubicBezTo>
                <a:lnTo>
                  <a:pt x="1681257" y="629554"/>
                </a:lnTo>
                <a:lnTo>
                  <a:pt x="1687993" y="647960"/>
                </a:lnTo>
                <a:cubicBezTo>
                  <a:pt x="1710083" y="718979"/>
                  <a:pt x="1721982" y="794489"/>
                  <a:pt x="1721982" y="872777"/>
                </a:cubicBezTo>
                <a:cubicBezTo>
                  <a:pt x="1721982" y="898874"/>
                  <a:pt x="1720660" y="924661"/>
                  <a:pt x="1718079" y="950076"/>
                </a:cubicBezTo>
                <a:lnTo>
                  <a:pt x="1708911" y="1010143"/>
                </a:lnTo>
                <a:lnTo>
                  <a:pt x="1739413" y="1047112"/>
                </a:lnTo>
                <a:cubicBezTo>
                  <a:pt x="1766811" y="1087666"/>
                  <a:pt x="1782809" y="1136555"/>
                  <a:pt x="1782809" y="1189180"/>
                </a:cubicBezTo>
                <a:cubicBezTo>
                  <a:pt x="1782809" y="1329513"/>
                  <a:pt x="1669046" y="1443276"/>
                  <a:pt x="1528713" y="1443276"/>
                </a:cubicBezTo>
                <a:cubicBezTo>
                  <a:pt x="1511171" y="1443276"/>
                  <a:pt x="1494045" y="1441498"/>
                  <a:pt x="1477504" y="1438114"/>
                </a:cubicBezTo>
                <a:lnTo>
                  <a:pt x="1469464" y="1435618"/>
                </a:lnTo>
                <a:lnTo>
                  <a:pt x="1446861" y="1456160"/>
                </a:lnTo>
                <a:cubicBezTo>
                  <a:pt x="1332511" y="1550530"/>
                  <a:pt x="1189943" y="1611930"/>
                  <a:pt x="1033711" y="1625805"/>
                </a:cubicBezTo>
                <a:lnTo>
                  <a:pt x="972376" y="1628515"/>
                </a:lnTo>
                <a:lnTo>
                  <a:pt x="941962" y="1665378"/>
                </a:lnTo>
                <a:cubicBezTo>
                  <a:pt x="895980" y="1711361"/>
                  <a:pt x="832455" y="1739801"/>
                  <a:pt x="762288" y="1739801"/>
                </a:cubicBezTo>
                <a:cubicBezTo>
                  <a:pt x="621955" y="1739801"/>
                  <a:pt x="508192" y="1626038"/>
                  <a:pt x="508192" y="1485705"/>
                </a:cubicBezTo>
                <a:lnTo>
                  <a:pt x="509460" y="1473124"/>
                </a:lnTo>
                <a:lnTo>
                  <a:pt x="457628" y="1432399"/>
                </a:lnTo>
                <a:cubicBezTo>
                  <a:pt x="377073" y="1359182"/>
                  <a:pt x="312390" y="1268811"/>
                  <a:pt x="269351" y="1167055"/>
                </a:cubicBezTo>
                <a:lnTo>
                  <a:pt x="256837" y="1132864"/>
                </a:lnTo>
                <a:lnTo>
                  <a:pt x="254096" y="1133141"/>
                </a:lnTo>
                <a:cubicBezTo>
                  <a:pt x="113763" y="1133141"/>
                  <a:pt x="0" y="1019378"/>
                  <a:pt x="0" y="879044"/>
                </a:cubicBezTo>
                <a:cubicBezTo>
                  <a:pt x="0" y="756252"/>
                  <a:pt x="87099" y="653803"/>
                  <a:pt x="202887" y="630110"/>
                </a:cubicBezTo>
                <a:lnTo>
                  <a:pt x="252284" y="625130"/>
                </a:lnTo>
                <a:lnTo>
                  <a:pt x="269351" y="578499"/>
                </a:lnTo>
                <a:cubicBezTo>
                  <a:pt x="288479" y="533275"/>
                  <a:pt x="311883" y="490299"/>
                  <a:pt x="339055" y="450078"/>
                </a:cubicBezTo>
                <a:lnTo>
                  <a:pt x="425429" y="345392"/>
                </a:lnTo>
                <a:lnTo>
                  <a:pt x="412986" y="305306"/>
                </a:lnTo>
                <a:cubicBezTo>
                  <a:pt x="409601" y="288764"/>
                  <a:pt x="407824" y="271638"/>
                  <a:pt x="407824" y="254096"/>
                </a:cubicBezTo>
                <a:cubicBezTo>
                  <a:pt x="407824" y="113763"/>
                  <a:pt x="521586" y="0"/>
                  <a:pt x="661920" y="0"/>
                </a:cubicBezTo>
                <a:close/>
              </a:path>
            </a:pathLst>
          </a:custGeom>
          <a:solidFill>
            <a:schemeClr val="bg1">
              <a:lumMod val="85000"/>
            </a:schemeClr>
          </a:solidFill>
        </p:spPr>
        <p:txBody>
          <a:bodyPr wrap="square">
            <a:noAutofit/>
          </a:bodyPr>
          <a:lstStyle/>
          <a:p>
            <a:endParaRPr lang="en-AU" dirty="0"/>
          </a:p>
        </p:txBody>
      </p:sp>
      <p:cxnSp>
        <p:nvCxnSpPr>
          <p:cNvPr id="12" name="Curved Connector 11"/>
          <p:cNvCxnSpPr/>
          <p:nvPr userDrawn="1"/>
        </p:nvCxnSpPr>
        <p:spPr>
          <a:xfrm flipV="1">
            <a:off x="3016827" y="2482812"/>
            <a:ext cx="831271" cy="750746"/>
          </a:xfrm>
          <a:prstGeom prst="curvedConnector3">
            <a:avLst>
              <a:gd name="adj1" fmla="val 42552"/>
            </a:avLst>
          </a:prstGeom>
          <a:ln w="63500">
            <a:tailEnd type="triangle" w="med" len="med"/>
          </a:ln>
        </p:spPr>
        <p:style>
          <a:lnRef idx="1">
            <a:schemeClr val="accent1"/>
          </a:lnRef>
          <a:fillRef idx="0">
            <a:schemeClr val="accent1"/>
          </a:fillRef>
          <a:effectRef idx="0">
            <a:schemeClr val="accent1"/>
          </a:effectRef>
          <a:fontRef idx="minor">
            <a:schemeClr val="tx1"/>
          </a:fontRef>
        </p:style>
      </p:cxnSp>
      <p:cxnSp>
        <p:nvCxnSpPr>
          <p:cNvPr id="43" name="Curved Connector 42"/>
          <p:cNvCxnSpPr/>
          <p:nvPr userDrawn="1"/>
        </p:nvCxnSpPr>
        <p:spPr>
          <a:xfrm>
            <a:off x="3054763" y="3447034"/>
            <a:ext cx="1052417" cy="466216"/>
          </a:xfrm>
          <a:prstGeom prst="curvedConnector3">
            <a:avLst>
              <a:gd name="adj1" fmla="val 50000"/>
            </a:avLst>
          </a:prstGeom>
          <a:ln w="63500">
            <a:solidFill>
              <a:schemeClr val="accent2"/>
            </a:solidFill>
            <a:tailEnd type="triangle" w="med" len="med"/>
          </a:ln>
        </p:spPr>
        <p:style>
          <a:lnRef idx="1">
            <a:schemeClr val="accent1"/>
          </a:lnRef>
          <a:fillRef idx="0">
            <a:schemeClr val="accent1"/>
          </a:fillRef>
          <a:effectRef idx="0">
            <a:schemeClr val="accent1"/>
          </a:effectRef>
          <a:fontRef idx="minor">
            <a:schemeClr val="tx1"/>
          </a:fontRef>
        </p:style>
      </p:cxnSp>
      <p:cxnSp>
        <p:nvCxnSpPr>
          <p:cNvPr id="47" name="Curved Connector 46"/>
          <p:cNvCxnSpPr/>
          <p:nvPr userDrawn="1"/>
        </p:nvCxnSpPr>
        <p:spPr>
          <a:xfrm rot="16200000" flipH="1">
            <a:off x="2903902" y="3831001"/>
            <a:ext cx="1285559" cy="983837"/>
          </a:xfrm>
          <a:prstGeom prst="curvedConnector3">
            <a:avLst>
              <a:gd name="adj1" fmla="val 50000"/>
            </a:avLst>
          </a:prstGeom>
          <a:ln w="63500">
            <a:solidFill>
              <a:schemeClr val="accent3"/>
            </a:solidFill>
            <a:tailEnd type="triangle" w="med" len="med"/>
          </a:ln>
        </p:spPr>
        <p:style>
          <a:lnRef idx="1">
            <a:schemeClr val="accent1"/>
          </a:lnRef>
          <a:fillRef idx="0">
            <a:schemeClr val="accent1"/>
          </a:fillRef>
          <a:effectRef idx="0">
            <a:schemeClr val="accent1"/>
          </a:effectRef>
          <a:fontRef idx="minor">
            <a:schemeClr val="tx1"/>
          </a:fontRef>
        </p:style>
      </p:cxnSp>
      <p:sp>
        <p:nvSpPr>
          <p:cNvPr id="15" name="Text Placeholder 21"/>
          <p:cNvSpPr>
            <a:spLocks noGrp="1"/>
          </p:cNvSpPr>
          <p:nvPr>
            <p:ph type="body" sz="quarter" idx="20"/>
          </p:nvPr>
        </p:nvSpPr>
        <p:spPr>
          <a:xfrm>
            <a:off x="727364" y="4731063"/>
            <a:ext cx="2492492" cy="256811"/>
          </a:xfrm>
        </p:spPr>
        <p:txBody>
          <a:bodyPr>
            <a:noAutofit/>
          </a:bodyPr>
          <a:lstStyle>
            <a:lvl1pPr algn="ctr">
              <a:defRPr sz="14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6" name="Text Placeholder 21"/>
          <p:cNvSpPr>
            <a:spLocks noGrp="1"/>
          </p:cNvSpPr>
          <p:nvPr>
            <p:ph type="body" sz="quarter" idx="29"/>
          </p:nvPr>
        </p:nvSpPr>
        <p:spPr>
          <a:xfrm>
            <a:off x="727364" y="5008739"/>
            <a:ext cx="2492492" cy="330467"/>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7" name="Text Placeholder 21"/>
          <p:cNvSpPr>
            <a:spLocks noGrp="1"/>
          </p:cNvSpPr>
          <p:nvPr>
            <p:ph type="body" sz="quarter" idx="30"/>
          </p:nvPr>
        </p:nvSpPr>
        <p:spPr>
          <a:xfrm>
            <a:off x="4984173" y="1985429"/>
            <a:ext cx="1950027" cy="256811"/>
          </a:xfrm>
        </p:spPr>
        <p:txBody>
          <a:bodyPr>
            <a:noAutofit/>
          </a:bodyPr>
          <a:lstStyle>
            <a:lvl1pPr algn="ctr">
              <a:defRPr sz="14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8" name="Text Placeholder 21"/>
          <p:cNvSpPr>
            <a:spLocks noGrp="1"/>
          </p:cNvSpPr>
          <p:nvPr>
            <p:ph type="body" sz="quarter" idx="31"/>
          </p:nvPr>
        </p:nvSpPr>
        <p:spPr>
          <a:xfrm>
            <a:off x="4984173" y="2263105"/>
            <a:ext cx="1950027" cy="330467"/>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9" name="Text Placeholder 21"/>
          <p:cNvSpPr>
            <a:spLocks noGrp="1"/>
          </p:cNvSpPr>
          <p:nvPr>
            <p:ph type="body" sz="quarter" idx="32"/>
          </p:nvPr>
        </p:nvSpPr>
        <p:spPr>
          <a:xfrm>
            <a:off x="5347857" y="3720474"/>
            <a:ext cx="1959723" cy="228072"/>
          </a:xfrm>
        </p:spPr>
        <p:txBody>
          <a:bodyPr>
            <a:noAutofit/>
          </a:bodyPr>
          <a:lstStyle>
            <a:lvl1pPr algn="ctr">
              <a:defRPr sz="14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0" name="Text Placeholder 21"/>
          <p:cNvSpPr>
            <a:spLocks noGrp="1"/>
          </p:cNvSpPr>
          <p:nvPr>
            <p:ph type="body" sz="quarter" idx="33"/>
          </p:nvPr>
        </p:nvSpPr>
        <p:spPr>
          <a:xfrm>
            <a:off x="5347857" y="3998149"/>
            <a:ext cx="1959723" cy="29348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8" name="Text Placeholder 21"/>
          <p:cNvSpPr>
            <a:spLocks noGrp="1"/>
          </p:cNvSpPr>
          <p:nvPr>
            <p:ph type="body" sz="quarter" idx="34"/>
          </p:nvPr>
        </p:nvSpPr>
        <p:spPr>
          <a:xfrm>
            <a:off x="4984173" y="5377600"/>
            <a:ext cx="1950027" cy="256811"/>
          </a:xfrm>
        </p:spPr>
        <p:txBody>
          <a:bodyPr>
            <a:noAutofit/>
          </a:bodyPr>
          <a:lstStyle>
            <a:lvl1pPr algn="ctr">
              <a:defRPr sz="14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9" name="Text Placeholder 21"/>
          <p:cNvSpPr>
            <a:spLocks noGrp="1"/>
          </p:cNvSpPr>
          <p:nvPr>
            <p:ph type="body" sz="quarter" idx="35"/>
          </p:nvPr>
        </p:nvSpPr>
        <p:spPr>
          <a:xfrm>
            <a:off x="4984173" y="5655276"/>
            <a:ext cx="1950027" cy="330467"/>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cxnSp>
        <p:nvCxnSpPr>
          <p:cNvPr id="31" name="Curved Connector 30"/>
          <p:cNvCxnSpPr/>
          <p:nvPr userDrawn="1"/>
        </p:nvCxnSpPr>
        <p:spPr>
          <a:xfrm flipV="1">
            <a:off x="7470570" y="2732683"/>
            <a:ext cx="1396339" cy="1062006"/>
          </a:xfrm>
          <a:prstGeom prst="curvedConnector3">
            <a:avLst>
              <a:gd name="adj1" fmla="val 50000"/>
            </a:avLst>
          </a:prstGeom>
          <a:ln w="63500">
            <a:solidFill>
              <a:schemeClr val="accent5"/>
            </a:solidFill>
            <a:tailEnd type="triangle" w="med" len="med"/>
          </a:ln>
        </p:spPr>
        <p:style>
          <a:lnRef idx="1">
            <a:schemeClr val="accent1"/>
          </a:lnRef>
          <a:fillRef idx="0">
            <a:schemeClr val="accent1"/>
          </a:fillRef>
          <a:effectRef idx="0">
            <a:schemeClr val="accent1"/>
          </a:effectRef>
          <a:fontRef idx="minor">
            <a:schemeClr val="tx1"/>
          </a:fontRef>
        </p:style>
      </p:cxnSp>
      <p:cxnSp>
        <p:nvCxnSpPr>
          <p:cNvPr id="32" name="Curved Connector 31"/>
          <p:cNvCxnSpPr/>
          <p:nvPr userDrawn="1"/>
        </p:nvCxnSpPr>
        <p:spPr>
          <a:xfrm>
            <a:off x="7459981" y="3998149"/>
            <a:ext cx="1140030" cy="0"/>
          </a:xfrm>
          <a:prstGeom prst="straightConnector1">
            <a:avLst/>
          </a:prstGeom>
          <a:ln w="63500">
            <a:solidFill>
              <a:schemeClr val="accent4"/>
            </a:solidFill>
            <a:tailEnd type="triangle" w="med" len="med"/>
          </a:ln>
        </p:spPr>
        <p:style>
          <a:lnRef idx="1">
            <a:schemeClr val="accent1"/>
          </a:lnRef>
          <a:fillRef idx="0">
            <a:schemeClr val="accent1"/>
          </a:fillRef>
          <a:effectRef idx="0">
            <a:schemeClr val="accent1"/>
          </a:effectRef>
          <a:fontRef idx="minor">
            <a:schemeClr val="tx1"/>
          </a:fontRef>
        </p:style>
      </p:cxnSp>
      <p:cxnSp>
        <p:nvCxnSpPr>
          <p:cNvPr id="35" name="Curved Connector 34"/>
          <p:cNvCxnSpPr/>
          <p:nvPr userDrawn="1"/>
        </p:nvCxnSpPr>
        <p:spPr>
          <a:xfrm>
            <a:off x="7455230" y="4220040"/>
            <a:ext cx="1396339" cy="1062006"/>
          </a:xfrm>
          <a:prstGeom prst="curvedConnector3">
            <a:avLst>
              <a:gd name="adj1" fmla="val 50000"/>
            </a:avLst>
          </a:prstGeom>
          <a:ln w="63500">
            <a:solidFill>
              <a:schemeClr val="accent6"/>
            </a:solidFill>
            <a:tailEnd type="triangle" w="med" len="med"/>
          </a:ln>
        </p:spPr>
        <p:style>
          <a:lnRef idx="1">
            <a:schemeClr val="accent1"/>
          </a:lnRef>
          <a:fillRef idx="0">
            <a:schemeClr val="accent1"/>
          </a:fillRef>
          <a:effectRef idx="0">
            <a:schemeClr val="accent1"/>
          </a:effectRef>
          <a:fontRef idx="minor">
            <a:schemeClr val="tx1"/>
          </a:fontRef>
        </p:style>
      </p:cxnSp>
      <p:sp>
        <p:nvSpPr>
          <p:cNvPr id="36" name="Picture Placeholder 40"/>
          <p:cNvSpPr>
            <a:spLocks noGrp="1"/>
          </p:cNvSpPr>
          <p:nvPr>
            <p:ph type="pic" sz="quarter" idx="36"/>
          </p:nvPr>
        </p:nvSpPr>
        <p:spPr>
          <a:xfrm flipH="1">
            <a:off x="8891349" y="1938226"/>
            <a:ext cx="1004455" cy="980224"/>
          </a:xfrm>
          <a:custGeom>
            <a:avLst/>
            <a:gdLst>
              <a:gd name="connsiteX0" fmla="*/ 661920 w 1782809"/>
              <a:gd name="connsiteY0" fmla="*/ 0 h 1739801"/>
              <a:gd name="connsiteX1" fmla="*/ 872621 w 1782809"/>
              <a:gd name="connsiteY1" fmla="*/ 112029 h 1739801"/>
              <a:gd name="connsiteX2" fmla="*/ 878174 w 1782809"/>
              <a:gd name="connsiteY2" fmla="*/ 122259 h 1739801"/>
              <a:gd name="connsiteX3" fmla="*/ 888662 w 1782809"/>
              <a:gd name="connsiteY3" fmla="*/ 120659 h 1739801"/>
              <a:gd name="connsiteX4" fmla="*/ 965961 w 1782809"/>
              <a:gd name="connsiteY4" fmla="*/ 116755 h 1739801"/>
              <a:gd name="connsiteX5" fmla="*/ 1326326 w 1782809"/>
              <a:gd name="connsiteY5" fmla="*/ 208003 h 1739801"/>
              <a:gd name="connsiteX6" fmla="*/ 1367203 w 1782809"/>
              <a:gd name="connsiteY6" fmla="*/ 232837 h 1739801"/>
              <a:gd name="connsiteX7" fmla="*/ 1376243 w 1782809"/>
              <a:gd name="connsiteY7" fmla="*/ 225379 h 1739801"/>
              <a:gd name="connsiteX8" fmla="*/ 1518310 w 1782809"/>
              <a:gd name="connsiteY8" fmla="*/ 181983 h 1739801"/>
              <a:gd name="connsiteX9" fmla="*/ 1772407 w 1782809"/>
              <a:gd name="connsiteY9" fmla="*/ 436079 h 1739801"/>
              <a:gd name="connsiteX10" fmla="*/ 1697983 w 1782809"/>
              <a:gd name="connsiteY10" fmla="*/ 615753 h 1739801"/>
              <a:gd name="connsiteX11" fmla="*/ 1681257 w 1782809"/>
              <a:gd name="connsiteY11" fmla="*/ 629554 h 1739801"/>
              <a:gd name="connsiteX12" fmla="*/ 1687993 w 1782809"/>
              <a:gd name="connsiteY12" fmla="*/ 647960 h 1739801"/>
              <a:gd name="connsiteX13" fmla="*/ 1721982 w 1782809"/>
              <a:gd name="connsiteY13" fmla="*/ 872777 h 1739801"/>
              <a:gd name="connsiteX14" fmla="*/ 1718079 w 1782809"/>
              <a:gd name="connsiteY14" fmla="*/ 950076 h 1739801"/>
              <a:gd name="connsiteX15" fmla="*/ 1708911 w 1782809"/>
              <a:gd name="connsiteY15" fmla="*/ 1010143 h 1739801"/>
              <a:gd name="connsiteX16" fmla="*/ 1739413 w 1782809"/>
              <a:gd name="connsiteY16" fmla="*/ 1047112 h 1739801"/>
              <a:gd name="connsiteX17" fmla="*/ 1782809 w 1782809"/>
              <a:gd name="connsiteY17" fmla="*/ 1189180 h 1739801"/>
              <a:gd name="connsiteX18" fmla="*/ 1528713 w 1782809"/>
              <a:gd name="connsiteY18" fmla="*/ 1443276 h 1739801"/>
              <a:gd name="connsiteX19" fmla="*/ 1477504 w 1782809"/>
              <a:gd name="connsiteY19" fmla="*/ 1438114 h 1739801"/>
              <a:gd name="connsiteX20" fmla="*/ 1469464 w 1782809"/>
              <a:gd name="connsiteY20" fmla="*/ 1435618 h 1739801"/>
              <a:gd name="connsiteX21" fmla="*/ 1446861 w 1782809"/>
              <a:gd name="connsiteY21" fmla="*/ 1456160 h 1739801"/>
              <a:gd name="connsiteX22" fmla="*/ 1033711 w 1782809"/>
              <a:gd name="connsiteY22" fmla="*/ 1625805 h 1739801"/>
              <a:gd name="connsiteX23" fmla="*/ 972376 w 1782809"/>
              <a:gd name="connsiteY23" fmla="*/ 1628515 h 1739801"/>
              <a:gd name="connsiteX24" fmla="*/ 941962 w 1782809"/>
              <a:gd name="connsiteY24" fmla="*/ 1665378 h 1739801"/>
              <a:gd name="connsiteX25" fmla="*/ 762288 w 1782809"/>
              <a:gd name="connsiteY25" fmla="*/ 1739801 h 1739801"/>
              <a:gd name="connsiteX26" fmla="*/ 508192 w 1782809"/>
              <a:gd name="connsiteY26" fmla="*/ 1485705 h 1739801"/>
              <a:gd name="connsiteX27" fmla="*/ 509460 w 1782809"/>
              <a:gd name="connsiteY27" fmla="*/ 1473124 h 1739801"/>
              <a:gd name="connsiteX28" fmla="*/ 457628 w 1782809"/>
              <a:gd name="connsiteY28" fmla="*/ 1432399 h 1739801"/>
              <a:gd name="connsiteX29" fmla="*/ 269351 w 1782809"/>
              <a:gd name="connsiteY29" fmla="*/ 1167055 h 1739801"/>
              <a:gd name="connsiteX30" fmla="*/ 256837 w 1782809"/>
              <a:gd name="connsiteY30" fmla="*/ 1132864 h 1739801"/>
              <a:gd name="connsiteX31" fmla="*/ 254096 w 1782809"/>
              <a:gd name="connsiteY31" fmla="*/ 1133141 h 1739801"/>
              <a:gd name="connsiteX32" fmla="*/ 0 w 1782809"/>
              <a:gd name="connsiteY32" fmla="*/ 879044 h 1739801"/>
              <a:gd name="connsiteX33" fmla="*/ 202887 w 1782809"/>
              <a:gd name="connsiteY33" fmla="*/ 630110 h 1739801"/>
              <a:gd name="connsiteX34" fmla="*/ 252284 w 1782809"/>
              <a:gd name="connsiteY34" fmla="*/ 625130 h 1739801"/>
              <a:gd name="connsiteX35" fmla="*/ 269351 w 1782809"/>
              <a:gd name="connsiteY35" fmla="*/ 578499 h 1739801"/>
              <a:gd name="connsiteX36" fmla="*/ 339055 w 1782809"/>
              <a:gd name="connsiteY36" fmla="*/ 450078 h 1739801"/>
              <a:gd name="connsiteX37" fmla="*/ 425429 w 1782809"/>
              <a:gd name="connsiteY37" fmla="*/ 345392 h 1739801"/>
              <a:gd name="connsiteX38" fmla="*/ 412986 w 1782809"/>
              <a:gd name="connsiteY38" fmla="*/ 305306 h 1739801"/>
              <a:gd name="connsiteX39" fmla="*/ 407824 w 1782809"/>
              <a:gd name="connsiteY39" fmla="*/ 254096 h 1739801"/>
              <a:gd name="connsiteX40" fmla="*/ 661920 w 1782809"/>
              <a:gd name="connsiteY40" fmla="*/ 0 h 1739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782809" h="1739801">
                <a:moveTo>
                  <a:pt x="661920" y="0"/>
                </a:moveTo>
                <a:cubicBezTo>
                  <a:pt x="749628" y="0"/>
                  <a:pt x="826958" y="44438"/>
                  <a:pt x="872621" y="112029"/>
                </a:cubicBezTo>
                <a:lnTo>
                  <a:pt x="878174" y="122259"/>
                </a:lnTo>
                <a:lnTo>
                  <a:pt x="888662" y="120659"/>
                </a:lnTo>
                <a:cubicBezTo>
                  <a:pt x="914077" y="118078"/>
                  <a:pt x="939864" y="116755"/>
                  <a:pt x="965961" y="116755"/>
                </a:cubicBezTo>
                <a:cubicBezTo>
                  <a:pt x="1096442" y="116755"/>
                  <a:pt x="1219202" y="149810"/>
                  <a:pt x="1326326" y="208003"/>
                </a:cubicBezTo>
                <a:lnTo>
                  <a:pt x="1367203" y="232837"/>
                </a:lnTo>
                <a:lnTo>
                  <a:pt x="1376243" y="225379"/>
                </a:lnTo>
                <a:cubicBezTo>
                  <a:pt x="1416796" y="197981"/>
                  <a:pt x="1465685" y="181983"/>
                  <a:pt x="1518310" y="181983"/>
                </a:cubicBezTo>
                <a:cubicBezTo>
                  <a:pt x="1658644" y="181983"/>
                  <a:pt x="1772407" y="295746"/>
                  <a:pt x="1772407" y="436079"/>
                </a:cubicBezTo>
                <a:cubicBezTo>
                  <a:pt x="1772407" y="506246"/>
                  <a:pt x="1743966" y="569770"/>
                  <a:pt x="1697983" y="615753"/>
                </a:cubicBezTo>
                <a:lnTo>
                  <a:pt x="1681257" y="629554"/>
                </a:lnTo>
                <a:lnTo>
                  <a:pt x="1687993" y="647960"/>
                </a:lnTo>
                <a:cubicBezTo>
                  <a:pt x="1710083" y="718979"/>
                  <a:pt x="1721982" y="794489"/>
                  <a:pt x="1721982" y="872777"/>
                </a:cubicBezTo>
                <a:cubicBezTo>
                  <a:pt x="1721982" y="898874"/>
                  <a:pt x="1720660" y="924661"/>
                  <a:pt x="1718079" y="950076"/>
                </a:cubicBezTo>
                <a:lnTo>
                  <a:pt x="1708911" y="1010143"/>
                </a:lnTo>
                <a:lnTo>
                  <a:pt x="1739413" y="1047112"/>
                </a:lnTo>
                <a:cubicBezTo>
                  <a:pt x="1766811" y="1087666"/>
                  <a:pt x="1782809" y="1136555"/>
                  <a:pt x="1782809" y="1189180"/>
                </a:cubicBezTo>
                <a:cubicBezTo>
                  <a:pt x="1782809" y="1329513"/>
                  <a:pt x="1669046" y="1443276"/>
                  <a:pt x="1528713" y="1443276"/>
                </a:cubicBezTo>
                <a:cubicBezTo>
                  <a:pt x="1511171" y="1443276"/>
                  <a:pt x="1494045" y="1441498"/>
                  <a:pt x="1477504" y="1438114"/>
                </a:cubicBezTo>
                <a:lnTo>
                  <a:pt x="1469464" y="1435618"/>
                </a:lnTo>
                <a:lnTo>
                  <a:pt x="1446861" y="1456160"/>
                </a:lnTo>
                <a:cubicBezTo>
                  <a:pt x="1332511" y="1550530"/>
                  <a:pt x="1189943" y="1611930"/>
                  <a:pt x="1033711" y="1625805"/>
                </a:cubicBezTo>
                <a:lnTo>
                  <a:pt x="972376" y="1628515"/>
                </a:lnTo>
                <a:lnTo>
                  <a:pt x="941962" y="1665378"/>
                </a:lnTo>
                <a:cubicBezTo>
                  <a:pt x="895980" y="1711361"/>
                  <a:pt x="832455" y="1739801"/>
                  <a:pt x="762288" y="1739801"/>
                </a:cubicBezTo>
                <a:cubicBezTo>
                  <a:pt x="621955" y="1739801"/>
                  <a:pt x="508192" y="1626038"/>
                  <a:pt x="508192" y="1485705"/>
                </a:cubicBezTo>
                <a:lnTo>
                  <a:pt x="509460" y="1473124"/>
                </a:lnTo>
                <a:lnTo>
                  <a:pt x="457628" y="1432399"/>
                </a:lnTo>
                <a:cubicBezTo>
                  <a:pt x="377073" y="1359182"/>
                  <a:pt x="312390" y="1268811"/>
                  <a:pt x="269351" y="1167055"/>
                </a:cubicBezTo>
                <a:lnTo>
                  <a:pt x="256837" y="1132864"/>
                </a:lnTo>
                <a:lnTo>
                  <a:pt x="254096" y="1133141"/>
                </a:lnTo>
                <a:cubicBezTo>
                  <a:pt x="113763" y="1133141"/>
                  <a:pt x="0" y="1019378"/>
                  <a:pt x="0" y="879044"/>
                </a:cubicBezTo>
                <a:cubicBezTo>
                  <a:pt x="0" y="756252"/>
                  <a:pt x="87099" y="653803"/>
                  <a:pt x="202887" y="630110"/>
                </a:cubicBezTo>
                <a:lnTo>
                  <a:pt x="252284" y="625130"/>
                </a:lnTo>
                <a:lnTo>
                  <a:pt x="269351" y="578499"/>
                </a:lnTo>
                <a:cubicBezTo>
                  <a:pt x="288479" y="533275"/>
                  <a:pt x="311883" y="490299"/>
                  <a:pt x="339055" y="450078"/>
                </a:cubicBezTo>
                <a:lnTo>
                  <a:pt x="425429" y="345392"/>
                </a:lnTo>
                <a:lnTo>
                  <a:pt x="412986" y="305306"/>
                </a:lnTo>
                <a:cubicBezTo>
                  <a:pt x="409601" y="288764"/>
                  <a:pt x="407824" y="271638"/>
                  <a:pt x="407824" y="254096"/>
                </a:cubicBezTo>
                <a:cubicBezTo>
                  <a:pt x="407824" y="113763"/>
                  <a:pt x="521586" y="0"/>
                  <a:pt x="661920" y="0"/>
                </a:cubicBezTo>
                <a:close/>
              </a:path>
            </a:pathLst>
          </a:custGeom>
          <a:solidFill>
            <a:schemeClr val="bg1">
              <a:lumMod val="85000"/>
            </a:schemeClr>
          </a:solidFill>
        </p:spPr>
        <p:txBody>
          <a:bodyPr wrap="square">
            <a:noAutofit/>
          </a:bodyPr>
          <a:lstStyle/>
          <a:p>
            <a:endParaRPr lang="en-AU" dirty="0"/>
          </a:p>
        </p:txBody>
      </p:sp>
      <p:sp>
        <p:nvSpPr>
          <p:cNvPr id="37" name="Picture Placeholder 40"/>
          <p:cNvSpPr>
            <a:spLocks noGrp="1"/>
          </p:cNvSpPr>
          <p:nvPr>
            <p:ph type="pic" sz="quarter" idx="37"/>
          </p:nvPr>
        </p:nvSpPr>
        <p:spPr>
          <a:xfrm flipH="1">
            <a:off x="8860669" y="3517733"/>
            <a:ext cx="1004455" cy="980224"/>
          </a:xfrm>
          <a:custGeom>
            <a:avLst/>
            <a:gdLst>
              <a:gd name="connsiteX0" fmla="*/ 661920 w 1782809"/>
              <a:gd name="connsiteY0" fmla="*/ 0 h 1739801"/>
              <a:gd name="connsiteX1" fmla="*/ 872621 w 1782809"/>
              <a:gd name="connsiteY1" fmla="*/ 112029 h 1739801"/>
              <a:gd name="connsiteX2" fmla="*/ 878174 w 1782809"/>
              <a:gd name="connsiteY2" fmla="*/ 122259 h 1739801"/>
              <a:gd name="connsiteX3" fmla="*/ 888662 w 1782809"/>
              <a:gd name="connsiteY3" fmla="*/ 120659 h 1739801"/>
              <a:gd name="connsiteX4" fmla="*/ 965961 w 1782809"/>
              <a:gd name="connsiteY4" fmla="*/ 116755 h 1739801"/>
              <a:gd name="connsiteX5" fmla="*/ 1326326 w 1782809"/>
              <a:gd name="connsiteY5" fmla="*/ 208003 h 1739801"/>
              <a:gd name="connsiteX6" fmla="*/ 1367203 w 1782809"/>
              <a:gd name="connsiteY6" fmla="*/ 232837 h 1739801"/>
              <a:gd name="connsiteX7" fmla="*/ 1376243 w 1782809"/>
              <a:gd name="connsiteY7" fmla="*/ 225379 h 1739801"/>
              <a:gd name="connsiteX8" fmla="*/ 1518310 w 1782809"/>
              <a:gd name="connsiteY8" fmla="*/ 181983 h 1739801"/>
              <a:gd name="connsiteX9" fmla="*/ 1772407 w 1782809"/>
              <a:gd name="connsiteY9" fmla="*/ 436079 h 1739801"/>
              <a:gd name="connsiteX10" fmla="*/ 1697983 w 1782809"/>
              <a:gd name="connsiteY10" fmla="*/ 615753 h 1739801"/>
              <a:gd name="connsiteX11" fmla="*/ 1681257 w 1782809"/>
              <a:gd name="connsiteY11" fmla="*/ 629554 h 1739801"/>
              <a:gd name="connsiteX12" fmla="*/ 1687993 w 1782809"/>
              <a:gd name="connsiteY12" fmla="*/ 647960 h 1739801"/>
              <a:gd name="connsiteX13" fmla="*/ 1721982 w 1782809"/>
              <a:gd name="connsiteY13" fmla="*/ 872777 h 1739801"/>
              <a:gd name="connsiteX14" fmla="*/ 1718079 w 1782809"/>
              <a:gd name="connsiteY14" fmla="*/ 950076 h 1739801"/>
              <a:gd name="connsiteX15" fmla="*/ 1708911 w 1782809"/>
              <a:gd name="connsiteY15" fmla="*/ 1010143 h 1739801"/>
              <a:gd name="connsiteX16" fmla="*/ 1739413 w 1782809"/>
              <a:gd name="connsiteY16" fmla="*/ 1047112 h 1739801"/>
              <a:gd name="connsiteX17" fmla="*/ 1782809 w 1782809"/>
              <a:gd name="connsiteY17" fmla="*/ 1189180 h 1739801"/>
              <a:gd name="connsiteX18" fmla="*/ 1528713 w 1782809"/>
              <a:gd name="connsiteY18" fmla="*/ 1443276 h 1739801"/>
              <a:gd name="connsiteX19" fmla="*/ 1477504 w 1782809"/>
              <a:gd name="connsiteY19" fmla="*/ 1438114 h 1739801"/>
              <a:gd name="connsiteX20" fmla="*/ 1469464 w 1782809"/>
              <a:gd name="connsiteY20" fmla="*/ 1435618 h 1739801"/>
              <a:gd name="connsiteX21" fmla="*/ 1446861 w 1782809"/>
              <a:gd name="connsiteY21" fmla="*/ 1456160 h 1739801"/>
              <a:gd name="connsiteX22" fmla="*/ 1033711 w 1782809"/>
              <a:gd name="connsiteY22" fmla="*/ 1625805 h 1739801"/>
              <a:gd name="connsiteX23" fmla="*/ 972376 w 1782809"/>
              <a:gd name="connsiteY23" fmla="*/ 1628515 h 1739801"/>
              <a:gd name="connsiteX24" fmla="*/ 941962 w 1782809"/>
              <a:gd name="connsiteY24" fmla="*/ 1665378 h 1739801"/>
              <a:gd name="connsiteX25" fmla="*/ 762288 w 1782809"/>
              <a:gd name="connsiteY25" fmla="*/ 1739801 h 1739801"/>
              <a:gd name="connsiteX26" fmla="*/ 508192 w 1782809"/>
              <a:gd name="connsiteY26" fmla="*/ 1485705 h 1739801"/>
              <a:gd name="connsiteX27" fmla="*/ 509460 w 1782809"/>
              <a:gd name="connsiteY27" fmla="*/ 1473124 h 1739801"/>
              <a:gd name="connsiteX28" fmla="*/ 457628 w 1782809"/>
              <a:gd name="connsiteY28" fmla="*/ 1432399 h 1739801"/>
              <a:gd name="connsiteX29" fmla="*/ 269351 w 1782809"/>
              <a:gd name="connsiteY29" fmla="*/ 1167055 h 1739801"/>
              <a:gd name="connsiteX30" fmla="*/ 256837 w 1782809"/>
              <a:gd name="connsiteY30" fmla="*/ 1132864 h 1739801"/>
              <a:gd name="connsiteX31" fmla="*/ 254096 w 1782809"/>
              <a:gd name="connsiteY31" fmla="*/ 1133141 h 1739801"/>
              <a:gd name="connsiteX32" fmla="*/ 0 w 1782809"/>
              <a:gd name="connsiteY32" fmla="*/ 879044 h 1739801"/>
              <a:gd name="connsiteX33" fmla="*/ 202887 w 1782809"/>
              <a:gd name="connsiteY33" fmla="*/ 630110 h 1739801"/>
              <a:gd name="connsiteX34" fmla="*/ 252284 w 1782809"/>
              <a:gd name="connsiteY34" fmla="*/ 625130 h 1739801"/>
              <a:gd name="connsiteX35" fmla="*/ 269351 w 1782809"/>
              <a:gd name="connsiteY35" fmla="*/ 578499 h 1739801"/>
              <a:gd name="connsiteX36" fmla="*/ 339055 w 1782809"/>
              <a:gd name="connsiteY36" fmla="*/ 450078 h 1739801"/>
              <a:gd name="connsiteX37" fmla="*/ 425429 w 1782809"/>
              <a:gd name="connsiteY37" fmla="*/ 345392 h 1739801"/>
              <a:gd name="connsiteX38" fmla="*/ 412986 w 1782809"/>
              <a:gd name="connsiteY38" fmla="*/ 305306 h 1739801"/>
              <a:gd name="connsiteX39" fmla="*/ 407824 w 1782809"/>
              <a:gd name="connsiteY39" fmla="*/ 254096 h 1739801"/>
              <a:gd name="connsiteX40" fmla="*/ 661920 w 1782809"/>
              <a:gd name="connsiteY40" fmla="*/ 0 h 1739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782809" h="1739801">
                <a:moveTo>
                  <a:pt x="661920" y="0"/>
                </a:moveTo>
                <a:cubicBezTo>
                  <a:pt x="749628" y="0"/>
                  <a:pt x="826958" y="44438"/>
                  <a:pt x="872621" y="112029"/>
                </a:cubicBezTo>
                <a:lnTo>
                  <a:pt x="878174" y="122259"/>
                </a:lnTo>
                <a:lnTo>
                  <a:pt x="888662" y="120659"/>
                </a:lnTo>
                <a:cubicBezTo>
                  <a:pt x="914077" y="118078"/>
                  <a:pt x="939864" y="116755"/>
                  <a:pt x="965961" y="116755"/>
                </a:cubicBezTo>
                <a:cubicBezTo>
                  <a:pt x="1096442" y="116755"/>
                  <a:pt x="1219202" y="149810"/>
                  <a:pt x="1326326" y="208003"/>
                </a:cubicBezTo>
                <a:lnTo>
                  <a:pt x="1367203" y="232837"/>
                </a:lnTo>
                <a:lnTo>
                  <a:pt x="1376243" y="225379"/>
                </a:lnTo>
                <a:cubicBezTo>
                  <a:pt x="1416796" y="197981"/>
                  <a:pt x="1465685" y="181983"/>
                  <a:pt x="1518310" y="181983"/>
                </a:cubicBezTo>
                <a:cubicBezTo>
                  <a:pt x="1658644" y="181983"/>
                  <a:pt x="1772407" y="295746"/>
                  <a:pt x="1772407" y="436079"/>
                </a:cubicBezTo>
                <a:cubicBezTo>
                  <a:pt x="1772407" y="506246"/>
                  <a:pt x="1743966" y="569770"/>
                  <a:pt x="1697983" y="615753"/>
                </a:cubicBezTo>
                <a:lnTo>
                  <a:pt x="1681257" y="629554"/>
                </a:lnTo>
                <a:lnTo>
                  <a:pt x="1687993" y="647960"/>
                </a:lnTo>
                <a:cubicBezTo>
                  <a:pt x="1710083" y="718979"/>
                  <a:pt x="1721982" y="794489"/>
                  <a:pt x="1721982" y="872777"/>
                </a:cubicBezTo>
                <a:cubicBezTo>
                  <a:pt x="1721982" y="898874"/>
                  <a:pt x="1720660" y="924661"/>
                  <a:pt x="1718079" y="950076"/>
                </a:cubicBezTo>
                <a:lnTo>
                  <a:pt x="1708911" y="1010143"/>
                </a:lnTo>
                <a:lnTo>
                  <a:pt x="1739413" y="1047112"/>
                </a:lnTo>
                <a:cubicBezTo>
                  <a:pt x="1766811" y="1087666"/>
                  <a:pt x="1782809" y="1136555"/>
                  <a:pt x="1782809" y="1189180"/>
                </a:cubicBezTo>
                <a:cubicBezTo>
                  <a:pt x="1782809" y="1329513"/>
                  <a:pt x="1669046" y="1443276"/>
                  <a:pt x="1528713" y="1443276"/>
                </a:cubicBezTo>
                <a:cubicBezTo>
                  <a:pt x="1511171" y="1443276"/>
                  <a:pt x="1494045" y="1441498"/>
                  <a:pt x="1477504" y="1438114"/>
                </a:cubicBezTo>
                <a:lnTo>
                  <a:pt x="1469464" y="1435618"/>
                </a:lnTo>
                <a:lnTo>
                  <a:pt x="1446861" y="1456160"/>
                </a:lnTo>
                <a:cubicBezTo>
                  <a:pt x="1332511" y="1550530"/>
                  <a:pt x="1189943" y="1611930"/>
                  <a:pt x="1033711" y="1625805"/>
                </a:cubicBezTo>
                <a:lnTo>
                  <a:pt x="972376" y="1628515"/>
                </a:lnTo>
                <a:lnTo>
                  <a:pt x="941962" y="1665378"/>
                </a:lnTo>
                <a:cubicBezTo>
                  <a:pt x="895980" y="1711361"/>
                  <a:pt x="832455" y="1739801"/>
                  <a:pt x="762288" y="1739801"/>
                </a:cubicBezTo>
                <a:cubicBezTo>
                  <a:pt x="621955" y="1739801"/>
                  <a:pt x="508192" y="1626038"/>
                  <a:pt x="508192" y="1485705"/>
                </a:cubicBezTo>
                <a:lnTo>
                  <a:pt x="509460" y="1473124"/>
                </a:lnTo>
                <a:lnTo>
                  <a:pt x="457628" y="1432399"/>
                </a:lnTo>
                <a:cubicBezTo>
                  <a:pt x="377073" y="1359182"/>
                  <a:pt x="312390" y="1268811"/>
                  <a:pt x="269351" y="1167055"/>
                </a:cubicBezTo>
                <a:lnTo>
                  <a:pt x="256837" y="1132864"/>
                </a:lnTo>
                <a:lnTo>
                  <a:pt x="254096" y="1133141"/>
                </a:lnTo>
                <a:cubicBezTo>
                  <a:pt x="113763" y="1133141"/>
                  <a:pt x="0" y="1019378"/>
                  <a:pt x="0" y="879044"/>
                </a:cubicBezTo>
                <a:cubicBezTo>
                  <a:pt x="0" y="756252"/>
                  <a:pt x="87099" y="653803"/>
                  <a:pt x="202887" y="630110"/>
                </a:cubicBezTo>
                <a:lnTo>
                  <a:pt x="252284" y="625130"/>
                </a:lnTo>
                <a:lnTo>
                  <a:pt x="269351" y="578499"/>
                </a:lnTo>
                <a:cubicBezTo>
                  <a:pt x="288479" y="533275"/>
                  <a:pt x="311883" y="490299"/>
                  <a:pt x="339055" y="450078"/>
                </a:cubicBezTo>
                <a:lnTo>
                  <a:pt x="425429" y="345392"/>
                </a:lnTo>
                <a:lnTo>
                  <a:pt x="412986" y="305306"/>
                </a:lnTo>
                <a:cubicBezTo>
                  <a:pt x="409601" y="288764"/>
                  <a:pt x="407824" y="271638"/>
                  <a:pt x="407824" y="254096"/>
                </a:cubicBezTo>
                <a:cubicBezTo>
                  <a:pt x="407824" y="113763"/>
                  <a:pt x="521586" y="0"/>
                  <a:pt x="661920" y="0"/>
                </a:cubicBezTo>
                <a:close/>
              </a:path>
            </a:pathLst>
          </a:custGeom>
          <a:solidFill>
            <a:schemeClr val="bg1">
              <a:lumMod val="85000"/>
            </a:schemeClr>
          </a:solidFill>
        </p:spPr>
        <p:txBody>
          <a:bodyPr wrap="square">
            <a:noAutofit/>
          </a:bodyPr>
          <a:lstStyle/>
          <a:p>
            <a:endParaRPr lang="en-AU" dirty="0"/>
          </a:p>
        </p:txBody>
      </p:sp>
      <p:sp>
        <p:nvSpPr>
          <p:cNvPr id="38" name="Picture Placeholder 40"/>
          <p:cNvSpPr>
            <a:spLocks noGrp="1"/>
          </p:cNvSpPr>
          <p:nvPr>
            <p:ph type="pic" sz="quarter" idx="38"/>
          </p:nvPr>
        </p:nvSpPr>
        <p:spPr>
          <a:xfrm flipH="1">
            <a:off x="8891349" y="5189755"/>
            <a:ext cx="1004455" cy="980224"/>
          </a:xfrm>
          <a:custGeom>
            <a:avLst/>
            <a:gdLst>
              <a:gd name="connsiteX0" fmla="*/ 661920 w 1782809"/>
              <a:gd name="connsiteY0" fmla="*/ 0 h 1739801"/>
              <a:gd name="connsiteX1" fmla="*/ 872621 w 1782809"/>
              <a:gd name="connsiteY1" fmla="*/ 112029 h 1739801"/>
              <a:gd name="connsiteX2" fmla="*/ 878174 w 1782809"/>
              <a:gd name="connsiteY2" fmla="*/ 122259 h 1739801"/>
              <a:gd name="connsiteX3" fmla="*/ 888662 w 1782809"/>
              <a:gd name="connsiteY3" fmla="*/ 120659 h 1739801"/>
              <a:gd name="connsiteX4" fmla="*/ 965961 w 1782809"/>
              <a:gd name="connsiteY4" fmla="*/ 116755 h 1739801"/>
              <a:gd name="connsiteX5" fmla="*/ 1326326 w 1782809"/>
              <a:gd name="connsiteY5" fmla="*/ 208003 h 1739801"/>
              <a:gd name="connsiteX6" fmla="*/ 1367203 w 1782809"/>
              <a:gd name="connsiteY6" fmla="*/ 232837 h 1739801"/>
              <a:gd name="connsiteX7" fmla="*/ 1376243 w 1782809"/>
              <a:gd name="connsiteY7" fmla="*/ 225379 h 1739801"/>
              <a:gd name="connsiteX8" fmla="*/ 1518310 w 1782809"/>
              <a:gd name="connsiteY8" fmla="*/ 181983 h 1739801"/>
              <a:gd name="connsiteX9" fmla="*/ 1772407 w 1782809"/>
              <a:gd name="connsiteY9" fmla="*/ 436079 h 1739801"/>
              <a:gd name="connsiteX10" fmla="*/ 1697983 w 1782809"/>
              <a:gd name="connsiteY10" fmla="*/ 615753 h 1739801"/>
              <a:gd name="connsiteX11" fmla="*/ 1681257 w 1782809"/>
              <a:gd name="connsiteY11" fmla="*/ 629554 h 1739801"/>
              <a:gd name="connsiteX12" fmla="*/ 1687993 w 1782809"/>
              <a:gd name="connsiteY12" fmla="*/ 647960 h 1739801"/>
              <a:gd name="connsiteX13" fmla="*/ 1721982 w 1782809"/>
              <a:gd name="connsiteY13" fmla="*/ 872777 h 1739801"/>
              <a:gd name="connsiteX14" fmla="*/ 1718079 w 1782809"/>
              <a:gd name="connsiteY14" fmla="*/ 950076 h 1739801"/>
              <a:gd name="connsiteX15" fmla="*/ 1708911 w 1782809"/>
              <a:gd name="connsiteY15" fmla="*/ 1010143 h 1739801"/>
              <a:gd name="connsiteX16" fmla="*/ 1739413 w 1782809"/>
              <a:gd name="connsiteY16" fmla="*/ 1047112 h 1739801"/>
              <a:gd name="connsiteX17" fmla="*/ 1782809 w 1782809"/>
              <a:gd name="connsiteY17" fmla="*/ 1189180 h 1739801"/>
              <a:gd name="connsiteX18" fmla="*/ 1528713 w 1782809"/>
              <a:gd name="connsiteY18" fmla="*/ 1443276 h 1739801"/>
              <a:gd name="connsiteX19" fmla="*/ 1477504 w 1782809"/>
              <a:gd name="connsiteY19" fmla="*/ 1438114 h 1739801"/>
              <a:gd name="connsiteX20" fmla="*/ 1469464 w 1782809"/>
              <a:gd name="connsiteY20" fmla="*/ 1435618 h 1739801"/>
              <a:gd name="connsiteX21" fmla="*/ 1446861 w 1782809"/>
              <a:gd name="connsiteY21" fmla="*/ 1456160 h 1739801"/>
              <a:gd name="connsiteX22" fmla="*/ 1033711 w 1782809"/>
              <a:gd name="connsiteY22" fmla="*/ 1625805 h 1739801"/>
              <a:gd name="connsiteX23" fmla="*/ 972376 w 1782809"/>
              <a:gd name="connsiteY23" fmla="*/ 1628515 h 1739801"/>
              <a:gd name="connsiteX24" fmla="*/ 941962 w 1782809"/>
              <a:gd name="connsiteY24" fmla="*/ 1665378 h 1739801"/>
              <a:gd name="connsiteX25" fmla="*/ 762288 w 1782809"/>
              <a:gd name="connsiteY25" fmla="*/ 1739801 h 1739801"/>
              <a:gd name="connsiteX26" fmla="*/ 508192 w 1782809"/>
              <a:gd name="connsiteY26" fmla="*/ 1485705 h 1739801"/>
              <a:gd name="connsiteX27" fmla="*/ 509460 w 1782809"/>
              <a:gd name="connsiteY27" fmla="*/ 1473124 h 1739801"/>
              <a:gd name="connsiteX28" fmla="*/ 457628 w 1782809"/>
              <a:gd name="connsiteY28" fmla="*/ 1432399 h 1739801"/>
              <a:gd name="connsiteX29" fmla="*/ 269351 w 1782809"/>
              <a:gd name="connsiteY29" fmla="*/ 1167055 h 1739801"/>
              <a:gd name="connsiteX30" fmla="*/ 256837 w 1782809"/>
              <a:gd name="connsiteY30" fmla="*/ 1132864 h 1739801"/>
              <a:gd name="connsiteX31" fmla="*/ 254096 w 1782809"/>
              <a:gd name="connsiteY31" fmla="*/ 1133141 h 1739801"/>
              <a:gd name="connsiteX32" fmla="*/ 0 w 1782809"/>
              <a:gd name="connsiteY32" fmla="*/ 879044 h 1739801"/>
              <a:gd name="connsiteX33" fmla="*/ 202887 w 1782809"/>
              <a:gd name="connsiteY33" fmla="*/ 630110 h 1739801"/>
              <a:gd name="connsiteX34" fmla="*/ 252284 w 1782809"/>
              <a:gd name="connsiteY34" fmla="*/ 625130 h 1739801"/>
              <a:gd name="connsiteX35" fmla="*/ 269351 w 1782809"/>
              <a:gd name="connsiteY35" fmla="*/ 578499 h 1739801"/>
              <a:gd name="connsiteX36" fmla="*/ 339055 w 1782809"/>
              <a:gd name="connsiteY36" fmla="*/ 450078 h 1739801"/>
              <a:gd name="connsiteX37" fmla="*/ 425429 w 1782809"/>
              <a:gd name="connsiteY37" fmla="*/ 345392 h 1739801"/>
              <a:gd name="connsiteX38" fmla="*/ 412986 w 1782809"/>
              <a:gd name="connsiteY38" fmla="*/ 305306 h 1739801"/>
              <a:gd name="connsiteX39" fmla="*/ 407824 w 1782809"/>
              <a:gd name="connsiteY39" fmla="*/ 254096 h 1739801"/>
              <a:gd name="connsiteX40" fmla="*/ 661920 w 1782809"/>
              <a:gd name="connsiteY40" fmla="*/ 0 h 1739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782809" h="1739801">
                <a:moveTo>
                  <a:pt x="661920" y="0"/>
                </a:moveTo>
                <a:cubicBezTo>
                  <a:pt x="749628" y="0"/>
                  <a:pt x="826958" y="44438"/>
                  <a:pt x="872621" y="112029"/>
                </a:cubicBezTo>
                <a:lnTo>
                  <a:pt x="878174" y="122259"/>
                </a:lnTo>
                <a:lnTo>
                  <a:pt x="888662" y="120659"/>
                </a:lnTo>
                <a:cubicBezTo>
                  <a:pt x="914077" y="118078"/>
                  <a:pt x="939864" y="116755"/>
                  <a:pt x="965961" y="116755"/>
                </a:cubicBezTo>
                <a:cubicBezTo>
                  <a:pt x="1096442" y="116755"/>
                  <a:pt x="1219202" y="149810"/>
                  <a:pt x="1326326" y="208003"/>
                </a:cubicBezTo>
                <a:lnTo>
                  <a:pt x="1367203" y="232837"/>
                </a:lnTo>
                <a:lnTo>
                  <a:pt x="1376243" y="225379"/>
                </a:lnTo>
                <a:cubicBezTo>
                  <a:pt x="1416796" y="197981"/>
                  <a:pt x="1465685" y="181983"/>
                  <a:pt x="1518310" y="181983"/>
                </a:cubicBezTo>
                <a:cubicBezTo>
                  <a:pt x="1658644" y="181983"/>
                  <a:pt x="1772407" y="295746"/>
                  <a:pt x="1772407" y="436079"/>
                </a:cubicBezTo>
                <a:cubicBezTo>
                  <a:pt x="1772407" y="506246"/>
                  <a:pt x="1743966" y="569770"/>
                  <a:pt x="1697983" y="615753"/>
                </a:cubicBezTo>
                <a:lnTo>
                  <a:pt x="1681257" y="629554"/>
                </a:lnTo>
                <a:lnTo>
                  <a:pt x="1687993" y="647960"/>
                </a:lnTo>
                <a:cubicBezTo>
                  <a:pt x="1710083" y="718979"/>
                  <a:pt x="1721982" y="794489"/>
                  <a:pt x="1721982" y="872777"/>
                </a:cubicBezTo>
                <a:cubicBezTo>
                  <a:pt x="1721982" y="898874"/>
                  <a:pt x="1720660" y="924661"/>
                  <a:pt x="1718079" y="950076"/>
                </a:cubicBezTo>
                <a:lnTo>
                  <a:pt x="1708911" y="1010143"/>
                </a:lnTo>
                <a:lnTo>
                  <a:pt x="1739413" y="1047112"/>
                </a:lnTo>
                <a:cubicBezTo>
                  <a:pt x="1766811" y="1087666"/>
                  <a:pt x="1782809" y="1136555"/>
                  <a:pt x="1782809" y="1189180"/>
                </a:cubicBezTo>
                <a:cubicBezTo>
                  <a:pt x="1782809" y="1329513"/>
                  <a:pt x="1669046" y="1443276"/>
                  <a:pt x="1528713" y="1443276"/>
                </a:cubicBezTo>
                <a:cubicBezTo>
                  <a:pt x="1511171" y="1443276"/>
                  <a:pt x="1494045" y="1441498"/>
                  <a:pt x="1477504" y="1438114"/>
                </a:cubicBezTo>
                <a:lnTo>
                  <a:pt x="1469464" y="1435618"/>
                </a:lnTo>
                <a:lnTo>
                  <a:pt x="1446861" y="1456160"/>
                </a:lnTo>
                <a:cubicBezTo>
                  <a:pt x="1332511" y="1550530"/>
                  <a:pt x="1189943" y="1611930"/>
                  <a:pt x="1033711" y="1625805"/>
                </a:cubicBezTo>
                <a:lnTo>
                  <a:pt x="972376" y="1628515"/>
                </a:lnTo>
                <a:lnTo>
                  <a:pt x="941962" y="1665378"/>
                </a:lnTo>
                <a:cubicBezTo>
                  <a:pt x="895980" y="1711361"/>
                  <a:pt x="832455" y="1739801"/>
                  <a:pt x="762288" y="1739801"/>
                </a:cubicBezTo>
                <a:cubicBezTo>
                  <a:pt x="621955" y="1739801"/>
                  <a:pt x="508192" y="1626038"/>
                  <a:pt x="508192" y="1485705"/>
                </a:cubicBezTo>
                <a:lnTo>
                  <a:pt x="509460" y="1473124"/>
                </a:lnTo>
                <a:lnTo>
                  <a:pt x="457628" y="1432399"/>
                </a:lnTo>
                <a:cubicBezTo>
                  <a:pt x="377073" y="1359182"/>
                  <a:pt x="312390" y="1268811"/>
                  <a:pt x="269351" y="1167055"/>
                </a:cubicBezTo>
                <a:lnTo>
                  <a:pt x="256837" y="1132864"/>
                </a:lnTo>
                <a:lnTo>
                  <a:pt x="254096" y="1133141"/>
                </a:lnTo>
                <a:cubicBezTo>
                  <a:pt x="113763" y="1133141"/>
                  <a:pt x="0" y="1019378"/>
                  <a:pt x="0" y="879044"/>
                </a:cubicBezTo>
                <a:cubicBezTo>
                  <a:pt x="0" y="756252"/>
                  <a:pt x="87099" y="653803"/>
                  <a:pt x="202887" y="630110"/>
                </a:cubicBezTo>
                <a:lnTo>
                  <a:pt x="252284" y="625130"/>
                </a:lnTo>
                <a:lnTo>
                  <a:pt x="269351" y="578499"/>
                </a:lnTo>
                <a:cubicBezTo>
                  <a:pt x="288479" y="533275"/>
                  <a:pt x="311883" y="490299"/>
                  <a:pt x="339055" y="450078"/>
                </a:cubicBezTo>
                <a:lnTo>
                  <a:pt x="425429" y="345392"/>
                </a:lnTo>
                <a:lnTo>
                  <a:pt x="412986" y="305306"/>
                </a:lnTo>
                <a:cubicBezTo>
                  <a:pt x="409601" y="288764"/>
                  <a:pt x="407824" y="271638"/>
                  <a:pt x="407824" y="254096"/>
                </a:cubicBezTo>
                <a:cubicBezTo>
                  <a:pt x="407824" y="113763"/>
                  <a:pt x="521586" y="0"/>
                  <a:pt x="661920" y="0"/>
                </a:cubicBezTo>
                <a:close/>
              </a:path>
            </a:pathLst>
          </a:custGeom>
          <a:solidFill>
            <a:schemeClr val="bg1">
              <a:lumMod val="85000"/>
            </a:schemeClr>
          </a:solidFill>
        </p:spPr>
        <p:txBody>
          <a:bodyPr wrap="square">
            <a:noAutofit/>
          </a:bodyPr>
          <a:lstStyle/>
          <a:p>
            <a:endParaRPr lang="en-AU" dirty="0"/>
          </a:p>
        </p:txBody>
      </p:sp>
      <p:sp>
        <p:nvSpPr>
          <p:cNvPr id="44" name="Text Placeholder 21"/>
          <p:cNvSpPr>
            <a:spLocks noGrp="1"/>
          </p:cNvSpPr>
          <p:nvPr>
            <p:ph type="body" sz="quarter" idx="39"/>
          </p:nvPr>
        </p:nvSpPr>
        <p:spPr>
          <a:xfrm>
            <a:off x="9975125" y="2355972"/>
            <a:ext cx="1950027" cy="256811"/>
          </a:xfrm>
        </p:spPr>
        <p:txBody>
          <a:bodyPr>
            <a:noAutofit/>
          </a:bodyPr>
          <a:lstStyle>
            <a:lvl1pPr algn="ctr">
              <a:defRPr sz="14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5" name="Text Placeholder 21"/>
          <p:cNvSpPr>
            <a:spLocks noGrp="1"/>
          </p:cNvSpPr>
          <p:nvPr>
            <p:ph type="body" sz="quarter" idx="40"/>
          </p:nvPr>
        </p:nvSpPr>
        <p:spPr>
          <a:xfrm>
            <a:off x="9975125" y="2633648"/>
            <a:ext cx="1950027" cy="330467"/>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6" name="Text Placeholder 21"/>
          <p:cNvSpPr>
            <a:spLocks noGrp="1"/>
          </p:cNvSpPr>
          <p:nvPr>
            <p:ph type="body" sz="quarter" idx="41"/>
          </p:nvPr>
        </p:nvSpPr>
        <p:spPr>
          <a:xfrm>
            <a:off x="9975125" y="3907067"/>
            <a:ext cx="1950027" cy="256811"/>
          </a:xfrm>
        </p:spPr>
        <p:txBody>
          <a:bodyPr>
            <a:noAutofit/>
          </a:bodyPr>
          <a:lstStyle>
            <a:lvl1pPr algn="ctr">
              <a:defRPr sz="14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8" name="Text Placeholder 21"/>
          <p:cNvSpPr>
            <a:spLocks noGrp="1"/>
          </p:cNvSpPr>
          <p:nvPr>
            <p:ph type="body" sz="quarter" idx="42"/>
          </p:nvPr>
        </p:nvSpPr>
        <p:spPr>
          <a:xfrm>
            <a:off x="9975125" y="4184743"/>
            <a:ext cx="1950027" cy="330467"/>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9" name="Text Placeholder 21"/>
          <p:cNvSpPr>
            <a:spLocks noGrp="1"/>
          </p:cNvSpPr>
          <p:nvPr>
            <p:ph type="body" sz="quarter" idx="43"/>
          </p:nvPr>
        </p:nvSpPr>
        <p:spPr>
          <a:xfrm>
            <a:off x="9975125" y="5398106"/>
            <a:ext cx="1950027" cy="256811"/>
          </a:xfrm>
        </p:spPr>
        <p:txBody>
          <a:bodyPr>
            <a:noAutofit/>
          </a:bodyPr>
          <a:lstStyle>
            <a:lvl1pPr algn="ctr">
              <a:defRPr sz="14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50" name="Text Placeholder 21"/>
          <p:cNvSpPr>
            <a:spLocks noGrp="1"/>
          </p:cNvSpPr>
          <p:nvPr>
            <p:ph type="body" sz="quarter" idx="44"/>
          </p:nvPr>
        </p:nvSpPr>
        <p:spPr>
          <a:xfrm>
            <a:off x="9975125" y="5675782"/>
            <a:ext cx="1950027" cy="330467"/>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Tree>
    <p:extLst>
      <p:ext uri="{BB962C8B-B14F-4D97-AF65-F5344CB8AC3E}">
        <p14:creationId xmlns:p14="http://schemas.microsoft.com/office/powerpoint/2010/main" val="423338534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53" presetClass="entr" presetSubtype="16" fill="hold" grpId="0" nodeType="afterEffect">
                                  <p:stCondLst>
                                    <p:cond delay="0"/>
                                  </p:stCondLst>
                                  <p:childTnLst>
                                    <p:set>
                                      <p:cBhvr>
                                        <p:cTn id="20" dur="1" fill="hold">
                                          <p:stCondLst>
                                            <p:cond delay="0"/>
                                          </p:stCondLst>
                                        </p:cTn>
                                        <p:tgtEl>
                                          <p:spTgt spid="39"/>
                                        </p:tgtEl>
                                        <p:attrNameLst>
                                          <p:attrName>style.visibility</p:attrName>
                                        </p:attrNameLst>
                                      </p:cBhvr>
                                      <p:to>
                                        <p:strVal val="visible"/>
                                      </p:to>
                                    </p:set>
                                    <p:anim calcmode="lin" valueType="num">
                                      <p:cBhvr>
                                        <p:cTn id="21" dur="500" fill="hold"/>
                                        <p:tgtEl>
                                          <p:spTgt spid="39"/>
                                        </p:tgtEl>
                                        <p:attrNameLst>
                                          <p:attrName>ppt_w</p:attrName>
                                        </p:attrNameLst>
                                      </p:cBhvr>
                                      <p:tavLst>
                                        <p:tav tm="0">
                                          <p:val>
                                            <p:fltVal val="0"/>
                                          </p:val>
                                        </p:tav>
                                        <p:tav tm="100000">
                                          <p:val>
                                            <p:strVal val="#ppt_w"/>
                                          </p:val>
                                        </p:tav>
                                      </p:tavLst>
                                    </p:anim>
                                    <p:anim calcmode="lin" valueType="num">
                                      <p:cBhvr>
                                        <p:cTn id="22" dur="500" fill="hold"/>
                                        <p:tgtEl>
                                          <p:spTgt spid="39"/>
                                        </p:tgtEl>
                                        <p:attrNameLst>
                                          <p:attrName>ppt_h</p:attrName>
                                        </p:attrNameLst>
                                      </p:cBhvr>
                                      <p:tavLst>
                                        <p:tav tm="0">
                                          <p:val>
                                            <p:fltVal val="0"/>
                                          </p:val>
                                        </p:tav>
                                        <p:tav tm="100000">
                                          <p:val>
                                            <p:strVal val="#ppt_h"/>
                                          </p:val>
                                        </p:tav>
                                      </p:tavLst>
                                    </p:anim>
                                    <p:animEffect transition="in" filter="fade">
                                      <p:cBhvr>
                                        <p:cTn id="23" dur="500"/>
                                        <p:tgtEl>
                                          <p:spTgt spid="39"/>
                                        </p:tgtEl>
                                      </p:cBhvr>
                                    </p:animEffect>
                                  </p:childTnLst>
                                </p:cTn>
                              </p:par>
                            </p:childTnLst>
                          </p:cTn>
                        </p:par>
                        <p:par>
                          <p:cTn id="24" fill="hold">
                            <p:stCondLst>
                              <p:cond delay="2000"/>
                            </p:stCondLst>
                            <p:childTnLst>
                              <p:par>
                                <p:cTn id="25" presetID="53" presetClass="entr" presetSubtype="16" fill="hold" grpId="0" nodeType="afterEffect" nodePh="1">
                                  <p:stCondLst>
                                    <p:cond delay="0"/>
                                  </p:stCondLst>
                                  <p:endCondLst>
                                    <p:cond evt="begin" delay="0">
                                      <p:tn val="25"/>
                                    </p:cond>
                                  </p:endCondLst>
                                  <p:childTnLst>
                                    <p:set>
                                      <p:cBhvr>
                                        <p:cTn id="26" dur="1" fill="hold">
                                          <p:stCondLst>
                                            <p:cond delay="0"/>
                                          </p:stCondLst>
                                        </p:cTn>
                                        <p:tgtEl>
                                          <p:spTgt spid="15">
                                            <p:txEl>
                                              <p:pRg st="0" end="0"/>
                                            </p:txEl>
                                          </p:spTgt>
                                        </p:tgtEl>
                                        <p:attrNameLst>
                                          <p:attrName>style.visibility</p:attrName>
                                        </p:attrNameLst>
                                      </p:cBhvr>
                                      <p:to>
                                        <p:strVal val="visible"/>
                                      </p:to>
                                    </p:set>
                                    <p:anim calcmode="lin" valueType="num">
                                      <p:cBhvr>
                                        <p:cTn id="27" dur="500" fill="hold"/>
                                        <p:tgtEl>
                                          <p:spTgt spid="15">
                                            <p:txEl>
                                              <p:pRg st="0" end="0"/>
                                            </p:txEl>
                                          </p:spTgt>
                                        </p:tgtEl>
                                        <p:attrNameLst>
                                          <p:attrName>ppt_w</p:attrName>
                                        </p:attrNameLst>
                                      </p:cBhvr>
                                      <p:tavLst>
                                        <p:tav tm="0">
                                          <p:val>
                                            <p:fltVal val="0"/>
                                          </p:val>
                                        </p:tav>
                                        <p:tav tm="100000">
                                          <p:val>
                                            <p:strVal val="#ppt_w"/>
                                          </p:val>
                                        </p:tav>
                                      </p:tavLst>
                                    </p:anim>
                                    <p:anim calcmode="lin" valueType="num">
                                      <p:cBhvr>
                                        <p:cTn id="28" dur="500" fill="hold"/>
                                        <p:tgtEl>
                                          <p:spTgt spid="15">
                                            <p:txEl>
                                              <p:pRg st="0" end="0"/>
                                            </p:txEl>
                                          </p:spTgt>
                                        </p:tgtEl>
                                        <p:attrNameLst>
                                          <p:attrName>ppt_h</p:attrName>
                                        </p:attrNameLst>
                                      </p:cBhvr>
                                      <p:tavLst>
                                        <p:tav tm="0">
                                          <p:val>
                                            <p:fltVal val="0"/>
                                          </p:val>
                                        </p:tav>
                                        <p:tav tm="100000">
                                          <p:val>
                                            <p:strVal val="#ppt_h"/>
                                          </p:val>
                                        </p:tav>
                                      </p:tavLst>
                                    </p:anim>
                                    <p:animEffect transition="in" filter="fade">
                                      <p:cBhvr>
                                        <p:cTn id="29" dur="500"/>
                                        <p:tgtEl>
                                          <p:spTgt spid="15">
                                            <p:txEl>
                                              <p:pRg st="0" end="0"/>
                                            </p:txEl>
                                          </p:spTgt>
                                        </p:tgtEl>
                                      </p:cBhvr>
                                    </p:animEffect>
                                  </p:childTnLst>
                                </p:cTn>
                              </p:par>
                            </p:childTnLst>
                          </p:cTn>
                        </p:par>
                        <p:par>
                          <p:cTn id="30" fill="hold">
                            <p:stCondLst>
                              <p:cond delay="2500"/>
                            </p:stCondLst>
                            <p:childTnLst>
                              <p:par>
                                <p:cTn id="31" presetID="42" presetClass="entr" presetSubtype="0" fill="hold" grpId="0" nodeType="afterEffect" nodePh="1">
                                  <p:stCondLst>
                                    <p:cond delay="0"/>
                                  </p:stCondLst>
                                  <p:endCondLst>
                                    <p:cond evt="begin" delay="0">
                                      <p:tn val="31"/>
                                    </p:cond>
                                  </p:endCondLst>
                                  <p:childTnLst>
                                    <p:set>
                                      <p:cBhvr>
                                        <p:cTn id="32" dur="1" fill="hold">
                                          <p:stCondLst>
                                            <p:cond delay="0"/>
                                          </p:stCondLst>
                                        </p:cTn>
                                        <p:tgtEl>
                                          <p:spTgt spid="16">
                                            <p:txEl>
                                              <p:pRg st="0" end="0"/>
                                            </p:txEl>
                                          </p:spTgt>
                                        </p:tgtEl>
                                        <p:attrNameLst>
                                          <p:attrName>style.visibility</p:attrName>
                                        </p:attrNameLst>
                                      </p:cBhvr>
                                      <p:to>
                                        <p:strVal val="visible"/>
                                      </p:to>
                                    </p:set>
                                    <p:animEffect transition="in" filter="fade">
                                      <p:cBhvr>
                                        <p:cTn id="33" dur="500"/>
                                        <p:tgtEl>
                                          <p:spTgt spid="16">
                                            <p:txEl>
                                              <p:pRg st="0" end="0"/>
                                            </p:txEl>
                                          </p:spTgt>
                                        </p:tgtEl>
                                      </p:cBhvr>
                                    </p:animEffect>
                                    <p:anim calcmode="lin" valueType="num">
                                      <p:cBhvr>
                                        <p:cTn id="34" dur="500" fill="hold"/>
                                        <p:tgtEl>
                                          <p:spTgt spid="16">
                                            <p:txEl>
                                              <p:pRg st="0" end="0"/>
                                            </p:txEl>
                                          </p:spTgt>
                                        </p:tgtEl>
                                        <p:attrNameLst>
                                          <p:attrName>ppt_x</p:attrName>
                                        </p:attrNameLst>
                                      </p:cBhvr>
                                      <p:tavLst>
                                        <p:tav tm="0">
                                          <p:val>
                                            <p:strVal val="#ppt_x"/>
                                          </p:val>
                                        </p:tav>
                                        <p:tav tm="100000">
                                          <p:val>
                                            <p:strVal val="#ppt_x"/>
                                          </p:val>
                                        </p:tav>
                                      </p:tavLst>
                                    </p:anim>
                                    <p:anim calcmode="lin" valueType="num">
                                      <p:cBhvr>
                                        <p:cTn id="35" dur="500" fill="hold"/>
                                        <p:tgtEl>
                                          <p:spTgt spid="16">
                                            <p:txEl>
                                              <p:pRg st="0" end="0"/>
                                            </p:txEl>
                                          </p:spTgt>
                                        </p:tgtEl>
                                        <p:attrNameLst>
                                          <p:attrName>ppt_y</p:attrName>
                                        </p:attrNameLst>
                                      </p:cBhvr>
                                      <p:tavLst>
                                        <p:tav tm="0">
                                          <p:val>
                                            <p:strVal val="#ppt_y+.1"/>
                                          </p:val>
                                        </p:tav>
                                        <p:tav tm="100000">
                                          <p:val>
                                            <p:strVal val="#ppt_y"/>
                                          </p:val>
                                        </p:tav>
                                      </p:tavLst>
                                    </p:anim>
                                  </p:childTnLst>
                                </p:cTn>
                              </p:par>
                            </p:childTnLst>
                          </p:cTn>
                        </p:par>
                        <p:par>
                          <p:cTn id="36" fill="hold">
                            <p:stCondLst>
                              <p:cond delay="3000"/>
                            </p:stCondLst>
                            <p:childTnLst>
                              <p:par>
                                <p:cTn id="37" presetID="22" presetClass="entr" presetSubtype="8" fill="hold" nodeType="afterEffect">
                                  <p:stCondLst>
                                    <p:cond delay="0"/>
                                  </p:stCondLst>
                                  <p:childTnLst>
                                    <p:set>
                                      <p:cBhvr>
                                        <p:cTn id="38" dur="1" fill="hold">
                                          <p:stCondLst>
                                            <p:cond delay="0"/>
                                          </p:stCondLst>
                                        </p:cTn>
                                        <p:tgtEl>
                                          <p:spTgt spid="12"/>
                                        </p:tgtEl>
                                        <p:attrNameLst>
                                          <p:attrName>style.visibility</p:attrName>
                                        </p:attrNameLst>
                                      </p:cBhvr>
                                      <p:to>
                                        <p:strVal val="visible"/>
                                      </p:to>
                                    </p:set>
                                    <p:animEffect transition="in" filter="wipe(left)">
                                      <p:cBhvr>
                                        <p:cTn id="39" dur="500"/>
                                        <p:tgtEl>
                                          <p:spTgt spid="12"/>
                                        </p:tgtEl>
                                      </p:cBhvr>
                                    </p:animEffect>
                                  </p:childTnLst>
                                </p:cTn>
                              </p:par>
                            </p:childTnLst>
                          </p:cTn>
                        </p:par>
                        <p:par>
                          <p:cTn id="40" fill="hold">
                            <p:stCondLst>
                              <p:cond delay="3500"/>
                            </p:stCondLst>
                            <p:childTnLst>
                              <p:par>
                                <p:cTn id="41" presetID="10" presetClass="entr" presetSubtype="0" fill="hold" grpId="0" nodeType="afterEffect">
                                  <p:stCondLst>
                                    <p:cond delay="0"/>
                                  </p:stCondLst>
                                  <p:childTnLst>
                                    <p:set>
                                      <p:cBhvr>
                                        <p:cTn id="42" dur="1" fill="hold">
                                          <p:stCondLst>
                                            <p:cond delay="0"/>
                                          </p:stCondLst>
                                        </p:cTn>
                                        <p:tgtEl>
                                          <p:spTgt spid="41"/>
                                        </p:tgtEl>
                                        <p:attrNameLst>
                                          <p:attrName>style.visibility</p:attrName>
                                        </p:attrNameLst>
                                      </p:cBhvr>
                                      <p:to>
                                        <p:strVal val="visible"/>
                                      </p:to>
                                    </p:set>
                                    <p:animEffect transition="in" filter="fade">
                                      <p:cBhvr>
                                        <p:cTn id="43" dur="500"/>
                                        <p:tgtEl>
                                          <p:spTgt spid="41"/>
                                        </p:tgtEl>
                                      </p:cBhvr>
                                    </p:animEffect>
                                  </p:childTnLst>
                                </p:cTn>
                              </p:par>
                            </p:childTnLst>
                          </p:cTn>
                        </p:par>
                        <p:par>
                          <p:cTn id="44" fill="hold">
                            <p:stCondLst>
                              <p:cond delay="4000"/>
                            </p:stCondLst>
                            <p:childTnLst>
                              <p:par>
                                <p:cTn id="45" presetID="53" presetClass="entr" presetSubtype="16" fill="hold" grpId="0" nodeType="afterEffect" nodePh="1">
                                  <p:stCondLst>
                                    <p:cond delay="0"/>
                                  </p:stCondLst>
                                  <p:endCondLst>
                                    <p:cond evt="begin" delay="0">
                                      <p:tn val="45"/>
                                    </p:cond>
                                  </p:endCondLst>
                                  <p:childTnLst>
                                    <p:set>
                                      <p:cBhvr>
                                        <p:cTn id="46" dur="1" fill="hold">
                                          <p:stCondLst>
                                            <p:cond delay="0"/>
                                          </p:stCondLst>
                                        </p:cTn>
                                        <p:tgtEl>
                                          <p:spTgt spid="17">
                                            <p:txEl>
                                              <p:pRg st="0" end="0"/>
                                            </p:txEl>
                                          </p:spTgt>
                                        </p:tgtEl>
                                        <p:attrNameLst>
                                          <p:attrName>style.visibility</p:attrName>
                                        </p:attrNameLst>
                                      </p:cBhvr>
                                      <p:to>
                                        <p:strVal val="visible"/>
                                      </p:to>
                                    </p:set>
                                    <p:anim calcmode="lin" valueType="num">
                                      <p:cBhvr>
                                        <p:cTn id="47" dur="500" fill="hold"/>
                                        <p:tgtEl>
                                          <p:spTgt spid="17">
                                            <p:txEl>
                                              <p:pRg st="0" end="0"/>
                                            </p:txEl>
                                          </p:spTgt>
                                        </p:tgtEl>
                                        <p:attrNameLst>
                                          <p:attrName>ppt_w</p:attrName>
                                        </p:attrNameLst>
                                      </p:cBhvr>
                                      <p:tavLst>
                                        <p:tav tm="0">
                                          <p:val>
                                            <p:fltVal val="0"/>
                                          </p:val>
                                        </p:tav>
                                        <p:tav tm="100000">
                                          <p:val>
                                            <p:strVal val="#ppt_w"/>
                                          </p:val>
                                        </p:tav>
                                      </p:tavLst>
                                    </p:anim>
                                    <p:anim calcmode="lin" valueType="num">
                                      <p:cBhvr>
                                        <p:cTn id="48" dur="500" fill="hold"/>
                                        <p:tgtEl>
                                          <p:spTgt spid="17">
                                            <p:txEl>
                                              <p:pRg st="0" end="0"/>
                                            </p:txEl>
                                          </p:spTgt>
                                        </p:tgtEl>
                                        <p:attrNameLst>
                                          <p:attrName>ppt_h</p:attrName>
                                        </p:attrNameLst>
                                      </p:cBhvr>
                                      <p:tavLst>
                                        <p:tav tm="0">
                                          <p:val>
                                            <p:fltVal val="0"/>
                                          </p:val>
                                        </p:tav>
                                        <p:tav tm="100000">
                                          <p:val>
                                            <p:strVal val="#ppt_h"/>
                                          </p:val>
                                        </p:tav>
                                      </p:tavLst>
                                    </p:anim>
                                    <p:animEffect transition="in" filter="fade">
                                      <p:cBhvr>
                                        <p:cTn id="49" dur="500"/>
                                        <p:tgtEl>
                                          <p:spTgt spid="17">
                                            <p:txEl>
                                              <p:pRg st="0" end="0"/>
                                            </p:txEl>
                                          </p:spTgt>
                                        </p:tgtEl>
                                      </p:cBhvr>
                                    </p:animEffect>
                                  </p:childTnLst>
                                </p:cTn>
                              </p:par>
                            </p:childTnLst>
                          </p:cTn>
                        </p:par>
                        <p:par>
                          <p:cTn id="50" fill="hold">
                            <p:stCondLst>
                              <p:cond delay="4500"/>
                            </p:stCondLst>
                            <p:childTnLst>
                              <p:par>
                                <p:cTn id="51" presetID="42" presetClass="entr" presetSubtype="0" fill="hold" grpId="0" nodeType="afterEffect" nodePh="1">
                                  <p:stCondLst>
                                    <p:cond delay="0"/>
                                  </p:stCondLst>
                                  <p:endCondLst>
                                    <p:cond evt="begin" delay="0">
                                      <p:tn val="51"/>
                                    </p:cond>
                                  </p:endCondLst>
                                  <p:childTnLst>
                                    <p:set>
                                      <p:cBhvr>
                                        <p:cTn id="52" dur="1" fill="hold">
                                          <p:stCondLst>
                                            <p:cond delay="0"/>
                                          </p:stCondLst>
                                        </p:cTn>
                                        <p:tgtEl>
                                          <p:spTgt spid="18">
                                            <p:txEl>
                                              <p:pRg st="0" end="0"/>
                                            </p:txEl>
                                          </p:spTgt>
                                        </p:tgtEl>
                                        <p:attrNameLst>
                                          <p:attrName>style.visibility</p:attrName>
                                        </p:attrNameLst>
                                      </p:cBhvr>
                                      <p:to>
                                        <p:strVal val="visible"/>
                                      </p:to>
                                    </p:set>
                                    <p:animEffect transition="in" filter="fade">
                                      <p:cBhvr>
                                        <p:cTn id="53" dur="500"/>
                                        <p:tgtEl>
                                          <p:spTgt spid="18">
                                            <p:txEl>
                                              <p:pRg st="0" end="0"/>
                                            </p:txEl>
                                          </p:spTgt>
                                        </p:tgtEl>
                                      </p:cBhvr>
                                    </p:animEffect>
                                    <p:anim calcmode="lin" valueType="num">
                                      <p:cBhvr>
                                        <p:cTn id="54" dur="500" fill="hold"/>
                                        <p:tgtEl>
                                          <p:spTgt spid="18">
                                            <p:txEl>
                                              <p:pRg st="0" end="0"/>
                                            </p:txEl>
                                          </p:spTgt>
                                        </p:tgtEl>
                                        <p:attrNameLst>
                                          <p:attrName>ppt_x</p:attrName>
                                        </p:attrNameLst>
                                      </p:cBhvr>
                                      <p:tavLst>
                                        <p:tav tm="0">
                                          <p:val>
                                            <p:strVal val="#ppt_x"/>
                                          </p:val>
                                        </p:tav>
                                        <p:tav tm="100000">
                                          <p:val>
                                            <p:strVal val="#ppt_x"/>
                                          </p:val>
                                        </p:tav>
                                      </p:tavLst>
                                    </p:anim>
                                    <p:anim calcmode="lin" valueType="num">
                                      <p:cBhvr>
                                        <p:cTn id="55" dur="500" fill="hold"/>
                                        <p:tgtEl>
                                          <p:spTgt spid="18">
                                            <p:txEl>
                                              <p:pRg st="0" end="0"/>
                                            </p:txEl>
                                          </p:spTgt>
                                        </p:tgtEl>
                                        <p:attrNameLst>
                                          <p:attrName>ppt_y</p:attrName>
                                        </p:attrNameLst>
                                      </p:cBhvr>
                                      <p:tavLst>
                                        <p:tav tm="0">
                                          <p:val>
                                            <p:strVal val="#ppt_y+.1"/>
                                          </p:val>
                                        </p:tav>
                                        <p:tav tm="100000">
                                          <p:val>
                                            <p:strVal val="#ppt_y"/>
                                          </p:val>
                                        </p:tav>
                                      </p:tavLst>
                                    </p:anim>
                                  </p:childTnLst>
                                </p:cTn>
                              </p:par>
                            </p:childTnLst>
                          </p:cTn>
                        </p:par>
                        <p:par>
                          <p:cTn id="56" fill="hold">
                            <p:stCondLst>
                              <p:cond delay="5000"/>
                            </p:stCondLst>
                            <p:childTnLst>
                              <p:par>
                                <p:cTn id="57" presetID="22" presetClass="entr" presetSubtype="8" fill="hold" nodeType="afterEffect">
                                  <p:stCondLst>
                                    <p:cond delay="0"/>
                                  </p:stCondLst>
                                  <p:childTnLst>
                                    <p:set>
                                      <p:cBhvr>
                                        <p:cTn id="58" dur="1" fill="hold">
                                          <p:stCondLst>
                                            <p:cond delay="0"/>
                                          </p:stCondLst>
                                        </p:cTn>
                                        <p:tgtEl>
                                          <p:spTgt spid="43"/>
                                        </p:tgtEl>
                                        <p:attrNameLst>
                                          <p:attrName>style.visibility</p:attrName>
                                        </p:attrNameLst>
                                      </p:cBhvr>
                                      <p:to>
                                        <p:strVal val="visible"/>
                                      </p:to>
                                    </p:set>
                                    <p:animEffect transition="in" filter="wipe(left)">
                                      <p:cBhvr>
                                        <p:cTn id="59" dur="500"/>
                                        <p:tgtEl>
                                          <p:spTgt spid="43"/>
                                        </p:tgtEl>
                                      </p:cBhvr>
                                    </p:animEffect>
                                  </p:childTnLst>
                                </p:cTn>
                              </p:par>
                            </p:childTnLst>
                          </p:cTn>
                        </p:par>
                        <p:par>
                          <p:cTn id="60" fill="hold">
                            <p:stCondLst>
                              <p:cond delay="5500"/>
                            </p:stCondLst>
                            <p:childTnLst>
                              <p:par>
                                <p:cTn id="61" presetID="10" presetClass="entr" presetSubtype="0" fill="hold" grpId="0" nodeType="afterEffect">
                                  <p:stCondLst>
                                    <p:cond delay="0"/>
                                  </p:stCondLst>
                                  <p:childTnLst>
                                    <p:set>
                                      <p:cBhvr>
                                        <p:cTn id="62" dur="1" fill="hold">
                                          <p:stCondLst>
                                            <p:cond delay="0"/>
                                          </p:stCondLst>
                                        </p:cTn>
                                        <p:tgtEl>
                                          <p:spTgt spid="42"/>
                                        </p:tgtEl>
                                        <p:attrNameLst>
                                          <p:attrName>style.visibility</p:attrName>
                                        </p:attrNameLst>
                                      </p:cBhvr>
                                      <p:to>
                                        <p:strVal val="visible"/>
                                      </p:to>
                                    </p:set>
                                    <p:animEffect transition="in" filter="fade">
                                      <p:cBhvr>
                                        <p:cTn id="63" dur="500"/>
                                        <p:tgtEl>
                                          <p:spTgt spid="42"/>
                                        </p:tgtEl>
                                      </p:cBhvr>
                                    </p:animEffect>
                                  </p:childTnLst>
                                </p:cTn>
                              </p:par>
                            </p:childTnLst>
                          </p:cTn>
                        </p:par>
                        <p:par>
                          <p:cTn id="64" fill="hold">
                            <p:stCondLst>
                              <p:cond delay="6000"/>
                            </p:stCondLst>
                            <p:childTnLst>
                              <p:par>
                                <p:cTn id="65" presetID="53" presetClass="entr" presetSubtype="16" fill="hold" grpId="0" nodeType="afterEffect" nodePh="1">
                                  <p:stCondLst>
                                    <p:cond delay="0"/>
                                  </p:stCondLst>
                                  <p:endCondLst>
                                    <p:cond evt="begin" delay="0">
                                      <p:tn val="65"/>
                                    </p:cond>
                                  </p:endCondLst>
                                  <p:childTnLst>
                                    <p:set>
                                      <p:cBhvr>
                                        <p:cTn id="66" dur="1" fill="hold">
                                          <p:stCondLst>
                                            <p:cond delay="0"/>
                                          </p:stCondLst>
                                        </p:cTn>
                                        <p:tgtEl>
                                          <p:spTgt spid="19">
                                            <p:txEl>
                                              <p:pRg st="0" end="0"/>
                                            </p:txEl>
                                          </p:spTgt>
                                        </p:tgtEl>
                                        <p:attrNameLst>
                                          <p:attrName>style.visibility</p:attrName>
                                        </p:attrNameLst>
                                      </p:cBhvr>
                                      <p:to>
                                        <p:strVal val="visible"/>
                                      </p:to>
                                    </p:set>
                                    <p:anim calcmode="lin" valueType="num">
                                      <p:cBhvr>
                                        <p:cTn id="67" dur="500" fill="hold"/>
                                        <p:tgtEl>
                                          <p:spTgt spid="19">
                                            <p:txEl>
                                              <p:pRg st="0" end="0"/>
                                            </p:txEl>
                                          </p:spTgt>
                                        </p:tgtEl>
                                        <p:attrNameLst>
                                          <p:attrName>ppt_w</p:attrName>
                                        </p:attrNameLst>
                                      </p:cBhvr>
                                      <p:tavLst>
                                        <p:tav tm="0">
                                          <p:val>
                                            <p:fltVal val="0"/>
                                          </p:val>
                                        </p:tav>
                                        <p:tav tm="100000">
                                          <p:val>
                                            <p:strVal val="#ppt_w"/>
                                          </p:val>
                                        </p:tav>
                                      </p:tavLst>
                                    </p:anim>
                                    <p:anim calcmode="lin" valueType="num">
                                      <p:cBhvr>
                                        <p:cTn id="68" dur="500" fill="hold"/>
                                        <p:tgtEl>
                                          <p:spTgt spid="19">
                                            <p:txEl>
                                              <p:pRg st="0" end="0"/>
                                            </p:txEl>
                                          </p:spTgt>
                                        </p:tgtEl>
                                        <p:attrNameLst>
                                          <p:attrName>ppt_h</p:attrName>
                                        </p:attrNameLst>
                                      </p:cBhvr>
                                      <p:tavLst>
                                        <p:tav tm="0">
                                          <p:val>
                                            <p:fltVal val="0"/>
                                          </p:val>
                                        </p:tav>
                                        <p:tav tm="100000">
                                          <p:val>
                                            <p:strVal val="#ppt_h"/>
                                          </p:val>
                                        </p:tav>
                                      </p:tavLst>
                                    </p:anim>
                                    <p:animEffect transition="in" filter="fade">
                                      <p:cBhvr>
                                        <p:cTn id="69" dur="500"/>
                                        <p:tgtEl>
                                          <p:spTgt spid="19">
                                            <p:txEl>
                                              <p:pRg st="0" end="0"/>
                                            </p:txEl>
                                          </p:spTgt>
                                        </p:tgtEl>
                                      </p:cBhvr>
                                    </p:animEffect>
                                  </p:childTnLst>
                                </p:cTn>
                              </p:par>
                            </p:childTnLst>
                          </p:cTn>
                        </p:par>
                        <p:par>
                          <p:cTn id="70" fill="hold">
                            <p:stCondLst>
                              <p:cond delay="6500"/>
                            </p:stCondLst>
                            <p:childTnLst>
                              <p:par>
                                <p:cTn id="71" presetID="42" presetClass="entr" presetSubtype="0" fill="hold" grpId="0" nodeType="afterEffect" nodePh="1">
                                  <p:stCondLst>
                                    <p:cond delay="0"/>
                                  </p:stCondLst>
                                  <p:endCondLst>
                                    <p:cond evt="begin" delay="0">
                                      <p:tn val="71"/>
                                    </p:cond>
                                  </p:endCondLst>
                                  <p:childTnLst>
                                    <p:set>
                                      <p:cBhvr>
                                        <p:cTn id="72" dur="1" fill="hold">
                                          <p:stCondLst>
                                            <p:cond delay="0"/>
                                          </p:stCondLst>
                                        </p:cTn>
                                        <p:tgtEl>
                                          <p:spTgt spid="20">
                                            <p:txEl>
                                              <p:pRg st="0" end="0"/>
                                            </p:txEl>
                                          </p:spTgt>
                                        </p:tgtEl>
                                        <p:attrNameLst>
                                          <p:attrName>style.visibility</p:attrName>
                                        </p:attrNameLst>
                                      </p:cBhvr>
                                      <p:to>
                                        <p:strVal val="visible"/>
                                      </p:to>
                                    </p:set>
                                    <p:animEffect transition="in" filter="fade">
                                      <p:cBhvr>
                                        <p:cTn id="73" dur="500"/>
                                        <p:tgtEl>
                                          <p:spTgt spid="20">
                                            <p:txEl>
                                              <p:pRg st="0" end="0"/>
                                            </p:txEl>
                                          </p:spTgt>
                                        </p:tgtEl>
                                      </p:cBhvr>
                                    </p:animEffect>
                                    <p:anim calcmode="lin" valueType="num">
                                      <p:cBhvr>
                                        <p:cTn id="74" dur="500" fill="hold"/>
                                        <p:tgtEl>
                                          <p:spTgt spid="20">
                                            <p:txEl>
                                              <p:pRg st="0" end="0"/>
                                            </p:txEl>
                                          </p:spTgt>
                                        </p:tgtEl>
                                        <p:attrNameLst>
                                          <p:attrName>ppt_x</p:attrName>
                                        </p:attrNameLst>
                                      </p:cBhvr>
                                      <p:tavLst>
                                        <p:tav tm="0">
                                          <p:val>
                                            <p:strVal val="#ppt_x"/>
                                          </p:val>
                                        </p:tav>
                                        <p:tav tm="100000">
                                          <p:val>
                                            <p:strVal val="#ppt_x"/>
                                          </p:val>
                                        </p:tav>
                                      </p:tavLst>
                                    </p:anim>
                                    <p:anim calcmode="lin" valueType="num">
                                      <p:cBhvr>
                                        <p:cTn id="75" dur="500" fill="hold"/>
                                        <p:tgtEl>
                                          <p:spTgt spid="20">
                                            <p:txEl>
                                              <p:pRg st="0" end="0"/>
                                            </p:txEl>
                                          </p:spTgt>
                                        </p:tgtEl>
                                        <p:attrNameLst>
                                          <p:attrName>ppt_y</p:attrName>
                                        </p:attrNameLst>
                                      </p:cBhvr>
                                      <p:tavLst>
                                        <p:tav tm="0">
                                          <p:val>
                                            <p:strVal val="#ppt_y+.1"/>
                                          </p:val>
                                        </p:tav>
                                        <p:tav tm="100000">
                                          <p:val>
                                            <p:strVal val="#ppt_y"/>
                                          </p:val>
                                        </p:tav>
                                      </p:tavLst>
                                    </p:anim>
                                  </p:childTnLst>
                                </p:cTn>
                              </p:par>
                            </p:childTnLst>
                          </p:cTn>
                        </p:par>
                        <p:par>
                          <p:cTn id="76" fill="hold">
                            <p:stCondLst>
                              <p:cond delay="7000"/>
                            </p:stCondLst>
                            <p:childTnLst>
                              <p:par>
                                <p:cTn id="77" presetID="22" presetClass="entr" presetSubtype="8" fill="hold" nodeType="afterEffect">
                                  <p:stCondLst>
                                    <p:cond delay="0"/>
                                  </p:stCondLst>
                                  <p:childTnLst>
                                    <p:set>
                                      <p:cBhvr>
                                        <p:cTn id="78" dur="1" fill="hold">
                                          <p:stCondLst>
                                            <p:cond delay="0"/>
                                          </p:stCondLst>
                                        </p:cTn>
                                        <p:tgtEl>
                                          <p:spTgt spid="47"/>
                                        </p:tgtEl>
                                        <p:attrNameLst>
                                          <p:attrName>style.visibility</p:attrName>
                                        </p:attrNameLst>
                                      </p:cBhvr>
                                      <p:to>
                                        <p:strVal val="visible"/>
                                      </p:to>
                                    </p:set>
                                    <p:animEffect transition="in" filter="wipe(left)">
                                      <p:cBhvr>
                                        <p:cTn id="79" dur="500"/>
                                        <p:tgtEl>
                                          <p:spTgt spid="47"/>
                                        </p:tgtEl>
                                      </p:cBhvr>
                                    </p:animEffect>
                                  </p:childTnLst>
                                </p:cTn>
                              </p:par>
                            </p:childTnLst>
                          </p:cTn>
                        </p:par>
                        <p:par>
                          <p:cTn id="80" fill="hold">
                            <p:stCondLst>
                              <p:cond delay="7500"/>
                            </p:stCondLst>
                            <p:childTnLst>
                              <p:par>
                                <p:cTn id="81" presetID="10" presetClass="entr" presetSubtype="0" fill="hold" grpId="0" nodeType="afterEffect">
                                  <p:stCondLst>
                                    <p:cond delay="0"/>
                                  </p:stCondLst>
                                  <p:childTnLst>
                                    <p:set>
                                      <p:cBhvr>
                                        <p:cTn id="82" dur="1" fill="hold">
                                          <p:stCondLst>
                                            <p:cond delay="0"/>
                                          </p:stCondLst>
                                        </p:cTn>
                                        <p:tgtEl>
                                          <p:spTgt spid="40"/>
                                        </p:tgtEl>
                                        <p:attrNameLst>
                                          <p:attrName>style.visibility</p:attrName>
                                        </p:attrNameLst>
                                      </p:cBhvr>
                                      <p:to>
                                        <p:strVal val="visible"/>
                                      </p:to>
                                    </p:set>
                                    <p:animEffect transition="in" filter="fade">
                                      <p:cBhvr>
                                        <p:cTn id="83" dur="500"/>
                                        <p:tgtEl>
                                          <p:spTgt spid="40"/>
                                        </p:tgtEl>
                                      </p:cBhvr>
                                    </p:animEffect>
                                  </p:childTnLst>
                                </p:cTn>
                              </p:par>
                            </p:childTnLst>
                          </p:cTn>
                        </p:par>
                        <p:par>
                          <p:cTn id="84" fill="hold">
                            <p:stCondLst>
                              <p:cond delay="8000"/>
                            </p:stCondLst>
                            <p:childTnLst>
                              <p:par>
                                <p:cTn id="85" presetID="53" presetClass="entr" presetSubtype="16" fill="hold" grpId="0" nodeType="afterEffect" nodePh="1">
                                  <p:stCondLst>
                                    <p:cond delay="0"/>
                                  </p:stCondLst>
                                  <p:endCondLst>
                                    <p:cond evt="begin" delay="0">
                                      <p:tn val="85"/>
                                    </p:cond>
                                  </p:endCondLst>
                                  <p:childTnLst>
                                    <p:set>
                                      <p:cBhvr>
                                        <p:cTn id="86" dur="1" fill="hold">
                                          <p:stCondLst>
                                            <p:cond delay="0"/>
                                          </p:stCondLst>
                                        </p:cTn>
                                        <p:tgtEl>
                                          <p:spTgt spid="28">
                                            <p:txEl>
                                              <p:pRg st="0" end="0"/>
                                            </p:txEl>
                                          </p:spTgt>
                                        </p:tgtEl>
                                        <p:attrNameLst>
                                          <p:attrName>style.visibility</p:attrName>
                                        </p:attrNameLst>
                                      </p:cBhvr>
                                      <p:to>
                                        <p:strVal val="visible"/>
                                      </p:to>
                                    </p:set>
                                    <p:anim calcmode="lin" valueType="num">
                                      <p:cBhvr>
                                        <p:cTn id="87" dur="500" fill="hold"/>
                                        <p:tgtEl>
                                          <p:spTgt spid="28">
                                            <p:txEl>
                                              <p:pRg st="0" end="0"/>
                                            </p:txEl>
                                          </p:spTgt>
                                        </p:tgtEl>
                                        <p:attrNameLst>
                                          <p:attrName>ppt_w</p:attrName>
                                        </p:attrNameLst>
                                      </p:cBhvr>
                                      <p:tavLst>
                                        <p:tav tm="0">
                                          <p:val>
                                            <p:fltVal val="0"/>
                                          </p:val>
                                        </p:tav>
                                        <p:tav tm="100000">
                                          <p:val>
                                            <p:strVal val="#ppt_w"/>
                                          </p:val>
                                        </p:tav>
                                      </p:tavLst>
                                    </p:anim>
                                    <p:anim calcmode="lin" valueType="num">
                                      <p:cBhvr>
                                        <p:cTn id="88" dur="500" fill="hold"/>
                                        <p:tgtEl>
                                          <p:spTgt spid="28">
                                            <p:txEl>
                                              <p:pRg st="0" end="0"/>
                                            </p:txEl>
                                          </p:spTgt>
                                        </p:tgtEl>
                                        <p:attrNameLst>
                                          <p:attrName>ppt_h</p:attrName>
                                        </p:attrNameLst>
                                      </p:cBhvr>
                                      <p:tavLst>
                                        <p:tav tm="0">
                                          <p:val>
                                            <p:fltVal val="0"/>
                                          </p:val>
                                        </p:tav>
                                        <p:tav tm="100000">
                                          <p:val>
                                            <p:strVal val="#ppt_h"/>
                                          </p:val>
                                        </p:tav>
                                      </p:tavLst>
                                    </p:anim>
                                    <p:animEffect transition="in" filter="fade">
                                      <p:cBhvr>
                                        <p:cTn id="89" dur="500"/>
                                        <p:tgtEl>
                                          <p:spTgt spid="28">
                                            <p:txEl>
                                              <p:pRg st="0" end="0"/>
                                            </p:txEl>
                                          </p:spTgt>
                                        </p:tgtEl>
                                      </p:cBhvr>
                                    </p:animEffect>
                                  </p:childTnLst>
                                </p:cTn>
                              </p:par>
                            </p:childTnLst>
                          </p:cTn>
                        </p:par>
                        <p:par>
                          <p:cTn id="90" fill="hold">
                            <p:stCondLst>
                              <p:cond delay="8500"/>
                            </p:stCondLst>
                            <p:childTnLst>
                              <p:par>
                                <p:cTn id="91" presetID="42" presetClass="entr" presetSubtype="0" fill="hold" grpId="0" nodeType="afterEffect" nodePh="1">
                                  <p:stCondLst>
                                    <p:cond delay="0"/>
                                  </p:stCondLst>
                                  <p:endCondLst>
                                    <p:cond evt="begin" delay="0">
                                      <p:tn val="91"/>
                                    </p:cond>
                                  </p:endCondLst>
                                  <p:childTnLst>
                                    <p:set>
                                      <p:cBhvr>
                                        <p:cTn id="92" dur="1" fill="hold">
                                          <p:stCondLst>
                                            <p:cond delay="0"/>
                                          </p:stCondLst>
                                        </p:cTn>
                                        <p:tgtEl>
                                          <p:spTgt spid="29">
                                            <p:txEl>
                                              <p:pRg st="0" end="0"/>
                                            </p:txEl>
                                          </p:spTgt>
                                        </p:tgtEl>
                                        <p:attrNameLst>
                                          <p:attrName>style.visibility</p:attrName>
                                        </p:attrNameLst>
                                      </p:cBhvr>
                                      <p:to>
                                        <p:strVal val="visible"/>
                                      </p:to>
                                    </p:set>
                                    <p:animEffect transition="in" filter="fade">
                                      <p:cBhvr>
                                        <p:cTn id="93" dur="500"/>
                                        <p:tgtEl>
                                          <p:spTgt spid="29">
                                            <p:txEl>
                                              <p:pRg st="0" end="0"/>
                                            </p:txEl>
                                          </p:spTgt>
                                        </p:tgtEl>
                                      </p:cBhvr>
                                    </p:animEffect>
                                    <p:anim calcmode="lin" valueType="num">
                                      <p:cBhvr>
                                        <p:cTn id="94" dur="500" fill="hold"/>
                                        <p:tgtEl>
                                          <p:spTgt spid="29">
                                            <p:txEl>
                                              <p:pRg st="0" end="0"/>
                                            </p:txEl>
                                          </p:spTgt>
                                        </p:tgtEl>
                                        <p:attrNameLst>
                                          <p:attrName>ppt_x</p:attrName>
                                        </p:attrNameLst>
                                      </p:cBhvr>
                                      <p:tavLst>
                                        <p:tav tm="0">
                                          <p:val>
                                            <p:strVal val="#ppt_x"/>
                                          </p:val>
                                        </p:tav>
                                        <p:tav tm="100000">
                                          <p:val>
                                            <p:strVal val="#ppt_x"/>
                                          </p:val>
                                        </p:tav>
                                      </p:tavLst>
                                    </p:anim>
                                    <p:anim calcmode="lin" valueType="num">
                                      <p:cBhvr>
                                        <p:cTn id="95" dur="500" fill="hold"/>
                                        <p:tgtEl>
                                          <p:spTgt spid="29">
                                            <p:txEl>
                                              <p:pRg st="0" end="0"/>
                                            </p:txEl>
                                          </p:spTgt>
                                        </p:tgtEl>
                                        <p:attrNameLst>
                                          <p:attrName>ppt_y</p:attrName>
                                        </p:attrNameLst>
                                      </p:cBhvr>
                                      <p:tavLst>
                                        <p:tav tm="0">
                                          <p:val>
                                            <p:strVal val="#ppt_y+.1"/>
                                          </p:val>
                                        </p:tav>
                                        <p:tav tm="100000">
                                          <p:val>
                                            <p:strVal val="#ppt_y"/>
                                          </p:val>
                                        </p:tav>
                                      </p:tavLst>
                                    </p:anim>
                                  </p:childTnLst>
                                </p:cTn>
                              </p:par>
                            </p:childTnLst>
                          </p:cTn>
                        </p:par>
                        <p:par>
                          <p:cTn id="96" fill="hold">
                            <p:stCondLst>
                              <p:cond delay="9000"/>
                            </p:stCondLst>
                            <p:childTnLst>
                              <p:par>
                                <p:cTn id="97" presetID="22" presetClass="entr" presetSubtype="8" fill="hold" nodeType="afterEffect">
                                  <p:stCondLst>
                                    <p:cond delay="0"/>
                                  </p:stCondLst>
                                  <p:childTnLst>
                                    <p:set>
                                      <p:cBhvr>
                                        <p:cTn id="98" dur="1" fill="hold">
                                          <p:stCondLst>
                                            <p:cond delay="0"/>
                                          </p:stCondLst>
                                        </p:cTn>
                                        <p:tgtEl>
                                          <p:spTgt spid="31"/>
                                        </p:tgtEl>
                                        <p:attrNameLst>
                                          <p:attrName>style.visibility</p:attrName>
                                        </p:attrNameLst>
                                      </p:cBhvr>
                                      <p:to>
                                        <p:strVal val="visible"/>
                                      </p:to>
                                    </p:set>
                                    <p:animEffect transition="in" filter="wipe(left)">
                                      <p:cBhvr>
                                        <p:cTn id="99" dur="500"/>
                                        <p:tgtEl>
                                          <p:spTgt spid="31"/>
                                        </p:tgtEl>
                                      </p:cBhvr>
                                    </p:animEffect>
                                  </p:childTnLst>
                                </p:cTn>
                              </p:par>
                            </p:childTnLst>
                          </p:cTn>
                        </p:par>
                        <p:par>
                          <p:cTn id="100" fill="hold">
                            <p:stCondLst>
                              <p:cond delay="9500"/>
                            </p:stCondLst>
                            <p:childTnLst>
                              <p:par>
                                <p:cTn id="101" presetID="22" presetClass="entr" presetSubtype="8" fill="hold" nodeType="afterEffect">
                                  <p:stCondLst>
                                    <p:cond delay="0"/>
                                  </p:stCondLst>
                                  <p:childTnLst>
                                    <p:set>
                                      <p:cBhvr>
                                        <p:cTn id="102" dur="1" fill="hold">
                                          <p:stCondLst>
                                            <p:cond delay="0"/>
                                          </p:stCondLst>
                                        </p:cTn>
                                        <p:tgtEl>
                                          <p:spTgt spid="32"/>
                                        </p:tgtEl>
                                        <p:attrNameLst>
                                          <p:attrName>style.visibility</p:attrName>
                                        </p:attrNameLst>
                                      </p:cBhvr>
                                      <p:to>
                                        <p:strVal val="visible"/>
                                      </p:to>
                                    </p:set>
                                    <p:animEffect transition="in" filter="wipe(left)">
                                      <p:cBhvr>
                                        <p:cTn id="103" dur="500"/>
                                        <p:tgtEl>
                                          <p:spTgt spid="32"/>
                                        </p:tgtEl>
                                      </p:cBhvr>
                                    </p:animEffect>
                                  </p:childTnLst>
                                </p:cTn>
                              </p:par>
                            </p:childTnLst>
                          </p:cTn>
                        </p:par>
                        <p:par>
                          <p:cTn id="104" fill="hold">
                            <p:stCondLst>
                              <p:cond delay="10000"/>
                            </p:stCondLst>
                            <p:childTnLst>
                              <p:par>
                                <p:cTn id="105" presetID="22" presetClass="entr" presetSubtype="8" fill="hold" nodeType="afterEffect">
                                  <p:stCondLst>
                                    <p:cond delay="0"/>
                                  </p:stCondLst>
                                  <p:childTnLst>
                                    <p:set>
                                      <p:cBhvr>
                                        <p:cTn id="106" dur="1" fill="hold">
                                          <p:stCondLst>
                                            <p:cond delay="0"/>
                                          </p:stCondLst>
                                        </p:cTn>
                                        <p:tgtEl>
                                          <p:spTgt spid="35"/>
                                        </p:tgtEl>
                                        <p:attrNameLst>
                                          <p:attrName>style.visibility</p:attrName>
                                        </p:attrNameLst>
                                      </p:cBhvr>
                                      <p:to>
                                        <p:strVal val="visible"/>
                                      </p:to>
                                    </p:set>
                                    <p:animEffect transition="in" filter="wipe(left)">
                                      <p:cBhvr>
                                        <p:cTn id="107" dur="500"/>
                                        <p:tgtEl>
                                          <p:spTgt spid="35"/>
                                        </p:tgtEl>
                                      </p:cBhvr>
                                    </p:animEffect>
                                  </p:childTnLst>
                                </p:cTn>
                              </p:par>
                            </p:childTnLst>
                          </p:cTn>
                        </p:par>
                        <p:par>
                          <p:cTn id="108" fill="hold">
                            <p:stCondLst>
                              <p:cond delay="10500"/>
                            </p:stCondLst>
                            <p:childTnLst>
                              <p:par>
                                <p:cTn id="109" presetID="10" presetClass="entr" presetSubtype="0" fill="hold" grpId="0" nodeType="afterEffect">
                                  <p:stCondLst>
                                    <p:cond delay="0"/>
                                  </p:stCondLst>
                                  <p:childTnLst>
                                    <p:set>
                                      <p:cBhvr>
                                        <p:cTn id="110" dur="1" fill="hold">
                                          <p:stCondLst>
                                            <p:cond delay="0"/>
                                          </p:stCondLst>
                                        </p:cTn>
                                        <p:tgtEl>
                                          <p:spTgt spid="36"/>
                                        </p:tgtEl>
                                        <p:attrNameLst>
                                          <p:attrName>style.visibility</p:attrName>
                                        </p:attrNameLst>
                                      </p:cBhvr>
                                      <p:to>
                                        <p:strVal val="visible"/>
                                      </p:to>
                                    </p:set>
                                    <p:animEffect transition="in" filter="fade">
                                      <p:cBhvr>
                                        <p:cTn id="111" dur="500"/>
                                        <p:tgtEl>
                                          <p:spTgt spid="36"/>
                                        </p:tgtEl>
                                      </p:cBhvr>
                                    </p:animEffect>
                                  </p:childTnLst>
                                </p:cTn>
                              </p:par>
                            </p:childTnLst>
                          </p:cTn>
                        </p:par>
                        <p:par>
                          <p:cTn id="112" fill="hold">
                            <p:stCondLst>
                              <p:cond delay="11000"/>
                            </p:stCondLst>
                            <p:childTnLst>
                              <p:par>
                                <p:cTn id="113" presetID="53" presetClass="entr" presetSubtype="16" fill="hold" grpId="0" nodeType="afterEffect" nodePh="1">
                                  <p:stCondLst>
                                    <p:cond delay="0"/>
                                  </p:stCondLst>
                                  <p:endCondLst>
                                    <p:cond evt="begin" delay="0">
                                      <p:tn val="113"/>
                                    </p:cond>
                                  </p:endCondLst>
                                  <p:childTnLst>
                                    <p:set>
                                      <p:cBhvr>
                                        <p:cTn id="114" dur="1" fill="hold">
                                          <p:stCondLst>
                                            <p:cond delay="0"/>
                                          </p:stCondLst>
                                        </p:cTn>
                                        <p:tgtEl>
                                          <p:spTgt spid="44">
                                            <p:txEl>
                                              <p:pRg st="0" end="0"/>
                                            </p:txEl>
                                          </p:spTgt>
                                        </p:tgtEl>
                                        <p:attrNameLst>
                                          <p:attrName>style.visibility</p:attrName>
                                        </p:attrNameLst>
                                      </p:cBhvr>
                                      <p:to>
                                        <p:strVal val="visible"/>
                                      </p:to>
                                    </p:set>
                                    <p:anim calcmode="lin" valueType="num">
                                      <p:cBhvr>
                                        <p:cTn id="115" dur="500" fill="hold"/>
                                        <p:tgtEl>
                                          <p:spTgt spid="44">
                                            <p:txEl>
                                              <p:pRg st="0" end="0"/>
                                            </p:txEl>
                                          </p:spTgt>
                                        </p:tgtEl>
                                        <p:attrNameLst>
                                          <p:attrName>ppt_w</p:attrName>
                                        </p:attrNameLst>
                                      </p:cBhvr>
                                      <p:tavLst>
                                        <p:tav tm="0">
                                          <p:val>
                                            <p:fltVal val="0"/>
                                          </p:val>
                                        </p:tav>
                                        <p:tav tm="100000">
                                          <p:val>
                                            <p:strVal val="#ppt_w"/>
                                          </p:val>
                                        </p:tav>
                                      </p:tavLst>
                                    </p:anim>
                                    <p:anim calcmode="lin" valueType="num">
                                      <p:cBhvr>
                                        <p:cTn id="116" dur="500" fill="hold"/>
                                        <p:tgtEl>
                                          <p:spTgt spid="44">
                                            <p:txEl>
                                              <p:pRg st="0" end="0"/>
                                            </p:txEl>
                                          </p:spTgt>
                                        </p:tgtEl>
                                        <p:attrNameLst>
                                          <p:attrName>ppt_h</p:attrName>
                                        </p:attrNameLst>
                                      </p:cBhvr>
                                      <p:tavLst>
                                        <p:tav tm="0">
                                          <p:val>
                                            <p:fltVal val="0"/>
                                          </p:val>
                                        </p:tav>
                                        <p:tav tm="100000">
                                          <p:val>
                                            <p:strVal val="#ppt_h"/>
                                          </p:val>
                                        </p:tav>
                                      </p:tavLst>
                                    </p:anim>
                                    <p:animEffect transition="in" filter="fade">
                                      <p:cBhvr>
                                        <p:cTn id="117" dur="500"/>
                                        <p:tgtEl>
                                          <p:spTgt spid="44">
                                            <p:txEl>
                                              <p:pRg st="0" end="0"/>
                                            </p:txEl>
                                          </p:spTgt>
                                        </p:tgtEl>
                                      </p:cBhvr>
                                    </p:animEffect>
                                  </p:childTnLst>
                                </p:cTn>
                              </p:par>
                            </p:childTnLst>
                          </p:cTn>
                        </p:par>
                        <p:par>
                          <p:cTn id="118" fill="hold">
                            <p:stCondLst>
                              <p:cond delay="11500"/>
                            </p:stCondLst>
                            <p:childTnLst>
                              <p:par>
                                <p:cTn id="119" presetID="42" presetClass="entr" presetSubtype="0" fill="hold" grpId="0" nodeType="afterEffect" nodePh="1">
                                  <p:stCondLst>
                                    <p:cond delay="0"/>
                                  </p:stCondLst>
                                  <p:endCondLst>
                                    <p:cond evt="begin" delay="0">
                                      <p:tn val="119"/>
                                    </p:cond>
                                  </p:endCondLst>
                                  <p:childTnLst>
                                    <p:set>
                                      <p:cBhvr>
                                        <p:cTn id="120" dur="1" fill="hold">
                                          <p:stCondLst>
                                            <p:cond delay="0"/>
                                          </p:stCondLst>
                                        </p:cTn>
                                        <p:tgtEl>
                                          <p:spTgt spid="45">
                                            <p:txEl>
                                              <p:pRg st="0" end="0"/>
                                            </p:txEl>
                                          </p:spTgt>
                                        </p:tgtEl>
                                        <p:attrNameLst>
                                          <p:attrName>style.visibility</p:attrName>
                                        </p:attrNameLst>
                                      </p:cBhvr>
                                      <p:to>
                                        <p:strVal val="visible"/>
                                      </p:to>
                                    </p:set>
                                    <p:animEffect transition="in" filter="fade">
                                      <p:cBhvr>
                                        <p:cTn id="121" dur="500"/>
                                        <p:tgtEl>
                                          <p:spTgt spid="45">
                                            <p:txEl>
                                              <p:pRg st="0" end="0"/>
                                            </p:txEl>
                                          </p:spTgt>
                                        </p:tgtEl>
                                      </p:cBhvr>
                                    </p:animEffect>
                                    <p:anim calcmode="lin" valueType="num">
                                      <p:cBhvr>
                                        <p:cTn id="122" dur="500" fill="hold"/>
                                        <p:tgtEl>
                                          <p:spTgt spid="45">
                                            <p:txEl>
                                              <p:pRg st="0" end="0"/>
                                            </p:txEl>
                                          </p:spTgt>
                                        </p:tgtEl>
                                        <p:attrNameLst>
                                          <p:attrName>ppt_x</p:attrName>
                                        </p:attrNameLst>
                                      </p:cBhvr>
                                      <p:tavLst>
                                        <p:tav tm="0">
                                          <p:val>
                                            <p:strVal val="#ppt_x"/>
                                          </p:val>
                                        </p:tav>
                                        <p:tav tm="100000">
                                          <p:val>
                                            <p:strVal val="#ppt_x"/>
                                          </p:val>
                                        </p:tav>
                                      </p:tavLst>
                                    </p:anim>
                                    <p:anim calcmode="lin" valueType="num">
                                      <p:cBhvr>
                                        <p:cTn id="123" dur="500" fill="hold"/>
                                        <p:tgtEl>
                                          <p:spTgt spid="45">
                                            <p:txEl>
                                              <p:pRg st="0" end="0"/>
                                            </p:txEl>
                                          </p:spTgt>
                                        </p:tgtEl>
                                        <p:attrNameLst>
                                          <p:attrName>ppt_y</p:attrName>
                                        </p:attrNameLst>
                                      </p:cBhvr>
                                      <p:tavLst>
                                        <p:tav tm="0">
                                          <p:val>
                                            <p:strVal val="#ppt_y+.1"/>
                                          </p:val>
                                        </p:tav>
                                        <p:tav tm="100000">
                                          <p:val>
                                            <p:strVal val="#ppt_y"/>
                                          </p:val>
                                        </p:tav>
                                      </p:tavLst>
                                    </p:anim>
                                  </p:childTnLst>
                                </p:cTn>
                              </p:par>
                            </p:childTnLst>
                          </p:cTn>
                        </p:par>
                        <p:par>
                          <p:cTn id="124" fill="hold">
                            <p:stCondLst>
                              <p:cond delay="12000"/>
                            </p:stCondLst>
                            <p:childTnLst>
                              <p:par>
                                <p:cTn id="125" presetID="10" presetClass="entr" presetSubtype="0" fill="hold" grpId="0" nodeType="afterEffect">
                                  <p:stCondLst>
                                    <p:cond delay="0"/>
                                  </p:stCondLst>
                                  <p:childTnLst>
                                    <p:set>
                                      <p:cBhvr>
                                        <p:cTn id="126" dur="1" fill="hold">
                                          <p:stCondLst>
                                            <p:cond delay="0"/>
                                          </p:stCondLst>
                                        </p:cTn>
                                        <p:tgtEl>
                                          <p:spTgt spid="37"/>
                                        </p:tgtEl>
                                        <p:attrNameLst>
                                          <p:attrName>style.visibility</p:attrName>
                                        </p:attrNameLst>
                                      </p:cBhvr>
                                      <p:to>
                                        <p:strVal val="visible"/>
                                      </p:to>
                                    </p:set>
                                    <p:animEffect transition="in" filter="fade">
                                      <p:cBhvr>
                                        <p:cTn id="127" dur="500"/>
                                        <p:tgtEl>
                                          <p:spTgt spid="37"/>
                                        </p:tgtEl>
                                      </p:cBhvr>
                                    </p:animEffect>
                                  </p:childTnLst>
                                </p:cTn>
                              </p:par>
                            </p:childTnLst>
                          </p:cTn>
                        </p:par>
                        <p:par>
                          <p:cTn id="128" fill="hold">
                            <p:stCondLst>
                              <p:cond delay="12500"/>
                            </p:stCondLst>
                            <p:childTnLst>
                              <p:par>
                                <p:cTn id="129" presetID="53" presetClass="entr" presetSubtype="16" fill="hold" grpId="0" nodeType="afterEffect" nodePh="1">
                                  <p:stCondLst>
                                    <p:cond delay="0"/>
                                  </p:stCondLst>
                                  <p:endCondLst>
                                    <p:cond evt="begin" delay="0">
                                      <p:tn val="129"/>
                                    </p:cond>
                                  </p:endCondLst>
                                  <p:childTnLst>
                                    <p:set>
                                      <p:cBhvr>
                                        <p:cTn id="130" dur="1" fill="hold">
                                          <p:stCondLst>
                                            <p:cond delay="0"/>
                                          </p:stCondLst>
                                        </p:cTn>
                                        <p:tgtEl>
                                          <p:spTgt spid="46">
                                            <p:txEl>
                                              <p:pRg st="0" end="0"/>
                                            </p:txEl>
                                          </p:spTgt>
                                        </p:tgtEl>
                                        <p:attrNameLst>
                                          <p:attrName>style.visibility</p:attrName>
                                        </p:attrNameLst>
                                      </p:cBhvr>
                                      <p:to>
                                        <p:strVal val="visible"/>
                                      </p:to>
                                    </p:set>
                                    <p:anim calcmode="lin" valueType="num">
                                      <p:cBhvr>
                                        <p:cTn id="131" dur="500" fill="hold"/>
                                        <p:tgtEl>
                                          <p:spTgt spid="46">
                                            <p:txEl>
                                              <p:pRg st="0" end="0"/>
                                            </p:txEl>
                                          </p:spTgt>
                                        </p:tgtEl>
                                        <p:attrNameLst>
                                          <p:attrName>ppt_w</p:attrName>
                                        </p:attrNameLst>
                                      </p:cBhvr>
                                      <p:tavLst>
                                        <p:tav tm="0">
                                          <p:val>
                                            <p:fltVal val="0"/>
                                          </p:val>
                                        </p:tav>
                                        <p:tav tm="100000">
                                          <p:val>
                                            <p:strVal val="#ppt_w"/>
                                          </p:val>
                                        </p:tav>
                                      </p:tavLst>
                                    </p:anim>
                                    <p:anim calcmode="lin" valueType="num">
                                      <p:cBhvr>
                                        <p:cTn id="132" dur="500" fill="hold"/>
                                        <p:tgtEl>
                                          <p:spTgt spid="46">
                                            <p:txEl>
                                              <p:pRg st="0" end="0"/>
                                            </p:txEl>
                                          </p:spTgt>
                                        </p:tgtEl>
                                        <p:attrNameLst>
                                          <p:attrName>ppt_h</p:attrName>
                                        </p:attrNameLst>
                                      </p:cBhvr>
                                      <p:tavLst>
                                        <p:tav tm="0">
                                          <p:val>
                                            <p:fltVal val="0"/>
                                          </p:val>
                                        </p:tav>
                                        <p:tav tm="100000">
                                          <p:val>
                                            <p:strVal val="#ppt_h"/>
                                          </p:val>
                                        </p:tav>
                                      </p:tavLst>
                                    </p:anim>
                                    <p:animEffect transition="in" filter="fade">
                                      <p:cBhvr>
                                        <p:cTn id="133" dur="500"/>
                                        <p:tgtEl>
                                          <p:spTgt spid="46">
                                            <p:txEl>
                                              <p:pRg st="0" end="0"/>
                                            </p:txEl>
                                          </p:spTgt>
                                        </p:tgtEl>
                                      </p:cBhvr>
                                    </p:animEffect>
                                  </p:childTnLst>
                                </p:cTn>
                              </p:par>
                            </p:childTnLst>
                          </p:cTn>
                        </p:par>
                        <p:par>
                          <p:cTn id="134" fill="hold">
                            <p:stCondLst>
                              <p:cond delay="13000"/>
                            </p:stCondLst>
                            <p:childTnLst>
                              <p:par>
                                <p:cTn id="135" presetID="42" presetClass="entr" presetSubtype="0" fill="hold" grpId="0" nodeType="afterEffect" nodePh="1">
                                  <p:stCondLst>
                                    <p:cond delay="0"/>
                                  </p:stCondLst>
                                  <p:endCondLst>
                                    <p:cond evt="begin" delay="0">
                                      <p:tn val="135"/>
                                    </p:cond>
                                  </p:endCondLst>
                                  <p:childTnLst>
                                    <p:set>
                                      <p:cBhvr>
                                        <p:cTn id="136" dur="1" fill="hold">
                                          <p:stCondLst>
                                            <p:cond delay="0"/>
                                          </p:stCondLst>
                                        </p:cTn>
                                        <p:tgtEl>
                                          <p:spTgt spid="48">
                                            <p:txEl>
                                              <p:pRg st="0" end="0"/>
                                            </p:txEl>
                                          </p:spTgt>
                                        </p:tgtEl>
                                        <p:attrNameLst>
                                          <p:attrName>style.visibility</p:attrName>
                                        </p:attrNameLst>
                                      </p:cBhvr>
                                      <p:to>
                                        <p:strVal val="visible"/>
                                      </p:to>
                                    </p:set>
                                    <p:animEffect transition="in" filter="fade">
                                      <p:cBhvr>
                                        <p:cTn id="137" dur="500"/>
                                        <p:tgtEl>
                                          <p:spTgt spid="48">
                                            <p:txEl>
                                              <p:pRg st="0" end="0"/>
                                            </p:txEl>
                                          </p:spTgt>
                                        </p:tgtEl>
                                      </p:cBhvr>
                                    </p:animEffect>
                                    <p:anim calcmode="lin" valueType="num">
                                      <p:cBhvr>
                                        <p:cTn id="138" dur="500" fill="hold"/>
                                        <p:tgtEl>
                                          <p:spTgt spid="48">
                                            <p:txEl>
                                              <p:pRg st="0" end="0"/>
                                            </p:txEl>
                                          </p:spTgt>
                                        </p:tgtEl>
                                        <p:attrNameLst>
                                          <p:attrName>ppt_x</p:attrName>
                                        </p:attrNameLst>
                                      </p:cBhvr>
                                      <p:tavLst>
                                        <p:tav tm="0">
                                          <p:val>
                                            <p:strVal val="#ppt_x"/>
                                          </p:val>
                                        </p:tav>
                                        <p:tav tm="100000">
                                          <p:val>
                                            <p:strVal val="#ppt_x"/>
                                          </p:val>
                                        </p:tav>
                                      </p:tavLst>
                                    </p:anim>
                                    <p:anim calcmode="lin" valueType="num">
                                      <p:cBhvr>
                                        <p:cTn id="139" dur="500" fill="hold"/>
                                        <p:tgtEl>
                                          <p:spTgt spid="48">
                                            <p:txEl>
                                              <p:pRg st="0" end="0"/>
                                            </p:txEl>
                                          </p:spTgt>
                                        </p:tgtEl>
                                        <p:attrNameLst>
                                          <p:attrName>ppt_y</p:attrName>
                                        </p:attrNameLst>
                                      </p:cBhvr>
                                      <p:tavLst>
                                        <p:tav tm="0">
                                          <p:val>
                                            <p:strVal val="#ppt_y+.1"/>
                                          </p:val>
                                        </p:tav>
                                        <p:tav tm="100000">
                                          <p:val>
                                            <p:strVal val="#ppt_y"/>
                                          </p:val>
                                        </p:tav>
                                      </p:tavLst>
                                    </p:anim>
                                  </p:childTnLst>
                                </p:cTn>
                              </p:par>
                            </p:childTnLst>
                          </p:cTn>
                        </p:par>
                        <p:par>
                          <p:cTn id="140" fill="hold">
                            <p:stCondLst>
                              <p:cond delay="13500"/>
                            </p:stCondLst>
                            <p:childTnLst>
                              <p:par>
                                <p:cTn id="141" presetID="10" presetClass="entr" presetSubtype="0" fill="hold" grpId="0" nodeType="afterEffect">
                                  <p:stCondLst>
                                    <p:cond delay="0"/>
                                  </p:stCondLst>
                                  <p:childTnLst>
                                    <p:set>
                                      <p:cBhvr>
                                        <p:cTn id="142" dur="1" fill="hold">
                                          <p:stCondLst>
                                            <p:cond delay="0"/>
                                          </p:stCondLst>
                                        </p:cTn>
                                        <p:tgtEl>
                                          <p:spTgt spid="38"/>
                                        </p:tgtEl>
                                        <p:attrNameLst>
                                          <p:attrName>style.visibility</p:attrName>
                                        </p:attrNameLst>
                                      </p:cBhvr>
                                      <p:to>
                                        <p:strVal val="visible"/>
                                      </p:to>
                                    </p:set>
                                    <p:animEffect transition="in" filter="fade">
                                      <p:cBhvr>
                                        <p:cTn id="143" dur="500"/>
                                        <p:tgtEl>
                                          <p:spTgt spid="38"/>
                                        </p:tgtEl>
                                      </p:cBhvr>
                                    </p:animEffect>
                                  </p:childTnLst>
                                </p:cTn>
                              </p:par>
                            </p:childTnLst>
                          </p:cTn>
                        </p:par>
                        <p:par>
                          <p:cTn id="144" fill="hold">
                            <p:stCondLst>
                              <p:cond delay="14000"/>
                            </p:stCondLst>
                            <p:childTnLst>
                              <p:par>
                                <p:cTn id="145" presetID="53" presetClass="entr" presetSubtype="16" fill="hold" grpId="0" nodeType="afterEffect" nodePh="1">
                                  <p:stCondLst>
                                    <p:cond delay="0"/>
                                  </p:stCondLst>
                                  <p:endCondLst>
                                    <p:cond evt="begin" delay="0">
                                      <p:tn val="145"/>
                                    </p:cond>
                                  </p:endCondLst>
                                  <p:childTnLst>
                                    <p:set>
                                      <p:cBhvr>
                                        <p:cTn id="146" dur="1" fill="hold">
                                          <p:stCondLst>
                                            <p:cond delay="0"/>
                                          </p:stCondLst>
                                        </p:cTn>
                                        <p:tgtEl>
                                          <p:spTgt spid="49">
                                            <p:txEl>
                                              <p:pRg st="0" end="0"/>
                                            </p:txEl>
                                          </p:spTgt>
                                        </p:tgtEl>
                                        <p:attrNameLst>
                                          <p:attrName>style.visibility</p:attrName>
                                        </p:attrNameLst>
                                      </p:cBhvr>
                                      <p:to>
                                        <p:strVal val="visible"/>
                                      </p:to>
                                    </p:set>
                                    <p:anim calcmode="lin" valueType="num">
                                      <p:cBhvr>
                                        <p:cTn id="147" dur="500" fill="hold"/>
                                        <p:tgtEl>
                                          <p:spTgt spid="49">
                                            <p:txEl>
                                              <p:pRg st="0" end="0"/>
                                            </p:txEl>
                                          </p:spTgt>
                                        </p:tgtEl>
                                        <p:attrNameLst>
                                          <p:attrName>ppt_w</p:attrName>
                                        </p:attrNameLst>
                                      </p:cBhvr>
                                      <p:tavLst>
                                        <p:tav tm="0">
                                          <p:val>
                                            <p:fltVal val="0"/>
                                          </p:val>
                                        </p:tav>
                                        <p:tav tm="100000">
                                          <p:val>
                                            <p:strVal val="#ppt_w"/>
                                          </p:val>
                                        </p:tav>
                                      </p:tavLst>
                                    </p:anim>
                                    <p:anim calcmode="lin" valueType="num">
                                      <p:cBhvr>
                                        <p:cTn id="148" dur="500" fill="hold"/>
                                        <p:tgtEl>
                                          <p:spTgt spid="49">
                                            <p:txEl>
                                              <p:pRg st="0" end="0"/>
                                            </p:txEl>
                                          </p:spTgt>
                                        </p:tgtEl>
                                        <p:attrNameLst>
                                          <p:attrName>ppt_h</p:attrName>
                                        </p:attrNameLst>
                                      </p:cBhvr>
                                      <p:tavLst>
                                        <p:tav tm="0">
                                          <p:val>
                                            <p:fltVal val="0"/>
                                          </p:val>
                                        </p:tav>
                                        <p:tav tm="100000">
                                          <p:val>
                                            <p:strVal val="#ppt_h"/>
                                          </p:val>
                                        </p:tav>
                                      </p:tavLst>
                                    </p:anim>
                                    <p:animEffect transition="in" filter="fade">
                                      <p:cBhvr>
                                        <p:cTn id="149" dur="500"/>
                                        <p:tgtEl>
                                          <p:spTgt spid="49">
                                            <p:txEl>
                                              <p:pRg st="0" end="0"/>
                                            </p:txEl>
                                          </p:spTgt>
                                        </p:tgtEl>
                                      </p:cBhvr>
                                    </p:animEffect>
                                  </p:childTnLst>
                                </p:cTn>
                              </p:par>
                            </p:childTnLst>
                          </p:cTn>
                        </p:par>
                        <p:par>
                          <p:cTn id="150" fill="hold">
                            <p:stCondLst>
                              <p:cond delay="14500"/>
                            </p:stCondLst>
                            <p:childTnLst>
                              <p:par>
                                <p:cTn id="151" presetID="42" presetClass="entr" presetSubtype="0" fill="hold" grpId="0" nodeType="afterEffect" nodePh="1">
                                  <p:stCondLst>
                                    <p:cond delay="0"/>
                                  </p:stCondLst>
                                  <p:endCondLst>
                                    <p:cond evt="begin" delay="0">
                                      <p:tn val="151"/>
                                    </p:cond>
                                  </p:endCondLst>
                                  <p:childTnLst>
                                    <p:set>
                                      <p:cBhvr>
                                        <p:cTn id="152" dur="1" fill="hold">
                                          <p:stCondLst>
                                            <p:cond delay="0"/>
                                          </p:stCondLst>
                                        </p:cTn>
                                        <p:tgtEl>
                                          <p:spTgt spid="50">
                                            <p:txEl>
                                              <p:pRg st="0" end="0"/>
                                            </p:txEl>
                                          </p:spTgt>
                                        </p:tgtEl>
                                        <p:attrNameLst>
                                          <p:attrName>style.visibility</p:attrName>
                                        </p:attrNameLst>
                                      </p:cBhvr>
                                      <p:to>
                                        <p:strVal val="visible"/>
                                      </p:to>
                                    </p:set>
                                    <p:animEffect transition="in" filter="fade">
                                      <p:cBhvr>
                                        <p:cTn id="153" dur="500"/>
                                        <p:tgtEl>
                                          <p:spTgt spid="50">
                                            <p:txEl>
                                              <p:pRg st="0" end="0"/>
                                            </p:txEl>
                                          </p:spTgt>
                                        </p:tgtEl>
                                      </p:cBhvr>
                                    </p:animEffect>
                                    <p:anim calcmode="lin" valueType="num">
                                      <p:cBhvr>
                                        <p:cTn id="154" dur="500" fill="hold"/>
                                        <p:tgtEl>
                                          <p:spTgt spid="50">
                                            <p:txEl>
                                              <p:pRg st="0" end="0"/>
                                            </p:txEl>
                                          </p:spTgt>
                                        </p:tgtEl>
                                        <p:attrNameLst>
                                          <p:attrName>ppt_x</p:attrName>
                                        </p:attrNameLst>
                                      </p:cBhvr>
                                      <p:tavLst>
                                        <p:tav tm="0">
                                          <p:val>
                                            <p:strVal val="#ppt_x"/>
                                          </p:val>
                                        </p:tav>
                                        <p:tav tm="100000">
                                          <p:val>
                                            <p:strVal val="#ppt_x"/>
                                          </p:val>
                                        </p:tav>
                                      </p:tavLst>
                                    </p:anim>
                                    <p:anim calcmode="lin" valueType="num">
                                      <p:cBhvr>
                                        <p:cTn id="155" dur="500" fill="hold"/>
                                        <p:tgtEl>
                                          <p:spTgt spid="50">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39" grpId="0" animBg="1"/>
      <p:bldP spid="40" grpId="0" animBg="1"/>
      <p:bldP spid="41" grpId="0" animBg="1"/>
      <p:bldP spid="42" grpId="0" animBg="1"/>
      <p:bldP spid="15"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5"/>
                        </p:tgtEl>
                        <p:attrNameLst>
                          <p:attrName>style.visibility</p:attrName>
                        </p:attrNameLst>
                      </p:cBhvr>
                      <p:to>
                        <p:strVal val="visible"/>
                      </p:to>
                    </p:set>
                    <p:anim calcmode="lin" valueType="num">
                      <p:cBhvr>
                        <p:cTn dur="500" fill="hold"/>
                        <p:tgtEl>
                          <p:spTgt spid="15"/>
                        </p:tgtEl>
                        <p:attrNameLst>
                          <p:attrName>ppt_w</p:attrName>
                        </p:attrNameLst>
                      </p:cBhvr>
                      <p:tavLst>
                        <p:tav tm="0">
                          <p:val>
                            <p:fltVal val="0"/>
                          </p:val>
                        </p:tav>
                        <p:tav tm="100000">
                          <p:val>
                            <p:strVal val="#ppt_w"/>
                          </p:val>
                        </p:tav>
                      </p:tavLst>
                    </p:anim>
                    <p:anim calcmode="lin" valueType="num">
                      <p:cBhvr>
                        <p:cTn dur="500" fill="hold"/>
                        <p:tgtEl>
                          <p:spTgt spid="15"/>
                        </p:tgtEl>
                        <p:attrNameLst>
                          <p:attrName>ppt_h</p:attrName>
                        </p:attrNameLst>
                      </p:cBhvr>
                      <p:tavLst>
                        <p:tav tm="0">
                          <p:val>
                            <p:fltVal val="0"/>
                          </p:val>
                        </p:tav>
                        <p:tav tm="100000">
                          <p:val>
                            <p:strVal val="#ppt_h"/>
                          </p:val>
                        </p:tav>
                      </p:tavLst>
                    </p:anim>
                    <p:animEffect transition="in" filter="fade">
                      <p:cBhvr>
                        <p:cTn dur="500"/>
                        <p:tgtEl>
                          <p:spTgt spid="15"/>
                        </p:tgtEl>
                      </p:cBhvr>
                    </p:animEffect>
                  </p:childTnLst>
                </p:cTn>
              </p:par>
            </p:tnLst>
          </p:tmpl>
        </p:tmplLst>
      </p:bldP>
      <p:bldP spid="16"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6"/>
                        </p:tgtEl>
                        <p:attrNameLst>
                          <p:attrName>style.visibility</p:attrName>
                        </p:attrNameLst>
                      </p:cBhvr>
                      <p:to>
                        <p:strVal val="visible"/>
                      </p:to>
                    </p:set>
                    <p:animEffect transition="in" filter="fade">
                      <p:cBhvr>
                        <p:cTn dur="500"/>
                        <p:tgtEl>
                          <p:spTgt spid="16"/>
                        </p:tgtEl>
                      </p:cBhvr>
                    </p:animEffect>
                    <p:anim calcmode="lin" valueType="num">
                      <p:cBhvr>
                        <p:cTn dur="500" fill="hold"/>
                        <p:tgtEl>
                          <p:spTgt spid="16"/>
                        </p:tgtEl>
                        <p:attrNameLst>
                          <p:attrName>ppt_x</p:attrName>
                        </p:attrNameLst>
                      </p:cBhvr>
                      <p:tavLst>
                        <p:tav tm="0">
                          <p:val>
                            <p:strVal val="#ppt_x"/>
                          </p:val>
                        </p:tav>
                        <p:tav tm="100000">
                          <p:val>
                            <p:strVal val="#ppt_x"/>
                          </p:val>
                        </p:tav>
                      </p:tavLst>
                    </p:anim>
                    <p:anim calcmode="lin" valueType="num">
                      <p:cBhvr>
                        <p:cTn dur="500" fill="hold"/>
                        <p:tgtEl>
                          <p:spTgt spid="16"/>
                        </p:tgtEl>
                        <p:attrNameLst>
                          <p:attrName>ppt_y</p:attrName>
                        </p:attrNameLst>
                      </p:cBhvr>
                      <p:tavLst>
                        <p:tav tm="0">
                          <p:val>
                            <p:strVal val="#ppt_y+.1"/>
                          </p:val>
                        </p:tav>
                        <p:tav tm="100000">
                          <p:val>
                            <p:strVal val="#ppt_y"/>
                          </p:val>
                        </p:tav>
                      </p:tavLst>
                    </p:anim>
                  </p:childTnLst>
                </p:cTn>
              </p:par>
            </p:tnLst>
          </p:tmpl>
        </p:tmplLst>
      </p:bldP>
      <p:bldP spid="17"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7"/>
                        </p:tgtEl>
                        <p:attrNameLst>
                          <p:attrName>style.visibility</p:attrName>
                        </p:attrNameLst>
                      </p:cBhvr>
                      <p:to>
                        <p:strVal val="visible"/>
                      </p:to>
                    </p:set>
                    <p:anim calcmode="lin" valueType="num">
                      <p:cBhvr>
                        <p:cTn dur="500" fill="hold"/>
                        <p:tgtEl>
                          <p:spTgt spid="17"/>
                        </p:tgtEl>
                        <p:attrNameLst>
                          <p:attrName>ppt_w</p:attrName>
                        </p:attrNameLst>
                      </p:cBhvr>
                      <p:tavLst>
                        <p:tav tm="0">
                          <p:val>
                            <p:fltVal val="0"/>
                          </p:val>
                        </p:tav>
                        <p:tav tm="100000">
                          <p:val>
                            <p:strVal val="#ppt_w"/>
                          </p:val>
                        </p:tav>
                      </p:tavLst>
                    </p:anim>
                    <p:anim calcmode="lin" valueType="num">
                      <p:cBhvr>
                        <p:cTn dur="500" fill="hold"/>
                        <p:tgtEl>
                          <p:spTgt spid="17"/>
                        </p:tgtEl>
                        <p:attrNameLst>
                          <p:attrName>ppt_h</p:attrName>
                        </p:attrNameLst>
                      </p:cBhvr>
                      <p:tavLst>
                        <p:tav tm="0">
                          <p:val>
                            <p:fltVal val="0"/>
                          </p:val>
                        </p:tav>
                        <p:tav tm="100000">
                          <p:val>
                            <p:strVal val="#ppt_h"/>
                          </p:val>
                        </p:tav>
                      </p:tavLst>
                    </p:anim>
                    <p:animEffect transition="in" filter="fade">
                      <p:cBhvr>
                        <p:cTn dur="500"/>
                        <p:tgtEl>
                          <p:spTgt spid="17"/>
                        </p:tgtEl>
                      </p:cBhvr>
                    </p:animEffect>
                  </p:childTnLst>
                </p:cTn>
              </p:par>
            </p:tnLst>
          </p:tmpl>
        </p:tmplLst>
      </p:bldP>
      <p:bldP spid="18"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8"/>
                        </p:tgtEl>
                        <p:attrNameLst>
                          <p:attrName>style.visibility</p:attrName>
                        </p:attrNameLst>
                      </p:cBhvr>
                      <p:to>
                        <p:strVal val="visible"/>
                      </p:to>
                    </p:set>
                    <p:animEffect transition="in" filter="fade">
                      <p:cBhvr>
                        <p:cTn dur="500"/>
                        <p:tgtEl>
                          <p:spTgt spid="18"/>
                        </p:tgtEl>
                      </p:cBhvr>
                    </p:animEffect>
                    <p:anim calcmode="lin" valueType="num">
                      <p:cBhvr>
                        <p:cTn dur="500" fill="hold"/>
                        <p:tgtEl>
                          <p:spTgt spid="18"/>
                        </p:tgtEl>
                        <p:attrNameLst>
                          <p:attrName>ppt_x</p:attrName>
                        </p:attrNameLst>
                      </p:cBhvr>
                      <p:tavLst>
                        <p:tav tm="0">
                          <p:val>
                            <p:strVal val="#ppt_x"/>
                          </p:val>
                        </p:tav>
                        <p:tav tm="100000">
                          <p:val>
                            <p:strVal val="#ppt_x"/>
                          </p:val>
                        </p:tav>
                      </p:tavLst>
                    </p:anim>
                    <p:anim calcmode="lin" valueType="num">
                      <p:cBhvr>
                        <p:cTn dur="500" fill="hold"/>
                        <p:tgtEl>
                          <p:spTgt spid="18"/>
                        </p:tgtEl>
                        <p:attrNameLst>
                          <p:attrName>ppt_y</p:attrName>
                        </p:attrNameLst>
                      </p:cBhvr>
                      <p:tavLst>
                        <p:tav tm="0">
                          <p:val>
                            <p:strVal val="#ppt_y+.1"/>
                          </p:val>
                        </p:tav>
                        <p:tav tm="100000">
                          <p:val>
                            <p:strVal val="#ppt_y"/>
                          </p:val>
                        </p:tav>
                      </p:tavLst>
                    </p:anim>
                  </p:childTnLst>
                </p:cTn>
              </p:par>
            </p:tnLst>
          </p:tmpl>
        </p:tmplLst>
      </p:bldP>
      <p:bldP spid="19"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9"/>
                        </p:tgtEl>
                        <p:attrNameLst>
                          <p:attrName>style.visibility</p:attrName>
                        </p:attrNameLst>
                      </p:cBhvr>
                      <p:to>
                        <p:strVal val="visible"/>
                      </p:to>
                    </p:set>
                    <p:anim calcmode="lin" valueType="num">
                      <p:cBhvr>
                        <p:cTn dur="500" fill="hold"/>
                        <p:tgtEl>
                          <p:spTgt spid="19"/>
                        </p:tgtEl>
                        <p:attrNameLst>
                          <p:attrName>ppt_w</p:attrName>
                        </p:attrNameLst>
                      </p:cBhvr>
                      <p:tavLst>
                        <p:tav tm="0">
                          <p:val>
                            <p:fltVal val="0"/>
                          </p:val>
                        </p:tav>
                        <p:tav tm="100000">
                          <p:val>
                            <p:strVal val="#ppt_w"/>
                          </p:val>
                        </p:tav>
                      </p:tavLst>
                    </p:anim>
                    <p:anim calcmode="lin" valueType="num">
                      <p:cBhvr>
                        <p:cTn dur="500" fill="hold"/>
                        <p:tgtEl>
                          <p:spTgt spid="19"/>
                        </p:tgtEl>
                        <p:attrNameLst>
                          <p:attrName>ppt_h</p:attrName>
                        </p:attrNameLst>
                      </p:cBhvr>
                      <p:tavLst>
                        <p:tav tm="0">
                          <p:val>
                            <p:fltVal val="0"/>
                          </p:val>
                        </p:tav>
                        <p:tav tm="100000">
                          <p:val>
                            <p:strVal val="#ppt_h"/>
                          </p:val>
                        </p:tav>
                      </p:tavLst>
                    </p:anim>
                    <p:animEffect transition="in" filter="fade">
                      <p:cBhvr>
                        <p:cTn dur="500"/>
                        <p:tgtEl>
                          <p:spTgt spid="19"/>
                        </p:tgtEl>
                      </p:cBhvr>
                    </p:animEffect>
                  </p:childTnLst>
                </p:cTn>
              </p:par>
            </p:tnLst>
          </p:tmpl>
        </p:tmplLst>
      </p:bldP>
      <p:bldP spid="20"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0"/>
                        </p:tgtEl>
                        <p:attrNameLst>
                          <p:attrName>style.visibility</p:attrName>
                        </p:attrNameLst>
                      </p:cBhvr>
                      <p:to>
                        <p:strVal val="visible"/>
                      </p:to>
                    </p:set>
                    <p:animEffect transition="in" filter="fade">
                      <p:cBhvr>
                        <p:cTn dur="500"/>
                        <p:tgtEl>
                          <p:spTgt spid="20"/>
                        </p:tgtEl>
                      </p:cBhvr>
                    </p:animEffect>
                    <p:anim calcmode="lin" valueType="num">
                      <p:cBhvr>
                        <p:cTn dur="500" fill="hold"/>
                        <p:tgtEl>
                          <p:spTgt spid="20"/>
                        </p:tgtEl>
                        <p:attrNameLst>
                          <p:attrName>ppt_x</p:attrName>
                        </p:attrNameLst>
                      </p:cBhvr>
                      <p:tavLst>
                        <p:tav tm="0">
                          <p:val>
                            <p:strVal val="#ppt_x"/>
                          </p:val>
                        </p:tav>
                        <p:tav tm="100000">
                          <p:val>
                            <p:strVal val="#ppt_x"/>
                          </p:val>
                        </p:tav>
                      </p:tavLst>
                    </p:anim>
                    <p:anim calcmode="lin" valueType="num">
                      <p:cBhvr>
                        <p:cTn dur="500" fill="hold"/>
                        <p:tgtEl>
                          <p:spTgt spid="20"/>
                        </p:tgtEl>
                        <p:attrNameLst>
                          <p:attrName>ppt_y</p:attrName>
                        </p:attrNameLst>
                      </p:cBhvr>
                      <p:tavLst>
                        <p:tav tm="0">
                          <p:val>
                            <p:strVal val="#ppt_y+.1"/>
                          </p:val>
                        </p:tav>
                        <p:tav tm="100000">
                          <p:val>
                            <p:strVal val="#ppt_y"/>
                          </p:val>
                        </p:tav>
                      </p:tavLst>
                    </p:anim>
                  </p:childTnLst>
                </p:cTn>
              </p:par>
            </p:tnLst>
          </p:tmpl>
        </p:tmplLst>
      </p:bldP>
      <p:bldP spid="28"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8"/>
                        </p:tgtEl>
                        <p:attrNameLst>
                          <p:attrName>style.visibility</p:attrName>
                        </p:attrNameLst>
                      </p:cBhvr>
                      <p:to>
                        <p:strVal val="visible"/>
                      </p:to>
                    </p:set>
                    <p:anim calcmode="lin" valueType="num">
                      <p:cBhvr>
                        <p:cTn dur="500" fill="hold"/>
                        <p:tgtEl>
                          <p:spTgt spid="28"/>
                        </p:tgtEl>
                        <p:attrNameLst>
                          <p:attrName>ppt_w</p:attrName>
                        </p:attrNameLst>
                      </p:cBhvr>
                      <p:tavLst>
                        <p:tav tm="0">
                          <p:val>
                            <p:fltVal val="0"/>
                          </p:val>
                        </p:tav>
                        <p:tav tm="100000">
                          <p:val>
                            <p:strVal val="#ppt_w"/>
                          </p:val>
                        </p:tav>
                      </p:tavLst>
                    </p:anim>
                    <p:anim calcmode="lin" valueType="num">
                      <p:cBhvr>
                        <p:cTn dur="500" fill="hold"/>
                        <p:tgtEl>
                          <p:spTgt spid="28"/>
                        </p:tgtEl>
                        <p:attrNameLst>
                          <p:attrName>ppt_h</p:attrName>
                        </p:attrNameLst>
                      </p:cBhvr>
                      <p:tavLst>
                        <p:tav tm="0">
                          <p:val>
                            <p:fltVal val="0"/>
                          </p:val>
                        </p:tav>
                        <p:tav tm="100000">
                          <p:val>
                            <p:strVal val="#ppt_h"/>
                          </p:val>
                        </p:tav>
                      </p:tavLst>
                    </p:anim>
                    <p:animEffect transition="in" filter="fade">
                      <p:cBhvr>
                        <p:cTn dur="500"/>
                        <p:tgtEl>
                          <p:spTgt spid="28"/>
                        </p:tgtEl>
                      </p:cBhvr>
                    </p:animEffect>
                  </p:childTnLst>
                </p:cTn>
              </p:par>
            </p:tnLst>
          </p:tmpl>
        </p:tmplLst>
      </p:bldP>
      <p:bldP spid="29"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9"/>
                        </p:tgtEl>
                        <p:attrNameLst>
                          <p:attrName>style.visibility</p:attrName>
                        </p:attrNameLst>
                      </p:cBhvr>
                      <p:to>
                        <p:strVal val="visible"/>
                      </p:to>
                    </p:set>
                    <p:animEffect transition="in" filter="fade">
                      <p:cBhvr>
                        <p:cTn dur="500"/>
                        <p:tgtEl>
                          <p:spTgt spid="29"/>
                        </p:tgtEl>
                      </p:cBhvr>
                    </p:animEffect>
                    <p:anim calcmode="lin" valueType="num">
                      <p:cBhvr>
                        <p:cTn dur="500" fill="hold"/>
                        <p:tgtEl>
                          <p:spTgt spid="29"/>
                        </p:tgtEl>
                        <p:attrNameLst>
                          <p:attrName>ppt_x</p:attrName>
                        </p:attrNameLst>
                      </p:cBhvr>
                      <p:tavLst>
                        <p:tav tm="0">
                          <p:val>
                            <p:strVal val="#ppt_x"/>
                          </p:val>
                        </p:tav>
                        <p:tav tm="100000">
                          <p:val>
                            <p:strVal val="#ppt_x"/>
                          </p:val>
                        </p:tav>
                      </p:tavLst>
                    </p:anim>
                    <p:anim calcmode="lin" valueType="num">
                      <p:cBhvr>
                        <p:cTn dur="500" fill="hold"/>
                        <p:tgtEl>
                          <p:spTgt spid="29"/>
                        </p:tgtEl>
                        <p:attrNameLst>
                          <p:attrName>ppt_y</p:attrName>
                        </p:attrNameLst>
                      </p:cBhvr>
                      <p:tavLst>
                        <p:tav tm="0">
                          <p:val>
                            <p:strVal val="#ppt_y+.1"/>
                          </p:val>
                        </p:tav>
                        <p:tav tm="100000">
                          <p:val>
                            <p:strVal val="#ppt_y"/>
                          </p:val>
                        </p:tav>
                      </p:tavLst>
                    </p:anim>
                  </p:childTnLst>
                </p:cTn>
              </p:par>
            </p:tnLst>
          </p:tmpl>
        </p:tmplLst>
      </p:bldP>
      <p:bldP spid="36" grpId="0" animBg="1"/>
      <p:bldP spid="37" grpId="0" animBg="1"/>
      <p:bldP spid="38" grpId="0" animBg="1"/>
      <p:bldP spid="44"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44"/>
                        </p:tgtEl>
                        <p:attrNameLst>
                          <p:attrName>style.visibility</p:attrName>
                        </p:attrNameLst>
                      </p:cBhvr>
                      <p:to>
                        <p:strVal val="visible"/>
                      </p:to>
                    </p:set>
                    <p:anim calcmode="lin" valueType="num">
                      <p:cBhvr>
                        <p:cTn dur="500" fill="hold"/>
                        <p:tgtEl>
                          <p:spTgt spid="44"/>
                        </p:tgtEl>
                        <p:attrNameLst>
                          <p:attrName>ppt_w</p:attrName>
                        </p:attrNameLst>
                      </p:cBhvr>
                      <p:tavLst>
                        <p:tav tm="0">
                          <p:val>
                            <p:fltVal val="0"/>
                          </p:val>
                        </p:tav>
                        <p:tav tm="100000">
                          <p:val>
                            <p:strVal val="#ppt_w"/>
                          </p:val>
                        </p:tav>
                      </p:tavLst>
                    </p:anim>
                    <p:anim calcmode="lin" valueType="num">
                      <p:cBhvr>
                        <p:cTn dur="500" fill="hold"/>
                        <p:tgtEl>
                          <p:spTgt spid="44"/>
                        </p:tgtEl>
                        <p:attrNameLst>
                          <p:attrName>ppt_h</p:attrName>
                        </p:attrNameLst>
                      </p:cBhvr>
                      <p:tavLst>
                        <p:tav tm="0">
                          <p:val>
                            <p:fltVal val="0"/>
                          </p:val>
                        </p:tav>
                        <p:tav tm="100000">
                          <p:val>
                            <p:strVal val="#ppt_h"/>
                          </p:val>
                        </p:tav>
                      </p:tavLst>
                    </p:anim>
                    <p:animEffect transition="in" filter="fade">
                      <p:cBhvr>
                        <p:cTn dur="500"/>
                        <p:tgtEl>
                          <p:spTgt spid="44"/>
                        </p:tgtEl>
                      </p:cBhvr>
                    </p:animEffect>
                  </p:childTnLst>
                </p:cTn>
              </p:par>
            </p:tnLst>
          </p:tmpl>
        </p:tmplLst>
      </p:bldP>
      <p:bldP spid="45"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45"/>
                        </p:tgtEl>
                        <p:attrNameLst>
                          <p:attrName>style.visibility</p:attrName>
                        </p:attrNameLst>
                      </p:cBhvr>
                      <p:to>
                        <p:strVal val="visible"/>
                      </p:to>
                    </p:set>
                    <p:animEffect transition="in" filter="fade">
                      <p:cBhvr>
                        <p:cTn dur="500"/>
                        <p:tgtEl>
                          <p:spTgt spid="45"/>
                        </p:tgtEl>
                      </p:cBhvr>
                    </p:animEffect>
                    <p:anim calcmode="lin" valueType="num">
                      <p:cBhvr>
                        <p:cTn dur="500" fill="hold"/>
                        <p:tgtEl>
                          <p:spTgt spid="45"/>
                        </p:tgtEl>
                        <p:attrNameLst>
                          <p:attrName>ppt_x</p:attrName>
                        </p:attrNameLst>
                      </p:cBhvr>
                      <p:tavLst>
                        <p:tav tm="0">
                          <p:val>
                            <p:strVal val="#ppt_x"/>
                          </p:val>
                        </p:tav>
                        <p:tav tm="100000">
                          <p:val>
                            <p:strVal val="#ppt_x"/>
                          </p:val>
                        </p:tav>
                      </p:tavLst>
                    </p:anim>
                    <p:anim calcmode="lin" valueType="num">
                      <p:cBhvr>
                        <p:cTn dur="500" fill="hold"/>
                        <p:tgtEl>
                          <p:spTgt spid="45"/>
                        </p:tgtEl>
                        <p:attrNameLst>
                          <p:attrName>ppt_y</p:attrName>
                        </p:attrNameLst>
                      </p:cBhvr>
                      <p:tavLst>
                        <p:tav tm="0">
                          <p:val>
                            <p:strVal val="#ppt_y+.1"/>
                          </p:val>
                        </p:tav>
                        <p:tav tm="100000">
                          <p:val>
                            <p:strVal val="#ppt_y"/>
                          </p:val>
                        </p:tav>
                      </p:tavLst>
                    </p:anim>
                  </p:childTnLst>
                </p:cTn>
              </p:par>
            </p:tnLst>
          </p:tmpl>
        </p:tmplLst>
      </p:bldP>
      <p:bldP spid="46"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46"/>
                        </p:tgtEl>
                        <p:attrNameLst>
                          <p:attrName>style.visibility</p:attrName>
                        </p:attrNameLst>
                      </p:cBhvr>
                      <p:to>
                        <p:strVal val="visible"/>
                      </p:to>
                    </p:set>
                    <p:anim calcmode="lin" valueType="num">
                      <p:cBhvr>
                        <p:cTn dur="500" fill="hold"/>
                        <p:tgtEl>
                          <p:spTgt spid="46"/>
                        </p:tgtEl>
                        <p:attrNameLst>
                          <p:attrName>ppt_w</p:attrName>
                        </p:attrNameLst>
                      </p:cBhvr>
                      <p:tavLst>
                        <p:tav tm="0">
                          <p:val>
                            <p:fltVal val="0"/>
                          </p:val>
                        </p:tav>
                        <p:tav tm="100000">
                          <p:val>
                            <p:strVal val="#ppt_w"/>
                          </p:val>
                        </p:tav>
                      </p:tavLst>
                    </p:anim>
                    <p:anim calcmode="lin" valueType="num">
                      <p:cBhvr>
                        <p:cTn dur="500" fill="hold"/>
                        <p:tgtEl>
                          <p:spTgt spid="46"/>
                        </p:tgtEl>
                        <p:attrNameLst>
                          <p:attrName>ppt_h</p:attrName>
                        </p:attrNameLst>
                      </p:cBhvr>
                      <p:tavLst>
                        <p:tav tm="0">
                          <p:val>
                            <p:fltVal val="0"/>
                          </p:val>
                        </p:tav>
                        <p:tav tm="100000">
                          <p:val>
                            <p:strVal val="#ppt_h"/>
                          </p:val>
                        </p:tav>
                      </p:tavLst>
                    </p:anim>
                    <p:animEffect transition="in" filter="fade">
                      <p:cBhvr>
                        <p:cTn dur="500"/>
                        <p:tgtEl>
                          <p:spTgt spid="46"/>
                        </p:tgtEl>
                      </p:cBhvr>
                    </p:animEffect>
                  </p:childTnLst>
                </p:cTn>
              </p:par>
            </p:tnLst>
          </p:tmpl>
        </p:tmplLst>
      </p:bldP>
      <p:bldP spid="48"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48"/>
                        </p:tgtEl>
                        <p:attrNameLst>
                          <p:attrName>style.visibility</p:attrName>
                        </p:attrNameLst>
                      </p:cBhvr>
                      <p:to>
                        <p:strVal val="visible"/>
                      </p:to>
                    </p:set>
                    <p:animEffect transition="in" filter="fade">
                      <p:cBhvr>
                        <p:cTn dur="500"/>
                        <p:tgtEl>
                          <p:spTgt spid="48"/>
                        </p:tgtEl>
                      </p:cBhvr>
                    </p:animEffect>
                    <p:anim calcmode="lin" valueType="num">
                      <p:cBhvr>
                        <p:cTn dur="500" fill="hold"/>
                        <p:tgtEl>
                          <p:spTgt spid="48"/>
                        </p:tgtEl>
                        <p:attrNameLst>
                          <p:attrName>ppt_x</p:attrName>
                        </p:attrNameLst>
                      </p:cBhvr>
                      <p:tavLst>
                        <p:tav tm="0">
                          <p:val>
                            <p:strVal val="#ppt_x"/>
                          </p:val>
                        </p:tav>
                        <p:tav tm="100000">
                          <p:val>
                            <p:strVal val="#ppt_x"/>
                          </p:val>
                        </p:tav>
                      </p:tavLst>
                    </p:anim>
                    <p:anim calcmode="lin" valueType="num">
                      <p:cBhvr>
                        <p:cTn dur="500" fill="hold"/>
                        <p:tgtEl>
                          <p:spTgt spid="48"/>
                        </p:tgtEl>
                        <p:attrNameLst>
                          <p:attrName>ppt_y</p:attrName>
                        </p:attrNameLst>
                      </p:cBhvr>
                      <p:tavLst>
                        <p:tav tm="0">
                          <p:val>
                            <p:strVal val="#ppt_y+.1"/>
                          </p:val>
                        </p:tav>
                        <p:tav tm="100000">
                          <p:val>
                            <p:strVal val="#ppt_y"/>
                          </p:val>
                        </p:tav>
                      </p:tavLst>
                    </p:anim>
                  </p:childTnLst>
                </p:cTn>
              </p:par>
            </p:tnLst>
          </p:tmpl>
        </p:tmplLst>
      </p:bldP>
      <p:bldP spid="49"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49"/>
                        </p:tgtEl>
                        <p:attrNameLst>
                          <p:attrName>style.visibility</p:attrName>
                        </p:attrNameLst>
                      </p:cBhvr>
                      <p:to>
                        <p:strVal val="visible"/>
                      </p:to>
                    </p:set>
                    <p:anim calcmode="lin" valueType="num">
                      <p:cBhvr>
                        <p:cTn dur="500" fill="hold"/>
                        <p:tgtEl>
                          <p:spTgt spid="49"/>
                        </p:tgtEl>
                        <p:attrNameLst>
                          <p:attrName>ppt_w</p:attrName>
                        </p:attrNameLst>
                      </p:cBhvr>
                      <p:tavLst>
                        <p:tav tm="0">
                          <p:val>
                            <p:fltVal val="0"/>
                          </p:val>
                        </p:tav>
                        <p:tav tm="100000">
                          <p:val>
                            <p:strVal val="#ppt_w"/>
                          </p:val>
                        </p:tav>
                      </p:tavLst>
                    </p:anim>
                    <p:anim calcmode="lin" valueType="num">
                      <p:cBhvr>
                        <p:cTn dur="500" fill="hold"/>
                        <p:tgtEl>
                          <p:spTgt spid="49"/>
                        </p:tgtEl>
                        <p:attrNameLst>
                          <p:attrName>ppt_h</p:attrName>
                        </p:attrNameLst>
                      </p:cBhvr>
                      <p:tavLst>
                        <p:tav tm="0">
                          <p:val>
                            <p:fltVal val="0"/>
                          </p:val>
                        </p:tav>
                        <p:tav tm="100000">
                          <p:val>
                            <p:strVal val="#ppt_h"/>
                          </p:val>
                        </p:tav>
                      </p:tavLst>
                    </p:anim>
                    <p:animEffect transition="in" filter="fade">
                      <p:cBhvr>
                        <p:cTn dur="500"/>
                        <p:tgtEl>
                          <p:spTgt spid="49"/>
                        </p:tgtEl>
                      </p:cBhvr>
                    </p:animEffect>
                  </p:childTnLst>
                </p:cTn>
              </p:par>
            </p:tnLst>
          </p:tmpl>
        </p:tmplLst>
      </p:bldP>
      <p:bldP spid="50"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50"/>
                        </p:tgtEl>
                        <p:attrNameLst>
                          <p:attrName>style.visibility</p:attrName>
                        </p:attrNameLst>
                      </p:cBhvr>
                      <p:to>
                        <p:strVal val="visible"/>
                      </p:to>
                    </p:set>
                    <p:animEffect transition="in" filter="fade">
                      <p:cBhvr>
                        <p:cTn dur="500"/>
                        <p:tgtEl>
                          <p:spTgt spid="50"/>
                        </p:tgtEl>
                      </p:cBhvr>
                    </p:animEffect>
                    <p:anim calcmode="lin" valueType="num">
                      <p:cBhvr>
                        <p:cTn dur="500" fill="hold"/>
                        <p:tgtEl>
                          <p:spTgt spid="50"/>
                        </p:tgtEl>
                        <p:attrNameLst>
                          <p:attrName>ppt_x</p:attrName>
                        </p:attrNameLst>
                      </p:cBhvr>
                      <p:tavLst>
                        <p:tav tm="0">
                          <p:val>
                            <p:strVal val="#ppt_x"/>
                          </p:val>
                        </p:tav>
                        <p:tav tm="100000">
                          <p:val>
                            <p:strVal val="#ppt_x"/>
                          </p:val>
                        </p:tav>
                      </p:tavLst>
                    </p:anim>
                    <p:anim calcmode="lin" valueType="num">
                      <p:cBhvr>
                        <p:cTn dur="500" fill="hold"/>
                        <p:tgtEl>
                          <p:spTgt spid="50"/>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528.xml><?xml version="1.0" encoding="utf-8"?>
<p:sldLayout xmlns:a="http://schemas.openxmlformats.org/drawingml/2006/main" xmlns:r="http://schemas.openxmlformats.org/officeDocument/2006/relationships" xmlns:p="http://schemas.openxmlformats.org/presentationml/2006/main" preserve="1" userDrawn="1">
  <p:cSld name="10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6" name="Rectangle 5"/>
          <p:cNvSpPr/>
          <p:nvPr userDrawn="1"/>
        </p:nvSpPr>
        <p:spPr>
          <a:xfrm rot="20700000">
            <a:off x="1558637" y="2070541"/>
            <a:ext cx="1510146" cy="18288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9" name="Rectangle 8"/>
          <p:cNvSpPr/>
          <p:nvPr userDrawn="1"/>
        </p:nvSpPr>
        <p:spPr>
          <a:xfrm rot="900000">
            <a:off x="1558636" y="2070541"/>
            <a:ext cx="1510146" cy="18288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18" name="Picture Placeholder 17"/>
          <p:cNvSpPr>
            <a:spLocks noGrp="1"/>
          </p:cNvSpPr>
          <p:nvPr>
            <p:ph type="pic" sz="quarter" idx="15"/>
          </p:nvPr>
        </p:nvSpPr>
        <p:spPr>
          <a:xfrm>
            <a:off x="1558637" y="2042755"/>
            <a:ext cx="1510148" cy="1828800"/>
          </a:xfrm>
          <a:custGeom>
            <a:avLst/>
            <a:gdLst>
              <a:gd name="connsiteX0" fmla="*/ 0 w 1510148"/>
              <a:gd name="connsiteY0" fmla="*/ 0 h 1828800"/>
              <a:gd name="connsiteX1" fmla="*/ 1510148 w 1510148"/>
              <a:gd name="connsiteY1" fmla="*/ 0 h 1828800"/>
              <a:gd name="connsiteX2" fmla="*/ 1510148 w 1510148"/>
              <a:gd name="connsiteY2" fmla="*/ 1828800 h 1828800"/>
              <a:gd name="connsiteX3" fmla="*/ 0 w 1510148"/>
              <a:gd name="connsiteY3" fmla="*/ 1828800 h 1828800"/>
            </a:gdLst>
            <a:ahLst/>
            <a:cxnLst>
              <a:cxn ang="0">
                <a:pos x="connsiteX0" y="connsiteY0"/>
              </a:cxn>
              <a:cxn ang="0">
                <a:pos x="connsiteX1" y="connsiteY1"/>
              </a:cxn>
              <a:cxn ang="0">
                <a:pos x="connsiteX2" y="connsiteY2"/>
              </a:cxn>
              <a:cxn ang="0">
                <a:pos x="connsiteX3" y="connsiteY3"/>
              </a:cxn>
            </a:cxnLst>
            <a:rect l="l" t="t" r="r" b="b"/>
            <a:pathLst>
              <a:path w="1510148" h="1828800">
                <a:moveTo>
                  <a:pt x="0" y="0"/>
                </a:moveTo>
                <a:lnTo>
                  <a:pt x="1510148" y="0"/>
                </a:lnTo>
                <a:lnTo>
                  <a:pt x="1510148" y="1828800"/>
                </a:lnTo>
                <a:lnTo>
                  <a:pt x="0" y="1828800"/>
                </a:lnTo>
                <a:close/>
              </a:path>
            </a:pathLst>
          </a:custGeom>
          <a:solidFill>
            <a:schemeClr val="bg1">
              <a:lumMod val="85000"/>
            </a:schemeClr>
          </a:solidFill>
        </p:spPr>
        <p:txBody>
          <a:bodyPr wrap="square">
            <a:noAutofit/>
          </a:bodyPr>
          <a:lstStyle/>
          <a:p>
            <a:endParaRPr lang="en-AU"/>
          </a:p>
        </p:txBody>
      </p:sp>
      <p:sp>
        <p:nvSpPr>
          <p:cNvPr id="19" name="Rectangle 18"/>
          <p:cNvSpPr/>
          <p:nvPr userDrawn="1"/>
        </p:nvSpPr>
        <p:spPr>
          <a:xfrm rot="20700000">
            <a:off x="5346295" y="2070541"/>
            <a:ext cx="1510146" cy="18288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0" name="Rectangle 19"/>
          <p:cNvSpPr/>
          <p:nvPr userDrawn="1"/>
        </p:nvSpPr>
        <p:spPr>
          <a:xfrm rot="900000">
            <a:off x="5346294" y="2070541"/>
            <a:ext cx="1510146" cy="18288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1" name="Picture Placeholder 20"/>
          <p:cNvSpPr>
            <a:spLocks noGrp="1"/>
          </p:cNvSpPr>
          <p:nvPr>
            <p:ph type="pic" sz="quarter" idx="16"/>
          </p:nvPr>
        </p:nvSpPr>
        <p:spPr>
          <a:xfrm>
            <a:off x="5346295" y="2042755"/>
            <a:ext cx="1510148" cy="1828800"/>
          </a:xfrm>
          <a:custGeom>
            <a:avLst/>
            <a:gdLst>
              <a:gd name="connsiteX0" fmla="*/ 0 w 1510148"/>
              <a:gd name="connsiteY0" fmla="*/ 0 h 1828800"/>
              <a:gd name="connsiteX1" fmla="*/ 1510148 w 1510148"/>
              <a:gd name="connsiteY1" fmla="*/ 0 h 1828800"/>
              <a:gd name="connsiteX2" fmla="*/ 1510148 w 1510148"/>
              <a:gd name="connsiteY2" fmla="*/ 1828800 h 1828800"/>
              <a:gd name="connsiteX3" fmla="*/ 0 w 1510148"/>
              <a:gd name="connsiteY3" fmla="*/ 1828800 h 1828800"/>
            </a:gdLst>
            <a:ahLst/>
            <a:cxnLst>
              <a:cxn ang="0">
                <a:pos x="connsiteX0" y="connsiteY0"/>
              </a:cxn>
              <a:cxn ang="0">
                <a:pos x="connsiteX1" y="connsiteY1"/>
              </a:cxn>
              <a:cxn ang="0">
                <a:pos x="connsiteX2" y="connsiteY2"/>
              </a:cxn>
              <a:cxn ang="0">
                <a:pos x="connsiteX3" y="connsiteY3"/>
              </a:cxn>
            </a:cxnLst>
            <a:rect l="l" t="t" r="r" b="b"/>
            <a:pathLst>
              <a:path w="1510148" h="1828800">
                <a:moveTo>
                  <a:pt x="0" y="0"/>
                </a:moveTo>
                <a:lnTo>
                  <a:pt x="1510148" y="0"/>
                </a:lnTo>
                <a:lnTo>
                  <a:pt x="1510148" y="1828800"/>
                </a:lnTo>
                <a:lnTo>
                  <a:pt x="0" y="1828800"/>
                </a:lnTo>
                <a:close/>
              </a:path>
            </a:pathLst>
          </a:custGeom>
          <a:solidFill>
            <a:schemeClr val="bg1">
              <a:lumMod val="85000"/>
            </a:schemeClr>
          </a:solidFill>
        </p:spPr>
        <p:txBody>
          <a:bodyPr wrap="square">
            <a:noAutofit/>
          </a:bodyPr>
          <a:lstStyle/>
          <a:p>
            <a:endParaRPr lang="en-AU"/>
          </a:p>
        </p:txBody>
      </p:sp>
      <p:sp>
        <p:nvSpPr>
          <p:cNvPr id="22" name="Rectangle 21"/>
          <p:cNvSpPr/>
          <p:nvPr userDrawn="1"/>
        </p:nvSpPr>
        <p:spPr>
          <a:xfrm rot="20700000">
            <a:off x="9133955" y="2049759"/>
            <a:ext cx="1510146" cy="182880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3" name="Rectangle 22"/>
          <p:cNvSpPr/>
          <p:nvPr userDrawn="1"/>
        </p:nvSpPr>
        <p:spPr>
          <a:xfrm rot="900000">
            <a:off x="9133954" y="2049759"/>
            <a:ext cx="1510146" cy="18288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4" name="Picture Placeholder 23"/>
          <p:cNvSpPr>
            <a:spLocks noGrp="1"/>
          </p:cNvSpPr>
          <p:nvPr>
            <p:ph type="pic" sz="quarter" idx="17"/>
          </p:nvPr>
        </p:nvSpPr>
        <p:spPr>
          <a:xfrm>
            <a:off x="9133955" y="2021973"/>
            <a:ext cx="1510148" cy="1828800"/>
          </a:xfrm>
          <a:custGeom>
            <a:avLst/>
            <a:gdLst>
              <a:gd name="connsiteX0" fmla="*/ 0 w 1510148"/>
              <a:gd name="connsiteY0" fmla="*/ 0 h 1828800"/>
              <a:gd name="connsiteX1" fmla="*/ 1510148 w 1510148"/>
              <a:gd name="connsiteY1" fmla="*/ 0 h 1828800"/>
              <a:gd name="connsiteX2" fmla="*/ 1510148 w 1510148"/>
              <a:gd name="connsiteY2" fmla="*/ 1828800 h 1828800"/>
              <a:gd name="connsiteX3" fmla="*/ 0 w 1510148"/>
              <a:gd name="connsiteY3" fmla="*/ 1828800 h 1828800"/>
            </a:gdLst>
            <a:ahLst/>
            <a:cxnLst>
              <a:cxn ang="0">
                <a:pos x="connsiteX0" y="connsiteY0"/>
              </a:cxn>
              <a:cxn ang="0">
                <a:pos x="connsiteX1" y="connsiteY1"/>
              </a:cxn>
              <a:cxn ang="0">
                <a:pos x="connsiteX2" y="connsiteY2"/>
              </a:cxn>
              <a:cxn ang="0">
                <a:pos x="connsiteX3" y="connsiteY3"/>
              </a:cxn>
            </a:cxnLst>
            <a:rect l="l" t="t" r="r" b="b"/>
            <a:pathLst>
              <a:path w="1510148" h="1828800">
                <a:moveTo>
                  <a:pt x="0" y="0"/>
                </a:moveTo>
                <a:lnTo>
                  <a:pt x="1510148" y="0"/>
                </a:lnTo>
                <a:lnTo>
                  <a:pt x="1510148" y="1828800"/>
                </a:lnTo>
                <a:lnTo>
                  <a:pt x="0" y="1828800"/>
                </a:lnTo>
                <a:close/>
              </a:path>
            </a:pathLst>
          </a:custGeom>
          <a:solidFill>
            <a:schemeClr val="bg1">
              <a:lumMod val="85000"/>
            </a:schemeClr>
          </a:solidFill>
        </p:spPr>
        <p:txBody>
          <a:bodyPr wrap="square">
            <a:noAutofit/>
          </a:bodyPr>
          <a:lstStyle/>
          <a:p>
            <a:endParaRPr lang="en-AU"/>
          </a:p>
        </p:txBody>
      </p:sp>
      <p:sp>
        <p:nvSpPr>
          <p:cNvPr id="25" name="Text Placeholder 21"/>
          <p:cNvSpPr>
            <a:spLocks noGrp="1"/>
          </p:cNvSpPr>
          <p:nvPr>
            <p:ph type="body" sz="quarter" idx="20"/>
          </p:nvPr>
        </p:nvSpPr>
        <p:spPr>
          <a:xfrm>
            <a:off x="1347700" y="4415134"/>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6" name="Text Placeholder 21"/>
          <p:cNvSpPr>
            <a:spLocks noGrp="1"/>
          </p:cNvSpPr>
          <p:nvPr>
            <p:ph type="body" sz="quarter" idx="29"/>
          </p:nvPr>
        </p:nvSpPr>
        <p:spPr>
          <a:xfrm>
            <a:off x="1347700" y="4721838"/>
            <a:ext cx="1814513"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8" name="Text Placeholder 21"/>
          <p:cNvSpPr>
            <a:spLocks noGrp="1"/>
          </p:cNvSpPr>
          <p:nvPr>
            <p:ph type="body" sz="quarter" idx="30"/>
          </p:nvPr>
        </p:nvSpPr>
        <p:spPr>
          <a:xfrm>
            <a:off x="5188743" y="4415134"/>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9" name="Text Placeholder 21"/>
          <p:cNvSpPr>
            <a:spLocks noGrp="1"/>
          </p:cNvSpPr>
          <p:nvPr>
            <p:ph type="body" sz="quarter" idx="31"/>
          </p:nvPr>
        </p:nvSpPr>
        <p:spPr>
          <a:xfrm>
            <a:off x="5188743" y="4721838"/>
            <a:ext cx="1814513"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0" name="Text Placeholder 21"/>
          <p:cNvSpPr>
            <a:spLocks noGrp="1"/>
          </p:cNvSpPr>
          <p:nvPr>
            <p:ph type="body" sz="quarter" idx="32"/>
          </p:nvPr>
        </p:nvSpPr>
        <p:spPr>
          <a:xfrm>
            <a:off x="9029786" y="4415134"/>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1" name="Text Placeholder 21"/>
          <p:cNvSpPr>
            <a:spLocks noGrp="1"/>
          </p:cNvSpPr>
          <p:nvPr>
            <p:ph type="body" sz="quarter" idx="33"/>
          </p:nvPr>
        </p:nvSpPr>
        <p:spPr>
          <a:xfrm>
            <a:off x="9029786" y="4721838"/>
            <a:ext cx="1814513"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Tree>
    <p:extLst>
      <p:ext uri="{BB962C8B-B14F-4D97-AF65-F5344CB8AC3E}">
        <p14:creationId xmlns:p14="http://schemas.microsoft.com/office/powerpoint/2010/main" val="252189866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10" presetClass="entr" presetSubtype="0" fill="hold" grpId="0" nodeType="afterEffect">
                                  <p:stCondLst>
                                    <p:cond delay="0"/>
                                  </p:stCondLst>
                                  <p:childTnLst>
                                    <p:set>
                                      <p:cBhvr>
                                        <p:cTn id="20" dur="1" fill="hold">
                                          <p:stCondLst>
                                            <p:cond delay="0"/>
                                          </p:stCondLst>
                                        </p:cTn>
                                        <p:tgtEl>
                                          <p:spTgt spid="6"/>
                                        </p:tgtEl>
                                        <p:attrNameLst>
                                          <p:attrName>style.visibility</p:attrName>
                                        </p:attrNameLst>
                                      </p:cBhvr>
                                      <p:to>
                                        <p:strVal val="visible"/>
                                      </p:to>
                                    </p:set>
                                    <p:animEffect transition="in" filter="fade">
                                      <p:cBhvr>
                                        <p:cTn id="21" dur="500"/>
                                        <p:tgtEl>
                                          <p:spTgt spid="6"/>
                                        </p:tgtEl>
                                      </p:cBhvr>
                                    </p:animEffect>
                                  </p:childTnLst>
                                </p:cTn>
                              </p:par>
                            </p:childTnLst>
                          </p:cTn>
                        </p:par>
                        <p:par>
                          <p:cTn id="22" fill="hold">
                            <p:stCondLst>
                              <p:cond delay="2000"/>
                            </p:stCondLst>
                            <p:childTnLst>
                              <p:par>
                                <p:cTn id="23" presetID="10" presetClass="entr" presetSubtype="0" fill="hold" grpId="0" nodeType="afterEffect">
                                  <p:stCondLst>
                                    <p:cond delay="0"/>
                                  </p:stCondLst>
                                  <p:childTnLst>
                                    <p:set>
                                      <p:cBhvr>
                                        <p:cTn id="24" dur="1" fill="hold">
                                          <p:stCondLst>
                                            <p:cond delay="0"/>
                                          </p:stCondLst>
                                        </p:cTn>
                                        <p:tgtEl>
                                          <p:spTgt spid="9"/>
                                        </p:tgtEl>
                                        <p:attrNameLst>
                                          <p:attrName>style.visibility</p:attrName>
                                        </p:attrNameLst>
                                      </p:cBhvr>
                                      <p:to>
                                        <p:strVal val="visible"/>
                                      </p:to>
                                    </p:set>
                                    <p:animEffect transition="in" filter="fade">
                                      <p:cBhvr>
                                        <p:cTn id="25" dur="500"/>
                                        <p:tgtEl>
                                          <p:spTgt spid="9"/>
                                        </p:tgtEl>
                                      </p:cBhvr>
                                    </p:animEffect>
                                  </p:childTnLst>
                                </p:cTn>
                              </p:par>
                            </p:childTnLst>
                          </p:cTn>
                        </p:par>
                        <p:par>
                          <p:cTn id="26" fill="hold">
                            <p:stCondLst>
                              <p:cond delay="2500"/>
                            </p:stCondLst>
                            <p:childTnLst>
                              <p:par>
                                <p:cTn id="27" presetID="53" presetClass="entr" presetSubtype="16" fill="hold" grpId="0" nodeType="afterEffect">
                                  <p:stCondLst>
                                    <p:cond delay="0"/>
                                  </p:stCondLst>
                                  <p:childTnLst>
                                    <p:set>
                                      <p:cBhvr>
                                        <p:cTn id="28" dur="1" fill="hold">
                                          <p:stCondLst>
                                            <p:cond delay="0"/>
                                          </p:stCondLst>
                                        </p:cTn>
                                        <p:tgtEl>
                                          <p:spTgt spid="18"/>
                                        </p:tgtEl>
                                        <p:attrNameLst>
                                          <p:attrName>style.visibility</p:attrName>
                                        </p:attrNameLst>
                                      </p:cBhvr>
                                      <p:to>
                                        <p:strVal val="visible"/>
                                      </p:to>
                                    </p:set>
                                    <p:anim calcmode="lin" valueType="num">
                                      <p:cBhvr>
                                        <p:cTn id="29" dur="500" fill="hold"/>
                                        <p:tgtEl>
                                          <p:spTgt spid="18"/>
                                        </p:tgtEl>
                                        <p:attrNameLst>
                                          <p:attrName>ppt_w</p:attrName>
                                        </p:attrNameLst>
                                      </p:cBhvr>
                                      <p:tavLst>
                                        <p:tav tm="0">
                                          <p:val>
                                            <p:fltVal val="0"/>
                                          </p:val>
                                        </p:tav>
                                        <p:tav tm="100000">
                                          <p:val>
                                            <p:strVal val="#ppt_w"/>
                                          </p:val>
                                        </p:tav>
                                      </p:tavLst>
                                    </p:anim>
                                    <p:anim calcmode="lin" valueType="num">
                                      <p:cBhvr>
                                        <p:cTn id="30" dur="500" fill="hold"/>
                                        <p:tgtEl>
                                          <p:spTgt spid="18"/>
                                        </p:tgtEl>
                                        <p:attrNameLst>
                                          <p:attrName>ppt_h</p:attrName>
                                        </p:attrNameLst>
                                      </p:cBhvr>
                                      <p:tavLst>
                                        <p:tav tm="0">
                                          <p:val>
                                            <p:fltVal val="0"/>
                                          </p:val>
                                        </p:tav>
                                        <p:tav tm="100000">
                                          <p:val>
                                            <p:strVal val="#ppt_h"/>
                                          </p:val>
                                        </p:tav>
                                      </p:tavLst>
                                    </p:anim>
                                    <p:animEffect transition="in" filter="fade">
                                      <p:cBhvr>
                                        <p:cTn id="31" dur="500"/>
                                        <p:tgtEl>
                                          <p:spTgt spid="18"/>
                                        </p:tgtEl>
                                      </p:cBhvr>
                                    </p:animEffect>
                                  </p:childTnLst>
                                </p:cTn>
                              </p:par>
                            </p:childTnLst>
                          </p:cTn>
                        </p:par>
                        <p:par>
                          <p:cTn id="32" fill="hold">
                            <p:stCondLst>
                              <p:cond delay="3000"/>
                            </p:stCondLst>
                            <p:childTnLst>
                              <p:par>
                                <p:cTn id="33" presetID="53" presetClass="entr" presetSubtype="16" fill="hold" grpId="0" nodeType="afterEffect" nodePh="1">
                                  <p:stCondLst>
                                    <p:cond delay="0"/>
                                  </p:stCondLst>
                                  <p:endCondLst>
                                    <p:cond evt="begin" delay="0">
                                      <p:tn val="33"/>
                                    </p:cond>
                                  </p:endCondLst>
                                  <p:childTnLst>
                                    <p:set>
                                      <p:cBhvr>
                                        <p:cTn id="34" dur="1" fill="hold">
                                          <p:stCondLst>
                                            <p:cond delay="0"/>
                                          </p:stCondLst>
                                        </p:cTn>
                                        <p:tgtEl>
                                          <p:spTgt spid="25">
                                            <p:txEl>
                                              <p:pRg st="0" end="0"/>
                                            </p:txEl>
                                          </p:spTgt>
                                        </p:tgtEl>
                                        <p:attrNameLst>
                                          <p:attrName>style.visibility</p:attrName>
                                        </p:attrNameLst>
                                      </p:cBhvr>
                                      <p:to>
                                        <p:strVal val="visible"/>
                                      </p:to>
                                    </p:set>
                                    <p:anim calcmode="lin" valueType="num">
                                      <p:cBhvr>
                                        <p:cTn id="35" dur="500" fill="hold"/>
                                        <p:tgtEl>
                                          <p:spTgt spid="25">
                                            <p:txEl>
                                              <p:pRg st="0" end="0"/>
                                            </p:txEl>
                                          </p:spTgt>
                                        </p:tgtEl>
                                        <p:attrNameLst>
                                          <p:attrName>ppt_w</p:attrName>
                                        </p:attrNameLst>
                                      </p:cBhvr>
                                      <p:tavLst>
                                        <p:tav tm="0">
                                          <p:val>
                                            <p:fltVal val="0"/>
                                          </p:val>
                                        </p:tav>
                                        <p:tav tm="100000">
                                          <p:val>
                                            <p:strVal val="#ppt_w"/>
                                          </p:val>
                                        </p:tav>
                                      </p:tavLst>
                                    </p:anim>
                                    <p:anim calcmode="lin" valueType="num">
                                      <p:cBhvr>
                                        <p:cTn id="36" dur="500" fill="hold"/>
                                        <p:tgtEl>
                                          <p:spTgt spid="25">
                                            <p:txEl>
                                              <p:pRg st="0" end="0"/>
                                            </p:txEl>
                                          </p:spTgt>
                                        </p:tgtEl>
                                        <p:attrNameLst>
                                          <p:attrName>ppt_h</p:attrName>
                                        </p:attrNameLst>
                                      </p:cBhvr>
                                      <p:tavLst>
                                        <p:tav tm="0">
                                          <p:val>
                                            <p:fltVal val="0"/>
                                          </p:val>
                                        </p:tav>
                                        <p:tav tm="100000">
                                          <p:val>
                                            <p:strVal val="#ppt_h"/>
                                          </p:val>
                                        </p:tav>
                                      </p:tavLst>
                                    </p:anim>
                                    <p:animEffect transition="in" filter="fade">
                                      <p:cBhvr>
                                        <p:cTn id="37" dur="500"/>
                                        <p:tgtEl>
                                          <p:spTgt spid="25">
                                            <p:txEl>
                                              <p:pRg st="0" end="0"/>
                                            </p:txEl>
                                          </p:spTgt>
                                        </p:tgtEl>
                                      </p:cBhvr>
                                    </p:animEffect>
                                  </p:childTnLst>
                                </p:cTn>
                              </p:par>
                            </p:childTnLst>
                          </p:cTn>
                        </p:par>
                        <p:par>
                          <p:cTn id="38" fill="hold">
                            <p:stCondLst>
                              <p:cond delay="3500"/>
                            </p:stCondLst>
                            <p:childTnLst>
                              <p:par>
                                <p:cTn id="39" presetID="42" presetClass="entr" presetSubtype="0" fill="hold" grpId="0" nodeType="afterEffect" nodePh="1">
                                  <p:stCondLst>
                                    <p:cond delay="0"/>
                                  </p:stCondLst>
                                  <p:endCondLst>
                                    <p:cond evt="begin" delay="0">
                                      <p:tn val="39"/>
                                    </p:cond>
                                  </p:endCondLst>
                                  <p:childTnLst>
                                    <p:set>
                                      <p:cBhvr>
                                        <p:cTn id="40" dur="1" fill="hold">
                                          <p:stCondLst>
                                            <p:cond delay="0"/>
                                          </p:stCondLst>
                                        </p:cTn>
                                        <p:tgtEl>
                                          <p:spTgt spid="26">
                                            <p:txEl>
                                              <p:pRg st="0" end="0"/>
                                            </p:txEl>
                                          </p:spTgt>
                                        </p:tgtEl>
                                        <p:attrNameLst>
                                          <p:attrName>style.visibility</p:attrName>
                                        </p:attrNameLst>
                                      </p:cBhvr>
                                      <p:to>
                                        <p:strVal val="visible"/>
                                      </p:to>
                                    </p:set>
                                    <p:animEffect transition="in" filter="fade">
                                      <p:cBhvr>
                                        <p:cTn id="41" dur="500"/>
                                        <p:tgtEl>
                                          <p:spTgt spid="26">
                                            <p:txEl>
                                              <p:pRg st="0" end="0"/>
                                            </p:txEl>
                                          </p:spTgt>
                                        </p:tgtEl>
                                      </p:cBhvr>
                                    </p:animEffect>
                                    <p:anim calcmode="lin" valueType="num">
                                      <p:cBhvr>
                                        <p:cTn id="42" dur="500" fill="hold"/>
                                        <p:tgtEl>
                                          <p:spTgt spid="26">
                                            <p:txEl>
                                              <p:pRg st="0" end="0"/>
                                            </p:txEl>
                                          </p:spTgt>
                                        </p:tgtEl>
                                        <p:attrNameLst>
                                          <p:attrName>ppt_x</p:attrName>
                                        </p:attrNameLst>
                                      </p:cBhvr>
                                      <p:tavLst>
                                        <p:tav tm="0">
                                          <p:val>
                                            <p:strVal val="#ppt_x"/>
                                          </p:val>
                                        </p:tav>
                                        <p:tav tm="100000">
                                          <p:val>
                                            <p:strVal val="#ppt_x"/>
                                          </p:val>
                                        </p:tav>
                                      </p:tavLst>
                                    </p:anim>
                                    <p:anim calcmode="lin" valueType="num">
                                      <p:cBhvr>
                                        <p:cTn id="43" dur="500" fill="hold"/>
                                        <p:tgtEl>
                                          <p:spTgt spid="26">
                                            <p:txEl>
                                              <p:pRg st="0" end="0"/>
                                            </p:txEl>
                                          </p:spTgt>
                                        </p:tgtEl>
                                        <p:attrNameLst>
                                          <p:attrName>ppt_y</p:attrName>
                                        </p:attrNameLst>
                                      </p:cBhvr>
                                      <p:tavLst>
                                        <p:tav tm="0">
                                          <p:val>
                                            <p:strVal val="#ppt_y+.1"/>
                                          </p:val>
                                        </p:tav>
                                        <p:tav tm="100000">
                                          <p:val>
                                            <p:strVal val="#ppt_y"/>
                                          </p:val>
                                        </p:tav>
                                      </p:tavLst>
                                    </p:anim>
                                  </p:childTnLst>
                                </p:cTn>
                              </p:par>
                            </p:childTnLst>
                          </p:cTn>
                        </p:par>
                        <p:par>
                          <p:cTn id="44" fill="hold">
                            <p:stCondLst>
                              <p:cond delay="4000"/>
                            </p:stCondLst>
                            <p:childTnLst>
                              <p:par>
                                <p:cTn id="45" presetID="10" presetClass="entr" presetSubtype="0" fill="hold" grpId="0" nodeType="afterEffect">
                                  <p:stCondLst>
                                    <p:cond delay="0"/>
                                  </p:stCondLst>
                                  <p:childTnLst>
                                    <p:set>
                                      <p:cBhvr>
                                        <p:cTn id="46" dur="1" fill="hold">
                                          <p:stCondLst>
                                            <p:cond delay="0"/>
                                          </p:stCondLst>
                                        </p:cTn>
                                        <p:tgtEl>
                                          <p:spTgt spid="19"/>
                                        </p:tgtEl>
                                        <p:attrNameLst>
                                          <p:attrName>style.visibility</p:attrName>
                                        </p:attrNameLst>
                                      </p:cBhvr>
                                      <p:to>
                                        <p:strVal val="visible"/>
                                      </p:to>
                                    </p:set>
                                    <p:animEffect transition="in" filter="fade">
                                      <p:cBhvr>
                                        <p:cTn id="47" dur="500"/>
                                        <p:tgtEl>
                                          <p:spTgt spid="19"/>
                                        </p:tgtEl>
                                      </p:cBhvr>
                                    </p:animEffect>
                                  </p:childTnLst>
                                </p:cTn>
                              </p:par>
                            </p:childTnLst>
                          </p:cTn>
                        </p:par>
                        <p:par>
                          <p:cTn id="48" fill="hold">
                            <p:stCondLst>
                              <p:cond delay="4500"/>
                            </p:stCondLst>
                            <p:childTnLst>
                              <p:par>
                                <p:cTn id="49" presetID="10" presetClass="entr" presetSubtype="0" fill="hold" grpId="0" nodeType="afterEffect">
                                  <p:stCondLst>
                                    <p:cond delay="0"/>
                                  </p:stCondLst>
                                  <p:childTnLst>
                                    <p:set>
                                      <p:cBhvr>
                                        <p:cTn id="50" dur="1" fill="hold">
                                          <p:stCondLst>
                                            <p:cond delay="0"/>
                                          </p:stCondLst>
                                        </p:cTn>
                                        <p:tgtEl>
                                          <p:spTgt spid="20"/>
                                        </p:tgtEl>
                                        <p:attrNameLst>
                                          <p:attrName>style.visibility</p:attrName>
                                        </p:attrNameLst>
                                      </p:cBhvr>
                                      <p:to>
                                        <p:strVal val="visible"/>
                                      </p:to>
                                    </p:set>
                                    <p:animEffect transition="in" filter="fade">
                                      <p:cBhvr>
                                        <p:cTn id="51" dur="500"/>
                                        <p:tgtEl>
                                          <p:spTgt spid="20"/>
                                        </p:tgtEl>
                                      </p:cBhvr>
                                    </p:animEffect>
                                  </p:childTnLst>
                                </p:cTn>
                              </p:par>
                            </p:childTnLst>
                          </p:cTn>
                        </p:par>
                        <p:par>
                          <p:cTn id="52" fill="hold">
                            <p:stCondLst>
                              <p:cond delay="5000"/>
                            </p:stCondLst>
                            <p:childTnLst>
                              <p:par>
                                <p:cTn id="53" presetID="53" presetClass="entr" presetSubtype="16" fill="hold" grpId="0" nodeType="afterEffect">
                                  <p:stCondLst>
                                    <p:cond delay="0"/>
                                  </p:stCondLst>
                                  <p:childTnLst>
                                    <p:set>
                                      <p:cBhvr>
                                        <p:cTn id="54" dur="1" fill="hold">
                                          <p:stCondLst>
                                            <p:cond delay="0"/>
                                          </p:stCondLst>
                                        </p:cTn>
                                        <p:tgtEl>
                                          <p:spTgt spid="21"/>
                                        </p:tgtEl>
                                        <p:attrNameLst>
                                          <p:attrName>style.visibility</p:attrName>
                                        </p:attrNameLst>
                                      </p:cBhvr>
                                      <p:to>
                                        <p:strVal val="visible"/>
                                      </p:to>
                                    </p:set>
                                    <p:anim calcmode="lin" valueType="num">
                                      <p:cBhvr>
                                        <p:cTn id="55" dur="500" fill="hold"/>
                                        <p:tgtEl>
                                          <p:spTgt spid="21"/>
                                        </p:tgtEl>
                                        <p:attrNameLst>
                                          <p:attrName>ppt_w</p:attrName>
                                        </p:attrNameLst>
                                      </p:cBhvr>
                                      <p:tavLst>
                                        <p:tav tm="0">
                                          <p:val>
                                            <p:fltVal val="0"/>
                                          </p:val>
                                        </p:tav>
                                        <p:tav tm="100000">
                                          <p:val>
                                            <p:strVal val="#ppt_w"/>
                                          </p:val>
                                        </p:tav>
                                      </p:tavLst>
                                    </p:anim>
                                    <p:anim calcmode="lin" valueType="num">
                                      <p:cBhvr>
                                        <p:cTn id="56" dur="500" fill="hold"/>
                                        <p:tgtEl>
                                          <p:spTgt spid="21"/>
                                        </p:tgtEl>
                                        <p:attrNameLst>
                                          <p:attrName>ppt_h</p:attrName>
                                        </p:attrNameLst>
                                      </p:cBhvr>
                                      <p:tavLst>
                                        <p:tav tm="0">
                                          <p:val>
                                            <p:fltVal val="0"/>
                                          </p:val>
                                        </p:tav>
                                        <p:tav tm="100000">
                                          <p:val>
                                            <p:strVal val="#ppt_h"/>
                                          </p:val>
                                        </p:tav>
                                      </p:tavLst>
                                    </p:anim>
                                    <p:animEffect transition="in" filter="fade">
                                      <p:cBhvr>
                                        <p:cTn id="57" dur="500"/>
                                        <p:tgtEl>
                                          <p:spTgt spid="21"/>
                                        </p:tgtEl>
                                      </p:cBhvr>
                                    </p:animEffect>
                                  </p:childTnLst>
                                </p:cTn>
                              </p:par>
                            </p:childTnLst>
                          </p:cTn>
                        </p:par>
                        <p:par>
                          <p:cTn id="58" fill="hold">
                            <p:stCondLst>
                              <p:cond delay="5500"/>
                            </p:stCondLst>
                            <p:childTnLst>
                              <p:par>
                                <p:cTn id="59" presetID="53" presetClass="entr" presetSubtype="16" fill="hold" grpId="0" nodeType="afterEffect" nodePh="1">
                                  <p:stCondLst>
                                    <p:cond delay="0"/>
                                  </p:stCondLst>
                                  <p:endCondLst>
                                    <p:cond evt="begin" delay="0">
                                      <p:tn val="59"/>
                                    </p:cond>
                                  </p:endCondLst>
                                  <p:childTnLst>
                                    <p:set>
                                      <p:cBhvr>
                                        <p:cTn id="60" dur="1" fill="hold">
                                          <p:stCondLst>
                                            <p:cond delay="0"/>
                                          </p:stCondLst>
                                        </p:cTn>
                                        <p:tgtEl>
                                          <p:spTgt spid="28">
                                            <p:txEl>
                                              <p:pRg st="0" end="0"/>
                                            </p:txEl>
                                          </p:spTgt>
                                        </p:tgtEl>
                                        <p:attrNameLst>
                                          <p:attrName>style.visibility</p:attrName>
                                        </p:attrNameLst>
                                      </p:cBhvr>
                                      <p:to>
                                        <p:strVal val="visible"/>
                                      </p:to>
                                    </p:set>
                                    <p:anim calcmode="lin" valueType="num">
                                      <p:cBhvr>
                                        <p:cTn id="61" dur="500" fill="hold"/>
                                        <p:tgtEl>
                                          <p:spTgt spid="28">
                                            <p:txEl>
                                              <p:pRg st="0" end="0"/>
                                            </p:txEl>
                                          </p:spTgt>
                                        </p:tgtEl>
                                        <p:attrNameLst>
                                          <p:attrName>ppt_w</p:attrName>
                                        </p:attrNameLst>
                                      </p:cBhvr>
                                      <p:tavLst>
                                        <p:tav tm="0">
                                          <p:val>
                                            <p:fltVal val="0"/>
                                          </p:val>
                                        </p:tav>
                                        <p:tav tm="100000">
                                          <p:val>
                                            <p:strVal val="#ppt_w"/>
                                          </p:val>
                                        </p:tav>
                                      </p:tavLst>
                                    </p:anim>
                                    <p:anim calcmode="lin" valueType="num">
                                      <p:cBhvr>
                                        <p:cTn id="62" dur="500" fill="hold"/>
                                        <p:tgtEl>
                                          <p:spTgt spid="28">
                                            <p:txEl>
                                              <p:pRg st="0" end="0"/>
                                            </p:txEl>
                                          </p:spTgt>
                                        </p:tgtEl>
                                        <p:attrNameLst>
                                          <p:attrName>ppt_h</p:attrName>
                                        </p:attrNameLst>
                                      </p:cBhvr>
                                      <p:tavLst>
                                        <p:tav tm="0">
                                          <p:val>
                                            <p:fltVal val="0"/>
                                          </p:val>
                                        </p:tav>
                                        <p:tav tm="100000">
                                          <p:val>
                                            <p:strVal val="#ppt_h"/>
                                          </p:val>
                                        </p:tav>
                                      </p:tavLst>
                                    </p:anim>
                                    <p:animEffect transition="in" filter="fade">
                                      <p:cBhvr>
                                        <p:cTn id="63" dur="500"/>
                                        <p:tgtEl>
                                          <p:spTgt spid="28">
                                            <p:txEl>
                                              <p:pRg st="0" end="0"/>
                                            </p:txEl>
                                          </p:spTgt>
                                        </p:tgtEl>
                                      </p:cBhvr>
                                    </p:animEffect>
                                  </p:childTnLst>
                                </p:cTn>
                              </p:par>
                            </p:childTnLst>
                          </p:cTn>
                        </p:par>
                        <p:par>
                          <p:cTn id="64" fill="hold">
                            <p:stCondLst>
                              <p:cond delay="6000"/>
                            </p:stCondLst>
                            <p:childTnLst>
                              <p:par>
                                <p:cTn id="65" presetID="42" presetClass="entr" presetSubtype="0" fill="hold" grpId="0" nodeType="afterEffect" nodePh="1">
                                  <p:stCondLst>
                                    <p:cond delay="0"/>
                                  </p:stCondLst>
                                  <p:endCondLst>
                                    <p:cond evt="begin" delay="0">
                                      <p:tn val="65"/>
                                    </p:cond>
                                  </p:endCondLst>
                                  <p:childTnLst>
                                    <p:set>
                                      <p:cBhvr>
                                        <p:cTn id="66" dur="1" fill="hold">
                                          <p:stCondLst>
                                            <p:cond delay="0"/>
                                          </p:stCondLst>
                                        </p:cTn>
                                        <p:tgtEl>
                                          <p:spTgt spid="29">
                                            <p:txEl>
                                              <p:pRg st="0" end="0"/>
                                            </p:txEl>
                                          </p:spTgt>
                                        </p:tgtEl>
                                        <p:attrNameLst>
                                          <p:attrName>style.visibility</p:attrName>
                                        </p:attrNameLst>
                                      </p:cBhvr>
                                      <p:to>
                                        <p:strVal val="visible"/>
                                      </p:to>
                                    </p:set>
                                    <p:animEffect transition="in" filter="fade">
                                      <p:cBhvr>
                                        <p:cTn id="67" dur="500"/>
                                        <p:tgtEl>
                                          <p:spTgt spid="29">
                                            <p:txEl>
                                              <p:pRg st="0" end="0"/>
                                            </p:txEl>
                                          </p:spTgt>
                                        </p:tgtEl>
                                      </p:cBhvr>
                                    </p:animEffect>
                                    <p:anim calcmode="lin" valueType="num">
                                      <p:cBhvr>
                                        <p:cTn id="68" dur="500" fill="hold"/>
                                        <p:tgtEl>
                                          <p:spTgt spid="29">
                                            <p:txEl>
                                              <p:pRg st="0" end="0"/>
                                            </p:txEl>
                                          </p:spTgt>
                                        </p:tgtEl>
                                        <p:attrNameLst>
                                          <p:attrName>ppt_x</p:attrName>
                                        </p:attrNameLst>
                                      </p:cBhvr>
                                      <p:tavLst>
                                        <p:tav tm="0">
                                          <p:val>
                                            <p:strVal val="#ppt_x"/>
                                          </p:val>
                                        </p:tav>
                                        <p:tav tm="100000">
                                          <p:val>
                                            <p:strVal val="#ppt_x"/>
                                          </p:val>
                                        </p:tav>
                                      </p:tavLst>
                                    </p:anim>
                                    <p:anim calcmode="lin" valueType="num">
                                      <p:cBhvr>
                                        <p:cTn id="69" dur="500" fill="hold"/>
                                        <p:tgtEl>
                                          <p:spTgt spid="29">
                                            <p:txEl>
                                              <p:pRg st="0" end="0"/>
                                            </p:txEl>
                                          </p:spTgt>
                                        </p:tgtEl>
                                        <p:attrNameLst>
                                          <p:attrName>ppt_y</p:attrName>
                                        </p:attrNameLst>
                                      </p:cBhvr>
                                      <p:tavLst>
                                        <p:tav tm="0">
                                          <p:val>
                                            <p:strVal val="#ppt_y+.1"/>
                                          </p:val>
                                        </p:tav>
                                        <p:tav tm="100000">
                                          <p:val>
                                            <p:strVal val="#ppt_y"/>
                                          </p:val>
                                        </p:tav>
                                      </p:tavLst>
                                    </p:anim>
                                  </p:childTnLst>
                                </p:cTn>
                              </p:par>
                            </p:childTnLst>
                          </p:cTn>
                        </p:par>
                        <p:par>
                          <p:cTn id="70" fill="hold">
                            <p:stCondLst>
                              <p:cond delay="6500"/>
                            </p:stCondLst>
                            <p:childTnLst>
                              <p:par>
                                <p:cTn id="71" presetID="10" presetClass="entr" presetSubtype="0" fill="hold" grpId="0" nodeType="afterEffect">
                                  <p:stCondLst>
                                    <p:cond delay="0"/>
                                  </p:stCondLst>
                                  <p:childTnLst>
                                    <p:set>
                                      <p:cBhvr>
                                        <p:cTn id="72" dur="1" fill="hold">
                                          <p:stCondLst>
                                            <p:cond delay="0"/>
                                          </p:stCondLst>
                                        </p:cTn>
                                        <p:tgtEl>
                                          <p:spTgt spid="22"/>
                                        </p:tgtEl>
                                        <p:attrNameLst>
                                          <p:attrName>style.visibility</p:attrName>
                                        </p:attrNameLst>
                                      </p:cBhvr>
                                      <p:to>
                                        <p:strVal val="visible"/>
                                      </p:to>
                                    </p:set>
                                    <p:animEffect transition="in" filter="fade">
                                      <p:cBhvr>
                                        <p:cTn id="73" dur="500"/>
                                        <p:tgtEl>
                                          <p:spTgt spid="22"/>
                                        </p:tgtEl>
                                      </p:cBhvr>
                                    </p:animEffect>
                                  </p:childTnLst>
                                </p:cTn>
                              </p:par>
                            </p:childTnLst>
                          </p:cTn>
                        </p:par>
                        <p:par>
                          <p:cTn id="74" fill="hold">
                            <p:stCondLst>
                              <p:cond delay="7000"/>
                            </p:stCondLst>
                            <p:childTnLst>
                              <p:par>
                                <p:cTn id="75" presetID="10" presetClass="entr" presetSubtype="0" fill="hold" grpId="0" nodeType="afterEffect">
                                  <p:stCondLst>
                                    <p:cond delay="0"/>
                                  </p:stCondLst>
                                  <p:childTnLst>
                                    <p:set>
                                      <p:cBhvr>
                                        <p:cTn id="76" dur="1" fill="hold">
                                          <p:stCondLst>
                                            <p:cond delay="0"/>
                                          </p:stCondLst>
                                        </p:cTn>
                                        <p:tgtEl>
                                          <p:spTgt spid="23"/>
                                        </p:tgtEl>
                                        <p:attrNameLst>
                                          <p:attrName>style.visibility</p:attrName>
                                        </p:attrNameLst>
                                      </p:cBhvr>
                                      <p:to>
                                        <p:strVal val="visible"/>
                                      </p:to>
                                    </p:set>
                                    <p:animEffect transition="in" filter="fade">
                                      <p:cBhvr>
                                        <p:cTn id="77" dur="500"/>
                                        <p:tgtEl>
                                          <p:spTgt spid="23"/>
                                        </p:tgtEl>
                                      </p:cBhvr>
                                    </p:animEffect>
                                  </p:childTnLst>
                                </p:cTn>
                              </p:par>
                            </p:childTnLst>
                          </p:cTn>
                        </p:par>
                        <p:par>
                          <p:cTn id="78" fill="hold">
                            <p:stCondLst>
                              <p:cond delay="7500"/>
                            </p:stCondLst>
                            <p:childTnLst>
                              <p:par>
                                <p:cTn id="79" presetID="53" presetClass="entr" presetSubtype="16" fill="hold" grpId="0" nodeType="afterEffect">
                                  <p:stCondLst>
                                    <p:cond delay="0"/>
                                  </p:stCondLst>
                                  <p:childTnLst>
                                    <p:set>
                                      <p:cBhvr>
                                        <p:cTn id="80" dur="1" fill="hold">
                                          <p:stCondLst>
                                            <p:cond delay="0"/>
                                          </p:stCondLst>
                                        </p:cTn>
                                        <p:tgtEl>
                                          <p:spTgt spid="24"/>
                                        </p:tgtEl>
                                        <p:attrNameLst>
                                          <p:attrName>style.visibility</p:attrName>
                                        </p:attrNameLst>
                                      </p:cBhvr>
                                      <p:to>
                                        <p:strVal val="visible"/>
                                      </p:to>
                                    </p:set>
                                    <p:anim calcmode="lin" valueType="num">
                                      <p:cBhvr>
                                        <p:cTn id="81" dur="500" fill="hold"/>
                                        <p:tgtEl>
                                          <p:spTgt spid="24"/>
                                        </p:tgtEl>
                                        <p:attrNameLst>
                                          <p:attrName>ppt_w</p:attrName>
                                        </p:attrNameLst>
                                      </p:cBhvr>
                                      <p:tavLst>
                                        <p:tav tm="0">
                                          <p:val>
                                            <p:fltVal val="0"/>
                                          </p:val>
                                        </p:tav>
                                        <p:tav tm="100000">
                                          <p:val>
                                            <p:strVal val="#ppt_w"/>
                                          </p:val>
                                        </p:tav>
                                      </p:tavLst>
                                    </p:anim>
                                    <p:anim calcmode="lin" valueType="num">
                                      <p:cBhvr>
                                        <p:cTn id="82" dur="500" fill="hold"/>
                                        <p:tgtEl>
                                          <p:spTgt spid="24"/>
                                        </p:tgtEl>
                                        <p:attrNameLst>
                                          <p:attrName>ppt_h</p:attrName>
                                        </p:attrNameLst>
                                      </p:cBhvr>
                                      <p:tavLst>
                                        <p:tav tm="0">
                                          <p:val>
                                            <p:fltVal val="0"/>
                                          </p:val>
                                        </p:tav>
                                        <p:tav tm="100000">
                                          <p:val>
                                            <p:strVal val="#ppt_h"/>
                                          </p:val>
                                        </p:tav>
                                      </p:tavLst>
                                    </p:anim>
                                    <p:animEffect transition="in" filter="fade">
                                      <p:cBhvr>
                                        <p:cTn id="83" dur="500"/>
                                        <p:tgtEl>
                                          <p:spTgt spid="24"/>
                                        </p:tgtEl>
                                      </p:cBhvr>
                                    </p:animEffect>
                                  </p:childTnLst>
                                </p:cTn>
                              </p:par>
                            </p:childTnLst>
                          </p:cTn>
                        </p:par>
                        <p:par>
                          <p:cTn id="84" fill="hold">
                            <p:stCondLst>
                              <p:cond delay="8000"/>
                            </p:stCondLst>
                            <p:childTnLst>
                              <p:par>
                                <p:cTn id="85" presetID="53" presetClass="entr" presetSubtype="16" fill="hold" grpId="0" nodeType="afterEffect" nodePh="1">
                                  <p:stCondLst>
                                    <p:cond delay="0"/>
                                  </p:stCondLst>
                                  <p:endCondLst>
                                    <p:cond evt="begin" delay="0">
                                      <p:tn val="85"/>
                                    </p:cond>
                                  </p:endCondLst>
                                  <p:childTnLst>
                                    <p:set>
                                      <p:cBhvr>
                                        <p:cTn id="86" dur="1" fill="hold">
                                          <p:stCondLst>
                                            <p:cond delay="0"/>
                                          </p:stCondLst>
                                        </p:cTn>
                                        <p:tgtEl>
                                          <p:spTgt spid="30">
                                            <p:txEl>
                                              <p:pRg st="0" end="0"/>
                                            </p:txEl>
                                          </p:spTgt>
                                        </p:tgtEl>
                                        <p:attrNameLst>
                                          <p:attrName>style.visibility</p:attrName>
                                        </p:attrNameLst>
                                      </p:cBhvr>
                                      <p:to>
                                        <p:strVal val="visible"/>
                                      </p:to>
                                    </p:set>
                                    <p:anim calcmode="lin" valueType="num">
                                      <p:cBhvr>
                                        <p:cTn id="87" dur="500" fill="hold"/>
                                        <p:tgtEl>
                                          <p:spTgt spid="30">
                                            <p:txEl>
                                              <p:pRg st="0" end="0"/>
                                            </p:txEl>
                                          </p:spTgt>
                                        </p:tgtEl>
                                        <p:attrNameLst>
                                          <p:attrName>ppt_w</p:attrName>
                                        </p:attrNameLst>
                                      </p:cBhvr>
                                      <p:tavLst>
                                        <p:tav tm="0">
                                          <p:val>
                                            <p:fltVal val="0"/>
                                          </p:val>
                                        </p:tav>
                                        <p:tav tm="100000">
                                          <p:val>
                                            <p:strVal val="#ppt_w"/>
                                          </p:val>
                                        </p:tav>
                                      </p:tavLst>
                                    </p:anim>
                                    <p:anim calcmode="lin" valueType="num">
                                      <p:cBhvr>
                                        <p:cTn id="88" dur="500" fill="hold"/>
                                        <p:tgtEl>
                                          <p:spTgt spid="30">
                                            <p:txEl>
                                              <p:pRg st="0" end="0"/>
                                            </p:txEl>
                                          </p:spTgt>
                                        </p:tgtEl>
                                        <p:attrNameLst>
                                          <p:attrName>ppt_h</p:attrName>
                                        </p:attrNameLst>
                                      </p:cBhvr>
                                      <p:tavLst>
                                        <p:tav tm="0">
                                          <p:val>
                                            <p:fltVal val="0"/>
                                          </p:val>
                                        </p:tav>
                                        <p:tav tm="100000">
                                          <p:val>
                                            <p:strVal val="#ppt_h"/>
                                          </p:val>
                                        </p:tav>
                                      </p:tavLst>
                                    </p:anim>
                                    <p:animEffect transition="in" filter="fade">
                                      <p:cBhvr>
                                        <p:cTn id="89" dur="500"/>
                                        <p:tgtEl>
                                          <p:spTgt spid="30">
                                            <p:txEl>
                                              <p:pRg st="0" end="0"/>
                                            </p:txEl>
                                          </p:spTgt>
                                        </p:tgtEl>
                                      </p:cBhvr>
                                    </p:animEffect>
                                  </p:childTnLst>
                                </p:cTn>
                              </p:par>
                            </p:childTnLst>
                          </p:cTn>
                        </p:par>
                        <p:par>
                          <p:cTn id="90" fill="hold">
                            <p:stCondLst>
                              <p:cond delay="8500"/>
                            </p:stCondLst>
                            <p:childTnLst>
                              <p:par>
                                <p:cTn id="91" presetID="42" presetClass="entr" presetSubtype="0" fill="hold" grpId="0" nodeType="afterEffect" nodePh="1">
                                  <p:stCondLst>
                                    <p:cond delay="0"/>
                                  </p:stCondLst>
                                  <p:endCondLst>
                                    <p:cond evt="begin" delay="0">
                                      <p:tn val="91"/>
                                    </p:cond>
                                  </p:endCondLst>
                                  <p:childTnLst>
                                    <p:set>
                                      <p:cBhvr>
                                        <p:cTn id="92" dur="1" fill="hold">
                                          <p:stCondLst>
                                            <p:cond delay="0"/>
                                          </p:stCondLst>
                                        </p:cTn>
                                        <p:tgtEl>
                                          <p:spTgt spid="31">
                                            <p:txEl>
                                              <p:pRg st="0" end="0"/>
                                            </p:txEl>
                                          </p:spTgt>
                                        </p:tgtEl>
                                        <p:attrNameLst>
                                          <p:attrName>style.visibility</p:attrName>
                                        </p:attrNameLst>
                                      </p:cBhvr>
                                      <p:to>
                                        <p:strVal val="visible"/>
                                      </p:to>
                                    </p:set>
                                    <p:animEffect transition="in" filter="fade">
                                      <p:cBhvr>
                                        <p:cTn id="93" dur="500"/>
                                        <p:tgtEl>
                                          <p:spTgt spid="31">
                                            <p:txEl>
                                              <p:pRg st="0" end="0"/>
                                            </p:txEl>
                                          </p:spTgt>
                                        </p:tgtEl>
                                      </p:cBhvr>
                                    </p:animEffect>
                                    <p:anim calcmode="lin" valueType="num">
                                      <p:cBhvr>
                                        <p:cTn id="94" dur="500" fill="hold"/>
                                        <p:tgtEl>
                                          <p:spTgt spid="31">
                                            <p:txEl>
                                              <p:pRg st="0" end="0"/>
                                            </p:txEl>
                                          </p:spTgt>
                                        </p:tgtEl>
                                        <p:attrNameLst>
                                          <p:attrName>ppt_x</p:attrName>
                                        </p:attrNameLst>
                                      </p:cBhvr>
                                      <p:tavLst>
                                        <p:tav tm="0">
                                          <p:val>
                                            <p:strVal val="#ppt_x"/>
                                          </p:val>
                                        </p:tav>
                                        <p:tav tm="100000">
                                          <p:val>
                                            <p:strVal val="#ppt_x"/>
                                          </p:val>
                                        </p:tav>
                                      </p:tavLst>
                                    </p:anim>
                                    <p:anim calcmode="lin" valueType="num">
                                      <p:cBhvr>
                                        <p:cTn id="95" dur="500" fill="hold"/>
                                        <p:tgtEl>
                                          <p:spTgt spid="31">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6" grpId="0" animBg="1"/>
      <p:bldP spid="9" grpId="0" animBg="1"/>
      <p:bldP spid="18" grpId="0" animBg="1"/>
      <p:bldP spid="19" grpId="0" animBg="1"/>
      <p:bldP spid="20" grpId="0" animBg="1"/>
      <p:bldP spid="21" grpId="0" animBg="1"/>
      <p:bldP spid="22" grpId="0" animBg="1"/>
      <p:bldP spid="23" grpId="0" animBg="1"/>
      <p:bldP spid="24" grpId="0" animBg="1"/>
      <p:bldP spid="25"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5"/>
                        </p:tgtEl>
                        <p:attrNameLst>
                          <p:attrName>style.visibility</p:attrName>
                        </p:attrNameLst>
                      </p:cBhvr>
                      <p:to>
                        <p:strVal val="visible"/>
                      </p:to>
                    </p:set>
                    <p:anim calcmode="lin" valueType="num">
                      <p:cBhvr>
                        <p:cTn dur="500" fill="hold"/>
                        <p:tgtEl>
                          <p:spTgt spid="25"/>
                        </p:tgtEl>
                        <p:attrNameLst>
                          <p:attrName>ppt_w</p:attrName>
                        </p:attrNameLst>
                      </p:cBhvr>
                      <p:tavLst>
                        <p:tav tm="0">
                          <p:val>
                            <p:fltVal val="0"/>
                          </p:val>
                        </p:tav>
                        <p:tav tm="100000">
                          <p:val>
                            <p:strVal val="#ppt_w"/>
                          </p:val>
                        </p:tav>
                      </p:tavLst>
                    </p:anim>
                    <p:anim calcmode="lin" valueType="num">
                      <p:cBhvr>
                        <p:cTn dur="500" fill="hold"/>
                        <p:tgtEl>
                          <p:spTgt spid="25"/>
                        </p:tgtEl>
                        <p:attrNameLst>
                          <p:attrName>ppt_h</p:attrName>
                        </p:attrNameLst>
                      </p:cBhvr>
                      <p:tavLst>
                        <p:tav tm="0">
                          <p:val>
                            <p:fltVal val="0"/>
                          </p:val>
                        </p:tav>
                        <p:tav tm="100000">
                          <p:val>
                            <p:strVal val="#ppt_h"/>
                          </p:val>
                        </p:tav>
                      </p:tavLst>
                    </p:anim>
                    <p:animEffect transition="in" filter="fade">
                      <p:cBhvr>
                        <p:cTn dur="500"/>
                        <p:tgtEl>
                          <p:spTgt spid="25"/>
                        </p:tgtEl>
                      </p:cBhvr>
                    </p:animEffect>
                  </p:childTnLst>
                </p:cTn>
              </p:par>
            </p:tnLst>
          </p:tmpl>
        </p:tmplLst>
      </p:bldP>
      <p:bldP spid="26"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6"/>
                        </p:tgtEl>
                        <p:attrNameLst>
                          <p:attrName>style.visibility</p:attrName>
                        </p:attrNameLst>
                      </p:cBhvr>
                      <p:to>
                        <p:strVal val="visible"/>
                      </p:to>
                    </p:set>
                    <p:animEffect transition="in" filter="fade">
                      <p:cBhvr>
                        <p:cTn dur="500"/>
                        <p:tgtEl>
                          <p:spTgt spid="26"/>
                        </p:tgtEl>
                      </p:cBhvr>
                    </p:animEffect>
                    <p:anim calcmode="lin" valueType="num">
                      <p:cBhvr>
                        <p:cTn dur="500" fill="hold"/>
                        <p:tgtEl>
                          <p:spTgt spid="26"/>
                        </p:tgtEl>
                        <p:attrNameLst>
                          <p:attrName>ppt_x</p:attrName>
                        </p:attrNameLst>
                      </p:cBhvr>
                      <p:tavLst>
                        <p:tav tm="0">
                          <p:val>
                            <p:strVal val="#ppt_x"/>
                          </p:val>
                        </p:tav>
                        <p:tav tm="100000">
                          <p:val>
                            <p:strVal val="#ppt_x"/>
                          </p:val>
                        </p:tav>
                      </p:tavLst>
                    </p:anim>
                    <p:anim calcmode="lin" valueType="num">
                      <p:cBhvr>
                        <p:cTn dur="500" fill="hold"/>
                        <p:tgtEl>
                          <p:spTgt spid="26"/>
                        </p:tgtEl>
                        <p:attrNameLst>
                          <p:attrName>ppt_y</p:attrName>
                        </p:attrNameLst>
                      </p:cBhvr>
                      <p:tavLst>
                        <p:tav tm="0">
                          <p:val>
                            <p:strVal val="#ppt_y+.1"/>
                          </p:val>
                        </p:tav>
                        <p:tav tm="100000">
                          <p:val>
                            <p:strVal val="#ppt_y"/>
                          </p:val>
                        </p:tav>
                      </p:tavLst>
                    </p:anim>
                  </p:childTnLst>
                </p:cTn>
              </p:par>
            </p:tnLst>
          </p:tmpl>
        </p:tmplLst>
      </p:bldP>
      <p:bldP spid="28"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8"/>
                        </p:tgtEl>
                        <p:attrNameLst>
                          <p:attrName>style.visibility</p:attrName>
                        </p:attrNameLst>
                      </p:cBhvr>
                      <p:to>
                        <p:strVal val="visible"/>
                      </p:to>
                    </p:set>
                    <p:anim calcmode="lin" valueType="num">
                      <p:cBhvr>
                        <p:cTn dur="500" fill="hold"/>
                        <p:tgtEl>
                          <p:spTgt spid="28"/>
                        </p:tgtEl>
                        <p:attrNameLst>
                          <p:attrName>ppt_w</p:attrName>
                        </p:attrNameLst>
                      </p:cBhvr>
                      <p:tavLst>
                        <p:tav tm="0">
                          <p:val>
                            <p:fltVal val="0"/>
                          </p:val>
                        </p:tav>
                        <p:tav tm="100000">
                          <p:val>
                            <p:strVal val="#ppt_w"/>
                          </p:val>
                        </p:tav>
                      </p:tavLst>
                    </p:anim>
                    <p:anim calcmode="lin" valueType="num">
                      <p:cBhvr>
                        <p:cTn dur="500" fill="hold"/>
                        <p:tgtEl>
                          <p:spTgt spid="28"/>
                        </p:tgtEl>
                        <p:attrNameLst>
                          <p:attrName>ppt_h</p:attrName>
                        </p:attrNameLst>
                      </p:cBhvr>
                      <p:tavLst>
                        <p:tav tm="0">
                          <p:val>
                            <p:fltVal val="0"/>
                          </p:val>
                        </p:tav>
                        <p:tav tm="100000">
                          <p:val>
                            <p:strVal val="#ppt_h"/>
                          </p:val>
                        </p:tav>
                      </p:tavLst>
                    </p:anim>
                    <p:animEffect transition="in" filter="fade">
                      <p:cBhvr>
                        <p:cTn dur="500"/>
                        <p:tgtEl>
                          <p:spTgt spid="28"/>
                        </p:tgtEl>
                      </p:cBhvr>
                    </p:animEffect>
                  </p:childTnLst>
                </p:cTn>
              </p:par>
            </p:tnLst>
          </p:tmpl>
        </p:tmplLst>
      </p:bldP>
      <p:bldP spid="29"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9"/>
                        </p:tgtEl>
                        <p:attrNameLst>
                          <p:attrName>style.visibility</p:attrName>
                        </p:attrNameLst>
                      </p:cBhvr>
                      <p:to>
                        <p:strVal val="visible"/>
                      </p:to>
                    </p:set>
                    <p:animEffect transition="in" filter="fade">
                      <p:cBhvr>
                        <p:cTn dur="500"/>
                        <p:tgtEl>
                          <p:spTgt spid="29"/>
                        </p:tgtEl>
                      </p:cBhvr>
                    </p:animEffect>
                    <p:anim calcmode="lin" valueType="num">
                      <p:cBhvr>
                        <p:cTn dur="500" fill="hold"/>
                        <p:tgtEl>
                          <p:spTgt spid="29"/>
                        </p:tgtEl>
                        <p:attrNameLst>
                          <p:attrName>ppt_x</p:attrName>
                        </p:attrNameLst>
                      </p:cBhvr>
                      <p:tavLst>
                        <p:tav tm="0">
                          <p:val>
                            <p:strVal val="#ppt_x"/>
                          </p:val>
                        </p:tav>
                        <p:tav tm="100000">
                          <p:val>
                            <p:strVal val="#ppt_x"/>
                          </p:val>
                        </p:tav>
                      </p:tavLst>
                    </p:anim>
                    <p:anim calcmode="lin" valueType="num">
                      <p:cBhvr>
                        <p:cTn dur="500" fill="hold"/>
                        <p:tgtEl>
                          <p:spTgt spid="29"/>
                        </p:tgtEl>
                        <p:attrNameLst>
                          <p:attrName>ppt_y</p:attrName>
                        </p:attrNameLst>
                      </p:cBhvr>
                      <p:tavLst>
                        <p:tav tm="0">
                          <p:val>
                            <p:strVal val="#ppt_y+.1"/>
                          </p:val>
                        </p:tav>
                        <p:tav tm="100000">
                          <p:val>
                            <p:strVal val="#ppt_y"/>
                          </p:val>
                        </p:tav>
                      </p:tavLst>
                    </p:anim>
                  </p:childTnLst>
                </p:cTn>
              </p:par>
            </p:tnLst>
          </p:tmpl>
        </p:tmplLst>
      </p:bldP>
      <p:bldP spid="30"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30"/>
                        </p:tgtEl>
                        <p:attrNameLst>
                          <p:attrName>style.visibility</p:attrName>
                        </p:attrNameLst>
                      </p:cBhvr>
                      <p:to>
                        <p:strVal val="visible"/>
                      </p:to>
                    </p:set>
                    <p:anim calcmode="lin" valueType="num">
                      <p:cBhvr>
                        <p:cTn dur="500" fill="hold"/>
                        <p:tgtEl>
                          <p:spTgt spid="30"/>
                        </p:tgtEl>
                        <p:attrNameLst>
                          <p:attrName>ppt_w</p:attrName>
                        </p:attrNameLst>
                      </p:cBhvr>
                      <p:tavLst>
                        <p:tav tm="0">
                          <p:val>
                            <p:fltVal val="0"/>
                          </p:val>
                        </p:tav>
                        <p:tav tm="100000">
                          <p:val>
                            <p:strVal val="#ppt_w"/>
                          </p:val>
                        </p:tav>
                      </p:tavLst>
                    </p:anim>
                    <p:anim calcmode="lin" valueType="num">
                      <p:cBhvr>
                        <p:cTn dur="500" fill="hold"/>
                        <p:tgtEl>
                          <p:spTgt spid="30"/>
                        </p:tgtEl>
                        <p:attrNameLst>
                          <p:attrName>ppt_h</p:attrName>
                        </p:attrNameLst>
                      </p:cBhvr>
                      <p:tavLst>
                        <p:tav tm="0">
                          <p:val>
                            <p:fltVal val="0"/>
                          </p:val>
                        </p:tav>
                        <p:tav tm="100000">
                          <p:val>
                            <p:strVal val="#ppt_h"/>
                          </p:val>
                        </p:tav>
                      </p:tavLst>
                    </p:anim>
                    <p:animEffect transition="in" filter="fade">
                      <p:cBhvr>
                        <p:cTn dur="500"/>
                        <p:tgtEl>
                          <p:spTgt spid="30"/>
                        </p:tgtEl>
                      </p:cBhvr>
                    </p:animEffect>
                  </p:childTnLst>
                </p:cTn>
              </p:par>
            </p:tnLst>
          </p:tmpl>
        </p:tmplLst>
      </p:bldP>
      <p:bldP spid="31"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31"/>
                        </p:tgtEl>
                        <p:attrNameLst>
                          <p:attrName>style.visibility</p:attrName>
                        </p:attrNameLst>
                      </p:cBhvr>
                      <p:to>
                        <p:strVal val="visible"/>
                      </p:to>
                    </p:set>
                    <p:animEffect transition="in" filter="fade">
                      <p:cBhvr>
                        <p:cTn dur="500"/>
                        <p:tgtEl>
                          <p:spTgt spid="31"/>
                        </p:tgtEl>
                      </p:cBhvr>
                    </p:animEffect>
                    <p:anim calcmode="lin" valueType="num">
                      <p:cBhvr>
                        <p:cTn dur="500" fill="hold"/>
                        <p:tgtEl>
                          <p:spTgt spid="31"/>
                        </p:tgtEl>
                        <p:attrNameLst>
                          <p:attrName>ppt_x</p:attrName>
                        </p:attrNameLst>
                      </p:cBhvr>
                      <p:tavLst>
                        <p:tav tm="0">
                          <p:val>
                            <p:strVal val="#ppt_x"/>
                          </p:val>
                        </p:tav>
                        <p:tav tm="100000">
                          <p:val>
                            <p:strVal val="#ppt_x"/>
                          </p:val>
                        </p:tav>
                      </p:tavLst>
                    </p:anim>
                    <p:anim calcmode="lin" valueType="num">
                      <p:cBhvr>
                        <p:cTn dur="500" fill="hold"/>
                        <p:tgtEl>
                          <p:spTgt spid="31"/>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529.xml><?xml version="1.0" encoding="utf-8"?>
<p:sldLayout xmlns:a="http://schemas.openxmlformats.org/drawingml/2006/main" xmlns:r="http://schemas.openxmlformats.org/officeDocument/2006/relationships" xmlns:p="http://schemas.openxmlformats.org/presentationml/2006/main" preserve="1" userDrawn="1">
  <p:cSld name="11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23" name="Freeform 22"/>
          <p:cNvSpPr/>
          <p:nvPr userDrawn="1"/>
        </p:nvSpPr>
        <p:spPr>
          <a:xfrm>
            <a:off x="713492" y="2456421"/>
            <a:ext cx="1964841" cy="1945159"/>
          </a:xfrm>
          <a:custGeom>
            <a:avLst/>
            <a:gdLst>
              <a:gd name="connsiteX0" fmla="*/ 1150436 w 1964841"/>
              <a:gd name="connsiteY0" fmla="*/ 0 h 1945159"/>
              <a:gd name="connsiteX1" fmla="*/ 1610594 w 1964841"/>
              <a:gd name="connsiteY1" fmla="*/ 305013 h 1945159"/>
              <a:gd name="connsiteX2" fmla="*/ 1633316 w 1964841"/>
              <a:gd name="connsiteY2" fmla="*/ 378214 h 1945159"/>
              <a:gd name="connsiteX3" fmla="*/ 1659828 w 1964841"/>
              <a:gd name="connsiteY3" fmla="*/ 386444 h 1945159"/>
              <a:gd name="connsiteX4" fmla="*/ 1964841 w 1964841"/>
              <a:gd name="connsiteY4" fmla="*/ 846601 h 1945159"/>
              <a:gd name="connsiteX5" fmla="*/ 1925596 w 1964841"/>
              <a:gd name="connsiteY5" fmla="*/ 1040991 h 1945159"/>
              <a:gd name="connsiteX6" fmla="*/ 1919536 w 1964841"/>
              <a:gd name="connsiteY6" fmla="*/ 1052155 h 1945159"/>
              <a:gd name="connsiteX7" fmla="*/ 1920944 w 1964841"/>
              <a:gd name="connsiteY7" fmla="*/ 1059512 h 1945159"/>
              <a:gd name="connsiteX8" fmla="*/ 1924956 w 1964841"/>
              <a:gd name="connsiteY8" fmla="*/ 1123118 h 1945159"/>
              <a:gd name="connsiteX9" fmla="*/ 1778684 w 1964841"/>
              <a:gd name="connsiteY9" fmla="*/ 1476249 h 1945159"/>
              <a:gd name="connsiteX10" fmla="*/ 1761362 w 1964841"/>
              <a:gd name="connsiteY10" fmla="*/ 1490542 h 1945159"/>
              <a:gd name="connsiteX11" fmla="*/ 1757309 w 1964841"/>
              <a:gd name="connsiteY11" fmla="*/ 1530745 h 1945159"/>
              <a:gd name="connsiteX12" fmla="*/ 1268052 w 1964841"/>
              <a:gd name="connsiteY12" fmla="*/ 1929501 h 1945159"/>
              <a:gd name="connsiteX13" fmla="*/ 1073662 w 1964841"/>
              <a:gd name="connsiteY13" fmla="*/ 1890256 h 1945159"/>
              <a:gd name="connsiteX14" fmla="*/ 1039885 w 1964841"/>
              <a:gd name="connsiteY14" fmla="*/ 1871923 h 1945159"/>
              <a:gd name="connsiteX15" fmla="*/ 998147 w 1964841"/>
              <a:gd name="connsiteY15" fmla="*/ 1895913 h 1945159"/>
              <a:gd name="connsiteX16" fmla="*/ 781635 w 1964841"/>
              <a:gd name="connsiteY16" fmla="*/ 1945159 h 1945159"/>
              <a:gd name="connsiteX17" fmla="*/ 321477 w 1964841"/>
              <a:gd name="connsiteY17" fmla="*/ 1640147 h 1945159"/>
              <a:gd name="connsiteX18" fmla="*/ 300660 w 1964841"/>
              <a:gd name="connsiteY18" fmla="*/ 1573084 h 1945159"/>
              <a:gd name="connsiteX19" fmla="*/ 220182 w 1964841"/>
              <a:gd name="connsiteY19" fmla="*/ 1529402 h 1945159"/>
              <a:gd name="connsiteX20" fmla="*/ 0 w 1964841"/>
              <a:gd name="connsiteY20" fmla="*/ 1115289 h 1945159"/>
              <a:gd name="connsiteX21" fmla="*/ 146272 w 1964841"/>
              <a:gd name="connsiteY21" fmla="*/ 762158 h 1945159"/>
              <a:gd name="connsiteX22" fmla="*/ 151038 w 1964841"/>
              <a:gd name="connsiteY22" fmla="*/ 758225 h 1945159"/>
              <a:gd name="connsiteX23" fmla="*/ 133236 w 1964841"/>
              <a:gd name="connsiteY23" fmla="*/ 700876 h 1945159"/>
              <a:gd name="connsiteX24" fmla="*/ 123090 w 1964841"/>
              <a:gd name="connsiteY24" fmla="*/ 600229 h 1945159"/>
              <a:gd name="connsiteX25" fmla="*/ 622493 w 1964841"/>
              <a:gd name="connsiteY25" fmla="*/ 100826 h 1945159"/>
              <a:gd name="connsiteX26" fmla="*/ 723140 w 1964841"/>
              <a:gd name="connsiteY26" fmla="*/ 110972 h 1945159"/>
              <a:gd name="connsiteX27" fmla="*/ 808117 w 1964841"/>
              <a:gd name="connsiteY27" fmla="*/ 137351 h 1945159"/>
              <a:gd name="connsiteX28" fmla="*/ 871215 w 1964841"/>
              <a:gd name="connsiteY28" fmla="*/ 85290 h 1945159"/>
              <a:gd name="connsiteX29" fmla="*/ 1150436 w 1964841"/>
              <a:gd name="connsiteY29" fmla="*/ 0 h 1945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964841" h="1945159">
                <a:moveTo>
                  <a:pt x="1150436" y="0"/>
                </a:moveTo>
                <a:cubicBezTo>
                  <a:pt x="1357296" y="0"/>
                  <a:pt x="1534780" y="125770"/>
                  <a:pt x="1610594" y="305013"/>
                </a:cubicBezTo>
                <a:lnTo>
                  <a:pt x="1633316" y="378214"/>
                </a:lnTo>
                <a:lnTo>
                  <a:pt x="1659828" y="386444"/>
                </a:lnTo>
                <a:cubicBezTo>
                  <a:pt x="1839072" y="462257"/>
                  <a:pt x="1964841" y="639741"/>
                  <a:pt x="1964841" y="846601"/>
                </a:cubicBezTo>
                <a:cubicBezTo>
                  <a:pt x="1964841" y="915554"/>
                  <a:pt x="1950867" y="981244"/>
                  <a:pt x="1925596" y="1040991"/>
                </a:cubicBezTo>
                <a:lnTo>
                  <a:pt x="1919536" y="1052155"/>
                </a:lnTo>
                <a:lnTo>
                  <a:pt x="1920944" y="1059512"/>
                </a:lnTo>
                <a:cubicBezTo>
                  <a:pt x="1923591" y="1080341"/>
                  <a:pt x="1924956" y="1101570"/>
                  <a:pt x="1924956" y="1123118"/>
                </a:cubicBezTo>
                <a:cubicBezTo>
                  <a:pt x="1924956" y="1261025"/>
                  <a:pt x="1869059" y="1385875"/>
                  <a:pt x="1778684" y="1476249"/>
                </a:cubicBezTo>
                <a:lnTo>
                  <a:pt x="1761362" y="1490542"/>
                </a:lnTo>
                <a:lnTo>
                  <a:pt x="1757309" y="1530745"/>
                </a:lnTo>
                <a:cubicBezTo>
                  <a:pt x="1710742" y="1758315"/>
                  <a:pt x="1509388" y="1929501"/>
                  <a:pt x="1268052" y="1929501"/>
                </a:cubicBezTo>
                <a:cubicBezTo>
                  <a:pt x="1199099" y="1929501"/>
                  <a:pt x="1133410" y="1915527"/>
                  <a:pt x="1073662" y="1890256"/>
                </a:cubicBezTo>
                <a:lnTo>
                  <a:pt x="1039885" y="1871923"/>
                </a:lnTo>
                <a:lnTo>
                  <a:pt x="998147" y="1895913"/>
                </a:lnTo>
                <a:cubicBezTo>
                  <a:pt x="932649" y="1927473"/>
                  <a:pt x="859208" y="1945159"/>
                  <a:pt x="781635" y="1945159"/>
                </a:cubicBezTo>
                <a:cubicBezTo>
                  <a:pt x="574775" y="1945159"/>
                  <a:pt x="397291" y="1819390"/>
                  <a:pt x="321477" y="1640147"/>
                </a:cubicBezTo>
                <a:lnTo>
                  <a:pt x="300660" y="1573084"/>
                </a:lnTo>
                <a:lnTo>
                  <a:pt x="220182" y="1529402"/>
                </a:lnTo>
                <a:cubicBezTo>
                  <a:pt x="87340" y="1439656"/>
                  <a:pt x="0" y="1287672"/>
                  <a:pt x="0" y="1115289"/>
                </a:cubicBezTo>
                <a:cubicBezTo>
                  <a:pt x="0" y="977383"/>
                  <a:pt x="55897" y="852532"/>
                  <a:pt x="146272" y="762158"/>
                </a:cubicBezTo>
                <a:lnTo>
                  <a:pt x="151038" y="758225"/>
                </a:lnTo>
                <a:lnTo>
                  <a:pt x="133236" y="700876"/>
                </a:lnTo>
                <a:cubicBezTo>
                  <a:pt x="126584" y="668366"/>
                  <a:pt x="123090" y="634706"/>
                  <a:pt x="123090" y="600229"/>
                </a:cubicBezTo>
                <a:cubicBezTo>
                  <a:pt x="123090" y="324416"/>
                  <a:pt x="346680" y="100826"/>
                  <a:pt x="622493" y="100826"/>
                </a:cubicBezTo>
                <a:cubicBezTo>
                  <a:pt x="656970" y="100826"/>
                  <a:pt x="690630" y="104320"/>
                  <a:pt x="723140" y="110972"/>
                </a:cubicBezTo>
                <a:lnTo>
                  <a:pt x="808117" y="137351"/>
                </a:lnTo>
                <a:lnTo>
                  <a:pt x="871215" y="85290"/>
                </a:lnTo>
                <a:cubicBezTo>
                  <a:pt x="950920" y="31443"/>
                  <a:pt x="1047006" y="0"/>
                  <a:pt x="1150436"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17" name="Picture Placeholder 16"/>
          <p:cNvSpPr>
            <a:spLocks noGrp="1"/>
          </p:cNvSpPr>
          <p:nvPr>
            <p:ph type="pic" sz="quarter" idx="13"/>
          </p:nvPr>
        </p:nvSpPr>
        <p:spPr>
          <a:xfrm>
            <a:off x="809647" y="2542735"/>
            <a:ext cx="1772530" cy="1772530"/>
          </a:xfrm>
          <a:custGeom>
            <a:avLst/>
            <a:gdLst>
              <a:gd name="connsiteX0" fmla="*/ 886265 w 1772530"/>
              <a:gd name="connsiteY0" fmla="*/ 0 h 1772530"/>
              <a:gd name="connsiteX1" fmla="*/ 1772530 w 1772530"/>
              <a:gd name="connsiteY1" fmla="*/ 886265 h 1772530"/>
              <a:gd name="connsiteX2" fmla="*/ 886265 w 1772530"/>
              <a:gd name="connsiteY2" fmla="*/ 1772530 h 1772530"/>
              <a:gd name="connsiteX3" fmla="*/ 0 w 1772530"/>
              <a:gd name="connsiteY3" fmla="*/ 886265 h 1772530"/>
              <a:gd name="connsiteX4" fmla="*/ 886265 w 1772530"/>
              <a:gd name="connsiteY4" fmla="*/ 0 h 17725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2530" h="1772530">
                <a:moveTo>
                  <a:pt x="886265" y="0"/>
                </a:moveTo>
                <a:cubicBezTo>
                  <a:pt x="1375736" y="0"/>
                  <a:pt x="1772530" y="396794"/>
                  <a:pt x="1772530" y="886265"/>
                </a:cubicBezTo>
                <a:cubicBezTo>
                  <a:pt x="1772530" y="1375736"/>
                  <a:pt x="1375736" y="1772530"/>
                  <a:pt x="886265" y="1772530"/>
                </a:cubicBezTo>
                <a:cubicBezTo>
                  <a:pt x="396794" y="1772530"/>
                  <a:pt x="0" y="1375736"/>
                  <a:pt x="0" y="886265"/>
                </a:cubicBezTo>
                <a:cubicBezTo>
                  <a:pt x="0" y="396794"/>
                  <a:pt x="396794" y="0"/>
                  <a:pt x="886265" y="0"/>
                </a:cubicBezTo>
                <a:close/>
              </a:path>
            </a:pathLst>
          </a:custGeom>
          <a:solidFill>
            <a:schemeClr val="bg1">
              <a:lumMod val="85000"/>
            </a:schemeClr>
          </a:solidFill>
        </p:spPr>
        <p:txBody>
          <a:bodyPr wrap="square">
            <a:noAutofit/>
          </a:bodyPr>
          <a:lstStyle/>
          <a:p>
            <a:endParaRPr lang="en-AU"/>
          </a:p>
        </p:txBody>
      </p:sp>
      <p:sp>
        <p:nvSpPr>
          <p:cNvPr id="24" name="Freeform 23"/>
          <p:cNvSpPr/>
          <p:nvPr userDrawn="1"/>
        </p:nvSpPr>
        <p:spPr>
          <a:xfrm>
            <a:off x="3663045" y="2456420"/>
            <a:ext cx="1964841" cy="1945159"/>
          </a:xfrm>
          <a:custGeom>
            <a:avLst/>
            <a:gdLst>
              <a:gd name="connsiteX0" fmla="*/ 1150436 w 1964841"/>
              <a:gd name="connsiteY0" fmla="*/ 0 h 1945159"/>
              <a:gd name="connsiteX1" fmla="*/ 1610594 w 1964841"/>
              <a:gd name="connsiteY1" fmla="*/ 305013 h 1945159"/>
              <a:gd name="connsiteX2" fmla="*/ 1633316 w 1964841"/>
              <a:gd name="connsiteY2" fmla="*/ 378214 h 1945159"/>
              <a:gd name="connsiteX3" fmla="*/ 1659828 w 1964841"/>
              <a:gd name="connsiteY3" fmla="*/ 386444 h 1945159"/>
              <a:gd name="connsiteX4" fmla="*/ 1964841 w 1964841"/>
              <a:gd name="connsiteY4" fmla="*/ 846601 h 1945159"/>
              <a:gd name="connsiteX5" fmla="*/ 1925596 w 1964841"/>
              <a:gd name="connsiteY5" fmla="*/ 1040991 h 1945159"/>
              <a:gd name="connsiteX6" fmla="*/ 1919536 w 1964841"/>
              <a:gd name="connsiteY6" fmla="*/ 1052155 h 1945159"/>
              <a:gd name="connsiteX7" fmla="*/ 1920944 w 1964841"/>
              <a:gd name="connsiteY7" fmla="*/ 1059512 h 1945159"/>
              <a:gd name="connsiteX8" fmla="*/ 1924956 w 1964841"/>
              <a:gd name="connsiteY8" fmla="*/ 1123118 h 1945159"/>
              <a:gd name="connsiteX9" fmla="*/ 1778684 w 1964841"/>
              <a:gd name="connsiteY9" fmla="*/ 1476249 h 1945159"/>
              <a:gd name="connsiteX10" fmla="*/ 1761362 w 1964841"/>
              <a:gd name="connsiteY10" fmla="*/ 1490542 h 1945159"/>
              <a:gd name="connsiteX11" fmla="*/ 1757309 w 1964841"/>
              <a:gd name="connsiteY11" fmla="*/ 1530745 h 1945159"/>
              <a:gd name="connsiteX12" fmla="*/ 1268052 w 1964841"/>
              <a:gd name="connsiteY12" fmla="*/ 1929501 h 1945159"/>
              <a:gd name="connsiteX13" fmla="*/ 1073662 w 1964841"/>
              <a:gd name="connsiteY13" fmla="*/ 1890256 h 1945159"/>
              <a:gd name="connsiteX14" fmla="*/ 1039885 w 1964841"/>
              <a:gd name="connsiteY14" fmla="*/ 1871923 h 1945159"/>
              <a:gd name="connsiteX15" fmla="*/ 998147 w 1964841"/>
              <a:gd name="connsiteY15" fmla="*/ 1895913 h 1945159"/>
              <a:gd name="connsiteX16" fmla="*/ 781635 w 1964841"/>
              <a:gd name="connsiteY16" fmla="*/ 1945159 h 1945159"/>
              <a:gd name="connsiteX17" fmla="*/ 321477 w 1964841"/>
              <a:gd name="connsiteY17" fmla="*/ 1640147 h 1945159"/>
              <a:gd name="connsiteX18" fmla="*/ 300660 w 1964841"/>
              <a:gd name="connsiteY18" fmla="*/ 1573084 h 1945159"/>
              <a:gd name="connsiteX19" fmla="*/ 220182 w 1964841"/>
              <a:gd name="connsiteY19" fmla="*/ 1529402 h 1945159"/>
              <a:gd name="connsiteX20" fmla="*/ 0 w 1964841"/>
              <a:gd name="connsiteY20" fmla="*/ 1115289 h 1945159"/>
              <a:gd name="connsiteX21" fmla="*/ 146272 w 1964841"/>
              <a:gd name="connsiteY21" fmla="*/ 762158 h 1945159"/>
              <a:gd name="connsiteX22" fmla="*/ 151038 w 1964841"/>
              <a:gd name="connsiteY22" fmla="*/ 758225 h 1945159"/>
              <a:gd name="connsiteX23" fmla="*/ 133236 w 1964841"/>
              <a:gd name="connsiteY23" fmla="*/ 700876 h 1945159"/>
              <a:gd name="connsiteX24" fmla="*/ 123090 w 1964841"/>
              <a:gd name="connsiteY24" fmla="*/ 600229 h 1945159"/>
              <a:gd name="connsiteX25" fmla="*/ 622493 w 1964841"/>
              <a:gd name="connsiteY25" fmla="*/ 100826 h 1945159"/>
              <a:gd name="connsiteX26" fmla="*/ 723140 w 1964841"/>
              <a:gd name="connsiteY26" fmla="*/ 110972 h 1945159"/>
              <a:gd name="connsiteX27" fmla="*/ 808117 w 1964841"/>
              <a:gd name="connsiteY27" fmla="*/ 137351 h 1945159"/>
              <a:gd name="connsiteX28" fmla="*/ 871215 w 1964841"/>
              <a:gd name="connsiteY28" fmla="*/ 85290 h 1945159"/>
              <a:gd name="connsiteX29" fmla="*/ 1150436 w 1964841"/>
              <a:gd name="connsiteY29" fmla="*/ 0 h 1945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964841" h="1945159">
                <a:moveTo>
                  <a:pt x="1150436" y="0"/>
                </a:moveTo>
                <a:cubicBezTo>
                  <a:pt x="1357296" y="0"/>
                  <a:pt x="1534780" y="125770"/>
                  <a:pt x="1610594" y="305013"/>
                </a:cubicBezTo>
                <a:lnTo>
                  <a:pt x="1633316" y="378214"/>
                </a:lnTo>
                <a:lnTo>
                  <a:pt x="1659828" y="386444"/>
                </a:lnTo>
                <a:cubicBezTo>
                  <a:pt x="1839072" y="462257"/>
                  <a:pt x="1964841" y="639741"/>
                  <a:pt x="1964841" y="846601"/>
                </a:cubicBezTo>
                <a:cubicBezTo>
                  <a:pt x="1964841" y="915554"/>
                  <a:pt x="1950867" y="981244"/>
                  <a:pt x="1925596" y="1040991"/>
                </a:cubicBezTo>
                <a:lnTo>
                  <a:pt x="1919536" y="1052155"/>
                </a:lnTo>
                <a:lnTo>
                  <a:pt x="1920944" y="1059512"/>
                </a:lnTo>
                <a:cubicBezTo>
                  <a:pt x="1923591" y="1080341"/>
                  <a:pt x="1924956" y="1101570"/>
                  <a:pt x="1924956" y="1123118"/>
                </a:cubicBezTo>
                <a:cubicBezTo>
                  <a:pt x="1924956" y="1261025"/>
                  <a:pt x="1869059" y="1385875"/>
                  <a:pt x="1778684" y="1476249"/>
                </a:cubicBezTo>
                <a:lnTo>
                  <a:pt x="1761362" y="1490542"/>
                </a:lnTo>
                <a:lnTo>
                  <a:pt x="1757309" y="1530745"/>
                </a:lnTo>
                <a:cubicBezTo>
                  <a:pt x="1710742" y="1758315"/>
                  <a:pt x="1509388" y="1929501"/>
                  <a:pt x="1268052" y="1929501"/>
                </a:cubicBezTo>
                <a:cubicBezTo>
                  <a:pt x="1199099" y="1929501"/>
                  <a:pt x="1133410" y="1915527"/>
                  <a:pt x="1073662" y="1890256"/>
                </a:cubicBezTo>
                <a:lnTo>
                  <a:pt x="1039885" y="1871923"/>
                </a:lnTo>
                <a:lnTo>
                  <a:pt x="998147" y="1895913"/>
                </a:lnTo>
                <a:cubicBezTo>
                  <a:pt x="932649" y="1927473"/>
                  <a:pt x="859208" y="1945159"/>
                  <a:pt x="781635" y="1945159"/>
                </a:cubicBezTo>
                <a:cubicBezTo>
                  <a:pt x="574775" y="1945159"/>
                  <a:pt x="397291" y="1819390"/>
                  <a:pt x="321477" y="1640147"/>
                </a:cubicBezTo>
                <a:lnTo>
                  <a:pt x="300660" y="1573084"/>
                </a:lnTo>
                <a:lnTo>
                  <a:pt x="220182" y="1529402"/>
                </a:lnTo>
                <a:cubicBezTo>
                  <a:pt x="87340" y="1439656"/>
                  <a:pt x="0" y="1287672"/>
                  <a:pt x="0" y="1115289"/>
                </a:cubicBezTo>
                <a:cubicBezTo>
                  <a:pt x="0" y="977383"/>
                  <a:pt x="55897" y="852532"/>
                  <a:pt x="146272" y="762158"/>
                </a:cubicBezTo>
                <a:lnTo>
                  <a:pt x="151038" y="758225"/>
                </a:lnTo>
                <a:lnTo>
                  <a:pt x="133236" y="700876"/>
                </a:lnTo>
                <a:cubicBezTo>
                  <a:pt x="126584" y="668366"/>
                  <a:pt x="123090" y="634706"/>
                  <a:pt x="123090" y="600229"/>
                </a:cubicBezTo>
                <a:cubicBezTo>
                  <a:pt x="123090" y="324416"/>
                  <a:pt x="346680" y="100826"/>
                  <a:pt x="622493" y="100826"/>
                </a:cubicBezTo>
                <a:cubicBezTo>
                  <a:pt x="656970" y="100826"/>
                  <a:pt x="690630" y="104320"/>
                  <a:pt x="723140" y="110972"/>
                </a:cubicBezTo>
                <a:lnTo>
                  <a:pt x="808117" y="137351"/>
                </a:lnTo>
                <a:lnTo>
                  <a:pt x="871215" y="85290"/>
                </a:lnTo>
                <a:cubicBezTo>
                  <a:pt x="950920" y="31443"/>
                  <a:pt x="1047006" y="0"/>
                  <a:pt x="1150436"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5" name="Picture Placeholder 24"/>
          <p:cNvSpPr>
            <a:spLocks noGrp="1"/>
          </p:cNvSpPr>
          <p:nvPr>
            <p:ph type="pic" sz="quarter" idx="14"/>
          </p:nvPr>
        </p:nvSpPr>
        <p:spPr>
          <a:xfrm>
            <a:off x="3759200" y="2542734"/>
            <a:ext cx="1772530" cy="1772530"/>
          </a:xfrm>
          <a:custGeom>
            <a:avLst/>
            <a:gdLst>
              <a:gd name="connsiteX0" fmla="*/ 886265 w 1772530"/>
              <a:gd name="connsiteY0" fmla="*/ 0 h 1772530"/>
              <a:gd name="connsiteX1" fmla="*/ 1772530 w 1772530"/>
              <a:gd name="connsiteY1" fmla="*/ 886265 h 1772530"/>
              <a:gd name="connsiteX2" fmla="*/ 886265 w 1772530"/>
              <a:gd name="connsiteY2" fmla="*/ 1772530 h 1772530"/>
              <a:gd name="connsiteX3" fmla="*/ 0 w 1772530"/>
              <a:gd name="connsiteY3" fmla="*/ 886265 h 1772530"/>
              <a:gd name="connsiteX4" fmla="*/ 886265 w 1772530"/>
              <a:gd name="connsiteY4" fmla="*/ 0 h 17725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2530" h="1772530">
                <a:moveTo>
                  <a:pt x="886265" y="0"/>
                </a:moveTo>
                <a:cubicBezTo>
                  <a:pt x="1375736" y="0"/>
                  <a:pt x="1772530" y="396794"/>
                  <a:pt x="1772530" y="886265"/>
                </a:cubicBezTo>
                <a:cubicBezTo>
                  <a:pt x="1772530" y="1375736"/>
                  <a:pt x="1375736" y="1772530"/>
                  <a:pt x="886265" y="1772530"/>
                </a:cubicBezTo>
                <a:cubicBezTo>
                  <a:pt x="396794" y="1772530"/>
                  <a:pt x="0" y="1375736"/>
                  <a:pt x="0" y="886265"/>
                </a:cubicBezTo>
                <a:cubicBezTo>
                  <a:pt x="0" y="396794"/>
                  <a:pt x="396794" y="0"/>
                  <a:pt x="886265" y="0"/>
                </a:cubicBezTo>
                <a:close/>
              </a:path>
            </a:pathLst>
          </a:custGeom>
          <a:solidFill>
            <a:schemeClr val="bg1">
              <a:lumMod val="85000"/>
            </a:schemeClr>
          </a:solidFill>
        </p:spPr>
        <p:txBody>
          <a:bodyPr wrap="square">
            <a:noAutofit/>
          </a:bodyPr>
          <a:lstStyle/>
          <a:p>
            <a:endParaRPr lang="en-AU"/>
          </a:p>
        </p:txBody>
      </p:sp>
      <p:sp>
        <p:nvSpPr>
          <p:cNvPr id="26" name="Freeform 25"/>
          <p:cNvSpPr/>
          <p:nvPr userDrawn="1"/>
        </p:nvSpPr>
        <p:spPr>
          <a:xfrm>
            <a:off x="9562151" y="2453684"/>
            <a:ext cx="1964841" cy="1945159"/>
          </a:xfrm>
          <a:custGeom>
            <a:avLst/>
            <a:gdLst>
              <a:gd name="connsiteX0" fmla="*/ 1150436 w 1964841"/>
              <a:gd name="connsiteY0" fmla="*/ 0 h 1945159"/>
              <a:gd name="connsiteX1" fmla="*/ 1610594 w 1964841"/>
              <a:gd name="connsiteY1" fmla="*/ 305013 h 1945159"/>
              <a:gd name="connsiteX2" fmla="*/ 1633316 w 1964841"/>
              <a:gd name="connsiteY2" fmla="*/ 378214 h 1945159"/>
              <a:gd name="connsiteX3" fmla="*/ 1659828 w 1964841"/>
              <a:gd name="connsiteY3" fmla="*/ 386444 h 1945159"/>
              <a:gd name="connsiteX4" fmla="*/ 1964841 w 1964841"/>
              <a:gd name="connsiteY4" fmla="*/ 846601 h 1945159"/>
              <a:gd name="connsiteX5" fmla="*/ 1925596 w 1964841"/>
              <a:gd name="connsiteY5" fmla="*/ 1040991 h 1945159"/>
              <a:gd name="connsiteX6" fmla="*/ 1919536 w 1964841"/>
              <a:gd name="connsiteY6" fmla="*/ 1052155 h 1945159"/>
              <a:gd name="connsiteX7" fmla="*/ 1920944 w 1964841"/>
              <a:gd name="connsiteY7" fmla="*/ 1059512 h 1945159"/>
              <a:gd name="connsiteX8" fmla="*/ 1924956 w 1964841"/>
              <a:gd name="connsiteY8" fmla="*/ 1123118 h 1945159"/>
              <a:gd name="connsiteX9" fmla="*/ 1778684 w 1964841"/>
              <a:gd name="connsiteY9" fmla="*/ 1476249 h 1945159"/>
              <a:gd name="connsiteX10" fmla="*/ 1761362 w 1964841"/>
              <a:gd name="connsiteY10" fmla="*/ 1490542 h 1945159"/>
              <a:gd name="connsiteX11" fmla="*/ 1757309 w 1964841"/>
              <a:gd name="connsiteY11" fmla="*/ 1530745 h 1945159"/>
              <a:gd name="connsiteX12" fmla="*/ 1268052 w 1964841"/>
              <a:gd name="connsiteY12" fmla="*/ 1929501 h 1945159"/>
              <a:gd name="connsiteX13" fmla="*/ 1073662 w 1964841"/>
              <a:gd name="connsiteY13" fmla="*/ 1890256 h 1945159"/>
              <a:gd name="connsiteX14" fmla="*/ 1039885 w 1964841"/>
              <a:gd name="connsiteY14" fmla="*/ 1871923 h 1945159"/>
              <a:gd name="connsiteX15" fmla="*/ 998147 w 1964841"/>
              <a:gd name="connsiteY15" fmla="*/ 1895913 h 1945159"/>
              <a:gd name="connsiteX16" fmla="*/ 781635 w 1964841"/>
              <a:gd name="connsiteY16" fmla="*/ 1945159 h 1945159"/>
              <a:gd name="connsiteX17" fmla="*/ 321477 w 1964841"/>
              <a:gd name="connsiteY17" fmla="*/ 1640147 h 1945159"/>
              <a:gd name="connsiteX18" fmla="*/ 300660 w 1964841"/>
              <a:gd name="connsiteY18" fmla="*/ 1573084 h 1945159"/>
              <a:gd name="connsiteX19" fmla="*/ 220182 w 1964841"/>
              <a:gd name="connsiteY19" fmla="*/ 1529402 h 1945159"/>
              <a:gd name="connsiteX20" fmla="*/ 0 w 1964841"/>
              <a:gd name="connsiteY20" fmla="*/ 1115289 h 1945159"/>
              <a:gd name="connsiteX21" fmla="*/ 146272 w 1964841"/>
              <a:gd name="connsiteY21" fmla="*/ 762158 h 1945159"/>
              <a:gd name="connsiteX22" fmla="*/ 151038 w 1964841"/>
              <a:gd name="connsiteY22" fmla="*/ 758225 h 1945159"/>
              <a:gd name="connsiteX23" fmla="*/ 133236 w 1964841"/>
              <a:gd name="connsiteY23" fmla="*/ 700876 h 1945159"/>
              <a:gd name="connsiteX24" fmla="*/ 123090 w 1964841"/>
              <a:gd name="connsiteY24" fmla="*/ 600229 h 1945159"/>
              <a:gd name="connsiteX25" fmla="*/ 622493 w 1964841"/>
              <a:gd name="connsiteY25" fmla="*/ 100826 h 1945159"/>
              <a:gd name="connsiteX26" fmla="*/ 723140 w 1964841"/>
              <a:gd name="connsiteY26" fmla="*/ 110972 h 1945159"/>
              <a:gd name="connsiteX27" fmla="*/ 808117 w 1964841"/>
              <a:gd name="connsiteY27" fmla="*/ 137351 h 1945159"/>
              <a:gd name="connsiteX28" fmla="*/ 871215 w 1964841"/>
              <a:gd name="connsiteY28" fmla="*/ 85290 h 1945159"/>
              <a:gd name="connsiteX29" fmla="*/ 1150436 w 1964841"/>
              <a:gd name="connsiteY29" fmla="*/ 0 h 1945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964841" h="1945159">
                <a:moveTo>
                  <a:pt x="1150436" y="0"/>
                </a:moveTo>
                <a:cubicBezTo>
                  <a:pt x="1357296" y="0"/>
                  <a:pt x="1534780" y="125770"/>
                  <a:pt x="1610594" y="305013"/>
                </a:cubicBezTo>
                <a:lnTo>
                  <a:pt x="1633316" y="378214"/>
                </a:lnTo>
                <a:lnTo>
                  <a:pt x="1659828" y="386444"/>
                </a:lnTo>
                <a:cubicBezTo>
                  <a:pt x="1839072" y="462257"/>
                  <a:pt x="1964841" y="639741"/>
                  <a:pt x="1964841" y="846601"/>
                </a:cubicBezTo>
                <a:cubicBezTo>
                  <a:pt x="1964841" y="915554"/>
                  <a:pt x="1950867" y="981244"/>
                  <a:pt x="1925596" y="1040991"/>
                </a:cubicBezTo>
                <a:lnTo>
                  <a:pt x="1919536" y="1052155"/>
                </a:lnTo>
                <a:lnTo>
                  <a:pt x="1920944" y="1059512"/>
                </a:lnTo>
                <a:cubicBezTo>
                  <a:pt x="1923591" y="1080341"/>
                  <a:pt x="1924956" y="1101570"/>
                  <a:pt x="1924956" y="1123118"/>
                </a:cubicBezTo>
                <a:cubicBezTo>
                  <a:pt x="1924956" y="1261025"/>
                  <a:pt x="1869059" y="1385875"/>
                  <a:pt x="1778684" y="1476249"/>
                </a:cubicBezTo>
                <a:lnTo>
                  <a:pt x="1761362" y="1490542"/>
                </a:lnTo>
                <a:lnTo>
                  <a:pt x="1757309" y="1530745"/>
                </a:lnTo>
                <a:cubicBezTo>
                  <a:pt x="1710742" y="1758315"/>
                  <a:pt x="1509388" y="1929501"/>
                  <a:pt x="1268052" y="1929501"/>
                </a:cubicBezTo>
                <a:cubicBezTo>
                  <a:pt x="1199099" y="1929501"/>
                  <a:pt x="1133410" y="1915527"/>
                  <a:pt x="1073662" y="1890256"/>
                </a:cubicBezTo>
                <a:lnTo>
                  <a:pt x="1039885" y="1871923"/>
                </a:lnTo>
                <a:lnTo>
                  <a:pt x="998147" y="1895913"/>
                </a:lnTo>
                <a:cubicBezTo>
                  <a:pt x="932649" y="1927473"/>
                  <a:pt x="859208" y="1945159"/>
                  <a:pt x="781635" y="1945159"/>
                </a:cubicBezTo>
                <a:cubicBezTo>
                  <a:pt x="574775" y="1945159"/>
                  <a:pt x="397291" y="1819390"/>
                  <a:pt x="321477" y="1640147"/>
                </a:cubicBezTo>
                <a:lnTo>
                  <a:pt x="300660" y="1573084"/>
                </a:lnTo>
                <a:lnTo>
                  <a:pt x="220182" y="1529402"/>
                </a:lnTo>
                <a:cubicBezTo>
                  <a:pt x="87340" y="1439656"/>
                  <a:pt x="0" y="1287672"/>
                  <a:pt x="0" y="1115289"/>
                </a:cubicBezTo>
                <a:cubicBezTo>
                  <a:pt x="0" y="977383"/>
                  <a:pt x="55897" y="852532"/>
                  <a:pt x="146272" y="762158"/>
                </a:cubicBezTo>
                <a:lnTo>
                  <a:pt x="151038" y="758225"/>
                </a:lnTo>
                <a:lnTo>
                  <a:pt x="133236" y="700876"/>
                </a:lnTo>
                <a:cubicBezTo>
                  <a:pt x="126584" y="668366"/>
                  <a:pt x="123090" y="634706"/>
                  <a:pt x="123090" y="600229"/>
                </a:cubicBezTo>
                <a:cubicBezTo>
                  <a:pt x="123090" y="324416"/>
                  <a:pt x="346680" y="100826"/>
                  <a:pt x="622493" y="100826"/>
                </a:cubicBezTo>
                <a:cubicBezTo>
                  <a:pt x="656970" y="100826"/>
                  <a:pt x="690630" y="104320"/>
                  <a:pt x="723140" y="110972"/>
                </a:cubicBezTo>
                <a:lnTo>
                  <a:pt x="808117" y="137351"/>
                </a:lnTo>
                <a:lnTo>
                  <a:pt x="871215" y="85290"/>
                </a:lnTo>
                <a:cubicBezTo>
                  <a:pt x="950920" y="31443"/>
                  <a:pt x="1047006" y="0"/>
                  <a:pt x="1150436"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7" name="Picture Placeholder 26"/>
          <p:cNvSpPr>
            <a:spLocks noGrp="1"/>
          </p:cNvSpPr>
          <p:nvPr>
            <p:ph type="pic" sz="quarter" idx="15"/>
          </p:nvPr>
        </p:nvSpPr>
        <p:spPr>
          <a:xfrm>
            <a:off x="9658306" y="2539998"/>
            <a:ext cx="1772530" cy="1772530"/>
          </a:xfrm>
          <a:custGeom>
            <a:avLst/>
            <a:gdLst>
              <a:gd name="connsiteX0" fmla="*/ 886265 w 1772530"/>
              <a:gd name="connsiteY0" fmla="*/ 0 h 1772530"/>
              <a:gd name="connsiteX1" fmla="*/ 1772530 w 1772530"/>
              <a:gd name="connsiteY1" fmla="*/ 886265 h 1772530"/>
              <a:gd name="connsiteX2" fmla="*/ 886265 w 1772530"/>
              <a:gd name="connsiteY2" fmla="*/ 1772530 h 1772530"/>
              <a:gd name="connsiteX3" fmla="*/ 0 w 1772530"/>
              <a:gd name="connsiteY3" fmla="*/ 886265 h 1772530"/>
              <a:gd name="connsiteX4" fmla="*/ 886265 w 1772530"/>
              <a:gd name="connsiteY4" fmla="*/ 0 h 17725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2530" h="1772530">
                <a:moveTo>
                  <a:pt x="886265" y="0"/>
                </a:moveTo>
                <a:cubicBezTo>
                  <a:pt x="1375736" y="0"/>
                  <a:pt x="1772530" y="396794"/>
                  <a:pt x="1772530" y="886265"/>
                </a:cubicBezTo>
                <a:cubicBezTo>
                  <a:pt x="1772530" y="1375736"/>
                  <a:pt x="1375736" y="1772530"/>
                  <a:pt x="886265" y="1772530"/>
                </a:cubicBezTo>
                <a:cubicBezTo>
                  <a:pt x="396794" y="1772530"/>
                  <a:pt x="0" y="1375736"/>
                  <a:pt x="0" y="886265"/>
                </a:cubicBezTo>
                <a:cubicBezTo>
                  <a:pt x="0" y="396794"/>
                  <a:pt x="396794" y="0"/>
                  <a:pt x="886265" y="0"/>
                </a:cubicBezTo>
                <a:close/>
              </a:path>
            </a:pathLst>
          </a:custGeom>
          <a:solidFill>
            <a:schemeClr val="bg1">
              <a:lumMod val="85000"/>
            </a:schemeClr>
          </a:solidFill>
        </p:spPr>
        <p:txBody>
          <a:bodyPr wrap="square">
            <a:noAutofit/>
          </a:bodyPr>
          <a:lstStyle/>
          <a:p>
            <a:endParaRPr lang="en-AU" dirty="0"/>
          </a:p>
        </p:txBody>
      </p:sp>
      <p:sp>
        <p:nvSpPr>
          <p:cNvPr id="28" name="Freeform 27"/>
          <p:cNvSpPr/>
          <p:nvPr userDrawn="1"/>
        </p:nvSpPr>
        <p:spPr>
          <a:xfrm>
            <a:off x="6612598" y="2456420"/>
            <a:ext cx="1964841" cy="1945159"/>
          </a:xfrm>
          <a:custGeom>
            <a:avLst/>
            <a:gdLst>
              <a:gd name="connsiteX0" fmla="*/ 1150436 w 1964841"/>
              <a:gd name="connsiteY0" fmla="*/ 0 h 1945159"/>
              <a:gd name="connsiteX1" fmla="*/ 1610594 w 1964841"/>
              <a:gd name="connsiteY1" fmla="*/ 305013 h 1945159"/>
              <a:gd name="connsiteX2" fmla="*/ 1633316 w 1964841"/>
              <a:gd name="connsiteY2" fmla="*/ 378214 h 1945159"/>
              <a:gd name="connsiteX3" fmla="*/ 1659828 w 1964841"/>
              <a:gd name="connsiteY3" fmla="*/ 386444 h 1945159"/>
              <a:gd name="connsiteX4" fmla="*/ 1964841 w 1964841"/>
              <a:gd name="connsiteY4" fmla="*/ 846601 h 1945159"/>
              <a:gd name="connsiteX5" fmla="*/ 1925596 w 1964841"/>
              <a:gd name="connsiteY5" fmla="*/ 1040991 h 1945159"/>
              <a:gd name="connsiteX6" fmla="*/ 1919536 w 1964841"/>
              <a:gd name="connsiteY6" fmla="*/ 1052155 h 1945159"/>
              <a:gd name="connsiteX7" fmla="*/ 1920944 w 1964841"/>
              <a:gd name="connsiteY7" fmla="*/ 1059512 h 1945159"/>
              <a:gd name="connsiteX8" fmla="*/ 1924956 w 1964841"/>
              <a:gd name="connsiteY8" fmla="*/ 1123118 h 1945159"/>
              <a:gd name="connsiteX9" fmla="*/ 1778684 w 1964841"/>
              <a:gd name="connsiteY9" fmla="*/ 1476249 h 1945159"/>
              <a:gd name="connsiteX10" fmla="*/ 1761362 w 1964841"/>
              <a:gd name="connsiteY10" fmla="*/ 1490542 h 1945159"/>
              <a:gd name="connsiteX11" fmla="*/ 1757309 w 1964841"/>
              <a:gd name="connsiteY11" fmla="*/ 1530745 h 1945159"/>
              <a:gd name="connsiteX12" fmla="*/ 1268052 w 1964841"/>
              <a:gd name="connsiteY12" fmla="*/ 1929501 h 1945159"/>
              <a:gd name="connsiteX13" fmla="*/ 1073662 w 1964841"/>
              <a:gd name="connsiteY13" fmla="*/ 1890256 h 1945159"/>
              <a:gd name="connsiteX14" fmla="*/ 1039885 w 1964841"/>
              <a:gd name="connsiteY14" fmla="*/ 1871923 h 1945159"/>
              <a:gd name="connsiteX15" fmla="*/ 998147 w 1964841"/>
              <a:gd name="connsiteY15" fmla="*/ 1895913 h 1945159"/>
              <a:gd name="connsiteX16" fmla="*/ 781635 w 1964841"/>
              <a:gd name="connsiteY16" fmla="*/ 1945159 h 1945159"/>
              <a:gd name="connsiteX17" fmla="*/ 321477 w 1964841"/>
              <a:gd name="connsiteY17" fmla="*/ 1640147 h 1945159"/>
              <a:gd name="connsiteX18" fmla="*/ 300660 w 1964841"/>
              <a:gd name="connsiteY18" fmla="*/ 1573084 h 1945159"/>
              <a:gd name="connsiteX19" fmla="*/ 220182 w 1964841"/>
              <a:gd name="connsiteY19" fmla="*/ 1529402 h 1945159"/>
              <a:gd name="connsiteX20" fmla="*/ 0 w 1964841"/>
              <a:gd name="connsiteY20" fmla="*/ 1115289 h 1945159"/>
              <a:gd name="connsiteX21" fmla="*/ 146272 w 1964841"/>
              <a:gd name="connsiteY21" fmla="*/ 762158 h 1945159"/>
              <a:gd name="connsiteX22" fmla="*/ 151038 w 1964841"/>
              <a:gd name="connsiteY22" fmla="*/ 758225 h 1945159"/>
              <a:gd name="connsiteX23" fmla="*/ 133236 w 1964841"/>
              <a:gd name="connsiteY23" fmla="*/ 700876 h 1945159"/>
              <a:gd name="connsiteX24" fmla="*/ 123090 w 1964841"/>
              <a:gd name="connsiteY24" fmla="*/ 600229 h 1945159"/>
              <a:gd name="connsiteX25" fmla="*/ 622493 w 1964841"/>
              <a:gd name="connsiteY25" fmla="*/ 100826 h 1945159"/>
              <a:gd name="connsiteX26" fmla="*/ 723140 w 1964841"/>
              <a:gd name="connsiteY26" fmla="*/ 110972 h 1945159"/>
              <a:gd name="connsiteX27" fmla="*/ 808117 w 1964841"/>
              <a:gd name="connsiteY27" fmla="*/ 137351 h 1945159"/>
              <a:gd name="connsiteX28" fmla="*/ 871215 w 1964841"/>
              <a:gd name="connsiteY28" fmla="*/ 85290 h 1945159"/>
              <a:gd name="connsiteX29" fmla="*/ 1150436 w 1964841"/>
              <a:gd name="connsiteY29" fmla="*/ 0 h 1945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964841" h="1945159">
                <a:moveTo>
                  <a:pt x="1150436" y="0"/>
                </a:moveTo>
                <a:cubicBezTo>
                  <a:pt x="1357296" y="0"/>
                  <a:pt x="1534780" y="125770"/>
                  <a:pt x="1610594" y="305013"/>
                </a:cubicBezTo>
                <a:lnTo>
                  <a:pt x="1633316" y="378214"/>
                </a:lnTo>
                <a:lnTo>
                  <a:pt x="1659828" y="386444"/>
                </a:lnTo>
                <a:cubicBezTo>
                  <a:pt x="1839072" y="462257"/>
                  <a:pt x="1964841" y="639741"/>
                  <a:pt x="1964841" y="846601"/>
                </a:cubicBezTo>
                <a:cubicBezTo>
                  <a:pt x="1964841" y="915554"/>
                  <a:pt x="1950867" y="981244"/>
                  <a:pt x="1925596" y="1040991"/>
                </a:cubicBezTo>
                <a:lnTo>
                  <a:pt x="1919536" y="1052155"/>
                </a:lnTo>
                <a:lnTo>
                  <a:pt x="1920944" y="1059512"/>
                </a:lnTo>
                <a:cubicBezTo>
                  <a:pt x="1923591" y="1080341"/>
                  <a:pt x="1924956" y="1101570"/>
                  <a:pt x="1924956" y="1123118"/>
                </a:cubicBezTo>
                <a:cubicBezTo>
                  <a:pt x="1924956" y="1261025"/>
                  <a:pt x="1869059" y="1385875"/>
                  <a:pt x="1778684" y="1476249"/>
                </a:cubicBezTo>
                <a:lnTo>
                  <a:pt x="1761362" y="1490542"/>
                </a:lnTo>
                <a:lnTo>
                  <a:pt x="1757309" y="1530745"/>
                </a:lnTo>
                <a:cubicBezTo>
                  <a:pt x="1710742" y="1758315"/>
                  <a:pt x="1509388" y="1929501"/>
                  <a:pt x="1268052" y="1929501"/>
                </a:cubicBezTo>
                <a:cubicBezTo>
                  <a:pt x="1199099" y="1929501"/>
                  <a:pt x="1133410" y="1915527"/>
                  <a:pt x="1073662" y="1890256"/>
                </a:cubicBezTo>
                <a:lnTo>
                  <a:pt x="1039885" y="1871923"/>
                </a:lnTo>
                <a:lnTo>
                  <a:pt x="998147" y="1895913"/>
                </a:lnTo>
                <a:cubicBezTo>
                  <a:pt x="932649" y="1927473"/>
                  <a:pt x="859208" y="1945159"/>
                  <a:pt x="781635" y="1945159"/>
                </a:cubicBezTo>
                <a:cubicBezTo>
                  <a:pt x="574775" y="1945159"/>
                  <a:pt x="397291" y="1819390"/>
                  <a:pt x="321477" y="1640147"/>
                </a:cubicBezTo>
                <a:lnTo>
                  <a:pt x="300660" y="1573084"/>
                </a:lnTo>
                <a:lnTo>
                  <a:pt x="220182" y="1529402"/>
                </a:lnTo>
                <a:cubicBezTo>
                  <a:pt x="87340" y="1439656"/>
                  <a:pt x="0" y="1287672"/>
                  <a:pt x="0" y="1115289"/>
                </a:cubicBezTo>
                <a:cubicBezTo>
                  <a:pt x="0" y="977383"/>
                  <a:pt x="55897" y="852532"/>
                  <a:pt x="146272" y="762158"/>
                </a:cubicBezTo>
                <a:lnTo>
                  <a:pt x="151038" y="758225"/>
                </a:lnTo>
                <a:lnTo>
                  <a:pt x="133236" y="700876"/>
                </a:lnTo>
                <a:cubicBezTo>
                  <a:pt x="126584" y="668366"/>
                  <a:pt x="123090" y="634706"/>
                  <a:pt x="123090" y="600229"/>
                </a:cubicBezTo>
                <a:cubicBezTo>
                  <a:pt x="123090" y="324416"/>
                  <a:pt x="346680" y="100826"/>
                  <a:pt x="622493" y="100826"/>
                </a:cubicBezTo>
                <a:cubicBezTo>
                  <a:pt x="656970" y="100826"/>
                  <a:pt x="690630" y="104320"/>
                  <a:pt x="723140" y="110972"/>
                </a:cubicBezTo>
                <a:lnTo>
                  <a:pt x="808117" y="137351"/>
                </a:lnTo>
                <a:lnTo>
                  <a:pt x="871215" y="85290"/>
                </a:lnTo>
                <a:cubicBezTo>
                  <a:pt x="950920" y="31443"/>
                  <a:pt x="1047006" y="0"/>
                  <a:pt x="1150436"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9" name="Picture Placeholder 28"/>
          <p:cNvSpPr>
            <a:spLocks noGrp="1"/>
          </p:cNvSpPr>
          <p:nvPr>
            <p:ph type="pic" sz="quarter" idx="16"/>
          </p:nvPr>
        </p:nvSpPr>
        <p:spPr>
          <a:xfrm>
            <a:off x="6708753" y="2542734"/>
            <a:ext cx="1772530" cy="1772530"/>
          </a:xfrm>
          <a:custGeom>
            <a:avLst/>
            <a:gdLst>
              <a:gd name="connsiteX0" fmla="*/ 886265 w 1772530"/>
              <a:gd name="connsiteY0" fmla="*/ 0 h 1772530"/>
              <a:gd name="connsiteX1" fmla="*/ 1772530 w 1772530"/>
              <a:gd name="connsiteY1" fmla="*/ 886265 h 1772530"/>
              <a:gd name="connsiteX2" fmla="*/ 886265 w 1772530"/>
              <a:gd name="connsiteY2" fmla="*/ 1772530 h 1772530"/>
              <a:gd name="connsiteX3" fmla="*/ 0 w 1772530"/>
              <a:gd name="connsiteY3" fmla="*/ 886265 h 1772530"/>
              <a:gd name="connsiteX4" fmla="*/ 886265 w 1772530"/>
              <a:gd name="connsiteY4" fmla="*/ 0 h 17725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2530" h="1772530">
                <a:moveTo>
                  <a:pt x="886265" y="0"/>
                </a:moveTo>
                <a:cubicBezTo>
                  <a:pt x="1375736" y="0"/>
                  <a:pt x="1772530" y="396794"/>
                  <a:pt x="1772530" y="886265"/>
                </a:cubicBezTo>
                <a:cubicBezTo>
                  <a:pt x="1772530" y="1375736"/>
                  <a:pt x="1375736" y="1772530"/>
                  <a:pt x="886265" y="1772530"/>
                </a:cubicBezTo>
                <a:cubicBezTo>
                  <a:pt x="396794" y="1772530"/>
                  <a:pt x="0" y="1375736"/>
                  <a:pt x="0" y="886265"/>
                </a:cubicBezTo>
                <a:cubicBezTo>
                  <a:pt x="0" y="396794"/>
                  <a:pt x="396794" y="0"/>
                  <a:pt x="886265" y="0"/>
                </a:cubicBezTo>
                <a:close/>
              </a:path>
            </a:pathLst>
          </a:custGeom>
          <a:solidFill>
            <a:schemeClr val="bg1">
              <a:lumMod val="85000"/>
            </a:schemeClr>
          </a:solidFill>
        </p:spPr>
        <p:txBody>
          <a:bodyPr wrap="square">
            <a:noAutofit/>
          </a:bodyPr>
          <a:lstStyle/>
          <a:p>
            <a:endParaRPr lang="en-AU" dirty="0"/>
          </a:p>
        </p:txBody>
      </p:sp>
      <p:sp>
        <p:nvSpPr>
          <p:cNvPr id="15" name="Text Placeholder 21"/>
          <p:cNvSpPr>
            <a:spLocks noGrp="1"/>
          </p:cNvSpPr>
          <p:nvPr>
            <p:ph type="body" sz="quarter" idx="20"/>
          </p:nvPr>
        </p:nvSpPr>
        <p:spPr>
          <a:xfrm>
            <a:off x="713492" y="4547044"/>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6" name="Text Placeholder 21"/>
          <p:cNvSpPr>
            <a:spLocks noGrp="1"/>
          </p:cNvSpPr>
          <p:nvPr>
            <p:ph type="body" sz="quarter" idx="29"/>
          </p:nvPr>
        </p:nvSpPr>
        <p:spPr>
          <a:xfrm>
            <a:off x="713492" y="4853748"/>
            <a:ext cx="1814513"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8" name="Text Placeholder 21"/>
          <p:cNvSpPr>
            <a:spLocks noGrp="1"/>
          </p:cNvSpPr>
          <p:nvPr>
            <p:ph type="body" sz="quarter" idx="30"/>
          </p:nvPr>
        </p:nvSpPr>
        <p:spPr>
          <a:xfrm>
            <a:off x="3717217" y="4547044"/>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9" name="Text Placeholder 21"/>
          <p:cNvSpPr>
            <a:spLocks noGrp="1"/>
          </p:cNvSpPr>
          <p:nvPr>
            <p:ph type="body" sz="quarter" idx="31"/>
          </p:nvPr>
        </p:nvSpPr>
        <p:spPr>
          <a:xfrm>
            <a:off x="3717217" y="4853748"/>
            <a:ext cx="1814513"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0" name="Text Placeholder 21"/>
          <p:cNvSpPr>
            <a:spLocks noGrp="1"/>
          </p:cNvSpPr>
          <p:nvPr>
            <p:ph type="body" sz="quarter" idx="32"/>
          </p:nvPr>
        </p:nvSpPr>
        <p:spPr>
          <a:xfrm>
            <a:off x="6720942" y="4547044"/>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1" name="Text Placeholder 21"/>
          <p:cNvSpPr>
            <a:spLocks noGrp="1"/>
          </p:cNvSpPr>
          <p:nvPr>
            <p:ph type="body" sz="quarter" idx="33"/>
          </p:nvPr>
        </p:nvSpPr>
        <p:spPr>
          <a:xfrm>
            <a:off x="6720942" y="4853748"/>
            <a:ext cx="1814513"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2" name="Text Placeholder 21"/>
          <p:cNvSpPr>
            <a:spLocks noGrp="1"/>
          </p:cNvSpPr>
          <p:nvPr>
            <p:ph type="body" sz="quarter" idx="34"/>
          </p:nvPr>
        </p:nvSpPr>
        <p:spPr>
          <a:xfrm>
            <a:off x="9724667" y="4546572"/>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0" name="Text Placeholder 21"/>
          <p:cNvSpPr>
            <a:spLocks noGrp="1"/>
          </p:cNvSpPr>
          <p:nvPr>
            <p:ph type="body" sz="quarter" idx="35"/>
          </p:nvPr>
        </p:nvSpPr>
        <p:spPr>
          <a:xfrm>
            <a:off x="9724667" y="4853276"/>
            <a:ext cx="1814513"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Tree>
    <p:extLst>
      <p:ext uri="{BB962C8B-B14F-4D97-AF65-F5344CB8AC3E}">
        <p14:creationId xmlns:p14="http://schemas.microsoft.com/office/powerpoint/2010/main" val="104077503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42" presetClass="entr" presetSubtype="0" fill="hold" grpId="0" nodeType="afterEffect">
                                  <p:stCondLst>
                                    <p:cond delay="0"/>
                                  </p:stCondLst>
                                  <p:childTnLst>
                                    <p:set>
                                      <p:cBhvr>
                                        <p:cTn id="10" dur="1" fill="hold">
                                          <p:stCondLst>
                                            <p:cond delay="0"/>
                                          </p:stCondLst>
                                        </p:cTn>
                                        <p:tgtEl>
                                          <p:spTgt spid="8">
                                            <p:txEl>
                                              <p:pRg st="0" end="0"/>
                                            </p:txEl>
                                          </p:spTgt>
                                        </p:tgtEl>
                                        <p:attrNameLst>
                                          <p:attrName>style.visibility</p:attrName>
                                        </p:attrNameLst>
                                      </p:cBhvr>
                                      <p:to>
                                        <p:strVal val="visible"/>
                                      </p:to>
                                    </p:set>
                                    <p:animEffect transition="in" filter="fade">
                                      <p:cBhvr>
                                        <p:cTn id="11" dur="500"/>
                                        <p:tgtEl>
                                          <p:spTgt spid="8">
                                            <p:txEl>
                                              <p:pRg st="0" end="0"/>
                                            </p:txEl>
                                          </p:spTgt>
                                        </p:tgtEl>
                                      </p:cBhvr>
                                    </p:animEffect>
                                    <p:anim calcmode="lin" valueType="num">
                                      <p:cBhvr>
                                        <p:cTn id="12"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4" fill="hold">
                            <p:stCondLst>
                              <p:cond delay="1000"/>
                            </p:stCondLst>
                            <p:childTnLst>
                              <p:par>
                                <p:cTn id="15" presetID="10" presetClass="entr" presetSubtype="0" fill="hold" grpId="0" nodeType="afterEffect">
                                  <p:stCondLst>
                                    <p:cond delay="0"/>
                                  </p:stCondLst>
                                  <p:childTnLst>
                                    <p:set>
                                      <p:cBhvr>
                                        <p:cTn id="16" dur="1" fill="hold">
                                          <p:stCondLst>
                                            <p:cond delay="0"/>
                                          </p:stCondLst>
                                        </p:cTn>
                                        <p:tgtEl>
                                          <p:spTgt spid="23"/>
                                        </p:tgtEl>
                                        <p:attrNameLst>
                                          <p:attrName>style.visibility</p:attrName>
                                        </p:attrNameLst>
                                      </p:cBhvr>
                                      <p:to>
                                        <p:strVal val="visible"/>
                                      </p:to>
                                    </p:set>
                                    <p:animEffect transition="in" filter="fade">
                                      <p:cBhvr>
                                        <p:cTn id="17" dur="500"/>
                                        <p:tgtEl>
                                          <p:spTgt spid="23"/>
                                        </p:tgtEl>
                                      </p:cBhvr>
                                    </p:animEffect>
                                  </p:childTnLst>
                                </p:cTn>
                              </p:par>
                            </p:childTnLst>
                          </p:cTn>
                        </p:par>
                        <p:par>
                          <p:cTn id="18" fill="hold">
                            <p:stCondLst>
                              <p:cond delay="1500"/>
                            </p:stCondLst>
                            <p:childTnLst>
                              <p:par>
                                <p:cTn id="19" presetID="53" presetClass="entr" presetSubtype="16" fill="hold" grpId="0" nodeType="afterEffect">
                                  <p:stCondLst>
                                    <p:cond delay="0"/>
                                  </p:stCondLst>
                                  <p:childTnLst>
                                    <p:set>
                                      <p:cBhvr>
                                        <p:cTn id="20" dur="1" fill="hold">
                                          <p:stCondLst>
                                            <p:cond delay="0"/>
                                          </p:stCondLst>
                                        </p:cTn>
                                        <p:tgtEl>
                                          <p:spTgt spid="17"/>
                                        </p:tgtEl>
                                        <p:attrNameLst>
                                          <p:attrName>style.visibility</p:attrName>
                                        </p:attrNameLst>
                                      </p:cBhvr>
                                      <p:to>
                                        <p:strVal val="visible"/>
                                      </p:to>
                                    </p:set>
                                    <p:anim calcmode="lin" valueType="num">
                                      <p:cBhvr>
                                        <p:cTn id="21" dur="500" fill="hold"/>
                                        <p:tgtEl>
                                          <p:spTgt spid="17"/>
                                        </p:tgtEl>
                                        <p:attrNameLst>
                                          <p:attrName>ppt_w</p:attrName>
                                        </p:attrNameLst>
                                      </p:cBhvr>
                                      <p:tavLst>
                                        <p:tav tm="0">
                                          <p:val>
                                            <p:fltVal val="0"/>
                                          </p:val>
                                        </p:tav>
                                        <p:tav tm="100000">
                                          <p:val>
                                            <p:strVal val="#ppt_w"/>
                                          </p:val>
                                        </p:tav>
                                      </p:tavLst>
                                    </p:anim>
                                    <p:anim calcmode="lin" valueType="num">
                                      <p:cBhvr>
                                        <p:cTn id="22" dur="500" fill="hold"/>
                                        <p:tgtEl>
                                          <p:spTgt spid="17"/>
                                        </p:tgtEl>
                                        <p:attrNameLst>
                                          <p:attrName>ppt_h</p:attrName>
                                        </p:attrNameLst>
                                      </p:cBhvr>
                                      <p:tavLst>
                                        <p:tav tm="0">
                                          <p:val>
                                            <p:fltVal val="0"/>
                                          </p:val>
                                        </p:tav>
                                        <p:tav tm="100000">
                                          <p:val>
                                            <p:strVal val="#ppt_h"/>
                                          </p:val>
                                        </p:tav>
                                      </p:tavLst>
                                    </p:anim>
                                    <p:animEffect transition="in" filter="fade">
                                      <p:cBhvr>
                                        <p:cTn id="23" dur="500"/>
                                        <p:tgtEl>
                                          <p:spTgt spid="17"/>
                                        </p:tgtEl>
                                      </p:cBhvr>
                                    </p:animEffect>
                                  </p:childTnLst>
                                </p:cTn>
                              </p:par>
                            </p:childTnLst>
                          </p:cTn>
                        </p:par>
                        <p:par>
                          <p:cTn id="24" fill="hold">
                            <p:stCondLst>
                              <p:cond delay="2000"/>
                            </p:stCondLst>
                            <p:childTnLst>
                              <p:par>
                                <p:cTn id="25" presetID="53" presetClass="entr" presetSubtype="16" fill="hold" grpId="0" nodeType="afterEffect" nodePh="1">
                                  <p:stCondLst>
                                    <p:cond delay="0"/>
                                  </p:stCondLst>
                                  <p:endCondLst>
                                    <p:cond evt="begin" delay="0">
                                      <p:tn val="25"/>
                                    </p:cond>
                                  </p:endCondLst>
                                  <p:childTnLst>
                                    <p:set>
                                      <p:cBhvr>
                                        <p:cTn id="26" dur="1" fill="hold">
                                          <p:stCondLst>
                                            <p:cond delay="0"/>
                                          </p:stCondLst>
                                        </p:cTn>
                                        <p:tgtEl>
                                          <p:spTgt spid="15">
                                            <p:txEl>
                                              <p:pRg st="0" end="0"/>
                                            </p:txEl>
                                          </p:spTgt>
                                        </p:tgtEl>
                                        <p:attrNameLst>
                                          <p:attrName>style.visibility</p:attrName>
                                        </p:attrNameLst>
                                      </p:cBhvr>
                                      <p:to>
                                        <p:strVal val="visible"/>
                                      </p:to>
                                    </p:set>
                                    <p:anim calcmode="lin" valueType="num">
                                      <p:cBhvr>
                                        <p:cTn id="27" dur="500" fill="hold"/>
                                        <p:tgtEl>
                                          <p:spTgt spid="15">
                                            <p:txEl>
                                              <p:pRg st="0" end="0"/>
                                            </p:txEl>
                                          </p:spTgt>
                                        </p:tgtEl>
                                        <p:attrNameLst>
                                          <p:attrName>ppt_w</p:attrName>
                                        </p:attrNameLst>
                                      </p:cBhvr>
                                      <p:tavLst>
                                        <p:tav tm="0">
                                          <p:val>
                                            <p:fltVal val="0"/>
                                          </p:val>
                                        </p:tav>
                                        <p:tav tm="100000">
                                          <p:val>
                                            <p:strVal val="#ppt_w"/>
                                          </p:val>
                                        </p:tav>
                                      </p:tavLst>
                                    </p:anim>
                                    <p:anim calcmode="lin" valueType="num">
                                      <p:cBhvr>
                                        <p:cTn id="28" dur="500" fill="hold"/>
                                        <p:tgtEl>
                                          <p:spTgt spid="15">
                                            <p:txEl>
                                              <p:pRg st="0" end="0"/>
                                            </p:txEl>
                                          </p:spTgt>
                                        </p:tgtEl>
                                        <p:attrNameLst>
                                          <p:attrName>ppt_h</p:attrName>
                                        </p:attrNameLst>
                                      </p:cBhvr>
                                      <p:tavLst>
                                        <p:tav tm="0">
                                          <p:val>
                                            <p:fltVal val="0"/>
                                          </p:val>
                                        </p:tav>
                                        <p:tav tm="100000">
                                          <p:val>
                                            <p:strVal val="#ppt_h"/>
                                          </p:val>
                                        </p:tav>
                                      </p:tavLst>
                                    </p:anim>
                                    <p:animEffect transition="in" filter="fade">
                                      <p:cBhvr>
                                        <p:cTn id="29" dur="500"/>
                                        <p:tgtEl>
                                          <p:spTgt spid="15">
                                            <p:txEl>
                                              <p:pRg st="0" end="0"/>
                                            </p:txEl>
                                          </p:spTgt>
                                        </p:tgtEl>
                                      </p:cBhvr>
                                    </p:animEffect>
                                  </p:childTnLst>
                                </p:cTn>
                              </p:par>
                            </p:childTnLst>
                          </p:cTn>
                        </p:par>
                        <p:par>
                          <p:cTn id="30" fill="hold">
                            <p:stCondLst>
                              <p:cond delay="2500"/>
                            </p:stCondLst>
                            <p:childTnLst>
                              <p:par>
                                <p:cTn id="31" presetID="42" presetClass="entr" presetSubtype="0" fill="hold" grpId="0" nodeType="afterEffect" nodePh="1">
                                  <p:stCondLst>
                                    <p:cond delay="0"/>
                                  </p:stCondLst>
                                  <p:endCondLst>
                                    <p:cond evt="begin" delay="0">
                                      <p:tn val="31"/>
                                    </p:cond>
                                  </p:endCondLst>
                                  <p:childTnLst>
                                    <p:set>
                                      <p:cBhvr>
                                        <p:cTn id="32" dur="1" fill="hold">
                                          <p:stCondLst>
                                            <p:cond delay="0"/>
                                          </p:stCondLst>
                                        </p:cTn>
                                        <p:tgtEl>
                                          <p:spTgt spid="16">
                                            <p:txEl>
                                              <p:pRg st="0" end="0"/>
                                            </p:txEl>
                                          </p:spTgt>
                                        </p:tgtEl>
                                        <p:attrNameLst>
                                          <p:attrName>style.visibility</p:attrName>
                                        </p:attrNameLst>
                                      </p:cBhvr>
                                      <p:to>
                                        <p:strVal val="visible"/>
                                      </p:to>
                                    </p:set>
                                    <p:animEffect transition="in" filter="fade">
                                      <p:cBhvr>
                                        <p:cTn id="33" dur="500"/>
                                        <p:tgtEl>
                                          <p:spTgt spid="16">
                                            <p:txEl>
                                              <p:pRg st="0" end="0"/>
                                            </p:txEl>
                                          </p:spTgt>
                                        </p:tgtEl>
                                      </p:cBhvr>
                                    </p:animEffect>
                                    <p:anim calcmode="lin" valueType="num">
                                      <p:cBhvr>
                                        <p:cTn id="34" dur="500" fill="hold"/>
                                        <p:tgtEl>
                                          <p:spTgt spid="16">
                                            <p:txEl>
                                              <p:pRg st="0" end="0"/>
                                            </p:txEl>
                                          </p:spTgt>
                                        </p:tgtEl>
                                        <p:attrNameLst>
                                          <p:attrName>ppt_x</p:attrName>
                                        </p:attrNameLst>
                                      </p:cBhvr>
                                      <p:tavLst>
                                        <p:tav tm="0">
                                          <p:val>
                                            <p:strVal val="#ppt_x"/>
                                          </p:val>
                                        </p:tav>
                                        <p:tav tm="100000">
                                          <p:val>
                                            <p:strVal val="#ppt_x"/>
                                          </p:val>
                                        </p:tav>
                                      </p:tavLst>
                                    </p:anim>
                                    <p:anim calcmode="lin" valueType="num">
                                      <p:cBhvr>
                                        <p:cTn id="35" dur="500" fill="hold"/>
                                        <p:tgtEl>
                                          <p:spTgt spid="16">
                                            <p:txEl>
                                              <p:pRg st="0" end="0"/>
                                            </p:txEl>
                                          </p:spTgt>
                                        </p:tgtEl>
                                        <p:attrNameLst>
                                          <p:attrName>ppt_y</p:attrName>
                                        </p:attrNameLst>
                                      </p:cBhvr>
                                      <p:tavLst>
                                        <p:tav tm="0">
                                          <p:val>
                                            <p:strVal val="#ppt_y+.1"/>
                                          </p:val>
                                        </p:tav>
                                        <p:tav tm="100000">
                                          <p:val>
                                            <p:strVal val="#ppt_y"/>
                                          </p:val>
                                        </p:tav>
                                      </p:tavLst>
                                    </p:anim>
                                  </p:childTnLst>
                                </p:cTn>
                              </p:par>
                            </p:childTnLst>
                          </p:cTn>
                        </p:par>
                        <p:par>
                          <p:cTn id="36" fill="hold">
                            <p:stCondLst>
                              <p:cond delay="3000"/>
                            </p:stCondLst>
                            <p:childTnLst>
                              <p:par>
                                <p:cTn id="37" presetID="10" presetClass="entr" presetSubtype="0" fill="hold" grpId="0" nodeType="afterEffect">
                                  <p:stCondLst>
                                    <p:cond delay="0"/>
                                  </p:stCondLst>
                                  <p:childTnLst>
                                    <p:set>
                                      <p:cBhvr>
                                        <p:cTn id="38" dur="1" fill="hold">
                                          <p:stCondLst>
                                            <p:cond delay="0"/>
                                          </p:stCondLst>
                                        </p:cTn>
                                        <p:tgtEl>
                                          <p:spTgt spid="24"/>
                                        </p:tgtEl>
                                        <p:attrNameLst>
                                          <p:attrName>style.visibility</p:attrName>
                                        </p:attrNameLst>
                                      </p:cBhvr>
                                      <p:to>
                                        <p:strVal val="visible"/>
                                      </p:to>
                                    </p:set>
                                    <p:animEffect transition="in" filter="fade">
                                      <p:cBhvr>
                                        <p:cTn id="39" dur="500"/>
                                        <p:tgtEl>
                                          <p:spTgt spid="24"/>
                                        </p:tgtEl>
                                      </p:cBhvr>
                                    </p:animEffect>
                                  </p:childTnLst>
                                </p:cTn>
                              </p:par>
                            </p:childTnLst>
                          </p:cTn>
                        </p:par>
                        <p:par>
                          <p:cTn id="40" fill="hold">
                            <p:stCondLst>
                              <p:cond delay="3500"/>
                            </p:stCondLst>
                            <p:childTnLst>
                              <p:par>
                                <p:cTn id="41" presetID="53" presetClass="entr" presetSubtype="16" fill="hold" grpId="0" nodeType="afterEffect">
                                  <p:stCondLst>
                                    <p:cond delay="0"/>
                                  </p:stCondLst>
                                  <p:childTnLst>
                                    <p:set>
                                      <p:cBhvr>
                                        <p:cTn id="42" dur="1" fill="hold">
                                          <p:stCondLst>
                                            <p:cond delay="0"/>
                                          </p:stCondLst>
                                        </p:cTn>
                                        <p:tgtEl>
                                          <p:spTgt spid="25"/>
                                        </p:tgtEl>
                                        <p:attrNameLst>
                                          <p:attrName>style.visibility</p:attrName>
                                        </p:attrNameLst>
                                      </p:cBhvr>
                                      <p:to>
                                        <p:strVal val="visible"/>
                                      </p:to>
                                    </p:set>
                                    <p:anim calcmode="lin" valueType="num">
                                      <p:cBhvr>
                                        <p:cTn id="43" dur="500" fill="hold"/>
                                        <p:tgtEl>
                                          <p:spTgt spid="25"/>
                                        </p:tgtEl>
                                        <p:attrNameLst>
                                          <p:attrName>ppt_w</p:attrName>
                                        </p:attrNameLst>
                                      </p:cBhvr>
                                      <p:tavLst>
                                        <p:tav tm="0">
                                          <p:val>
                                            <p:fltVal val="0"/>
                                          </p:val>
                                        </p:tav>
                                        <p:tav tm="100000">
                                          <p:val>
                                            <p:strVal val="#ppt_w"/>
                                          </p:val>
                                        </p:tav>
                                      </p:tavLst>
                                    </p:anim>
                                    <p:anim calcmode="lin" valueType="num">
                                      <p:cBhvr>
                                        <p:cTn id="44" dur="500" fill="hold"/>
                                        <p:tgtEl>
                                          <p:spTgt spid="25"/>
                                        </p:tgtEl>
                                        <p:attrNameLst>
                                          <p:attrName>ppt_h</p:attrName>
                                        </p:attrNameLst>
                                      </p:cBhvr>
                                      <p:tavLst>
                                        <p:tav tm="0">
                                          <p:val>
                                            <p:fltVal val="0"/>
                                          </p:val>
                                        </p:tav>
                                        <p:tav tm="100000">
                                          <p:val>
                                            <p:strVal val="#ppt_h"/>
                                          </p:val>
                                        </p:tav>
                                      </p:tavLst>
                                    </p:anim>
                                    <p:animEffect transition="in" filter="fade">
                                      <p:cBhvr>
                                        <p:cTn id="45" dur="500"/>
                                        <p:tgtEl>
                                          <p:spTgt spid="25"/>
                                        </p:tgtEl>
                                      </p:cBhvr>
                                    </p:animEffect>
                                  </p:childTnLst>
                                </p:cTn>
                              </p:par>
                            </p:childTnLst>
                          </p:cTn>
                        </p:par>
                        <p:par>
                          <p:cTn id="46" fill="hold">
                            <p:stCondLst>
                              <p:cond delay="4000"/>
                            </p:stCondLst>
                            <p:childTnLst>
                              <p:par>
                                <p:cTn id="47" presetID="53" presetClass="entr" presetSubtype="16" fill="hold" grpId="0" nodeType="afterEffect" nodePh="1">
                                  <p:stCondLst>
                                    <p:cond delay="0"/>
                                  </p:stCondLst>
                                  <p:endCondLst>
                                    <p:cond evt="begin" delay="0">
                                      <p:tn val="47"/>
                                    </p:cond>
                                  </p:endCondLst>
                                  <p:childTnLst>
                                    <p:set>
                                      <p:cBhvr>
                                        <p:cTn id="48" dur="1" fill="hold">
                                          <p:stCondLst>
                                            <p:cond delay="0"/>
                                          </p:stCondLst>
                                        </p:cTn>
                                        <p:tgtEl>
                                          <p:spTgt spid="18">
                                            <p:txEl>
                                              <p:pRg st="0" end="0"/>
                                            </p:txEl>
                                          </p:spTgt>
                                        </p:tgtEl>
                                        <p:attrNameLst>
                                          <p:attrName>style.visibility</p:attrName>
                                        </p:attrNameLst>
                                      </p:cBhvr>
                                      <p:to>
                                        <p:strVal val="visible"/>
                                      </p:to>
                                    </p:set>
                                    <p:anim calcmode="lin" valueType="num">
                                      <p:cBhvr>
                                        <p:cTn id="49" dur="500" fill="hold"/>
                                        <p:tgtEl>
                                          <p:spTgt spid="18">
                                            <p:txEl>
                                              <p:pRg st="0" end="0"/>
                                            </p:txEl>
                                          </p:spTgt>
                                        </p:tgtEl>
                                        <p:attrNameLst>
                                          <p:attrName>ppt_w</p:attrName>
                                        </p:attrNameLst>
                                      </p:cBhvr>
                                      <p:tavLst>
                                        <p:tav tm="0">
                                          <p:val>
                                            <p:fltVal val="0"/>
                                          </p:val>
                                        </p:tav>
                                        <p:tav tm="100000">
                                          <p:val>
                                            <p:strVal val="#ppt_w"/>
                                          </p:val>
                                        </p:tav>
                                      </p:tavLst>
                                    </p:anim>
                                    <p:anim calcmode="lin" valueType="num">
                                      <p:cBhvr>
                                        <p:cTn id="50" dur="500" fill="hold"/>
                                        <p:tgtEl>
                                          <p:spTgt spid="18">
                                            <p:txEl>
                                              <p:pRg st="0" end="0"/>
                                            </p:txEl>
                                          </p:spTgt>
                                        </p:tgtEl>
                                        <p:attrNameLst>
                                          <p:attrName>ppt_h</p:attrName>
                                        </p:attrNameLst>
                                      </p:cBhvr>
                                      <p:tavLst>
                                        <p:tav tm="0">
                                          <p:val>
                                            <p:fltVal val="0"/>
                                          </p:val>
                                        </p:tav>
                                        <p:tav tm="100000">
                                          <p:val>
                                            <p:strVal val="#ppt_h"/>
                                          </p:val>
                                        </p:tav>
                                      </p:tavLst>
                                    </p:anim>
                                    <p:animEffect transition="in" filter="fade">
                                      <p:cBhvr>
                                        <p:cTn id="51" dur="500"/>
                                        <p:tgtEl>
                                          <p:spTgt spid="18">
                                            <p:txEl>
                                              <p:pRg st="0" end="0"/>
                                            </p:txEl>
                                          </p:spTgt>
                                        </p:tgtEl>
                                      </p:cBhvr>
                                    </p:animEffect>
                                  </p:childTnLst>
                                </p:cTn>
                              </p:par>
                            </p:childTnLst>
                          </p:cTn>
                        </p:par>
                        <p:par>
                          <p:cTn id="52" fill="hold">
                            <p:stCondLst>
                              <p:cond delay="4500"/>
                            </p:stCondLst>
                            <p:childTnLst>
                              <p:par>
                                <p:cTn id="53" presetID="42" presetClass="entr" presetSubtype="0" fill="hold" grpId="0" nodeType="afterEffect" nodePh="1">
                                  <p:stCondLst>
                                    <p:cond delay="0"/>
                                  </p:stCondLst>
                                  <p:endCondLst>
                                    <p:cond evt="begin" delay="0">
                                      <p:tn val="53"/>
                                    </p:cond>
                                  </p:endCondLst>
                                  <p:childTnLst>
                                    <p:set>
                                      <p:cBhvr>
                                        <p:cTn id="54" dur="1" fill="hold">
                                          <p:stCondLst>
                                            <p:cond delay="0"/>
                                          </p:stCondLst>
                                        </p:cTn>
                                        <p:tgtEl>
                                          <p:spTgt spid="19">
                                            <p:txEl>
                                              <p:pRg st="0" end="0"/>
                                            </p:txEl>
                                          </p:spTgt>
                                        </p:tgtEl>
                                        <p:attrNameLst>
                                          <p:attrName>style.visibility</p:attrName>
                                        </p:attrNameLst>
                                      </p:cBhvr>
                                      <p:to>
                                        <p:strVal val="visible"/>
                                      </p:to>
                                    </p:set>
                                    <p:animEffect transition="in" filter="fade">
                                      <p:cBhvr>
                                        <p:cTn id="55" dur="500"/>
                                        <p:tgtEl>
                                          <p:spTgt spid="19">
                                            <p:txEl>
                                              <p:pRg st="0" end="0"/>
                                            </p:txEl>
                                          </p:spTgt>
                                        </p:tgtEl>
                                      </p:cBhvr>
                                    </p:animEffect>
                                    <p:anim calcmode="lin" valueType="num">
                                      <p:cBhvr>
                                        <p:cTn id="56" dur="500" fill="hold"/>
                                        <p:tgtEl>
                                          <p:spTgt spid="19">
                                            <p:txEl>
                                              <p:pRg st="0" end="0"/>
                                            </p:txEl>
                                          </p:spTgt>
                                        </p:tgtEl>
                                        <p:attrNameLst>
                                          <p:attrName>ppt_x</p:attrName>
                                        </p:attrNameLst>
                                      </p:cBhvr>
                                      <p:tavLst>
                                        <p:tav tm="0">
                                          <p:val>
                                            <p:strVal val="#ppt_x"/>
                                          </p:val>
                                        </p:tav>
                                        <p:tav tm="100000">
                                          <p:val>
                                            <p:strVal val="#ppt_x"/>
                                          </p:val>
                                        </p:tav>
                                      </p:tavLst>
                                    </p:anim>
                                    <p:anim calcmode="lin" valueType="num">
                                      <p:cBhvr>
                                        <p:cTn id="57" dur="500" fill="hold"/>
                                        <p:tgtEl>
                                          <p:spTgt spid="19">
                                            <p:txEl>
                                              <p:pRg st="0" end="0"/>
                                            </p:txEl>
                                          </p:spTgt>
                                        </p:tgtEl>
                                        <p:attrNameLst>
                                          <p:attrName>ppt_y</p:attrName>
                                        </p:attrNameLst>
                                      </p:cBhvr>
                                      <p:tavLst>
                                        <p:tav tm="0">
                                          <p:val>
                                            <p:strVal val="#ppt_y+.1"/>
                                          </p:val>
                                        </p:tav>
                                        <p:tav tm="100000">
                                          <p:val>
                                            <p:strVal val="#ppt_y"/>
                                          </p:val>
                                        </p:tav>
                                      </p:tavLst>
                                    </p:anim>
                                  </p:childTnLst>
                                </p:cTn>
                              </p:par>
                            </p:childTnLst>
                          </p:cTn>
                        </p:par>
                        <p:par>
                          <p:cTn id="58" fill="hold">
                            <p:stCondLst>
                              <p:cond delay="5000"/>
                            </p:stCondLst>
                            <p:childTnLst>
                              <p:par>
                                <p:cTn id="59" presetID="10" presetClass="entr" presetSubtype="0" fill="hold" grpId="0" nodeType="afterEffect">
                                  <p:stCondLst>
                                    <p:cond delay="0"/>
                                  </p:stCondLst>
                                  <p:childTnLst>
                                    <p:set>
                                      <p:cBhvr>
                                        <p:cTn id="60" dur="1" fill="hold">
                                          <p:stCondLst>
                                            <p:cond delay="0"/>
                                          </p:stCondLst>
                                        </p:cTn>
                                        <p:tgtEl>
                                          <p:spTgt spid="28"/>
                                        </p:tgtEl>
                                        <p:attrNameLst>
                                          <p:attrName>style.visibility</p:attrName>
                                        </p:attrNameLst>
                                      </p:cBhvr>
                                      <p:to>
                                        <p:strVal val="visible"/>
                                      </p:to>
                                    </p:set>
                                    <p:animEffect transition="in" filter="fade">
                                      <p:cBhvr>
                                        <p:cTn id="61" dur="500"/>
                                        <p:tgtEl>
                                          <p:spTgt spid="28"/>
                                        </p:tgtEl>
                                      </p:cBhvr>
                                    </p:animEffect>
                                  </p:childTnLst>
                                </p:cTn>
                              </p:par>
                            </p:childTnLst>
                          </p:cTn>
                        </p:par>
                        <p:par>
                          <p:cTn id="62" fill="hold">
                            <p:stCondLst>
                              <p:cond delay="5500"/>
                            </p:stCondLst>
                            <p:childTnLst>
                              <p:par>
                                <p:cTn id="63" presetID="53" presetClass="entr" presetSubtype="16" fill="hold" grpId="0" nodeType="afterEffect">
                                  <p:stCondLst>
                                    <p:cond delay="0"/>
                                  </p:stCondLst>
                                  <p:childTnLst>
                                    <p:set>
                                      <p:cBhvr>
                                        <p:cTn id="64" dur="1" fill="hold">
                                          <p:stCondLst>
                                            <p:cond delay="0"/>
                                          </p:stCondLst>
                                        </p:cTn>
                                        <p:tgtEl>
                                          <p:spTgt spid="29"/>
                                        </p:tgtEl>
                                        <p:attrNameLst>
                                          <p:attrName>style.visibility</p:attrName>
                                        </p:attrNameLst>
                                      </p:cBhvr>
                                      <p:to>
                                        <p:strVal val="visible"/>
                                      </p:to>
                                    </p:set>
                                    <p:anim calcmode="lin" valueType="num">
                                      <p:cBhvr>
                                        <p:cTn id="65" dur="500" fill="hold"/>
                                        <p:tgtEl>
                                          <p:spTgt spid="29"/>
                                        </p:tgtEl>
                                        <p:attrNameLst>
                                          <p:attrName>ppt_w</p:attrName>
                                        </p:attrNameLst>
                                      </p:cBhvr>
                                      <p:tavLst>
                                        <p:tav tm="0">
                                          <p:val>
                                            <p:fltVal val="0"/>
                                          </p:val>
                                        </p:tav>
                                        <p:tav tm="100000">
                                          <p:val>
                                            <p:strVal val="#ppt_w"/>
                                          </p:val>
                                        </p:tav>
                                      </p:tavLst>
                                    </p:anim>
                                    <p:anim calcmode="lin" valueType="num">
                                      <p:cBhvr>
                                        <p:cTn id="66" dur="500" fill="hold"/>
                                        <p:tgtEl>
                                          <p:spTgt spid="29"/>
                                        </p:tgtEl>
                                        <p:attrNameLst>
                                          <p:attrName>ppt_h</p:attrName>
                                        </p:attrNameLst>
                                      </p:cBhvr>
                                      <p:tavLst>
                                        <p:tav tm="0">
                                          <p:val>
                                            <p:fltVal val="0"/>
                                          </p:val>
                                        </p:tav>
                                        <p:tav tm="100000">
                                          <p:val>
                                            <p:strVal val="#ppt_h"/>
                                          </p:val>
                                        </p:tav>
                                      </p:tavLst>
                                    </p:anim>
                                    <p:animEffect transition="in" filter="fade">
                                      <p:cBhvr>
                                        <p:cTn id="67" dur="500"/>
                                        <p:tgtEl>
                                          <p:spTgt spid="29"/>
                                        </p:tgtEl>
                                      </p:cBhvr>
                                    </p:animEffect>
                                  </p:childTnLst>
                                </p:cTn>
                              </p:par>
                            </p:childTnLst>
                          </p:cTn>
                        </p:par>
                        <p:par>
                          <p:cTn id="68" fill="hold">
                            <p:stCondLst>
                              <p:cond delay="6000"/>
                            </p:stCondLst>
                            <p:childTnLst>
                              <p:par>
                                <p:cTn id="69" presetID="53" presetClass="entr" presetSubtype="16" fill="hold" grpId="0" nodeType="afterEffect" nodePh="1">
                                  <p:stCondLst>
                                    <p:cond delay="0"/>
                                  </p:stCondLst>
                                  <p:endCondLst>
                                    <p:cond evt="begin" delay="0">
                                      <p:tn val="69"/>
                                    </p:cond>
                                  </p:endCondLst>
                                  <p:childTnLst>
                                    <p:set>
                                      <p:cBhvr>
                                        <p:cTn id="70" dur="1" fill="hold">
                                          <p:stCondLst>
                                            <p:cond delay="0"/>
                                          </p:stCondLst>
                                        </p:cTn>
                                        <p:tgtEl>
                                          <p:spTgt spid="20">
                                            <p:txEl>
                                              <p:pRg st="0" end="0"/>
                                            </p:txEl>
                                          </p:spTgt>
                                        </p:tgtEl>
                                        <p:attrNameLst>
                                          <p:attrName>style.visibility</p:attrName>
                                        </p:attrNameLst>
                                      </p:cBhvr>
                                      <p:to>
                                        <p:strVal val="visible"/>
                                      </p:to>
                                    </p:set>
                                    <p:anim calcmode="lin" valueType="num">
                                      <p:cBhvr>
                                        <p:cTn id="71" dur="500" fill="hold"/>
                                        <p:tgtEl>
                                          <p:spTgt spid="20">
                                            <p:txEl>
                                              <p:pRg st="0" end="0"/>
                                            </p:txEl>
                                          </p:spTgt>
                                        </p:tgtEl>
                                        <p:attrNameLst>
                                          <p:attrName>ppt_w</p:attrName>
                                        </p:attrNameLst>
                                      </p:cBhvr>
                                      <p:tavLst>
                                        <p:tav tm="0">
                                          <p:val>
                                            <p:fltVal val="0"/>
                                          </p:val>
                                        </p:tav>
                                        <p:tav tm="100000">
                                          <p:val>
                                            <p:strVal val="#ppt_w"/>
                                          </p:val>
                                        </p:tav>
                                      </p:tavLst>
                                    </p:anim>
                                    <p:anim calcmode="lin" valueType="num">
                                      <p:cBhvr>
                                        <p:cTn id="72" dur="500" fill="hold"/>
                                        <p:tgtEl>
                                          <p:spTgt spid="20">
                                            <p:txEl>
                                              <p:pRg st="0" end="0"/>
                                            </p:txEl>
                                          </p:spTgt>
                                        </p:tgtEl>
                                        <p:attrNameLst>
                                          <p:attrName>ppt_h</p:attrName>
                                        </p:attrNameLst>
                                      </p:cBhvr>
                                      <p:tavLst>
                                        <p:tav tm="0">
                                          <p:val>
                                            <p:fltVal val="0"/>
                                          </p:val>
                                        </p:tav>
                                        <p:tav tm="100000">
                                          <p:val>
                                            <p:strVal val="#ppt_h"/>
                                          </p:val>
                                        </p:tav>
                                      </p:tavLst>
                                    </p:anim>
                                    <p:animEffect transition="in" filter="fade">
                                      <p:cBhvr>
                                        <p:cTn id="73" dur="500"/>
                                        <p:tgtEl>
                                          <p:spTgt spid="20">
                                            <p:txEl>
                                              <p:pRg st="0" end="0"/>
                                            </p:txEl>
                                          </p:spTgt>
                                        </p:tgtEl>
                                      </p:cBhvr>
                                    </p:animEffect>
                                  </p:childTnLst>
                                </p:cTn>
                              </p:par>
                            </p:childTnLst>
                          </p:cTn>
                        </p:par>
                        <p:par>
                          <p:cTn id="74" fill="hold">
                            <p:stCondLst>
                              <p:cond delay="6500"/>
                            </p:stCondLst>
                            <p:childTnLst>
                              <p:par>
                                <p:cTn id="75" presetID="42" presetClass="entr" presetSubtype="0" fill="hold" grpId="0" nodeType="afterEffect" nodePh="1">
                                  <p:stCondLst>
                                    <p:cond delay="0"/>
                                  </p:stCondLst>
                                  <p:endCondLst>
                                    <p:cond evt="begin" delay="0">
                                      <p:tn val="75"/>
                                    </p:cond>
                                  </p:endCondLst>
                                  <p:childTnLst>
                                    <p:set>
                                      <p:cBhvr>
                                        <p:cTn id="76" dur="1" fill="hold">
                                          <p:stCondLst>
                                            <p:cond delay="0"/>
                                          </p:stCondLst>
                                        </p:cTn>
                                        <p:tgtEl>
                                          <p:spTgt spid="21">
                                            <p:txEl>
                                              <p:pRg st="0" end="0"/>
                                            </p:txEl>
                                          </p:spTgt>
                                        </p:tgtEl>
                                        <p:attrNameLst>
                                          <p:attrName>style.visibility</p:attrName>
                                        </p:attrNameLst>
                                      </p:cBhvr>
                                      <p:to>
                                        <p:strVal val="visible"/>
                                      </p:to>
                                    </p:set>
                                    <p:animEffect transition="in" filter="fade">
                                      <p:cBhvr>
                                        <p:cTn id="77" dur="500"/>
                                        <p:tgtEl>
                                          <p:spTgt spid="21">
                                            <p:txEl>
                                              <p:pRg st="0" end="0"/>
                                            </p:txEl>
                                          </p:spTgt>
                                        </p:tgtEl>
                                      </p:cBhvr>
                                    </p:animEffect>
                                    <p:anim calcmode="lin" valueType="num">
                                      <p:cBhvr>
                                        <p:cTn id="78" dur="500" fill="hold"/>
                                        <p:tgtEl>
                                          <p:spTgt spid="21">
                                            <p:txEl>
                                              <p:pRg st="0" end="0"/>
                                            </p:txEl>
                                          </p:spTgt>
                                        </p:tgtEl>
                                        <p:attrNameLst>
                                          <p:attrName>ppt_x</p:attrName>
                                        </p:attrNameLst>
                                      </p:cBhvr>
                                      <p:tavLst>
                                        <p:tav tm="0">
                                          <p:val>
                                            <p:strVal val="#ppt_x"/>
                                          </p:val>
                                        </p:tav>
                                        <p:tav tm="100000">
                                          <p:val>
                                            <p:strVal val="#ppt_x"/>
                                          </p:val>
                                        </p:tav>
                                      </p:tavLst>
                                    </p:anim>
                                    <p:anim calcmode="lin" valueType="num">
                                      <p:cBhvr>
                                        <p:cTn id="79" dur="500" fill="hold"/>
                                        <p:tgtEl>
                                          <p:spTgt spid="21">
                                            <p:txEl>
                                              <p:pRg st="0" end="0"/>
                                            </p:txEl>
                                          </p:spTgt>
                                        </p:tgtEl>
                                        <p:attrNameLst>
                                          <p:attrName>ppt_y</p:attrName>
                                        </p:attrNameLst>
                                      </p:cBhvr>
                                      <p:tavLst>
                                        <p:tav tm="0">
                                          <p:val>
                                            <p:strVal val="#ppt_y+.1"/>
                                          </p:val>
                                        </p:tav>
                                        <p:tav tm="100000">
                                          <p:val>
                                            <p:strVal val="#ppt_y"/>
                                          </p:val>
                                        </p:tav>
                                      </p:tavLst>
                                    </p:anim>
                                  </p:childTnLst>
                                </p:cTn>
                              </p:par>
                            </p:childTnLst>
                          </p:cTn>
                        </p:par>
                        <p:par>
                          <p:cTn id="80" fill="hold">
                            <p:stCondLst>
                              <p:cond delay="7000"/>
                            </p:stCondLst>
                            <p:childTnLst>
                              <p:par>
                                <p:cTn id="81" presetID="10" presetClass="entr" presetSubtype="0" fill="hold" grpId="0" nodeType="afterEffect">
                                  <p:stCondLst>
                                    <p:cond delay="0"/>
                                  </p:stCondLst>
                                  <p:childTnLst>
                                    <p:set>
                                      <p:cBhvr>
                                        <p:cTn id="82" dur="1" fill="hold">
                                          <p:stCondLst>
                                            <p:cond delay="0"/>
                                          </p:stCondLst>
                                        </p:cTn>
                                        <p:tgtEl>
                                          <p:spTgt spid="26"/>
                                        </p:tgtEl>
                                        <p:attrNameLst>
                                          <p:attrName>style.visibility</p:attrName>
                                        </p:attrNameLst>
                                      </p:cBhvr>
                                      <p:to>
                                        <p:strVal val="visible"/>
                                      </p:to>
                                    </p:set>
                                    <p:animEffect transition="in" filter="fade">
                                      <p:cBhvr>
                                        <p:cTn id="83" dur="500"/>
                                        <p:tgtEl>
                                          <p:spTgt spid="26"/>
                                        </p:tgtEl>
                                      </p:cBhvr>
                                    </p:animEffect>
                                  </p:childTnLst>
                                </p:cTn>
                              </p:par>
                            </p:childTnLst>
                          </p:cTn>
                        </p:par>
                        <p:par>
                          <p:cTn id="84" fill="hold">
                            <p:stCondLst>
                              <p:cond delay="7500"/>
                            </p:stCondLst>
                            <p:childTnLst>
                              <p:par>
                                <p:cTn id="85" presetID="53" presetClass="entr" presetSubtype="16" fill="hold" grpId="0" nodeType="afterEffect">
                                  <p:stCondLst>
                                    <p:cond delay="0"/>
                                  </p:stCondLst>
                                  <p:childTnLst>
                                    <p:set>
                                      <p:cBhvr>
                                        <p:cTn id="86" dur="1" fill="hold">
                                          <p:stCondLst>
                                            <p:cond delay="0"/>
                                          </p:stCondLst>
                                        </p:cTn>
                                        <p:tgtEl>
                                          <p:spTgt spid="27"/>
                                        </p:tgtEl>
                                        <p:attrNameLst>
                                          <p:attrName>style.visibility</p:attrName>
                                        </p:attrNameLst>
                                      </p:cBhvr>
                                      <p:to>
                                        <p:strVal val="visible"/>
                                      </p:to>
                                    </p:set>
                                    <p:anim calcmode="lin" valueType="num">
                                      <p:cBhvr>
                                        <p:cTn id="87" dur="500" fill="hold"/>
                                        <p:tgtEl>
                                          <p:spTgt spid="27"/>
                                        </p:tgtEl>
                                        <p:attrNameLst>
                                          <p:attrName>ppt_w</p:attrName>
                                        </p:attrNameLst>
                                      </p:cBhvr>
                                      <p:tavLst>
                                        <p:tav tm="0">
                                          <p:val>
                                            <p:fltVal val="0"/>
                                          </p:val>
                                        </p:tav>
                                        <p:tav tm="100000">
                                          <p:val>
                                            <p:strVal val="#ppt_w"/>
                                          </p:val>
                                        </p:tav>
                                      </p:tavLst>
                                    </p:anim>
                                    <p:anim calcmode="lin" valueType="num">
                                      <p:cBhvr>
                                        <p:cTn id="88" dur="500" fill="hold"/>
                                        <p:tgtEl>
                                          <p:spTgt spid="27"/>
                                        </p:tgtEl>
                                        <p:attrNameLst>
                                          <p:attrName>ppt_h</p:attrName>
                                        </p:attrNameLst>
                                      </p:cBhvr>
                                      <p:tavLst>
                                        <p:tav tm="0">
                                          <p:val>
                                            <p:fltVal val="0"/>
                                          </p:val>
                                        </p:tav>
                                        <p:tav tm="100000">
                                          <p:val>
                                            <p:strVal val="#ppt_h"/>
                                          </p:val>
                                        </p:tav>
                                      </p:tavLst>
                                    </p:anim>
                                    <p:animEffect transition="in" filter="fade">
                                      <p:cBhvr>
                                        <p:cTn id="89" dur="500"/>
                                        <p:tgtEl>
                                          <p:spTgt spid="27"/>
                                        </p:tgtEl>
                                      </p:cBhvr>
                                    </p:animEffect>
                                  </p:childTnLst>
                                </p:cTn>
                              </p:par>
                            </p:childTnLst>
                          </p:cTn>
                        </p:par>
                        <p:par>
                          <p:cTn id="90" fill="hold">
                            <p:stCondLst>
                              <p:cond delay="8000"/>
                            </p:stCondLst>
                            <p:childTnLst>
                              <p:par>
                                <p:cTn id="91" presetID="53" presetClass="entr" presetSubtype="16" fill="hold" grpId="0" nodeType="afterEffect" nodePh="1">
                                  <p:stCondLst>
                                    <p:cond delay="0"/>
                                  </p:stCondLst>
                                  <p:endCondLst>
                                    <p:cond evt="begin" delay="0">
                                      <p:tn val="91"/>
                                    </p:cond>
                                  </p:endCondLst>
                                  <p:childTnLst>
                                    <p:set>
                                      <p:cBhvr>
                                        <p:cTn id="92" dur="1" fill="hold">
                                          <p:stCondLst>
                                            <p:cond delay="0"/>
                                          </p:stCondLst>
                                        </p:cTn>
                                        <p:tgtEl>
                                          <p:spTgt spid="22">
                                            <p:txEl>
                                              <p:pRg st="0" end="0"/>
                                            </p:txEl>
                                          </p:spTgt>
                                        </p:tgtEl>
                                        <p:attrNameLst>
                                          <p:attrName>style.visibility</p:attrName>
                                        </p:attrNameLst>
                                      </p:cBhvr>
                                      <p:to>
                                        <p:strVal val="visible"/>
                                      </p:to>
                                    </p:set>
                                    <p:anim calcmode="lin" valueType="num">
                                      <p:cBhvr>
                                        <p:cTn id="93" dur="500" fill="hold"/>
                                        <p:tgtEl>
                                          <p:spTgt spid="22">
                                            <p:txEl>
                                              <p:pRg st="0" end="0"/>
                                            </p:txEl>
                                          </p:spTgt>
                                        </p:tgtEl>
                                        <p:attrNameLst>
                                          <p:attrName>ppt_w</p:attrName>
                                        </p:attrNameLst>
                                      </p:cBhvr>
                                      <p:tavLst>
                                        <p:tav tm="0">
                                          <p:val>
                                            <p:fltVal val="0"/>
                                          </p:val>
                                        </p:tav>
                                        <p:tav tm="100000">
                                          <p:val>
                                            <p:strVal val="#ppt_w"/>
                                          </p:val>
                                        </p:tav>
                                      </p:tavLst>
                                    </p:anim>
                                    <p:anim calcmode="lin" valueType="num">
                                      <p:cBhvr>
                                        <p:cTn id="94" dur="500" fill="hold"/>
                                        <p:tgtEl>
                                          <p:spTgt spid="22">
                                            <p:txEl>
                                              <p:pRg st="0" end="0"/>
                                            </p:txEl>
                                          </p:spTgt>
                                        </p:tgtEl>
                                        <p:attrNameLst>
                                          <p:attrName>ppt_h</p:attrName>
                                        </p:attrNameLst>
                                      </p:cBhvr>
                                      <p:tavLst>
                                        <p:tav tm="0">
                                          <p:val>
                                            <p:fltVal val="0"/>
                                          </p:val>
                                        </p:tav>
                                        <p:tav tm="100000">
                                          <p:val>
                                            <p:strVal val="#ppt_h"/>
                                          </p:val>
                                        </p:tav>
                                      </p:tavLst>
                                    </p:anim>
                                    <p:animEffect transition="in" filter="fade">
                                      <p:cBhvr>
                                        <p:cTn id="95" dur="500"/>
                                        <p:tgtEl>
                                          <p:spTgt spid="22">
                                            <p:txEl>
                                              <p:pRg st="0" end="0"/>
                                            </p:txEl>
                                          </p:spTgt>
                                        </p:tgtEl>
                                      </p:cBhvr>
                                    </p:animEffect>
                                  </p:childTnLst>
                                </p:cTn>
                              </p:par>
                            </p:childTnLst>
                          </p:cTn>
                        </p:par>
                        <p:par>
                          <p:cTn id="96" fill="hold">
                            <p:stCondLst>
                              <p:cond delay="8500"/>
                            </p:stCondLst>
                            <p:childTnLst>
                              <p:par>
                                <p:cTn id="97" presetID="42" presetClass="entr" presetSubtype="0" fill="hold" grpId="0" nodeType="afterEffect" nodePh="1">
                                  <p:stCondLst>
                                    <p:cond delay="0"/>
                                  </p:stCondLst>
                                  <p:endCondLst>
                                    <p:cond evt="begin" delay="0">
                                      <p:tn val="97"/>
                                    </p:cond>
                                  </p:endCondLst>
                                  <p:childTnLst>
                                    <p:set>
                                      <p:cBhvr>
                                        <p:cTn id="98" dur="1" fill="hold">
                                          <p:stCondLst>
                                            <p:cond delay="0"/>
                                          </p:stCondLst>
                                        </p:cTn>
                                        <p:tgtEl>
                                          <p:spTgt spid="30">
                                            <p:txEl>
                                              <p:pRg st="0" end="0"/>
                                            </p:txEl>
                                          </p:spTgt>
                                        </p:tgtEl>
                                        <p:attrNameLst>
                                          <p:attrName>style.visibility</p:attrName>
                                        </p:attrNameLst>
                                      </p:cBhvr>
                                      <p:to>
                                        <p:strVal val="visible"/>
                                      </p:to>
                                    </p:set>
                                    <p:animEffect transition="in" filter="fade">
                                      <p:cBhvr>
                                        <p:cTn id="99" dur="500"/>
                                        <p:tgtEl>
                                          <p:spTgt spid="30">
                                            <p:txEl>
                                              <p:pRg st="0" end="0"/>
                                            </p:txEl>
                                          </p:spTgt>
                                        </p:tgtEl>
                                      </p:cBhvr>
                                    </p:animEffect>
                                    <p:anim calcmode="lin" valueType="num">
                                      <p:cBhvr>
                                        <p:cTn id="100" dur="500" fill="hold"/>
                                        <p:tgtEl>
                                          <p:spTgt spid="30">
                                            <p:txEl>
                                              <p:pRg st="0" end="0"/>
                                            </p:txEl>
                                          </p:spTgt>
                                        </p:tgtEl>
                                        <p:attrNameLst>
                                          <p:attrName>ppt_x</p:attrName>
                                        </p:attrNameLst>
                                      </p:cBhvr>
                                      <p:tavLst>
                                        <p:tav tm="0">
                                          <p:val>
                                            <p:strVal val="#ppt_x"/>
                                          </p:val>
                                        </p:tav>
                                        <p:tav tm="100000">
                                          <p:val>
                                            <p:strVal val="#ppt_x"/>
                                          </p:val>
                                        </p:tav>
                                      </p:tavLst>
                                    </p:anim>
                                    <p:anim calcmode="lin" valueType="num">
                                      <p:cBhvr>
                                        <p:cTn id="101" dur="500" fill="hold"/>
                                        <p:tgtEl>
                                          <p:spTgt spid="30">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23" grpId="0" animBg="1"/>
      <p:bldP spid="17" grpId="0" animBg="1"/>
      <p:bldP spid="24" grpId="0" animBg="1"/>
      <p:bldP spid="25" grpId="0" animBg="1"/>
      <p:bldP spid="26" grpId="0" animBg="1"/>
      <p:bldP spid="27" grpId="0" animBg="1"/>
      <p:bldP spid="28" grpId="0" animBg="1"/>
      <p:bldP spid="29" grpId="0" animBg="1"/>
      <p:bldP spid="15"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5"/>
                        </p:tgtEl>
                        <p:attrNameLst>
                          <p:attrName>style.visibility</p:attrName>
                        </p:attrNameLst>
                      </p:cBhvr>
                      <p:to>
                        <p:strVal val="visible"/>
                      </p:to>
                    </p:set>
                    <p:anim calcmode="lin" valueType="num">
                      <p:cBhvr>
                        <p:cTn dur="500" fill="hold"/>
                        <p:tgtEl>
                          <p:spTgt spid="15"/>
                        </p:tgtEl>
                        <p:attrNameLst>
                          <p:attrName>ppt_w</p:attrName>
                        </p:attrNameLst>
                      </p:cBhvr>
                      <p:tavLst>
                        <p:tav tm="0">
                          <p:val>
                            <p:fltVal val="0"/>
                          </p:val>
                        </p:tav>
                        <p:tav tm="100000">
                          <p:val>
                            <p:strVal val="#ppt_w"/>
                          </p:val>
                        </p:tav>
                      </p:tavLst>
                    </p:anim>
                    <p:anim calcmode="lin" valueType="num">
                      <p:cBhvr>
                        <p:cTn dur="500" fill="hold"/>
                        <p:tgtEl>
                          <p:spTgt spid="15"/>
                        </p:tgtEl>
                        <p:attrNameLst>
                          <p:attrName>ppt_h</p:attrName>
                        </p:attrNameLst>
                      </p:cBhvr>
                      <p:tavLst>
                        <p:tav tm="0">
                          <p:val>
                            <p:fltVal val="0"/>
                          </p:val>
                        </p:tav>
                        <p:tav tm="100000">
                          <p:val>
                            <p:strVal val="#ppt_h"/>
                          </p:val>
                        </p:tav>
                      </p:tavLst>
                    </p:anim>
                    <p:animEffect transition="in" filter="fade">
                      <p:cBhvr>
                        <p:cTn dur="500"/>
                        <p:tgtEl>
                          <p:spTgt spid="15"/>
                        </p:tgtEl>
                      </p:cBhvr>
                    </p:animEffect>
                  </p:childTnLst>
                </p:cTn>
              </p:par>
            </p:tnLst>
          </p:tmpl>
        </p:tmplLst>
      </p:bldP>
      <p:bldP spid="16"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6"/>
                        </p:tgtEl>
                        <p:attrNameLst>
                          <p:attrName>style.visibility</p:attrName>
                        </p:attrNameLst>
                      </p:cBhvr>
                      <p:to>
                        <p:strVal val="visible"/>
                      </p:to>
                    </p:set>
                    <p:animEffect transition="in" filter="fade">
                      <p:cBhvr>
                        <p:cTn dur="500"/>
                        <p:tgtEl>
                          <p:spTgt spid="16"/>
                        </p:tgtEl>
                      </p:cBhvr>
                    </p:animEffect>
                    <p:anim calcmode="lin" valueType="num">
                      <p:cBhvr>
                        <p:cTn dur="500" fill="hold"/>
                        <p:tgtEl>
                          <p:spTgt spid="16"/>
                        </p:tgtEl>
                        <p:attrNameLst>
                          <p:attrName>ppt_x</p:attrName>
                        </p:attrNameLst>
                      </p:cBhvr>
                      <p:tavLst>
                        <p:tav tm="0">
                          <p:val>
                            <p:strVal val="#ppt_x"/>
                          </p:val>
                        </p:tav>
                        <p:tav tm="100000">
                          <p:val>
                            <p:strVal val="#ppt_x"/>
                          </p:val>
                        </p:tav>
                      </p:tavLst>
                    </p:anim>
                    <p:anim calcmode="lin" valueType="num">
                      <p:cBhvr>
                        <p:cTn dur="500" fill="hold"/>
                        <p:tgtEl>
                          <p:spTgt spid="16"/>
                        </p:tgtEl>
                        <p:attrNameLst>
                          <p:attrName>ppt_y</p:attrName>
                        </p:attrNameLst>
                      </p:cBhvr>
                      <p:tavLst>
                        <p:tav tm="0">
                          <p:val>
                            <p:strVal val="#ppt_y+.1"/>
                          </p:val>
                        </p:tav>
                        <p:tav tm="100000">
                          <p:val>
                            <p:strVal val="#ppt_y"/>
                          </p:val>
                        </p:tav>
                      </p:tavLst>
                    </p:anim>
                  </p:childTnLst>
                </p:cTn>
              </p:par>
            </p:tnLst>
          </p:tmpl>
        </p:tmplLst>
      </p:bldP>
      <p:bldP spid="18"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8"/>
                        </p:tgtEl>
                        <p:attrNameLst>
                          <p:attrName>style.visibility</p:attrName>
                        </p:attrNameLst>
                      </p:cBhvr>
                      <p:to>
                        <p:strVal val="visible"/>
                      </p:to>
                    </p:set>
                    <p:anim calcmode="lin" valueType="num">
                      <p:cBhvr>
                        <p:cTn dur="500" fill="hold"/>
                        <p:tgtEl>
                          <p:spTgt spid="18"/>
                        </p:tgtEl>
                        <p:attrNameLst>
                          <p:attrName>ppt_w</p:attrName>
                        </p:attrNameLst>
                      </p:cBhvr>
                      <p:tavLst>
                        <p:tav tm="0">
                          <p:val>
                            <p:fltVal val="0"/>
                          </p:val>
                        </p:tav>
                        <p:tav tm="100000">
                          <p:val>
                            <p:strVal val="#ppt_w"/>
                          </p:val>
                        </p:tav>
                      </p:tavLst>
                    </p:anim>
                    <p:anim calcmode="lin" valueType="num">
                      <p:cBhvr>
                        <p:cTn dur="500" fill="hold"/>
                        <p:tgtEl>
                          <p:spTgt spid="18"/>
                        </p:tgtEl>
                        <p:attrNameLst>
                          <p:attrName>ppt_h</p:attrName>
                        </p:attrNameLst>
                      </p:cBhvr>
                      <p:tavLst>
                        <p:tav tm="0">
                          <p:val>
                            <p:fltVal val="0"/>
                          </p:val>
                        </p:tav>
                        <p:tav tm="100000">
                          <p:val>
                            <p:strVal val="#ppt_h"/>
                          </p:val>
                        </p:tav>
                      </p:tavLst>
                    </p:anim>
                    <p:animEffect transition="in" filter="fade">
                      <p:cBhvr>
                        <p:cTn dur="500"/>
                        <p:tgtEl>
                          <p:spTgt spid="18"/>
                        </p:tgtEl>
                      </p:cBhvr>
                    </p:animEffect>
                  </p:childTnLst>
                </p:cTn>
              </p:par>
            </p:tnLst>
          </p:tmpl>
        </p:tmplLst>
      </p:bldP>
      <p:bldP spid="19"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9"/>
                        </p:tgtEl>
                        <p:attrNameLst>
                          <p:attrName>style.visibility</p:attrName>
                        </p:attrNameLst>
                      </p:cBhvr>
                      <p:to>
                        <p:strVal val="visible"/>
                      </p:to>
                    </p:set>
                    <p:animEffect transition="in" filter="fade">
                      <p:cBhvr>
                        <p:cTn dur="500"/>
                        <p:tgtEl>
                          <p:spTgt spid="19"/>
                        </p:tgtEl>
                      </p:cBhvr>
                    </p:animEffect>
                    <p:anim calcmode="lin" valueType="num">
                      <p:cBhvr>
                        <p:cTn dur="500" fill="hold"/>
                        <p:tgtEl>
                          <p:spTgt spid="19"/>
                        </p:tgtEl>
                        <p:attrNameLst>
                          <p:attrName>ppt_x</p:attrName>
                        </p:attrNameLst>
                      </p:cBhvr>
                      <p:tavLst>
                        <p:tav tm="0">
                          <p:val>
                            <p:strVal val="#ppt_x"/>
                          </p:val>
                        </p:tav>
                        <p:tav tm="100000">
                          <p:val>
                            <p:strVal val="#ppt_x"/>
                          </p:val>
                        </p:tav>
                      </p:tavLst>
                    </p:anim>
                    <p:anim calcmode="lin" valueType="num">
                      <p:cBhvr>
                        <p:cTn dur="500" fill="hold"/>
                        <p:tgtEl>
                          <p:spTgt spid="19"/>
                        </p:tgtEl>
                        <p:attrNameLst>
                          <p:attrName>ppt_y</p:attrName>
                        </p:attrNameLst>
                      </p:cBhvr>
                      <p:tavLst>
                        <p:tav tm="0">
                          <p:val>
                            <p:strVal val="#ppt_y+.1"/>
                          </p:val>
                        </p:tav>
                        <p:tav tm="100000">
                          <p:val>
                            <p:strVal val="#ppt_y"/>
                          </p:val>
                        </p:tav>
                      </p:tavLst>
                    </p:anim>
                  </p:childTnLst>
                </p:cTn>
              </p:par>
            </p:tnLst>
          </p:tmpl>
        </p:tmplLst>
      </p:bldP>
      <p:bldP spid="20"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0"/>
                        </p:tgtEl>
                        <p:attrNameLst>
                          <p:attrName>style.visibility</p:attrName>
                        </p:attrNameLst>
                      </p:cBhvr>
                      <p:to>
                        <p:strVal val="visible"/>
                      </p:to>
                    </p:set>
                    <p:anim calcmode="lin" valueType="num">
                      <p:cBhvr>
                        <p:cTn dur="500" fill="hold"/>
                        <p:tgtEl>
                          <p:spTgt spid="20"/>
                        </p:tgtEl>
                        <p:attrNameLst>
                          <p:attrName>ppt_w</p:attrName>
                        </p:attrNameLst>
                      </p:cBhvr>
                      <p:tavLst>
                        <p:tav tm="0">
                          <p:val>
                            <p:fltVal val="0"/>
                          </p:val>
                        </p:tav>
                        <p:tav tm="100000">
                          <p:val>
                            <p:strVal val="#ppt_w"/>
                          </p:val>
                        </p:tav>
                      </p:tavLst>
                    </p:anim>
                    <p:anim calcmode="lin" valueType="num">
                      <p:cBhvr>
                        <p:cTn dur="500" fill="hold"/>
                        <p:tgtEl>
                          <p:spTgt spid="20"/>
                        </p:tgtEl>
                        <p:attrNameLst>
                          <p:attrName>ppt_h</p:attrName>
                        </p:attrNameLst>
                      </p:cBhvr>
                      <p:tavLst>
                        <p:tav tm="0">
                          <p:val>
                            <p:fltVal val="0"/>
                          </p:val>
                        </p:tav>
                        <p:tav tm="100000">
                          <p:val>
                            <p:strVal val="#ppt_h"/>
                          </p:val>
                        </p:tav>
                      </p:tavLst>
                    </p:anim>
                    <p:animEffect transition="in" filter="fade">
                      <p:cBhvr>
                        <p:cTn dur="500"/>
                        <p:tgtEl>
                          <p:spTgt spid="20"/>
                        </p:tgtEl>
                      </p:cBhvr>
                    </p:animEffect>
                  </p:childTnLst>
                </p:cTn>
              </p:par>
            </p:tnLst>
          </p:tmpl>
        </p:tmplLst>
      </p:bldP>
      <p:bldP spid="21"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1"/>
                        </p:tgtEl>
                        <p:attrNameLst>
                          <p:attrName>style.visibility</p:attrName>
                        </p:attrNameLst>
                      </p:cBhvr>
                      <p:to>
                        <p:strVal val="visible"/>
                      </p:to>
                    </p:set>
                    <p:animEffect transition="in" filter="fade">
                      <p:cBhvr>
                        <p:cTn dur="500"/>
                        <p:tgtEl>
                          <p:spTgt spid="21"/>
                        </p:tgtEl>
                      </p:cBhvr>
                    </p:animEffect>
                    <p:anim calcmode="lin" valueType="num">
                      <p:cBhvr>
                        <p:cTn dur="500" fill="hold"/>
                        <p:tgtEl>
                          <p:spTgt spid="21"/>
                        </p:tgtEl>
                        <p:attrNameLst>
                          <p:attrName>ppt_x</p:attrName>
                        </p:attrNameLst>
                      </p:cBhvr>
                      <p:tavLst>
                        <p:tav tm="0">
                          <p:val>
                            <p:strVal val="#ppt_x"/>
                          </p:val>
                        </p:tav>
                        <p:tav tm="100000">
                          <p:val>
                            <p:strVal val="#ppt_x"/>
                          </p:val>
                        </p:tav>
                      </p:tavLst>
                    </p:anim>
                    <p:anim calcmode="lin" valueType="num">
                      <p:cBhvr>
                        <p:cTn dur="500" fill="hold"/>
                        <p:tgtEl>
                          <p:spTgt spid="21"/>
                        </p:tgtEl>
                        <p:attrNameLst>
                          <p:attrName>ppt_y</p:attrName>
                        </p:attrNameLst>
                      </p:cBhvr>
                      <p:tavLst>
                        <p:tav tm="0">
                          <p:val>
                            <p:strVal val="#ppt_y+.1"/>
                          </p:val>
                        </p:tav>
                        <p:tav tm="100000">
                          <p:val>
                            <p:strVal val="#ppt_y"/>
                          </p:val>
                        </p:tav>
                      </p:tavLst>
                    </p:anim>
                  </p:childTnLst>
                </p:cTn>
              </p:par>
            </p:tnLst>
          </p:tmpl>
        </p:tmplLst>
      </p:bldP>
      <p:bldP spid="22"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2"/>
                        </p:tgtEl>
                        <p:attrNameLst>
                          <p:attrName>style.visibility</p:attrName>
                        </p:attrNameLst>
                      </p:cBhvr>
                      <p:to>
                        <p:strVal val="visible"/>
                      </p:to>
                    </p:set>
                    <p:anim calcmode="lin" valueType="num">
                      <p:cBhvr>
                        <p:cTn dur="500" fill="hold"/>
                        <p:tgtEl>
                          <p:spTgt spid="22"/>
                        </p:tgtEl>
                        <p:attrNameLst>
                          <p:attrName>ppt_w</p:attrName>
                        </p:attrNameLst>
                      </p:cBhvr>
                      <p:tavLst>
                        <p:tav tm="0">
                          <p:val>
                            <p:fltVal val="0"/>
                          </p:val>
                        </p:tav>
                        <p:tav tm="100000">
                          <p:val>
                            <p:strVal val="#ppt_w"/>
                          </p:val>
                        </p:tav>
                      </p:tavLst>
                    </p:anim>
                    <p:anim calcmode="lin" valueType="num">
                      <p:cBhvr>
                        <p:cTn dur="500" fill="hold"/>
                        <p:tgtEl>
                          <p:spTgt spid="22"/>
                        </p:tgtEl>
                        <p:attrNameLst>
                          <p:attrName>ppt_h</p:attrName>
                        </p:attrNameLst>
                      </p:cBhvr>
                      <p:tavLst>
                        <p:tav tm="0">
                          <p:val>
                            <p:fltVal val="0"/>
                          </p:val>
                        </p:tav>
                        <p:tav tm="100000">
                          <p:val>
                            <p:strVal val="#ppt_h"/>
                          </p:val>
                        </p:tav>
                      </p:tavLst>
                    </p:anim>
                    <p:animEffect transition="in" filter="fade">
                      <p:cBhvr>
                        <p:cTn dur="500"/>
                        <p:tgtEl>
                          <p:spTgt spid="22"/>
                        </p:tgtEl>
                      </p:cBhvr>
                    </p:animEffect>
                  </p:childTnLst>
                </p:cTn>
              </p:par>
            </p:tnLst>
          </p:tmpl>
        </p:tmplLst>
      </p:bldP>
      <p:bldP spid="30"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30"/>
                        </p:tgtEl>
                        <p:attrNameLst>
                          <p:attrName>style.visibility</p:attrName>
                        </p:attrNameLst>
                      </p:cBhvr>
                      <p:to>
                        <p:strVal val="visible"/>
                      </p:to>
                    </p:set>
                    <p:animEffect transition="in" filter="fade">
                      <p:cBhvr>
                        <p:cTn dur="500"/>
                        <p:tgtEl>
                          <p:spTgt spid="30"/>
                        </p:tgtEl>
                      </p:cBhvr>
                    </p:animEffect>
                    <p:anim calcmode="lin" valueType="num">
                      <p:cBhvr>
                        <p:cTn dur="500" fill="hold"/>
                        <p:tgtEl>
                          <p:spTgt spid="30"/>
                        </p:tgtEl>
                        <p:attrNameLst>
                          <p:attrName>ppt_x</p:attrName>
                        </p:attrNameLst>
                      </p:cBhvr>
                      <p:tavLst>
                        <p:tav tm="0">
                          <p:val>
                            <p:strVal val="#ppt_x"/>
                          </p:val>
                        </p:tav>
                        <p:tav tm="100000">
                          <p:val>
                            <p:strVal val="#ppt_x"/>
                          </p:val>
                        </p:tav>
                      </p:tavLst>
                    </p:anim>
                    <p:anim calcmode="lin" valueType="num">
                      <p:cBhvr>
                        <p:cTn dur="500" fill="hold"/>
                        <p:tgtEl>
                          <p:spTgt spid="30"/>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530.xml><?xml version="1.0" encoding="utf-8"?>
<p:sldLayout xmlns:a="http://schemas.openxmlformats.org/drawingml/2006/main" xmlns:r="http://schemas.openxmlformats.org/officeDocument/2006/relationships" xmlns:p="http://schemas.openxmlformats.org/presentationml/2006/main" preserve="1" userDrawn="1">
  <p:cSld name="12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31" name="Picture Placeholder 30"/>
          <p:cNvSpPr>
            <a:spLocks noGrp="1"/>
          </p:cNvSpPr>
          <p:nvPr>
            <p:ph type="pic" sz="quarter" idx="33" hasCustomPrompt="1"/>
          </p:nvPr>
        </p:nvSpPr>
        <p:spPr>
          <a:xfrm>
            <a:off x="308985" y="1987212"/>
            <a:ext cx="3773920" cy="2183006"/>
          </a:xfrm>
          <a:solidFill>
            <a:schemeClr val="bg1">
              <a:lumMod val="85000"/>
            </a:schemeClr>
          </a:solidFill>
        </p:spPr>
        <p:txBody>
          <a:bodyPr/>
          <a:lstStyle>
            <a:lvl1pPr>
              <a:defRPr/>
            </a:lvl1pPr>
          </a:lstStyle>
          <a:p>
            <a:r>
              <a:rPr lang="id-ID" dirty="0" smtClean="0"/>
              <a:t>Pic here</a:t>
            </a:r>
            <a:endParaRPr lang="en-AU" dirty="0"/>
          </a:p>
        </p:txBody>
      </p:sp>
      <p:sp>
        <p:nvSpPr>
          <p:cNvPr id="25" name="Picture Placeholder 30"/>
          <p:cNvSpPr>
            <a:spLocks noGrp="1"/>
          </p:cNvSpPr>
          <p:nvPr>
            <p:ph type="pic" sz="quarter" idx="34" hasCustomPrompt="1"/>
          </p:nvPr>
        </p:nvSpPr>
        <p:spPr>
          <a:xfrm>
            <a:off x="308985" y="4300488"/>
            <a:ext cx="3773920" cy="2183006"/>
          </a:xfrm>
          <a:solidFill>
            <a:schemeClr val="bg1">
              <a:lumMod val="85000"/>
            </a:schemeClr>
          </a:solidFill>
        </p:spPr>
        <p:txBody>
          <a:bodyPr/>
          <a:lstStyle>
            <a:lvl1pPr>
              <a:defRPr/>
            </a:lvl1pPr>
          </a:lstStyle>
          <a:p>
            <a:r>
              <a:rPr lang="id-ID" dirty="0" smtClean="0"/>
              <a:t>Pic here</a:t>
            </a:r>
            <a:endParaRPr lang="en-AU" dirty="0"/>
          </a:p>
        </p:txBody>
      </p:sp>
      <p:sp>
        <p:nvSpPr>
          <p:cNvPr id="42" name="Picture Placeholder 30"/>
          <p:cNvSpPr>
            <a:spLocks noGrp="1"/>
          </p:cNvSpPr>
          <p:nvPr>
            <p:ph type="pic" sz="quarter" idx="35" hasCustomPrompt="1"/>
          </p:nvPr>
        </p:nvSpPr>
        <p:spPr>
          <a:xfrm>
            <a:off x="4209040" y="1987212"/>
            <a:ext cx="3773920" cy="2183006"/>
          </a:xfrm>
          <a:solidFill>
            <a:schemeClr val="bg1">
              <a:lumMod val="85000"/>
            </a:schemeClr>
          </a:solidFill>
        </p:spPr>
        <p:txBody>
          <a:bodyPr/>
          <a:lstStyle>
            <a:lvl1pPr>
              <a:defRPr/>
            </a:lvl1pPr>
          </a:lstStyle>
          <a:p>
            <a:r>
              <a:rPr lang="id-ID" dirty="0" smtClean="0"/>
              <a:t>Pic here</a:t>
            </a:r>
            <a:endParaRPr lang="en-AU" dirty="0"/>
          </a:p>
        </p:txBody>
      </p:sp>
      <p:sp>
        <p:nvSpPr>
          <p:cNvPr id="43" name="Picture Placeholder 30"/>
          <p:cNvSpPr>
            <a:spLocks noGrp="1"/>
          </p:cNvSpPr>
          <p:nvPr>
            <p:ph type="pic" sz="quarter" idx="36" hasCustomPrompt="1"/>
          </p:nvPr>
        </p:nvSpPr>
        <p:spPr>
          <a:xfrm>
            <a:off x="4209040" y="4300488"/>
            <a:ext cx="3773920" cy="2183006"/>
          </a:xfrm>
          <a:solidFill>
            <a:schemeClr val="bg1">
              <a:lumMod val="85000"/>
            </a:schemeClr>
          </a:solidFill>
        </p:spPr>
        <p:txBody>
          <a:bodyPr/>
          <a:lstStyle>
            <a:lvl1pPr>
              <a:defRPr/>
            </a:lvl1pPr>
          </a:lstStyle>
          <a:p>
            <a:r>
              <a:rPr lang="id-ID" dirty="0" smtClean="0"/>
              <a:t>Pic here</a:t>
            </a:r>
            <a:endParaRPr lang="en-AU" dirty="0"/>
          </a:p>
        </p:txBody>
      </p:sp>
      <p:sp>
        <p:nvSpPr>
          <p:cNvPr id="44" name="Picture Placeholder 30"/>
          <p:cNvSpPr>
            <a:spLocks noGrp="1"/>
          </p:cNvSpPr>
          <p:nvPr>
            <p:ph type="pic" sz="quarter" idx="37" hasCustomPrompt="1"/>
          </p:nvPr>
        </p:nvSpPr>
        <p:spPr>
          <a:xfrm>
            <a:off x="8109095" y="1987212"/>
            <a:ext cx="3773920" cy="2183006"/>
          </a:xfrm>
          <a:solidFill>
            <a:schemeClr val="bg1">
              <a:lumMod val="85000"/>
            </a:schemeClr>
          </a:solidFill>
        </p:spPr>
        <p:txBody>
          <a:bodyPr/>
          <a:lstStyle>
            <a:lvl1pPr>
              <a:defRPr/>
            </a:lvl1pPr>
          </a:lstStyle>
          <a:p>
            <a:r>
              <a:rPr lang="id-ID" dirty="0" smtClean="0"/>
              <a:t>Pic here</a:t>
            </a:r>
            <a:endParaRPr lang="en-AU" dirty="0"/>
          </a:p>
        </p:txBody>
      </p:sp>
      <p:sp>
        <p:nvSpPr>
          <p:cNvPr id="45" name="Picture Placeholder 30"/>
          <p:cNvSpPr>
            <a:spLocks noGrp="1"/>
          </p:cNvSpPr>
          <p:nvPr>
            <p:ph type="pic" sz="quarter" idx="38" hasCustomPrompt="1"/>
          </p:nvPr>
        </p:nvSpPr>
        <p:spPr>
          <a:xfrm>
            <a:off x="8109095" y="4300488"/>
            <a:ext cx="3773920" cy="2183006"/>
          </a:xfrm>
          <a:solidFill>
            <a:schemeClr val="bg1">
              <a:lumMod val="85000"/>
            </a:schemeClr>
          </a:solidFill>
        </p:spPr>
        <p:txBody>
          <a:bodyPr/>
          <a:lstStyle>
            <a:lvl1pPr>
              <a:defRPr/>
            </a:lvl1pPr>
          </a:lstStyle>
          <a:p>
            <a:r>
              <a:rPr lang="id-ID" dirty="0" smtClean="0"/>
              <a:t>Pic here</a:t>
            </a:r>
            <a:endParaRPr lang="en-AU" dirty="0"/>
          </a:p>
        </p:txBody>
      </p:sp>
    </p:spTree>
    <p:extLst>
      <p:ext uri="{BB962C8B-B14F-4D97-AF65-F5344CB8AC3E}">
        <p14:creationId xmlns:p14="http://schemas.microsoft.com/office/powerpoint/2010/main" val="139129117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42" presetClass="entr" presetSubtype="0" fill="hold" grpId="0" nodeType="afterEffect">
                                  <p:stCondLst>
                                    <p:cond delay="0"/>
                                  </p:stCondLst>
                                  <p:childTnLst>
                                    <p:set>
                                      <p:cBhvr>
                                        <p:cTn id="20" dur="1" fill="hold">
                                          <p:stCondLst>
                                            <p:cond delay="0"/>
                                          </p:stCondLst>
                                        </p:cTn>
                                        <p:tgtEl>
                                          <p:spTgt spid="31"/>
                                        </p:tgtEl>
                                        <p:attrNameLst>
                                          <p:attrName>style.visibility</p:attrName>
                                        </p:attrNameLst>
                                      </p:cBhvr>
                                      <p:to>
                                        <p:strVal val="visible"/>
                                      </p:to>
                                    </p:set>
                                    <p:animEffect transition="in" filter="fade">
                                      <p:cBhvr>
                                        <p:cTn id="21" dur="500"/>
                                        <p:tgtEl>
                                          <p:spTgt spid="31"/>
                                        </p:tgtEl>
                                      </p:cBhvr>
                                    </p:animEffect>
                                    <p:anim calcmode="lin" valueType="num">
                                      <p:cBhvr>
                                        <p:cTn id="22" dur="500" fill="hold"/>
                                        <p:tgtEl>
                                          <p:spTgt spid="31"/>
                                        </p:tgtEl>
                                        <p:attrNameLst>
                                          <p:attrName>ppt_x</p:attrName>
                                        </p:attrNameLst>
                                      </p:cBhvr>
                                      <p:tavLst>
                                        <p:tav tm="0">
                                          <p:val>
                                            <p:strVal val="#ppt_x"/>
                                          </p:val>
                                        </p:tav>
                                        <p:tav tm="100000">
                                          <p:val>
                                            <p:strVal val="#ppt_x"/>
                                          </p:val>
                                        </p:tav>
                                      </p:tavLst>
                                    </p:anim>
                                    <p:anim calcmode="lin" valueType="num">
                                      <p:cBhvr>
                                        <p:cTn id="23" dur="500" fill="hold"/>
                                        <p:tgtEl>
                                          <p:spTgt spid="31"/>
                                        </p:tgtEl>
                                        <p:attrNameLst>
                                          <p:attrName>ppt_y</p:attrName>
                                        </p:attrNameLst>
                                      </p:cBhvr>
                                      <p:tavLst>
                                        <p:tav tm="0">
                                          <p:val>
                                            <p:strVal val="#ppt_y+.1"/>
                                          </p:val>
                                        </p:tav>
                                        <p:tav tm="100000">
                                          <p:val>
                                            <p:strVal val="#ppt_y"/>
                                          </p:val>
                                        </p:tav>
                                      </p:tavLst>
                                    </p:anim>
                                  </p:childTnLst>
                                </p:cTn>
                              </p:par>
                            </p:childTnLst>
                          </p:cTn>
                        </p:par>
                        <p:par>
                          <p:cTn id="24" fill="hold">
                            <p:stCondLst>
                              <p:cond delay="2000"/>
                            </p:stCondLst>
                            <p:childTnLst>
                              <p:par>
                                <p:cTn id="25" presetID="42" presetClass="entr" presetSubtype="0" fill="hold" grpId="0" nodeType="afterEffect">
                                  <p:stCondLst>
                                    <p:cond delay="0"/>
                                  </p:stCondLst>
                                  <p:childTnLst>
                                    <p:set>
                                      <p:cBhvr>
                                        <p:cTn id="26" dur="1" fill="hold">
                                          <p:stCondLst>
                                            <p:cond delay="0"/>
                                          </p:stCondLst>
                                        </p:cTn>
                                        <p:tgtEl>
                                          <p:spTgt spid="25"/>
                                        </p:tgtEl>
                                        <p:attrNameLst>
                                          <p:attrName>style.visibility</p:attrName>
                                        </p:attrNameLst>
                                      </p:cBhvr>
                                      <p:to>
                                        <p:strVal val="visible"/>
                                      </p:to>
                                    </p:set>
                                    <p:animEffect transition="in" filter="fade">
                                      <p:cBhvr>
                                        <p:cTn id="27" dur="500"/>
                                        <p:tgtEl>
                                          <p:spTgt spid="25"/>
                                        </p:tgtEl>
                                      </p:cBhvr>
                                    </p:animEffect>
                                    <p:anim calcmode="lin" valueType="num">
                                      <p:cBhvr>
                                        <p:cTn id="28" dur="500" fill="hold"/>
                                        <p:tgtEl>
                                          <p:spTgt spid="25"/>
                                        </p:tgtEl>
                                        <p:attrNameLst>
                                          <p:attrName>ppt_x</p:attrName>
                                        </p:attrNameLst>
                                      </p:cBhvr>
                                      <p:tavLst>
                                        <p:tav tm="0">
                                          <p:val>
                                            <p:strVal val="#ppt_x"/>
                                          </p:val>
                                        </p:tav>
                                        <p:tav tm="100000">
                                          <p:val>
                                            <p:strVal val="#ppt_x"/>
                                          </p:val>
                                        </p:tav>
                                      </p:tavLst>
                                    </p:anim>
                                    <p:anim calcmode="lin" valueType="num">
                                      <p:cBhvr>
                                        <p:cTn id="29" dur="500" fill="hold"/>
                                        <p:tgtEl>
                                          <p:spTgt spid="25"/>
                                        </p:tgtEl>
                                        <p:attrNameLst>
                                          <p:attrName>ppt_y</p:attrName>
                                        </p:attrNameLst>
                                      </p:cBhvr>
                                      <p:tavLst>
                                        <p:tav tm="0">
                                          <p:val>
                                            <p:strVal val="#ppt_y+.1"/>
                                          </p:val>
                                        </p:tav>
                                        <p:tav tm="100000">
                                          <p:val>
                                            <p:strVal val="#ppt_y"/>
                                          </p:val>
                                        </p:tav>
                                      </p:tavLst>
                                    </p:anim>
                                  </p:childTnLst>
                                </p:cTn>
                              </p:par>
                            </p:childTnLst>
                          </p:cTn>
                        </p:par>
                        <p:par>
                          <p:cTn id="30" fill="hold">
                            <p:stCondLst>
                              <p:cond delay="2500"/>
                            </p:stCondLst>
                            <p:childTnLst>
                              <p:par>
                                <p:cTn id="31" presetID="42" presetClass="entr" presetSubtype="0" fill="hold" grpId="0" nodeType="afterEffect">
                                  <p:stCondLst>
                                    <p:cond delay="0"/>
                                  </p:stCondLst>
                                  <p:childTnLst>
                                    <p:set>
                                      <p:cBhvr>
                                        <p:cTn id="32" dur="1" fill="hold">
                                          <p:stCondLst>
                                            <p:cond delay="0"/>
                                          </p:stCondLst>
                                        </p:cTn>
                                        <p:tgtEl>
                                          <p:spTgt spid="42"/>
                                        </p:tgtEl>
                                        <p:attrNameLst>
                                          <p:attrName>style.visibility</p:attrName>
                                        </p:attrNameLst>
                                      </p:cBhvr>
                                      <p:to>
                                        <p:strVal val="visible"/>
                                      </p:to>
                                    </p:set>
                                    <p:animEffect transition="in" filter="fade">
                                      <p:cBhvr>
                                        <p:cTn id="33" dur="500"/>
                                        <p:tgtEl>
                                          <p:spTgt spid="42"/>
                                        </p:tgtEl>
                                      </p:cBhvr>
                                    </p:animEffect>
                                    <p:anim calcmode="lin" valueType="num">
                                      <p:cBhvr>
                                        <p:cTn id="34" dur="500" fill="hold"/>
                                        <p:tgtEl>
                                          <p:spTgt spid="42"/>
                                        </p:tgtEl>
                                        <p:attrNameLst>
                                          <p:attrName>ppt_x</p:attrName>
                                        </p:attrNameLst>
                                      </p:cBhvr>
                                      <p:tavLst>
                                        <p:tav tm="0">
                                          <p:val>
                                            <p:strVal val="#ppt_x"/>
                                          </p:val>
                                        </p:tav>
                                        <p:tav tm="100000">
                                          <p:val>
                                            <p:strVal val="#ppt_x"/>
                                          </p:val>
                                        </p:tav>
                                      </p:tavLst>
                                    </p:anim>
                                    <p:anim calcmode="lin" valueType="num">
                                      <p:cBhvr>
                                        <p:cTn id="35" dur="500" fill="hold"/>
                                        <p:tgtEl>
                                          <p:spTgt spid="42"/>
                                        </p:tgtEl>
                                        <p:attrNameLst>
                                          <p:attrName>ppt_y</p:attrName>
                                        </p:attrNameLst>
                                      </p:cBhvr>
                                      <p:tavLst>
                                        <p:tav tm="0">
                                          <p:val>
                                            <p:strVal val="#ppt_y+.1"/>
                                          </p:val>
                                        </p:tav>
                                        <p:tav tm="100000">
                                          <p:val>
                                            <p:strVal val="#ppt_y"/>
                                          </p:val>
                                        </p:tav>
                                      </p:tavLst>
                                    </p:anim>
                                  </p:childTnLst>
                                </p:cTn>
                              </p:par>
                            </p:childTnLst>
                          </p:cTn>
                        </p:par>
                        <p:par>
                          <p:cTn id="36" fill="hold">
                            <p:stCondLst>
                              <p:cond delay="3000"/>
                            </p:stCondLst>
                            <p:childTnLst>
                              <p:par>
                                <p:cTn id="37" presetID="42" presetClass="entr" presetSubtype="0" fill="hold" grpId="0" nodeType="afterEffect">
                                  <p:stCondLst>
                                    <p:cond delay="0"/>
                                  </p:stCondLst>
                                  <p:childTnLst>
                                    <p:set>
                                      <p:cBhvr>
                                        <p:cTn id="38" dur="1" fill="hold">
                                          <p:stCondLst>
                                            <p:cond delay="0"/>
                                          </p:stCondLst>
                                        </p:cTn>
                                        <p:tgtEl>
                                          <p:spTgt spid="43"/>
                                        </p:tgtEl>
                                        <p:attrNameLst>
                                          <p:attrName>style.visibility</p:attrName>
                                        </p:attrNameLst>
                                      </p:cBhvr>
                                      <p:to>
                                        <p:strVal val="visible"/>
                                      </p:to>
                                    </p:set>
                                    <p:animEffect transition="in" filter="fade">
                                      <p:cBhvr>
                                        <p:cTn id="39" dur="500"/>
                                        <p:tgtEl>
                                          <p:spTgt spid="43"/>
                                        </p:tgtEl>
                                      </p:cBhvr>
                                    </p:animEffect>
                                    <p:anim calcmode="lin" valueType="num">
                                      <p:cBhvr>
                                        <p:cTn id="40" dur="500" fill="hold"/>
                                        <p:tgtEl>
                                          <p:spTgt spid="43"/>
                                        </p:tgtEl>
                                        <p:attrNameLst>
                                          <p:attrName>ppt_x</p:attrName>
                                        </p:attrNameLst>
                                      </p:cBhvr>
                                      <p:tavLst>
                                        <p:tav tm="0">
                                          <p:val>
                                            <p:strVal val="#ppt_x"/>
                                          </p:val>
                                        </p:tav>
                                        <p:tav tm="100000">
                                          <p:val>
                                            <p:strVal val="#ppt_x"/>
                                          </p:val>
                                        </p:tav>
                                      </p:tavLst>
                                    </p:anim>
                                    <p:anim calcmode="lin" valueType="num">
                                      <p:cBhvr>
                                        <p:cTn id="41" dur="500" fill="hold"/>
                                        <p:tgtEl>
                                          <p:spTgt spid="43"/>
                                        </p:tgtEl>
                                        <p:attrNameLst>
                                          <p:attrName>ppt_y</p:attrName>
                                        </p:attrNameLst>
                                      </p:cBhvr>
                                      <p:tavLst>
                                        <p:tav tm="0">
                                          <p:val>
                                            <p:strVal val="#ppt_y+.1"/>
                                          </p:val>
                                        </p:tav>
                                        <p:tav tm="100000">
                                          <p:val>
                                            <p:strVal val="#ppt_y"/>
                                          </p:val>
                                        </p:tav>
                                      </p:tavLst>
                                    </p:anim>
                                  </p:childTnLst>
                                </p:cTn>
                              </p:par>
                            </p:childTnLst>
                          </p:cTn>
                        </p:par>
                        <p:par>
                          <p:cTn id="42" fill="hold">
                            <p:stCondLst>
                              <p:cond delay="3500"/>
                            </p:stCondLst>
                            <p:childTnLst>
                              <p:par>
                                <p:cTn id="43" presetID="42" presetClass="entr" presetSubtype="0" fill="hold" grpId="0" nodeType="afterEffect">
                                  <p:stCondLst>
                                    <p:cond delay="0"/>
                                  </p:stCondLst>
                                  <p:childTnLst>
                                    <p:set>
                                      <p:cBhvr>
                                        <p:cTn id="44" dur="1" fill="hold">
                                          <p:stCondLst>
                                            <p:cond delay="0"/>
                                          </p:stCondLst>
                                        </p:cTn>
                                        <p:tgtEl>
                                          <p:spTgt spid="44"/>
                                        </p:tgtEl>
                                        <p:attrNameLst>
                                          <p:attrName>style.visibility</p:attrName>
                                        </p:attrNameLst>
                                      </p:cBhvr>
                                      <p:to>
                                        <p:strVal val="visible"/>
                                      </p:to>
                                    </p:set>
                                    <p:animEffect transition="in" filter="fade">
                                      <p:cBhvr>
                                        <p:cTn id="45" dur="500"/>
                                        <p:tgtEl>
                                          <p:spTgt spid="44"/>
                                        </p:tgtEl>
                                      </p:cBhvr>
                                    </p:animEffect>
                                    <p:anim calcmode="lin" valueType="num">
                                      <p:cBhvr>
                                        <p:cTn id="46" dur="500" fill="hold"/>
                                        <p:tgtEl>
                                          <p:spTgt spid="44"/>
                                        </p:tgtEl>
                                        <p:attrNameLst>
                                          <p:attrName>ppt_x</p:attrName>
                                        </p:attrNameLst>
                                      </p:cBhvr>
                                      <p:tavLst>
                                        <p:tav tm="0">
                                          <p:val>
                                            <p:strVal val="#ppt_x"/>
                                          </p:val>
                                        </p:tav>
                                        <p:tav tm="100000">
                                          <p:val>
                                            <p:strVal val="#ppt_x"/>
                                          </p:val>
                                        </p:tav>
                                      </p:tavLst>
                                    </p:anim>
                                    <p:anim calcmode="lin" valueType="num">
                                      <p:cBhvr>
                                        <p:cTn id="47" dur="500" fill="hold"/>
                                        <p:tgtEl>
                                          <p:spTgt spid="44"/>
                                        </p:tgtEl>
                                        <p:attrNameLst>
                                          <p:attrName>ppt_y</p:attrName>
                                        </p:attrNameLst>
                                      </p:cBhvr>
                                      <p:tavLst>
                                        <p:tav tm="0">
                                          <p:val>
                                            <p:strVal val="#ppt_y+.1"/>
                                          </p:val>
                                        </p:tav>
                                        <p:tav tm="100000">
                                          <p:val>
                                            <p:strVal val="#ppt_y"/>
                                          </p:val>
                                        </p:tav>
                                      </p:tavLst>
                                    </p:anim>
                                  </p:childTnLst>
                                </p:cTn>
                              </p:par>
                            </p:childTnLst>
                          </p:cTn>
                        </p:par>
                        <p:par>
                          <p:cTn id="48" fill="hold">
                            <p:stCondLst>
                              <p:cond delay="4000"/>
                            </p:stCondLst>
                            <p:childTnLst>
                              <p:par>
                                <p:cTn id="49" presetID="42" presetClass="entr" presetSubtype="0" fill="hold" grpId="0" nodeType="afterEffect">
                                  <p:stCondLst>
                                    <p:cond delay="0"/>
                                  </p:stCondLst>
                                  <p:childTnLst>
                                    <p:set>
                                      <p:cBhvr>
                                        <p:cTn id="50" dur="1" fill="hold">
                                          <p:stCondLst>
                                            <p:cond delay="0"/>
                                          </p:stCondLst>
                                        </p:cTn>
                                        <p:tgtEl>
                                          <p:spTgt spid="45"/>
                                        </p:tgtEl>
                                        <p:attrNameLst>
                                          <p:attrName>style.visibility</p:attrName>
                                        </p:attrNameLst>
                                      </p:cBhvr>
                                      <p:to>
                                        <p:strVal val="visible"/>
                                      </p:to>
                                    </p:set>
                                    <p:animEffect transition="in" filter="fade">
                                      <p:cBhvr>
                                        <p:cTn id="51" dur="500"/>
                                        <p:tgtEl>
                                          <p:spTgt spid="45"/>
                                        </p:tgtEl>
                                      </p:cBhvr>
                                    </p:animEffect>
                                    <p:anim calcmode="lin" valueType="num">
                                      <p:cBhvr>
                                        <p:cTn id="52" dur="500" fill="hold"/>
                                        <p:tgtEl>
                                          <p:spTgt spid="45"/>
                                        </p:tgtEl>
                                        <p:attrNameLst>
                                          <p:attrName>ppt_x</p:attrName>
                                        </p:attrNameLst>
                                      </p:cBhvr>
                                      <p:tavLst>
                                        <p:tav tm="0">
                                          <p:val>
                                            <p:strVal val="#ppt_x"/>
                                          </p:val>
                                        </p:tav>
                                        <p:tav tm="100000">
                                          <p:val>
                                            <p:strVal val="#ppt_x"/>
                                          </p:val>
                                        </p:tav>
                                      </p:tavLst>
                                    </p:anim>
                                    <p:anim calcmode="lin" valueType="num">
                                      <p:cBhvr>
                                        <p:cTn id="53" dur="500" fill="hold"/>
                                        <p:tgtEl>
                                          <p:spTgt spid="4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31" grpId="0" animBg="1"/>
      <p:bldP spid="25" grpId="0" animBg="1"/>
      <p:bldP spid="42" grpId="0" animBg="1"/>
      <p:bldP spid="43" grpId="0" animBg="1"/>
      <p:bldP spid="44" grpId="0" animBg="1"/>
      <p:bldP spid="45" grpId="0" animBg="1"/>
    </p:bldLst>
  </p:timing>
</p:sldLayout>
</file>

<file path=ppt/slideLayouts/slideLayout531.xml><?xml version="1.0" encoding="utf-8"?>
<p:sldLayout xmlns:a="http://schemas.openxmlformats.org/drawingml/2006/main" xmlns:r="http://schemas.openxmlformats.org/officeDocument/2006/relationships" xmlns:p="http://schemas.openxmlformats.org/presentationml/2006/main" preserve="1" userDrawn="1">
  <p:cSld name="14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42" name="Picture Placeholder 30"/>
          <p:cNvSpPr>
            <a:spLocks noGrp="1"/>
          </p:cNvSpPr>
          <p:nvPr>
            <p:ph type="pic" sz="quarter" idx="35" hasCustomPrompt="1"/>
          </p:nvPr>
        </p:nvSpPr>
        <p:spPr>
          <a:xfrm>
            <a:off x="507135" y="1983474"/>
            <a:ext cx="5519593" cy="2183006"/>
          </a:xfrm>
          <a:solidFill>
            <a:schemeClr val="bg1">
              <a:lumMod val="85000"/>
            </a:schemeClr>
          </a:solidFill>
        </p:spPr>
        <p:txBody>
          <a:bodyPr/>
          <a:lstStyle>
            <a:lvl1pPr>
              <a:defRPr/>
            </a:lvl1pPr>
          </a:lstStyle>
          <a:p>
            <a:r>
              <a:rPr lang="id-ID" dirty="0" smtClean="0"/>
              <a:t>Pic here</a:t>
            </a:r>
            <a:endParaRPr lang="en-AU" dirty="0"/>
          </a:p>
        </p:txBody>
      </p:sp>
      <p:sp>
        <p:nvSpPr>
          <p:cNvPr id="43" name="Picture Placeholder 30"/>
          <p:cNvSpPr>
            <a:spLocks noGrp="1"/>
          </p:cNvSpPr>
          <p:nvPr>
            <p:ph type="pic" sz="quarter" idx="36" hasCustomPrompt="1"/>
          </p:nvPr>
        </p:nvSpPr>
        <p:spPr>
          <a:xfrm>
            <a:off x="507134" y="4342054"/>
            <a:ext cx="5519593" cy="2183006"/>
          </a:xfrm>
          <a:solidFill>
            <a:schemeClr val="bg1">
              <a:lumMod val="85000"/>
            </a:schemeClr>
          </a:solidFill>
        </p:spPr>
        <p:txBody>
          <a:bodyPr/>
          <a:lstStyle>
            <a:lvl1pPr>
              <a:defRPr/>
            </a:lvl1pPr>
          </a:lstStyle>
          <a:p>
            <a:r>
              <a:rPr lang="id-ID" dirty="0" smtClean="0"/>
              <a:t>Pic here</a:t>
            </a:r>
            <a:endParaRPr lang="en-AU" dirty="0"/>
          </a:p>
        </p:txBody>
      </p:sp>
      <p:sp>
        <p:nvSpPr>
          <p:cNvPr id="16" name="Picture Placeholder 30"/>
          <p:cNvSpPr>
            <a:spLocks noGrp="1"/>
          </p:cNvSpPr>
          <p:nvPr>
            <p:ph type="pic" sz="quarter" idx="37" hasCustomPrompt="1"/>
          </p:nvPr>
        </p:nvSpPr>
        <p:spPr>
          <a:xfrm>
            <a:off x="6179133" y="1983474"/>
            <a:ext cx="5519593" cy="2183006"/>
          </a:xfrm>
          <a:solidFill>
            <a:schemeClr val="bg1">
              <a:lumMod val="85000"/>
            </a:schemeClr>
          </a:solidFill>
        </p:spPr>
        <p:txBody>
          <a:bodyPr/>
          <a:lstStyle>
            <a:lvl1pPr>
              <a:defRPr/>
            </a:lvl1pPr>
          </a:lstStyle>
          <a:p>
            <a:r>
              <a:rPr lang="id-ID" dirty="0" smtClean="0"/>
              <a:t>Pic here</a:t>
            </a:r>
            <a:endParaRPr lang="en-AU" dirty="0"/>
          </a:p>
        </p:txBody>
      </p:sp>
      <p:sp>
        <p:nvSpPr>
          <p:cNvPr id="17" name="Picture Placeholder 30"/>
          <p:cNvSpPr>
            <a:spLocks noGrp="1"/>
          </p:cNvSpPr>
          <p:nvPr>
            <p:ph type="pic" sz="quarter" idx="38" hasCustomPrompt="1"/>
          </p:nvPr>
        </p:nvSpPr>
        <p:spPr>
          <a:xfrm>
            <a:off x="6179132" y="4342054"/>
            <a:ext cx="5519593" cy="2183006"/>
          </a:xfrm>
          <a:solidFill>
            <a:schemeClr val="bg1">
              <a:lumMod val="85000"/>
            </a:schemeClr>
          </a:solidFill>
        </p:spPr>
        <p:txBody>
          <a:bodyPr/>
          <a:lstStyle>
            <a:lvl1pPr>
              <a:defRPr/>
            </a:lvl1pPr>
          </a:lstStyle>
          <a:p>
            <a:r>
              <a:rPr lang="id-ID" dirty="0" smtClean="0"/>
              <a:t>Pic here</a:t>
            </a:r>
            <a:endParaRPr lang="en-AU" dirty="0"/>
          </a:p>
        </p:txBody>
      </p:sp>
      <p:sp>
        <p:nvSpPr>
          <p:cNvPr id="21" name="Picture Placeholder 20"/>
          <p:cNvSpPr>
            <a:spLocks noGrp="1"/>
          </p:cNvSpPr>
          <p:nvPr>
            <p:ph type="pic" sz="quarter" idx="39" hasCustomPrompt="1"/>
          </p:nvPr>
        </p:nvSpPr>
        <p:spPr>
          <a:xfrm>
            <a:off x="4731330" y="2893088"/>
            <a:ext cx="2743200" cy="2743200"/>
          </a:xfrm>
          <a:custGeom>
            <a:avLst/>
            <a:gdLst>
              <a:gd name="connsiteX0" fmla="*/ 1371600 w 2743200"/>
              <a:gd name="connsiteY0" fmla="*/ 0 h 2743200"/>
              <a:gd name="connsiteX1" fmla="*/ 2743200 w 2743200"/>
              <a:gd name="connsiteY1" fmla="*/ 1371600 h 2743200"/>
              <a:gd name="connsiteX2" fmla="*/ 1371600 w 2743200"/>
              <a:gd name="connsiteY2" fmla="*/ 2743200 h 2743200"/>
              <a:gd name="connsiteX3" fmla="*/ 0 w 2743200"/>
              <a:gd name="connsiteY3" fmla="*/ 1371600 h 2743200"/>
              <a:gd name="connsiteX4" fmla="*/ 1371600 w 2743200"/>
              <a:gd name="connsiteY4" fmla="*/ 0 h 2743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2743200">
                <a:moveTo>
                  <a:pt x="1371600" y="0"/>
                </a:moveTo>
                <a:cubicBezTo>
                  <a:pt x="2129114" y="0"/>
                  <a:pt x="2743200" y="614086"/>
                  <a:pt x="2743200" y="1371600"/>
                </a:cubicBezTo>
                <a:cubicBezTo>
                  <a:pt x="2743200" y="2129114"/>
                  <a:pt x="2129114" y="2743200"/>
                  <a:pt x="1371600" y="2743200"/>
                </a:cubicBezTo>
                <a:cubicBezTo>
                  <a:pt x="614086" y="2743200"/>
                  <a:pt x="0" y="2129114"/>
                  <a:pt x="0" y="1371600"/>
                </a:cubicBezTo>
                <a:cubicBezTo>
                  <a:pt x="0" y="614086"/>
                  <a:pt x="614086" y="0"/>
                  <a:pt x="1371600" y="0"/>
                </a:cubicBezTo>
                <a:close/>
              </a:path>
            </a:pathLst>
          </a:custGeom>
          <a:solidFill>
            <a:schemeClr val="accent4"/>
          </a:solidFill>
        </p:spPr>
        <p:txBody>
          <a:bodyPr wrap="square">
            <a:noAutofit/>
          </a:bodyPr>
          <a:lstStyle>
            <a:lvl1pPr algn="r">
              <a:defRPr sz="1000"/>
            </a:lvl1pPr>
          </a:lstStyle>
          <a:p>
            <a:r>
              <a:rPr lang="id-ID" dirty="0" smtClean="0"/>
              <a:t>Nopic</a:t>
            </a:r>
            <a:endParaRPr lang="en-AU" dirty="0"/>
          </a:p>
        </p:txBody>
      </p:sp>
      <p:sp>
        <p:nvSpPr>
          <p:cNvPr id="22" name="Text Placeholder 21"/>
          <p:cNvSpPr>
            <a:spLocks noGrp="1"/>
          </p:cNvSpPr>
          <p:nvPr>
            <p:ph type="body" sz="quarter" idx="20"/>
          </p:nvPr>
        </p:nvSpPr>
        <p:spPr>
          <a:xfrm>
            <a:off x="4731331" y="3492745"/>
            <a:ext cx="2743200" cy="256811"/>
          </a:xfrm>
        </p:spPr>
        <p:txBody>
          <a:bodyPr/>
          <a:lstStyle>
            <a:lvl1pPr algn="ctr">
              <a:defRPr>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3" name="Text Placeholder 21"/>
          <p:cNvSpPr>
            <a:spLocks noGrp="1"/>
          </p:cNvSpPr>
          <p:nvPr>
            <p:ph type="body" sz="quarter" idx="29"/>
          </p:nvPr>
        </p:nvSpPr>
        <p:spPr>
          <a:xfrm>
            <a:off x="4731331" y="3799449"/>
            <a:ext cx="2743200" cy="1304045"/>
          </a:xfrm>
        </p:spPr>
        <p:txBody>
          <a:bodyPr>
            <a:normAutofit/>
          </a:bodyPr>
          <a:lstStyle>
            <a:lvl1pPr algn="ctr">
              <a:defRPr sz="120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Tree>
    <p:extLst>
      <p:ext uri="{BB962C8B-B14F-4D97-AF65-F5344CB8AC3E}">
        <p14:creationId xmlns:p14="http://schemas.microsoft.com/office/powerpoint/2010/main" val="60872087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42" presetClass="entr" presetSubtype="0" fill="hold" grpId="0" nodeType="afterEffect">
                                  <p:stCondLst>
                                    <p:cond delay="0"/>
                                  </p:stCondLst>
                                  <p:childTnLst>
                                    <p:set>
                                      <p:cBhvr>
                                        <p:cTn id="20" dur="1" fill="hold">
                                          <p:stCondLst>
                                            <p:cond delay="0"/>
                                          </p:stCondLst>
                                        </p:cTn>
                                        <p:tgtEl>
                                          <p:spTgt spid="42"/>
                                        </p:tgtEl>
                                        <p:attrNameLst>
                                          <p:attrName>style.visibility</p:attrName>
                                        </p:attrNameLst>
                                      </p:cBhvr>
                                      <p:to>
                                        <p:strVal val="visible"/>
                                      </p:to>
                                    </p:set>
                                    <p:animEffect transition="in" filter="fade">
                                      <p:cBhvr>
                                        <p:cTn id="21" dur="500"/>
                                        <p:tgtEl>
                                          <p:spTgt spid="42"/>
                                        </p:tgtEl>
                                      </p:cBhvr>
                                    </p:animEffect>
                                    <p:anim calcmode="lin" valueType="num">
                                      <p:cBhvr>
                                        <p:cTn id="22" dur="500" fill="hold"/>
                                        <p:tgtEl>
                                          <p:spTgt spid="42"/>
                                        </p:tgtEl>
                                        <p:attrNameLst>
                                          <p:attrName>ppt_x</p:attrName>
                                        </p:attrNameLst>
                                      </p:cBhvr>
                                      <p:tavLst>
                                        <p:tav tm="0">
                                          <p:val>
                                            <p:strVal val="#ppt_x"/>
                                          </p:val>
                                        </p:tav>
                                        <p:tav tm="100000">
                                          <p:val>
                                            <p:strVal val="#ppt_x"/>
                                          </p:val>
                                        </p:tav>
                                      </p:tavLst>
                                    </p:anim>
                                    <p:anim calcmode="lin" valueType="num">
                                      <p:cBhvr>
                                        <p:cTn id="23" dur="500" fill="hold"/>
                                        <p:tgtEl>
                                          <p:spTgt spid="42"/>
                                        </p:tgtEl>
                                        <p:attrNameLst>
                                          <p:attrName>ppt_y</p:attrName>
                                        </p:attrNameLst>
                                      </p:cBhvr>
                                      <p:tavLst>
                                        <p:tav tm="0">
                                          <p:val>
                                            <p:strVal val="#ppt_y+.1"/>
                                          </p:val>
                                        </p:tav>
                                        <p:tav tm="100000">
                                          <p:val>
                                            <p:strVal val="#ppt_y"/>
                                          </p:val>
                                        </p:tav>
                                      </p:tavLst>
                                    </p:anim>
                                  </p:childTnLst>
                                </p:cTn>
                              </p:par>
                            </p:childTnLst>
                          </p:cTn>
                        </p:par>
                        <p:par>
                          <p:cTn id="24" fill="hold">
                            <p:stCondLst>
                              <p:cond delay="2000"/>
                            </p:stCondLst>
                            <p:childTnLst>
                              <p:par>
                                <p:cTn id="25" presetID="42" presetClass="entr" presetSubtype="0" fill="hold" grpId="0" nodeType="afterEffect">
                                  <p:stCondLst>
                                    <p:cond delay="0"/>
                                  </p:stCondLst>
                                  <p:childTnLst>
                                    <p:set>
                                      <p:cBhvr>
                                        <p:cTn id="26" dur="1" fill="hold">
                                          <p:stCondLst>
                                            <p:cond delay="0"/>
                                          </p:stCondLst>
                                        </p:cTn>
                                        <p:tgtEl>
                                          <p:spTgt spid="43"/>
                                        </p:tgtEl>
                                        <p:attrNameLst>
                                          <p:attrName>style.visibility</p:attrName>
                                        </p:attrNameLst>
                                      </p:cBhvr>
                                      <p:to>
                                        <p:strVal val="visible"/>
                                      </p:to>
                                    </p:set>
                                    <p:animEffect transition="in" filter="fade">
                                      <p:cBhvr>
                                        <p:cTn id="27" dur="500"/>
                                        <p:tgtEl>
                                          <p:spTgt spid="43"/>
                                        </p:tgtEl>
                                      </p:cBhvr>
                                    </p:animEffect>
                                    <p:anim calcmode="lin" valueType="num">
                                      <p:cBhvr>
                                        <p:cTn id="28" dur="500" fill="hold"/>
                                        <p:tgtEl>
                                          <p:spTgt spid="43"/>
                                        </p:tgtEl>
                                        <p:attrNameLst>
                                          <p:attrName>ppt_x</p:attrName>
                                        </p:attrNameLst>
                                      </p:cBhvr>
                                      <p:tavLst>
                                        <p:tav tm="0">
                                          <p:val>
                                            <p:strVal val="#ppt_x"/>
                                          </p:val>
                                        </p:tav>
                                        <p:tav tm="100000">
                                          <p:val>
                                            <p:strVal val="#ppt_x"/>
                                          </p:val>
                                        </p:tav>
                                      </p:tavLst>
                                    </p:anim>
                                    <p:anim calcmode="lin" valueType="num">
                                      <p:cBhvr>
                                        <p:cTn id="29" dur="500" fill="hold"/>
                                        <p:tgtEl>
                                          <p:spTgt spid="43"/>
                                        </p:tgtEl>
                                        <p:attrNameLst>
                                          <p:attrName>ppt_y</p:attrName>
                                        </p:attrNameLst>
                                      </p:cBhvr>
                                      <p:tavLst>
                                        <p:tav tm="0">
                                          <p:val>
                                            <p:strVal val="#ppt_y+.1"/>
                                          </p:val>
                                        </p:tav>
                                        <p:tav tm="100000">
                                          <p:val>
                                            <p:strVal val="#ppt_y"/>
                                          </p:val>
                                        </p:tav>
                                      </p:tavLst>
                                    </p:anim>
                                  </p:childTnLst>
                                </p:cTn>
                              </p:par>
                            </p:childTnLst>
                          </p:cTn>
                        </p:par>
                        <p:par>
                          <p:cTn id="30" fill="hold">
                            <p:stCondLst>
                              <p:cond delay="2500"/>
                            </p:stCondLst>
                            <p:childTnLst>
                              <p:par>
                                <p:cTn id="31" presetID="42" presetClass="entr" presetSubtype="0" fill="hold" grpId="0" nodeType="afterEffect">
                                  <p:stCondLst>
                                    <p:cond delay="0"/>
                                  </p:stCondLst>
                                  <p:childTnLst>
                                    <p:set>
                                      <p:cBhvr>
                                        <p:cTn id="32" dur="1" fill="hold">
                                          <p:stCondLst>
                                            <p:cond delay="0"/>
                                          </p:stCondLst>
                                        </p:cTn>
                                        <p:tgtEl>
                                          <p:spTgt spid="16"/>
                                        </p:tgtEl>
                                        <p:attrNameLst>
                                          <p:attrName>style.visibility</p:attrName>
                                        </p:attrNameLst>
                                      </p:cBhvr>
                                      <p:to>
                                        <p:strVal val="visible"/>
                                      </p:to>
                                    </p:set>
                                    <p:animEffect transition="in" filter="fade">
                                      <p:cBhvr>
                                        <p:cTn id="33" dur="500"/>
                                        <p:tgtEl>
                                          <p:spTgt spid="16"/>
                                        </p:tgtEl>
                                      </p:cBhvr>
                                    </p:animEffect>
                                    <p:anim calcmode="lin" valueType="num">
                                      <p:cBhvr>
                                        <p:cTn id="34" dur="500" fill="hold"/>
                                        <p:tgtEl>
                                          <p:spTgt spid="16"/>
                                        </p:tgtEl>
                                        <p:attrNameLst>
                                          <p:attrName>ppt_x</p:attrName>
                                        </p:attrNameLst>
                                      </p:cBhvr>
                                      <p:tavLst>
                                        <p:tav tm="0">
                                          <p:val>
                                            <p:strVal val="#ppt_x"/>
                                          </p:val>
                                        </p:tav>
                                        <p:tav tm="100000">
                                          <p:val>
                                            <p:strVal val="#ppt_x"/>
                                          </p:val>
                                        </p:tav>
                                      </p:tavLst>
                                    </p:anim>
                                    <p:anim calcmode="lin" valueType="num">
                                      <p:cBhvr>
                                        <p:cTn id="35" dur="500" fill="hold"/>
                                        <p:tgtEl>
                                          <p:spTgt spid="16"/>
                                        </p:tgtEl>
                                        <p:attrNameLst>
                                          <p:attrName>ppt_y</p:attrName>
                                        </p:attrNameLst>
                                      </p:cBhvr>
                                      <p:tavLst>
                                        <p:tav tm="0">
                                          <p:val>
                                            <p:strVal val="#ppt_y+.1"/>
                                          </p:val>
                                        </p:tav>
                                        <p:tav tm="100000">
                                          <p:val>
                                            <p:strVal val="#ppt_y"/>
                                          </p:val>
                                        </p:tav>
                                      </p:tavLst>
                                    </p:anim>
                                  </p:childTnLst>
                                </p:cTn>
                              </p:par>
                            </p:childTnLst>
                          </p:cTn>
                        </p:par>
                        <p:par>
                          <p:cTn id="36" fill="hold">
                            <p:stCondLst>
                              <p:cond delay="3000"/>
                            </p:stCondLst>
                            <p:childTnLst>
                              <p:par>
                                <p:cTn id="37" presetID="42" presetClass="entr" presetSubtype="0" fill="hold" grpId="0" nodeType="afterEffect">
                                  <p:stCondLst>
                                    <p:cond delay="0"/>
                                  </p:stCondLst>
                                  <p:childTnLst>
                                    <p:set>
                                      <p:cBhvr>
                                        <p:cTn id="38" dur="1" fill="hold">
                                          <p:stCondLst>
                                            <p:cond delay="0"/>
                                          </p:stCondLst>
                                        </p:cTn>
                                        <p:tgtEl>
                                          <p:spTgt spid="17"/>
                                        </p:tgtEl>
                                        <p:attrNameLst>
                                          <p:attrName>style.visibility</p:attrName>
                                        </p:attrNameLst>
                                      </p:cBhvr>
                                      <p:to>
                                        <p:strVal val="visible"/>
                                      </p:to>
                                    </p:set>
                                    <p:animEffect transition="in" filter="fade">
                                      <p:cBhvr>
                                        <p:cTn id="39" dur="500"/>
                                        <p:tgtEl>
                                          <p:spTgt spid="17"/>
                                        </p:tgtEl>
                                      </p:cBhvr>
                                    </p:animEffect>
                                    <p:anim calcmode="lin" valueType="num">
                                      <p:cBhvr>
                                        <p:cTn id="40" dur="500" fill="hold"/>
                                        <p:tgtEl>
                                          <p:spTgt spid="17"/>
                                        </p:tgtEl>
                                        <p:attrNameLst>
                                          <p:attrName>ppt_x</p:attrName>
                                        </p:attrNameLst>
                                      </p:cBhvr>
                                      <p:tavLst>
                                        <p:tav tm="0">
                                          <p:val>
                                            <p:strVal val="#ppt_x"/>
                                          </p:val>
                                        </p:tav>
                                        <p:tav tm="100000">
                                          <p:val>
                                            <p:strVal val="#ppt_x"/>
                                          </p:val>
                                        </p:tav>
                                      </p:tavLst>
                                    </p:anim>
                                    <p:anim calcmode="lin" valueType="num">
                                      <p:cBhvr>
                                        <p:cTn id="41" dur="500" fill="hold"/>
                                        <p:tgtEl>
                                          <p:spTgt spid="17"/>
                                        </p:tgtEl>
                                        <p:attrNameLst>
                                          <p:attrName>ppt_y</p:attrName>
                                        </p:attrNameLst>
                                      </p:cBhvr>
                                      <p:tavLst>
                                        <p:tav tm="0">
                                          <p:val>
                                            <p:strVal val="#ppt_y+.1"/>
                                          </p:val>
                                        </p:tav>
                                        <p:tav tm="100000">
                                          <p:val>
                                            <p:strVal val="#ppt_y"/>
                                          </p:val>
                                        </p:tav>
                                      </p:tavLst>
                                    </p:anim>
                                  </p:childTnLst>
                                </p:cTn>
                              </p:par>
                            </p:childTnLst>
                          </p:cTn>
                        </p:par>
                        <p:par>
                          <p:cTn id="42" fill="hold">
                            <p:stCondLst>
                              <p:cond delay="3500"/>
                            </p:stCondLst>
                            <p:childTnLst>
                              <p:par>
                                <p:cTn id="43" presetID="10" presetClass="entr" presetSubtype="0" fill="hold" grpId="0" nodeType="afterEffect">
                                  <p:stCondLst>
                                    <p:cond delay="0"/>
                                  </p:stCondLst>
                                  <p:childTnLst>
                                    <p:set>
                                      <p:cBhvr>
                                        <p:cTn id="44" dur="1" fill="hold">
                                          <p:stCondLst>
                                            <p:cond delay="0"/>
                                          </p:stCondLst>
                                        </p:cTn>
                                        <p:tgtEl>
                                          <p:spTgt spid="21"/>
                                        </p:tgtEl>
                                        <p:attrNameLst>
                                          <p:attrName>style.visibility</p:attrName>
                                        </p:attrNameLst>
                                      </p:cBhvr>
                                      <p:to>
                                        <p:strVal val="visible"/>
                                      </p:to>
                                    </p:set>
                                    <p:animEffect transition="in" filter="fade">
                                      <p:cBhvr>
                                        <p:cTn id="45" dur="500"/>
                                        <p:tgtEl>
                                          <p:spTgt spid="21"/>
                                        </p:tgtEl>
                                      </p:cBhvr>
                                    </p:animEffect>
                                  </p:childTnLst>
                                </p:cTn>
                              </p:par>
                            </p:childTnLst>
                          </p:cTn>
                        </p:par>
                        <p:par>
                          <p:cTn id="46" fill="hold">
                            <p:stCondLst>
                              <p:cond delay="4000"/>
                            </p:stCondLst>
                            <p:childTnLst>
                              <p:par>
                                <p:cTn id="47" presetID="53" presetClass="entr" presetSubtype="16" fill="hold" grpId="0" nodeType="afterEffect" nodePh="1">
                                  <p:stCondLst>
                                    <p:cond delay="0"/>
                                  </p:stCondLst>
                                  <p:endCondLst>
                                    <p:cond evt="begin" delay="0">
                                      <p:tn val="47"/>
                                    </p:cond>
                                  </p:endCondLst>
                                  <p:childTnLst>
                                    <p:set>
                                      <p:cBhvr>
                                        <p:cTn id="48" dur="1" fill="hold">
                                          <p:stCondLst>
                                            <p:cond delay="0"/>
                                          </p:stCondLst>
                                        </p:cTn>
                                        <p:tgtEl>
                                          <p:spTgt spid="22">
                                            <p:txEl>
                                              <p:pRg st="0" end="0"/>
                                            </p:txEl>
                                          </p:spTgt>
                                        </p:tgtEl>
                                        <p:attrNameLst>
                                          <p:attrName>style.visibility</p:attrName>
                                        </p:attrNameLst>
                                      </p:cBhvr>
                                      <p:to>
                                        <p:strVal val="visible"/>
                                      </p:to>
                                    </p:set>
                                    <p:anim calcmode="lin" valueType="num">
                                      <p:cBhvr>
                                        <p:cTn id="49" dur="500" fill="hold"/>
                                        <p:tgtEl>
                                          <p:spTgt spid="22">
                                            <p:txEl>
                                              <p:pRg st="0" end="0"/>
                                            </p:txEl>
                                          </p:spTgt>
                                        </p:tgtEl>
                                        <p:attrNameLst>
                                          <p:attrName>ppt_w</p:attrName>
                                        </p:attrNameLst>
                                      </p:cBhvr>
                                      <p:tavLst>
                                        <p:tav tm="0">
                                          <p:val>
                                            <p:fltVal val="0"/>
                                          </p:val>
                                        </p:tav>
                                        <p:tav tm="100000">
                                          <p:val>
                                            <p:strVal val="#ppt_w"/>
                                          </p:val>
                                        </p:tav>
                                      </p:tavLst>
                                    </p:anim>
                                    <p:anim calcmode="lin" valueType="num">
                                      <p:cBhvr>
                                        <p:cTn id="50" dur="500" fill="hold"/>
                                        <p:tgtEl>
                                          <p:spTgt spid="22">
                                            <p:txEl>
                                              <p:pRg st="0" end="0"/>
                                            </p:txEl>
                                          </p:spTgt>
                                        </p:tgtEl>
                                        <p:attrNameLst>
                                          <p:attrName>ppt_h</p:attrName>
                                        </p:attrNameLst>
                                      </p:cBhvr>
                                      <p:tavLst>
                                        <p:tav tm="0">
                                          <p:val>
                                            <p:fltVal val="0"/>
                                          </p:val>
                                        </p:tav>
                                        <p:tav tm="100000">
                                          <p:val>
                                            <p:strVal val="#ppt_h"/>
                                          </p:val>
                                        </p:tav>
                                      </p:tavLst>
                                    </p:anim>
                                    <p:animEffect transition="in" filter="fade">
                                      <p:cBhvr>
                                        <p:cTn id="51" dur="500"/>
                                        <p:tgtEl>
                                          <p:spTgt spid="22">
                                            <p:txEl>
                                              <p:pRg st="0" end="0"/>
                                            </p:txEl>
                                          </p:spTgt>
                                        </p:tgtEl>
                                      </p:cBhvr>
                                    </p:animEffect>
                                  </p:childTnLst>
                                </p:cTn>
                              </p:par>
                            </p:childTnLst>
                          </p:cTn>
                        </p:par>
                        <p:par>
                          <p:cTn id="52" fill="hold">
                            <p:stCondLst>
                              <p:cond delay="4500"/>
                            </p:stCondLst>
                            <p:childTnLst>
                              <p:par>
                                <p:cTn id="53" presetID="42" presetClass="entr" presetSubtype="0" fill="hold" grpId="0" nodeType="afterEffect" nodePh="1">
                                  <p:stCondLst>
                                    <p:cond delay="0"/>
                                  </p:stCondLst>
                                  <p:endCondLst>
                                    <p:cond evt="begin" delay="0">
                                      <p:tn val="53"/>
                                    </p:cond>
                                  </p:endCondLst>
                                  <p:childTnLst>
                                    <p:set>
                                      <p:cBhvr>
                                        <p:cTn id="54" dur="1" fill="hold">
                                          <p:stCondLst>
                                            <p:cond delay="0"/>
                                          </p:stCondLst>
                                        </p:cTn>
                                        <p:tgtEl>
                                          <p:spTgt spid="23">
                                            <p:txEl>
                                              <p:pRg st="0" end="0"/>
                                            </p:txEl>
                                          </p:spTgt>
                                        </p:tgtEl>
                                        <p:attrNameLst>
                                          <p:attrName>style.visibility</p:attrName>
                                        </p:attrNameLst>
                                      </p:cBhvr>
                                      <p:to>
                                        <p:strVal val="visible"/>
                                      </p:to>
                                    </p:set>
                                    <p:animEffect transition="in" filter="fade">
                                      <p:cBhvr>
                                        <p:cTn id="55" dur="500"/>
                                        <p:tgtEl>
                                          <p:spTgt spid="23">
                                            <p:txEl>
                                              <p:pRg st="0" end="0"/>
                                            </p:txEl>
                                          </p:spTgt>
                                        </p:tgtEl>
                                      </p:cBhvr>
                                    </p:animEffect>
                                    <p:anim calcmode="lin" valueType="num">
                                      <p:cBhvr>
                                        <p:cTn id="56" dur="500" fill="hold"/>
                                        <p:tgtEl>
                                          <p:spTgt spid="23">
                                            <p:txEl>
                                              <p:pRg st="0" end="0"/>
                                            </p:txEl>
                                          </p:spTgt>
                                        </p:tgtEl>
                                        <p:attrNameLst>
                                          <p:attrName>ppt_x</p:attrName>
                                        </p:attrNameLst>
                                      </p:cBhvr>
                                      <p:tavLst>
                                        <p:tav tm="0">
                                          <p:val>
                                            <p:strVal val="#ppt_x"/>
                                          </p:val>
                                        </p:tav>
                                        <p:tav tm="100000">
                                          <p:val>
                                            <p:strVal val="#ppt_x"/>
                                          </p:val>
                                        </p:tav>
                                      </p:tavLst>
                                    </p:anim>
                                    <p:anim calcmode="lin" valueType="num">
                                      <p:cBhvr>
                                        <p:cTn id="57" dur="500" fill="hold"/>
                                        <p:tgtEl>
                                          <p:spTgt spid="23">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42" grpId="0" animBg="1"/>
      <p:bldP spid="43" grpId="0" animBg="1"/>
      <p:bldP spid="16" grpId="0" animBg="1"/>
      <p:bldP spid="17" grpId="0" animBg="1"/>
      <p:bldP spid="21" grpId="0" animBg="1"/>
      <p:bldP spid="22"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2"/>
                        </p:tgtEl>
                        <p:attrNameLst>
                          <p:attrName>style.visibility</p:attrName>
                        </p:attrNameLst>
                      </p:cBhvr>
                      <p:to>
                        <p:strVal val="visible"/>
                      </p:to>
                    </p:set>
                    <p:anim calcmode="lin" valueType="num">
                      <p:cBhvr>
                        <p:cTn dur="500" fill="hold"/>
                        <p:tgtEl>
                          <p:spTgt spid="22"/>
                        </p:tgtEl>
                        <p:attrNameLst>
                          <p:attrName>ppt_w</p:attrName>
                        </p:attrNameLst>
                      </p:cBhvr>
                      <p:tavLst>
                        <p:tav tm="0">
                          <p:val>
                            <p:fltVal val="0"/>
                          </p:val>
                        </p:tav>
                        <p:tav tm="100000">
                          <p:val>
                            <p:strVal val="#ppt_w"/>
                          </p:val>
                        </p:tav>
                      </p:tavLst>
                    </p:anim>
                    <p:anim calcmode="lin" valueType="num">
                      <p:cBhvr>
                        <p:cTn dur="500" fill="hold"/>
                        <p:tgtEl>
                          <p:spTgt spid="22"/>
                        </p:tgtEl>
                        <p:attrNameLst>
                          <p:attrName>ppt_h</p:attrName>
                        </p:attrNameLst>
                      </p:cBhvr>
                      <p:tavLst>
                        <p:tav tm="0">
                          <p:val>
                            <p:fltVal val="0"/>
                          </p:val>
                        </p:tav>
                        <p:tav tm="100000">
                          <p:val>
                            <p:strVal val="#ppt_h"/>
                          </p:val>
                        </p:tav>
                      </p:tavLst>
                    </p:anim>
                    <p:animEffect transition="in" filter="fade">
                      <p:cBhvr>
                        <p:cTn dur="500"/>
                        <p:tgtEl>
                          <p:spTgt spid="22"/>
                        </p:tgtEl>
                      </p:cBhvr>
                    </p:animEffect>
                  </p:childTnLst>
                </p:cTn>
              </p:par>
            </p:tnLst>
          </p:tmpl>
        </p:tmplLst>
      </p:bldP>
      <p:bldP spid="23"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3"/>
                        </p:tgtEl>
                        <p:attrNameLst>
                          <p:attrName>style.visibility</p:attrName>
                        </p:attrNameLst>
                      </p:cBhvr>
                      <p:to>
                        <p:strVal val="visible"/>
                      </p:to>
                    </p:set>
                    <p:animEffect transition="in" filter="fade">
                      <p:cBhvr>
                        <p:cTn dur="500"/>
                        <p:tgtEl>
                          <p:spTgt spid="23"/>
                        </p:tgtEl>
                      </p:cBhvr>
                    </p:animEffect>
                    <p:anim calcmode="lin" valueType="num">
                      <p:cBhvr>
                        <p:cTn dur="500" fill="hold"/>
                        <p:tgtEl>
                          <p:spTgt spid="23"/>
                        </p:tgtEl>
                        <p:attrNameLst>
                          <p:attrName>ppt_x</p:attrName>
                        </p:attrNameLst>
                      </p:cBhvr>
                      <p:tavLst>
                        <p:tav tm="0">
                          <p:val>
                            <p:strVal val="#ppt_x"/>
                          </p:val>
                        </p:tav>
                        <p:tav tm="100000">
                          <p:val>
                            <p:strVal val="#ppt_x"/>
                          </p:val>
                        </p:tav>
                      </p:tavLst>
                    </p:anim>
                    <p:anim calcmode="lin" valueType="num">
                      <p:cBhvr>
                        <p:cTn dur="500" fill="hold"/>
                        <p:tgtEl>
                          <p:spTgt spid="23"/>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532.xml><?xml version="1.0" encoding="utf-8"?>
<p:sldLayout xmlns:a="http://schemas.openxmlformats.org/drawingml/2006/main" xmlns:r="http://schemas.openxmlformats.org/officeDocument/2006/relationships" xmlns:p="http://schemas.openxmlformats.org/presentationml/2006/main" preserve="1" userDrawn="1">
  <p:cSld name="15_Custom Layout">
    <p:spTree>
      <p:nvGrpSpPr>
        <p:cNvPr id="1" name=""/>
        <p:cNvGrpSpPr/>
        <p:nvPr/>
      </p:nvGrpSpPr>
      <p:grpSpPr>
        <a:xfrm>
          <a:off x="0" y="0"/>
          <a:ext cx="0" cy="0"/>
          <a:chOff x="0" y="0"/>
          <a:chExt cx="0" cy="0"/>
        </a:xfrm>
      </p:grpSpPr>
      <p:sp>
        <p:nvSpPr>
          <p:cNvPr id="31" name="Rounded Rectangle 30"/>
          <p:cNvSpPr/>
          <p:nvPr userDrawn="1"/>
        </p:nvSpPr>
        <p:spPr>
          <a:xfrm>
            <a:off x="8372331" y="4003119"/>
            <a:ext cx="2762538" cy="2022764"/>
          </a:xfrm>
          <a:prstGeom prst="round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0" name="Rounded Rectangle 29"/>
          <p:cNvSpPr/>
          <p:nvPr userDrawn="1"/>
        </p:nvSpPr>
        <p:spPr>
          <a:xfrm>
            <a:off x="4714731" y="4003119"/>
            <a:ext cx="2762538" cy="2022764"/>
          </a:xfrm>
          <a:prstGeom prst="round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6" name="Rounded Rectangle 5"/>
          <p:cNvSpPr/>
          <p:nvPr userDrawn="1"/>
        </p:nvSpPr>
        <p:spPr>
          <a:xfrm>
            <a:off x="1057131" y="4003119"/>
            <a:ext cx="2762538" cy="2022764"/>
          </a:xfrm>
          <a:prstGeom prst="round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43" name="Picture Placeholder 30"/>
          <p:cNvSpPr>
            <a:spLocks noGrp="1"/>
          </p:cNvSpPr>
          <p:nvPr>
            <p:ph type="pic" sz="quarter" idx="36" hasCustomPrompt="1"/>
          </p:nvPr>
        </p:nvSpPr>
        <p:spPr>
          <a:xfrm>
            <a:off x="1057131" y="2078182"/>
            <a:ext cx="2762538" cy="2701636"/>
          </a:xfrm>
          <a:solidFill>
            <a:schemeClr val="bg1">
              <a:lumMod val="85000"/>
            </a:schemeClr>
          </a:solidFill>
        </p:spPr>
        <p:txBody>
          <a:bodyPr/>
          <a:lstStyle>
            <a:lvl1pPr>
              <a:defRPr/>
            </a:lvl1pPr>
          </a:lstStyle>
          <a:p>
            <a:r>
              <a:rPr lang="id-ID" dirty="0" smtClean="0"/>
              <a:t>Pic here</a:t>
            </a:r>
            <a:endParaRPr lang="en-AU" dirty="0"/>
          </a:p>
        </p:txBody>
      </p:sp>
      <p:sp>
        <p:nvSpPr>
          <p:cNvPr id="15"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1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19" name="Picture Placeholder 30"/>
          <p:cNvSpPr>
            <a:spLocks noGrp="1"/>
          </p:cNvSpPr>
          <p:nvPr>
            <p:ph type="pic" sz="quarter" idx="37" hasCustomPrompt="1"/>
          </p:nvPr>
        </p:nvSpPr>
        <p:spPr>
          <a:xfrm>
            <a:off x="4714731" y="2078182"/>
            <a:ext cx="2762538" cy="2701636"/>
          </a:xfrm>
          <a:solidFill>
            <a:schemeClr val="bg1">
              <a:lumMod val="85000"/>
            </a:schemeClr>
          </a:solidFill>
        </p:spPr>
        <p:txBody>
          <a:bodyPr/>
          <a:lstStyle>
            <a:lvl1pPr>
              <a:defRPr/>
            </a:lvl1pPr>
          </a:lstStyle>
          <a:p>
            <a:r>
              <a:rPr lang="id-ID" dirty="0" smtClean="0"/>
              <a:t>Pic here</a:t>
            </a:r>
            <a:endParaRPr lang="en-AU" dirty="0"/>
          </a:p>
        </p:txBody>
      </p:sp>
      <p:sp>
        <p:nvSpPr>
          <p:cNvPr id="20" name="Picture Placeholder 30"/>
          <p:cNvSpPr>
            <a:spLocks noGrp="1"/>
          </p:cNvSpPr>
          <p:nvPr>
            <p:ph type="pic" sz="quarter" idx="38" hasCustomPrompt="1"/>
          </p:nvPr>
        </p:nvSpPr>
        <p:spPr>
          <a:xfrm>
            <a:off x="8372331" y="2078182"/>
            <a:ext cx="2762538" cy="2701636"/>
          </a:xfrm>
          <a:solidFill>
            <a:schemeClr val="bg1">
              <a:lumMod val="85000"/>
            </a:schemeClr>
          </a:solidFill>
        </p:spPr>
        <p:txBody>
          <a:bodyPr/>
          <a:lstStyle>
            <a:lvl1pPr>
              <a:defRPr/>
            </a:lvl1pPr>
          </a:lstStyle>
          <a:p>
            <a:r>
              <a:rPr lang="id-ID" dirty="0" smtClean="0"/>
              <a:t>Pic here</a:t>
            </a:r>
            <a:endParaRPr lang="en-AU" dirty="0"/>
          </a:p>
        </p:txBody>
      </p:sp>
      <p:sp>
        <p:nvSpPr>
          <p:cNvPr id="24" name="Picture Placeholder 30"/>
          <p:cNvSpPr>
            <a:spLocks noGrp="1"/>
          </p:cNvSpPr>
          <p:nvPr>
            <p:ph type="pic" sz="quarter" idx="39" hasCustomPrompt="1"/>
          </p:nvPr>
        </p:nvSpPr>
        <p:spPr>
          <a:xfrm>
            <a:off x="1057131" y="4142509"/>
            <a:ext cx="2762538" cy="637309"/>
          </a:xfrm>
          <a:solidFill>
            <a:schemeClr val="accent1"/>
          </a:solidFill>
        </p:spPr>
        <p:txBody>
          <a:bodyPr>
            <a:normAutofit/>
          </a:bodyPr>
          <a:lstStyle>
            <a:lvl1pPr algn="r">
              <a:defRPr sz="1050"/>
            </a:lvl1pPr>
          </a:lstStyle>
          <a:p>
            <a:r>
              <a:rPr lang="id-ID" dirty="0" smtClean="0"/>
              <a:t>Nopic</a:t>
            </a:r>
            <a:endParaRPr lang="en-AU" dirty="0"/>
          </a:p>
        </p:txBody>
      </p:sp>
      <p:sp>
        <p:nvSpPr>
          <p:cNvPr id="25" name="Picture Placeholder 30"/>
          <p:cNvSpPr>
            <a:spLocks noGrp="1"/>
          </p:cNvSpPr>
          <p:nvPr>
            <p:ph type="pic" sz="quarter" idx="40" hasCustomPrompt="1"/>
          </p:nvPr>
        </p:nvSpPr>
        <p:spPr>
          <a:xfrm>
            <a:off x="4714731" y="4142509"/>
            <a:ext cx="2762538" cy="637309"/>
          </a:xfrm>
          <a:solidFill>
            <a:schemeClr val="accent2"/>
          </a:solidFill>
        </p:spPr>
        <p:txBody>
          <a:bodyPr>
            <a:normAutofit/>
          </a:bodyPr>
          <a:lstStyle>
            <a:lvl1pPr algn="r">
              <a:defRPr sz="1050"/>
            </a:lvl1pPr>
          </a:lstStyle>
          <a:p>
            <a:r>
              <a:rPr lang="id-ID" dirty="0" smtClean="0"/>
              <a:t>Nopic</a:t>
            </a:r>
            <a:endParaRPr lang="en-AU" dirty="0"/>
          </a:p>
        </p:txBody>
      </p:sp>
      <p:sp>
        <p:nvSpPr>
          <p:cNvPr id="26" name="Picture Placeholder 30"/>
          <p:cNvSpPr>
            <a:spLocks noGrp="1"/>
          </p:cNvSpPr>
          <p:nvPr>
            <p:ph type="pic" sz="quarter" idx="41" hasCustomPrompt="1"/>
          </p:nvPr>
        </p:nvSpPr>
        <p:spPr>
          <a:xfrm>
            <a:off x="8372331" y="4142509"/>
            <a:ext cx="2762538" cy="637309"/>
          </a:xfrm>
          <a:solidFill>
            <a:schemeClr val="accent4"/>
          </a:solidFill>
        </p:spPr>
        <p:txBody>
          <a:bodyPr>
            <a:normAutofit/>
          </a:bodyPr>
          <a:lstStyle>
            <a:lvl1pPr algn="r">
              <a:defRPr sz="1050"/>
            </a:lvl1pPr>
          </a:lstStyle>
          <a:p>
            <a:r>
              <a:rPr lang="id-ID" dirty="0" smtClean="0"/>
              <a:t>Nopic</a:t>
            </a:r>
            <a:endParaRPr lang="en-AU" dirty="0"/>
          </a:p>
        </p:txBody>
      </p:sp>
      <p:sp>
        <p:nvSpPr>
          <p:cNvPr id="27" name="Text Placeholder 21"/>
          <p:cNvSpPr>
            <a:spLocks noGrp="1"/>
          </p:cNvSpPr>
          <p:nvPr>
            <p:ph type="body" sz="quarter" idx="20"/>
          </p:nvPr>
        </p:nvSpPr>
        <p:spPr>
          <a:xfrm>
            <a:off x="1057131" y="4332757"/>
            <a:ext cx="2743200" cy="256811"/>
          </a:xfrm>
        </p:spPr>
        <p:txBody>
          <a:bodyPr/>
          <a:lstStyle>
            <a:lvl1pPr algn="ctr">
              <a:defRPr>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8" name="Text Placeholder 21"/>
          <p:cNvSpPr>
            <a:spLocks noGrp="1"/>
          </p:cNvSpPr>
          <p:nvPr>
            <p:ph type="body" sz="quarter" idx="42"/>
          </p:nvPr>
        </p:nvSpPr>
        <p:spPr>
          <a:xfrm>
            <a:off x="4734069" y="4332756"/>
            <a:ext cx="2743200" cy="256811"/>
          </a:xfrm>
        </p:spPr>
        <p:txBody>
          <a:bodyPr/>
          <a:lstStyle>
            <a:lvl1pPr algn="ctr">
              <a:defRPr>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9" name="Text Placeholder 21"/>
          <p:cNvSpPr>
            <a:spLocks noGrp="1"/>
          </p:cNvSpPr>
          <p:nvPr>
            <p:ph type="body" sz="quarter" idx="43"/>
          </p:nvPr>
        </p:nvSpPr>
        <p:spPr>
          <a:xfrm>
            <a:off x="8372331" y="4332756"/>
            <a:ext cx="2743200" cy="256811"/>
          </a:xfrm>
        </p:spPr>
        <p:txBody>
          <a:bodyPr/>
          <a:lstStyle>
            <a:lvl1pPr algn="ctr">
              <a:defRPr>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3" name="Text Placeholder 21"/>
          <p:cNvSpPr>
            <a:spLocks noGrp="1"/>
          </p:cNvSpPr>
          <p:nvPr>
            <p:ph type="body" sz="quarter" idx="44"/>
          </p:nvPr>
        </p:nvSpPr>
        <p:spPr>
          <a:xfrm>
            <a:off x="1057131" y="5014501"/>
            <a:ext cx="2743200" cy="682675"/>
          </a:xfrm>
        </p:spPr>
        <p:txBody>
          <a:bodyPr>
            <a:noAutofit/>
          </a:bodyPr>
          <a:lstStyle>
            <a:lvl1pPr algn="ctr">
              <a:defRPr sz="120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4" name="Text Placeholder 21"/>
          <p:cNvSpPr>
            <a:spLocks noGrp="1"/>
          </p:cNvSpPr>
          <p:nvPr>
            <p:ph type="body" sz="quarter" idx="45"/>
          </p:nvPr>
        </p:nvSpPr>
        <p:spPr>
          <a:xfrm>
            <a:off x="4695393" y="5014500"/>
            <a:ext cx="2743200" cy="682675"/>
          </a:xfrm>
        </p:spPr>
        <p:txBody>
          <a:bodyPr>
            <a:noAutofit/>
          </a:bodyPr>
          <a:lstStyle>
            <a:lvl1pPr algn="ctr">
              <a:defRPr sz="120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5" name="Text Placeholder 21"/>
          <p:cNvSpPr>
            <a:spLocks noGrp="1"/>
          </p:cNvSpPr>
          <p:nvPr>
            <p:ph type="body" sz="quarter" idx="46"/>
          </p:nvPr>
        </p:nvSpPr>
        <p:spPr>
          <a:xfrm>
            <a:off x="8380703" y="5014500"/>
            <a:ext cx="2743200" cy="682675"/>
          </a:xfrm>
        </p:spPr>
        <p:txBody>
          <a:bodyPr>
            <a:noAutofit/>
          </a:bodyPr>
          <a:lstStyle>
            <a:lvl1pPr algn="ctr">
              <a:defRPr sz="120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Tree>
    <p:extLst>
      <p:ext uri="{BB962C8B-B14F-4D97-AF65-F5344CB8AC3E}">
        <p14:creationId xmlns:p14="http://schemas.microsoft.com/office/powerpoint/2010/main" val="154112465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500"/>
                            </p:stCondLst>
                            <p:childTnLst>
                              <p:par>
                                <p:cTn id="5" presetID="10" presetClass="entr" presetSubtype="0" fill="hold" grpId="0" nodeType="after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500"/>
                                        <p:tgtEl>
                                          <p:spTgt spid="15"/>
                                        </p:tgtEl>
                                      </p:cBhvr>
                                    </p:animEffect>
                                  </p:childTnLst>
                                </p:cTn>
                              </p:par>
                            </p:childTnLst>
                          </p:cTn>
                        </p:par>
                        <p:par>
                          <p:cTn id="8" fill="hold">
                            <p:stCondLst>
                              <p:cond delay="1000"/>
                            </p:stCondLst>
                            <p:childTnLst>
                              <p:par>
                                <p:cTn id="9" presetID="42" presetClass="entr" presetSubtype="0" fill="hold" grpId="0" nodeType="afterEffect">
                                  <p:stCondLst>
                                    <p:cond delay="0"/>
                                  </p:stCondLst>
                                  <p:childTnLst>
                                    <p:set>
                                      <p:cBhvr>
                                        <p:cTn id="10" dur="1" fill="hold">
                                          <p:stCondLst>
                                            <p:cond delay="0"/>
                                          </p:stCondLst>
                                        </p:cTn>
                                        <p:tgtEl>
                                          <p:spTgt spid="18">
                                            <p:txEl>
                                              <p:pRg st="0" end="0"/>
                                            </p:txEl>
                                          </p:spTgt>
                                        </p:tgtEl>
                                        <p:attrNameLst>
                                          <p:attrName>style.visibility</p:attrName>
                                        </p:attrNameLst>
                                      </p:cBhvr>
                                      <p:to>
                                        <p:strVal val="visible"/>
                                      </p:to>
                                    </p:set>
                                    <p:animEffect transition="in" filter="fade">
                                      <p:cBhvr>
                                        <p:cTn id="11" dur="500"/>
                                        <p:tgtEl>
                                          <p:spTgt spid="18">
                                            <p:txEl>
                                              <p:pRg st="0" end="0"/>
                                            </p:txEl>
                                          </p:spTgt>
                                        </p:tgtEl>
                                      </p:cBhvr>
                                    </p:animEffect>
                                    <p:anim calcmode="lin" valueType="num">
                                      <p:cBhvr>
                                        <p:cTn id="12" dur="500" fill="hold"/>
                                        <p:tgtEl>
                                          <p:spTgt spid="18">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18">
                                            <p:txEl>
                                              <p:pRg st="0" end="0"/>
                                            </p:txEl>
                                          </p:spTgt>
                                        </p:tgtEl>
                                        <p:attrNameLst>
                                          <p:attrName>ppt_y</p:attrName>
                                        </p:attrNameLst>
                                      </p:cBhvr>
                                      <p:tavLst>
                                        <p:tav tm="0">
                                          <p:val>
                                            <p:strVal val="#ppt_y+.1"/>
                                          </p:val>
                                        </p:tav>
                                        <p:tav tm="100000">
                                          <p:val>
                                            <p:strVal val="#ppt_y"/>
                                          </p:val>
                                        </p:tav>
                                      </p:tavLst>
                                    </p:anim>
                                  </p:childTnLst>
                                </p:cTn>
                              </p:par>
                            </p:childTnLst>
                          </p:cTn>
                        </p:par>
                        <p:par>
                          <p:cTn id="14" fill="hold">
                            <p:stCondLst>
                              <p:cond delay="1500"/>
                            </p:stCondLst>
                            <p:childTnLst>
                              <p:par>
                                <p:cTn id="15" presetID="42" presetClass="entr" presetSubtype="0" fill="hold" grpId="0" nodeType="afterEffect">
                                  <p:stCondLst>
                                    <p:cond delay="0"/>
                                  </p:stCondLst>
                                  <p:childTnLst>
                                    <p:set>
                                      <p:cBhvr>
                                        <p:cTn id="16" dur="1" fill="hold">
                                          <p:stCondLst>
                                            <p:cond delay="0"/>
                                          </p:stCondLst>
                                        </p:cTn>
                                        <p:tgtEl>
                                          <p:spTgt spid="43"/>
                                        </p:tgtEl>
                                        <p:attrNameLst>
                                          <p:attrName>style.visibility</p:attrName>
                                        </p:attrNameLst>
                                      </p:cBhvr>
                                      <p:to>
                                        <p:strVal val="visible"/>
                                      </p:to>
                                    </p:set>
                                    <p:animEffect transition="in" filter="fade">
                                      <p:cBhvr>
                                        <p:cTn id="17" dur="500"/>
                                        <p:tgtEl>
                                          <p:spTgt spid="43"/>
                                        </p:tgtEl>
                                      </p:cBhvr>
                                    </p:animEffect>
                                    <p:anim calcmode="lin" valueType="num">
                                      <p:cBhvr>
                                        <p:cTn id="18" dur="500" fill="hold"/>
                                        <p:tgtEl>
                                          <p:spTgt spid="43"/>
                                        </p:tgtEl>
                                        <p:attrNameLst>
                                          <p:attrName>ppt_x</p:attrName>
                                        </p:attrNameLst>
                                      </p:cBhvr>
                                      <p:tavLst>
                                        <p:tav tm="0">
                                          <p:val>
                                            <p:strVal val="#ppt_x"/>
                                          </p:val>
                                        </p:tav>
                                        <p:tav tm="100000">
                                          <p:val>
                                            <p:strVal val="#ppt_x"/>
                                          </p:val>
                                        </p:tav>
                                      </p:tavLst>
                                    </p:anim>
                                    <p:anim calcmode="lin" valueType="num">
                                      <p:cBhvr>
                                        <p:cTn id="19" dur="500" fill="hold"/>
                                        <p:tgtEl>
                                          <p:spTgt spid="43"/>
                                        </p:tgtEl>
                                        <p:attrNameLst>
                                          <p:attrName>ppt_y</p:attrName>
                                        </p:attrNameLst>
                                      </p:cBhvr>
                                      <p:tavLst>
                                        <p:tav tm="0">
                                          <p:val>
                                            <p:strVal val="#ppt_y+.1"/>
                                          </p:val>
                                        </p:tav>
                                        <p:tav tm="100000">
                                          <p:val>
                                            <p:strVal val="#ppt_y"/>
                                          </p:val>
                                        </p:tav>
                                      </p:tavLst>
                                    </p:anim>
                                  </p:childTnLst>
                                </p:cTn>
                              </p:par>
                            </p:childTnLst>
                          </p:cTn>
                        </p:par>
                        <p:par>
                          <p:cTn id="20" fill="hold">
                            <p:stCondLst>
                              <p:cond delay="2000"/>
                            </p:stCondLst>
                            <p:childTnLst>
                              <p:par>
                                <p:cTn id="21" presetID="42" presetClass="entr" presetSubtype="0" fill="hold" grpId="0" nodeType="afterEffect">
                                  <p:stCondLst>
                                    <p:cond delay="0"/>
                                  </p:stCondLst>
                                  <p:childTnLst>
                                    <p:set>
                                      <p:cBhvr>
                                        <p:cTn id="22" dur="1" fill="hold">
                                          <p:stCondLst>
                                            <p:cond delay="0"/>
                                          </p:stCondLst>
                                        </p:cTn>
                                        <p:tgtEl>
                                          <p:spTgt spid="19"/>
                                        </p:tgtEl>
                                        <p:attrNameLst>
                                          <p:attrName>style.visibility</p:attrName>
                                        </p:attrNameLst>
                                      </p:cBhvr>
                                      <p:to>
                                        <p:strVal val="visible"/>
                                      </p:to>
                                    </p:set>
                                    <p:animEffect transition="in" filter="fade">
                                      <p:cBhvr>
                                        <p:cTn id="23" dur="500"/>
                                        <p:tgtEl>
                                          <p:spTgt spid="19"/>
                                        </p:tgtEl>
                                      </p:cBhvr>
                                    </p:animEffect>
                                    <p:anim calcmode="lin" valueType="num">
                                      <p:cBhvr>
                                        <p:cTn id="24" dur="500" fill="hold"/>
                                        <p:tgtEl>
                                          <p:spTgt spid="19"/>
                                        </p:tgtEl>
                                        <p:attrNameLst>
                                          <p:attrName>ppt_x</p:attrName>
                                        </p:attrNameLst>
                                      </p:cBhvr>
                                      <p:tavLst>
                                        <p:tav tm="0">
                                          <p:val>
                                            <p:strVal val="#ppt_x"/>
                                          </p:val>
                                        </p:tav>
                                        <p:tav tm="100000">
                                          <p:val>
                                            <p:strVal val="#ppt_x"/>
                                          </p:val>
                                        </p:tav>
                                      </p:tavLst>
                                    </p:anim>
                                    <p:anim calcmode="lin" valueType="num">
                                      <p:cBhvr>
                                        <p:cTn id="25" dur="500" fill="hold"/>
                                        <p:tgtEl>
                                          <p:spTgt spid="19"/>
                                        </p:tgtEl>
                                        <p:attrNameLst>
                                          <p:attrName>ppt_y</p:attrName>
                                        </p:attrNameLst>
                                      </p:cBhvr>
                                      <p:tavLst>
                                        <p:tav tm="0">
                                          <p:val>
                                            <p:strVal val="#ppt_y+.1"/>
                                          </p:val>
                                        </p:tav>
                                        <p:tav tm="100000">
                                          <p:val>
                                            <p:strVal val="#ppt_y"/>
                                          </p:val>
                                        </p:tav>
                                      </p:tavLst>
                                    </p:anim>
                                  </p:childTnLst>
                                </p:cTn>
                              </p:par>
                            </p:childTnLst>
                          </p:cTn>
                        </p:par>
                        <p:par>
                          <p:cTn id="26" fill="hold">
                            <p:stCondLst>
                              <p:cond delay="2500"/>
                            </p:stCondLst>
                            <p:childTnLst>
                              <p:par>
                                <p:cTn id="27" presetID="42" presetClass="entr" presetSubtype="0" fill="hold" grpId="0" nodeType="afterEffect">
                                  <p:stCondLst>
                                    <p:cond delay="0"/>
                                  </p:stCondLst>
                                  <p:childTnLst>
                                    <p:set>
                                      <p:cBhvr>
                                        <p:cTn id="28" dur="1" fill="hold">
                                          <p:stCondLst>
                                            <p:cond delay="0"/>
                                          </p:stCondLst>
                                        </p:cTn>
                                        <p:tgtEl>
                                          <p:spTgt spid="20"/>
                                        </p:tgtEl>
                                        <p:attrNameLst>
                                          <p:attrName>style.visibility</p:attrName>
                                        </p:attrNameLst>
                                      </p:cBhvr>
                                      <p:to>
                                        <p:strVal val="visible"/>
                                      </p:to>
                                    </p:set>
                                    <p:animEffect transition="in" filter="fade">
                                      <p:cBhvr>
                                        <p:cTn id="29" dur="500"/>
                                        <p:tgtEl>
                                          <p:spTgt spid="20"/>
                                        </p:tgtEl>
                                      </p:cBhvr>
                                    </p:animEffect>
                                    <p:anim calcmode="lin" valueType="num">
                                      <p:cBhvr>
                                        <p:cTn id="30" dur="500" fill="hold"/>
                                        <p:tgtEl>
                                          <p:spTgt spid="20"/>
                                        </p:tgtEl>
                                        <p:attrNameLst>
                                          <p:attrName>ppt_x</p:attrName>
                                        </p:attrNameLst>
                                      </p:cBhvr>
                                      <p:tavLst>
                                        <p:tav tm="0">
                                          <p:val>
                                            <p:strVal val="#ppt_x"/>
                                          </p:val>
                                        </p:tav>
                                        <p:tav tm="100000">
                                          <p:val>
                                            <p:strVal val="#ppt_x"/>
                                          </p:val>
                                        </p:tav>
                                      </p:tavLst>
                                    </p:anim>
                                    <p:anim calcmode="lin" valueType="num">
                                      <p:cBhvr>
                                        <p:cTn id="31" dur="500" fill="hold"/>
                                        <p:tgtEl>
                                          <p:spTgt spid="20"/>
                                        </p:tgtEl>
                                        <p:attrNameLst>
                                          <p:attrName>ppt_y</p:attrName>
                                        </p:attrNameLst>
                                      </p:cBhvr>
                                      <p:tavLst>
                                        <p:tav tm="0">
                                          <p:val>
                                            <p:strVal val="#ppt_y+.1"/>
                                          </p:val>
                                        </p:tav>
                                        <p:tav tm="100000">
                                          <p:val>
                                            <p:strVal val="#ppt_y"/>
                                          </p:val>
                                        </p:tav>
                                      </p:tavLst>
                                    </p:anim>
                                  </p:childTnLst>
                                </p:cTn>
                              </p:par>
                            </p:childTnLst>
                          </p:cTn>
                        </p:par>
                        <p:par>
                          <p:cTn id="32" fill="hold">
                            <p:stCondLst>
                              <p:cond delay="3000"/>
                            </p:stCondLst>
                            <p:childTnLst>
                              <p:par>
                                <p:cTn id="33" presetID="42" presetClass="entr" presetSubtype="0" fill="hold" grpId="0" nodeType="afterEffect">
                                  <p:stCondLst>
                                    <p:cond delay="0"/>
                                  </p:stCondLst>
                                  <p:childTnLst>
                                    <p:set>
                                      <p:cBhvr>
                                        <p:cTn id="34" dur="1" fill="hold">
                                          <p:stCondLst>
                                            <p:cond delay="0"/>
                                          </p:stCondLst>
                                        </p:cTn>
                                        <p:tgtEl>
                                          <p:spTgt spid="24"/>
                                        </p:tgtEl>
                                        <p:attrNameLst>
                                          <p:attrName>style.visibility</p:attrName>
                                        </p:attrNameLst>
                                      </p:cBhvr>
                                      <p:to>
                                        <p:strVal val="visible"/>
                                      </p:to>
                                    </p:set>
                                    <p:animEffect transition="in" filter="fade">
                                      <p:cBhvr>
                                        <p:cTn id="35" dur="500"/>
                                        <p:tgtEl>
                                          <p:spTgt spid="24"/>
                                        </p:tgtEl>
                                      </p:cBhvr>
                                    </p:animEffect>
                                    <p:anim calcmode="lin" valueType="num">
                                      <p:cBhvr>
                                        <p:cTn id="36" dur="500" fill="hold"/>
                                        <p:tgtEl>
                                          <p:spTgt spid="24"/>
                                        </p:tgtEl>
                                        <p:attrNameLst>
                                          <p:attrName>ppt_x</p:attrName>
                                        </p:attrNameLst>
                                      </p:cBhvr>
                                      <p:tavLst>
                                        <p:tav tm="0">
                                          <p:val>
                                            <p:strVal val="#ppt_x"/>
                                          </p:val>
                                        </p:tav>
                                        <p:tav tm="100000">
                                          <p:val>
                                            <p:strVal val="#ppt_x"/>
                                          </p:val>
                                        </p:tav>
                                      </p:tavLst>
                                    </p:anim>
                                    <p:anim calcmode="lin" valueType="num">
                                      <p:cBhvr>
                                        <p:cTn id="37" dur="500" fill="hold"/>
                                        <p:tgtEl>
                                          <p:spTgt spid="24"/>
                                        </p:tgtEl>
                                        <p:attrNameLst>
                                          <p:attrName>ppt_y</p:attrName>
                                        </p:attrNameLst>
                                      </p:cBhvr>
                                      <p:tavLst>
                                        <p:tav tm="0">
                                          <p:val>
                                            <p:strVal val="#ppt_y+.1"/>
                                          </p:val>
                                        </p:tav>
                                        <p:tav tm="100000">
                                          <p:val>
                                            <p:strVal val="#ppt_y"/>
                                          </p:val>
                                        </p:tav>
                                      </p:tavLst>
                                    </p:anim>
                                  </p:childTnLst>
                                </p:cTn>
                              </p:par>
                            </p:childTnLst>
                          </p:cTn>
                        </p:par>
                        <p:par>
                          <p:cTn id="38" fill="hold">
                            <p:stCondLst>
                              <p:cond delay="3500"/>
                            </p:stCondLst>
                            <p:childTnLst>
                              <p:par>
                                <p:cTn id="39" presetID="42" presetClass="entr" presetSubtype="0" fill="hold" grpId="0" nodeType="afterEffect">
                                  <p:stCondLst>
                                    <p:cond delay="0"/>
                                  </p:stCondLst>
                                  <p:childTnLst>
                                    <p:set>
                                      <p:cBhvr>
                                        <p:cTn id="40" dur="1" fill="hold">
                                          <p:stCondLst>
                                            <p:cond delay="0"/>
                                          </p:stCondLst>
                                        </p:cTn>
                                        <p:tgtEl>
                                          <p:spTgt spid="25"/>
                                        </p:tgtEl>
                                        <p:attrNameLst>
                                          <p:attrName>style.visibility</p:attrName>
                                        </p:attrNameLst>
                                      </p:cBhvr>
                                      <p:to>
                                        <p:strVal val="visible"/>
                                      </p:to>
                                    </p:set>
                                    <p:animEffect transition="in" filter="fade">
                                      <p:cBhvr>
                                        <p:cTn id="41" dur="500"/>
                                        <p:tgtEl>
                                          <p:spTgt spid="25"/>
                                        </p:tgtEl>
                                      </p:cBhvr>
                                    </p:animEffect>
                                    <p:anim calcmode="lin" valueType="num">
                                      <p:cBhvr>
                                        <p:cTn id="42" dur="500" fill="hold"/>
                                        <p:tgtEl>
                                          <p:spTgt spid="25"/>
                                        </p:tgtEl>
                                        <p:attrNameLst>
                                          <p:attrName>ppt_x</p:attrName>
                                        </p:attrNameLst>
                                      </p:cBhvr>
                                      <p:tavLst>
                                        <p:tav tm="0">
                                          <p:val>
                                            <p:strVal val="#ppt_x"/>
                                          </p:val>
                                        </p:tav>
                                        <p:tav tm="100000">
                                          <p:val>
                                            <p:strVal val="#ppt_x"/>
                                          </p:val>
                                        </p:tav>
                                      </p:tavLst>
                                    </p:anim>
                                    <p:anim calcmode="lin" valueType="num">
                                      <p:cBhvr>
                                        <p:cTn id="43" dur="500" fill="hold"/>
                                        <p:tgtEl>
                                          <p:spTgt spid="25"/>
                                        </p:tgtEl>
                                        <p:attrNameLst>
                                          <p:attrName>ppt_y</p:attrName>
                                        </p:attrNameLst>
                                      </p:cBhvr>
                                      <p:tavLst>
                                        <p:tav tm="0">
                                          <p:val>
                                            <p:strVal val="#ppt_y+.1"/>
                                          </p:val>
                                        </p:tav>
                                        <p:tav tm="100000">
                                          <p:val>
                                            <p:strVal val="#ppt_y"/>
                                          </p:val>
                                        </p:tav>
                                      </p:tavLst>
                                    </p:anim>
                                  </p:childTnLst>
                                </p:cTn>
                              </p:par>
                            </p:childTnLst>
                          </p:cTn>
                        </p:par>
                        <p:par>
                          <p:cTn id="44" fill="hold">
                            <p:stCondLst>
                              <p:cond delay="4000"/>
                            </p:stCondLst>
                            <p:childTnLst>
                              <p:par>
                                <p:cTn id="45" presetID="42" presetClass="entr" presetSubtype="0" fill="hold" grpId="0" nodeType="afterEffect">
                                  <p:stCondLst>
                                    <p:cond delay="0"/>
                                  </p:stCondLst>
                                  <p:childTnLst>
                                    <p:set>
                                      <p:cBhvr>
                                        <p:cTn id="46" dur="1" fill="hold">
                                          <p:stCondLst>
                                            <p:cond delay="0"/>
                                          </p:stCondLst>
                                        </p:cTn>
                                        <p:tgtEl>
                                          <p:spTgt spid="26"/>
                                        </p:tgtEl>
                                        <p:attrNameLst>
                                          <p:attrName>style.visibility</p:attrName>
                                        </p:attrNameLst>
                                      </p:cBhvr>
                                      <p:to>
                                        <p:strVal val="visible"/>
                                      </p:to>
                                    </p:set>
                                    <p:animEffect transition="in" filter="fade">
                                      <p:cBhvr>
                                        <p:cTn id="47" dur="500"/>
                                        <p:tgtEl>
                                          <p:spTgt spid="26"/>
                                        </p:tgtEl>
                                      </p:cBhvr>
                                    </p:animEffect>
                                    <p:anim calcmode="lin" valueType="num">
                                      <p:cBhvr>
                                        <p:cTn id="48" dur="500" fill="hold"/>
                                        <p:tgtEl>
                                          <p:spTgt spid="26"/>
                                        </p:tgtEl>
                                        <p:attrNameLst>
                                          <p:attrName>ppt_x</p:attrName>
                                        </p:attrNameLst>
                                      </p:cBhvr>
                                      <p:tavLst>
                                        <p:tav tm="0">
                                          <p:val>
                                            <p:strVal val="#ppt_x"/>
                                          </p:val>
                                        </p:tav>
                                        <p:tav tm="100000">
                                          <p:val>
                                            <p:strVal val="#ppt_x"/>
                                          </p:val>
                                        </p:tav>
                                      </p:tavLst>
                                    </p:anim>
                                    <p:anim calcmode="lin" valueType="num">
                                      <p:cBhvr>
                                        <p:cTn id="49" dur="500" fill="hold"/>
                                        <p:tgtEl>
                                          <p:spTgt spid="26"/>
                                        </p:tgtEl>
                                        <p:attrNameLst>
                                          <p:attrName>ppt_y</p:attrName>
                                        </p:attrNameLst>
                                      </p:cBhvr>
                                      <p:tavLst>
                                        <p:tav tm="0">
                                          <p:val>
                                            <p:strVal val="#ppt_y+.1"/>
                                          </p:val>
                                        </p:tav>
                                        <p:tav tm="100000">
                                          <p:val>
                                            <p:strVal val="#ppt_y"/>
                                          </p:val>
                                        </p:tav>
                                      </p:tavLst>
                                    </p:anim>
                                  </p:childTnLst>
                                </p:cTn>
                              </p:par>
                            </p:childTnLst>
                          </p:cTn>
                        </p:par>
                        <p:par>
                          <p:cTn id="50" fill="hold">
                            <p:stCondLst>
                              <p:cond delay="4500"/>
                            </p:stCondLst>
                            <p:childTnLst>
                              <p:par>
                                <p:cTn id="51" presetID="53" presetClass="entr" presetSubtype="16" fill="hold" grpId="0" nodeType="afterEffect" nodePh="1">
                                  <p:stCondLst>
                                    <p:cond delay="0"/>
                                  </p:stCondLst>
                                  <p:endCondLst>
                                    <p:cond evt="begin" delay="0">
                                      <p:tn val="51"/>
                                    </p:cond>
                                  </p:endCondLst>
                                  <p:childTnLst>
                                    <p:set>
                                      <p:cBhvr>
                                        <p:cTn id="52" dur="1" fill="hold">
                                          <p:stCondLst>
                                            <p:cond delay="0"/>
                                          </p:stCondLst>
                                        </p:cTn>
                                        <p:tgtEl>
                                          <p:spTgt spid="27">
                                            <p:txEl>
                                              <p:pRg st="0" end="0"/>
                                            </p:txEl>
                                          </p:spTgt>
                                        </p:tgtEl>
                                        <p:attrNameLst>
                                          <p:attrName>style.visibility</p:attrName>
                                        </p:attrNameLst>
                                      </p:cBhvr>
                                      <p:to>
                                        <p:strVal val="visible"/>
                                      </p:to>
                                    </p:set>
                                    <p:anim calcmode="lin" valueType="num">
                                      <p:cBhvr>
                                        <p:cTn id="53" dur="500" fill="hold"/>
                                        <p:tgtEl>
                                          <p:spTgt spid="27">
                                            <p:txEl>
                                              <p:pRg st="0" end="0"/>
                                            </p:txEl>
                                          </p:spTgt>
                                        </p:tgtEl>
                                        <p:attrNameLst>
                                          <p:attrName>ppt_w</p:attrName>
                                        </p:attrNameLst>
                                      </p:cBhvr>
                                      <p:tavLst>
                                        <p:tav tm="0">
                                          <p:val>
                                            <p:fltVal val="0"/>
                                          </p:val>
                                        </p:tav>
                                        <p:tav tm="100000">
                                          <p:val>
                                            <p:strVal val="#ppt_w"/>
                                          </p:val>
                                        </p:tav>
                                      </p:tavLst>
                                    </p:anim>
                                    <p:anim calcmode="lin" valueType="num">
                                      <p:cBhvr>
                                        <p:cTn id="54" dur="500" fill="hold"/>
                                        <p:tgtEl>
                                          <p:spTgt spid="27">
                                            <p:txEl>
                                              <p:pRg st="0" end="0"/>
                                            </p:txEl>
                                          </p:spTgt>
                                        </p:tgtEl>
                                        <p:attrNameLst>
                                          <p:attrName>ppt_h</p:attrName>
                                        </p:attrNameLst>
                                      </p:cBhvr>
                                      <p:tavLst>
                                        <p:tav tm="0">
                                          <p:val>
                                            <p:fltVal val="0"/>
                                          </p:val>
                                        </p:tav>
                                        <p:tav tm="100000">
                                          <p:val>
                                            <p:strVal val="#ppt_h"/>
                                          </p:val>
                                        </p:tav>
                                      </p:tavLst>
                                    </p:anim>
                                    <p:animEffect transition="in" filter="fade">
                                      <p:cBhvr>
                                        <p:cTn id="55" dur="500"/>
                                        <p:tgtEl>
                                          <p:spTgt spid="27">
                                            <p:txEl>
                                              <p:pRg st="0" end="0"/>
                                            </p:txEl>
                                          </p:spTgt>
                                        </p:tgtEl>
                                      </p:cBhvr>
                                    </p:animEffect>
                                  </p:childTnLst>
                                </p:cTn>
                              </p:par>
                            </p:childTnLst>
                          </p:cTn>
                        </p:par>
                        <p:par>
                          <p:cTn id="56" fill="hold">
                            <p:stCondLst>
                              <p:cond delay="5000"/>
                            </p:stCondLst>
                            <p:childTnLst>
                              <p:par>
                                <p:cTn id="57" presetID="53" presetClass="entr" presetSubtype="16" fill="hold" grpId="0" nodeType="afterEffect" nodePh="1">
                                  <p:stCondLst>
                                    <p:cond delay="0"/>
                                  </p:stCondLst>
                                  <p:endCondLst>
                                    <p:cond evt="begin" delay="0">
                                      <p:tn val="57"/>
                                    </p:cond>
                                  </p:endCondLst>
                                  <p:childTnLst>
                                    <p:set>
                                      <p:cBhvr>
                                        <p:cTn id="58" dur="1" fill="hold">
                                          <p:stCondLst>
                                            <p:cond delay="0"/>
                                          </p:stCondLst>
                                        </p:cTn>
                                        <p:tgtEl>
                                          <p:spTgt spid="28">
                                            <p:txEl>
                                              <p:pRg st="0" end="0"/>
                                            </p:txEl>
                                          </p:spTgt>
                                        </p:tgtEl>
                                        <p:attrNameLst>
                                          <p:attrName>style.visibility</p:attrName>
                                        </p:attrNameLst>
                                      </p:cBhvr>
                                      <p:to>
                                        <p:strVal val="visible"/>
                                      </p:to>
                                    </p:set>
                                    <p:anim calcmode="lin" valueType="num">
                                      <p:cBhvr>
                                        <p:cTn id="59" dur="500" fill="hold"/>
                                        <p:tgtEl>
                                          <p:spTgt spid="28">
                                            <p:txEl>
                                              <p:pRg st="0" end="0"/>
                                            </p:txEl>
                                          </p:spTgt>
                                        </p:tgtEl>
                                        <p:attrNameLst>
                                          <p:attrName>ppt_w</p:attrName>
                                        </p:attrNameLst>
                                      </p:cBhvr>
                                      <p:tavLst>
                                        <p:tav tm="0">
                                          <p:val>
                                            <p:fltVal val="0"/>
                                          </p:val>
                                        </p:tav>
                                        <p:tav tm="100000">
                                          <p:val>
                                            <p:strVal val="#ppt_w"/>
                                          </p:val>
                                        </p:tav>
                                      </p:tavLst>
                                    </p:anim>
                                    <p:anim calcmode="lin" valueType="num">
                                      <p:cBhvr>
                                        <p:cTn id="60" dur="500" fill="hold"/>
                                        <p:tgtEl>
                                          <p:spTgt spid="28">
                                            <p:txEl>
                                              <p:pRg st="0" end="0"/>
                                            </p:txEl>
                                          </p:spTgt>
                                        </p:tgtEl>
                                        <p:attrNameLst>
                                          <p:attrName>ppt_h</p:attrName>
                                        </p:attrNameLst>
                                      </p:cBhvr>
                                      <p:tavLst>
                                        <p:tav tm="0">
                                          <p:val>
                                            <p:fltVal val="0"/>
                                          </p:val>
                                        </p:tav>
                                        <p:tav tm="100000">
                                          <p:val>
                                            <p:strVal val="#ppt_h"/>
                                          </p:val>
                                        </p:tav>
                                      </p:tavLst>
                                    </p:anim>
                                    <p:animEffect transition="in" filter="fade">
                                      <p:cBhvr>
                                        <p:cTn id="61" dur="500"/>
                                        <p:tgtEl>
                                          <p:spTgt spid="28">
                                            <p:txEl>
                                              <p:pRg st="0" end="0"/>
                                            </p:txEl>
                                          </p:spTgt>
                                        </p:tgtEl>
                                      </p:cBhvr>
                                    </p:animEffect>
                                  </p:childTnLst>
                                </p:cTn>
                              </p:par>
                            </p:childTnLst>
                          </p:cTn>
                        </p:par>
                        <p:par>
                          <p:cTn id="62" fill="hold">
                            <p:stCondLst>
                              <p:cond delay="5500"/>
                            </p:stCondLst>
                            <p:childTnLst>
                              <p:par>
                                <p:cTn id="63" presetID="53" presetClass="entr" presetSubtype="16" fill="hold" grpId="0" nodeType="afterEffect" nodePh="1">
                                  <p:stCondLst>
                                    <p:cond delay="0"/>
                                  </p:stCondLst>
                                  <p:endCondLst>
                                    <p:cond evt="begin" delay="0">
                                      <p:tn val="63"/>
                                    </p:cond>
                                  </p:endCondLst>
                                  <p:childTnLst>
                                    <p:set>
                                      <p:cBhvr>
                                        <p:cTn id="64" dur="1" fill="hold">
                                          <p:stCondLst>
                                            <p:cond delay="0"/>
                                          </p:stCondLst>
                                        </p:cTn>
                                        <p:tgtEl>
                                          <p:spTgt spid="29">
                                            <p:txEl>
                                              <p:pRg st="0" end="0"/>
                                            </p:txEl>
                                          </p:spTgt>
                                        </p:tgtEl>
                                        <p:attrNameLst>
                                          <p:attrName>style.visibility</p:attrName>
                                        </p:attrNameLst>
                                      </p:cBhvr>
                                      <p:to>
                                        <p:strVal val="visible"/>
                                      </p:to>
                                    </p:set>
                                    <p:anim calcmode="lin" valueType="num">
                                      <p:cBhvr>
                                        <p:cTn id="65" dur="500" fill="hold"/>
                                        <p:tgtEl>
                                          <p:spTgt spid="29">
                                            <p:txEl>
                                              <p:pRg st="0" end="0"/>
                                            </p:txEl>
                                          </p:spTgt>
                                        </p:tgtEl>
                                        <p:attrNameLst>
                                          <p:attrName>ppt_w</p:attrName>
                                        </p:attrNameLst>
                                      </p:cBhvr>
                                      <p:tavLst>
                                        <p:tav tm="0">
                                          <p:val>
                                            <p:fltVal val="0"/>
                                          </p:val>
                                        </p:tav>
                                        <p:tav tm="100000">
                                          <p:val>
                                            <p:strVal val="#ppt_w"/>
                                          </p:val>
                                        </p:tav>
                                      </p:tavLst>
                                    </p:anim>
                                    <p:anim calcmode="lin" valueType="num">
                                      <p:cBhvr>
                                        <p:cTn id="66" dur="500" fill="hold"/>
                                        <p:tgtEl>
                                          <p:spTgt spid="29">
                                            <p:txEl>
                                              <p:pRg st="0" end="0"/>
                                            </p:txEl>
                                          </p:spTgt>
                                        </p:tgtEl>
                                        <p:attrNameLst>
                                          <p:attrName>ppt_h</p:attrName>
                                        </p:attrNameLst>
                                      </p:cBhvr>
                                      <p:tavLst>
                                        <p:tav tm="0">
                                          <p:val>
                                            <p:fltVal val="0"/>
                                          </p:val>
                                        </p:tav>
                                        <p:tav tm="100000">
                                          <p:val>
                                            <p:strVal val="#ppt_h"/>
                                          </p:val>
                                        </p:tav>
                                      </p:tavLst>
                                    </p:anim>
                                    <p:animEffect transition="in" filter="fade">
                                      <p:cBhvr>
                                        <p:cTn id="67" dur="500"/>
                                        <p:tgtEl>
                                          <p:spTgt spid="29">
                                            <p:txEl>
                                              <p:pRg st="0" end="0"/>
                                            </p:txEl>
                                          </p:spTgt>
                                        </p:tgtEl>
                                      </p:cBhvr>
                                    </p:animEffect>
                                  </p:childTnLst>
                                </p:cTn>
                              </p:par>
                            </p:childTnLst>
                          </p:cTn>
                        </p:par>
                        <p:par>
                          <p:cTn id="68" fill="hold">
                            <p:stCondLst>
                              <p:cond delay="6000"/>
                            </p:stCondLst>
                            <p:childTnLst>
                              <p:par>
                                <p:cTn id="69" presetID="10" presetClass="entr" presetSubtype="0" fill="hold" grpId="0" nodeType="afterEffect">
                                  <p:stCondLst>
                                    <p:cond delay="0"/>
                                  </p:stCondLst>
                                  <p:childTnLst>
                                    <p:set>
                                      <p:cBhvr>
                                        <p:cTn id="70" dur="1" fill="hold">
                                          <p:stCondLst>
                                            <p:cond delay="0"/>
                                          </p:stCondLst>
                                        </p:cTn>
                                        <p:tgtEl>
                                          <p:spTgt spid="6"/>
                                        </p:tgtEl>
                                        <p:attrNameLst>
                                          <p:attrName>style.visibility</p:attrName>
                                        </p:attrNameLst>
                                      </p:cBhvr>
                                      <p:to>
                                        <p:strVal val="visible"/>
                                      </p:to>
                                    </p:set>
                                    <p:animEffect transition="in" filter="fade">
                                      <p:cBhvr>
                                        <p:cTn id="71" dur="500"/>
                                        <p:tgtEl>
                                          <p:spTgt spid="6"/>
                                        </p:tgtEl>
                                      </p:cBhvr>
                                    </p:animEffect>
                                  </p:childTnLst>
                                </p:cTn>
                              </p:par>
                            </p:childTnLst>
                          </p:cTn>
                        </p:par>
                        <p:par>
                          <p:cTn id="72" fill="hold">
                            <p:stCondLst>
                              <p:cond delay="6500"/>
                            </p:stCondLst>
                            <p:childTnLst>
                              <p:par>
                                <p:cTn id="73" presetID="53" presetClass="entr" presetSubtype="16" fill="hold" grpId="0" nodeType="afterEffect" nodePh="1">
                                  <p:stCondLst>
                                    <p:cond delay="0"/>
                                  </p:stCondLst>
                                  <p:endCondLst>
                                    <p:cond evt="begin" delay="0">
                                      <p:tn val="73"/>
                                    </p:cond>
                                  </p:endCondLst>
                                  <p:childTnLst>
                                    <p:set>
                                      <p:cBhvr>
                                        <p:cTn id="74" dur="1" fill="hold">
                                          <p:stCondLst>
                                            <p:cond delay="0"/>
                                          </p:stCondLst>
                                        </p:cTn>
                                        <p:tgtEl>
                                          <p:spTgt spid="33">
                                            <p:txEl>
                                              <p:pRg st="0" end="0"/>
                                            </p:txEl>
                                          </p:spTgt>
                                        </p:tgtEl>
                                        <p:attrNameLst>
                                          <p:attrName>style.visibility</p:attrName>
                                        </p:attrNameLst>
                                      </p:cBhvr>
                                      <p:to>
                                        <p:strVal val="visible"/>
                                      </p:to>
                                    </p:set>
                                    <p:anim calcmode="lin" valueType="num">
                                      <p:cBhvr>
                                        <p:cTn id="75" dur="500" fill="hold"/>
                                        <p:tgtEl>
                                          <p:spTgt spid="33">
                                            <p:txEl>
                                              <p:pRg st="0" end="0"/>
                                            </p:txEl>
                                          </p:spTgt>
                                        </p:tgtEl>
                                        <p:attrNameLst>
                                          <p:attrName>ppt_w</p:attrName>
                                        </p:attrNameLst>
                                      </p:cBhvr>
                                      <p:tavLst>
                                        <p:tav tm="0">
                                          <p:val>
                                            <p:fltVal val="0"/>
                                          </p:val>
                                        </p:tav>
                                        <p:tav tm="100000">
                                          <p:val>
                                            <p:strVal val="#ppt_w"/>
                                          </p:val>
                                        </p:tav>
                                      </p:tavLst>
                                    </p:anim>
                                    <p:anim calcmode="lin" valueType="num">
                                      <p:cBhvr>
                                        <p:cTn id="76" dur="500" fill="hold"/>
                                        <p:tgtEl>
                                          <p:spTgt spid="33">
                                            <p:txEl>
                                              <p:pRg st="0" end="0"/>
                                            </p:txEl>
                                          </p:spTgt>
                                        </p:tgtEl>
                                        <p:attrNameLst>
                                          <p:attrName>ppt_h</p:attrName>
                                        </p:attrNameLst>
                                      </p:cBhvr>
                                      <p:tavLst>
                                        <p:tav tm="0">
                                          <p:val>
                                            <p:fltVal val="0"/>
                                          </p:val>
                                        </p:tav>
                                        <p:tav tm="100000">
                                          <p:val>
                                            <p:strVal val="#ppt_h"/>
                                          </p:val>
                                        </p:tav>
                                      </p:tavLst>
                                    </p:anim>
                                    <p:animEffect transition="in" filter="fade">
                                      <p:cBhvr>
                                        <p:cTn id="77" dur="500"/>
                                        <p:tgtEl>
                                          <p:spTgt spid="33">
                                            <p:txEl>
                                              <p:pRg st="0" end="0"/>
                                            </p:txEl>
                                          </p:spTgt>
                                        </p:tgtEl>
                                      </p:cBhvr>
                                    </p:animEffect>
                                  </p:childTnLst>
                                </p:cTn>
                              </p:par>
                            </p:childTnLst>
                          </p:cTn>
                        </p:par>
                        <p:par>
                          <p:cTn id="78" fill="hold">
                            <p:stCondLst>
                              <p:cond delay="7000"/>
                            </p:stCondLst>
                            <p:childTnLst>
                              <p:par>
                                <p:cTn id="79" presetID="10" presetClass="entr" presetSubtype="0" fill="hold" grpId="0" nodeType="afterEffect">
                                  <p:stCondLst>
                                    <p:cond delay="0"/>
                                  </p:stCondLst>
                                  <p:childTnLst>
                                    <p:set>
                                      <p:cBhvr>
                                        <p:cTn id="80" dur="1" fill="hold">
                                          <p:stCondLst>
                                            <p:cond delay="0"/>
                                          </p:stCondLst>
                                        </p:cTn>
                                        <p:tgtEl>
                                          <p:spTgt spid="30"/>
                                        </p:tgtEl>
                                        <p:attrNameLst>
                                          <p:attrName>style.visibility</p:attrName>
                                        </p:attrNameLst>
                                      </p:cBhvr>
                                      <p:to>
                                        <p:strVal val="visible"/>
                                      </p:to>
                                    </p:set>
                                    <p:animEffect transition="in" filter="fade">
                                      <p:cBhvr>
                                        <p:cTn id="81" dur="500"/>
                                        <p:tgtEl>
                                          <p:spTgt spid="30"/>
                                        </p:tgtEl>
                                      </p:cBhvr>
                                    </p:animEffect>
                                  </p:childTnLst>
                                </p:cTn>
                              </p:par>
                            </p:childTnLst>
                          </p:cTn>
                        </p:par>
                        <p:par>
                          <p:cTn id="82" fill="hold">
                            <p:stCondLst>
                              <p:cond delay="7500"/>
                            </p:stCondLst>
                            <p:childTnLst>
                              <p:par>
                                <p:cTn id="83" presetID="53" presetClass="entr" presetSubtype="16" fill="hold" grpId="0" nodeType="afterEffect" nodePh="1">
                                  <p:stCondLst>
                                    <p:cond delay="0"/>
                                  </p:stCondLst>
                                  <p:endCondLst>
                                    <p:cond evt="begin" delay="0">
                                      <p:tn val="83"/>
                                    </p:cond>
                                  </p:endCondLst>
                                  <p:childTnLst>
                                    <p:set>
                                      <p:cBhvr>
                                        <p:cTn id="84" dur="1" fill="hold">
                                          <p:stCondLst>
                                            <p:cond delay="0"/>
                                          </p:stCondLst>
                                        </p:cTn>
                                        <p:tgtEl>
                                          <p:spTgt spid="34">
                                            <p:txEl>
                                              <p:pRg st="0" end="0"/>
                                            </p:txEl>
                                          </p:spTgt>
                                        </p:tgtEl>
                                        <p:attrNameLst>
                                          <p:attrName>style.visibility</p:attrName>
                                        </p:attrNameLst>
                                      </p:cBhvr>
                                      <p:to>
                                        <p:strVal val="visible"/>
                                      </p:to>
                                    </p:set>
                                    <p:anim calcmode="lin" valueType="num">
                                      <p:cBhvr>
                                        <p:cTn id="85" dur="500" fill="hold"/>
                                        <p:tgtEl>
                                          <p:spTgt spid="34">
                                            <p:txEl>
                                              <p:pRg st="0" end="0"/>
                                            </p:txEl>
                                          </p:spTgt>
                                        </p:tgtEl>
                                        <p:attrNameLst>
                                          <p:attrName>ppt_w</p:attrName>
                                        </p:attrNameLst>
                                      </p:cBhvr>
                                      <p:tavLst>
                                        <p:tav tm="0">
                                          <p:val>
                                            <p:fltVal val="0"/>
                                          </p:val>
                                        </p:tav>
                                        <p:tav tm="100000">
                                          <p:val>
                                            <p:strVal val="#ppt_w"/>
                                          </p:val>
                                        </p:tav>
                                      </p:tavLst>
                                    </p:anim>
                                    <p:anim calcmode="lin" valueType="num">
                                      <p:cBhvr>
                                        <p:cTn id="86" dur="500" fill="hold"/>
                                        <p:tgtEl>
                                          <p:spTgt spid="34">
                                            <p:txEl>
                                              <p:pRg st="0" end="0"/>
                                            </p:txEl>
                                          </p:spTgt>
                                        </p:tgtEl>
                                        <p:attrNameLst>
                                          <p:attrName>ppt_h</p:attrName>
                                        </p:attrNameLst>
                                      </p:cBhvr>
                                      <p:tavLst>
                                        <p:tav tm="0">
                                          <p:val>
                                            <p:fltVal val="0"/>
                                          </p:val>
                                        </p:tav>
                                        <p:tav tm="100000">
                                          <p:val>
                                            <p:strVal val="#ppt_h"/>
                                          </p:val>
                                        </p:tav>
                                      </p:tavLst>
                                    </p:anim>
                                    <p:animEffect transition="in" filter="fade">
                                      <p:cBhvr>
                                        <p:cTn id="87" dur="500"/>
                                        <p:tgtEl>
                                          <p:spTgt spid="34">
                                            <p:txEl>
                                              <p:pRg st="0" end="0"/>
                                            </p:txEl>
                                          </p:spTgt>
                                        </p:tgtEl>
                                      </p:cBhvr>
                                    </p:animEffect>
                                  </p:childTnLst>
                                </p:cTn>
                              </p:par>
                            </p:childTnLst>
                          </p:cTn>
                        </p:par>
                        <p:par>
                          <p:cTn id="88" fill="hold">
                            <p:stCondLst>
                              <p:cond delay="8000"/>
                            </p:stCondLst>
                            <p:childTnLst>
                              <p:par>
                                <p:cTn id="89" presetID="10" presetClass="entr" presetSubtype="0" fill="hold" grpId="0" nodeType="afterEffect">
                                  <p:stCondLst>
                                    <p:cond delay="0"/>
                                  </p:stCondLst>
                                  <p:childTnLst>
                                    <p:set>
                                      <p:cBhvr>
                                        <p:cTn id="90" dur="1" fill="hold">
                                          <p:stCondLst>
                                            <p:cond delay="0"/>
                                          </p:stCondLst>
                                        </p:cTn>
                                        <p:tgtEl>
                                          <p:spTgt spid="31"/>
                                        </p:tgtEl>
                                        <p:attrNameLst>
                                          <p:attrName>style.visibility</p:attrName>
                                        </p:attrNameLst>
                                      </p:cBhvr>
                                      <p:to>
                                        <p:strVal val="visible"/>
                                      </p:to>
                                    </p:set>
                                    <p:animEffect transition="in" filter="fade">
                                      <p:cBhvr>
                                        <p:cTn id="91" dur="500"/>
                                        <p:tgtEl>
                                          <p:spTgt spid="31"/>
                                        </p:tgtEl>
                                      </p:cBhvr>
                                    </p:animEffect>
                                  </p:childTnLst>
                                </p:cTn>
                              </p:par>
                            </p:childTnLst>
                          </p:cTn>
                        </p:par>
                        <p:par>
                          <p:cTn id="92" fill="hold">
                            <p:stCondLst>
                              <p:cond delay="8500"/>
                            </p:stCondLst>
                            <p:childTnLst>
                              <p:par>
                                <p:cTn id="93" presetID="53" presetClass="entr" presetSubtype="16" fill="hold" grpId="0" nodeType="afterEffect" nodePh="1">
                                  <p:stCondLst>
                                    <p:cond delay="0"/>
                                  </p:stCondLst>
                                  <p:endCondLst>
                                    <p:cond evt="begin" delay="0">
                                      <p:tn val="93"/>
                                    </p:cond>
                                  </p:endCondLst>
                                  <p:childTnLst>
                                    <p:set>
                                      <p:cBhvr>
                                        <p:cTn id="94" dur="1" fill="hold">
                                          <p:stCondLst>
                                            <p:cond delay="0"/>
                                          </p:stCondLst>
                                        </p:cTn>
                                        <p:tgtEl>
                                          <p:spTgt spid="35">
                                            <p:txEl>
                                              <p:pRg st="0" end="0"/>
                                            </p:txEl>
                                          </p:spTgt>
                                        </p:tgtEl>
                                        <p:attrNameLst>
                                          <p:attrName>style.visibility</p:attrName>
                                        </p:attrNameLst>
                                      </p:cBhvr>
                                      <p:to>
                                        <p:strVal val="visible"/>
                                      </p:to>
                                    </p:set>
                                    <p:anim calcmode="lin" valueType="num">
                                      <p:cBhvr>
                                        <p:cTn id="95" dur="500" fill="hold"/>
                                        <p:tgtEl>
                                          <p:spTgt spid="35">
                                            <p:txEl>
                                              <p:pRg st="0" end="0"/>
                                            </p:txEl>
                                          </p:spTgt>
                                        </p:tgtEl>
                                        <p:attrNameLst>
                                          <p:attrName>ppt_w</p:attrName>
                                        </p:attrNameLst>
                                      </p:cBhvr>
                                      <p:tavLst>
                                        <p:tav tm="0">
                                          <p:val>
                                            <p:fltVal val="0"/>
                                          </p:val>
                                        </p:tav>
                                        <p:tav tm="100000">
                                          <p:val>
                                            <p:strVal val="#ppt_w"/>
                                          </p:val>
                                        </p:tav>
                                      </p:tavLst>
                                    </p:anim>
                                    <p:anim calcmode="lin" valueType="num">
                                      <p:cBhvr>
                                        <p:cTn id="96" dur="500" fill="hold"/>
                                        <p:tgtEl>
                                          <p:spTgt spid="35">
                                            <p:txEl>
                                              <p:pRg st="0" end="0"/>
                                            </p:txEl>
                                          </p:spTgt>
                                        </p:tgtEl>
                                        <p:attrNameLst>
                                          <p:attrName>ppt_h</p:attrName>
                                        </p:attrNameLst>
                                      </p:cBhvr>
                                      <p:tavLst>
                                        <p:tav tm="0">
                                          <p:val>
                                            <p:fltVal val="0"/>
                                          </p:val>
                                        </p:tav>
                                        <p:tav tm="100000">
                                          <p:val>
                                            <p:strVal val="#ppt_h"/>
                                          </p:val>
                                        </p:tav>
                                      </p:tavLst>
                                    </p:anim>
                                    <p:animEffect transition="in" filter="fade">
                                      <p:cBhvr>
                                        <p:cTn id="97" dur="500"/>
                                        <p:tgtEl>
                                          <p:spTgt spid="35">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30" grpId="0" animBg="1"/>
      <p:bldP spid="6" grpId="0" animBg="1"/>
      <p:bldP spid="43" grpId="0" animBg="1"/>
      <p:bldP spid="15" grpId="0"/>
      <p:bldP spid="18" grpId="0" build="p">
        <p:tmplLst>
          <p:tmpl lvl="1">
            <p:tnLst>
              <p:par>
                <p:cTn presetID="42" presetClass="entr" presetSubtype="0" fill="hold" nodeType="afterEffect">
                  <p:stCondLst>
                    <p:cond delay="0"/>
                  </p:stCondLst>
                  <p:childTnLst>
                    <p:set>
                      <p:cBhvr>
                        <p:cTn dur="1" fill="hold">
                          <p:stCondLst>
                            <p:cond delay="0"/>
                          </p:stCondLst>
                        </p:cTn>
                        <p:tgtEl>
                          <p:spTgt spid="18"/>
                        </p:tgtEl>
                        <p:attrNameLst>
                          <p:attrName>style.visibility</p:attrName>
                        </p:attrNameLst>
                      </p:cBhvr>
                      <p:to>
                        <p:strVal val="visible"/>
                      </p:to>
                    </p:set>
                    <p:animEffect transition="in" filter="fade">
                      <p:cBhvr>
                        <p:cTn dur="500"/>
                        <p:tgtEl>
                          <p:spTgt spid="18"/>
                        </p:tgtEl>
                      </p:cBhvr>
                    </p:animEffect>
                    <p:anim calcmode="lin" valueType="num">
                      <p:cBhvr>
                        <p:cTn dur="500" fill="hold"/>
                        <p:tgtEl>
                          <p:spTgt spid="18"/>
                        </p:tgtEl>
                        <p:attrNameLst>
                          <p:attrName>ppt_x</p:attrName>
                        </p:attrNameLst>
                      </p:cBhvr>
                      <p:tavLst>
                        <p:tav tm="0">
                          <p:val>
                            <p:strVal val="#ppt_x"/>
                          </p:val>
                        </p:tav>
                        <p:tav tm="100000">
                          <p:val>
                            <p:strVal val="#ppt_x"/>
                          </p:val>
                        </p:tav>
                      </p:tavLst>
                    </p:anim>
                    <p:anim calcmode="lin" valueType="num">
                      <p:cBhvr>
                        <p:cTn dur="500" fill="hold"/>
                        <p:tgtEl>
                          <p:spTgt spid="18"/>
                        </p:tgtEl>
                        <p:attrNameLst>
                          <p:attrName>ppt_y</p:attrName>
                        </p:attrNameLst>
                      </p:cBhvr>
                      <p:tavLst>
                        <p:tav tm="0">
                          <p:val>
                            <p:strVal val="#ppt_y+.1"/>
                          </p:val>
                        </p:tav>
                        <p:tav tm="100000">
                          <p:val>
                            <p:strVal val="#ppt_y"/>
                          </p:val>
                        </p:tav>
                      </p:tavLst>
                    </p:anim>
                  </p:childTnLst>
                </p:cTn>
              </p:par>
            </p:tnLst>
          </p:tmpl>
        </p:tmplLst>
      </p:bldP>
      <p:bldP spid="19" grpId="0" animBg="1"/>
      <p:bldP spid="20" grpId="0" animBg="1"/>
      <p:bldP spid="24" grpId="0" animBg="1"/>
      <p:bldP spid="25" grpId="0" animBg="1"/>
      <p:bldP spid="26" grpId="0" animBg="1"/>
      <p:bldP spid="27"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7"/>
                        </p:tgtEl>
                        <p:attrNameLst>
                          <p:attrName>style.visibility</p:attrName>
                        </p:attrNameLst>
                      </p:cBhvr>
                      <p:to>
                        <p:strVal val="visible"/>
                      </p:to>
                    </p:set>
                    <p:anim calcmode="lin" valueType="num">
                      <p:cBhvr>
                        <p:cTn dur="500" fill="hold"/>
                        <p:tgtEl>
                          <p:spTgt spid="27"/>
                        </p:tgtEl>
                        <p:attrNameLst>
                          <p:attrName>ppt_w</p:attrName>
                        </p:attrNameLst>
                      </p:cBhvr>
                      <p:tavLst>
                        <p:tav tm="0">
                          <p:val>
                            <p:fltVal val="0"/>
                          </p:val>
                        </p:tav>
                        <p:tav tm="100000">
                          <p:val>
                            <p:strVal val="#ppt_w"/>
                          </p:val>
                        </p:tav>
                      </p:tavLst>
                    </p:anim>
                    <p:anim calcmode="lin" valueType="num">
                      <p:cBhvr>
                        <p:cTn dur="500" fill="hold"/>
                        <p:tgtEl>
                          <p:spTgt spid="27"/>
                        </p:tgtEl>
                        <p:attrNameLst>
                          <p:attrName>ppt_h</p:attrName>
                        </p:attrNameLst>
                      </p:cBhvr>
                      <p:tavLst>
                        <p:tav tm="0">
                          <p:val>
                            <p:fltVal val="0"/>
                          </p:val>
                        </p:tav>
                        <p:tav tm="100000">
                          <p:val>
                            <p:strVal val="#ppt_h"/>
                          </p:val>
                        </p:tav>
                      </p:tavLst>
                    </p:anim>
                    <p:animEffect transition="in" filter="fade">
                      <p:cBhvr>
                        <p:cTn dur="500"/>
                        <p:tgtEl>
                          <p:spTgt spid="27"/>
                        </p:tgtEl>
                      </p:cBhvr>
                    </p:animEffect>
                  </p:childTnLst>
                </p:cTn>
              </p:par>
            </p:tnLst>
          </p:tmpl>
        </p:tmplLst>
      </p:bldP>
      <p:bldP spid="28"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8"/>
                        </p:tgtEl>
                        <p:attrNameLst>
                          <p:attrName>style.visibility</p:attrName>
                        </p:attrNameLst>
                      </p:cBhvr>
                      <p:to>
                        <p:strVal val="visible"/>
                      </p:to>
                    </p:set>
                    <p:anim calcmode="lin" valueType="num">
                      <p:cBhvr>
                        <p:cTn dur="500" fill="hold"/>
                        <p:tgtEl>
                          <p:spTgt spid="28"/>
                        </p:tgtEl>
                        <p:attrNameLst>
                          <p:attrName>ppt_w</p:attrName>
                        </p:attrNameLst>
                      </p:cBhvr>
                      <p:tavLst>
                        <p:tav tm="0">
                          <p:val>
                            <p:fltVal val="0"/>
                          </p:val>
                        </p:tav>
                        <p:tav tm="100000">
                          <p:val>
                            <p:strVal val="#ppt_w"/>
                          </p:val>
                        </p:tav>
                      </p:tavLst>
                    </p:anim>
                    <p:anim calcmode="lin" valueType="num">
                      <p:cBhvr>
                        <p:cTn dur="500" fill="hold"/>
                        <p:tgtEl>
                          <p:spTgt spid="28"/>
                        </p:tgtEl>
                        <p:attrNameLst>
                          <p:attrName>ppt_h</p:attrName>
                        </p:attrNameLst>
                      </p:cBhvr>
                      <p:tavLst>
                        <p:tav tm="0">
                          <p:val>
                            <p:fltVal val="0"/>
                          </p:val>
                        </p:tav>
                        <p:tav tm="100000">
                          <p:val>
                            <p:strVal val="#ppt_h"/>
                          </p:val>
                        </p:tav>
                      </p:tavLst>
                    </p:anim>
                    <p:animEffect transition="in" filter="fade">
                      <p:cBhvr>
                        <p:cTn dur="500"/>
                        <p:tgtEl>
                          <p:spTgt spid="28"/>
                        </p:tgtEl>
                      </p:cBhvr>
                    </p:animEffect>
                  </p:childTnLst>
                </p:cTn>
              </p:par>
            </p:tnLst>
          </p:tmpl>
        </p:tmplLst>
      </p:bldP>
      <p:bldP spid="29"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9"/>
                        </p:tgtEl>
                        <p:attrNameLst>
                          <p:attrName>style.visibility</p:attrName>
                        </p:attrNameLst>
                      </p:cBhvr>
                      <p:to>
                        <p:strVal val="visible"/>
                      </p:to>
                    </p:set>
                    <p:anim calcmode="lin" valueType="num">
                      <p:cBhvr>
                        <p:cTn dur="500" fill="hold"/>
                        <p:tgtEl>
                          <p:spTgt spid="29"/>
                        </p:tgtEl>
                        <p:attrNameLst>
                          <p:attrName>ppt_w</p:attrName>
                        </p:attrNameLst>
                      </p:cBhvr>
                      <p:tavLst>
                        <p:tav tm="0">
                          <p:val>
                            <p:fltVal val="0"/>
                          </p:val>
                        </p:tav>
                        <p:tav tm="100000">
                          <p:val>
                            <p:strVal val="#ppt_w"/>
                          </p:val>
                        </p:tav>
                      </p:tavLst>
                    </p:anim>
                    <p:anim calcmode="lin" valueType="num">
                      <p:cBhvr>
                        <p:cTn dur="500" fill="hold"/>
                        <p:tgtEl>
                          <p:spTgt spid="29"/>
                        </p:tgtEl>
                        <p:attrNameLst>
                          <p:attrName>ppt_h</p:attrName>
                        </p:attrNameLst>
                      </p:cBhvr>
                      <p:tavLst>
                        <p:tav tm="0">
                          <p:val>
                            <p:fltVal val="0"/>
                          </p:val>
                        </p:tav>
                        <p:tav tm="100000">
                          <p:val>
                            <p:strVal val="#ppt_h"/>
                          </p:val>
                        </p:tav>
                      </p:tavLst>
                    </p:anim>
                    <p:animEffect transition="in" filter="fade">
                      <p:cBhvr>
                        <p:cTn dur="500"/>
                        <p:tgtEl>
                          <p:spTgt spid="29"/>
                        </p:tgtEl>
                      </p:cBhvr>
                    </p:animEffect>
                  </p:childTnLst>
                </p:cTn>
              </p:par>
            </p:tnLst>
          </p:tmpl>
        </p:tmplLst>
      </p:bldP>
      <p:bldP spid="33"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33"/>
                        </p:tgtEl>
                        <p:attrNameLst>
                          <p:attrName>style.visibility</p:attrName>
                        </p:attrNameLst>
                      </p:cBhvr>
                      <p:to>
                        <p:strVal val="visible"/>
                      </p:to>
                    </p:set>
                    <p:anim calcmode="lin" valueType="num">
                      <p:cBhvr>
                        <p:cTn dur="500" fill="hold"/>
                        <p:tgtEl>
                          <p:spTgt spid="33"/>
                        </p:tgtEl>
                        <p:attrNameLst>
                          <p:attrName>ppt_w</p:attrName>
                        </p:attrNameLst>
                      </p:cBhvr>
                      <p:tavLst>
                        <p:tav tm="0">
                          <p:val>
                            <p:fltVal val="0"/>
                          </p:val>
                        </p:tav>
                        <p:tav tm="100000">
                          <p:val>
                            <p:strVal val="#ppt_w"/>
                          </p:val>
                        </p:tav>
                      </p:tavLst>
                    </p:anim>
                    <p:anim calcmode="lin" valueType="num">
                      <p:cBhvr>
                        <p:cTn dur="500" fill="hold"/>
                        <p:tgtEl>
                          <p:spTgt spid="33"/>
                        </p:tgtEl>
                        <p:attrNameLst>
                          <p:attrName>ppt_h</p:attrName>
                        </p:attrNameLst>
                      </p:cBhvr>
                      <p:tavLst>
                        <p:tav tm="0">
                          <p:val>
                            <p:fltVal val="0"/>
                          </p:val>
                        </p:tav>
                        <p:tav tm="100000">
                          <p:val>
                            <p:strVal val="#ppt_h"/>
                          </p:val>
                        </p:tav>
                      </p:tavLst>
                    </p:anim>
                    <p:animEffect transition="in" filter="fade">
                      <p:cBhvr>
                        <p:cTn dur="500"/>
                        <p:tgtEl>
                          <p:spTgt spid="33"/>
                        </p:tgtEl>
                      </p:cBhvr>
                    </p:animEffect>
                  </p:childTnLst>
                </p:cTn>
              </p:par>
            </p:tnLst>
          </p:tmpl>
        </p:tmplLst>
      </p:bldP>
      <p:bldP spid="34"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34"/>
                        </p:tgtEl>
                        <p:attrNameLst>
                          <p:attrName>style.visibility</p:attrName>
                        </p:attrNameLst>
                      </p:cBhvr>
                      <p:to>
                        <p:strVal val="visible"/>
                      </p:to>
                    </p:set>
                    <p:anim calcmode="lin" valueType="num">
                      <p:cBhvr>
                        <p:cTn dur="500" fill="hold"/>
                        <p:tgtEl>
                          <p:spTgt spid="34"/>
                        </p:tgtEl>
                        <p:attrNameLst>
                          <p:attrName>ppt_w</p:attrName>
                        </p:attrNameLst>
                      </p:cBhvr>
                      <p:tavLst>
                        <p:tav tm="0">
                          <p:val>
                            <p:fltVal val="0"/>
                          </p:val>
                        </p:tav>
                        <p:tav tm="100000">
                          <p:val>
                            <p:strVal val="#ppt_w"/>
                          </p:val>
                        </p:tav>
                      </p:tavLst>
                    </p:anim>
                    <p:anim calcmode="lin" valueType="num">
                      <p:cBhvr>
                        <p:cTn dur="500" fill="hold"/>
                        <p:tgtEl>
                          <p:spTgt spid="34"/>
                        </p:tgtEl>
                        <p:attrNameLst>
                          <p:attrName>ppt_h</p:attrName>
                        </p:attrNameLst>
                      </p:cBhvr>
                      <p:tavLst>
                        <p:tav tm="0">
                          <p:val>
                            <p:fltVal val="0"/>
                          </p:val>
                        </p:tav>
                        <p:tav tm="100000">
                          <p:val>
                            <p:strVal val="#ppt_h"/>
                          </p:val>
                        </p:tav>
                      </p:tavLst>
                    </p:anim>
                    <p:animEffect transition="in" filter="fade">
                      <p:cBhvr>
                        <p:cTn dur="500"/>
                        <p:tgtEl>
                          <p:spTgt spid="34"/>
                        </p:tgtEl>
                      </p:cBhvr>
                    </p:animEffect>
                  </p:childTnLst>
                </p:cTn>
              </p:par>
            </p:tnLst>
          </p:tmpl>
        </p:tmplLst>
      </p:bldP>
      <p:bldP spid="35"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35"/>
                        </p:tgtEl>
                        <p:attrNameLst>
                          <p:attrName>style.visibility</p:attrName>
                        </p:attrNameLst>
                      </p:cBhvr>
                      <p:to>
                        <p:strVal val="visible"/>
                      </p:to>
                    </p:set>
                    <p:anim calcmode="lin" valueType="num">
                      <p:cBhvr>
                        <p:cTn dur="500" fill="hold"/>
                        <p:tgtEl>
                          <p:spTgt spid="35"/>
                        </p:tgtEl>
                        <p:attrNameLst>
                          <p:attrName>ppt_w</p:attrName>
                        </p:attrNameLst>
                      </p:cBhvr>
                      <p:tavLst>
                        <p:tav tm="0">
                          <p:val>
                            <p:fltVal val="0"/>
                          </p:val>
                        </p:tav>
                        <p:tav tm="100000">
                          <p:val>
                            <p:strVal val="#ppt_w"/>
                          </p:val>
                        </p:tav>
                      </p:tavLst>
                    </p:anim>
                    <p:anim calcmode="lin" valueType="num">
                      <p:cBhvr>
                        <p:cTn dur="500" fill="hold"/>
                        <p:tgtEl>
                          <p:spTgt spid="35"/>
                        </p:tgtEl>
                        <p:attrNameLst>
                          <p:attrName>ppt_h</p:attrName>
                        </p:attrNameLst>
                      </p:cBhvr>
                      <p:tavLst>
                        <p:tav tm="0">
                          <p:val>
                            <p:fltVal val="0"/>
                          </p:val>
                        </p:tav>
                        <p:tav tm="100000">
                          <p:val>
                            <p:strVal val="#ppt_h"/>
                          </p:val>
                        </p:tav>
                      </p:tavLst>
                    </p:anim>
                    <p:animEffect transition="in" filter="fade">
                      <p:cBhvr>
                        <p:cTn dur="500"/>
                        <p:tgtEl>
                          <p:spTgt spid="35"/>
                        </p:tgtEl>
                      </p:cBhvr>
                    </p:animEffect>
                  </p:childTnLst>
                </p:cTn>
              </p:par>
            </p:tnLst>
          </p:tmpl>
        </p:tmplLst>
      </p:bldP>
    </p:bldLst>
  </p:timing>
</p:sldLayout>
</file>

<file path=ppt/slideLayouts/slideLayout533.xml><?xml version="1.0" encoding="utf-8"?>
<p:sldLayout xmlns:a="http://schemas.openxmlformats.org/drawingml/2006/main" xmlns:r="http://schemas.openxmlformats.org/officeDocument/2006/relationships" xmlns:p="http://schemas.openxmlformats.org/presentationml/2006/main" preserve="1" userDrawn="1">
  <p:cSld name="16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43" name="Picture Placeholder 30"/>
          <p:cNvSpPr>
            <a:spLocks noGrp="1"/>
          </p:cNvSpPr>
          <p:nvPr>
            <p:ph type="pic" sz="quarter" idx="36" hasCustomPrompt="1"/>
          </p:nvPr>
        </p:nvSpPr>
        <p:spPr>
          <a:xfrm>
            <a:off x="590262" y="1729839"/>
            <a:ext cx="2762538" cy="2064325"/>
          </a:xfrm>
          <a:solidFill>
            <a:schemeClr val="bg1">
              <a:lumMod val="85000"/>
            </a:schemeClr>
          </a:solidFill>
        </p:spPr>
        <p:txBody>
          <a:bodyPr/>
          <a:lstStyle>
            <a:lvl1pPr>
              <a:defRPr/>
            </a:lvl1pPr>
          </a:lstStyle>
          <a:p>
            <a:r>
              <a:rPr lang="id-ID" dirty="0" smtClean="0"/>
              <a:t>Pic here</a:t>
            </a:r>
            <a:endParaRPr lang="en-AU" dirty="0"/>
          </a:p>
        </p:txBody>
      </p:sp>
      <p:sp>
        <p:nvSpPr>
          <p:cNvPr id="15"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1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24" name="Picture Placeholder 30"/>
          <p:cNvSpPr>
            <a:spLocks noGrp="1"/>
          </p:cNvSpPr>
          <p:nvPr>
            <p:ph type="pic" sz="quarter" idx="39" hasCustomPrompt="1"/>
          </p:nvPr>
        </p:nvSpPr>
        <p:spPr>
          <a:xfrm>
            <a:off x="590262" y="3794166"/>
            <a:ext cx="2762538" cy="637309"/>
          </a:xfrm>
          <a:solidFill>
            <a:schemeClr val="accent1"/>
          </a:solidFill>
        </p:spPr>
        <p:txBody>
          <a:bodyPr>
            <a:normAutofit/>
          </a:bodyPr>
          <a:lstStyle>
            <a:lvl1pPr algn="r">
              <a:defRPr sz="1050"/>
            </a:lvl1pPr>
          </a:lstStyle>
          <a:p>
            <a:r>
              <a:rPr lang="id-ID" dirty="0" smtClean="0"/>
              <a:t>Nopic</a:t>
            </a:r>
            <a:endParaRPr lang="en-AU" dirty="0"/>
          </a:p>
        </p:txBody>
      </p:sp>
      <p:sp>
        <p:nvSpPr>
          <p:cNvPr id="27" name="Text Placeholder 21"/>
          <p:cNvSpPr>
            <a:spLocks noGrp="1"/>
          </p:cNvSpPr>
          <p:nvPr>
            <p:ph type="body" sz="quarter" idx="20"/>
          </p:nvPr>
        </p:nvSpPr>
        <p:spPr>
          <a:xfrm>
            <a:off x="590262" y="3984414"/>
            <a:ext cx="2743200" cy="256811"/>
          </a:xfrm>
        </p:spPr>
        <p:txBody>
          <a:bodyPr/>
          <a:lstStyle>
            <a:lvl1pPr algn="ctr">
              <a:defRPr>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3" name="Picture Placeholder 30"/>
          <p:cNvSpPr>
            <a:spLocks noGrp="1"/>
          </p:cNvSpPr>
          <p:nvPr>
            <p:ph type="pic" sz="quarter" idx="40" hasCustomPrompt="1"/>
          </p:nvPr>
        </p:nvSpPr>
        <p:spPr>
          <a:xfrm>
            <a:off x="3352800" y="3794166"/>
            <a:ext cx="2762538" cy="637309"/>
          </a:xfrm>
          <a:solidFill>
            <a:schemeClr val="accent2"/>
          </a:solidFill>
        </p:spPr>
        <p:txBody>
          <a:bodyPr>
            <a:normAutofit/>
          </a:bodyPr>
          <a:lstStyle>
            <a:lvl1pPr algn="r">
              <a:defRPr sz="1050"/>
            </a:lvl1pPr>
          </a:lstStyle>
          <a:p>
            <a:r>
              <a:rPr lang="id-ID" dirty="0" smtClean="0"/>
              <a:t>Nopic</a:t>
            </a:r>
            <a:endParaRPr lang="en-AU" dirty="0"/>
          </a:p>
        </p:txBody>
      </p:sp>
      <p:sp>
        <p:nvSpPr>
          <p:cNvPr id="32" name="Text Placeholder 21"/>
          <p:cNvSpPr>
            <a:spLocks noGrp="1"/>
          </p:cNvSpPr>
          <p:nvPr>
            <p:ph type="body" sz="quarter" idx="41"/>
          </p:nvPr>
        </p:nvSpPr>
        <p:spPr>
          <a:xfrm>
            <a:off x="3352800" y="3984414"/>
            <a:ext cx="2743200" cy="256811"/>
          </a:xfrm>
        </p:spPr>
        <p:txBody>
          <a:bodyPr/>
          <a:lstStyle>
            <a:lvl1pPr algn="ctr">
              <a:defRPr>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6" name="Picture Placeholder 30"/>
          <p:cNvSpPr>
            <a:spLocks noGrp="1"/>
          </p:cNvSpPr>
          <p:nvPr>
            <p:ph type="pic" sz="quarter" idx="42" hasCustomPrompt="1"/>
          </p:nvPr>
        </p:nvSpPr>
        <p:spPr>
          <a:xfrm>
            <a:off x="6115338" y="3782703"/>
            <a:ext cx="2762538" cy="637309"/>
          </a:xfrm>
          <a:solidFill>
            <a:schemeClr val="accent3"/>
          </a:solidFill>
        </p:spPr>
        <p:txBody>
          <a:bodyPr>
            <a:normAutofit/>
          </a:bodyPr>
          <a:lstStyle>
            <a:lvl1pPr algn="r">
              <a:defRPr sz="1050"/>
            </a:lvl1pPr>
          </a:lstStyle>
          <a:p>
            <a:r>
              <a:rPr lang="id-ID" dirty="0" smtClean="0"/>
              <a:t>Nopic</a:t>
            </a:r>
            <a:endParaRPr lang="en-AU" dirty="0"/>
          </a:p>
        </p:txBody>
      </p:sp>
      <p:sp>
        <p:nvSpPr>
          <p:cNvPr id="37" name="Text Placeholder 21"/>
          <p:cNvSpPr>
            <a:spLocks noGrp="1"/>
          </p:cNvSpPr>
          <p:nvPr>
            <p:ph type="body" sz="quarter" idx="43"/>
          </p:nvPr>
        </p:nvSpPr>
        <p:spPr>
          <a:xfrm>
            <a:off x="6115338" y="3972951"/>
            <a:ext cx="2743200" cy="256811"/>
          </a:xfrm>
        </p:spPr>
        <p:txBody>
          <a:bodyPr/>
          <a:lstStyle>
            <a:lvl1pPr algn="ctr">
              <a:defRPr>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8" name="Picture Placeholder 30"/>
          <p:cNvSpPr>
            <a:spLocks noGrp="1"/>
          </p:cNvSpPr>
          <p:nvPr>
            <p:ph type="pic" sz="quarter" idx="44" hasCustomPrompt="1"/>
          </p:nvPr>
        </p:nvSpPr>
        <p:spPr>
          <a:xfrm>
            <a:off x="3352800" y="4431473"/>
            <a:ext cx="2762538" cy="2064325"/>
          </a:xfrm>
          <a:solidFill>
            <a:schemeClr val="bg1">
              <a:lumMod val="85000"/>
            </a:schemeClr>
          </a:solidFill>
        </p:spPr>
        <p:txBody>
          <a:bodyPr/>
          <a:lstStyle>
            <a:lvl1pPr>
              <a:defRPr/>
            </a:lvl1pPr>
          </a:lstStyle>
          <a:p>
            <a:r>
              <a:rPr lang="id-ID" dirty="0" smtClean="0"/>
              <a:t>Pic here</a:t>
            </a:r>
            <a:endParaRPr lang="en-AU" dirty="0"/>
          </a:p>
        </p:txBody>
      </p:sp>
      <p:sp>
        <p:nvSpPr>
          <p:cNvPr id="39" name="Picture Placeholder 30"/>
          <p:cNvSpPr>
            <a:spLocks noGrp="1"/>
          </p:cNvSpPr>
          <p:nvPr>
            <p:ph type="pic" sz="quarter" idx="45" hasCustomPrompt="1"/>
          </p:nvPr>
        </p:nvSpPr>
        <p:spPr>
          <a:xfrm>
            <a:off x="6115338" y="1726630"/>
            <a:ext cx="2762538" cy="2064325"/>
          </a:xfrm>
          <a:solidFill>
            <a:schemeClr val="bg1">
              <a:lumMod val="85000"/>
            </a:schemeClr>
          </a:solidFill>
        </p:spPr>
        <p:txBody>
          <a:bodyPr/>
          <a:lstStyle>
            <a:lvl1pPr>
              <a:defRPr/>
            </a:lvl1pPr>
          </a:lstStyle>
          <a:p>
            <a:r>
              <a:rPr lang="id-ID" dirty="0" smtClean="0"/>
              <a:t>Pic here</a:t>
            </a:r>
            <a:endParaRPr lang="en-AU" dirty="0"/>
          </a:p>
        </p:txBody>
      </p:sp>
      <p:sp>
        <p:nvSpPr>
          <p:cNvPr id="40" name="Picture Placeholder 30"/>
          <p:cNvSpPr>
            <a:spLocks noGrp="1"/>
          </p:cNvSpPr>
          <p:nvPr>
            <p:ph type="pic" sz="quarter" idx="46" hasCustomPrompt="1"/>
          </p:nvPr>
        </p:nvSpPr>
        <p:spPr>
          <a:xfrm>
            <a:off x="8858538" y="3782703"/>
            <a:ext cx="2762538" cy="637309"/>
          </a:xfrm>
          <a:solidFill>
            <a:schemeClr val="accent4"/>
          </a:solidFill>
        </p:spPr>
        <p:txBody>
          <a:bodyPr>
            <a:normAutofit/>
          </a:bodyPr>
          <a:lstStyle>
            <a:lvl1pPr algn="r">
              <a:defRPr sz="1050"/>
            </a:lvl1pPr>
          </a:lstStyle>
          <a:p>
            <a:r>
              <a:rPr lang="id-ID" dirty="0" smtClean="0"/>
              <a:t>Nopic</a:t>
            </a:r>
            <a:endParaRPr lang="en-AU" dirty="0"/>
          </a:p>
        </p:txBody>
      </p:sp>
      <p:sp>
        <p:nvSpPr>
          <p:cNvPr id="41" name="Text Placeholder 21"/>
          <p:cNvSpPr>
            <a:spLocks noGrp="1"/>
          </p:cNvSpPr>
          <p:nvPr>
            <p:ph type="body" sz="quarter" idx="47"/>
          </p:nvPr>
        </p:nvSpPr>
        <p:spPr>
          <a:xfrm>
            <a:off x="8858538" y="3972951"/>
            <a:ext cx="2743200" cy="256811"/>
          </a:xfrm>
        </p:spPr>
        <p:txBody>
          <a:bodyPr/>
          <a:lstStyle>
            <a:lvl1pPr algn="ctr">
              <a:defRPr>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2" name="Picture Placeholder 30"/>
          <p:cNvSpPr>
            <a:spLocks noGrp="1"/>
          </p:cNvSpPr>
          <p:nvPr>
            <p:ph type="pic" sz="quarter" idx="48" hasCustomPrompt="1"/>
          </p:nvPr>
        </p:nvSpPr>
        <p:spPr>
          <a:xfrm>
            <a:off x="8848869" y="4408547"/>
            <a:ext cx="2762538" cy="2064325"/>
          </a:xfrm>
          <a:solidFill>
            <a:schemeClr val="bg1">
              <a:lumMod val="85000"/>
            </a:schemeClr>
          </a:solidFill>
        </p:spPr>
        <p:txBody>
          <a:bodyPr/>
          <a:lstStyle>
            <a:lvl1pPr>
              <a:defRPr/>
            </a:lvl1pPr>
          </a:lstStyle>
          <a:p>
            <a:r>
              <a:rPr lang="id-ID" dirty="0" smtClean="0"/>
              <a:t>Pic here</a:t>
            </a:r>
            <a:endParaRPr lang="en-AU" dirty="0"/>
          </a:p>
        </p:txBody>
      </p:sp>
      <p:sp>
        <p:nvSpPr>
          <p:cNvPr id="44" name="Text Placeholder 21"/>
          <p:cNvSpPr>
            <a:spLocks noGrp="1"/>
          </p:cNvSpPr>
          <p:nvPr>
            <p:ph type="body" sz="quarter" idx="49"/>
          </p:nvPr>
        </p:nvSpPr>
        <p:spPr>
          <a:xfrm>
            <a:off x="628994" y="4555101"/>
            <a:ext cx="2376072"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5" name="Text Placeholder 21"/>
          <p:cNvSpPr>
            <a:spLocks noGrp="1"/>
          </p:cNvSpPr>
          <p:nvPr>
            <p:ph type="body" sz="quarter" idx="29"/>
          </p:nvPr>
        </p:nvSpPr>
        <p:spPr>
          <a:xfrm>
            <a:off x="628994" y="4861805"/>
            <a:ext cx="2376072"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6" name="Text Placeholder 21"/>
          <p:cNvSpPr>
            <a:spLocks noGrp="1"/>
          </p:cNvSpPr>
          <p:nvPr>
            <p:ph type="body" sz="quarter" idx="50"/>
          </p:nvPr>
        </p:nvSpPr>
        <p:spPr>
          <a:xfrm>
            <a:off x="3536364" y="1936648"/>
            <a:ext cx="2376072"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7" name="Text Placeholder 21"/>
          <p:cNvSpPr>
            <a:spLocks noGrp="1"/>
          </p:cNvSpPr>
          <p:nvPr>
            <p:ph type="body" sz="quarter" idx="51"/>
          </p:nvPr>
        </p:nvSpPr>
        <p:spPr>
          <a:xfrm>
            <a:off x="3536364" y="2243352"/>
            <a:ext cx="2376072"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8" name="Text Placeholder 21"/>
          <p:cNvSpPr>
            <a:spLocks noGrp="1"/>
          </p:cNvSpPr>
          <p:nvPr>
            <p:ph type="body" sz="quarter" idx="52"/>
          </p:nvPr>
        </p:nvSpPr>
        <p:spPr>
          <a:xfrm>
            <a:off x="6294067" y="4555101"/>
            <a:ext cx="2376072"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9" name="Text Placeholder 21"/>
          <p:cNvSpPr>
            <a:spLocks noGrp="1"/>
          </p:cNvSpPr>
          <p:nvPr>
            <p:ph type="body" sz="quarter" idx="53"/>
          </p:nvPr>
        </p:nvSpPr>
        <p:spPr>
          <a:xfrm>
            <a:off x="6294067" y="4861805"/>
            <a:ext cx="2376072"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50" name="Text Placeholder 21"/>
          <p:cNvSpPr>
            <a:spLocks noGrp="1"/>
          </p:cNvSpPr>
          <p:nvPr>
            <p:ph type="body" sz="quarter" idx="54"/>
          </p:nvPr>
        </p:nvSpPr>
        <p:spPr>
          <a:xfrm>
            <a:off x="9061440" y="1936648"/>
            <a:ext cx="2376072"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51" name="Text Placeholder 21"/>
          <p:cNvSpPr>
            <a:spLocks noGrp="1"/>
          </p:cNvSpPr>
          <p:nvPr>
            <p:ph type="body" sz="quarter" idx="55"/>
          </p:nvPr>
        </p:nvSpPr>
        <p:spPr>
          <a:xfrm>
            <a:off x="9061440" y="2243352"/>
            <a:ext cx="2376072"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Tree>
    <p:extLst>
      <p:ext uri="{BB962C8B-B14F-4D97-AF65-F5344CB8AC3E}">
        <p14:creationId xmlns:p14="http://schemas.microsoft.com/office/powerpoint/2010/main" val="199880128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500"/>
                            </p:stCondLst>
                            <p:childTnLst>
                              <p:par>
                                <p:cTn id="5" presetID="10" presetClass="entr" presetSubtype="0" fill="hold" grpId="0" nodeType="after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500"/>
                                        <p:tgtEl>
                                          <p:spTgt spid="15"/>
                                        </p:tgtEl>
                                      </p:cBhvr>
                                    </p:animEffect>
                                  </p:childTnLst>
                                </p:cTn>
                              </p:par>
                            </p:childTnLst>
                          </p:cTn>
                        </p:par>
                        <p:par>
                          <p:cTn id="8" fill="hold">
                            <p:stCondLst>
                              <p:cond delay="1000"/>
                            </p:stCondLst>
                            <p:childTnLst>
                              <p:par>
                                <p:cTn id="9" presetID="42" presetClass="entr" presetSubtype="0" fill="hold" grpId="0" nodeType="afterEffect">
                                  <p:stCondLst>
                                    <p:cond delay="0"/>
                                  </p:stCondLst>
                                  <p:childTnLst>
                                    <p:set>
                                      <p:cBhvr>
                                        <p:cTn id="10" dur="1" fill="hold">
                                          <p:stCondLst>
                                            <p:cond delay="0"/>
                                          </p:stCondLst>
                                        </p:cTn>
                                        <p:tgtEl>
                                          <p:spTgt spid="18">
                                            <p:txEl>
                                              <p:pRg st="0" end="0"/>
                                            </p:txEl>
                                          </p:spTgt>
                                        </p:tgtEl>
                                        <p:attrNameLst>
                                          <p:attrName>style.visibility</p:attrName>
                                        </p:attrNameLst>
                                      </p:cBhvr>
                                      <p:to>
                                        <p:strVal val="visible"/>
                                      </p:to>
                                    </p:set>
                                    <p:animEffect transition="in" filter="fade">
                                      <p:cBhvr>
                                        <p:cTn id="11" dur="500"/>
                                        <p:tgtEl>
                                          <p:spTgt spid="18">
                                            <p:txEl>
                                              <p:pRg st="0" end="0"/>
                                            </p:txEl>
                                          </p:spTgt>
                                        </p:tgtEl>
                                      </p:cBhvr>
                                    </p:animEffect>
                                    <p:anim calcmode="lin" valueType="num">
                                      <p:cBhvr>
                                        <p:cTn id="12" dur="500" fill="hold"/>
                                        <p:tgtEl>
                                          <p:spTgt spid="18">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18">
                                            <p:txEl>
                                              <p:pRg st="0" end="0"/>
                                            </p:txEl>
                                          </p:spTgt>
                                        </p:tgtEl>
                                        <p:attrNameLst>
                                          <p:attrName>ppt_y</p:attrName>
                                        </p:attrNameLst>
                                      </p:cBhvr>
                                      <p:tavLst>
                                        <p:tav tm="0">
                                          <p:val>
                                            <p:strVal val="#ppt_y+.1"/>
                                          </p:val>
                                        </p:tav>
                                        <p:tav tm="100000">
                                          <p:val>
                                            <p:strVal val="#ppt_y"/>
                                          </p:val>
                                        </p:tav>
                                      </p:tavLst>
                                    </p:anim>
                                  </p:childTnLst>
                                </p:cTn>
                              </p:par>
                            </p:childTnLst>
                          </p:cTn>
                        </p:par>
                        <p:par>
                          <p:cTn id="14" fill="hold">
                            <p:stCondLst>
                              <p:cond delay="1500"/>
                            </p:stCondLst>
                            <p:childTnLst>
                              <p:par>
                                <p:cTn id="15" presetID="42" presetClass="entr" presetSubtype="0" fill="hold" grpId="0" nodeType="afterEffect">
                                  <p:stCondLst>
                                    <p:cond delay="0"/>
                                  </p:stCondLst>
                                  <p:childTnLst>
                                    <p:set>
                                      <p:cBhvr>
                                        <p:cTn id="16" dur="1" fill="hold">
                                          <p:stCondLst>
                                            <p:cond delay="0"/>
                                          </p:stCondLst>
                                        </p:cTn>
                                        <p:tgtEl>
                                          <p:spTgt spid="24"/>
                                        </p:tgtEl>
                                        <p:attrNameLst>
                                          <p:attrName>style.visibility</p:attrName>
                                        </p:attrNameLst>
                                      </p:cBhvr>
                                      <p:to>
                                        <p:strVal val="visible"/>
                                      </p:to>
                                    </p:set>
                                    <p:animEffect transition="in" filter="fade">
                                      <p:cBhvr>
                                        <p:cTn id="17" dur="500"/>
                                        <p:tgtEl>
                                          <p:spTgt spid="24"/>
                                        </p:tgtEl>
                                      </p:cBhvr>
                                    </p:animEffect>
                                    <p:anim calcmode="lin" valueType="num">
                                      <p:cBhvr>
                                        <p:cTn id="18" dur="500" fill="hold"/>
                                        <p:tgtEl>
                                          <p:spTgt spid="24"/>
                                        </p:tgtEl>
                                        <p:attrNameLst>
                                          <p:attrName>ppt_x</p:attrName>
                                        </p:attrNameLst>
                                      </p:cBhvr>
                                      <p:tavLst>
                                        <p:tav tm="0">
                                          <p:val>
                                            <p:strVal val="#ppt_x"/>
                                          </p:val>
                                        </p:tav>
                                        <p:tav tm="100000">
                                          <p:val>
                                            <p:strVal val="#ppt_x"/>
                                          </p:val>
                                        </p:tav>
                                      </p:tavLst>
                                    </p:anim>
                                    <p:anim calcmode="lin" valueType="num">
                                      <p:cBhvr>
                                        <p:cTn id="19" dur="500" fill="hold"/>
                                        <p:tgtEl>
                                          <p:spTgt spid="24"/>
                                        </p:tgtEl>
                                        <p:attrNameLst>
                                          <p:attrName>ppt_y</p:attrName>
                                        </p:attrNameLst>
                                      </p:cBhvr>
                                      <p:tavLst>
                                        <p:tav tm="0">
                                          <p:val>
                                            <p:strVal val="#ppt_y+.1"/>
                                          </p:val>
                                        </p:tav>
                                        <p:tav tm="100000">
                                          <p:val>
                                            <p:strVal val="#ppt_y"/>
                                          </p:val>
                                        </p:tav>
                                      </p:tavLst>
                                    </p:anim>
                                  </p:childTnLst>
                                </p:cTn>
                              </p:par>
                            </p:childTnLst>
                          </p:cTn>
                        </p:par>
                        <p:par>
                          <p:cTn id="20" fill="hold">
                            <p:stCondLst>
                              <p:cond delay="2000"/>
                            </p:stCondLst>
                            <p:childTnLst>
                              <p:par>
                                <p:cTn id="21" presetID="53" presetClass="entr" presetSubtype="16" fill="hold" grpId="0" nodeType="afterEffect" nodePh="1">
                                  <p:stCondLst>
                                    <p:cond delay="0"/>
                                  </p:stCondLst>
                                  <p:endCondLst>
                                    <p:cond evt="begin" delay="0">
                                      <p:tn val="21"/>
                                    </p:cond>
                                  </p:endCondLst>
                                  <p:childTnLst>
                                    <p:set>
                                      <p:cBhvr>
                                        <p:cTn id="22" dur="1" fill="hold">
                                          <p:stCondLst>
                                            <p:cond delay="0"/>
                                          </p:stCondLst>
                                        </p:cTn>
                                        <p:tgtEl>
                                          <p:spTgt spid="27">
                                            <p:txEl>
                                              <p:pRg st="0" end="0"/>
                                            </p:txEl>
                                          </p:spTgt>
                                        </p:tgtEl>
                                        <p:attrNameLst>
                                          <p:attrName>style.visibility</p:attrName>
                                        </p:attrNameLst>
                                      </p:cBhvr>
                                      <p:to>
                                        <p:strVal val="visible"/>
                                      </p:to>
                                    </p:set>
                                    <p:anim calcmode="lin" valueType="num">
                                      <p:cBhvr>
                                        <p:cTn id="23" dur="500" fill="hold"/>
                                        <p:tgtEl>
                                          <p:spTgt spid="27">
                                            <p:txEl>
                                              <p:pRg st="0" end="0"/>
                                            </p:txEl>
                                          </p:spTgt>
                                        </p:tgtEl>
                                        <p:attrNameLst>
                                          <p:attrName>ppt_w</p:attrName>
                                        </p:attrNameLst>
                                      </p:cBhvr>
                                      <p:tavLst>
                                        <p:tav tm="0">
                                          <p:val>
                                            <p:fltVal val="0"/>
                                          </p:val>
                                        </p:tav>
                                        <p:tav tm="100000">
                                          <p:val>
                                            <p:strVal val="#ppt_w"/>
                                          </p:val>
                                        </p:tav>
                                      </p:tavLst>
                                    </p:anim>
                                    <p:anim calcmode="lin" valueType="num">
                                      <p:cBhvr>
                                        <p:cTn id="24" dur="500" fill="hold"/>
                                        <p:tgtEl>
                                          <p:spTgt spid="27">
                                            <p:txEl>
                                              <p:pRg st="0" end="0"/>
                                            </p:txEl>
                                          </p:spTgt>
                                        </p:tgtEl>
                                        <p:attrNameLst>
                                          <p:attrName>ppt_h</p:attrName>
                                        </p:attrNameLst>
                                      </p:cBhvr>
                                      <p:tavLst>
                                        <p:tav tm="0">
                                          <p:val>
                                            <p:fltVal val="0"/>
                                          </p:val>
                                        </p:tav>
                                        <p:tav tm="100000">
                                          <p:val>
                                            <p:strVal val="#ppt_h"/>
                                          </p:val>
                                        </p:tav>
                                      </p:tavLst>
                                    </p:anim>
                                    <p:animEffect transition="in" filter="fade">
                                      <p:cBhvr>
                                        <p:cTn id="25" dur="500"/>
                                        <p:tgtEl>
                                          <p:spTgt spid="27">
                                            <p:txEl>
                                              <p:pRg st="0" end="0"/>
                                            </p:txEl>
                                          </p:spTgt>
                                        </p:tgtEl>
                                      </p:cBhvr>
                                    </p:animEffect>
                                  </p:childTnLst>
                                </p:cTn>
                              </p:par>
                            </p:childTnLst>
                          </p:cTn>
                        </p:par>
                        <p:par>
                          <p:cTn id="26" fill="hold">
                            <p:stCondLst>
                              <p:cond delay="2500"/>
                            </p:stCondLst>
                            <p:childTnLst>
                              <p:par>
                                <p:cTn id="27" presetID="42" presetClass="entr" presetSubtype="0" fill="hold" grpId="0" nodeType="afterEffect">
                                  <p:stCondLst>
                                    <p:cond delay="0"/>
                                  </p:stCondLst>
                                  <p:childTnLst>
                                    <p:set>
                                      <p:cBhvr>
                                        <p:cTn id="28" dur="1" fill="hold">
                                          <p:stCondLst>
                                            <p:cond delay="0"/>
                                          </p:stCondLst>
                                        </p:cTn>
                                        <p:tgtEl>
                                          <p:spTgt spid="43"/>
                                        </p:tgtEl>
                                        <p:attrNameLst>
                                          <p:attrName>style.visibility</p:attrName>
                                        </p:attrNameLst>
                                      </p:cBhvr>
                                      <p:to>
                                        <p:strVal val="visible"/>
                                      </p:to>
                                    </p:set>
                                    <p:animEffect transition="in" filter="fade">
                                      <p:cBhvr>
                                        <p:cTn id="29" dur="500"/>
                                        <p:tgtEl>
                                          <p:spTgt spid="43"/>
                                        </p:tgtEl>
                                      </p:cBhvr>
                                    </p:animEffect>
                                    <p:anim calcmode="lin" valueType="num">
                                      <p:cBhvr>
                                        <p:cTn id="30" dur="500" fill="hold"/>
                                        <p:tgtEl>
                                          <p:spTgt spid="43"/>
                                        </p:tgtEl>
                                        <p:attrNameLst>
                                          <p:attrName>ppt_x</p:attrName>
                                        </p:attrNameLst>
                                      </p:cBhvr>
                                      <p:tavLst>
                                        <p:tav tm="0">
                                          <p:val>
                                            <p:strVal val="#ppt_x"/>
                                          </p:val>
                                        </p:tav>
                                        <p:tav tm="100000">
                                          <p:val>
                                            <p:strVal val="#ppt_x"/>
                                          </p:val>
                                        </p:tav>
                                      </p:tavLst>
                                    </p:anim>
                                    <p:anim calcmode="lin" valueType="num">
                                      <p:cBhvr>
                                        <p:cTn id="31" dur="500" fill="hold"/>
                                        <p:tgtEl>
                                          <p:spTgt spid="43"/>
                                        </p:tgtEl>
                                        <p:attrNameLst>
                                          <p:attrName>ppt_y</p:attrName>
                                        </p:attrNameLst>
                                      </p:cBhvr>
                                      <p:tavLst>
                                        <p:tav tm="0">
                                          <p:val>
                                            <p:strVal val="#ppt_y+.1"/>
                                          </p:val>
                                        </p:tav>
                                        <p:tav tm="100000">
                                          <p:val>
                                            <p:strVal val="#ppt_y"/>
                                          </p:val>
                                        </p:tav>
                                      </p:tavLst>
                                    </p:anim>
                                  </p:childTnLst>
                                </p:cTn>
                              </p:par>
                            </p:childTnLst>
                          </p:cTn>
                        </p:par>
                        <p:par>
                          <p:cTn id="32" fill="hold">
                            <p:stCondLst>
                              <p:cond delay="3000"/>
                            </p:stCondLst>
                            <p:childTnLst>
                              <p:par>
                                <p:cTn id="33" presetID="53" presetClass="entr" presetSubtype="16" fill="hold" grpId="0" nodeType="afterEffect" nodePh="1">
                                  <p:stCondLst>
                                    <p:cond delay="0"/>
                                  </p:stCondLst>
                                  <p:endCondLst>
                                    <p:cond evt="begin" delay="0">
                                      <p:tn val="33"/>
                                    </p:cond>
                                  </p:endCondLst>
                                  <p:childTnLst>
                                    <p:set>
                                      <p:cBhvr>
                                        <p:cTn id="34" dur="1" fill="hold">
                                          <p:stCondLst>
                                            <p:cond delay="0"/>
                                          </p:stCondLst>
                                        </p:cTn>
                                        <p:tgtEl>
                                          <p:spTgt spid="44">
                                            <p:txEl>
                                              <p:pRg st="0" end="0"/>
                                            </p:txEl>
                                          </p:spTgt>
                                        </p:tgtEl>
                                        <p:attrNameLst>
                                          <p:attrName>style.visibility</p:attrName>
                                        </p:attrNameLst>
                                      </p:cBhvr>
                                      <p:to>
                                        <p:strVal val="visible"/>
                                      </p:to>
                                    </p:set>
                                    <p:anim calcmode="lin" valueType="num">
                                      <p:cBhvr>
                                        <p:cTn id="35" dur="500" fill="hold"/>
                                        <p:tgtEl>
                                          <p:spTgt spid="44">
                                            <p:txEl>
                                              <p:pRg st="0" end="0"/>
                                            </p:txEl>
                                          </p:spTgt>
                                        </p:tgtEl>
                                        <p:attrNameLst>
                                          <p:attrName>ppt_w</p:attrName>
                                        </p:attrNameLst>
                                      </p:cBhvr>
                                      <p:tavLst>
                                        <p:tav tm="0">
                                          <p:val>
                                            <p:fltVal val="0"/>
                                          </p:val>
                                        </p:tav>
                                        <p:tav tm="100000">
                                          <p:val>
                                            <p:strVal val="#ppt_w"/>
                                          </p:val>
                                        </p:tav>
                                      </p:tavLst>
                                    </p:anim>
                                    <p:anim calcmode="lin" valueType="num">
                                      <p:cBhvr>
                                        <p:cTn id="36" dur="500" fill="hold"/>
                                        <p:tgtEl>
                                          <p:spTgt spid="44">
                                            <p:txEl>
                                              <p:pRg st="0" end="0"/>
                                            </p:txEl>
                                          </p:spTgt>
                                        </p:tgtEl>
                                        <p:attrNameLst>
                                          <p:attrName>ppt_h</p:attrName>
                                        </p:attrNameLst>
                                      </p:cBhvr>
                                      <p:tavLst>
                                        <p:tav tm="0">
                                          <p:val>
                                            <p:fltVal val="0"/>
                                          </p:val>
                                        </p:tav>
                                        <p:tav tm="100000">
                                          <p:val>
                                            <p:strVal val="#ppt_h"/>
                                          </p:val>
                                        </p:tav>
                                      </p:tavLst>
                                    </p:anim>
                                    <p:animEffect transition="in" filter="fade">
                                      <p:cBhvr>
                                        <p:cTn id="37" dur="500"/>
                                        <p:tgtEl>
                                          <p:spTgt spid="44">
                                            <p:txEl>
                                              <p:pRg st="0" end="0"/>
                                            </p:txEl>
                                          </p:spTgt>
                                        </p:tgtEl>
                                      </p:cBhvr>
                                    </p:animEffect>
                                  </p:childTnLst>
                                </p:cTn>
                              </p:par>
                            </p:childTnLst>
                          </p:cTn>
                        </p:par>
                        <p:par>
                          <p:cTn id="38" fill="hold">
                            <p:stCondLst>
                              <p:cond delay="3500"/>
                            </p:stCondLst>
                            <p:childTnLst>
                              <p:par>
                                <p:cTn id="39" presetID="42" presetClass="entr" presetSubtype="0" fill="hold" grpId="0" nodeType="afterEffect" nodePh="1">
                                  <p:stCondLst>
                                    <p:cond delay="0"/>
                                  </p:stCondLst>
                                  <p:endCondLst>
                                    <p:cond evt="begin" delay="0">
                                      <p:tn val="39"/>
                                    </p:cond>
                                  </p:endCondLst>
                                  <p:childTnLst>
                                    <p:set>
                                      <p:cBhvr>
                                        <p:cTn id="40" dur="1" fill="hold">
                                          <p:stCondLst>
                                            <p:cond delay="0"/>
                                          </p:stCondLst>
                                        </p:cTn>
                                        <p:tgtEl>
                                          <p:spTgt spid="45">
                                            <p:txEl>
                                              <p:pRg st="0" end="0"/>
                                            </p:txEl>
                                          </p:spTgt>
                                        </p:tgtEl>
                                        <p:attrNameLst>
                                          <p:attrName>style.visibility</p:attrName>
                                        </p:attrNameLst>
                                      </p:cBhvr>
                                      <p:to>
                                        <p:strVal val="visible"/>
                                      </p:to>
                                    </p:set>
                                    <p:animEffect transition="in" filter="fade">
                                      <p:cBhvr>
                                        <p:cTn id="41" dur="500"/>
                                        <p:tgtEl>
                                          <p:spTgt spid="45">
                                            <p:txEl>
                                              <p:pRg st="0" end="0"/>
                                            </p:txEl>
                                          </p:spTgt>
                                        </p:tgtEl>
                                      </p:cBhvr>
                                    </p:animEffect>
                                    <p:anim calcmode="lin" valueType="num">
                                      <p:cBhvr>
                                        <p:cTn id="42" dur="500" fill="hold"/>
                                        <p:tgtEl>
                                          <p:spTgt spid="45">
                                            <p:txEl>
                                              <p:pRg st="0" end="0"/>
                                            </p:txEl>
                                          </p:spTgt>
                                        </p:tgtEl>
                                        <p:attrNameLst>
                                          <p:attrName>ppt_x</p:attrName>
                                        </p:attrNameLst>
                                      </p:cBhvr>
                                      <p:tavLst>
                                        <p:tav tm="0">
                                          <p:val>
                                            <p:strVal val="#ppt_x"/>
                                          </p:val>
                                        </p:tav>
                                        <p:tav tm="100000">
                                          <p:val>
                                            <p:strVal val="#ppt_x"/>
                                          </p:val>
                                        </p:tav>
                                      </p:tavLst>
                                    </p:anim>
                                    <p:anim calcmode="lin" valueType="num">
                                      <p:cBhvr>
                                        <p:cTn id="43" dur="500" fill="hold"/>
                                        <p:tgtEl>
                                          <p:spTgt spid="45">
                                            <p:txEl>
                                              <p:pRg st="0" end="0"/>
                                            </p:txEl>
                                          </p:spTgt>
                                        </p:tgtEl>
                                        <p:attrNameLst>
                                          <p:attrName>ppt_y</p:attrName>
                                        </p:attrNameLst>
                                      </p:cBhvr>
                                      <p:tavLst>
                                        <p:tav tm="0">
                                          <p:val>
                                            <p:strVal val="#ppt_y+.1"/>
                                          </p:val>
                                        </p:tav>
                                        <p:tav tm="100000">
                                          <p:val>
                                            <p:strVal val="#ppt_y"/>
                                          </p:val>
                                        </p:tav>
                                      </p:tavLst>
                                    </p:anim>
                                  </p:childTnLst>
                                </p:cTn>
                              </p:par>
                            </p:childTnLst>
                          </p:cTn>
                        </p:par>
                        <p:par>
                          <p:cTn id="44" fill="hold">
                            <p:stCondLst>
                              <p:cond delay="4000"/>
                            </p:stCondLst>
                            <p:childTnLst>
                              <p:par>
                                <p:cTn id="45" presetID="42" presetClass="entr" presetSubtype="0" fill="hold" grpId="0" nodeType="afterEffect">
                                  <p:stCondLst>
                                    <p:cond delay="0"/>
                                  </p:stCondLst>
                                  <p:childTnLst>
                                    <p:set>
                                      <p:cBhvr>
                                        <p:cTn id="46" dur="1" fill="hold">
                                          <p:stCondLst>
                                            <p:cond delay="0"/>
                                          </p:stCondLst>
                                        </p:cTn>
                                        <p:tgtEl>
                                          <p:spTgt spid="23"/>
                                        </p:tgtEl>
                                        <p:attrNameLst>
                                          <p:attrName>style.visibility</p:attrName>
                                        </p:attrNameLst>
                                      </p:cBhvr>
                                      <p:to>
                                        <p:strVal val="visible"/>
                                      </p:to>
                                    </p:set>
                                    <p:animEffect transition="in" filter="fade">
                                      <p:cBhvr>
                                        <p:cTn id="47" dur="500"/>
                                        <p:tgtEl>
                                          <p:spTgt spid="23"/>
                                        </p:tgtEl>
                                      </p:cBhvr>
                                    </p:animEffect>
                                    <p:anim calcmode="lin" valueType="num">
                                      <p:cBhvr>
                                        <p:cTn id="48" dur="500" fill="hold"/>
                                        <p:tgtEl>
                                          <p:spTgt spid="23"/>
                                        </p:tgtEl>
                                        <p:attrNameLst>
                                          <p:attrName>ppt_x</p:attrName>
                                        </p:attrNameLst>
                                      </p:cBhvr>
                                      <p:tavLst>
                                        <p:tav tm="0">
                                          <p:val>
                                            <p:strVal val="#ppt_x"/>
                                          </p:val>
                                        </p:tav>
                                        <p:tav tm="100000">
                                          <p:val>
                                            <p:strVal val="#ppt_x"/>
                                          </p:val>
                                        </p:tav>
                                      </p:tavLst>
                                    </p:anim>
                                    <p:anim calcmode="lin" valueType="num">
                                      <p:cBhvr>
                                        <p:cTn id="49" dur="500" fill="hold"/>
                                        <p:tgtEl>
                                          <p:spTgt spid="23"/>
                                        </p:tgtEl>
                                        <p:attrNameLst>
                                          <p:attrName>ppt_y</p:attrName>
                                        </p:attrNameLst>
                                      </p:cBhvr>
                                      <p:tavLst>
                                        <p:tav tm="0">
                                          <p:val>
                                            <p:strVal val="#ppt_y+.1"/>
                                          </p:val>
                                        </p:tav>
                                        <p:tav tm="100000">
                                          <p:val>
                                            <p:strVal val="#ppt_y"/>
                                          </p:val>
                                        </p:tav>
                                      </p:tavLst>
                                    </p:anim>
                                  </p:childTnLst>
                                </p:cTn>
                              </p:par>
                            </p:childTnLst>
                          </p:cTn>
                        </p:par>
                        <p:par>
                          <p:cTn id="50" fill="hold">
                            <p:stCondLst>
                              <p:cond delay="4500"/>
                            </p:stCondLst>
                            <p:childTnLst>
                              <p:par>
                                <p:cTn id="51" presetID="53" presetClass="entr" presetSubtype="16" fill="hold" grpId="0" nodeType="afterEffect" nodePh="1">
                                  <p:stCondLst>
                                    <p:cond delay="0"/>
                                  </p:stCondLst>
                                  <p:endCondLst>
                                    <p:cond evt="begin" delay="0">
                                      <p:tn val="51"/>
                                    </p:cond>
                                  </p:endCondLst>
                                  <p:childTnLst>
                                    <p:set>
                                      <p:cBhvr>
                                        <p:cTn id="52" dur="1" fill="hold">
                                          <p:stCondLst>
                                            <p:cond delay="0"/>
                                          </p:stCondLst>
                                        </p:cTn>
                                        <p:tgtEl>
                                          <p:spTgt spid="32">
                                            <p:txEl>
                                              <p:pRg st="0" end="0"/>
                                            </p:txEl>
                                          </p:spTgt>
                                        </p:tgtEl>
                                        <p:attrNameLst>
                                          <p:attrName>style.visibility</p:attrName>
                                        </p:attrNameLst>
                                      </p:cBhvr>
                                      <p:to>
                                        <p:strVal val="visible"/>
                                      </p:to>
                                    </p:set>
                                    <p:anim calcmode="lin" valueType="num">
                                      <p:cBhvr>
                                        <p:cTn id="53" dur="500" fill="hold"/>
                                        <p:tgtEl>
                                          <p:spTgt spid="32">
                                            <p:txEl>
                                              <p:pRg st="0" end="0"/>
                                            </p:txEl>
                                          </p:spTgt>
                                        </p:tgtEl>
                                        <p:attrNameLst>
                                          <p:attrName>ppt_w</p:attrName>
                                        </p:attrNameLst>
                                      </p:cBhvr>
                                      <p:tavLst>
                                        <p:tav tm="0">
                                          <p:val>
                                            <p:fltVal val="0"/>
                                          </p:val>
                                        </p:tav>
                                        <p:tav tm="100000">
                                          <p:val>
                                            <p:strVal val="#ppt_w"/>
                                          </p:val>
                                        </p:tav>
                                      </p:tavLst>
                                    </p:anim>
                                    <p:anim calcmode="lin" valueType="num">
                                      <p:cBhvr>
                                        <p:cTn id="54" dur="500" fill="hold"/>
                                        <p:tgtEl>
                                          <p:spTgt spid="32">
                                            <p:txEl>
                                              <p:pRg st="0" end="0"/>
                                            </p:txEl>
                                          </p:spTgt>
                                        </p:tgtEl>
                                        <p:attrNameLst>
                                          <p:attrName>ppt_h</p:attrName>
                                        </p:attrNameLst>
                                      </p:cBhvr>
                                      <p:tavLst>
                                        <p:tav tm="0">
                                          <p:val>
                                            <p:fltVal val="0"/>
                                          </p:val>
                                        </p:tav>
                                        <p:tav tm="100000">
                                          <p:val>
                                            <p:strVal val="#ppt_h"/>
                                          </p:val>
                                        </p:tav>
                                      </p:tavLst>
                                    </p:anim>
                                    <p:animEffect transition="in" filter="fade">
                                      <p:cBhvr>
                                        <p:cTn id="55" dur="500"/>
                                        <p:tgtEl>
                                          <p:spTgt spid="32">
                                            <p:txEl>
                                              <p:pRg st="0" end="0"/>
                                            </p:txEl>
                                          </p:spTgt>
                                        </p:tgtEl>
                                      </p:cBhvr>
                                    </p:animEffect>
                                  </p:childTnLst>
                                </p:cTn>
                              </p:par>
                            </p:childTnLst>
                          </p:cTn>
                        </p:par>
                        <p:par>
                          <p:cTn id="56" fill="hold">
                            <p:stCondLst>
                              <p:cond delay="5000"/>
                            </p:stCondLst>
                            <p:childTnLst>
                              <p:par>
                                <p:cTn id="57" presetID="47" presetClass="entr" presetSubtype="0" fill="hold" grpId="0" nodeType="afterEffect">
                                  <p:stCondLst>
                                    <p:cond delay="0"/>
                                  </p:stCondLst>
                                  <p:childTnLst>
                                    <p:set>
                                      <p:cBhvr>
                                        <p:cTn id="58" dur="1" fill="hold">
                                          <p:stCondLst>
                                            <p:cond delay="0"/>
                                          </p:stCondLst>
                                        </p:cTn>
                                        <p:tgtEl>
                                          <p:spTgt spid="38"/>
                                        </p:tgtEl>
                                        <p:attrNameLst>
                                          <p:attrName>style.visibility</p:attrName>
                                        </p:attrNameLst>
                                      </p:cBhvr>
                                      <p:to>
                                        <p:strVal val="visible"/>
                                      </p:to>
                                    </p:set>
                                    <p:animEffect transition="in" filter="fade">
                                      <p:cBhvr>
                                        <p:cTn id="59" dur="500"/>
                                        <p:tgtEl>
                                          <p:spTgt spid="38"/>
                                        </p:tgtEl>
                                      </p:cBhvr>
                                    </p:animEffect>
                                    <p:anim calcmode="lin" valueType="num">
                                      <p:cBhvr>
                                        <p:cTn id="60" dur="500" fill="hold"/>
                                        <p:tgtEl>
                                          <p:spTgt spid="38"/>
                                        </p:tgtEl>
                                        <p:attrNameLst>
                                          <p:attrName>ppt_x</p:attrName>
                                        </p:attrNameLst>
                                      </p:cBhvr>
                                      <p:tavLst>
                                        <p:tav tm="0">
                                          <p:val>
                                            <p:strVal val="#ppt_x"/>
                                          </p:val>
                                        </p:tav>
                                        <p:tav tm="100000">
                                          <p:val>
                                            <p:strVal val="#ppt_x"/>
                                          </p:val>
                                        </p:tav>
                                      </p:tavLst>
                                    </p:anim>
                                    <p:anim calcmode="lin" valueType="num">
                                      <p:cBhvr>
                                        <p:cTn id="61" dur="500" fill="hold"/>
                                        <p:tgtEl>
                                          <p:spTgt spid="38"/>
                                        </p:tgtEl>
                                        <p:attrNameLst>
                                          <p:attrName>ppt_y</p:attrName>
                                        </p:attrNameLst>
                                      </p:cBhvr>
                                      <p:tavLst>
                                        <p:tav tm="0">
                                          <p:val>
                                            <p:strVal val="#ppt_y-.1"/>
                                          </p:val>
                                        </p:tav>
                                        <p:tav tm="100000">
                                          <p:val>
                                            <p:strVal val="#ppt_y"/>
                                          </p:val>
                                        </p:tav>
                                      </p:tavLst>
                                    </p:anim>
                                  </p:childTnLst>
                                </p:cTn>
                              </p:par>
                            </p:childTnLst>
                          </p:cTn>
                        </p:par>
                        <p:par>
                          <p:cTn id="62" fill="hold">
                            <p:stCondLst>
                              <p:cond delay="5500"/>
                            </p:stCondLst>
                            <p:childTnLst>
                              <p:par>
                                <p:cTn id="63" presetID="53" presetClass="entr" presetSubtype="16" fill="hold" grpId="0" nodeType="afterEffect" nodePh="1">
                                  <p:stCondLst>
                                    <p:cond delay="0"/>
                                  </p:stCondLst>
                                  <p:endCondLst>
                                    <p:cond evt="begin" delay="0">
                                      <p:tn val="63"/>
                                    </p:cond>
                                  </p:endCondLst>
                                  <p:childTnLst>
                                    <p:set>
                                      <p:cBhvr>
                                        <p:cTn id="64" dur="1" fill="hold">
                                          <p:stCondLst>
                                            <p:cond delay="0"/>
                                          </p:stCondLst>
                                        </p:cTn>
                                        <p:tgtEl>
                                          <p:spTgt spid="46">
                                            <p:txEl>
                                              <p:pRg st="0" end="0"/>
                                            </p:txEl>
                                          </p:spTgt>
                                        </p:tgtEl>
                                        <p:attrNameLst>
                                          <p:attrName>style.visibility</p:attrName>
                                        </p:attrNameLst>
                                      </p:cBhvr>
                                      <p:to>
                                        <p:strVal val="visible"/>
                                      </p:to>
                                    </p:set>
                                    <p:anim calcmode="lin" valueType="num">
                                      <p:cBhvr>
                                        <p:cTn id="65" dur="500" fill="hold"/>
                                        <p:tgtEl>
                                          <p:spTgt spid="46">
                                            <p:txEl>
                                              <p:pRg st="0" end="0"/>
                                            </p:txEl>
                                          </p:spTgt>
                                        </p:tgtEl>
                                        <p:attrNameLst>
                                          <p:attrName>ppt_w</p:attrName>
                                        </p:attrNameLst>
                                      </p:cBhvr>
                                      <p:tavLst>
                                        <p:tav tm="0">
                                          <p:val>
                                            <p:fltVal val="0"/>
                                          </p:val>
                                        </p:tav>
                                        <p:tav tm="100000">
                                          <p:val>
                                            <p:strVal val="#ppt_w"/>
                                          </p:val>
                                        </p:tav>
                                      </p:tavLst>
                                    </p:anim>
                                    <p:anim calcmode="lin" valueType="num">
                                      <p:cBhvr>
                                        <p:cTn id="66" dur="500" fill="hold"/>
                                        <p:tgtEl>
                                          <p:spTgt spid="46">
                                            <p:txEl>
                                              <p:pRg st="0" end="0"/>
                                            </p:txEl>
                                          </p:spTgt>
                                        </p:tgtEl>
                                        <p:attrNameLst>
                                          <p:attrName>ppt_h</p:attrName>
                                        </p:attrNameLst>
                                      </p:cBhvr>
                                      <p:tavLst>
                                        <p:tav tm="0">
                                          <p:val>
                                            <p:fltVal val="0"/>
                                          </p:val>
                                        </p:tav>
                                        <p:tav tm="100000">
                                          <p:val>
                                            <p:strVal val="#ppt_h"/>
                                          </p:val>
                                        </p:tav>
                                      </p:tavLst>
                                    </p:anim>
                                    <p:animEffect transition="in" filter="fade">
                                      <p:cBhvr>
                                        <p:cTn id="67" dur="500"/>
                                        <p:tgtEl>
                                          <p:spTgt spid="46">
                                            <p:txEl>
                                              <p:pRg st="0" end="0"/>
                                            </p:txEl>
                                          </p:spTgt>
                                        </p:tgtEl>
                                      </p:cBhvr>
                                    </p:animEffect>
                                  </p:childTnLst>
                                </p:cTn>
                              </p:par>
                            </p:childTnLst>
                          </p:cTn>
                        </p:par>
                        <p:par>
                          <p:cTn id="68" fill="hold">
                            <p:stCondLst>
                              <p:cond delay="6000"/>
                            </p:stCondLst>
                            <p:childTnLst>
                              <p:par>
                                <p:cTn id="69" presetID="42" presetClass="entr" presetSubtype="0" fill="hold" grpId="0" nodeType="afterEffect" nodePh="1">
                                  <p:stCondLst>
                                    <p:cond delay="0"/>
                                  </p:stCondLst>
                                  <p:endCondLst>
                                    <p:cond evt="begin" delay="0">
                                      <p:tn val="69"/>
                                    </p:cond>
                                  </p:endCondLst>
                                  <p:childTnLst>
                                    <p:set>
                                      <p:cBhvr>
                                        <p:cTn id="70" dur="1" fill="hold">
                                          <p:stCondLst>
                                            <p:cond delay="0"/>
                                          </p:stCondLst>
                                        </p:cTn>
                                        <p:tgtEl>
                                          <p:spTgt spid="47">
                                            <p:txEl>
                                              <p:pRg st="0" end="0"/>
                                            </p:txEl>
                                          </p:spTgt>
                                        </p:tgtEl>
                                        <p:attrNameLst>
                                          <p:attrName>style.visibility</p:attrName>
                                        </p:attrNameLst>
                                      </p:cBhvr>
                                      <p:to>
                                        <p:strVal val="visible"/>
                                      </p:to>
                                    </p:set>
                                    <p:animEffect transition="in" filter="fade">
                                      <p:cBhvr>
                                        <p:cTn id="71" dur="500"/>
                                        <p:tgtEl>
                                          <p:spTgt spid="47">
                                            <p:txEl>
                                              <p:pRg st="0" end="0"/>
                                            </p:txEl>
                                          </p:spTgt>
                                        </p:tgtEl>
                                      </p:cBhvr>
                                    </p:animEffect>
                                    <p:anim calcmode="lin" valueType="num">
                                      <p:cBhvr>
                                        <p:cTn id="72" dur="500" fill="hold"/>
                                        <p:tgtEl>
                                          <p:spTgt spid="47">
                                            <p:txEl>
                                              <p:pRg st="0" end="0"/>
                                            </p:txEl>
                                          </p:spTgt>
                                        </p:tgtEl>
                                        <p:attrNameLst>
                                          <p:attrName>ppt_x</p:attrName>
                                        </p:attrNameLst>
                                      </p:cBhvr>
                                      <p:tavLst>
                                        <p:tav tm="0">
                                          <p:val>
                                            <p:strVal val="#ppt_x"/>
                                          </p:val>
                                        </p:tav>
                                        <p:tav tm="100000">
                                          <p:val>
                                            <p:strVal val="#ppt_x"/>
                                          </p:val>
                                        </p:tav>
                                      </p:tavLst>
                                    </p:anim>
                                    <p:anim calcmode="lin" valueType="num">
                                      <p:cBhvr>
                                        <p:cTn id="73" dur="500" fill="hold"/>
                                        <p:tgtEl>
                                          <p:spTgt spid="47">
                                            <p:txEl>
                                              <p:pRg st="0" end="0"/>
                                            </p:txEl>
                                          </p:spTgt>
                                        </p:tgtEl>
                                        <p:attrNameLst>
                                          <p:attrName>ppt_y</p:attrName>
                                        </p:attrNameLst>
                                      </p:cBhvr>
                                      <p:tavLst>
                                        <p:tav tm="0">
                                          <p:val>
                                            <p:strVal val="#ppt_y+.1"/>
                                          </p:val>
                                        </p:tav>
                                        <p:tav tm="100000">
                                          <p:val>
                                            <p:strVal val="#ppt_y"/>
                                          </p:val>
                                        </p:tav>
                                      </p:tavLst>
                                    </p:anim>
                                  </p:childTnLst>
                                </p:cTn>
                              </p:par>
                            </p:childTnLst>
                          </p:cTn>
                        </p:par>
                        <p:par>
                          <p:cTn id="74" fill="hold">
                            <p:stCondLst>
                              <p:cond delay="6500"/>
                            </p:stCondLst>
                            <p:childTnLst>
                              <p:par>
                                <p:cTn id="75" presetID="42" presetClass="entr" presetSubtype="0" fill="hold" grpId="0" nodeType="afterEffect">
                                  <p:stCondLst>
                                    <p:cond delay="0"/>
                                  </p:stCondLst>
                                  <p:childTnLst>
                                    <p:set>
                                      <p:cBhvr>
                                        <p:cTn id="76" dur="1" fill="hold">
                                          <p:stCondLst>
                                            <p:cond delay="0"/>
                                          </p:stCondLst>
                                        </p:cTn>
                                        <p:tgtEl>
                                          <p:spTgt spid="36"/>
                                        </p:tgtEl>
                                        <p:attrNameLst>
                                          <p:attrName>style.visibility</p:attrName>
                                        </p:attrNameLst>
                                      </p:cBhvr>
                                      <p:to>
                                        <p:strVal val="visible"/>
                                      </p:to>
                                    </p:set>
                                    <p:animEffect transition="in" filter="fade">
                                      <p:cBhvr>
                                        <p:cTn id="77" dur="500"/>
                                        <p:tgtEl>
                                          <p:spTgt spid="36"/>
                                        </p:tgtEl>
                                      </p:cBhvr>
                                    </p:animEffect>
                                    <p:anim calcmode="lin" valueType="num">
                                      <p:cBhvr>
                                        <p:cTn id="78" dur="500" fill="hold"/>
                                        <p:tgtEl>
                                          <p:spTgt spid="36"/>
                                        </p:tgtEl>
                                        <p:attrNameLst>
                                          <p:attrName>ppt_x</p:attrName>
                                        </p:attrNameLst>
                                      </p:cBhvr>
                                      <p:tavLst>
                                        <p:tav tm="0">
                                          <p:val>
                                            <p:strVal val="#ppt_x"/>
                                          </p:val>
                                        </p:tav>
                                        <p:tav tm="100000">
                                          <p:val>
                                            <p:strVal val="#ppt_x"/>
                                          </p:val>
                                        </p:tav>
                                      </p:tavLst>
                                    </p:anim>
                                    <p:anim calcmode="lin" valueType="num">
                                      <p:cBhvr>
                                        <p:cTn id="79" dur="500" fill="hold"/>
                                        <p:tgtEl>
                                          <p:spTgt spid="36"/>
                                        </p:tgtEl>
                                        <p:attrNameLst>
                                          <p:attrName>ppt_y</p:attrName>
                                        </p:attrNameLst>
                                      </p:cBhvr>
                                      <p:tavLst>
                                        <p:tav tm="0">
                                          <p:val>
                                            <p:strVal val="#ppt_y+.1"/>
                                          </p:val>
                                        </p:tav>
                                        <p:tav tm="100000">
                                          <p:val>
                                            <p:strVal val="#ppt_y"/>
                                          </p:val>
                                        </p:tav>
                                      </p:tavLst>
                                    </p:anim>
                                  </p:childTnLst>
                                </p:cTn>
                              </p:par>
                            </p:childTnLst>
                          </p:cTn>
                        </p:par>
                        <p:par>
                          <p:cTn id="80" fill="hold">
                            <p:stCondLst>
                              <p:cond delay="7000"/>
                            </p:stCondLst>
                            <p:childTnLst>
                              <p:par>
                                <p:cTn id="81" presetID="53" presetClass="entr" presetSubtype="16" fill="hold" grpId="0" nodeType="afterEffect" nodePh="1">
                                  <p:stCondLst>
                                    <p:cond delay="0"/>
                                  </p:stCondLst>
                                  <p:endCondLst>
                                    <p:cond evt="begin" delay="0">
                                      <p:tn val="81"/>
                                    </p:cond>
                                  </p:endCondLst>
                                  <p:childTnLst>
                                    <p:set>
                                      <p:cBhvr>
                                        <p:cTn id="82" dur="1" fill="hold">
                                          <p:stCondLst>
                                            <p:cond delay="0"/>
                                          </p:stCondLst>
                                        </p:cTn>
                                        <p:tgtEl>
                                          <p:spTgt spid="37">
                                            <p:txEl>
                                              <p:pRg st="0" end="0"/>
                                            </p:txEl>
                                          </p:spTgt>
                                        </p:tgtEl>
                                        <p:attrNameLst>
                                          <p:attrName>style.visibility</p:attrName>
                                        </p:attrNameLst>
                                      </p:cBhvr>
                                      <p:to>
                                        <p:strVal val="visible"/>
                                      </p:to>
                                    </p:set>
                                    <p:anim calcmode="lin" valueType="num">
                                      <p:cBhvr>
                                        <p:cTn id="83" dur="500" fill="hold"/>
                                        <p:tgtEl>
                                          <p:spTgt spid="37">
                                            <p:txEl>
                                              <p:pRg st="0" end="0"/>
                                            </p:txEl>
                                          </p:spTgt>
                                        </p:tgtEl>
                                        <p:attrNameLst>
                                          <p:attrName>ppt_w</p:attrName>
                                        </p:attrNameLst>
                                      </p:cBhvr>
                                      <p:tavLst>
                                        <p:tav tm="0">
                                          <p:val>
                                            <p:fltVal val="0"/>
                                          </p:val>
                                        </p:tav>
                                        <p:tav tm="100000">
                                          <p:val>
                                            <p:strVal val="#ppt_w"/>
                                          </p:val>
                                        </p:tav>
                                      </p:tavLst>
                                    </p:anim>
                                    <p:anim calcmode="lin" valueType="num">
                                      <p:cBhvr>
                                        <p:cTn id="84" dur="500" fill="hold"/>
                                        <p:tgtEl>
                                          <p:spTgt spid="37">
                                            <p:txEl>
                                              <p:pRg st="0" end="0"/>
                                            </p:txEl>
                                          </p:spTgt>
                                        </p:tgtEl>
                                        <p:attrNameLst>
                                          <p:attrName>ppt_h</p:attrName>
                                        </p:attrNameLst>
                                      </p:cBhvr>
                                      <p:tavLst>
                                        <p:tav tm="0">
                                          <p:val>
                                            <p:fltVal val="0"/>
                                          </p:val>
                                        </p:tav>
                                        <p:tav tm="100000">
                                          <p:val>
                                            <p:strVal val="#ppt_h"/>
                                          </p:val>
                                        </p:tav>
                                      </p:tavLst>
                                    </p:anim>
                                    <p:animEffect transition="in" filter="fade">
                                      <p:cBhvr>
                                        <p:cTn id="85" dur="500"/>
                                        <p:tgtEl>
                                          <p:spTgt spid="37">
                                            <p:txEl>
                                              <p:pRg st="0" end="0"/>
                                            </p:txEl>
                                          </p:spTgt>
                                        </p:tgtEl>
                                      </p:cBhvr>
                                    </p:animEffect>
                                  </p:childTnLst>
                                </p:cTn>
                              </p:par>
                            </p:childTnLst>
                          </p:cTn>
                        </p:par>
                        <p:par>
                          <p:cTn id="86" fill="hold">
                            <p:stCondLst>
                              <p:cond delay="7500"/>
                            </p:stCondLst>
                            <p:childTnLst>
                              <p:par>
                                <p:cTn id="87" presetID="42" presetClass="entr" presetSubtype="0" fill="hold" grpId="0" nodeType="afterEffect">
                                  <p:stCondLst>
                                    <p:cond delay="0"/>
                                  </p:stCondLst>
                                  <p:childTnLst>
                                    <p:set>
                                      <p:cBhvr>
                                        <p:cTn id="88" dur="1" fill="hold">
                                          <p:stCondLst>
                                            <p:cond delay="0"/>
                                          </p:stCondLst>
                                        </p:cTn>
                                        <p:tgtEl>
                                          <p:spTgt spid="39"/>
                                        </p:tgtEl>
                                        <p:attrNameLst>
                                          <p:attrName>style.visibility</p:attrName>
                                        </p:attrNameLst>
                                      </p:cBhvr>
                                      <p:to>
                                        <p:strVal val="visible"/>
                                      </p:to>
                                    </p:set>
                                    <p:animEffect transition="in" filter="fade">
                                      <p:cBhvr>
                                        <p:cTn id="89" dur="500"/>
                                        <p:tgtEl>
                                          <p:spTgt spid="39"/>
                                        </p:tgtEl>
                                      </p:cBhvr>
                                    </p:animEffect>
                                    <p:anim calcmode="lin" valueType="num">
                                      <p:cBhvr>
                                        <p:cTn id="90" dur="500" fill="hold"/>
                                        <p:tgtEl>
                                          <p:spTgt spid="39"/>
                                        </p:tgtEl>
                                        <p:attrNameLst>
                                          <p:attrName>ppt_x</p:attrName>
                                        </p:attrNameLst>
                                      </p:cBhvr>
                                      <p:tavLst>
                                        <p:tav tm="0">
                                          <p:val>
                                            <p:strVal val="#ppt_x"/>
                                          </p:val>
                                        </p:tav>
                                        <p:tav tm="100000">
                                          <p:val>
                                            <p:strVal val="#ppt_x"/>
                                          </p:val>
                                        </p:tav>
                                      </p:tavLst>
                                    </p:anim>
                                    <p:anim calcmode="lin" valueType="num">
                                      <p:cBhvr>
                                        <p:cTn id="91" dur="500" fill="hold"/>
                                        <p:tgtEl>
                                          <p:spTgt spid="39"/>
                                        </p:tgtEl>
                                        <p:attrNameLst>
                                          <p:attrName>ppt_y</p:attrName>
                                        </p:attrNameLst>
                                      </p:cBhvr>
                                      <p:tavLst>
                                        <p:tav tm="0">
                                          <p:val>
                                            <p:strVal val="#ppt_y+.1"/>
                                          </p:val>
                                        </p:tav>
                                        <p:tav tm="100000">
                                          <p:val>
                                            <p:strVal val="#ppt_y"/>
                                          </p:val>
                                        </p:tav>
                                      </p:tavLst>
                                    </p:anim>
                                  </p:childTnLst>
                                </p:cTn>
                              </p:par>
                            </p:childTnLst>
                          </p:cTn>
                        </p:par>
                        <p:par>
                          <p:cTn id="92" fill="hold">
                            <p:stCondLst>
                              <p:cond delay="8000"/>
                            </p:stCondLst>
                            <p:childTnLst>
                              <p:par>
                                <p:cTn id="93" presetID="53" presetClass="entr" presetSubtype="16" fill="hold" grpId="0" nodeType="afterEffect" nodePh="1">
                                  <p:stCondLst>
                                    <p:cond delay="0"/>
                                  </p:stCondLst>
                                  <p:endCondLst>
                                    <p:cond evt="begin" delay="0">
                                      <p:tn val="93"/>
                                    </p:cond>
                                  </p:endCondLst>
                                  <p:childTnLst>
                                    <p:set>
                                      <p:cBhvr>
                                        <p:cTn id="94" dur="1" fill="hold">
                                          <p:stCondLst>
                                            <p:cond delay="0"/>
                                          </p:stCondLst>
                                        </p:cTn>
                                        <p:tgtEl>
                                          <p:spTgt spid="48">
                                            <p:txEl>
                                              <p:pRg st="0" end="0"/>
                                            </p:txEl>
                                          </p:spTgt>
                                        </p:tgtEl>
                                        <p:attrNameLst>
                                          <p:attrName>style.visibility</p:attrName>
                                        </p:attrNameLst>
                                      </p:cBhvr>
                                      <p:to>
                                        <p:strVal val="visible"/>
                                      </p:to>
                                    </p:set>
                                    <p:anim calcmode="lin" valueType="num">
                                      <p:cBhvr>
                                        <p:cTn id="95" dur="500" fill="hold"/>
                                        <p:tgtEl>
                                          <p:spTgt spid="48">
                                            <p:txEl>
                                              <p:pRg st="0" end="0"/>
                                            </p:txEl>
                                          </p:spTgt>
                                        </p:tgtEl>
                                        <p:attrNameLst>
                                          <p:attrName>ppt_w</p:attrName>
                                        </p:attrNameLst>
                                      </p:cBhvr>
                                      <p:tavLst>
                                        <p:tav tm="0">
                                          <p:val>
                                            <p:fltVal val="0"/>
                                          </p:val>
                                        </p:tav>
                                        <p:tav tm="100000">
                                          <p:val>
                                            <p:strVal val="#ppt_w"/>
                                          </p:val>
                                        </p:tav>
                                      </p:tavLst>
                                    </p:anim>
                                    <p:anim calcmode="lin" valueType="num">
                                      <p:cBhvr>
                                        <p:cTn id="96" dur="500" fill="hold"/>
                                        <p:tgtEl>
                                          <p:spTgt spid="48">
                                            <p:txEl>
                                              <p:pRg st="0" end="0"/>
                                            </p:txEl>
                                          </p:spTgt>
                                        </p:tgtEl>
                                        <p:attrNameLst>
                                          <p:attrName>ppt_h</p:attrName>
                                        </p:attrNameLst>
                                      </p:cBhvr>
                                      <p:tavLst>
                                        <p:tav tm="0">
                                          <p:val>
                                            <p:fltVal val="0"/>
                                          </p:val>
                                        </p:tav>
                                        <p:tav tm="100000">
                                          <p:val>
                                            <p:strVal val="#ppt_h"/>
                                          </p:val>
                                        </p:tav>
                                      </p:tavLst>
                                    </p:anim>
                                    <p:animEffect transition="in" filter="fade">
                                      <p:cBhvr>
                                        <p:cTn id="97" dur="500"/>
                                        <p:tgtEl>
                                          <p:spTgt spid="48">
                                            <p:txEl>
                                              <p:pRg st="0" end="0"/>
                                            </p:txEl>
                                          </p:spTgt>
                                        </p:tgtEl>
                                      </p:cBhvr>
                                    </p:animEffect>
                                  </p:childTnLst>
                                </p:cTn>
                              </p:par>
                            </p:childTnLst>
                          </p:cTn>
                        </p:par>
                        <p:par>
                          <p:cTn id="98" fill="hold">
                            <p:stCondLst>
                              <p:cond delay="8500"/>
                            </p:stCondLst>
                            <p:childTnLst>
                              <p:par>
                                <p:cTn id="99" presetID="42" presetClass="entr" presetSubtype="0" fill="hold" grpId="0" nodeType="afterEffect" nodePh="1">
                                  <p:stCondLst>
                                    <p:cond delay="0"/>
                                  </p:stCondLst>
                                  <p:endCondLst>
                                    <p:cond evt="begin" delay="0">
                                      <p:tn val="99"/>
                                    </p:cond>
                                  </p:endCondLst>
                                  <p:childTnLst>
                                    <p:set>
                                      <p:cBhvr>
                                        <p:cTn id="100" dur="1" fill="hold">
                                          <p:stCondLst>
                                            <p:cond delay="0"/>
                                          </p:stCondLst>
                                        </p:cTn>
                                        <p:tgtEl>
                                          <p:spTgt spid="49">
                                            <p:txEl>
                                              <p:pRg st="0" end="0"/>
                                            </p:txEl>
                                          </p:spTgt>
                                        </p:tgtEl>
                                        <p:attrNameLst>
                                          <p:attrName>style.visibility</p:attrName>
                                        </p:attrNameLst>
                                      </p:cBhvr>
                                      <p:to>
                                        <p:strVal val="visible"/>
                                      </p:to>
                                    </p:set>
                                    <p:animEffect transition="in" filter="fade">
                                      <p:cBhvr>
                                        <p:cTn id="101" dur="500"/>
                                        <p:tgtEl>
                                          <p:spTgt spid="49">
                                            <p:txEl>
                                              <p:pRg st="0" end="0"/>
                                            </p:txEl>
                                          </p:spTgt>
                                        </p:tgtEl>
                                      </p:cBhvr>
                                    </p:animEffect>
                                    <p:anim calcmode="lin" valueType="num">
                                      <p:cBhvr>
                                        <p:cTn id="102" dur="500" fill="hold"/>
                                        <p:tgtEl>
                                          <p:spTgt spid="49">
                                            <p:txEl>
                                              <p:pRg st="0" end="0"/>
                                            </p:txEl>
                                          </p:spTgt>
                                        </p:tgtEl>
                                        <p:attrNameLst>
                                          <p:attrName>ppt_x</p:attrName>
                                        </p:attrNameLst>
                                      </p:cBhvr>
                                      <p:tavLst>
                                        <p:tav tm="0">
                                          <p:val>
                                            <p:strVal val="#ppt_x"/>
                                          </p:val>
                                        </p:tav>
                                        <p:tav tm="100000">
                                          <p:val>
                                            <p:strVal val="#ppt_x"/>
                                          </p:val>
                                        </p:tav>
                                      </p:tavLst>
                                    </p:anim>
                                    <p:anim calcmode="lin" valueType="num">
                                      <p:cBhvr>
                                        <p:cTn id="103" dur="500" fill="hold"/>
                                        <p:tgtEl>
                                          <p:spTgt spid="49">
                                            <p:txEl>
                                              <p:pRg st="0" end="0"/>
                                            </p:txEl>
                                          </p:spTgt>
                                        </p:tgtEl>
                                        <p:attrNameLst>
                                          <p:attrName>ppt_y</p:attrName>
                                        </p:attrNameLst>
                                      </p:cBhvr>
                                      <p:tavLst>
                                        <p:tav tm="0">
                                          <p:val>
                                            <p:strVal val="#ppt_y+.1"/>
                                          </p:val>
                                        </p:tav>
                                        <p:tav tm="100000">
                                          <p:val>
                                            <p:strVal val="#ppt_y"/>
                                          </p:val>
                                        </p:tav>
                                      </p:tavLst>
                                    </p:anim>
                                  </p:childTnLst>
                                </p:cTn>
                              </p:par>
                            </p:childTnLst>
                          </p:cTn>
                        </p:par>
                        <p:par>
                          <p:cTn id="104" fill="hold">
                            <p:stCondLst>
                              <p:cond delay="9000"/>
                            </p:stCondLst>
                            <p:childTnLst>
                              <p:par>
                                <p:cTn id="105" presetID="42" presetClass="entr" presetSubtype="0" fill="hold" grpId="0" nodeType="afterEffect">
                                  <p:stCondLst>
                                    <p:cond delay="0"/>
                                  </p:stCondLst>
                                  <p:childTnLst>
                                    <p:set>
                                      <p:cBhvr>
                                        <p:cTn id="106" dur="1" fill="hold">
                                          <p:stCondLst>
                                            <p:cond delay="0"/>
                                          </p:stCondLst>
                                        </p:cTn>
                                        <p:tgtEl>
                                          <p:spTgt spid="40"/>
                                        </p:tgtEl>
                                        <p:attrNameLst>
                                          <p:attrName>style.visibility</p:attrName>
                                        </p:attrNameLst>
                                      </p:cBhvr>
                                      <p:to>
                                        <p:strVal val="visible"/>
                                      </p:to>
                                    </p:set>
                                    <p:animEffect transition="in" filter="fade">
                                      <p:cBhvr>
                                        <p:cTn id="107" dur="500"/>
                                        <p:tgtEl>
                                          <p:spTgt spid="40"/>
                                        </p:tgtEl>
                                      </p:cBhvr>
                                    </p:animEffect>
                                    <p:anim calcmode="lin" valueType="num">
                                      <p:cBhvr>
                                        <p:cTn id="108" dur="500" fill="hold"/>
                                        <p:tgtEl>
                                          <p:spTgt spid="40"/>
                                        </p:tgtEl>
                                        <p:attrNameLst>
                                          <p:attrName>ppt_x</p:attrName>
                                        </p:attrNameLst>
                                      </p:cBhvr>
                                      <p:tavLst>
                                        <p:tav tm="0">
                                          <p:val>
                                            <p:strVal val="#ppt_x"/>
                                          </p:val>
                                        </p:tav>
                                        <p:tav tm="100000">
                                          <p:val>
                                            <p:strVal val="#ppt_x"/>
                                          </p:val>
                                        </p:tav>
                                      </p:tavLst>
                                    </p:anim>
                                    <p:anim calcmode="lin" valueType="num">
                                      <p:cBhvr>
                                        <p:cTn id="109" dur="500" fill="hold"/>
                                        <p:tgtEl>
                                          <p:spTgt spid="40"/>
                                        </p:tgtEl>
                                        <p:attrNameLst>
                                          <p:attrName>ppt_y</p:attrName>
                                        </p:attrNameLst>
                                      </p:cBhvr>
                                      <p:tavLst>
                                        <p:tav tm="0">
                                          <p:val>
                                            <p:strVal val="#ppt_y+.1"/>
                                          </p:val>
                                        </p:tav>
                                        <p:tav tm="100000">
                                          <p:val>
                                            <p:strVal val="#ppt_y"/>
                                          </p:val>
                                        </p:tav>
                                      </p:tavLst>
                                    </p:anim>
                                  </p:childTnLst>
                                </p:cTn>
                              </p:par>
                            </p:childTnLst>
                          </p:cTn>
                        </p:par>
                        <p:par>
                          <p:cTn id="110" fill="hold">
                            <p:stCondLst>
                              <p:cond delay="9500"/>
                            </p:stCondLst>
                            <p:childTnLst>
                              <p:par>
                                <p:cTn id="111" presetID="53" presetClass="entr" presetSubtype="16" fill="hold" grpId="0" nodeType="afterEffect" nodePh="1">
                                  <p:stCondLst>
                                    <p:cond delay="0"/>
                                  </p:stCondLst>
                                  <p:endCondLst>
                                    <p:cond evt="begin" delay="0">
                                      <p:tn val="111"/>
                                    </p:cond>
                                  </p:endCondLst>
                                  <p:childTnLst>
                                    <p:set>
                                      <p:cBhvr>
                                        <p:cTn id="112" dur="1" fill="hold">
                                          <p:stCondLst>
                                            <p:cond delay="0"/>
                                          </p:stCondLst>
                                        </p:cTn>
                                        <p:tgtEl>
                                          <p:spTgt spid="41">
                                            <p:txEl>
                                              <p:pRg st="0" end="0"/>
                                            </p:txEl>
                                          </p:spTgt>
                                        </p:tgtEl>
                                        <p:attrNameLst>
                                          <p:attrName>style.visibility</p:attrName>
                                        </p:attrNameLst>
                                      </p:cBhvr>
                                      <p:to>
                                        <p:strVal val="visible"/>
                                      </p:to>
                                    </p:set>
                                    <p:anim calcmode="lin" valueType="num">
                                      <p:cBhvr>
                                        <p:cTn id="113" dur="500" fill="hold"/>
                                        <p:tgtEl>
                                          <p:spTgt spid="41">
                                            <p:txEl>
                                              <p:pRg st="0" end="0"/>
                                            </p:txEl>
                                          </p:spTgt>
                                        </p:tgtEl>
                                        <p:attrNameLst>
                                          <p:attrName>ppt_w</p:attrName>
                                        </p:attrNameLst>
                                      </p:cBhvr>
                                      <p:tavLst>
                                        <p:tav tm="0">
                                          <p:val>
                                            <p:fltVal val="0"/>
                                          </p:val>
                                        </p:tav>
                                        <p:tav tm="100000">
                                          <p:val>
                                            <p:strVal val="#ppt_w"/>
                                          </p:val>
                                        </p:tav>
                                      </p:tavLst>
                                    </p:anim>
                                    <p:anim calcmode="lin" valueType="num">
                                      <p:cBhvr>
                                        <p:cTn id="114" dur="500" fill="hold"/>
                                        <p:tgtEl>
                                          <p:spTgt spid="41">
                                            <p:txEl>
                                              <p:pRg st="0" end="0"/>
                                            </p:txEl>
                                          </p:spTgt>
                                        </p:tgtEl>
                                        <p:attrNameLst>
                                          <p:attrName>ppt_h</p:attrName>
                                        </p:attrNameLst>
                                      </p:cBhvr>
                                      <p:tavLst>
                                        <p:tav tm="0">
                                          <p:val>
                                            <p:fltVal val="0"/>
                                          </p:val>
                                        </p:tav>
                                        <p:tav tm="100000">
                                          <p:val>
                                            <p:strVal val="#ppt_h"/>
                                          </p:val>
                                        </p:tav>
                                      </p:tavLst>
                                    </p:anim>
                                    <p:animEffect transition="in" filter="fade">
                                      <p:cBhvr>
                                        <p:cTn id="115" dur="500"/>
                                        <p:tgtEl>
                                          <p:spTgt spid="41">
                                            <p:txEl>
                                              <p:pRg st="0" end="0"/>
                                            </p:txEl>
                                          </p:spTgt>
                                        </p:tgtEl>
                                      </p:cBhvr>
                                    </p:animEffect>
                                  </p:childTnLst>
                                </p:cTn>
                              </p:par>
                            </p:childTnLst>
                          </p:cTn>
                        </p:par>
                        <p:par>
                          <p:cTn id="116" fill="hold">
                            <p:stCondLst>
                              <p:cond delay="10000"/>
                            </p:stCondLst>
                            <p:childTnLst>
                              <p:par>
                                <p:cTn id="117" presetID="47" presetClass="entr" presetSubtype="0" fill="hold" grpId="0" nodeType="afterEffect">
                                  <p:stCondLst>
                                    <p:cond delay="0"/>
                                  </p:stCondLst>
                                  <p:childTnLst>
                                    <p:set>
                                      <p:cBhvr>
                                        <p:cTn id="118" dur="1" fill="hold">
                                          <p:stCondLst>
                                            <p:cond delay="0"/>
                                          </p:stCondLst>
                                        </p:cTn>
                                        <p:tgtEl>
                                          <p:spTgt spid="42"/>
                                        </p:tgtEl>
                                        <p:attrNameLst>
                                          <p:attrName>style.visibility</p:attrName>
                                        </p:attrNameLst>
                                      </p:cBhvr>
                                      <p:to>
                                        <p:strVal val="visible"/>
                                      </p:to>
                                    </p:set>
                                    <p:animEffect transition="in" filter="fade">
                                      <p:cBhvr>
                                        <p:cTn id="119" dur="500"/>
                                        <p:tgtEl>
                                          <p:spTgt spid="42"/>
                                        </p:tgtEl>
                                      </p:cBhvr>
                                    </p:animEffect>
                                    <p:anim calcmode="lin" valueType="num">
                                      <p:cBhvr>
                                        <p:cTn id="120" dur="500" fill="hold"/>
                                        <p:tgtEl>
                                          <p:spTgt spid="42"/>
                                        </p:tgtEl>
                                        <p:attrNameLst>
                                          <p:attrName>ppt_x</p:attrName>
                                        </p:attrNameLst>
                                      </p:cBhvr>
                                      <p:tavLst>
                                        <p:tav tm="0">
                                          <p:val>
                                            <p:strVal val="#ppt_x"/>
                                          </p:val>
                                        </p:tav>
                                        <p:tav tm="100000">
                                          <p:val>
                                            <p:strVal val="#ppt_x"/>
                                          </p:val>
                                        </p:tav>
                                      </p:tavLst>
                                    </p:anim>
                                    <p:anim calcmode="lin" valueType="num">
                                      <p:cBhvr>
                                        <p:cTn id="121" dur="500" fill="hold"/>
                                        <p:tgtEl>
                                          <p:spTgt spid="42"/>
                                        </p:tgtEl>
                                        <p:attrNameLst>
                                          <p:attrName>ppt_y</p:attrName>
                                        </p:attrNameLst>
                                      </p:cBhvr>
                                      <p:tavLst>
                                        <p:tav tm="0">
                                          <p:val>
                                            <p:strVal val="#ppt_y-.1"/>
                                          </p:val>
                                        </p:tav>
                                        <p:tav tm="100000">
                                          <p:val>
                                            <p:strVal val="#ppt_y"/>
                                          </p:val>
                                        </p:tav>
                                      </p:tavLst>
                                    </p:anim>
                                  </p:childTnLst>
                                </p:cTn>
                              </p:par>
                            </p:childTnLst>
                          </p:cTn>
                        </p:par>
                        <p:par>
                          <p:cTn id="122" fill="hold">
                            <p:stCondLst>
                              <p:cond delay="10500"/>
                            </p:stCondLst>
                            <p:childTnLst>
                              <p:par>
                                <p:cTn id="123" presetID="53" presetClass="entr" presetSubtype="16" fill="hold" grpId="0" nodeType="afterEffect" nodePh="1">
                                  <p:stCondLst>
                                    <p:cond delay="0"/>
                                  </p:stCondLst>
                                  <p:endCondLst>
                                    <p:cond evt="begin" delay="0">
                                      <p:tn val="123"/>
                                    </p:cond>
                                  </p:endCondLst>
                                  <p:childTnLst>
                                    <p:set>
                                      <p:cBhvr>
                                        <p:cTn id="124" dur="1" fill="hold">
                                          <p:stCondLst>
                                            <p:cond delay="0"/>
                                          </p:stCondLst>
                                        </p:cTn>
                                        <p:tgtEl>
                                          <p:spTgt spid="50">
                                            <p:txEl>
                                              <p:pRg st="0" end="0"/>
                                            </p:txEl>
                                          </p:spTgt>
                                        </p:tgtEl>
                                        <p:attrNameLst>
                                          <p:attrName>style.visibility</p:attrName>
                                        </p:attrNameLst>
                                      </p:cBhvr>
                                      <p:to>
                                        <p:strVal val="visible"/>
                                      </p:to>
                                    </p:set>
                                    <p:anim calcmode="lin" valueType="num">
                                      <p:cBhvr>
                                        <p:cTn id="125" dur="500" fill="hold"/>
                                        <p:tgtEl>
                                          <p:spTgt spid="50">
                                            <p:txEl>
                                              <p:pRg st="0" end="0"/>
                                            </p:txEl>
                                          </p:spTgt>
                                        </p:tgtEl>
                                        <p:attrNameLst>
                                          <p:attrName>ppt_w</p:attrName>
                                        </p:attrNameLst>
                                      </p:cBhvr>
                                      <p:tavLst>
                                        <p:tav tm="0">
                                          <p:val>
                                            <p:fltVal val="0"/>
                                          </p:val>
                                        </p:tav>
                                        <p:tav tm="100000">
                                          <p:val>
                                            <p:strVal val="#ppt_w"/>
                                          </p:val>
                                        </p:tav>
                                      </p:tavLst>
                                    </p:anim>
                                    <p:anim calcmode="lin" valueType="num">
                                      <p:cBhvr>
                                        <p:cTn id="126" dur="500" fill="hold"/>
                                        <p:tgtEl>
                                          <p:spTgt spid="50">
                                            <p:txEl>
                                              <p:pRg st="0" end="0"/>
                                            </p:txEl>
                                          </p:spTgt>
                                        </p:tgtEl>
                                        <p:attrNameLst>
                                          <p:attrName>ppt_h</p:attrName>
                                        </p:attrNameLst>
                                      </p:cBhvr>
                                      <p:tavLst>
                                        <p:tav tm="0">
                                          <p:val>
                                            <p:fltVal val="0"/>
                                          </p:val>
                                        </p:tav>
                                        <p:tav tm="100000">
                                          <p:val>
                                            <p:strVal val="#ppt_h"/>
                                          </p:val>
                                        </p:tav>
                                      </p:tavLst>
                                    </p:anim>
                                    <p:animEffect transition="in" filter="fade">
                                      <p:cBhvr>
                                        <p:cTn id="127" dur="500"/>
                                        <p:tgtEl>
                                          <p:spTgt spid="50">
                                            <p:txEl>
                                              <p:pRg st="0" end="0"/>
                                            </p:txEl>
                                          </p:spTgt>
                                        </p:tgtEl>
                                      </p:cBhvr>
                                    </p:animEffect>
                                  </p:childTnLst>
                                </p:cTn>
                              </p:par>
                            </p:childTnLst>
                          </p:cTn>
                        </p:par>
                        <p:par>
                          <p:cTn id="128" fill="hold">
                            <p:stCondLst>
                              <p:cond delay="11000"/>
                            </p:stCondLst>
                            <p:childTnLst>
                              <p:par>
                                <p:cTn id="129" presetID="42" presetClass="entr" presetSubtype="0" fill="hold" grpId="0" nodeType="afterEffect" nodePh="1">
                                  <p:stCondLst>
                                    <p:cond delay="0"/>
                                  </p:stCondLst>
                                  <p:endCondLst>
                                    <p:cond evt="begin" delay="0">
                                      <p:tn val="129"/>
                                    </p:cond>
                                  </p:endCondLst>
                                  <p:childTnLst>
                                    <p:set>
                                      <p:cBhvr>
                                        <p:cTn id="130" dur="1" fill="hold">
                                          <p:stCondLst>
                                            <p:cond delay="0"/>
                                          </p:stCondLst>
                                        </p:cTn>
                                        <p:tgtEl>
                                          <p:spTgt spid="51">
                                            <p:txEl>
                                              <p:pRg st="0" end="0"/>
                                            </p:txEl>
                                          </p:spTgt>
                                        </p:tgtEl>
                                        <p:attrNameLst>
                                          <p:attrName>style.visibility</p:attrName>
                                        </p:attrNameLst>
                                      </p:cBhvr>
                                      <p:to>
                                        <p:strVal val="visible"/>
                                      </p:to>
                                    </p:set>
                                    <p:animEffect transition="in" filter="fade">
                                      <p:cBhvr>
                                        <p:cTn id="131" dur="500"/>
                                        <p:tgtEl>
                                          <p:spTgt spid="51">
                                            <p:txEl>
                                              <p:pRg st="0" end="0"/>
                                            </p:txEl>
                                          </p:spTgt>
                                        </p:tgtEl>
                                      </p:cBhvr>
                                    </p:animEffect>
                                    <p:anim calcmode="lin" valueType="num">
                                      <p:cBhvr>
                                        <p:cTn id="132" dur="500" fill="hold"/>
                                        <p:tgtEl>
                                          <p:spTgt spid="51">
                                            <p:txEl>
                                              <p:pRg st="0" end="0"/>
                                            </p:txEl>
                                          </p:spTgt>
                                        </p:tgtEl>
                                        <p:attrNameLst>
                                          <p:attrName>ppt_x</p:attrName>
                                        </p:attrNameLst>
                                      </p:cBhvr>
                                      <p:tavLst>
                                        <p:tav tm="0">
                                          <p:val>
                                            <p:strVal val="#ppt_x"/>
                                          </p:val>
                                        </p:tav>
                                        <p:tav tm="100000">
                                          <p:val>
                                            <p:strVal val="#ppt_x"/>
                                          </p:val>
                                        </p:tav>
                                      </p:tavLst>
                                    </p:anim>
                                    <p:anim calcmode="lin" valueType="num">
                                      <p:cBhvr>
                                        <p:cTn id="133" dur="500" fill="hold"/>
                                        <p:tgtEl>
                                          <p:spTgt spid="51">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animBg="1"/>
      <p:bldP spid="15" grpId="0"/>
      <p:bldP spid="18" grpId="0" build="p">
        <p:tmplLst>
          <p:tmpl lvl="1">
            <p:tnLst>
              <p:par>
                <p:cTn presetID="42" presetClass="entr" presetSubtype="0" fill="hold" nodeType="afterEffect">
                  <p:stCondLst>
                    <p:cond delay="0"/>
                  </p:stCondLst>
                  <p:childTnLst>
                    <p:set>
                      <p:cBhvr>
                        <p:cTn dur="1" fill="hold">
                          <p:stCondLst>
                            <p:cond delay="0"/>
                          </p:stCondLst>
                        </p:cTn>
                        <p:tgtEl>
                          <p:spTgt spid="18"/>
                        </p:tgtEl>
                        <p:attrNameLst>
                          <p:attrName>style.visibility</p:attrName>
                        </p:attrNameLst>
                      </p:cBhvr>
                      <p:to>
                        <p:strVal val="visible"/>
                      </p:to>
                    </p:set>
                    <p:animEffect transition="in" filter="fade">
                      <p:cBhvr>
                        <p:cTn dur="500"/>
                        <p:tgtEl>
                          <p:spTgt spid="18"/>
                        </p:tgtEl>
                      </p:cBhvr>
                    </p:animEffect>
                    <p:anim calcmode="lin" valueType="num">
                      <p:cBhvr>
                        <p:cTn dur="500" fill="hold"/>
                        <p:tgtEl>
                          <p:spTgt spid="18"/>
                        </p:tgtEl>
                        <p:attrNameLst>
                          <p:attrName>ppt_x</p:attrName>
                        </p:attrNameLst>
                      </p:cBhvr>
                      <p:tavLst>
                        <p:tav tm="0">
                          <p:val>
                            <p:strVal val="#ppt_x"/>
                          </p:val>
                        </p:tav>
                        <p:tav tm="100000">
                          <p:val>
                            <p:strVal val="#ppt_x"/>
                          </p:val>
                        </p:tav>
                      </p:tavLst>
                    </p:anim>
                    <p:anim calcmode="lin" valueType="num">
                      <p:cBhvr>
                        <p:cTn dur="500" fill="hold"/>
                        <p:tgtEl>
                          <p:spTgt spid="18"/>
                        </p:tgtEl>
                        <p:attrNameLst>
                          <p:attrName>ppt_y</p:attrName>
                        </p:attrNameLst>
                      </p:cBhvr>
                      <p:tavLst>
                        <p:tav tm="0">
                          <p:val>
                            <p:strVal val="#ppt_y+.1"/>
                          </p:val>
                        </p:tav>
                        <p:tav tm="100000">
                          <p:val>
                            <p:strVal val="#ppt_y"/>
                          </p:val>
                        </p:tav>
                      </p:tavLst>
                    </p:anim>
                  </p:childTnLst>
                </p:cTn>
              </p:par>
            </p:tnLst>
          </p:tmpl>
        </p:tmplLst>
      </p:bldP>
      <p:bldP spid="24" grpId="0" animBg="1"/>
      <p:bldP spid="27"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7"/>
                        </p:tgtEl>
                        <p:attrNameLst>
                          <p:attrName>style.visibility</p:attrName>
                        </p:attrNameLst>
                      </p:cBhvr>
                      <p:to>
                        <p:strVal val="visible"/>
                      </p:to>
                    </p:set>
                    <p:anim calcmode="lin" valueType="num">
                      <p:cBhvr>
                        <p:cTn dur="500" fill="hold"/>
                        <p:tgtEl>
                          <p:spTgt spid="27"/>
                        </p:tgtEl>
                        <p:attrNameLst>
                          <p:attrName>ppt_w</p:attrName>
                        </p:attrNameLst>
                      </p:cBhvr>
                      <p:tavLst>
                        <p:tav tm="0">
                          <p:val>
                            <p:fltVal val="0"/>
                          </p:val>
                        </p:tav>
                        <p:tav tm="100000">
                          <p:val>
                            <p:strVal val="#ppt_w"/>
                          </p:val>
                        </p:tav>
                      </p:tavLst>
                    </p:anim>
                    <p:anim calcmode="lin" valueType="num">
                      <p:cBhvr>
                        <p:cTn dur="500" fill="hold"/>
                        <p:tgtEl>
                          <p:spTgt spid="27"/>
                        </p:tgtEl>
                        <p:attrNameLst>
                          <p:attrName>ppt_h</p:attrName>
                        </p:attrNameLst>
                      </p:cBhvr>
                      <p:tavLst>
                        <p:tav tm="0">
                          <p:val>
                            <p:fltVal val="0"/>
                          </p:val>
                        </p:tav>
                        <p:tav tm="100000">
                          <p:val>
                            <p:strVal val="#ppt_h"/>
                          </p:val>
                        </p:tav>
                      </p:tavLst>
                    </p:anim>
                    <p:animEffect transition="in" filter="fade">
                      <p:cBhvr>
                        <p:cTn dur="500"/>
                        <p:tgtEl>
                          <p:spTgt spid="27"/>
                        </p:tgtEl>
                      </p:cBhvr>
                    </p:animEffect>
                  </p:childTnLst>
                </p:cTn>
              </p:par>
            </p:tnLst>
          </p:tmpl>
        </p:tmplLst>
      </p:bldP>
      <p:bldP spid="23" grpId="0" animBg="1"/>
      <p:bldP spid="32"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32"/>
                        </p:tgtEl>
                        <p:attrNameLst>
                          <p:attrName>style.visibility</p:attrName>
                        </p:attrNameLst>
                      </p:cBhvr>
                      <p:to>
                        <p:strVal val="visible"/>
                      </p:to>
                    </p:set>
                    <p:anim calcmode="lin" valueType="num">
                      <p:cBhvr>
                        <p:cTn dur="500" fill="hold"/>
                        <p:tgtEl>
                          <p:spTgt spid="32"/>
                        </p:tgtEl>
                        <p:attrNameLst>
                          <p:attrName>ppt_w</p:attrName>
                        </p:attrNameLst>
                      </p:cBhvr>
                      <p:tavLst>
                        <p:tav tm="0">
                          <p:val>
                            <p:fltVal val="0"/>
                          </p:val>
                        </p:tav>
                        <p:tav tm="100000">
                          <p:val>
                            <p:strVal val="#ppt_w"/>
                          </p:val>
                        </p:tav>
                      </p:tavLst>
                    </p:anim>
                    <p:anim calcmode="lin" valueType="num">
                      <p:cBhvr>
                        <p:cTn dur="500" fill="hold"/>
                        <p:tgtEl>
                          <p:spTgt spid="32"/>
                        </p:tgtEl>
                        <p:attrNameLst>
                          <p:attrName>ppt_h</p:attrName>
                        </p:attrNameLst>
                      </p:cBhvr>
                      <p:tavLst>
                        <p:tav tm="0">
                          <p:val>
                            <p:fltVal val="0"/>
                          </p:val>
                        </p:tav>
                        <p:tav tm="100000">
                          <p:val>
                            <p:strVal val="#ppt_h"/>
                          </p:val>
                        </p:tav>
                      </p:tavLst>
                    </p:anim>
                    <p:animEffect transition="in" filter="fade">
                      <p:cBhvr>
                        <p:cTn dur="500"/>
                        <p:tgtEl>
                          <p:spTgt spid="32"/>
                        </p:tgtEl>
                      </p:cBhvr>
                    </p:animEffect>
                  </p:childTnLst>
                </p:cTn>
              </p:par>
            </p:tnLst>
          </p:tmpl>
        </p:tmplLst>
      </p:bldP>
      <p:bldP spid="36" grpId="0" animBg="1"/>
      <p:bldP spid="37"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37"/>
                        </p:tgtEl>
                        <p:attrNameLst>
                          <p:attrName>style.visibility</p:attrName>
                        </p:attrNameLst>
                      </p:cBhvr>
                      <p:to>
                        <p:strVal val="visible"/>
                      </p:to>
                    </p:set>
                    <p:anim calcmode="lin" valueType="num">
                      <p:cBhvr>
                        <p:cTn dur="500" fill="hold"/>
                        <p:tgtEl>
                          <p:spTgt spid="37"/>
                        </p:tgtEl>
                        <p:attrNameLst>
                          <p:attrName>ppt_w</p:attrName>
                        </p:attrNameLst>
                      </p:cBhvr>
                      <p:tavLst>
                        <p:tav tm="0">
                          <p:val>
                            <p:fltVal val="0"/>
                          </p:val>
                        </p:tav>
                        <p:tav tm="100000">
                          <p:val>
                            <p:strVal val="#ppt_w"/>
                          </p:val>
                        </p:tav>
                      </p:tavLst>
                    </p:anim>
                    <p:anim calcmode="lin" valueType="num">
                      <p:cBhvr>
                        <p:cTn dur="500" fill="hold"/>
                        <p:tgtEl>
                          <p:spTgt spid="37"/>
                        </p:tgtEl>
                        <p:attrNameLst>
                          <p:attrName>ppt_h</p:attrName>
                        </p:attrNameLst>
                      </p:cBhvr>
                      <p:tavLst>
                        <p:tav tm="0">
                          <p:val>
                            <p:fltVal val="0"/>
                          </p:val>
                        </p:tav>
                        <p:tav tm="100000">
                          <p:val>
                            <p:strVal val="#ppt_h"/>
                          </p:val>
                        </p:tav>
                      </p:tavLst>
                    </p:anim>
                    <p:animEffect transition="in" filter="fade">
                      <p:cBhvr>
                        <p:cTn dur="500"/>
                        <p:tgtEl>
                          <p:spTgt spid="37"/>
                        </p:tgtEl>
                      </p:cBhvr>
                    </p:animEffect>
                  </p:childTnLst>
                </p:cTn>
              </p:par>
            </p:tnLst>
          </p:tmpl>
        </p:tmplLst>
      </p:bldP>
      <p:bldP spid="38" grpId="0" animBg="1"/>
      <p:bldP spid="39" grpId="0" animBg="1"/>
      <p:bldP spid="40" grpId="0" animBg="1"/>
      <p:bldP spid="41"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41"/>
                        </p:tgtEl>
                        <p:attrNameLst>
                          <p:attrName>style.visibility</p:attrName>
                        </p:attrNameLst>
                      </p:cBhvr>
                      <p:to>
                        <p:strVal val="visible"/>
                      </p:to>
                    </p:set>
                    <p:anim calcmode="lin" valueType="num">
                      <p:cBhvr>
                        <p:cTn dur="500" fill="hold"/>
                        <p:tgtEl>
                          <p:spTgt spid="41"/>
                        </p:tgtEl>
                        <p:attrNameLst>
                          <p:attrName>ppt_w</p:attrName>
                        </p:attrNameLst>
                      </p:cBhvr>
                      <p:tavLst>
                        <p:tav tm="0">
                          <p:val>
                            <p:fltVal val="0"/>
                          </p:val>
                        </p:tav>
                        <p:tav tm="100000">
                          <p:val>
                            <p:strVal val="#ppt_w"/>
                          </p:val>
                        </p:tav>
                      </p:tavLst>
                    </p:anim>
                    <p:anim calcmode="lin" valueType="num">
                      <p:cBhvr>
                        <p:cTn dur="500" fill="hold"/>
                        <p:tgtEl>
                          <p:spTgt spid="41"/>
                        </p:tgtEl>
                        <p:attrNameLst>
                          <p:attrName>ppt_h</p:attrName>
                        </p:attrNameLst>
                      </p:cBhvr>
                      <p:tavLst>
                        <p:tav tm="0">
                          <p:val>
                            <p:fltVal val="0"/>
                          </p:val>
                        </p:tav>
                        <p:tav tm="100000">
                          <p:val>
                            <p:strVal val="#ppt_h"/>
                          </p:val>
                        </p:tav>
                      </p:tavLst>
                    </p:anim>
                    <p:animEffect transition="in" filter="fade">
                      <p:cBhvr>
                        <p:cTn dur="500"/>
                        <p:tgtEl>
                          <p:spTgt spid="41"/>
                        </p:tgtEl>
                      </p:cBhvr>
                    </p:animEffect>
                  </p:childTnLst>
                </p:cTn>
              </p:par>
            </p:tnLst>
          </p:tmpl>
        </p:tmplLst>
      </p:bldP>
      <p:bldP spid="42" grpId="0" animBg="1"/>
      <p:bldP spid="44"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44"/>
                        </p:tgtEl>
                        <p:attrNameLst>
                          <p:attrName>style.visibility</p:attrName>
                        </p:attrNameLst>
                      </p:cBhvr>
                      <p:to>
                        <p:strVal val="visible"/>
                      </p:to>
                    </p:set>
                    <p:anim calcmode="lin" valueType="num">
                      <p:cBhvr>
                        <p:cTn dur="500" fill="hold"/>
                        <p:tgtEl>
                          <p:spTgt spid="44"/>
                        </p:tgtEl>
                        <p:attrNameLst>
                          <p:attrName>ppt_w</p:attrName>
                        </p:attrNameLst>
                      </p:cBhvr>
                      <p:tavLst>
                        <p:tav tm="0">
                          <p:val>
                            <p:fltVal val="0"/>
                          </p:val>
                        </p:tav>
                        <p:tav tm="100000">
                          <p:val>
                            <p:strVal val="#ppt_w"/>
                          </p:val>
                        </p:tav>
                      </p:tavLst>
                    </p:anim>
                    <p:anim calcmode="lin" valueType="num">
                      <p:cBhvr>
                        <p:cTn dur="500" fill="hold"/>
                        <p:tgtEl>
                          <p:spTgt spid="44"/>
                        </p:tgtEl>
                        <p:attrNameLst>
                          <p:attrName>ppt_h</p:attrName>
                        </p:attrNameLst>
                      </p:cBhvr>
                      <p:tavLst>
                        <p:tav tm="0">
                          <p:val>
                            <p:fltVal val="0"/>
                          </p:val>
                        </p:tav>
                        <p:tav tm="100000">
                          <p:val>
                            <p:strVal val="#ppt_h"/>
                          </p:val>
                        </p:tav>
                      </p:tavLst>
                    </p:anim>
                    <p:animEffect transition="in" filter="fade">
                      <p:cBhvr>
                        <p:cTn dur="500"/>
                        <p:tgtEl>
                          <p:spTgt spid="44"/>
                        </p:tgtEl>
                      </p:cBhvr>
                    </p:animEffect>
                  </p:childTnLst>
                </p:cTn>
              </p:par>
            </p:tnLst>
          </p:tmpl>
        </p:tmplLst>
      </p:bldP>
      <p:bldP spid="45"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45"/>
                        </p:tgtEl>
                        <p:attrNameLst>
                          <p:attrName>style.visibility</p:attrName>
                        </p:attrNameLst>
                      </p:cBhvr>
                      <p:to>
                        <p:strVal val="visible"/>
                      </p:to>
                    </p:set>
                    <p:animEffect transition="in" filter="fade">
                      <p:cBhvr>
                        <p:cTn dur="500"/>
                        <p:tgtEl>
                          <p:spTgt spid="45"/>
                        </p:tgtEl>
                      </p:cBhvr>
                    </p:animEffect>
                    <p:anim calcmode="lin" valueType="num">
                      <p:cBhvr>
                        <p:cTn dur="500" fill="hold"/>
                        <p:tgtEl>
                          <p:spTgt spid="45"/>
                        </p:tgtEl>
                        <p:attrNameLst>
                          <p:attrName>ppt_x</p:attrName>
                        </p:attrNameLst>
                      </p:cBhvr>
                      <p:tavLst>
                        <p:tav tm="0">
                          <p:val>
                            <p:strVal val="#ppt_x"/>
                          </p:val>
                        </p:tav>
                        <p:tav tm="100000">
                          <p:val>
                            <p:strVal val="#ppt_x"/>
                          </p:val>
                        </p:tav>
                      </p:tavLst>
                    </p:anim>
                    <p:anim calcmode="lin" valueType="num">
                      <p:cBhvr>
                        <p:cTn dur="500" fill="hold"/>
                        <p:tgtEl>
                          <p:spTgt spid="45"/>
                        </p:tgtEl>
                        <p:attrNameLst>
                          <p:attrName>ppt_y</p:attrName>
                        </p:attrNameLst>
                      </p:cBhvr>
                      <p:tavLst>
                        <p:tav tm="0">
                          <p:val>
                            <p:strVal val="#ppt_y+.1"/>
                          </p:val>
                        </p:tav>
                        <p:tav tm="100000">
                          <p:val>
                            <p:strVal val="#ppt_y"/>
                          </p:val>
                        </p:tav>
                      </p:tavLst>
                    </p:anim>
                  </p:childTnLst>
                </p:cTn>
              </p:par>
            </p:tnLst>
          </p:tmpl>
        </p:tmplLst>
      </p:bldP>
      <p:bldP spid="46"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46"/>
                        </p:tgtEl>
                        <p:attrNameLst>
                          <p:attrName>style.visibility</p:attrName>
                        </p:attrNameLst>
                      </p:cBhvr>
                      <p:to>
                        <p:strVal val="visible"/>
                      </p:to>
                    </p:set>
                    <p:anim calcmode="lin" valueType="num">
                      <p:cBhvr>
                        <p:cTn dur="500" fill="hold"/>
                        <p:tgtEl>
                          <p:spTgt spid="46"/>
                        </p:tgtEl>
                        <p:attrNameLst>
                          <p:attrName>ppt_w</p:attrName>
                        </p:attrNameLst>
                      </p:cBhvr>
                      <p:tavLst>
                        <p:tav tm="0">
                          <p:val>
                            <p:fltVal val="0"/>
                          </p:val>
                        </p:tav>
                        <p:tav tm="100000">
                          <p:val>
                            <p:strVal val="#ppt_w"/>
                          </p:val>
                        </p:tav>
                      </p:tavLst>
                    </p:anim>
                    <p:anim calcmode="lin" valueType="num">
                      <p:cBhvr>
                        <p:cTn dur="500" fill="hold"/>
                        <p:tgtEl>
                          <p:spTgt spid="46"/>
                        </p:tgtEl>
                        <p:attrNameLst>
                          <p:attrName>ppt_h</p:attrName>
                        </p:attrNameLst>
                      </p:cBhvr>
                      <p:tavLst>
                        <p:tav tm="0">
                          <p:val>
                            <p:fltVal val="0"/>
                          </p:val>
                        </p:tav>
                        <p:tav tm="100000">
                          <p:val>
                            <p:strVal val="#ppt_h"/>
                          </p:val>
                        </p:tav>
                      </p:tavLst>
                    </p:anim>
                    <p:animEffect transition="in" filter="fade">
                      <p:cBhvr>
                        <p:cTn dur="500"/>
                        <p:tgtEl>
                          <p:spTgt spid="46"/>
                        </p:tgtEl>
                      </p:cBhvr>
                    </p:animEffect>
                  </p:childTnLst>
                </p:cTn>
              </p:par>
            </p:tnLst>
          </p:tmpl>
        </p:tmplLst>
      </p:bldP>
      <p:bldP spid="47"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47"/>
                        </p:tgtEl>
                        <p:attrNameLst>
                          <p:attrName>style.visibility</p:attrName>
                        </p:attrNameLst>
                      </p:cBhvr>
                      <p:to>
                        <p:strVal val="visible"/>
                      </p:to>
                    </p:set>
                    <p:animEffect transition="in" filter="fade">
                      <p:cBhvr>
                        <p:cTn dur="500"/>
                        <p:tgtEl>
                          <p:spTgt spid="47"/>
                        </p:tgtEl>
                      </p:cBhvr>
                    </p:animEffect>
                    <p:anim calcmode="lin" valueType="num">
                      <p:cBhvr>
                        <p:cTn dur="500" fill="hold"/>
                        <p:tgtEl>
                          <p:spTgt spid="47"/>
                        </p:tgtEl>
                        <p:attrNameLst>
                          <p:attrName>ppt_x</p:attrName>
                        </p:attrNameLst>
                      </p:cBhvr>
                      <p:tavLst>
                        <p:tav tm="0">
                          <p:val>
                            <p:strVal val="#ppt_x"/>
                          </p:val>
                        </p:tav>
                        <p:tav tm="100000">
                          <p:val>
                            <p:strVal val="#ppt_x"/>
                          </p:val>
                        </p:tav>
                      </p:tavLst>
                    </p:anim>
                    <p:anim calcmode="lin" valueType="num">
                      <p:cBhvr>
                        <p:cTn dur="500" fill="hold"/>
                        <p:tgtEl>
                          <p:spTgt spid="47"/>
                        </p:tgtEl>
                        <p:attrNameLst>
                          <p:attrName>ppt_y</p:attrName>
                        </p:attrNameLst>
                      </p:cBhvr>
                      <p:tavLst>
                        <p:tav tm="0">
                          <p:val>
                            <p:strVal val="#ppt_y+.1"/>
                          </p:val>
                        </p:tav>
                        <p:tav tm="100000">
                          <p:val>
                            <p:strVal val="#ppt_y"/>
                          </p:val>
                        </p:tav>
                      </p:tavLst>
                    </p:anim>
                  </p:childTnLst>
                </p:cTn>
              </p:par>
            </p:tnLst>
          </p:tmpl>
        </p:tmplLst>
      </p:bldP>
      <p:bldP spid="48"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48"/>
                        </p:tgtEl>
                        <p:attrNameLst>
                          <p:attrName>style.visibility</p:attrName>
                        </p:attrNameLst>
                      </p:cBhvr>
                      <p:to>
                        <p:strVal val="visible"/>
                      </p:to>
                    </p:set>
                    <p:anim calcmode="lin" valueType="num">
                      <p:cBhvr>
                        <p:cTn dur="500" fill="hold"/>
                        <p:tgtEl>
                          <p:spTgt spid="48"/>
                        </p:tgtEl>
                        <p:attrNameLst>
                          <p:attrName>ppt_w</p:attrName>
                        </p:attrNameLst>
                      </p:cBhvr>
                      <p:tavLst>
                        <p:tav tm="0">
                          <p:val>
                            <p:fltVal val="0"/>
                          </p:val>
                        </p:tav>
                        <p:tav tm="100000">
                          <p:val>
                            <p:strVal val="#ppt_w"/>
                          </p:val>
                        </p:tav>
                      </p:tavLst>
                    </p:anim>
                    <p:anim calcmode="lin" valueType="num">
                      <p:cBhvr>
                        <p:cTn dur="500" fill="hold"/>
                        <p:tgtEl>
                          <p:spTgt spid="48"/>
                        </p:tgtEl>
                        <p:attrNameLst>
                          <p:attrName>ppt_h</p:attrName>
                        </p:attrNameLst>
                      </p:cBhvr>
                      <p:tavLst>
                        <p:tav tm="0">
                          <p:val>
                            <p:fltVal val="0"/>
                          </p:val>
                        </p:tav>
                        <p:tav tm="100000">
                          <p:val>
                            <p:strVal val="#ppt_h"/>
                          </p:val>
                        </p:tav>
                      </p:tavLst>
                    </p:anim>
                    <p:animEffect transition="in" filter="fade">
                      <p:cBhvr>
                        <p:cTn dur="500"/>
                        <p:tgtEl>
                          <p:spTgt spid="48"/>
                        </p:tgtEl>
                      </p:cBhvr>
                    </p:animEffect>
                  </p:childTnLst>
                </p:cTn>
              </p:par>
            </p:tnLst>
          </p:tmpl>
        </p:tmplLst>
      </p:bldP>
      <p:bldP spid="49"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49"/>
                        </p:tgtEl>
                        <p:attrNameLst>
                          <p:attrName>style.visibility</p:attrName>
                        </p:attrNameLst>
                      </p:cBhvr>
                      <p:to>
                        <p:strVal val="visible"/>
                      </p:to>
                    </p:set>
                    <p:animEffect transition="in" filter="fade">
                      <p:cBhvr>
                        <p:cTn dur="500"/>
                        <p:tgtEl>
                          <p:spTgt spid="49"/>
                        </p:tgtEl>
                      </p:cBhvr>
                    </p:animEffect>
                    <p:anim calcmode="lin" valueType="num">
                      <p:cBhvr>
                        <p:cTn dur="500" fill="hold"/>
                        <p:tgtEl>
                          <p:spTgt spid="49"/>
                        </p:tgtEl>
                        <p:attrNameLst>
                          <p:attrName>ppt_x</p:attrName>
                        </p:attrNameLst>
                      </p:cBhvr>
                      <p:tavLst>
                        <p:tav tm="0">
                          <p:val>
                            <p:strVal val="#ppt_x"/>
                          </p:val>
                        </p:tav>
                        <p:tav tm="100000">
                          <p:val>
                            <p:strVal val="#ppt_x"/>
                          </p:val>
                        </p:tav>
                      </p:tavLst>
                    </p:anim>
                    <p:anim calcmode="lin" valueType="num">
                      <p:cBhvr>
                        <p:cTn dur="500" fill="hold"/>
                        <p:tgtEl>
                          <p:spTgt spid="49"/>
                        </p:tgtEl>
                        <p:attrNameLst>
                          <p:attrName>ppt_y</p:attrName>
                        </p:attrNameLst>
                      </p:cBhvr>
                      <p:tavLst>
                        <p:tav tm="0">
                          <p:val>
                            <p:strVal val="#ppt_y+.1"/>
                          </p:val>
                        </p:tav>
                        <p:tav tm="100000">
                          <p:val>
                            <p:strVal val="#ppt_y"/>
                          </p:val>
                        </p:tav>
                      </p:tavLst>
                    </p:anim>
                  </p:childTnLst>
                </p:cTn>
              </p:par>
            </p:tnLst>
          </p:tmpl>
        </p:tmplLst>
      </p:bldP>
      <p:bldP spid="50"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50"/>
                        </p:tgtEl>
                        <p:attrNameLst>
                          <p:attrName>style.visibility</p:attrName>
                        </p:attrNameLst>
                      </p:cBhvr>
                      <p:to>
                        <p:strVal val="visible"/>
                      </p:to>
                    </p:set>
                    <p:anim calcmode="lin" valueType="num">
                      <p:cBhvr>
                        <p:cTn dur="500" fill="hold"/>
                        <p:tgtEl>
                          <p:spTgt spid="50"/>
                        </p:tgtEl>
                        <p:attrNameLst>
                          <p:attrName>ppt_w</p:attrName>
                        </p:attrNameLst>
                      </p:cBhvr>
                      <p:tavLst>
                        <p:tav tm="0">
                          <p:val>
                            <p:fltVal val="0"/>
                          </p:val>
                        </p:tav>
                        <p:tav tm="100000">
                          <p:val>
                            <p:strVal val="#ppt_w"/>
                          </p:val>
                        </p:tav>
                      </p:tavLst>
                    </p:anim>
                    <p:anim calcmode="lin" valueType="num">
                      <p:cBhvr>
                        <p:cTn dur="500" fill="hold"/>
                        <p:tgtEl>
                          <p:spTgt spid="50"/>
                        </p:tgtEl>
                        <p:attrNameLst>
                          <p:attrName>ppt_h</p:attrName>
                        </p:attrNameLst>
                      </p:cBhvr>
                      <p:tavLst>
                        <p:tav tm="0">
                          <p:val>
                            <p:fltVal val="0"/>
                          </p:val>
                        </p:tav>
                        <p:tav tm="100000">
                          <p:val>
                            <p:strVal val="#ppt_h"/>
                          </p:val>
                        </p:tav>
                      </p:tavLst>
                    </p:anim>
                    <p:animEffect transition="in" filter="fade">
                      <p:cBhvr>
                        <p:cTn dur="500"/>
                        <p:tgtEl>
                          <p:spTgt spid="50"/>
                        </p:tgtEl>
                      </p:cBhvr>
                    </p:animEffect>
                  </p:childTnLst>
                </p:cTn>
              </p:par>
            </p:tnLst>
          </p:tmpl>
        </p:tmplLst>
      </p:bldP>
      <p:bldP spid="51"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51"/>
                        </p:tgtEl>
                        <p:attrNameLst>
                          <p:attrName>style.visibility</p:attrName>
                        </p:attrNameLst>
                      </p:cBhvr>
                      <p:to>
                        <p:strVal val="visible"/>
                      </p:to>
                    </p:set>
                    <p:animEffect transition="in" filter="fade">
                      <p:cBhvr>
                        <p:cTn dur="500"/>
                        <p:tgtEl>
                          <p:spTgt spid="51"/>
                        </p:tgtEl>
                      </p:cBhvr>
                    </p:animEffect>
                    <p:anim calcmode="lin" valueType="num">
                      <p:cBhvr>
                        <p:cTn dur="500" fill="hold"/>
                        <p:tgtEl>
                          <p:spTgt spid="51"/>
                        </p:tgtEl>
                        <p:attrNameLst>
                          <p:attrName>ppt_x</p:attrName>
                        </p:attrNameLst>
                      </p:cBhvr>
                      <p:tavLst>
                        <p:tav tm="0">
                          <p:val>
                            <p:strVal val="#ppt_x"/>
                          </p:val>
                        </p:tav>
                        <p:tav tm="100000">
                          <p:val>
                            <p:strVal val="#ppt_x"/>
                          </p:val>
                        </p:tav>
                      </p:tavLst>
                    </p:anim>
                    <p:anim calcmode="lin" valueType="num">
                      <p:cBhvr>
                        <p:cTn dur="500" fill="hold"/>
                        <p:tgtEl>
                          <p:spTgt spid="51"/>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534.xml><?xml version="1.0" encoding="utf-8"?>
<p:sldLayout xmlns:a="http://schemas.openxmlformats.org/drawingml/2006/main" xmlns:r="http://schemas.openxmlformats.org/officeDocument/2006/relationships" xmlns:p="http://schemas.openxmlformats.org/presentationml/2006/main" preserve="1" userDrawn="1">
  <p:cSld name="17_Custom Layout">
    <p:spTree>
      <p:nvGrpSpPr>
        <p:cNvPr id="1" name=""/>
        <p:cNvGrpSpPr/>
        <p:nvPr/>
      </p:nvGrpSpPr>
      <p:grpSpPr>
        <a:xfrm>
          <a:off x="0" y="0"/>
          <a:ext cx="0" cy="0"/>
          <a:chOff x="0" y="0"/>
          <a:chExt cx="0" cy="0"/>
        </a:xfrm>
      </p:grpSpPr>
      <p:sp>
        <p:nvSpPr>
          <p:cNvPr id="9" name="Rectangle 8"/>
          <p:cNvSpPr/>
          <p:nvPr userDrawn="1"/>
        </p:nvSpPr>
        <p:spPr>
          <a:xfrm>
            <a:off x="-158750" y="2006600"/>
            <a:ext cx="12509500" cy="4159250"/>
          </a:xfrm>
          <a:prstGeom prst="rect">
            <a:avLst/>
          </a:prstGeom>
          <a:solidFill>
            <a:schemeClr val="tx1">
              <a:lumMod val="75000"/>
              <a:lumOff val="25000"/>
            </a:schemeClr>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 name="Title 1"/>
          <p:cNvSpPr>
            <a:spLocks noGrp="1"/>
          </p:cNvSpPr>
          <p:nvPr>
            <p:ph type="title" hasCustomPrompt="1"/>
          </p:nvPr>
        </p:nvSpPr>
        <p:spPr>
          <a:xfrm>
            <a:off x="479425" y="692150"/>
            <a:ext cx="11233150" cy="405130"/>
          </a:xfrm>
        </p:spPr>
        <p:txBody>
          <a:bodyPr/>
          <a:lstStyle>
            <a:lvl1pPr algn="ct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8" name="Text Placeholder 2"/>
          <p:cNvSpPr>
            <a:spLocks noGrp="1"/>
          </p:cNvSpPr>
          <p:nvPr>
            <p:ph type="body" idx="1"/>
          </p:nvPr>
        </p:nvSpPr>
        <p:spPr>
          <a:xfrm>
            <a:off x="479425" y="1154764"/>
            <a:ext cx="11233150" cy="272983"/>
          </a:xfrm>
        </p:spPr>
        <p:txBody>
          <a:bodyPr>
            <a:normAutofit/>
          </a:bodyPr>
          <a:lstStyle>
            <a:lvl1pPr marL="0" indent="0" algn="ctr">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7" name="Picture Placeholder 6"/>
          <p:cNvSpPr>
            <a:spLocks noGrp="1"/>
          </p:cNvSpPr>
          <p:nvPr>
            <p:ph type="pic" sz="quarter" idx="13"/>
          </p:nvPr>
        </p:nvSpPr>
        <p:spPr>
          <a:xfrm>
            <a:off x="3505200" y="2006600"/>
            <a:ext cx="5181600" cy="4159250"/>
          </a:xfrm>
          <a:solidFill>
            <a:schemeClr val="bg1">
              <a:lumMod val="85000"/>
            </a:schemeClr>
          </a:solidFill>
          <a:ln w="57150">
            <a:solidFill>
              <a:schemeClr val="bg1"/>
            </a:solidFill>
          </a:ln>
        </p:spPr>
        <p:txBody>
          <a:bodyPr/>
          <a:lstStyle/>
          <a:p>
            <a:endParaRPr lang="en-AU"/>
          </a:p>
        </p:txBody>
      </p:sp>
    </p:spTree>
    <p:extLst>
      <p:ext uri="{BB962C8B-B14F-4D97-AF65-F5344CB8AC3E}">
        <p14:creationId xmlns:p14="http://schemas.microsoft.com/office/powerpoint/2010/main" val="274070453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42" presetClass="entr" presetSubtype="0" fill="hold" grpId="0" nodeType="afterEffect">
                                  <p:stCondLst>
                                    <p:cond delay="0"/>
                                  </p:stCondLst>
                                  <p:childTnLst>
                                    <p:set>
                                      <p:cBhvr>
                                        <p:cTn id="10" dur="1" fill="hold">
                                          <p:stCondLst>
                                            <p:cond delay="0"/>
                                          </p:stCondLst>
                                        </p:cTn>
                                        <p:tgtEl>
                                          <p:spTgt spid="8">
                                            <p:txEl>
                                              <p:pRg st="0" end="0"/>
                                            </p:txEl>
                                          </p:spTgt>
                                        </p:tgtEl>
                                        <p:attrNameLst>
                                          <p:attrName>style.visibility</p:attrName>
                                        </p:attrNameLst>
                                      </p:cBhvr>
                                      <p:to>
                                        <p:strVal val="visible"/>
                                      </p:to>
                                    </p:set>
                                    <p:animEffect transition="in" filter="fade">
                                      <p:cBhvr>
                                        <p:cTn id="11" dur="500"/>
                                        <p:tgtEl>
                                          <p:spTgt spid="8">
                                            <p:txEl>
                                              <p:pRg st="0" end="0"/>
                                            </p:txEl>
                                          </p:spTgt>
                                        </p:tgtEl>
                                      </p:cBhvr>
                                    </p:animEffect>
                                    <p:anim calcmode="lin" valueType="num">
                                      <p:cBhvr>
                                        <p:cTn id="12"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4" fill="hold">
                            <p:stCondLst>
                              <p:cond delay="1000"/>
                            </p:stCondLst>
                            <p:childTnLst>
                              <p:par>
                                <p:cTn id="15" presetID="10" presetClass="entr" presetSubtype="0" fill="hold" grpId="0" nodeType="after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500"/>
                                        <p:tgtEl>
                                          <p:spTgt spid="9"/>
                                        </p:tgtEl>
                                      </p:cBhvr>
                                    </p:animEffect>
                                  </p:childTnLst>
                                </p:cTn>
                              </p:par>
                            </p:childTnLst>
                          </p:cTn>
                        </p:par>
                        <p:par>
                          <p:cTn id="18" fill="hold">
                            <p:stCondLst>
                              <p:cond delay="1500"/>
                            </p:stCondLst>
                            <p:childTnLst>
                              <p:par>
                                <p:cTn id="19" presetID="53" presetClass="entr" presetSubtype="16" fill="hold" grpId="0" nodeType="afterEffect">
                                  <p:stCondLst>
                                    <p:cond delay="0"/>
                                  </p:stCondLst>
                                  <p:childTnLst>
                                    <p:set>
                                      <p:cBhvr>
                                        <p:cTn id="20" dur="1" fill="hold">
                                          <p:stCondLst>
                                            <p:cond delay="0"/>
                                          </p:stCondLst>
                                        </p:cTn>
                                        <p:tgtEl>
                                          <p:spTgt spid="7"/>
                                        </p:tgtEl>
                                        <p:attrNameLst>
                                          <p:attrName>style.visibility</p:attrName>
                                        </p:attrNameLst>
                                      </p:cBhvr>
                                      <p:to>
                                        <p:strVal val="visible"/>
                                      </p:to>
                                    </p:set>
                                    <p:anim calcmode="lin" valueType="num">
                                      <p:cBhvr>
                                        <p:cTn id="21" dur="500" fill="hold"/>
                                        <p:tgtEl>
                                          <p:spTgt spid="7"/>
                                        </p:tgtEl>
                                        <p:attrNameLst>
                                          <p:attrName>ppt_w</p:attrName>
                                        </p:attrNameLst>
                                      </p:cBhvr>
                                      <p:tavLst>
                                        <p:tav tm="0">
                                          <p:val>
                                            <p:fltVal val="0"/>
                                          </p:val>
                                        </p:tav>
                                        <p:tav tm="100000">
                                          <p:val>
                                            <p:strVal val="#ppt_w"/>
                                          </p:val>
                                        </p:tav>
                                      </p:tavLst>
                                    </p:anim>
                                    <p:anim calcmode="lin" valueType="num">
                                      <p:cBhvr>
                                        <p:cTn id="22" dur="500" fill="hold"/>
                                        <p:tgtEl>
                                          <p:spTgt spid="7"/>
                                        </p:tgtEl>
                                        <p:attrNameLst>
                                          <p:attrName>ppt_h</p:attrName>
                                        </p:attrNameLst>
                                      </p:cBhvr>
                                      <p:tavLst>
                                        <p:tav tm="0">
                                          <p:val>
                                            <p:fltVal val="0"/>
                                          </p:val>
                                        </p:tav>
                                        <p:tav tm="100000">
                                          <p:val>
                                            <p:strVal val="#ppt_h"/>
                                          </p:val>
                                        </p:tav>
                                      </p:tavLst>
                                    </p:anim>
                                    <p:animEffect transition="in" filter="fade">
                                      <p:cBhvr>
                                        <p:cTn id="23"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2" grpId="0"/>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7" grpId="0" animBg="1"/>
    </p:bldLst>
  </p:timing>
</p:sldLayout>
</file>

<file path=ppt/slideLayouts/slideLayout535.xml><?xml version="1.0" encoding="utf-8"?>
<p:sldLayout xmlns:a="http://schemas.openxmlformats.org/drawingml/2006/main" xmlns:r="http://schemas.openxmlformats.org/officeDocument/2006/relationships" xmlns:p="http://schemas.openxmlformats.org/presentationml/2006/main" preserve="1" userDrawn="1">
  <p:cSld name="18_Custom Layout">
    <p:spTree>
      <p:nvGrpSpPr>
        <p:cNvPr id="1" name=""/>
        <p:cNvGrpSpPr/>
        <p:nvPr/>
      </p:nvGrpSpPr>
      <p:grpSpPr>
        <a:xfrm>
          <a:off x="0" y="0"/>
          <a:ext cx="0" cy="0"/>
          <a:chOff x="0" y="0"/>
          <a:chExt cx="0" cy="0"/>
        </a:xfrm>
      </p:grpSpPr>
      <p:sp>
        <p:nvSpPr>
          <p:cNvPr id="7" name="Picture Placeholder 6"/>
          <p:cNvSpPr>
            <a:spLocks noGrp="1"/>
          </p:cNvSpPr>
          <p:nvPr>
            <p:ph type="pic" sz="quarter" idx="13"/>
          </p:nvPr>
        </p:nvSpPr>
        <p:spPr>
          <a:xfrm>
            <a:off x="838200" y="692150"/>
            <a:ext cx="4687664" cy="3679952"/>
          </a:xfrm>
          <a:solidFill>
            <a:schemeClr val="bg1">
              <a:lumMod val="85000"/>
            </a:schemeClr>
          </a:solidFill>
          <a:ln w="57150">
            <a:solidFill>
              <a:schemeClr val="bg1"/>
            </a:solidFill>
          </a:ln>
        </p:spPr>
        <p:txBody>
          <a:bodyPr/>
          <a:lstStyle/>
          <a:p>
            <a:endParaRPr lang="en-AU" dirty="0"/>
          </a:p>
        </p:txBody>
      </p:sp>
      <p:sp>
        <p:nvSpPr>
          <p:cNvPr id="12" name="Picture Placeholder 6"/>
          <p:cNvSpPr>
            <a:spLocks noGrp="1"/>
          </p:cNvSpPr>
          <p:nvPr>
            <p:ph type="pic" sz="quarter" idx="14"/>
          </p:nvPr>
        </p:nvSpPr>
        <p:spPr>
          <a:xfrm>
            <a:off x="838200" y="4372102"/>
            <a:ext cx="1175430" cy="972340"/>
          </a:xfrm>
          <a:solidFill>
            <a:schemeClr val="bg1">
              <a:lumMod val="85000"/>
            </a:schemeClr>
          </a:solidFill>
          <a:ln w="57150">
            <a:solidFill>
              <a:schemeClr val="bg1"/>
            </a:solidFill>
          </a:ln>
        </p:spPr>
        <p:txBody>
          <a:bodyPr/>
          <a:lstStyle/>
          <a:p>
            <a:endParaRPr lang="en-AU"/>
          </a:p>
        </p:txBody>
      </p:sp>
      <p:sp>
        <p:nvSpPr>
          <p:cNvPr id="13" name="Picture Placeholder 6"/>
          <p:cNvSpPr>
            <a:spLocks noGrp="1"/>
          </p:cNvSpPr>
          <p:nvPr>
            <p:ph type="pic" sz="quarter" idx="15"/>
          </p:nvPr>
        </p:nvSpPr>
        <p:spPr>
          <a:xfrm>
            <a:off x="1999574" y="4372102"/>
            <a:ext cx="1175430" cy="972340"/>
          </a:xfrm>
          <a:solidFill>
            <a:schemeClr val="bg1">
              <a:lumMod val="85000"/>
            </a:schemeClr>
          </a:solidFill>
          <a:ln w="57150">
            <a:solidFill>
              <a:schemeClr val="bg1"/>
            </a:solidFill>
          </a:ln>
        </p:spPr>
        <p:txBody>
          <a:bodyPr/>
          <a:lstStyle/>
          <a:p>
            <a:endParaRPr lang="en-AU"/>
          </a:p>
        </p:txBody>
      </p:sp>
      <p:sp>
        <p:nvSpPr>
          <p:cNvPr id="2" name="Title 1"/>
          <p:cNvSpPr>
            <a:spLocks noGrp="1"/>
          </p:cNvSpPr>
          <p:nvPr>
            <p:ph type="title" hasCustomPrompt="1"/>
          </p:nvPr>
        </p:nvSpPr>
        <p:spPr>
          <a:xfrm>
            <a:off x="6096000" y="692150"/>
            <a:ext cx="5616574" cy="970396"/>
          </a:xfrm>
        </p:spPr>
        <p:txBody>
          <a:bodyPr/>
          <a:lstStyle>
            <a:lvl1pPr algn="l">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8" name="Text Placeholder 2"/>
          <p:cNvSpPr>
            <a:spLocks noGrp="1"/>
          </p:cNvSpPr>
          <p:nvPr>
            <p:ph type="body" idx="1"/>
          </p:nvPr>
        </p:nvSpPr>
        <p:spPr>
          <a:xfrm>
            <a:off x="6096000" y="1702911"/>
            <a:ext cx="5616575" cy="272983"/>
          </a:xfrm>
        </p:spPr>
        <p:txBody>
          <a:bodyPr>
            <a:normAutofit/>
          </a:bodyPr>
          <a:lstStyle>
            <a:lvl1pPr marL="0" indent="0" algn="l">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14" name="Picture Placeholder 6"/>
          <p:cNvSpPr>
            <a:spLocks noGrp="1"/>
          </p:cNvSpPr>
          <p:nvPr>
            <p:ph type="pic" sz="quarter" idx="16"/>
          </p:nvPr>
        </p:nvSpPr>
        <p:spPr>
          <a:xfrm>
            <a:off x="3175004" y="4372102"/>
            <a:ext cx="1175430" cy="972340"/>
          </a:xfrm>
          <a:solidFill>
            <a:schemeClr val="bg1">
              <a:lumMod val="85000"/>
            </a:schemeClr>
          </a:solidFill>
          <a:ln w="57150">
            <a:solidFill>
              <a:schemeClr val="bg1"/>
            </a:solidFill>
          </a:ln>
        </p:spPr>
        <p:txBody>
          <a:bodyPr/>
          <a:lstStyle/>
          <a:p>
            <a:endParaRPr lang="en-AU"/>
          </a:p>
        </p:txBody>
      </p:sp>
      <p:sp>
        <p:nvSpPr>
          <p:cNvPr id="15" name="Picture Placeholder 6"/>
          <p:cNvSpPr>
            <a:spLocks noGrp="1"/>
          </p:cNvSpPr>
          <p:nvPr>
            <p:ph type="pic" sz="quarter" idx="17"/>
          </p:nvPr>
        </p:nvSpPr>
        <p:spPr>
          <a:xfrm>
            <a:off x="4350434" y="4372102"/>
            <a:ext cx="1175430" cy="972340"/>
          </a:xfrm>
          <a:solidFill>
            <a:schemeClr val="bg1">
              <a:lumMod val="85000"/>
            </a:schemeClr>
          </a:solidFill>
          <a:ln w="57150">
            <a:solidFill>
              <a:schemeClr val="bg1"/>
            </a:solidFill>
          </a:ln>
        </p:spPr>
        <p:txBody>
          <a:bodyPr/>
          <a:lstStyle/>
          <a:p>
            <a:endParaRPr lang="en-AU"/>
          </a:p>
        </p:txBody>
      </p:sp>
      <p:sp>
        <p:nvSpPr>
          <p:cNvPr id="23" name="Text Placeholder 21"/>
          <p:cNvSpPr>
            <a:spLocks noGrp="1"/>
          </p:cNvSpPr>
          <p:nvPr>
            <p:ph type="body" sz="quarter" idx="34"/>
          </p:nvPr>
        </p:nvSpPr>
        <p:spPr>
          <a:xfrm>
            <a:off x="6099595" y="2959028"/>
            <a:ext cx="5616575" cy="360363"/>
          </a:xfrm>
        </p:spPr>
        <p:txBody>
          <a:bodyPr/>
          <a:lstStyle>
            <a:lvl1pP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4" name="Text Placeholder 21"/>
          <p:cNvSpPr>
            <a:spLocks noGrp="1"/>
          </p:cNvSpPr>
          <p:nvPr>
            <p:ph type="body" sz="quarter" idx="21"/>
          </p:nvPr>
        </p:nvSpPr>
        <p:spPr>
          <a:xfrm>
            <a:off x="6099595" y="3368138"/>
            <a:ext cx="5616575" cy="2674864"/>
          </a:xfrm>
        </p:spPr>
        <p:txBody>
          <a:bodyPr>
            <a:normAutofit/>
          </a:bodyPr>
          <a:lstStyle>
            <a:lvl1pP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6" name="Text Placeholder 21"/>
          <p:cNvSpPr>
            <a:spLocks noGrp="1"/>
          </p:cNvSpPr>
          <p:nvPr>
            <p:ph type="body" sz="quarter" idx="35" hasCustomPrompt="1"/>
          </p:nvPr>
        </p:nvSpPr>
        <p:spPr>
          <a:xfrm>
            <a:off x="2943025" y="2171676"/>
            <a:ext cx="478016" cy="720899"/>
          </a:xfrm>
        </p:spPr>
        <p:txBody>
          <a:bodyPr>
            <a:noAutofit/>
          </a:bodyPr>
          <a:lstStyle>
            <a:lvl1pPr>
              <a:defRPr sz="5400" b="1">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1</a:t>
            </a:r>
            <a:endParaRPr lang="en-AU" dirty="0"/>
          </a:p>
        </p:txBody>
      </p:sp>
      <p:sp>
        <p:nvSpPr>
          <p:cNvPr id="27" name="Text Placeholder 21"/>
          <p:cNvSpPr>
            <a:spLocks noGrp="1"/>
          </p:cNvSpPr>
          <p:nvPr>
            <p:ph type="body" sz="quarter" idx="36" hasCustomPrompt="1"/>
          </p:nvPr>
        </p:nvSpPr>
        <p:spPr>
          <a:xfrm>
            <a:off x="1186835" y="4644385"/>
            <a:ext cx="478016" cy="427774"/>
          </a:xfrm>
        </p:spPr>
        <p:txBody>
          <a:bodyPr>
            <a:noAutofit/>
          </a:bodyPr>
          <a:lstStyle>
            <a:lvl1pPr>
              <a:defRPr sz="3200" b="1">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2</a:t>
            </a:r>
            <a:endParaRPr lang="en-AU" dirty="0"/>
          </a:p>
        </p:txBody>
      </p:sp>
      <p:sp>
        <p:nvSpPr>
          <p:cNvPr id="28" name="Text Placeholder 21"/>
          <p:cNvSpPr>
            <a:spLocks noGrp="1"/>
          </p:cNvSpPr>
          <p:nvPr>
            <p:ph type="body" sz="quarter" idx="37" hasCustomPrompt="1"/>
          </p:nvPr>
        </p:nvSpPr>
        <p:spPr>
          <a:xfrm>
            <a:off x="2348209" y="4644385"/>
            <a:ext cx="478016" cy="427774"/>
          </a:xfrm>
        </p:spPr>
        <p:txBody>
          <a:bodyPr>
            <a:noAutofit/>
          </a:bodyPr>
          <a:lstStyle>
            <a:lvl1pPr>
              <a:defRPr sz="3200" b="1">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3</a:t>
            </a:r>
            <a:endParaRPr lang="en-AU" dirty="0"/>
          </a:p>
        </p:txBody>
      </p:sp>
      <p:sp>
        <p:nvSpPr>
          <p:cNvPr id="29" name="Text Placeholder 21"/>
          <p:cNvSpPr>
            <a:spLocks noGrp="1"/>
          </p:cNvSpPr>
          <p:nvPr>
            <p:ph type="body" sz="quarter" idx="38" hasCustomPrompt="1"/>
          </p:nvPr>
        </p:nvSpPr>
        <p:spPr>
          <a:xfrm>
            <a:off x="3518358" y="4644385"/>
            <a:ext cx="478016" cy="427774"/>
          </a:xfrm>
        </p:spPr>
        <p:txBody>
          <a:bodyPr>
            <a:noAutofit/>
          </a:bodyPr>
          <a:lstStyle>
            <a:lvl1pPr>
              <a:defRPr sz="3200" b="1">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4</a:t>
            </a:r>
            <a:endParaRPr lang="en-AU" dirty="0"/>
          </a:p>
        </p:txBody>
      </p:sp>
      <p:sp>
        <p:nvSpPr>
          <p:cNvPr id="30" name="Text Placeholder 21"/>
          <p:cNvSpPr>
            <a:spLocks noGrp="1"/>
          </p:cNvSpPr>
          <p:nvPr>
            <p:ph type="body" sz="quarter" idx="39" hasCustomPrompt="1"/>
          </p:nvPr>
        </p:nvSpPr>
        <p:spPr>
          <a:xfrm>
            <a:off x="4699141" y="4644385"/>
            <a:ext cx="478016" cy="427774"/>
          </a:xfrm>
        </p:spPr>
        <p:txBody>
          <a:bodyPr>
            <a:noAutofit/>
          </a:bodyPr>
          <a:lstStyle>
            <a:lvl1pPr>
              <a:defRPr sz="3200" b="1">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5</a:t>
            </a:r>
            <a:endParaRPr lang="en-AU" dirty="0"/>
          </a:p>
        </p:txBody>
      </p:sp>
    </p:spTree>
    <p:extLst>
      <p:ext uri="{BB962C8B-B14F-4D97-AF65-F5344CB8AC3E}">
        <p14:creationId xmlns:p14="http://schemas.microsoft.com/office/powerpoint/2010/main" val="300814977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42" presetClass="entr" presetSubtype="0" fill="hold" grpId="0" nodeType="afterEffect">
                                  <p:stCondLst>
                                    <p:cond delay="0"/>
                                  </p:stCondLst>
                                  <p:childTnLst>
                                    <p:set>
                                      <p:cBhvr>
                                        <p:cTn id="10" dur="1" fill="hold">
                                          <p:stCondLst>
                                            <p:cond delay="0"/>
                                          </p:stCondLst>
                                        </p:cTn>
                                        <p:tgtEl>
                                          <p:spTgt spid="8">
                                            <p:txEl>
                                              <p:pRg st="0" end="0"/>
                                            </p:txEl>
                                          </p:spTgt>
                                        </p:tgtEl>
                                        <p:attrNameLst>
                                          <p:attrName>style.visibility</p:attrName>
                                        </p:attrNameLst>
                                      </p:cBhvr>
                                      <p:to>
                                        <p:strVal val="visible"/>
                                      </p:to>
                                    </p:set>
                                    <p:animEffect transition="in" filter="fade">
                                      <p:cBhvr>
                                        <p:cTn id="11" dur="500"/>
                                        <p:tgtEl>
                                          <p:spTgt spid="8">
                                            <p:txEl>
                                              <p:pRg st="0" end="0"/>
                                            </p:txEl>
                                          </p:spTgt>
                                        </p:tgtEl>
                                      </p:cBhvr>
                                    </p:animEffect>
                                    <p:anim calcmode="lin" valueType="num">
                                      <p:cBhvr>
                                        <p:cTn id="12"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4" fill="hold">
                            <p:stCondLst>
                              <p:cond delay="1000"/>
                            </p:stCondLst>
                            <p:childTnLst>
                              <p:par>
                                <p:cTn id="15" presetID="53" presetClass="entr" presetSubtype="16" fill="hold" grpId="0" nodeType="afterEffect">
                                  <p:stCondLst>
                                    <p:cond delay="0"/>
                                  </p:stCondLst>
                                  <p:childTnLst>
                                    <p:set>
                                      <p:cBhvr>
                                        <p:cTn id="16" dur="1" fill="hold">
                                          <p:stCondLst>
                                            <p:cond delay="0"/>
                                          </p:stCondLst>
                                        </p:cTn>
                                        <p:tgtEl>
                                          <p:spTgt spid="7"/>
                                        </p:tgtEl>
                                        <p:attrNameLst>
                                          <p:attrName>style.visibility</p:attrName>
                                        </p:attrNameLst>
                                      </p:cBhvr>
                                      <p:to>
                                        <p:strVal val="visible"/>
                                      </p:to>
                                    </p:set>
                                    <p:anim calcmode="lin" valueType="num">
                                      <p:cBhvr>
                                        <p:cTn id="17" dur="500" fill="hold"/>
                                        <p:tgtEl>
                                          <p:spTgt spid="7"/>
                                        </p:tgtEl>
                                        <p:attrNameLst>
                                          <p:attrName>ppt_w</p:attrName>
                                        </p:attrNameLst>
                                      </p:cBhvr>
                                      <p:tavLst>
                                        <p:tav tm="0">
                                          <p:val>
                                            <p:fltVal val="0"/>
                                          </p:val>
                                        </p:tav>
                                        <p:tav tm="100000">
                                          <p:val>
                                            <p:strVal val="#ppt_w"/>
                                          </p:val>
                                        </p:tav>
                                      </p:tavLst>
                                    </p:anim>
                                    <p:anim calcmode="lin" valueType="num">
                                      <p:cBhvr>
                                        <p:cTn id="18" dur="500" fill="hold"/>
                                        <p:tgtEl>
                                          <p:spTgt spid="7"/>
                                        </p:tgtEl>
                                        <p:attrNameLst>
                                          <p:attrName>ppt_h</p:attrName>
                                        </p:attrNameLst>
                                      </p:cBhvr>
                                      <p:tavLst>
                                        <p:tav tm="0">
                                          <p:val>
                                            <p:fltVal val="0"/>
                                          </p:val>
                                        </p:tav>
                                        <p:tav tm="100000">
                                          <p:val>
                                            <p:strVal val="#ppt_h"/>
                                          </p:val>
                                        </p:tav>
                                      </p:tavLst>
                                    </p:anim>
                                    <p:animEffect transition="in" filter="fade">
                                      <p:cBhvr>
                                        <p:cTn id="19" dur="500"/>
                                        <p:tgtEl>
                                          <p:spTgt spid="7"/>
                                        </p:tgtEl>
                                      </p:cBhvr>
                                    </p:animEffect>
                                  </p:childTnLst>
                                </p:cTn>
                              </p:par>
                            </p:childTnLst>
                          </p:cTn>
                        </p:par>
                        <p:par>
                          <p:cTn id="20" fill="hold">
                            <p:stCondLst>
                              <p:cond delay="1500"/>
                            </p:stCondLst>
                            <p:childTnLst>
                              <p:par>
                                <p:cTn id="21" presetID="53" presetClass="entr" presetSubtype="16" fill="hold" grpId="0" nodeType="afterEffect">
                                  <p:stCondLst>
                                    <p:cond delay="0"/>
                                  </p:stCondLst>
                                  <p:childTnLst>
                                    <p:set>
                                      <p:cBhvr>
                                        <p:cTn id="22" dur="1" fill="hold">
                                          <p:stCondLst>
                                            <p:cond delay="0"/>
                                          </p:stCondLst>
                                        </p:cTn>
                                        <p:tgtEl>
                                          <p:spTgt spid="12"/>
                                        </p:tgtEl>
                                        <p:attrNameLst>
                                          <p:attrName>style.visibility</p:attrName>
                                        </p:attrNameLst>
                                      </p:cBhvr>
                                      <p:to>
                                        <p:strVal val="visible"/>
                                      </p:to>
                                    </p:set>
                                    <p:anim calcmode="lin" valueType="num">
                                      <p:cBhvr>
                                        <p:cTn id="23" dur="500" fill="hold"/>
                                        <p:tgtEl>
                                          <p:spTgt spid="12"/>
                                        </p:tgtEl>
                                        <p:attrNameLst>
                                          <p:attrName>ppt_w</p:attrName>
                                        </p:attrNameLst>
                                      </p:cBhvr>
                                      <p:tavLst>
                                        <p:tav tm="0">
                                          <p:val>
                                            <p:fltVal val="0"/>
                                          </p:val>
                                        </p:tav>
                                        <p:tav tm="100000">
                                          <p:val>
                                            <p:strVal val="#ppt_w"/>
                                          </p:val>
                                        </p:tav>
                                      </p:tavLst>
                                    </p:anim>
                                    <p:anim calcmode="lin" valueType="num">
                                      <p:cBhvr>
                                        <p:cTn id="24" dur="500" fill="hold"/>
                                        <p:tgtEl>
                                          <p:spTgt spid="12"/>
                                        </p:tgtEl>
                                        <p:attrNameLst>
                                          <p:attrName>ppt_h</p:attrName>
                                        </p:attrNameLst>
                                      </p:cBhvr>
                                      <p:tavLst>
                                        <p:tav tm="0">
                                          <p:val>
                                            <p:fltVal val="0"/>
                                          </p:val>
                                        </p:tav>
                                        <p:tav tm="100000">
                                          <p:val>
                                            <p:strVal val="#ppt_h"/>
                                          </p:val>
                                        </p:tav>
                                      </p:tavLst>
                                    </p:anim>
                                    <p:animEffect transition="in" filter="fade">
                                      <p:cBhvr>
                                        <p:cTn id="25" dur="500"/>
                                        <p:tgtEl>
                                          <p:spTgt spid="12"/>
                                        </p:tgtEl>
                                      </p:cBhvr>
                                    </p:animEffect>
                                  </p:childTnLst>
                                </p:cTn>
                              </p:par>
                            </p:childTnLst>
                          </p:cTn>
                        </p:par>
                        <p:par>
                          <p:cTn id="26" fill="hold">
                            <p:stCondLst>
                              <p:cond delay="2000"/>
                            </p:stCondLst>
                            <p:childTnLst>
                              <p:par>
                                <p:cTn id="27" presetID="53" presetClass="entr" presetSubtype="16" fill="hold" grpId="0" nodeType="afterEffect">
                                  <p:stCondLst>
                                    <p:cond delay="0"/>
                                  </p:stCondLst>
                                  <p:childTnLst>
                                    <p:set>
                                      <p:cBhvr>
                                        <p:cTn id="28" dur="1" fill="hold">
                                          <p:stCondLst>
                                            <p:cond delay="0"/>
                                          </p:stCondLst>
                                        </p:cTn>
                                        <p:tgtEl>
                                          <p:spTgt spid="13"/>
                                        </p:tgtEl>
                                        <p:attrNameLst>
                                          <p:attrName>style.visibility</p:attrName>
                                        </p:attrNameLst>
                                      </p:cBhvr>
                                      <p:to>
                                        <p:strVal val="visible"/>
                                      </p:to>
                                    </p:set>
                                    <p:anim calcmode="lin" valueType="num">
                                      <p:cBhvr>
                                        <p:cTn id="29" dur="500" fill="hold"/>
                                        <p:tgtEl>
                                          <p:spTgt spid="13"/>
                                        </p:tgtEl>
                                        <p:attrNameLst>
                                          <p:attrName>ppt_w</p:attrName>
                                        </p:attrNameLst>
                                      </p:cBhvr>
                                      <p:tavLst>
                                        <p:tav tm="0">
                                          <p:val>
                                            <p:fltVal val="0"/>
                                          </p:val>
                                        </p:tav>
                                        <p:tav tm="100000">
                                          <p:val>
                                            <p:strVal val="#ppt_w"/>
                                          </p:val>
                                        </p:tav>
                                      </p:tavLst>
                                    </p:anim>
                                    <p:anim calcmode="lin" valueType="num">
                                      <p:cBhvr>
                                        <p:cTn id="30" dur="500" fill="hold"/>
                                        <p:tgtEl>
                                          <p:spTgt spid="13"/>
                                        </p:tgtEl>
                                        <p:attrNameLst>
                                          <p:attrName>ppt_h</p:attrName>
                                        </p:attrNameLst>
                                      </p:cBhvr>
                                      <p:tavLst>
                                        <p:tav tm="0">
                                          <p:val>
                                            <p:fltVal val="0"/>
                                          </p:val>
                                        </p:tav>
                                        <p:tav tm="100000">
                                          <p:val>
                                            <p:strVal val="#ppt_h"/>
                                          </p:val>
                                        </p:tav>
                                      </p:tavLst>
                                    </p:anim>
                                    <p:animEffect transition="in" filter="fade">
                                      <p:cBhvr>
                                        <p:cTn id="31" dur="500"/>
                                        <p:tgtEl>
                                          <p:spTgt spid="13"/>
                                        </p:tgtEl>
                                      </p:cBhvr>
                                    </p:animEffect>
                                  </p:childTnLst>
                                </p:cTn>
                              </p:par>
                            </p:childTnLst>
                          </p:cTn>
                        </p:par>
                        <p:par>
                          <p:cTn id="32" fill="hold">
                            <p:stCondLst>
                              <p:cond delay="2500"/>
                            </p:stCondLst>
                            <p:childTnLst>
                              <p:par>
                                <p:cTn id="33" presetID="53" presetClass="entr" presetSubtype="16" fill="hold" grpId="0" nodeType="afterEffect">
                                  <p:stCondLst>
                                    <p:cond delay="0"/>
                                  </p:stCondLst>
                                  <p:childTnLst>
                                    <p:set>
                                      <p:cBhvr>
                                        <p:cTn id="34" dur="1" fill="hold">
                                          <p:stCondLst>
                                            <p:cond delay="0"/>
                                          </p:stCondLst>
                                        </p:cTn>
                                        <p:tgtEl>
                                          <p:spTgt spid="14"/>
                                        </p:tgtEl>
                                        <p:attrNameLst>
                                          <p:attrName>style.visibility</p:attrName>
                                        </p:attrNameLst>
                                      </p:cBhvr>
                                      <p:to>
                                        <p:strVal val="visible"/>
                                      </p:to>
                                    </p:set>
                                    <p:anim calcmode="lin" valueType="num">
                                      <p:cBhvr>
                                        <p:cTn id="35" dur="500" fill="hold"/>
                                        <p:tgtEl>
                                          <p:spTgt spid="14"/>
                                        </p:tgtEl>
                                        <p:attrNameLst>
                                          <p:attrName>ppt_w</p:attrName>
                                        </p:attrNameLst>
                                      </p:cBhvr>
                                      <p:tavLst>
                                        <p:tav tm="0">
                                          <p:val>
                                            <p:fltVal val="0"/>
                                          </p:val>
                                        </p:tav>
                                        <p:tav tm="100000">
                                          <p:val>
                                            <p:strVal val="#ppt_w"/>
                                          </p:val>
                                        </p:tav>
                                      </p:tavLst>
                                    </p:anim>
                                    <p:anim calcmode="lin" valueType="num">
                                      <p:cBhvr>
                                        <p:cTn id="36" dur="500" fill="hold"/>
                                        <p:tgtEl>
                                          <p:spTgt spid="14"/>
                                        </p:tgtEl>
                                        <p:attrNameLst>
                                          <p:attrName>ppt_h</p:attrName>
                                        </p:attrNameLst>
                                      </p:cBhvr>
                                      <p:tavLst>
                                        <p:tav tm="0">
                                          <p:val>
                                            <p:fltVal val="0"/>
                                          </p:val>
                                        </p:tav>
                                        <p:tav tm="100000">
                                          <p:val>
                                            <p:strVal val="#ppt_h"/>
                                          </p:val>
                                        </p:tav>
                                      </p:tavLst>
                                    </p:anim>
                                    <p:animEffect transition="in" filter="fade">
                                      <p:cBhvr>
                                        <p:cTn id="37" dur="500"/>
                                        <p:tgtEl>
                                          <p:spTgt spid="14"/>
                                        </p:tgtEl>
                                      </p:cBhvr>
                                    </p:animEffect>
                                  </p:childTnLst>
                                </p:cTn>
                              </p:par>
                            </p:childTnLst>
                          </p:cTn>
                        </p:par>
                        <p:par>
                          <p:cTn id="38" fill="hold">
                            <p:stCondLst>
                              <p:cond delay="3000"/>
                            </p:stCondLst>
                            <p:childTnLst>
                              <p:par>
                                <p:cTn id="39" presetID="53" presetClass="entr" presetSubtype="16" fill="hold" grpId="0" nodeType="afterEffect">
                                  <p:stCondLst>
                                    <p:cond delay="0"/>
                                  </p:stCondLst>
                                  <p:childTnLst>
                                    <p:set>
                                      <p:cBhvr>
                                        <p:cTn id="40" dur="1" fill="hold">
                                          <p:stCondLst>
                                            <p:cond delay="0"/>
                                          </p:stCondLst>
                                        </p:cTn>
                                        <p:tgtEl>
                                          <p:spTgt spid="15"/>
                                        </p:tgtEl>
                                        <p:attrNameLst>
                                          <p:attrName>style.visibility</p:attrName>
                                        </p:attrNameLst>
                                      </p:cBhvr>
                                      <p:to>
                                        <p:strVal val="visible"/>
                                      </p:to>
                                    </p:set>
                                    <p:anim calcmode="lin" valueType="num">
                                      <p:cBhvr>
                                        <p:cTn id="41" dur="500" fill="hold"/>
                                        <p:tgtEl>
                                          <p:spTgt spid="15"/>
                                        </p:tgtEl>
                                        <p:attrNameLst>
                                          <p:attrName>ppt_w</p:attrName>
                                        </p:attrNameLst>
                                      </p:cBhvr>
                                      <p:tavLst>
                                        <p:tav tm="0">
                                          <p:val>
                                            <p:fltVal val="0"/>
                                          </p:val>
                                        </p:tav>
                                        <p:tav tm="100000">
                                          <p:val>
                                            <p:strVal val="#ppt_w"/>
                                          </p:val>
                                        </p:tav>
                                      </p:tavLst>
                                    </p:anim>
                                    <p:anim calcmode="lin" valueType="num">
                                      <p:cBhvr>
                                        <p:cTn id="42" dur="500" fill="hold"/>
                                        <p:tgtEl>
                                          <p:spTgt spid="15"/>
                                        </p:tgtEl>
                                        <p:attrNameLst>
                                          <p:attrName>ppt_h</p:attrName>
                                        </p:attrNameLst>
                                      </p:cBhvr>
                                      <p:tavLst>
                                        <p:tav tm="0">
                                          <p:val>
                                            <p:fltVal val="0"/>
                                          </p:val>
                                        </p:tav>
                                        <p:tav tm="100000">
                                          <p:val>
                                            <p:strVal val="#ppt_h"/>
                                          </p:val>
                                        </p:tav>
                                      </p:tavLst>
                                    </p:anim>
                                    <p:animEffect transition="in" filter="fade">
                                      <p:cBhvr>
                                        <p:cTn id="43" dur="500"/>
                                        <p:tgtEl>
                                          <p:spTgt spid="15"/>
                                        </p:tgtEl>
                                      </p:cBhvr>
                                    </p:animEffect>
                                  </p:childTnLst>
                                </p:cTn>
                              </p:par>
                            </p:childTnLst>
                          </p:cTn>
                        </p:par>
                        <p:par>
                          <p:cTn id="44" fill="hold">
                            <p:stCondLst>
                              <p:cond delay="3500"/>
                            </p:stCondLst>
                            <p:childTnLst>
                              <p:par>
                                <p:cTn id="45" presetID="53" presetClass="entr" presetSubtype="16" fill="hold" grpId="0" nodeType="afterEffect" nodePh="1">
                                  <p:stCondLst>
                                    <p:cond delay="0"/>
                                  </p:stCondLst>
                                  <p:endCondLst>
                                    <p:cond evt="begin" delay="0">
                                      <p:tn val="45"/>
                                    </p:cond>
                                  </p:endCondLst>
                                  <p:childTnLst>
                                    <p:set>
                                      <p:cBhvr>
                                        <p:cTn id="46" dur="1" fill="hold">
                                          <p:stCondLst>
                                            <p:cond delay="0"/>
                                          </p:stCondLst>
                                        </p:cTn>
                                        <p:tgtEl>
                                          <p:spTgt spid="23">
                                            <p:txEl>
                                              <p:pRg st="0" end="0"/>
                                            </p:txEl>
                                          </p:spTgt>
                                        </p:tgtEl>
                                        <p:attrNameLst>
                                          <p:attrName>style.visibility</p:attrName>
                                        </p:attrNameLst>
                                      </p:cBhvr>
                                      <p:to>
                                        <p:strVal val="visible"/>
                                      </p:to>
                                    </p:set>
                                    <p:anim calcmode="lin" valueType="num">
                                      <p:cBhvr>
                                        <p:cTn id="47" dur="500" fill="hold"/>
                                        <p:tgtEl>
                                          <p:spTgt spid="23">
                                            <p:txEl>
                                              <p:pRg st="0" end="0"/>
                                            </p:txEl>
                                          </p:spTgt>
                                        </p:tgtEl>
                                        <p:attrNameLst>
                                          <p:attrName>ppt_w</p:attrName>
                                        </p:attrNameLst>
                                      </p:cBhvr>
                                      <p:tavLst>
                                        <p:tav tm="0">
                                          <p:val>
                                            <p:fltVal val="0"/>
                                          </p:val>
                                        </p:tav>
                                        <p:tav tm="100000">
                                          <p:val>
                                            <p:strVal val="#ppt_w"/>
                                          </p:val>
                                        </p:tav>
                                      </p:tavLst>
                                    </p:anim>
                                    <p:anim calcmode="lin" valueType="num">
                                      <p:cBhvr>
                                        <p:cTn id="48" dur="500" fill="hold"/>
                                        <p:tgtEl>
                                          <p:spTgt spid="23">
                                            <p:txEl>
                                              <p:pRg st="0" end="0"/>
                                            </p:txEl>
                                          </p:spTgt>
                                        </p:tgtEl>
                                        <p:attrNameLst>
                                          <p:attrName>ppt_h</p:attrName>
                                        </p:attrNameLst>
                                      </p:cBhvr>
                                      <p:tavLst>
                                        <p:tav tm="0">
                                          <p:val>
                                            <p:fltVal val="0"/>
                                          </p:val>
                                        </p:tav>
                                        <p:tav tm="100000">
                                          <p:val>
                                            <p:strVal val="#ppt_h"/>
                                          </p:val>
                                        </p:tav>
                                      </p:tavLst>
                                    </p:anim>
                                    <p:animEffect transition="in" filter="fade">
                                      <p:cBhvr>
                                        <p:cTn id="49" dur="500"/>
                                        <p:tgtEl>
                                          <p:spTgt spid="23">
                                            <p:txEl>
                                              <p:pRg st="0" end="0"/>
                                            </p:txEl>
                                          </p:spTgt>
                                        </p:tgtEl>
                                      </p:cBhvr>
                                    </p:animEffect>
                                  </p:childTnLst>
                                </p:cTn>
                              </p:par>
                            </p:childTnLst>
                          </p:cTn>
                        </p:par>
                        <p:par>
                          <p:cTn id="50" fill="hold">
                            <p:stCondLst>
                              <p:cond delay="4000"/>
                            </p:stCondLst>
                            <p:childTnLst>
                              <p:par>
                                <p:cTn id="51" presetID="42" presetClass="entr" presetSubtype="0" fill="hold" grpId="0" nodeType="afterEffect" nodePh="1">
                                  <p:stCondLst>
                                    <p:cond delay="0"/>
                                  </p:stCondLst>
                                  <p:endCondLst>
                                    <p:cond evt="begin" delay="0">
                                      <p:tn val="51"/>
                                    </p:cond>
                                  </p:endCondLst>
                                  <p:childTnLst>
                                    <p:set>
                                      <p:cBhvr>
                                        <p:cTn id="52" dur="1" fill="hold">
                                          <p:stCondLst>
                                            <p:cond delay="0"/>
                                          </p:stCondLst>
                                        </p:cTn>
                                        <p:tgtEl>
                                          <p:spTgt spid="24">
                                            <p:txEl>
                                              <p:pRg st="0" end="0"/>
                                            </p:txEl>
                                          </p:spTgt>
                                        </p:tgtEl>
                                        <p:attrNameLst>
                                          <p:attrName>style.visibility</p:attrName>
                                        </p:attrNameLst>
                                      </p:cBhvr>
                                      <p:to>
                                        <p:strVal val="visible"/>
                                      </p:to>
                                    </p:set>
                                    <p:animEffect transition="in" filter="fade">
                                      <p:cBhvr>
                                        <p:cTn id="53" dur="500"/>
                                        <p:tgtEl>
                                          <p:spTgt spid="24">
                                            <p:txEl>
                                              <p:pRg st="0" end="0"/>
                                            </p:txEl>
                                          </p:spTgt>
                                        </p:tgtEl>
                                      </p:cBhvr>
                                    </p:animEffect>
                                    <p:anim calcmode="lin" valueType="num">
                                      <p:cBhvr>
                                        <p:cTn id="54"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p:cTn id="55" dur="500" fill="hold"/>
                                        <p:tgtEl>
                                          <p:spTgt spid="24">
                                            <p:txEl>
                                              <p:pRg st="0" end="0"/>
                                            </p:txEl>
                                          </p:spTgt>
                                        </p:tgtEl>
                                        <p:attrNameLst>
                                          <p:attrName>ppt_y</p:attrName>
                                        </p:attrNameLst>
                                      </p:cBhvr>
                                      <p:tavLst>
                                        <p:tav tm="0">
                                          <p:val>
                                            <p:strVal val="#ppt_y+.1"/>
                                          </p:val>
                                        </p:tav>
                                        <p:tav tm="100000">
                                          <p:val>
                                            <p:strVal val="#ppt_y"/>
                                          </p:val>
                                        </p:tav>
                                      </p:tavLst>
                                    </p:anim>
                                  </p:childTnLst>
                                </p:cTn>
                              </p:par>
                            </p:childTnLst>
                          </p:cTn>
                        </p:par>
                        <p:par>
                          <p:cTn id="56" fill="hold">
                            <p:stCondLst>
                              <p:cond delay="4500"/>
                            </p:stCondLst>
                            <p:childTnLst>
                              <p:par>
                                <p:cTn id="57" presetID="53" presetClass="entr" presetSubtype="16" fill="hold" grpId="0" nodeType="afterEffect">
                                  <p:stCondLst>
                                    <p:cond delay="0"/>
                                  </p:stCondLst>
                                  <p:childTnLst>
                                    <p:set>
                                      <p:cBhvr>
                                        <p:cTn id="58" dur="1" fill="hold">
                                          <p:stCondLst>
                                            <p:cond delay="0"/>
                                          </p:stCondLst>
                                        </p:cTn>
                                        <p:tgtEl>
                                          <p:spTgt spid="26">
                                            <p:txEl>
                                              <p:pRg st="0" end="0"/>
                                            </p:txEl>
                                          </p:spTgt>
                                        </p:tgtEl>
                                        <p:attrNameLst>
                                          <p:attrName>style.visibility</p:attrName>
                                        </p:attrNameLst>
                                      </p:cBhvr>
                                      <p:to>
                                        <p:strVal val="visible"/>
                                      </p:to>
                                    </p:set>
                                    <p:anim calcmode="lin" valueType="num">
                                      <p:cBhvr>
                                        <p:cTn id="59" dur="500" fill="hold"/>
                                        <p:tgtEl>
                                          <p:spTgt spid="26">
                                            <p:txEl>
                                              <p:pRg st="0" end="0"/>
                                            </p:txEl>
                                          </p:spTgt>
                                        </p:tgtEl>
                                        <p:attrNameLst>
                                          <p:attrName>ppt_w</p:attrName>
                                        </p:attrNameLst>
                                      </p:cBhvr>
                                      <p:tavLst>
                                        <p:tav tm="0">
                                          <p:val>
                                            <p:fltVal val="0"/>
                                          </p:val>
                                        </p:tav>
                                        <p:tav tm="100000">
                                          <p:val>
                                            <p:strVal val="#ppt_w"/>
                                          </p:val>
                                        </p:tav>
                                      </p:tavLst>
                                    </p:anim>
                                    <p:anim calcmode="lin" valueType="num">
                                      <p:cBhvr>
                                        <p:cTn id="60" dur="500" fill="hold"/>
                                        <p:tgtEl>
                                          <p:spTgt spid="26">
                                            <p:txEl>
                                              <p:pRg st="0" end="0"/>
                                            </p:txEl>
                                          </p:spTgt>
                                        </p:tgtEl>
                                        <p:attrNameLst>
                                          <p:attrName>ppt_h</p:attrName>
                                        </p:attrNameLst>
                                      </p:cBhvr>
                                      <p:tavLst>
                                        <p:tav tm="0">
                                          <p:val>
                                            <p:fltVal val="0"/>
                                          </p:val>
                                        </p:tav>
                                        <p:tav tm="100000">
                                          <p:val>
                                            <p:strVal val="#ppt_h"/>
                                          </p:val>
                                        </p:tav>
                                      </p:tavLst>
                                    </p:anim>
                                    <p:animEffect transition="in" filter="fade">
                                      <p:cBhvr>
                                        <p:cTn id="61" dur="500"/>
                                        <p:tgtEl>
                                          <p:spTgt spid="26">
                                            <p:txEl>
                                              <p:pRg st="0" end="0"/>
                                            </p:txEl>
                                          </p:spTgt>
                                        </p:tgtEl>
                                      </p:cBhvr>
                                    </p:animEffect>
                                  </p:childTnLst>
                                </p:cTn>
                              </p:par>
                            </p:childTnLst>
                          </p:cTn>
                        </p:par>
                        <p:par>
                          <p:cTn id="62" fill="hold">
                            <p:stCondLst>
                              <p:cond delay="5000"/>
                            </p:stCondLst>
                            <p:childTnLst>
                              <p:par>
                                <p:cTn id="63" presetID="53" presetClass="entr" presetSubtype="16" fill="hold" grpId="0" nodeType="afterEffect">
                                  <p:stCondLst>
                                    <p:cond delay="0"/>
                                  </p:stCondLst>
                                  <p:childTnLst>
                                    <p:set>
                                      <p:cBhvr>
                                        <p:cTn id="64" dur="1" fill="hold">
                                          <p:stCondLst>
                                            <p:cond delay="0"/>
                                          </p:stCondLst>
                                        </p:cTn>
                                        <p:tgtEl>
                                          <p:spTgt spid="27">
                                            <p:txEl>
                                              <p:pRg st="0" end="0"/>
                                            </p:txEl>
                                          </p:spTgt>
                                        </p:tgtEl>
                                        <p:attrNameLst>
                                          <p:attrName>style.visibility</p:attrName>
                                        </p:attrNameLst>
                                      </p:cBhvr>
                                      <p:to>
                                        <p:strVal val="visible"/>
                                      </p:to>
                                    </p:set>
                                    <p:anim calcmode="lin" valueType="num">
                                      <p:cBhvr>
                                        <p:cTn id="65" dur="500" fill="hold"/>
                                        <p:tgtEl>
                                          <p:spTgt spid="27">
                                            <p:txEl>
                                              <p:pRg st="0" end="0"/>
                                            </p:txEl>
                                          </p:spTgt>
                                        </p:tgtEl>
                                        <p:attrNameLst>
                                          <p:attrName>ppt_w</p:attrName>
                                        </p:attrNameLst>
                                      </p:cBhvr>
                                      <p:tavLst>
                                        <p:tav tm="0">
                                          <p:val>
                                            <p:fltVal val="0"/>
                                          </p:val>
                                        </p:tav>
                                        <p:tav tm="100000">
                                          <p:val>
                                            <p:strVal val="#ppt_w"/>
                                          </p:val>
                                        </p:tav>
                                      </p:tavLst>
                                    </p:anim>
                                    <p:anim calcmode="lin" valueType="num">
                                      <p:cBhvr>
                                        <p:cTn id="66" dur="500" fill="hold"/>
                                        <p:tgtEl>
                                          <p:spTgt spid="27">
                                            <p:txEl>
                                              <p:pRg st="0" end="0"/>
                                            </p:txEl>
                                          </p:spTgt>
                                        </p:tgtEl>
                                        <p:attrNameLst>
                                          <p:attrName>ppt_h</p:attrName>
                                        </p:attrNameLst>
                                      </p:cBhvr>
                                      <p:tavLst>
                                        <p:tav tm="0">
                                          <p:val>
                                            <p:fltVal val="0"/>
                                          </p:val>
                                        </p:tav>
                                        <p:tav tm="100000">
                                          <p:val>
                                            <p:strVal val="#ppt_h"/>
                                          </p:val>
                                        </p:tav>
                                      </p:tavLst>
                                    </p:anim>
                                    <p:animEffect transition="in" filter="fade">
                                      <p:cBhvr>
                                        <p:cTn id="67" dur="500"/>
                                        <p:tgtEl>
                                          <p:spTgt spid="27">
                                            <p:txEl>
                                              <p:pRg st="0" end="0"/>
                                            </p:txEl>
                                          </p:spTgt>
                                        </p:tgtEl>
                                      </p:cBhvr>
                                    </p:animEffect>
                                  </p:childTnLst>
                                </p:cTn>
                              </p:par>
                            </p:childTnLst>
                          </p:cTn>
                        </p:par>
                        <p:par>
                          <p:cTn id="68" fill="hold">
                            <p:stCondLst>
                              <p:cond delay="5500"/>
                            </p:stCondLst>
                            <p:childTnLst>
                              <p:par>
                                <p:cTn id="69" presetID="53" presetClass="entr" presetSubtype="16" fill="hold" grpId="0" nodeType="afterEffect">
                                  <p:stCondLst>
                                    <p:cond delay="0"/>
                                  </p:stCondLst>
                                  <p:childTnLst>
                                    <p:set>
                                      <p:cBhvr>
                                        <p:cTn id="70" dur="1" fill="hold">
                                          <p:stCondLst>
                                            <p:cond delay="0"/>
                                          </p:stCondLst>
                                        </p:cTn>
                                        <p:tgtEl>
                                          <p:spTgt spid="28">
                                            <p:txEl>
                                              <p:pRg st="0" end="0"/>
                                            </p:txEl>
                                          </p:spTgt>
                                        </p:tgtEl>
                                        <p:attrNameLst>
                                          <p:attrName>style.visibility</p:attrName>
                                        </p:attrNameLst>
                                      </p:cBhvr>
                                      <p:to>
                                        <p:strVal val="visible"/>
                                      </p:to>
                                    </p:set>
                                    <p:anim calcmode="lin" valueType="num">
                                      <p:cBhvr>
                                        <p:cTn id="71" dur="500" fill="hold"/>
                                        <p:tgtEl>
                                          <p:spTgt spid="28">
                                            <p:txEl>
                                              <p:pRg st="0" end="0"/>
                                            </p:txEl>
                                          </p:spTgt>
                                        </p:tgtEl>
                                        <p:attrNameLst>
                                          <p:attrName>ppt_w</p:attrName>
                                        </p:attrNameLst>
                                      </p:cBhvr>
                                      <p:tavLst>
                                        <p:tav tm="0">
                                          <p:val>
                                            <p:fltVal val="0"/>
                                          </p:val>
                                        </p:tav>
                                        <p:tav tm="100000">
                                          <p:val>
                                            <p:strVal val="#ppt_w"/>
                                          </p:val>
                                        </p:tav>
                                      </p:tavLst>
                                    </p:anim>
                                    <p:anim calcmode="lin" valueType="num">
                                      <p:cBhvr>
                                        <p:cTn id="72" dur="500" fill="hold"/>
                                        <p:tgtEl>
                                          <p:spTgt spid="28">
                                            <p:txEl>
                                              <p:pRg st="0" end="0"/>
                                            </p:txEl>
                                          </p:spTgt>
                                        </p:tgtEl>
                                        <p:attrNameLst>
                                          <p:attrName>ppt_h</p:attrName>
                                        </p:attrNameLst>
                                      </p:cBhvr>
                                      <p:tavLst>
                                        <p:tav tm="0">
                                          <p:val>
                                            <p:fltVal val="0"/>
                                          </p:val>
                                        </p:tav>
                                        <p:tav tm="100000">
                                          <p:val>
                                            <p:strVal val="#ppt_h"/>
                                          </p:val>
                                        </p:tav>
                                      </p:tavLst>
                                    </p:anim>
                                    <p:animEffect transition="in" filter="fade">
                                      <p:cBhvr>
                                        <p:cTn id="73" dur="500"/>
                                        <p:tgtEl>
                                          <p:spTgt spid="28">
                                            <p:txEl>
                                              <p:pRg st="0" end="0"/>
                                            </p:txEl>
                                          </p:spTgt>
                                        </p:tgtEl>
                                      </p:cBhvr>
                                    </p:animEffect>
                                  </p:childTnLst>
                                </p:cTn>
                              </p:par>
                            </p:childTnLst>
                          </p:cTn>
                        </p:par>
                        <p:par>
                          <p:cTn id="74" fill="hold">
                            <p:stCondLst>
                              <p:cond delay="6000"/>
                            </p:stCondLst>
                            <p:childTnLst>
                              <p:par>
                                <p:cTn id="75" presetID="53" presetClass="entr" presetSubtype="16" fill="hold" grpId="0" nodeType="afterEffect">
                                  <p:stCondLst>
                                    <p:cond delay="0"/>
                                  </p:stCondLst>
                                  <p:childTnLst>
                                    <p:set>
                                      <p:cBhvr>
                                        <p:cTn id="76" dur="1" fill="hold">
                                          <p:stCondLst>
                                            <p:cond delay="0"/>
                                          </p:stCondLst>
                                        </p:cTn>
                                        <p:tgtEl>
                                          <p:spTgt spid="29">
                                            <p:txEl>
                                              <p:pRg st="0" end="0"/>
                                            </p:txEl>
                                          </p:spTgt>
                                        </p:tgtEl>
                                        <p:attrNameLst>
                                          <p:attrName>style.visibility</p:attrName>
                                        </p:attrNameLst>
                                      </p:cBhvr>
                                      <p:to>
                                        <p:strVal val="visible"/>
                                      </p:to>
                                    </p:set>
                                    <p:anim calcmode="lin" valueType="num">
                                      <p:cBhvr>
                                        <p:cTn id="77" dur="500" fill="hold"/>
                                        <p:tgtEl>
                                          <p:spTgt spid="29">
                                            <p:txEl>
                                              <p:pRg st="0" end="0"/>
                                            </p:txEl>
                                          </p:spTgt>
                                        </p:tgtEl>
                                        <p:attrNameLst>
                                          <p:attrName>ppt_w</p:attrName>
                                        </p:attrNameLst>
                                      </p:cBhvr>
                                      <p:tavLst>
                                        <p:tav tm="0">
                                          <p:val>
                                            <p:fltVal val="0"/>
                                          </p:val>
                                        </p:tav>
                                        <p:tav tm="100000">
                                          <p:val>
                                            <p:strVal val="#ppt_w"/>
                                          </p:val>
                                        </p:tav>
                                      </p:tavLst>
                                    </p:anim>
                                    <p:anim calcmode="lin" valueType="num">
                                      <p:cBhvr>
                                        <p:cTn id="78" dur="500" fill="hold"/>
                                        <p:tgtEl>
                                          <p:spTgt spid="29">
                                            <p:txEl>
                                              <p:pRg st="0" end="0"/>
                                            </p:txEl>
                                          </p:spTgt>
                                        </p:tgtEl>
                                        <p:attrNameLst>
                                          <p:attrName>ppt_h</p:attrName>
                                        </p:attrNameLst>
                                      </p:cBhvr>
                                      <p:tavLst>
                                        <p:tav tm="0">
                                          <p:val>
                                            <p:fltVal val="0"/>
                                          </p:val>
                                        </p:tav>
                                        <p:tav tm="100000">
                                          <p:val>
                                            <p:strVal val="#ppt_h"/>
                                          </p:val>
                                        </p:tav>
                                      </p:tavLst>
                                    </p:anim>
                                    <p:animEffect transition="in" filter="fade">
                                      <p:cBhvr>
                                        <p:cTn id="79" dur="500"/>
                                        <p:tgtEl>
                                          <p:spTgt spid="29">
                                            <p:txEl>
                                              <p:pRg st="0" end="0"/>
                                            </p:txEl>
                                          </p:spTgt>
                                        </p:tgtEl>
                                      </p:cBhvr>
                                    </p:animEffect>
                                  </p:childTnLst>
                                </p:cTn>
                              </p:par>
                            </p:childTnLst>
                          </p:cTn>
                        </p:par>
                        <p:par>
                          <p:cTn id="80" fill="hold">
                            <p:stCondLst>
                              <p:cond delay="6500"/>
                            </p:stCondLst>
                            <p:childTnLst>
                              <p:par>
                                <p:cTn id="81" presetID="53" presetClass="entr" presetSubtype="16" fill="hold" grpId="0" nodeType="afterEffect">
                                  <p:stCondLst>
                                    <p:cond delay="0"/>
                                  </p:stCondLst>
                                  <p:childTnLst>
                                    <p:set>
                                      <p:cBhvr>
                                        <p:cTn id="82" dur="1" fill="hold">
                                          <p:stCondLst>
                                            <p:cond delay="0"/>
                                          </p:stCondLst>
                                        </p:cTn>
                                        <p:tgtEl>
                                          <p:spTgt spid="30">
                                            <p:txEl>
                                              <p:pRg st="0" end="0"/>
                                            </p:txEl>
                                          </p:spTgt>
                                        </p:tgtEl>
                                        <p:attrNameLst>
                                          <p:attrName>style.visibility</p:attrName>
                                        </p:attrNameLst>
                                      </p:cBhvr>
                                      <p:to>
                                        <p:strVal val="visible"/>
                                      </p:to>
                                    </p:set>
                                    <p:anim calcmode="lin" valueType="num">
                                      <p:cBhvr>
                                        <p:cTn id="83" dur="500" fill="hold"/>
                                        <p:tgtEl>
                                          <p:spTgt spid="30">
                                            <p:txEl>
                                              <p:pRg st="0" end="0"/>
                                            </p:txEl>
                                          </p:spTgt>
                                        </p:tgtEl>
                                        <p:attrNameLst>
                                          <p:attrName>ppt_w</p:attrName>
                                        </p:attrNameLst>
                                      </p:cBhvr>
                                      <p:tavLst>
                                        <p:tav tm="0">
                                          <p:val>
                                            <p:fltVal val="0"/>
                                          </p:val>
                                        </p:tav>
                                        <p:tav tm="100000">
                                          <p:val>
                                            <p:strVal val="#ppt_w"/>
                                          </p:val>
                                        </p:tav>
                                      </p:tavLst>
                                    </p:anim>
                                    <p:anim calcmode="lin" valueType="num">
                                      <p:cBhvr>
                                        <p:cTn id="84" dur="500" fill="hold"/>
                                        <p:tgtEl>
                                          <p:spTgt spid="30">
                                            <p:txEl>
                                              <p:pRg st="0" end="0"/>
                                            </p:txEl>
                                          </p:spTgt>
                                        </p:tgtEl>
                                        <p:attrNameLst>
                                          <p:attrName>ppt_h</p:attrName>
                                        </p:attrNameLst>
                                      </p:cBhvr>
                                      <p:tavLst>
                                        <p:tav tm="0">
                                          <p:val>
                                            <p:fltVal val="0"/>
                                          </p:val>
                                        </p:tav>
                                        <p:tav tm="100000">
                                          <p:val>
                                            <p:strVal val="#ppt_h"/>
                                          </p:val>
                                        </p:tav>
                                      </p:tavLst>
                                    </p:anim>
                                    <p:animEffect transition="in" filter="fade">
                                      <p:cBhvr>
                                        <p:cTn id="85" dur="500"/>
                                        <p:tgtEl>
                                          <p:spTgt spid="30">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12" grpId="0" animBg="1"/>
      <p:bldP spid="13" grpId="0" animBg="1"/>
      <p:bldP spid="2" grpId="0"/>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14" grpId="0" animBg="1"/>
      <p:bldP spid="15" grpId="0" animBg="1"/>
      <p:bldP spid="23"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3"/>
                        </p:tgtEl>
                        <p:attrNameLst>
                          <p:attrName>style.visibility</p:attrName>
                        </p:attrNameLst>
                      </p:cBhvr>
                      <p:to>
                        <p:strVal val="visible"/>
                      </p:to>
                    </p:set>
                    <p:anim calcmode="lin" valueType="num">
                      <p:cBhvr>
                        <p:cTn dur="500" fill="hold"/>
                        <p:tgtEl>
                          <p:spTgt spid="23"/>
                        </p:tgtEl>
                        <p:attrNameLst>
                          <p:attrName>ppt_w</p:attrName>
                        </p:attrNameLst>
                      </p:cBhvr>
                      <p:tavLst>
                        <p:tav tm="0">
                          <p:val>
                            <p:fltVal val="0"/>
                          </p:val>
                        </p:tav>
                        <p:tav tm="100000">
                          <p:val>
                            <p:strVal val="#ppt_w"/>
                          </p:val>
                        </p:tav>
                      </p:tavLst>
                    </p:anim>
                    <p:anim calcmode="lin" valueType="num">
                      <p:cBhvr>
                        <p:cTn dur="500" fill="hold"/>
                        <p:tgtEl>
                          <p:spTgt spid="23"/>
                        </p:tgtEl>
                        <p:attrNameLst>
                          <p:attrName>ppt_h</p:attrName>
                        </p:attrNameLst>
                      </p:cBhvr>
                      <p:tavLst>
                        <p:tav tm="0">
                          <p:val>
                            <p:fltVal val="0"/>
                          </p:val>
                        </p:tav>
                        <p:tav tm="100000">
                          <p:val>
                            <p:strVal val="#ppt_h"/>
                          </p:val>
                        </p:tav>
                      </p:tavLst>
                    </p:anim>
                    <p:animEffect transition="in" filter="fade">
                      <p:cBhvr>
                        <p:cTn dur="500"/>
                        <p:tgtEl>
                          <p:spTgt spid="23"/>
                        </p:tgtEl>
                      </p:cBhvr>
                    </p:animEffect>
                  </p:childTnLst>
                </p:cTn>
              </p:par>
            </p:tnLst>
          </p:tmpl>
        </p:tmplLst>
      </p:bldP>
      <p:bldP spid="24"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4"/>
                        </p:tgtEl>
                        <p:attrNameLst>
                          <p:attrName>style.visibility</p:attrName>
                        </p:attrNameLst>
                      </p:cBhvr>
                      <p:to>
                        <p:strVal val="visible"/>
                      </p:to>
                    </p:set>
                    <p:animEffect transition="in" filter="fade">
                      <p:cBhvr>
                        <p:cTn dur="500"/>
                        <p:tgtEl>
                          <p:spTgt spid="24"/>
                        </p:tgtEl>
                      </p:cBhvr>
                    </p:animEffect>
                    <p:anim calcmode="lin" valueType="num">
                      <p:cBhvr>
                        <p:cTn dur="500" fill="hold"/>
                        <p:tgtEl>
                          <p:spTgt spid="24"/>
                        </p:tgtEl>
                        <p:attrNameLst>
                          <p:attrName>ppt_x</p:attrName>
                        </p:attrNameLst>
                      </p:cBhvr>
                      <p:tavLst>
                        <p:tav tm="0">
                          <p:val>
                            <p:strVal val="#ppt_x"/>
                          </p:val>
                        </p:tav>
                        <p:tav tm="100000">
                          <p:val>
                            <p:strVal val="#ppt_x"/>
                          </p:val>
                        </p:tav>
                      </p:tavLst>
                    </p:anim>
                    <p:anim calcmode="lin" valueType="num">
                      <p:cBhvr>
                        <p:cTn dur="500" fill="hold"/>
                        <p:tgtEl>
                          <p:spTgt spid="24"/>
                        </p:tgtEl>
                        <p:attrNameLst>
                          <p:attrName>ppt_y</p:attrName>
                        </p:attrNameLst>
                      </p:cBhvr>
                      <p:tavLst>
                        <p:tav tm="0">
                          <p:val>
                            <p:strVal val="#ppt_y+.1"/>
                          </p:val>
                        </p:tav>
                        <p:tav tm="100000">
                          <p:val>
                            <p:strVal val="#ppt_y"/>
                          </p:val>
                        </p:tav>
                      </p:tavLst>
                    </p:anim>
                  </p:childTnLst>
                </p:cTn>
              </p:par>
            </p:tnLst>
          </p:tmpl>
        </p:tmplLst>
      </p:bldP>
      <p:bldP spid="26" grpId="0" build="p">
        <p:tmplLst>
          <p:tmpl lvl="1">
            <p:tnLst>
              <p:par>
                <p:cTn presetID="53" presetClass="entr" presetSubtype="16" fill="hold" nodeType="afterEffect">
                  <p:stCondLst>
                    <p:cond delay="0"/>
                  </p:stCondLst>
                  <p:childTnLst>
                    <p:set>
                      <p:cBhvr>
                        <p:cTn dur="1" fill="hold">
                          <p:stCondLst>
                            <p:cond delay="0"/>
                          </p:stCondLst>
                        </p:cTn>
                        <p:tgtEl>
                          <p:spTgt spid="26"/>
                        </p:tgtEl>
                        <p:attrNameLst>
                          <p:attrName>style.visibility</p:attrName>
                        </p:attrNameLst>
                      </p:cBhvr>
                      <p:to>
                        <p:strVal val="visible"/>
                      </p:to>
                    </p:set>
                    <p:anim calcmode="lin" valueType="num">
                      <p:cBhvr>
                        <p:cTn dur="500" fill="hold"/>
                        <p:tgtEl>
                          <p:spTgt spid="26"/>
                        </p:tgtEl>
                        <p:attrNameLst>
                          <p:attrName>ppt_w</p:attrName>
                        </p:attrNameLst>
                      </p:cBhvr>
                      <p:tavLst>
                        <p:tav tm="0">
                          <p:val>
                            <p:fltVal val="0"/>
                          </p:val>
                        </p:tav>
                        <p:tav tm="100000">
                          <p:val>
                            <p:strVal val="#ppt_w"/>
                          </p:val>
                        </p:tav>
                      </p:tavLst>
                    </p:anim>
                    <p:anim calcmode="lin" valueType="num">
                      <p:cBhvr>
                        <p:cTn dur="500" fill="hold"/>
                        <p:tgtEl>
                          <p:spTgt spid="26"/>
                        </p:tgtEl>
                        <p:attrNameLst>
                          <p:attrName>ppt_h</p:attrName>
                        </p:attrNameLst>
                      </p:cBhvr>
                      <p:tavLst>
                        <p:tav tm="0">
                          <p:val>
                            <p:fltVal val="0"/>
                          </p:val>
                        </p:tav>
                        <p:tav tm="100000">
                          <p:val>
                            <p:strVal val="#ppt_h"/>
                          </p:val>
                        </p:tav>
                      </p:tavLst>
                    </p:anim>
                    <p:animEffect transition="in" filter="fade">
                      <p:cBhvr>
                        <p:cTn dur="500"/>
                        <p:tgtEl>
                          <p:spTgt spid="26"/>
                        </p:tgtEl>
                      </p:cBhvr>
                    </p:animEffect>
                  </p:childTnLst>
                </p:cTn>
              </p:par>
            </p:tnLst>
          </p:tmpl>
        </p:tmplLst>
      </p:bldP>
      <p:bldP spid="27" grpId="0" build="p">
        <p:tmplLst>
          <p:tmpl lvl="1">
            <p:tnLst>
              <p:par>
                <p:cTn presetID="53" presetClass="entr" presetSubtype="16" fill="hold" nodeType="afterEffect">
                  <p:stCondLst>
                    <p:cond delay="0"/>
                  </p:stCondLst>
                  <p:childTnLst>
                    <p:set>
                      <p:cBhvr>
                        <p:cTn dur="1" fill="hold">
                          <p:stCondLst>
                            <p:cond delay="0"/>
                          </p:stCondLst>
                        </p:cTn>
                        <p:tgtEl>
                          <p:spTgt spid="27"/>
                        </p:tgtEl>
                        <p:attrNameLst>
                          <p:attrName>style.visibility</p:attrName>
                        </p:attrNameLst>
                      </p:cBhvr>
                      <p:to>
                        <p:strVal val="visible"/>
                      </p:to>
                    </p:set>
                    <p:anim calcmode="lin" valueType="num">
                      <p:cBhvr>
                        <p:cTn dur="500" fill="hold"/>
                        <p:tgtEl>
                          <p:spTgt spid="27"/>
                        </p:tgtEl>
                        <p:attrNameLst>
                          <p:attrName>ppt_w</p:attrName>
                        </p:attrNameLst>
                      </p:cBhvr>
                      <p:tavLst>
                        <p:tav tm="0">
                          <p:val>
                            <p:fltVal val="0"/>
                          </p:val>
                        </p:tav>
                        <p:tav tm="100000">
                          <p:val>
                            <p:strVal val="#ppt_w"/>
                          </p:val>
                        </p:tav>
                      </p:tavLst>
                    </p:anim>
                    <p:anim calcmode="lin" valueType="num">
                      <p:cBhvr>
                        <p:cTn dur="500" fill="hold"/>
                        <p:tgtEl>
                          <p:spTgt spid="27"/>
                        </p:tgtEl>
                        <p:attrNameLst>
                          <p:attrName>ppt_h</p:attrName>
                        </p:attrNameLst>
                      </p:cBhvr>
                      <p:tavLst>
                        <p:tav tm="0">
                          <p:val>
                            <p:fltVal val="0"/>
                          </p:val>
                        </p:tav>
                        <p:tav tm="100000">
                          <p:val>
                            <p:strVal val="#ppt_h"/>
                          </p:val>
                        </p:tav>
                      </p:tavLst>
                    </p:anim>
                    <p:animEffect transition="in" filter="fade">
                      <p:cBhvr>
                        <p:cTn dur="500"/>
                        <p:tgtEl>
                          <p:spTgt spid="27"/>
                        </p:tgtEl>
                      </p:cBhvr>
                    </p:animEffect>
                  </p:childTnLst>
                </p:cTn>
              </p:par>
            </p:tnLst>
          </p:tmpl>
        </p:tmplLst>
      </p:bldP>
      <p:bldP spid="28" grpId="0" build="p">
        <p:tmplLst>
          <p:tmpl lvl="1">
            <p:tnLst>
              <p:par>
                <p:cTn presetID="53" presetClass="entr" presetSubtype="16" fill="hold" nodeType="afterEffect">
                  <p:stCondLst>
                    <p:cond delay="0"/>
                  </p:stCondLst>
                  <p:childTnLst>
                    <p:set>
                      <p:cBhvr>
                        <p:cTn dur="1" fill="hold">
                          <p:stCondLst>
                            <p:cond delay="0"/>
                          </p:stCondLst>
                        </p:cTn>
                        <p:tgtEl>
                          <p:spTgt spid="28"/>
                        </p:tgtEl>
                        <p:attrNameLst>
                          <p:attrName>style.visibility</p:attrName>
                        </p:attrNameLst>
                      </p:cBhvr>
                      <p:to>
                        <p:strVal val="visible"/>
                      </p:to>
                    </p:set>
                    <p:anim calcmode="lin" valueType="num">
                      <p:cBhvr>
                        <p:cTn dur="500" fill="hold"/>
                        <p:tgtEl>
                          <p:spTgt spid="28"/>
                        </p:tgtEl>
                        <p:attrNameLst>
                          <p:attrName>ppt_w</p:attrName>
                        </p:attrNameLst>
                      </p:cBhvr>
                      <p:tavLst>
                        <p:tav tm="0">
                          <p:val>
                            <p:fltVal val="0"/>
                          </p:val>
                        </p:tav>
                        <p:tav tm="100000">
                          <p:val>
                            <p:strVal val="#ppt_w"/>
                          </p:val>
                        </p:tav>
                      </p:tavLst>
                    </p:anim>
                    <p:anim calcmode="lin" valueType="num">
                      <p:cBhvr>
                        <p:cTn dur="500" fill="hold"/>
                        <p:tgtEl>
                          <p:spTgt spid="28"/>
                        </p:tgtEl>
                        <p:attrNameLst>
                          <p:attrName>ppt_h</p:attrName>
                        </p:attrNameLst>
                      </p:cBhvr>
                      <p:tavLst>
                        <p:tav tm="0">
                          <p:val>
                            <p:fltVal val="0"/>
                          </p:val>
                        </p:tav>
                        <p:tav tm="100000">
                          <p:val>
                            <p:strVal val="#ppt_h"/>
                          </p:val>
                        </p:tav>
                      </p:tavLst>
                    </p:anim>
                    <p:animEffect transition="in" filter="fade">
                      <p:cBhvr>
                        <p:cTn dur="500"/>
                        <p:tgtEl>
                          <p:spTgt spid="28"/>
                        </p:tgtEl>
                      </p:cBhvr>
                    </p:animEffect>
                  </p:childTnLst>
                </p:cTn>
              </p:par>
            </p:tnLst>
          </p:tmpl>
        </p:tmplLst>
      </p:bldP>
      <p:bldP spid="29" grpId="0" build="p">
        <p:tmplLst>
          <p:tmpl lvl="1">
            <p:tnLst>
              <p:par>
                <p:cTn presetID="53" presetClass="entr" presetSubtype="16" fill="hold" nodeType="afterEffect">
                  <p:stCondLst>
                    <p:cond delay="0"/>
                  </p:stCondLst>
                  <p:childTnLst>
                    <p:set>
                      <p:cBhvr>
                        <p:cTn dur="1" fill="hold">
                          <p:stCondLst>
                            <p:cond delay="0"/>
                          </p:stCondLst>
                        </p:cTn>
                        <p:tgtEl>
                          <p:spTgt spid="29"/>
                        </p:tgtEl>
                        <p:attrNameLst>
                          <p:attrName>style.visibility</p:attrName>
                        </p:attrNameLst>
                      </p:cBhvr>
                      <p:to>
                        <p:strVal val="visible"/>
                      </p:to>
                    </p:set>
                    <p:anim calcmode="lin" valueType="num">
                      <p:cBhvr>
                        <p:cTn dur="500" fill="hold"/>
                        <p:tgtEl>
                          <p:spTgt spid="29"/>
                        </p:tgtEl>
                        <p:attrNameLst>
                          <p:attrName>ppt_w</p:attrName>
                        </p:attrNameLst>
                      </p:cBhvr>
                      <p:tavLst>
                        <p:tav tm="0">
                          <p:val>
                            <p:fltVal val="0"/>
                          </p:val>
                        </p:tav>
                        <p:tav tm="100000">
                          <p:val>
                            <p:strVal val="#ppt_w"/>
                          </p:val>
                        </p:tav>
                      </p:tavLst>
                    </p:anim>
                    <p:anim calcmode="lin" valueType="num">
                      <p:cBhvr>
                        <p:cTn dur="500" fill="hold"/>
                        <p:tgtEl>
                          <p:spTgt spid="29"/>
                        </p:tgtEl>
                        <p:attrNameLst>
                          <p:attrName>ppt_h</p:attrName>
                        </p:attrNameLst>
                      </p:cBhvr>
                      <p:tavLst>
                        <p:tav tm="0">
                          <p:val>
                            <p:fltVal val="0"/>
                          </p:val>
                        </p:tav>
                        <p:tav tm="100000">
                          <p:val>
                            <p:strVal val="#ppt_h"/>
                          </p:val>
                        </p:tav>
                      </p:tavLst>
                    </p:anim>
                    <p:animEffect transition="in" filter="fade">
                      <p:cBhvr>
                        <p:cTn dur="500"/>
                        <p:tgtEl>
                          <p:spTgt spid="29"/>
                        </p:tgtEl>
                      </p:cBhvr>
                    </p:animEffect>
                  </p:childTnLst>
                </p:cTn>
              </p:par>
            </p:tnLst>
          </p:tmpl>
        </p:tmplLst>
      </p:bldP>
      <p:bldP spid="30" grpId="0" build="p">
        <p:tmplLst>
          <p:tmpl lvl="1">
            <p:tnLst>
              <p:par>
                <p:cTn presetID="53" presetClass="entr" presetSubtype="16" fill="hold" nodeType="afterEffect">
                  <p:stCondLst>
                    <p:cond delay="0"/>
                  </p:stCondLst>
                  <p:childTnLst>
                    <p:set>
                      <p:cBhvr>
                        <p:cTn dur="1" fill="hold">
                          <p:stCondLst>
                            <p:cond delay="0"/>
                          </p:stCondLst>
                        </p:cTn>
                        <p:tgtEl>
                          <p:spTgt spid="30"/>
                        </p:tgtEl>
                        <p:attrNameLst>
                          <p:attrName>style.visibility</p:attrName>
                        </p:attrNameLst>
                      </p:cBhvr>
                      <p:to>
                        <p:strVal val="visible"/>
                      </p:to>
                    </p:set>
                    <p:anim calcmode="lin" valueType="num">
                      <p:cBhvr>
                        <p:cTn dur="500" fill="hold"/>
                        <p:tgtEl>
                          <p:spTgt spid="30"/>
                        </p:tgtEl>
                        <p:attrNameLst>
                          <p:attrName>ppt_w</p:attrName>
                        </p:attrNameLst>
                      </p:cBhvr>
                      <p:tavLst>
                        <p:tav tm="0">
                          <p:val>
                            <p:fltVal val="0"/>
                          </p:val>
                        </p:tav>
                        <p:tav tm="100000">
                          <p:val>
                            <p:strVal val="#ppt_w"/>
                          </p:val>
                        </p:tav>
                      </p:tavLst>
                    </p:anim>
                    <p:anim calcmode="lin" valueType="num">
                      <p:cBhvr>
                        <p:cTn dur="500" fill="hold"/>
                        <p:tgtEl>
                          <p:spTgt spid="30"/>
                        </p:tgtEl>
                        <p:attrNameLst>
                          <p:attrName>ppt_h</p:attrName>
                        </p:attrNameLst>
                      </p:cBhvr>
                      <p:tavLst>
                        <p:tav tm="0">
                          <p:val>
                            <p:fltVal val="0"/>
                          </p:val>
                        </p:tav>
                        <p:tav tm="100000">
                          <p:val>
                            <p:strVal val="#ppt_h"/>
                          </p:val>
                        </p:tav>
                      </p:tavLst>
                    </p:anim>
                    <p:animEffect transition="in" filter="fade">
                      <p:cBhvr>
                        <p:cTn dur="500"/>
                        <p:tgtEl>
                          <p:spTgt spid="30"/>
                        </p:tgtEl>
                      </p:cBhvr>
                    </p:animEffect>
                  </p:childTnLst>
                </p:cTn>
              </p:par>
            </p:tnLst>
          </p:tmpl>
        </p:tmplLst>
      </p:bldP>
    </p:bldLst>
  </p:timing>
</p:sldLayout>
</file>

<file path=ppt/slideLayouts/slideLayout536.xml><?xml version="1.0" encoding="utf-8"?>
<p:sldLayout xmlns:a="http://schemas.openxmlformats.org/drawingml/2006/main" xmlns:r="http://schemas.openxmlformats.org/officeDocument/2006/relationships" xmlns:p="http://schemas.openxmlformats.org/presentationml/2006/main" preserve="1" userDrawn="1">
  <p:cSld name="13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2673352"/>
            <a:ext cx="4605193" cy="1559213"/>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4" y="2394613"/>
            <a:ext cx="2164273" cy="458854"/>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4" y="4418436"/>
            <a:ext cx="4605193"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Tree>
    <p:extLst>
      <p:ext uri="{BB962C8B-B14F-4D97-AF65-F5344CB8AC3E}">
        <p14:creationId xmlns:p14="http://schemas.microsoft.com/office/powerpoint/2010/main" val="199874473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537.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7" name="Rectangle 6"/>
          <p:cNvSpPr/>
          <p:nvPr userDrawn="1"/>
        </p:nvSpPr>
        <p:spPr>
          <a:xfrm>
            <a:off x="1714500" y="1695450"/>
            <a:ext cx="10477500" cy="72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9" name="Isosceles Triangle 8"/>
          <p:cNvSpPr/>
          <p:nvPr userDrawn="1"/>
        </p:nvSpPr>
        <p:spPr>
          <a:xfrm rot="10800000">
            <a:off x="1890032" y="1731450"/>
            <a:ext cx="516618" cy="252814"/>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10" name="Picture Placeholder 7"/>
          <p:cNvSpPr>
            <a:spLocks noGrp="1"/>
          </p:cNvSpPr>
          <p:nvPr>
            <p:ph type="pic" sz="quarter" idx="14" hasCustomPrompt="1"/>
          </p:nvPr>
        </p:nvSpPr>
        <p:spPr>
          <a:xfrm>
            <a:off x="0" y="2365620"/>
            <a:ext cx="5389418" cy="4492380"/>
          </a:xfrm>
          <a:solidFill>
            <a:schemeClr val="bg1">
              <a:lumMod val="85000"/>
            </a:schemeClr>
          </a:solidFill>
        </p:spPr>
        <p:txBody>
          <a:bodyPr>
            <a:normAutofit/>
          </a:bodyPr>
          <a:lstStyle>
            <a:lvl1pPr>
              <a:defRPr sz="1000" baseline="0"/>
            </a:lvl1pPr>
          </a:lstStyle>
          <a:p>
            <a:r>
              <a:rPr lang="id-ID" dirty="0" smtClean="0"/>
              <a:t>Pic here</a:t>
            </a:r>
            <a:endParaRPr lang="en-AU" dirty="0"/>
          </a:p>
        </p:txBody>
      </p:sp>
      <p:sp>
        <p:nvSpPr>
          <p:cNvPr id="13" name="Picture Placeholder 12"/>
          <p:cNvSpPr>
            <a:spLocks noGrp="1"/>
          </p:cNvSpPr>
          <p:nvPr>
            <p:ph type="pic" sz="quarter" idx="15" hasCustomPrompt="1"/>
          </p:nvPr>
        </p:nvSpPr>
        <p:spPr>
          <a:xfrm>
            <a:off x="4905829" y="2931885"/>
            <a:ext cx="878115" cy="878115"/>
          </a:xfrm>
          <a:custGeom>
            <a:avLst/>
            <a:gdLst>
              <a:gd name="connsiteX0" fmla="*/ 595086 w 1190172"/>
              <a:gd name="connsiteY0" fmla="*/ 0 h 1190172"/>
              <a:gd name="connsiteX1" fmla="*/ 1190172 w 1190172"/>
              <a:gd name="connsiteY1" fmla="*/ 595086 h 1190172"/>
              <a:gd name="connsiteX2" fmla="*/ 595086 w 1190172"/>
              <a:gd name="connsiteY2" fmla="*/ 1190172 h 1190172"/>
              <a:gd name="connsiteX3" fmla="*/ 0 w 1190172"/>
              <a:gd name="connsiteY3" fmla="*/ 595086 h 1190172"/>
              <a:gd name="connsiteX4" fmla="*/ 595086 w 1190172"/>
              <a:gd name="connsiteY4" fmla="*/ 0 h 11901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0172" h="1190172">
                <a:moveTo>
                  <a:pt x="595086" y="0"/>
                </a:moveTo>
                <a:cubicBezTo>
                  <a:pt x="923743" y="0"/>
                  <a:pt x="1190172" y="266429"/>
                  <a:pt x="1190172" y="595086"/>
                </a:cubicBezTo>
                <a:cubicBezTo>
                  <a:pt x="1190172" y="923743"/>
                  <a:pt x="923743" y="1190172"/>
                  <a:pt x="595086" y="1190172"/>
                </a:cubicBezTo>
                <a:cubicBezTo>
                  <a:pt x="266429" y="1190172"/>
                  <a:pt x="0" y="923743"/>
                  <a:pt x="0" y="595086"/>
                </a:cubicBezTo>
                <a:cubicBezTo>
                  <a:pt x="0" y="266429"/>
                  <a:pt x="266429" y="0"/>
                  <a:pt x="595086" y="0"/>
                </a:cubicBezTo>
                <a:close/>
              </a:path>
            </a:pathLst>
          </a:custGeom>
          <a:solidFill>
            <a:schemeClr val="accent4"/>
          </a:solidFill>
          <a:ln w="76200">
            <a:solidFill>
              <a:schemeClr val="bg1"/>
            </a:solidFill>
          </a:ln>
          <a:effectLst>
            <a:outerShdw blurRad="50800" dist="38100" dir="8100000" algn="tr" rotWithShape="0">
              <a:prstClr val="black">
                <a:alpha val="40000"/>
              </a:prstClr>
            </a:outerShdw>
          </a:effectLst>
        </p:spPr>
        <p:txBody>
          <a:bodyPr wrap="square">
            <a:noAutofit/>
          </a:bodyPr>
          <a:lstStyle>
            <a:lvl1pPr>
              <a:defRPr sz="1000"/>
            </a:lvl1pPr>
          </a:lstStyle>
          <a:p>
            <a:r>
              <a:rPr lang="id-ID" dirty="0" smtClean="0"/>
              <a:t>Nopic</a:t>
            </a:r>
            <a:endParaRPr lang="en-AU" dirty="0"/>
          </a:p>
        </p:txBody>
      </p:sp>
      <p:sp>
        <p:nvSpPr>
          <p:cNvPr id="15" name="Text Placeholder 21"/>
          <p:cNvSpPr>
            <a:spLocks noGrp="1"/>
          </p:cNvSpPr>
          <p:nvPr>
            <p:ph type="body" sz="quarter" idx="20"/>
          </p:nvPr>
        </p:nvSpPr>
        <p:spPr>
          <a:xfrm>
            <a:off x="6096000" y="2934950"/>
            <a:ext cx="5616575" cy="360363"/>
          </a:xfrm>
        </p:spPr>
        <p:txBody>
          <a:bodyPr/>
          <a:lstStyle>
            <a:lvl1pPr>
              <a:defRPr baseline="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6" name="Text Placeholder 21"/>
          <p:cNvSpPr>
            <a:spLocks noGrp="1"/>
          </p:cNvSpPr>
          <p:nvPr>
            <p:ph type="body" sz="quarter" idx="21"/>
          </p:nvPr>
        </p:nvSpPr>
        <p:spPr>
          <a:xfrm>
            <a:off x="6096000" y="3344061"/>
            <a:ext cx="5616575" cy="1391908"/>
          </a:xfrm>
        </p:spPr>
        <p:txBody>
          <a:bodyPr>
            <a:normAutofit/>
          </a:bodyPr>
          <a:lstStyle>
            <a:lvl1pP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grpSp>
        <p:nvGrpSpPr>
          <p:cNvPr id="21" name="Group 20"/>
          <p:cNvGrpSpPr/>
          <p:nvPr userDrawn="1"/>
        </p:nvGrpSpPr>
        <p:grpSpPr>
          <a:xfrm>
            <a:off x="0" y="2256968"/>
            <a:ext cx="5389418" cy="108652"/>
            <a:chOff x="0" y="2256968"/>
            <a:chExt cx="5721120" cy="108652"/>
          </a:xfrm>
        </p:grpSpPr>
        <p:sp>
          <p:nvSpPr>
            <p:cNvPr id="17" name="Rectangle 16"/>
            <p:cNvSpPr/>
            <p:nvPr userDrawn="1"/>
          </p:nvSpPr>
          <p:spPr>
            <a:xfrm>
              <a:off x="0" y="2257620"/>
              <a:ext cx="1447800" cy="10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18" name="Rectangle 17"/>
            <p:cNvSpPr/>
            <p:nvPr userDrawn="1"/>
          </p:nvSpPr>
          <p:spPr>
            <a:xfrm>
              <a:off x="1424440" y="2257620"/>
              <a:ext cx="1447800" cy="1080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19" name="Rectangle 18"/>
            <p:cNvSpPr/>
            <p:nvPr userDrawn="1"/>
          </p:nvSpPr>
          <p:spPr>
            <a:xfrm>
              <a:off x="2872240" y="2256968"/>
              <a:ext cx="1447800" cy="108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0" name="Rectangle 19"/>
            <p:cNvSpPr/>
            <p:nvPr userDrawn="1"/>
          </p:nvSpPr>
          <p:spPr>
            <a:xfrm>
              <a:off x="4273320" y="2256968"/>
              <a:ext cx="1447800" cy="10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grpSp>
    </p:spTree>
    <p:extLst>
      <p:ext uri="{BB962C8B-B14F-4D97-AF65-F5344CB8AC3E}">
        <p14:creationId xmlns:p14="http://schemas.microsoft.com/office/powerpoint/2010/main" val="243318135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42" presetClass="entr" presetSubtype="0" fill="hold" grpId="0" nodeType="afterEffect">
                                  <p:stCondLst>
                                    <p:cond delay="0"/>
                                  </p:stCondLst>
                                  <p:childTnLst>
                                    <p:set>
                                      <p:cBhvr>
                                        <p:cTn id="10" dur="1" fill="hold">
                                          <p:stCondLst>
                                            <p:cond delay="0"/>
                                          </p:stCondLst>
                                        </p:cTn>
                                        <p:tgtEl>
                                          <p:spTgt spid="8">
                                            <p:txEl>
                                              <p:pRg st="0" end="0"/>
                                            </p:txEl>
                                          </p:spTgt>
                                        </p:tgtEl>
                                        <p:attrNameLst>
                                          <p:attrName>style.visibility</p:attrName>
                                        </p:attrNameLst>
                                      </p:cBhvr>
                                      <p:to>
                                        <p:strVal val="visible"/>
                                      </p:to>
                                    </p:set>
                                    <p:animEffect transition="in" filter="fade">
                                      <p:cBhvr>
                                        <p:cTn id="11" dur="500"/>
                                        <p:tgtEl>
                                          <p:spTgt spid="8">
                                            <p:txEl>
                                              <p:pRg st="0" end="0"/>
                                            </p:txEl>
                                          </p:spTgt>
                                        </p:tgtEl>
                                      </p:cBhvr>
                                    </p:animEffect>
                                    <p:anim calcmode="lin" valueType="num">
                                      <p:cBhvr>
                                        <p:cTn id="12"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4" fill="hold">
                            <p:stCondLst>
                              <p:cond delay="1000"/>
                            </p:stCondLst>
                            <p:childTnLst>
                              <p:par>
                                <p:cTn id="15" presetID="22" presetClass="entr" presetSubtype="2" fill="hold" grpId="0" nodeType="after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wipe(right)">
                                      <p:cBhvr>
                                        <p:cTn id="17" dur="500"/>
                                        <p:tgtEl>
                                          <p:spTgt spid="7"/>
                                        </p:tgtEl>
                                      </p:cBhvr>
                                    </p:animEffect>
                                  </p:childTnLst>
                                </p:cTn>
                              </p:par>
                            </p:childTnLst>
                          </p:cTn>
                        </p:par>
                        <p:par>
                          <p:cTn id="18" fill="hold">
                            <p:stCondLst>
                              <p:cond delay="1500"/>
                            </p:stCondLst>
                            <p:childTnLst>
                              <p:par>
                                <p:cTn id="19" presetID="10" presetClass="entr" presetSubtype="0" fill="hold" grpId="0" nodeType="afterEffect">
                                  <p:stCondLst>
                                    <p:cond delay="0"/>
                                  </p:stCondLst>
                                  <p:childTnLst>
                                    <p:set>
                                      <p:cBhvr>
                                        <p:cTn id="20" dur="1" fill="hold">
                                          <p:stCondLst>
                                            <p:cond delay="0"/>
                                          </p:stCondLst>
                                        </p:cTn>
                                        <p:tgtEl>
                                          <p:spTgt spid="9"/>
                                        </p:tgtEl>
                                        <p:attrNameLst>
                                          <p:attrName>style.visibility</p:attrName>
                                        </p:attrNameLst>
                                      </p:cBhvr>
                                      <p:to>
                                        <p:strVal val="visible"/>
                                      </p:to>
                                    </p:set>
                                    <p:animEffect transition="in" filter="fade">
                                      <p:cBhvr>
                                        <p:cTn id="21" dur="500"/>
                                        <p:tgtEl>
                                          <p:spTgt spid="9"/>
                                        </p:tgtEl>
                                      </p:cBhvr>
                                    </p:animEffect>
                                  </p:childTnLst>
                                </p:cTn>
                              </p:par>
                            </p:childTnLst>
                          </p:cTn>
                        </p:par>
                        <p:par>
                          <p:cTn id="22" fill="hold">
                            <p:stCondLst>
                              <p:cond delay="2000"/>
                            </p:stCondLst>
                            <p:childTnLst>
                              <p:par>
                                <p:cTn id="23" presetID="10" presetClass="entr" presetSubtype="0" fill="hold" nodeType="afterEffect">
                                  <p:stCondLst>
                                    <p:cond delay="0"/>
                                  </p:stCondLst>
                                  <p:childTnLst>
                                    <p:set>
                                      <p:cBhvr>
                                        <p:cTn id="24" dur="1" fill="hold">
                                          <p:stCondLst>
                                            <p:cond delay="0"/>
                                          </p:stCondLst>
                                        </p:cTn>
                                        <p:tgtEl>
                                          <p:spTgt spid="21"/>
                                        </p:tgtEl>
                                        <p:attrNameLst>
                                          <p:attrName>style.visibility</p:attrName>
                                        </p:attrNameLst>
                                      </p:cBhvr>
                                      <p:to>
                                        <p:strVal val="visible"/>
                                      </p:to>
                                    </p:set>
                                    <p:animEffect transition="in" filter="fade">
                                      <p:cBhvr>
                                        <p:cTn id="25" dur="500"/>
                                        <p:tgtEl>
                                          <p:spTgt spid="21"/>
                                        </p:tgtEl>
                                      </p:cBhvr>
                                    </p:animEffect>
                                  </p:childTnLst>
                                </p:cTn>
                              </p:par>
                            </p:childTnLst>
                          </p:cTn>
                        </p:par>
                        <p:par>
                          <p:cTn id="26" fill="hold">
                            <p:stCondLst>
                              <p:cond delay="2500"/>
                            </p:stCondLst>
                            <p:childTnLst>
                              <p:par>
                                <p:cTn id="27" presetID="53" presetClass="entr" presetSubtype="16" fill="hold" grpId="0" nodeType="afterEffect">
                                  <p:stCondLst>
                                    <p:cond delay="0"/>
                                  </p:stCondLst>
                                  <p:childTnLst>
                                    <p:set>
                                      <p:cBhvr>
                                        <p:cTn id="28" dur="1" fill="hold">
                                          <p:stCondLst>
                                            <p:cond delay="0"/>
                                          </p:stCondLst>
                                        </p:cTn>
                                        <p:tgtEl>
                                          <p:spTgt spid="10"/>
                                        </p:tgtEl>
                                        <p:attrNameLst>
                                          <p:attrName>style.visibility</p:attrName>
                                        </p:attrNameLst>
                                      </p:cBhvr>
                                      <p:to>
                                        <p:strVal val="visible"/>
                                      </p:to>
                                    </p:set>
                                    <p:anim calcmode="lin" valueType="num">
                                      <p:cBhvr>
                                        <p:cTn id="29" dur="500" fill="hold"/>
                                        <p:tgtEl>
                                          <p:spTgt spid="10"/>
                                        </p:tgtEl>
                                        <p:attrNameLst>
                                          <p:attrName>ppt_w</p:attrName>
                                        </p:attrNameLst>
                                      </p:cBhvr>
                                      <p:tavLst>
                                        <p:tav tm="0">
                                          <p:val>
                                            <p:fltVal val="0"/>
                                          </p:val>
                                        </p:tav>
                                        <p:tav tm="100000">
                                          <p:val>
                                            <p:strVal val="#ppt_w"/>
                                          </p:val>
                                        </p:tav>
                                      </p:tavLst>
                                    </p:anim>
                                    <p:anim calcmode="lin" valueType="num">
                                      <p:cBhvr>
                                        <p:cTn id="30" dur="500" fill="hold"/>
                                        <p:tgtEl>
                                          <p:spTgt spid="10"/>
                                        </p:tgtEl>
                                        <p:attrNameLst>
                                          <p:attrName>ppt_h</p:attrName>
                                        </p:attrNameLst>
                                      </p:cBhvr>
                                      <p:tavLst>
                                        <p:tav tm="0">
                                          <p:val>
                                            <p:fltVal val="0"/>
                                          </p:val>
                                        </p:tav>
                                        <p:tav tm="100000">
                                          <p:val>
                                            <p:strVal val="#ppt_h"/>
                                          </p:val>
                                        </p:tav>
                                      </p:tavLst>
                                    </p:anim>
                                    <p:animEffect transition="in" filter="fade">
                                      <p:cBhvr>
                                        <p:cTn id="31" dur="500"/>
                                        <p:tgtEl>
                                          <p:spTgt spid="10"/>
                                        </p:tgtEl>
                                      </p:cBhvr>
                                    </p:animEffect>
                                  </p:childTnLst>
                                </p:cTn>
                              </p:par>
                            </p:childTnLst>
                          </p:cTn>
                        </p:par>
                        <p:par>
                          <p:cTn id="32" fill="hold">
                            <p:stCondLst>
                              <p:cond delay="3000"/>
                            </p:stCondLst>
                            <p:childTnLst>
                              <p:par>
                                <p:cTn id="33" presetID="10" presetClass="entr" presetSubtype="0" fill="hold" grpId="0" nodeType="afterEffect">
                                  <p:stCondLst>
                                    <p:cond delay="0"/>
                                  </p:stCondLst>
                                  <p:childTnLst>
                                    <p:set>
                                      <p:cBhvr>
                                        <p:cTn id="34" dur="1" fill="hold">
                                          <p:stCondLst>
                                            <p:cond delay="0"/>
                                          </p:stCondLst>
                                        </p:cTn>
                                        <p:tgtEl>
                                          <p:spTgt spid="13"/>
                                        </p:tgtEl>
                                        <p:attrNameLst>
                                          <p:attrName>style.visibility</p:attrName>
                                        </p:attrNameLst>
                                      </p:cBhvr>
                                      <p:to>
                                        <p:strVal val="visible"/>
                                      </p:to>
                                    </p:set>
                                    <p:animEffect transition="in" filter="fade">
                                      <p:cBhvr>
                                        <p:cTn id="35" dur="500"/>
                                        <p:tgtEl>
                                          <p:spTgt spid="13"/>
                                        </p:tgtEl>
                                      </p:cBhvr>
                                    </p:animEffect>
                                  </p:childTnLst>
                                </p:cTn>
                              </p:par>
                            </p:childTnLst>
                          </p:cTn>
                        </p:par>
                        <p:par>
                          <p:cTn id="36" fill="hold">
                            <p:stCondLst>
                              <p:cond delay="3500"/>
                            </p:stCondLst>
                            <p:childTnLst>
                              <p:par>
                                <p:cTn id="37" presetID="53" presetClass="entr" presetSubtype="16" fill="hold" grpId="0" nodeType="afterEffect" nodePh="1">
                                  <p:stCondLst>
                                    <p:cond delay="0"/>
                                  </p:stCondLst>
                                  <p:endCondLst>
                                    <p:cond evt="begin" delay="0">
                                      <p:tn val="37"/>
                                    </p:cond>
                                  </p:endCondLst>
                                  <p:childTnLst>
                                    <p:set>
                                      <p:cBhvr>
                                        <p:cTn id="38" dur="1" fill="hold">
                                          <p:stCondLst>
                                            <p:cond delay="0"/>
                                          </p:stCondLst>
                                        </p:cTn>
                                        <p:tgtEl>
                                          <p:spTgt spid="15">
                                            <p:txEl>
                                              <p:pRg st="0" end="0"/>
                                            </p:txEl>
                                          </p:spTgt>
                                        </p:tgtEl>
                                        <p:attrNameLst>
                                          <p:attrName>style.visibility</p:attrName>
                                        </p:attrNameLst>
                                      </p:cBhvr>
                                      <p:to>
                                        <p:strVal val="visible"/>
                                      </p:to>
                                    </p:set>
                                    <p:anim calcmode="lin" valueType="num">
                                      <p:cBhvr>
                                        <p:cTn id="39" dur="500" fill="hold"/>
                                        <p:tgtEl>
                                          <p:spTgt spid="15">
                                            <p:txEl>
                                              <p:pRg st="0" end="0"/>
                                            </p:txEl>
                                          </p:spTgt>
                                        </p:tgtEl>
                                        <p:attrNameLst>
                                          <p:attrName>ppt_w</p:attrName>
                                        </p:attrNameLst>
                                      </p:cBhvr>
                                      <p:tavLst>
                                        <p:tav tm="0">
                                          <p:val>
                                            <p:fltVal val="0"/>
                                          </p:val>
                                        </p:tav>
                                        <p:tav tm="100000">
                                          <p:val>
                                            <p:strVal val="#ppt_w"/>
                                          </p:val>
                                        </p:tav>
                                      </p:tavLst>
                                    </p:anim>
                                    <p:anim calcmode="lin" valueType="num">
                                      <p:cBhvr>
                                        <p:cTn id="40" dur="500" fill="hold"/>
                                        <p:tgtEl>
                                          <p:spTgt spid="15">
                                            <p:txEl>
                                              <p:pRg st="0" end="0"/>
                                            </p:txEl>
                                          </p:spTgt>
                                        </p:tgtEl>
                                        <p:attrNameLst>
                                          <p:attrName>ppt_h</p:attrName>
                                        </p:attrNameLst>
                                      </p:cBhvr>
                                      <p:tavLst>
                                        <p:tav tm="0">
                                          <p:val>
                                            <p:fltVal val="0"/>
                                          </p:val>
                                        </p:tav>
                                        <p:tav tm="100000">
                                          <p:val>
                                            <p:strVal val="#ppt_h"/>
                                          </p:val>
                                        </p:tav>
                                      </p:tavLst>
                                    </p:anim>
                                    <p:animEffect transition="in" filter="fade">
                                      <p:cBhvr>
                                        <p:cTn id="41" dur="500"/>
                                        <p:tgtEl>
                                          <p:spTgt spid="15">
                                            <p:txEl>
                                              <p:pRg st="0" end="0"/>
                                            </p:txEl>
                                          </p:spTgt>
                                        </p:tgtEl>
                                      </p:cBhvr>
                                    </p:animEffect>
                                  </p:childTnLst>
                                </p:cTn>
                              </p:par>
                            </p:childTnLst>
                          </p:cTn>
                        </p:par>
                        <p:par>
                          <p:cTn id="42" fill="hold">
                            <p:stCondLst>
                              <p:cond delay="4000"/>
                            </p:stCondLst>
                            <p:childTnLst>
                              <p:par>
                                <p:cTn id="43" presetID="42" presetClass="entr" presetSubtype="0" fill="hold" grpId="0" nodeType="afterEffect" nodePh="1">
                                  <p:stCondLst>
                                    <p:cond delay="0"/>
                                  </p:stCondLst>
                                  <p:endCondLst>
                                    <p:cond evt="begin" delay="0">
                                      <p:tn val="43"/>
                                    </p:cond>
                                  </p:endCondLst>
                                  <p:childTnLst>
                                    <p:set>
                                      <p:cBhvr>
                                        <p:cTn id="44" dur="1" fill="hold">
                                          <p:stCondLst>
                                            <p:cond delay="0"/>
                                          </p:stCondLst>
                                        </p:cTn>
                                        <p:tgtEl>
                                          <p:spTgt spid="16">
                                            <p:txEl>
                                              <p:pRg st="0" end="0"/>
                                            </p:txEl>
                                          </p:spTgt>
                                        </p:tgtEl>
                                        <p:attrNameLst>
                                          <p:attrName>style.visibility</p:attrName>
                                        </p:attrNameLst>
                                      </p:cBhvr>
                                      <p:to>
                                        <p:strVal val="visible"/>
                                      </p:to>
                                    </p:set>
                                    <p:animEffect transition="in" filter="fade">
                                      <p:cBhvr>
                                        <p:cTn id="45" dur="500"/>
                                        <p:tgtEl>
                                          <p:spTgt spid="16">
                                            <p:txEl>
                                              <p:pRg st="0" end="0"/>
                                            </p:txEl>
                                          </p:spTgt>
                                        </p:tgtEl>
                                      </p:cBhvr>
                                    </p:animEffect>
                                    <p:anim calcmode="lin" valueType="num">
                                      <p:cBhvr>
                                        <p:cTn id="46" dur="500" fill="hold"/>
                                        <p:tgtEl>
                                          <p:spTgt spid="16">
                                            <p:txEl>
                                              <p:pRg st="0" end="0"/>
                                            </p:txEl>
                                          </p:spTgt>
                                        </p:tgtEl>
                                        <p:attrNameLst>
                                          <p:attrName>ppt_x</p:attrName>
                                        </p:attrNameLst>
                                      </p:cBhvr>
                                      <p:tavLst>
                                        <p:tav tm="0">
                                          <p:val>
                                            <p:strVal val="#ppt_x"/>
                                          </p:val>
                                        </p:tav>
                                        <p:tav tm="100000">
                                          <p:val>
                                            <p:strVal val="#ppt_x"/>
                                          </p:val>
                                        </p:tav>
                                      </p:tavLst>
                                    </p:anim>
                                    <p:anim calcmode="lin" valueType="num">
                                      <p:cBhvr>
                                        <p:cTn id="47" dur="500" fill="hold"/>
                                        <p:tgtEl>
                                          <p:spTgt spid="16">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7" grpId="0" animBg="1"/>
      <p:bldP spid="9" grpId="0" animBg="1"/>
      <p:bldP spid="10" grpId="0" animBg="1"/>
      <p:bldP spid="13" grpId="0" animBg="1"/>
      <p:bldP spid="15"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5"/>
                        </p:tgtEl>
                        <p:attrNameLst>
                          <p:attrName>style.visibility</p:attrName>
                        </p:attrNameLst>
                      </p:cBhvr>
                      <p:to>
                        <p:strVal val="visible"/>
                      </p:to>
                    </p:set>
                    <p:anim calcmode="lin" valueType="num">
                      <p:cBhvr>
                        <p:cTn dur="500" fill="hold"/>
                        <p:tgtEl>
                          <p:spTgt spid="15"/>
                        </p:tgtEl>
                        <p:attrNameLst>
                          <p:attrName>ppt_w</p:attrName>
                        </p:attrNameLst>
                      </p:cBhvr>
                      <p:tavLst>
                        <p:tav tm="0">
                          <p:val>
                            <p:fltVal val="0"/>
                          </p:val>
                        </p:tav>
                        <p:tav tm="100000">
                          <p:val>
                            <p:strVal val="#ppt_w"/>
                          </p:val>
                        </p:tav>
                      </p:tavLst>
                    </p:anim>
                    <p:anim calcmode="lin" valueType="num">
                      <p:cBhvr>
                        <p:cTn dur="500" fill="hold"/>
                        <p:tgtEl>
                          <p:spTgt spid="15"/>
                        </p:tgtEl>
                        <p:attrNameLst>
                          <p:attrName>ppt_h</p:attrName>
                        </p:attrNameLst>
                      </p:cBhvr>
                      <p:tavLst>
                        <p:tav tm="0">
                          <p:val>
                            <p:fltVal val="0"/>
                          </p:val>
                        </p:tav>
                        <p:tav tm="100000">
                          <p:val>
                            <p:strVal val="#ppt_h"/>
                          </p:val>
                        </p:tav>
                      </p:tavLst>
                    </p:anim>
                    <p:animEffect transition="in" filter="fade">
                      <p:cBhvr>
                        <p:cTn dur="500"/>
                        <p:tgtEl>
                          <p:spTgt spid="15"/>
                        </p:tgtEl>
                      </p:cBhvr>
                    </p:animEffect>
                  </p:childTnLst>
                </p:cTn>
              </p:par>
            </p:tnLst>
          </p:tmpl>
        </p:tmplLst>
      </p:bldP>
      <p:bldP spid="16"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6"/>
                        </p:tgtEl>
                        <p:attrNameLst>
                          <p:attrName>style.visibility</p:attrName>
                        </p:attrNameLst>
                      </p:cBhvr>
                      <p:to>
                        <p:strVal val="visible"/>
                      </p:to>
                    </p:set>
                    <p:animEffect transition="in" filter="fade">
                      <p:cBhvr>
                        <p:cTn dur="500"/>
                        <p:tgtEl>
                          <p:spTgt spid="16"/>
                        </p:tgtEl>
                      </p:cBhvr>
                    </p:animEffect>
                    <p:anim calcmode="lin" valueType="num">
                      <p:cBhvr>
                        <p:cTn dur="500" fill="hold"/>
                        <p:tgtEl>
                          <p:spTgt spid="16"/>
                        </p:tgtEl>
                        <p:attrNameLst>
                          <p:attrName>ppt_x</p:attrName>
                        </p:attrNameLst>
                      </p:cBhvr>
                      <p:tavLst>
                        <p:tav tm="0">
                          <p:val>
                            <p:strVal val="#ppt_x"/>
                          </p:val>
                        </p:tav>
                        <p:tav tm="100000">
                          <p:val>
                            <p:strVal val="#ppt_x"/>
                          </p:val>
                        </p:tav>
                      </p:tavLst>
                    </p:anim>
                    <p:anim calcmode="lin" valueType="num">
                      <p:cBhvr>
                        <p:cTn dur="500" fill="hold"/>
                        <p:tgtEl>
                          <p:spTgt spid="16"/>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538.xml><?xml version="1.0" encoding="utf-8"?>
<p:sldLayout xmlns:a="http://schemas.openxmlformats.org/drawingml/2006/main" xmlns:r="http://schemas.openxmlformats.org/officeDocument/2006/relationships" xmlns:p="http://schemas.openxmlformats.org/presentationml/2006/main" preserve="1" userDrawn="1">
  <p:cSld name="20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grpSp>
        <p:nvGrpSpPr>
          <p:cNvPr id="6" name="Group 5"/>
          <p:cNvGrpSpPr/>
          <p:nvPr userDrawn="1"/>
        </p:nvGrpSpPr>
        <p:grpSpPr>
          <a:xfrm>
            <a:off x="0" y="2827606"/>
            <a:ext cx="6136175" cy="4030394"/>
            <a:chOff x="1017405" y="2693983"/>
            <a:chExt cx="6794663" cy="4462905"/>
          </a:xfrm>
        </p:grpSpPr>
        <p:grpSp>
          <p:nvGrpSpPr>
            <p:cNvPr id="7" name="Group 6"/>
            <p:cNvGrpSpPr/>
            <p:nvPr/>
          </p:nvGrpSpPr>
          <p:grpSpPr>
            <a:xfrm>
              <a:off x="1017405" y="2693983"/>
              <a:ext cx="6794663" cy="4462905"/>
              <a:chOff x="1017405" y="2693983"/>
              <a:chExt cx="6794663" cy="4462905"/>
            </a:xfrm>
          </p:grpSpPr>
          <p:sp>
            <p:nvSpPr>
              <p:cNvPr id="9" name="AutoShape 1"/>
              <p:cNvSpPr>
                <a:spLocks/>
              </p:cNvSpPr>
              <p:nvPr/>
            </p:nvSpPr>
            <p:spPr bwMode="auto">
              <a:xfrm>
                <a:off x="1017405" y="2693983"/>
                <a:ext cx="6794663" cy="4462905"/>
              </a:xfrm>
              <a:prstGeom prst="roundRect">
                <a:avLst>
                  <a:gd name="adj" fmla="val 1292"/>
                </a:avLst>
              </a:prstGeom>
              <a:solidFill>
                <a:srgbClr val="343434"/>
              </a:solidFill>
              <a:ln w="25400" cap="flat">
                <a:noFill/>
                <a:prstDash val="solid"/>
                <a:miter lim="800000"/>
                <a:headEnd type="none" w="med" len="med"/>
                <a:tailEnd type="none" w="med" len="med"/>
              </a:ln>
              <a:effectLst>
                <a:outerShdw blurRad="254000" dist="114299" dir="5340024" algn="ctr" rotWithShape="0">
                  <a:schemeClr val="bg2">
                    <a:alpha val="39000"/>
                  </a:schemeClr>
                </a:outerShdw>
              </a:effectLst>
            </p:spPr>
            <p:txBody>
              <a:bodyPr lIns="0" tIns="0" rIns="0" bIns="0"/>
              <a:lstStyle/>
              <a:p>
                <a:pPr fontAlgn="auto">
                  <a:spcBef>
                    <a:spcPts val="0"/>
                  </a:spcBef>
                  <a:spcAft>
                    <a:spcPts val="0"/>
                  </a:spcAft>
                </a:pPr>
                <a:endParaRPr lang="id-ID">
                  <a:solidFill>
                    <a:prstClr val="black"/>
                  </a:solidFill>
                  <a:latin typeface="Roboto Lt"/>
                  <a:cs typeface="+mn-cs"/>
                </a:endParaRPr>
              </a:p>
            </p:txBody>
          </p:sp>
          <p:sp>
            <p:nvSpPr>
              <p:cNvPr id="10" name="Rectangle 2"/>
              <p:cNvSpPr>
                <a:spLocks/>
              </p:cNvSpPr>
              <p:nvPr/>
            </p:nvSpPr>
            <p:spPr bwMode="auto">
              <a:xfrm>
                <a:off x="1017405" y="3024940"/>
                <a:ext cx="6794663" cy="315914"/>
              </a:xfrm>
              <a:prstGeom prst="rect">
                <a:avLst/>
              </a:prstGeom>
              <a:solidFill>
                <a:srgbClr val="CDCDCD"/>
              </a:solidFill>
              <a:ln w="25400" cap="flat">
                <a:solidFill>
                  <a:srgbClr val="CDCDCD"/>
                </a:solidFill>
                <a:prstDash val="solid"/>
                <a:miter lim="800000"/>
                <a:headEnd type="none" w="med" len="med"/>
                <a:tailEnd type="none" w="med" len="med"/>
              </a:ln>
            </p:spPr>
            <p:txBody>
              <a:bodyPr lIns="0" tIns="0" rIns="0" bIns="0"/>
              <a:lstStyle/>
              <a:p>
                <a:pPr fontAlgn="auto">
                  <a:spcBef>
                    <a:spcPts val="0"/>
                  </a:spcBef>
                  <a:spcAft>
                    <a:spcPts val="0"/>
                  </a:spcAft>
                </a:pPr>
                <a:endParaRPr lang="id-ID">
                  <a:solidFill>
                    <a:prstClr val="black"/>
                  </a:solidFill>
                  <a:latin typeface="Roboto Lt"/>
                  <a:cs typeface="+mn-cs"/>
                </a:endParaRPr>
              </a:p>
            </p:txBody>
          </p:sp>
          <p:sp>
            <p:nvSpPr>
              <p:cNvPr id="11" name="AutoShape 3"/>
              <p:cNvSpPr>
                <a:spLocks/>
              </p:cNvSpPr>
              <p:nvPr/>
            </p:nvSpPr>
            <p:spPr bwMode="auto">
              <a:xfrm>
                <a:off x="2035351" y="2779231"/>
                <a:ext cx="2064459" cy="561624"/>
              </a:xfrm>
              <a:prstGeom prst="roundRect">
                <a:avLst>
                  <a:gd name="adj" fmla="val 11986"/>
                </a:avLst>
              </a:prstGeom>
              <a:solidFill>
                <a:srgbClr val="CDCDCD"/>
              </a:solidFill>
              <a:ln w="25400" cap="flat">
                <a:solidFill>
                  <a:srgbClr val="CDCDCD"/>
                </a:solidFill>
                <a:prstDash val="solid"/>
                <a:miter lim="800000"/>
                <a:headEnd type="none" w="med" len="med"/>
                <a:tailEnd type="none" w="med" len="med"/>
              </a:ln>
            </p:spPr>
            <p:txBody>
              <a:bodyPr lIns="0" tIns="0" rIns="0" bIns="0"/>
              <a:lstStyle/>
              <a:p>
                <a:pPr fontAlgn="auto">
                  <a:spcBef>
                    <a:spcPts val="0"/>
                  </a:spcBef>
                  <a:spcAft>
                    <a:spcPts val="0"/>
                  </a:spcAft>
                </a:pPr>
                <a:endParaRPr lang="id-ID">
                  <a:solidFill>
                    <a:prstClr val="black"/>
                  </a:solidFill>
                  <a:latin typeface="Roboto Lt"/>
                  <a:cs typeface="+mn-cs"/>
                </a:endParaRPr>
              </a:p>
            </p:txBody>
          </p:sp>
          <p:sp>
            <p:nvSpPr>
              <p:cNvPr id="12" name="Oval 4"/>
              <p:cNvSpPr>
                <a:spLocks/>
              </p:cNvSpPr>
              <p:nvPr/>
            </p:nvSpPr>
            <p:spPr bwMode="auto">
              <a:xfrm>
                <a:off x="1137753" y="2814331"/>
                <a:ext cx="95903" cy="95276"/>
              </a:xfrm>
              <a:prstGeom prst="ellipse">
                <a:avLst/>
              </a:prstGeom>
              <a:solidFill>
                <a:schemeClr val="accent1"/>
              </a:solidFill>
              <a:ln w="25400" cap="flat">
                <a:noFill/>
                <a:prstDash val="solid"/>
                <a:miter lim="800000"/>
                <a:headEnd type="none" w="med" len="med"/>
                <a:tailEnd type="none" w="med" len="med"/>
              </a:ln>
            </p:spPr>
            <p:txBody>
              <a:bodyPr lIns="0" tIns="0" rIns="0" bIns="0"/>
              <a:lstStyle/>
              <a:p>
                <a:pPr fontAlgn="auto">
                  <a:spcBef>
                    <a:spcPts val="0"/>
                  </a:spcBef>
                  <a:spcAft>
                    <a:spcPts val="0"/>
                  </a:spcAft>
                </a:pPr>
                <a:endParaRPr lang="id-ID">
                  <a:solidFill>
                    <a:prstClr val="black"/>
                  </a:solidFill>
                  <a:latin typeface="Roboto Lt"/>
                  <a:cs typeface="+mn-cs"/>
                </a:endParaRPr>
              </a:p>
            </p:txBody>
          </p:sp>
          <p:sp>
            <p:nvSpPr>
              <p:cNvPr id="13" name="Oval 5"/>
              <p:cNvSpPr>
                <a:spLocks/>
              </p:cNvSpPr>
              <p:nvPr/>
            </p:nvSpPr>
            <p:spPr bwMode="auto">
              <a:xfrm>
                <a:off x="1307620" y="2814331"/>
                <a:ext cx="95903" cy="95276"/>
              </a:xfrm>
              <a:prstGeom prst="ellipse">
                <a:avLst/>
              </a:prstGeom>
              <a:solidFill>
                <a:schemeClr val="accent2"/>
              </a:solidFill>
              <a:ln w="25400" cap="flat">
                <a:noFill/>
                <a:prstDash val="solid"/>
                <a:miter lim="800000"/>
                <a:headEnd type="none" w="med" len="med"/>
                <a:tailEnd type="none" w="med" len="med"/>
              </a:ln>
            </p:spPr>
            <p:txBody>
              <a:bodyPr lIns="0" tIns="0" rIns="0" bIns="0"/>
              <a:lstStyle/>
              <a:p>
                <a:pPr fontAlgn="auto">
                  <a:spcBef>
                    <a:spcPts val="0"/>
                  </a:spcBef>
                  <a:spcAft>
                    <a:spcPts val="0"/>
                  </a:spcAft>
                </a:pPr>
                <a:endParaRPr lang="id-ID">
                  <a:solidFill>
                    <a:prstClr val="black"/>
                  </a:solidFill>
                  <a:latin typeface="Roboto Lt"/>
                  <a:cs typeface="+mn-cs"/>
                </a:endParaRPr>
              </a:p>
            </p:txBody>
          </p:sp>
          <p:sp>
            <p:nvSpPr>
              <p:cNvPr id="14" name="Oval 6"/>
              <p:cNvSpPr>
                <a:spLocks/>
              </p:cNvSpPr>
              <p:nvPr/>
            </p:nvSpPr>
            <p:spPr bwMode="auto">
              <a:xfrm>
                <a:off x="1477486" y="2814331"/>
                <a:ext cx="95903" cy="95276"/>
              </a:xfrm>
              <a:prstGeom prst="ellipse">
                <a:avLst/>
              </a:prstGeom>
              <a:solidFill>
                <a:schemeClr val="accent4"/>
              </a:solidFill>
              <a:ln w="25400" cap="flat">
                <a:noFill/>
                <a:prstDash val="solid"/>
                <a:miter lim="800000"/>
                <a:headEnd type="none" w="med" len="med"/>
                <a:tailEnd type="none" w="med" len="med"/>
              </a:ln>
            </p:spPr>
            <p:txBody>
              <a:bodyPr lIns="0" tIns="0" rIns="0" bIns="0"/>
              <a:lstStyle/>
              <a:p>
                <a:pPr fontAlgn="auto">
                  <a:spcBef>
                    <a:spcPts val="0"/>
                  </a:spcBef>
                  <a:spcAft>
                    <a:spcPts val="0"/>
                  </a:spcAft>
                </a:pPr>
                <a:endParaRPr lang="id-ID">
                  <a:solidFill>
                    <a:prstClr val="black"/>
                  </a:solidFill>
                  <a:latin typeface="Roboto Lt"/>
                  <a:cs typeface="+mn-cs"/>
                </a:endParaRPr>
              </a:p>
            </p:txBody>
          </p:sp>
          <p:sp>
            <p:nvSpPr>
              <p:cNvPr id="15" name="Rectangle 11"/>
              <p:cNvSpPr>
                <a:spLocks/>
              </p:cNvSpPr>
              <p:nvPr/>
            </p:nvSpPr>
            <p:spPr bwMode="auto">
              <a:xfrm>
                <a:off x="2205844" y="3085114"/>
                <a:ext cx="5104773" cy="200580"/>
              </a:xfrm>
              <a:prstGeom prst="rect">
                <a:avLst/>
              </a:prstGeom>
              <a:solidFill>
                <a:srgbClr val="FFFFFF"/>
              </a:solidFill>
              <a:ln w="25400" cap="flat">
                <a:solidFill>
                  <a:srgbClr val="B3B3B3"/>
                </a:solidFill>
                <a:prstDash val="solid"/>
                <a:miter lim="800000"/>
                <a:headEnd type="none" w="med" len="med"/>
                <a:tailEnd type="none" w="med" len="med"/>
              </a:ln>
            </p:spPr>
            <p:txBody>
              <a:bodyPr lIns="0" tIns="0" rIns="0" bIns="0"/>
              <a:lstStyle/>
              <a:p>
                <a:pPr fontAlgn="auto">
                  <a:spcBef>
                    <a:spcPts val="0"/>
                  </a:spcBef>
                  <a:spcAft>
                    <a:spcPts val="0"/>
                  </a:spcAft>
                </a:pPr>
                <a:endParaRPr lang="id-ID" dirty="0">
                  <a:solidFill>
                    <a:prstClr val="black"/>
                  </a:solidFill>
                  <a:latin typeface="Roboto Lt"/>
                  <a:cs typeface="+mn-cs"/>
                </a:endParaRPr>
              </a:p>
            </p:txBody>
          </p:sp>
          <p:sp>
            <p:nvSpPr>
              <p:cNvPr id="16" name="Freeform 9"/>
              <p:cNvSpPr>
                <a:spLocks/>
              </p:cNvSpPr>
              <p:nvPr/>
            </p:nvSpPr>
            <p:spPr bwMode="auto">
              <a:xfrm rot="18900000">
                <a:off x="3964946" y="2855903"/>
                <a:ext cx="99496" cy="99498"/>
              </a:xfrm>
              <a:custGeom>
                <a:avLst/>
                <a:gdLst>
                  <a:gd name="T0" fmla="*/ 42 w 64"/>
                  <a:gd name="T1" fmla="*/ 0 h 64"/>
                  <a:gd name="T2" fmla="*/ 21 w 64"/>
                  <a:gd name="T3" fmla="*/ 0 h 64"/>
                  <a:gd name="T4" fmla="*/ 21 w 64"/>
                  <a:gd name="T5" fmla="*/ 21 h 64"/>
                  <a:gd name="T6" fmla="*/ 0 w 64"/>
                  <a:gd name="T7" fmla="*/ 21 h 64"/>
                  <a:gd name="T8" fmla="*/ 0 w 64"/>
                  <a:gd name="T9" fmla="*/ 42 h 64"/>
                  <a:gd name="T10" fmla="*/ 21 w 64"/>
                  <a:gd name="T11" fmla="*/ 42 h 64"/>
                  <a:gd name="T12" fmla="*/ 21 w 64"/>
                  <a:gd name="T13" fmla="*/ 64 h 64"/>
                  <a:gd name="T14" fmla="*/ 42 w 64"/>
                  <a:gd name="T15" fmla="*/ 64 h 64"/>
                  <a:gd name="T16" fmla="*/ 42 w 64"/>
                  <a:gd name="T17" fmla="*/ 42 h 64"/>
                  <a:gd name="T18" fmla="*/ 64 w 64"/>
                  <a:gd name="T19" fmla="*/ 42 h 64"/>
                  <a:gd name="T20" fmla="*/ 64 w 64"/>
                  <a:gd name="T21" fmla="*/ 21 h 64"/>
                  <a:gd name="T22" fmla="*/ 42 w 64"/>
                  <a:gd name="T23" fmla="*/ 21 h 64"/>
                  <a:gd name="T24" fmla="*/ 42 w 64"/>
                  <a:gd name="T25"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4" h="64">
                    <a:moveTo>
                      <a:pt x="42" y="0"/>
                    </a:moveTo>
                    <a:lnTo>
                      <a:pt x="21" y="0"/>
                    </a:lnTo>
                    <a:lnTo>
                      <a:pt x="21" y="21"/>
                    </a:lnTo>
                    <a:lnTo>
                      <a:pt x="0" y="21"/>
                    </a:lnTo>
                    <a:lnTo>
                      <a:pt x="0" y="42"/>
                    </a:lnTo>
                    <a:lnTo>
                      <a:pt x="21" y="42"/>
                    </a:lnTo>
                    <a:lnTo>
                      <a:pt x="21" y="64"/>
                    </a:lnTo>
                    <a:lnTo>
                      <a:pt x="42" y="64"/>
                    </a:lnTo>
                    <a:lnTo>
                      <a:pt x="42" y="42"/>
                    </a:lnTo>
                    <a:lnTo>
                      <a:pt x="64" y="42"/>
                    </a:lnTo>
                    <a:lnTo>
                      <a:pt x="64" y="21"/>
                    </a:lnTo>
                    <a:lnTo>
                      <a:pt x="42" y="21"/>
                    </a:lnTo>
                    <a:lnTo>
                      <a:pt x="42" y="0"/>
                    </a:lnTo>
                    <a:close/>
                  </a:path>
                </a:pathLst>
              </a:custGeom>
              <a:solidFill>
                <a:schemeClr val="bg1">
                  <a:lumMod val="5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grpSp>
            <p:nvGrpSpPr>
              <p:cNvPr id="17" name="Group 16"/>
              <p:cNvGrpSpPr/>
              <p:nvPr/>
            </p:nvGrpSpPr>
            <p:grpSpPr>
              <a:xfrm>
                <a:off x="7494380" y="2779230"/>
                <a:ext cx="155357" cy="155272"/>
                <a:chOff x="4763" y="0"/>
                <a:chExt cx="2900362" cy="2898775"/>
              </a:xfrm>
              <a:solidFill>
                <a:schemeClr val="bg1">
                  <a:lumMod val="50000"/>
                </a:schemeClr>
              </a:solidFill>
            </p:grpSpPr>
            <p:sp>
              <p:nvSpPr>
                <p:cNvPr id="20" name="Freeform 13"/>
                <p:cNvSpPr>
                  <a:spLocks/>
                </p:cNvSpPr>
                <p:nvPr/>
              </p:nvSpPr>
              <p:spPr bwMode="auto">
                <a:xfrm>
                  <a:off x="4763" y="0"/>
                  <a:ext cx="727075" cy="722313"/>
                </a:xfrm>
                <a:custGeom>
                  <a:avLst/>
                  <a:gdLst>
                    <a:gd name="T0" fmla="*/ 168 w 193"/>
                    <a:gd name="T1" fmla="*/ 0 h 192"/>
                    <a:gd name="T2" fmla="*/ 24 w 193"/>
                    <a:gd name="T3" fmla="*/ 0 h 192"/>
                    <a:gd name="T4" fmla="*/ 0 w 193"/>
                    <a:gd name="T5" fmla="*/ 24 h 192"/>
                    <a:gd name="T6" fmla="*/ 0 w 193"/>
                    <a:gd name="T7" fmla="*/ 168 h 192"/>
                    <a:gd name="T8" fmla="*/ 24 w 193"/>
                    <a:gd name="T9" fmla="*/ 192 h 192"/>
                    <a:gd name="T10" fmla="*/ 168 w 193"/>
                    <a:gd name="T11" fmla="*/ 192 h 192"/>
                    <a:gd name="T12" fmla="*/ 193 w 193"/>
                    <a:gd name="T13" fmla="*/ 168 h 192"/>
                    <a:gd name="T14" fmla="*/ 193 w 193"/>
                    <a:gd name="T15" fmla="*/ 24 h 192"/>
                    <a:gd name="T16" fmla="*/ 168 w 193"/>
                    <a:gd name="T17"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3" h="192">
                      <a:moveTo>
                        <a:pt x="168" y="0"/>
                      </a:moveTo>
                      <a:cubicBezTo>
                        <a:pt x="24" y="0"/>
                        <a:pt x="24" y="0"/>
                        <a:pt x="24" y="0"/>
                      </a:cubicBezTo>
                      <a:cubicBezTo>
                        <a:pt x="11" y="0"/>
                        <a:pt x="0" y="11"/>
                        <a:pt x="0" y="24"/>
                      </a:cubicBezTo>
                      <a:cubicBezTo>
                        <a:pt x="0" y="168"/>
                        <a:pt x="0" y="168"/>
                        <a:pt x="0" y="168"/>
                      </a:cubicBezTo>
                      <a:cubicBezTo>
                        <a:pt x="0" y="182"/>
                        <a:pt x="11" y="192"/>
                        <a:pt x="24" y="192"/>
                      </a:cubicBezTo>
                      <a:cubicBezTo>
                        <a:pt x="168" y="192"/>
                        <a:pt x="168" y="192"/>
                        <a:pt x="168" y="192"/>
                      </a:cubicBezTo>
                      <a:cubicBezTo>
                        <a:pt x="182" y="192"/>
                        <a:pt x="193" y="182"/>
                        <a:pt x="193" y="168"/>
                      </a:cubicBezTo>
                      <a:cubicBezTo>
                        <a:pt x="193" y="24"/>
                        <a:pt x="193" y="24"/>
                        <a:pt x="193" y="24"/>
                      </a:cubicBezTo>
                      <a:cubicBezTo>
                        <a:pt x="193" y="11"/>
                        <a:pt x="182" y="0"/>
                        <a:pt x="168"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sp>
              <p:nvSpPr>
                <p:cNvPr id="21" name="Freeform 14"/>
                <p:cNvSpPr>
                  <a:spLocks/>
                </p:cNvSpPr>
                <p:nvPr/>
              </p:nvSpPr>
              <p:spPr bwMode="auto">
                <a:xfrm>
                  <a:off x="4763" y="1087438"/>
                  <a:ext cx="727075" cy="722313"/>
                </a:xfrm>
                <a:custGeom>
                  <a:avLst/>
                  <a:gdLst>
                    <a:gd name="T0" fmla="*/ 168 w 193"/>
                    <a:gd name="T1" fmla="*/ 0 h 192"/>
                    <a:gd name="T2" fmla="*/ 24 w 193"/>
                    <a:gd name="T3" fmla="*/ 0 h 192"/>
                    <a:gd name="T4" fmla="*/ 0 w 193"/>
                    <a:gd name="T5" fmla="*/ 24 h 192"/>
                    <a:gd name="T6" fmla="*/ 0 w 193"/>
                    <a:gd name="T7" fmla="*/ 168 h 192"/>
                    <a:gd name="T8" fmla="*/ 24 w 193"/>
                    <a:gd name="T9" fmla="*/ 192 h 192"/>
                    <a:gd name="T10" fmla="*/ 168 w 193"/>
                    <a:gd name="T11" fmla="*/ 192 h 192"/>
                    <a:gd name="T12" fmla="*/ 193 w 193"/>
                    <a:gd name="T13" fmla="*/ 168 h 192"/>
                    <a:gd name="T14" fmla="*/ 193 w 193"/>
                    <a:gd name="T15" fmla="*/ 24 h 192"/>
                    <a:gd name="T16" fmla="*/ 168 w 193"/>
                    <a:gd name="T17"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3" h="192">
                      <a:moveTo>
                        <a:pt x="168" y="0"/>
                      </a:moveTo>
                      <a:cubicBezTo>
                        <a:pt x="24" y="0"/>
                        <a:pt x="24" y="0"/>
                        <a:pt x="24" y="0"/>
                      </a:cubicBezTo>
                      <a:cubicBezTo>
                        <a:pt x="11" y="0"/>
                        <a:pt x="0" y="11"/>
                        <a:pt x="0" y="24"/>
                      </a:cubicBezTo>
                      <a:cubicBezTo>
                        <a:pt x="0" y="168"/>
                        <a:pt x="0" y="168"/>
                        <a:pt x="0" y="168"/>
                      </a:cubicBezTo>
                      <a:cubicBezTo>
                        <a:pt x="0" y="181"/>
                        <a:pt x="11" y="192"/>
                        <a:pt x="24" y="192"/>
                      </a:cubicBezTo>
                      <a:cubicBezTo>
                        <a:pt x="168" y="192"/>
                        <a:pt x="168" y="192"/>
                        <a:pt x="168" y="192"/>
                      </a:cubicBezTo>
                      <a:cubicBezTo>
                        <a:pt x="182" y="192"/>
                        <a:pt x="193" y="181"/>
                        <a:pt x="193" y="168"/>
                      </a:cubicBezTo>
                      <a:cubicBezTo>
                        <a:pt x="193" y="24"/>
                        <a:pt x="193" y="24"/>
                        <a:pt x="193" y="24"/>
                      </a:cubicBezTo>
                      <a:cubicBezTo>
                        <a:pt x="193" y="11"/>
                        <a:pt x="182" y="0"/>
                        <a:pt x="168"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sp>
              <p:nvSpPr>
                <p:cNvPr id="22" name="Freeform 15"/>
                <p:cNvSpPr>
                  <a:spLocks/>
                </p:cNvSpPr>
                <p:nvPr/>
              </p:nvSpPr>
              <p:spPr bwMode="auto">
                <a:xfrm>
                  <a:off x="4763" y="2171700"/>
                  <a:ext cx="727075" cy="727075"/>
                </a:xfrm>
                <a:custGeom>
                  <a:avLst/>
                  <a:gdLst>
                    <a:gd name="T0" fmla="*/ 168 w 193"/>
                    <a:gd name="T1" fmla="*/ 0 h 193"/>
                    <a:gd name="T2" fmla="*/ 24 w 193"/>
                    <a:gd name="T3" fmla="*/ 0 h 193"/>
                    <a:gd name="T4" fmla="*/ 0 w 193"/>
                    <a:gd name="T5" fmla="*/ 25 h 193"/>
                    <a:gd name="T6" fmla="*/ 0 w 193"/>
                    <a:gd name="T7" fmla="*/ 169 h 193"/>
                    <a:gd name="T8" fmla="*/ 24 w 193"/>
                    <a:gd name="T9" fmla="*/ 193 h 193"/>
                    <a:gd name="T10" fmla="*/ 168 w 193"/>
                    <a:gd name="T11" fmla="*/ 193 h 193"/>
                    <a:gd name="T12" fmla="*/ 193 w 193"/>
                    <a:gd name="T13" fmla="*/ 169 h 193"/>
                    <a:gd name="T14" fmla="*/ 193 w 193"/>
                    <a:gd name="T15" fmla="*/ 25 h 193"/>
                    <a:gd name="T16" fmla="*/ 168 w 193"/>
                    <a:gd name="T17" fmla="*/ 0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3" h="193">
                      <a:moveTo>
                        <a:pt x="168" y="0"/>
                      </a:moveTo>
                      <a:cubicBezTo>
                        <a:pt x="24" y="0"/>
                        <a:pt x="24" y="0"/>
                        <a:pt x="24" y="0"/>
                      </a:cubicBezTo>
                      <a:cubicBezTo>
                        <a:pt x="11" y="0"/>
                        <a:pt x="0" y="11"/>
                        <a:pt x="0" y="25"/>
                      </a:cubicBezTo>
                      <a:cubicBezTo>
                        <a:pt x="0" y="169"/>
                        <a:pt x="0" y="169"/>
                        <a:pt x="0" y="169"/>
                      </a:cubicBezTo>
                      <a:cubicBezTo>
                        <a:pt x="0" y="182"/>
                        <a:pt x="11" y="193"/>
                        <a:pt x="24" y="193"/>
                      </a:cubicBezTo>
                      <a:cubicBezTo>
                        <a:pt x="168" y="193"/>
                        <a:pt x="168" y="193"/>
                        <a:pt x="168" y="193"/>
                      </a:cubicBezTo>
                      <a:cubicBezTo>
                        <a:pt x="182" y="193"/>
                        <a:pt x="193" y="182"/>
                        <a:pt x="193" y="169"/>
                      </a:cubicBezTo>
                      <a:cubicBezTo>
                        <a:pt x="193" y="25"/>
                        <a:pt x="193" y="25"/>
                        <a:pt x="193" y="25"/>
                      </a:cubicBezTo>
                      <a:cubicBezTo>
                        <a:pt x="193" y="11"/>
                        <a:pt x="182" y="0"/>
                        <a:pt x="168"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sp>
              <p:nvSpPr>
                <p:cNvPr id="23" name="Freeform 16"/>
                <p:cNvSpPr>
                  <a:spLocks/>
                </p:cNvSpPr>
                <p:nvPr/>
              </p:nvSpPr>
              <p:spPr bwMode="auto">
                <a:xfrm>
                  <a:off x="1093788" y="0"/>
                  <a:ext cx="722312" cy="722313"/>
                </a:xfrm>
                <a:custGeom>
                  <a:avLst/>
                  <a:gdLst>
                    <a:gd name="T0" fmla="*/ 168 w 192"/>
                    <a:gd name="T1" fmla="*/ 0 h 192"/>
                    <a:gd name="T2" fmla="*/ 24 w 192"/>
                    <a:gd name="T3" fmla="*/ 0 h 192"/>
                    <a:gd name="T4" fmla="*/ 0 w 192"/>
                    <a:gd name="T5" fmla="*/ 24 h 192"/>
                    <a:gd name="T6" fmla="*/ 0 w 192"/>
                    <a:gd name="T7" fmla="*/ 168 h 192"/>
                    <a:gd name="T8" fmla="*/ 24 w 192"/>
                    <a:gd name="T9" fmla="*/ 192 h 192"/>
                    <a:gd name="T10" fmla="*/ 168 w 192"/>
                    <a:gd name="T11" fmla="*/ 192 h 192"/>
                    <a:gd name="T12" fmla="*/ 192 w 192"/>
                    <a:gd name="T13" fmla="*/ 168 h 192"/>
                    <a:gd name="T14" fmla="*/ 192 w 192"/>
                    <a:gd name="T15" fmla="*/ 24 h 192"/>
                    <a:gd name="T16" fmla="*/ 168 w 192"/>
                    <a:gd name="T17"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192">
                      <a:moveTo>
                        <a:pt x="168" y="0"/>
                      </a:moveTo>
                      <a:cubicBezTo>
                        <a:pt x="24" y="0"/>
                        <a:pt x="24" y="0"/>
                        <a:pt x="24" y="0"/>
                      </a:cubicBezTo>
                      <a:cubicBezTo>
                        <a:pt x="11" y="0"/>
                        <a:pt x="0" y="11"/>
                        <a:pt x="0" y="24"/>
                      </a:cubicBezTo>
                      <a:cubicBezTo>
                        <a:pt x="0" y="168"/>
                        <a:pt x="0" y="168"/>
                        <a:pt x="0" y="168"/>
                      </a:cubicBezTo>
                      <a:cubicBezTo>
                        <a:pt x="0" y="182"/>
                        <a:pt x="11" y="192"/>
                        <a:pt x="24" y="192"/>
                      </a:cubicBezTo>
                      <a:cubicBezTo>
                        <a:pt x="168" y="192"/>
                        <a:pt x="168" y="192"/>
                        <a:pt x="168" y="192"/>
                      </a:cubicBezTo>
                      <a:cubicBezTo>
                        <a:pt x="181" y="192"/>
                        <a:pt x="192" y="182"/>
                        <a:pt x="192" y="168"/>
                      </a:cubicBezTo>
                      <a:cubicBezTo>
                        <a:pt x="192" y="24"/>
                        <a:pt x="192" y="24"/>
                        <a:pt x="192" y="24"/>
                      </a:cubicBezTo>
                      <a:cubicBezTo>
                        <a:pt x="192" y="11"/>
                        <a:pt x="181" y="0"/>
                        <a:pt x="168"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sp>
              <p:nvSpPr>
                <p:cNvPr id="24" name="Freeform 17"/>
                <p:cNvSpPr>
                  <a:spLocks/>
                </p:cNvSpPr>
                <p:nvPr/>
              </p:nvSpPr>
              <p:spPr bwMode="auto">
                <a:xfrm>
                  <a:off x="1093788" y="1087438"/>
                  <a:ext cx="722312" cy="722313"/>
                </a:xfrm>
                <a:custGeom>
                  <a:avLst/>
                  <a:gdLst>
                    <a:gd name="T0" fmla="*/ 168 w 192"/>
                    <a:gd name="T1" fmla="*/ 0 h 192"/>
                    <a:gd name="T2" fmla="*/ 24 w 192"/>
                    <a:gd name="T3" fmla="*/ 0 h 192"/>
                    <a:gd name="T4" fmla="*/ 0 w 192"/>
                    <a:gd name="T5" fmla="*/ 24 h 192"/>
                    <a:gd name="T6" fmla="*/ 0 w 192"/>
                    <a:gd name="T7" fmla="*/ 168 h 192"/>
                    <a:gd name="T8" fmla="*/ 24 w 192"/>
                    <a:gd name="T9" fmla="*/ 192 h 192"/>
                    <a:gd name="T10" fmla="*/ 168 w 192"/>
                    <a:gd name="T11" fmla="*/ 192 h 192"/>
                    <a:gd name="T12" fmla="*/ 192 w 192"/>
                    <a:gd name="T13" fmla="*/ 168 h 192"/>
                    <a:gd name="T14" fmla="*/ 192 w 192"/>
                    <a:gd name="T15" fmla="*/ 24 h 192"/>
                    <a:gd name="T16" fmla="*/ 168 w 192"/>
                    <a:gd name="T17"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192">
                      <a:moveTo>
                        <a:pt x="168" y="0"/>
                      </a:moveTo>
                      <a:cubicBezTo>
                        <a:pt x="24" y="0"/>
                        <a:pt x="24" y="0"/>
                        <a:pt x="24" y="0"/>
                      </a:cubicBezTo>
                      <a:cubicBezTo>
                        <a:pt x="11" y="0"/>
                        <a:pt x="0" y="11"/>
                        <a:pt x="0" y="24"/>
                      </a:cubicBezTo>
                      <a:cubicBezTo>
                        <a:pt x="0" y="168"/>
                        <a:pt x="0" y="168"/>
                        <a:pt x="0" y="168"/>
                      </a:cubicBezTo>
                      <a:cubicBezTo>
                        <a:pt x="0" y="181"/>
                        <a:pt x="11" y="192"/>
                        <a:pt x="24" y="192"/>
                      </a:cubicBezTo>
                      <a:cubicBezTo>
                        <a:pt x="168" y="192"/>
                        <a:pt x="168" y="192"/>
                        <a:pt x="168" y="192"/>
                      </a:cubicBezTo>
                      <a:cubicBezTo>
                        <a:pt x="181" y="192"/>
                        <a:pt x="192" y="181"/>
                        <a:pt x="192" y="168"/>
                      </a:cubicBezTo>
                      <a:cubicBezTo>
                        <a:pt x="192" y="24"/>
                        <a:pt x="192" y="24"/>
                        <a:pt x="192" y="24"/>
                      </a:cubicBezTo>
                      <a:cubicBezTo>
                        <a:pt x="192" y="11"/>
                        <a:pt x="181" y="0"/>
                        <a:pt x="168"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sp>
              <p:nvSpPr>
                <p:cNvPr id="25" name="Freeform 18"/>
                <p:cNvSpPr>
                  <a:spLocks/>
                </p:cNvSpPr>
                <p:nvPr/>
              </p:nvSpPr>
              <p:spPr bwMode="auto">
                <a:xfrm>
                  <a:off x="1093788" y="2171700"/>
                  <a:ext cx="722312" cy="727075"/>
                </a:xfrm>
                <a:custGeom>
                  <a:avLst/>
                  <a:gdLst>
                    <a:gd name="T0" fmla="*/ 168 w 192"/>
                    <a:gd name="T1" fmla="*/ 0 h 193"/>
                    <a:gd name="T2" fmla="*/ 24 w 192"/>
                    <a:gd name="T3" fmla="*/ 0 h 193"/>
                    <a:gd name="T4" fmla="*/ 0 w 192"/>
                    <a:gd name="T5" fmla="*/ 25 h 193"/>
                    <a:gd name="T6" fmla="*/ 0 w 192"/>
                    <a:gd name="T7" fmla="*/ 169 h 193"/>
                    <a:gd name="T8" fmla="*/ 24 w 192"/>
                    <a:gd name="T9" fmla="*/ 193 h 193"/>
                    <a:gd name="T10" fmla="*/ 168 w 192"/>
                    <a:gd name="T11" fmla="*/ 193 h 193"/>
                    <a:gd name="T12" fmla="*/ 192 w 192"/>
                    <a:gd name="T13" fmla="*/ 169 h 193"/>
                    <a:gd name="T14" fmla="*/ 192 w 192"/>
                    <a:gd name="T15" fmla="*/ 25 h 193"/>
                    <a:gd name="T16" fmla="*/ 168 w 192"/>
                    <a:gd name="T17" fmla="*/ 0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193">
                      <a:moveTo>
                        <a:pt x="168" y="0"/>
                      </a:moveTo>
                      <a:cubicBezTo>
                        <a:pt x="24" y="0"/>
                        <a:pt x="24" y="0"/>
                        <a:pt x="24" y="0"/>
                      </a:cubicBezTo>
                      <a:cubicBezTo>
                        <a:pt x="11" y="0"/>
                        <a:pt x="0" y="11"/>
                        <a:pt x="0" y="25"/>
                      </a:cubicBezTo>
                      <a:cubicBezTo>
                        <a:pt x="0" y="169"/>
                        <a:pt x="0" y="169"/>
                        <a:pt x="0" y="169"/>
                      </a:cubicBezTo>
                      <a:cubicBezTo>
                        <a:pt x="0" y="182"/>
                        <a:pt x="11" y="193"/>
                        <a:pt x="24" y="193"/>
                      </a:cubicBezTo>
                      <a:cubicBezTo>
                        <a:pt x="168" y="193"/>
                        <a:pt x="168" y="193"/>
                        <a:pt x="168" y="193"/>
                      </a:cubicBezTo>
                      <a:cubicBezTo>
                        <a:pt x="181" y="193"/>
                        <a:pt x="192" y="182"/>
                        <a:pt x="192" y="169"/>
                      </a:cubicBezTo>
                      <a:cubicBezTo>
                        <a:pt x="192" y="25"/>
                        <a:pt x="192" y="25"/>
                        <a:pt x="192" y="25"/>
                      </a:cubicBezTo>
                      <a:cubicBezTo>
                        <a:pt x="192" y="11"/>
                        <a:pt x="181" y="0"/>
                        <a:pt x="168"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sp>
              <p:nvSpPr>
                <p:cNvPr id="26" name="Freeform 19"/>
                <p:cNvSpPr>
                  <a:spLocks/>
                </p:cNvSpPr>
                <p:nvPr/>
              </p:nvSpPr>
              <p:spPr bwMode="auto">
                <a:xfrm>
                  <a:off x="2181225" y="0"/>
                  <a:ext cx="723900" cy="722313"/>
                </a:xfrm>
                <a:custGeom>
                  <a:avLst/>
                  <a:gdLst>
                    <a:gd name="T0" fmla="*/ 168 w 192"/>
                    <a:gd name="T1" fmla="*/ 0 h 192"/>
                    <a:gd name="T2" fmla="*/ 24 w 192"/>
                    <a:gd name="T3" fmla="*/ 0 h 192"/>
                    <a:gd name="T4" fmla="*/ 0 w 192"/>
                    <a:gd name="T5" fmla="*/ 24 h 192"/>
                    <a:gd name="T6" fmla="*/ 0 w 192"/>
                    <a:gd name="T7" fmla="*/ 168 h 192"/>
                    <a:gd name="T8" fmla="*/ 24 w 192"/>
                    <a:gd name="T9" fmla="*/ 192 h 192"/>
                    <a:gd name="T10" fmla="*/ 168 w 192"/>
                    <a:gd name="T11" fmla="*/ 192 h 192"/>
                    <a:gd name="T12" fmla="*/ 192 w 192"/>
                    <a:gd name="T13" fmla="*/ 168 h 192"/>
                    <a:gd name="T14" fmla="*/ 192 w 192"/>
                    <a:gd name="T15" fmla="*/ 24 h 192"/>
                    <a:gd name="T16" fmla="*/ 168 w 192"/>
                    <a:gd name="T17"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192">
                      <a:moveTo>
                        <a:pt x="168" y="0"/>
                      </a:moveTo>
                      <a:cubicBezTo>
                        <a:pt x="24" y="0"/>
                        <a:pt x="24" y="0"/>
                        <a:pt x="24" y="0"/>
                      </a:cubicBezTo>
                      <a:cubicBezTo>
                        <a:pt x="10" y="0"/>
                        <a:pt x="0" y="11"/>
                        <a:pt x="0" y="24"/>
                      </a:cubicBezTo>
                      <a:cubicBezTo>
                        <a:pt x="0" y="168"/>
                        <a:pt x="0" y="168"/>
                        <a:pt x="0" y="168"/>
                      </a:cubicBezTo>
                      <a:cubicBezTo>
                        <a:pt x="0" y="182"/>
                        <a:pt x="10" y="192"/>
                        <a:pt x="24" y="192"/>
                      </a:cubicBezTo>
                      <a:cubicBezTo>
                        <a:pt x="168" y="192"/>
                        <a:pt x="168" y="192"/>
                        <a:pt x="168" y="192"/>
                      </a:cubicBezTo>
                      <a:cubicBezTo>
                        <a:pt x="181" y="192"/>
                        <a:pt x="192" y="182"/>
                        <a:pt x="192" y="168"/>
                      </a:cubicBezTo>
                      <a:cubicBezTo>
                        <a:pt x="192" y="24"/>
                        <a:pt x="192" y="24"/>
                        <a:pt x="192" y="24"/>
                      </a:cubicBezTo>
                      <a:cubicBezTo>
                        <a:pt x="192" y="11"/>
                        <a:pt x="181" y="0"/>
                        <a:pt x="168"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sp>
              <p:nvSpPr>
                <p:cNvPr id="27" name="Freeform 20"/>
                <p:cNvSpPr>
                  <a:spLocks/>
                </p:cNvSpPr>
                <p:nvPr/>
              </p:nvSpPr>
              <p:spPr bwMode="auto">
                <a:xfrm>
                  <a:off x="2181225" y="1087438"/>
                  <a:ext cx="723900" cy="722313"/>
                </a:xfrm>
                <a:custGeom>
                  <a:avLst/>
                  <a:gdLst>
                    <a:gd name="T0" fmla="*/ 168 w 192"/>
                    <a:gd name="T1" fmla="*/ 0 h 192"/>
                    <a:gd name="T2" fmla="*/ 24 w 192"/>
                    <a:gd name="T3" fmla="*/ 0 h 192"/>
                    <a:gd name="T4" fmla="*/ 0 w 192"/>
                    <a:gd name="T5" fmla="*/ 24 h 192"/>
                    <a:gd name="T6" fmla="*/ 0 w 192"/>
                    <a:gd name="T7" fmla="*/ 168 h 192"/>
                    <a:gd name="T8" fmla="*/ 24 w 192"/>
                    <a:gd name="T9" fmla="*/ 192 h 192"/>
                    <a:gd name="T10" fmla="*/ 168 w 192"/>
                    <a:gd name="T11" fmla="*/ 192 h 192"/>
                    <a:gd name="T12" fmla="*/ 192 w 192"/>
                    <a:gd name="T13" fmla="*/ 168 h 192"/>
                    <a:gd name="T14" fmla="*/ 192 w 192"/>
                    <a:gd name="T15" fmla="*/ 24 h 192"/>
                    <a:gd name="T16" fmla="*/ 168 w 192"/>
                    <a:gd name="T17"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192">
                      <a:moveTo>
                        <a:pt x="168" y="0"/>
                      </a:moveTo>
                      <a:cubicBezTo>
                        <a:pt x="24" y="0"/>
                        <a:pt x="24" y="0"/>
                        <a:pt x="24" y="0"/>
                      </a:cubicBezTo>
                      <a:cubicBezTo>
                        <a:pt x="10" y="0"/>
                        <a:pt x="0" y="11"/>
                        <a:pt x="0" y="24"/>
                      </a:cubicBezTo>
                      <a:cubicBezTo>
                        <a:pt x="0" y="168"/>
                        <a:pt x="0" y="168"/>
                        <a:pt x="0" y="168"/>
                      </a:cubicBezTo>
                      <a:cubicBezTo>
                        <a:pt x="0" y="181"/>
                        <a:pt x="10" y="192"/>
                        <a:pt x="24" y="192"/>
                      </a:cubicBezTo>
                      <a:cubicBezTo>
                        <a:pt x="168" y="192"/>
                        <a:pt x="168" y="192"/>
                        <a:pt x="168" y="192"/>
                      </a:cubicBezTo>
                      <a:cubicBezTo>
                        <a:pt x="181" y="192"/>
                        <a:pt x="192" y="181"/>
                        <a:pt x="192" y="168"/>
                      </a:cubicBezTo>
                      <a:cubicBezTo>
                        <a:pt x="192" y="24"/>
                        <a:pt x="192" y="24"/>
                        <a:pt x="192" y="24"/>
                      </a:cubicBezTo>
                      <a:cubicBezTo>
                        <a:pt x="192" y="11"/>
                        <a:pt x="181" y="0"/>
                        <a:pt x="168"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sp>
              <p:nvSpPr>
                <p:cNvPr id="28" name="Freeform 21"/>
                <p:cNvSpPr>
                  <a:spLocks/>
                </p:cNvSpPr>
                <p:nvPr/>
              </p:nvSpPr>
              <p:spPr bwMode="auto">
                <a:xfrm>
                  <a:off x="2181225" y="2171700"/>
                  <a:ext cx="723900" cy="727075"/>
                </a:xfrm>
                <a:custGeom>
                  <a:avLst/>
                  <a:gdLst>
                    <a:gd name="T0" fmla="*/ 168 w 192"/>
                    <a:gd name="T1" fmla="*/ 0 h 193"/>
                    <a:gd name="T2" fmla="*/ 24 w 192"/>
                    <a:gd name="T3" fmla="*/ 0 h 193"/>
                    <a:gd name="T4" fmla="*/ 0 w 192"/>
                    <a:gd name="T5" fmla="*/ 25 h 193"/>
                    <a:gd name="T6" fmla="*/ 0 w 192"/>
                    <a:gd name="T7" fmla="*/ 169 h 193"/>
                    <a:gd name="T8" fmla="*/ 24 w 192"/>
                    <a:gd name="T9" fmla="*/ 193 h 193"/>
                    <a:gd name="T10" fmla="*/ 168 w 192"/>
                    <a:gd name="T11" fmla="*/ 193 h 193"/>
                    <a:gd name="T12" fmla="*/ 192 w 192"/>
                    <a:gd name="T13" fmla="*/ 169 h 193"/>
                    <a:gd name="T14" fmla="*/ 192 w 192"/>
                    <a:gd name="T15" fmla="*/ 25 h 193"/>
                    <a:gd name="T16" fmla="*/ 168 w 192"/>
                    <a:gd name="T17" fmla="*/ 0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193">
                      <a:moveTo>
                        <a:pt x="168" y="0"/>
                      </a:moveTo>
                      <a:cubicBezTo>
                        <a:pt x="24" y="0"/>
                        <a:pt x="24" y="0"/>
                        <a:pt x="24" y="0"/>
                      </a:cubicBezTo>
                      <a:cubicBezTo>
                        <a:pt x="10" y="0"/>
                        <a:pt x="0" y="11"/>
                        <a:pt x="0" y="25"/>
                      </a:cubicBezTo>
                      <a:cubicBezTo>
                        <a:pt x="0" y="169"/>
                        <a:pt x="0" y="169"/>
                        <a:pt x="0" y="169"/>
                      </a:cubicBezTo>
                      <a:cubicBezTo>
                        <a:pt x="0" y="182"/>
                        <a:pt x="10" y="193"/>
                        <a:pt x="24" y="193"/>
                      </a:cubicBezTo>
                      <a:cubicBezTo>
                        <a:pt x="168" y="193"/>
                        <a:pt x="168" y="193"/>
                        <a:pt x="168" y="193"/>
                      </a:cubicBezTo>
                      <a:cubicBezTo>
                        <a:pt x="181" y="193"/>
                        <a:pt x="192" y="182"/>
                        <a:pt x="192" y="169"/>
                      </a:cubicBezTo>
                      <a:cubicBezTo>
                        <a:pt x="192" y="25"/>
                        <a:pt x="192" y="25"/>
                        <a:pt x="192" y="25"/>
                      </a:cubicBezTo>
                      <a:cubicBezTo>
                        <a:pt x="192" y="11"/>
                        <a:pt x="181" y="0"/>
                        <a:pt x="168"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grpSp>
          <p:sp>
            <p:nvSpPr>
              <p:cNvPr id="18" name="Freeform 25"/>
              <p:cNvSpPr>
                <a:spLocks/>
              </p:cNvSpPr>
              <p:nvPr/>
            </p:nvSpPr>
            <p:spPr bwMode="auto">
              <a:xfrm rot="5400000">
                <a:off x="7497092" y="3115886"/>
                <a:ext cx="146921" cy="128651"/>
              </a:xfrm>
              <a:custGeom>
                <a:avLst/>
                <a:gdLst>
                  <a:gd name="T0" fmla="*/ 504 w 896"/>
                  <a:gd name="T1" fmla="*/ 0 h 784"/>
                  <a:gd name="T2" fmla="*/ 116 w 896"/>
                  <a:gd name="T3" fmla="*/ 336 h 784"/>
                  <a:gd name="T4" fmla="*/ 0 w 896"/>
                  <a:gd name="T5" fmla="*/ 336 h 784"/>
                  <a:gd name="T6" fmla="*/ 168 w 896"/>
                  <a:gd name="T7" fmla="*/ 560 h 784"/>
                  <a:gd name="T8" fmla="*/ 336 w 896"/>
                  <a:gd name="T9" fmla="*/ 336 h 784"/>
                  <a:gd name="T10" fmla="*/ 230 w 896"/>
                  <a:gd name="T11" fmla="*/ 336 h 784"/>
                  <a:gd name="T12" fmla="*/ 504 w 896"/>
                  <a:gd name="T13" fmla="*/ 112 h 784"/>
                  <a:gd name="T14" fmla="*/ 784 w 896"/>
                  <a:gd name="T15" fmla="*/ 392 h 784"/>
                  <a:gd name="T16" fmla="*/ 504 w 896"/>
                  <a:gd name="T17" fmla="*/ 672 h 784"/>
                  <a:gd name="T18" fmla="*/ 504 w 896"/>
                  <a:gd name="T19" fmla="*/ 784 h 784"/>
                  <a:gd name="T20" fmla="*/ 896 w 896"/>
                  <a:gd name="T21" fmla="*/ 392 h 784"/>
                  <a:gd name="T22" fmla="*/ 504 w 896"/>
                  <a:gd name="T23" fmla="*/ 0 h 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96" h="784">
                    <a:moveTo>
                      <a:pt x="504" y="0"/>
                    </a:moveTo>
                    <a:cubicBezTo>
                      <a:pt x="307" y="0"/>
                      <a:pt x="144" y="146"/>
                      <a:pt x="116" y="336"/>
                    </a:cubicBezTo>
                    <a:cubicBezTo>
                      <a:pt x="0" y="336"/>
                      <a:pt x="0" y="336"/>
                      <a:pt x="0" y="336"/>
                    </a:cubicBezTo>
                    <a:cubicBezTo>
                      <a:pt x="168" y="560"/>
                      <a:pt x="168" y="560"/>
                      <a:pt x="168" y="560"/>
                    </a:cubicBezTo>
                    <a:cubicBezTo>
                      <a:pt x="336" y="336"/>
                      <a:pt x="336" y="336"/>
                      <a:pt x="336" y="336"/>
                    </a:cubicBezTo>
                    <a:cubicBezTo>
                      <a:pt x="230" y="336"/>
                      <a:pt x="230" y="336"/>
                      <a:pt x="230" y="336"/>
                    </a:cubicBezTo>
                    <a:cubicBezTo>
                      <a:pt x="256" y="208"/>
                      <a:pt x="369" y="112"/>
                      <a:pt x="504" y="112"/>
                    </a:cubicBezTo>
                    <a:cubicBezTo>
                      <a:pt x="658" y="112"/>
                      <a:pt x="784" y="238"/>
                      <a:pt x="784" y="392"/>
                    </a:cubicBezTo>
                    <a:cubicBezTo>
                      <a:pt x="784" y="546"/>
                      <a:pt x="658" y="672"/>
                      <a:pt x="504" y="672"/>
                    </a:cubicBezTo>
                    <a:cubicBezTo>
                      <a:pt x="504" y="784"/>
                      <a:pt x="504" y="784"/>
                      <a:pt x="504" y="784"/>
                    </a:cubicBezTo>
                    <a:cubicBezTo>
                      <a:pt x="721" y="784"/>
                      <a:pt x="896" y="609"/>
                      <a:pt x="896" y="392"/>
                    </a:cubicBezTo>
                    <a:cubicBezTo>
                      <a:pt x="896" y="175"/>
                      <a:pt x="721" y="0"/>
                      <a:pt x="504" y="0"/>
                    </a:cubicBezTo>
                    <a:close/>
                  </a:path>
                </a:pathLst>
              </a:custGeom>
              <a:solidFill>
                <a:schemeClr val="bg1">
                  <a:lumMod val="5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sp>
            <p:nvSpPr>
              <p:cNvPr id="19" name="Oval 6"/>
              <p:cNvSpPr>
                <a:spLocks/>
              </p:cNvSpPr>
              <p:nvPr/>
            </p:nvSpPr>
            <p:spPr bwMode="auto">
              <a:xfrm>
                <a:off x="1655635" y="2814331"/>
                <a:ext cx="95903" cy="95276"/>
              </a:xfrm>
              <a:prstGeom prst="ellipse">
                <a:avLst/>
              </a:prstGeom>
              <a:solidFill>
                <a:schemeClr val="accent5"/>
              </a:solidFill>
              <a:ln w="25400" cap="flat">
                <a:noFill/>
                <a:prstDash val="solid"/>
                <a:miter lim="800000"/>
                <a:headEnd type="none" w="med" len="med"/>
                <a:tailEnd type="none" w="med" len="med"/>
              </a:ln>
            </p:spPr>
            <p:txBody>
              <a:bodyPr lIns="0" tIns="0" rIns="0" bIns="0"/>
              <a:lstStyle/>
              <a:p>
                <a:pPr fontAlgn="auto">
                  <a:spcBef>
                    <a:spcPts val="0"/>
                  </a:spcBef>
                  <a:spcAft>
                    <a:spcPts val="0"/>
                  </a:spcAft>
                </a:pPr>
                <a:endParaRPr lang="id-ID">
                  <a:solidFill>
                    <a:prstClr val="black"/>
                  </a:solidFill>
                  <a:latin typeface="Roboto Lt"/>
                  <a:cs typeface="+mn-cs"/>
                </a:endParaRPr>
              </a:p>
            </p:txBody>
          </p:sp>
        </p:grpSp>
        <p:sp>
          <p:nvSpPr>
            <p:cNvPr id="8" name="TextBox 7"/>
            <p:cNvSpPr txBox="1"/>
            <p:nvPr/>
          </p:nvSpPr>
          <p:spPr>
            <a:xfrm>
              <a:off x="2353072" y="3063038"/>
              <a:ext cx="1372295" cy="223997"/>
            </a:xfrm>
            <a:prstGeom prst="rect">
              <a:avLst/>
            </a:prstGeom>
            <a:noFill/>
          </p:spPr>
          <p:txBody>
            <a:bodyPr wrap="none" rtlCol="0">
              <a:spAutoFit/>
            </a:bodyPr>
            <a:lstStyle/>
            <a:p>
              <a:pPr fontAlgn="auto">
                <a:spcBef>
                  <a:spcPts val="0"/>
                </a:spcBef>
                <a:spcAft>
                  <a:spcPts val="0"/>
                </a:spcAft>
              </a:pPr>
              <a:r>
                <a:rPr lang="id-ID" sz="900" dirty="0" smtClean="0">
                  <a:solidFill>
                    <a:prstClr val="white">
                      <a:lumMod val="65000"/>
                    </a:prstClr>
                  </a:solidFill>
                  <a:latin typeface="Roboto"/>
                  <a:cs typeface="+mn-cs"/>
                </a:rPr>
                <a:t>www.designcorner.com</a:t>
              </a:r>
              <a:endParaRPr lang="id-ID" sz="900" dirty="0">
                <a:solidFill>
                  <a:prstClr val="white">
                    <a:lumMod val="65000"/>
                  </a:prstClr>
                </a:solidFill>
                <a:latin typeface="Roboto"/>
                <a:cs typeface="+mn-cs"/>
              </a:endParaRPr>
            </a:p>
          </p:txBody>
        </p:sp>
      </p:grpSp>
      <p:sp>
        <p:nvSpPr>
          <p:cNvPr id="29"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0"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31"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32" name="Picture Placeholder 30"/>
          <p:cNvSpPr>
            <a:spLocks noGrp="1"/>
          </p:cNvSpPr>
          <p:nvPr>
            <p:ph type="pic" sz="quarter" idx="36" hasCustomPrompt="1"/>
          </p:nvPr>
        </p:nvSpPr>
        <p:spPr>
          <a:xfrm>
            <a:off x="-1" y="3411787"/>
            <a:ext cx="6136175" cy="3446213"/>
          </a:xfrm>
          <a:solidFill>
            <a:schemeClr val="bg1">
              <a:lumMod val="85000"/>
            </a:schemeClr>
          </a:solidFill>
        </p:spPr>
        <p:txBody>
          <a:bodyPr/>
          <a:lstStyle>
            <a:lvl1pPr>
              <a:defRPr/>
            </a:lvl1pPr>
          </a:lstStyle>
          <a:p>
            <a:r>
              <a:rPr lang="id-ID" dirty="0" smtClean="0"/>
              <a:t>Pic here</a:t>
            </a:r>
            <a:endParaRPr lang="en-AU" dirty="0"/>
          </a:p>
        </p:txBody>
      </p:sp>
    </p:spTree>
    <p:extLst>
      <p:ext uri="{BB962C8B-B14F-4D97-AF65-F5344CB8AC3E}">
        <p14:creationId xmlns:p14="http://schemas.microsoft.com/office/powerpoint/2010/main" val="342170301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100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30">
                                            <p:txEl>
                                              <p:pRg st="0" end="0"/>
                                            </p:txEl>
                                          </p:spTgt>
                                        </p:tgtEl>
                                        <p:attrNameLst>
                                          <p:attrName>style.visibility</p:attrName>
                                        </p:attrNameLst>
                                      </p:cBhvr>
                                      <p:to>
                                        <p:strVal val="visible"/>
                                      </p:to>
                                    </p:set>
                                    <p:animEffect transition="in" filter="fade">
                                      <p:cBhvr>
                                        <p:cTn id="7" dur="500"/>
                                        <p:tgtEl>
                                          <p:spTgt spid="30">
                                            <p:txEl>
                                              <p:pRg st="0" end="0"/>
                                            </p:txEl>
                                          </p:spTgt>
                                        </p:tgtEl>
                                      </p:cBhvr>
                                    </p:animEffect>
                                  </p:childTnLst>
                                </p:cTn>
                              </p:par>
                            </p:childTnLst>
                          </p:cTn>
                        </p:par>
                        <p:par>
                          <p:cTn id="8" fill="hold">
                            <p:stCondLst>
                              <p:cond delay="1500"/>
                            </p:stCondLst>
                            <p:childTnLst>
                              <p:par>
                                <p:cTn id="9" presetID="10" presetClass="entr" presetSubtype="0" fill="hold" grpId="0" nodeType="afterEffect">
                                  <p:stCondLst>
                                    <p:cond delay="0"/>
                                  </p:stCondLst>
                                  <p:childTnLst>
                                    <p:set>
                                      <p:cBhvr>
                                        <p:cTn id="10" dur="1" fill="hold">
                                          <p:stCondLst>
                                            <p:cond delay="0"/>
                                          </p:stCondLst>
                                        </p:cTn>
                                        <p:tgtEl>
                                          <p:spTgt spid="29"/>
                                        </p:tgtEl>
                                        <p:attrNameLst>
                                          <p:attrName>style.visibility</p:attrName>
                                        </p:attrNameLst>
                                      </p:cBhvr>
                                      <p:to>
                                        <p:strVal val="visible"/>
                                      </p:to>
                                    </p:set>
                                    <p:animEffect transition="in" filter="fade">
                                      <p:cBhvr>
                                        <p:cTn id="11" dur="500"/>
                                        <p:tgtEl>
                                          <p:spTgt spid="29"/>
                                        </p:tgtEl>
                                      </p:cBhvr>
                                    </p:animEffect>
                                  </p:childTnLst>
                                </p:cTn>
                              </p:par>
                            </p:childTnLst>
                          </p:cTn>
                        </p:par>
                        <p:par>
                          <p:cTn id="12" fill="hold">
                            <p:stCondLst>
                              <p:cond delay="2000"/>
                            </p:stCondLst>
                            <p:childTnLst>
                              <p:par>
                                <p:cTn id="13" presetID="42" presetClass="entr" presetSubtype="0" fill="hold" grpId="0" nodeType="afterEffect">
                                  <p:stCondLst>
                                    <p:cond delay="0"/>
                                  </p:stCondLst>
                                  <p:childTnLst>
                                    <p:set>
                                      <p:cBhvr>
                                        <p:cTn id="14" dur="1" fill="hold">
                                          <p:stCondLst>
                                            <p:cond delay="0"/>
                                          </p:stCondLst>
                                        </p:cTn>
                                        <p:tgtEl>
                                          <p:spTgt spid="31">
                                            <p:txEl>
                                              <p:pRg st="0" end="0"/>
                                            </p:txEl>
                                          </p:spTgt>
                                        </p:tgtEl>
                                        <p:attrNameLst>
                                          <p:attrName>style.visibility</p:attrName>
                                        </p:attrNameLst>
                                      </p:cBhvr>
                                      <p:to>
                                        <p:strVal val="visible"/>
                                      </p:to>
                                    </p:set>
                                    <p:animEffect transition="in" filter="fade">
                                      <p:cBhvr>
                                        <p:cTn id="15" dur="500"/>
                                        <p:tgtEl>
                                          <p:spTgt spid="31">
                                            <p:txEl>
                                              <p:pRg st="0" end="0"/>
                                            </p:txEl>
                                          </p:spTgt>
                                        </p:tgtEl>
                                      </p:cBhvr>
                                    </p:animEffect>
                                    <p:anim calcmode="lin" valueType="num">
                                      <p:cBhvr>
                                        <p:cTn id="16" dur="500" fill="hold"/>
                                        <p:tgtEl>
                                          <p:spTgt spid="31">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31">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2500"/>
                            </p:stCondLst>
                            <p:childTnLst>
                              <p:par>
                                <p:cTn id="19" presetID="42" presetClass="entr" presetSubtype="0" fill="hold" nodeType="afterEffect">
                                  <p:stCondLst>
                                    <p:cond delay="0"/>
                                  </p:stCondLst>
                                  <p:childTnLst>
                                    <p:set>
                                      <p:cBhvr>
                                        <p:cTn id="20" dur="1" fill="hold">
                                          <p:stCondLst>
                                            <p:cond delay="0"/>
                                          </p:stCondLst>
                                        </p:cTn>
                                        <p:tgtEl>
                                          <p:spTgt spid="6"/>
                                        </p:tgtEl>
                                        <p:attrNameLst>
                                          <p:attrName>style.visibility</p:attrName>
                                        </p:attrNameLst>
                                      </p:cBhvr>
                                      <p:to>
                                        <p:strVal val="visible"/>
                                      </p:to>
                                    </p:set>
                                    <p:animEffect transition="in" filter="fade">
                                      <p:cBhvr>
                                        <p:cTn id="21" dur="1000"/>
                                        <p:tgtEl>
                                          <p:spTgt spid="6"/>
                                        </p:tgtEl>
                                      </p:cBhvr>
                                    </p:animEffect>
                                    <p:anim calcmode="lin" valueType="num">
                                      <p:cBhvr>
                                        <p:cTn id="22" dur="1000" fill="hold"/>
                                        <p:tgtEl>
                                          <p:spTgt spid="6"/>
                                        </p:tgtEl>
                                        <p:attrNameLst>
                                          <p:attrName>ppt_x</p:attrName>
                                        </p:attrNameLst>
                                      </p:cBhvr>
                                      <p:tavLst>
                                        <p:tav tm="0">
                                          <p:val>
                                            <p:strVal val="#ppt_x"/>
                                          </p:val>
                                        </p:tav>
                                        <p:tav tm="100000">
                                          <p:val>
                                            <p:strVal val="#ppt_x"/>
                                          </p:val>
                                        </p:tav>
                                      </p:tavLst>
                                    </p:anim>
                                    <p:anim calcmode="lin" valueType="num">
                                      <p:cBhvr>
                                        <p:cTn id="23" dur="1000" fill="hold"/>
                                        <p:tgtEl>
                                          <p:spTgt spid="6"/>
                                        </p:tgtEl>
                                        <p:attrNameLst>
                                          <p:attrName>ppt_y</p:attrName>
                                        </p:attrNameLst>
                                      </p:cBhvr>
                                      <p:tavLst>
                                        <p:tav tm="0">
                                          <p:val>
                                            <p:strVal val="#ppt_y+.1"/>
                                          </p:val>
                                        </p:tav>
                                        <p:tav tm="100000">
                                          <p:val>
                                            <p:strVal val="#ppt_y"/>
                                          </p:val>
                                        </p:tav>
                                      </p:tavLst>
                                    </p:anim>
                                  </p:childTnLst>
                                </p:cTn>
                              </p:par>
                            </p:childTnLst>
                          </p:cTn>
                        </p:par>
                        <p:par>
                          <p:cTn id="24" fill="hold">
                            <p:stCondLst>
                              <p:cond delay="3500"/>
                            </p:stCondLst>
                            <p:childTnLst>
                              <p:par>
                                <p:cTn id="25" presetID="42" presetClass="entr" presetSubtype="0" fill="hold" grpId="0" nodeType="afterEffect">
                                  <p:stCondLst>
                                    <p:cond delay="0"/>
                                  </p:stCondLst>
                                  <p:childTnLst>
                                    <p:set>
                                      <p:cBhvr>
                                        <p:cTn id="26" dur="1" fill="hold">
                                          <p:stCondLst>
                                            <p:cond delay="0"/>
                                          </p:stCondLst>
                                        </p:cTn>
                                        <p:tgtEl>
                                          <p:spTgt spid="32"/>
                                        </p:tgtEl>
                                        <p:attrNameLst>
                                          <p:attrName>style.visibility</p:attrName>
                                        </p:attrNameLst>
                                      </p:cBhvr>
                                      <p:to>
                                        <p:strVal val="visible"/>
                                      </p:to>
                                    </p:set>
                                    <p:animEffect transition="in" filter="fade">
                                      <p:cBhvr>
                                        <p:cTn id="27" dur="500"/>
                                        <p:tgtEl>
                                          <p:spTgt spid="32"/>
                                        </p:tgtEl>
                                      </p:cBhvr>
                                    </p:animEffect>
                                    <p:anim calcmode="lin" valueType="num">
                                      <p:cBhvr>
                                        <p:cTn id="28" dur="500" fill="hold"/>
                                        <p:tgtEl>
                                          <p:spTgt spid="32"/>
                                        </p:tgtEl>
                                        <p:attrNameLst>
                                          <p:attrName>ppt_x</p:attrName>
                                        </p:attrNameLst>
                                      </p:cBhvr>
                                      <p:tavLst>
                                        <p:tav tm="0">
                                          <p:val>
                                            <p:strVal val="#ppt_x"/>
                                          </p:val>
                                        </p:tav>
                                        <p:tav tm="100000">
                                          <p:val>
                                            <p:strVal val="#ppt_x"/>
                                          </p:val>
                                        </p:tav>
                                      </p:tavLst>
                                    </p:anim>
                                    <p:anim calcmode="lin" valueType="num">
                                      <p:cBhvr>
                                        <p:cTn id="29" dur="500" fill="hold"/>
                                        <p:tgtEl>
                                          <p:spTgt spid="3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p:bldP spid="30"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30"/>
                        </p:tgtEl>
                        <p:attrNameLst>
                          <p:attrName>style.visibility</p:attrName>
                        </p:attrNameLst>
                      </p:cBhvr>
                      <p:to>
                        <p:strVal val="visible"/>
                      </p:to>
                    </p:set>
                    <p:animEffect transition="in" filter="fade">
                      <p:cBhvr>
                        <p:cTn dur="500"/>
                        <p:tgtEl>
                          <p:spTgt spid="30"/>
                        </p:tgtEl>
                      </p:cBhvr>
                    </p:animEffect>
                  </p:childTnLst>
                </p:cTn>
              </p:par>
            </p:tnLst>
          </p:tmpl>
        </p:tmplLst>
      </p:bldP>
      <p:bldP spid="31" grpId="0" build="p">
        <p:tmplLst>
          <p:tmpl lvl="1">
            <p:tnLst>
              <p:par>
                <p:cTn presetID="42" presetClass="entr" presetSubtype="0" fill="hold" nodeType="afterEffect">
                  <p:stCondLst>
                    <p:cond delay="0"/>
                  </p:stCondLst>
                  <p:childTnLst>
                    <p:set>
                      <p:cBhvr>
                        <p:cTn dur="1" fill="hold">
                          <p:stCondLst>
                            <p:cond delay="0"/>
                          </p:stCondLst>
                        </p:cTn>
                        <p:tgtEl>
                          <p:spTgt spid="31"/>
                        </p:tgtEl>
                        <p:attrNameLst>
                          <p:attrName>style.visibility</p:attrName>
                        </p:attrNameLst>
                      </p:cBhvr>
                      <p:to>
                        <p:strVal val="visible"/>
                      </p:to>
                    </p:set>
                    <p:animEffect transition="in" filter="fade">
                      <p:cBhvr>
                        <p:cTn dur="500"/>
                        <p:tgtEl>
                          <p:spTgt spid="31"/>
                        </p:tgtEl>
                      </p:cBhvr>
                    </p:animEffect>
                    <p:anim calcmode="lin" valueType="num">
                      <p:cBhvr>
                        <p:cTn dur="500" fill="hold"/>
                        <p:tgtEl>
                          <p:spTgt spid="31"/>
                        </p:tgtEl>
                        <p:attrNameLst>
                          <p:attrName>ppt_x</p:attrName>
                        </p:attrNameLst>
                      </p:cBhvr>
                      <p:tavLst>
                        <p:tav tm="0">
                          <p:val>
                            <p:strVal val="#ppt_x"/>
                          </p:val>
                        </p:tav>
                        <p:tav tm="100000">
                          <p:val>
                            <p:strVal val="#ppt_x"/>
                          </p:val>
                        </p:tav>
                      </p:tavLst>
                    </p:anim>
                    <p:anim calcmode="lin" valueType="num">
                      <p:cBhvr>
                        <p:cTn dur="500" fill="hold"/>
                        <p:tgtEl>
                          <p:spTgt spid="31"/>
                        </p:tgtEl>
                        <p:attrNameLst>
                          <p:attrName>ppt_y</p:attrName>
                        </p:attrNameLst>
                      </p:cBhvr>
                      <p:tavLst>
                        <p:tav tm="0">
                          <p:val>
                            <p:strVal val="#ppt_y+.1"/>
                          </p:val>
                        </p:tav>
                        <p:tav tm="100000">
                          <p:val>
                            <p:strVal val="#ppt_y"/>
                          </p:val>
                        </p:tav>
                      </p:tavLst>
                    </p:anim>
                  </p:childTnLst>
                </p:cTn>
              </p:par>
            </p:tnLst>
          </p:tmpl>
        </p:tmplLst>
      </p:bldP>
      <p:bldP spid="32" grpId="0" animBg="1"/>
    </p:bldLst>
  </p:timing>
</p:sldLayout>
</file>

<file path=ppt/slideLayouts/slideLayout539.xml><?xml version="1.0" encoding="utf-8"?>
<p:sldLayout xmlns:a="http://schemas.openxmlformats.org/drawingml/2006/main" xmlns:r="http://schemas.openxmlformats.org/officeDocument/2006/relationships" xmlns:p="http://schemas.openxmlformats.org/presentationml/2006/main" preserve="1" userDrawn="1">
  <p:cSld name="21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15"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1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28" name="Picture Placeholder 30"/>
          <p:cNvSpPr>
            <a:spLocks noGrp="1"/>
          </p:cNvSpPr>
          <p:nvPr>
            <p:ph type="pic" sz="quarter" idx="36" hasCustomPrompt="1"/>
          </p:nvPr>
        </p:nvSpPr>
        <p:spPr>
          <a:xfrm>
            <a:off x="1" y="2071466"/>
            <a:ext cx="4038600" cy="2393267"/>
          </a:xfrm>
          <a:solidFill>
            <a:schemeClr val="bg1">
              <a:lumMod val="85000"/>
            </a:schemeClr>
          </a:solidFill>
        </p:spPr>
        <p:txBody>
          <a:bodyPr/>
          <a:lstStyle>
            <a:lvl1pPr>
              <a:defRPr/>
            </a:lvl1pPr>
          </a:lstStyle>
          <a:p>
            <a:r>
              <a:rPr lang="id-ID" dirty="0" smtClean="0"/>
              <a:t>Pic here</a:t>
            </a:r>
            <a:endParaRPr lang="en-AU" dirty="0"/>
          </a:p>
        </p:txBody>
      </p:sp>
      <p:sp>
        <p:nvSpPr>
          <p:cNvPr id="29" name="Picture Placeholder 30"/>
          <p:cNvSpPr>
            <a:spLocks noGrp="1"/>
          </p:cNvSpPr>
          <p:nvPr>
            <p:ph type="pic" sz="quarter" idx="37" hasCustomPrompt="1"/>
          </p:nvPr>
        </p:nvSpPr>
        <p:spPr>
          <a:xfrm>
            <a:off x="0" y="4464733"/>
            <a:ext cx="4038600" cy="2393267"/>
          </a:xfrm>
          <a:solidFill>
            <a:schemeClr val="bg1">
              <a:lumMod val="85000"/>
            </a:schemeClr>
          </a:solidFill>
        </p:spPr>
        <p:txBody>
          <a:bodyPr/>
          <a:lstStyle>
            <a:lvl1pPr>
              <a:defRPr/>
            </a:lvl1pPr>
          </a:lstStyle>
          <a:p>
            <a:r>
              <a:rPr lang="id-ID" dirty="0" smtClean="0"/>
              <a:t>Pic here</a:t>
            </a:r>
            <a:endParaRPr lang="en-AU" dirty="0"/>
          </a:p>
        </p:txBody>
      </p:sp>
      <p:sp>
        <p:nvSpPr>
          <p:cNvPr id="30" name="Picture Placeholder 30"/>
          <p:cNvSpPr>
            <a:spLocks noGrp="1"/>
          </p:cNvSpPr>
          <p:nvPr>
            <p:ph type="pic" sz="quarter" idx="38" hasCustomPrompt="1"/>
          </p:nvPr>
        </p:nvSpPr>
        <p:spPr>
          <a:xfrm>
            <a:off x="4038600" y="2071466"/>
            <a:ext cx="4038600" cy="2393267"/>
          </a:xfrm>
          <a:solidFill>
            <a:schemeClr val="bg1">
              <a:lumMod val="85000"/>
            </a:schemeClr>
          </a:solidFill>
        </p:spPr>
        <p:txBody>
          <a:bodyPr/>
          <a:lstStyle>
            <a:lvl1pPr>
              <a:defRPr/>
            </a:lvl1pPr>
          </a:lstStyle>
          <a:p>
            <a:r>
              <a:rPr lang="id-ID" dirty="0" smtClean="0"/>
              <a:t>Pic here</a:t>
            </a:r>
            <a:endParaRPr lang="en-AU" dirty="0"/>
          </a:p>
        </p:txBody>
      </p:sp>
      <p:sp>
        <p:nvSpPr>
          <p:cNvPr id="31" name="Picture Placeholder 30"/>
          <p:cNvSpPr>
            <a:spLocks noGrp="1"/>
          </p:cNvSpPr>
          <p:nvPr>
            <p:ph type="pic" sz="quarter" idx="39" hasCustomPrompt="1"/>
          </p:nvPr>
        </p:nvSpPr>
        <p:spPr>
          <a:xfrm>
            <a:off x="4038599" y="4464733"/>
            <a:ext cx="4038600" cy="2393267"/>
          </a:xfrm>
          <a:solidFill>
            <a:schemeClr val="bg1">
              <a:lumMod val="85000"/>
            </a:schemeClr>
          </a:solidFill>
        </p:spPr>
        <p:txBody>
          <a:bodyPr/>
          <a:lstStyle>
            <a:lvl1pPr>
              <a:defRPr/>
            </a:lvl1pPr>
          </a:lstStyle>
          <a:p>
            <a:r>
              <a:rPr lang="id-ID" dirty="0" smtClean="0"/>
              <a:t>Pic here</a:t>
            </a:r>
            <a:endParaRPr lang="en-AU" dirty="0"/>
          </a:p>
        </p:txBody>
      </p:sp>
      <p:grpSp>
        <p:nvGrpSpPr>
          <p:cNvPr id="6" name="Group 5"/>
          <p:cNvGrpSpPr/>
          <p:nvPr userDrawn="1"/>
        </p:nvGrpSpPr>
        <p:grpSpPr>
          <a:xfrm>
            <a:off x="8077197" y="2071466"/>
            <a:ext cx="4114803" cy="4786534"/>
            <a:chOff x="8077197" y="2071466"/>
            <a:chExt cx="4114803" cy="3172804"/>
          </a:xfrm>
        </p:grpSpPr>
        <p:sp>
          <p:nvSpPr>
            <p:cNvPr id="2" name="Rectangle 1"/>
            <p:cNvSpPr/>
            <p:nvPr userDrawn="1"/>
          </p:nvSpPr>
          <p:spPr>
            <a:xfrm>
              <a:off x="8077199" y="2071466"/>
              <a:ext cx="4114801" cy="80236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3" name="Rectangle 32"/>
            <p:cNvSpPr/>
            <p:nvPr userDrawn="1"/>
          </p:nvSpPr>
          <p:spPr>
            <a:xfrm>
              <a:off x="8077198" y="2866917"/>
              <a:ext cx="4114801" cy="80236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4" name="Rectangle 33"/>
            <p:cNvSpPr/>
            <p:nvPr userDrawn="1"/>
          </p:nvSpPr>
          <p:spPr>
            <a:xfrm>
              <a:off x="8077197" y="3657868"/>
              <a:ext cx="4114801" cy="802363"/>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5" name="Rectangle 34"/>
            <p:cNvSpPr/>
            <p:nvPr userDrawn="1"/>
          </p:nvSpPr>
          <p:spPr>
            <a:xfrm>
              <a:off x="8077199" y="4441907"/>
              <a:ext cx="4114801" cy="80236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grpSp>
    </p:spTree>
    <p:extLst>
      <p:ext uri="{BB962C8B-B14F-4D97-AF65-F5344CB8AC3E}">
        <p14:creationId xmlns:p14="http://schemas.microsoft.com/office/powerpoint/2010/main" val="388935703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500"/>
                                        <p:tgtEl>
                                          <p:spTgt spid="15"/>
                                        </p:tgtEl>
                                      </p:cBhvr>
                                    </p:animEffect>
                                  </p:childTnLst>
                                </p:cTn>
                              </p:par>
                            </p:childTnLst>
                          </p:cTn>
                        </p:par>
                        <p:par>
                          <p:cTn id="8" fill="hold">
                            <p:stCondLst>
                              <p:cond delay="500"/>
                            </p:stCondLst>
                            <p:childTnLst>
                              <p:par>
                                <p:cTn id="9" presetID="42" presetClass="entr" presetSubtype="0" fill="hold" grpId="0" nodeType="afterEffect">
                                  <p:stCondLst>
                                    <p:cond delay="0"/>
                                  </p:stCondLst>
                                  <p:childTnLst>
                                    <p:set>
                                      <p:cBhvr>
                                        <p:cTn id="10" dur="1" fill="hold">
                                          <p:stCondLst>
                                            <p:cond delay="0"/>
                                          </p:stCondLst>
                                        </p:cTn>
                                        <p:tgtEl>
                                          <p:spTgt spid="18">
                                            <p:txEl>
                                              <p:pRg st="0" end="0"/>
                                            </p:txEl>
                                          </p:spTgt>
                                        </p:tgtEl>
                                        <p:attrNameLst>
                                          <p:attrName>style.visibility</p:attrName>
                                        </p:attrNameLst>
                                      </p:cBhvr>
                                      <p:to>
                                        <p:strVal val="visible"/>
                                      </p:to>
                                    </p:set>
                                    <p:animEffect transition="in" filter="fade">
                                      <p:cBhvr>
                                        <p:cTn id="11" dur="500"/>
                                        <p:tgtEl>
                                          <p:spTgt spid="18">
                                            <p:txEl>
                                              <p:pRg st="0" end="0"/>
                                            </p:txEl>
                                          </p:spTgt>
                                        </p:tgtEl>
                                      </p:cBhvr>
                                    </p:animEffect>
                                    <p:anim calcmode="lin" valueType="num">
                                      <p:cBhvr>
                                        <p:cTn id="12" dur="500" fill="hold"/>
                                        <p:tgtEl>
                                          <p:spTgt spid="18">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18">
                                            <p:txEl>
                                              <p:pRg st="0" end="0"/>
                                            </p:txEl>
                                          </p:spTgt>
                                        </p:tgtEl>
                                        <p:attrNameLst>
                                          <p:attrName>ppt_y</p:attrName>
                                        </p:attrNameLst>
                                      </p:cBhvr>
                                      <p:tavLst>
                                        <p:tav tm="0">
                                          <p:val>
                                            <p:strVal val="#ppt_y+.1"/>
                                          </p:val>
                                        </p:tav>
                                        <p:tav tm="100000">
                                          <p:val>
                                            <p:strVal val="#ppt_y"/>
                                          </p:val>
                                        </p:tav>
                                      </p:tavLst>
                                    </p:anim>
                                  </p:childTnLst>
                                </p:cTn>
                              </p:par>
                            </p:childTnLst>
                          </p:cTn>
                        </p:par>
                        <p:par>
                          <p:cTn id="14" fill="hold">
                            <p:stCondLst>
                              <p:cond delay="1000"/>
                            </p:stCondLst>
                            <p:childTnLst>
                              <p:par>
                                <p:cTn id="15" presetID="42" presetClass="entr" presetSubtype="0" fill="hold" grpId="0" nodeType="afterEffect">
                                  <p:stCondLst>
                                    <p:cond delay="0"/>
                                  </p:stCondLst>
                                  <p:childTnLst>
                                    <p:set>
                                      <p:cBhvr>
                                        <p:cTn id="16" dur="1" fill="hold">
                                          <p:stCondLst>
                                            <p:cond delay="0"/>
                                          </p:stCondLst>
                                        </p:cTn>
                                        <p:tgtEl>
                                          <p:spTgt spid="28"/>
                                        </p:tgtEl>
                                        <p:attrNameLst>
                                          <p:attrName>style.visibility</p:attrName>
                                        </p:attrNameLst>
                                      </p:cBhvr>
                                      <p:to>
                                        <p:strVal val="visible"/>
                                      </p:to>
                                    </p:set>
                                    <p:animEffect transition="in" filter="fade">
                                      <p:cBhvr>
                                        <p:cTn id="17" dur="500"/>
                                        <p:tgtEl>
                                          <p:spTgt spid="28"/>
                                        </p:tgtEl>
                                      </p:cBhvr>
                                    </p:animEffect>
                                    <p:anim calcmode="lin" valueType="num">
                                      <p:cBhvr>
                                        <p:cTn id="18" dur="500" fill="hold"/>
                                        <p:tgtEl>
                                          <p:spTgt spid="28"/>
                                        </p:tgtEl>
                                        <p:attrNameLst>
                                          <p:attrName>ppt_x</p:attrName>
                                        </p:attrNameLst>
                                      </p:cBhvr>
                                      <p:tavLst>
                                        <p:tav tm="0">
                                          <p:val>
                                            <p:strVal val="#ppt_x"/>
                                          </p:val>
                                        </p:tav>
                                        <p:tav tm="100000">
                                          <p:val>
                                            <p:strVal val="#ppt_x"/>
                                          </p:val>
                                        </p:tav>
                                      </p:tavLst>
                                    </p:anim>
                                    <p:anim calcmode="lin" valueType="num">
                                      <p:cBhvr>
                                        <p:cTn id="19" dur="500" fill="hold"/>
                                        <p:tgtEl>
                                          <p:spTgt spid="28"/>
                                        </p:tgtEl>
                                        <p:attrNameLst>
                                          <p:attrName>ppt_y</p:attrName>
                                        </p:attrNameLst>
                                      </p:cBhvr>
                                      <p:tavLst>
                                        <p:tav tm="0">
                                          <p:val>
                                            <p:strVal val="#ppt_y+.1"/>
                                          </p:val>
                                        </p:tav>
                                        <p:tav tm="100000">
                                          <p:val>
                                            <p:strVal val="#ppt_y"/>
                                          </p:val>
                                        </p:tav>
                                      </p:tavLst>
                                    </p:anim>
                                  </p:childTnLst>
                                </p:cTn>
                              </p:par>
                            </p:childTnLst>
                          </p:cTn>
                        </p:par>
                        <p:par>
                          <p:cTn id="20" fill="hold">
                            <p:stCondLst>
                              <p:cond delay="1500"/>
                            </p:stCondLst>
                            <p:childTnLst>
                              <p:par>
                                <p:cTn id="21" presetID="42" presetClass="entr" presetSubtype="0" fill="hold" grpId="0" nodeType="afterEffect">
                                  <p:stCondLst>
                                    <p:cond delay="0"/>
                                  </p:stCondLst>
                                  <p:childTnLst>
                                    <p:set>
                                      <p:cBhvr>
                                        <p:cTn id="22" dur="1" fill="hold">
                                          <p:stCondLst>
                                            <p:cond delay="0"/>
                                          </p:stCondLst>
                                        </p:cTn>
                                        <p:tgtEl>
                                          <p:spTgt spid="29"/>
                                        </p:tgtEl>
                                        <p:attrNameLst>
                                          <p:attrName>style.visibility</p:attrName>
                                        </p:attrNameLst>
                                      </p:cBhvr>
                                      <p:to>
                                        <p:strVal val="visible"/>
                                      </p:to>
                                    </p:set>
                                    <p:animEffect transition="in" filter="fade">
                                      <p:cBhvr>
                                        <p:cTn id="23" dur="500"/>
                                        <p:tgtEl>
                                          <p:spTgt spid="29"/>
                                        </p:tgtEl>
                                      </p:cBhvr>
                                    </p:animEffect>
                                    <p:anim calcmode="lin" valueType="num">
                                      <p:cBhvr>
                                        <p:cTn id="24" dur="500" fill="hold"/>
                                        <p:tgtEl>
                                          <p:spTgt spid="29"/>
                                        </p:tgtEl>
                                        <p:attrNameLst>
                                          <p:attrName>ppt_x</p:attrName>
                                        </p:attrNameLst>
                                      </p:cBhvr>
                                      <p:tavLst>
                                        <p:tav tm="0">
                                          <p:val>
                                            <p:strVal val="#ppt_x"/>
                                          </p:val>
                                        </p:tav>
                                        <p:tav tm="100000">
                                          <p:val>
                                            <p:strVal val="#ppt_x"/>
                                          </p:val>
                                        </p:tav>
                                      </p:tavLst>
                                    </p:anim>
                                    <p:anim calcmode="lin" valueType="num">
                                      <p:cBhvr>
                                        <p:cTn id="25" dur="500" fill="hold"/>
                                        <p:tgtEl>
                                          <p:spTgt spid="29"/>
                                        </p:tgtEl>
                                        <p:attrNameLst>
                                          <p:attrName>ppt_y</p:attrName>
                                        </p:attrNameLst>
                                      </p:cBhvr>
                                      <p:tavLst>
                                        <p:tav tm="0">
                                          <p:val>
                                            <p:strVal val="#ppt_y+.1"/>
                                          </p:val>
                                        </p:tav>
                                        <p:tav tm="100000">
                                          <p:val>
                                            <p:strVal val="#ppt_y"/>
                                          </p:val>
                                        </p:tav>
                                      </p:tavLst>
                                    </p:anim>
                                  </p:childTnLst>
                                </p:cTn>
                              </p:par>
                            </p:childTnLst>
                          </p:cTn>
                        </p:par>
                        <p:par>
                          <p:cTn id="26" fill="hold">
                            <p:stCondLst>
                              <p:cond delay="2000"/>
                            </p:stCondLst>
                            <p:childTnLst>
                              <p:par>
                                <p:cTn id="27" presetID="42" presetClass="entr" presetSubtype="0" fill="hold" grpId="0" nodeType="afterEffect">
                                  <p:stCondLst>
                                    <p:cond delay="0"/>
                                  </p:stCondLst>
                                  <p:childTnLst>
                                    <p:set>
                                      <p:cBhvr>
                                        <p:cTn id="28" dur="1" fill="hold">
                                          <p:stCondLst>
                                            <p:cond delay="0"/>
                                          </p:stCondLst>
                                        </p:cTn>
                                        <p:tgtEl>
                                          <p:spTgt spid="30"/>
                                        </p:tgtEl>
                                        <p:attrNameLst>
                                          <p:attrName>style.visibility</p:attrName>
                                        </p:attrNameLst>
                                      </p:cBhvr>
                                      <p:to>
                                        <p:strVal val="visible"/>
                                      </p:to>
                                    </p:set>
                                    <p:animEffect transition="in" filter="fade">
                                      <p:cBhvr>
                                        <p:cTn id="29" dur="500"/>
                                        <p:tgtEl>
                                          <p:spTgt spid="30"/>
                                        </p:tgtEl>
                                      </p:cBhvr>
                                    </p:animEffect>
                                    <p:anim calcmode="lin" valueType="num">
                                      <p:cBhvr>
                                        <p:cTn id="30" dur="500" fill="hold"/>
                                        <p:tgtEl>
                                          <p:spTgt spid="30"/>
                                        </p:tgtEl>
                                        <p:attrNameLst>
                                          <p:attrName>ppt_x</p:attrName>
                                        </p:attrNameLst>
                                      </p:cBhvr>
                                      <p:tavLst>
                                        <p:tav tm="0">
                                          <p:val>
                                            <p:strVal val="#ppt_x"/>
                                          </p:val>
                                        </p:tav>
                                        <p:tav tm="100000">
                                          <p:val>
                                            <p:strVal val="#ppt_x"/>
                                          </p:val>
                                        </p:tav>
                                      </p:tavLst>
                                    </p:anim>
                                    <p:anim calcmode="lin" valueType="num">
                                      <p:cBhvr>
                                        <p:cTn id="31" dur="500" fill="hold"/>
                                        <p:tgtEl>
                                          <p:spTgt spid="30"/>
                                        </p:tgtEl>
                                        <p:attrNameLst>
                                          <p:attrName>ppt_y</p:attrName>
                                        </p:attrNameLst>
                                      </p:cBhvr>
                                      <p:tavLst>
                                        <p:tav tm="0">
                                          <p:val>
                                            <p:strVal val="#ppt_y+.1"/>
                                          </p:val>
                                        </p:tav>
                                        <p:tav tm="100000">
                                          <p:val>
                                            <p:strVal val="#ppt_y"/>
                                          </p:val>
                                        </p:tav>
                                      </p:tavLst>
                                    </p:anim>
                                  </p:childTnLst>
                                </p:cTn>
                              </p:par>
                            </p:childTnLst>
                          </p:cTn>
                        </p:par>
                        <p:par>
                          <p:cTn id="32" fill="hold">
                            <p:stCondLst>
                              <p:cond delay="2500"/>
                            </p:stCondLst>
                            <p:childTnLst>
                              <p:par>
                                <p:cTn id="33" presetID="42" presetClass="entr" presetSubtype="0" fill="hold" grpId="0" nodeType="afterEffect">
                                  <p:stCondLst>
                                    <p:cond delay="0"/>
                                  </p:stCondLst>
                                  <p:childTnLst>
                                    <p:set>
                                      <p:cBhvr>
                                        <p:cTn id="34" dur="1" fill="hold">
                                          <p:stCondLst>
                                            <p:cond delay="0"/>
                                          </p:stCondLst>
                                        </p:cTn>
                                        <p:tgtEl>
                                          <p:spTgt spid="31"/>
                                        </p:tgtEl>
                                        <p:attrNameLst>
                                          <p:attrName>style.visibility</p:attrName>
                                        </p:attrNameLst>
                                      </p:cBhvr>
                                      <p:to>
                                        <p:strVal val="visible"/>
                                      </p:to>
                                    </p:set>
                                    <p:animEffect transition="in" filter="fade">
                                      <p:cBhvr>
                                        <p:cTn id="35" dur="500"/>
                                        <p:tgtEl>
                                          <p:spTgt spid="31"/>
                                        </p:tgtEl>
                                      </p:cBhvr>
                                    </p:animEffect>
                                    <p:anim calcmode="lin" valueType="num">
                                      <p:cBhvr>
                                        <p:cTn id="36" dur="500" fill="hold"/>
                                        <p:tgtEl>
                                          <p:spTgt spid="31"/>
                                        </p:tgtEl>
                                        <p:attrNameLst>
                                          <p:attrName>ppt_x</p:attrName>
                                        </p:attrNameLst>
                                      </p:cBhvr>
                                      <p:tavLst>
                                        <p:tav tm="0">
                                          <p:val>
                                            <p:strVal val="#ppt_x"/>
                                          </p:val>
                                        </p:tav>
                                        <p:tav tm="100000">
                                          <p:val>
                                            <p:strVal val="#ppt_x"/>
                                          </p:val>
                                        </p:tav>
                                      </p:tavLst>
                                    </p:anim>
                                    <p:anim calcmode="lin" valueType="num">
                                      <p:cBhvr>
                                        <p:cTn id="37" dur="500" fill="hold"/>
                                        <p:tgtEl>
                                          <p:spTgt spid="31"/>
                                        </p:tgtEl>
                                        <p:attrNameLst>
                                          <p:attrName>ppt_y</p:attrName>
                                        </p:attrNameLst>
                                      </p:cBhvr>
                                      <p:tavLst>
                                        <p:tav tm="0">
                                          <p:val>
                                            <p:strVal val="#ppt_y+.1"/>
                                          </p:val>
                                        </p:tav>
                                        <p:tav tm="100000">
                                          <p:val>
                                            <p:strVal val="#ppt_y"/>
                                          </p:val>
                                        </p:tav>
                                      </p:tavLst>
                                    </p:anim>
                                  </p:childTnLst>
                                </p:cTn>
                              </p:par>
                            </p:childTnLst>
                          </p:cTn>
                        </p:par>
                        <p:par>
                          <p:cTn id="38" fill="hold">
                            <p:stCondLst>
                              <p:cond delay="3000"/>
                            </p:stCondLst>
                            <p:childTnLst>
                              <p:par>
                                <p:cTn id="39" presetID="22" presetClass="entr" presetSubtype="8" fill="hold" nodeType="afterEffect">
                                  <p:stCondLst>
                                    <p:cond delay="0"/>
                                  </p:stCondLst>
                                  <p:childTnLst>
                                    <p:set>
                                      <p:cBhvr>
                                        <p:cTn id="40" dur="1" fill="hold">
                                          <p:stCondLst>
                                            <p:cond delay="0"/>
                                          </p:stCondLst>
                                        </p:cTn>
                                        <p:tgtEl>
                                          <p:spTgt spid="6"/>
                                        </p:tgtEl>
                                        <p:attrNameLst>
                                          <p:attrName>style.visibility</p:attrName>
                                        </p:attrNameLst>
                                      </p:cBhvr>
                                      <p:to>
                                        <p:strVal val="visible"/>
                                      </p:to>
                                    </p:set>
                                    <p:animEffect transition="in" filter="wipe(left)">
                                      <p:cBhvr>
                                        <p:cTn id="41"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18" grpId="0" build="p">
        <p:tmplLst>
          <p:tmpl lvl="1">
            <p:tnLst>
              <p:par>
                <p:cTn presetID="42" presetClass="entr" presetSubtype="0" fill="hold" nodeType="afterEffect">
                  <p:stCondLst>
                    <p:cond delay="0"/>
                  </p:stCondLst>
                  <p:childTnLst>
                    <p:set>
                      <p:cBhvr>
                        <p:cTn dur="1" fill="hold">
                          <p:stCondLst>
                            <p:cond delay="0"/>
                          </p:stCondLst>
                        </p:cTn>
                        <p:tgtEl>
                          <p:spTgt spid="18"/>
                        </p:tgtEl>
                        <p:attrNameLst>
                          <p:attrName>style.visibility</p:attrName>
                        </p:attrNameLst>
                      </p:cBhvr>
                      <p:to>
                        <p:strVal val="visible"/>
                      </p:to>
                    </p:set>
                    <p:animEffect transition="in" filter="fade">
                      <p:cBhvr>
                        <p:cTn dur="500"/>
                        <p:tgtEl>
                          <p:spTgt spid="18"/>
                        </p:tgtEl>
                      </p:cBhvr>
                    </p:animEffect>
                    <p:anim calcmode="lin" valueType="num">
                      <p:cBhvr>
                        <p:cTn dur="500" fill="hold"/>
                        <p:tgtEl>
                          <p:spTgt spid="18"/>
                        </p:tgtEl>
                        <p:attrNameLst>
                          <p:attrName>ppt_x</p:attrName>
                        </p:attrNameLst>
                      </p:cBhvr>
                      <p:tavLst>
                        <p:tav tm="0">
                          <p:val>
                            <p:strVal val="#ppt_x"/>
                          </p:val>
                        </p:tav>
                        <p:tav tm="100000">
                          <p:val>
                            <p:strVal val="#ppt_x"/>
                          </p:val>
                        </p:tav>
                      </p:tavLst>
                    </p:anim>
                    <p:anim calcmode="lin" valueType="num">
                      <p:cBhvr>
                        <p:cTn dur="500" fill="hold"/>
                        <p:tgtEl>
                          <p:spTgt spid="18"/>
                        </p:tgtEl>
                        <p:attrNameLst>
                          <p:attrName>ppt_y</p:attrName>
                        </p:attrNameLst>
                      </p:cBhvr>
                      <p:tavLst>
                        <p:tav tm="0">
                          <p:val>
                            <p:strVal val="#ppt_y+.1"/>
                          </p:val>
                        </p:tav>
                        <p:tav tm="100000">
                          <p:val>
                            <p:strVal val="#ppt_y"/>
                          </p:val>
                        </p:tav>
                      </p:tavLst>
                    </p:anim>
                  </p:childTnLst>
                </p:cTn>
              </p:par>
            </p:tnLst>
          </p:tmpl>
        </p:tmplLst>
      </p:bldP>
      <p:bldP spid="28" grpId="0" animBg="1"/>
      <p:bldP spid="29" grpId="0" animBg="1"/>
      <p:bldP spid="30" grpId="0" animBg="1"/>
      <p:bldP spid="31" grpId="0" animBg="1"/>
    </p:bldLst>
  </p:timing>
</p:sldLayout>
</file>

<file path=ppt/slideLayouts/slideLayout540.xml><?xml version="1.0" encoding="utf-8"?>
<p:sldLayout xmlns:a="http://schemas.openxmlformats.org/drawingml/2006/main" xmlns:r="http://schemas.openxmlformats.org/officeDocument/2006/relationships" xmlns:p="http://schemas.openxmlformats.org/presentationml/2006/main" preserve="1" userDrawn="1">
  <p:cSld name="19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2549236"/>
            <a:ext cx="4605193" cy="1683329"/>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8" name="Text Placeholder 2"/>
          <p:cNvSpPr>
            <a:spLocks noGrp="1"/>
          </p:cNvSpPr>
          <p:nvPr>
            <p:ph type="body" idx="1"/>
          </p:nvPr>
        </p:nvSpPr>
        <p:spPr>
          <a:xfrm>
            <a:off x="479424" y="4418436"/>
            <a:ext cx="4605193"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Tree>
    <p:extLst>
      <p:ext uri="{BB962C8B-B14F-4D97-AF65-F5344CB8AC3E}">
        <p14:creationId xmlns:p14="http://schemas.microsoft.com/office/powerpoint/2010/main" val="88865504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42" presetClass="entr" presetSubtype="0" fill="hold" grpId="0" nodeType="afterEffect">
                                  <p:stCondLst>
                                    <p:cond delay="0"/>
                                  </p:stCondLst>
                                  <p:childTnLst>
                                    <p:set>
                                      <p:cBhvr>
                                        <p:cTn id="10" dur="1" fill="hold">
                                          <p:stCondLst>
                                            <p:cond delay="0"/>
                                          </p:stCondLst>
                                        </p:cTn>
                                        <p:tgtEl>
                                          <p:spTgt spid="8">
                                            <p:txEl>
                                              <p:pRg st="0" end="0"/>
                                            </p:txEl>
                                          </p:spTgt>
                                        </p:tgtEl>
                                        <p:attrNameLst>
                                          <p:attrName>style.visibility</p:attrName>
                                        </p:attrNameLst>
                                      </p:cBhvr>
                                      <p:to>
                                        <p:strVal val="visible"/>
                                      </p:to>
                                    </p:set>
                                    <p:animEffect transition="in" filter="fade">
                                      <p:cBhvr>
                                        <p:cTn id="11" dur="500"/>
                                        <p:tgtEl>
                                          <p:spTgt spid="8">
                                            <p:txEl>
                                              <p:pRg st="0" end="0"/>
                                            </p:txEl>
                                          </p:spTgt>
                                        </p:tgtEl>
                                      </p:cBhvr>
                                    </p:animEffect>
                                    <p:anim calcmode="lin" valueType="num">
                                      <p:cBhvr>
                                        <p:cTn id="12"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54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smtClean="0"/>
              <a:t>Click to edit Master title style</a:t>
            </a:r>
            <a:endParaRPr lang="en-AU"/>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5" name="Footer Placeholder 4"/>
          <p:cNvSpPr>
            <a:spLocks noGrp="1"/>
          </p:cNvSpPr>
          <p:nvPr>
            <p:ph type="ftr" sz="quarter" idx="11"/>
          </p:nvPr>
        </p:nvSpPr>
        <p:spPr/>
        <p:txBody>
          <a:bodyPr/>
          <a:lstStyle/>
          <a:p>
            <a:endParaRPr lang="en-AU">
              <a:solidFill>
                <a:prstClr val="black">
                  <a:tint val="75000"/>
                </a:prstClr>
              </a:solidFill>
            </a:endParaRPr>
          </a:p>
        </p:txBody>
      </p:sp>
      <p:sp>
        <p:nvSpPr>
          <p:cNvPr id="6" name="Slide Number Placeholder 5"/>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36749905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54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AU"/>
          </a:p>
        </p:txBody>
      </p:sp>
      <p:sp>
        <p:nvSpPr>
          <p:cNvPr id="3" name="Content Placeholder 2"/>
          <p:cNvSpPr>
            <a:spLocks noGrp="1"/>
          </p:cNvSpPr>
          <p:nvPr>
            <p:ph sz="half" idx="1"/>
          </p:nvPr>
        </p:nvSpPr>
        <p:spPr>
          <a:xfrm>
            <a:off x="838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4" name="Content Placeholder 3"/>
          <p:cNvSpPr>
            <a:spLocks noGrp="1"/>
          </p:cNvSpPr>
          <p:nvPr>
            <p:ph sz="half" idx="2"/>
          </p:nvPr>
        </p:nvSpPr>
        <p:spPr>
          <a:xfrm>
            <a:off x="6172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5" name="Date Placeholder 4"/>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6" name="Footer Placeholder 5"/>
          <p:cNvSpPr>
            <a:spLocks noGrp="1"/>
          </p:cNvSpPr>
          <p:nvPr>
            <p:ph type="ftr" sz="quarter" idx="11"/>
          </p:nvPr>
        </p:nvSpPr>
        <p:spPr/>
        <p:txBody>
          <a:bodyPr/>
          <a:lstStyle/>
          <a:p>
            <a:endParaRPr lang="en-AU">
              <a:solidFill>
                <a:prstClr val="black">
                  <a:tint val="75000"/>
                </a:prstClr>
              </a:solidFill>
            </a:endParaRPr>
          </a:p>
        </p:txBody>
      </p:sp>
      <p:sp>
        <p:nvSpPr>
          <p:cNvPr id="7" name="Slide Number Placeholder 6"/>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124559992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54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smtClean="0"/>
              <a:t>Click to edit Master title style</a:t>
            </a:r>
            <a:endParaRPr lang="en-AU"/>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7" name="Date Placeholder 6"/>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8" name="Footer Placeholder 7"/>
          <p:cNvSpPr>
            <a:spLocks noGrp="1"/>
          </p:cNvSpPr>
          <p:nvPr>
            <p:ph type="ftr" sz="quarter" idx="11"/>
          </p:nvPr>
        </p:nvSpPr>
        <p:spPr/>
        <p:txBody>
          <a:bodyPr/>
          <a:lstStyle/>
          <a:p>
            <a:endParaRPr lang="en-AU">
              <a:solidFill>
                <a:prstClr val="black">
                  <a:tint val="75000"/>
                </a:prstClr>
              </a:solidFill>
            </a:endParaRPr>
          </a:p>
        </p:txBody>
      </p:sp>
      <p:sp>
        <p:nvSpPr>
          <p:cNvPr id="9" name="Slide Number Placeholder 8"/>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84412211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54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AU"/>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41066473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54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3" name="Footer Placeholder 2"/>
          <p:cNvSpPr>
            <a:spLocks noGrp="1"/>
          </p:cNvSpPr>
          <p:nvPr>
            <p:ph type="ftr" sz="quarter" idx="11"/>
          </p:nvPr>
        </p:nvSpPr>
        <p:spPr/>
        <p:txBody>
          <a:bodyPr/>
          <a:lstStyle/>
          <a:p>
            <a:endParaRPr lang="en-AU">
              <a:solidFill>
                <a:prstClr val="black">
                  <a:tint val="75000"/>
                </a:prstClr>
              </a:solidFill>
            </a:endParaRPr>
          </a:p>
        </p:txBody>
      </p:sp>
      <p:sp>
        <p:nvSpPr>
          <p:cNvPr id="4" name="Slide Number Placeholder 3"/>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298738196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54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AU"/>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6" name="Footer Placeholder 5"/>
          <p:cNvSpPr>
            <a:spLocks noGrp="1"/>
          </p:cNvSpPr>
          <p:nvPr>
            <p:ph type="ftr" sz="quarter" idx="11"/>
          </p:nvPr>
        </p:nvSpPr>
        <p:spPr/>
        <p:txBody>
          <a:bodyPr/>
          <a:lstStyle/>
          <a:p>
            <a:endParaRPr lang="en-AU">
              <a:solidFill>
                <a:prstClr val="black">
                  <a:tint val="75000"/>
                </a:prstClr>
              </a:solidFill>
            </a:endParaRPr>
          </a:p>
        </p:txBody>
      </p:sp>
      <p:sp>
        <p:nvSpPr>
          <p:cNvPr id="7" name="Slide Number Placeholder 6"/>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424984207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54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AU"/>
          </a:p>
        </p:txBody>
      </p:sp>
      <p:sp>
        <p:nvSpPr>
          <p:cNvPr id="3" name="Picture Placeholder 2"/>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AU"/>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6" name="Footer Placeholder 5"/>
          <p:cNvSpPr>
            <a:spLocks noGrp="1"/>
          </p:cNvSpPr>
          <p:nvPr>
            <p:ph type="ftr" sz="quarter" idx="11"/>
          </p:nvPr>
        </p:nvSpPr>
        <p:spPr/>
        <p:txBody>
          <a:bodyPr/>
          <a:lstStyle/>
          <a:p>
            <a:endParaRPr lang="en-AU">
              <a:solidFill>
                <a:prstClr val="black">
                  <a:tint val="75000"/>
                </a:prstClr>
              </a:solidFill>
            </a:endParaRPr>
          </a:p>
        </p:txBody>
      </p:sp>
      <p:sp>
        <p:nvSpPr>
          <p:cNvPr id="7" name="Slide Number Placeholder 6"/>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103161280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54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AU"/>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4" name="Date Placeholder 3"/>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5" name="Footer Placeholder 4"/>
          <p:cNvSpPr>
            <a:spLocks noGrp="1"/>
          </p:cNvSpPr>
          <p:nvPr>
            <p:ph type="ftr" sz="quarter" idx="11"/>
          </p:nvPr>
        </p:nvSpPr>
        <p:spPr/>
        <p:txBody>
          <a:bodyPr/>
          <a:lstStyle/>
          <a:p>
            <a:endParaRPr lang="en-AU">
              <a:solidFill>
                <a:prstClr val="black">
                  <a:tint val="75000"/>
                </a:prstClr>
              </a:solidFill>
            </a:endParaRPr>
          </a:p>
        </p:txBody>
      </p:sp>
      <p:sp>
        <p:nvSpPr>
          <p:cNvPr id="6" name="Slide Number Placeholder 5"/>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159251644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54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smtClean="0"/>
              <a:t>Click to edit Master title style</a:t>
            </a:r>
            <a:endParaRPr lang="en-AU"/>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4" name="Date Placeholder 3"/>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5" name="Footer Placeholder 4"/>
          <p:cNvSpPr>
            <a:spLocks noGrp="1"/>
          </p:cNvSpPr>
          <p:nvPr>
            <p:ph type="ftr" sz="quarter" idx="11"/>
          </p:nvPr>
        </p:nvSpPr>
        <p:spPr/>
        <p:txBody>
          <a:bodyPr/>
          <a:lstStyle/>
          <a:p>
            <a:endParaRPr lang="en-AU">
              <a:solidFill>
                <a:prstClr val="black">
                  <a:tint val="75000"/>
                </a:prstClr>
              </a:solidFill>
            </a:endParaRPr>
          </a:p>
        </p:txBody>
      </p:sp>
      <p:sp>
        <p:nvSpPr>
          <p:cNvPr id="6" name="Slide Number Placeholder 5"/>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56809183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550.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
        <p:nvSpPr>
          <p:cNvPr id="8" name="Picture Placeholder 7"/>
          <p:cNvSpPr>
            <a:spLocks noGrp="1"/>
          </p:cNvSpPr>
          <p:nvPr>
            <p:ph type="pic" sz="quarter" idx="13"/>
          </p:nvPr>
        </p:nvSpPr>
        <p:spPr>
          <a:xfrm>
            <a:off x="0" y="0"/>
            <a:ext cx="12192000" cy="6858000"/>
          </a:xfrm>
          <a:solidFill>
            <a:schemeClr val="bg1">
              <a:lumMod val="85000"/>
            </a:schemeClr>
          </a:solidFill>
        </p:spPr>
        <p:txBody>
          <a:bodyPr/>
          <a:lstStyle/>
          <a:p>
            <a:endParaRPr lang="en-AU"/>
          </a:p>
        </p:txBody>
      </p:sp>
      <p:sp>
        <p:nvSpPr>
          <p:cNvPr id="9" name="Picture Placeholder 7"/>
          <p:cNvSpPr>
            <a:spLocks noGrp="1"/>
          </p:cNvSpPr>
          <p:nvPr>
            <p:ph type="pic" sz="quarter" idx="14"/>
          </p:nvPr>
        </p:nvSpPr>
        <p:spPr>
          <a:xfrm>
            <a:off x="3028950" y="1943100"/>
            <a:ext cx="6096000" cy="4914900"/>
          </a:xfrm>
          <a:solidFill>
            <a:schemeClr val="bg2">
              <a:lumMod val="25000"/>
            </a:schemeClr>
          </a:solidFill>
        </p:spPr>
        <p:txBody>
          <a:bodyPr/>
          <a:lstStyle/>
          <a:p>
            <a:endParaRPr lang="en-AU"/>
          </a:p>
        </p:txBody>
      </p:sp>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smtClean="0"/>
              <a:t>Click to edit Master title style</a:t>
            </a:r>
            <a:endParaRPr lang="en-AU"/>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smtClean="0"/>
              <a:t>Click to edit Master subtitle style</a:t>
            </a:r>
            <a:endParaRPr lang="en-AU" dirty="0"/>
          </a:p>
        </p:txBody>
      </p:sp>
      <p:sp>
        <p:nvSpPr>
          <p:cNvPr id="4" name="Date Placeholder 3"/>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5" name="Footer Placeholder 4"/>
          <p:cNvSpPr>
            <a:spLocks noGrp="1"/>
          </p:cNvSpPr>
          <p:nvPr>
            <p:ph type="ftr" sz="quarter" idx="11"/>
          </p:nvPr>
        </p:nvSpPr>
        <p:spPr/>
        <p:txBody>
          <a:bodyPr/>
          <a:lstStyle/>
          <a:p>
            <a:endParaRPr lang="en-AU">
              <a:solidFill>
                <a:prstClr val="black">
                  <a:tint val="75000"/>
                </a:prstClr>
              </a:solidFill>
            </a:endParaRPr>
          </a:p>
        </p:txBody>
      </p:sp>
      <p:sp>
        <p:nvSpPr>
          <p:cNvPr id="6" name="Slide Number Placeholder 5"/>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151480930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after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wipe(down)">
                                      <p:cBhvr>
                                        <p:cTn id="7" dur="500"/>
                                        <p:tgtEl>
                                          <p:spTgt spid="9"/>
                                        </p:tgtEl>
                                      </p:cBhvr>
                                    </p:animEffect>
                                  </p:childTnLst>
                                </p:cTn>
                              </p:par>
                            </p:childTnLst>
                          </p:cTn>
                        </p:par>
                        <p:par>
                          <p:cTn id="8" fill="hold">
                            <p:stCondLst>
                              <p:cond delay="500"/>
                            </p:stCondLst>
                            <p:childTnLst>
                              <p:par>
                                <p:cTn id="9" presetID="42"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anim calcmode="lin" valueType="num">
                                      <p:cBhvr>
                                        <p:cTn id="12" dur="500" fill="hold"/>
                                        <p:tgtEl>
                                          <p:spTgt spid="2"/>
                                        </p:tgtEl>
                                        <p:attrNameLst>
                                          <p:attrName>ppt_x</p:attrName>
                                        </p:attrNameLst>
                                      </p:cBhvr>
                                      <p:tavLst>
                                        <p:tav tm="0">
                                          <p:val>
                                            <p:strVal val="#ppt_x"/>
                                          </p:val>
                                        </p:tav>
                                        <p:tav tm="100000">
                                          <p:val>
                                            <p:strVal val="#ppt_x"/>
                                          </p:val>
                                        </p:tav>
                                      </p:tavLst>
                                    </p:anim>
                                    <p:anim calcmode="lin" valueType="num">
                                      <p:cBhvr>
                                        <p:cTn id="13" dur="500" fill="hold"/>
                                        <p:tgtEl>
                                          <p:spTgt spid="2"/>
                                        </p:tgtEl>
                                        <p:attrNameLst>
                                          <p:attrName>ppt_y</p:attrName>
                                        </p:attrNameLst>
                                      </p:cBhvr>
                                      <p:tavLst>
                                        <p:tav tm="0">
                                          <p:val>
                                            <p:strVal val="#ppt_y+.1"/>
                                          </p:val>
                                        </p:tav>
                                        <p:tav tm="100000">
                                          <p:val>
                                            <p:strVal val="#ppt_y"/>
                                          </p:val>
                                        </p:tav>
                                      </p:tavLst>
                                    </p:anim>
                                  </p:childTnLst>
                                </p:cTn>
                              </p:par>
                            </p:childTnLst>
                          </p:cTn>
                        </p:par>
                        <p:par>
                          <p:cTn id="14" fill="hold">
                            <p:stCondLst>
                              <p:cond delay="1000"/>
                            </p:stCondLst>
                            <p:childTnLst>
                              <p:par>
                                <p:cTn id="15" presetID="10" presetClass="entr" presetSubtype="0" fill="hold" grpId="0" nodeType="afterEffect">
                                  <p:stCondLst>
                                    <p:cond delay="0"/>
                                  </p:stCondLst>
                                  <p:childTnLst>
                                    <p:set>
                                      <p:cBhvr>
                                        <p:cTn id="16" dur="1" fill="hold">
                                          <p:stCondLst>
                                            <p:cond delay="0"/>
                                          </p:stCondLst>
                                        </p:cTn>
                                        <p:tgtEl>
                                          <p:spTgt spid="3">
                                            <p:txEl>
                                              <p:pRg st="0" end="0"/>
                                            </p:txEl>
                                          </p:spTgt>
                                        </p:tgtEl>
                                        <p:attrNameLst>
                                          <p:attrName>style.visibility</p:attrName>
                                        </p:attrNameLst>
                                      </p:cBhvr>
                                      <p:to>
                                        <p:strVal val="visible"/>
                                      </p:to>
                                    </p:set>
                                    <p:animEffect transition="in" filter="fade">
                                      <p:cBhvr>
                                        <p:cTn id="17" dur="500"/>
                                        <p:tgtEl>
                                          <p:spTgt spid="3">
                                            <p:txEl>
                                              <p:pRg st="0" end="0"/>
                                            </p:txEl>
                                          </p:spTgt>
                                        </p:tgtEl>
                                      </p:cBhvr>
                                    </p:animEffect>
                                  </p:childTnLst>
                                </p:cTn>
                              </p:par>
                            </p:childTnLst>
                          </p:cTn>
                        </p:par>
                        <p:par>
                          <p:cTn id="18" fill="hold">
                            <p:stCondLst>
                              <p:cond delay="1500"/>
                            </p:stCondLst>
                            <p:childTnLst>
                              <p:par>
                                <p:cTn id="19" presetID="53" presetClass="entr" presetSubtype="16" fill="hold" grpId="0" nodeType="afterEffect">
                                  <p:stCondLst>
                                    <p:cond delay="0"/>
                                  </p:stCondLst>
                                  <p:childTnLst>
                                    <p:set>
                                      <p:cBhvr>
                                        <p:cTn id="20" dur="1" fill="hold">
                                          <p:stCondLst>
                                            <p:cond delay="0"/>
                                          </p:stCondLst>
                                        </p:cTn>
                                        <p:tgtEl>
                                          <p:spTgt spid="8"/>
                                        </p:tgtEl>
                                        <p:attrNameLst>
                                          <p:attrName>style.visibility</p:attrName>
                                        </p:attrNameLst>
                                      </p:cBhvr>
                                      <p:to>
                                        <p:strVal val="visible"/>
                                      </p:to>
                                    </p:set>
                                    <p:anim calcmode="lin" valueType="num">
                                      <p:cBhvr>
                                        <p:cTn id="21" dur="500" fill="hold"/>
                                        <p:tgtEl>
                                          <p:spTgt spid="8"/>
                                        </p:tgtEl>
                                        <p:attrNameLst>
                                          <p:attrName>ppt_w</p:attrName>
                                        </p:attrNameLst>
                                      </p:cBhvr>
                                      <p:tavLst>
                                        <p:tav tm="0">
                                          <p:val>
                                            <p:fltVal val="0"/>
                                          </p:val>
                                        </p:tav>
                                        <p:tav tm="100000">
                                          <p:val>
                                            <p:strVal val="#ppt_w"/>
                                          </p:val>
                                        </p:tav>
                                      </p:tavLst>
                                    </p:anim>
                                    <p:anim calcmode="lin" valueType="num">
                                      <p:cBhvr>
                                        <p:cTn id="22" dur="500" fill="hold"/>
                                        <p:tgtEl>
                                          <p:spTgt spid="8"/>
                                        </p:tgtEl>
                                        <p:attrNameLst>
                                          <p:attrName>ppt_h</p:attrName>
                                        </p:attrNameLst>
                                      </p:cBhvr>
                                      <p:tavLst>
                                        <p:tav tm="0">
                                          <p:val>
                                            <p:fltVal val="0"/>
                                          </p:val>
                                        </p:tav>
                                        <p:tav tm="100000">
                                          <p:val>
                                            <p:strVal val="#ppt_h"/>
                                          </p:val>
                                        </p:tav>
                                      </p:tavLst>
                                    </p:anim>
                                    <p:animEffect transition="in" filter="fade">
                                      <p:cBhvr>
                                        <p:cTn id="23"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P spid="2" grpId="0"/>
      <p:bldP spid="3" grpId="0" build="p">
        <p:tmplLst>
          <p:tmpl lvl="1">
            <p:tnLst>
              <p:par>
                <p:cTn presetID="10" presetClass="entr" presetSubtype="0" fill="hold" nodeType="afterEffect">
                  <p:stCondLst>
                    <p:cond delay="0"/>
                  </p:stCondLst>
                  <p:childTnLst>
                    <p:set>
                      <p:cBhvr>
                        <p:cTn dur="1" fill="hold">
                          <p:stCondLst>
                            <p:cond delay="0"/>
                          </p:stCondLst>
                        </p:cTn>
                        <p:tgtEl>
                          <p:spTgt spid="3"/>
                        </p:tgtEl>
                        <p:attrNameLst>
                          <p:attrName>style.visibility</p:attrName>
                        </p:attrNameLst>
                      </p:cBhvr>
                      <p:to>
                        <p:strVal val="visible"/>
                      </p:to>
                    </p:set>
                    <p:animEffect transition="in" filter="fade">
                      <p:cBhvr>
                        <p:cTn dur="500"/>
                        <p:tgtEl>
                          <p:spTgt spid="3"/>
                        </p:tgtEl>
                      </p:cBhvr>
                    </p:animEffect>
                  </p:childTnLst>
                </p:cTn>
              </p:par>
            </p:tnLst>
          </p:tmpl>
        </p:tmplLst>
      </p:bldP>
    </p:bldLst>
  </p:timing>
</p:sldLayout>
</file>

<file path=ppt/slideLayouts/slideLayout551.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1778000" y="1996719"/>
            <a:ext cx="4307472" cy="839020"/>
          </a:xfrm>
        </p:spPr>
        <p:txBody>
          <a:bodyPr>
            <a:noAutofit/>
          </a:bodyPr>
          <a:lstStyle>
            <a:lvl1pPr algn="r">
              <a:defRPr sz="6000">
                <a:solidFill>
                  <a:schemeClr val="tx1">
                    <a:lumMod val="75000"/>
                    <a:lumOff val="25000"/>
                  </a:schemeClr>
                </a:solidFill>
              </a:defRPr>
            </a:lvl1pPr>
          </a:lstStyle>
          <a:p>
            <a:r>
              <a:rPr lang="id-ID" dirty="0" smtClean="0"/>
              <a:t>TITLE</a:t>
            </a:r>
            <a:endParaRPr lang="en-AU" dirty="0"/>
          </a:p>
        </p:txBody>
      </p:sp>
      <p:sp>
        <p:nvSpPr>
          <p:cNvPr id="3" name="Content Placeholder 2"/>
          <p:cNvSpPr>
            <a:spLocks noGrp="1"/>
          </p:cNvSpPr>
          <p:nvPr>
            <p:ph idx="1"/>
          </p:nvPr>
        </p:nvSpPr>
        <p:spPr>
          <a:xfrm>
            <a:off x="1788528" y="2758235"/>
            <a:ext cx="4307472" cy="1425158"/>
          </a:xfrm>
        </p:spPr>
        <p:txBody>
          <a:bodyPr>
            <a:normAutofit/>
          </a:bodyPr>
          <a:lstStyle>
            <a:lvl1pPr algn="r">
              <a:defRPr sz="2000">
                <a:solidFill>
                  <a:schemeClr val="tx1">
                    <a:lumMod val="50000"/>
                    <a:lumOff val="50000"/>
                  </a:schemeClr>
                </a:solidFill>
              </a:defRPr>
            </a:lvl1pPr>
          </a:lstStyle>
          <a:p>
            <a:pPr lvl="0"/>
            <a:r>
              <a:rPr lang="en-US" dirty="0" smtClean="0"/>
              <a:t>Click to edit Master text styles</a:t>
            </a:r>
          </a:p>
        </p:txBody>
      </p:sp>
      <p:sp>
        <p:nvSpPr>
          <p:cNvPr id="4" name="Date Placeholder 3"/>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5" name="Footer Placeholder 4"/>
          <p:cNvSpPr>
            <a:spLocks noGrp="1"/>
          </p:cNvSpPr>
          <p:nvPr>
            <p:ph type="ftr" sz="quarter" idx="11"/>
          </p:nvPr>
        </p:nvSpPr>
        <p:spPr/>
        <p:txBody>
          <a:bodyPr/>
          <a:lstStyle/>
          <a:p>
            <a:endParaRPr lang="en-AU">
              <a:solidFill>
                <a:prstClr val="black">
                  <a:tint val="75000"/>
                </a:prstClr>
              </a:solidFill>
            </a:endParaRPr>
          </a:p>
        </p:txBody>
      </p:sp>
      <p:sp>
        <p:nvSpPr>
          <p:cNvPr id="6" name="Slide Number Placeholder 5"/>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8" name="Picture Placeholder 7"/>
          <p:cNvSpPr>
            <a:spLocks noGrp="1"/>
          </p:cNvSpPr>
          <p:nvPr>
            <p:ph type="pic" sz="quarter" idx="13" hasCustomPrompt="1"/>
          </p:nvPr>
        </p:nvSpPr>
        <p:spPr>
          <a:xfrm>
            <a:off x="0" y="0"/>
            <a:ext cx="12192000" cy="1989138"/>
          </a:xfrm>
          <a:solidFill>
            <a:schemeClr val="bg1">
              <a:lumMod val="85000"/>
            </a:schemeClr>
          </a:solidFill>
        </p:spPr>
        <p:txBody>
          <a:bodyPr>
            <a:normAutofit/>
          </a:bodyPr>
          <a:lstStyle>
            <a:lvl1pPr>
              <a:defRPr sz="1000"/>
            </a:lvl1pPr>
          </a:lstStyle>
          <a:p>
            <a:r>
              <a:rPr lang="id-ID" dirty="0" smtClean="0"/>
              <a:t>Pic here</a:t>
            </a:r>
            <a:endParaRPr lang="en-AU" dirty="0"/>
          </a:p>
        </p:txBody>
      </p:sp>
      <p:sp>
        <p:nvSpPr>
          <p:cNvPr id="10" name="Picture Placeholder 9"/>
          <p:cNvSpPr>
            <a:spLocks noGrp="1"/>
          </p:cNvSpPr>
          <p:nvPr>
            <p:ph type="pic" sz="quarter" idx="14"/>
          </p:nvPr>
        </p:nvSpPr>
        <p:spPr>
          <a:xfrm rot="21079909">
            <a:off x="7010400" y="1587500"/>
            <a:ext cx="1976438" cy="1976438"/>
          </a:xfrm>
          <a:solidFill>
            <a:schemeClr val="bg1">
              <a:lumMod val="75000"/>
            </a:schemeClr>
          </a:solidFill>
        </p:spPr>
        <p:txBody>
          <a:bodyPr/>
          <a:lstStyle/>
          <a:p>
            <a:endParaRPr lang="en-AU"/>
          </a:p>
        </p:txBody>
      </p:sp>
      <p:sp>
        <p:nvSpPr>
          <p:cNvPr id="16" name="Picture Placeholder 15"/>
          <p:cNvSpPr>
            <a:spLocks noGrp="1"/>
          </p:cNvSpPr>
          <p:nvPr>
            <p:ph type="pic" sz="quarter" idx="16" hasCustomPrompt="1"/>
          </p:nvPr>
        </p:nvSpPr>
        <p:spPr>
          <a:xfrm>
            <a:off x="7010400" y="1583575"/>
            <a:ext cx="1976438" cy="63291"/>
          </a:xfrm>
          <a:solidFill>
            <a:schemeClr val="accent1"/>
          </a:solidFill>
        </p:spPr>
        <p:txBody>
          <a:bodyPr>
            <a:noAutofit/>
          </a:bodyPr>
          <a:lstStyle>
            <a:lvl1pPr algn="r">
              <a:defRPr sz="500"/>
            </a:lvl1pPr>
          </a:lstStyle>
          <a:p>
            <a:r>
              <a:rPr lang="id-ID" dirty="0" smtClean="0"/>
              <a:t>Nopic</a:t>
            </a:r>
            <a:endParaRPr lang="en-AU" dirty="0"/>
          </a:p>
        </p:txBody>
      </p:sp>
      <p:sp>
        <p:nvSpPr>
          <p:cNvPr id="18" name="Picture Placeholder 15"/>
          <p:cNvSpPr>
            <a:spLocks noGrp="1"/>
          </p:cNvSpPr>
          <p:nvPr>
            <p:ph type="pic" sz="quarter" idx="17" hasCustomPrompt="1"/>
          </p:nvPr>
        </p:nvSpPr>
        <p:spPr>
          <a:xfrm rot="16200000">
            <a:off x="6053827" y="2538457"/>
            <a:ext cx="1976438" cy="63291"/>
          </a:xfrm>
          <a:solidFill>
            <a:schemeClr val="accent2"/>
          </a:solidFill>
        </p:spPr>
        <p:txBody>
          <a:bodyPr>
            <a:noAutofit/>
          </a:bodyPr>
          <a:lstStyle>
            <a:lvl1pPr algn="r">
              <a:defRPr sz="500"/>
            </a:lvl1pPr>
          </a:lstStyle>
          <a:p>
            <a:r>
              <a:rPr lang="id-ID" dirty="0" smtClean="0"/>
              <a:t>Nopic</a:t>
            </a:r>
            <a:endParaRPr lang="en-AU" dirty="0"/>
          </a:p>
        </p:txBody>
      </p:sp>
      <p:sp>
        <p:nvSpPr>
          <p:cNvPr id="19" name="Picture Placeholder 15"/>
          <p:cNvSpPr>
            <a:spLocks noGrp="1"/>
          </p:cNvSpPr>
          <p:nvPr>
            <p:ph type="pic" sz="quarter" idx="18" hasCustomPrompt="1"/>
          </p:nvPr>
        </p:nvSpPr>
        <p:spPr>
          <a:xfrm rot="16200000">
            <a:off x="7966974" y="2538458"/>
            <a:ext cx="1976438" cy="63291"/>
          </a:xfrm>
          <a:solidFill>
            <a:schemeClr val="accent4"/>
          </a:solidFill>
        </p:spPr>
        <p:txBody>
          <a:bodyPr>
            <a:noAutofit/>
          </a:bodyPr>
          <a:lstStyle>
            <a:lvl1pPr algn="r">
              <a:defRPr sz="500"/>
            </a:lvl1pPr>
          </a:lstStyle>
          <a:p>
            <a:r>
              <a:rPr lang="id-ID" dirty="0" smtClean="0"/>
              <a:t>Nopic</a:t>
            </a:r>
            <a:endParaRPr lang="en-AU" dirty="0"/>
          </a:p>
        </p:txBody>
      </p:sp>
      <p:sp>
        <p:nvSpPr>
          <p:cNvPr id="20" name="Picture Placeholder 15"/>
          <p:cNvSpPr>
            <a:spLocks noGrp="1"/>
          </p:cNvSpPr>
          <p:nvPr>
            <p:ph type="pic" sz="quarter" idx="19" hasCustomPrompt="1"/>
          </p:nvPr>
        </p:nvSpPr>
        <p:spPr>
          <a:xfrm>
            <a:off x="7010400" y="3523186"/>
            <a:ext cx="1976438" cy="63291"/>
          </a:xfrm>
          <a:solidFill>
            <a:schemeClr val="accent5"/>
          </a:solidFill>
        </p:spPr>
        <p:txBody>
          <a:bodyPr>
            <a:noAutofit/>
          </a:bodyPr>
          <a:lstStyle>
            <a:lvl1pPr algn="r">
              <a:defRPr sz="500"/>
            </a:lvl1pPr>
          </a:lstStyle>
          <a:p>
            <a:r>
              <a:rPr lang="id-ID" dirty="0" smtClean="0"/>
              <a:t>Nopic</a:t>
            </a:r>
            <a:endParaRPr lang="en-AU" dirty="0"/>
          </a:p>
        </p:txBody>
      </p:sp>
      <p:sp>
        <p:nvSpPr>
          <p:cNvPr id="22" name="Text Placeholder 21"/>
          <p:cNvSpPr>
            <a:spLocks noGrp="1"/>
          </p:cNvSpPr>
          <p:nvPr>
            <p:ph type="body" sz="quarter" idx="20"/>
          </p:nvPr>
        </p:nvSpPr>
        <p:spPr>
          <a:xfrm>
            <a:off x="6872288" y="4073525"/>
            <a:ext cx="3109912" cy="360363"/>
          </a:xfrm>
        </p:spPr>
        <p:txBody>
          <a:bodyPr/>
          <a:lstStyle>
            <a:lvl1pP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3" name="Text Placeholder 21"/>
          <p:cNvSpPr>
            <a:spLocks noGrp="1"/>
          </p:cNvSpPr>
          <p:nvPr>
            <p:ph type="body" sz="quarter" idx="21"/>
          </p:nvPr>
        </p:nvSpPr>
        <p:spPr>
          <a:xfrm>
            <a:off x="6872288" y="4482636"/>
            <a:ext cx="3109912" cy="1391908"/>
          </a:xfrm>
        </p:spPr>
        <p:txBody>
          <a:bodyPr>
            <a:normAutofit/>
          </a:bodyPr>
          <a:lstStyle>
            <a:lvl1pP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4" name="Text Placeholder 6"/>
          <p:cNvSpPr>
            <a:spLocks noGrp="1"/>
          </p:cNvSpPr>
          <p:nvPr>
            <p:ph type="body" sz="quarter" idx="22"/>
          </p:nvPr>
        </p:nvSpPr>
        <p:spPr>
          <a:xfrm>
            <a:off x="2526297" y="1603582"/>
            <a:ext cx="3559175" cy="372856"/>
          </a:xfrm>
        </p:spPr>
        <p:txBody>
          <a:bodyPr>
            <a:noAutofit/>
          </a:bodyPr>
          <a:lstStyle>
            <a:lvl1pPr algn="r">
              <a:defRPr sz="2800">
                <a:solidFill>
                  <a:schemeClr val="tx1">
                    <a:lumMod val="65000"/>
                    <a:lumOff val="35000"/>
                  </a:schemeClr>
                </a:solidFill>
                <a:latin typeface="+mj-lt"/>
              </a:defRPr>
            </a:lvl1pPr>
          </a:lstStyle>
          <a:p>
            <a:pPr lvl="0"/>
            <a:endParaRPr lang="en-AU" dirty="0"/>
          </a:p>
        </p:txBody>
      </p:sp>
    </p:spTree>
    <p:extLst>
      <p:ext uri="{BB962C8B-B14F-4D97-AF65-F5344CB8AC3E}">
        <p14:creationId xmlns:p14="http://schemas.microsoft.com/office/powerpoint/2010/main" val="425551935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after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p:cTn id="7" dur="500" fill="hold"/>
                                        <p:tgtEl>
                                          <p:spTgt spid="8"/>
                                        </p:tgtEl>
                                        <p:attrNameLst>
                                          <p:attrName>ppt_w</p:attrName>
                                        </p:attrNameLst>
                                      </p:cBhvr>
                                      <p:tavLst>
                                        <p:tav tm="0">
                                          <p:val>
                                            <p:fltVal val="0"/>
                                          </p:val>
                                        </p:tav>
                                        <p:tav tm="100000">
                                          <p:val>
                                            <p:strVal val="#ppt_w"/>
                                          </p:val>
                                        </p:tav>
                                      </p:tavLst>
                                    </p:anim>
                                    <p:anim calcmode="lin" valueType="num">
                                      <p:cBhvr>
                                        <p:cTn id="8" dur="500" fill="hold"/>
                                        <p:tgtEl>
                                          <p:spTgt spid="8"/>
                                        </p:tgtEl>
                                        <p:attrNameLst>
                                          <p:attrName>ppt_h</p:attrName>
                                        </p:attrNameLst>
                                      </p:cBhvr>
                                      <p:tavLst>
                                        <p:tav tm="0">
                                          <p:val>
                                            <p:fltVal val="0"/>
                                          </p:val>
                                        </p:tav>
                                        <p:tav tm="100000">
                                          <p:val>
                                            <p:strVal val="#ppt_h"/>
                                          </p:val>
                                        </p:tav>
                                      </p:tavLst>
                                    </p:anim>
                                    <p:animEffect transition="in" filter="fade">
                                      <p:cBhvr>
                                        <p:cTn id="9" dur="500"/>
                                        <p:tgtEl>
                                          <p:spTgt spid="8"/>
                                        </p:tgtEl>
                                      </p:cBhvr>
                                    </p:animEffect>
                                  </p:childTnLst>
                                </p:cTn>
                              </p:par>
                            </p:childTnLst>
                          </p:cTn>
                        </p:par>
                        <p:par>
                          <p:cTn id="10" fill="hold">
                            <p:stCondLst>
                              <p:cond delay="500"/>
                            </p:stCondLst>
                            <p:childTnLst>
                              <p:par>
                                <p:cTn id="11" presetID="10" presetClass="entr" presetSubtype="0" fill="hold" grpId="0" nodeType="afterEffect" nodePh="1">
                                  <p:stCondLst>
                                    <p:cond delay="0"/>
                                  </p:stCondLst>
                                  <p:endCondLst>
                                    <p:cond evt="begin" delay="0">
                                      <p:tn val="11"/>
                                    </p:cond>
                                  </p:endCondLst>
                                  <p:childTnLst>
                                    <p:set>
                                      <p:cBhvr>
                                        <p:cTn id="12" dur="1" fill="hold">
                                          <p:stCondLst>
                                            <p:cond delay="0"/>
                                          </p:stCondLst>
                                        </p:cTn>
                                        <p:tgtEl>
                                          <p:spTgt spid="24">
                                            <p:txEl>
                                              <p:pRg st="0" end="0"/>
                                            </p:txEl>
                                          </p:spTgt>
                                        </p:tgtEl>
                                        <p:attrNameLst>
                                          <p:attrName>style.visibility</p:attrName>
                                        </p:attrNameLst>
                                      </p:cBhvr>
                                      <p:to>
                                        <p:strVal val="visible"/>
                                      </p:to>
                                    </p:set>
                                    <p:animEffect transition="in" filter="fade">
                                      <p:cBhvr>
                                        <p:cTn id="13" dur="500"/>
                                        <p:tgtEl>
                                          <p:spTgt spid="24">
                                            <p:txEl>
                                              <p:pRg st="0" end="0"/>
                                            </p:txEl>
                                          </p:spTgt>
                                        </p:tgtEl>
                                      </p:cBhvr>
                                    </p:animEffect>
                                  </p:childTnLst>
                                </p:cTn>
                              </p:par>
                            </p:childTnLst>
                          </p:cTn>
                        </p:par>
                        <p:par>
                          <p:cTn id="14" fill="hold">
                            <p:stCondLst>
                              <p:cond delay="1000"/>
                            </p:stCondLst>
                            <p:childTnLst>
                              <p:par>
                                <p:cTn id="15" presetID="42" presetClass="entr" presetSubtype="0" fill="hold" grpId="0" nodeType="afterEffect">
                                  <p:stCondLst>
                                    <p:cond delay="0"/>
                                  </p:stCondLst>
                                  <p:childTnLst>
                                    <p:set>
                                      <p:cBhvr>
                                        <p:cTn id="16" dur="1" fill="hold">
                                          <p:stCondLst>
                                            <p:cond delay="0"/>
                                          </p:stCondLst>
                                        </p:cTn>
                                        <p:tgtEl>
                                          <p:spTgt spid="2"/>
                                        </p:tgtEl>
                                        <p:attrNameLst>
                                          <p:attrName>style.visibility</p:attrName>
                                        </p:attrNameLst>
                                      </p:cBhvr>
                                      <p:to>
                                        <p:strVal val="visible"/>
                                      </p:to>
                                    </p:set>
                                    <p:animEffect transition="in" filter="fade">
                                      <p:cBhvr>
                                        <p:cTn id="17" dur="500"/>
                                        <p:tgtEl>
                                          <p:spTgt spid="2"/>
                                        </p:tgtEl>
                                      </p:cBhvr>
                                    </p:animEffect>
                                    <p:anim calcmode="lin" valueType="num">
                                      <p:cBhvr>
                                        <p:cTn id="18" dur="500" fill="hold"/>
                                        <p:tgtEl>
                                          <p:spTgt spid="2"/>
                                        </p:tgtEl>
                                        <p:attrNameLst>
                                          <p:attrName>ppt_x</p:attrName>
                                        </p:attrNameLst>
                                      </p:cBhvr>
                                      <p:tavLst>
                                        <p:tav tm="0">
                                          <p:val>
                                            <p:strVal val="#ppt_x"/>
                                          </p:val>
                                        </p:tav>
                                        <p:tav tm="100000">
                                          <p:val>
                                            <p:strVal val="#ppt_x"/>
                                          </p:val>
                                        </p:tav>
                                      </p:tavLst>
                                    </p:anim>
                                    <p:anim calcmode="lin" valueType="num">
                                      <p:cBhvr>
                                        <p:cTn id="19" dur="500" fill="hold"/>
                                        <p:tgtEl>
                                          <p:spTgt spid="2"/>
                                        </p:tgtEl>
                                        <p:attrNameLst>
                                          <p:attrName>ppt_y</p:attrName>
                                        </p:attrNameLst>
                                      </p:cBhvr>
                                      <p:tavLst>
                                        <p:tav tm="0">
                                          <p:val>
                                            <p:strVal val="#ppt_y+.1"/>
                                          </p:val>
                                        </p:tav>
                                        <p:tav tm="100000">
                                          <p:val>
                                            <p:strVal val="#ppt_y"/>
                                          </p:val>
                                        </p:tav>
                                      </p:tavLst>
                                    </p:anim>
                                  </p:childTnLst>
                                </p:cTn>
                              </p:par>
                            </p:childTnLst>
                          </p:cTn>
                        </p:par>
                        <p:par>
                          <p:cTn id="20" fill="hold">
                            <p:stCondLst>
                              <p:cond delay="1500"/>
                            </p:stCondLst>
                            <p:childTnLst>
                              <p:par>
                                <p:cTn id="21" presetID="10" presetClass="entr" presetSubtype="0" fill="hold" grpId="0" nodeType="afterEffect">
                                  <p:stCondLst>
                                    <p:cond delay="0"/>
                                  </p:stCondLst>
                                  <p:childTnLst>
                                    <p:set>
                                      <p:cBhvr>
                                        <p:cTn id="22" dur="1" fill="hold">
                                          <p:stCondLst>
                                            <p:cond delay="0"/>
                                          </p:stCondLst>
                                        </p:cTn>
                                        <p:tgtEl>
                                          <p:spTgt spid="3">
                                            <p:txEl>
                                              <p:pRg st="0" end="0"/>
                                            </p:txEl>
                                          </p:spTgt>
                                        </p:tgtEl>
                                        <p:attrNameLst>
                                          <p:attrName>style.visibility</p:attrName>
                                        </p:attrNameLst>
                                      </p:cBhvr>
                                      <p:to>
                                        <p:strVal val="visible"/>
                                      </p:to>
                                    </p:set>
                                    <p:animEffect transition="in" filter="fade">
                                      <p:cBhvr>
                                        <p:cTn id="23" dur="500"/>
                                        <p:tgtEl>
                                          <p:spTgt spid="3">
                                            <p:txEl>
                                              <p:pRg st="0" end="0"/>
                                            </p:txEl>
                                          </p:spTgt>
                                        </p:tgtEl>
                                      </p:cBhvr>
                                    </p:animEffect>
                                  </p:childTnLst>
                                </p:cTn>
                              </p:par>
                            </p:childTnLst>
                          </p:cTn>
                        </p:par>
                        <p:par>
                          <p:cTn id="24" fill="hold">
                            <p:stCondLst>
                              <p:cond delay="2000"/>
                            </p:stCondLst>
                            <p:childTnLst>
                              <p:par>
                                <p:cTn id="25" presetID="10" presetClass="entr" presetSubtype="0" fill="hold" grpId="0" nodeType="after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fade">
                                      <p:cBhvr>
                                        <p:cTn id="27" dur="500"/>
                                        <p:tgtEl>
                                          <p:spTgt spid="10"/>
                                        </p:tgtEl>
                                      </p:cBhvr>
                                    </p:animEffect>
                                  </p:childTnLst>
                                </p:cTn>
                              </p:par>
                            </p:childTnLst>
                          </p:cTn>
                        </p:par>
                        <p:par>
                          <p:cTn id="28" fill="hold">
                            <p:stCondLst>
                              <p:cond delay="2500"/>
                            </p:stCondLst>
                            <p:childTnLst>
                              <p:par>
                                <p:cTn id="29" presetID="22" presetClass="entr" presetSubtype="8" fill="hold" grpId="0" nodeType="afterEffect">
                                  <p:stCondLst>
                                    <p:cond delay="0"/>
                                  </p:stCondLst>
                                  <p:childTnLst>
                                    <p:set>
                                      <p:cBhvr>
                                        <p:cTn id="30" dur="1" fill="hold">
                                          <p:stCondLst>
                                            <p:cond delay="0"/>
                                          </p:stCondLst>
                                        </p:cTn>
                                        <p:tgtEl>
                                          <p:spTgt spid="16"/>
                                        </p:tgtEl>
                                        <p:attrNameLst>
                                          <p:attrName>style.visibility</p:attrName>
                                        </p:attrNameLst>
                                      </p:cBhvr>
                                      <p:to>
                                        <p:strVal val="visible"/>
                                      </p:to>
                                    </p:set>
                                    <p:animEffect transition="in" filter="wipe(left)">
                                      <p:cBhvr>
                                        <p:cTn id="31" dur="500"/>
                                        <p:tgtEl>
                                          <p:spTgt spid="16"/>
                                        </p:tgtEl>
                                      </p:cBhvr>
                                    </p:animEffect>
                                  </p:childTnLst>
                                </p:cTn>
                              </p:par>
                              <p:par>
                                <p:cTn id="32" presetID="22" presetClass="entr" presetSubtype="1" fill="hold" grpId="0" nodeType="withEffect">
                                  <p:stCondLst>
                                    <p:cond delay="0"/>
                                  </p:stCondLst>
                                  <p:childTnLst>
                                    <p:set>
                                      <p:cBhvr>
                                        <p:cTn id="33" dur="1" fill="hold">
                                          <p:stCondLst>
                                            <p:cond delay="0"/>
                                          </p:stCondLst>
                                        </p:cTn>
                                        <p:tgtEl>
                                          <p:spTgt spid="19"/>
                                        </p:tgtEl>
                                        <p:attrNameLst>
                                          <p:attrName>style.visibility</p:attrName>
                                        </p:attrNameLst>
                                      </p:cBhvr>
                                      <p:to>
                                        <p:strVal val="visible"/>
                                      </p:to>
                                    </p:set>
                                    <p:animEffect transition="in" filter="wipe(up)">
                                      <p:cBhvr>
                                        <p:cTn id="34" dur="500"/>
                                        <p:tgtEl>
                                          <p:spTgt spid="19"/>
                                        </p:tgtEl>
                                      </p:cBhvr>
                                    </p:animEffect>
                                  </p:childTnLst>
                                </p:cTn>
                              </p:par>
                              <p:par>
                                <p:cTn id="35" presetID="22" presetClass="entr" presetSubtype="2" fill="hold" grpId="0" nodeType="withEffect">
                                  <p:stCondLst>
                                    <p:cond delay="0"/>
                                  </p:stCondLst>
                                  <p:childTnLst>
                                    <p:set>
                                      <p:cBhvr>
                                        <p:cTn id="36" dur="1" fill="hold">
                                          <p:stCondLst>
                                            <p:cond delay="0"/>
                                          </p:stCondLst>
                                        </p:cTn>
                                        <p:tgtEl>
                                          <p:spTgt spid="20"/>
                                        </p:tgtEl>
                                        <p:attrNameLst>
                                          <p:attrName>style.visibility</p:attrName>
                                        </p:attrNameLst>
                                      </p:cBhvr>
                                      <p:to>
                                        <p:strVal val="visible"/>
                                      </p:to>
                                    </p:set>
                                    <p:animEffect transition="in" filter="wipe(right)">
                                      <p:cBhvr>
                                        <p:cTn id="37" dur="500"/>
                                        <p:tgtEl>
                                          <p:spTgt spid="20"/>
                                        </p:tgtEl>
                                      </p:cBhvr>
                                    </p:animEffect>
                                  </p:childTnLst>
                                </p:cTn>
                              </p:par>
                              <p:par>
                                <p:cTn id="38" presetID="22" presetClass="entr" presetSubtype="4" fill="hold" grpId="0" nodeType="withEffect">
                                  <p:stCondLst>
                                    <p:cond delay="0"/>
                                  </p:stCondLst>
                                  <p:childTnLst>
                                    <p:set>
                                      <p:cBhvr>
                                        <p:cTn id="39" dur="1" fill="hold">
                                          <p:stCondLst>
                                            <p:cond delay="0"/>
                                          </p:stCondLst>
                                        </p:cTn>
                                        <p:tgtEl>
                                          <p:spTgt spid="18"/>
                                        </p:tgtEl>
                                        <p:attrNameLst>
                                          <p:attrName>style.visibility</p:attrName>
                                        </p:attrNameLst>
                                      </p:cBhvr>
                                      <p:to>
                                        <p:strVal val="visible"/>
                                      </p:to>
                                    </p:set>
                                    <p:animEffect transition="in" filter="wipe(down)">
                                      <p:cBhvr>
                                        <p:cTn id="40" dur="500"/>
                                        <p:tgtEl>
                                          <p:spTgt spid="18"/>
                                        </p:tgtEl>
                                      </p:cBhvr>
                                    </p:animEffect>
                                  </p:childTnLst>
                                </p:cTn>
                              </p:par>
                            </p:childTnLst>
                          </p:cTn>
                        </p:par>
                        <p:par>
                          <p:cTn id="41" fill="hold">
                            <p:stCondLst>
                              <p:cond delay="3000"/>
                            </p:stCondLst>
                            <p:childTnLst>
                              <p:par>
                                <p:cTn id="42" presetID="53" presetClass="entr" presetSubtype="16" fill="hold" grpId="0" nodeType="afterEffect" nodePh="1">
                                  <p:stCondLst>
                                    <p:cond delay="0"/>
                                  </p:stCondLst>
                                  <p:endCondLst>
                                    <p:cond evt="begin" delay="0">
                                      <p:tn val="42"/>
                                    </p:cond>
                                  </p:endCondLst>
                                  <p:childTnLst>
                                    <p:set>
                                      <p:cBhvr>
                                        <p:cTn id="43" dur="1" fill="hold">
                                          <p:stCondLst>
                                            <p:cond delay="0"/>
                                          </p:stCondLst>
                                        </p:cTn>
                                        <p:tgtEl>
                                          <p:spTgt spid="22">
                                            <p:txEl>
                                              <p:pRg st="0" end="0"/>
                                            </p:txEl>
                                          </p:spTgt>
                                        </p:tgtEl>
                                        <p:attrNameLst>
                                          <p:attrName>style.visibility</p:attrName>
                                        </p:attrNameLst>
                                      </p:cBhvr>
                                      <p:to>
                                        <p:strVal val="visible"/>
                                      </p:to>
                                    </p:set>
                                    <p:anim calcmode="lin" valueType="num">
                                      <p:cBhvr>
                                        <p:cTn id="44" dur="500" fill="hold"/>
                                        <p:tgtEl>
                                          <p:spTgt spid="22">
                                            <p:txEl>
                                              <p:pRg st="0" end="0"/>
                                            </p:txEl>
                                          </p:spTgt>
                                        </p:tgtEl>
                                        <p:attrNameLst>
                                          <p:attrName>ppt_w</p:attrName>
                                        </p:attrNameLst>
                                      </p:cBhvr>
                                      <p:tavLst>
                                        <p:tav tm="0">
                                          <p:val>
                                            <p:fltVal val="0"/>
                                          </p:val>
                                        </p:tav>
                                        <p:tav tm="100000">
                                          <p:val>
                                            <p:strVal val="#ppt_w"/>
                                          </p:val>
                                        </p:tav>
                                      </p:tavLst>
                                    </p:anim>
                                    <p:anim calcmode="lin" valueType="num">
                                      <p:cBhvr>
                                        <p:cTn id="45" dur="500" fill="hold"/>
                                        <p:tgtEl>
                                          <p:spTgt spid="22">
                                            <p:txEl>
                                              <p:pRg st="0" end="0"/>
                                            </p:txEl>
                                          </p:spTgt>
                                        </p:tgtEl>
                                        <p:attrNameLst>
                                          <p:attrName>ppt_h</p:attrName>
                                        </p:attrNameLst>
                                      </p:cBhvr>
                                      <p:tavLst>
                                        <p:tav tm="0">
                                          <p:val>
                                            <p:fltVal val="0"/>
                                          </p:val>
                                        </p:tav>
                                        <p:tav tm="100000">
                                          <p:val>
                                            <p:strVal val="#ppt_h"/>
                                          </p:val>
                                        </p:tav>
                                      </p:tavLst>
                                    </p:anim>
                                    <p:animEffect transition="in" filter="fade">
                                      <p:cBhvr>
                                        <p:cTn id="46" dur="500"/>
                                        <p:tgtEl>
                                          <p:spTgt spid="22">
                                            <p:txEl>
                                              <p:pRg st="0" end="0"/>
                                            </p:txEl>
                                          </p:spTgt>
                                        </p:tgtEl>
                                      </p:cBhvr>
                                    </p:animEffect>
                                  </p:childTnLst>
                                </p:cTn>
                              </p:par>
                            </p:childTnLst>
                          </p:cTn>
                        </p:par>
                        <p:par>
                          <p:cTn id="47" fill="hold">
                            <p:stCondLst>
                              <p:cond delay="3500"/>
                            </p:stCondLst>
                            <p:childTnLst>
                              <p:par>
                                <p:cTn id="48" presetID="42" presetClass="entr" presetSubtype="0" fill="hold" grpId="0" nodeType="afterEffect" nodePh="1">
                                  <p:stCondLst>
                                    <p:cond delay="0"/>
                                  </p:stCondLst>
                                  <p:endCondLst>
                                    <p:cond evt="begin" delay="0">
                                      <p:tn val="48"/>
                                    </p:cond>
                                  </p:endCondLst>
                                  <p:childTnLst>
                                    <p:set>
                                      <p:cBhvr>
                                        <p:cTn id="49" dur="1" fill="hold">
                                          <p:stCondLst>
                                            <p:cond delay="0"/>
                                          </p:stCondLst>
                                        </p:cTn>
                                        <p:tgtEl>
                                          <p:spTgt spid="23">
                                            <p:txEl>
                                              <p:pRg st="0" end="0"/>
                                            </p:txEl>
                                          </p:spTgt>
                                        </p:tgtEl>
                                        <p:attrNameLst>
                                          <p:attrName>style.visibility</p:attrName>
                                        </p:attrNameLst>
                                      </p:cBhvr>
                                      <p:to>
                                        <p:strVal val="visible"/>
                                      </p:to>
                                    </p:set>
                                    <p:animEffect transition="in" filter="fade">
                                      <p:cBhvr>
                                        <p:cTn id="50" dur="500"/>
                                        <p:tgtEl>
                                          <p:spTgt spid="23">
                                            <p:txEl>
                                              <p:pRg st="0" end="0"/>
                                            </p:txEl>
                                          </p:spTgt>
                                        </p:tgtEl>
                                      </p:cBhvr>
                                    </p:animEffect>
                                    <p:anim calcmode="lin" valueType="num">
                                      <p:cBhvr>
                                        <p:cTn id="51" dur="500" fill="hold"/>
                                        <p:tgtEl>
                                          <p:spTgt spid="23">
                                            <p:txEl>
                                              <p:pRg st="0" end="0"/>
                                            </p:txEl>
                                          </p:spTgt>
                                        </p:tgtEl>
                                        <p:attrNameLst>
                                          <p:attrName>ppt_x</p:attrName>
                                        </p:attrNameLst>
                                      </p:cBhvr>
                                      <p:tavLst>
                                        <p:tav tm="0">
                                          <p:val>
                                            <p:strVal val="#ppt_x"/>
                                          </p:val>
                                        </p:tav>
                                        <p:tav tm="100000">
                                          <p:val>
                                            <p:strVal val="#ppt_x"/>
                                          </p:val>
                                        </p:tav>
                                      </p:tavLst>
                                    </p:anim>
                                    <p:anim calcmode="lin" valueType="num">
                                      <p:cBhvr>
                                        <p:cTn id="52" dur="500" fill="hold"/>
                                        <p:tgtEl>
                                          <p:spTgt spid="23">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build="p">
        <p:tmplLst>
          <p:tmpl lvl="1">
            <p:tnLst>
              <p:par>
                <p:cTn presetID="10" presetClass="entr" presetSubtype="0" fill="hold" nodeType="afterEffect">
                  <p:stCondLst>
                    <p:cond delay="0"/>
                  </p:stCondLst>
                  <p:childTnLst>
                    <p:set>
                      <p:cBhvr>
                        <p:cTn dur="1" fill="hold">
                          <p:stCondLst>
                            <p:cond delay="0"/>
                          </p:stCondLst>
                        </p:cTn>
                        <p:tgtEl>
                          <p:spTgt spid="3"/>
                        </p:tgtEl>
                        <p:attrNameLst>
                          <p:attrName>style.visibility</p:attrName>
                        </p:attrNameLst>
                      </p:cBhvr>
                      <p:to>
                        <p:strVal val="visible"/>
                      </p:to>
                    </p:set>
                    <p:animEffect transition="in" filter="fade">
                      <p:cBhvr>
                        <p:cTn dur="500"/>
                        <p:tgtEl>
                          <p:spTgt spid="3"/>
                        </p:tgtEl>
                      </p:cBhvr>
                    </p:animEffect>
                  </p:childTnLst>
                </p:cTn>
              </p:par>
            </p:tnLst>
          </p:tmpl>
        </p:tmplLst>
      </p:bldP>
      <p:bldP spid="8" grpId="0" animBg="1"/>
      <p:bldP spid="10" grpId="0" animBg="1"/>
      <p:bldP spid="16" grpId="0" animBg="1"/>
      <p:bldP spid="18" grpId="0" animBg="1"/>
      <p:bldP spid="19" grpId="0" animBg="1"/>
      <p:bldP spid="20" grpId="0" animBg="1"/>
      <p:bldP spid="22"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2"/>
                        </p:tgtEl>
                        <p:attrNameLst>
                          <p:attrName>style.visibility</p:attrName>
                        </p:attrNameLst>
                      </p:cBhvr>
                      <p:to>
                        <p:strVal val="visible"/>
                      </p:to>
                    </p:set>
                    <p:anim calcmode="lin" valueType="num">
                      <p:cBhvr>
                        <p:cTn dur="500" fill="hold"/>
                        <p:tgtEl>
                          <p:spTgt spid="22"/>
                        </p:tgtEl>
                        <p:attrNameLst>
                          <p:attrName>ppt_w</p:attrName>
                        </p:attrNameLst>
                      </p:cBhvr>
                      <p:tavLst>
                        <p:tav tm="0">
                          <p:val>
                            <p:fltVal val="0"/>
                          </p:val>
                        </p:tav>
                        <p:tav tm="100000">
                          <p:val>
                            <p:strVal val="#ppt_w"/>
                          </p:val>
                        </p:tav>
                      </p:tavLst>
                    </p:anim>
                    <p:anim calcmode="lin" valueType="num">
                      <p:cBhvr>
                        <p:cTn dur="500" fill="hold"/>
                        <p:tgtEl>
                          <p:spTgt spid="22"/>
                        </p:tgtEl>
                        <p:attrNameLst>
                          <p:attrName>ppt_h</p:attrName>
                        </p:attrNameLst>
                      </p:cBhvr>
                      <p:tavLst>
                        <p:tav tm="0">
                          <p:val>
                            <p:fltVal val="0"/>
                          </p:val>
                        </p:tav>
                        <p:tav tm="100000">
                          <p:val>
                            <p:strVal val="#ppt_h"/>
                          </p:val>
                        </p:tav>
                      </p:tavLst>
                    </p:anim>
                    <p:animEffect transition="in" filter="fade">
                      <p:cBhvr>
                        <p:cTn dur="500"/>
                        <p:tgtEl>
                          <p:spTgt spid="22"/>
                        </p:tgtEl>
                      </p:cBhvr>
                    </p:animEffect>
                  </p:childTnLst>
                </p:cTn>
              </p:par>
            </p:tnLst>
          </p:tmpl>
        </p:tmplLst>
      </p:bldP>
      <p:bldP spid="23"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3"/>
                        </p:tgtEl>
                        <p:attrNameLst>
                          <p:attrName>style.visibility</p:attrName>
                        </p:attrNameLst>
                      </p:cBhvr>
                      <p:to>
                        <p:strVal val="visible"/>
                      </p:to>
                    </p:set>
                    <p:animEffect transition="in" filter="fade">
                      <p:cBhvr>
                        <p:cTn dur="500"/>
                        <p:tgtEl>
                          <p:spTgt spid="23"/>
                        </p:tgtEl>
                      </p:cBhvr>
                    </p:animEffect>
                    <p:anim calcmode="lin" valueType="num">
                      <p:cBhvr>
                        <p:cTn dur="500" fill="hold"/>
                        <p:tgtEl>
                          <p:spTgt spid="23"/>
                        </p:tgtEl>
                        <p:attrNameLst>
                          <p:attrName>ppt_x</p:attrName>
                        </p:attrNameLst>
                      </p:cBhvr>
                      <p:tavLst>
                        <p:tav tm="0">
                          <p:val>
                            <p:strVal val="#ppt_x"/>
                          </p:val>
                        </p:tav>
                        <p:tav tm="100000">
                          <p:val>
                            <p:strVal val="#ppt_x"/>
                          </p:val>
                        </p:tav>
                      </p:tavLst>
                    </p:anim>
                    <p:anim calcmode="lin" valueType="num">
                      <p:cBhvr>
                        <p:cTn dur="500" fill="hold"/>
                        <p:tgtEl>
                          <p:spTgt spid="23"/>
                        </p:tgtEl>
                        <p:attrNameLst>
                          <p:attrName>ppt_y</p:attrName>
                        </p:attrNameLst>
                      </p:cBhvr>
                      <p:tavLst>
                        <p:tav tm="0">
                          <p:val>
                            <p:strVal val="#ppt_y+.1"/>
                          </p:val>
                        </p:tav>
                        <p:tav tm="100000">
                          <p:val>
                            <p:strVal val="#ppt_y"/>
                          </p:val>
                        </p:tav>
                      </p:tavLst>
                    </p:anim>
                  </p:childTnLst>
                </p:cTn>
              </p:par>
            </p:tnLst>
          </p:tmpl>
        </p:tmplLst>
      </p:bldP>
      <p:bldP spid="24"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24"/>
                        </p:tgtEl>
                        <p:attrNameLst>
                          <p:attrName>style.visibility</p:attrName>
                        </p:attrNameLst>
                      </p:cBhvr>
                      <p:to>
                        <p:strVal val="visible"/>
                      </p:to>
                    </p:set>
                    <p:animEffect transition="in" filter="fade">
                      <p:cBhvr>
                        <p:cTn dur="500"/>
                        <p:tgtEl>
                          <p:spTgt spid="24"/>
                        </p:tgtEl>
                      </p:cBhvr>
                    </p:animEffect>
                  </p:childTnLst>
                </p:cTn>
              </p:par>
            </p:tnLst>
          </p:tmpl>
        </p:tmplLst>
      </p:bldP>
    </p:bldLst>
  </p:timing>
</p:sldLayout>
</file>

<file path=ppt/slideLayouts/slideLayout552.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Tree>
    <p:extLst>
      <p:ext uri="{BB962C8B-B14F-4D97-AF65-F5344CB8AC3E}">
        <p14:creationId xmlns:p14="http://schemas.microsoft.com/office/powerpoint/2010/main" val="238249771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553.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17" name="Picture Placeholder 16"/>
          <p:cNvSpPr>
            <a:spLocks noGrp="1"/>
          </p:cNvSpPr>
          <p:nvPr>
            <p:ph type="pic" sz="quarter" idx="14" hasCustomPrompt="1"/>
          </p:nvPr>
        </p:nvSpPr>
        <p:spPr>
          <a:xfrm>
            <a:off x="1839095" y="2048259"/>
            <a:ext cx="2886714" cy="3313449"/>
          </a:xfrm>
          <a:custGeom>
            <a:avLst/>
            <a:gdLst>
              <a:gd name="connsiteX0" fmla="*/ 947087 w 3533533"/>
              <a:gd name="connsiteY0" fmla="*/ 1224307 h 4055885"/>
              <a:gd name="connsiteX1" fmla="*/ 1170091 w 3533533"/>
              <a:gd name="connsiteY1" fmla="*/ 1352331 h 4055885"/>
              <a:gd name="connsiteX2" fmla="*/ 2355380 w 3533533"/>
              <a:gd name="connsiteY2" fmla="*/ 3719063 h 4055885"/>
              <a:gd name="connsiteX3" fmla="*/ 2251556 w 3533533"/>
              <a:gd name="connsiteY3" fmla="*/ 4031211 h 4055885"/>
              <a:gd name="connsiteX4" fmla="*/ 2251557 w 3533533"/>
              <a:gd name="connsiteY4" fmla="*/ 4031210 h 4055885"/>
              <a:gd name="connsiteX5" fmla="*/ 1939409 w 3533533"/>
              <a:gd name="connsiteY5" fmla="*/ 3927386 h 4055885"/>
              <a:gd name="connsiteX6" fmla="*/ 754120 w 3533533"/>
              <a:gd name="connsiteY6" fmla="*/ 1560655 h 4055885"/>
              <a:gd name="connsiteX7" fmla="*/ 857943 w 3533533"/>
              <a:gd name="connsiteY7" fmla="*/ 1248507 h 4055885"/>
              <a:gd name="connsiteX8" fmla="*/ 947087 w 3533533"/>
              <a:gd name="connsiteY8" fmla="*/ 1224307 h 4055885"/>
              <a:gd name="connsiteX9" fmla="*/ 217642 w 3533533"/>
              <a:gd name="connsiteY9" fmla="*/ 943467 h 4055885"/>
              <a:gd name="connsiteX10" fmla="*/ 440647 w 3533533"/>
              <a:gd name="connsiteY10" fmla="*/ 1071491 h 4055885"/>
              <a:gd name="connsiteX11" fmla="*/ 1625936 w 3533533"/>
              <a:gd name="connsiteY11" fmla="*/ 3438223 h 4055885"/>
              <a:gd name="connsiteX12" fmla="*/ 1522111 w 3533533"/>
              <a:gd name="connsiteY12" fmla="*/ 3750371 h 4055885"/>
              <a:gd name="connsiteX13" fmla="*/ 1522112 w 3533533"/>
              <a:gd name="connsiteY13" fmla="*/ 3750370 h 4055885"/>
              <a:gd name="connsiteX14" fmla="*/ 1209964 w 3533533"/>
              <a:gd name="connsiteY14" fmla="*/ 3646546 h 4055885"/>
              <a:gd name="connsiteX15" fmla="*/ 24675 w 3533533"/>
              <a:gd name="connsiteY15" fmla="*/ 1279815 h 4055885"/>
              <a:gd name="connsiteX16" fmla="*/ 128499 w 3533533"/>
              <a:gd name="connsiteY16" fmla="*/ 967667 h 4055885"/>
              <a:gd name="connsiteX17" fmla="*/ 217642 w 3533533"/>
              <a:gd name="connsiteY17" fmla="*/ 943467 h 4055885"/>
              <a:gd name="connsiteX18" fmla="*/ 1888548 w 3533533"/>
              <a:gd name="connsiteY18" fmla="*/ 752811 h 4055885"/>
              <a:gd name="connsiteX19" fmla="*/ 2111553 w 3533533"/>
              <a:gd name="connsiteY19" fmla="*/ 880835 h 4055885"/>
              <a:gd name="connsiteX20" fmla="*/ 3296841 w 3533533"/>
              <a:gd name="connsiteY20" fmla="*/ 3247567 h 4055885"/>
              <a:gd name="connsiteX21" fmla="*/ 3193017 w 3533533"/>
              <a:gd name="connsiteY21" fmla="*/ 3559715 h 4055885"/>
              <a:gd name="connsiteX22" fmla="*/ 3193018 w 3533533"/>
              <a:gd name="connsiteY22" fmla="*/ 3559714 h 4055885"/>
              <a:gd name="connsiteX23" fmla="*/ 2880870 w 3533533"/>
              <a:gd name="connsiteY23" fmla="*/ 3455890 h 4055885"/>
              <a:gd name="connsiteX24" fmla="*/ 1695581 w 3533533"/>
              <a:gd name="connsiteY24" fmla="*/ 1089159 h 4055885"/>
              <a:gd name="connsiteX25" fmla="*/ 1799405 w 3533533"/>
              <a:gd name="connsiteY25" fmla="*/ 777011 h 4055885"/>
              <a:gd name="connsiteX26" fmla="*/ 1888548 w 3533533"/>
              <a:gd name="connsiteY26" fmla="*/ 752811 h 4055885"/>
              <a:gd name="connsiteX27" fmla="*/ 1011122 w 3533533"/>
              <a:gd name="connsiteY27" fmla="*/ 176488 h 4055885"/>
              <a:gd name="connsiteX28" fmla="*/ 1234126 w 3533533"/>
              <a:gd name="connsiteY28" fmla="*/ 304512 h 4055885"/>
              <a:gd name="connsiteX29" fmla="*/ 2419415 w 3533533"/>
              <a:gd name="connsiteY29" fmla="*/ 2671244 h 4055885"/>
              <a:gd name="connsiteX30" fmla="*/ 2315591 w 3533533"/>
              <a:gd name="connsiteY30" fmla="*/ 2983392 h 4055885"/>
              <a:gd name="connsiteX31" fmla="*/ 2315592 w 3533533"/>
              <a:gd name="connsiteY31" fmla="*/ 2983391 h 4055885"/>
              <a:gd name="connsiteX32" fmla="*/ 2003444 w 3533533"/>
              <a:gd name="connsiteY32" fmla="*/ 2879567 h 4055885"/>
              <a:gd name="connsiteX33" fmla="*/ 818154 w 3533533"/>
              <a:gd name="connsiteY33" fmla="*/ 512836 h 4055885"/>
              <a:gd name="connsiteX34" fmla="*/ 921978 w 3533533"/>
              <a:gd name="connsiteY34" fmla="*/ 200688 h 4055885"/>
              <a:gd name="connsiteX35" fmla="*/ 1011122 w 3533533"/>
              <a:gd name="connsiteY35" fmla="*/ 176488 h 4055885"/>
              <a:gd name="connsiteX36" fmla="*/ 2100564 w 3533533"/>
              <a:gd name="connsiteY36" fmla="*/ 475 h 4055885"/>
              <a:gd name="connsiteX37" fmla="*/ 2323569 w 3533533"/>
              <a:gd name="connsiteY37" fmla="*/ 128499 h 4055885"/>
              <a:gd name="connsiteX38" fmla="*/ 3508858 w 3533533"/>
              <a:gd name="connsiteY38" fmla="*/ 2495231 h 4055885"/>
              <a:gd name="connsiteX39" fmla="*/ 3405034 w 3533533"/>
              <a:gd name="connsiteY39" fmla="*/ 2807379 h 4055885"/>
              <a:gd name="connsiteX40" fmla="*/ 3405034 w 3533533"/>
              <a:gd name="connsiteY40" fmla="*/ 2807378 h 4055885"/>
              <a:gd name="connsiteX41" fmla="*/ 3092887 w 3533533"/>
              <a:gd name="connsiteY41" fmla="*/ 2703554 h 4055885"/>
              <a:gd name="connsiteX42" fmla="*/ 1907597 w 3533533"/>
              <a:gd name="connsiteY42" fmla="*/ 336823 h 4055885"/>
              <a:gd name="connsiteX43" fmla="*/ 2011421 w 3533533"/>
              <a:gd name="connsiteY43" fmla="*/ 24675 h 4055885"/>
              <a:gd name="connsiteX44" fmla="*/ 2100564 w 3533533"/>
              <a:gd name="connsiteY44" fmla="*/ 475 h 4055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3533533" h="4055885">
                <a:moveTo>
                  <a:pt x="947087" y="1224307"/>
                </a:moveTo>
                <a:cubicBezTo>
                  <a:pt x="1037548" y="1218495"/>
                  <a:pt x="1126946" y="1266180"/>
                  <a:pt x="1170091" y="1352331"/>
                </a:cubicBezTo>
                <a:cubicBezTo>
                  <a:pt x="1565188" y="2141242"/>
                  <a:pt x="1960283" y="2930152"/>
                  <a:pt x="2355380" y="3719063"/>
                </a:cubicBezTo>
                <a:cubicBezTo>
                  <a:pt x="2412907" y="3833931"/>
                  <a:pt x="2366424" y="3973684"/>
                  <a:pt x="2251556" y="4031211"/>
                </a:cubicBezTo>
                <a:lnTo>
                  <a:pt x="2251557" y="4031210"/>
                </a:lnTo>
                <a:cubicBezTo>
                  <a:pt x="2136689" y="4088737"/>
                  <a:pt x="1996936" y="4042254"/>
                  <a:pt x="1939409" y="3927386"/>
                </a:cubicBezTo>
                <a:lnTo>
                  <a:pt x="754120" y="1560655"/>
                </a:lnTo>
                <a:cubicBezTo>
                  <a:pt x="696592" y="1445787"/>
                  <a:pt x="743075" y="1306034"/>
                  <a:pt x="857943" y="1248507"/>
                </a:cubicBezTo>
                <a:cubicBezTo>
                  <a:pt x="886660" y="1234125"/>
                  <a:pt x="916933" y="1226244"/>
                  <a:pt x="947087" y="1224307"/>
                </a:cubicBezTo>
                <a:close/>
                <a:moveTo>
                  <a:pt x="217642" y="943467"/>
                </a:moveTo>
                <a:cubicBezTo>
                  <a:pt x="308104" y="937655"/>
                  <a:pt x="397501" y="985340"/>
                  <a:pt x="440647" y="1071491"/>
                </a:cubicBezTo>
                <a:cubicBezTo>
                  <a:pt x="835743" y="1860402"/>
                  <a:pt x="1230839" y="2649312"/>
                  <a:pt x="1625936" y="3438223"/>
                </a:cubicBezTo>
                <a:cubicBezTo>
                  <a:pt x="1683463" y="3553091"/>
                  <a:pt x="1636980" y="3692844"/>
                  <a:pt x="1522111" y="3750371"/>
                </a:cubicBezTo>
                <a:lnTo>
                  <a:pt x="1522112" y="3750370"/>
                </a:lnTo>
                <a:cubicBezTo>
                  <a:pt x="1407244" y="3807897"/>
                  <a:pt x="1267491" y="3761414"/>
                  <a:pt x="1209964" y="3646546"/>
                </a:cubicBezTo>
                <a:lnTo>
                  <a:pt x="24675" y="1279815"/>
                </a:lnTo>
                <a:cubicBezTo>
                  <a:pt x="-32852" y="1164947"/>
                  <a:pt x="13631" y="1025194"/>
                  <a:pt x="128499" y="967667"/>
                </a:cubicBezTo>
                <a:cubicBezTo>
                  <a:pt x="157216" y="953285"/>
                  <a:pt x="187488" y="945404"/>
                  <a:pt x="217642" y="943467"/>
                </a:cubicBezTo>
                <a:close/>
                <a:moveTo>
                  <a:pt x="1888548" y="752811"/>
                </a:moveTo>
                <a:cubicBezTo>
                  <a:pt x="1979010" y="747000"/>
                  <a:pt x="2068407" y="794684"/>
                  <a:pt x="2111553" y="880835"/>
                </a:cubicBezTo>
                <a:cubicBezTo>
                  <a:pt x="2506649" y="1669746"/>
                  <a:pt x="2901745" y="2458656"/>
                  <a:pt x="3296841" y="3247567"/>
                </a:cubicBezTo>
                <a:cubicBezTo>
                  <a:pt x="3354369" y="3362435"/>
                  <a:pt x="3307885" y="3502188"/>
                  <a:pt x="3193017" y="3559715"/>
                </a:cubicBezTo>
                <a:lnTo>
                  <a:pt x="3193018" y="3559714"/>
                </a:lnTo>
                <a:cubicBezTo>
                  <a:pt x="3078150" y="3617241"/>
                  <a:pt x="2938397" y="3570758"/>
                  <a:pt x="2880870" y="3455890"/>
                </a:cubicBezTo>
                <a:lnTo>
                  <a:pt x="1695581" y="1089159"/>
                </a:lnTo>
                <a:cubicBezTo>
                  <a:pt x="1638053" y="974291"/>
                  <a:pt x="1684537" y="834539"/>
                  <a:pt x="1799405" y="777011"/>
                </a:cubicBezTo>
                <a:cubicBezTo>
                  <a:pt x="1828122" y="762629"/>
                  <a:pt x="1858394" y="754748"/>
                  <a:pt x="1888548" y="752811"/>
                </a:cubicBezTo>
                <a:close/>
                <a:moveTo>
                  <a:pt x="1011122" y="176488"/>
                </a:moveTo>
                <a:cubicBezTo>
                  <a:pt x="1101583" y="170677"/>
                  <a:pt x="1190981" y="218361"/>
                  <a:pt x="1234126" y="304512"/>
                </a:cubicBezTo>
                <a:cubicBezTo>
                  <a:pt x="1629223" y="1093423"/>
                  <a:pt x="2024319" y="1882334"/>
                  <a:pt x="2419415" y="2671244"/>
                </a:cubicBezTo>
                <a:cubicBezTo>
                  <a:pt x="2476943" y="2786112"/>
                  <a:pt x="2430459" y="2925865"/>
                  <a:pt x="2315591" y="2983392"/>
                </a:cubicBezTo>
                <a:lnTo>
                  <a:pt x="2315592" y="2983391"/>
                </a:lnTo>
                <a:cubicBezTo>
                  <a:pt x="2200724" y="3040918"/>
                  <a:pt x="2060971" y="2994435"/>
                  <a:pt x="2003444" y="2879567"/>
                </a:cubicBezTo>
                <a:lnTo>
                  <a:pt x="818154" y="512836"/>
                </a:lnTo>
                <a:cubicBezTo>
                  <a:pt x="760627" y="397969"/>
                  <a:pt x="807110" y="258216"/>
                  <a:pt x="921978" y="200688"/>
                </a:cubicBezTo>
                <a:cubicBezTo>
                  <a:pt x="950695" y="186307"/>
                  <a:pt x="980968" y="178425"/>
                  <a:pt x="1011122" y="176488"/>
                </a:cubicBezTo>
                <a:close/>
                <a:moveTo>
                  <a:pt x="2100564" y="475"/>
                </a:moveTo>
                <a:cubicBezTo>
                  <a:pt x="2191026" y="-5336"/>
                  <a:pt x="2280424" y="42348"/>
                  <a:pt x="2323569" y="128499"/>
                </a:cubicBezTo>
                <a:cubicBezTo>
                  <a:pt x="2718666" y="917410"/>
                  <a:pt x="3113761" y="1706320"/>
                  <a:pt x="3508858" y="2495231"/>
                </a:cubicBezTo>
                <a:cubicBezTo>
                  <a:pt x="3566385" y="2610099"/>
                  <a:pt x="3519902" y="2749852"/>
                  <a:pt x="3405034" y="2807379"/>
                </a:cubicBezTo>
                <a:lnTo>
                  <a:pt x="3405034" y="2807378"/>
                </a:lnTo>
                <a:cubicBezTo>
                  <a:pt x="3290167" y="2864905"/>
                  <a:pt x="3150414" y="2818422"/>
                  <a:pt x="3092887" y="2703554"/>
                </a:cubicBezTo>
                <a:lnTo>
                  <a:pt x="1907597" y="336823"/>
                </a:lnTo>
                <a:cubicBezTo>
                  <a:pt x="1850070" y="221955"/>
                  <a:pt x="1896553" y="82203"/>
                  <a:pt x="2011421" y="24675"/>
                </a:cubicBezTo>
                <a:cubicBezTo>
                  <a:pt x="2040138" y="10293"/>
                  <a:pt x="2070410" y="2412"/>
                  <a:pt x="2100564" y="475"/>
                </a:cubicBezTo>
                <a:close/>
              </a:path>
            </a:pathLst>
          </a:custGeom>
          <a:solidFill>
            <a:schemeClr val="bg1">
              <a:lumMod val="85000"/>
            </a:schemeClr>
          </a:solidFill>
        </p:spPr>
        <p:txBody>
          <a:bodyPr wrap="square">
            <a:noAutofit/>
          </a:bodyPr>
          <a:lstStyle>
            <a:lvl1pPr>
              <a:defRPr baseline="0"/>
            </a:lvl1pPr>
          </a:lstStyle>
          <a:p>
            <a:r>
              <a:rPr lang="id-ID" dirty="0" smtClean="0"/>
              <a:t>Pic here</a:t>
            </a:r>
            <a:endParaRPr lang="en-AU" dirty="0"/>
          </a:p>
        </p:txBody>
      </p:sp>
      <p:sp>
        <p:nvSpPr>
          <p:cNvPr id="18" name="Text Placeholder 21"/>
          <p:cNvSpPr>
            <a:spLocks noGrp="1"/>
          </p:cNvSpPr>
          <p:nvPr>
            <p:ph type="body" sz="quarter" idx="21"/>
          </p:nvPr>
        </p:nvSpPr>
        <p:spPr>
          <a:xfrm>
            <a:off x="1727496" y="5567867"/>
            <a:ext cx="3109912" cy="291162"/>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4" name="Text Placeholder 21"/>
          <p:cNvSpPr>
            <a:spLocks noGrp="1"/>
          </p:cNvSpPr>
          <p:nvPr>
            <p:ph type="body" sz="quarter" idx="20"/>
          </p:nvPr>
        </p:nvSpPr>
        <p:spPr>
          <a:xfrm>
            <a:off x="7315633" y="2417115"/>
            <a:ext cx="4396942" cy="256811"/>
          </a:xfrm>
        </p:spPr>
        <p:txBody>
          <a:bodyPr/>
          <a:lstStyle>
            <a:lvl1pP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5" name="Text Placeholder 21"/>
          <p:cNvSpPr>
            <a:spLocks noGrp="1"/>
          </p:cNvSpPr>
          <p:nvPr>
            <p:ph type="body" sz="quarter" idx="22"/>
          </p:nvPr>
        </p:nvSpPr>
        <p:spPr>
          <a:xfrm>
            <a:off x="7315633" y="2715386"/>
            <a:ext cx="4396942" cy="448573"/>
          </a:xfrm>
        </p:spPr>
        <p:txBody>
          <a:bodyPr>
            <a:normAutofit/>
          </a:bodyPr>
          <a:lstStyle>
            <a:lvl1pP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1" name="Text Placeholder 21"/>
          <p:cNvSpPr>
            <a:spLocks noGrp="1"/>
          </p:cNvSpPr>
          <p:nvPr>
            <p:ph type="body" sz="quarter" idx="23"/>
          </p:nvPr>
        </p:nvSpPr>
        <p:spPr>
          <a:xfrm>
            <a:off x="7315633" y="3436112"/>
            <a:ext cx="4396942" cy="256811"/>
          </a:xfrm>
        </p:spPr>
        <p:txBody>
          <a:bodyPr/>
          <a:lstStyle>
            <a:lvl1pP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2" name="Text Placeholder 21"/>
          <p:cNvSpPr>
            <a:spLocks noGrp="1"/>
          </p:cNvSpPr>
          <p:nvPr>
            <p:ph type="body" sz="quarter" idx="24"/>
          </p:nvPr>
        </p:nvSpPr>
        <p:spPr>
          <a:xfrm>
            <a:off x="7315633" y="3734383"/>
            <a:ext cx="4396942" cy="448573"/>
          </a:xfrm>
        </p:spPr>
        <p:txBody>
          <a:bodyPr>
            <a:normAutofit/>
          </a:bodyPr>
          <a:lstStyle>
            <a:lvl1pP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3" name="Text Placeholder 21"/>
          <p:cNvSpPr>
            <a:spLocks noGrp="1"/>
          </p:cNvSpPr>
          <p:nvPr>
            <p:ph type="body" sz="quarter" idx="25"/>
          </p:nvPr>
        </p:nvSpPr>
        <p:spPr>
          <a:xfrm>
            <a:off x="7315633" y="4449520"/>
            <a:ext cx="4396942" cy="256811"/>
          </a:xfrm>
        </p:spPr>
        <p:txBody>
          <a:bodyPr/>
          <a:lstStyle>
            <a:lvl1pP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4" name="Text Placeholder 21"/>
          <p:cNvSpPr>
            <a:spLocks noGrp="1"/>
          </p:cNvSpPr>
          <p:nvPr>
            <p:ph type="body" sz="quarter" idx="26"/>
          </p:nvPr>
        </p:nvSpPr>
        <p:spPr>
          <a:xfrm>
            <a:off x="7315633" y="4747791"/>
            <a:ext cx="4396942" cy="448573"/>
          </a:xfrm>
        </p:spPr>
        <p:txBody>
          <a:bodyPr>
            <a:normAutofit/>
          </a:bodyPr>
          <a:lstStyle>
            <a:lvl1pP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5" name="Oval 24"/>
          <p:cNvSpPr/>
          <p:nvPr userDrawn="1"/>
        </p:nvSpPr>
        <p:spPr>
          <a:xfrm>
            <a:off x="6059039" y="6567361"/>
            <a:ext cx="130810" cy="13081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6" name="Oval 25"/>
          <p:cNvSpPr/>
          <p:nvPr userDrawn="1"/>
        </p:nvSpPr>
        <p:spPr>
          <a:xfrm>
            <a:off x="5867450" y="6278852"/>
            <a:ext cx="196034" cy="196034"/>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7" name="Oval 26"/>
          <p:cNvSpPr/>
          <p:nvPr userDrawn="1"/>
        </p:nvSpPr>
        <p:spPr>
          <a:xfrm>
            <a:off x="6104759" y="6188934"/>
            <a:ext cx="130810" cy="13081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8" name="Oval 27"/>
          <p:cNvSpPr/>
          <p:nvPr userDrawn="1"/>
        </p:nvSpPr>
        <p:spPr>
          <a:xfrm>
            <a:off x="6276844" y="6207097"/>
            <a:ext cx="196034" cy="196034"/>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9" name="Oval 28"/>
          <p:cNvSpPr/>
          <p:nvPr userDrawn="1"/>
        </p:nvSpPr>
        <p:spPr>
          <a:xfrm>
            <a:off x="5932674" y="5972031"/>
            <a:ext cx="196034" cy="196034"/>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0" name="Oval 29"/>
          <p:cNvSpPr/>
          <p:nvPr userDrawn="1"/>
        </p:nvSpPr>
        <p:spPr>
          <a:xfrm>
            <a:off x="6194113" y="5651678"/>
            <a:ext cx="414701" cy="414701"/>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1" name="Oval 30"/>
          <p:cNvSpPr/>
          <p:nvPr userDrawn="1"/>
        </p:nvSpPr>
        <p:spPr>
          <a:xfrm>
            <a:off x="5655825" y="5288725"/>
            <a:ext cx="538288" cy="53828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Tree>
    <p:extLst>
      <p:ext uri="{BB962C8B-B14F-4D97-AF65-F5344CB8AC3E}">
        <p14:creationId xmlns:p14="http://schemas.microsoft.com/office/powerpoint/2010/main" val="238526078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10" presetClass="entr" presetSubtype="0" fill="hold" grpId="0" nodeType="afterEffect">
                                  <p:stCondLst>
                                    <p:cond delay="0"/>
                                  </p:stCondLst>
                                  <p:childTnLst>
                                    <p:set>
                                      <p:cBhvr>
                                        <p:cTn id="20" dur="1" fill="hold">
                                          <p:stCondLst>
                                            <p:cond delay="0"/>
                                          </p:stCondLst>
                                        </p:cTn>
                                        <p:tgtEl>
                                          <p:spTgt spid="17"/>
                                        </p:tgtEl>
                                        <p:attrNameLst>
                                          <p:attrName>style.visibility</p:attrName>
                                        </p:attrNameLst>
                                      </p:cBhvr>
                                      <p:to>
                                        <p:strVal val="visible"/>
                                      </p:to>
                                    </p:set>
                                    <p:animEffect transition="in" filter="fade">
                                      <p:cBhvr>
                                        <p:cTn id="21" dur="500"/>
                                        <p:tgtEl>
                                          <p:spTgt spid="17"/>
                                        </p:tgtEl>
                                      </p:cBhvr>
                                    </p:animEffect>
                                  </p:childTnLst>
                                </p:cTn>
                              </p:par>
                            </p:childTnLst>
                          </p:cTn>
                        </p:par>
                        <p:par>
                          <p:cTn id="22" fill="hold">
                            <p:stCondLst>
                              <p:cond delay="2000"/>
                            </p:stCondLst>
                            <p:childTnLst>
                              <p:par>
                                <p:cTn id="23" presetID="42" presetClass="entr" presetSubtype="0" fill="hold" grpId="0" nodeType="afterEffect" nodePh="1">
                                  <p:stCondLst>
                                    <p:cond delay="0"/>
                                  </p:stCondLst>
                                  <p:endCondLst>
                                    <p:cond evt="begin" delay="0">
                                      <p:tn val="23"/>
                                    </p:cond>
                                  </p:endCondLst>
                                  <p:childTnLst>
                                    <p:set>
                                      <p:cBhvr>
                                        <p:cTn id="24" dur="1" fill="hold">
                                          <p:stCondLst>
                                            <p:cond delay="0"/>
                                          </p:stCondLst>
                                        </p:cTn>
                                        <p:tgtEl>
                                          <p:spTgt spid="18">
                                            <p:txEl>
                                              <p:pRg st="0" end="0"/>
                                            </p:txEl>
                                          </p:spTgt>
                                        </p:tgtEl>
                                        <p:attrNameLst>
                                          <p:attrName>style.visibility</p:attrName>
                                        </p:attrNameLst>
                                      </p:cBhvr>
                                      <p:to>
                                        <p:strVal val="visible"/>
                                      </p:to>
                                    </p:set>
                                    <p:animEffect transition="in" filter="fade">
                                      <p:cBhvr>
                                        <p:cTn id="25" dur="500"/>
                                        <p:tgtEl>
                                          <p:spTgt spid="18">
                                            <p:txEl>
                                              <p:pRg st="0" end="0"/>
                                            </p:txEl>
                                          </p:spTgt>
                                        </p:tgtEl>
                                      </p:cBhvr>
                                    </p:animEffect>
                                    <p:anim calcmode="lin" valueType="num">
                                      <p:cBhvr>
                                        <p:cTn id="26" dur="500" fill="hold"/>
                                        <p:tgtEl>
                                          <p:spTgt spid="18">
                                            <p:txEl>
                                              <p:pRg st="0" end="0"/>
                                            </p:txEl>
                                          </p:spTgt>
                                        </p:tgtEl>
                                        <p:attrNameLst>
                                          <p:attrName>ppt_x</p:attrName>
                                        </p:attrNameLst>
                                      </p:cBhvr>
                                      <p:tavLst>
                                        <p:tav tm="0">
                                          <p:val>
                                            <p:strVal val="#ppt_x"/>
                                          </p:val>
                                        </p:tav>
                                        <p:tav tm="100000">
                                          <p:val>
                                            <p:strVal val="#ppt_x"/>
                                          </p:val>
                                        </p:tav>
                                      </p:tavLst>
                                    </p:anim>
                                    <p:anim calcmode="lin" valueType="num">
                                      <p:cBhvr>
                                        <p:cTn id="27" dur="500" fill="hold"/>
                                        <p:tgtEl>
                                          <p:spTgt spid="18">
                                            <p:txEl>
                                              <p:pRg st="0" end="0"/>
                                            </p:txEl>
                                          </p:spTgt>
                                        </p:tgtEl>
                                        <p:attrNameLst>
                                          <p:attrName>ppt_y</p:attrName>
                                        </p:attrNameLst>
                                      </p:cBhvr>
                                      <p:tavLst>
                                        <p:tav tm="0">
                                          <p:val>
                                            <p:strVal val="#ppt_y+.1"/>
                                          </p:val>
                                        </p:tav>
                                        <p:tav tm="100000">
                                          <p:val>
                                            <p:strVal val="#ppt_y"/>
                                          </p:val>
                                        </p:tav>
                                      </p:tavLst>
                                    </p:anim>
                                  </p:childTnLst>
                                </p:cTn>
                              </p:par>
                            </p:childTnLst>
                          </p:cTn>
                        </p:par>
                        <p:par>
                          <p:cTn id="28" fill="hold">
                            <p:stCondLst>
                              <p:cond delay="2500"/>
                            </p:stCondLst>
                            <p:childTnLst>
                              <p:par>
                                <p:cTn id="29" presetID="53" presetClass="entr" presetSubtype="16" fill="hold" grpId="0" nodeType="afterEffect" nodePh="1">
                                  <p:stCondLst>
                                    <p:cond delay="0"/>
                                  </p:stCondLst>
                                  <p:endCondLst>
                                    <p:cond evt="begin" delay="0">
                                      <p:tn val="29"/>
                                    </p:cond>
                                  </p:endCondLst>
                                  <p:childTnLst>
                                    <p:set>
                                      <p:cBhvr>
                                        <p:cTn id="30" dur="1" fill="hold">
                                          <p:stCondLst>
                                            <p:cond delay="0"/>
                                          </p:stCondLst>
                                        </p:cTn>
                                        <p:tgtEl>
                                          <p:spTgt spid="14">
                                            <p:txEl>
                                              <p:pRg st="0" end="0"/>
                                            </p:txEl>
                                          </p:spTgt>
                                        </p:tgtEl>
                                        <p:attrNameLst>
                                          <p:attrName>style.visibility</p:attrName>
                                        </p:attrNameLst>
                                      </p:cBhvr>
                                      <p:to>
                                        <p:strVal val="visible"/>
                                      </p:to>
                                    </p:set>
                                    <p:anim calcmode="lin" valueType="num">
                                      <p:cBhvr>
                                        <p:cTn id="31" dur="500" fill="hold"/>
                                        <p:tgtEl>
                                          <p:spTgt spid="14">
                                            <p:txEl>
                                              <p:pRg st="0" end="0"/>
                                            </p:txEl>
                                          </p:spTgt>
                                        </p:tgtEl>
                                        <p:attrNameLst>
                                          <p:attrName>ppt_w</p:attrName>
                                        </p:attrNameLst>
                                      </p:cBhvr>
                                      <p:tavLst>
                                        <p:tav tm="0">
                                          <p:val>
                                            <p:fltVal val="0"/>
                                          </p:val>
                                        </p:tav>
                                        <p:tav tm="100000">
                                          <p:val>
                                            <p:strVal val="#ppt_w"/>
                                          </p:val>
                                        </p:tav>
                                      </p:tavLst>
                                    </p:anim>
                                    <p:anim calcmode="lin" valueType="num">
                                      <p:cBhvr>
                                        <p:cTn id="32" dur="500" fill="hold"/>
                                        <p:tgtEl>
                                          <p:spTgt spid="14">
                                            <p:txEl>
                                              <p:pRg st="0" end="0"/>
                                            </p:txEl>
                                          </p:spTgt>
                                        </p:tgtEl>
                                        <p:attrNameLst>
                                          <p:attrName>ppt_h</p:attrName>
                                        </p:attrNameLst>
                                      </p:cBhvr>
                                      <p:tavLst>
                                        <p:tav tm="0">
                                          <p:val>
                                            <p:fltVal val="0"/>
                                          </p:val>
                                        </p:tav>
                                        <p:tav tm="100000">
                                          <p:val>
                                            <p:strVal val="#ppt_h"/>
                                          </p:val>
                                        </p:tav>
                                      </p:tavLst>
                                    </p:anim>
                                    <p:animEffect transition="in" filter="fade">
                                      <p:cBhvr>
                                        <p:cTn id="33" dur="500"/>
                                        <p:tgtEl>
                                          <p:spTgt spid="14">
                                            <p:txEl>
                                              <p:pRg st="0" end="0"/>
                                            </p:txEl>
                                          </p:spTgt>
                                        </p:tgtEl>
                                      </p:cBhvr>
                                    </p:animEffect>
                                  </p:childTnLst>
                                </p:cTn>
                              </p:par>
                            </p:childTnLst>
                          </p:cTn>
                        </p:par>
                        <p:par>
                          <p:cTn id="34" fill="hold">
                            <p:stCondLst>
                              <p:cond delay="3000"/>
                            </p:stCondLst>
                            <p:childTnLst>
                              <p:par>
                                <p:cTn id="35" presetID="42" presetClass="entr" presetSubtype="0" fill="hold" grpId="0" nodeType="afterEffect" nodePh="1">
                                  <p:stCondLst>
                                    <p:cond delay="0"/>
                                  </p:stCondLst>
                                  <p:endCondLst>
                                    <p:cond evt="begin" delay="0">
                                      <p:tn val="35"/>
                                    </p:cond>
                                  </p:endCondLst>
                                  <p:childTnLst>
                                    <p:set>
                                      <p:cBhvr>
                                        <p:cTn id="36" dur="1" fill="hold">
                                          <p:stCondLst>
                                            <p:cond delay="0"/>
                                          </p:stCondLst>
                                        </p:cTn>
                                        <p:tgtEl>
                                          <p:spTgt spid="15">
                                            <p:txEl>
                                              <p:pRg st="0" end="0"/>
                                            </p:txEl>
                                          </p:spTgt>
                                        </p:tgtEl>
                                        <p:attrNameLst>
                                          <p:attrName>style.visibility</p:attrName>
                                        </p:attrNameLst>
                                      </p:cBhvr>
                                      <p:to>
                                        <p:strVal val="visible"/>
                                      </p:to>
                                    </p:set>
                                    <p:animEffect transition="in" filter="fade">
                                      <p:cBhvr>
                                        <p:cTn id="37" dur="500"/>
                                        <p:tgtEl>
                                          <p:spTgt spid="15">
                                            <p:txEl>
                                              <p:pRg st="0" end="0"/>
                                            </p:txEl>
                                          </p:spTgt>
                                        </p:tgtEl>
                                      </p:cBhvr>
                                    </p:animEffect>
                                    <p:anim calcmode="lin" valueType="num">
                                      <p:cBhvr>
                                        <p:cTn id="38" dur="500" fill="hold"/>
                                        <p:tgtEl>
                                          <p:spTgt spid="15">
                                            <p:txEl>
                                              <p:pRg st="0" end="0"/>
                                            </p:txEl>
                                          </p:spTgt>
                                        </p:tgtEl>
                                        <p:attrNameLst>
                                          <p:attrName>ppt_x</p:attrName>
                                        </p:attrNameLst>
                                      </p:cBhvr>
                                      <p:tavLst>
                                        <p:tav tm="0">
                                          <p:val>
                                            <p:strVal val="#ppt_x"/>
                                          </p:val>
                                        </p:tav>
                                        <p:tav tm="100000">
                                          <p:val>
                                            <p:strVal val="#ppt_x"/>
                                          </p:val>
                                        </p:tav>
                                      </p:tavLst>
                                    </p:anim>
                                    <p:anim calcmode="lin" valueType="num">
                                      <p:cBhvr>
                                        <p:cTn id="39" dur="500" fill="hold"/>
                                        <p:tgtEl>
                                          <p:spTgt spid="15">
                                            <p:txEl>
                                              <p:pRg st="0" end="0"/>
                                            </p:txEl>
                                          </p:spTgt>
                                        </p:tgtEl>
                                        <p:attrNameLst>
                                          <p:attrName>ppt_y</p:attrName>
                                        </p:attrNameLst>
                                      </p:cBhvr>
                                      <p:tavLst>
                                        <p:tav tm="0">
                                          <p:val>
                                            <p:strVal val="#ppt_y+.1"/>
                                          </p:val>
                                        </p:tav>
                                        <p:tav tm="100000">
                                          <p:val>
                                            <p:strVal val="#ppt_y"/>
                                          </p:val>
                                        </p:tav>
                                      </p:tavLst>
                                    </p:anim>
                                  </p:childTnLst>
                                </p:cTn>
                              </p:par>
                            </p:childTnLst>
                          </p:cTn>
                        </p:par>
                        <p:par>
                          <p:cTn id="40" fill="hold">
                            <p:stCondLst>
                              <p:cond delay="3500"/>
                            </p:stCondLst>
                            <p:childTnLst>
                              <p:par>
                                <p:cTn id="41" presetID="53" presetClass="entr" presetSubtype="16" fill="hold" grpId="0" nodeType="afterEffect" nodePh="1">
                                  <p:stCondLst>
                                    <p:cond delay="0"/>
                                  </p:stCondLst>
                                  <p:endCondLst>
                                    <p:cond evt="begin" delay="0">
                                      <p:tn val="41"/>
                                    </p:cond>
                                  </p:endCondLst>
                                  <p:childTnLst>
                                    <p:set>
                                      <p:cBhvr>
                                        <p:cTn id="42" dur="1" fill="hold">
                                          <p:stCondLst>
                                            <p:cond delay="0"/>
                                          </p:stCondLst>
                                        </p:cTn>
                                        <p:tgtEl>
                                          <p:spTgt spid="21">
                                            <p:txEl>
                                              <p:pRg st="0" end="0"/>
                                            </p:txEl>
                                          </p:spTgt>
                                        </p:tgtEl>
                                        <p:attrNameLst>
                                          <p:attrName>style.visibility</p:attrName>
                                        </p:attrNameLst>
                                      </p:cBhvr>
                                      <p:to>
                                        <p:strVal val="visible"/>
                                      </p:to>
                                    </p:set>
                                    <p:anim calcmode="lin" valueType="num">
                                      <p:cBhvr>
                                        <p:cTn id="43" dur="500" fill="hold"/>
                                        <p:tgtEl>
                                          <p:spTgt spid="21">
                                            <p:txEl>
                                              <p:pRg st="0" end="0"/>
                                            </p:txEl>
                                          </p:spTgt>
                                        </p:tgtEl>
                                        <p:attrNameLst>
                                          <p:attrName>ppt_w</p:attrName>
                                        </p:attrNameLst>
                                      </p:cBhvr>
                                      <p:tavLst>
                                        <p:tav tm="0">
                                          <p:val>
                                            <p:fltVal val="0"/>
                                          </p:val>
                                        </p:tav>
                                        <p:tav tm="100000">
                                          <p:val>
                                            <p:strVal val="#ppt_w"/>
                                          </p:val>
                                        </p:tav>
                                      </p:tavLst>
                                    </p:anim>
                                    <p:anim calcmode="lin" valueType="num">
                                      <p:cBhvr>
                                        <p:cTn id="44" dur="500" fill="hold"/>
                                        <p:tgtEl>
                                          <p:spTgt spid="21">
                                            <p:txEl>
                                              <p:pRg st="0" end="0"/>
                                            </p:txEl>
                                          </p:spTgt>
                                        </p:tgtEl>
                                        <p:attrNameLst>
                                          <p:attrName>ppt_h</p:attrName>
                                        </p:attrNameLst>
                                      </p:cBhvr>
                                      <p:tavLst>
                                        <p:tav tm="0">
                                          <p:val>
                                            <p:fltVal val="0"/>
                                          </p:val>
                                        </p:tav>
                                        <p:tav tm="100000">
                                          <p:val>
                                            <p:strVal val="#ppt_h"/>
                                          </p:val>
                                        </p:tav>
                                      </p:tavLst>
                                    </p:anim>
                                    <p:animEffect transition="in" filter="fade">
                                      <p:cBhvr>
                                        <p:cTn id="45" dur="500"/>
                                        <p:tgtEl>
                                          <p:spTgt spid="21">
                                            <p:txEl>
                                              <p:pRg st="0" end="0"/>
                                            </p:txEl>
                                          </p:spTgt>
                                        </p:tgtEl>
                                      </p:cBhvr>
                                    </p:animEffect>
                                  </p:childTnLst>
                                </p:cTn>
                              </p:par>
                            </p:childTnLst>
                          </p:cTn>
                        </p:par>
                        <p:par>
                          <p:cTn id="46" fill="hold">
                            <p:stCondLst>
                              <p:cond delay="4000"/>
                            </p:stCondLst>
                            <p:childTnLst>
                              <p:par>
                                <p:cTn id="47" presetID="42" presetClass="entr" presetSubtype="0" fill="hold" grpId="0" nodeType="afterEffect" nodePh="1">
                                  <p:stCondLst>
                                    <p:cond delay="0"/>
                                  </p:stCondLst>
                                  <p:endCondLst>
                                    <p:cond evt="begin" delay="0">
                                      <p:tn val="47"/>
                                    </p:cond>
                                  </p:endCondLst>
                                  <p:childTnLst>
                                    <p:set>
                                      <p:cBhvr>
                                        <p:cTn id="48" dur="1" fill="hold">
                                          <p:stCondLst>
                                            <p:cond delay="0"/>
                                          </p:stCondLst>
                                        </p:cTn>
                                        <p:tgtEl>
                                          <p:spTgt spid="22">
                                            <p:txEl>
                                              <p:pRg st="0" end="0"/>
                                            </p:txEl>
                                          </p:spTgt>
                                        </p:tgtEl>
                                        <p:attrNameLst>
                                          <p:attrName>style.visibility</p:attrName>
                                        </p:attrNameLst>
                                      </p:cBhvr>
                                      <p:to>
                                        <p:strVal val="visible"/>
                                      </p:to>
                                    </p:set>
                                    <p:animEffect transition="in" filter="fade">
                                      <p:cBhvr>
                                        <p:cTn id="49" dur="500"/>
                                        <p:tgtEl>
                                          <p:spTgt spid="22">
                                            <p:txEl>
                                              <p:pRg st="0" end="0"/>
                                            </p:txEl>
                                          </p:spTgt>
                                        </p:tgtEl>
                                      </p:cBhvr>
                                    </p:animEffect>
                                    <p:anim calcmode="lin" valueType="num">
                                      <p:cBhvr>
                                        <p:cTn id="50" dur="500" fill="hold"/>
                                        <p:tgtEl>
                                          <p:spTgt spid="22">
                                            <p:txEl>
                                              <p:pRg st="0" end="0"/>
                                            </p:txEl>
                                          </p:spTgt>
                                        </p:tgtEl>
                                        <p:attrNameLst>
                                          <p:attrName>ppt_x</p:attrName>
                                        </p:attrNameLst>
                                      </p:cBhvr>
                                      <p:tavLst>
                                        <p:tav tm="0">
                                          <p:val>
                                            <p:strVal val="#ppt_x"/>
                                          </p:val>
                                        </p:tav>
                                        <p:tav tm="100000">
                                          <p:val>
                                            <p:strVal val="#ppt_x"/>
                                          </p:val>
                                        </p:tav>
                                      </p:tavLst>
                                    </p:anim>
                                    <p:anim calcmode="lin" valueType="num">
                                      <p:cBhvr>
                                        <p:cTn id="51" dur="500" fill="hold"/>
                                        <p:tgtEl>
                                          <p:spTgt spid="22">
                                            <p:txEl>
                                              <p:pRg st="0" end="0"/>
                                            </p:txEl>
                                          </p:spTgt>
                                        </p:tgtEl>
                                        <p:attrNameLst>
                                          <p:attrName>ppt_y</p:attrName>
                                        </p:attrNameLst>
                                      </p:cBhvr>
                                      <p:tavLst>
                                        <p:tav tm="0">
                                          <p:val>
                                            <p:strVal val="#ppt_y+.1"/>
                                          </p:val>
                                        </p:tav>
                                        <p:tav tm="100000">
                                          <p:val>
                                            <p:strVal val="#ppt_y"/>
                                          </p:val>
                                        </p:tav>
                                      </p:tavLst>
                                    </p:anim>
                                  </p:childTnLst>
                                </p:cTn>
                              </p:par>
                            </p:childTnLst>
                          </p:cTn>
                        </p:par>
                        <p:par>
                          <p:cTn id="52" fill="hold">
                            <p:stCondLst>
                              <p:cond delay="4500"/>
                            </p:stCondLst>
                            <p:childTnLst>
                              <p:par>
                                <p:cTn id="53" presetID="53" presetClass="entr" presetSubtype="16" fill="hold" grpId="0" nodeType="afterEffect" nodePh="1">
                                  <p:stCondLst>
                                    <p:cond delay="0"/>
                                  </p:stCondLst>
                                  <p:endCondLst>
                                    <p:cond evt="begin" delay="0">
                                      <p:tn val="53"/>
                                    </p:cond>
                                  </p:endCondLst>
                                  <p:childTnLst>
                                    <p:set>
                                      <p:cBhvr>
                                        <p:cTn id="54" dur="1" fill="hold">
                                          <p:stCondLst>
                                            <p:cond delay="0"/>
                                          </p:stCondLst>
                                        </p:cTn>
                                        <p:tgtEl>
                                          <p:spTgt spid="23">
                                            <p:txEl>
                                              <p:pRg st="0" end="0"/>
                                            </p:txEl>
                                          </p:spTgt>
                                        </p:tgtEl>
                                        <p:attrNameLst>
                                          <p:attrName>style.visibility</p:attrName>
                                        </p:attrNameLst>
                                      </p:cBhvr>
                                      <p:to>
                                        <p:strVal val="visible"/>
                                      </p:to>
                                    </p:set>
                                    <p:anim calcmode="lin" valueType="num">
                                      <p:cBhvr>
                                        <p:cTn id="55" dur="500" fill="hold"/>
                                        <p:tgtEl>
                                          <p:spTgt spid="23">
                                            <p:txEl>
                                              <p:pRg st="0" end="0"/>
                                            </p:txEl>
                                          </p:spTgt>
                                        </p:tgtEl>
                                        <p:attrNameLst>
                                          <p:attrName>ppt_w</p:attrName>
                                        </p:attrNameLst>
                                      </p:cBhvr>
                                      <p:tavLst>
                                        <p:tav tm="0">
                                          <p:val>
                                            <p:fltVal val="0"/>
                                          </p:val>
                                        </p:tav>
                                        <p:tav tm="100000">
                                          <p:val>
                                            <p:strVal val="#ppt_w"/>
                                          </p:val>
                                        </p:tav>
                                      </p:tavLst>
                                    </p:anim>
                                    <p:anim calcmode="lin" valueType="num">
                                      <p:cBhvr>
                                        <p:cTn id="56" dur="500" fill="hold"/>
                                        <p:tgtEl>
                                          <p:spTgt spid="23">
                                            <p:txEl>
                                              <p:pRg st="0" end="0"/>
                                            </p:txEl>
                                          </p:spTgt>
                                        </p:tgtEl>
                                        <p:attrNameLst>
                                          <p:attrName>ppt_h</p:attrName>
                                        </p:attrNameLst>
                                      </p:cBhvr>
                                      <p:tavLst>
                                        <p:tav tm="0">
                                          <p:val>
                                            <p:fltVal val="0"/>
                                          </p:val>
                                        </p:tav>
                                        <p:tav tm="100000">
                                          <p:val>
                                            <p:strVal val="#ppt_h"/>
                                          </p:val>
                                        </p:tav>
                                      </p:tavLst>
                                    </p:anim>
                                    <p:animEffect transition="in" filter="fade">
                                      <p:cBhvr>
                                        <p:cTn id="57" dur="500"/>
                                        <p:tgtEl>
                                          <p:spTgt spid="23">
                                            <p:txEl>
                                              <p:pRg st="0" end="0"/>
                                            </p:txEl>
                                          </p:spTgt>
                                        </p:tgtEl>
                                      </p:cBhvr>
                                    </p:animEffect>
                                  </p:childTnLst>
                                </p:cTn>
                              </p:par>
                            </p:childTnLst>
                          </p:cTn>
                        </p:par>
                        <p:par>
                          <p:cTn id="58" fill="hold">
                            <p:stCondLst>
                              <p:cond delay="5000"/>
                            </p:stCondLst>
                            <p:childTnLst>
                              <p:par>
                                <p:cTn id="59" presetID="42" presetClass="entr" presetSubtype="0" fill="hold" grpId="0" nodeType="afterEffect" nodePh="1">
                                  <p:stCondLst>
                                    <p:cond delay="0"/>
                                  </p:stCondLst>
                                  <p:endCondLst>
                                    <p:cond evt="begin" delay="0">
                                      <p:tn val="59"/>
                                    </p:cond>
                                  </p:endCondLst>
                                  <p:childTnLst>
                                    <p:set>
                                      <p:cBhvr>
                                        <p:cTn id="60" dur="1" fill="hold">
                                          <p:stCondLst>
                                            <p:cond delay="0"/>
                                          </p:stCondLst>
                                        </p:cTn>
                                        <p:tgtEl>
                                          <p:spTgt spid="24">
                                            <p:txEl>
                                              <p:pRg st="0" end="0"/>
                                            </p:txEl>
                                          </p:spTgt>
                                        </p:tgtEl>
                                        <p:attrNameLst>
                                          <p:attrName>style.visibility</p:attrName>
                                        </p:attrNameLst>
                                      </p:cBhvr>
                                      <p:to>
                                        <p:strVal val="visible"/>
                                      </p:to>
                                    </p:set>
                                    <p:animEffect transition="in" filter="fade">
                                      <p:cBhvr>
                                        <p:cTn id="61" dur="500"/>
                                        <p:tgtEl>
                                          <p:spTgt spid="24">
                                            <p:txEl>
                                              <p:pRg st="0" end="0"/>
                                            </p:txEl>
                                          </p:spTgt>
                                        </p:tgtEl>
                                      </p:cBhvr>
                                    </p:animEffect>
                                    <p:anim calcmode="lin" valueType="num">
                                      <p:cBhvr>
                                        <p:cTn id="62"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p:cTn id="63" dur="500" fill="hold"/>
                                        <p:tgtEl>
                                          <p:spTgt spid="24">
                                            <p:txEl>
                                              <p:pRg st="0" end="0"/>
                                            </p:txEl>
                                          </p:spTgt>
                                        </p:tgtEl>
                                        <p:attrNameLst>
                                          <p:attrName>ppt_y</p:attrName>
                                        </p:attrNameLst>
                                      </p:cBhvr>
                                      <p:tavLst>
                                        <p:tav tm="0">
                                          <p:val>
                                            <p:strVal val="#ppt_y+.1"/>
                                          </p:val>
                                        </p:tav>
                                        <p:tav tm="100000">
                                          <p:val>
                                            <p:strVal val="#ppt_y"/>
                                          </p:val>
                                        </p:tav>
                                      </p:tavLst>
                                    </p:anim>
                                  </p:childTnLst>
                                </p:cTn>
                              </p:par>
                            </p:childTnLst>
                          </p:cTn>
                        </p:par>
                        <p:par>
                          <p:cTn id="64" fill="hold">
                            <p:stCondLst>
                              <p:cond delay="5500"/>
                            </p:stCondLst>
                            <p:childTnLst>
                              <p:par>
                                <p:cTn id="65" presetID="42" presetClass="entr" presetSubtype="0" fill="hold" grpId="0" nodeType="afterEffect">
                                  <p:stCondLst>
                                    <p:cond delay="0"/>
                                  </p:stCondLst>
                                  <p:childTnLst>
                                    <p:set>
                                      <p:cBhvr>
                                        <p:cTn id="66" dur="1" fill="hold">
                                          <p:stCondLst>
                                            <p:cond delay="0"/>
                                          </p:stCondLst>
                                        </p:cTn>
                                        <p:tgtEl>
                                          <p:spTgt spid="25"/>
                                        </p:tgtEl>
                                        <p:attrNameLst>
                                          <p:attrName>style.visibility</p:attrName>
                                        </p:attrNameLst>
                                      </p:cBhvr>
                                      <p:to>
                                        <p:strVal val="visible"/>
                                      </p:to>
                                    </p:set>
                                    <p:animEffect transition="in" filter="fade">
                                      <p:cBhvr>
                                        <p:cTn id="67" dur="500"/>
                                        <p:tgtEl>
                                          <p:spTgt spid="25"/>
                                        </p:tgtEl>
                                      </p:cBhvr>
                                    </p:animEffect>
                                    <p:anim calcmode="lin" valueType="num">
                                      <p:cBhvr>
                                        <p:cTn id="68" dur="500" fill="hold"/>
                                        <p:tgtEl>
                                          <p:spTgt spid="25"/>
                                        </p:tgtEl>
                                        <p:attrNameLst>
                                          <p:attrName>ppt_x</p:attrName>
                                        </p:attrNameLst>
                                      </p:cBhvr>
                                      <p:tavLst>
                                        <p:tav tm="0">
                                          <p:val>
                                            <p:strVal val="#ppt_x"/>
                                          </p:val>
                                        </p:tav>
                                        <p:tav tm="100000">
                                          <p:val>
                                            <p:strVal val="#ppt_x"/>
                                          </p:val>
                                        </p:tav>
                                      </p:tavLst>
                                    </p:anim>
                                    <p:anim calcmode="lin" valueType="num">
                                      <p:cBhvr>
                                        <p:cTn id="69" dur="500" fill="hold"/>
                                        <p:tgtEl>
                                          <p:spTgt spid="25"/>
                                        </p:tgtEl>
                                        <p:attrNameLst>
                                          <p:attrName>ppt_y</p:attrName>
                                        </p:attrNameLst>
                                      </p:cBhvr>
                                      <p:tavLst>
                                        <p:tav tm="0">
                                          <p:val>
                                            <p:strVal val="#ppt_y+.1"/>
                                          </p:val>
                                        </p:tav>
                                        <p:tav tm="100000">
                                          <p:val>
                                            <p:strVal val="#ppt_y"/>
                                          </p:val>
                                        </p:tav>
                                      </p:tavLst>
                                    </p:anim>
                                  </p:childTnLst>
                                </p:cTn>
                              </p:par>
                              <p:par>
                                <p:cTn id="70" presetID="42" presetClass="entr" presetSubtype="0" fill="hold" grpId="0" nodeType="withEffect">
                                  <p:stCondLst>
                                    <p:cond delay="0"/>
                                  </p:stCondLst>
                                  <p:childTnLst>
                                    <p:set>
                                      <p:cBhvr>
                                        <p:cTn id="71" dur="1" fill="hold">
                                          <p:stCondLst>
                                            <p:cond delay="0"/>
                                          </p:stCondLst>
                                        </p:cTn>
                                        <p:tgtEl>
                                          <p:spTgt spid="26"/>
                                        </p:tgtEl>
                                        <p:attrNameLst>
                                          <p:attrName>style.visibility</p:attrName>
                                        </p:attrNameLst>
                                      </p:cBhvr>
                                      <p:to>
                                        <p:strVal val="visible"/>
                                      </p:to>
                                    </p:set>
                                    <p:animEffect transition="in" filter="fade">
                                      <p:cBhvr>
                                        <p:cTn id="72" dur="500"/>
                                        <p:tgtEl>
                                          <p:spTgt spid="26"/>
                                        </p:tgtEl>
                                      </p:cBhvr>
                                    </p:animEffect>
                                    <p:anim calcmode="lin" valueType="num">
                                      <p:cBhvr>
                                        <p:cTn id="73" dur="500" fill="hold"/>
                                        <p:tgtEl>
                                          <p:spTgt spid="26"/>
                                        </p:tgtEl>
                                        <p:attrNameLst>
                                          <p:attrName>ppt_x</p:attrName>
                                        </p:attrNameLst>
                                      </p:cBhvr>
                                      <p:tavLst>
                                        <p:tav tm="0">
                                          <p:val>
                                            <p:strVal val="#ppt_x"/>
                                          </p:val>
                                        </p:tav>
                                        <p:tav tm="100000">
                                          <p:val>
                                            <p:strVal val="#ppt_x"/>
                                          </p:val>
                                        </p:tav>
                                      </p:tavLst>
                                    </p:anim>
                                    <p:anim calcmode="lin" valueType="num">
                                      <p:cBhvr>
                                        <p:cTn id="74" dur="500" fill="hold"/>
                                        <p:tgtEl>
                                          <p:spTgt spid="26"/>
                                        </p:tgtEl>
                                        <p:attrNameLst>
                                          <p:attrName>ppt_y</p:attrName>
                                        </p:attrNameLst>
                                      </p:cBhvr>
                                      <p:tavLst>
                                        <p:tav tm="0">
                                          <p:val>
                                            <p:strVal val="#ppt_y+.1"/>
                                          </p:val>
                                        </p:tav>
                                        <p:tav tm="100000">
                                          <p:val>
                                            <p:strVal val="#ppt_y"/>
                                          </p:val>
                                        </p:tav>
                                      </p:tavLst>
                                    </p:anim>
                                  </p:childTnLst>
                                </p:cTn>
                              </p:par>
                              <p:par>
                                <p:cTn id="75" presetID="42" presetClass="entr" presetSubtype="0" fill="hold" grpId="0" nodeType="withEffect">
                                  <p:stCondLst>
                                    <p:cond delay="0"/>
                                  </p:stCondLst>
                                  <p:childTnLst>
                                    <p:set>
                                      <p:cBhvr>
                                        <p:cTn id="76" dur="1" fill="hold">
                                          <p:stCondLst>
                                            <p:cond delay="0"/>
                                          </p:stCondLst>
                                        </p:cTn>
                                        <p:tgtEl>
                                          <p:spTgt spid="27"/>
                                        </p:tgtEl>
                                        <p:attrNameLst>
                                          <p:attrName>style.visibility</p:attrName>
                                        </p:attrNameLst>
                                      </p:cBhvr>
                                      <p:to>
                                        <p:strVal val="visible"/>
                                      </p:to>
                                    </p:set>
                                    <p:animEffect transition="in" filter="fade">
                                      <p:cBhvr>
                                        <p:cTn id="77" dur="500"/>
                                        <p:tgtEl>
                                          <p:spTgt spid="27"/>
                                        </p:tgtEl>
                                      </p:cBhvr>
                                    </p:animEffect>
                                    <p:anim calcmode="lin" valueType="num">
                                      <p:cBhvr>
                                        <p:cTn id="78" dur="500" fill="hold"/>
                                        <p:tgtEl>
                                          <p:spTgt spid="27"/>
                                        </p:tgtEl>
                                        <p:attrNameLst>
                                          <p:attrName>ppt_x</p:attrName>
                                        </p:attrNameLst>
                                      </p:cBhvr>
                                      <p:tavLst>
                                        <p:tav tm="0">
                                          <p:val>
                                            <p:strVal val="#ppt_x"/>
                                          </p:val>
                                        </p:tav>
                                        <p:tav tm="100000">
                                          <p:val>
                                            <p:strVal val="#ppt_x"/>
                                          </p:val>
                                        </p:tav>
                                      </p:tavLst>
                                    </p:anim>
                                    <p:anim calcmode="lin" valueType="num">
                                      <p:cBhvr>
                                        <p:cTn id="79" dur="500" fill="hold"/>
                                        <p:tgtEl>
                                          <p:spTgt spid="27"/>
                                        </p:tgtEl>
                                        <p:attrNameLst>
                                          <p:attrName>ppt_y</p:attrName>
                                        </p:attrNameLst>
                                      </p:cBhvr>
                                      <p:tavLst>
                                        <p:tav tm="0">
                                          <p:val>
                                            <p:strVal val="#ppt_y+.1"/>
                                          </p:val>
                                        </p:tav>
                                        <p:tav tm="100000">
                                          <p:val>
                                            <p:strVal val="#ppt_y"/>
                                          </p:val>
                                        </p:tav>
                                      </p:tavLst>
                                    </p:anim>
                                  </p:childTnLst>
                                </p:cTn>
                              </p:par>
                              <p:par>
                                <p:cTn id="80" presetID="42" presetClass="entr" presetSubtype="0" fill="hold" grpId="0" nodeType="withEffect">
                                  <p:stCondLst>
                                    <p:cond delay="0"/>
                                  </p:stCondLst>
                                  <p:childTnLst>
                                    <p:set>
                                      <p:cBhvr>
                                        <p:cTn id="81" dur="1" fill="hold">
                                          <p:stCondLst>
                                            <p:cond delay="0"/>
                                          </p:stCondLst>
                                        </p:cTn>
                                        <p:tgtEl>
                                          <p:spTgt spid="28"/>
                                        </p:tgtEl>
                                        <p:attrNameLst>
                                          <p:attrName>style.visibility</p:attrName>
                                        </p:attrNameLst>
                                      </p:cBhvr>
                                      <p:to>
                                        <p:strVal val="visible"/>
                                      </p:to>
                                    </p:set>
                                    <p:animEffect transition="in" filter="fade">
                                      <p:cBhvr>
                                        <p:cTn id="82" dur="500"/>
                                        <p:tgtEl>
                                          <p:spTgt spid="28"/>
                                        </p:tgtEl>
                                      </p:cBhvr>
                                    </p:animEffect>
                                    <p:anim calcmode="lin" valueType="num">
                                      <p:cBhvr>
                                        <p:cTn id="83" dur="500" fill="hold"/>
                                        <p:tgtEl>
                                          <p:spTgt spid="28"/>
                                        </p:tgtEl>
                                        <p:attrNameLst>
                                          <p:attrName>ppt_x</p:attrName>
                                        </p:attrNameLst>
                                      </p:cBhvr>
                                      <p:tavLst>
                                        <p:tav tm="0">
                                          <p:val>
                                            <p:strVal val="#ppt_x"/>
                                          </p:val>
                                        </p:tav>
                                        <p:tav tm="100000">
                                          <p:val>
                                            <p:strVal val="#ppt_x"/>
                                          </p:val>
                                        </p:tav>
                                      </p:tavLst>
                                    </p:anim>
                                    <p:anim calcmode="lin" valueType="num">
                                      <p:cBhvr>
                                        <p:cTn id="84" dur="500" fill="hold"/>
                                        <p:tgtEl>
                                          <p:spTgt spid="28"/>
                                        </p:tgtEl>
                                        <p:attrNameLst>
                                          <p:attrName>ppt_y</p:attrName>
                                        </p:attrNameLst>
                                      </p:cBhvr>
                                      <p:tavLst>
                                        <p:tav tm="0">
                                          <p:val>
                                            <p:strVal val="#ppt_y+.1"/>
                                          </p:val>
                                        </p:tav>
                                        <p:tav tm="100000">
                                          <p:val>
                                            <p:strVal val="#ppt_y"/>
                                          </p:val>
                                        </p:tav>
                                      </p:tavLst>
                                    </p:anim>
                                  </p:childTnLst>
                                </p:cTn>
                              </p:par>
                              <p:par>
                                <p:cTn id="85" presetID="42" presetClass="entr" presetSubtype="0" fill="hold" grpId="0" nodeType="withEffect">
                                  <p:stCondLst>
                                    <p:cond delay="0"/>
                                  </p:stCondLst>
                                  <p:childTnLst>
                                    <p:set>
                                      <p:cBhvr>
                                        <p:cTn id="86" dur="1" fill="hold">
                                          <p:stCondLst>
                                            <p:cond delay="0"/>
                                          </p:stCondLst>
                                        </p:cTn>
                                        <p:tgtEl>
                                          <p:spTgt spid="29"/>
                                        </p:tgtEl>
                                        <p:attrNameLst>
                                          <p:attrName>style.visibility</p:attrName>
                                        </p:attrNameLst>
                                      </p:cBhvr>
                                      <p:to>
                                        <p:strVal val="visible"/>
                                      </p:to>
                                    </p:set>
                                    <p:animEffect transition="in" filter="fade">
                                      <p:cBhvr>
                                        <p:cTn id="87" dur="500"/>
                                        <p:tgtEl>
                                          <p:spTgt spid="29"/>
                                        </p:tgtEl>
                                      </p:cBhvr>
                                    </p:animEffect>
                                    <p:anim calcmode="lin" valueType="num">
                                      <p:cBhvr>
                                        <p:cTn id="88" dur="500" fill="hold"/>
                                        <p:tgtEl>
                                          <p:spTgt spid="29"/>
                                        </p:tgtEl>
                                        <p:attrNameLst>
                                          <p:attrName>ppt_x</p:attrName>
                                        </p:attrNameLst>
                                      </p:cBhvr>
                                      <p:tavLst>
                                        <p:tav tm="0">
                                          <p:val>
                                            <p:strVal val="#ppt_x"/>
                                          </p:val>
                                        </p:tav>
                                        <p:tav tm="100000">
                                          <p:val>
                                            <p:strVal val="#ppt_x"/>
                                          </p:val>
                                        </p:tav>
                                      </p:tavLst>
                                    </p:anim>
                                    <p:anim calcmode="lin" valueType="num">
                                      <p:cBhvr>
                                        <p:cTn id="89" dur="500" fill="hold"/>
                                        <p:tgtEl>
                                          <p:spTgt spid="29"/>
                                        </p:tgtEl>
                                        <p:attrNameLst>
                                          <p:attrName>ppt_y</p:attrName>
                                        </p:attrNameLst>
                                      </p:cBhvr>
                                      <p:tavLst>
                                        <p:tav tm="0">
                                          <p:val>
                                            <p:strVal val="#ppt_y+.1"/>
                                          </p:val>
                                        </p:tav>
                                        <p:tav tm="100000">
                                          <p:val>
                                            <p:strVal val="#ppt_y"/>
                                          </p:val>
                                        </p:tav>
                                      </p:tavLst>
                                    </p:anim>
                                  </p:childTnLst>
                                </p:cTn>
                              </p:par>
                              <p:par>
                                <p:cTn id="90" presetID="42" presetClass="entr" presetSubtype="0" fill="hold" grpId="0" nodeType="withEffect">
                                  <p:stCondLst>
                                    <p:cond delay="0"/>
                                  </p:stCondLst>
                                  <p:childTnLst>
                                    <p:set>
                                      <p:cBhvr>
                                        <p:cTn id="91" dur="1" fill="hold">
                                          <p:stCondLst>
                                            <p:cond delay="0"/>
                                          </p:stCondLst>
                                        </p:cTn>
                                        <p:tgtEl>
                                          <p:spTgt spid="30"/>
                                        </p:tgtEl>
                                        <p:attrNameLst>
                                          <p:attrName>style.visibility</p:attrName>
                                        </p:attrNameLst>
                                      </p:cBhvr>
                                      <p:to>
                                        <p:strVal val="visible"/>
                                      </p:to>
                                    </p:set>
                                    <p:animEffect transition="in" filter="fade">
                                      <p:cBhvr>
                                        <p:cTn id="92" dur="500"/>
                                        <p:tgtEl>
                                          <p:spTgt spid="30"/>
                                        </p:tgtEl>
                                      </p:cBhvr>
                                    </p:animEffect>
                                    <p:anim calcmode="lin" valueType="num">
                                      <p:cBhvr>
                                        <p:cTn id="93" dur="500" fill="hold"/>
                                        <p:tgtEl>
                                          <p:spTgt spid="30"/>
                                        </p:tgtEl>
                                        <p:attrNameLst>
                                          <p:attrName>ppt_x</p:attrName>
                                        </p:attrNameLst>
                                      </p:cBhvr>
                                      <p:tavLst>
                                        <p:tav tm="0">
                                          <p:val>
                                            <p:strVal val="#ppt_x"/>
                                          </p:val>
                                        </p:tav>
                                        <p:tav tm="100000">
                                          <p:val>
                                            <p:strVal val="#ppt_x"/>
                                          </p:val>
                                        </p:tav>
                                      </p:tavLst>
                                    </p:anim>
                                    <p:anim calcmode="lin" valueType="num">
                                      <p:cBhvr>
                                        <p:cTn id="94" dur="500" fill="hold"/>
                                        <p:tgtEl>
                                          <p:spTgt spid="30"/>
                                        </p:tgtEl>
                                        <p:attrNameLst>
                                          <p:attrName>ppt_y</p:attrName>
                                        </p:attrNameLst>
                                      </p:cBhvr>
                                      <p:tavLst>
                                        <p:tav tm="0">
                                          <p:val>
                                            <p:strVal val="#ppt_y+.1"/>
                                          </p:val>
                                        </p:tav>
                                        <p:tav tm="100000">
                                          <p:val>
                                            <p:strVal val="#ppt_y"/>
                                          </p:val>
                                        </p:tav>
                                      </p:tavLst>
                                    </p:anim>
                                  </p:childTnLst>
                                </p:cTn>
                              </p:par>
                              <p:par>
                                <p:cTn id="95" presetID="42" presetClass="entr" presetSubtype="0" fill="hold" grpId="0" nodeType="withEffect">
                                  <p:stCondLst>
                                    <p:cond delay="0"/>
                                  </p:stCondLst>
                                  <p:childTnLst>
                                    <p:set>
                                      <p:cBhvr>
                                        <p:cTn id="96" dur="1" fill="hold">
                                          <p:stCondLst>
                                            <p:cond delay="0"/>
                                          </p:stCondLst>
                                        </p:cTn>
                                        <p:tgtEl>
                                          <p:spTgt spid="31"/>
                                        </p:tgtEl>
                                        <p:attrNameLst>
                                          <p:attrName>style.visibility</p:attrName>
                                        </p:attrNameLst>
                                      </p:cBhvr>
                                      <p:to>
                                        <p:strVal val="visible"/>
                                      </p:to>
                                    </p:set>
                                    <p:animEffect transition="in" filter="fade">
                                      <p:cBhvr>
                                        <p:cTn id="97" dur="500"/>
                                        <p:tgtEl>
                                          <p:spTgt spid="31"/>
                                        </p:tgtEl>
                                      </p:cBhvr>
                                    </p:animEffect>
                                    <p:anim calcmode="lin" valueType="num">
                                      <p:cBhvr>
                                        <p:cTn id="98" dur="500" fill="hold"/>
                                        <p:tgtEl>
                                          <p:spTgt spid="31"/>
                                        </p:tgtEl>
                                        <p:attrNameLst>
                                          <p:attrName>ppt_x</p:attrName>
                                        </p:attrNameLst>
                                      </p:cBhvr>
                                      <p:tavLst>
                                        <p:tav tm="0">
                                          <p:val>
                                            <p:strVal val="#ppt_x"/>
                                          </p:val>
                                        </p:tav>
                                        <p:tav tm="100000">
                                          <p:val>
                                            <p:strVal val="#ppt_x"/>
                                          </p:val>
                                        </p:tav>
                                      </p:tavLst>
                                    </p:anim>
                                    <p:anim calcmode="lin" valueType="num">
                                      <p:cBhvr>
                                        <p:cTn id="99" dur="500" fill="hold"/>
                                        <p:tgtEl>
                                          <p:spTgt spid="3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17" grpId="0" animBg="1"/>
      <p:bldP spid="18"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8"/>
                        </p:tgtEl>
                        <p:attrNameLst>
                          <p:attrName>style.visibility</p:attrName>
                        </p:attrNameLst>
                      </p:cBhvr>
                      <p:to>
                        <p:strVal val="visible"/>
                      </p:to>
                    </p:set>
                    <p:animEffect transition="in" filter="fade">
                      <p:cBhvr>
                        <p:cTn dur="500"/>
                        <p:tgtEl>
                          <p:spTgt spid="18"/>
                        </p:tgtEl>
                      </p:cBhvr>
                    </p:animEffect>
                    <p:anim calcmode="lin" valueType="num">
                      <p:cBhvr>
                        <p:cTn dur="500" fill="hold"/>
                        <p:tgtEl>
                          <p:spTgt spid="18"/>
                        </p:tgtEl>
                        <p:attrNameLst>
                          <p:attrName>ppt_x</p:attrName>
                        </p:attrNameLst>
                      </p:cBhvr>
                      <p:tavLst>
                        <p:tav tm="0">
                          <p:val>
                            <p:strVal val="#ppt_x"/>
                          </p:val>
                        </p:tav>
                        <p:tav tm="100000">
                          <p:val>
                            <p:strVal val="#ppt_x"/>
                          </p:val>
                        </p:tav>
                      </p:tavLst>
                    </p:anim>
                    <p:anim calcmode="lin" valueType="num">
                      <p:cBhvr>
                        <p:cTn dur="500" fill="hold"/>
                        <p:tgtEl>
                          <p:spTgt spid="18"/>
                        </p:tgtEl>
                        <p:attrNameLst>
                          <p:attrName>ppt_y</p:attrName>
                        </p:attrNameLst>
                      </p:cBhvr>
                      <p:tavLst>
                        <p:tav tm="0">
                          <p:val>
                            <p:strVal val="#ppt_y+.1"/>
                          </p:val>
                        </p:tav>
                        <p:tav tm="100000">
                          <p:val>
                            <p:strVal val="#ppt_y"/>
                          </p:val>
                        </p:tav>
                      </p:tavLst>
                    </p:anim>
                  </p:childTnLst>
                </p:cTn>
              </p:par>
            </p:tnLst>
          </p:tmpl>
        </p:tmplLst>
      </p:bldP>
      <p:bldP spid="14"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4"/>
                        </p:tgtEl>
                        <p:attrNameLst>
                          <p:attrName>style.visibility</p:attrName>
                        </p:attrNameLst>
                      </p:cBhvr>
                      <p:to>
                        <p:strVal val="visible"/>
                      </p:to>
                    </p:set>
                    <p:anim calcmode="lin" valueType="num">
                      <p:cBhvr>
                        <p:cTn dur="500" fill="hold"/>
                        <p:tgtEl>
                          <p:spTgt spid="14"/>
                        </p:tgtEl>
                        <p:attrNameLst>
                          <p:attrName>ppt_w</p:attrName>
                        </p:attrNameLst>
                      </p:cBhvr>
                      <p:tavLst>
                        <p:tav tm="0">
                          <p:val>
                            <p:fltVal val="0"/>
                          </p:val>
                        </p:tav>
                        <p:tav tm="100000">
                          <p:val>
                            <p:strVal val="#ppt_w"/>
                          </p:val>
                        </p:tav>
                      </p:tavLst>
                    </p:anim>
                    <p:anim calcmode="lin" valueType="num">
                      <p:cBhvr>
                        <p:cTn dur="500" fill="hold"/>
                        <p:tgtEl>
                          <p:spTgt spid="14"/>
                        </p:tgtEl>
                        <p:attrNameLst>
                          <p:attrName>ppt_h</p:attrName>
                        </p:attrNameLst>
                      </p:cBhvr>
                      <p:tavLst>
                        <p:tav tm="0">
                          <p:val>
                            <p:fltVal val="0"/>
                          </p:val>
                        </p:tav>
                        <p:tav tm="100000">
                          <p:val>
                            <p:strVal val="#ppt_h"/>
                          </p:val>
                        </p:tav>
                      </p:tavLst>
                    </p:anim>
                    <p:animEffect transition="in" filter="fade">
                      <p:cBhvr>
                        <p:cTn dur="500"/>
                        <p:tgtEl>
                          <p:spTgt spid="14"/>
                        </p:tgtEl>
                      </p:cBhvr>
                    </p:animEffect>
                  </p:childTnLst>
                </p:cTn>
              </p:par>
            </p:tnLst>
          </p:tmpl>
        </p:tmplLst>
      </p:bldP>
      <p:bldP spid="15"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5"/>
                        </p:tgtEl>
                        <p:attrNameLst>
                          <p:attrName>style.visibility</p:attrName>
                        </p:attrNameLst>
                      </p:cBhvr>
                      <p:to>
                        <p:strVal val="visible"/>
                      </p:to>
                    </p:set>
                    <p:animEffect transition="in" filter="fade">
                      <p:cBhvr>
                        <p:cTn dur="500"/>
                        <p:tgtEl>
                          <p:spTgt spid="15"/>
                        </p:tgtEl>
                      </p:cBhvr>
                    </p:animEffect>
                    <p:anim calcmode="lin" valueType="num">
                      <p:cBhvr>
                        <p:cTn dur="500" fill="hold"/>
                        <p:tgtEl>
                          <p:spTgt spid="15"/>
                        </p:tgtEl>
                        <p:attrNameLst>
                          <p:attrName>ppt_x</p:attrName>
                        </p:attrNameLst>
                      </p:cBhvr>
                      <p:tavLst>
                        <p:tav tm="0">
                          <p:val>
                            <p:strVal val="#ppt_x"/>
                          </p:val>
                        </p:tav>
                        <p:tav tm="100000">
                          <p:val>
                            <p:strVal val="#ppt_x"/>
                          </p:val>
                        </p:tav>
                      </p:tavLst>
                    </p:anim>
                    <p:anim calcmode="lin" valueType="num">
                      <p:cBhvr>
                        <p:cTn dur="500" fill="hold"/>
                        <p:tgtEl>
                          <p:spTgt spid="15"/>
                        </p:tgtEl>
                        <p:attrNameLst>
                          <p:attrName>ppt_y</p:attrName>
                        </p:attrNameLst>
                      </p:cBhvr>
                      <p:tavLst>
                        <p:tav tm="0">
                          <p:val>
                            <p:strVal val="#ppt_y+.1"/>
                          </p:val>
                        </p:tav>
                        <p:tav tm="100000">
                          <p:val>
                            <p:strVal val="#ppt_y"/>
                          </p:val>
                        </p:tav>
                      </p:tavLst>
                    </p:anim>
                  </p:childTnLst>
                </p:cTn>
              </p:par>
            </p:tnLst>
          </p:tmpl>
        </p:tmplLst>
      </p:bldP>
      <p:bldP spid="21"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1"/>
                        </p:tgtEl>
                        <p:attrNameLst>
                          <p:attrName>style.visibility</p:attrName>
                        </p:attrNameLst>
                      </p:cBhvr>
                      <p:to>
                        <p:strVal val="visible"/>
                      </p:to>
                    </p:set>
                    <p:anim calcmode="lin" valueType="num">
                      <p:cBhvr>
                        <p:cTn dur="500" fill="hold"/>
                        <p:tgtEl>
                          <p:spTgt spid="21"/>
                        </p:tgtEl>
                        <p:attrNameLst>
                          <p:attrName>ppt_w</p:attrName>
                        </p:attrNameLst>
                      </p:cBhvr>
                      <p:tavLst>
                        <p:tav tm="0">
                          <p:val>
                            <p:fltVal val="0"/>
                          </p:val>
                        </p:tav>
                        <p:tav tm="100000">
                          <p:val>
                            <p:strVal val="#ppt_w"/>
                          </p:val>
                        </p:tav>
                      </p:tavLst>
                    </p:anim>
                    <p:anim calcmode="lin" valueType="num">
                      <p:cBhvr>
                        <p:cTn dur="500" fill="hold"/>
                        <p:tgtEl>
                          <p:spTgt spid="21"/>
                        </p:tgtEl>
                        <p:attrNameLst>
                          <p:attrName>ppt_h</p:attrName>
                        </p:attrNameLst>
                      </p:cBhvr>
                      <p:tavLst>
                        <p:tav tm="0">
                          <p:val>
                            <p:fltVal val="0"/>
                          </p:val>
                        </p:tav>
                        <p:tav tm="100000">
                          <p:val>
                            <p:strVal val="#ppt_h"/>
                          </p:val>
                        </p:tav>
                      </p:tavLst>
                    </p:anim>
                    <p:animEffect transition="in" filter="fade">
                      <p:cBhvr>
                        <p:cTn dur="500"/>
                        <p:tgtEl>
                          <p:spTgt spid="21"/>
                        </p:tgtEl>
                      </p:cBhvr>
                    </p:animEffect>
                  </p:childTnLst>
                </p:cTn>
              </p:par>
            </p:tnLst>
          </p:tmpl>
        </p:tmplLst>
      </p:bldP>
      <p:bldP spid="22"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2"/>
                        </p:tgtEl>
                        <p:attrNameLst>
                          <p:attrName>style.visibility</p:attrName>
                        </p:attrNameLst>
                      </p:cBhvr>
                      <p:to>
                        <p:strVal val="visible"/>
                      </p:to>
                    </p:set>
                    <p:animEffect transition="in" filter="fade">
                      <p:cBhvr>
                        <p:cTn dur="500"/>
                        <p:tgtEl>
                          <p:spTgt spid="22"/>
                        </p:tgtEl>
                      </p:cBhvr>
                    </p:animEffect>
                    <p:anim calcmode="lin" valueType="num">
                      <p:cBhvr>
                        <p:cTn dur="500" fill="hold"/>
                        <p:tgtEl>
                          <p:spTgt spid="22"/>
                        </p:tgtEl>
                        <p:attrNameLst>
                          <p:attrName>ppt_x</p:attrName>
                        </p:attrNameLst>
                      </p:cBhvr>
                      <p:tavLst>
                        <p:tav tm="0">
                          <p:val>
                            <p:strVal val="#ppt_x"/>
                          </p:val>
                        </p:tav>
                        <p:tav tm="100000">
                          <p:val>
                            <p:strVal val="#ppt_x"/>
                          </p:val>
                        </p:tav>
                      </p:tavLst>
                    </p:anim>
                    <p:anim calcmode="lin" valueType="num">
                      <p:cBhvr>
                        <p:cTn dur="500" fill="hold"/>
                        <p:tgtEl>
                          <p:spTgt spid="22"/>
                        </p:tgtEl>
                        <p:attrNameLst>
                          <p:attrName>ppt_y</p:attrName>
                        </p:attrNameLst>
                      </p:cBhvr>
                      <p:tavLst>
                        <p:tav tm="0">
                          <p:val>
                            <p:strVal val="#ppt_y+.1"/>
                          </p:val>
                        </p:tav>
                        <p:tav tm="100000">
                          <p:val>
                            <p:strVal val="#ppt_y"/>
                          </p:val>
                        </p:tav>
                      </p:tavLst>
                    </p:anim>
                  </p:childTnLst>
                </p:cTn>
              </p:par>
            </p:tnLst>
          </p:tmpl>
        </p:tmplLst>
      </p:bldP>
      <p:bldP spid="23"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3"/>
                        </p:tgtEl>
                        <p:attrNameLst>
                          <p:attrName>style.visibility</p:attrName>
                        </p:attrNameLst>
                      </p:cBhvr>
                      <p:to>
                        <p:strVal val="visible"/>
                      </p:to>
                    </p:set>
                    <p:anim calcmode="lin" valueType="num">
                      <p:cBhvr>
                        <p:cTn dur="500" fill="hold"/>
                        <p:tgtEl>
                          <p:spTgt spid="23"/>
                        </p:tgtEl>
                        <p:attrNameLst>
                          <p:attrName>ppt_w</p:attrName>
                        </p:attrNameLst>
                      </p:cBhvr>
                      <p:tavLst>
                        <p:tav tm="0">
                          <p:val>
                            <p:fltVal val="0"/>
                          </p:val>
                        </p:tav>
                        <p:tav tm="100000">
                          <p:val>
                            <p:strVal val="#ppt_w"/>
                          </p:val>
                        </p:tav>
                      </p:tavLst>
                    </p:anim>
                    <p:anim calcmode="lin" valueType="num">
                      <p:cBhvr>
                        <p:cTn dur="500" fill="hold"/>
                        <p:tgtEl>
                          <p:spTgt spid="23"/>
                        </p:tgtEl>
                        <p:attrNameLst>
                          <p:attrName>ppt_h</p:attrName>
                        </p:attrNameLst>
                      </p:cBhvr>
                      <p:tavLst>
                        <p:tav tm="0">
                          <p:val>
                            <p:fltVal val="0"/>
                          </p:val>
                        </p:tav>
                        <p:tav tm="100000">
                          <p:val>
                            <p:strVal val="#ppt_h"/>
                          </p:val>
                        </p:tav>
                      </p:tavLst>
                    </p:anim>
                    <p:animEffect transition="in" filter="fade">
                      <p:cBhvr>
                        <p:cTn dur="500"/>
                        <p:tgtEl>
                          <p:spTgt spid="23"/>
                        </p:tgtEl>
                      </p:cBhvr>
                    </p:animEffect>
                  </p:childTnLst>
                </p:cTn>
              </p:par>
            </p:tnLst>
          </p:tmpl>
        </p:tmplLst>
      </p:bldP>
      <p:bldP spid="24"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4"/>
                        </p:tgtEl>
                        <p:attrNameLst>
                          <p:attrName>style.visibility</p:attrName>
                        </p:attrNameLst>
                      </p:cBhvr>
                      <p:to>
                        <p:strVal val="visible"/>
                      </p:to>
                    </p:set>
                    <p:animEffect transition="in" filter="fade">
                      <p:cBhvr>
                        <p:cTn dur="500"/>
                        <p:tgtEl>
                          <p:spTgt spid="24"/>
                        </p:tgtEl>
                      </p:cBhvr>
                    </p:animEffect>
                    <p:anim calcmode="lin" valueType="num">
                      <p:cBhvr>
                        <p:cTn dur="500" fill="hold"/>
                        <p:tgtEl>
                          <p:spTgt spid="24"/>
                        </p:tgtEl>
                        <p:attrNameLst>
                          <p:attrName>ppt_x</p:attrName>
                        </p:attrNameLst>
                      </p:cBhvr>
                      <p:tavLst>
                        <p:tav tm="0">
                          <p:val>
                            <p:strVal val="#ppt_x"/>
                          </p:val>
                        </p:tav>
                        <p:tav tm="100000">
                          <p:val>
                            <p:strVal val="#ppt_x"/>
                          </p:val>
                        </p:tav>
                      </p:tavLst>
                    </p:anim>
                    <p:anim calcmode="lin" valueType="num">
                      <p:cBhvr>
                        <p:cTn dur="500" fill="hold"/>
                        <p:tgtEl>
                          <p:spTgt spid="24"/>
                        </p:tgtEl>
                        <p:attrNameLst>
                          <p:attrName>ppt_y</p:attrName>
                        </p:attrNameLst>
                      </p:cBhvr>
                      <p:tavLst>
                        <p:tav tm="0">
                          <p:val>
                            <p:strVal val="#ppt_y+.1"/>
                          </p:val>
                        </p:tav>
                        <p:tav tm="100000">
                          <p:val>
                            <p:strVal val="#ppt_y"/>
                          </p:val>
                        </p:tav>
                      </p:tavLst>
                    </p:anim>
                  </p:childTnLst>
                </p:cTn>
              </p:par>
            </p:tnLst>
          </p:tmpl>
        </p:tmplLst>
      </p:bldP>
      <p:bldP spid="25" grpId="0" animBg="1"/>
      <p:bldP spid="26" grpId="0" animBg="1"/>
      <p:bldP spid="27" grpId="0" animBg="1"/>
      <p:bldP spid="28" grpId="0" animBg="1"/>
      <p:bldP spid="29" grpId="0" animBg="1"/>
      <p:bldP spid="30" grpId="0" animBg="1"/>
      <p:bldP spid="31" grpId="0" animBg="1"/>
    </p:bldLst>
  </p:timing>
</p:sldLayout>
</file>

<file path=ppt/slideLayouts/slideLayout554.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Tree>
    <p:extLst>
      <p:ext uri="{BB962C8B-B14F-4D97-AF65-F5344CB8AC3E}">
        <p14:creationId xmlns:p14="http://schemas.microsoft.com/office/powerpoint/2010/main" val="116083325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42" presetClass="entr" presetSubtype="0" fill="hold" grpId="0" nodeType="afterEffect">
                                  <p:stCondLst>
                                    <p:cond delay="0"/>
                                  </p:stCondLst>
                                  <p:childTnLst>
                                    <p:set>
                                      <p:cBhvr>
                                        <p:cTn id="10" dur="1" fill="hold">
                                          <p:stCondLst>
                                            <p:cond delay="0"/>
                                          </p:stCondLst>
                                        </p:cTn>
                                        <p:tgtEl>
                                          <p:spTgt spid="8">
                                            <p:txEl>
                                              <p:pRg st="0" end="0"/>
                                            </p:txEl>
                                          </p:spTgt>
                                        </p:tgtEl>
                                        <p:attrNameLst>
                                          <p:attrName>style.visibility</p:attrName>
                                        </p:attrNameLst>
                                      </p:cBhvr>
                                      <p:to>
                                        <p:strVal val="visible"/>
                                      </p:to>
                                    </p:set>
                                    <p:animEffect transition="in" filter="fade">
                                      <p:cBhvr>
                                        <p:cTn id="11" dur="500"/>
                                        <p:tgtEl>
                                          <p:spTgt spid="8">
                                            <p:txEl>
                                              <p:pRg st="0" end="0"/>
                                            </p:txEl>
                                          </p:spTgt>
                                        </p:tgtEl>
                                      </p:cBhvr>
                                    </p:animEffect>
                                    <p:anim calcmode="lin" valueType="num">
                                      <p:cBhvr>
                                        <p:cTn id="12"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555.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9" name="Picture Placeholder 7"/>
          <p:cNvSpPr>
            <a:spLocks noGrp="1"/>
          </p:cNvSpPr>
          <p:nvPr>
            <p:ph type="pic" sz="quarter" idx="14" hasCustomPrompt="1"/>
          </p:nvPr>
        </p:nvSpPr>
        <p:spPr>
          <a:xfrm>
            <a:off x="0" y="0"/>
            <a:ext cx="4038600" cy="6858000"/>
          </a:xfrm>
          <a:solidFill>
            <a:schemeClr val="bg1">
              <a:lumMod val="85000"/>
            </a:schemeClr>
          </a:solidFill>
        </p:spPr>
        <p:txBody>
          <a:bodyPr>
            <a:normAutofit/>
          </a:bodyPr>
          <a:lstStyle>
            <a:lvl1pPr>
              <a:defRPr sz="1000" baseline="0"/>
            </a:lvl1pPr>
          </a:lstStyle>
          <a:p>
            <a:r>
              <a:rPr lang="id-ID" dirty="0" smtClean="0"/>
              <a:t>Pic here</a:t>
            </a:r>
            <a:endParaRPr lang="en-AU" dirty="0"/>
          </a:p>
        </p:txBody>
      </p:sp>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35" name="Picture Placeholder 34"/>
          <p:cNvSpPr>
            <a:spLocks noGrp="1"/>
          </p:cNvSpPr>
          <p:nvPr>
            <p:ph type="pic" sz="quarter" idx="15" hasCustomPrompt="1"/>
          </p:nvPr>
        </p:nvSpPr>
        <p:spPr>
          <a:xfrm>
            <a:off x="2768558" y="2247607"/>
            <a:ext cx="1435225" cy="1418415"/>
          </a:xfrm>
          <a:custGeom>
            <a:avLst/>
            <a:gdLst>
              <a:gd name="connsiteX0" fmla="*/ 1419184 w 1435225"/>
              <a:gd name="connsiteY0" fmla="*/ 0 h 1418415"/>
              <a:gd name="connsiteX1" fmla="*/ 1435225 w 1435225"/>
              <a:gd name="connsiteY1" fmla="*/ 810 h 1418415"/>
              <a:gd name="connsiteX2" fmla="*/ 1435225 w 1435225"/>
              <a:gd name="connsiteY2" fmla="*/ 138129 h 1418415"/>
              <a:gd name="connsiteX3" fmla="*/ 1419184 w 1435225"/>
              <a:gd name="connsiteY3" fmla="*/ 137319 h 1418415"/>
              <a:gd name="connsiteX4" fmla="*/ 143897 w 1435225"/>
              <a:gd name="connsiteY4" fmla="*/ 1288158 h 1418415"/>
              <a:gd name="connsiteX5" fmla="*/ 137319 w 1435225"/>
              <a:gd name="connsiteY5" fmla="*/ 1418415 h 1418415"/>
              <a:gd name="connsiteX6" fmla="*/ 0 w 1435225"/>
              <a:gd name="connsiteY6" fmla="*/ 1418415 h 1418415"/>
              <a:gd name="connsiteX7" fmla="*/ 7287 w 1435225"/>
              <a:gd name="connsiteY7" fmla="*/ 1274118 h 1418415"/>
              <a:gd name="connsiteX8" fmla="*/ 1419184 w 1435225"/>
              <a:gd name="connsiteY8" fmla="*/ 0 h 1418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5225" h="1418415">
                <a:moveTo>
                  <a:pt x="1419184" y="0"/>
                </a:moveTo>
                <a:lnTo>
                  <a:pt x="1435225" y="810"/>
                </a:lnTo>
                <a:lnTo>
                  <a:pt x="1435225" y="138129"/>
                </a:lnTo>
                <a:lnTo>
                  <a:pt x="1419184" y="137319"/>
                </a:lnTo>
                <a:cubicBezTo>
                  <a:pt x="755456" y="137319"/>
                  <a:pt x="209543" y="641749"/>
                  <a:pt x="143897" y="1288158"/>
                </a:cubicBezTo>
                <a:lnTo>
                  <a:pt x="137319" y="1418415"/>
                </a:lnTo>
                <a:lnTo>
                  <a:pt x="0" y="1418415"/>
                </a:lnTo>
                <a:lnTo>
                  <a:pt x="7287" y="1274118"/>
                </a:lnTo>
                <a:cubicBezTo>
                  <a:pt x="79965" y="558465"/>
                  <a:pt x="684357" y="0"/>
                  <a:pt x="1419184" y="0"/>
                </a:cubicBezTo>
                <a:close/>
              </a:path>
            </a:pathLst>
          </a:custGeom>
          <a:solidFill>
            <a:schemeClr val="accent2"/>
          </a:solidFill>
          <a:ln>
            <a:noFill/>
          </a:ln>
        </p:spPr>
        <p:txBody>
          <a:bodyPr wrap="square">
            <a:noAutofit/>
          </a:bodyPr>
          <a:lstStyle>
            <a:lvl1pPr>
              <a:defRPr sz="800"/>
            </a:lvl1pPr>
          </a:lstStyle>
          <a:p>
            <a:r>
              <a:rPr lang="id-ID" dirty="0" smtClean="0"/>
              <a:t>Nopic</a:t>
            </a:r>
            <a:endParaRPr lang="en-AU" dirty="0"/>
          </a:p>
        </p:txBody>
      </p:sp>
      <p:sp>
        <p:nvSpPr>
          <p:cNvPr id="40" name="Picture Placeholder 39"/>
          <p:cNvSpPr>
            <a:spLocks noGrp="1"/>
          </p:cNvSpPr>
          <p:nvPr>
            <p:ph type="pic" sz="quarter" idx="16" hasCustomPrompt="1"/>
          </p:nvPr>
        </p:nvSpPr>
        <p:spPr>
          <a:xfrm>
            <a:off x="4203783" y="2247608"/>
            <a:ext cx="1403184" cy="1418415"/>
          </a:xfrm>
          <a:custGeom>
            <a:avLst/>
            <a:gdLst>
              <a:gd name="connsiteX0" fmla="*/ 0 w 1403184"/>
              <a:gd name="connsiteY0" fmla="*/ 0 h 1418415"/>
              <a:gd name="connsiteX1" fmla="*/ 129067 w 1403184"/>
              <a:gd name="connsiteY1" fmla="*/ 6517 h 1418415"/>
              <a:gd name="connsiteX2" fmla="*/ 1403184 w 1403184"/>
              <a:gd name="connsiteY2" fmla="*/ 1418415 h 1418415"/>
              <a:gd name="connsiteX3" fmla="*/ 1265865 w 1403184"/>
              <a:gd name="connsiteY3" fmla="*/ 1418415 h 1418415"/>
              <a:gd name="connsiteX4" fmla="*/ 115027 w 1403184"/>
              <a:gd name="connsiteY4" fmla="*/ 143128 h 1418415"/>
              <a:gd name="connsiteX5" fmla="*/ 0 w 1403184"/>
              <a:gd name="connsiteY5" fmla="*/ 137319 h 1418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3184" h="1418415">
                <a:moveTo>
                  <a:pt x="0" y="0"/>
                </a:moveTo>
                <a:lnTo>
                  <a:pt x="129067" y="6517"/>
                </a:lnTo>
                <a:cubicBezTo>
                  <a:pt x="844719" y="79196"/>
                  <a:pt x="1403184" y="683588"/>
                  <a:pt x="1403184" y="1418415"/>
                </a:cubicBezTo>
                <a:lnTo>
                  <a:pt x="1265865" y="1418415"/>
                </a:lnTo>
                <a:cubicBezTo>
                  <a:pt x="1265865" y="754687"/>
                  <a:pt x="761435" y="208774"/>
                  <a:pt x="115027" y="143128"/>
                </a:cubicBezTo>
                <a:lnTo>
                  <a:pt x="0" y="137319"/>
                </a:lnTo>
                <a:close/>
              </a:path>
            </a:pathLst>
          </a:custGeom>
          <a:solidFill>
            <a:schemeClr val="accent4"/>
          </a:solidFill>
          <a:ln>
            <a:noFill/>
          </a:ln>
        </p:spPr>
        <p:txBody>
          <a:bodyPr wrap="square">
            <a:noAutofit/>
          </a:bodyPr>
          <a:lstStyle>
            <a:lvl1pPr algn="r">
              <a:defRPr sz="800"/>
            </a:lvl1pPr>
          </a:lstStyle>
          <a:p>
            <a:r>
              <a:rPr lang="id-ID" dirty="0" smtClean="0"/>
              <a:t>Nopic</a:t>
            </a:r>
            <a:endParaRPr lang="en-AU" dirty="0"/>
          </a:p>
        </p:txBody>
      </p:sp>
      <p:sp>
        <p:nvSpPr>
          <p:cNvPr id="43" name="Picture Placeholder 42"/>
          <p:cNvSpPr>
            <a:spLocks noGrp="1"/>
          </p:cNvSpPr>
          <p:nvPr>
            <p:ph type="pic" sz="quarter" idx="17" hasCustomPrompt="1"/>
          </p:nvPr>
        </p:nvSpPr>
        <p:spPr>
          <a:xfrm>
            <a:off x="2768517" y="3664402"/>
            <a:ext cx="1435266" cy="1420035"/>
          </a:xfrm>
          <a:custGeom>
            <a:avLst/>
            <a:gdLst>
              <a:gd name="connsiteX0" fmla="*/ 41 w 1435266"/>
              <a:gd name="connsiteY0" fmla="*/ 0 h 1420035"/>
              <a:gd name="connsiteX1" fmla="*/ 137360 w 1435266"/>
              <a:gd name="connsiteY1" fmla="*/ 0 h 1420035"/>
              <a:gd name="connsiteX2" fmla="*/ 137319 w 1435266"/>
              <a:gd name="connsiteY2" fmla="*/ 810 h 1420035"/>
              <a:gd name="connsiteX3" fmla="*/ 1419225 w 1435266"/>
              <a:gd name="connsiteY3" fmla="*/ 1282716 h 1420035"/>
              <a:gd name="connsiteX4" fmla="*/ 1435266 w 1435266"/>
              <a:gd name="connsiteY4" fmla="*/ 1281906 h 1420035"/>
              <a:gd name="connsiteX5" fmla="*/ 1435266 w 1435266"/>
              <a:gd name="connsiteY5" fmla="*/ 1419225 h 1420035"/>
              <a:gd name="connsiteX6" fmla="*/ 1419225 w 1435266"/>
              <a:gd name="connsiteY6" fmla="*/ 1420035 h 1420035"/>
              <a:gd name="connsiteX7" fmla="*/ 0 w 1435266"/>
              <a:gd name="connsiteY7" fmla="*/ 810 h 1420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35266" h="1420035">
                <a:moveTo>
                  <a:pt x="41" y="0"/>
                </a:moveTo>
                <a:lnTo>
                  <a:pt x="137360" y="0"/>
                </a:lnTo>
                <a:lnTo>
                  <a:pt x="137319" y="810"/>
                </a:lnTo>
                <a:cubicBezTo>
                  <a:pt x="137319" y="708787"/>
                  <a:pt x="711248" y="1282716"/>
                  <a:pt x="1419225" y="1282716"/>
                </a:cubicBezTo>
                <a:lnTo>
                  <a:pt x="1435266" y="1281906"/>
                </a:lnTo>
                <a:lnTo>
                  <a:pt x="1435266" y="1419225"/>
                </a:lnTo>
                <a:lnTo>
                  <a:pt x="1419225" y="1420035"/>
                </a:lnTo>
                <a:cubicBezTo>
                  <a:pt x="635409" y="1420035"/>
                  <a:pt x="0" y="784626"/>
                  <a:pt x="0" y="810"/>
                </a:cubicBezTo>
                <a:close/>
              </a:path>
            </a:pathLst>
          </a:custGeom>
          <a:solidFill>
            <a:schemeClr val="accent1"/>
          </a:solidFill>
          <a:ln>
            <a:noFill/>
          </a:ln>
        </p:spPr>
        <p:txBody>
          <a:bodyPr wrap="square">
            <a:noAutofit/>
          </a:bodyPr>
          <a:lstStyle>
            <a:lvl1pPr>
              <a:defRPr sz="800"/>
            </a:lvl1pPr>
          </a:lstStyle>
          <a:p>
            <a:r>
              <a:rPr lang="id-ID" dirty="0" smtClean="0"/>
              <a:t>Nopic</a:t>
            </a:r>
            <a:endParaRPr lang="en-AU" dirty="0"/>
          </a:p>
        </p:txBody>
      </p:sp>
      <p:sp>
        <p:nvSpPr>
          <p:cNvPr id="46" name="Picture Placeholder 45"/>
          <p:cNvSpPr>
            <a:spLocks noGrp="1"/>
          </p:cNvSpPr>
          <p:nvPr>
            <p:ph type="pic" sz="quarter" idx="18" hasCustomPrompt="1"/>
          </p:nvPr>
        </p:nvSpPr>
        <p:spPr>
          <a:xfrm>
            <a:off x="4203783" y="3666022"/>
            <a:ext cx="1403184" cy="1418415"/>
          </a:xfrm>
          <a:custGeom>
            <a:avLst/>
            <a:gdLst>
              <a:gd name="connsiteX0" fmla="*/ 1265865 w 1403184"/>
              <a:gd name="connsiteY0" fmla="*/ 0 h 1418415"/>
              <a:gd name="connsiteX1" fmla="*/ 1403184 w 1403184"/>
              <a:gd name="connsiteY1" fmla="*/ 0 h 1418415"/>
              <a:gd name="connsiteX2" fmla="*/ 129067 w 1403184"/>
              <a:gd name="connsiteY2" fmla="*/ 1411898 h 1418415"/>
              <a:gd name="connsiteX3" fmla="*/ 0 w 1403184"/>
              <a:gd name="connsiteY3" fmla="*/ 1418415 h 1418415"/>
              <a:gd name="connsiteX4" fmla="*/ 0 w 1403184"/>
              <a:gd name="connsiteY4" fmla="*/ 1281096 h 1418415"/>
              <a:gd name="connsiteX5" fmla="*/ 115027 w 1403184"/>
              <a:gd name="connsiteY5" fmla="*/ 1275288 h 1418415"/>
              <a:gd name="connsiteX6" fmla="*/ 1265865 w 1403184"/>
              <a:gd name="connsiteY6" fmla="*/ 0 h 1418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03184" h="1418415">
                <a:moveTo>
                  <a:pt x="1265865" y="0"/>
                </a:moveTo>
                <a:lnTo>
                  <a:pt x="1403184" y="0"/>
                </a:lnTo>
                <a:cubicBezTo>
                  <a:pt x="1403184" y="734828"/>
                  <a:pt x="844719" y="1339219"/>
                  <a:pt x="129067" y="1411898"/>
                </a:cubicBezTo>
                <a:lnTo>
                  <a:pt x="0" y="1418415"/>
                </a:lnTo>
                <a:lnTo>
                  <a:pt x="0" y="1281096"/>
                </a:lnTo>
                <a:lnTo>
                  <a:pt x="115027" y="1275288"/>
                </a:lnTo>
                <a:cubicBezTo>
                  <a:pt x="761435" y="1209641"/>
                  <a:pt x="1265865" y="663729"/>
                  <a:pt x="1265865" y="0"/>
                </a:cubicBezTo>
                <a:close/>
              </a:path>
            </a:pathLst>
          </a:custGeom>
          <a:solidFill>
            <a:schemeClr val="accent5"/>
          </a:solidFill>
          <a:ln>
            <a:noFill/>
          </a:ln>
        </p:spPr>
        <p:txBody>
          <a:bodyPr wrap="square">
            <a:noAutofit/>
          </a:bodyPr>
          <a:lstStyle>
            <a:lvl1pPr>
              <a:defRPr sz="800"/>
            </a:lvl1pPr>
          </a:lstStyle>
          <a:p>
            <a:r>
              <a:rPr lang="id-ID" dirty="0" smtClean="0"/>
              <a:t>Nopic</a:t>
            </a:r>
            <a:endParaRPr lang="en-AU" dirty="0"/>
          </a:p>
        </p:txBody>
      </p:sp>
      <p:sp>
        <p:nvSpPr>
          <p:cNvPr id="50" name="Picture Placeholder 49"/>
          <p:cNvSpPr>
            <a:spLocks noGrp="1"/>
          </p:cNvSpPr>
          <p:nvPr>
            <p:ph type="pic" sz="quarter" idx="19" hasCustomPrompt="1"/>
          </p:nvPr>
        </p:nvSpPr>
        <p:spPr>
          <a:xfrm>
            <a:off x="2941304" y="2416943"/>
            <a:ext cx="2492875" cy="2494587"/>
          </a:xfrm>
          <a:custGeom>
            <a:avLst/>
            <a:gdLst>
              <a:gd name="connsiteX0" fmla="*/ 1103672 w 2207344"/>
              <a:gd name="connsiteY0" fmla="*/ 0 h 2208860"/>
              <a:gd name="connsiteX1" fmla="*/ 2207344 w 2207344"/>
              <a:gd name="connsiteY1" fmla="*/ 1104430 h 2208860"/>
              <a:gd name="connsiteX2" fmla="*/ 1103672 w 2207344"/>
              <a:gd name="connsiteY2" fmla="*/ 2208860 h 2208860"/>
              <a:gd name="connsiteX3" fmla="*/ 0 w 2207344"/>
              <a:gd name="connsiteY3" fmla="*/ 1104430 h 2208860"/>
              <a:gd name="connsiteX4" fmla="*/ 1103672 w 2207344"/>
              <a:gd name="connsiteY4" fmla="*/ 0 h 2208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7344" h="2208860">
                <a:moveTo>
                  <a:pt x="1103672" y="0"/>
                </a:moveTo>
                <a:cubicBezTo>
                  <a:pt x="1713213" y="0"/>
                  <a:pt x="2207344" y="494470"/>
                  <a:pt x="2207344" y="1104430"/>
                </a:cubicBezTo>
                <a:cubicBezTo>
                  <a:pt x="2207344" y="1714390"/>
                  <a:pt x="1713213" y="2208860"/>
                  <a:pt x="1103672" y="2208860"/>
                </a:cubicBezTo>
                <a:cubicBezTo>
                  <a:pt x="494131" y="2208860"/>
                  <a:pt x="0" y="1714390"/>
                  <a:pt x="0" y="1104430"/>
                </a:cubicBezTo>
                <a:cubicBezTo>
                  <a:pt x="0" y="494470"/>
                  <a:pt x="494131" y="0"/>
                  <a:pt x="1103672" y="0"/>
                </a:cubicBezTo>
                <a:close/>
              </a:path>
            </a:pathLst>
          </a:custGeom>
          <a:solidFill>
            <a:schemeClr val="accent3"/>
          </a:solidFill>
        </p:spPr>
        <p:txBody>
          <a:bodyPr wrap="square">
            <a:noAutofit/>
          </a:bodyPr>
          <a:lstStyle>
            <a:lvl1pPr>
              <a:defRPr/>
            </a:lvl1pPr>
          </a:lstStyle>
          <a:p>
            <a:r>
              <a:rPr lang="id-ID" dirty="0" smtClean="0"/>
              <a:t>Nopic</a:t>
            </a:r>
            <a:endParaRPr lang="en-AU" dirty="0"/>
          </a:p>
        </p:txBody>
      </p:sp>
      <p:sp>
        <p:nvSpPr>
          <p:cNvPr id="51" name="Text Placeholder 21"/>
          <p:cNvSpPr>
            <a:spLocks noGrp="1"/>
          </p:cNvSpPr>
          <p:nvPr>
            <p:ph type="body" sz="quarter" idx="20"/>
          </p:nvPr>
        </p:nvSpPr>
        <p:spPr>
          <a:xfrm>
            <a:off x="6095999" y="1986588"/>
            <a:ext cx="5616575" cy="360363"/>
          </a:xfrm>
        </p:spPr>
        <p:txBody>
          <a:bodyPr/>
          <a:lstStyle>
            <a:lvl1pP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52" name="Text Placeholder 21"/>
          <p:cNvSpPr>
            <a:spLocks noGrp="1"/>
          </p:cNvSpPr>
          <p:nvPr>
            <p:ph type="body" sz="quarter" idx="21"/>
          </p:nvPr>
        </p:nvSpPr>
        <p:spPr>
          <a:xfrm>
            <a:off x="6095999" y="2395699"/>
            <a:ext cx="5616575" cy="1391908"/>
          </a:xfrm>
        </p:spPr>
        <p:txBody>
          <a:bodyPr>
            <a:normAutofit/>
          </a:bodyPr>
          <a:lstStyle>
            <a:lvl1pP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53" name="Text Placeholder 21"/>
          <p:cNvSpPr>
            <a:spLocks noGrp="1"/>
          </p:cNvSpPr>
          <p:nvPr>
            <p:ph type="body" sz="quarter" idx="22" hasCustomPrompt="1"/>
          </p:nvPr>
        </p:nvSpPr>
        <p:spPr>
          <a:xfrm>
            <a:off x="6122109" y="4374419"/>
            <a:ext cx="5616575" cy="360363"/>
          </a:xfrm>
        </p:spPr>
        <p:txBody>
          <a:bodyPr>
            <a:noAutofit/>
          </a:bodyPr>
          <a:lstStyle>
            <a:lvl1pPr>
              <a:defRPr sz="60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a:t>
            </a:r>
            <a:endParaRPr lang="en-AU" dirty="0"/>
          </a:p>
        </p:txBody>
      </p:sp>
      <p:sp>
        <p:nvSpPr>
          <p:cNvPr id="54" name="Text Placeholder 21"/>
          <p:cNvSpPr>
            <a:spLocks noGrp="1"/>
          </p:cNvSpPr>
          <p:nvPr>
            <p:ph type="body" sz="quarter" idx="23"/>
          </p:nvPr>
        </p:nvSpPr>
        <p:spPr>
          <a:xfrm>
            <a:off x="6122109" y="4828372"/>
            <a:ext cx="5616575" cy="1337478"/>
          </a:xfrm>
        </p:spPr>
        <p:txBody>
          <a:bodyPr>
            <a:normAutofit/>
          </a:bodyPr>
          <a:lstStyle>
            <a:lvl1pPr>
              <a:defRPr sz="1400" i="1">
                <a:solidFill>
                  <a:schemeClr val="tx1">
                    <a:lumMod val="75000"/>
                    <a:lumOff val="25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Tree>
    <p:extLst>
      <p:ext uri="{BB962C8B-B14F-4D97-AF65-F5344CB8AC3E}">
        <p14:creationId xmlns:p14="http://schemas.microsoft.com/office/powerpoint/2010/main" val="259036323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53" presetClass="entr" presetSubtype="16" fill="hold" grpId="0" nodeType="afterEffect">
                                  <p:stCondLst>
                                    <p:cond delay="0"/>
                                  </p:stCondLst>
                                  <p:childTnLst>
                                    <p:set>
                                      <p:cBhvr>
                                        <p:cTn id="20" dur="1" fill="hold">
                                          <p:stCondLst>
                                            <p:cond delay="0"/>
                                          </p:stCondLst>
                                        </p:cTn>
                                        <p:tgtEl>
                                          <p:spTgt spid="9"/>
                                        </p:tgtEl>
                                        <p:attrNameLst>
                                          <p:attrName>style.visibility</p:attrName>
                                        </p:attrNameLst>
                                      </p:cBhvr>
                                      <p:to>
                                        <p:strVal val="visible"/>
                                      </p:to>
                                    </p:set>
                                    <p:anim calcmode="lin" valueType="num">
                                      <p:cBhvr>
                                        <p:cTn id="21" dur="500" fill="hold"/>
                                        <p:tgtEl>
                                          <p:spTgt spid="9"/>
                                        </p:tgtEl>
                                        <p:attrNameLst>
                                          <p:attrName>ppt_w</p:attrName>
                                        </p:attrNameLst>
                                      </p:cBhvr>
                                      <p:tavLst>
                                        <p:tav tm="0">
                                          <p:val>
                                            <p:fltVal val="0"/>
                                          </p:val>
                                        </p:tav>
                                        <p:tav tm="100000">
                                          <p:val>
                                            <p:strVal val="#ppt_w"/>
                                          </p:val>
                                        </p:tav>
                                      </p:tavLst>
                                    </p:anim>
                                    <p:anim calcmode="lin" valueType="num">
                                      <p:cBhvr>
                                        <p:cTn id="22" dur="500" fill="hold"/>
                                        <p:tgtEl>
                                          <p:spTgt spid="9"/>
                                        </p:tgtEl>
                                        <p:attrNameLst>
                                          <p:attrName>ppt_h</p:attrName>
                                        </p:attrNameLst>
                                      </p:cBhvr>
                                      <p:tavLst>
                                        <p:tav tm="0">
                                          <p:val>
                                            <p:fltVal val="0"/>
                                          </p:val>
                                        </p:tav>
                                        <p:tav tm="100000">
                                          <p:val>
                                            <p:strVal val="#ppt_h"/>
                                          </p:val>
                                        </p:tav>
                                      </p:tavLst>
                                    </p:anim>
                                    <p:animEffect transition="in" filter="fade">
                                      <p:cBhvr>
                                        <p:cTn id="23" dur="500"/>
                                        <p:tgtEl>
                                          <p:spTgt spid="9"/>
                                        </p:tgtEl>
                                      </p:cBhvr>
                                    </p:animEffect>
                                  </p:childTnLst>
                                </p:cTn>
                              </p:par>
                            </p:childTnLst>
                          </p:cTn>
                        </p:par>
                        <p:par>
                          <p:cTn id="24" fill="hold">
                            <p:stCondLst>
                              <p:cond delay="2000"/>
                            </p:stCondLst>
                            <p:childTnLst>
                              <p:par>
                                <p:cTn id="25" presetID="10" presetClass="entr" presetSubtype="0" fill="hold" grpId="0" nodeType="afterEffect">
                                  <p:stCondLst>
                                    <p:cond delay="0"/>
                                  </p:stCondLst>
                                  <p:childTnLst>
                                    <p:set>
                                      <p:cBhvr>
                                        <p:cTn id="26" dur="1" fill="hold">
                                          <p:stCondLst>
                                            <p:cond delay="0"/>
                                          </p:stCondLst>
                                        </p:cTn>
                                        <p:tgtEl>
                                          <p:spTgt spid="50"/>
                                        </p:tgtEl>
                                        <p:attrNameLst>
                                          <p:attrName>style.visibility</p:attrName>
                                        </p:attrNameLst>
                                      </p:cBhvr>
                                      <p:to>
                                        <p:strVal val="visible"/>
                                      </p:to>
                                    </p:set>
                                    <p:animEffect transition="in" filter="fade">
                                      <p:cBhvr>
                                        <p:cTn id="27" dur="500"/>
                                        <p:tgtEl>
                                          <p:spTgt spid="50"/>
                                        </p:tgtEl>
                                      </p:cBhvr>
                                    </p:animEffect>
                                  </p:childTnLst>
                                </p:cTn>
                              </p:par>
                            </p:childTnLst>
                          </p:cTn>
                        </p:par>
                        <p:par>
                          <p:cTn id="28" fill="hold">
                            <p:stCondLst>
                              <p:cond delay="2500"/>
                            </p:stCondLst>
                            <p:childTnLst>
                              <p:par>
                                <p:cTn id="29" presetID="22" presetClass="entr" presetSubtype="4" fill="hold" grpId="0" nodeType="afterEffect">
                                  <p:stCondLst>
                                    <p:cond delay="0"/>
                                  </p:stCondLst>
                                  <p:childTnLst>
                                    <p:set>
                                      <p:cBhvr>
                                        <p:cTn id="30" dur="1" fill="hold">
                                          <p:stCondLst>
                                            <p:cond delay="0"/>
                                          </p:stCondLst>
                                        </p:cTn>
                                        <p:tgtEl>
                                          <p:spTgt spid="35"/>
                                        </p:tgtEl>
                                        <p:attrNameLst>
                                          <p:attrName>style.visibility</p:attrName>
                                        </p:attrNameLst>
                                      </p:cBhvr>
                                      <p:to>
                                        <p:strVal val="visible"/>
                                      </p:to>
                                    </p:set>
                                    <p:animEffect transition="in" filter="wipe(down)">
                                      <p:cBhvr>
                                        <p:cTn id="31" dur="500"/>
                                        <p:tgtEl>
                                          <p:spTgt spid="35"/>
                                        </p:tgtEl>
                                      </p:cBhvr>
                                    </p:animEffect>
                                  </p:childTnLst>
                                </p:cTn>
                              </p:par>
                              <p:par>
                                <p:cTn id="32" presetID="22" presetClass="entr" presetSubtype="1" fill="hold" grpId="0" nodeType="withEffect">
                                  <p:stCondLst>
                                    <p:cond delay="0"/>
                                  </p:stCondLst>
                                  <p:childTnLst>
                                    <p:set>
                                      <p:cBhvr>
                                        <p:cTn id="33" dur="1" fill="hold">
                                          <p:stCondLst>
                                            <p:cond delay="0"/>
                                          </p:stCondLst>
                                        </p:cTn>
                                        <p:tgtEl>
                                          <p:spTgt spid="40"/>
                                        </p:tgtEl>
                                        <p:attrNameLst>
                                          <p:attrName>style.visibility</p:attrName>
                                        </p:attrNameLst>
                                      </p:cBhvr>
                                      <p:to>
                                        <p:strVal val="visible"/>
                                      </p:to>
                                    </p:set>
                                    <p:animEffect transition="in" filter="wipe(up)">
                                      <p:cBhvr>
                                        <p:cTn id="34" dur="500"/>
                                        <p:tgtEl>
                                          <p:spTgt spid="40"/>
                                        </p:tgtEl>
                                      </p:cBhvr>
                                    </p:animEffect>
                                  </p:childTnLst>
                                </p:cTn>
                              </p:par>
                              <p:par>
                                <p:cTn id="35" presetID="22" presetClass="entr" presetSubtype="1" fill="hold" grpId="0" nodeType="withEffect">
                                  <p:stCondLst>
                                    <p:cond delay="0"/>
                                  </p:stCondLst>
                                  <p:childTnLst>
                                    <p:set>
                                      <p:cBhvr>
                                        <p:cTn id="36" dur="1" fill="hold">
                                          <p:stCondLst>
                                            <p:cond delay="0"/>
                                          </p:stCondLst>
                                        </p:cTn>
                                        <p:tgtEl>
                                          <p:spTgt spid="46"/>
                                        </p:tgtEl>
                                        <p:attrNameLst>
                                          <p:attrName>style.visibility</p:attrName>
                                        </p:attrNameLst>
                                      </p:cBhvr>
                                      <p:to>
                                        <p:strVal val="visible"/>
                                      </p:to>
                                    </p:set>
                                    <p:animEffect transition="in" filter="wipe(up)">
                                      <p:cBhvr>
                                        <p:cTn id="37" dur="500"/>
                                        <p:tgtEl>
                                          <p:spTgt spid="46"/>
                                        </p:tgtEl>
                                      </p:cBhvr>
                                    </p:animEffect>
                                  </p:childTnLst>
                                </p:cTn>
                              </p:par>
                              <p:par>
                                <p:cTn id="38" presetID="22" presetClass="entr" presetSubtype="4" fill="hold" grpId="0" nodeType="withEffect">
                                  <p:stCondLst>
                                    <p:cond delay="0"/>
                                  </p:stCondLst>
                                  <p:childTnLst>
                                    <p:set>
                                      <p:cBhvr>
                                        <p:cTn id="39" dur="1" fill="hold">
                                          <p:stCondLst>
                                            <p:cond delay="0"/>
                                          </p:stCondLst>
                                        </p:cTn>
                                        <p:tgtEl>
                                          <p:spTgt spid="43"/>
                                        </p:tgtEl>
                                        <p:attrNameLst>
                                          <p:attrName>style.visibility</p:attrName>
                                        </p:attrNameLst>
                                      </p:cBhvr>
                                      <p:to>
                                        <p:strVal val="visible"/>
                                      </p:to>
                                    </p:set>
                                    <p:animEffect transition="in" filter="wipe(down)">
                                      <p:cBhvr>
                                        <p:cTn id="40" dur="500"/>
                                        <p:tgtEl>
                                          <p:spTgt spid="43"/>
                                        </p:tgtEl>
                                      </p:cBhvr>
                                    </p:animEffect>
                                  </p:childTnLst>
                                </p:cTn>
                              </p:par>
                            </p:childTnLst>
                          </p:cTn>
                        </p:par>
                        <p:par>
                          <p:cTn id="41" fill="hold">
                            <p:stCondLst>
                              <p:cond delay="3000"/>
                            </p:stCondLst>
                            <p:childTnLst>
                              <p:par>
                                <p:cTn id="42" presetID="53" presetClass="entr" presetSubtype="16" fill="hold" grpId="0" nodeType="afterEffect" nodePh="1">
                                  <p:stCondLst>
                                    <p:cond delay="0"/>
                                  </p:stCondLst>
                                  <p:endCondLst>
                                    <p:cond evt="begin" delay="0">
                                      <p:tn val="42"/>
                                    </p:cond>
                                  </p:endCondLst>
                                  <p:childTnLst>
                                    <p:set>
                                      <p:cBhvr>
                                        <p:cTn id="43" dur="1" fill="hold">
                                          <p:stCondLst>
                                            <p:cond delay="0"/>
                                          </p:stCondLst>
                                        </p:cTn>
                                        <p:tgtEl>
                                          <p:spTgt spid="51">
                                            <p:txEl>
                                              <p:pRg st="0" end="0"/>
                                            </p:txEl>
                                          </p:spTgt>
                                        </p:tgtEl>
                                        <p:attrNameLst>
                                          <p:attrName>style.visibility</p:attrName>
                                        </p:attrNameLst>
                                      </p:cBhvr>
                                      <p:to>
                                        <p:strVal val="visible"/>
                                      </p:to>
                                    </p:set>
                                    <p:anim calcmode="lin" valueType="num">
                                      <p:cBhvr>
                                        <p:cTn id="44" dur="500" fill="hold"/>
                                        <p:tgtEl>
                                          <p:spTgt spid="51">
                                            <p:txEl>
                                              <p:pRg st="0" end="0"/>
                                            </p:txEl>
                                          </p:spTgt>
                                        </p:tgtEl>
                                        <p:attrNameLst>
                                          <p:attrName>ppt_w</p:attrName>
                                        </p:attrNameLst>
                                      </p:cBhvr>
                                      <p:tavLst>
                                        <p:tav tm="0">
                                          <p:val>
                                            <p:fltVal val="0"/>
                                          </p:val>
                                        </p:tav>
                                        <p:tav tm="100000">
                                          <p:val>
                                            <p:strVal val="#ppt_w"/>
                                          </p:val>
                                        </p:tav>
                                      </p:tavLst>
                                    </p:anim>
                                    <p:anim calcmode="lin" valueType="num">
                                      <p:cBhvr>
                                        <p:cTn id="45" dur="500" fill="hold"/>
                                        <p:tgtEl>
                                          <p:spTgt spid="51">
                                            <p:txEl>
                                              <p:pRg st="0" end="0"/>
                                            </p:txEl>
                                          </p:spTgt>
                                        </p:tgtEl>
                                        <p:attrNameLst>
                                          <p:attrName>ppt_h</p:attrName>
                                        </p:attrNameLst>
                                      </p:cBhvr>
                                      <p:tavLst>
                                        <p:tav tm="0">
                                          <p:val>
                                            <p:fltVal val="0"/>
                                          </p:val>
                                        </p:tav>
                                        <p:tav tm="100000">
                                          <p:val>
                                            <p:strVal val="#ppt_h"/>
                                          </p:val>
                                        </p:tav>
                                      </p:tavLst>
                                    </p:anim>
                                    <p:animEffect transition="in" filter="fade">
                                      <p:cBhvr>
                                        <p:cTn id="46" dur="500"/>
                                        <p:tgtEl>
                                          <p:spTgt spid="51">
                                            <p:txEl>
                                              <p:pRg st="0" end="0"/>
                                            </p:txEl>
                                          </p:spTgt>
                                        </p:tgtEl>
                                      </p:cBhvr>
                                    </p:animEffect>
                                  </p:childTnLst>
                                </p:cTn>
                              </p:par>
                            </p:childTnLst>
                          </p:cTn>
                        </p:par>
                        <p:par>
                          <p:cTn id="47" fill="hold">
                            <p:stCondLst>
                              <p:cond delay="3500"/>
                            </p:stCondLst>
                            <p:childTnLst>
                              <p:par>
                                <p:cTn id="48" presetID="42" presetClass="entr" presetSubtype="0" fill="hold" grpId="0" nodeType="afterEffect" nodePh="1">
                                  <p:stCondLst>
                                    <p:cond delay="0"/>
                                  </p:stCondLst>
                                  <p:endCondLst>
                                    <p:cond evt="begin" delay="0">
                                      <p:tn val="48"/>
                                    </p:cond>
                                  </p:endCondLst>
                                  <p:childTnLst>
                                    <p:set>
                                      <p:cBhvr>
                                        <p:cTn id="49" dur="1" fill="hold">
                                          <p:stCondLst>
                                            <p:cond delay="0"/>
                                          </p:stCondLst>
                                        </p:cTn>
                                        <p:tgtEl>
                                          <p:spTgt spid="52">
                                            <p:txEl>
                                              <p:pRg st="0" end="0"/>
                                            </p:txEl>
                                          </p:spTgt>
                                        </p:tgtEl>
                                        <p:attrNameLst>
                                          <p:attrName>style.visibility</p:attrName>
                                        </p:attrNameLst>
                                      </p:cBhvr>
                                      <p:to>
                                        <p:strVal val="visible"/>
                                      </p:to>
                                    </p:set>
                                    <p:animEffect transition="in" filter="fade">
                                      <p:cBhvr>
                                        <p:cTn id="50" dur="500"/>
                                        <p:tgtEl>
                                          <p:spTgt spid="52">
                                            <p:txEl>
                                              <p:pRg st="0" end="0"/>
                                            </p:txEl>
                                          </p:spTgt>
                                        </p:tgtEl>
                                      </p:cBhvr>
                                    </p:animEffect>
                                    <p:anim calcmode="lin" valueType="num">
                                      <p:cBhvr>
                                        <p:cTn id="51" dur="500" fill="hold"/>
                                        <p:tgtEl>
                                          <p:spTgt spid="52">
                                            <p:txEl>
                                              <p:pRg st="0" end="0"/>
                                            </p:txEl>
                                          </p:spTgt>
                                        </p:tgtEl>
                                        <p:attrNameLst>
                                          <p:attrName>ppt_x</p:attrName>
                                        </p:attrNameLst>
                                      </p:cBhvr>
                                      <p:tavLst>
                                        <p:tav tm="0">
                                          <p:val>
                                            <p:strVal val="#ppt_x"/>
                                          </p:val>
                                        </p:tav>
                                        <p:tav tm="100000">
                                          <p:val>
                                            <p:strVal val="#ppt_x"/>
                                          </p:val>
                                        </p:tav>
                                      </p:tavLst>
                                    </p:anim>
                                    <p:anim calcmode="lin" valueType="num">
                                      <p:cBhvr>
                                        <p:cTn id="52" dur="500" fill="hold"/>
                                        <p:tgtEl>
                                          <p:spTgt spid="52">
                                            <p:txEl>
                                              <p:pRg st="0" end="0"/>
                                            </p:txEl>
                                          </p:spTgt>
                                        </p:tgtEl>
                                        <p:attrNameLst>
                                          <p:attrName>ppt_y</p:attrName>
                                        </p:attrNameLst>
                                      </p:cBhvr>
                                      <p:tavLst>
                                        <p:tav tm="0">
                                          <p:val>
                                            <p:strVal val="#ppt_y+.1"/>
                                          </p:val>
                                        </p:tav>
                                        <p:tav tm="100000">
                                          <p:val>
                                            <p:strVal val="#ppt_y"/>
                                          </p:val>
                                        </p:tav>
                                      </p:tavLst>
                                    </p:anim>
                                  </p:childTnLst>
                                </p:cTn>
                              </p:par>
                            </p:childTnLst>
                          </p:cTn>
                        </p:par>
                        <p:par>
                          <p:cTn id="53" fill="hold">
                            <p:stCondLst>
                              <p:cond delay="4000"/>
                            </p:stCondLst>
                            <p:childTnLst>
                              <p:par>
                                <p:cTn id="54" presetID="53" presetClass="entr" presetSubtype="16" fill="hold" grpId="0" nodeType="afterEffect">
                                  <p:stCondLst>
                                    <p:cond delay="0"/>
                                  </p:stCondLst>
                                  <p:childTnLst>
                                    <p:set>
                                      <p:cBhvr>
                                        <p:cTn id="55" dur="1" fill="hold">
                                          <p:stCondLst>
                                            <p:cond delay="0"/>
                                          </p:stCondLst>
                                        </p:cTn>
                                        <p:tgtEl>
                                          <p:spTgt spid="53">
                                            <p:txEl>
                                              <p:pRg st="0" end="0"/>
                                            </p:txEl>
                                          </p:spTgt>
                                        </p:tgtEl>
                                        <p:attrNameLst>
                                          <p:attrName>style.visibility</p:attrName>
                                        </p:attrNameLst>
                                      </p:cBhvr>
                                      <p:to>
                                        <p:strVal val="visible"/>
                                      </p:to>
                                    </p:set>
                                    <p:anim calcmode="lin" valueType="num">
                                      <p:cBhvr>
                                        <p:cTn id="56" dur="500" fill="hold"/>
                                        <p:tgtEl>
                                          <p:spTgt spid="53">
                                            <p:txEl>
                                              <p:pRg st="0" end="0"/>
                                            </p:txEl>
                                          </p:spTgt>
                                        </p:tgtEl>
                                        <p:attrNameLst>
                                          <p:attrName>ppt_w</p:attrName>
                                        </p:attrNameLst>
                                      </p:cBhvr>
                                      <p:tavLst>
                                        <p:tav tm="0">
                                          <p:val>
                                            <p:fltVal val="0"/>
                                          </p:val>
                                        </p:tav>
                                        <p:tav tm="100000">
                                          <p:val>
                                            <p:strVal val="#ppt_w"/>
                                          </p:val>
                                        </p:tav>
                                      </p:tavLst>
                                    </p:anim>
                                    <p:anim calcmode="lin" valueType="num">
                                      <p:cBhvr>
                                        <p:cTn id="57" dur="500" fill="hold"/>
                                        <p:tgtEl>
                                          <p:spTgt spid="53">
                                            <p:txEl>
                                              <p:pRg st="0" end="0"/>
                                            </p:txEl>
                                          </p:spTgt>
                                        </p:tgtEl>
                                        <p:attrNameLst>
                                          <p:attrName>ppt_h</p:attrName>
                                        </p:attrNameLst>
                                      </p:cBhvr>
                                      <p:tavLst>
                                        <p:tav tm="0">
                                          <p:val>
                                            <p:fltVal val="0"/>
                                          </p:val>
                                        </p:tav>
                                        <p:tav tm="100000">
                                          <p:val>
                                            <p:strVal val="#ppt_h"/>
                                          </p:val>
                                        </p:tav>
                                      </p:tavLst>
                                    </p:anim>
                                    <p:animEffect transition="in" filter="fade">
                                      <p:cBhvr>
                                        <p:cTn id="58" dur="500"/>
                                        <p:tgtEl>
                                          <p:spTgt spid="53">
                                            <p:txEl>
                                              <p:pRg st="0" end="0"/>
                                            </p:txEl>
                                          </p:spTgt>
                                        </p:tgtEl>
                                      </p:cBhvr>
                                    </p:animEffect>
                                  </p:childTnLst>
                                </p:cTn>
                              </p:par>
                            </p:childTnLst>
                          </p:cTn>
                        </p:par>
                        <p:par>
                          <p:cTn id="59" fill="hold">
                            <p:stCondLst>
                              <p:cond delay="4500"/>
                            </p:stCondLst>
                            <p:childTnLst>
                              <p:par>
                                <p:cTn id="60" presetID="53" presetClass="entr" presetSubtype="16" fill="hold" grpId="0" nodeType="afterEffect" nodePh="1">
                                  <p:stCondLst>
                                    <p:cond delay="0"/>
                                  </p:stCondLst>
                                  <p:endCondLst>
                                    <p:cond evt="begin" delay="0">
                                      <p:tn val="60"/>
                                    </p:cond>
                                  </p:endCondLst>
                                  <p:childTnLst>
                                    <p:set>
                                      <p:cBhvr>
                                        <p:cTn id="61" dur="1" fill="hold">
                                          <p:stCondLst>
                                            <p:cond delay="0"/>
                                          </p:stCondLst>
                                        </p:cTn>
                                        <p:tgtEl>
                                          <p:spTgt spid="54">
                                            <p:txEl>
                                              <p:pRg st="0" end="0"/>
                                            </p:txEl>
                                          </p:spTgt>
                                        </p:tgtEl>
                                        <p:attrNameLst>
                                          <p:attrName>style.visibility</p:attrName>
                                        </p:attrNameLst>
                                      </p:cBhvr>
                                      <p:to>
                                        <p:strVal val="visible"/>
                                      </p:to>
                                    </p:set>
                                    <p:anim calcmode="lin" valueType="num">
                                      <p:cBhvr>
                                        <p:cTn id="62" dur="500" fill="hold"/>
                                        <p:tgtEl>
                                          <p:spTgt spid="54">
                                            <p:txEl>
                                              <p:pRg st="0" end="0"/>
                                            </p:txEl>
                                          </p:spTgt>
                                        </p:tgtEl>
                                        <p:attrNameLst>
                                          <p:attrName>ppt_w</p:attrName>
                                        </p:attrNameLst>
                                      </p:cBhvr>
                                      <p:tavLst>
                                        <p:tav tm="0">
                                          <p:val>
                                            <p:fltVal val="0"/>
                                          </p:val>
                                        </p:tav>
                                        <p:tav tm="100000">
                                          <p:val>
                                            <p:strVal val="#ppt_w"/>
                                          </p:val>
                                        </p:tav>
                                      </p:tavLst>
                                    </p:anim>
                                    <p:anim calcmode="lin" valueType="num">
                                      <p:cBhvr>
                                        <p:cTn id="63" dur="500" fill="hold"/>
                                        <p:tgtEl>
                                          <p:spTgt spid="54">
                                            <p:txEl>
                                              <p:pRg st="0" end="0"/>
                                            </p:txEl>
                                          </p:spTgt>
                                        </p:tgtEl>
                                        <p:attrNameLst>
                                          <p:attrName>ppt_h</p:attrName>
                                        </p:attrNameLst>
                                      </p:cBhvr>
                                      <p:tavLst>
                                        <p:tav tm="0">
                                          <p:val>
                                            <p:fltVal val="0"/>
                                          </p:val>
                                        </p:tav>
                                        <p:tav tm="100000">
                                          <p:val>
                                            <p:strVal val="#ppt_h"/>
                                          </p:val>
                                        </p:tav>
                                      </p:tavLst>
                                    </p:anim>
                                    <p:animEffect transition="in" filter="fade">
                                      <p:cBhvr>
                                        <p:cTn id="64" dur="500"/>
                                        <p:tgtEl>
                                          <p:spTgt spid="5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35" grpId="0" animBg="1"/>
      <p:bldP spid="40" grpId="0" animBg="1"/>
      <p:bldP spid="43" grpId="0" animBg="1"/>
      <p:bldP spid="46" grpId="0" animBg="1"/>
      <p:bldP spid="50" grpId="0" animBg="1"/>
      <p:bldP spid="51"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51"/>
                        </p:tgtEl>
                        <p:attrNameLst>
                          <p:attrName>style.visibility</p:attrName>
                        </p:attrNameLst>
                      </p:cBhvr>
                      <p:to>
                        <p:strVal val="visible"/>
                      </p:to>
                    </p:set>
                    <p:anim calcmode="lin" valueType="num">
                      <p:cBhvr>
                        <p:cTn dur="500" fill="hold"/>
                        <p:tgtEl>
                          <p:spTgt spid="51"/>
                        </p:tgtEl>
                        <p:attrNameLst>
                          <p:attrName>ppt_w</p:attrName>
                        </p:attrNameLst>
                      </p:cBhvr>
                      <p:tavLst>
                        <p:tav tm="0">
                          <p:val>
                            <p:fltVal val="0"/>
                          </p:val>
                        </p:tav>
                        <p:tav tm="100000">
                          <p:val>
                            <p:strVal val="#ppt_w"/>
                          </p:val>
                        </p:tav>
                      </p:tavLst>
                    </p:anim>
                    <p:anim calcmode="lin" valueType="num">
                      <p:cBhvr>
                        <p:cTn dur="500" fill="hold"/>
                        <p:tgtEl>
                          <p:spTgt spid="51"/>
                        </p:tgtEl>
                        <p:attrNameLst>
                          <p:attrName>ppt_h</p:attrName>
                        </p:attrNameLst>
                      </p:cBhvr>
                      <p:tavLst>
                        <p:tav tm="0">
                          <p:val>
                            <p:fltVal val="0"/>
                          </p:val>
                        </p:tav>
                        <p:tav tm="100000">
                          <p:val>
                            <p:strVal val="#ppt_h"/>
                          </p:val>
                        </p:tav>
                      </p:tavLst>
                    </p:anim>
                    <p:animEffect transition="in" filter="fade">
                      <p:cBhvr>
                        <p:cTn dur="500"/>
                        <p:tgtEl>
                          <p:spTgt spid="51"/>
                        </p:tgtEl>
                      </p:cBhvr>
                    </p:animEffect>
                  </p:childTnLst>
                </p:cTn>
              </p:par>
            </p:tnLst>
          </p:tmpl>
        </p:tmplLst>
      </p:bldP>
      <p:bldP spid="52"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52"/>
                        </p:tgtEl>
                        <p:attrNameLst>
                          <p:attrName>style.visibility</p:attrName>
                        </p:attrNameLst>
                      </p:cBhvr>
                      <p:to>
                        <p:strVal val="visible"/>
                      </p:to>
                    </p:set>
                    <p:animEffect transition="in" filter="fade">
                      <p:cBhvr>
                        <p:cTn dur="500"/>
                        <p:tgtEl>
                          <p:spTgt spid="52"/>
                        </p:tgtEl>
                      </p:cBhvr>
                    </p:animEffect>
                    <p:anim calcmode="lin" valueType="num">
                      <p:cBhvr>
                        <p:cTn dur="500" fill="hold"/>
                        <p:tgtEl>
                          <p:spTgt spid="52"/>
                        </p:tgtEl>
                        <p:attrNameLst>
                          <p:attrName>ppt_x</p:attrName>
                        </p:attrNameLst>
                      </p:cBhvr>
                      <p:tavLst>
                        <p:tav tm="0">
                          <p:val>
                            <p:strVal val="#ppt_x"/>
                          </p:val>
                        </p:tav>
                        <p:tav tm="100000">
                          <p:val>
                            <p:strVal val="#ppt_x"/>
                          </p:val>
                        </p:tav>
                      </p:tavLst>
                    </p:anim>
                    <p:anim calcmode="lin" valueType="num">
                      <p:cBhvr>
                        <p:cTn dur="500" fill="hold"/>
                        <p:tgtEl>
                          <p:spTgt spid="52"/>
                        </p:tgtEl>
                        <p:attrNameLst>
                          <p:attrName>ppt_y</p:attrName>
                        </p:attrNameLst>
                      </p:cBhvr>
                      <p:tavLst>
                        <p:tav tm="0">
                          <p:val>
                            <p:strVal val="#ppt_y+.1"/>
                          </p:val>
                        </p:tav>
                        <p:tav tm="100000">
                          <p:val>
                            <p:strVal val="#ppt_y"/>
                          </p:val>
                        </p:tav>
                      </p:tavLst>
                    </p:anim>
                  </p:childTnLst>
                </p:cTn>
              </p:par>
            </p:tnLst>
          </p:tmpl>
        </p:tmplLst>
      </p:bldP>
      <p:bldP spid="53" grpId="0" build="p">
        <p:tmplLst>
          <p:tmpl lvl="1">
            <p:tnLst>
              <p:par>
                <p:cTn presetID="53" presetClass="entr" presetSubtype="16" fill="hold" nodeType="afterEffect">
                  <p:stCondLst>
                    <p:cond delay="0"/>
                  </p:stCondLst>
                  <p:childTnLst>
                    <p:set>
                      <p:cBhvr>
                        <p:cTn dur="1" fill="hold">
                          <p:stCondLst>
                            <p:cond delay="0"/>
                          </p:stCondLst>
                        </p:cTn>
                        <p:tgtEl>
                          <p:spTgt spid="53"/>
                        </p:tgtEl>
                        <p:attrNameLst>
                          <p:attrName>style.visibility</p:attrName>
                        </p:attrNameLst>
                      </p:cBhvr>
                      <p:to>
                        <p:strVal val="visible"/>
                      </p:to>
                    </p:set>
                    <p:anim calcmode="lin" valueType="num">
                      <p:cBhvr>
                        <p:cTn dur="500" fill="hold"/>
                        <p:tgtEl>
                          <p:spTgt spid="53"/>
                        </p:tgtEl>
                        <p:attrNameLst>
                          <p:attrName>ppt_w</p:attrName>
                        </p:attrNameLst>
                      </p:cBhvr>
                      <p:tavLst>
                        <p:tav tm="0">
                          <p:val>
                            <p:fltVal val="0"/>
                          </p:val>
                        </p:tav>
                        <p:tav tm="100000">
                          <p:val>
                            <p:strVal val="#ppt_w"/>
                          </p:val>
                        </p:tav>
                      </p:tavLst>
                    </p:anim>
                    <p:anim calcmode="lin" valueType="num">
                      <p:cBhvr>
                        <p:cTn dur="500" fill="hold"/>
                        <p:tgtEl>
                          <p:spTgt spid="53"/>
                        </p:tgtEl>
                        <p:attrNameLst>
                          <p:attrName>ppt_h</p:attrName>
                        </p:attrNameLst>
                      </p:cBhvr>
                      <p:tavLst>
                        <p:tav tm="0">
                          <p:val>
                            <p:fltVal val="0"/>
                          </p:val>
                        </p:tav>
                        <p:tav tm="100000">
                          <p:val>
                            <p:strVal val="#ppt_h"/>
                          </p:val>
                        </p:tav>
                      </p:tavLst>
                    </p:anim>
                    <p:animEffect transition="in" filter="fade">
                      <p:cBhvr>
                        <p:cTn dur="500"/>
                        <p:tgtEl>
                          <p:spTgt spid="53"/>
                        </p:tgtEl>
                      </p:cBhvr>
                    </p:animEffect>
                  </p:childTnLst>
                </p:cTn>
              </p:par>
            </p:tnLst>
          </p:tmpl>
        </p:tmplLst>
      </p:bldP>
      <p:bldP spid="54"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54"/>
                        </p:tgtEl>
                        <p:attrNameLst>
                          <p:attrName>style.visibility</p:attrName>
                        </p:attrNameLst>
                      </p:cBhvr>
                      <p:to>
                        <p:strVal val="visible"/>
                      </p:to>
                    </p:set>
                    <p:anim calcmode="lin" valueType="num">
                      <p:cBhvr>
                        <p:cTn dur="500" fill="hold"/>
                        <p:tgtEl>
                          <p:spTgt spid="54"/>
                        </p:tgtEl>
                        <p:attrNameLst>
                          <p:attrName>ppt_w</p:attrName>
                        </p:attrNameLst>
                      </p:cBhvr>
                      <p:tavLst>
                        <p:tav tm="0">
                          <p:val>
                            <p:fltVal val="0"/>
                          </p:val>
                        </p:tav>
                        <p:tav tm="100000">
                          <p:val>
                            <p:strVal val="#ppt_w"/>
                          </p:val>
                        </p:tav>
                      </p:tavLst>
                    </p:anim>
                    <p:anim calcmode="lin" valueType="num">
                      <p:cBhvr>
                        <p:cTn dur="500" fill="hold"/>
                        <p:tgtEl>
                          <p:spTgt spid="54"/>
                        </p:tgtEl>
                        <p:attrNameLst>
                          <p:attrName>ppt_h</p:attrName>
                        </p:attrNameLst>
                      </p:cBhvr>
                      <p:tavLst>
                        <p:tav tm="0">
                          <p:val>
                            <p:fltVal val="0"/>
                          </p:val>
                        </p:tav>
                        <p:tav tm="100000">
                          <p:val>
                            <p:strVal val="#ppt_h"/>
                          </p:val>
                        </p:tav>
                      </p:tavLst>
                    </p:anim>
                    <p:animEffect transition="in" filter="fade">
                      <p:cBhvr>
                        <p:cTn dur="500"/>
                        <p:tgtEl>
                          <p:spTgt spid="54"/>
                        </p:tgtEl>
                      </p:cBhvr>
                    </p:animEffect>
                  </p:childTnLst>
                </p:cTn>
              </p:par>
            </p:tnLst>
          </p:tmpl>
        </p:tmplLst>
      </p:bldP>
    </p:bldLst>
  </p:timing>
</p:sldLayout>
</file>

<file path=ppt/slideLayouts/slideLayout556.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9" name="Picture Placeholder 24"/>
          <p:cNvSpPr>
            <a:spLocks noGrp="1"/>
          </p:cNvSpPr>
          <p:nvPr>
            <p:ph type="pic" sz="quarter" idx="14" hasCustomPrompt="1"/>
          </p:nvPr>
        </p:nvSpPr>
        <p:spPr>
          <a:xfrm>
            <a:off x="775852" y="1921135"/>
            <a:ext cx="2166842" cy="2166842"/>
          </a:xfrm>
          <a:custGeom>
            <a:avLst/>
            <a:gdLst>
              <a:gd name="connsiteX0" fmla="*/ 1342864 w 2685728"/>
              <a:gd name="connsiteY0" fmla="*/ 0 h 2685728"/>
              <a:gd name="connsiteX1" fmla="*/ 1590895 w 2685728"/>
              <a:gd name="connsiteY1" fmla="*/ 102738 h 2685728"/>
              <a:gd name="connsiteX2" fmla="*/ 2582990 w 2685728"/>
              <a:gd name="connsiteY2" fmla="*/ 1094833 h 2685728"/>
              <a:gd name="connsiteX3" fmla="*/ 2582990 w 2685728"/>
              <a:gd name="connsiteY3" fmla="*/ 1590895 h 2685728"/>
              <a:gd name="connsiteX4" fmla="*/ 1590895 w 2685728"/>
              <a:gd name="connsiteY4" fmla="*/ 2582990 h 2685728"/>
              <a:gd name="connsiteX5" fmla="*/ 1094833 w 2685728"/>
              <a:gd name="connsiteY5" fmla="*/ 2582990 h 2685728"/>
              <a:gd name="connsiteX6" fmla="*/ 102738 w 2685728"/>
              <a:gd name="connsiteY6" fmla="*/ 1590895 h 2685728"/>
              <a:gd name="connsiteX7" fmla="*/ 102738 w 2685728"/>
              <a:gd name="connsiteY7" fmla="*/ 1094833 h 2685728"/>
              <a:gd name="connsiteX8" fmla="*/ 1094833 w 2685728"/>
              <a:gd name="connsiteY8" fmla="*/ 102738 h 2685728"/>
              <a:gd name="connsiteX9" fmla="*/ 1342864 w 2685728"/>
              <a:gd name="connsiteY9" fmla="*/ 0 h 2685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5728" h="2685728">
                <a:moveTo>
                  <a:pt x="1342864" y="0"/>
                </a:moveTo>
                <a:cubicBezTo>
                  <a:pt x="1432634" y="0"/>
                  <a:pt x="1522403" y="34246"/>
                  <a:pt x="1590895" y="102738"/>
                </a:cubicBezTo>
                <a:lnTo>
                  <a:pt x="2582990" y="1094833"/>
                </a:lnTo>
                <a:cubicBezTo>
                  <a:pt x="2719974" y="1231817"/>
                  <a:pt x="2719974" y="1453912"/>
                  <a:pt x="2582990" y="1590895"/>
                </a:cubicBezTo>
                <a:lnTo>
                  <a:pt x="1590895" y="2582990"/>
                </a:lnTo>
                <a:cubicBezTo>
                  <a:pt x="1453912" y="2719974"/>
                  <a:pt x="1231817" y="2719974"/>
                  <a:pt x="1094833" y="2582990"/>
                </a:cubicBezTo>
                <a:lnTo>
                  <a:pt x="102738" y="1590895"/>
                </a:lnTo>
                <a:cubicBezTo>
                  <a:pt x="-34246" y="1453912"/>
                  <a:pt x="-34246" y="1231817"/>
                  <a:pt x="102738" y="1094833"/>
                </a:cubicBezTo>
                <a:lnTo>
                  <a:pt x="1094833" y="102738"/>
                </a:lnTo>
                <a:cubicBezTo>
                  <a:pt x="1163325" y="34246"/>
                  <a:pt x="1253094" y="0"/>
                  <a:pt x="1342864" y="0"/>
                </a:cubicBezTo>
                <a:close/>
              </a:path>
            </a:pathLst>
          </a:custGeom>
          <a:solidFill>
            <a:schemeClr val="bg1">
              <a:lumMod val="85000"/>
            </a:schemeClr>
          </a:solidFill>
          <a:ln w="76200">
            <a:solidFill>
              <a:schemeClr val="bg1"/>
            </a:solidFill>
          </a:ln>
          <a:effectLst>
            <a:outerShdw blurRad="50800" dist="38100" dir="2700000" algn="tl" rotWithShape="0">
              <a:prstClr val="black">
                <a:alpha val="40000"/>
              </a:prstClr>
            </a:outerShdw>
          </a:effectLst>
        </p:spPr>
        <p:txBody>
          <a:bodyPr wrap="square">
            <a:noAutofit/>
          </a:bodyPr>
          <a:lstStyle>
            <a:lvl1pPr>
              <a:defRPr baseline="0"/>
            </a:lvl1pPr>
          </a:lstStyle>
          <a:p>
            <a:r>
              <a:rPr lang="id-ID" dirty="0" smtClean="0"/>
              <a:t>Pic here</a:t>
            </a:r>
            <a:endParaRPr lang="en-AU" dirty="0"/>
          </a:p>
        </p:txBody>
      </p:sp>
      <p:sp>
        <p:nvSpPr>
          <p:cNvPr id="10" name="Picture Placeholder 24"/>
          <p:cNvSpPr>
            <a:spLocks noGrp="1"/>
          </p:cNvSpPr>
          <p:nvPr>
            <p:ph type="pic" sz="quarter" idx="15" hasCustomPrompt="1"/>
          </p:nvPr>
        </p:nvSpPr>
        <p:spPr>
          <a:xfrm>
            <a:off x="3595252" y="1921135"/>
            <a:ext cx="2166842" cy="2166842"/>
          </a:xfrm>
          <a:custGeom>
            <a:avLst/>
            <a:gdLst>
              <a:gd name="connsiteX0" fmla="*/ 1342864 w 2685728"/>
              <a:gd name="connsiteY0" fmla="*/ 0 h 2685728"/>
              <a:gd name="connsiteX1" fmla="*/ 1590895 w 2685728"/>
              <a:gd name="connsiteY1" fmla="*/ 102738 h 2685728"/>
              <a:gd name="connsiteX2" fmla="*/ 2582990 w 2685728"/>
              <a:gd name="connsiteY2" fmla="*/ 1094833 h 2685728"/>
              <a:gd name="connsiteX3" fmla="*/ 2582990 w 2685728"/>
              <a:gd name="connsiteY3" fmla="*/ 1590895 h 2685728"/>
              <a:gd name="connsiteX4" fmla="*/ 1590895 w 2685728"/>
              <a:gd name="connsiteY4" fmla="*/ 2582990 h 2685728"/>
              <a:gd name="connsiteX5" fmla="*/ 1094833 w 2685728"/>
              <a:gd name="connsiteY5" fmla="*/ 2582990 h 2685728"/>
              <a:gd name="connsiteX6" fmla="*/ 102738 w 2685728"/>
              <a:gd name="connsiteY6" fmla="*/ 1590895 h 2685728"/>
              <a:gd name="connsiteX7" fmla="*/ 102738 w 2685728"/>
              <a:gd name="connsiteY7" fmla="*/ 1094833 h 2685728"/>
              <a:gd name="connsiteX8" fmla="*/ 1094833 w 2685728"/>
              <a:gd name="connsiteY8" fmla="*/ 102738 h 2685728"/>
              <a:gd name="connsiteX9" fmla="*/ 1342864 w 2685728"/>
              <a:gd name="connsiteY9" fmla="*/ 0 h 2685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5728" h="2685728">
                <a:moveTo>
                  <a:pt x="1342864" y="0"/>
                </a:moveTo>
                <a:cubicBezTo>
                  <a:pt x="1432634" y="0"/>
                  <a:pt x="1522403" y="34246"/>
                  <a:pt x="1590895" y="102738"/>
                </a:cubicBezTo>
                <a:lnTo>
                  <a:pt x="2582990" y="1094833"/>
                </a:lnTo>
                <a:cubicBezTo>
                  <a:pt x="2719974" y="1231817"/>
                  <a:pt x="2719974" y="1453912"/>
                  <a:pt x="2582990" y="1590895"/>
                </a:cubicBezTo>
                <a:lnTo>
                  <a:pt x="1590895" y="2582990"/>
                </a:lnTo>
                <a:cubicBezTo>
                  <a:pt x="1453912" y="2719974"/>
                  <a:pt x="1231817" y="2719974"/>
                  <a:pt x="1094833" y="2582990"/>
                </a:cubicBezTo>
                <a:lnTo>
                  <a:pt x="102738" y="1590895"/>
                </a:lnTo>
                <a:cubicBezTo>
                  <a:pt x="-34246" y="1453912"/>
                  <a:pt x="-34246" y="1231817"/>
                  <a:pt x="102738" y="1094833"/>
                </a:cubicBezTo>
                <a:lnTo>
                  <a:pt x="1094833" y="102738"/>
                </a:lnTo>
                <a:cubicBezTo>
                  <a:pt x="1163325" y="34246"/>
                  <a:pt x="1253094" y="0"/>
                  <a:pt x="1342864" y="0"/>
                </a:cubicBezTo>
                <a:close/>
              </a:path>
            </a:pathLst>
          </a:custGeom>
          <a:solidFill>
            <a:schemeClr val="bg1">
              <a:lumMod val="85000"/>
            </a:schemeClr>
          </a:solidFill>
          <a:ln w="76200">
            <a:solidFill>
              <a:schemeClr val="bg1"/>
            </a:solidFill>
          </a:ln>
          <a:effectLst>
            <a:outerShdw blurRad="50800" dist="38100" dir="2700000" algn="tl" rotWithShape="0">
              <a:prstClr val="black">
                <a:alpha val="40000"/>
              </a:prstClr>
            </a:outerShdw>
          </a:effectLst>
        </p:spPr>
        <p:txBody>
          <a:bodyPr wrap="square">
            <a:noAutofit/>
          </a:bodyPr>
          <a:lstStyle>
            <a:lvl1pPr>
              <a:defRPr baseline="0"/>
            </a:lvl1pPr>
          </a:lstStyle>
          <a:p>
            <a:r>
              <a:rPr lang="id-ID" dirty="0" smtClean="0"/>
              <a:t>Pic here</a:t>
            </a:r>
            <a:endParaRPr lang="en-AU" dirty="0"/>
          </a:p>
        </p:txBody>
      </p:sp>
      <p:sp>
        <p:nvSpPr>
          <p:cNvPr id="11" name="Picture Placeholder 24"/>
          <p:cNvSpPr>
            <a:spLocks noGrp="1"/>
          </p:cNvSpPr>
          <p:nvPr>
            <p:ph type="pic" sz="quarter" idx="16" hasCustomPrompt="1"/>
          </p:nvPr>
        </p:nvSpPr>
        <p:spPr>
          <a:xfrm>
            <a:off x="6414652" y="1921135"/>
            <a:ext cx="2166842" cy="2166842"/>
          </a:xfrm>
          <a:custGeom>
            <a:avLst/>
            <a:gdLst>
              <a:gd name="connsiteX0" fmla="*/ 1342864 w 2685728"/>
              <a:gd name="connsiteY0" fmla="*/ 0 h 2685728"/>
              <a:gd name="connsiteX1" fmla="*/ 1590895 w 2685728"/>
              <a:gd name="connsiteY1" fmla="*/ 102738 h 2685728"/>
              <a:gd name="connsiteX2" fmla="*/ 2582990 w 2685728"/>
              <a:gd name="connsiteY2" fmla="*/ 1094833 h 2685728"/>
              <a:gd name="connsiteX3" fmla="*/ 2582990 w 2685728"/>
              <a:gd name="connsiteY3" fmla="*/ 1590895 h 2685728"/>
              <a:gd name="connsiteX4" fmla="*/ 1590895 w 2685728"/>
              <a:gd name="connsiteY4" fmla="*/ 2582990 h 2685728"/>
              <a:gd name="connsiteX5" fmla="*/ 1094833 w 2685728"/>
              <a:gd name="connsiteY5" fmla="*/ 2582990 h 2685728"/>
              <a:gd name="connsiteX6" fmla="*/ 102738 w 2685728"/>
              <a:gd name="connsiteY6" fmla="*/ 1590895 h 2685728"/>
              <a:gd name="connsiteX7" fmla="*/ 102738 w 2685728"/>
              <a:gd name="connsiteY7" fmla="*/ 1094833 h 2685728"/>
              <a:gd name="connsiteX8" fmla="*/ 1094833 w 2685728"/>
              <a:gd name="connsiteY8" fmla="*/ 102738 h 2685728"/>
              <a:gd name="connsiteX9" fmla="*/ 1342864 w 2685728"/>
              <a:gd name="connsiteY9" fmla="*/ 0 h 2685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5728" h="2685728">
                <a:moveTo>
                  <a:pt x="1342864" y="0"/>
                </a:moveTo>
                <a:cubicBezTo>
                  <a:pt x="1432634" y="0"/>
                  <a:pt x="1522403" y="34246"/>
                  <a:pt x="1590895" y="102738"/>
                </a:cubicBezTo>
                <a:lnTo>
                  <a:pt x="2582990" y="1094833"/>
                </a:lnTo>
                <a:cubicBezTo>
                  <a:pt x="2719974" y="1231817"/>
                  <a:pt x="2719974" y="1453912"/>
                  <a:pt x="2582990" y="1590895"/>
                </a:cubicBezTo>
                <a:lnTo>
                  <a:pt x="1590895" y="2582990"/>
                </a:lnTo>
                <a:cubicBezTo>
                  <a:pt x="1453912" y="2719974"/>
                  <a:pt x="1231817" y="2719974"/>
                  <a:pt x="1094833" y="2582990"/>
                </a:cubicBezTo>
                <a:lnTo>
                  <a:pt x="102738" y="1590895"/>
                </a:lnTo>
                <a:cubicBezTo>
                  <a:pt x="-34246" y="1453912"/>
                  <a:pt x="-34246" y="1231817"/>
                  <a:pt x="102738" y="1094833"/>
                </a:cubicBezTo>
                <a:lnTo>
                  <a:pt x="1094833" y="102738"/>
                </a:lnTo>
                <a:cubicBezTo>
                  <a:pt x="1163325" y="34246"/>
                  <a:pt x="1253094" y="0"/>
                  <a:pt x="1342864" y="0"/>
                </a:cubicBezTo>
                <a:close/>
              </a:path>
            </a:pathLst>
          </a:custGeom>
          <a:solidFill>
            <a:schemeClr val="bg1">
              <a:lumMod val="85000"/>
            </a:schemeClr>
          </a:solidFill>
          <a:ln w="76200">
            <a:solidFill>
              <a:schemeClr val="bg1"/>
            </a:solidFill>
          </a:ln>
          <a:effectLst>
            <a:outerShdw blurRad="50800" dist="38100" dir="2700000" algn="tl" rotWithShape="0">
              <a:prstClr val="black">
                <a:alpha val="40000"/>
              </a:prstClr>
            </a:outerShdw>
          </a:effectLst>
        </p:spPr>
        <p:txBody>
          <a:bodyPr wrap="square">
            <a:noAutofit/>
          </a:bodyPr>
          <a:lstStyle>
            <a:lvl1pPr>
              <a:defRPr baseline="0"/>
            </a:lvl1pPr>
          </a:lstStyle>
          <a:p>
            <a:r>
              <a:rPr lang="id-ID" dirty="0" smtClean="0"/>
              <a:t>Pic here</a:t>
            </a:r>
            <a:endParaRPr lang="en-AU" dirty="0"/>
          </a:p>
        </p:txBody>
      </p:sp>
      <p:sp>
        <p:nvSpPr>
          <p:cNvPr id="12" name="Picture Placeholder 24"/>
          <p:cNvSpPr>
            <a:spLocks noGrp="1"/>
          </p:cNvSpPr>
          <p:nvPr>
            <p:ph type="pic" sz="quarter" idx="17" hasCustomPrompt="1"/>
          </p:nvPr>
        </p:nvSpPr>
        <p:spPr>
          <a:xfrm>
            <a:off x="9234052" y="1921135"/>
            <a:ext cx="2166842" cy="2166842"/>
          </a:xfrm>
          <a:custGeom>
            <a:avLst/>
            <a:gdLst>
              <a:gd name="connsiteX0" fmla="*/ 1342864 w 2685728"/>
              <a:gd name="connsiteY0" fmla="*/ 0 h 2685728"/>
              <a:gd name="connsiteX1" fmla="*/ 1590895 w 2685728"/>
              <a:gd name="connsiteY1" fmla="*/ 102738 h 2685728"/>
              <a:gd name="connsiteX2" fmla="*/ 2582990 w 2685728"/>
              <a:gd name="connsiteY2" fmla="*/ 1094833 h 2685728"/>
              <a:gd name="connsiteX3" fmla="*/ 2582990 w 2685728"/>
              <a:gd name="connsiteY3" fmla="*/ 1590895 h 2685728"/>
              <a:gd name="connsiteX4" fmla="*/ 1590895 w 2685728"/>
              <a:gd name="connsiteY4" fmla="*/ 2582990 h 2685728"/>
              <a:gd name="connsiteX5" fmla="*/ 1094833 w 2685728"/>
              <a:gd name="connsiteY5" fmla="*/ 2582990 h 2685728"/>
              <a:gd name="connsiteX6" fmla="*/ 102738 w 2685728"/>
              <a:gd name="connsiteY6" fmla="*/ 1590895 h 2685728"/>
              <a:gd name="connsiteX7" fmla="*/ 102738 w 2685728"/>
              <a:gd name="connsiteY7" fmla="*/ 1094833 h 2685728"/>
              <a:gd name="connsiteX8" fmla="*/ 1094833 w 2685728"/>
              <a:gd name="connsiteY8" fmla="*/ 102738 h 2685728"/>
              <a:gd name="connsiteX9" fmla="*/ 1342864 w 2685728"/>
              <a:gd name="connsiteY9" fmla="*/ 0 h 2685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5728" h="2685728">
                <a:moveTo>
                  <a:pt x="1342864" y="0"/>
                </a:moveTo>
                <a:cubicBezTo>
                  <a:pt x="1432634" y="0"/>
                  <a:pt x="1522403" y="34246"/>
                  <a:pt x="1590895" y="102738"/>
                </a:cubicBezTo>
                <a:lnTo>
                  <a:pt x="2582990" y="1094833"/>
                </a:lnTo>
                <a:cubicBezTo>
                  <a:pt x="2719974" y="1231817"/>
                  <a:pt x="2719974" y="1453912"/>
                  <a:pt x="2582990" y="1590895"/>
                </a:cubicBezTo>
                <a:lnTo>
                  <a:pt x="1590895" y="2582990"/>
                </a:lnTo>
                <a:cubicBezTo>
                  <a:pt x="1453912" y="2719974"/>
                  <a:pt x="1231817" y="2719974"/>
                  <a:pt x="1094833" y="2582990"/>
                </a:cubicBezTo>
                <a:lnTo>
                  <a:pt x="102738" y="1590895"/>
                </a:lnTo>
                <a:cubicBezTo>
                  <a:pt x="-34246" y="1453912"/>
                  <a:pt x="-34246" y="1231817"/>
                  <a:pt x="102738" y="1094833"/>
                </a:cubicBezTo>
                <a:lnTo>
                  <a:pt x="1094833" y="102738"/>
                </a:lnTo>
                <a:cubicBezTo>
                  <a:pt x="1163325" y="34246"/>
                  <a:pt x="1253094" y="0"/>
                  <a:pt x="1342864" y="0"/>
                </a:cubicBezTo>
                <a:close/>
              </a:path>
            </a:pathLst>
          </a:custGeom>
          <a:solidFill>
            <a:schemeClr val="bg1">
              <a:lumMod val="85000"/>
            </a:schemeClr>
          </a:solidFill>
          <a:ln w="76200">
            <a:solidFill>
              <a:schemeClr val="bg1"/>
            </a:solidFill>
          </a:ln>
          <a:effectLst>
            <a:outerShdw blurRad="50800" dist="38100" dir="2700000" algn="tl" rotWithShape="0">
              <a:prstClr val="black">
                <a:alpha val="40000"/>
              </a:prstClr>
            </a:outerShdw>
          </a:effectLst>
        </p:spPr>
        <p:txBody>
          <a:bodyPr wrap="square">
            <a:noAutofit/>
          </a:bodyPr>
          <a:lstStyle>
            <a:lvl1pPr>
              <a:defRPr baseline="0"/>
            </a:lvl1pPr>
          </a:lstStyle>
          <a:p>
            <a:r>
              <a:rPr lang="id-ID" dirty="0" smtClean="0"/>
              <a:t>Pic here</a:t>
            </a:r>
            <a:endParaRPr lang="en-AU" dirty="0"/>
          </a:p>
        </p:txBody>
      </p:sp>
      <p:sp>
        <p:nvSpPr>
          <p:cNvPr id="13" name="Text Placeholder 21"/>
          <p:cNvSpPr>
            <a:spLocks noGrp="1"/>
          </p:cNvSpPr>
          <p:nvPr>
            <p:ph type="body" sz="quarter" idx="20"/>
          </p:nvPr>
        </p:nvSpPr>
        <p:spPr>
          <a:xfrm>
            <a:off x="928685" y="4388730"/>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4" name="Text Placeholder 21"/>
          <p:cNvSpPr>
            <a:spLocks noGrp="1"/>
          </p:cNvSpPr>
          <p:nvPr>
            <p:ph type="body" sz="quarter" idx="22"/>
          </p:nvPr>
        </p:nvSpPr>
        <p:spPr>
          <a:xfrm>
            <a:off x="928685" y="4687002"/>
            <a:ext cx="1814513" cy="284472"/>
          </a:xfrm>
        </p:spPr>
        <p:txBody>
          <a:bodyPr>
            <a:normAutofit/>
          </a:bodyPr>
          <a:lstStyle>
            <a:lvl1pPr algn="ctr">
              <a:defRPr sz="1000" b="1" i="1">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5" name="Text Placeholder 21"/>
          <p:cNvSpPr>
            <a:spLocks noGrp="1"/>
          </p:cNvSpPr>
          <p:nvPr>
            <p:ph type="body" sz="quarter" idx="23"/>
          </p:nvPr>
        </p:nvSpPr>
        <p:spPr>
          <a:xfrm>
            <a:off x="3741157" y="4388730"/>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6" name="Text Placeholder 21"/>
          <p:cNvSpPr>
            <a:spLocks noGrp="1"/>
          </p:cNvSpPr>
          <p:nvPr>
            <p:ph type="body" sz="quarter" idx="24"/>
          </p:nvPr>
        </p:nvSpPr>
        <p:spPr>
          <a:xfrm>
            <a:off x="3741157" y="4687002"/>
            <a:ext cx="1814513" cy="284472"/>
          </a:xfrm>
        </p:spPr>
        <p:txBody>
          <a:bodyPr>
            <a:normAutofit/>
          </a:bodyPr>
          <a:lstStyle>
            <a:lvl1pPr algn="ctr">
              <a:defRPr sz="1000" b="1" i="1">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7" name="Text Placeholder 21"/>
          <p:cNvSpPr>
            <a:spLocks noGrp="1"/>
          </p:cNvSpPr>
          <p:nvPr>
            <p:ph type="body" sz="quarter" idx="25"/>
          </p:nvPr>
        </p:nvSpPr>
        <p:spPr>
          <a:xfrm>
            <a:off x="6609049" y="4388730"/>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8" name="Text Placeholder 21"/>
          <p:cNvSpPr>
            <a:spLocks noGrp="1"/>
          </p:cNvSpPr>
          <p:nvPr>
            <p:ph type="body" sz="quarter" idx="26"/>
          </p:nvPr>
        </p:nvSpPr>
        <p:spPr>
          <a:xfrm>
            <a:off x="6609049" y="4687002"/>
            <a:ext cx="1814513" cy="284472"/>
          </a:xfrm>
        </p:spPr>
        <p:txBody>
          <a:bodyPr>
            <a:normAutofit/>
          </a:bodyPr>
          <a:lstStyle>
            <a:lvl1pPr algn="ctr">
              <a:defRPr sz="1000" b="1" i="1">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9" name="Text Placeholder 21"/>
          <p:cNvSpPr>
            <a:spLocks noGrp="1"/>
          </p:cNvSpPr>
          <p:nvPr>
            <p:ph type="body" sz="quarter" idx="27"/>
          </p:nvPr>
        </p:nvSpPr>
        <p:spPr>
          <a:xfrm>
            <a:off x="9428447" y="4388730"/>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0" name="Text Placeholder 21"/>
          <p:cNvSpPr>
            <a:spLocks noGrp="1"/>
          </p:cNvSpPr>
          <p:nvPr>
            <p:ph type="body" sz="quarter" idx="28"/>
          </p:nvPr>
        </p:nvSpPr>
        <p:spPr>
          <a:xfrm>
            <a:off x="9428447" y="4687002"/>
            <a:ext cx="1814513" cy="284472"/>
          </a:xfrm>
        </p:spPr>
        <p:txBody>
          <a:bodyPr>
            <a:normAutofit/>
          </a:bodyPr>
          <a:lstStyle>
            <a:lvl1pPr algn="ctr">
              <a:defRPr sz="1000" b="1" i="1">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1" name="Text Placeholder 21"/>
          <p:cNvSpPr>
            <a:spLocks noGrp="1"/>
          </p:cNvSpPr>
          <p:nvPr>
            <p:ph type="body" sz="quarter" idx="29"/>
          </p:nvPr>
        </p:nvSpPr>
        <p:spPr>
          <a:xfrm>
            <a:off x="928685" y="5012934"/>
            <a:ext cx="1814513" cy="87351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2" name="Text Placeholder 21"/>
          <p:cNvSpPr>
            <a:spLocks noGrp="1"/>
          </p:cNvSpPr>
          <p:nvPr>
            <p:ph type="body" sz="quarter" idx="30"/>
          </p:nvPr>
        </p:nvSpPr>
        <p:spPr>
          <a:xfrm>
            <a:off x="3741157" y="5012934"/>
            <a:ext cx="1814513" cy="87351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3" name="Text Placeholder 21"/>
          <p:cNvSpPr>
            <a:spLocks noGrp="1"/>
          </p:cNvSpPr>
          <p:nvPr>
            <p:ph type="body" sz="quarter" idx="31"/>
          </p:nvPr>
        </p:nvSpPr>
        <p:spPr>
          <a:xfrm>
            <a:off x="6609049" y="5012934"/>
            <a:ext cx="1814513" cy="87351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4" name="Text Placeholder 21"/>
          <p:cNvSpPr>
            <a:spLocks noGrp="1"/>
          </p:cNvSpPr>
          <p:nvPr>
            <p:ph type="body" sz="quarter" idx="32"/>
          </p:nvPr>
        </p:nvSpPr>
        <p:spPr>
          <a:xfrm>
            <a:off x="9428447" y="5012934"/>
            <a:ext cx="1814513" cy="87351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grpSp>
        <p:nvGrpSpPr>
          <p:cNvPr id="25" name="Group 24"/>
          <p:cNvGrpSpPr/>
          <p:nvPr userDrawn="1"/>
        </p:nvGrpSpPr>
        <p:grpSpPr>
          <a:xfrm>
            <a:off x="1548795" y="5922241"/>
            <a:ext cx="615286" cy="184176"/>
            <a:chOff x="3872969" y="5806923"/>
            <a:chExt cx="1724341" cy="516155"/>
          </a:xfrm>
        </p:grpSpPr>
        <p:sp>
          <p:nvSpPr>
            <p:cNvPr id="26" name="Oval 25"/>
            <p:cNvSpPr/>
            <p:nvPr/>
          </p:nvSpPr>
          <p:spPr>
            <a:xfrm>
              <a:off x="3872969"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27" name="Oval 26"/>
            <p:cNvSpPr/>
            <p:nvPr/>
          </p:nvSpPr>
          <p:spPr>
            <a:xfrm>
              <a:off x="4477062"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28" name="Oval 27"/>
            <p:cNvSpPr/>
            <p:nvPr/>
          </p:nvSpPr>
          <p:spPr>
            <a:xfrm>
              <a:off x="5081155"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29" name="Freeform 63"/>
            <p:cNvSpPr>
              <a:spLocks/>
            </p:cNvSpPr>
            <p:nvPr/>
          </p:nvSpPr>
          <p:spPr bwMode="auto">
            <a:xfrm>
              <a:off x="4576091" y="5937921"/>
              <a:ext cx="318095" cy="261714"/>
            </a:xfrm>
            <a:custGeom>
              <a:avLst/>
              <a:gdLst>
                <a:gd name="T0" fmla="*/ 160 w 160"/>
                <a:gd name="T1" fmla="*/ 16 h 131"/>
                <a:gd name="T2" fmla="*/ 159 w 160"/>
                <a:gd name="T3" fmla="*/ 16 h 131"/>
                <a:gd name="T4" fmla="*/ 144 w 160"/>
                <a:gd name="T5" fmla="*/ 20 h 131"/>
                <a:gd name="T6" fmla="*/ 156 w 160"/>
                <a:gd name="T7" fmla="*/ 4 h 131"/>
                <a:gd name="T8" fmla="*/ 156 w 160"/>
                <a:gd name="T9" fmla="*/ 3 h 131"/>
                <a:gd name="T10" fmla="*/ 155 w 160"/>
                <a:gd name="T11" fmla="*/ 3 h 131"/>
                <a:gd name="T12" fmla="*/ 135 w 160"/>
                <a:gd name="T13" fmla="*/ 11 h 131"/>
                <a:gd name="T14" fmla="*/ 111 w 160"/>
                <a:gd name="T15" fmla="*/ 0 h 131"/>
                <a:gd name="T16" fmla="*/ 77 w 160"/>
                <a:gd name="T17" fmla="*/ 34 h 131"/>
                <a:gd name="T18" fmla="*/ 78 w 160"/>
                <a:gd name="T19" fmla="*/ 40 h 131"/>
                <a:gd name="T20" fmla="*/ 12 w 160"/>
                <a:gd name="T21" fmla="*/ 7 h 131"/>
                <a:gd name="T22" fmla="*/ 12 w 160"/>
                <a:gd name="T23" fmla="*/ 6 h 131"/>
                <a:gd name="T24" fmla="*/ 11 w 160"/>
                <a:gd name="T25" fmla="*/ 7 h 131"/>
                <a:gd name="T26" fmla="*/ 7 w 160"/>
                <a:gd name="T27" fmla="*/ 23 h 131"/>
                <a:gd name="T28" fmla="*/ 19 w 160"/>
                <a:gd name="T29" fmla="*/ 50 h 131"/>
                <a:gd name="T30" fmla="*/ 7 w 160"/>
                <a:gd name="T31" fmla="*/ 46 h 131"/>
                <a:gd name="T32" fmla="*/ 7 w 160"/>
                <a:gd name="T33" fmla="*/ 46 h 131"/>
                <a:gd name="T34" fmla="*/ 6 w 160"/>
                <a:gd name="T35" fmla="*/ 47 h 131"/>
                <a:gd name="T36" fmla="*/ 6 w 160"/>
                <a:gd name="T37" fmla="*/ 47 h 131"/>
                <a:gd name="T38" fmla="*/ 30 w 160"/>
                <a:gd name="T39" fmla="*/ 79 h 131"/>
                <a:gd name="T40" fmla="*/ 19 w 160"/>
                <a:gd name="T41" fmla="*/ 79 h 131"/>
                <a:gd name="T42" fmla="*/ 18 w 160"/>
                <a:gd name="T43" fmla="*/ 79 h 131"/>
                <a:gd name="T44" fmla="*/ 18 w 160"/>
                <a:gd name="T45" fmla="*/ 80 h 131"/>
                <a:gd name="T46" fmla="*/ 47 w 160"/>
                <a:gd name="T47" fmla="*/ 103 h 131"/>
                <a:gd name="T48" fmla="*/ 8 w 160"/>
                <a:gd name="T49" fmla="*/ 115 h 131"/>
                <a:gd name="T50" fmla="*/ 1 w 160"/>
                <a:gd name="T51" fmla="*/ 115 h 131"/>
                <a:gd name="T52" fmla="*/ 0 w 160"/>
                <a:gd name="T53" fmla="*/ 115 h 131"/>
                <a:gd name="T54" fmla="*/ 0 w 160"/>
                <a:gd name="T55" fmla="*/ 116 h 131"/>
                <a:gd name="T56" fmla="*/ 51 w 160"/>
                <a:gd name="T57" fmla="*/ 131 h 131"/>
                <a:gd name="T58" fmla="*/ 144 w 160"/>
                <a:gd name="T59" fmla="*/ 38 h 131"/>
                <a:gd name="T60" fmla="*/ 144 w 160"/>
                <a:gd name="T61" fmla="*/ 34 h 131"/>
                <a:gd name="T62" fmla="*/ 160 w 160"/>
                <a:gd name="T63" fmla="*/ 17 h 131"/>
                <a:gd name="T64" fmla="*/ 160 w 160"/>
                <a:gd name="T65" fmla="*/ 1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0" h="131">
                  <a:moveTo>
                    <a:pt x="160" y="16"/>
                  </a:moveTo>
                  <a:cubicBezTo>
                    <a:pt x="160" y="16"/>
                    <a:pt x="160" y="16"/>
                    <a:pt x="159" y="16"/>
                  </a:cubicBezTo>
                  <a:cubicBezTo>
                    <a:pt x="154" y="18"/>
                    <a:pt x="149" y="19"/>
                    <a:pt x="144" y="20"/>
                  </a:cubicBezTo>
                  <a:cubicBezTo>
                    <a:pt x="150" y="16"/>
                    <a:pt x="154" y="10"/>
                    <a:pt x="156" y="4"/>
                  </a:cubicBezTo>
                  <a:cubicBezTo>
                    <a:pt x="156" y="3"/>
                    <a:pt x="156" y="3"/>
                    <a:pt x="156" y="3"/>
                  </a:cubicBezTo>
                  <a:cubicBezTo>
                    <a:pt x="155" y="3"/>
                    <a:pt x="155" y="3"/>
                    <a:pt x="155" y="3"/>
                  </a:cubicBezTo>
                  <a:cubicBezTo>
                    <a:pt x="149" y="7"/>
                    <a:pt x="142" y="9"/>
                    <a:pt x="135" y="11"/>
                  </a:cubicBezTo>
                  <a:cubicBezTo>
                    <a:pt x="128" y="4"/>
                    <a:pt x="120" y="0"/>
                    <a:pt x="111" y="0"/>
                  </a:cubicBezTo>
                  <a:cubicBezTo>
                    <a:pt x="92" y="0"/>
                    <a:pt x="77" y="15"/>
                    <a:pt x="77" y="34"/>
                  </a:cubicBezTo>
                  <a:cubicBezTo>
                    <a:pt x="77" y="36"/>
                    <a:pt x="77" y="38"/>
                    <a:pt x="78" y="40"/>
                  </a:cubicBezTo>
                  <a:cubicBezTo>
                    <a:pt x="52" y="39"/>
                    <a:pt x="29" y="26"/>
                    <a:pt x="12" y="7"/>
                  </a:cubicBezTo>
                  <a:cubicBezTo>
                    <a:pt x="12" y="6"/>
                    <a:pt x="12" y="6"/>
                    <a:pt x="12" y="6"/>
                  </a:cubicBezTo>
                  <a:cubicBezTo>
                    <a:pt x="11" y="6"/>
                    <a:pt x="11" y="6"/>
                    <a:pt x="11" y="7"/>
                  </a:cubicBezTo>
                  <a:cubicBezTo>
                    <a:pt x="8" y="12"/>
                    <a:pt x="7" y="18"/>
                    <a:pt x="7" y="23"/>
                  </a:cubicBezTo>
                  <a:cubicBezTo>
                    <a:pt x="7" y="34"/>
                    <a:pt x="11" y="43"/>
                    <a:pt x="19" y="50"/>
                  </a:cubicBezTo>
                  <a:cubicBezTo>
                    <a:pt x="15" y="49"/>
                    <a:pt x="11" y="48"/>
                    <a:pt x="7" y="46"/>
                  </a:cubicBezTo>
                  <a:cubicBezTo>
                    <a:pt x="7" y="46"/>
                    <a:pt x="7" y="46"/>
                    <a:pt x="7" y="46"/>
                  </a:cubicBezTo>
                  <a:cubicBezTo>
                    <a:pt x="6" y="46"/>
                    <a:pt x="6" y="46"/>
                    <a:pt x="6" y="47"/>
                  </a:cubicBezTo>
                  <a:cubicBezTo>
                    <a:pt x="6" y="47"/>
                    <a:pt x="6" y="47"/>
                    <a:pt x="6" y="47"/>
                  </a:cubicBezTo>
                  <a:cubicBezTo>
                    <a:pt x="6" y="62"/>
                    <a:pt x="16" y="75"/>
                    <a:pt x="30" y="79"/>
                  </a:cubicBezTo>
                  <a:cubicBezTo>
                    <a:pt x="26" y="79"/>
                    <a:pt x="22" y="79"/>
                    <a:pt x="19" y="79"/>
                  </a:cubicBezTo>
                  <a:cubicBezTo>
                    <a:pt x="18" y="79"/>
                    <a:pt x="18" y="79"/>
                    <a:pt x="18" y="79"/>
                  </a:cubicBezTo>
                  <a:cubicBezTo>
                    <a:pt x="18" y="79"/>
                    <a:pt x="18" y="79"/>
                    <a:pt x="18" y="80"/>
                  </a:cubicBezTo>
                  <a:cubicBezTo>
                    <a:pt x="22" y="93"/>
                    <a:pt x="33" y="102"/>
                    <a:pt x="47" y="103"/>
                  </a:cubicBezTo>
                  <a:cubicBezTo>
                    <a:pt x="36" y="111"/>
                    <a:pt x="22" y="115"/>
                    <a:pt x="8" y="115"/>
                  </a:cubicBezTo>
                  <a:cubicBezTo>
                    <a:pt x="6" y="115"/>
                    <a:pt x="3" y="115"/>
                    <a:pt x="1" y="115"/>
                  </a:cubicBezTo>
                  <a:cubicBezTo>
                    <a:pt x="0" y="115"/>
                    <a:pt x="0" y="115"/>
                    <a:pt x="0" y="115"/>
                  </a:cubicBezTo>
                  <a:cubicBezTo>
                    <a:pt x="0" y="116"/>
                    <a:pt x="0" y="116"/>
                    <a:pt x="0" y="116"/>
                  </a:cubicBezTo>
                  <a:cubicBezTo>
                    <a:pt x="15" y="126"/>
                    <a:pt x="33" y="131"/>
                    <a:pt x="51" y="131"/>
                  </a:cubicBezTo>
                  <a:cubicBezTo>
                    <a:pt x="109" y="131"/>
                    <a:pt x="144" y="83"/>
                    <a:pt x="144" y="38"/>
                  </a:cubicBezTo>
                  <a:cubicBezTo>
                    <a:pt x="144" y="36"/>
                    <a:pt x="144" y="35"/>
                    <a:pt x="144" y="34"/>
                  </a:cubicBezTo>
                  <a:cubicBezTo>
                    <a:pt x="150" y="29"/>
                    <a:pt x="156" y="23"/>
                    <a:pt x="160" y="17"/>
                  </a:cubicBezTo>
                  <a:cubicBezTo>
                    <a:pt x="160" y="17"/>
                    <a:pt x="160" y="16"/>
                    <a:pt x="160" y="16"/>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sp>
          <p:nvSpPr>
            <p:cNvPr id="30" name="Freeform 21"/>
            <p:cNvSpPr>
              <a:spLocks/>
            </p:cNvSpPr>
            <p:nvPr/>
          </p:nvSpPr>
          <p:spPr bwMode="auto">
            <a:xfrm>
              <a:off x="5235659" y="5934143"/>
              <a:ext cx="207145" cy="261714"/>
            </a:xfrm>
            <a:custGeom>
              <a:avLst/>
              <a:gdLst>
                <a:gd name="T0" fmla="*/ 129 w 323"/>
                <a:gd name="T1" fmla="*/ 272 h 408"/>
                <a:gd name="T2" fmla="*/ 68 w 323"/>
                <a:gd name="T3" fmla="*/ 408 h 408"/>
                <a:gd name="T4" fmla="*/ 98 w 323"/>
                <a:gd name="T5" fmla="*/ 196 h 408"/>
                <a:gd name="T6" fmla="*/ 149 w 323"/>
                <a:gd name="T7" fmla="*/ 99 h 408"/>
                <a:gd name="T8" fmla="*/ 172 w 323"/>
                <a:gd name="T9" fmla="*/ 257 h 408"/>
                <a:gd name="T10" fmla="*/ 234 w 323"/>
                <a:gd name="T11" fmla="*/ 73 h 408"/>
                <a:gd name="T12" fmla="*/ 47 w 323"/>
                <a:gd name="T13" fmla="*/ 173 h 408"/>
                <a:gd name="T14" fmla="*/ 57 w 323"/>
                <a:gd name="T15" fmla="*/ 239 h 408"/>
                <a:gd name="T16" fmla="*/ 1 w 323"/>
                <a:gd name="T17" fmla="*/ 147 h 408"/>
                <a:gd name="T18" fmla="*/ 137 w 323"/>
                <a:gd name="T19" fmla="*/ 9 h 408"/>
                <a:gd name="T20" fmla="*/ 310 w 323"/>
                <a:gd name="T21" fmla="*/ 119 h 408"/>
                <a:gd name="T22" fmla="*/ 183 w 323"/>
                <a:gd name="T23" fmla="*/ 298 h 408"/>
                <a:gd name="T24" fmla="*/ 129 w 323"/>
                <a:gd name="T25" fmla="*/ 272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3" h="408">
                  <a:moveTo>
                    <a:pt x="129" y="272"/>
                  </a:moveTo>
                  <a:cubicBezTo>
                    <a:pt x="118" y="328"/>
                    <a:pt x="106" y="380"/>
                    <a:pt x="68" y="408"/>
                  </a:cubicBezTo>
                  <a:cubicBezTo>
                    <a:pt x="56" y="325"/>
                    <a:pt x="85" y="262"/>
                    <a:pt x="98" y="196"/>
                  </a:cubicBezTo>
                  <a:cubicBezTo>
                    <a:pt x="75" y="157"/>
                    <a:pt x="101" y="80"/>
                    <a:pt x="149" y="99"/>
                  </a:cubicBezTo>
                  <a:cubicBezTo>
                    <a:pt x="209" y="122"/>
                    <a:pt x="98" y="242"/>
                    <a:pt x="172" y="257"/>
                  </a:cubicBezTo>
                  <a:cubicBezTo>
                    <a:pt x="250" y="273"/>
                    <a:pt x="282" y="122"/>
                    <a:pt x="234" y="73"/>
                  </a:cubicBezTo>
                  <a:cubicBezTo>
                    <a:pt x="164" y="2"/>
                    <a:pt x="31" y="72"/>
                    <a:pt x="47" y="173"/>
                  </a:cubicBezTo>
                  <a:cubicBezTo>
                    <a:pt x="51" y="198"/>
                    <a:pt x="77" y="205"/>
                    <a:pt x="57" y="239"/>
                  </a:cubicBezTo>
                  <a:cubicBezTo>
                    <a:pt x="13" y="229"/>
                    <a:pt x="0" y="194"/>
                    <a:pt x="1" y="147"/>
                  </a:cubicBezTo>
                  <a:cubicBezTo>
                    <a:pt x="4" y="70"/>
                    <a:pt x="70" y="17"/>
                    <a:pt x="137" y="9"/>
                  </a:cubicBezTo>
                  <a:cubicBezTo>
                    <a:pt x="221" y="0"/>
                    <a:pt x="300" y="40"/>
                    <a:pt x="310" y="119"/>
                  </a:cubicBezTo>
                  <a:cubicBezTo>
                    <a:pt x="323" y="208"/>
                    <a:pt x="273" y="305"/>
                    <a:pt x="183" y="298"/>
                  </a:cubicBezTo>
                  <a:cubicBezTo>
                    <a:pt x="158" y="296"/>
                    <a:pt x="148" y="284"/>
                    <a:pt x="129" y="272"/>
                  </a:cubicBezTo>
                  <a:close/>
                </a:path>
              </a:pathLst>
            </a:custGeom>
            <a:solidFill>
              <a:schemeClr val="bg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mn-cs"/>
              </a:endParaRPr>
            </a:p>
          </p:txBody>
        </p:sp>
        <p:sp>
          <p:nvSpPr>
            <p:cNvPr id="31" name="Freeform 62"/>
            <p:cNvSpPr>
              <a:spLocks/>
            </p:cNvSpPr>
            <p:nvPr/>
          </p:nvSpPr>
          <p:spPr bwMode="auto">
            <a:xfrm>
              <a:off x="4063583" y="5934143"/>
              <a:ext cx="134925" cy="261714"/>
            </a:xfrm>
            <a:custGeom>
              <a:avLst/>
              <a:gdLst>
                <a:gd name="T0" fmla="*/ 84 w 84"/>
                <a:gd name="T1" fmla="*/ 27 h 163"/>
                <a:gd name="T2" fmla="*/ 69 w 84"/>
                <a:gd name="T3" fmla="*/ 27 h 163"/>
                <a:gd name="T4" fmla="*/ 54 w 84"/>
                <a:gd name="T5" fmla="*/ 41 h 163"/>
                <a:gd name="T6" fmla="*/ 54 w 84"/>
                <a:gd name="T7" fmla="*/ 60 h 163"/>
                <a:gd name="T8" fmla="*/ 83 w 84"/>
                <a:gd name="T9" fmla="*/ 60 h 163"/>
                <a:gd name="T10" fmla="*/ 83 w 84"/>
                <a:gd name="T11" fmla="*/ 88 h 163"/>
                <a:gd name="T12" fmla="*/ 54 w 84"/>
                <a:gd name="T13" fmla="*/ 88 h 163"/>
                <a:gd name="T14" fmla="*/ 54 w 84"/>
                <a:gd name="T15" fmla="*/ 163 h 163"/>
                <a:gd name="T16" fmla="*/ 25 w 84"/>
                <a:gd name="T17" fmla="*/ 163 h 163"/>
                <a:gd name="T18" fmla="*/ 25 w 84"/>
                <a:gd name="T19" fmla="*/ 88 h 163"/>
                <a:gd name="T20" fmla="*/ 0 w 84"/>
                <a:gd name="T21" fmla="*/ 88 h 163"/>
                <a:gd name="T22" fmla="*/ 0 w 84"/>
                <a:gd name="T23" fmla="*/ 60 h 163"/>
                <a:gd name="T24" fmla="*/ 25 w 84"/>
                <a:gd name="T25" fmla="*/ 60 h 163"/>
                <a:gd name="T26" fmla="*/ 25 w 84"/>
                <a:gd name="T27" fmla="*/ 38 h 163"/>
                <a:gd name="T28" fmla="*/ 62 w 84"/>
                <a:gd name="T29" fmla="*/ 0 h 163"/>
                <a:gd name="T30" fmla="*/ 84 w 84"/>
                <a:gd name="T31" fmla="*/ 0 h 163"/>
                <a:gd name="T32" fmla="*/ 84 w 84"/>
                <a:gd name="T33" fmla="*/ 27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63">
                  <a:moveTo>
                    <a:pt x="84" y="27"/>
                  </a:moveTo>
                  <a:cubicBezTo>
                    <a:pt x="69" y="27"/>
                    <a:pt x="69" y="27"/>
                    <a:pt x="69" y="27"/>
                  </a:cubicBezTo>
                  <a:cubicBezTo>
                    <a:pt x="57" y="27"/>
                    <a:pt x="54" y="33"/>
                    <a:pt x="54" y="41"/>
                  </a:cubicBezTo>
                  <a:cubicBezTo>
                    <a:pt x="54" y="60"/>
                    <a:pt x="54" y="60"/>
                    <a:pt x="54" y="60"/>
                  </a:cubicBezTo>
                  <a:cubicBezTo>
                    <a:pt x="83" y="60"/>
                    <a:pt x="83" y="60"/>
                    <a:pt x="83" y="60"/>
                  </a:cubicBezTo>
                  <a:cubicBezTo>
                    <a:pt x="83" y="88"/>
                    <a:pt x="83" y="88"/>
                    <a:pt x="83" y="88"/>
                  </a:cubicBezTo>
                  <a:cubicBezTo>
                    <a:pt x="54" y="88"/>
                    <a:pt x="54" y="88"/>
                    <a:pt x="54" y="88"/>
                  </a:cubicBezTo>
                  <a:cubicBezTo>
                    <a:pt x="54" y="163"/>
                    <a:pt x="54" y="163"/>
                    <a:pt x="54" y="163"/>
                  </a:cubicBezTo>
                  <a:cubicBezTo>
                    <a:pt x="25" y="163"/>
                    <a:pt x="25" y="163"/>
                    <a:pt x="25" y="163"/>
                  </a:cubicBezTo>
                  <a:cubicBezTo>
                    <a:pt x="25" y="88"/>
                    <a:pt x="25" y="88"/>
                    <a:pt x="25" y="88"/>
                  </a:cubicBezTo>
                  <a:cubicBezTo>
                    <a:pt x="0" y="88"/>
                    <a:pt x="0" y="88"/>
                    <a:pt x="0" y="88"/>
                  </a:cubicBezTo>
                  <a:cubicBezTo>
                    <a:pt x="0" y="60"/>
                    <a:pt x="0" y="60"/>
                    <a:pt x="0" y="60"/>
                  </a:cubicBezTo>
                  <a:cubicBezTo>
                    <a:pt x="25" y="60"/>
                    <a:pt x="25" y="60"/>
                    <a:pt x="25" y="60"/>
                  </a:cubicBezTo>
                  <a:cubicBezTo>
                    <a:pt x="25" y="38"/>
                    <a:pt x="25" y="38"/>
                    <a:pt x="25" y="38"/>
                  </a:cubicBezTo>
                  <a:cubicBezTo>
                    <a:pt x="25" y="13"/>
                    <a:pt x="40" y="0"/>
                    <a:pt x="62" y="0"/>
                  </a:cubicBezTo>
                  <a:cubicBezTo>
                    <a:pt x="84" y="0"/>
                    <a:pt x="84" y="0"/>
                    <a:pt x="84" y="0"/>
                  </a:cubicBezTo>
                  <a:lnTo>
                    <a:pt x="84" y="27"/>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grpSp>
      <p:grpSp>
        <p:nvGrpSpPr>
          <p:cNvPr id="32" name="Group 31"/>
          <p:cNvGrpSpPr/>
          <p:nvPr userDrawn="1"/>
        </p:nvGrpSpPr>
        <p:grpSpPr>
          <a:xfrm>
            <a:off x="4371030" y="5929154"/>
            <a:ext cx="615286" cy="184176"/>
            <a:chOff x="3872969" y="5806923"/>
            <a:chExt cx="1724341" cy="516155"/>
          </a:xfrm>
        </p:grpSpPr>
        <p:sp>
          <p:nvSpPr>
            <p:cNvPr id="33" name="Oval 32"/>
            <p:cNvSpPr/>
            <p:nvPr/>
          </p:nvSpPr>
          <p:spPr>
            <a:xfrm>
              <a:off x="3872969"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34" name="Oval 33"/>
            <p:cNvSpPr/>
            <p:nvPr/>
          </p:nvSpPr>
          <p:spPr>
            <a:xfrm>
              <a:off x="4477062"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35" name="Oval 34"/>
            <p:cNvSpPr/>
            <p:nvPr/>
          </p:nvSpPr>
          <p:spPr>
            <a:xfrm>
              <a:off x="5081155"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36" name="Freeform 63"/>
            <p:cNvSpPr>
              <a:spLocks/>
            </p:cNvSpPr>
            <p:nvPr/>
          </p:nvSpPr>
          <p:spPr bwMode="auto">
            <a:xfrm>
              <a:off x="4576091" y="5937921"/>
              <a:ext cx="318095" cy="261714"/>
            </a:xfrm>
            <a:custGeom>
              <a:avLst/>
              <a:gdLst>
                <a:gd name="T0" fmla="*/ 160 w 160"/>
                <a:gd name="T1" fmla="*/ 16 h 131"/>
                <a:gd name="T2" fmla="*/ 159 w 160"/>
                <a:gd name="T3" fmla="*/ 16 h 131"/>
                <a:gd name="T4" fmla="*/ 144 w 160"/>
                <a:gd name="T5" fmla="*/ 20 h 131"/>
                <a:gd name="T6" fmla="*/ 156 w 160"/>
                <a:gd name="T7" fmla="*/ 4 h 131"/>
                <a:gd name="T8" fmla="*/ 156 w 160"/>
                <a:gd name="T9" fmla="*/ 3 h 131"/>
                <a:gd name="T10" fmla="*/ 155 w 160"/>
                <a:gd name="T11" fmla="*/ 3 h 131"/>
                <a:gd name="T12" fmla="*/ 135 w 160"/>
                <a:gd name="T13" fmla="*/ 11 h 131"/>
                <a:gd name="T14" fmla="*/ 111 w 160"/>
                <a:gd name="T15" fmla="*/ 0 h 131"/>
                <a:gd name="T16" fmla="*/ 77 w 160"/>
                <a:gd name="T17" fmla="*/ 34 h 131"/>
                <a:gd name="T18" fmla="*/ 78 w 160"/>
                <a:gd name="T19" fmla="*/ 40 h 131"/>
                <a:gd name="T20" fmla="*/ 12 w 160"/>
                <a:gd name="T21" fmla="*/ 7 h 131"/>
                <a:gd name="T22" fmla="*/ 12 w 160"/>
                <a:gd name="T23" fmla="*/ 6 h 131"/>
                <a:gd name="T24" fmla="*/ 11 w 160"/>
                <a:gd name="T25" fmla="*/ 7 h 131"/>
                <a:gd name="T26" fmla="*/ 7 w 160"/>
                <a:gd name="T27" fmla="*/ 23 h 131"/>
                <a:gd name="T28" fmla="*/ 19 w 160"/>
                <a:gd name="T29" fmla="*/ 50 h 131"/>
                <a:gd name="T30" fmla="*/ 7 w 160"/>
                <a:gd name="T31" fmla="*/ 46 h 131"/>
                <a:gd name="T32" fmla="*/ 7 w 160"/>
                <a:gd name="T33" fmla="*/ 46 h 131"/>
                <a:gd name="T34" fmla="*/ 6 w 160"/>
                <a:gd name="T35" fmla="*/ 47 h 131"/>
                <a:gd name="T36" fmla="*/ 6 w 160"/>
                <a:gd name="T37" fmla="*/ 47 h 131"/>
                <a:gd name="T38" fmla="*/ 30 w 160"/>
                <a:gd name="T39" fmla="*/ 79 h 131"/>
                <a:gd name="T40" fmla="*/ 19 w 160"/>
                <a:gd name="T41" fmla="*/ 79 h 131"/>
                <a:gd name="T42" fmla="*/ 18 w 160"/>
                <a:gd name="T43" fmla="*/ 79 h 131"/>
                <a:gd name="T44" fmla="*/ 18 w 160"/>
                <a:gd name="T45" fmla="*/ 80 h 131"/>
                <a:gd name="T46" fmla="*/ 47 w 160"/>
                <a:gd name="T47" fmla="*/ 103 h 131"/>
                <a:gd name="T48" fmla="*/ 8 w 160"/>
                <a:gd name="T49" fmla="*/ 115 h 131"/>
                <a:gd name="T50" fmla="*/ 1 w 160"/>
                <a:gd name="T51" fmla="*/ 115 h 131"/>
                <a:gd name="T52" fmla="*/ 0 w 160"/>
                <a:gd name="T53" fmla="*/ 115 h 131"/>
                <a:gd name="T54" fmla="*/ 0 w 160"/>
                <a:gd name="T55" fmla="*/ 116 h 131"/>
                <a:gd name="T56" fmla="*/ 51 w 160"/>
                <a:gd name="T57" fmla="*/ 131 h 131"/>
                <a:gd name="T58" fmla="*/ 144 w 160"/>
                <a:gd name="T59" fmla="*/ 38 h 131"/>
                <a:gd name="T60" fmla="*/ 144 w 160"/>
                <a:gd name="T61" fmla="*/ 34 h 131"/>
                <a:gd name="T62" fmla="*/ 160 w 160"/>
                <a:gd name="T63" fmla="*/ 17 h 131"/>
                <a:gd name="T64" fmla="*/ 160 w 160"/>
                <a:gd name="T65" fmla="*/ 1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0" h="131">
                  <a:moveTo>
                    <a:pt x="160" y="16"/>
                  </a:moveTo>
                  <a:cubicBezTo>
                    <a:pt x="160" y="16"/>
                    <a:pt x="160" y="16"/>
                    <a:pt x="159" y="16"/>
                  </a:cubicBezTo>
                  <a:cubicBezTo>
                    <a:pt x="154" y="18"/>
                    <a:pt x="149" y="19"/>
                    <a:pt x="144" y="20"/>
                  </a:cubicBezTo>
                  <a:cubicBezTo>
                    <a:pt x="150" y="16"/>
                    <a:pt x="154" y="10"/>
                    <a:pt x="156" y="4"/>
                  </a:cubicBezTo>
                  <a:cubicBezTo>
                    <a:pt x="156" y="3"/>
                    <a:pt x="156" y="3"/>
                    <a:pt x="156" y="3"/>
                  </a:cubicBezTo>
                  <a:cubicBezTo>
                    <a:pt x="155" y="3"/>
                    <a:pt x="155" y="3"/>
                    <a:pt x="155" y="3"/>
                  </a:cubicBezTo>
                  <a:cubicBezTo>
                    <a:pt x="149" y="7"/>
                    <a:pt x="142" y="9"/>
                    <a:pt x="135" y="11"/>
                  </a:cubicBezTo>
                  <a:cubicBezTo>
                    <a:pt x="128" y="4"/>
                    <a:pt x="120" y="0"/>
                    <a:pt x="111" y="0"/>
                  </a:cubicBezTo>
                  <a:cubicBezTo>
                    <a:pt x="92" y="0"/>
                    <a:pt x="77" y="15"/>
                    <a:pt x="77" y="34"/>
                  </a:cubicBezTo>
                  <a:cubicBezTo>
                    <a:pt x="77" y="36"/>
                    <a:pt x="77" y="38"/>
                    <a:pt x="78" y="40"/>
                  </a:cubicBezTo>
                  <a:cubicBezTo>
                    <a:pt x="52" y="39"/>
                    <a:pt x="29" y="26"/>
                    <a:pt x="12" y="7"/>
                  </a:cubicBezTo>
                  <a:cubicBezTo>
                    <a:pt x="12" y="6"/>
                    <a:pt x="12" y="6"/>
                    <a:pt x="12" y="6"/>
                  </a:cubicBezTo>
                  <a:cubicBezTo>
                    <a:pt x="11" y="6"/>
                    <a:pt x="11" y="6"/>
                    <a:pt x="11" y="7"/>
                  </a:cubicBezTo>
                  <a:cubicBezTo>
                    <a:pt x="8" y="12"/>
                    <a:pt x="7" y="18"/>
                    <a:pt x="7" y="23"/>
                  </a:cubicBezTo>
                  <a:cubicBezTo>
                    <a:pt x="7" y="34"/>
                    <a:pt x="11" y="43"/>
                    <a:pt x="19" y="50"/>
                  </a:cubicBezTo>
                  <a:cubicBezTo>
                    <a:pt x="15" y="49"/>
                    <a:pt x="11" y="48"/>
                    <a:pt x="7" y="46"/>
                  </a:cubicBezTo>
                  <a:cubicBezTo>
                    <a:pt x="7" y="46"/>
                    <a:pt x="7" y="46"/>
                    <a:pt x="7" y="46"/>
                  </a:cubicBezTo>
                  <a:cubicBezTo>
                    <a:pt x="6" y="46"/>
                    <a:pt x="6" y="46"/>
                    <a:pt x="6" y="47"/>
                  </a:cubicBezTo>
                  <a:cubicBezTo>
                    <a:pt x="6" y="47"/>
                    <a:pt x="6" y="47"/>
                    <a:pt x="6" y="47"/>
                  </a:cubicBezTo>
                  <a:cubicBezTo>
                    <a:pt x="6" y="62"/>
                    <a:pt x="16" y="75"/>
                    <a:pt x="30" y="79"/>
                  </a:cubicBezTo>
                  <a:cubicBezTo>
                    <a:pt x="26" y="79"/>
                    <a:pt x="22" y="79"/>
                    <a:pt x="19" y="79"/>
                  </a:cubicBezTo>
                  <a:cubicBezTo>
                    <a:pt x="18" y="79"/>
                    <a:pt x="18" y="79"/>
                    <a:pt x="18" y="79"/>
                  </a:cubicBezTo>
                  <a:cubicBezTo>
                    <a:pt x="18" y="79"/>
                    <a:pt x="18" y="79"/>
                    <a:pt x="18" y="80"/>
                  </a:cubicBezTo>
                  <a:cubicBezTo>
                    <a:pt x="22" y="93"/>
                    <a:pt x="33" y="102"/>
                    <a:pt x="47" y="103"/>
                  </a:cubicBezTo>
                  <a:cubicBezTo>
                    <a:pt x="36" y="111"/>
                    <a:pt x="22" y="115"/>
                    <a:pt x="8" y="115"/>
                  </a:cubicBezTo>
                  <a:cubicBezTo>
                    <a:pt x="6" y="115"/>
                    <a:pt x="3" y="115"/>
                    <a:pt x="1" y="115"/>
                  </a:cubicBezTo>
                  <a:cubicBezTo>
                    <a:pt x="0" y="115"/>
                    <a:pt x="0" y="115"/>
                    <a:pt x="0" y="115"/>
                  </a:cubicBezTo>
                  <a:cubicBezTo>
                    <a:pt x="0" y="116"/>
                    <a:pt x="0" y="116"/>
                    <a:pt x="0" y="116"/>
                  </a:cubicBezTo>
                  <a:cubicBezTo>
                    <a:pt x="15" y="126"/>
                    <a:pt x="33" y="131"/>
                    <a:pt x="51" y="131"/>
                  </a:cubicBezTo>
                  <a:cubicBezTo>
                    <a:pt x="109" y="131"/>
                    <a:pt x="144" y="83"/>
                    <a:pt x="144" y="38"/>
                  </a:cubicBezTo>
                  <a:cubicBezTo>
                    <a:pt x="144" y="36"/>
                    <a:pt x="144" y="35"/>
                    <a:pt x="144" y="34"/>
                  </a:cubicBezTo>
                  <a:cubicBezTo>
                    <a:pt x="150" y="29"/>
                    <a:pt x="156" y="23"/>
                    <a:pt x="160" y="17"/>
                  </a:cubicBezTo>
                  <a:cubicBezTo>
                    <a:pt x="160" y="17"/>
                    <a:pt x="160" y="16"/>
                    <a:pt x="160" y="16"/>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sp>
          <p:nvSpPr>
            <p:cNvPr id="37" name="Freeform 21"/>
            <p:cNvSpPr>
              <a:spLocks/>
            </p:cNvSpPr>
            <p:nvPr/>
          </p:nvSpPr>
          <p:spPr bwMode="auto">
            <a:xfrm>
              <a:off x="5235659" y="5934143"/>
              <a:ext cx="207145" cy="261714"/>
            </a:xfrm>
            <a:custGeom>
              <a:avLst/>
              <a:gdLst>
                <a:gd name="T0" fmla="*/ 129 w 323"/>
                <a:gd name="T1" fmla="*/ 272 h 408"/>
                <a:gd name="T2" fmla="*/ 68 w 323"/>
                <a:gd name="T3" fmla="*/ 408 h 408"/>
                <a:gd name="T4" fmla="*/ 98 w 323"/>
                <a:gd name="T5" fmla="*/ 196 h 408"/>
                <a:gd name="T6" fmla="*/ 149 w 323"/>
                <a:gd name="T7" fmla="*/ 99 h 408"/>
                <a:gd name="T8" fmla="*/ 172 w 323"/>
                <a:gd name="T9" fmla="*/ 257 h 408"/>
                <a:gd name="T10" fmla="*/ 234 w 323"/>
                <a:gd name="T11" fmla="*/ 73 h 408"/>
                <a:gd name="T12" fmla="*/ 47 w 323"/>
                <a:gd name="T13" fmla="*/ 173 h 408"/>
                <a:gd name="T14" fmla="*/ 57 w 323"/>
                <a:gd name="T15" fmla="*/ 239 h 408"/>
                <a:gd name="T16" fmla="*/ 1 w 323"/>
                <a:gd name="T17" fmla="*/ 147 h 408"/>
                <a:gd name="T18" fmla="*/ 137 w 323"/>
                <a:gd name="T19" fmla="*/ 9 h 408"/>
                <a:gd name="T20" fmla="*/ 310 w 323"/>
                <a:gd name="T21" fmla="*/ 119 h 408"/>
                <a:gd name="T22" fmla="*/ 183 w 323"/>
                <a:gd name="T23" fmla="*/ 298 h 408"/>
                <a:gd name="T24" fmla="*/ 129 w 323"/>
                <a:gd name="T25" fmla="*/ 272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3" h="408">
                  <a:moveTo>
                    <a:pt x="129" y="272"/>
                  </a:moveTo>
                  <a:cubicBezTo>
                    <a:pt x="118" y="328"/>
                    <a:pt x="106" y="380"/>
                    <a:pt x="68" y="408"/>
                  </a:cubicBezTo>
                  <a:cubicBezTo>
                    <a:pt x="56" y="325"/>
                    <a:pt x="85" y="262"/>
                    <a:pt x="98" y="196"/>
                  </a:cubicBezTo>
                  <a:cubicBezTo>
                    <a:pt x="75" y="157"/>
                    <a:pt x="101" y="80"/>
                    <a:pt x="149" y="99"/>
                  </a:cubicBezTo>
                  <a:cubicBezTo>
                    <a:pt x="209" y="122"/>
                    <a:pt x="98" y="242"/>
                    <a:pt x="172" y="257"/>
                  </a:cubicBezTo>
                  <a:cubicBezTo>
                    <a:pt x="250" y="273"/>
                    <a:pt x="282" y="122"/>
                    <a:pt x="234" y="73"/>
                  </a:cubicBezTo>
                  <a:cubicBezTo>
                    <a:pt x="164" y="2"/>
                    <a:pt x="31" y="72"/>
                    <a:pt x="47" y="173"/>
                  </a:cubicBezTo>
                  <a:cubicBezTo>
                    <a:pt x="51" y="198"/>
                    <a:pt x="77" y="205"/>
                    <a:pt x="57" y="239"/>
                  </a:cubicBezTo>
                  <a:cubicBezTo>
                    <a:pt x="13" y="229"/>
                    <a:pt x="0" y="194"/>
                    <a:pt x="1" y="147"/>
                  </a:cubicBezTo>
                  <a:cubicBezTo>
                    <a:pt x="4" y="70"/>
                    <a:pt x="70" y="17"/>
                    <a:pt x="137" y="9"/>
                  </a:cubicBezTo>
                  <a:cubicBezTo>
                    <a:pt x="221" y="0"/>
                    <a:pt x="300" y="40"/>
                    <a:pt x="310" y="119"/>
                  </a:cubicBezTo>
                  <a:cubicBezTo>
                    <a:pt x="323" y="208"/>
                    <a:pt x="273" y="305"/>
                    <a:pt x="183" y="298"/>
                  </a:cubicBezTo>
                  <a:cubicBezTo>
                    <a:pt x="158" y="296"/>
                    <a:pt x="148" y="284"/>
                    <a:pt x="129" y="272"/>
                  </a:cubicBezTo>
                  <a:close/>
                </a:path>
              </a:pathLst>
            </a:custGeom>
            <a:solidFill>
              <a:schemeClr val="bg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mn-cs"/>
              </a:endParaRPr>
            </a:p>
          </p:txBody>
        </p:sp>
        <p:sp>
          <p:nvSpPr>
            <p:cNvPr id="38" name="Freeform 62"/>
            <p:cNvSpPr>
              <a:spLocks/>
            </p:cNvSpPr>
            <p:nvPr/>
          </p:nvSpPr>
          <p:spPr bwMode="auto">
            <a:xfrm>
              <a:off x="4063583" y="5934143"/>
              <a:ext cx="134925" cy="261714"/>
            </a:xfrm>
            <a:custGeom>
              <a:avLst/>
              <a:gdLst>
                <a:gd name="T0" fmla="*/ 84 w 84"/>
                <a:gd name="T1" fmla="*/ 27 h 163"/>
                <a:gd name="T2" fmla="*/ 69 w 84"/>
                <a:gd name="T3" fmla="*/ 27 h 163"/>
                <a:gd name="T4" fmla="*/ 54 w 84"/>
                <a:gd name="T5" fmla="*/ 41 h 163"/>
                <a:gd name="T6" fmla="*/ 54 w 84"/>
                <a:gd name="T7" fmla="*/ 60 h 163"/>
                <a:gd name="T8" fmla="*/ 83 w 84"/>
                <a:gd name="T9" fmla="*/ 60 h 163"/>
                <a:gd name="T10" fmla="*/ 83 w 84"/>
                <a:gd name="T11" fmla="*/ 88 h 163"/>
                <a:gd name="T12" fmla="*/ 54 w 84"/>
                <a:gd name="T13" fmla="*/ 88 h 163"/>
                <a:gd name="T14" fmla="*/ 54 w 84"/>
                <a:gd name="T15" fmla="*/ 163 h 163"/>
                <a:gd name="T16" fmla="*/ 25 w 84"/>
                <a:gd name="T17" fmla="*/ 163 h 163"/>
                <a:gd name="T18" fmla="*/ 25 w 84"/>
                <a:gd name="T19" fmla="*/ 88 h 163"/>
                <a:gd name="T20" fmla="*/ 0 w 84"/>
                <a:gd name="T21" fmla="*/ 88 h 163"/>
                <a:gd name="T22" fmla="*/ 0 w 84"/>
                <a:gd name="T23" fmla="*/ 60 h 163"/>
                <a:gd name="T24" fmla="*/ 25 w 84"/>
                <a:gd name="T25" fmla="*/ 60 h 163"/>
                <a:gd name="T26" fmla="*/ 25 w 84"/>
                <a:gd name="T27" fmla="*/ 38 h 163"/>
                <a:gd name="T28" fmla="*/ 62 w 84"/>
                <a:gd name="T29" fmla="*/ 0 h 163"/>
                <a:gd name="T30" fmla="*/ 84 w 84"/>
                <a:gd name="T31" fmla="*/ 0 h 163"/>
                <a:gd name="T32" fmla="*/ 84 w 84"/>
                <a:gd name="T33" fmla="*/ 27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63">
                  <a:moveTo>
                    <a:pt x="84" y="27"/>
                  </a:moveTo>
                  <a:cubicBezTo>
                    <a:pt x="69" y="27"/>
                    <a:pt x="69" y="27"/>
                    <a:pt x="69" y="27"/>
                  </a:cubicBezTo>
                  <a:cubicBezTo>
                    <a:pt x="57" y="27"/>
                    <a:pt x="54" y="33"/>
                    <a:pt x="54" y="41"/>
                  </a:cubicBezTo>
                  <a:cubicBezTo>
                    <a:pt x="54" y="60"/>
                    <a:pt x="54" y="60"/>
                    <a:pt x="54" y="60"/>
                  </a:cubicBezTo>
                  <a:cubicBezTo>
                    <a:pt x="83" y="60"/>
                    <a:pt x="83" y="60"/>
                    <a:pt x="83" y="60"/>
                  </a:cubicBezTo>
                  <a:cubicBezTo>
                    <a:pt x="83" y="88"/>
                    <a:pt x="83" y="88"/>
                    <a:pt x="83" y="88"/>
                  </a:cubicBezTo>
                  <a:cubicBezTo>
                    <a:pt x="54" y="88"/>
                    <a:pt x="54" y="88"/>
                    <a:pt x="54" y="88"/>
                  </a:cubicBezTo>
                  <a:cubicBezTo>
                    <a:pt x="54" y="163"/>
                    <a:pt x="54" y="163"/>
                    <a:pt x="54" y="163"/>
                  </a:cubicBezTo>
                  <a:cubicBezTo>
                    <a:pt x="25" y="163"/>
                    <a:pt x="25" y="163"/>
                    <a:pt x="25" y="163"/>
                  </a:cubicBezTo>
                  <a:cubicBezTo>
                    <a:pt x="25" y="88"/>
                    <a:pt x="25" y="88"/>
                    <a:pt x="25" y="88"/>
                  </a:cubicBezTo>
                  <a:cubicBezTo>
                    <a:pt x="0" y="88"/>
                    <a:pt x="0" y="88"/>
                    <a:pt x="0" y="88"/>
                  </a:cubicBezTo>
                  <a:cubicBezTo>
                    <a:pt x="0" y="60"/>
                    <a:pt x="0" y="60"/>
                    <a:pt x="0" y="60"/>
                  </a:cubicBezTo>
                  <a:cubicBezTo>
                    <a:pt x="25" y="60"/>
                    <a:pt x="25" y="60"/>
                    <a:pt x="25" y="60"/>
                  </a:cubicBezTo>
                  <a:cubicBezTo>
                    <a:pt x="25" y="38"/>
                    <a:pt x="25" y="38"/>
                    <a:pt x="25" y="38"/>
                  </a:cubicBezTo>
                  <a:cubicBezTo>
                    <a:pt x="25" y="13"/>
                    <a:pt x="40" y="0"/>
                    <a:pt x="62" y="0"/>
                  </a:cubicBezTo>
                  <a:cubicBezTo>
                    <a:pt x="84" y="0"/>
                    <a:pt x="84" y="0"/>
                    <a:pt x="84" y="0"/>
                  </a:cubicBezTo>
                  <a:lnTo>
                    <a:pt x="84" y="27"/>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grpSp>
      <p:grpSp>
        <p:nvGrpSpPr>
          <p:cNvPr id="39" name="Group 38"/>
          <p:cNvGrpSpPr/>
          <p:nvPr userDrawn="1"/>
        </p:nvGrpSpPr>
        <p:grpSpPr>
          <a:xfrm>
            <a:off x="7190430" y="5922241"/>
            <a:ext cx="615286" cy="184176"/>
            <a:chOff x="3872969" y="5806923"/>
            <a:chExt cx="1724341" cy="516155"/>
          </a:xfrm>
        </p:grpSpPr>
        <p:sp>
          <p:nvSpPr>
            <p:cNvPr id="40" name="Oval 39"/>
            <p:cNvSpPr/>
            <p:nvPr/>
          </p:nvSpPr>
          <p:spPr>
            <a:xfrm>
              <a:off x="3872969"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1" name="Oval 40"/>
            <p:cNvSpPr/>
            <p:nvPr/>
          </p:nvSpPr>
          <p:spPr>
            <a:xfrm>
              <a:off x="4477062"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2" name="Oval 41"/>
            <p:cNvSpPr/>
            <p:nvPr/>
          </p:nvSpPr>
          <p:spPr>
            <a:xfrm>
              <a:off x="5081155"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3" name="Freeform 63"/>
            <p:cNvSpPr>
              <a:spLocks/>
            </p:cNvSpPr>
            <p:nvPr/>
          </p:nvSpPr>
          <p:spPr bwMode="auto">
            <a:xfrm>
              <a:off x="4576091" y="5937921"/>
              <a:ext cx="318095" cy="261714"/>
            </a:xfrm>
            <a:custGeom>
              <a:avLst/>
              <a:gdLst>
                <a:gd name="T0" fmla="*/ 160 w 160"/>
                <a:gd name="T1" fmla="*/ 16 h 131"/>
                <a:gd name="T2" fmla="*/ 159 w 160"/>
                <a:gd name="T3" fmla="*/ 16 h 131"/>
                <a:gd name="T4" fmla="*/ 144 w 160"/>
                <a:gd name="T5" fmla="*/ 20 h 131"/>
                <a:gd name="T6" fmla="*/ 156 w 160"/>
                <a:gd name="T7" fmla="*/ 4 h 131"/>
                <a:gd name="T8" fmla="*/ 156 w 160"/>
                <a:gd name="T9" fmla="*/ 3 h 131"/>
                <a:gd name="T10" fmla="*/ 155 w 160"/>
                <a:gd name="T11" fmla="*/ 3 h 131"/>
                <a:gd name="T12" fmla="*/ 135 w 160"/>
                <a:gd name="T13" fmla="*/ 11 h 131"/>
                <a:gd name="T14" fmla="*/ 111 w 160"/>
                <a:gd name="T15" fmla="*/ 0 h 131"/>
                <a:gd name="T16" fmla="*/ 77 w 160"/>
                <a:gd name="T17" fmla="*/ 34 h 131"/>
                <a:gd name="T18" fmla="*/ 78 w 160"/>
                <a:gd name="T19" fmla="*/ 40 h 131"/>
                <a:gd name="T20" fmla="*/ 12 w 160"/>
                <a:gd name="T21" fmla="*/ 7 h 131"/>
                <a:gd name="T22" fmla="*/ 12 w 160"/>
                <a:gd name="T23" fmla="*/ 6 h 131"/>
                <a:gd name="T24" fmla="*/ 11 w 160"/>
                <a:gd name="T25" fmla="*/ 7 h 131"/>
                <a:gd name="T26" fmla="*/ 7 w 160"/>
                <a:gd name="T27" fmla="*/ 23 h 131"/>
                <a:gd name="T28" fmla="*/ 19 w 160"/>
                <a:gd name="T29" fmla="*/ 50 h 131"/>
                <a:gd name="T30" fmla="*/ 7 w 160"/>
                <a:gd name="T31" fmla="*/ 46 h 131"/>
                <a:gd name="T32" fmla="*/ 7 w 160"/>
                <a:gd name="T33" fmla="*/ 46 h 131"/>
                <a:gd name="T34" fmla="*/ 6 w 160"/>
                <a:gd name="T35" fmla="*/ 47 h 131"/>
                <a:gd name="T36" fmla="*/ 6 w 160"/>
                <a:gd name="T37" fmla="*/ 47 h 131"/>
                <a:gd name="T38" fmla="*/ 30 w 160"/>
                <a:gd name="T39" fmla="*/ 79 h 131"/>
                <a:gd name="T40" fmla="*/ 19 w 160"/>
                <a:gd name="T41" fmla="*/ 79 h 131"/>
                <a:gd name="T42" fmla="*/ 18 w 160"/>
                <a:gd name="T43" fmla="*/ 79 h 131"/>
                <a:gd name="T44" fmla="*/ 18 w 160"/>
                <a:gd name="T45" fmla="*/ 80 h 131"/>
                <a:gd name="T46" fmla="*/ 47 w 160"/>
                <a:gd name="T47" fmla="*/ 103 h 131"/>
                <a:gd name="T48" fmla="*/ 8 w 160"/>
                <a:gd name="T49" fmla="*/ 115 h 131"/>
                <a:gd name="T50" fmla="*/ 1 w 160"/>
                <a:gd name="T51" fmla="*/ 115 h 131"/>
                <a:gd name="T52" fmla="*/ 0 w 160"/>
                <a:gd name="T53" fmla="*/ 115 h 131"/>
                <a:gd name="T54" fmla="*/ 0 w 160"/>
                <a:gd name="T55" fmla="*/ 116 h 131"/>
                <a:gd name="T56" fmla="*/ 51 w 160"/>
                <a:gd name="T57" fmla="*/ 131 h 131"/>
                <a:gd name="T58" fmla="*/ 144 w 160"/>
                <a:gd name="T59" fmla="*/ 38 h 131"/>
                <a:gd name="T60" fmla="*/ 144 w 160"/>
                <a:gd name="T61" fmla="*/ 34 h 131"/>
                <a:gd name="T62" fmla="*/ 160 w 160"/>
                <a:gd name="T63" fmla="*/ 17 h 131"/>
                <a:gd name="T64" fmla="*/ 160 w 160"/>
                <a:gd name="T65" fmla="*/ 1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0" h="131">
                  <a:moveTo>
                    <a:pt x="160" y="16"/>
                  </a:moveTo>
                  <a:cubicBezTo>
                    <a:pt x="160" y="16"/>
                    <a:pt x="160" y="16"/>
                    <a:pt x="159" y="16"/>
                  </a:cubicBezTo>
                  <a:cubicBezTo>
                    <a:pt x="154" y="18"/>
                    <a:pt x="149" y="19"/>
                    <a:pt x="144" y="20"/>
                  </a:cubicBezTo>
                  <a:cubicBezTo>
                    <a:pt x="150" y="16"/>
                    <a:pt x="154" y="10"/>
                    <a:pt x="156" y="4"/>
                  </a:cubicBezTo>
                  <a:cubicBezTo>
                    <a:pt x="156" y="3"/>
                    <a:pt x="156" y="3"/>
                    <a:pt x="156" y="3"/>
                  </a:cubicBezTo>
                  <a:cubicBezTo>
                    <a:pt x="155" y="3"/>
                    <a:pt x="155" y="3"/>
                    <a:pt x="155" y="3"/>
                  </a:cubicBezTo>
                  <a:cubicBezTo>
                    <a:pt x="149" y="7"/>
                    <a:pt x="142" y="9"/>
                    <a:pt x="135" y="11"/>
                  </a:cubicBezTo>
                  <a:cubicBezTo>
                    <a:pt x="128" y="4"/>
                    <a:pt x="120" y="0"/>
                    <a:pt x="111" y="0"/>
                  </a:cubicBezTo>
                  <a:cubicBezTo>
                    <a:pt x="92" y="0"/>
                    <a:pt x="77" y="15"/>
                    <a:pt x="77" y="34"/>
                  </a:cubicBezTo>
                  <a:cubicBezTo>
                    <a:pt x="77" y="36"/>
                    <a:pt x="77" y="38"/>
                    <a:pt x="78" y="40"/>
                  </a:cubicBezTo>
                  <a:cubicBezTo>
                    <a:pt x="52" y="39"/>
                    <a:pt x="29" y="26"/>
                    <a:pt x="12" y="7"/>
                  </a:cubicBezTo>
                  <a:cubicBezTo>
                    <a:pt x="12" y="6"/>
                    <a:pt x="12" y="6"/>
                    <a:pt x="12" y="6"/>
                  </a:cubicBezTo>
                  <a:cubicBezTo>
                    <a:pt x="11" y="6"/>
                    <a:pt x="11" y="6"/>
                    <a:pt x="11" y="7"/>
                  </a:cubicBezTo>
                  <a:cubicBezTo>
                    <a:pt x="8" y="12"/>
                    <a:pt x="7" y="18"/>
                    <a:pt x="7" y="23"/>
                  </a:cubicBezTo>
                  <a:cubicBezTo>
                    <a:pt x="7" y="34"/>
                    <a:pt x="11" y="43"/>
                    <a:pt x="19" y="50"/>
                  </a:cubicBezTo>
                  <a:cubicBezTo>
                    <a:pt x="15" y="49"/>
                    <a:pt x="11" y="48"/>
                    <a:pt x="7" y="46"/>
                  </a:cubicBezTo>
                  <a:cubicBezTo>
                    <a:pt x="7" y="46"/>
                    <a:pt x="7" y="46"/>
                    <a:pt x="7" y="46"/>
                  </a:cubicBezTo>
                  <a:cubicBezTo>
                    <a:pt x="6" y="46"/>
                    <a:pt x="6" y="46"/>
                    <a:pt x="6" y="47"/>
                  </a:cubicBezTo>
                  <a:cubicBezTo>
                    <a:pt x="6" y="47"/>
                    <a:pt x="6" y="47"/>
                    <a:pt x="6" y="47"/>
                  </a:cubicBezTo>
                  <a:cubicBezTo>
                    <a:pt x="6" y="62"/>
                    <a:pt x="16" y="75"/>
                    <a:pt x="30" y="79"/>
                  </a:cubicBezTo>
                  <a:cubicBezTo>
                    <a:pt x="26" y="79"/>
                    <a:pt x="22" y="79"/>
                    <a:pt x="19" y="79"/>
                  </a:cubicBezTo>
                  <a:cubicBezTo>
                    <a:pt x="18" y="79"/>
                    <a:pt x="18" y="79"/>
                    <a:pt x="18" y="79"/>
                  </a:cubicBezTo>
                  <a:cubicBezTo>
                    <a:pt x="18" y="79"/>
                    <a:pt x="18" y="79"/>
                    <a:pt x="18" y="80"/>
                  </a:cubicBezTo>
                  <a:cubicBezTo>
                    <a:pt x="22" y="93"/>
                    <a:pt x="33" y="102"/>
                    <a:pt x="47" y="103"/>
                  </a:cubicBezTo>
                  <a:cubicBezTo>
                    <a:pt x="36" y="111"/>
                    <a:pt x="22" y="115"/>
                    <a:pt x="8" y="115"/>
                  </a:cubicBezTo>
                  <a:cubicBezTo>
                    <a:pt x="6" y="115"/>
                    <a:pt x="3" y="115"/>
                    <a:pt x="1" y="115"/>
                  </a:cubicBezTo>
                  <a:cubicBezTo>
                    <a:pt x="0" y="115"/>
                    <a:pt x="0" y="115"/>
                    <a:pt x="0" y="115"/>
                  </a:cubicBezTo>
                  <a:cubicBezTo>
                    <a:pt x="0" y="116"/>
                    <a:pt x="0" y="116"/>
                    <a:pt x="0" y="116"/>
                  </a:cubicBezTo>
                  <a:cubicBezTo>
                    <a:pt x="15" y="126"/>
                    <a:pt x="33" y="131"/>
                    <a:pt x="51" y="131"/>
                  </a:cubicBezTo>
                  <a:cubicBezTo>
                    <a:pt x="109" y="131"/>
                    <a:pt x="144" y="83"/>
                    <a:pt x="144" y="38"/>
                  </a:cubicBezTo>
                  <a:cubicBezTo>
                    <a:pt x="144" y="36"/>
                    <a:pt x="144" y="35"/>
                    <a:pt x="144" y="34"/>
                  </a:cubicBezTo>
                  <a:cubicBezTo>
                    <a:pt x="150" y="29"/>
                    <a:pt x="156" y="23"/>
                    <a:pt x="160" y="17"/>
                  </a:cubicBezTo>
                  <a:cubicBezTo>
                    <a:pt x="160" y="17"/>
                    <a:pt x="160" y="16"/>
                    <a:pt x="160" y="16"/>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sp>
          <p:nvSpPr>
            <p:cNvPr id="44" name="Freeform 21"/>
            <p:cNvSpPr>
              <a:spLocks/>
            </p:cNvSpPr>
            <p:nvPr/>
          </p:nvSpPr>
          <p:spPr bwMode="auto">
            <a:xfrm>
              <a:off x="5235659" y="5934143"/>
              <a:ext cx="207145" cy="261714"/>
            </a:xfrm>
            <a:custGeom>
              <a:avLst/>
              <a:gdLst>
                <a:gd name="T0" fmla="*/ 129 w 323"/>
                <a:gd name="T1" fmla="*/ 272 h 408"/>
                <a:gd name="T2" fmla="*/ 68 w 323"/>
                <a:gd name="T3" fmla="*/ 408 h 408"/>
                <a:gd name="T4" fmla="*/ 98 w 323"/>
                <a:gd name="T5" fmla="*/ 196 h 408"/>
                <a:gd name="T6" fmla="*/ 149 w 323"/>
                <a:gd name="T7" fmla="*/ 99 h 408"/>
                <a:gd name="T8" fmla="*/ 172 w 323"/>
                <a:gd name="T9" fmla="*/ 257 h 408"/>
                <a:gd name="T10" fmla="*/ 234 w 323"/>
                <a:gd name="T11" fmla="*/ 73 h 408"/>
                <a:gd name="T12" fmla="*/ 47 w 323"/>
                <a:gd name="T13" fmla="*/ 173 h 408"/>
                <a:gd name="T14" fmla="*/ 57 w 323"/>
                <a:gd name="T15" fmla="*/ 239 h 408"/>
                <a:gd name="T16" fmla="*/ 1 w 323"/>
                <a:gd name="T17" fmla="*/ 147 h 408"/>
                <a:gd name="T18" fmla="*/ 137 w 323"/>
                <a:gd name="T19" fmla="*/ 9 h 408"/>
                <a:gd name="T20" fmla="*/ 310 w 323"/>
                <a:gd name="T21" fmla="*/ 119 h 408"/>
                <a:gd name="T22" fmla="*/ 183 w 323"/>
                <a:gd name="T23" fmla="*/ 298 h 408"/>
                <a:gd name="T24" fmla="*/ 129 w 323"/>
                <a:gd name="T25" fmla="*/ 272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3" h="408">
                  <a:moveTo>
                    <a:pt x="129" y="272"/>
                  </a:moveTo>
                  <a:cubicBezTo>
                    <a:pt x="118" y="328"/>
                    <a:pt x="106" y="380"/>
                    <a:pt x="68" y="408"/>
                  </a:cubicBezTo>
                  <a:cubicBezTo>
                    <a:pt x="56" y="325"/>
                    <a:pt x="85" y="262"/>
                    <a:pt x="98" y="196"/>
                  </a:cubicBezTo>
                  <a:cubicBezTo>
                    <a:pt x="75" y="157"/>
                    <a:pt x="101" y="80"/>
                    <a:pt x="149" y="99"/>
                  </a:cubicBezTo>
                  <a:cubicBezTo>
                    <a:pt x="209" y="122"/>
                    <a:pt x="98" y="242"/>
                    <a:pt x="172" y="257"/>
                  </a:cubicBezTo>
                  <a:cubicBezTo>
                    <a:pt x="250" y="273"/>
                    <a:pt x="282" y="122"/>
                    <a:pt x="234" y="73"/>
                  </a:cubicBezTo>
                  <a:cubicBezTo>
                    <a:pt x="164" y="2"/>
                    <a:pt x="31" y="72"/>
                    <a:pt x="47" y="173"/>
                  </a:cubicBezTo>
                  <a:cubicBezTo>
                    <a:pt x="51" y="198"/>
                    <a:pt x="77" y="205"/>
                    <a:pt x="57" y="239"/>
                  </a:cubicBezTo>
                  <a:cubicBezTo>
                    <a:pt x="13" y="229"/>
                    <a:pt x="0" y="194"/>
                    <a:pt x="1" y="147"/>
                  </a:cubicBezTo>
                  <a:cubicBezTo>
                    <a:pt x="4" y="70"/>
                    <a:pt x="70" y="17"/>
                    <a:pt x="137" y="9"/>
                  </a:cubicBezTo>
                  <a:cubicBezTo>
                    <a:pt x="221" y="0"/>
                    <a:pt x="300" y="40"/>
                    <a:pt x="310" y="119"/>
                  </a:cubicBezTo>
                  <a:cubicBezTo>
                    <a:pt x="323" y="208"/>
                    <a:pt x="273" y="305"/>
                    <a:pt x="183" y="298"/>
                  </a:cubicBezTo>
                  <a:cubicBezTo>
                    <a:pt x="158" y="296"/>
                    <a:pt x="148" y="284"/>
                    <a:pt x="129" y="272"/>
                  </a:cubicBezTo>
                  <a:close/>
                </a:path>
              </a:pathLst>
            </a:custGeom>
            <a:solidFill>
              <a:schemeClr val="bg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mn-cs"/>
              </a:endParaRPr>
            </a:p>
          </p:txBody>
        </p:sp>
        <p:sp>
          <p:nvSpPr>
            <p:cNvPr id="45" name="Freeform 62"/>
            <p:cNvSpPr>
              <a:spLocks/>
            </p:cNvSpPr>
            <p:nvPr/>
          </p:nvSpPr>
          <p:spPr bwMode="auto">
            <a:xfrm>
              <a:off x="4063583" y="5934143"/>
              <a:ext cx="134925" cy="261714"/>
            </a:xfrm>
            <a:custGeom>
              <a:avLst/>
              <a:gdLst>
                <a:gd name="T0" fmla="*/ 84 w 84"/>
                <a:gd name="T1" fmla="*/ 27 h 163"/>
                <a:gd name="T2" fmla="*/ 69 w 84"/>
                <a:gd name="T3" fmla="*/ 27 h 163"/>
                <a:gd name="T4" fmla="*/ 54 w 84"/>
                <a:gd name="T5" fmla="*/ 41 h 163"/>
                <a:gd name="T6" fmla="*/ 54 w 84"/>
                <a:gd name="T7" fmla="*/ 60 h 163"/>
                <a:gd name="T8" fmla="*/ 83 w 84"/>
                <a:gd name="T9" fmla="*/ 60 h 163"/>
                <a:gd name="T10" fmla="*/ 83 w 84"/>
                <a:gd name="T11" fmla="*/ 88 h 163"/>
                <a:gd name="T12" fmla="*/ 54 w 84"/>
                <a:gd name="T13" fmla="*/ 88 h 163"/>
                <a:gd name="T14" fmla="*/ 54 w 84"/>
                <a:gd name="T15" fmla="*/ 163 h 163"/>
                <a:gd name="T16" fmla="*/ 25 w 84"/>
                <a:gd name="T17" fmla="*/ 163 h 163"/>
                <a:gd name="T18" fmla="*/ 25 w 84"/>
                <a:gd name="T19" fmla="*/ 88 h 163"/>
                <a:gd name="T20" fmla="*/ 0 w 84"/>
                <a:gd name="T21" fmla="*/ 88 h 163"/>
                <a:gd name="T22" fmla="*/ 0 w 84"/>
                <a:gd name="T23" fmla="*/ 60 h 163"/>
                <a:gd name="T24" fmla="*/ 25 w 84"/>
                <a:gd name="T25" fmla="*/ 60 h 163"/>
                <a:gd name="T26" fmla="*/ 25 w 84"/>
                <a:gd name="T27" fmla="*/ 38 h 163"/>
                <a:gd name="T28" fmla="*/ 62 w 84"/>
                <a:gd name="T29" fmla="*/ 0 h 163"/>
                <a:gd name="T30" fmla="*/ 84 w 84"/>
                <a:gd name="T31" fmla="*/ 0 h 163"/>
                <a:gd name="T32" fmla="*/ 84 w 84"/>
                <a:gd name="T33" fmla="*/ 27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63">
                  <a:moveTo>
                    <a:pt x="84" y="27"/>
                  </a:moveTo>
                  <a:cubicBezTo>
                    <a:pt x="69" y="27"/>
                    <a:pt x="69" y="27"/>
                    <a:pt x="69" y="27"/>
                  </a:cubicBezTo>
                  <a:cubicBezTo>
                    <a:pt x="57" y="27"/>
                    <a:pt x="54" y="33"/>
                    <a:pt x="54" y="41"/>
                  </a:cubicBezTo>
                  <a:cubicBezTo>
                    <a:pt x="54" y="60"/>
                    <a:pt x="54" y="60"/>
                    <a:pt x="54" y="60"/>
                  </a:cubicBezTo>
                  <a:cubicBezTo>
                    <a:pt x="83" y="60"/>
                    <a:pt x="83" y="60"/>
                    <a:pt x="83" y="60"/>
                  </a:cubicBezTo>
                  <a:cubicBezTo>
                    <a:pt x="83" y="88"/>
                    <a:pt x="83" y="88"/>
                    <a:pt x="83" y="88"/>
                  </a:cubicBezTo>
                  <a:cubicBezTo>
                    <a:pt x="54" y="88"/>
                    <a:pt x="54" y="88"/>
                    <a:pt x="54" y="88"/>
                  </a:cubicBezTo>
                  <a:cubicBezTo>
                    <a:pt x="54" y="163"/>
                    <a:pt x="54" y="163"/>
                    <a:pt x="54" y="163"/>
                  </a:cubicBezTo>
                  <a:cubicBezTo>
                    <a:pt x="25" y="163"/>
                    <a:pt x="25" y="163"/>
                    <a:pt x="25" y="163"/>
                  </a:cubicBezTo>
                  <a:cubicBezTo>
                    <a:pt x="25" y="88"/>
                    <a:pt x="25" y="88"/>
                    <a:pt x="25" y="88"/>
                  </a:cubicBezTo>
                  <a:cubicBezTo>
                    <a:pt x="0" y="88"/>
                    <a:pt x="0" y="88"/>
                    <a:pt x="0" y="88"/>
                  </a:cubicBezTo>
                  <a:cubicBezTo>
                    <a:pt x="0" y="60"/>
                    <a:pt x="0" y="60"/>
                    <a:pt x="0" y="60"/>
                  </a:cubicBezTo>
                  <a:cubicBezTo>
                    <a:pt x="25" y="60"/>
                    <a:pt x="25" y="60"/>
                    <a:pt x="25" y="60"/>
                  </a:cubicBezTo>
                  <a:cubicBezTo>
                    <a:pt x="25" y="38"/>
                    <a:pt x="25" y="38"/>
                    <a:pt x="25" y="38"/>
                  </a:cubicBezTo>
                  <a:cubicBezTo>
                    <a:pt x="25" y="13"/>
                    <a:pt x="40" y="0"/>
                    <a:pt x="62" y="0"/>
                  </a:cubicBezTo>
                  <a:cubicBezTo>
                    <a:pt x="84" y="0"/>
                    <a:pt x="84" y="0"/>
                    <a:pt x="84" y="0"/>
                  </a:cubicBezTo>
                  <a:lnTo>
                    <a:pt x="84" y="27"/>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grpSp>
      <p:grpSp>
        <p:nvGrpSpPr>
          <p:cNvPr id="46" name="Group 45"/>
          <p:cNvGrpSpPr/>
          <p:nvPr userDrawn="1"/>
        </p:nvGrpSpPr>
        <p:grpSpPr>
          <a:xfrm>
            <a:off x="10028060" y="5922241"/>
            <a:ext cx="615286" cy="184176"/>
            <a:chOff x="3872969" y="5806923"/>
            <a:chExt cx="1724341" cy="516155"/>
          </a:xfrm>
        </p:grpSpPr>
        <p:sp>
          <p:nvSpPr>
            <p:cNvPr id="47" name="Oval 46"/>
            <p:cNvSpPr/>
            <p:nvPr/>
          </p:nvSpPr>
          <p:spPr>
            <a:xfrm>
              <a:off x="3872969"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8" name="Oval 47"/>
            <p:cNvSpPr/>
            <p:nvPr/>
          </p:nvSpPr>
          <p:spPr>
            <a:xfrm>
              <a:off x="4477062"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9" name="Oval 48"/>
            <p:cNvSpPr/>
            <p:nvPr/>
          </p:nvSpPr>
          <p:spPr>
            <a:xfrm>
              <a:off x="5081155"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50" name="Freeform 63"/>
            <p:cNvSpPr>
              <a:spLocks/>
            </p:cNvSpPr>
            <p:nvPr/>
          </p:nvSpPr>
          <p:spPr bwMode="auto">
            <a:xfrm>
              <a:off x="4576091" y="5937921"/>
              <a:ext cx="318095" cy="261714"/>
            </a:xfrm>
            <a:custGeom>
              <a:avLst/>
              <a:gdLst>
                <a:gd name="T0" fmla="*/ 160 w 160"/>
                <a:gd name="T1" fmla="*/ 16 h 131"/>
                <a:gd name="T2" fmla="*/ 159 w 160"/>
                <a:gd name="T3" fmla="*/ 16 h 131"/>
                <a:gd name="T4" fmla="*/ 144 w 160"/>
                <a:gd name="T5" fmla="*/ 20 h 131"/>
                <a:gd name="T6" fmla="*/ 156 w 160"/>
                <a:gd name="T7" fmla="*/ 4 h 131"/>
                <a:gd name="T8" fmla="*/ 156 w 160"/>
                <a:gd name="T9" fmla="*/ 3 h 131"/>
                <a:gd name="T10" fmla="*/ 155 w 160"/>
                <a:gd name="T11" fmla="*/ 3 h 131"/>
                <a:gd name="T12" fmla="*/ 135 w 160"/>
                <a:gd name="T13" fmla="*/ 11 h 131"/>
                <a:gd name="T14" fmla="*/ 111 w 160"/>
                <a:gd name="T15" fmla="*/ 0 h 131"/>
                <a:gd name="T16" fmla="*/ 77 w 160"/>
                <a:gd name="T17" fmla="*/ 34 h 131"/>
                <a:gd name="T18" fmla="*/ 78 w 160"/>
                <a:gd name="T19" fmla="*/ 40 h 131"/>
                <a:gd name="T20" fmla="*/ 12 w 160"/>
                <a:gd name="T21" fmla="*/ 7 h 131"/>
                <a:gd name="T22" fmla="*/ 12 w 160"/>
                <a:gd name="T23" fmla="*/ 6 h 131"/>
                <a:gd name="T24" fmla="*/ 11 w 160"/>
                <a:gd name="T25" fmla="*/ 7 h 131"/>
                <a:gd name="T26" fmla="*/ 7 w 160"/>
                <a:gd name="T27" fmla="*/ 23 h 131"/>
                <a:gd name="T28" fmla="*/ 19 w 160"/>
                <a:gd name="T29" fmla="*/ 50 h 131"/>
                <a:gd name="T30" fmla="*/ 7 w 160"/>
                <a:gd name="T31" fmla="*/ 46 h 131"/>
                <a:gd name="T32" fmla="*/ 7 w 160"/>
                <a:gd name="T33" fmla="*/ 46 h 131"/>
                <a:gd name="T34" fmla="*/ 6 w 160"/>
                <a:gd name="T35" fmla="*/ 47 h 131"/>
                <a:gd name="T36" fmla="*/ 6 w 160"/>
                <a:gd name="T37" fmla="*/ 47 h 131"/>
                <a:gd name="T38" fmla="*/ 30 w 160"/>
                <a:gd name="T39" fmla="*/ 79 h 131"/>
                <a:gd name="T40" fmla="*/ 19 w 160"/>
                <a:gd name="T41" fmla="*/ 79 h 131"/>
                <a:gd name="T42" fmla="*/ 18 w 160"/>
                <a:gd name="T43" fmla="*/ 79 h 131"/>
                <a:gd name="T44" fmla="*/ 18 w 160"/>
                <a:gd name="T45" fmla="*/ 80 h 131"/>
                <a:gd name="T46" fmla="*/ 47 w 160"/>
                <a:gd name="T47" fmla="*/ 103 h 131"/>
                <a:gd name="T48" fmla="*/ 8 w 160"/>
                <a:gd name="T49" fmla="*/ 115 h 131"/>
                <a:gd name="T50" fmla="*/ 1 w 160"/>
                <a:gd name="T51" fmla="*/ 115 h 131"/>
                <a:gd name="T52" fmla="*/ 0 w 160"/>
                <a:gd name="T53" fmla="*/ 115 h 131"/>
                <a:gd name="T54" fmla="*/ 0 w 160"/>
                <a:gd name="T55" fmla="*/ 116 h 131"/>
                <a:gd name="T56" fmla="*/ 51 w 160"/>
                <a:gd name="T57" fmla="*/ 131 h 131"/>
                <a:gd name="T58" fmla="*/ 144 w 160"/>
                <a:gd name="T59" fmla="*/ 38 h 131"/>
                <a:gd name="T60" fmla="*/ 144 w 160"/>
                <a:gd name="T61" fmla="*/ 34 h 131"/>
                <a:gd name="T62" fmla="*/ 160 w 160"/>
                <a:gd name="T63" fmla="*/ 17 h 131"/>
                <a:gd name="T64" fmla="*/ 160 w 160"/>
                <a:gd name="T65" fmla="*/ 1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0" h="131">
                  <a:moveTo>
                    <a:pt x="160" y="16"/>
                  </a:moveTo>
                  <a:cubicBezTo>
                    <a:pt x="160" y="16"/>
                    <a:pt x="160" y="16"/>
                    <a:pt x="159" y="16"/>
                  </a:cubicBezTo>
                  <a:cubicBezTo>
                    <a:pt x="154" y="18"/>
                    <a:pt x="149" y="19"/>
                    <a:pt x="144" y="20"/>
                  </a:cubicBezTo>
                  <a:cubicBezTo>
                    <a:pt x="150" y="16"/>
                    <a:pt x="154" y="10"/>
                    <a:pt x="156" y="4"/>
                  </a:cubicBezTo>
                  <a:cubicBezTo>
                    <a:pt x="156" y="3"/>
                    <a:pt x="156" y="3"/>
                    <a:pt x="156" y="3"/>
                  </a:cubicBezTo>
                  <a:cubicBezTo>
                    <a:pt x="155" y="3"/>
                    <a:pt x="155" y="3"/>
                    <a:pt x="155" y="3"/>
                  </a:cubicBezTo>
                  <a:cubicBezTo>
                    <a:pt x="149" y="7"/>
                    <a:pt x="142" y="9"/>
                    <a:pt x="135" y="11"/>
                  </a:cubicBezTo>
                  <a:cubicBezTo>
                    <a:pt x="128" y="4"/>
                    <a:pt x="120" y="0"/>
                    <a:pt x="111" y="0"/>
                  </a:cubicBezTo>
                  <a:cubicBezTo>
                    <a:pt x="92" y="0"/>
                    <a:pt x="77" y="15"/>
                    <a:pt x="77" y="34"/>
                  </a:cubicBezTo>
                  <a:cubicBezTo>
                    <a:pt x="77" y="36"/>
                    <a:pt x="77" y="38"/>
                    <a:pt x="78" y="40"/>
                  </a:cubicBezTo>
                  <a:cubicBezTo>
                    <a:pt x="52" y="39"/>
                    <a:pt x="29" y="26"/>
                    <a:pt x="12" y="7"/>
                  </a:cubicBezTo>
                  <a:cubicBezTo>
                    <a:pt x="12" y="6"/>
                    <a:pt x="12" y="6"/>
                    <a:pt x="12" y="6"/>
                  </a:cubicBezTo>
                  <a:cubicBezTo>
                    <a:pt x="11" y="6"/>
                    <a:pt x="11" y="6"/>
                    <a:pt x="11" y="7"/>
                  </a:cubicBezTo>
                  <a:cubicBezTo>
                    <a:pt x="8" y="12"/>
                    <a:pt x="7" y="18"/>
                    <a:pt x="7" y="23"/>
                  </a:cubicBezTo>
                  <a:cubicBezTo>
                    <a:pt x="7" y="34"/>
                    <a:pt x="11" y="43"/>
                    <a:pt x="19" y="50"/>
                  </a:cubicBezTo>
                  <a:cubicBezTo>
                    <a:pt x="15" y="49"/>
                    <a:pt x="11" y="48"/>
                    <a:pt x="7" y="46"/>
                  </a:cubicBezTo>
                  <a:cubicBezTo>
                    <a:pt x="7" y="46"/>
                    <a:pt x="7" y="46"/>
                    <a:pt x="7" y="46"/>
                  </a:cubicBezTo>
                  <a:cubicBezTo>
                    <a:pt x="6" y="46"/>
                    <a:pt x="6" y="46"/>
                    <a:pt x="6" y="47"/>
                  </a:cubicBezTo>
                  <a:cubicBezTo>
                    <a:pt x="6" y="47"/>
                    <a:pt x="6" y="47"/>
                    <a:pt x="6" y="47"/>
                  </a:cubicBezTo>
                  <a:cubicBezTo>
                    <a:pt x="6" y="62"/>
                    <a:pt x="16" y="75"/>
                    <a:pt x="30" y="79"/>
                  </a:cubicBezTo>
                  <a:cubicBezTo>
                    <a:pt x="26" y="79"/>
                    <a:pt x="22" y="79"/>
                    <a:pt x="19" y="79"/>
                  </a:cubicBezTo>
                  <a:cubicBezTo>
                    <a:pt x="18" y="79"/>
                    <a:pt x="18" y="79"/>
                    <a:pt x="18" y="79"/>
                  </a:cubicBezTo>
                  <a:cubicBezTo>
                    <a:pt x="18" y="79"/>
                    <a:pt x="18" y="79"/>
                    <a:pt x="18" y="80"/>
                  </a:cubicBezTo>
                  <a:cubicBezTo>
                    <a:pt x="22" y="93"/>
                    <a:pt x="33" y="102"/>
                    <a:pt x="47" y="103"/>
                  </a:cubicBezTo>
                  <a:cubicBezTo>
                    <a:pt x="36" y="111"/>
                    <a:pt x="22" y="115"/>
                    <a:pt x="8" y="115"/>
                  </a:cubicBezTo>
                  <a:cubicBezTo>
                    <a:pt x="6" y="115"/>
                    <a:pt x="3" y="115"/>
                    <a:pt x="1" y="115"/>
                  </a:cubicBezTo>
                  <a:cubicBezTo>
                    <a:pt x="0" y="115"/>
                    <a:pt x="0" y="115"/>
                    <a:pt x="0" y="115"/>
                  </a:cubicBezTo>
                  <a:cubicBezTo>
                    <a:pt x="0" y="116"/>
                    <a:pt x="0" y="116"/>
                    <a:pt x="0" y="116"/>
                  </a:cubicBezTo>
                  <a:cubicBezTo>
                    <a:pt x="15" y="126"/>
                    <a:pt x="33" y="131"/>
                    <a:pt x="51" y="131"/>
                  </a:cubicBezTo>
                  <a:cubicBezTo>
                    <a:pt x="109" y="131"/>
                    <a:pt x="144" y="83"/>
                    <a:pt x="144" y="38"/>
                  </a:cubicBezTo>
                  <a:cubicBezTo>
                    <a:pt x="144" y="36"/>
                    <a:pt x="144" y="35"/>
                    <a:pt x="144" y="34"/>
                  </a:cubicBezTo>
                  <a:cubicBezTo>
                    <a:pt x="150" y="29"/>
                    <a:pt x="156" y="23"/>
                    <a:pt x="160" y="17"/>
                  </a:cubicBezTo>
                  <a:cubicBezTo>
                    <a:pt x="160" y="17"/>
                    <a:pt x="160" y="16"/>
                    <a:pt x="160" y="16"/>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sp>
          <p:nvSpPr>
            <p:cNvPr id="51" name="Freeform 21"/>
            <p:cNvSpPr>
              <a:spLocks/>
            </p:cNvSpPr>
            <p:nvPr/>
          </p:nvSpPr>
          <p:spPr bwMode="auto">
            <a:xfrm>
              <a:off x="5235659" y="5934143"/>
              <a:ext cx="207145" cy="261714"/>
            </a:xfrm>
            <a:custGeom>
              <a:avLst/>
              <a:gdLst>
                <a:gd name="T0" fmla="*/ 129 w 323"/>
                <a:gd name="T1" fmla="*/ 272 h 408"/>
                <a:gd name="T2" fmla="*/ 68 w 323"/>
                <a:gd name="T3" fmla="*/ 408 h 408"/>
                <a:gd name="T4" fmla="*/ 98 w 323"/>
                <a:gd name="T5" fmla="*/ 196 h 408"/>
                <a:gd name="T6" fmla="*/ 149 w 323"/>
                <a:gd name="T7" fmla="*/ 99 h 408"/>
                <a:gd name="T8" fmla="*/ 172 w 323"/>
                <a:gd name="T9" fmla="*/ 257 h 408"/>
                <a:gd name="T10" fmla="*/ 234 w 323"/>
                <a:gd name="T11" fmla="*/ 73 h 408"/>
                <a:gd name="T12" fmla="*/ 47 w 323"/>
                <a:gd name="T13" fmla="*/ 173 h 408"/>
                <a:gd name="T14" fmla="*/ 57 w 323"/>
                <a:gd name="T15" fmla="*/ 239 h 408"/>
                <a:gd name="T16" fmla="*/ 1 w 323"/>
                <a:gd name="T17" fmla="*/ 147 h 408"/>
                <a:gd name="T18" fmla="*/ 137 w 323"/>
                <a:gd name="T19" fmla="*/ 9 h 408"/>
                <a:gd name="T20" fmla="*/ 310 w 323"/>
                <a:gd name="T21" fmla="*/ 119 h 408"/>
                <a:gd name="T22" fmla="*/ 183 w 323"/>
                <a:gd name="T23" fmla="*/ 298 h 408"/>
                <a:gd name="T24" fmla="*/ 129 w 323"/>
                <a:gd name="T25" fmla="*/ 272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3" h="408">
                  <a:moveTo>
                    <a:pt x="129" y="272"/>
                  </a:moveTo>
                  <a:cubicBezTo>
                    <a:pt x="118" y="328"/>
                    <a:pt x="106" y="380"/>
                    <a:pt x="68" y="408"/>
                  </a:cubicBezTo>
                  <a:cubicBezTo>
                    <a:pt x="56" y="325"/>
                    <a:pt x="85" y="262"/>
                    <a:pt x="98" y="196"/>
                  </a:cubicBezTo>
                  <a:cubicBezTo>
                    <a:pt x="75" y="157"/>
                    <a:pt x="101" y="80"/>
                    <a:pt x="149" y="99"/>
                  </a:cubicBezTo>
                  <a:cubicBezTo>
                    <a:pt x="209" y="122"/>
                    <a:pt x="98" y="242"/>
                    <a:pt x="172" y="257"/>
                  </a:cubicBezTo>
                  <a:cubicBezTo>
                    <a:pt x="250" y="273"/>
                    <a:pt x="282" y="122"/>
                    <a:pt x="234" y="73"/>
                  </a:cubicBezTo>
                  <a:cubicBezTo>
                    <a:pt x="164" y="2"/>
                    <a:pt x="31" y="72"/>
                    <a:pt x="47" y="173"/>
                  </a:cubicBezTo>
                  <a:cubicBezTo>
                    <a:pt x="51" y="198"/>
                    <a:pt x="77" y="205"/>
                    <a:pt x="57" y="239"/>
                  </a:cubicBezTo>
                  <a:cubicBezTo>
                    <a:pt x="13" y="229"/>
                    <a:pt x="0" y="194"/>
                    <a:pt x="1" y="147"/>
                  </a:cubicBezTo>
                  <a:cubicBezTo>
                    <a:pt x="4" y="70"/>
                    <a:pt x="70" y="17"/>
                    <a:pt x="137" y="9"/>
                  </a:cubicBezTo>
                  <a:cubicBezTo>
                    <a:pt x="221" y="0"/>
                    <a:pt x="300" y="40"/>
                    <a:pt x="310" y="119"/>
                  </a:cubicBezTo>
                  <a:cubicBezTo>
                    <a:pt x="323" y="208"/>
                    <a:pt x="273" y="305"/>
                    <a:pt x="183" y="298"/>
                  </a:cubicBezTo>
                  <a:cubicBezTo>
                    <a:pt x="158" y="296"/>
                    <a:pt x="148" y="284"/>
                    <a:pt x="129" y="272"/>
                  </a:cubicBezTo>
                  <a:close/>
                </a:path>
              </a:pathLst>
            </a:custGeom>
            <a:solidFill>
              <a:schemeClr val="bg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mn-cs"/>
              </a:endParaRPr>
            </a:p>
          </p:txBody>
        </p:sp>
        <p:sp>
          <p:nvSpPr>
            <p:cNvPr id="52" name="Freeform 62"/>
            <p:cNvSpPr>
              <a:spLocks/>
            </p:cNvSpPr>
            <p:nvPr/>
          </p:nvSpPr>
          <p:spPr bwMode="auto">
            <a:xfrm>
              <a:off x="4063583" y="5934143"/>
              <a:ext cx="134925" cy="261714"/>
            </a:xfrm>
            <a:custGeom>
              <a:avLst/>
              <a:gdLst>
                <a:gd name="T0" fmla="*/ 84 w 84"/>
                <a:gd name="T1" fmla="*/ 27 h 163"/>
                <a:gd name="T2" fmla="*/ 69 w 84"/>
                <a:gd name="T3" fmla="*/ 27 h 163"/>
                <a:gd name="T4" fmla="*/ 54 w 84"/>
                <a:gd name="T5" fmla="*/ 41 h 163"/>
                <a:gd name="T6" fmla="*/ 54 w 84"/>
                <a:gd name="T7" fmla="*/ 60 h 163"/>
                <a:gd name="T8" fmla="*/ 83 w 84"/>
                <a:gd name="T9" fmla="*/ 60 h 163"/>
                <a:gd name="T10" fmla="*/ 83 w 84"/>
                <a:gd name="T11" fmla="*/ 88 h 163"/>
                <a:gd name="T12" fmla="*/ 54 w 84"/>
                <a:gd name="T13" fmla="*/ 88 h 163"/>
                <a:gd name="T14" fmla="*/ 54 w 84"/>
                <a:gd name="T15" fmla="*/ 163 h 163"/>
                <a:gd name="T16" fmla="*/ 25 w 84"/>
                <a:gd name="T17" fmla="*/ 163 h 163"/>
                <a:gd name="T18" fmla="*/ 25 w 84"/>
                <a:gd name="T19" fmla="*/ 88 h 163"/>
                <a:gd name="T20" fmla="*/ 0 w 84"/>
                <a:gd name="T21" fmla="*/ 88 h 163"/>
                <a:gd name="T22" fmla="*/ 0 w 84"/>
                <a:gd name="T23" fmla="*/ 60 h 163"/>
                <a:gd name="T24" fmla="*/ 25 w 84"/>
                <a:gd name="T25" fmla="*/ 60 h 163"/>
                <a:gd name="T26" fmla="*/ 25 w 84"/>
                <a:gd name="T27" fmla="*/ 38 h 163"/>
                <a:gd name="T28" fmla="*/ 62 w 84"/>
                <a:gd name="T29" fmla="*/ 0 h 163"/>
                <a:gd name="T30" fmla="*/ 84 w 84"/>
                <a:gd name="T31" fmla="*/ 0 h 163"/>
                <a:gd name="T32" fmla="*/ 84 w 84"/>
                <a:gd name="T33" fmla="*/ 27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63">
                  <a:moveTo>
                    <a:pt x="84" y="27"/>
                  </a:moveTo>
                  <a:cubicBezTo>
                    <a:pt x="69" y="27"/>
                    <a:pt x="69" y="27"/>
                    <a:pt x="69" y="27"/>
                  </a:cubicBezTo>
                  <a:cubicBezTo>
                    <a:pt x="57" y="27"/>
                    <a:pt x="54" y="33"/>
                    <a:pt x="54" y="41"/>
                  </a:cubicBezTo>
                  <a:cubicBezTo>
                    <a:pt x="54" y="60"/>
                    <a:pt x="54" y="60"/>
                    <a:pt x="54" y="60"/>
                  </a:cubicBezTo>
                  <a:cubicBezTo>
                    <a:pt x="83" y="60"/>
                    <a:pt x="83" y="60"/>
                    <a:pt x="83" y="60"/>
                  </a:cubicBezTo>
                  <a:cubicBezTo>
                    <a:pt x="83" y="88"/>
                    <a:pt x="83" y="88"/>
                    <a:pt x="83" y="88"/>
                  </a:cubicBezTo>
                  <a:cubicBezTo>
                    <a:pt x="54" y="88"/>
                    <a:pt x="54" y="88"/>
                    <a:pt x="54" y="88"/>
                  </a:cubicBezTo>
                  <a:cubicBezTo>
                    <a:pt x="54" y="163"/>
                    <a:pt x="54" y="163"/>
                    <a:pt x="54" y="163"/>
                  </a:cubicBezTo>
                  <a:cubicBezTo>
                    <a:pt x="25" y="163"/>
                    <a:pt x="25" y="163"/>
                    <a:pt x="25" y="163"/>
                  </a:cubicBezTo>
                  <a:cubicBezTo>
                    <a:pt x="25" y="88"/>
                    <a:pt x="25" y="88"/>
                    <a:pt x="25" y="88"/>
                  </a:cubicBezTo>
                  <a:cubicBezTo>
                    <a:pt x="0" y="88"/>
                    <a:pt x="0" y="88"/>
                    <a:pt x="0" y="88"/>
                  </a:cubicBezTo>
                  <a:cubicBezTo>
                    <a:pt x="0" y="60"/>
                    <a:pt x="0" y="60"/>
                    <a:pt x="0" y="60"/>
                  </a:cubicBezTo>
                  <a:cubicBezTo>
                    <a:pt x="25" y="60"/>
                    <a:pt x="25" y="60"/>
                    <a:pt x="25" y="60"/>
                  </a:cubicBezTo>
                  <a:cubicBezTo>
                    <a:pt x="25" y="38"/>
                    <a:pt x="25" y="38"/>
                    <a:pt x="25" y="38"/>
                  </a:cubicBezTo>
                  <a:cubicBezTo>
                    <a:pt x="25" y="13"/>
                    <a:pt x="40" y="0"/>
                    <a:pt x="62" y="0"/>
                  </a:cubicBezTo>
                  <a:cubicBezTo>
                    <a:pt x="84" y="0"/>
                    <a:pt x="84" y="0"/>
                    <a:pt x="84" y="0"/>
                  </a:cubicBezTo>
                  <a:lnTo>
                    <a:pt x="84" y="27"/>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grpSp>
    </p:spTree>
    <p:extLst>
      <p:ext uri="{BB962C8B-B14F-4D97-AF65-F5344CB8AC3E}">
        <p14:creationId xmlns:p14="http://schemas.microsoft.com/office/powerpoint/2010/main" val="189305977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53" presetClass="entr" presetSubtype="16" fill="hold" grpId="0" nodeType="afterEffect">
                                  <p:stCondLst>
                                    <p:cond delay="0"/>
                                  </p:stCondLst>
                                  <p:childTnLst>
                                    <p:set>
                                      <p:cBhvr>
                                        <p:cTn id="20" dur="1" fill="hold">
                                          <p:stCondLst>
                                            <p:cond delay="0"/>
                                          </p:stCondLst>
                                        </p:cTn>
                                        <p:tgtEl>
                                          <p:spTgt spid="9"/>
                                        </p:tgtEl>
                                        <p:attrNameLst>
                                          <p:attrName>style.visibility</p:attrName>
                                        </p:attrNameLst>
                                      </p:cBhvr>
                                      <p:to>
                                        <p:strVal val="visible"/>
                                      </p:to>
                                    </p:set>
                                    <p:anim calcmode="lin" valueType="num">
                                      <p:cBhvr>
                                        <p:cTn id="21" dur="500" fill="hold"/>
                                        <p:tgtEl>
                                          <p:spTgt spid="9"/>
                                        </p:tgtEl>
                                        <p:attrNameLst>
                                          <p:attrName>ppt_w</p:attrName>
                                        </p:attrNameLst>
                                      </p:cBhvr>
                                      <p:tavLst>
                                        <p:tav tm="0">
                                          <p:val>
                                            <p:fltVal val="0"/>
                                          </p:val>
                                        </p:tav>
                                        <p:tav tm="100000">
                                          <p:val>
                                            <p:strVal val="#ppt_w"/>
                                          </p:val>
                                        </p:tav>
                                      </p:tavLst>
                                    </p:anim>
                                    <p:anim calcmode="lin" valueType="num">
                                      <p:cBhvr>
                                        <p:cTn id="22" dur="500" fill="hold"/>
                                        <p:tgtEl>
                                          <p:spTgt spid="9"/>
                                        </p:tgtEl>
                                        <p:attrNameLst>
                                          <p:attrName>ppt_h</p:attrName>
                                        </p:attrNameLst>
                                      </p:cBhvr>
                                      <p:tavLst>
                                        <p:tav tm="0">
                                          <p:val>
                                            <p:fltVal val="0"/>
                                          </p:val>
                                        </p:tav>
                                        <p:tav tm="100000">
                                          <p:val>
                                            <p:strVal val="#ppt_h"/>
                                          </p:val>
                                        </p:tav>
                                      </p:tavLst>
                                    </p:anim>
                                    <p:animEffect transition="in" filter="fade">
                                      <p:cBhvr>
                                        <p:cTn id="23" dur="500"/>
                                        <p:tgtEl>
                                          <p:spTgt spid="9"/>
                                        </p:tgtEl>
                                      </p:cBhvr>
                                    </p:animEffect>
                                  </p:childTnLst>
                                </p:cTn>
                              </p:par>
                            </p:childTnLst>
                          </p:cTn>
                        </p:par>
                        <p:par>
                          <p:cTn id="24" fill="hold">
                            <p:stCondLst>
                              <p:cond delay="2000"/>
                            </p:stCondLst>
                            <p:childTnLst>
                              <p:par>
                                <p:cTn id="25" presetID="53" presetClass="entr" presetSubtype="16" fill="hold" grpId="0" nodeType="afterEffect">
                                  <p:stCondLst>
                                    <p:cond delay="0"/>
                                  </p:stCondLst>
                                  <p:childTnLst>
                                    <p:set>
                                      <p:cBhvr>
                                        <p:cTn id="26" dur="1" fill="hold">
                                          <p:stCondLst>
                                            <p:cond delay="0"/>
                                          </p:stCondLst>
                                        </p:cTn>
                                        <p:tgtEl>
                                          <p:spTgt spid="10"/>
                                        </p:tgtEl>
                                        <p:attrNameLst>
                                          <p:attrName>style.visibility</p:attrName>
                                        </p:attrNameLst>
                                      </p:cBhvr>
                                      <p:to>
                                        <p:strVal val="visible"/>
                                      </p:to>
                                    </p:set>
                                    <p:anim calcmode="lin" valueType="num">
                                      <p:cBhvr>
                                        <p:cTn id="27" dur="500" fill="hold"/>
                                        <p:tgtEl>
                                          <p:spTgt spid="10"/>
                                        </p:tgtEl>
                                        <p:attrNameLst>
                                          <p:attrName>ppt_w</p:attrName>
                                        </p:attrNameLst>
                                      </p:cBhvr>
                                      <p:tavLst>
                                        <p:tav tm="0">
                                          <p:val>
                                            <p:fltVal val="0"/>
                                          </p:val>
                                        </p:tav>
                                        <p:tav tm="100000">
                                          <p:val>
                                            <p:strVal val="#ppt_w"/>
                                          </p:val>
                                        </p:tav>
                                      </p:tavLst>
                                    </p:anim>
                                    <p:anim calcmode="lin" valueType="num">
                                      <p:cBhvr>
                                        <p:cTn id="28" dur="500" fill="hold"/>
                                        <p:tgtEl>
                                          <p:spTgt spid="10"/>
                                        </p:tgtEl>
                                        <p:attrNameLst>
                                          <p:attrName>ppt_h</p:attrName>
                                        </p:attrNameLst>
                                      </p:cBhvr>
                                      <p:tavLst>
                                        <p:tav tm="0">
                                          <p:val>
                                            <p:fltVal val="0"/>
                                          </p:val>
                                        </p:tav>
                                        <p:tav tm="100000">
                                          <p:val>
                                            <p:strVal val="#ppt_h"/>
                                          </p:val>
                                        </p:tav>
                                      </p:tavLst>
                                    </p:anim>
                                    <p:animEffect transition="in" filter="fade">
                                      <p:cBhvr>
                                        <p:cTn id="29" dur="500"/>
                                        <p:tgtEl>
                                          <p:spTgt spid="10"/>
                                        </p:tgtEl>
                                      </p:cBhvr>
                                    </p:animEffect>
                                  </p:childTnLst>
                                </p:cTn>
                              </p:par>
                            </p:childTnLst>
                          </p:cTn>
                        </p:par>
                        <p:par>
                          <p:cTn id="30" fill="hold">
                            <p:stCondLst>
                              <p:cond delay="2500"/>
                            </p:stCondLst>
                            <p:childTnLst>
                              <p:par>
                                <p:cTn id="31" presetID="53" presetClass="entr" presetSubtype="16" fill="hold" grpId="0" nodeType="afterEffect">
                                  <p:stCondLst>
                                    <p:cond delay="0"/>
                                  </p:stCondLst>
                                  <p:childTnLst>
                                    <p:set>
                                      <p:cBhvr>
                                        <p:cTn id="32" dur="1" fill="hold">
                                          <p:stCondLst>
                                            <p:cond delay="0"/>
                                          </p:stCondLst>
                                        </p:cTn>
                                        <p:tgtEl>
                                          <p:spTgt spid="11"/>
                                        </p:tgtEl>
                                        <p:attrNameLst>
                                          <p:attrName>style.visibility</p:attrName>
                                        </p:attrNameLst>
                                      </p:cBhvr>
                                      <p:to>
                                        <p:strVal val="visible"/>
                                      </p:to>
                                    </p:set>
                                    <p:anim calcmode="lin" valueType="num">
                                      <p:cBhvr>
                                        <p:cTn id="33" dur="500" fill="hold"/>
                                        <p:tgtEl>
                                          <p:spTgt spid="11"/>
                                        </p:tgtEl>
                                        <p:attrNameLst>
                                          <p:attrName>ppt_w</p:attrName>
                                        </p:attrNameLst>
                                      </p:cBhvr>
                                      <p:tavLst>
                                        <p:tav tm="0">
                                          <p:val>
                                            <p:fltVal val="0"/>
                                          </p:val>
                                        </p:tav>
                                        <p:tav tm="100000">
                                          <p:val>
                                            <p:strVal val="#ppt_w"/>
                                          </p:val>
                                        </p:tav>
                                      </p:tavLst>
                                    </p:anim>
                                    <p:anim calcmode="lin" valueType="num">
                                      <p:cBhvr>
                                        <p:cTn id="34" dur="500" fill="hold"/>
                                        <p:tgtEl>
                                          <p:spTgt spid="11"/>
                                        </p:tgtEl>
                                        <p:attrNameLst>
                                          <p:attrName>ppt_h</p:attrName>
                                        </p:attrNameLst>
                                      </p:cBhvr>
                                      <p:tavLst>
                                        <p:tav tm="0">
                                          <p:val>
                                            <p:fltVal val="0"/>
                                          </p:val>
                                        </p:tav>
                                        <p:tav tm="100000">
                                          <p:val>
                                            <p:strVal val="#ppt_h"/>
                                          </p:val>
                                        </p:tav>
                                      </p:tavLst>
                                    </p:anim>
                                    <p:animEffect transition="in" filter="fade">
                                      <p:cBhvr>
                                        <p:cTn id="35" dur="500"/>
                                        <p:tgtEl>
                                          <p:spTgt spid="11"/>
                                        </p:tgtEl>
                                      </p:cBhvr>
                                    </p:animEffect>
                                  </p:childTnLst>
                                </p:cTn>
                              </p:par>
                            </p:childTnLst>
                          </p:cTn>
                        </p:par>
                        <p:par>
                          <p:cTn id="36" fill="hold">
                            <p:stCondLst>
                              <p:cond delay="3000"/>
                            </p:stCondLst>
                            <p:childTnLst>
                              <p:par>
                                <p:cTn id="37" presetID="53" presetClass="entr" presetSubtype="16" fill="hold" grpId="0" nodeType="afterEffect">
                                  <p:stCondLst>
                                    <p:cond delay="0"/>
                                  </p:stCondLst>
                                  <p:childTnLst>
                                    <p:set>
                                      <p:cBhvr>
                                        <p:cTn id="38" dur="1" fill="hold">
                                          <p:stCondLst>
                                            <p:cond delay="0"/>
                                          </p:stCondLst>
                                        </p:cTn>
                                        <p:tgtEl>
                                          <p:spTgt spid="12"/>
                                        </p:tgtEl>
                                        <p:attrNameLst>
                                          <p:attrName>style.visibility</p:attrName>
                                        </p:attrNameLst>
                                      </p:cBhvr>
                                      <p:to>
                                        <p:strVal val="visible"/>
                                      </p:to>
                                    </p:set>
                                    <p:anim calcmode="lin" valueType="num">
                                      <p:cBhvr>
                                        <p:cTn id="39" dur="500" fill="hold"/>
                                        <p:tgtEl>
                                          <p:spTgt spid="12"/>
                                        </p:tgtEl>
                                        <p:attrNameLst>
                                          <p:attrName>ppt_w</p:attrName>
                                        </p:attrNameLst>
                                      </p:cBhvr>
                                      <p:tavLst>
                                        <p:tav tm="0">
                                          <p:val>
                                            <p:fltVal val="0"/>
                                          </p:val>
                                        </p:tav>
                                        <p:tav tm="100000">
                                          <p:val>
                                            <p:strVal val="#ppt_w"/>
                                          </p:val>
                                        </p:tav>
                                      </p:tavLst>
                                    </p:anim>
                                    <p:anim calcmode="lin" valueType="num">
                                      <p:cBhvr>
                                        <p:cTn id="40" dur="500" fill="hold"/>
                                        <p:tgtEl>
                                          <p:spTgt spid="12"/>
                                        </p:tgtEl>
                                        <p:attrNameLst>
                                          <p:attrName>ppt_h</p:attrName>
                                        </p:attrNameLst>
                                      </p:cBhvr>
                                      <p:tavLst>
                                        <p:tav tm="0">
                                          <p:val>
                                            <p:fltVal val="0"/>
                                          </p:val>
                                        </p:tav>
                                        <p:tav tm="100000">
                                          <p:val>
                                            <p:strVal val="#ppt_h"/>
                                          </p:val>
                                        </p:tav>
                                      </p:tavLst>
                                    </p:anim>
                                    <p:animEffect transition="in" filter="fade">
                                      <p:cBhvr>
                                        <p:cTn id="41" dur="500"/>
                                        <p:tgtEl>
                                          <p:spTgt spid="12"/>
                                        </p:tgtEl>
                                      </p:cBhvr>
                                    </p:animEffect>
                                  </p:childTnLst>
                                </p:cTn>
                              </p:par>
                            </p:childTnLst>
                          </p:cTn>
                        </p:par>
                        <p:par>
                          <p:cTn id="42" fill="hold">
                            <p:stCondLst>
                              <p:cond delay="3500"/>
                            </p:stCondLst>
                            <p:childTnLst>
                              <p:par>
                                <p:cTn id="43" presetID="53" presetClass="entr" presetSubtype="16" fill="hold" grpId="0" nodeType="afterEffect" nodePh="1">
                                  <p:stCondLst>
                                    <p:cond delay="0"/>
                                  </p:stCondLst>
                                  <p:endCondLst>
                                    <p:cond evt="begin" delay="0">
                                      <p:tn val="43"/>
                                    </p:cond>
                                  </p:endCondLst>
                                  <p:childTnLst>
                                    <p:set>
                                      <p:cBhvr>
                                        <p:cTn id="44" dur="1" fill="hold">
                                          <p:stCondLst>
                                            <p:cond delay="0"/>
                                          </p:stCondLst>
                                        </p:cTn>
                                        <p:tgtEl>
                                          <p:spTgt spid="13">
                                            <p:txEl>
                                              <p:pRg st="0" end="0"/>
                                            </p:txEl>
                                          </p:spTgt>
                                        </p:tgtEl>
                                        <p:attrNameLst>
                                          <p:attrName>style.visibility</p:attrName>
                                        </p:attrNameLst>
                                      </p:cBhvr>
                                      <p:to>
                                        <p:strVal val="visible"/>
                                      </p:to>
                                    </p:set>
                                    <p:anim calcmode="lin" valueType="num">
                                      <p:cBhvr>
                                        <p:cTn id="45" dur="500" fill="hold"/>
                                        <p:tgtEl>
                                          <p:spTgt spid="13">
                                            <p:txEl>
                                              <p:pRg st="0" end="0"/>
                                            </p:txEl>
                                          </p:spTgt>
                                        </p:tgtEl>
                                        <p:attrNameLst>
                                          <p:attrName>ppt_w</p:attrName>
                                        </p:attrNameLst>
                                      </p:cBhvr>
                                      <p:tavLst>
                                        <p:tav tm="0">
                                          <p:val>
                                            <p:fltVal val="0"/>
                                          </p:val>
                                        </p:tav>
                                        <p:tav tm="100000">
                                          <p:val>
                                            <p:strVal val="#ppt_w"/>
                                          </p:val>
                                        </p:tav>
                                      </p:tavLst>
                                    </p:anim>
                                    <p:anim calcmode="lin" valueType="num">
                                      <p:cBhvr>
                                        <p:cTn id="46" dur="500" fill="hold"/>
                                        <p:tgtEl>
                                          <p:spTgt spid="13">
                                            <p:txEl>
                                              <p:pRg st="0" end="0"/>
                                            </p:txEl>
                                          </p:spTgt>
                                        </p:tgtEl>
                                        <p:attrNameLst>
                                          <p:attrName>ppt_h</p:attrName>
                                        </p:attrNameLst>
                                      </p:cBhvr>
                                      <p:tavLst>
                                        <p:tav tm="0">
                                          <p:val>
                                            <p:fltVal val="0"/>
                                          </p:val>
                                        </p:tav>
                                        <p:tav tm="100000">
                                          <p:val>
                                            <p:strVal val="#ppt_h"/>
                                          </p:val>
                                        </p:tav>
                                      </p:tavLst>
                                    </p:anim>
                                    <p:animEffect transition="in" filter="fade">
                                      <p:cBhvr>
                                        <p:cTn id="47" dur="500"/>
                                        <p:tgtEl>
                                          <p:spTgt spid="13">
                                            <p:txEl>
                                              <p:pRg st="0" end="0"/>
                                            </p:txEl>
                                          </p:spTgt>
                                        </p:tgtEl>
                                      </p:cBhvr>
                                    </p:animEffect>
                                  </p:childTnLst>
                                </p:cTn>
                              </p:par>
                            </p:childTnLst>
                          </p:cTn>
                        </p:par>
                        <p:par>
                          <p:cTn id="48" fill="hold">
                            <p:stCondLst>
                              <p:cond delay="4000"/>
                            </p:stCondLst>
                            <p:childTnLst>
                              <p:par>
                                <p:cTn id="49" presetID="42" presetClass="entr" presetSubtype="0" fill="hold" grpId="0" nodeType="afterEffect" nodePh="1">
                                  <p:stCondLst>
                                    <p:cond delay="0"/>
                                  </p:stCondLst>
                                  <p:endCondLst>
                                    <p:cond evt="begin" delay="0">
                                      <p:tn val="49"/>
                                    </p:cond>
                                  </p:endCondLst>
                                  <p:childTnLst>
                                    <p:set>
                                      <p:cBhvr>
                                        <p:cTn id="50" dur="1" fill="hold">
                                          <p:stCondLst>
                                            <p:cond delay="0"/>
                                          </p:stCondLst>
                                        </p:cTn>
                                        <p:tgtEl>
                                          <p:spTgt spid="14">
                                            <p:txEl>
                                              <p:pRg st="0" end="0"/>
                                            </p:txEl>
                                          </p:spTgt>
                                        </p:tgtEl>
                                        <p:attrNameLst>
                                          <p:attrName>style.visibility</p:attrName>
                                        </p:attrNameLst>
                                      </p:cBhvr>
                                      <p:to>
                                        <p:strVal val="visible"/>
                                      </p:to>
                                    </p:set>
                                    <p:animEffect transition="in" filter="fade">
                                      <p:cBhvr>
                                        <p:cTn id="51" dur="500"/>
                                        <p:tgtEl>
                                          <p:spTgt spid="14">
                                            <p:txEl>
                                              <p:pRg st="0" end="0"/>
                                            </p:txEl>
                                          </p:spTgt>
                                        </p:tgtEl>
                                      </p:cBhvr>
                                    </p:animEffect>
                                    <p:anim calcmode="lin" valueType="num">
                                      <p:cBhvr>
                                        <p:cTn id="52" dur="500" fill="hold"/>
                                        <p:tgtEl>
                                          <p:spTgt spid="14">
                                            <p:txEl>
                                              <p:pRg st="0" end="0"/>
                                            </p:txEl>
                                          </p:spTgt>
                                        </p:tgtEl>
                                        <p:attrNameLst>
                                          <p:attrName>ppt_x</p:attrName>
                                        </p:attrNameLst>
                                      </p:cBhvr>
                                      <p:tavLst>
                                        <p:tav tm="0">
                                          <p:val>
                                            <p:strVal val="#ppt_x"/>
                                          </p:val>
                                        </p:tav>
                                        <p:tav tm="100000">
                                          <p:val>
                                            <p:strVal val="#ppt_x"/>
                                          </p:val>
                                        </p:tav>
                                      </p:tavLst>
                                    </p:anim>
                                    <p:anim calcmode="lin" valueType="num">
                                      <p:cBhvr>
                                        <p:cTn id="53" dur="500" fill="hold"/>
                                        <p:tgtEl>
                                          <p:spTgt spid="14">
                                            <p:txEl>
                                              <p:pRg st="0" end="0"/>
                                            </p:txEl>
                                          </p:spTgt>
                                        </p:tgtEl>
                                        <p:attrNameLst>
                                          <p:attrName>ppt_y</p:attrName>
                                        </p:attrNameLst>
                                      </p:cBhvr>
                                      <p:tavLst>
                                        <p:tav tm="0">
                                          <p:val>
                                            <p:strVal val="#ppt_y+.1"/>
                                          </p:val>
                                        </p:tav>
                                        <p:tav tm="100000">
                                          <p:val>
                                            <p:strVal val="#ppt_y"/>
                                          </p:val>
                                        </p:tav>
                                      </p:tavLst>
                                    </p:anim>
                                  </p:childTnLst>
                                </p:cTn>
                              </p:par>
                            </p:childTnLst>
                          </p:cTn>
                        </p:par>
                        <p:par>
                          <p:cTn id="54" fill="hold">
                            <p:stCondLst>
                              <p:cond delay="4500"/>
                            </p:stCondLst>
                            <p:childTnLst>
                              <p:par>
                                <p:cTn id="55" presetID="42" presetClass="entr" presetSubtype="0" fill="hold" grpId="0" nodeType="afterEffect" nodePh="1">
                                  <p:stCondLst>
                                    <p:cond delay="0"/>
                                  </p:stCondLst>
                                  <p:endCondLst>
                                    <p:cond evt="begin" delay="0">
                                      <p:tn val="55"/>
                                    </p:cond>
                                  </p:endCondLst>
                                  <p:childTnLst>
                                    <p:set>
                                      <p:cBhvr>
                                        <p:cTn id="56" dur="1" fill="hold">
                                          <p:stCondLst>
                                            <p:cond delay="0"/>
                                          </p:stCondLst>
                                        </p:cTn>
                                        <p:tgtEl>
                                          <p:spTgt spid="21">
                                            <p:txEl>
                                              <p:pRg st="0" end="0"/>
                                            </p:txEl>
                                          </p:spTgt>
                                        </p:tgtEl>
                                        <p:attrNameLst>
                                          <p:attrName>style.visibility</p:attrName>
                                        </p:attrNameLst>
                                      </p:cBhvr>
                                      <p:to>
                                        <p:strVal val="visible"/>
                                      </p:to>
                                    </p:set>
                                    <p:animEffect transition="in" filter="fade">
                                      <p:cBhvr>
                                        <p:cTn id="57" dur="500"/>
                                        <p:tgtEl>
                                          <p:spTgt spid="21">
                                            <p:txEl>
                                              <p:pRg st="0" end="0"/>
                                            </p:txEl>
                                          </p:spTgt>
                                        </p:tgtEl>
                                      </p:cBhvr>
                                    </p:animEffect>
                                    <p:anim calcmode="lin" valueType="num">
                                      <p:cBhvr>
                                        <p:cTn id="58" dur="500" fill="hold"/>
                                        <p:tgtEl>
                                          <p:spTgt spid="21">
                                            <p:txEl>
                                              <p:pRg st="0" end="0"/>
                                            </p:txEl>
                                          </p:spTgt>
                                        </p:tgtEl>
                                        <p:attrNameLst>
                                          <p:attrName>ppt_x</p:attrName>
                                        </p:attrNameLst>
                                      </p:cBhvr>
                                      <p:tavLst>
                                        <p:tav tm="0">
                                          <p:val>
                                            <p:strVal val="#ppt_x"/>
                                          </p:val>
                                        </p:tav>
                                        <p:tav tm="100000">
                                          <p:val>
                                            <p:strVal val="#ppt_x"/>
                                          </p:val>
                                        </p:tav>
                                      </p:tavLst>
                                    </p:anim>
                                    <p:anim calcmode="lin" valueType="num">
                                      <p:cBhvr>
                                        <p:cTn id="59" dur="500" fill="hold"/>
                                        <p:tgtEl>
                                          <p:spTgt spid="21">
                                            <p:txEl>
                                              <p:pRg st="0" end="0"/>
                                            </p:txEl>
                                          </p:spTgt>
                                        </p:tgtEl>
                                        <p:attrNameLst>
                                          <p:attrName>ppt_y</p:attrName>
                                        </p:attrNameLst>
                                      </p:cBhvr>
                                      <p:tavLst>
                                        <p:tav tm="0">
                                          <p:val>
                                            <p:strVal val="#ppt_y+.1"/>
                                          </p:val>
                                        </p:tav>
                                        <p:tav tm="100000">
                                          <p:val>
                                            <p:strVal val="#ppt_y"/>
                                          </p:val>
                                        </p:tav>
                                      </p:tavLst>
                                    </p:anim>
                                  </p:childTnLst>
                                </p:cTn>
                              </p:par>
                            </p:childTnLst>
                          </p:cTn>
                        </p:par>
                        <p:par>
                          <p:cTn id="60" fill="hold">
                            <p:stCondLst>
                              <p:cond delay="5000"/>
                            </p:stCondLst>
                            <p:childTnLst>
                              <p:par>
                                <p:cTn id="61" presetID="10" presetClass="entr" presetSubtype="0" fill="hold" nodeType="afterEffect">
                                  <p:stCondLst>
                                    <p:cond delay="0"/>
                                  </p:stCondLst>
                                  <p:childTnLst>
                                    <p:set>
                                      <p:cBhvr>
                                        <p:cTn id="62" dur="1" fill="hold">
                                          <p:stCondLst>
                                            <p:cond delay="0"/>
                                          </p:stCondLst>
                                        </p:cTn>
                                        <p:tgtEl>
                                          <p:spTgt spid="25"/>
                                        </p:tgtEl>
                                        <p:attrNameLst>
                                          <p:attrName>style.visibility</p:attrName>
                                        </p:attrNameLst>
                                      </p:cBhvr>
                                      <p:to>
                                        <p:strVal val="visible"/>
                                      </p:to>
                                    </p:set>
                                    <p:animEffect transition="in" filter="fade">
                                      <p:cBhvr>
                                        <p:cTn id="63" dur="500"/>
                                        <p:tgtEl>
                                          <p:spTgt spid="25"/>
                                        </p:tgtEl>
                                      </p:cBhvr>
                                    </p:animEffect>
                                  </p:childTnLst>
                                </p:cTn>
                              </p:par>
                            </p:childTnLst>
                          </p:cTn>
                        </p:par>
                        <p:par>
                          <p:cTn id="64" fill="hold">
                            <p:stCondLst>
                              <p:cond delay="5500"/>
                            </p:stCondLst>
                            <p:childTnLst>
                              <p:par>
                                <p:cTn id="65" presetID="53" presetClass="entr" presetSubtype="16" fill="hold" grpId="0" nodeType="afterEffect" nodePh="1">
                                  <p:stCondLst>
                                    <p:cond delay="0"/>
                                  </p:stCondLst>
                                  <p:endCondLst>
                                    <p:cond evt="begin" delay="0">
                                      <p:tn val="65"/>
                                    </p:cond>
                                  </p:endCondLst>
                                  <p:childTnLst>
                                    <p:set>
                                      <p:cBhvr>
                                        <p:cTn id="66" dur="1" fill="hold">
                                          <p:stCondLst>
                                            <p:cond delay="0"/>
                                          </p:stCondLst>
                                        </p:cTn>
                                        <p:tgtEl>
                                          <p:spTgt spid="15">
                                            <p:txEl>
                                              <p:pRg st="0" end="0"/>
                                            </p:txEl>
                                          </p:spTgt>
                                        </p:tgtEl>
                                        <p:attrNameLst>
                                          <p:attrName>style.visibility</p:attrName>
                                        </p:attrNameLst>
                                      </p:cBhvr>
                                      <p:to>
                                        <p:strVal val="visible"/>
                                      </p:to>
                                    </p:set>
                                    <p:anim calcmode="lin" valueType="num">
                                      <p:cBhvr>
                                        <p:cTn id="67" dur="500" fill="hold"/>
                                        <p:tgtEl>
                                          <p:spTgt spid="15">
                                            <p:txEl>
                                              <p:pRg st="0" end="0"/>
                                            </p:txEl>
                                          </p:spTgt>
                                        </p:tgtEl>
                                        <p:attrNameLst>
                                          <p:attrName>ppt_w</p:attrName>
                                        </p:attrNameLst>
                                      </p:cBhvr>
                                      <p:tavLst>
                                        <p:tav tm="0">
                                          <p:val>
                                            <p:fltVal val="0"/>
                                          </p:val>
                                        </p:tav>
                                        <p:tav tm="100000">
                                          <p:val>
                                            <p:strVal val="#ppt_w"/>
                                          </p:val>
                                        </p:tav>
                                      </p:tavLst>
                                    </p:anim>
                                    <p:anim calcmode="lin" valueType="num">
                                      <p:cBhvr>
                                        <p:cTn id="68" dur="500" fill="hold"/>
                                        <p:tgtEl>
                                          <p:spTgt spid="15">
                                            <p:txEl>
                                              <p:pRg st="0" end="0"/>
                                            </p:txEl>
                                          </p:spTgt>
                                        </p:tgtEl>
                                        <p:attrNameLst>
                                          <p:attrName>ppt_h</p:attrName>
                                        </p:attrNameLst>
                                      </p:cBhvr>
                                      <p:tavLst>
                                        <p:tav tm="0">
                                          <p:val>
                                            <p:fltVal val="0"/>
                                          </p:val>
                                        </p:tav>
                                        <p:tav tm="100000">
                                          <p:val>
                                            <p:strVal val="#ppt_h"/>
                                          </p:val>
                                        </p:tav>
                                      </p:tavLst>
                                    </p:anim>
                                    <p:animEffect transition="in" filter="fade">
                                      <p:cBhvr>
                                        <p:cTn id="69" dur="500"/>
                                        <p:tgtEl>
                                          <p:spTgt spid="15">
                                            <p:txEl>
                                              <p:pRg st="0" end="0"/>
                                            </p:txEl>
                                          </p:spTgt>
                                        </p:tgtEl>
                                      </p:cBhvr>
                                    </p:animEffect>
                                  </p:childTnLst>
                                </p:cTn>
                              </p:par>
                            </p:childTnLst>
                          </p:cTn>
                        </p:par>
                        <p:par>
                          <p:cTn id="70" fill="hold">
                            <p:stCondLst>
                              <p:cond delay="6000"/>
                            </p:stCondLst>
                            <p:childTnLst>
                              <p:par>
                                <p:cTn id="71" presetID="42" presetClass="entr" presetSubtype="0" fill="hold" grpId="0" nodeType="afterEffect" nodePh="1">
                                  <p:stCondLst>
                                    <p:cond delay="0"/>
                                  </p:stCondLst>
                                  <p:endCondLst>
                                    <p:cond evt="begin" delay="0">
                                      <p:tn val="71"/>
                                    </p:cond>
                                  </p:endCondLst>
                                  <p:childTnLst>
                                    <p:set>
                                      <p:cBhvr>
                                        <p:cTn id="72" dur="1" fill="hold">
                                          <p:stCondLst>
                                            <p:cond delay="0"/>
                                          </p:stCondLst>
                                        </p:cTn>
                                        <p:tgtEl>
                                          <p:spTgt spid="16">
                                            <p:txEl>
                                              <p:pRg st="0" end="0"/>
                                            </p:txEl>
                                          </p:spTgt>
                                        </p:tgtEl>
                                        <p:attrNameLst>
                                          <p:attrName>style.visibility</p:attrName>
                                        </p:attrNameLst>
                                      </p:cBhvr>
                                      <p:to>
                                        <p:strVal val="visible"/>
                                      </p:to>
                                    </p:set>
                                    <p:animEffect transition="in" filter="fade">
                                      <p:cBhvr>
                                        <p:cTn id="73" dur="500"/>
                                        <p:tgtEl>
                                          <p:spTgt spid="16">
                                            <p:txEl>
                                              <p:pRg st="0" end="0"/>
                                            </p:txEl>
                                          </p:spTgt>
                                        </p:tgtEl>
                                      </p:cBhvr>
                                    </p:animEffect>
                                    <p:anim calcmode="lin" valueType="num">
                                      <p:cBhvr>
                                        <p:cTn id="74" dur="500" fill="hold"/>
                                        <p:tgtEl>
                                          <p:spTgt spid="16">
                                            <p:txEl>
                                              <p:pRg st="0" end="0"/>
                                            </p:txEl>
                                          </p:spTgt>
                                        </p:tgtEl>
                                        <p:attrNameLst>
                                          <p:attrName>ppt_x</p:attrName>
                                        </p:attrNameLst>
                                      </p:cBhvr>
                                      <p:tavLst>
                                        <p:tav tm="0">
                                          <p:val>
                                            <p:strVal val="#ppt_x"/>
                                          </p:val>
                                        </p:tav>
                                        <p:tav tm="100000">
                                          <p:val>
                                            <p:strVal val="#ppt_x"/>
                                          </p:val>
                                        </p:tav>
                                      </p:tavLst>
                                    </p:anim>
                                    <p:anim calcmode="lin" valueType="num">
                                      <p:cBhvr>
                                        <p:cTn id="75" dur="500" fill="hold"/>
                                        <p:tgtEl>
                                          <p:spTgt spid="16">
                                            <p:txEl>
                                              <p:pRg st="0" end="0"/>
                                            </p:txEl>
                                          </p:spTgt>
                                        </p:tgtEl>
                                        <p:attrNameLst>
                                          <p:attrName>ppt_y</p:attrName>
                                        </p:attrNameLst>
                                      </p:cBhvr>
                                      <p:tavLst>
                                        <p:tav tm="0">
                                          <p:val>
                                            <p:strVal val="#ppt_y+.1"/>
                                          </p:val>
                                        </p:tav>
                                        <p:tav tm="100000">
                                          <p:val>
                                            <p:strVal val="#ppt_y"/>
                                          </p:val>
                                        </p:tav>
                                      </p:tavLst>
                                    </p:anim>
                                  </p:childTnLst>
                                </p:cTn>
                              </p:par>
                            </p:childTnLst>
                          </p:cTn>
                        </p:par>
                        <p:par>
                          <p:cTn id="76" fill="hold">
                            <p:stCondLst>
                              <p:cond delay="6500"/>
                            </p:stCondLst>
                            <p:childTnLst>
                              <p:par>
                                <p:cTn id="77" presetID="42" presetClass="entr" presetSubtype="0" fill="hold" grpId="0" nodeType="afterEffect" nodePh="1">
                                  <p:stCondLst>
                                    <p:cond delay="0"/>
                                  </p:stCondLst>
                                  <p:endCondLst>
                                    <p:cond evt="begin" delay="0">
                                      <p:tn val="77"/>
                                    </p:cond>
                                  </p:endCondLst>
                                  <p:childTnLst>
                                    <p:set>
                                      <p:cBhvr>
                                        <p:cTn id="78" dur="1" fill="hold">
                                          <p:stCondLst>
                                            <p:cond delay="0"/>
                                          </p:stCondLst>
                                        </p:cTn>
                                        <p:tgtEl>
                                          <p:spTgt spid="22">
                                            <p:txEl>
                                              <p:pRg st="0" end="0"/>
                                            </p:txEl>
                                          </p:spTgt>
                                        </p:tgtEl>
                                        <p:attrNameLst>
                                          <p:attrName>style.visibility</p:attrName>
                                        </p:attrNameLst>
                                      </p:cBhvr>
                                      <p:to>
                                        <p:strVal val="visible"/>
                                      </p:to>
                                    </p:set>
                                    <p:animEffect transition="in" filter="fade">
                                      <p:cBhvr>
                                        <p:cTn id="79" dur="500"/>
                                        <p:tgtEl>
                                          <p:spTgt spid="22">
                                            <p:txEl>
                                              <p:pRg st="0" end="0"/>
                                            </p:txEl>
                                          </p:spTgt>
                                        </p:tgtEl>
                                      </p:cBhvr>
                                    </p:animEffect>
                                    <p:anim calcmode="lin" valueType="num">
                                      <p:cBhvr>
                                        <p:cTn id="80" dur="500" fill="hold"/>
                                        <p:tgtEl>
                                          <p:spTgt spid="22">
                                            <p:txEl>
                                              <p:pRg st="0" end="0"/>
                                            </p:txEl>
                                          </p:spTgt>
                                        </p:tgtEl>
                                        <p:attrNameLst>
                                          <p:attrName>ppt_x</p:attrName>
                                        </p:attrNameLst>
                                      </p:cBhvr>
                                      <p:tavLst>
                                        <p:tav tm="0">
                                          <p:val>
                                            <p:strVal val="#ppt_x"/>
                                          </p:val>
                                        </p:tav>
                                        <p:tav tm="100000">
                                          <p:val>
                                            <p:strVal val="#ppt_x"/>
                                          </p:val>
                                        </p:tav>
                                      </p:tavLst>
                                    </p:anim>
                                    <p:anim calcmode="lin" valueType="num">
                                      <p:cBhvr>
                                        <p:cTn id="81" dur="500" fill="hold"/>
                                        <p:tgtEl>
                                          <p:spTgt spid="22">
                                            <p:txEl>
                                              <p:pRg st="0" end="0"/>
                                            </p:txEl>
                                          </p:spTgt>
                                        </p:tgtEl>
                                        <p:attrNameLst>
                                          <p:attrName>ppt_y</p:attrName>
                                        </p:attrNameLst>
                                      </p:cBhvr>
                                      <p:tavLst>
                                        <p:tav tm="0">
                                          <p:val>
                                            <p:strVal val="#ppt_y+.1"/>
                                          </p:val>
                                        </p:tav>
                                        <p:tav tm="100000">
                                          <p:val>
                                            <p:strVal val="#ppt_y"/>
                                          </p:val>
                                        </p:tav>
                                      </p:tavLst>
                                    </p:anim>
                                  </p:childTnLst>
                                </p:cTn>
                              </p:par>
                            </p:childTnLst>
                          </p:cTn>
                        </p:par>
                        <p:par>
                          <p:cTn id="82" fill="hold">
                            <p:stCondLst>
                              <p:cond delay="7000"/>
                            </p:stCondLst>
                            <p:childTnLst>
                              <p:par>
                                <p:cTn id="83" presetID="10" presetClass="entr" presetSubtype="0" fill="hold" nodeType="afterEffect">
                                  <p:stCondLst>
                                    <p:cond delay="0"/>
                                  </p:stCondLst>
                                  <p:childTnLst>
                                    <p:set>
                                      <p:cBhvr>
                                        <p:cTn id="84" dur="1" fill="hold">
                                          <p:stCondLst>
                                            <p:cond delay="0"/>
                                          </p:stCondLst>
                                        </p:cTn>
                                        <p:tgtEl>
                                          <p:spTgt spid="32"/>
                                        </p:tgtEl>
                                        <p:attrNameLst>
                                          <p:attrName>style.visibility</p:attrName>
                                        </p:attrNameLst>
                                      </p:cBhvr>
                                      <p:to>
                                        <p:strVal val="visible"/>
                                      </p:to>
                                    </p:set>
                                    <p:animEffect transition="in" filter="fade">
                                      <p:cBhvr>
                                        <p:cTn id="85" dur="500"/>
                                        <p:tgtEl>
                                          <p:spTgt spid="32"/>
                                        </p:tgtEl>
                                      </p:cBhvr>
                                    </p:animEffect>
                                  </p:childTnLst>
                                </p:cTn>
                              </p:par>
                            </p:childTnLst>
                          </p:cTn>
                        </p:par>
                        <p:par>
                          <p:cTn id="86" fill="hold">
                            <p:stCondLst>
                              <p:cond delay="7500"/>
                            </p:stCondLst>
                            <p:childTnLst>
                              <p:par>
                                <p:cTn id="87" presetID="53" presetClass="entr" presetSubtype="16" fill="hold" grpId="0" nodeType="afterEffect" nodePh="1">
                                  <p:stCondLst>
                                    <p:cond delay="0"/>
                                  </p:stCondLst>
                                  <p:endCondLst>
                                    <p:cond evt="begin" delay="0">
                                      <p:tn val="87"/>
                                    </p:cond>
                                  </p:endCondLst>
                                  <p:childTnLst>
                                    <p:set>
                                      <p:cBhvr>
                                        <p:cTn id="88" dur="1" fill="hold">
                                          <p:stCondLst>
                                            <p:cond delay="0"/>
                                          </p:stCondLst>
                                        </p:cTn>
                                        <p:tgtEl>
                                          <p:spTgt spid="17">
                                            <p:txEl>
                                              <p:pRg st="0" end="0"/>
                                            </p:txEl>
                                          </p:spTgt>
                                        </p:tgtEl>
                                        <p:attrNameLst>
                                          <p:attrName>style.visibility</p:attrName>
                                        </p:attrNameLst>
                                      </p:cBhvr>
                                      <p:to>
                                        <p:strVal val="visible"/>
                                      </p:to>
                                    </p:set>
                                    <p:anim calcmode="lin" valueType="num">
                                      <p:cBhvr>
                                        <p:cTn id="89" dur="500" fill="hold"/>
                                        <p:tgtEl>
                                          <p:spTgt spid="17">
                                            <p:txEl>
                                              <p:pRg st="0" end="0"/>
                                            </p:txEl>
                                          </p:spTgt>
                                        </p:tgtEl>
                                        <p:attrNameLst>
                                          <p:attrName>ppt_w</p:attrName>
                                        </p:attrNameLst>
                                      </p:cBhvr>
                                      <p:tavLst>
                                        <p:tav tm="0">
                                          <p:val>
                                            <p:fltVal val="0"/>
                                          </p:val>
                                        </p:tav>
                                        <p:tav tm="100000">
                                          <p:val>
                                            <p:strVal val="#ppt_w"/>
                                          </p:val>
                                        </p:tav>
                                      </p:tavLst>
                                    </p:anim>
                                    <p:anim calcmode="lin" valueType="num">
                                      <p:cBhvr>
                                        <p:cTn id="90" dur="500" fill="hold"/>
                                        <p:tgtEl>
                                          <p:spTgt spid="17">
                                            <p:txEl>
                                              <p:pRg st="0" end="0"/>
                                            </p:txEl>
                                          </p:spTgt>
                                        </p:tgtEl>
                                        <p:attrNameLst>
                                          <p:attrName>ppt_h</p:attrName>
                                        </p:attrNameLst>
                                      </p:cBhvr>
                                      <p:tavLst>
                                        <p:tav tm="0">
                                          <p:val>
                                            <p:fltVal val="0"/>
                                          </p:val>
                                        </p:tav>
                                        <p:tav tm="100000">
                                          <p:val>
                                            <p:strVal val="#ppt_h"/>
                                          </p:val>
                                        </p:tav>
                                      </p:tavLst>
                                    </p:anim>
                                    <p:animEffect transition="in" filter="fade">
                                      <p:cBhvr>
                                        <p:cTn id="91" dur="500"/>
                                        <p:tgtEl>
                                          <p:spTgt spid="17">
                                            <p:txEl>
                                              <p:pRg st="0" end="0"/>
                                            </p:txEl>
                                          </p:spTgt>
                                        </p:tgtEl>
                                      </p:cBhvr>
                                    </p:animEffect>
                                  </p:childTnLst>
                                </p:cTn>
                              </p:par>
                            </p:childTnLst>
                          </p:cTn>
                        </p:par>
                        <p:par>
                          <p:cTn id="92" fill="hold">
                            <p:stCondLst>
                              <p:cond delay="8000"/>
                            </p:stCondLst>
                            <p:childTnLst>
                              <p:par>
                                <p:cTn id="93" presetID="42" presetClass="entr" presetSubtype="0" fill="hold" grpId="0" nodeType="afterEffect" nodePh="1">
                                  <p:stCondLst>
                                    <p:cond delay="0"/>
                                  </p:stCondLst>
                                  <p:endCondLst>
                                    <p:cond evt="begin" delay="0">
                                      <p:tn val="93"/>
                                    </p:cond>
                                  </p:endCondLst>
                                  <p:childTnLst>
                                    <p:set>
                                      <p:cBhvr>
                                        <p:cTn id="94" dur="1" fill="hold">
                                          <p:stCondLst>
                                            <p:cond delay="0"/>
                                          </p:stCondLst>
                                        </p:cTn>
                                        <p:tgtEl>
                                          <p:spTgt spid="18">
                                            <p:txEl>
                                              <p:pRg st="0" end="0"/>
                                            </p:txEl>
                                          </p:spTgt>
                                        </p:tgtEl>
                                        <p:attrNameLst>
                                          <p:attrName>style.visibility</p:attrName>
                                        </p:attrNameLst>
                                      </p:cBhvr>
                                      <p:to>
                                        <p:strVal val="visible"/>
                                      </p:to>
                                    </p:set>
                                    <p:animEffect transition="in" filter="fade">
                                      <p:cBhvr>
                                        <p:cTn id="95" dur="500"/>
                                        <p:tgtEl>
                                          <p:spTgt spid="18">
                                            <p:txEl>
                                              <p:pRg st="0" end="0"/>
                                            </p:txEl>
                                          </p:spTgt>
                                        </p:tgtEl>
                                      </p:cBhvr>
                                    </p:animEffect>
                                    <p:anim calcmode="lin" valueType="num">
                                      <p:cBhvr>
                                        <p:cTn id="96" dur="500" fill="hold"/>
                                        <p:tgtEl>
                                          <p:spTgt spid="18">
                                            <p:txEl>
                                              <p:pRg st="0" end="0"/>
                                            </p:txEl>
                                          </p:spTgt>
                                        </p:tgtEl>
                                        <p:attrNameLst>
                                          <p:attrName>ppt_x</p:attrName>
                                        </p:attrNameLst>
                                      </p:cBhvr>
                                      <p:tavLst>
                                        <p:tav tm="0">
                                          <p:val>
                                            <p:strVal val="#ppt_x"/>
                                          </p:val>
                                        </p:tav>
                                        <p:tav tm="100000">
                                          <p:val>
                                            <p:strVal val="#ppt_x"/>
                                          </p:val>
                                        </p:tav>
                                      </p:tavLst>
                                    </p:anim>
                                    <p:anim calcmode="lin" valueType="num">
                                      <p:cBhvr>
                                        <p:cTn id="97" dur="500" fill="hold"/>
                                        <p:tgtEl>
                                          <p:spTgt spid="18">
                                            <p:txEl>
                                              <p:pRg st="0" end="0"/>
                                            </p:txEl>
                                          </p:spTgt>
                                        </p:tgtEl>
                                        <p:attrNameLst>
                                          <p:attrName>ppt_y</p:attrName>
                                        </p:attrNameLst>
                                      </p:cBhvr>
                                      <p:tavLst>
                                        <p:tav tm="0">
                                          <p:val>
                                            <p:strVal val="#ppt_y+.1"/>
                                          </p:val>
                                        </p:tav>
                                        <p:tav tm="100000">
                                          <p:val>
                                            <p:strVal val="#ppt_y"/>
                                          </p:val>
                                        </p:tav>
                                      </p:tavLst>
                                    </p:anim>
                                  </p:childTnLst>
                                </p:cTn>
                              </p:par>
                            </p:childTnLst>
                          </p:cTn>
                        </p:par>
                        <p:par>
                          <p:cTn id="98" fill="hold">
                            <p:stCondLst>
                              <p:cond delay="8500"/>
                            </p:stCondLst>
                            <p:childTnLst>
                              <p:par>
                                <p:cTn id="99" presetID="42" presetClass="entr" presetSubtype="0" fill="hold" grpId="0" nodeType="afterEffect" nodePh="1">
                                  <p:stCondLst>
                                    <p:cond delay="0"/>
                                  </p:stCondLst>
                                  <p:endCondLst>
                                    <p:cond evt="begin" delay="0">
                                      <p:tn val="99"/>
                                    </p:cond>
                                  </p:endCondLst>
                                  <p:childTnLst>
                                    <p:set>
                                      <p:cBhvr>
                                        <p:cTn id="100" dur="1" fill="hold">
                                          <p:stCondLst>
                                            <p:cond delay="0"/>
                                          </p:stCondLst>
                                        </p:cTn>
                                        <p:tgtEl>
                                          <p:spTgt spid="23">
                                            <p:txEl>
                                              <p:pRg st="0" end="0"/>
                                            </p:txEl>
                                          </p:spTgt>
                                        </p:tgtEl>
                                        <p:attrNameLst>
                                          <p:attrName>style.visibility</p:attrName>
                                        </p:attrNameLst>
                                      </p:cBhvr>
                                      <p:to>
                                        <p:strVal val="visible"/>
                                      </p:to>
                                    </p:set>
                                    <p:animEffect transition="in" filter="fade">
                                      <p:cBhvr>
                                        <p:cTn id="101" dur="500"/>
                                        <p:tgtEl>
                                          <p:spTgt spid="23">
                                            <p:txEl>
                                              <p:pRg st="0" end="0"/>
                                            </p:txEl>
                                          </p:spTgt>
                                        </p:tgtEl>
                                      </p:cBhvr>
                                    </p:animEffect>
                                    <p:anim calcmode="lin" valueType="num">
                                      <p:cBhvr>
                                        <p:cTn id="102" dur="500" fill="hold"/>
                                        <p:tgtEl>
                                          <p:spTgt spid="23">
                                            <p:txEl>
                                              <p:pRg st="0" end="0"/>
                                            </p:txEl>
                                          </p:spTgt>
                                        </p:tgtEl>
                                        <p:attrNameLst>
                                          <p:attrName>ppt_x</p:attrName>
                                        </p:attrNameLst>
                                      </p:cBhvr>
                                      <p:tavLst>
                                        <p:tav tm="0">
                                          <p:val>
                                            <p:strVal val="#ppt_x"/>
                                          </p:val>
                                        </p:tav>
                                        <p:tav tm="100000">
                                          <p:val>
                                            <p:strVal val="#ppt_x"/>
                                          </p:val>
                                        </p:tav>
                                      </p:tavLst>
                                    </p:anim>
                                    <p:anim calcmode="lin" valueType="num">
                                      <p:cBhvr>
                                        <p:cTn id="103" dur="500" fill="hold"/>
                                        <p:tgtEl>
                                          <p:spTgt spid="23">
                                            <p:txEl>
                                              <p:pRg st="0" end="0"/>
                                            </p:txEl>
                                          </p:spTgt>
                                        </p:tgtEl>
                                        <p:attrNameLst>
                                          <p:attrName>ppt_y</p:attrName>
                                        </p:attrNameLst>
                                      </p:cBhvr>
                                      <p:tavLst>
                                        <p:tav tm="0">
                                          <p:val>
                                            <p:strVal val="#ppt_y+.1"/>
                                          </p:val>
                                        </p:tav>
                                        <p:tav tm="100000">
                                          <p:val>
                                            <p:strVal val="#ppt_y"/>
                                          </p:val>
                                        </p:tav>
                                      </p:tavLst>
                                    </p:anim>
                                  </p:childTnLst>
                                </p:cTn>
                              </p:par>
                            </p:childTnLst>
                          </p:cTn>
                        </p:par>
                        <p:par>
                          <p:cTn id="104" fill="hold">
                            <p:stCondLst>
                              <p:cond delay="9000"/>
                            </p:stCondLst>
                            <p:childTnLst>
                              <p:par>
                                <p:cTn id="105" presetID="10" presetClass="entr" presetSubtype="0" fill="hold" nodeType="afterEffect">
                                  <p:stCondLst>
                                    <p:cond delay="0"/>
                                  </p:stCondLst>
                                  <p:childTnLst>
                                    <p:set>
                                      <p:cBhvr>
                                        <p:cTn id="106" dur="1" fill="hold">
                                          <p:stCondLst>
                                            <p:cond delay="0"/>
                                          </p:stCondLst>
                                        </p:cTn>
                                        <p:tgtEl>
                                          <p:spTgt spid="39"/>
                                        </p:tgtEl>
                                        <p:attrNameLst>
                                          <p:attrName>style.visibility</p:attrName>
                                        </p:attrNameLst>
                                      </p:cBhvr>
                                      <p:to>
                                        <p:strVal val="visible"/>
                                      </p:to>
                                    </p:set>
                                    <p:animEffect transition="in" filter="fade">
                                      <p:cBhvr>
                                        <p:cTn id="107" dur="500"/>
                                        <p:tgtEl>
                                          <p:spTgt spid="39"/>
                                        </p:tgtEl>
                                      </p:cBhvr>
                                    </p:animEffect>
                                  </p:childTnLst>
                                </p:cTn>
                              </p:par>
                            </p:childTnLst>
                          </p:cTn>
                        </p:par>
                        <p:par>
                          <p:cTn id="108" fill="hold">
                            <p:stCondLst>
                              <p:cond delay="9500"/>
                            </p:stCondLst>
                            <p:childTnLst>
                              <p:par>
                                <p:cTn id="109" presetID="53" presetClass="entr" presetSubtype="16" fill="hold" grpId="0" nodeType="afterEffect" nodePh="1">
                                  <p:stCondLst>
                                    <p:cond delay="0"/>
                                  </p:stCondLst>
                                  <p:endCondLst>
                                    <p:cond evt="begin" delay="0">
                                      <p:tn val="109"/>
                                    </p:cond>
                                  </p:endCondLst>
                                  <p:childTnLst>
                                    <p:set>
                                      <p:cBhvr>
                                        <p:cTn id="110" dur="1" fill="hold">
                                          <p:stCondLst>
                                            <p:cond delay="0"/>
                                          </p:stCondLst>
                                        </p:cTn>
                                        <p:tgtEl>
                                          <p:spTgt spid="19">
                                            <p:txEl>
                                              <p:pRg st="0" end="0"/>
                                            </p:txEl>
                                          </p:spTgt>
                                        </p:tgtEl>
                                        <p:attrNameLst>
                                          <p:attrName>style.visibility</p:attrName>
                                        </p:attrNameLst>
                                      </p:cBhvr>
                                      <p:to>
                                        <p:strVal val="visible"/>
                                      </p:to>
                                    </p:set>
                                    <p:anim calcmode="lin" valueType="num">
                                      <p:cBhvr>
                                        <p:cTn id="111" dur="500" fill="hold"/>
                                        <p:tgtEl>
                                          <p:spTgt spid="19">
                                            <p:txEl>
                                              <p:pRg st="0" end="0"/>
                                            </p:txEl>
                                          </p:spTgt>
                                        </p:tgtEl>
                                        <p:attrNameLst>
                                          <p:attrName>ppt_w</p:attrName>
                                        </p:attrNameLst>
                                      </p:cBhvr>
                                      <p:tavLst>
                                        <p:tav tm="0">
                                          <p:val>
                                            <p:fltVal val="0"/>
                                          </p:val>
                                        </p:tav>
                                        <p:tav tm="100000">
                                          <p:val>
                                            <p:strVal val="#ppt_w"/>
                                          </p:val>
                                        </p:tav>
                                      </p:tavLst>
                                    </p:anim>
                                    <p:anim calcmode="lin" valueType="num">
                                      <p:cBhvr>
                                        <p:cTn id="112" dur="500" fill="hold"/>
                                        <p:tgtEl>
                                          <p:spTgt spid="19">
                                            <p:txEl>
                                              <p:pRg st="0" end="0"/>
                                            </p:txEl>
                                          </p:spTgt>
                                        </p:tgtEl>
                                        <p:attrNameLst>
                                          <p:attrName>ppt_h</p:attrName>
                                        </p:attrNameLst>
                                      </p:cBhvr>
                                      <p:tavLst>
                                        <p:tav tm="0">
                                          <p:val>
                                            <p:fltVal val="0"/>
                                          </p:val>
                                        </p:tav>
                                        <p:tav tm="100000">
                                          <p:val>
                                            <p:strVal val="#ppt_h"/>
                                          </p:val>
                                        </p:tav>
                                      </p:tavLst>
                                    </p:anim>
                                    <p:animEffect transition="in" filter="fade">
                                      <p:cBhvr>
                                        <p:cTn id="113" dur="500"/>
                                        <p:tgtEl>
                                          <p:spTgt spid="19">
                                            <p:txEl>
                                              <p:pRg st="0" end="0"/>
                                            </p:txEl>
                                          </p:spTgt>
                                        </p:tgtEl>
                                      </p:cBhvr>
                                    </p:animEffect>
                                  </p:childTnLst>
                                </p:cTn>
                              </p:par>
                            </p:childTnLst>
                          </p:cTn>
                        </p:par>
                        <p:par>
                          <p:cTn id="114" fill="hold">
                            <p:stCondLst>
                              <p:cond delay="10000"/>
                            </p:stCondLst>
                            <p:childTnLst>
                              <p:par>
                                <p:cTn id="115" presetID="42" presetClass="entr" presetSubtype="0" fill="hold" grpId="0" nodeType="afterEffect" nodePh="1">
                                  <p:stCondLst>
                                    <p:cond delay="0"/>
                                  </p:stCondLst>
                                  <p:endCondLst>
                                    <p:cond evt="begin" delay="0">
                                      <p:tn val="115"/>
                                    </p:cond>
                                  </p:endCondLst>
                                  <p:childTnLst>
                                    <p:set>
                                      <p:cBhvr>
                                        <p:cTn id="116" dur="1" fill="hold">
                                          <p:stCondLst>
                                            <p:cond delay="0"/>
                                          </p:stCondLst>
                                        </p:cTn>
                                        <p:tgtEl>
                                          <p:spTgt spid="20">
                                            <p:txEl>
                                              <p:pRg st="0" end="0"/>
                                            </p:txEl>
                                          </p:spTgt>
                                        </p:tgtEl>
                                        <p:attrNameLst>
                                          <p:attrName>style.visibility</p:attrName>
                                        </p:attrNameLst>
                                      </p:cBhvr>
                                      <p:to>
                                        <p:strVal val="visible"/>
                                      </p:to>
                                    </p:set>
                                    <p:animEffect transition="in" filter="fade">
                                      <p:cBhvr>
                                        <p:cTn id="117" dur="500"/>
                                        <p:tgtEl>
                                          <p:spTgt spid="20">
                                            <p:txEl>
                                              <p:pRg st="0" end="0"/>
                                            </p:txEl>
                                          </p:spTgt>
                                        </p:tgtEl>
                                      </p:cBhvr>
                                    </p:animEffect>
                                    <p:anim calcmode="lin" valueType="num">
                                      <p:cBhvr>
                                        <p:cTn id="118" dur="500" fill="hold"/>
                                        <p:tgtEl>
                                          <p:spTgt spid="20">
                                            <p:txEl>
                                              <p:pRg st="0" end="0"/>
                                            </p:txEl>
                                          </p:spTgt>
                                        </p:tgtEl>
                                        <p:attrNameLst>
                                          <p:attrName>ppt_x</p:attrName>
                                        </p:attrNameLst>
                                      </p:cBhvr>
                                      <p:tavLst>
                                        <p:tav tm="0">
                                          <p:val>
                                            <p:strVal val="#ppt_x"/>
                                          </p:val>
                                        </p:tav>
                                        <p:tav tm="100000">
                                          <p:val>
                                            <p:strVal val="#ppt_x"/>
                                          </p:val>
                                        </p:tav>
                                      </p:tavLst>
                                    </p:anim>
                                    <p:anim calcmode="lin" valueType="num">
                                      <p:cBhvr>
                                        <p:cTn id="119" dur="500" fill="hold"/>
                                        <p:tgtEl>
                                          <p:spTgt spid="20">
                                            <p:txEl>
                                              <p:pRg st="0" end="0"/>
                                            </p:txEl>
                                          </p:spTgt>
                                        </p:tgtEl>
                                        <p:attrNameLst>
                                          <p:attrName>ppt_y</p:attrName>
                                        </p:attrNameLst>
                                      </p:cBhvr>
                                      <p:tavLst>
                                        <p:tav tm="0">
                                          <p:val>
                                            <p:strVal val="#ppt_y+.1"/>
                                          </p:val>
                                        </p:tav>
                                        <p:tav tm="100000">
                                          <p:val>
                                            <p:strVal val="#ppt_y"/>
                                          </p:val>
                                        </p:tav>
                                      </p:tavLst>
                                    </p:anim>
                                  </p:childTnLst>
                                </p:cTn>
                              </p:par>
                            </p:childTnLst>
                          </p:cTn>
                        </p:par>
                        <p:par>
                          <p:cTn id="120" fill="hold">
                            <p:stCondLst>
                              <p:cond delay="10500"/>
                            </p:stCondLst>
                            <p:childTnLst>
                              <p:par>
                                <p:cTn id="121" presetID="42" presetClass="entr" presetSubtype="0" fill="hold" grpId="0" nodeType="afterEffect" nodePh="1">
                                  <p:stCondLst>
                                    <p:cond delay="0"/>
                                  </p:stCondLst>
                                  <p:endCondLst>
                                    <p:cond evt="begin" delay="0">
                                      <p:tn val="121"/>
                                    </p:cond>
                                  </p:endCondLst>
                                  <p:childTnLst>
                                    <p:set>
                                      <p:cBhvr>
                                        <p:cTn id="122" dur="1" fill="hold">
                                          <p:stCondLst>
                                            <p:cond delay="0"/>
                                          </p:stCondLst>
                                        </p:cTn>
                                        <p:tgtEl>
                                          <p:spTgt spid="24">
                                            <p:txEl>
                                              <p:pRg st="0" end="0"/>
                                            </p:txEl>
                                          </p:spTgt>
                                        </p:tgtEl>
                                        <p:attrNameLst>
                                          <p:attrName>style.visibility</p:attrName>
                                        </p:attrNameLst>
                                      </p:cBhvr>
                                      <p:to>
                                        <p:strVal val="visible"/>
                                      </p:to>
                                    </p:set>
                                    <p:animEffect transition="in" filter="fade">
                                      <p:cBhvr>
                                        <p:cTn id="123" dur="500"/>
                                        <p:tgtEl>
                                          <p:spTgt spid="24">
                                            <p:txEl>
                                              <p:pRg st="0" end="0"/>
                                            </p:txEl>
                                          </p:spTgt>
                                        </p:tgtEl>
                                      </p:cBhvr>
                                    </p:animEffect>
                                    <p:anim calcmode="lin" valueType="num">
                                      <p:cBhvr>
                                        <p:cTn id="124"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p:cTn id="125" dur="500" fill="hold"/>
                                        <p:tgtEl>
                                          <p:spTgt spid="24">
                                            <p:txEl>
                                              <p:pRg st="0" end="0"/>
                                            </p:txEl>
                                          </p:spTgt>
                                        </p:tgtEl>
                                        <p:attrNameLst>
                                          <p:attrName>ppt_y</p:attrName>
                                        </p:attrNameLst>
                                      </p:cBhvr>
                                      <p:tavLst>
                                        <p:tav tm="0">
                                          <p:val>
                                            <p:strVal val="#ppt_y+.1"/>
                                          </p:val>
                                        </p:tav>
                                        <p:tav tm="100000">
                                          <p:val>
                                            <p:strVal val="#ppt_y"/>
                                          </p:val>
                                        </p:tav>
                                      </p:tavLst>
                                    </p:anim>
                                  </p:childTnLst>
                                </p:cTn>
                              </p:par>
                            </p:childTnLst>
                          </p:cTn>
                        </p:par>
                        <p:par>
                          <p:cTn id="126" fill="hold">
                            <p:stCondLst>
                              <p:cond delay="11000"/>
                            </p:stCondLst>
                            <p:childTnLst>
                              <p:par>
                                <p:cTn id="127" presetID="10" presetClass="entr" presetSubtype="0" fill="hold" nodeType="afterEffect">
                                  <p:stCondLst>
                                    <p:cond delay="0"/>
                                  </p:stCondLst>
                                  <p:childTnLst>
                                    <p:set>
                                      <p:cBhvr>
                                        <p:cTn id="128" dur="1" fill="hold">
                                          <p:stCondLst>
                                            <p:cond delay="0"/>
                                          </p:stCondLst>
                                        </p:cTn>
                                        <p:tgtEl>
                                          <p:spTgt spid="46"/>
                                        </p:tgtEl>
                                        <p:attrNameLst>
                                          <p:attrName>style.visibility</p:attrName>
                                        </p:attrNameLst>
                                      </p:cBhvr>
                                      <p:to>
                                        <p:strVal val="visible"/>
                                      </p:to>
                                    </p:set>
                                    <p:animEffect transition="in" filter="fade">
                                      <p:cBhvr>
                                        <p:cTn id="129" dur="500"/>
                                        <p:tgtEl>
                                          <p:spTgt spid="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9" grpId="0" animBg="1"/>
      <p:bldP spid="10" grpId="0" animBg="1"/>
      <p:bldP spid="11" grpId="0" animBg="1"/>
      <p:bldP spid="12" grpId="0" animBg="1"/>
      <p:bldP spid="13"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3"/>
                        </p:tgtEl>
                        <p:attrNameLst>
                          <p:attrName>style.visibility</p:attrName>
                        </p:attrNameLst>
                      </p:cBhvr>
                      <p:to>
                        <p:strVal val="visible"/>
                      </p:to>
                    </p:set>
                    <p:anim calcmode="lin" valueType="num">
                      <p:cBhvr>
                        <p:cTn dur="500" fill="hold"/>
                        <p:tgtEl>
                          <p:spTgt spid="13"/>
                        </p:tgtEl>
                        <p:attrNameLst>
                          <p:attrName>ppt_w</p:attrName>
                        </p:attrNameLst>
                      </p:cBhvr>
                      <p:tavLst>
                        <p:tav tm="0">
                          <p:val>
                            <p:fltVal val="0"/>
                          </p:val>
                        </p:tav>
                        <p:tav tm="100000">
                          <p:val>
                            <p:strVal val="#ppt_w"/>
                          </p:val>
                        </p:tav>
                      </p:tavLst>
                    </p:anim>
                    <p:anim calcmode="lin" valueType="num">
                      <p:cBhvr>
                        <p:cTn dur="500" fill="hold"/>
                        <p:tgtEl>
                          <p:spTgt spid="13"/>
                        </p:tgtEl>
                        <p:attrNameLst>
                          <p:attrName>ppt_h</p:attrName>
                        </p:attrNameLst>
                      </p:cBhvr>
                      <p:tavLst>
                        <p:tav tm="0">
                          <p:val>
                            <p:fltVal val="0"/>
                          </p:val>
                        </p:tav>
                        <p:tav tm="100000">
                          <p:val>
                            <p:strVal val="#ppt_h"/>
                          </p:val>
                        </p:tav>
                      </p:tavLst>
                    </p:anim>
                    <p:animEffect transition="in" filter="fade">
                      <p:cBhvr>
                        <p:cTn dur="500"/>
                        <p:tgtEl>
                          <p:spTgt spid="13"/>
                        </p:tgtEl>
                      </p:cBhvr>
                    </p:animEffect>
                  </p:childTnLst>
                </p:cTn>
              </p:par>
            </p:tnLst>
          </p:tmpl>
        </p:tmplLst>
      </p:bldP>
      <p:bldP spid="14"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4"/>
                        </p:tgtEl>
                        <p:attrNameLst>
                          <p:attrName>style.visibility</p:attrName>
                        </p:attrNameLst>
                      </p:cBhvr>
                      <p:to>
                        <p:strVal val="visible"/>
                      </p:to>
                    </p:set>
                    <p:animEffect transition="in" filter="fade">
                      <p:cBhvr>
                        <p:cTn dur="500"/>
                        <p:tgtEl>
                          <p:spTgt spid="14"/>
                        </p:tgtEl>
                      </p:cBhvr>
                    </p:animEffect>
                    <p:anim calcmode="lin" valueType="num">
                      <p:cBhvr>
                        <p:cTn dur="500" fill="hold"/>
                        <p:tgtEl>
                          <p:spTgt spid="14"/>
                        </p:tgtEl>
                        <p:attrNameLst>
                          <p:attrName>ppt_x</p:attrName>
                        </p:attrNameLst>
                      </p:cBhvr>
                      <p:tavLst>
                        <p:tav tm="0">
                          <p:val>
                            <p:strVal val="#ppt_x"/>
                          </p:val>
                        </p:tav>
                        <p:tav tm="100000">
                          <p:val>
                            <p:strVal val="#ppt_x"/>
                          </p:val>
                        </p:tav>
                      </p:tavLst>
                    </p:anim>
                    <p:anim calcmode="lin" valueType="num">
                      <p:cBhvr>
                        <p:cTn dur="500" fill="hold"/>
                        <p:tgtEl>
                          <p:spTgt spid="14"/>
                        </p:tgtEl>
                        <p:attrNameLst>
                          <p:attrName>ppt_y</p:attrName>
                        </p:attrNameLst>
                      </p:cBhvr>
                      <p:tavLst>
                        <p:tav tm="0">
                          <p:val>
                            <p:strVal val="#ppt_y+.1"/>
                          </p:val>
                        </p:tav>
                        <p:tav tm="100000">
                          <p:val>
                            <p:strVal val="#ppt_y"/>
                          </p:val>
                        </p:tav>
                      </p:tavLst>
                    </p:anim>
                  </p:childTnLst>
                </p:cTn>
              </p:par>
            </p:tnLst>
          </p:tmpl>
        </p:tmplLst>
      </p:bldP>
      <p:bldP spid="15"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5"/>
                        </p:tgtEl>
                        <p:attrNameLst>
                          <p:attrName>style.visibility</p:attrName>
                        </p:attrNameLst>
                      </p:cBhvr>
                      <p:to>
                        <p:strVal val="visible"/>
                      </p:to>
                    </p:set>
                    <p:anim calcmode="lin" valueType="num">
                      <p:cBhvr>
                        <p:cTn dur="500" fill="hold"/>
                        <p:tgtEl>
                          <p:spTgt spid="15"/>
                        </p:tgtEl>
                        <p:attrNameLst>
                          <p:attrName>ppt_w</p:attrName>
                        </p:attrNameLst>
                      </p:cBhvr>
                      <p:tavLst>
                        <p:tav tm="0">
                          <p:val>
                            <p:fltVal val="0"/>
                          </p:val>
                        </p:tav>
                        <p:tav tm="100000">
                          <p:val>
                            <p:strVal val="#ppt_w"/>
                          </p:val>
                        </p:tav>
                      </p:tavLst>
                    </p:anim>
                    <p:anim calcmode="lin" valueType="num">
                      <p:cBhvr>
                        <p:cTn dur="500" fill="hold"/>
                        <p:tgtEl>
                          <p:spTgt spid="15"/>
                        </p:tgtEl>
                        <p:attrNameLst>
                          <p:attrName>ppt_h</p:attrName>
                        </p:attrNameLst>
                      </p:cBhvr>
                      <p:tavLst>
                        <p:tav tm="0">
                          <p:val>
                            <p:fltVal val="0"/>
                          </p:val>
                        </p:tav>
                        <p:tav tm="100000">
                          <p:val>
                            <p:strVal val="#ppt_h"/>
                          </p:val>
                        </p:tav>
                      </p:tavLst>
                    </p:anim>
                    <p:animEffect transition="in" filter="fade">
                      <p:cBhvr>
                        <p:cTn dur="500"/>
                        <p:tgtEl>
                          <p:spTgt spid="15"/>
                        </p:tgtEl>
                      </p:cBhvr>
                    </p:animEffect>
                  </p:childTnLst>
                </p:cTn>
              </p:par>
            </p:tnLst>
          </p:tmpl>
        </p:tmplLst>
      </p:bldP>
      <p:bldP spid="16"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6"/>
                        </p:tgtEl>
                        <p:attrNameLst>
                          <p:attrName>style.visibility</p:attrName>
                        </p:attrNameLst>
                      </p:cBhvr>
                      <p:to>
                        <p:strVal val="visible"/>
                      </p:to>
                    </p:set>
                    <p:animEffect transition="in" filter="fade">
                      <p:cBhvr>
                        <p:cTn dur="500"/>
                        <p:tgtEl>
                          <p:spTgt spid="16"/>
                        </p:tgtEl>
                      </p:cBhvr>
                    </p:animEffect>
                    <p:anim calcmode="lin" valueType="num">
                      <p:cBhvr>
                        <p:cTn dur="500" fill="hold"/>
                        <p:tgtEl>
                          <p:spTgt spid="16"/>
                        </p:tgtEl>
                        <p:attrNameLst>
                          <p:attrName>ppt_x</p:attrName>
                        </p:attrNameLst>
                      </p:cBhvr>
                      <p:tavLst>
                        <p:tav tm="0">
                          <p:val>
                            <p:strVal val="#ppt_x"/>
                          </p:val>
                        </p:tav>
                        <p:tav tm="100000">
                          <p:val>
                            <p:strVal val="#ppt_x"/>
                          </p:val>
                        </p:tav>
                      </p:tavLst>
                    </p:anim>
                    <p:anim calcmode="lin" valueType="num">
                      <p:cBhvr>
                        <p:cTn dur="500" fill="hold"/>
                        <p:tgtEl>
                          <p:spTgt spid="16"/>
                        </p:tgtEl>
                        <p:attrNameLst>
                          <p:attrName>ppt_y</p:attrName>
                        </p:attrNameLst>
                      </p:cBhvr>
                      <p:tavLst>
                        <p:tav tm="0">
                          <p:val>
                            <p:strVal val="#ppt_y+.1"/>
                          </p:val>
                        </p:tav>
                        <p:tav tm="100000">
                          <p:val>
                            <p:strVal val="#ppt_y"/>
                          </p:val>
                        </p:tav>
                      </p:tavLst>
                    </p:anim>
                  </p:childTnLst>
                </p:cTn>
              </p:par>
            </p:tnLst>
          </p:tmpl>
        </p:tmplLst>
      </p:bldP>
      <p:bldP spid="17"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7"/>
                        </p:tgtEl>
                        <p:attrNameLst>
                          <p:attrName>style.visibility</p:attrName>
                        </p:attrNameLst>
                      </p:cBhvr>
                      <p:to>
                        <p:strVal val="visible"/>
                      </p:to>
                    </p:set>
                    <p:anim calcmode="lin" valueType="num">
                      <p:cBhvr>
                        <p:cTn dur="500" fill="hold"/>
                        <p:tgtEl>
                          <p:spTgt spid="17"/>
                        </p:tgtEl>
                        <p:attrNameLst>
                          <p:attrName>ppt_w</p:attrName>
                        </p:attrNameLst>
                      </p:cBhvr>
                      <p:tavLst>
                        <p:tav tm="0">
                          <p:val>
                            <p:fltVal val="0"/>
                          </p:val>
                        </p:tav>
                        <p:tav tm="100000">
                          <p:val>
                            <p:strVal val="#ppt_w"/>
                          </p:val>
                        </p:tav>
                      </p:tavLst>
                    </p:anim>
                    <p:anim calcmode="lin" valueType="num">
                      <p:cBhvr>
                        <p:cTn dur="500" fill="hold"/>
                        <p:tgtEl>
                          <p:spTgt spid="17"/>
                        </p:tgtEl>
                        <p:attrNameLst>
                          <p:attrName>ppt_h</p:attrName>
                        </p:attrNameLst>
                      </p:cBhvr>
                      <p:tavLst>
                        <p:tav tm="0">
                          <p:val>
                            <p:fltVal val="0"/>
                          </p:val>
                        </p:tav>
                        <p:tav tm="100000">
                          <p:val>
                            <p:strVal val="#ppt_h"/>
                          </p:val>
                        </p:tav>
                      </p:tavLst>
                    </p:anim>
                    <p:animEffect transition="in" filter="fade">
                      <p:cBhvr>
                        <p:cTn dur="500"/>
                        <p:tgtEl>
                          <p:spTgt spid="17"/>
                        </p:tgtEl>
                      </p:cBhvr>
                    </p:animEffect>
                  </p:childTnLst>
                </p:cTn>
              </p:par>
            </p:tnLst>
          </p:tmpl>
        </p:tmplLst>
      </p:bldP>
      <p:bldP spid="18"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8"/>
                        </p:tgtEl>
                        <p:attrNameLst>
                          <p:attrName>style.visibility</p:attrName>
                        </p:attrNameLst>
                      </p:cBhvr>
                      <p:to>
                        <p:strVal val="visible"/>
                      </p:to>
                    </p:set>
                    <p:animEffect transition="in" filter="fade">
                      <p:cBhvr>
                        <p:cTn dur="500"/>
                        <p:tgtEl>
                          <p:spTgt spid="18"/>
                        </p:tgtEl>
                      </p:cBhvr>
                    </p:animEffect>
                    <p:anim calcmode="lin" valueType="num">
                      <p:cBhvr>
                        <p:cTn dur="500" fill="hold"/>
                        <p:tgtEl>
                          <p:spTgt spid="18"/>
                        </p:tgtEl>
                        <p:attrNameLst>
                          <p:attrName>ppt_x</p:attrName>
                        </p:attrNameLst>
                      </p:cBhvr>
                      <p:tavLst>
                        <p:tav tm="0">
                          <p:val>
                            <p:strVal val="#ppt_x"/>
                          </p:val>
                        </p:tav>
                        <p:tav tm="100000">
                          <p:val>
                            <p:strVal val="#ppt_x"/>
                          </p:val>
                        </p:tav>
                      </p:tavLst>
                    </p:anim>
                    <p:anim calcmode="lin" valueType="num">
                      <p:cBhvr>
                        <p:cTn dur="500" fill="hold"/>
                        <p:tgtEl>
                          <p:spTgt spid="18"/>
                        </p:tgtEl>
                        <p:attrNameLst>
                          <p:attrName>ppt_y</p:attrName>
                        </p:attrNameLst>
                      </p:cBhvr>
                      <p:tavLst>
                        <p:tav tm="0">
                          <p:val>
                            <p:strVal val="#ppt_y+.1"/>
                          </p:val>
                        </p:tav>
                        <p:tav tm="100000">
                          <p:val>
                            <p:strVal val="#ppt_y"/>
                          </p:val>
                        </p:tav>
                      </p:tavLst>
                    </p:anim>
                  </p:childTnLst>
                </p:cTn>
              </p:par>
            </p:tnLst>
          </p:tmpl>
        </p:tmplLst>
      </p:bldP>
      <p:bldP spid="19"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9"/>
                        </p:tgtEl>
                        <p:attrNameLst>
                          <p:attrName>style.visibility</p:attrName>
                        </p:attrNameLst>
                      </p:cBhvr>
                      <p:to>
                        <p:strVal val="visible"/>
                      </p:to>
                    </p:set>
                    <p:anim calcmode="lin" valueType="num">
                      <p:cBhvr>
                        <p:cTn dur="500" fill="hold"/>
                        <p:tgtEl>
                          <p:spTgt spid="19"/>
                        </p:tgtEl>
                        <p:attrNameLst>
                          <p:attrName>ppt_w</p:attrName>
                        </p:attrNameLst>
                      </p:cBhvr>
                      <p:tavLst>
                        <p:tav tm="0">
                          <p:val>
                            <p:fltVal val="0"/>
                          </p:val>
                        </p:tav>
                        <p:tav tm="100000">
                          <p:val>
                            <p:strVal val="#ppt_w"/>
                          </p:val>
                        </p:tav>
                      </p:tavLst>
                    </p:anim>
                    <p:anim calcmode="lin" valueType="num">
                      <p:cBhvr>
                        <p:cTn dur="500" fill="hold"/>
                        <p:tgtEl>
                          <p:spTgt spid="19"/>
                        </p:tgtEl>
                        <p:attrNameLst>
                          <p:attrName>ppt_h</p:attrName>
                        </p:attrNameLst>
                      </p:cBhvr>
                      <p:tavLst>
                        <p:tav tm="0">
                          <p:val>
                            <p:fltVal val="0"/>
                          </p:val>
                        </p:tav>
                        <p:tav tm="100000">
                          <p:val>
                            <p:strVal val="#ppt_h"/>
                          </p:val>
                        </p:tav>
                      </p:tavLst>
                    </p:anim>
                    <p:animEffect transition="in" filter="fade">
                      <p:cBhvr>
                        <p:cTn dur="500"/>
                        <p:tgtEl>
                          <p:spTgt spid="19"/>
                        </p:tgtEl>
                      </p:cBhvr>
                    </p:animEffect>
                  </p:childTnLst>
                </p:cTn>
              </p:par>
            </p:tnLst>
          </p:tmpl>
        </p:tmplLst>
      </p:bldP>
      <p:bldP spid="20"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0"/>
                        </p:tgtEl>
                        <p:attrNameLst>
                          <p:attrName>style.visibility</p:attrName>
                        </p:attrNameLst>
                      </p:cBhvr>
                      <p:to>
                        <p:strVal val="visible"/>
                      </p:to>
                    </p:set>
                    <p:animEffect transition="in" filter="fade">
                      <p:cBhvr>
                        <p:cTn dur="500"/>
                        <p:tgtEl>
                          <p:spTgt spid="20"/>
                        </p:tgtEl>
                      </p:cBhvr>
                    </p:animEffect>
                    <p:anim calcmode="lin" valueType="num">
                      <p:cBhvr>
                        <p:cTn dur="500" fill="hold"/>
                        <p:tgtEl>
                          <p:spTgt spid="20"/>
                        </p:tgtEl>
                        <p:attrNameLst>
                          <p:attrName>ppt_x</p:attrName>
                        </p:attrNameLst>
                      </p:cBhvr>
                      <p:tavLst>
                        <p:tav tm="0">
                          <p:val>
                            <p:strVal val="#ppt_x"/>
                          </p:val>
                        </p:tav>
                        <p:tav tm="100000">
                          <p:val>
                            <p:strVal val="#ppt_x"/>
                          </p:val>
                        </p:tav>
                      </p:tavLst>
                    </p:anim>
                    <p:anim calcmode="lin" valueType="num">
                      <p:cBhvr>
                        <p:cTn dur="500" fill="hold"/>
                        <p:tgtEl>
                          <p:spTgt spid="20"/>
                        </p:tgtEl>
                        <p:attrNameLst>
                          <p:attrName>ppt_y</p:attrName>
                        </p:attrNameLst>
                      </p:cBhvr>
                      <p:tavLst>
                        <p:tav tm="0">
                          <p:val>
                            <p:strVal val="#ppt_y+.1"/>
                          </p:val>
                        </p:tav>
                        <p:tav tm="100000">
                          <p:val>
                            <p:strVal val="#ppt_y"/>
                          </p:val>
                        </p:tav>
                      </p:tavLst>
                    </p:anim>
                  </p:childTnLst>
                </p:cTn>
              </p:par>
            </p:tnLst>
          </p:tmpl>
        </p:tmplLst>
      </p:bldP>
      <p:bldP spid="21"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1"/>
                        </p:tgtEl>
                        <p:attrNameLst>
                          <p:attrName>style.visibility</p:attrName>
                        </p:attrNameLst>
                      </p:cBhvr>
                      <p:to>
                        <p:strVal val="visible"/>
                      </p:to>
                    </p:set>
                    <p:animEffect transition="in" filter="fade">
                      <p:cBhvr>
                        <p:cTn dur="500"/>
                        <p:tgtEl>
                          <p:spTgt spid="21"/>
                        </p:tgtEl>
                      </p:cBhvr>
                    </p:animEffect>
                    <p:anim calcmode="lin" valueType="num">
                      <p:cBhvr>
                        <p:cTn dur="500" fill="hold"/>
                        <p:tgtEl>
                          <p:spTgt spid="21"/>
                        </p:tgtEl>
                        <p:attrNameLst>
                          <p:attrName>ppt_x</p:attrName>
                        </p:attrNameLst>
                      </p:cBhvr>
                      <p:tavLst>
                        <p:tav tm="0">
                          <p:val>
                            <p:strVal val="#ppt_x"/>
                          </p:val>
                        </p:tav>
                        <p:tav tm="100000">
                          <p:val>
                            <p:strVal val="#ppt_x"/>
                          </p:val>
                        </p:tav>
                      </p:tavLst>
                    </p:anim>
                    <p:anim calcmode="lin" valueType="num">
                      <p:cBhvr>
                        <p:cTn dur="500" fill="hold"/>
                        <p:tgtEl>
                          <p:spTgt spid="21"/>
                        </p:tgtEl>
                        <p:attrNameLst>
                          <p:attrName>ppt_y</p:attrName>
                        </p:attrNameLst>
                      </p:cBhvr>
                      <p:tavLst>
                        <p:tav tm="0">
                          <p:val>
                            <p:strVal val="#ppt_y+.1"/>
                          </p:val>
                        </p:tav>
                        <p:tav tm="100000">
                          <p:val>
                            <p:strVal val="#ppt_y"/>
                          </p:val>
                        </p:tav>
                      </p:tavLst>
                    </p:anim>
                  </p:childTnLst>
                </p:cTn>
              </p:par>
            </p:tnLst>
          </p:tmpl>
        </p:tmplLst>
      </p:bldP>
      <p:bldP spid="22"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2"/>
                        </p:tgtEl>
                        <p:attrNameLst>
                          <p:attrName>style.visibility</p:attrName>
                        </p:attrNameLst>
                      </p:cBhvr>
                      <p:to>
                        <p:strVal val="visible"/>
                      </p:to>
                    </p:set>
                    <p:animEffect transition="in" filter="fade">
                      <p:cBhvr>
                        <p:cTn dur="500"/>
                        <p:tgtEl>
                          <p:spTgt spid="22"/>
                        </p:tgtEl>
                      </p:cBhvr>
                    </p:animEffect>
                    <p:anim calcmode="lin" valueType="num">
                      <p:cBhvr>
                        <p:cTn dur="500" fill="hold"/>
                        <p:tgtEl>
                          <p:spTgt spid="22"/>
                        </p:tgtEl>
                        <p:attrNameLst>
                          <p:attrName>ppt_x</p:attrName>
                        </p:attrNameLst>
                      </p:cBhvr>
                      <p:tavLst>
                        <p:tav tm="0">
                          <p:val>
                            <p:strVal val="#ppt_x"/>
                          </p:val>
                        </p:tav>
                        <p:tav tm="100000">
                          <p:val>
                            <p:strVal val="#ppt_x"/>
                          </p:val>
                        </p:tav>
                      </p:tavLst>
                    </p:anim>
                    <p:anim calcmode="lin" valueType="num">
                      <p:cBhvr>
                        <p:cTn dur="500" fill="hold"/>
                        <p:tgtEl>
                          <p:spTgt spid="22"/>
                        </p:tgtEl>
                        <p:attrNameLst>
                          <p:attrName>ppt_y</p:attrName>
                        </p:attrNameLst>
                      </p:cBhvr>
                      <p:tavLst>
                        <p:tav tm="0">
                          <p:val>
                            <p:strVal val="#ppt_y+.1"/>
                          </p:val>
                        </p:tav>
                        <p:tav tm="100000">
                          <p:val>
                            <p:strVal val="#ppt_y"/>
                          </p:val>
                        </p:tav>
                      </p:tavLst>
                    </p:anim>
                  </p:childTnLst>
                </p:cTn>
              </p:par>
            </p:tnLst>
          </p:tmpl>
        </p:tmplLst>
      </p:bldP>
      <p:bldP spid="23"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3"/>
                        </p:tgtEl>
                        <p:attrNameLst>
                          <p:attrName>style.visibility</p:attrName>
                        </p:attrNameLst>
                      </p:cBhvr>
                      <p:to>
                        <p:strVal val="visible"/>
                      </p:to>
                    </p:set>
                    <p:animEffect transition="in" filter="fade">
                      <p:cBhvr>
                        <p:cTn dur="500"/>
                        <p:tgtEl>
                          <p:spTgt spid="23"/>
                        </p:tgtEl>
                      </p:cBhvr>
                    </p:animEffect>
                    <p:anim calcmode="lin" valueType="num">
                      <p:cBhvr>
                        <p:cTn dur="500" fill="hold"/>
                        <p:tgtEl>
                          <p:spTgt spid="23"/>
                        </p:tgtEl>
                        <p:attrNameLst>
                          <p:attrName>ppt_x</p:attrName>
                        </p:attrNameLst>
                      </p:cBhvr>
                      <p:tavLst>
                        <p:tav tm="0">
                          <p:val>
                            <p:strVal val="#ppt_x"/>
                          </p:val>
                        </p:tav>
                        <p:tav tm="100000">
                          <p:val>
                            <p:strVal val="#ppt_x"/>
                          </p:val>
                        </p:tav>
                      </p:tavLst>
                    </p:anim>
                    <p:anim calcmode="lin" valueType="num">
                      <p:cBhvr>
                        <p:cTn dur="500" fill="hold"/>
                        <p:tgtEl>
                          <p:spTgt spid="23"/>
                        </p:tgtEl>
                        <p:attrNameLst>
                          <p:attrName>ppt_y</p:attrName>
                        </p:attrNameLst>
                      </p:cBhvr>
                      <p:tavLst>
                        <p:tav tm="0">
                          <p:val>
                            <p:strVal val="#ppt_y+.1"/>
                          </p:val>
                        </p:tav>
                        <p:tav tm="100000">
                          <p:val>
                            <p:strVal val="#ppt_y"/>
                          </p:val>
                        </p:tav>
                      </p:tavLst>
                    </p:anim>
                  </p:childTnLst>
                </p:cTn>
              </p:par>
            </p:tnLst>
          </p:tmpl>
        </p:tmplLst>
      </p:bldP>
      <p:bldP spid="24"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4"/>
                        </p:tgtEl>
                        <p:attrNameLst>
                          <p:attrName>style.visibility</p:attrName>
                        </p:attrNameLst>
                      </p:cBhvr>
                      <p:to>
                        <p:strVal val="visible"/>
                      </p:to>
                    </p:set>
                    <p:animEffect transition="in" filter="fade">
                      <p:cBhvr>
                        <p:cTn dur="500"/>
                        <p:tgtEl>
                          <p:spTgt spid="24"/>
                        </p:tgtEl>
                      </p:cBhvr>
                    </p:animEffect>
                    <p:anim calcmode="lin" valueType="num">
                      <p:cBhvr>
                        <p:cTn dur="500" fill="hold"/>
                        <p:tgtEl>
                          <p:spTgt spid="24"/>
                        </p:tgtEl>
                        <p:attrNameLst>
                          <p:attrName>ppt_x</p:attrName>
                        </p:attrNameLst>
                      </p:cBhvr>
                      <p:tavLst>
                        <p:tav tm="0">
                          <p:val>
                            <p:strVal val="#ppt_x"/>
                          </p:val>
                        </p:tav>
                        <p:tav tm="100000">
                          <p:val>
                            <p:strVal val="#ppt_x"/>
                          </p:val>
                        </p:tav>
                      </p:tavLst>
                    </p:anim>
                    <p:anim calcmode="lin" valueType="num">
                      <p:cBhvr>
                        <p:cTn dur="500" fill="hold"/>
                        <p:tgtEl>
                          <p:spTgt spid="24"/>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557.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13" name="Text Placeholder 21"/>
          <p:cNvSpPr>
            <a:spLocks noGrp="1"/>
          </p:cNvSpPr>
          <p:nvPr>
            <p:ph type="body" sz="quarter" idx="20"/>
          </p:nvPr>
        </p:nvSpPr>
        <p:spPr>
          <a:xfrm>
            <a:off x="928685" y="4122030"/>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5" name="Text Placeholder 21"/>
          <p:cNvSpPr>
            <a:spLocks noGrp="1"/>
          </p:cNvSpPr>
          <p:nvPr>
            <p:ph type="body" sz="quarter" idx="23"/>
          </p:nvPr>
        </p:nvSpPr>
        <p:spPr>
          <a:xfrm>
            <a:off x="3741157" y="4122030"/>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7" name="Text Placeholder 21"/>
          <p:cNvSpPr>
            <a:spLocks noGrp="1"/>
          </p:cNvSpPr>
          <p:nvPr>
            <p:ph type="body" sz="quarter" idx="25"/>
          </p:nvPr>
        </p:nvSpPr>
        <p:spPr>
          <a:xfrm>
            <a:off x="6609049" y="4122030"/>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9" name="Text Placeholder 21"/>
          <p:cNvSpPr>
            <a:spLocks noGrp="1"/>
          </p:cNvSpPr>
          <p:nvPr>
            <p:ph type="body" sz="quarter" idx="27"/>
          </p:nvPr>
        </p:nvSpPr>
        <p:spPr>
          <a:xfrm>
            <a:off x="9428447" y="4122030"/>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1" name="Text Placeholder 21"/>
          <p:cNvSpPr>
            <a:spLocks noGrp="1"/>
          </p:cNvSpPr>
          <p:nvPr>
            <p:ph type="body" sz="quarter" idx="29"/>
          </p:nvPr>
        </p:nvSpPr>
        <p:spPr>
          <a:xfrm>
            <a:off x="928685" y="4428734"/>
            <a:ext cx="1814513" cy="87351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2" name="Text Placeholder 21"/>
          <p:cNvSpPr>
            <a:spLocks noGrp="1"/>
          </p:cNvSpPr>
          <p:nvPr>
            <p:ph type="body" sz="quarter" idx="30"/>
          </p:nvPr>
        </p:nvSpPr>
        <p:spPr>
          <a:xfrm>
            <a:off x="3741157" y="4428734"/>
            <a:ext cx="1814513" cy="87351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3" name="Text Placeholder 21"/>
          <p:cNvSpPr>
            <a:spLocks noGrp="1"/>
          </p:cNvSpPr>
          <p:nvPr>
            <p:ph type="body" sz="quarter" idx="31"/>
          </p:nvPr>
        </p:nvSpPr>
        <p:spPr>
          <a:xfrm>
            <a:off x="6609049" y="4428734"/>
            <a:ext cx="1814513" cy="87351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4" name="Text Placeholder 21"/>
          <p:cNvSpPr>
            <a:spLocks noGrp="1"/>
          </p:cNvSpPr>
          <p:nvPr>
            <p:ph type="body" sz="quarter" idx="32"/>
          </p:nvPr>
        </p:nvSpPr>
        <p:spPr>
          <a:xfrm>
            <a:off x="9428447" y="4428734"/>
            <a:ext cx="1814513" cy="87351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1" name="Picture Placeholder 30"/>
          <p:cNvSpPr>
            <a:spLocks noGrp="1"/>
          </p:cNvSpPr>
          <p:nvPr>
            <p:ph type="pic" sz="quarter" idx="33" hasCustomPrompt="1"/>
          </p:nvPr>
        </p:nvSpPr>
        <p:spPr>
          <a:xfrm>
            <a:off x="1246070" y="2009148"/>
            <a:ext cx="1233487" cy="1695450"/>
          </a:xfrm>
          <a:solidFill>
            <a:schemeClr val="bg1">
              <a:lumMod val="85000"/>
            </a:schemeClr>
          </a:solidFill>
        </p:spPr>
        <p:txBody>
          <a:bodyPr/>
          <a:lstStyle>
            <a:lvl1pPr>
              <a:defRPr/>
            </a:lvl1pPr>
          </a:lstStyle>
          <a:p>
            <a:r>
              <a:rPr lang="id-ID" dirty="0" smtClean="0"/>
              <a:t>Pic here</a:t>
            </a:r>
            <a:endParaRPr lang="en-AU" dirty="0"/>
          </a:p>
        </p:txBody>
      </p:sp>
      <p:sp>
        <p:nvSpPr>
          <p:cNvPr id="33" name="Picture Placeholder 30"/>
          <p:cNvSpPr>
            <a:spLocks noGrp="1"/>
          </p:cNvSpPr>
          <p:nvPr>
            <p:ph type="pic" sz="quarter" idx="34" hasCustomPrompt="1"/>
          </p:nvPr>
        </p:nvSpPr>
        <p:spPr>
          <a:xfrm>
            <a:off x="4038600" y="2009148"/>
            <a:ext cx="1233487" cy="1695450"/>
          </a:xfrm>
          <a:solidFill>
            <a:schemeClr val="bg1">
              <a:lumMod val="85000"/>
            </a:schemeClr>
          </a:solidFill>
        </p:spPr>
        <p:txBody>
          <a:bodyPr/>
          <a:lstStyle>
            <a:lvl1pPr>
              <a:defRPr/>
            </a:lvl1pPr>
          </a:lstStyle>
          <a:p>
            <a:r>
              <a:rPr lang="id-ID" dirty="0" smtClean="0"/>
              <a:t>Pic here</a:t>
            </a:r>
            <a:endParaRPr lang="en-AU" dirty="0"/>
          </a:p>
        </p:txBody>
      </p:sp>
      <p:sp>
        <p:nvSpPr>
          <p:cNvPr id="35" name="Picture Placeholder 30"/>
          <p:cNvSpPr>
            <a:spLocks noGrp="1"/>
          </p:cNvSpPr>
          <p:nvPr>
            <p:ph type="pic" sz="quarter" idx="35" hasCustomPrompt="1"/>
          </p:nvPr>
        </p:nvSpPr>
        <p:spPr>
          <a:xfrm>
            <a:off x="6834187" y="2009148"/>
            <a:ext cx="1233487" cy="1695450"/>
          </a:xfrm>
          <a:solidFill>
            <a:schemeClr val="bg1">
              <a:lumMod val="85000"/>
            </a:schemeClr>
          </a:solidFill>
        </p:spPr>
        <p:txBody>
          <a:bodyPr/>
          <a:lstStyle>
            <a:lvl1pPr>
              <a:defRPr/>
            </a:lvl1pPr>
          </a:lstStyle>
          <a:p>
            <a:r>
              <a:rPr lang="id-ID" dirty="0" smtClean="0"/>
              <a:t>Pic here</a:t>
            </a:r>
            <a:endParaRPr lang="en-AU" dirty="0"/>
          </a:p>
        </p:txBody>
      </p:sp>
      <p:sp>
        <p:nvSpPr>
          <p:cNvPr id="37" name="Picture Placeholder 30"/>
          <p:cNvSpPr>
            <a:spLocks noGrp="1"/>
          </p:cNvSpPr>
          <p:nvPr>
            <p:ph type="pic" sz="quarter" idx="36" hasCustomPrompt="1"/>
          </p:nvPr>
        </p:nvSpPr>
        <p:spPr>
          <a:xfrm>
            <a:off x="9712442" y="2009148"/>
            <a:ext cx="1233487" cy="1695450"/>
          </a:xfrm>
          <a:solidFill>
            <a:schemeClr val="bg1">
              <a:lumMod val="85000"/>
            </a:schemeClr>
          </a:solidFill>
        </p:spPr>
        <p:txBody>
          <a:bodyPr/>
          <a:lstStyle>
            <a:lvl1pPr>
              <a:defRPr/>
            </a:lvl1pPr>
          </a:lstStyle>
          <a:p>
            <a:r>
              <a:rPr lang="id-ID" dirty="0" smtClean="0"/>
              <a:t>Pic here</a:t>
            </a:r>
            <a:endParaRPr lang="en-AU" dirty="0"/>
          </a:p>
        </p:txBody>
      </p:sp>
      <p:grpSp>
        <p:nvGrpSpPr>
          <p:cNvPr id="25" name="Group 24"/>
          <p:cNvGrpSpPr/>
          <p:nvPr userDrawn="1"/>
        </p:nvGrpSpPr>
        <p:grpSpPr>
          <a:xfrm>
            <a:off x="973770" y="5352142"/>
            <a:ext cx="1724341" cy="516155"/>
            <a:chOff x="3872969" y="5806923"/>
            <a:chExt cx="1724341" cy="516155"/>
          </a:xfrm>
        </p:grpSpPr>
        <p:sp>
          <p:nvSpPr>
            <p:cNvPr id="26" name="Oval 25"/>
            <p:cNvSpPr/>
            <p:nvPr/>
          </p:nvSpPr>
          <p:spPr>
            <a:xfrm>
              <a:off x="3872969"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27" name="Oval 26"/>
            <p:cNvSpPr/>
            <p:nvPr/>
          </p:nvSpPr>
          <p:spPr>
            <a:xfrm>
              <a:off x="4477062"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28" name="Oval 27"/>
            <p:cNvSpPr/>
            <p:nvPr/>
          </p:nvSpPr>
          <p:spPr>
            <a:xfrm>
              <a:off x="5081155"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30" name="Freeform 63"/>
            <p:cNvSpPr>
              <a:spLocks/>
            </p:cNvSpPr>
            <p:nvPr/>
          </p:nvSpPr>
          <p:spPr bwMode="auto">
            <a:xfrm>
              <a:off x="4576091" y="5937921"/>
              <a:ext cx="318095" cy="261714"/>
            </a:xfrm>
            <a:custGeom>
              <a:avLst/>
              <a:gdLst>
                <a:gd name="T0" fmla="*/ 160 w 160"/>
                <a:gd name="T1" fmla="*/ 16 h 131"/>
                <a:gd name="T2" fmla="*/ 159 w 160"/>
                <a:gd name="T3" fmla="*/ 16 h 131"/>
                <a:gd name="T4" fmla="*/ 144 w 160"/>
                <a:gd name="T5" fmla="*/ 20 h 131"/>
                <a:gd name="T6" fmla="*/ 156 w 160"/>
                <a:gd name="T7" fmla="*/ 4 h 131"/>
                <a:gd name="T8" fmla="*/ 156 w 160"/>
                <a:gd name="T9" fmla="*/ 3 h 131"/>
                <a:gd name="T10" fmla="*/ 155 w 160"/>
                <a:gd name="T11" fmla="*/ 3 h 131"/>
                <a:gd name="T12" fmla="*/ 135 w 160"/>
                <a:gd name="T13" fmla="*/ 11 h 131"/>
                <a:gd name="T14" fmla="*/ 111 w 160"/>
                <a:gd name="T15" fmla="*/ 0 h 131"/>
                <a:gd name="T16" fmla="*/ 77 w 160"/>
                <a:gd name="T17" fmla="*/ 34 h 131"/>
                <a:gd name="T18" fmla="*/ 78 w 160"/>
                <a:gd name="T19" fmla="*/ 40 h 131"/>
                <a:gd name="T20" fmla="*/ 12 w 160"/>
                <a:gd name="T21" fmla="*/ 7 h 131"/>
                <a:gd name="T22" fmla="*/ 12 w 160"/>
                <a:gd name="T23" fmla="*/ 6 h 131"/>
                <a:gd name="T24" fmla="*/ 11 w 160"/>
                <a:gd name="T25" fmla="*/ 7 h 131"/>
                <a:gd name="T26" fmla="*/ 7 w 160"/>
                <a:gd name="T27" fmla="*/ 23 h 131"/>
                <a:gd name="T28" fmla="*/ 19 w 160"/>
                <a:gd name="T29" fmla="*/ 50 h 131"/>
                <a:gd name="T30" fmla="*/ 7 w 160"/>
                <a:gd name="T31" fmla="*/ 46 h 131"/>
                <a:gd name="T32" fmla="*/ 7 w 160"/>
                <a:gd name="T33" fmla="*/ 46 h 131"/>
                <a:gd name="T34" fmla="*/ 6 w 160"/>
                <a:gd name="T35" fmla="*/ 47 h 131"/>
                <a:gd name="T36" fmla="*/ 6 w 160"/>
                <a:gd name="T37" fmla="*/ 47 h 131"/>
                <a:gd name="T38" fmla="*/ 30 w 160"/>
                <a:gd name="T39" fmla="*/ 79 h 131"/>
                <a:gd name="T40" fmla="*/ 19 w 160"/>
                <a:gd name="T41" fmla="*/ 79 h 131"/>
                <a:gd name="T42" fmla="*/ 18 w 160"/>
                <a:gd name="T43" fmla="*/ 79 h 131"/>
                <a:gd name="T44" fmla="*/ 18 w 160"/>
                <a:gd name="T45" fmla="*/ 80 h 131"/>
                <a:gd name="T46" fmla="*/ 47 w 160"/>
                <a:gd name="T47" fmla="*/ 103 h 131"/>
                <a:gd name="T48" fmla="*/ 8 w 160"/>
                <a:gd name="T49" fmla="*/ 115 h 131"/>
                <a:gd name="T50" fmla="*/ 1 w 160"/>
                <a:gd name="T51" fmla="*/ 115 h 131"/>
                <a:gd name="T52" fmla="*/ 0 w 160"/>
                <a:gd name="T53" fmla="*/ 115 h 131"/>
                <a:gd name="T54" fmla="*/ 0 w 160"/>
                <a:gd name="T55" fmla="*/ 116 h 131"/>
                <a:gd name="T56" fmla="*/ 51 w 160"/>
                <a:gd name="T57" fmla="*/ 131 h 131"/>
                <a:gd name="T58" fmla="*/ 144 w 160"/>
                <a:gd name="T59" fmla="*/ 38 h 131"/>
                <a:gd name="T60" fmla="*/ 144 w 160"/>
                <a:gd name="T61" fmla="*/ 34 h 131"/>
                <a:gd name="T62" fmla="*/ 160 w 160"/>
                <a:gd name="T63" fmla="*/ 17 h 131"/>
                <a:gd name="T64" fmla="*/ 160 w 160"/>
                <a:gd name="T65" fmla="*/ 1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0" h="131">
                  <a:moveTo>
                    <a:pt x="160" y="16"/>
                  </a:moveTo>
                  <a:cubicBezTo>
                    <a:pt x="160" y="16"/>
                    <a:pt x="160" y="16"/>
                    <a:pt x="159" y="16"/>
                  </a:cubicBezTo>
                  <a:cubicBezTo>
                    <a:pt x="154" y="18"/>
                    <a:pt x="149" y="19"/>
                    <a:pt x="144" y="20"/>
                  </a:cubicBezTo>
                  <a:cubicBezTo>
                    <a:pt x="150" y="16"/>
                    <a:pt x="154" y="10"/>
                    <a:pt x="156" y="4"/>
                  </a:cubicBezTo>
                  <a:cubicBezTo>
                    <a:pt x="156" y="3"/>
                    <a:pt x="156" y="3"/>
                    <a:pt x="156" y="3"/>
                  </a:cubicBezTo>
                  <a:cubicBezTo>
                    <a:pt x="155" y="3"/>
                    <a:pt x="155" y="3"/>
                    <a:pt x="155" y="3"/>
                  </a:cubicBezTo>
                  <a:cubicBezTo>
                    <a:pt x="149" y="7"/>
                    <a:pt x="142" y="9"/>
                    <a:pt x="135" y="11"/>
                  </a:cubicBezTo>
                  <a:cubicBezTo>
                    <a:pt x="128" y="4"/>
                    <a:pt x="120" y="0"/>
                    <a:pt x="111" y="0"/>
                  </a:cubicBezTo>
                  <a:cubicBezTo>
                    <a:pt x="92" y="0"/>
                    <a:pt x="77" y="15"/>
                    <a:pt x="77" y="34"/>
                  </a:cubicBezTo>
                  <a:cubicBezTo>
                    <a:pt x="77" y="36"/>
                    <a:pt x="77" y="38"/>
                    <a:pt x="78" y="40"/>
                  </a:cubicBezTo>
                  <a:cubicBezTo>
                    <a:pt x="52" y="39"/>
                    <a:pt x="29" y="26"/>
                    <a:pt x="12" y="7"/>
                  </a:cubicBezTo>
                  <a:cubicBezTo>
                    <a:pt x="12" y="6"/>
                    <a:pt x="12" y="6"/>
                    <a:pt x="12" y="6"/>
                  </a:cubicBezTo>
                  <a:cubicBezTo>
                    <a:pt x="11" y="6"/>
                    <a:pt x="11" y="6"/>
                    <a:pt x="11" y="7"/>
                  </a:cubicBezTo>
                  <a:cubicBezTo>
                    <a:pt x="8" y="12"/>
                    <a:pt x="7" y="18"/>
                    <a:pt x="7" y="23"/>
                  </a:cubicBezTo>
                  <a:cubicBezTo>
                    <a:pt x="7" y="34"/>
                    <a:pt x="11" y="43"/>
                    <a:pt x="19" y="50"/>
                  </a:cubicBezTo>
                  <a:cubicBezTo>
                    <a:pt x="15" y="49"/>
                    <a:pt x="11" y="48"/>
                    <a:pt x="7" y="46"/>
                  </a:cubicBezTo>
                  <a:cubicBezTo>
                    <a:pt x="7" y="46"/>
                    <a:pt x="7" y="46"/>
                    <a:pt x="7" y="46"/>
                  </a:cubicBezTo>
                  <a:cubicBezTo>
                    <a:pt x="6" y="46"/>
                    <a:pt x="6" y="46"/>
                    <a:pt x="6" y="47"/>
                  </a:cubicBezTo>
                  <a:cubicBezTo>
                    <a:pt x="6" y="47"/>
                    <a:pt x="6" y="47"/>
                    <a:pt x="6" y="47"/>
                  </a:cubicBezTo>
                  <a:cubicBezTo>
                    <a:pt x="6" y="62"/>
                    <a:pt x="16" y="75"/>
                    <a:pt x="30" y="79"/>
                  </a:cubicBezTo>
                  <a:cubicBezTo>
                    <a:pt x="26" y="79"/>
                    <a:pt x="22" y="79"/>
                    <a:pt x="19" y="79"/>
                  </a:cubicBezTo>
                  <a:cubicBezTo>
                    <a:pt x="18" y="79"/>
                    <a:pt x="18" y="79"/>
                    <a:pt x="18" y="79"/>
                  </a:cubicBezTo>
                  <a:cubicBezTo>
                    <a:pt x="18" y="79"/>
                    <a:pt x="18" y="79"/>
                    <a:pt x="18" y="80"/>
                  </a:cubicBezTo>
                  <a:cubicBezTo>
                    <a:pt x="22" y="93"/>
                    <a:pt x="33" y="102"/>
                    <a:pt x="47" y="103"/>
                  </a:cubicBezTo>
                  <a:cubicBezTo>
                    <a:pt x="36" y="111"/>
                    <a:pt x="22" y="115"/>
                    <a:pt x="8" y="115"/>
                  </a:cubicBezTo>
                  <a:cubicBezTo>
                    <a:pt x="6" y="115"/>
                    <a:pt x="3" y="115"/>
                    <a:pt x="1" y="115"/>
                  </a:cubicBezTo>
                  <a:cubicBezTo>
                    <a:pt x="0" y="115"/>
                    <a:pt x="0" y="115"/>
                    <a:pt x="0" y="115"/>
                  </a:cubicBezTo>
                  <a:cubicBezTo>
                    <a:pt x="0" y="116"/>
                    <a:pt x="0" y="116"/>
                    <a:pt x="0" y="116"/>
                  </a:cubicBezTo>
                  <a:cubicBezTo>
                    <a:pt x="15" y="126"/>
                    <a:pt x="33" y="131"/>
                    <a:pt x="51" y="131"/>
                  </a:cubicBezTo>
                  <a:cubicBezTo>
                    <a:pt x="109" y="131"/>
                    <a:pt x="144" y="83"/>
                    <a:pt x="144" y="38"/>
                  </a:cubicBezTo>
                  <a:cubicBezTo>
                    <a:pt x="144" y="36"/>
                    <a:pt x="144" y="35"/>
                    <a:pt x="144" y="34"/>
                  </a:cubicBezTo>
                  <a:cubicBezTo>
                    <a:pt x="150" y="29"/>
                    <a:pt x="156" y="23"/>
                    <a:pt x="160" y="17"/>
                  </a:cubicBezTo>
                  <a:cubicBezTo>
                    <a:pt x="160" y="17"/>
                    <a:pt x="160" y="16"/>
                    <a:pt x="160" y="16"/>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sp>
          <p:nvSpPr>
            <p:cNvPr id="38" name="Freeform 21"/>
            <p:cNvSpPr>
              <a:spLocks/>
            </p:cNvSpPr>
            <p:nvPr/>
          </p:nvSpPr>
          <p:spPr bwMode="auto">
            <a:xfrm>
              <a:off x="5235659" y="5934143"/>
              <a:ext cx="207145" cy="261714"/>
            </a:xfrm>
            <a:custGeom>
              <a:avLst/>
              <a:gdLst>
                <a:gd name="T0" fmla="*/ 129 w 323"/>
                <a:gd name="T1" fmla="*/ 272 h 408"/>
                <a:gd name="T2" fmla="*/ 68 w 323"/>
                <a:gd name="T3" fmla="*/ 408 h 408"/>
                <a:gd name="T4" fmla="*/ 98 w 323"/>
                <a:gd name="T5" fmla="*/ 196 h 408"/>
                <a:gd name="T6" fmla="*/ 149 w 323"/>
                <a:gd name="T7" fmla="*/ 99 h 408"/>
                <a:gd name="T8" fmla="*/ 172 w 323"/>
                <a:gd name="T9" fmla="*/ 257 h 408"/>
                <a:gd name="T10" fmla="*/ 234 w 323"/>
                <a:gd name="T11" fmla="*/ 73 h 408"/>
                <a:gd name="T12" fmla="*/ 47 w 323"/>
                <a:gd name="T13" fmla="*/ 173 h 408"/>
                <a:gd name="T14" fmla="*/ 57 w 323"/>
                <a:gd name="T15" fmla="*/ 239 h 408"/>
                <a:gd name="T16" fmla="*/ 1 w 323"/>
                <a:gd name="T17" fmla="*/ 147 h 408"/>
                <a:gd name="T18" fmla="*/ 137 w 323"/>
                <a:gd name="T19" fmla="*/ 9 h 408"/>
                <a:gd name="T20" fmla="*/ 310 w 323"/>
                <a:gd name="T21" fmla="*/ 119 h 408"/>
                <a:gd name="T22" fmla="*/ 183 w 323"/>
                <a:gd name="T23" fmla="*/ 298 h 408"/>
                <a:gd name="T24" fmla="*/ 129 w 323"/>
                <a:gd name="T25" fmla="*/ 272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3" h="408">
                  <a:moveTo>
                    <a:pt x="129" y="272"/>
                  </a:moveTo>
                  <a:cubicBezTo>
                    <a:pt x="118" y="328"/>
                    <a:pt x="106" y="380"/>
                    <a:pt x="68" y="408"/>
                  </a:cubicBezTo>
                  <a:cubicBezTo>
                    <a:pt x="56" y="325"/>
                    <a:pt x="85" y="262"/>
                    <a:pt x="98" y="196"/>
                  </a:cubicBezTo>
                  <a:cubicBezTo>
                    <a:pt x="75" y="157"/>
                    <a:pt x="101" y="80"/>
                    <a:pt x="149" y="99"/>
                  </a:cubicBezTo>
                  <a:cubicBezTo>
                    <a:pt x="209" y="122"/>
                    <a:pt x="98" y="242"/>
                    <a:pt x="172" y="257"/>
                  </a:cubicBezTo>
                  <a:cubicBezTo>
                    <a:pt x="250" y="273"/>
                    <a:pt x="282" y="122"/>
                    <a:pt x="234" y="73"/>
                  </a:cubicBezTo>
                  <a:cubicBezTo>
                    <a:pt x="164" y="2"/>
                    <a:pt x="31" y="72"/>
                    <a:pt x="47" y="173"/>
                  </a:cubicBezTo>
                  <a:cubicBezTo>
                    <a:pt x="51" y="198"/>
                    <a:pt x="77" y="205"/>
                    <a:pt x="57" y="239"/>
                  </a:cubicBezTo>
                  <a:cubicBezTo>
                    <a:pt x="13" y="229"/>
                    <a:pt x="0" y="194"/>
                    <a:pt x="1" y="147"/>
                  </a:cubicBezTo>
                  <a:cubicBezTo>
                    <a:pt x="4" y="70"/>
                    <a:pt x="70" y="17"/>
                    <a:pt x="137" y="9"/>
                  </a:cubicBezTo>
                  <a:cubicBezTo>
                    <a:pt x="221" y="0"/>
                    <a:pt x="300" y="40"/>
                    <a:pt x="310" y="119"/>
                  </a:cubicBezTo>
                  <a:cubicBezTo>
                    <a:pt x="323" y="208"/>
                    <a:pt x="273" y="305"/>
                    <a:pt x="183" y="298"/>
                  </a:cubicBezTo>
                  <a:cubicBezTo>
                    <a:pt x="158" y="296"/>
                    <a:pt x="148" y="284"/>
                    <a:pt x="129" y="272"/>
                  </a:cubicBezTo>
                  <a:close/>
                </a:path>
              </a:pathLst>
            </a:custGeom>
            <a:solidFill>
              <a:schemeClr val="bg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mn-cs"/>
              </a:endParaRPr>
            </a:p>
          </p:txBody>
        </p:sp>
        <p:sp>
          <p:nvSpPr>
            <p:cNvPr id="39" name="Freeform 62"/>
            <p:cNvSpPr>
              <a:spLocks/>
            </p:cNvSpPr>
            <p:nvPr/>
          </p:nvSpPr>
          <p:spPr bwMode="auto">
            <a:xfrm>
              <a:off x="4063583" y="5934143"/>
              <a:ext cx="134925" cy="261714"/>
            </a:xfrm>
            <a:custGeom>
              <a:avLst/>
              <a:gdLst>
                <a:gd name="T0" fmla="*/ 84 w 84"/>
                <a:gd name="T1" fmla="*/ 27 h 163"/>
                <a:gd name="T2" fmla="*/ 69 w 84"/>
                <a:gd name="T3" fmla="*/ 27 h 163"/>
                <a:gd name="T4" fmla="*/ 54 w 84"/>
                <a:gd name="T5" fmla="*/ 41 h 163"/>
                <a:gd name="T6" fmla="*/ 54 w 84"/>
                <a:gd name="T7" fmla="*/ 60 h 163"/>
                <a:gd name="T8" fmla="*/ 83 w 84"/>
                <a:gd name="T9" fmla="*/ 60 h 163"/>
                <a:gd name="T10" fmla="*/ 83 w 84"/>
                <a:gd name="T11" fmla="*/ 88 h 163"/>
                <a:gd name="T12" fmla="*/ 54 w 84"/>
                <a:gd name="T13" fmla="*/ 88 h 163"/>
                <a:gd name="T14" fmla="*/ 54 w 84"/>
                <a:gd name="T15" fmla="*/ 163 h 163"/>
                <a:gd name="T16" fmla="*/ 25 w 84"/>
                <a:gd name="T17" fmla="*/ 163 h 163"/>
                <a:gd name="T18" fmla="*/ 25 w 84"/>
                <a:gd name="T19" fmla="*/ 88 h 163"/>
                <a:gd name="T20" fmla="*/ 0 w 84"/>
                <a:gd name="T21" fmla="*/ 88 h 163"/>
                <a:gd name="T22" fmla="*/ 0 w 84"/>
                <a:gd name="T23" fmla="*/ 60 h 163"/>
                <a:gd name="T24" fmla="*/ 25 w 84"/>
                <a:gd name="T25" fmla="*/ 60 h 163"/>
                <a:gd name="T26" fmla="*/ 25 w 84"/>
                <a:gd name="T27" fmla="*/ 38 h 163"/>
                <a:gd name="T28" fmla="*/ 62 w 84"/>
                <a:gd name="T29" fmla="*/ 0 h 163"/>
                <a:gd name="T30" fmla="*/ 84 w 84"/>
                <a:gd name="T31" fmla="*/ 0 h 163"/>
                <a:gd name="T32" fmla="*/ 84 w 84"/>
                <a:gd name="T33" fmla="*/ 27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63">
                  <a:moveTo>
                    <a:pt x="84" y="27"/>
                  </a:moveTo>
                  <a:cubicBezTo>
                    <a:pt x="69" y="27"/>
                    <a:pt x="69" y="27"/>
                    <a:pt x="69" y="27"/>
                  </a:cubicBezTo>
                  <a:cubicBezTo>
                    <a:pt x="57" y="27"/>
                    <a:pt x="54" y="33"/>
                    <a:pt x="54" y="41"/>
                  </a:cubicBezTo>
                  <a:cubicBezTo>
                    <a:pt x="54" y="60"/>
                    <a:pt x="54" y="60"/>
                    <a:pt x="54" y="60"/>
                  </a:cubicBezTo>
                  <a:cubicBezTo>
                    <a:pt x="83" y="60"/>
                    <a:pt x="83" y="60"/>
                    <a:pt x="83" y="60"/>
                  </a:cubicBezTo>
                  <a:cubicBezTo>
                    <a:pt x="83" y="88"/>
                    <a:pt x="83" y="88"/>
                    <a:pt x="83" y="88"/>
                  </a:cubicBezTo>
                  <a:cubicBezTo>
                    <a:pt x="54" y="88"/>
                    <a:pt x="54" y="88"/>
                    <a:pt x="54" y="88"/>
                  </a:cubicBezTo>
                  <a:cubicBezTo>
                    <a:pt x="54" y="163"/>
                    <a:pt x="54" y="163"/>
                    <a:pt x="54" y="163"/>
                  </a:cubicBezTo>
                  <a:cubicBezTo>
                    <a:pt x="25" y="163"/>
                    <a:pt x="25" y="163"/>
                    <a:pt x="25" y="163"/>
                  </a:cubicBezTo>
                  <a:cubicBezTo>
                    <a:pt x="25" y="88"/>
                    <a:pt x="25" y="88"/>
                    <a:pt x="25" y="88"/>
                  </a:cubicBezTo>
                  <a:cubicBezTo>
                    <a:pt x="0" y="88"/>
                    <a:pt x="0" y="88"/>
                    <a:pt x="0" y="88"/>
                  </a:cubicBezTo>
                  <a:cubicBezTo>
                    <a:pt x="0" y="60"/>
                    <a:pt x="0" y="60"/>
                    <a:pt x="0" y="60"/>
                  </a:cubicBezTo>
                  <a:cubicBezTo>
                    <a:pt x="25" y="60"/>
                    <a:pt x="25" y="60"/>
                    <a:pt x="25" y="60"/>
                  </a:cubicBezTo>
                  <a:cubicBezTo>
                    <a:pt x="25" y="38"/>
                    <a:pt x="25" y="38"/>
                    <a:pt x="25" y="38"/>
                  </a:cubicBezTo>
                  <a:cubicBezTo>
                    <a:pt x="25" y="13"/>
                    <a:pt x="40" y="0"/>
                    <a:pt x="62" y="0"/>
                  </a:cubicBezTo>
                  <a:cubicBezTo>
                    <a:pt x="84" y="0"/>
                    <a:pt x="84" y="0"/>
                    <a:pt x="84" y="0"/>
                  </a:cubicBezTo>
                  <a:lnTo>
                    <a:pt x="84" y="27"/>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grpSp>
      <p:grpSp>
        <p:nvGrpSpPr>
          <p:cNvPr id="40" name="Group 39"/>
          <p:cNvGrpSpPr/>
          <p:nvPr userDrawn="1"/>
        </p:nvGrpSpPr>
        <p:grpSpPr>
          <a:xfrm>
            <a:off x="3793172" y="5361672"/>
            <a:ext cx="1724341" cy="516155"/>
            <a:chOff x="3872969" y="5806923"/>
            <a:chExt cx="1724341" cy="516155"/>
          </a:xfrm>
        </p:grpSpPr>
        <p:sp>
          <p:nvSpPr>
            <p:cNvPr id="41" name="Oval 40"/>
            <p:cNvSpPr/>
            <p:nvPr/>
          </p:nvSpPr>
          <p:spPr>
            <a:xfrm>
              <a:off x="3872969"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2" name="Oval 41"/>
            <p:cNvSpPr/>
            <p:nvPr/>
          </p:nvSpPr>
          <p:spPr>
            <a:xfrm>
              <a:off x="4477062"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3" name="Oval 42"/>
            <p:cNvSpPr/>
            <p:nvPr/>
          </p:nvSpPr>
          <p:spPr>
            <a:xfrm>
              <a:off x="5081155"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4" name="Freeform 63"/>
            <p:cNvSpPr>
              <a:spLocks/>
            </p:cNvSpPr>
            <p:nvPr/>
          </p:nvSpPr>
          <p:spPr bwMode="auto">
            <a:xfrm>
              <a:off x="4576091" y="5937921"/>
              <a:ext cx="318095" cy="261714"/>
            </a:xfrm>
            <a:custGeom>
              <a:avLst/>
              <a:gdLst>
                <a:gd name="T0" fmla="*/ 160 w 160"/>
                <a:gd name="T1" fmla="*/ 16 h 131"/>
                <a:gd name="T2" fmla="*/ 159 w 160"/>
                <a:gd name="T3" fmla="*/ 16 h 131"/>
                <a:gd name="T4" fmla="*/ 144 w 160"/>
                <a:gd name="T5" fmla="*/ 20 h 131"/>
                <a:gd name="T6" fmla="*/ 156 w 160"/>
                <a:gd name="T7" fmla="*/ 4 h 131"/>
                <a:gd name="T8" fmla="*/ 156 w 160"/>
                <a:gd name="T9" fmla="*/ 3 h 131"/>
                <a:gd name="T10" fmla="*/ 155 w 160"/>
                <a:gd name="T11" fmla="*/ 3 h 131"/>
                <a:gd name="T12" fmla="*/ 135 w 160"/>
                <a:gd name="T13" fmla="*/ 11 h 131"/>
                <a:gd name="T14" fmla="*/ 111 w 160"/>
                <a:gd name="T15" fmla="*/ 0 h 131"/>
                <a:gd name="T16" fmla="*/ 77 w 160"/>
                <a:gd name="T17" fmla="*/ 34 h 131"/>
                <a:gd name="T18" fmla="*/ 78 w 160"/>
                <a:gd name="T19" fmla="*/ 40 h 131"/>
                <a:gd name="T20" fmla="*/ 12 w 160"/>
                <a:gd name="T21" fmla="*/ 7 h 131"/>
                <a:gd name="T22" fmla="*/ 12 w 160"/>
                <a:gd name="T23" fmla="*/ 6 h 131"/>
                <a:gd name="T24" fmla="*/ 11 w 160"/>
                <a:gd name="T25" fmla="*/ 7 h 131"/>
                <a:gd name="T26" fmla="*/ 7 w 160"/>
                <a:gd name="T27" fmla="*/ 23 h 131"/>
                <a:gd name="T28" fmla="*/ 19 w 160"/>
                <a:gd name="T29" fmla="*/ 50 h 131"/>
                <a:gd name="T30" fmla="*/ 7 w 160"/>
                <a:gd name="T31" fmla="*/ 46 h 131"/>
                <a:gd name="T32" fmla="*/ 7 w 160"/>
                <a:gd name="T33" fmla="*/ 46 h 131"/>
                <a:gd name="T34" fmla="*/ 6 w 160"/>
                <a:gd name="T35" fmla="*/ 47 h 131"/>
                <a:gd name="T36" fmla="*/ 6 w 160"/>
                <a:gd name="T37" fmla="*/ 47 h 131"/>
                <a:gd name="T38" fmla="*/ 30 w 160"/>
                <a:gd name="T39" fmla="*/ 79 h 131"/>
                <a:gd name="T40" fmla="*/ 19 w 160"/>
                <a:gd name="T41" fmla="*/ 79 h 131"/>
                <a:gd name="T42" fmla="*/ 18 w 160"/>
                <a:gd name="T43" fmla="*/ 79 h 131"/>
                <a:gd name="T44" fmla="*/ 18 w 160"/>
                <a:gd name="T45" fmla="*/ 80 h 131"/>
                <a:gd name="T46" fmla="*/ 47 w 160"/>
                <a:gd name="T47" fmla="*/ 103 h 131"/>
                <a:gd name="T48" fmla="*/ 8 w 160"/>
                <a:gd name="T49" fmla="*/ 115 h 131"/>
                <a:gd name="T50" fmla="*/ 1 w 160"/>
                <a:gd name="T51" fmla="*/ 115 h 131"/>
                <a:gd name="T52" fmla="*/ 0 w 160"/>
                <a:gd name="T53" fmla="*/ 115 h 131"/>
                <a:gd name="T54" fmla="*/ 0 w 160"/>
                <a:gd name="T55" fmla="*/ 116 h 131"/>
                <a:gd name="T56" fmla="*/ 51 w 160"/>
                <a:gd name="T57" fmla="*/ 131 h 131"/>
                <a:gd name="T58" fmla="*/ 144 w 160"/>
                <a:gd name="T59" fmla="*/ 38 h 131"/>
                <a:gd name="T60" fmla="*/ 144 w 160"/>
                <a:gd name="T61" fmla="*/ 34 h 131"/>
                <a:gd name="T62" fmla="*/ 160 w 160"/>
                <a:gd name="T63" fmla="*/ 17 h 131"/>
                <a:gd name="T64" fmla="*/ 160 w 160"/>
                <a:gd name="T65" fmla="*/ 1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0" h="131">
                  <a:moveTo>
                    <a:pt x="160" y="16"/>
                  </a:moveTo>
                  <a:cubicBezTo>
                    <a:pt x="160" y="16"/>
                    <a:pt x="160" y="16"/>
                    <a:pt x="159" y="16"/>
                  </a:cubicBezTo>
                  <a:cubicBezTo>
                    <a:pt x="154" y="18"/>
                    <a:pt x="149" y="19"/>
                    <a:pt x="144" y="20"/>
                  </a:cubicBezTo>
                  <a:cubicBezTo>
                    <a:pt x="150" y="16"/>
                    <a:pt x="154" y="10"/>
                    <a:pt x="156" y="4"/>
                  </a:cubicBezTo>
                  <a:cubicBezTo>
                    <a:pt x="156" y="3"/>
                    <a:pt x="156" y="3"/>
                    <a:pt x="156" y="3"/>
                  </a:cubicBezTo>
                  <a:cubicBezTo>
                    <a:pt x="155" y="3"/>
                    <a:pt x="155" y="3"/>
                    <a:pt x="155" y="3"/>
                  </a:cubicBezTo>
                  <a:cubicBezTo>
                    <a:pt x="149" y="7"/>
                    <a:pt x="142" y="9"/>
                    <a:pt x="135" y="11"/>
                  </a:cubicBezTo>
                  <a:cubicBezTo>
                    <a:pt x="128" y="4"/>
                    <a:pt x="120" y="0"/>
                    <a:pt x="111" y="0"/>
                  </a:cubicBezTo>
                  <a:cubicBezTo>
                    <a:pt x="92" y="0"/>
                    <a:pt x="77" y="15"/>
                    <a:pt x="77" y="34"/>
                  </a:cubicBezTo>
                  <a:cubicBezTo>
                    <a:pt x="77" y="36"/>
                    <a:pt x="77" y="38"/>
                    <a:pt x="78" y="40"/>
                  </a:cubicBezTo>
                  <a:cubicBezTo>
                    <a:pt x="52" y="39"/>
                    <a:pt x="29" y="26"/>
                    <a:pt x="12" y="7"/>
                  </a:cubicBezTo>
                  <a:cubicBezTo>
                    <a:pt x="12" y="6"/>
                    <a:pt x="12" y="6"/>
                    <a:pt x="12" y="6"/>
                  </a:cubicBezTo>
                  <a:cubicBezTo>
                    <a:pt x="11" y="6"/>
                    <a:pt x="11" y="6"/>
                    <a:pt x="11" y="7"/>
                  </a:cubicBezTo>
                  <a:cubicBezTo>
                    <a:pt x="8" y="12"/>
                    <a:pt x="7" y="18"/>
                    <a:pt x="7" y="23"/>
                  </a:cubicBezTo>
                  <a:cubicBezTo>
                    <a:pt x="7" y="34"/>
                    <a:pt x="11" y="43"/>
                    <a:pt x="19" y="50"/>
                  </a:cubicBezTo>
                  <a:cubicBezTo>
                    <a:pt x="15" y="49"/>
                    <a:pt x="11" y="48"/>
                    <a:pt x="7" y="46"/>
                  </a:cubicBezTo>
                  <a:cubicBezTo>
                    <a:pt x="7" y="46"/>
                    <a:pt x="7" y="46"/>
                    <a:pt x="7" y="46"/>
                  </a:cubicBezTo>
                  <a:cubicBezTo>
                    <a:pt x="6" y="46"/>
                    <a:pt x="6" y="46"/>
                    <a:pt x="6" y="47"/>
                  </a:cubicBezTo>
                  <a:cubicBezTo>
                    <a:pt x="6" y="47"/>
                    <a:pt x="6" y="47"/>
                    <a:pt x="6" y="47"/>
                  </a:cubicBezTo>
                  <a:cubicBezTo>
                    <a:pt x="6" y="62"/>
                    <a:pt x="16" y="75"/>
                    <a:pt x="30" y="79"/>
                  </a:cubicBezTo>
                  <a:cubicBezTo>
                    <a:pt x="26" y="79"/>
                    <a:pt x="22" y="79"/>
                    <a:pt x="19" y="79"/>
                  </a:cubicBezTo>
                  <a:cubicBezTo>
                    <a:pt x="18" y="79"/>
                    <a:pt x="18" y="79"/>
                    <a:pt x="18" y="79"/>
                  </a:cubicBezTo>
                  <a:cubicBezTo>
                    <a:pt x="18" y="79"/>
                    <a:pt x="18" y="79"/>
                    <a:pt x="18" y="80"/>
                  </a:cubicBezTo>
                  <a:cubicBezTo>
                    <a:pt x="22" y="93"/>
                    <a:pt x="33" y="102"/>
                    <a:pt x="47" y="103"/>
                  </a:cubicBezTo>
                  <a:cubicBezTo>
                    <a:pt x="36" y="111"/>
                    <a:pt x="22" y="115"/>
                    <a:pt x="8" y="115"/>
                  </a:cubicBezTo>
                  <a:cubicBezTo>
                    <a:pt x="6" y="115"/>
                    <a:pt x="3" y="115"/>
                    <a:pt x="1" y="115"/>
                  </a:cubicBezTo>
                  <a:cubicBezTo>
                    <a:pt x="0" y="115"/>
                    <a:pt x="0" y="115"/>
                    <a:pt x="0" y="115"/>
                  </a:cubicBezTo>
                  <a:cubicBezTo>
                    <a:pt x="0" y="116"/>
                    <a:pt x="0" y="116"/>
                    <a:pt x="0" y="116"/>
                  </a:cubicBezTo>
                  <a:cubicBezTo>
                    <a:pt x="15" y="126"/>
                    <a:pt x="33" y="131"/>
                    <a:pt x="51" y="131"/>
                  </a:cubicBezTo>
                  <a:cubicBezTo>
                    <a:pt x="109" y="131"/>
                    <a:pt x="144" y="83"/>
                    <a:pt x="144" y="38"/>
                  </a:cubicBezTo>
                  <a:cubicBezTo>
                    <a:pt x="144" y="36"/>
                    <a:pt x="144" y="35"/>
                    <a:pt x="144" y="34"/>
                  </a:cubicBezTo>
                  <a:cubicBezTo>
                    <a:pt x="150" y="29"/>
                    <a:pt x="156" y="23"/>
                    <a:pt x="160" y="17"/>
                  </a:cubicBezTo>
                  <a:cubicBezTo>
                    <a:pt x="160" y="17"/>
                    <a:pt x="160" y="16"/>
                    <a:pt x="160" y="16"/>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sp>
          <p:nvSpPr>
            <p:cNvPr id="45" name="Freeform 21"/>
            <p:cNvSpPr>
              <a:spLocks/>
            </p:cNvSpPr>
            <p:nvPr/>
          </p:nvSpPr>
          <p:spPr bwMode="auto">
            <a:xfrm>
              <a:off x="5235659" y="5934143"/>
              <a:ext cx="207145" cy="261714"/>
            </a:xfrm>
            <a:custGeom>
              <a:avLst/>
              <a:gdLst>
                <a:gd name="T0" fmla="*/ 129 w 323"/>
                <a:gd name="T1" fmla="*/ 272 h 408"/>
                <a:gd name="T2" fmla="*/ 68 w 323"/>
                <a:gd name="T3" fmla="*/ 408 h 408"/>
                <a:gd name="T4" fmla="*/ 98 w 323"/>
                <a:gd name="T5" fmla="*/ 196 h 408"/>
                <a:gd name="T6" fmla="*/ 149 w 323"/>
                <a:gd name="T7" fmla="*/ 99 h 408"/>
                <a:gd name="T8" fmla="*/ 172 w 323"/>
                <a:gd name="T9" fmla="*/ 257 h 408"/>
                <a:gd name="T10" fmla="*/ 234 w 323"/>
                <a:gd name="T11" fmla="*/ 73 h 408"/>
                <a:gd name="T12" fmla="*/ 47 w 323"/>
                <a:gd name="T13" fmla="*/ 173 h 408"/>
                <a:gd name="T14" fmla="*/ 57 w 323"/>
                <a:gd name="T15" fmla="*/ 239 h 408"/>
                <a:gd name="T16" fmla="*/ 1 w 323"/>
                <a:gd name="T17" fmla="*/ 147 h 408"/>
                <a:gd name="T18" fmla="*/ 137 w 323"/>
                <a:gd name="T19" fmla="*/ 9 h 408"/>
                <a:gd name="T20" fmla="*/ 310 w 323"/>
                <a:gd name="T21" fmla="*/ 119 h 408"/>
                <a:gd name="T22" fmla="*/ 183 w 323"/>
                <a:gd name="T23" fmla="*/ 298 h 408"/>
                <a:gd name="T24" fmla="*/ 129 w 323"/>
                <a:gd name="T25" fmla="*/ 272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3" h="408">
                  <a:moveTo>
                    <a:pt x="129" y="272"/>
                  </a:moveTo>
                  <a:cubicBezTo>
                    <a:pt x="118" y="328"/>
                    <a:pt x="106" y="380"/>
                    <a:pt x="68" y="408"/>
                  </a:cubicBezTo>
                  <a:cubicBezTo>
                    <a:pt x="56" y="325"/>
                    <a:pt x="85" y="262"/>
                    <a:pt x="98" y="196"/>
                  </a:cubicBezTo>
                  <a:cubicBezTo>
                    <a:pt x="75" y="157"/>
                    <a:pt x="101" y="80"/>
                    <a:pt x="149" y="99"/>
                  </a:cubicBezTo>
                  <a:cubicBezTo>
                    <a:pt x="209" y="122"/>
                    <a:pt x="98" y="242"/>
                    <a:pt x="172" y="257"/>
                  </a:cubicBezTo>
                  <a:cubicBezTo>
                    <a:pt x="250" y="273"/>
                    <a:pt x="282" y="122"/>
                    <a:pt x="234" y="73"/>
                  </a:cubicBezTo>
                  <a:cubicBezTo>
                    <a:pt x="164" y="2"/>
                    <a:pt x="31" y="72"/>
                    <a:pt x="47" y="173"/>
                  </a:cubicBezTo>
                  <a:cubicBezTo>
                    <a:pt x="51" y="198"/>
                    <a:pt x="77" y="205"/>
                    <a:pt x="57" y="239"/>
                  </a:cubicBezTo>
                  <a:cubicBezTo>
                    <a:pt x="13" y="229"/>
                    <a:pt x="0" y="194"/>
                    <a:pt x="1" y="147"/>
                  </a:cubicBezTo>
                  <a:cubicBezTo>
                    <a:pt x="4" y="70"/>
                    <a:pt x="70" y="17"/>
                    <a:pt x="137" y="9"/>
                  </a:cubicBezTo>
                  <a:cubicBezTo>
                    <a:pt x="221" y="0"/>
                    <a:pt x="300" y="40"/>
                    <a:pt x="310" y="119"/>
                  </a:cubicBezTo>
                  <a:cubicBezTo>
                    <a:pt x="323" y="208"/>
                    <a:pt x="273" y="305"/>
                    <a:pt x="183" y="298"/>
                  </a:cubicBezTo>
                  <a:cubicBezTo>
                    <a:pt x="158" y="296"/>
                    <a:pt x="148" y="284"/>
                    <a:pt x="129" y="272"/>
                  </a:cubicBezTo>
                  <a:close/>
                </a:path>
              </a:pathLst>
            </a:custGeom>
            <a:solidFill>
              <a:schemeClr val="bg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mn-cs"/>
              </a:endParaRPr>
            </a:p>
          </p:txBody>
        </p:sp>
        <p:sp>
          <p:nvSpPr>
            <p:cNvPr id="46" name="Freeform 62"/>
            <p:cNvSpPr>
              <a:spLocks/>
            </p:cNvSpPr>
            <p:nvPr/>
          </p:nvSpPr>
          <p:spPr bwMode="auto">
            <a:xfrm>
              <a:off x="4063583" y="5934143"/>
              <a:ext cx="134925" cy="261714"/>
            </a:xfrm>
            <a:custGeom>
              <a:avLst/>
              <a:gdLst>
                <a:gd name="T0" fmla="*/ 84 w 84"/>
                <a:gd name="T1" fmla="*/ 27 h 163"/>
                <a:gd name="T2" fmla="*/ 69 w 84"/>
                <a:gd name="T3" fmla="*/ 27 h 163"/>
                <a:gd name="T4" fmla="*/ 54 w 84"/>
                <a:gd name="T5" fmla="*/ 41 h 163"/>
                <a:gd name="T6" fmla="*/ 54 w 84"/>
                <a:gd name="T7" fmla="*/ 60 h 163"/>
                <a:gd name="T8" fmla="*/ 83 w 84"/>
                <a:gd name="T9" fmla="*/ 60 h 163"/>
                <a:gd name="T10" fmla="*/ 83 w 84"/>
                <a:gd name="T11" fmla="*/ 88 h 163"/>
                <a:gd name="T12" fmla="*/ 54 w 84"/>
                <a:gd name="T13" fmla="*/ 88 h 163"/>
                <a:gd name="T14" fmla="*/ 54 w 84"/>
                <a:gd name="T15" fmla="*/ 163 h 163"/>
                <a:gd name="T16" fmla="*/ 25 w 84"/>
                <a:gd name="T17" fmla="*/ 163 h 163"/>
                <a:gd name="T18" fmla="*/ 25 w 84"/>
                <a:gd name="T19" fmla="*/ 88 h 163"/>
                <a:gd name="T20" fmla="*/ 0 w 84"/>
                <a:gd name="T21" fmla="*/ 88 h 163"/>
                <a:gd name="T22" fmla="*/ 0 w 84"/>
                <a:gd name="T23" fmla="*/ 60 h 163"/>
                <a:gd name="T24" fmla="*/ 25 w 84"/>
                <a:gd name="T25" fmla="*/ 60 h 163"/>
                <a:gd name="T26" fmla="*/ 25 w 84"/>
                <a:gd name="T27" fmla="*/ 38 h 163"/>
                <a:gd name="T28" fmla="*/ 62 w 84"/>
                <a:gd name="T29" fmla="*/ 0 h 163"/>
                <a:gd name="T30" fmla="*/ 84 w 84"/>
                <a:gd name="T31" fmla="*/ 0 h 163"/>
                <a:gd name="T32" fmla="*/ 84 w 84"/>
                <a:gd name="T33" fmla="*/ 27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63">
                  <a:moveTo>
                    <a:pt x="84" y="27"/>
                  </a:moveTo>
                  <a:cubicBezTo>
                    <a:pt x="69" y="27"/>
                    <a:pt x="69" y="27"/>
                    <a:pt x="69" y="27"/>
                  </a:cubicBezTo>
                  <a:cubicBezTo>
                    <a:pt x="57" y="27"/>
                    <a:pt x="54" y="33"/>
                    <a:pt x="54" y="41"/>
                  </a:cubicBezTo>
                  <a:cubicBezTo>
                    <a:pt x="54" y="60"/>
                    <a:pt x="54" y="60"/>
                    <a:pt x="54" y="60"/>
                  </a:cubicBezTo>
                  <a:cubicBezTo>
                    <a:pt x="83" y="60"/>
                    <a:pt x="83" y="60"/>
                    <a:pt x="83" y="60"/>
                  </a:cubicBezTo>
                  <a:cubicBezTo>
                    <a:pt x="83" y="88"/>
                    <a:pt x="83" y="88"/>
                    <a:pt x="83" y="88"/>
                  </a:cubicBezTo>
                  <a:cubicBezTo>
                    <a:pt x="54" y="88"/>
                    <a:pt x="54" y="88"/>
                    <a:pt x="54" y="88"/>
                  </a:cubicBezTo>
                  <a:cubicBezTo>
                    <a:pt x="54" y="163"/>
                    <a:pt x="54" y="163"/>
                    <a:pt x="54" y="163"/>
                  </a:cubicBezTo>
                  <a:cubicBezTo>
                    <a:pt x="25" y="163"/>
                    <a:pt x="25" y="163"/>
                    <a:pt x="25" y="163"/>
                  </a:cubicBezTo>
                  <a:cubicBezTo>
                    <a:pt x="25" y="88"/>
                    <a:pt x="25" y="88"/>
                    <a:pt x="25" y="88"/>
                  </a:cubicBezTo>
                  <a:cubicBezTo>
                    <a:pt x="0" y="88"/>
                    <a:pt x="0" y="88"/>
                    <a:pt x="0" y="88"/>
                  </a:cubicBezTo>
                  <a:cubicBezTo>
                    <a:pt x="0" y="60"/>
                    <a:pt x="0" y="60"/>
                    <a:pt x="0" y="60"/>
                  </a:cubicBezTo>
                  <a:cubicBezTo>
                    <a:pt x="25" y="60"/>
                    <a:pt x="25" y="60"/>
                    <a:pt x="25" y="60"/>
                  </a:cubicBezTo>
                  <a:cubicBezTo>
                    <a:pt x="25" y="38"/>
                    <a:pt x="25" y="38"/>
                    <a:pt x="25" y="38"/>
                  </a:cubicBezTo>
                  <a:cubicBezTo>
                    <a:pt x="25" y="13"/>
                    <a:pt x="40" y="0"/>
                    <a:pt x="62" y="0"/>
                  </a:cubicBezTo>
                  <a:cubicBezTo>
                    <a:pt x="84" y="0"/>
                    <a:pt x="84" y="0"/>
                    <a:pt x="84" y="0"/>
                  </a:cubicBezTo>
                  <a:lnTo>
                    <a:pt x="84" y="27"/>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grpSp>
      <p:grpSp>
        <p:nvGrpSpPr>
          <p:cNvPr id="47" name="Group 46"/>
          <p:cNvGrpSpPr/>
          <p:nvPr userDrawn="1"/>
        </p:nvGrpSpPr>
        <p:grpSpPr>
          <a:xfrm>
            <a:off x="6654134" y="5352141"/>
            <a:ext cx="1724341" cy="516155"/>
            <a:chOff x="3872969" y="5806923"/>
            <a:chExt cx="1724341" cy="516155"/>
          </a:xfrm>
        </p:grpSpPr>
        <p:sp>
          <p:nvSpPr>
            <p:cNvPr id="48" name="Oval 47"/>
            <p:cNvSpPr/>
            <p:nvPr/>
          </p:nvSpPr>
          <p:spPr>
            <a:xfrm>
              <a:off x="3872969"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9" name="Oval 48"/>
            <p:cNvSpPr/>
            <p:nvPr/>
          </p:nvSpPr>
          <p:spPr>
            <a:xfrm>
              <a:off x="4477062"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50" name="Oval 49"/>
            <p:cNvSpPr/>
            <p:nvPr/>
          </p:nvSpPr>
          <p:spPr>
            <a:xfrm>
              <a:off x="5081155"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51" name="Freeform 63"/>
            <p:cNvSpPr>
              <a:spLocks/>
            </p:cNvSpPr>
            <p:nvPr/>
          </p:nvSpPr>
          <p:spPr bwMode="auto">
            <a:xfrm>
              <a:off x="4576091" y="5937921"/>
              <a:ext cx="318095" cy="261714"/>
            </a:xfrm>
            <a:custGeom>
              <a:avLst/>
              <a:gdLst>
                <a:gd name="T0" fmla="*/ 160 w 160"/>
                <a:gd name="T1" fmla="*/ 16 h 131"/>
                <a:gd name="T2" fmla="*/ 159 w 160"/>
                <a:gd name="T3" fmla="*/ 16 h 131"/>
                <a:gd name="T4" fmla="*/ 144 w 160"/>
                <a:gd name="T5" fmla="*/ 20 h 131"/>
                <a:gd name="T6" fmla="*/ 156 w 160"/>
                <a:gd name="T7" fmla="*/ 4 h 131"/>
                <a:gd name="T8" fmla="*/ 156 w 160"/>
                <a:gd name="T9" fmla="*/ 3 h 131"/>
                <a:gd name="T10" fmla="*/ 155 w 160"/>
                <a:gd name="T11" fmla="*/ 3 h 131"/>
                <a:gd name="T12" fmla="*/ 135 w 160"/>
                <a:gd name="T13" fmla="*/ 11 h 131"/>
                <a:gd name="T14" fmla="*/ 111 w 160"/>
                <a:gd name="T15" fmla="*/ 0 h 131"/>
                <a:gd name="T16" fmla="*/ 77 w 160"/>
                <a:gd name="T17" fmla="*/ 34 h 131"/>
                <a:gd name="T18" fmla="*/ 78 w 160"/>
                <a:gd name="T19" fmla="*/ 40 h 131"/>
                <a:gd name="T20" fmla="*/ 12 w 160"/>
                <a:gd name="T21" fmla="*/ 7 h 131"/>
                <a:gd name="T22" fmla="*/ 12 w 160"/>
                <a:gd name="T23" fmla="*/ 6 h 131"/>
                <a:gd name="T24" fmla="*/ 11 w 160"/>
                <a:gd name="T25" fmla="*/ 7 h 131"/>
                <a:gd name="T26" fmla="*/ 7 w 160"/>
                <a:gd name="T27" fmla="*/ 23 h 131"/>
                <a:gd name="T28" fmla="*/ 19 w 160"/>
                <a:gd name="T29" fmla="*/ 50 h 131"/>
                <a:gd name="T30" fmla="*/ 7 w 160"/>
                <a:gd name="T31" fmla="*/ 46 h 131"/>
                <a:gd name="T32" fmla="*/ 7 w 160"/>
                <a:gd name="T33" fmla="*/ 46 h 131"/>
                <a:gd name="T34" fmla="*/ 6 w 160"/>
                <a:gd name="T35" fmla="*/ 47 h 131"/>
                <a:gd name="T36" fmla="*/ 6 w 160"/>
                <a:gd name="T37" fmla="*/ 47 h 131"/>
                <a:gd name="T38" fmla="*/ 30 w 160"/>
                <a:gd name="T39" fmla="*/ 79 h 131"/>
                <a:gd name="T40" fmla="*/ 19 w 160"/>
                <a:gd name="T41" fmla="*/ 79 h 131"/>
                <a:gd name="T42" fmla="*/ 18 w 160"/>
                <a:gd name="T43" fmla="*/ 79 h 131"/>
                <a:gd name="T44" fmla="*/ 18 w 160"/>
                <a:gd name="T45" fmla="*/ 80 h 131"/>
                <a:gd name="T46" fmla="*/ 47 w 160"/>
                <a:gd name="T47" fmla="*/ 103 h 131"/>
                <a:gd name="T48" fmla="*/ 8 w 160"/>
                <a:gd name="T49" fmla="*/ 115 h 131"/>
                <a:gd name="T50" fmla="*/ 1 w 160"/>
                <a:gd name="T51" fmla="*/ 115 h 131"/>
                <a:gd name="T52" fmla="*/ 0 w 160"/>
                <a:gd name="T53" fmla="*/ 115 h 131"/>
                <a:gd name="T54" fmla="*/ 0 w 160"/>
                <a:gd name="T55" fmla="*/ 116 h 131"/>
                <a:gd name="T56" fmla="*/ 51 w 160"/>
                <a:gd name="T57" fmla="*/ 131 h 131"/>
                <a:gd name="T58" fmla="*/ 144 w 160"/>
                <a:gd name="T59" fmla="*/ 38 h 131"/>
                <a:gd name="T60" fmla="*/ 144 w 160"/>
                <a:gd name="T61" fmla="*/ 34 h 131"/>
                <a:gd name="T62" fmla="*/ 160 w 160"/>
                <a:gd name="T63" fmla="*/ 17 h 131"/>
                <a:gd name="T64" fmla="*/ 160 w 160"/>
                <a:gd name="T65" fmla="*/ 1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0" h="131">
                  <a:moveTo>
                    <a:pt x="160" y="16"/>
                  </a:moveTo>
                  <a:cubicBezTo>
                    <a:pt x="160" y="16"/>
                    <a:pt x="160" y="16"/>
                    <a:pt x="159" y="16"/>
                  </a:cubicBezTo>
                  <a:cubicBezTo>
                    <a:pt x="154" y="18"/>
                    <a:pt x="149" y="19"/>
                    <a:pt x="144" y="20"/>
                  </a:cubicBezTo>
                  <a:cubicBezTo>
                    <a:pt x="150" y="16"/>
                    <a:pt x="154" y="10"/>
                    <a:pt x="156" y="4"/>
                  </a:cubicBezTo>
                  <a:cubicBezTo>
                    <a:pt x="156" y="3"/>
                    <a:pt x="156" y="3"/>
                    <a:pt x="156" y="3"/>
                  </a:cubicBezTo>
                  <a:cubicBezTo>
                    <a:pt x="155" y="3"/>
                    <a:pt x="155" y="3"/>
                    <a:pt x="155" y="3"/>
                  </a:cubicBezTo>
                  <a:cubicBezTo>
                    <a:pt x="149" y="7"/>
                    <a:pt x="142" y="9"/>
                    <a:pt x="135" y="11"/>
                  </a:cubicBezTo>
                  <a:cubicBezTo>
                    <a:pt x="128" y="4"/>
                    <a:pt x="120" y="0"/>
                    <a:pt x="111" y="0"/>
                  </a:cubicBezTo>
                  <a:cubicBezTo>
                    <a:pt x="92" y="0"/>
                    <a:pt x="77" y="15"/>
                    <a:pt x="77" y="34"/>
                  </a:cubicBezTo>
                  <a:cubicBezTo>
                    <a:pt x="77" y="36"/>
                    <a:pt x="77" y="38"/>
                    <a:pt x="78" y="40"/>
                  </a:cubicBezTo>
                  <a:cubicBezTo>
                    <a:pt x="52" y="39"/>
                    <a:pt x="29" y="26"/>
                    <a:pt x="12" y="7"/>
                  </a:cubicBezTo>
                  <a:cubicBezTo>
                    <a:pt x="12" y="6"/>
                    <a:pt x="12" y="6"/>
                    <a:pt x="12" y="6"/>
                  </a:cubicBezTo>
                  <a:cubicBezTo>
                    <a:pt x="11" y="6"/>
                    <a:pt x="11" y="6"/>
                    <a:pt x="11" y="7"/>
                  </a:cubicBezTo>
                  <a:cubicBezTo>
                    <a:pt x="8" y="12"/>
                    <a:pt x="7" y="18"/>
                    <a:pt x="7" y="23"/>
                  </a:cubicBezTo>
                  <a:cubicBezTo>
                    <a:pt x="7" y="34"/>
                    <a:pt x="11" y="43"/>
                    <a:pt x="19" y="50"/>
                  </a:cubicBezTo>
                  <a:cubicBezTo>
                    <a:pt x="15" y="49"/>
                    <a:pt x="11" y="48"/>
                    <a:pt x="7" y="46"/>
                  </a:cubicBezTo>
                  <a:cubicBezTo>
                    <a:pt x="7" y="46"/>
                    <a:pt x="7" y="46"/>
                    <a:pt x="7" y="46"/>
                  </a:cubicBezTo>
                  <a:cubicBezTo>
                    <a:pt x="6" y="46"/>
                    <a:pt x="6" y="46"/>
                    <a:pt x="6" y="47"/>
                  </a:cubicBezTo>
                  <a:cubicBezTo>
                    <a:pt x="6" y="47"/>
                    <a:pt x="6" y="47"/>
                    <a:pt x="6" y="47"/>
                  </a:cubicBezTo>
                  <a:cubicBezTo>
                    <a:pt x="6" y="62"/>
                    <a:pt x="16" y="75"/>
                    <a:pt x="30" y="79"/>
                  </a:cubicBezTo>
                  <a:cubicBezTo>
                    <a:pt x="26" y="79"/>
                    <a:pt x="22" y="79"/>
                    <a:pt x="19" y="79"/>
                  </a:cubicBezTo>
                  <a:cubicBezTo>
                    <a:pt x="18" y="79"/>
                    <a:pt x="18" y="79"/>
                    <a:pt x="18" y="79"/>
                  </a:cubicBezTo>
                  <a:cubicBezTo>
                    <a:pt x="18" y="79"/>
                    <a:pt x="18" y="79"/>
                    <a:pt x="18" y="80"/>
                  </a:cubicBezTo>
                  <a:cubicBezTo>
                    <a:pt x="22" y="93"/>
                    <a:pt x="33" y="102"/>
                    <a:pt x="47" y="103"/>
                  </a:cubicBezTo>
                  <a:cubicBezTo>
                    <a:pt x="36" y="111"/>
                    <a:pt x="22" y="115"/>
                    <a:pt x="8" y="115"/>
                  </a:cubicBezTo>
                  <a:cubicBezTo>
                    <a:pt x="6" y="115"/>
                    <a:pt x="3" y="115"/>
                    <a:pt x="1" y="115"/>
                  </a:cubicBezTo>
                  <a:cubicBezTo>
                    <a:pt x="0" y="115"/>
                    <a:pt x="0" y="115"/>
                    <a:pt x="0" y="115"/>
                  </a:cubicBezTo>
                  <a:cubicBezTo>
                    <a:pt x="0" y="116"/>
                    <a:pt x="0" y="116"/>
                    <a:pt x="0" y="116"/>
                  </a:cubicBezTo>
                  <a:cubicBezTo>
                    <a:pt x="15" y="126"/>
                    <a:pt x="33" y="131"/>
                    <a:pt x="51" y="131"/>
                  </a:cubicBezTo>
                  <a:cubicBezTo>
                    <a:pt x="109" y="131"/>
                    <a:pt x="144" y="83"/>
                    <a:pt x="144" y="38"/>
                  </a:cubicBezTo>
                  <a:cubicBezTo>
                    <a:pt x="144" y="36"/>
                    <a:pt x="144" y="35"/>
                    <a:pt x="144" y="34"/>
                  </a:cubicBezTo>
                  <a:cubicBezTo>
                    <a:pt x="150" y="29"/>
                    <a:pt x="156" y="23"/>
                    <a:pt x="160" y="17"/>
                  </a:cubicBezTo>
                  <a:cubicBezTo>
                    <a:pt x="160" y="17"/>
                    <a:pt x="160" y="16"/>
                    <a:pt x="160" y="16"/>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sp>
          <p:nvSpPr>
            <p:cNvPr id="52" name="Freeform 21"/>
            <p:cNvSpPr>
              <a:spLocks/>
            </p:cNvSpPr>
            <p:nvPr/>
          </p:nvSpPr>
          <p:spPr bwMode="auto">
            <a:xfrm>
              <a:off x="5235659" y="5934143"/>
              <a:ext cx="207145" cy="261714"/>
            </a:xfrm>
            <a:custGeom>
              <a:avLst/>
              <a:gdLst>
                <a:gd name="T0" fmla="*/ 129 w 323"/>
                <a:gd name="T1" fmla="*/ 272 h 408"/>
                <a:gd name="T2" fmla="*/ 68 w 323"/>
                <a:gd name="T3" fmla="*/ 408 h 408"/>
                <a:gd name="T4" fmla="*/ 98 w 323"/>
                <a:gd name="T5" fmla="*/ 196 h 408"/>
                <a:gd name="T6" fmla="*/ 149 w 323"/>
                <a:gd name="T7" fmla="*/ 99 h 408"/>
                <a:gd name="T8" fmla="*/ 172 w 323"/>
                <a:gd name="T9" fmla="*/ 257 h 408"/>
                <a:gd name="T10" fmla="*/ 234 w 323"/>
                <a:gd name="T11" fmla="*/ 73 h 408"/>
                <a:gd name="T12" fmla="*/ 47 w 323"/>
                <a:gd name="T13" fmla="*/ 173 h 408"/>
                <a:gd name="T14" fmla="*/ 57 w 323"/>
                <a:gd name="T15" fmla="*/ 239 h 408"/>
                <a:gd name="T16" fmla="*/ 1 w 323"/>
                <a:gd name="T17" fmla="*/ 147 h 408"/>
                <a:gd name="T18" fmla="*/ 137 w 323"/>
                <a:gd name="T19" fmla="*/ 9 h 408"/>
                <a:gd name="T20" fmla="*/ 310 w 323"/>
                <a:gd name="T21" fmla="*/ 119 h 408"/>
                <a:gd name="T22" fmla="*/ 183 w 323"/>
                <a:gd name="T23" fmla="*/ 298 h 408"/>
                <a:gd name="T24" fmla="*/ 129 w 323"/>
                <a:gd name="T25" fmla="*/ 272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3" h="408">
                  <a:moveTo>
                    <a:pt x="129" y="272"/>
                  </a:moveTo>
                  <a:cubicBezTo>
                    <a:pt x="118" y="328"/>
                    <a:pt x="106" y="380"/>
                    <a:pt x="68" y="408"/>
                  </a:cubicBezTo>
                  <a:cubicBezTo>
                    <a:pt x="56" y="325"/>
                    <a:pt x="85" y="262"/>
                    <a:pt x="98" y="196"/>
                  </a:cubicBezTo>
                  <a:cubicBezTo>
                    <a:pt x="75" y="157"/>
                    <a:pt x="101" y="80"/>
                    <a:pt x="149" y="99"/>
                  </a:cubicBezTo>
                  <a:cubicBezTo>
                    <a:pt x="209" y="122"/>
                    <a:pt x="98" y="242"/>
                    <a:pt x="172" y="257"/>
                  </a:cubicBezTo>
                  <a:cubicBezTo>
                    <a:pt x="250" y="273"/>
                    <a:pt x="282" y="122"/>
                    <a:pt x="234" y="73"/>
                  </a:cubicBezTo>
                  <a:cubicBezTo>
                    <a:pt x="164" y="2"/>
                    <a:pt x="31" y="72"/>
                    <a:pt x="47" y="173"/>
                  </a:cubicBezTo>
                  <a:cubicBezTo>
                    <a:pt x="51" y="198"/>
                    <a:pt x="77" y="205"/>
                    <a:pt x="57" y="239"/>
                  </a:cubicBezTo>
                  <a:cubicBezTo>
                    <a:pt x="13" y="229"/>
                    <a:pt x="0" y="194"/>
                    <a:pt x="1" y="147"/>
                  </a:cubicBezTo>
                  <a:cubicBezTo>
                    <a:pt x="4" y="70"/>
                    <a:pt x="70" y="17"/>
                    <a:pt x="137" y="9"/>
                  </a:cubicBezTo>
                  <a:cubicBezTo>
                    <a:pt x="221" y="0"/>
                    <a:pt x="300" y="40"/>
                    <a:pt x="310" y="119"/>
                  </a:cubicBezTo>
                  <a:cubicBezTo>
                    <a:pt x="323" y="208"/>
                    <a:pt x="273" y="305"/>
                    <a:pt x="183" y="298"/>
                  </a:cubicBezTo>
                  <a:cubicBezTo>
                    <a:pt x="158" y="296"/>
                    <a:pt x="148" y="284"/>
                    <a:pt x="129" y="272"/>
                  </a:cubicBezTo>
                  <a:close/>
                </a:path>
              </a:pathLst>
            </a:custGeom>
            <a:solidFill>
              <a:schemeClr val="bg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mn-cs"/>
              </a:endParaRPr>
            </a:p>
          </p:txBody>
        </p:sp>
        <p:sp>
          <p:nvSpPr>
            <p:cNvPr id="53" name="Freeform 62"/>
            <p:cNvSpPr>
              <a:spLocks/>
            </p:cNvSpPr>
            <p:nvPr/>
          </p:nvSpPr>
          <p:spPr bwMode="auto">
            <a:xfrm>
              <a:off x="4063583" y="5934143"/>
              <a:ext cx="134925" cy="261714"/>
            </a:xfrm>
            <a:custGeom>
              <a:avLst/>
              <a:gdLst>
                <a:gd name="T0" fmla="*/ 84 w 84"/>
                <a:gd name="T1" fmla="*/ 27 h 163"/>
                <a:gd name="T2" fmla="*/ 69 w 84"/>
                <a:gd name="T3" fmla="*/ 27 h 163"/>
                <a:gd name="T4" fmla="*/ 54 w 84"/>
                <a:gd name="T5" fmla="*/ 41 h 163"/>
                <a:gd name="T6" fmla="*/ 54 w 84"/>
                <a:gd name="T7" fmla="*/ 60 h 163"/>
                <a:gd name="T8" fmla="*/ 83 w 84"/>
                <a:gd name="T9" fmla="*/ 60 h 163"/>
                <a:gd name="T10" fmla="*/ 83 w 84"/>
                <a:gd name="T11" fmla="*/ 88 h 163"/>
                <a:gd name="T12" fmla="*/ 54 w 84"/>
                <a:gd name="T13" fmla="*/ 88 h 163"/>
                <a:gd name="T14" fmla="*/ 54 w 84"/>
                <a:gd name="T15" fmla="*/ 163 h 163"/>
                <a:gd name="T16" fmla="*/ 25 w 84"/>
                <a:gd name="T17" fmla="*/ 163 h 163"/>
                <a:gd name="T18" fmla="*/ 25 w 84"/>
                <a:gd name="T19" fmla="*/ 88 h 163"/>
                <a:gd name="T20" fmla="*/ 0 w 84"/>
                <a:gd name="T21" fmla="*/ 88 h 163"/>
                <a:gd name="T22" fmla="*/ 0 w 84"/>
                <a:gd name="T23" fmla="*/ 60 h 163"/>
                <a:gd name="T24" fmla="*/ 25 w 84"/>
                <a:gd name="T25" fmla="*/ 60 h 163"/>
                <a:gd name="T26" fmla="*/ 25 w 84"/>
                <a:gd name="T27" fmla="*/ 38 h 163"/>
                <a:gd name="T28" fmla="*/ 62 w 84"/>
                <a:gd name="T29" fmla="*/ 0 h 163"/>
                <a:gd name="T30" fmla="*/ 84 w 84"/>
                <a:gd name="T31" fmla="*/ 0 h 163"/>
                <a:gd name="T32" fmla="*/ 84 w 84"/>
                <a:gd name="T33" fmla="*/ 27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63">
                  <a:moveTo>
                    <a:pt x="84" y="27"/>
                  </a:moveTo>
                  <a:cubicBezTo>
                    <a:pt x="69" y="27"/>
                    <a:pt x="69" y="27"/>
                    <a:pt x="69" y="27"/>
                  </a:cubicBezTo>
                  <a:cubicBezTo>
                    <a:pt x="57" y="27"/>
                    <a:pt x="54" y="33"/>
                    <a:pt x="54" y="41"/>
                  </a:cubicBezTo>
                  <a:cubicBezTo>
                    <a:pt x="54" y="60"/>
                    <a:pt x="54" y="60"/>
                    <a:pt x="54" y="60"/>
                  </a:cubicBezTo>
                  <a:cubicBezTo>
                    <a:pt x="83" y="60"/>
                    <a:pt x="83" y="60"/>
                    <a:pt x="83" y="60"/>
                  </a:cubicBezTo>
                  <a:cubicBezTo>
                    <a:pt x="83" y="88"/>
                    <a:pt x="83" y="88"/>
                    <a:pt x="83" y="88"/>
                  </a:cubicBezTo>
                  <a:cubicBezTo>
                    <a:pt x="54" y="88"/>
                    <a:pt x="54" y="88"/>
                    <a:pt x="54" y="88"/>
                  </a:cubicBezTo>
                  <a:cubicBezTo>
                    <a:pt x="54" y="163"/>
                    <a:pt x="54" y="163"/>
                    <a:pt x="54" y="163"/>
                  </a:cubicBezTo>
                  <a:cubicBezTo>
                    <a:pt x="25" y="163"/>
                    <a:pt x="25" y="163"/>
                    <a:pt x="25" y="163"/>
                  </a:cubicBezTo>
                  <a:cubicBezTo>
                    <a:pt x="25" y="88"/>
                    <a:pt x="25" y="88"/>
                    <a:pt x="25" y="88"/>
                  </a:cubicBezTo>
                  <a:cubicBezTo>
                    <a:pt x="0" y="88"/>
                    <a:pt x="0" y="88"/>
                    <a:pt x="0" y="88"/>
                  </a:cubicBezTo>
                  <a:cubicBezTo>
                    <a:pt x="0" y="60"/>
                    <a:pt x="0" y="60"/>
                    <a:pt x="0" y="60"/>
                  </a:cubicBezTo>
                  <a:cubicBezTo>
                    <a:pt x="25" y="60"/>
                    <a:pt x="25" y="60"/>
                    <a:pt x="25" y="60"/>
                  </a:cubicBezTo>
                  <a:cubicBezTo>
                    <a:pt x="25" y="38"/>
                    <a:pt x="25" y="38"/>
                    <a:pt x="25" y="38"/>
                  </a:cubicBezTo>
                  <a:cubicBezTo>
                    <a:pt x="25" y="13"/>
                    <a:pt x="40" y="0"/>
                    <a:pt x="62" y="0"/>
                  </a:cubicBezTo>
                  <a:cubicBezTo>
                    <a:pt x="84" y="0"/>
                    <a:pt x="84" y="0"/>
                    <a:pt x="84" y="0"/>
                  </a:cubicBezTo>
                  <a:lnTo>
                    <a:pt x="84" y="27"/>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grpSp>
      <p:grpSp>
        <p:nvGrpSpPr>
          <p:cNvPr id="54" name="Group 53"/>
          <p:cNvGrpSpPr/>
          <p:nvPr userDrawn="1"/>
        </p:nvGrpSpPr>
        <p:grpSpPr>
          <a:xfrm>
            <a:off x="9473536" y="5361672"/>
            <a:ext cx="1724341" cy="516155"/>
            <a:chOff x="3872969" y="5806923"/>
            <a:chExt cx="1724341" cy="516155"/>
          </a:xfrm>
        </p:grpSpPr>
        <p:sp>
          <p:nvSpPr>
            <p:cNvPr id="55" name="Oval 54"/>
            <p:cNvSpPr/>
            <p:nvPr/>
          </p:nvSpPr>
          <p:spPr>
            <a:xfrm>
              <a:off x="3872969"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56" name="Oval 55"/>
            <p:cNvSpPr/>
            <p:nvPr/>
          </p:nvSpPr>
          <p:spPr>
            <a:xfrm>
              <a:off x="4477062"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57" name="Oval 56"/>
            <p:cNvSpPr/>
            <p:nvPr/>
          </p:nvSpPr>
          <p:spPr>
            <a:xfrm>
              <a:off x="5081155"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58" name="Freeform 63"/>
            <p:cNvSpPr>
              <a:spLocks/>
            </p:cNvSpPr>
            <p:nvPr/>
          </p:nvSpPr>
          <p:spPr bwMode="auto">
            <a:xfrm>
              <a:off x="4576091" y="5937921"/>
              <a:ext cx="318095" cy="261714"/>
            </a:xfrm>
            <a:custGeom>
              <a:avLst/>
              <a:gdLst>
                <a:gd name="T0" fmla="*/ 160 w 160"/>
                <a:gd name="T1" fmla="*/ 16 h 131"/>
                <a:gd name="T2" fmla="*/ 159 w 160"/>
                <a:gd name="T3" fmla="*/ 16 h 131"/>
                <a:gd name="T4" fmla="*/ 144 w 160"/>
                <a:gd name="T5" fmla="*/ 20 h 131"/>
                <a:gd name="T6" fmla="*/ 156 w 160"/>
                <a:gd name="T7" fmla="*/ 4 h 131"/>
                <a:gd name="T8" fmla="*/ 156 w 160"/>
                <a:gd name="T9" fmla="*/ 3 h 131"/>
                <a:gd name="T10" fmla="*/ 155 w 160"/>
                <a:gd name="T11" fmla="*/ 3 h 131"/>
                <a:gd name="T12" fmla="*/ 135 w 160"/>
                <a:gd name="T13" fmla="*/ 11 h 131"/>
                <a:gd name="T14" fmla="*/ 111 w 160"/>
                <a:gd name="T15" fmla="*/ 0 h 131"/>
                <a:gd name="T16" fmla="*/ 77 w 160"/>
                <a:gd name="T17" fmla="*/ 34 h 131"/>
                <a:gd name="T18" fmla="*/ 78 w 160"/>
                <a:gd name="T19" fmla="*/ 40 h 131"/>
                <a:gd name="T20" fmla="*/ 12 w 160"/>
                <a:gd name="T21" fmla="*/ 7 h 131"/>
                <a:gd name="T22" fmla="*/ 12 w 160"/>
                <a:gd name="T23" fmla="*/ 6 h 131"/>
                <a:gd name="T24" fmla="*/ 11 w 160"/>
                <a:gd name="T25" fmla="*/ 7 h 131"/>
                <a:gd name="T26" fmla="*/ 7 w 160"/>
                <a:gd name="T27" fmla="*/ 23 h 131"/>
                <a:gd name="T28" fmla="*/ 19 w 160"/>
                <a:gd name="T29" fmla="*/ 50 h 131"/>
                <a:gd name="T30" fmla="*/ 7 w 160"/>
                <a:gd name="T31" fmla="*/ 46 h 131"/>
                <a:gd name="T32" fmla="*/ 7 w 160"/>
                <a:gd name="T33" fmla="*/ 46 h 131"/>
                <a:gd name="T34" fmla="*/ 6 w 160"/>
                <a:gd name="T35" fmla="*/ 47 h 131"/>
                <a:gd name="T36" fmla="*/ 6 w 160"/>
                <a:gd name="T37" fmla="*/ 47 h 131"/>
                <a:gd name="T38" fmla="*/ 30 w 160"/>
                <a:gd name="T39" fmla="*/ 79 h 131"/>
                <a:gd name="T40" fmla="*/ 19 w 160"/>
                <a:gd name="T41" fmla="*/ 79 h 131"/>
                <a:gd name="T42" fmla="*/ 18 w 160"/>
                <a:gd name="T43" fmla="*/ 79 h 131"/>
                <a:gd name="T44" fmla="*/ 18 w 160"/>
                <a:gd name="T45" fmla="*/ 80 h 131"/>
                <a:gd name="T46" fmla="*/ 47 w 160"/>
                <a:gd name="T47" fmla="*/ 103 h 131"/>
                <a:gd name="T48" fmla="*/ 8 w 160"/>
                <a:gd name="T49" fmla="*/ 115 h 131"/>
                <a:gd name="T50" fmla="*/ 1 w 160"/>
                <a:gd name="T51" fmla="*/ 115 h 131"/>
                <a:gd name="T52" fmla="*/ 0 w 160"/>
                <a:gd name="T53" fmla="*/ 115 h 131"/>
                <a:gd name="T54" fmla="*/ 0 w 160"/>
                <a:gd name="T55" fmla="*/ 116 h 131"/>
                <a:gd name="T56" fmla="*/ 51 w 160"/>
                <a:gd name="T57" fmla="*/ 131 h 131"/>
                <a:gd name="T58" fmla="*/ 144 w 160"/>
                <a:gd name="T59" fmla="*/ 38 h 131"/>
                <a:gd name="T60" fmla="*/ 144 w 160"/>
                <a:gd name="T61" fmla="*/ 34 h 131"/>
                <a:gd name="T62" fmla="*/ 160 w 160"/>
                <a:gd name="T63" fmla="*/ 17 h 131"/>
                <a:gd name="T64" fmla="*/ 160 w 160"/>
                <a:gd name="T65" fmla="*/ 1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0" h="131">
                  <a:moveTo>
                    <a:pt x="160" y="16"/>
                  </a:moveTo>
                  <a:cubicBezTo>
                    <a:pt x="160" y="16"/>
                    <a:pt x="160" y="16"/>
                    <a:pt x="159" y="16"/>
                  </a:cubicBezTo>
                  <a:cubicBezTo>
                    <a:pt x="154" y="18"/>
                    <a:pt x="149" y="19"/>
                    <a:pt x="144" y="20"/>
                  </a:cubicBezTo>
                  <a:cubicBezTo>
                    <a:pt x="150" y="16"/>
                    <a:pt x="154" y="10"/>
                    <a:pt x="156" y="4"/>
                  </a:cubicBezTo>
                  <a:cubicBezTo>
                    <a:pt x="156" y="3"/>
                    <a:pt x="156" y="3"/>
                    <a:pt x="156" y="3"/>
                  </a:cubicBezTo>
                  <a:cubicBezTo>
                    <a:pt x="155" y="3"/>
                    <a:pt x="155" y="3"/>
                    <a:pt x="155" y="3"/>
                  </a:cubicBezTo>
                  <a:cubicBezTo>
                    <a:pt x="149" y="7"/>
                    <a:pt x="142" y="9"/>
                    <a:pt x="135" y="11"/>
                  </a:cubicBezTo>
                  <a:cubicBezTo>
                    <a:pt x="128" y="4"/>
                    <a:pt x="120" y="0"/>
                    <a:pt x="111" y="0"/>
                  </a:cubicBezTo>
                  <a:cubicBezTo>
                    <a:pt x="92" y="0"/>
                    <a:pt x="77" y="15"/>
                    <a:pt x="77" y="34"/>
                  </a:cubicBezTo>
                  <a:cubicBezTo>
                    <a:pt x="77" y="36"/>
                    <a:pt x="77" y="38"/>
                    <a:pt x="78" y="40"/>
                  </a:cubicBezTo>
                  <a:cubicBezTo>
                    <a:pt x="52" y="39"/>
                    <a:pt x="29" y="26"/>
                    <a:pt x="12" y="7"/>
                  </a:cubicBezTo>
                  <a:cubicBezTo>
                    <a:pt x="12" y="6"/>
                    <a:pt x="12" y="6"/>
                    <a:pt x="12" y="6"/>
                  </a:cubicBezTo>
                  <a:cubicBezTo>
                    <a:pt x="11" y="6"/>
                    <a:pt x="11" y="6"/>
                    <a:pt x="11" y="7"/>
                  </a:cubicBezTo>
                  <a:cubicBezTo>
                    <a:pt x="8" y="12"/>
                    <a:pt x="7" y="18"/>
                    <a:pt x="7" y="23"/>
                  </a:cubicBezTo>
                  <a:cubicBezTo>
                    <a:pt x="7" y="34"/>
                    <a:pt x="11" y="43"/>
                    <a:pt x="19" y="50"/>
                  </a:cubicBezTo>
                  <a:cubicBezTo>
                    <a:pt x="15" y="49"/>
                    <a:pt x="11" y="48"/>
                    <a:pt x="7" y="46"/>
                  </a:cubicBezTo>
                  <a:cubicBezTo>
                    <a:pt x="7" y="46"/>
                    <a:pt x="7" y="46"/>
                    <a:pt x="7" y="46"/>
                  </a:cubicBezTo>
                  <a:cubicBezTo>
                    <a:pt x="6" y="46"/>
                    <a:pt x="6" y="46"/>
                    <a:pt x="6" y="47"/>
                  </a:cubicBezTo>
                  <a:cubicBezTo>
                    <a:pt x="6" y="47"/>
                    <a:pt x="6" y="47"/>
                    <a:pt x="6" y="47"/>
                  </a:cubicBezTo>
                  <a:cubicBezTo>
                    <a:pt x="6" y="62"/>
                    <a:pt x="16" y="75"/>
                    <a:pt x="30" y="79"/>
                  </a:cubicBezTo>
                  <a:cubicBezTo>
                    <a:pt x="26" y="79"/>
                    <a:pt x="22" y="79"/>
                    <a:pt x="19" y="79"/>
                  </a:cubicBezTo>
                  <a:cubicBezTo>
                    <a:pt x="18" y="79"/>
                    <a:pt x="18" y="79"/>
                    <a:pt x="18" y="79"/>
                  </a:cubicBezTo>
                  <a:cubicBezTo>
                    <a:pt x="18" y="79"/>
                    <a:pt x="18" y="79"/>
                    <a:pt x="18" y="80"/>
                  </a:cubicBezTo>
                  <a:cubicBezTo>
                    <a:pt x="22" y="93"/>
                    <a:pt x="33" y="102"/>
                    <a:pt x="47" y="103"/>
                  </a:cubicBezTo>
                  <a:cubicBezTo>
                    <a:pt x="36" y="111"/>
                    <a:pt x="22" y="115"/>
                    <a:pt x="8" y="115"/>
                  </a:cubicBezTo>
                  <a:cubicBezTo>
                    <a:pt x="6" y="115"/>
                    <a:pt x="3" y="115"/>
                    <a:pt x="1" y="115"/>
                  </a:cubicBezTo>
                  <a:cubicBezTo>
                    <a:pt x="0" y="115"/>
                    <a:pt x="0" y="115"/>
                    <a:pt x="0" y="115"/>
                  </a:cubicBezTo>
                  <a:cubicBezTo>
                    <a:pt x="0" y="116"/>
                    <a:pt x="0" y="116"/>
                    <a:pt x="0" y="116"/>
                  </a:cubicBezTo>
                  <a:cubicBezTo>
                    <a:pt x="15" y="126"/>
                    <a:pt x="33" y="131"/>
                    <a:pt x="51" y="131"/>
                  </a:cubicBezTo>
                  <a:cubicBezTo>
                    <a:pt x="109" y="131"/>
                    <a:pt x="144" y="83"/>
                    <a:pt x="144" y="38"/>
                  </a:cubicBezTo>
                  <a:cubicBezTo>
                    <a:pt x="144" y="36"/>
                    <a:pt x="144" y="35"/>
                    <a:pt x="144" y="34"/>
                  </a:cubicBezTo>
                  <a:cubicBezTo>
                    <a:pt x="150" y="29"/>
                    <a:pt x="156" y="23"/>
                    <a:pt x="160" y="17"/>
                  </a:cubicBezTo>
                  <a:cubicBezTo>
                    <a:pt x="160" y="17"/>
                    <a:pt x="160" y="16"/>
                    <a:pt x="160" y="16"/>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sp>
          <p:nvSpPr>
            <p:cNvPr id="59" name="Freeform 21"/>
            <p:cNvSpPr>
              <a:spLocks/>
            </p:cNvSpPr>
            <p:nvPr/>
          </p:nvSpPr>
          <p:spPr bwMode="auto">
            <a:xfrm>
              <a:off x="5235659" y="5934143"/>
              <a:ext cx="207145" cy="261714"/>
            </a:xfrm>
            <a:custGeom>
              <a:avLst/>
              <a:gdLst>
                <a:gd name="T0" fmla="*/ 129 w 323"/>
                <a:gd name="T1" fmla="*/ 272 h 408"/>
                <a:gd name="T2" fmla="*/ 68 w 323"/>
                <a:gd name="T3" fmla="*/ 408 h 408"/>
                <a:gd name="T4" fmla="*/ 98 w 323"/>
                <a:gd name="T5" fmla="*/ 196 h 408"/>
                <a:gd name="T6" fmla="*/ 149 w 323"/>
                <a:gd name="T7" fmla="*/ 99 h 408"/>
                <a:gd name="T8" fmla="*/ 172 w 323"/>
                <a:gd name="T9" fmla="*/ 257 h 408"/>
                <a:gd name="T10" fmla="*/ 234 w 323"/>
                <a:gd name="T11" fmla="*/ 73 h 408"/>
                <a:gd name="T12" fmla="*/ 47 w 323"/>
                <a:gd name="T13" fmla="*/ 173 h 408"/>
                <a:gd name="T14" fmla="*/ 57 w 323"/>
                <a:gd name="T15" fmla="*/ 239 h 408"/>
                <a:gd name="T16" fmla="*/ 1 w 323"/>
                <a:gd name="T17" fmla="*/ 147 h 408"/>
                <a:gd name="T18" fmla="*/ 137 w 323"/>
                <a:gd name="T19" fmla="*/ 9 h 408"/>
                <a:gd name="T20" fmla="*/ 310 w 323"/>
                <a:gd name="T21" fmla="*/ 119 h 408"/>
                <a:gd name="T22" fmla="*/ 183 w 323"/>
                <a:gd name="T23" fmla="*/ 298 h 408"/>
                <a:gd name="T24" fmla="*/ 129 w 323"/>
                <a:gd name="T25" fmla="*/ 272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3" h="408">
                  <a:moveTo>
                    <a:pt x="129" y="272"/>
                  </a:moveTo>
                  <a:cubicBezTo>
                    <a:pt x="118" y="328"/>
                    <a:pt x="106" y="380"/>
                    <a:pt x="68" y="408"/>
                  </a:cubicBezTo>
                  <a:cubicBezTo>
                    <a:pt x="56" y="325"/>
                    <a:pt x="85" y="262"/>
                    <a:pt x="98" y="196"/>
                  </a:cubicBezTo>
                  <a:cubicBezTo>
                    <a:pt x="75" y="157"/>
                    <a:pt x="101" y="80"/>
                    <a:pt x="149" y="99"/>
                  </a:cubicBezTo>
                  <a:cubicBezTo>
                    <a:pt x="209" y="122"/>
                    <a:pt x="98" y="242"/>
                    <a:pt x="172" y="257"/>
                  </a:cubicBezTo>
                  <a:cubicBezTo>
                    <a:pt x="250" y="273"/>
                    <a:pt x="282" y="122"/>
                    <a:pt x="234" y="73"/>
                  </a:cubicBezTo>
                  <a:cubicBezTo>
                    <a:pt x="164" y="2"/>
                    <a:pt x="31" y="72"/>
                    <a:pt x="47" y="173"/>
                  </a:cubicBezTo>
                  <a:cubicBezTo>
                    <a:pt x="51" y="198"/>
                    <a:pt x="77" y="205"/>
                    <a:pt x="57" y="239"/>
                  </a:cubicBezTo>
                  <a:cubicBezTo>
                    <a:pt x="13" y="229"/>
                    <a:pt x="0" y="194"/>
                    <a:pt x="1" y="147"/>
                  </a:cubicBezTo>
                  <a:cubicBezTo>
                    <a:pt x="4" y="70"/>
                    <a:pt x="70" y="17"/>
                    <a:pt x="137" y="9"/>
                  </a:cubicBezTo>
                  <a:cubicBezTo>
                    <a:pt x="221" y="0"/>
                    <a:pt x="300" y="40"/>
                    <a:pt x="310" y="119"/>
                  </a:cubicBezTo>
                  <a:cubicBezTo>
                    <a:pt x="323" y="208"/>
                    <a:pt x="273" y="305"/>
                    <a:pt x="183" y="298"/>
                  </a:cubicBezTo>
                  <a:cubicBezTo>
                    <a:pt x="158" y="296"/>
                    <a:pt x="148" y="284"/>
                    <a:pt x="129" y="272"/>
                  </a:cubicBezTo>
                  <a:close/>
                </a:path>
              </a:pathLst>
            </a:custGeom>
            <a:solidFill>
              <a:schemeClr val="bg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mn-cs"/>
              </a:endParaRPr>
            </a:p>
          </p:txBody>
        </p:sp>
        <p:sp>
          <p:nvSpPr>
            <p:cNvPr id="60" name="Freeform 62"/>
            <p:cNvSpPr>
              <a:spLocks/>
            </p:cNvSpPr>
            <p:nvPr/>
          </p:nvSpPr>
          <p:spPr bwMode="auto">
            <a:xfrm>
              <a:off x="4063583" y="5934143"/>
              <a:ext cx="134925" cy="261714"/>
            </a:xfrm>
            <a:custGeom>
              <a:avLst/>
              <a:gdLst>
                <a:gd name="T0" fmla="*/ 84 w 84"/>
                <a:gd name="T1" fmla="*/ 27 h 163"/>
                <a:gd name="T2" fmla="*/ 69 w 84"/>
                <a:gd name="T3" fmla="*/ 27 h 163"/>
                <a:gd name="T4" fmla="*/ 54 w 84"/>
                <a:gd name="T5" fmla="*/ 41 h 163"/>
                <a:gd name="T6" fmla="*/ 54 w 84"/>
                <a:gd name="T7" fmla="*/ 60 h 163"/>
                <a:gd name="T8" fmla="*/ 83 w 84"/>
                <a:gd name="T9" fmla="*/ 60 h 163"/>
                <a:gd name="T10" fmla="*/ 83 w 84"/>
                <a:gd name="T11" fmla="*/ 88 h 163"/>
                <a:gd name="T12" fmla="*/ 54 w 84"/>
                <a:gd name="T13" fmla="*/ 88 h 163"/>
                <a:gd name="T14" fmla="*/ 54 w 84"/>
                <a:gd name="T15" fmla="*/ 163 h 163"/>
                <a:gd name="T16" fmla="*/ 25 w 84"/>
                <a:gd name="T17" fmla="*/ 163 h 163"/>
                <a:gd name="T18" fmla="*/ 25 w 84"/>
                <a:gd name="T19" fmla="*/ 88 h 163"/>
                <a:gd name="T20" fmla="*/ 0 w 84"/>
                <a:gd name="T21" fmla="*/ 88 h 163"/>
                <a:gd name="T22" fmla="*/ 0 w 84"/>
                <a:gd name="T23" fmla="*/ 60 h 163"/>
                <a:gd name="T24" fmla="*/ 25 w 84"/>
                <a:gd name="T25" fmla="*/ 60 h 163"/>
                <a:gd name="T26" fmla="*/ 25 w 84"/>
                <a:gd name="T27" fmla="*/ 38 h 163"/>
                <a:gd name="T28" fmla="*/ 62 w 84"/>
                <a:gd name="T29" fmla="*/ 0 h 163"/>
                <a:gd name="T30" fmla="*/ 84 w 84"/>
                <a:gd name="T31" fmla="*/ 0 h 163"/>
                <a:gd name="T32" fmla="*/ 84 w 84"/>
                <a:gd name="T33" fmla="*/ 27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63">
                  <a:moveTo>
                    <a:pt x="84" y="27"/>
                  </a:moveTo>
                  <a:cubicBezTo>
                    <a:pt x="69" y="27"/>
                    <a:pt x="69" y="27"/>
                    <a:pt x="69" y="27"/>
                  </a:cubicBezTo>
                  <a:cubicBezTo>
                    <a:pt x="57" y="27"/>
                    <a:pt x="54" y="33"/>
                    <a:pt x="54" y="41"/>
                  </a:cubicBezTo>
                  <a:cubicBezTo>
                    <a:pt x="54" y="60"/>
                    <a:pt x="54" y="60"/>
                    <a:pt x="54" y="60"/>
                  </a:cubicBezTo>
                  <a:cubicBezTo>
                    <a:pt x="83" y="60"/>
                    <a:pt x="83" y="60"/>
                    <a:pt x="83" y="60"/>
                  </a:cubicBezTo>
                  <a:cubicBezTo>
                    <a:pt x="83" y="88"/>
                    <a:pt x="83" y="88"/>
                    <a:pt x="83" y="88"/>
                  </a:cubicBezTo>
                  <a:cubicBezTo>
                    <a:pt x="54" y="88"/>
                    <a:pt x="54" y="88"/>
                    <a:pt x="54" y="88"/>
                  </a:cubicBezTo>
                  <a:cubicBezTo>
                    <a:pt x="54" y="163"/>
                    <a:pt x="54" y="163"/>
                    <a:pt x="54" y="163"/>
                  </a:cubicBezTo>
                  <a:cubicBezTo>
                    <a:pt x="25" y="163"/>
                    <a:pt x="25" y="163"/>
                    <a:pt x="25" y="163"/>
                  </a:cubicBezTo>
                  <a:cubicBezTo>
                    <a:pt x="25" y="88"/>
                    <a:pt x="25" y="88"/>
                    <a:pt x="25" y="88"/>
                  </a:cubicBezTo>
                  <a:cubicBezTo>
                    <a:pt x="0" y="88"/>
                    <a:pt x="0" y="88"/>
                    <a:pt x="0" y="88"/>
                  </a:cubicBezTo>
                  <a:cubicBezTo>
                    <a:pt x="0" y="60"/>
                    <a:pt x="0" y="60"/>
                    <a:pt x="0" y="60"/>
                  </a:cubicBezTo>
                  <a:cubicBezTo>
                    <a:pt x="25" y="60"/>
                    <a:pt x="25" y="60"/>
                    <a:pt x="25" y="60"/>
                  </a:cubicBezTo>
                  <a:cubicBezTo>
                    <a:pt x="25" y="38"/>
                    <a:pt x="25" y="38"/>
                    <a:pt x="25" y="38"/>
                  </a:cubicBezTo>
                  <a:cubicBezTo>
                    <a:pt x="25" y="13"/>
                    <a:pt x="40" y="0"/>
                    <a:pt x="62" y="0"/>
                  </a:cubicBezTo>
                  <a:cubicBezTo>
                    <a:pt x="84" y="0"/>
                    <a:pt x="84" y="0"/>
                    <a:pt x="84" y="0"/>
                  </a:cubicBezTo>
                  <a:lnTo>
                    <a:pt x="84" y="27"/>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grpSp>
    </p:spTree>
    <p:extLst>
      <p:ext uri="{BB962C8B-B14F-4D97-AF65-F5344CB8AC3E}">
        <p14:creationId xmlns:p14="http://schemas.microsoft.com/office/powerpoint/2010/main" val="353562016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42" presetClass="entr" presetSubtype="0" fill="hold" grpId="0" nodeType="afterEffect">
                                  <p:stCondLst>
                                    <p:cond delay="0"/>
                                  </p:stCondLst>
                                  <p:childTnLst>
                                    <p:set>
                                      <p:cBhvr>
                                        <p:cTn id="20" dur="1" fill="hold">
                                          <p:stCondLst>
                                            <p:cond delay="0"/>
                                          </p:stCondLst>
                                        </p:cTn>
                                        <p:tgtEl>
                                          <p:spTgt spid="31"/>
                                        </p:tgtEl>
                                        <p:attrNameLst>
                                          <p:attrName>style.visibility</p:attrName>
                                        </p:attrNameLst>
                                      </p:cBhvr>
                                      <p:to>
                                        <p:strVal val="visible"/>
                                      </p:to>
                                    </p:set>
                                    <p:animEffect transition="in" filter="fade">
                                      <p:cBhvr>
                                        <p:cTn id="21" dur="500"/>
                                        <p:tgtEl>
                                          <p:spTgt spid="31"/>
                                        </p:tgtEl>
                                      </p:cBhvr>
                                    </p:animEffect>
                                    <p:anim calcmode="lin" valueType="num">
                                      <p:cBhvr>
                                        <p:cTn id="22" dur="500" fill="hold"/>
                                        <p:tgtEl>
                                          <p:spTgt spid="31"/>
                                        </p:tgtEl>
                                        <p:attrNameLst>
                                          <p:attrName>ppt_x</p:attrName>
                                        </p:attrNameLst>
                                      </p:cBhvr>
                                      <p:tavLst>
                                        <p:tav tm="0">
                                          <p:val>
                                            <p:strVal val="#ppt_x"/>
                                          </p:val>
                                        </p:tav>
                                        <p:tav tm="100000">
                                          <p:val>
                                            <p:strVal val="#ppt_x"/>
                                          </p:val>
                                        </p:tav>
                                      </p:tavLst>
                                    </p:anim>
                                    <p:anim calcmode="lin" valueType="num">
                                      <p:cBhvr>
                                        <p:cTn id="23" dur="500" fill="hold"/>
                                        <p:tgtEl>
                                          <p:spTgt spid="31"/>
                                        </p:tgtEl>
                                        <p:attrNameLst>
                                          <p:attrName>ppt_y</p:attrName>
                                        </p:attrNameLst>
                                      </p:cBhvr>
                                      <p:tavLst>
                                        <p:tav tm="0">
                                          <p:val>
                                            <p:strVal val="#ppt_y+.1"/>
                                          </p:val>
                                        </p:tav>
                                        <p:tav tm="100000">
                                          <p:val>
                                            <p:strVal val="#ppt_y"/>
                                          </p:val>
                                        </p:tav>
                                      </p:tavLst>
                                    </p:anim>
                                  </p:childTnLst>
                                </p:cTn>
                              </p:par>
                            </p:childTnLst>
                          </p:cTn>
                        </p:par>
                        <p:par>
                          <p:cTn id="24" fill="hold">
                            <p:stCondLst>
                              <p:cond delay="2000"/>
                            </p:stCondLst>
                            <p:childTnLst>
                              <p:par>
                                <p:cTn id="25" presetID="53" presetClass="entr" presetSubtype="16" fill="hold" grpId="0" nodeType="afterEffect" nodePh="1">
                                  <p:stCondLst>
                                    <p:cond delay="0"/>
                                  </p:stCondLst>
                                  <p:endCondLst>
                                    <p:cond evt="begin" delay="0">
                                      <p:tn val="25"/>
                                    </p:cond>
                                  </p:endCondLst>
                                  <p:childTnLst>
                                    <p:set>
                                      <p:cBhvr>
                                        <p:cTn id="26" dur="1" fill="hold">
                                          <p:stCondLst>
                                            <p:cond delay="0"/>
                                          </p:stCondLst>
                                        </p:cTn>
                                        <p:tgtEl>
                                          <p:spTgt spid="13">
                                            <p:txEl>
                                              <p:pRg st="0" end="0"/>
                                            </p:txEl>
                                          </p:spTgt>
                                        </p:tgtEl>
                                        <p:attrNameLst>
                                          <p:attrName>style.visibility</p:attrName>
                                        </p:attrNameLst>
                                      </p:cBhvr>
                                      <p:to>
                                        <p:strVal val="visible"/>
                                      </p:to>
                                    </p:set>
                                    <p:anim calcmode="lin" valueType="num">
                                      <p:cBhvr>
                                        <p:cTn id="27" dur="500" fill="hold"/>
                                        <p:tgtEl>
                                          <p:spTgt spid="13">
                                            <p:txEl>
                                              <p:pRg st="0" end="0"/>
                                            </p:txEl>
                                          </p:spTgt>
                                        </p:tgtEl>
                                        <p:attrNameLst>
                                          <p:attrName>ppt_w</p:attrName>
                                        </p:attrNameLst>
                                      </p:cBhvr>
                                      <p:tavLst>
                                        <p:tav tm="0">
                                          <p:val>
                                            <p:fltVal val="0"/>
                                          </p:val>
                                        </p:tav>
                                        <p:tav tm="100000">
                                          <p:val>
                                            <p:strVal val="#ppt_w"/>
                                          </p:val>
                                        </p:tav>
                                      </p:tavLst>
                                    </p:anim>
                                    <p:anim calcmode="lin" valueType="num">
                                      <p:cBhvr>
                                        <p:cTn id="28" dur="500" fill="hold"/>
                                        <p:tgtEl>
                                          <p:spTgt spid="13">
                                            <p:txEl>
                                              <p:pRg st="0" end="0"/>
                                            </p:txEl>
                                          </p:spTgt>
                                        </p:tgtEl>
                                        <p:attrNameLst>
                                          <p:attrName>ppt_h</p:attrName>
                                        </p:attrNameLst>
                                      </p:cBhvr>
                                      <p:tavLst>
                                        <p:tav tm="0">
                                          <p:val>
                                            <p:fltVal val="0"/>
                                          </p:val>
                                        </p:tav>
                                        <p:tav tm="100000">
                                          <p:val>
                                            <p:strVal val="#ppt_h"/>
                                          </p:val>
                                        </p:tav>
                                      </p:tavLst>
                                    </p:anim>
                                    <p:animEffect transition="in" filter="fade">
                                      <p:cBhvr>
                                        <p:cTn id="29" dur="500"/>
                                        <p:tgtEl>
                                          <p:spTgt spid="13">
                                            <p:txEl>
                                              <p:pRg st="0" end="0"/>
                                            </p:txEl>
                                          </p:spTgt>
                                        </p:tgtEl>
                                      </p:cBhvr>
                                    </p:animEffect>
                                  </p:childTnLst>
                                </p:cTn>
                              </p:par>
                            </p:childTnLst>
                          </p:cTn>
                        </p:par>
                        <p:par>
                          <p:cTn id="30" fill="hold">
                            <p:stCondLst>
                              <p:cond delay="2500"/>
                            </p:stCondLst>
                            <p:childTnLst>
                              <p:par>
                                <p:cTn id="31" presetID="42" presetClass="entr" presetSubtype="0" fill="hold" grpId="0" nodeType="afterEffect" nodePh="1">
                                  <p:stCondLst>
                                    <p:cond delay="0"/>
                                  </p:stCondLst>
                                  <p:endCondLst>
                                    <p:cond evt="begin" delay="0">
                                      <p:tn val="31"/>
                                    </p:cond>
                                  </p:endCondLst>
                                  <p:childTnLst>
                                    <p:set>
                                      <p:cBhvr>
                                        <p:cTn id="32" dur="1" fill="hold">
                                          <p:stCondLst>
                                            <p:cond delay="0"/>
                                          </p:stCondLst>
                                        </p:cTn>
                                        <p:tgtEl>
                                          <p:spTgt spid="21">
                                            <p:txEl>
                                              <p:pRg st="0" end="0"/>
                                            </p:txEl>
                                          </p:spTgt>
                                        </p:tgtEl>
                                        <p:attrNameLst>
                                          <p:attrName>style.visibility</p:attrName>
                                        </p:attrNameLst>
                                      </p:cBhvr>
                                      <p:to>
                                        <p:strVal val="visible"/>
                                      </p:to>
                                    </p:set>
                                    <p:animEffect transition="in" filter="fade">
                                      <p:cBhvr>
                                        <p:cTn id="33" dur="500"/>
                                        <p:tgtEl>
                                          <p:spTgt spid="21">
                                            <p:txEl>
                                              <p:pRg st="0" end="0"/>
                                            </p:txEl>
                                          </p:spTgt>
                                        </p:tgtEl>
                                      </p:cBhvr>
                                    </p:animEffect>
                                    <p:anim calcmode="lin" valueType="num">
                                      <p:cBhvr>
                                        <p:cTn id="34" dur="500" fill="hold"/>
                                        <p:tgtEl>
                                          <p:spTgt spid="21">
                                            <p:txEl>
                                              <p:pRg st="0" end="0"/>
                                            </p:txEl>
                                          </p:spTgt>
                                        </p:tgtEl>
                                        <p:attrNameLst>
                                          <p:attrName>ppt_x</p:attrName>
                                        </p:attrNameLst>
                                      </p:cBhvr>
                                      <p:tavLst>
                                        <p:tav tm="0">
                                          <p:val>
                                            <p:strVal val="#ppt_x"/>
                                          </p:val>
                                        </p:tav>
                                        <p:tav tm="100000">
                                          <p:val>
                                            <p:strVal val="#ppt_x"/>
                                          </p:val>
                                        </p:tav>
                                      </p:tavLst>
                                    </p:anim>
                                    <p:anim calcmode="lin" valueType="num">
                                      <p:cBhvr>
                                        <p:cTn id="35" dur="500" fill="hold"/>
                                        <p:tgtEl>
                                          <p:spTgt spid="21">
                                            <p:txEl>
                                              <p:pRg st="0" end="0"/>
                                            </p:txEl>
                                          </p:spTgt>
                                        </p:tgtEl>
                                        <p:attrNameLst>
                                          <p:attrName>ppt_y</p:attrName>
                                        </p:attrNameLst>
                                      </p:cBhvr>
                                      <p:tavLst>
                                        <p:tav tm="0">
                                          <p:val>
                                            <p:strVal val="#ppt_y+.1"/>
                                          </p:val>
                                        </p:tav>
                                        <p:tav tm="100000">
                                          <p:val>
                                            <p:strVal val="#ppt_y"/>
                                          </p:val>
                                        </p:tav>
                                      </p:tavLst>
                                    </p:anim>
                                  </p:childTnLst>
                                </p:cTn>
                              </p:par>
                            </p:childTnLst>
                          </p:cTn>
                        </p:par>
                        <p:par>
                          <p:cTn id="36" fill="hold">
                            <p:stCondLst>
                              <p:cond delay="3000"/>
                            </p:stCondLst>
                            <p:childTnLst>
                              <p:par>
                                <p:cTn id="37" presetID="53" presetClass="entr" presetSubtype="16" fill="hold" nodeType="afterEffect">
                                  <p:stCondLst>
                                    <p:cond delay="0"/>
                                  </p:stCondLst>
                                  <p:childTnLst>
                                    <p:set>
                                      <p:cBhvr>
                                        <p:cTn id="38" dur="1" fill="hold">
                                          <p:stCondLst>
                                            <p:cond delay="0"/>
                                          </p:stCondLst>
                                        </p:cTn>
                                        <p:tgtEl>
                                          <p:spTgt spid="25"/>
                                        </p:tgtEl>
                                        <p:attrNameLst>
                                          <p:attrName>style.visibility</p:attrName>
                                        </p:attrNameLst>
                                      </p:cBhvr>
                                      <p:to>
                                        <p:strVal val="visible"/>
                                      </p:to>
                                    </p:set>
                                    <p:anim calcmode="lin" valueType="num">
                                      <p:cBhvr>
                                        <p:cTn id="39" dur="500" fill="hold"/>
                                        <p:tgtEl>
                                          <p:spTgt spid="25"/>
                                        </p:tgtEl>
                                        <p:attrNameLst>
                                          <p:attrName>ppt_w</p:attrName>
                                        </p:attrNameLst>
                                      </p:cBhvr>
                                      <p:tavLst>
                                        <p:tav tm="0">
                                          <p:val>
                                            <p:fltVal val="0"/>
                                          </p:val>
                                        </p:tav>
                                        <p:tav tm="100000">
                                          <p:val>
                                            <p:strVal val="#ppt_w"/>
                                          </p:val>
                                        </p:tav>
                                      </p:tavLst>
                                    </p:anim>
                                    <p:anim calcmode="lin" valueType="num">
                                      <p:cBhvr>
                                        <p:cTn id="40" dur="500" fill="hold"/>
                                        <p:tgtEl>
                                          <p:spTgt spid="25"/>
                                        </p:tgtEl>
                                        <p:attrNameLst>
                                          <p:attrName>ppt_h</p:attrName>
                                        </p:attrNameLst>
                                      </p:cBhvr>
                                      <p:tavLst>
                                        <p:tav tm="0">
                                          <p:val>
                                            <p:fltVal val="0"/>
                                          </p:val>
                                        </p:tav>
                                        <p:tav tm="100000">
                                          <p:val>
                                            <p:strVal val="#ppt_h"/>
                                          </p:val>
                                        </p:tav>
                                      </p:tavLst>
                                    </p:anim>
                                    <p:animEffect transition="in" filter="fade">
                                      <p:cBhvr>
                                        <p:cTn id="41" dur="500"/>
                                        <p:tgtEl>
                                          <p:spTgt spid="25"/>
                                        </p:tgtEl>
                                      </p:cBhvr>
                                    </p:animEffect>
                                  </p:childTnLst>
                                </p:cTn>
                              </p:par>
                            </p:childTnLst>
                          </p:cTn>
                        </p:par>
                        <p:par>
                          <p:cTn id="42" fill="hold">
                            <p:stCondLst>
                              <p:cond delay="3500"/>
                            </p:stCondLst>
                            <p:childTnLst>
                              <p:par>
                                <p:cTn id="43" presetID="42" presetClass="entr" presetSubtype="0" fill="hold" grpId="0" nodeType="afterEffect">
                                  <p:stCondLst>
                                    <p:cond delay="0"/>
                                  </p:stCondLst>
                                  <p:childTnLst>
                                    <p:set>
                                      <p:cBhvr>
                                        <p:cTn id="44" dur="1" fill="hold">
                                          <p:stCondLst>
                                            <p:cond delay="0"/>
                                          </p:stCondLst>
                                        </p:cTn>
                                        <p:tgtEl>
                                          <p:spTgt spid="33"/>
                                        </p:tgtEl>
                                        <p:attrNameLst>
                                          <p:attrName>style.visibility</p:attrName>
                                        </p:attrNameLst>
                                      </p:cBhvr>
                                      <p:to>
                                        <p:strVal val="visible"/>
                                      </p:to>
                                    </p:set>
                                    <p:animEffect transition="in" filter="fade">
                                      <p:cBhvr>
                                        <p:cTn id="45" dur="500"/>
                                        <p:tgtEl>
                                          <p:spTgt spid="33"/>
                                        </p:tgtEl>
                                      </p:cBhvr>
                                    </p:animEffect>
                                    <p:anim calcmode="lin" valueType="num">
                                      <p:cBhvr>
                                        <p:cTn id="46" dur="500" fill="hold"/>
                                        <p:tgtEl>
                                          <p:spTgt spid="33"/>
                                        </p:tgtEl>
                                        <p:attrNameLst>
                                          <p:attrName>ppt_x</p:attrName>
                                        </p:attrNameLst>
                                      </p:cBhvr>
                                      <p:tavLst>
                                        <p:tav tm="0">
                                          <p:val>
                                            <p:strVal val="#ppt_x"/>
                                          </p:val>
                                        </p:tav>
                                        <p:tav tm="100000">
                                          <p:val>
                                            <p:strVal val="#ppt_x"/>
                                          </p:val>
                                        </p:tav>
                                      </p:tavLst>
                                    </p:anim>
                                    <p:anim calcmode="lin" valueType="num">
                                      <p:cBhvr>
                                        <p:cTn id="47" dur="500" fill="hold"/>
                                        <p:tgtEl>
                                          <p:spTgt spid="33"/>
                                        </p:tgtEl>
                                        <p:attrNameLst>
                                          <p:attrName>ppt_y</p:attrName>
                                        </p:attrNameLst>
                                      </p:cBhvr>
                                      <p:tavLst>
                                        <p:tav tm="0">
                                          <p:val>
                                            <p:strVal val="#ppt_y+.1"/>
                                          </p:val>
                                        </p:tav>
                                        <p:tav tm="100000">
                                          <p:val>
                                            <p:strVal val="#ppt_y"/>
                                          </p:val>
                                        </p:tav>
                                      </p:tavLst>
                                    </p:anim>
                                  </p:childTnLst>
                                </p:cTn>
                              </p:par>
                            </p:childTnLst>
                          </p:cTn>
                        </p:par>
                        <p:par>
                          <p:cTn id="48" fill="hold">
                            <p:stCondLst>
                              <p:cond delay="4000"/>
                            </p:stCondLst>
                            <p:childTnLst>
                              <p:par>
                                <p:cTn id="49" presetID="53" presetClass="entr" presetSubtype="16" fill="hold" grpId="0" nodeType="afterEffect" nodePh="1">
                                  <p:stCondLst>
                                    <p:cond delay="0"/>
                                  </p:stCondLst>
                                  <p:endCondLst>
                                    <p:cond evt="begin" delay="0">
                                      <p:tn val="49"/>
                                    </p:cond>
                                  </p:endCondLst>
                                  <p:childTnLst>
                                    <p:set>
                                      <p:cBhvr>
                                        <p:cTn id="50" dur="1" fill="hold">
                                          <p:stCondLst>
                                            <p:cond delay="0"/>
                                          </p:stCondLst>
                                        </p:cTn>
                                        <p:tgtEl>
                                          <p:spTgt spid="15">
                                            <p:txEl>
                                              <p:pRg st="0" end="0"/>
                                            </p:txEl>
                                          </p:spTgt>
                                        </p:tgtEl>
                                        <p:attrNameLst>
                                          <p:attrName>style.visibility</p:attrName>
                                        </p:attrNameLst>
                                      </p:cBhvr>
                                      <p:to>
                                        <p:strVal val="visible"/>
                                      </p:to>
                                    </p:set>
                                    <p:anim calcmode="lin" valueType="num">
                                      <p:cBhvr>
                                        <p:cTn id="51" dur="500" fill="hold"/>
                                        <p:tgtEl>
                                          <p:spTgt spid="15">
                                            <p:txEl>
                                              <p:pRg st="0" end="0"/>
                                            </p:txEl>
                                          </p:spTgt>
                                        </p:tgtEl>
                                        <p:attrNameLst>
                                          <p:attrName>ppt_w</p:attrName>
                                        </p:attrNameLst>
                                      </p:cBhvr>
                                      <p:tavLst>
                                        <p:tav tm="0">
                                          <p:val>
                                            <p:fltVal val="0"/>
                                          </p:val>
                                        </p:tav>
                                        <p:tav tm="100000">
                                          <p:val>
                                            <p:strVal val="#ppt_w"/>
                                          </p:val>
                                        </p:tav>
                                      </p:tavLst>
                                    </p:anim>
                                    <p:anim calcmode="lin" valueType="num">
                                      <p:cBhvr>
                                        <p:cTn id="52" dur="500" fill="hold"/>
                                        <p:tgtEl>
                                          <p:spTgt spid="15">
                                            <p:txEl>
                                              <p:pRg st="0" end="0"/>
                                            </p:txEl>
                                          </p:spTgt>
                                        </p:tgtEl>
                                        <p:attrNameLst>
                                          <p:attrName>ppt_h</p:attrName>
                                        </p:attrNameLst>
                                      </p:cBhvr>
                                      <p:tavLst>
                                        <p:tav tm="0">
                                          <p:val>
                                            <p:fltVal val="0"/>
                                          </p:val>
                                        </p:tav>
                                        <p:tav tm="100000">
                                          <p:val>
                                            <p:strVal val="#ppt_h"/>
                                          </p:val>
                                        </p:tav>
                                      </p:tavLst>
                                    </p:anim>
                                    <p:animEffect transition="in" filter="fade">
                                      <p:cBhvr>
                                        <p:cTn id="53" dur="500"/>
                                        <p:tgtEl>
                                          <p:spTgt spid="15">
                                            <p:txEl>
                                              <p:pRg st="0" end="0"/>
                                            </p:txEl>
                                          </p:spTgt>
                                        </p:tgtEl>
                                      </p:cBhvr>
                                    </p:animEffect>
                                  </p:childTnLst>
                                </p:cTn>
                              </p:par>
                            </p:childTnLst>
                          </p:cTn>
                        </p:par>
                        <p:par>
                          <p:cTn id="54" fill="hold">
                            <p:stCondLst>
                              <p:cond delay="4500"/>
                            </p:stCondLst>
                            <p:childTnLst>
                              <p:par>
                                <p:cTn id="55" presetID="42" presetClass="entr" presetSubtype="0" fill="hold" grpId="0" nodeType="afterEffect" nodePh="1">
                                  <p:stCondLst>
                                    <p:cond delay="0"/>
                                  </p:stCondLst>
                                  <p:endCondLst>
                                    <p:cond evt="begin" delay="0">
                                      <p:tn val="55"/>
                                    </p:cond>
                                  </p:endCondLst>
                                  <p:childTnLst>
                                    <p:set>
                                      <p:cBhvr>
                                        <p:cTn id="56" dur="1" fill="hold">
                                          <p:stCondLst>
                                            <p:cond delay="0"/>
                                          </p:stCondLst>
                                        </p:cTn>
                                        <p:tgtEl>
                                          <p:spTgt spid="22">
                                            <p:txEl>
                                              <p:pRg st="0" end="0"/>
                                            </p:txEl>
                                          </p:spTgt>
                                        </p:tgtEl>
                                        <p:attrNameLst>
                                          <p:attrName>style.visibility</p:attrName>
                                        </p:attrNameLst>
                                      </p:cBhvr>
                                      <p:to>
                                        <p:strVal val="visible"/>
                                      </p:to>
                                    </p:set>
                                    <p:animEffect transition="in" filter="fade">
                                      <p:cBhvr>
                                        <p:cTn id="57" dur="500"/>
                                        <p:tgtEl>
                                          <p:spTgt spid="22">
                                            <p:txEl>
                                              <p:pRg st="0" end="0"/>
                                            </p:txEl>
                                          </p:spTgt>
                                        </p:tgtEl>
                                      </p:cBhvr>
                                    </p:animEffect>
                                    <p:anim calcmode="lin" valueType="num">
                                      <p:cBhvr>
                                        <p:cTn id="58" dur="500" fill="hold"/>
                                        <p:tgtEl>
                                          <p:spTgt spid="22">
                                            <p:txEl>
                                              <p:pRg st="0" end="0"/>
                                            </p:txEl>
                                          </p:spTgt>
                                        </p:tgtEl>
                                        <p:attrNameLst>
                                          <p:attrName>ppt_x</p:attrName>
                                        </p:attrNameLst>
                                      </p:cBhvr>
                                      <p:tavLst>
                                        <p:tav tm="0">
                                          <p:val>
                                            <p:strVal val="#ppt_x"/>
                                          </p:val>
                                        </p:tav>
                                        <p:tav tm="100000">
                                          <p:val>
                                            <p:strVal val="#ppt_x"/>
                                          </p:val>
                                        </p:tav>
                                      </p:tavLst>
                                    </p:anim>
                                    <p:anim calcmode="lin" valueType="num">
                                      <p:cBhvr>
                                        <p:cTn id="59" dur="500" fill="hold"/>
                                        <p:tgtEl>
                                          <p:spTgt spid="22">
                                            <p:txEl>
                                              <p:pRg st="0" end="0"/>
                                            </p:txEl>
                                          </p:spTgt>
                                        </p:tgtEl>
                                        <p:attrNameLst>
                                          <p:attrName>ppt_y</p:attrName>
                                        </p:attrNameLst>
                                      </p:cBhvr>
                                      <p:tavLst>
                                        <p:tav tm="0">
                                          <p:val>
                                            <p:strVal val="#ppt_y+.1"/>
                                          </p:val>
                                        </p:tav>
                                        <p:tav tm="100000">
                                          <p:val>
                                            <p:strVal val="#ppt_y"/>
                                          </p:val>
                                        </p:tav>
                                      </p:tavLst>
                                    </p:anim>
                                  </p:childTnLst>
                                </p:cTn>
                              </p:par>
                            </p:childTnLst>
                          </p:cTn>
                        </p:par>
                        <p:par>
                          <p:cTn id="60" fill="hold">
                            <p:stCondLst>
                              <p:cond delay="5000"/>
                            </p:stCondLst>
                            <p:childTnLst>
                              <p:par>
                                <p:cTn id="61" presetID="53" presetClass="entr" presetSubtype="16" fill="hold" nodeType="afterEffect">
                                  <p:stCondLst>
                                    <p:cond delay="0"/>
                                  </p:stCondLst>
                                  <p:childTnLst>
                                    <p:set>
                                      <p:cBhvr>
                                        <p:cTn id="62" dur="1" fill="hold">
                                          <p:stCondLst>
                                            <p:cond delay="0"/>
                                          </p:stCondLst>
                                        </p:cTn>
                                        <p:tgtEl>
                                          <p:spTgt spid="40"/>
                                        </p:tgtEl>
                                        <p:attrNameLst>
                                          <p:attrName>style.visibility</p:attrName>
                                        </p:attrNameLst>
                                      </p:cBhvr>
                                      <p:to>
                                        <p:strVal val="visible"/>
                                      </p:to>
                                    </p:set>
                                    <p:anim calcmode="lin" valueType="num">
                                      <p:cBhvr>
                                        <p:cTn id="63" dur="500" fill="hold"/>
                                        <p:tgtEl>
                                          <p:spTgt spid="40"/>
                                        </p:tgtEl>
                                        <p:attrNameLst>
                                          <p:attrName>ppt_w</p:attrName>
                                        </p:attrNameLst>
                                      </p:cBhvr>
                                      <p:tavLst>
                                        <p:tav tm="0">
                                          <p:val>
                                            <p:fltVal val="0"/>
                                          </p:val>
                                        </p:tav>
                                        <p:tav tm="100000">
                                          <p:val>
                                            <p:strVal val="#ppt_w"/>
                                          </p:val>
                                        </p:tav>
                                      </p:tavLst>
                                    </p:anim>
                                    <p:anim calcmode="lin" valueType="num">
                                      <p:cBhvr>
                                        <p:cTn id="64" dur="500" fill="hold"/>
                                        <p:tgtEl>
                                          <p:spTgt spid="40"/>
                                        </p:tgtEl>
                                        <p:attrNameLst>
                                          <p:attrName>ppt_h</p:attrName>
                                        </p:attrNameLst>
                                      </p:cBhvr>
                                      <p:tavLst>
                                        <p:tav tm="0">
                                          <p:val>
                                            <p:fltVal val="0"/>
                                          </p:val>
                                        </p:tav>
                                        <p:tav tm="100000">
                                          <p:val>
                                            <p:strVal val="#ppt_h"/>
                                          </p:val>
                                        </p:tav>
                                      </p:tavLst>
                                    </p:anim>
                                    <p:animEffect transition="in" filter="fade">
                                      <p:cBhvr>
                                        <p:cTn id="65" dur="500"/>
                                        <p:tgtEl>
                                          <p:spTgt spid="40"/>
                                        </p:tgtEl>
                                      </p:cBhvr>
                                    </p:animEffect>
                                  </p:childTnLst>
                                </p:cTn>
                              </p:par>
                            </p:childTnLst>
                          </p:cTn>
                        </p:par>
                        <p:par>
                          <p:cTn id="66" fill="hold">
                            <p:stCondLst>
                              <p:cond delay="5500"/>
                            </p:stCondLst>
                            <p:childTnLst>
                              <p:par>
                                <p:cTn id="67" presetID="42" presetClass="entr" presetSubtype="0" fill="hold" grpId="0" nodeType="afterEffect">
                                  <p:stCondLst>
                                    <p:cond delay="0"/>
                                  </p:stCondLst>
                                  <p:childTnLst>
                                    <p:set>
                                      <p:cBhvr>
                                        <p:cTn id="68" dur="1" fill="hold">
                                          <p:stCondLst>
                                            <p:cond delay="0"/>
                                          </p:stCondLst>
                                        </p:cTn>
                                        <p:tgtEl>
                                          <p:spTgt spid="35"/>
                                        </p:tgtEl>
                                        <p:attrNameLst>
                                          <p:attrName>style.visibility</p:attrName>
                                        </p:attrNameLst>
                                      </p:cBhvr>
                                      <p:to>
                                        <p:strVal val="visible"/>
                                      </p:to>
                                    </p:set>
                                    <p:animEffect transition="in" filter="fade">
                                      <p:cBhvr>
                                        <p:cTn id="69" dur="500"/>
                                        <p:tgtEl>
                                          <p:spTgt spid="35"/>
                                        </p:tgtEl>
                                      </p:cBhvr>
                                    </p:animEffect>
                                    <p:anim calcmode="lin" valueType="num">
                                      <p:cBhvr>
                                        <p:cTn id="70" dur="500" fill="hold"/>
                                        <p:tgtEl>
                                          <p:spTgt spid="35"/>
                                        </p:tgtEl>
                                        <p:attrNameLst>
                                          <p:attrName>ppt_x</p:attrName>
                                        </p:attrNameLst>
                                      </p:cBhvr>
                                      <p:tavLst>
                                        <p:tav tm="0">
                                          <p:val>
                                            <p:strVal val="#ppt_x"/>
                                          </p:val>
                                        </p:tav>
                                        <p:tav tm="100000">
                                          <p:val>
                                            <p:strVal val="#ppt_x"/>
                                          </p:val>
                                        </p:tav>
                                      </p:tavLst>
                                    </p:anim>
                                    <p:anim calcmode="lin" valueType="num">
                                      <p:cBhvr>
                                        <p:cTn id="71" dur="500" fill="hold"/>
                                        <p:tgtEl>
                                          <p:spTgt spid="35"/>
                                        </p:tgtEl>
                                        <p:attrNameLst>
                                          <p:attrName>ppt_y</p:attrName>
                                        </p:attrNameLst>
                                      </p:cBhvr>
                                      <p:tavLst>
                                        <p:tav tm="0">
                                          <p:val>
                                            <p:strVal val="#ppt_y+.1"/>
                                          </p:val>
                                        </p:tav>
                                        <p:tav tm="100000">
                                          <p:val>
                                            <p:strVal val="#ppt_y"/>
                                          </p:val>
                                        </p:tav>
                                      </p:tavLst>
                                    </p:anim>
                                  </p:childTnLst>
                                </p:cTn>
                              </p:par>
                            </p:childTnLst>
                          </p:cTn>
                        </p:par>
                        <p:par>
                          <p:cTn id="72" fill="hold">
                            <p:stCondLst>
                              <p:cond delay="6000"/>
                            </p:stCondLst>
                            <p:childTnLst>
                              <p:par>
                                <p:cTn id="73" presetID="53" presetClass="entr" presetSubtype="16" fill="hold" grpId="0" nodeType="afterEffect" nodePh="1">
                                  <p:stCondLst>
                                    <p:cond delay="0"/>
                                  </p:stCondLst>
                                  <p:endCondLst>
                                    <p:cond evt="begin" delay="0">
                                      <p:tn val="73"/>
                                    </p:cond>
                                  </p:endCondLst>
                                  <p:childTnLst>
                                    <p:set>
                                      <p:cBhvr>
                                        <p:cTn id="74" dur="1" fill="hold">
                                          <p:stCondLst>
                                            <p:cond delay="0"/>
                                          </p:stCondLst>
                                        </p:cTn>
                                        <p:tgtEl>
                                          <p:spTgt spid="17">
                                            <p:txEl>
                                              <p:pRg st="0" end="0"/>
                                            </p:txEl>
                                          </p:spTgt>
                                        </p:tgtEl>
                                        <p:attrNameLst>
                                          <p:attrName>style.visibility</p:attrName>
                                        </p:attrNameLst>
                                      </p:cBhvr>
                                      <p:to>
                                        <p:strVal val="visible"/>
                                      </p:to>
                                    </p:set>
                                    <p:anim calcmode="lin" valueType="num">
                                      <p:cBhvr>
                                        <p:cTn id="75" dur="500" fill="hold"/>
                                        <p:tgtEl>
                                          <p:spTgt spid="17">
                                            <p:txEl>
                                              <p:pRg st="0" end="0"/>
                                            </p:txEl>
                                          </p:spTgt>
                                        </p:tgtEl>
                                        <p:attrNameLst>
                                          <p:attrName>ppt_w</p:attrName>
                                        </p:attrNameLst>
                                      </p:cBhvr>
                                      <p:tavLst>
                                        <p:tav tm="0">
                                          <p:val>
                                            <p:fltVal val="0"/>
                                          </p:val>
                                        </p:tav>
                                        <p:tav tm="100000">
                                          <p:val>
                                            <p:strVal val="#ppt_w"/>
                                          </p:val>
                                        </p:tav>
                                      </p:tavLst>
                                    </p:anim>
                                    <p:anim calcmode="lin" valueType="num">
                                      <p:cBhvr>
                                        <p:cTn id="76" dur="500" fill="hold"/>
                                        <p:tgtEl>
                                          <p:spTgt spid="17">
                                            <p:txEl>
                                              <p:pRg st="0" end="0"/>
                                            </p:txEl>
                                          </p:spTgt>
                                        </p:tgtEl>
                                        <p:attrNameLst>
                                          <p:attrName>ppt_h</p:attrName>
                                        </p:attrNameLst>
                                      </p:cBhvr>
                                      <p:tavLst>
                                        <p:tav tm="0">
                                          <p:val>
                                            <p:fltVal val="0"/>
                                          </p:val>
                                        </p:tav>
                                        <p:tav tm="100000">
                                          <p:val>
                                            <p:strVal val="#ppt_h"/>
                                          </p:val>
                                        </p:tav>
                                      </p:tavLst>
                                    </p:anim>
                                    <p:animEffect transition="in" filter="fade">
                                      <p:cBhvr>
                                        <p:cTn id="77" dur="500"/>
                                        <p:tgtEl>
                                          <p:spTgt spid="17">
                                            <p:txEl>
                                              <p:pRg st="0" end="0"/>
                                            </p:txEl>
                                          </p:spTgt>
                                        </p:tgtEl>
                                      </p:cBhvr>
                                    </p:animEffect>
                                  </p:childTnLst>
                                </p:cTn>
                              </p:par>
                            </p:childTnLst>
                          </p:cTn>
                        </p:par>
                        <p:par>
                          <p:cTn id="78" fill="hold">
                            <p:stCondLst>
                              <p:cond delay="6500"/>
                            </p:stCondLst>
                            <p:childTnLst>
                              <p:par>
                                <p:cTn id="79" presetID="42" presetClass="entr" presetSubtype="0" fill="hold" grpId="0" nodeType="afterEffect" nodePh="1">
                                  <p:stCondLst>
                                    <p:cond delay="0"/>
                                  </p:stCondLst>
                                  <p:endCondLst>
                                    <p:cond evt="begin" delay="0">
                                      <p:tn val="79"/>
                                    </p:cond>
                                  </p:endCondLst>
                                  <p:childTnLst>
                                    <p:set>
                                      <p:cBhvr>
                                        <p:cTn id="80" dur="1" fill="hold">
                                          <p:stCondLst>
                                            <p:cond delay="0"/>
                                          </p:stCondLst>
                                        </p:cTn>
                                        <p:tgtEl>
                                          <p:spTgt spid="23">
                                            <p:txEl>
                                              <p:pRg st="0" end="0"/>
                                            </p:txEl>
                                          </p:spTgt>
                                        </p:tgtEl>
                                        <p:attrNameLst>
                                          <p:attrName>style.visibility</p:attrName>
                                        </p:attrNameLst>
                                      </p:cBhvr>
                                      <p:to>
                                        <p:strVal val="visible"/>
                                      </p:to>
                                    </p:set>
                                    <p:animEffect transition="in" filter="fade">
                                      <p:cBhvr>
                                        <p:cTn id="81" dur="500"/>
                                        <p:tgtEl>
                                          <p:spTgt spid="23">
                                            <p:txEl>
                                              <p:pRg st="0" end="0"/>
                                            </p:txEl>
                                          </p:spTgt>
                                        </p:tgtEl>
                                      </p:cBhvr>
                                    </p:animEffect>
                                    <p:anim calcmode="lin" valueType="num">
                                      <p:cBhvr>
                                        <p:cTn id="82" dur="500" fill="hold"/>
                                        <p:tgtEl>
                                          <p:spTgt spid="23">
                                            <p:txEl>
                                              <p:pRg st="0" end="0"/>
                                            </p:txEl>
                                          </p:spTgt>
                                        </p:tgtEl>
                                        <p:attrNameLst>
                                          <p:attrName>ppt_x</p:attrName>
                                        </p:attrNameLst>
                                      </p:cBhvr>
                                      <p:tavLst>
                                        <p:tav tm="0">
                                          <p:val>
                                            <p:strVal val="#ppt_x"/>
                                          </p:val>
                                        </p:tav>
                                        <p:tav tm="100000">
                                          <p:val>
                                            <p:strVal val="#ppt_x"/>
                                          </p:val>
                                        </p:tav>
                                      </p:tavLst>
                                    </p:anim>
                                    <p:anim calcmode="lin" valueType="num">
                                      <p:cBhvr>
                                        <p:cTn id="83" dur="500" fill="hold"/>
                                        <p:tgtEl>
                                          <p:spTgt spid="23">
                                            <p:txEl>
                                              <p:pRg st="0" end="0"/>
                                            </p:txEl>
                                          </p:spTgt>
                                        </p:tgtEl>
                                        <p:attrNameLst>
                                          <p:attrName>ppt_y</p:attrName>
                                        </p:attrNameLst>
                                      </p:cBhvr>
                                      <p:tavLst>
                                        <p:tav tm="0">
                                          <p:val>
                                            <p:strVal val="#ppt_y+.1"/>
                                          </p:val>
                                        </p:tav>
                                        <p:tav tm="100000">
                                          <p:val>
                                            <p:strVal val="#ppt_y"/>
                                          </p:val>
                                        </p:tav>
                                      </p:tavLst>
                                    </p:anim>
                                  </p:childTnLst>
                                </p:cTn>
                              </p:par>
                            </p:childTnLst>
                          </p:cTn>
                        </p:par>
                        <p:par>
                          <p:cTn id="84" fill="hold">
                            <p:stCondLst>
                              <p:cond delay="7000"/>
                            </p:stCondLst>
                            <p:childTnLst>
                              <p:par>
                                <p:cTn id="85" presetID="53" presetClass="entr" presetSubtype="16" fill="hold" nodeType="afterEffect">
                                  <p:stCondLst>
                                    <p:cond delay="0"/>
                                  </p:stCondLst>
                                  <p:childTnLst>
                                    <p:set>
                                      <p:cBhvr>
                                        <p:cTn id="86" dur="1" fill="hold">
                                          <p:stCondLst>
                                            <p:cond delay="0"/>
                                          </p:stCondLst>
                                        </p:cTn>
                                        <p:tgtEl>
                                          <p:spTgt spid="47"/>
                                        </p:tgtEl>
                                        <p:attrNameLst>
                                          <p:attrName>style.visibility</p:attrName>
                                        </p:attrNameLst>
                                      </p:cBhvr>
                                      <p:to>
                                        <p:strVal val="visible"/>
                                      </p:to>
                                    </p:set>
                                    <p:anim calcmode="lin" valueType="num">
                                      <p:cBhvr>
                                        <p:cTn id="87" dur="500" fill="hold"/>
                                        <p:tgtEl>
                                          <p:spTgt spid="47"/>
                                        </p:tgtEl>
                                        <p:attrNameLst>
                                          <p:attrName>ppt_w</p:attrName>
                                        </p:attrNameLst>
                                      </p:cBhvr>
                                      <p:tavLst>
                                        <p:tav tm="0">
                                          <p:val>
                                            <p:fltVal val="0"/>
                                          </p:val>
                                        </p:tav>
                                        <p:tav tm="100000">
                                          <p:val>
                                            <p:strVal val="#ppt_w"/>
                                          </p:val>
                                        </p:tav>
                                      </p:tavLst>
                                    </p:anim>
                                    <p:anim calcmode="lin" valueType="num">
                                      <p:cBhvr>
                                        <p:cTn id="88" dur="500" fill="hold"/>
                                        <p:tgtEl>
                                          <p:spTgt spid="47"/>
                                        </p:tgtEl>
                                        <p:attrNameLst>
                                          <p:attrName>ppt_h</p:attrName>
                                        </p:attrNameLst>
                                      </p:cBhvr>
                                      <p:tavLst>
                                        <p:tav tm="0">
                                          <p:val>
                                            <p:fltVal val="0"/>
                                          </p:val>
                                        </p:tav>
                                        <p:tav tm="100000">
                                          <p:val>
                                            <p:strVal val="#ppt_h"/>
                                          </p:val>
                                        </p:tav>
                                      </p:tavLst>
                                    </p:anim>
                                    <p:animEffect transition="in" filter="fade">
                                      <p:cBhvr>
                                        <p:cTn id="89" dur="500"/>
                                        <p:tgtEl>
                                          <p:spTgt spid="47"/>
                                        </p:tgtEl>
                                      </p:cBhvr>
                                    </p:animEffect>
                                  </p:childTnLst>
                                </p:cTn>
                              </p:par>
                            </p:childTnLst>
                          </p:cTn>
                        </p:par>
                        <p:par>
                          <p:cTn id="90" fill="hold">
                            <p:stCondLst>
                              <p:cond delay="7500"/>
                            </p:stCondLst>
                            <p:childTnLst>
                              <p:par>
                                <p:cTn id="91" presetID="42" presetClass="entr" presetSubtype="0" fill="hold" grpId="0" nodeType="afterEffect">
                                  <p:stCondLst>
                                    <p:cond delay="0"/>
                                  </p:stCondLst>
                                  <p:childTnLst>
                                    <p:set>
                                      <p:cBhvr>
                                        <p:cTn id="92" dur="1" fill="hold">
                                          <p:stCondLst>
                                            <p:cond delay="0"/>
                                          </p:stCondLst>
                                        </p:cTn>
                                        <p:tgtEl>
                                          <p:spTgt spid="37"/>
                                        </p:tgtEl>
                                        <p:attrNameLst>
                                          <p:attrName>style.visibility</p:attrName>
                                        </p:attrNameLst>
                                      </p:cBhvr>
                                      <p:to>
                                        <p:strVal val="visible"/>
                                      </p:to>
                                    </p:set>
                                    <p:animEffect transition="in" filter="fade">
                                      <p:cBhvr>
                                        <p:cTn id="93" dur="500"/>
                                        <p:tgtEl>
                                          <p:spTgt spid="37"/>
                                        </p:tgtEl>
                                      </p:cBhvr>
                                    </p:animEffect>
                                    <p:anim calcmode="lin" valueType="num">
                                      <p:cBhvr>
                                        <p:cTn id="94" dur="500" fill="hold"/>
                                        <p:tgtEl>
                                          <p:spTgt spid="37"/>
                                        </p:tgtEl>
                                        <p:attrNameLst>
                                          <p:attrName>ppt_x</p:attrName>
                                        </p:attrNameLst>
                                      </p:cBhvr>
                                      <p:tavLst>
                                        <p:tav tm="0">
                                          <p:val>
                                            <p:strVal val="#ppt_x"/>
                                          </p:val>
                                        </p:tav>
                                        <p:tav tm="100000">
                                          <p:val>
                                            <p:strVal val="#ppt_x"/>
                                          </p:val>
                                        </p:tav>
                                      </p:tavLst>
                                    </p:anim>
                                    <p:anim calcmode="lin" valueType="num">
                                      <p:cBhvr>
                                        <p:cTn id="95" dur="500" fill="hold"/>
                                        <p:tgtEl>
                                          <p:spTgt spid="37"/>
                                        </p:tgtEl>
                                        <p:attrNameLst>
                                          <p:attrName>ppt_y</p:attrName>
                                        </p:attrNameLst>
                                      </p:cBhvr>
                                      <p:tavLst>
                                        <p:tav tm="0">
                                          <p:val>
                                            <p:strVal val="#ppt_y+.1"/>
                                          </p:val>
                                        </p:tav>
                                        <p:tav tm="100000">
                                          <p:val>
                                            <p:strVal val="#ppt_y"/>
                                          </p:val>
                                        </p:tav>
                                      </p:tavLst>
                                    </p:anim>
                                  </p:childTnLst>
                                </p:cTn>
                              </p:par>
                            </p:childTnLst>
                          </p:cTn>
                        </p:par>
                        <p:par>
                          <p:cTn id="96" fill="hold">
                            <p:stCondLst>
                              <p:cond delay="8000"/>
                            </p:stCondLst>
                            <p:childTnLst>
                              <p:par>
                                <p:cTn id="97" presetID="53" presetClass="entr" presetSubtype="16" fill="hold" grpId="0" nodeType="afterEffect" nodePh="1">
                                  <p:stCondLst>
                                    <p:cond delay="0"/>
                                  </p:stCondLst>
                                  <p:endCondLst>
                                    <p:cond evt="begin" delay="0">
                                      <p:tn val="97"/>
                                    </p:cond>
                                  </p:endCondLst>
                                  <p:childTnLst>
                                    <p:set>
                                      <p:cBhvr>
                                        <p:cTn id="98" dur="1" fill="hold">
                                          <p:stCondLst>
                                            <p:cond delay="0"/>
                                          </p:stCondLst>
                                        </p:cTn>
                                        <p:tgtEl>
                                          <p:spTgt spid="19">
                                            <p:txEl>
                                              <p:pRg st="0" end="0"/>
                                            </p:txEl>
                                          </p:spTgt>
                                        </p:tgtEl>
                                        <p:attrNameLst>
                                          <p:attrName>style.visibility</p:attrName>
                                        </p:attrNameLst>
                                      </p:cBhvr>
                                      <p:to>
                                        <p:strVal val="visible"/>
                                      </p:to>
                                    </p:set>
                                    <p:anim calcmode="lin" valueType="num">
                                      <p:cBhvr>
                                        <p:cTn id="99" dur="500" fill="hold"/>
                                        <p:tgtEl>
                                          <p:spTgt spid="19">
                                            <p:txEl>
                                              <p:pRg st="0" end="0"/>
                                            </p:txEl>
                                          </p:spTgt>
                                        </p:tgtEl>
                                        <p:attrNameLst>
                                          <p:attrName>ppt_w</p:attrName>
                                        </p:attrNameLst>
                                      </p:cBhvr>
                                      <p:tavLst>
                                        <p:tav tm="0">
                                          <p:val>
                                            <p:fltVal val="0"/>
                                          </p:val>
                                        </p:tav>
                                        <p:tav tm="100000">
                                          <p:val>
                                            <p:strVal val="#ppt_w"/>
                                          </p:val>
                                        </p:tav>
                                      </p:tavLst>
                                    </p:anim>
                                    <p:anim calcmode="lin" valueType="num">
                                      <p:cBhvr>
                                        <p:cTn id="100" dur="500" fill="hold"/>
                                        <p:tgtEl>
                                          <p:spTgt spid="19">
                                            <p:txEl>
                                              <p:pRg st="0" end="0"/>
                                            </p:txEl>
                                          </p:spTgt>
                                        </p:tgtEl>
                                        <p:attrNameLst>
                                          <p:attrName>ppt_h</p:attrName>
                                        </p:attrNameLst>
                                      </p:cBhvr>
                                      <p:tavLst>
                                        <p:tav tm="0">
                                          <p:val>
                                            <p:fltVal val="0"/>
                                          </p:val>
                                        </p:tav>
                                        <p:tav tm="100000">
                                          <p:val>
                                            <p:strVal val="#ppt_h"/>
                                          </p:val>
                                        </p:tav>
                                      </p:tavLst>
                                    </p:anim>
                                    <p:animEffect transition="in" filter="fade">
                                      <p:cBhvr>
                                        <p:cTn id="101" dur="500"/>
                                        <p:tgtEl>
                                          <p:spTgt spid="19">
                                            <p:txEl>
                                              <p:pRg st="0" end="0"/>
                                            </p:txEl>
                                          </p:spTgt>
                                        </p:tgtEl>
                                      </p:cBhvr>
                                    </p:animEffect>
                                  </p:childTnLst>
                                </p:cTn>
                              </p:par>
                            </p:childTnLst>
                          </p:cTn>
                        </p:par>
                        <p:par>
                          <p:cTn id="102" fill="hold">
                            <p:stCondLst>
                              <p:cond delay="8500"/>
                            </p:stCondLst>
                            <p:childTnLst>
                              <p:par>
                                <p:cTn id="103" presetID="42" presetClass="entr" presetSubtype="0" fill="hold" grpId="0" nodeType="afterEffect" nodePh="1">
                                  <p:stCondLst>
                                    <p:cond delay="0"/>
                                  </p:stCondLst>
                                  <p:endCondLst>
                                    <p:cond evt="begin" delay="0">
                                      <p:tn val="103"/>
                                    </p:cond>
                                  </p:endCondLst>
                                  <p:childTnLst>
                                    <p:set>
                                      <p:cBhvr>
                                        <p:cTn id="104" dur="1" fill="hold">
                                          <p:stCondLst>
                                            <p:cond delay="0"/>
                                          </p:stCondLst>
                                        </p:cTn>
                                        <p:tgtEl>
                                          <p:spTgt spid="24">
                                            <p:txEl>
                                              <p:pRg st="0" end="0"/>
                                            </p:txEl>
                                          </p:spTgt>
                                        </p:tgtEl>
                                        <p:attrNameLst>
                                          <p:attrName>style.visibility</p:attrName>
                                        </p:attrNameLst>
                                      </p:cBhvr>
                                      <p:to>
                                        <p:strVal val="visible"/>
                                      </p:to>
                                    </p:set>
                                    <p:animEffect transition="in" filter="fade">
                                      <p:cBhvr>
                                        <p:cTn id="105" dur="500"/>
                                        <p:tgtEl>
                                          <p:spTgt spid="24">
                                            <p:txEl>
                                              <p:pRg st="0" end="0"/>
                                            </p:txEl>
                                          </p:spTgt>
                                        </p:tgtEl>
                                      </p:cBhvr>
                                    </p:animEffect>
                                    <p:anim calcmode="lin" valueType="num">
                                      <p:cBhvr>
                                        <p:cTn id="106"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p:cTn id="107" dur="500" fill="hold"/>
                                        <p:tgtEl>
                                          <p:spTgt spid="24">
                                            <p:txEl>
                                              <p:pRg st="0" end="0"/>
                                            </p:txEl>
                                          </p:spTgt>
                                        </p:tgtEl>
                                        <p:attrNameLst>
                                          <p:attrName>ppt_y</p:attrName>
                                        </p:attrNameLst>
                                      </p:cBhvr>
                                      <p:tavLst>
                                        <p:tav tm="0">
                                          <p:val>
                                            <p:strVal val="#ppt_y+.1"/>
                                          </p:val>
                                        </p:tav>
                                        <p:tav tm="100000">
                                          <p:val>
                                            <p:strVal val="#ppt_y"/>
                                          </p:val>
                                        </p:tav>
                                      </p:tavLst>
                                    </p:anim>
                                  </p:childTnLst>
                                </p:cTn>
                              </p:par>
                            </p:childTnLst>
                          </p:cTn>
                        </p:par>
                        <p:par>
                          <p:cTn id="108" fill="hold">
                            <p:stCondLst>
                              <p:cond delay="9000"/>
                            </p:stCondLst>
                            <p:childTnLst>
                              <p:par>
                                <p:cTn id="109" presetID="53" presetClass="entr" presetSubtype="16" fill="hold" nodeType="afterEffect">
                                  <p:stCondLst>
                                    <p:cond delay="0"/>
                                  </p:stCondLst>
                                  <p:childTnLst>
                                    <p:set>
                                      <p:cBhvr>
                                        <p:cTn id="110" dur="1" fill="hold">
                                          <p:stCondLst>
                                            <p:cond delay="0"/>
                                          </p:stCondLst>
                                        </p:cTn>
                                        <p:tgtEl>
                                          <p:spTgt spid="54"/>
                                        </p:tgtEl>
                                        <p:attrNameLst>
                                          <p:attrName>style.visibility</p:attrName>
                                        </p:attrNameLst>
                                      </p:cBhvr>
                                      <p:to>
                                        <p:strVal val="visible"/>
                                      </p:to>
                                    </p:set>
                                    <p:anim calcmode="lin" valueType="num">
                                      <p:cBhvr>
                                        <p:cTn id="111" dur="500" fill="hold"/>
                                        <p:tgtEl>
                                          <p:spTgt spid="54"/>
                                        </p:tgtEl>
                                        <p:attrNameLst>
                                          <p:attrName>ppt_w</p:attrName>
                                        </p:attrNameLst>
                                      </p:cBhvr>
                                      <p:tavLst>
                                        <p:tav tm="0">
                                          <p:val>
                                            <p:fltVal val="0"/>
                                          </p:val>
                                        </p:tav>
                                        <p:tav tm="100000">
                                          <p:val>
                                            <p:strVal val="#ppt_w"/>
                                          </p:val>
                                        </p:tav>
                                      </p:tavLst>
                                    </p:anim>
                                    <p:anim calcmode="lin" valueType="num">
                                      <p:cBhvr>
                                        <p:cTn id="112" dur="500" fill="hold"/>
                                        <p:tgtEl>
                                          <p:spTgt spid="54"/>
                                        </p:tgtEl>
                                        <p:attrNameLst>
                                          <p:attrName>ppt_h</p:attrName>
                                        </p:attrNameLst>
                                      </p:cBhvr>
                                      <p:tavLst>
                                        <p:tav tm="0">
                                          <p:val>
                                            <p:fltVal val="0"/>
                                          </p:val>
                                        </p:tav>
                                        <p:tav tm="100000">
                                          <p:val>
                                            <p:strVal val="#ppt_h"/>
                                          </p:val>
                                        </p:tav>
                                      </p:tavLst>
                                    </p:anim>
                                    <p:animEffect transition="in" filter="fade">
                                      <p:cBhvr>
                                        <p:cTn id="113" dur="500"/>
                                        <p:tgtEl>
                                          <p:spTgt spid="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13"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3"/>
                        </p:tgtEl>
                        <p:attrNameLst>
                          <p:attrName>style.visibility</p:attrName>
                        </p:attrNameLst>
                      </p:cBhvr>
                      <p:to>
                        <p:strVal val="visible"/>
                      </p:to>
                    </p:set>
                    <p:anim calcmode="lin" valueType="num">
                      <p:cBhvr>
                        <p:cTn dur="500" fill="hold"/>
                        <p:tgtEl>
                          <p:spTgt spid="13"/>
                        </p:tgtEl>
                        <p:attrNameLst>
                          <p:attrName>ppt_w</p:attrName>
                        </p:attrNameLst>
                      </p:cBhvr>
                      <p:tavLst>
                        <p:tav tm="0">
                          <p:val>
                            <p:fltVal val="0"/>
                          </p:val>
                        </p:tav>
                        <p:tav tm="100000">
                          <p:val>
                            <p:strVal val="#ppt_w"/>
                          </p:val>
                        </p:tav>
                      </p:tavLst>
                    </p:anim>
                    <p:anim calcmode="lin" valueType="num">
                      <p:cBhvr>
                        <p:cTn dur="500" fill="hold"/>
                        <p:tgtEl>
                          <p:spTgt spid="13"/>
                        </p:tgtEl>
                        <p:attrNameLst>
                          <p:attrName>ppt_h</p:attrName>
                        </p:attrNameLst>
                      </p:cBhvr>
                      <p:tavLst>
                        <p:tav tm="0">
                          <p:val>
                            <p:fltVal val="0"/>
                          </p:val>
                        </p:tav>
                        <p:tav tm="100000">
                          <p:val>
                            <p:strVal val="#ppt_h"/>
                          </p:val>
                        </p:tav>
                      </p:tavLst>
                    </p:anim>
                    <p:animEffect transition="in" filter="fade">
                      <p:cBhvr>
                        <p:cTn dur="500"/>
                        <p:tgtEl>
                          <p:spTgt spid="13"/>
                        </p:tgtEl>
                      </p:cBhvr>
                    </p:animEffect>
                  </p:childTnLst>
                </p:cTn>
              </p:par>
            </p:tnLst>
          </p:tmpl>
        </p:tmplLst>
      </p:bldP>
      <p:bldP spid="15"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5"/>
                        </p:tgtEl>
                        <p:attrNameLst>
                          <p:attrName>style.visibility</p:attrName>
                        </p:attrNameLst>
                      </p:cBhvr>
                      <p:to>
                        <p:strVal val="visible"/>
                      </p:to>
                    </p:set>
                    <p:anim calcmode="lin" valueType="num">
                      <p:cBhvr>
                        <p:cTn dur="500" fill="hold"/>
                        <p:tgtEl>
                          <p:spTgt spid="15"/>
                        </p:tgtEl>
                        <p:attrNameLst>
                          <p:attrName>ppt_w</p:attrName>
                        </p:attrNameLst>
                      </p:cBhvr>
                      <p:tavLst>
                        <p:tav tm="0">
                          <p:val>
                            <p:fltVal val="0"/>
                          </p:val>
                        </p:tav>
                        <p:tav tm="100000">
                          <p:val>
                            <p:strVal val="#ppt_w"/>
                          </p:val>
                        </p:tav>
                      </p:tavLst>
                    </p:anim>
                    <p:anim calcmode="lin" valueType="num">
                      <p:cBhvr>
                        <p:cTn dur="500" fill="hold"/>
                        <p:tgtEl>
                          <p:spTgt spid="15"/>
                        </p:tgtEl>
                        <p:attrNameLst>
                          <p:attrName>ppt_h</p:attrName>
                        </p:attrNameLst>
                      </p:cBhvr>
                      <p:tavLst>
                        <p:tav tm="0">
                          <p:val>
                            <p:fltVal val="0"/>
                          </p:val>
                        </p:tav>
                        <p:tav tm="100000">
                          <p:val>
                            <p:strVal val="#ppt_h"/>
                          </p:val>
                        </p:tav>
                      </p:tavLst>
                    </p:anim>
                    <p:animEffect transition="in" filter="fade">
                      <p:cBhvr>
                        <p:cTn dur="500"/>
                        <p:tgtEl>
                          <p:spTgt spid="15"/>
                        </p:tgtEl>
                      </p:cBhvr>
                    </p:animEffect>
                  </p:childTnLst>
                </p:cTn>
              </p:par>
            </p:tnLst>
          </p:tmpl>
        </p:tmplLst>
      </p:bldP>
      <p:bldP spid="17"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7"/>
                        </p:tgtEl>
                        <p:attrNameLst>
                          <p:attrName>style.visibility</p:attrName>
                        </p:attrNameLst>
                      </p:cBhvr>
                      <p:to>
                        <p:strVal val="visible"/>
                      </p:to>
                    </p:set>
                    <p:anim calcmode="lin" valueType="num">
                      <p:cBhvr>
                        <p:cTn dur="500" fill="hold"/>
                        <p:tgtEl>
                          <p:spTgt spid="17"/>
                        </p:tgtEl>
                        <p:attrNameLst>
                          <p:attrName>ppt_w</p:attrName>
                        </p:attrNameLst>
                      </p:cBhvr>
                      <p:tavLst>
                        <p:tav tm="0">
                          <p:val>
                            <p:fltVal val="0"/>
                          </p:val>
                        </p:tav>
                        <p:tav tm="100000">
                          <p:val>
                            <p:strVal val="#ppt_w"/>
                          </p:val>
                        </p:tav>
                      </p:tavLst>
                    </p:anim>
                    <p:anim calcmode="lin" valueType="num">
                      <p:cBhvr>
                        <p:cTn dur="500" fill="hold"/>
                        <p:tgtEl>
                          <p:spTgt spid="17"/>
                        </p:tgtEl>
                        <p:attrNameLst>
                          <p:attrName>ppt_h</p:attrName>
                        </p:attrNameLst>
                      </p:cBhvr>
                      <p:tavLst>
                        <p:tav tm="0">
                          <p:val>
                            <p:fltVal val="0"/>
                          </p:val>
                        </p:tav>
                        <p:tav tm="100000">
                          <p:val>
                            <p:strVal val="#ppt_h"/>
                          </p:val>
                        </p:tav>
                      </p:tavLst>
                    </p:anim>
                    <p:animEffect transition="in" filter="fade">
                      <p:cBhvr>
                        <p:cTn dur="500"/>
                        <p:tgtEl>
                          <p:spTgt spid="17"/>
                        </p:tgtEl>
                      </p:cBhvr>
                    </p:animEffect>
                  </p:childTnLst>
                </p:cTn>
              </p:par>
            </p:tnLst>
          </p:tmpl>
        </p:tmplLst>
      </p:bldP>
      <p:bldP spid="19"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9"/>
                        </p:tgtEl>
                        <p:attrNameLst>
                          <p:attrName>style.visibility</p:attrName>
                        </p:attrNameLst>
                      </p:cBhvr>
                      <p:to>
                        <p:strVal val="visible"/>
                      </p:to>
                    </p:set>
                    <p:anim calcmode="lin" valueType="num">
                      <p:cBhvr>
                        <p:cTn dur="500" fill="hold"/>
                        <p:tgtEl>
                          <p:spTgt spid="19"/>
                        </p:tgtEl>
                        <p:attrNameLst>
                          <p:attrName>ppt_w</p:attrName>
                        </p:attrNameLst>
                      </p:cBhvr>
                      <p:tavLst>
                        <p:tav tm="0">
                          <p:val>
                            <p:fltVal val="0"/>
                          </p:val>
                        </p:tav>
                        <p:tav tm="100000">
                          <p:val>
                            <p:strVal val="#ppt_w"/>
                          </p:val>
                        </p:tav>
                      </p:tavLst>
                    </p:anim>
                    <p:anim calcmode="lin" valueType="num">
                      <p:cBhvr>
                        <p:cTn dur="500" fill="hold"/>
                        <p:tgtEl>
                          <p:spTgt spid="19"/>
                        </p:tgtEl>
                        <p:attrNameLst>
                          <p:attrName>ppt_h</p:attrName>
                        </p:attrNameLst>
                      </p:cBhvr>
                      <p:tavLst>
                        <p:tav tm="0">
                          <p:val>
                            <p:fltVal val="0"/>
                          </p:val>
                        </p:tav>
                        <p:tav tm="100000">
                          <p:val>
                            <p:strVal val="#ppt_h"/>
                          </p:val>
                        </p:tav>
                      </p:tavLst>
                    </p:anim>
                    <p:animEffect transition="in" filter="fade">
                      <p:cBhvr>
                        <p:cTn dur="500"/>
                        <p:tgtEl>
                          <p:spTgt spid="19"/>
                        </p:tgtEl>
                      </p:cBhvr>
                    </p:animEffect>
                  </p:childTnLst>
                </p:cTn>
              </p:par>
            </p:tnLst>
          </p:tmpl>
        </p:tmplLst>
      </p:bldP>
      <p:bldP spid="21"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1"/>
                        </p:tgtEl>
                        <p:attrNameLst>
                          <p:attrName>style.visibility</p:attrName>
                        </p:attrNameLst>
                      </p:cBhvr>
                      <p:to>
                        <p:strVal val="visible"/>
                      </p:to>
                    </p:set>
                    <p:animEffect transition="in" filter="fade">
                      <p:cBhvr>
                        <p:cTn dur="500"/>
                        <p:tgtEl>
                          <p:spTgt spid="21"/>
                        </p:tgtEl>
                      </p:cBhvr>
                    </p:animEffect>
                    <p:anim calcmode="lin" valueType="num">
                      <p:cBhvr>
                        <p:cTn dur="500" fill="hold"/>
                        <p:tgtEl>
                          <p:spTgt spid="21"/>
                        </p:tgtEl>
                        <p:attrNameLst>
                          <p:attrName>ppt_x</p:attrName>
                        </p:attrNameLst>
                      </p:cBhvr>
                      <p:tavLst>
                        <p:tav tm="0">
                          <p:val>
                            <p:strVal val="#ppt_x"/>
                          </p:val>
                        </p:tav>
                        <p:tav tm="100000">
                          <p:val>
                            <p:strVal val="#ppt_x"/>
                          </p:val>
                        </p:tav>
                      </p:tavLst>
                    </p:anim>
                    <p:anim calcmode="lin" valueType="num">
                      <p:cBhvr>
                        <p:cTn dur="500" fill="hold"/>
                        <p:tgtEl>
                          <p:spTgt spid="21"/>
                        </p:tgtEl>
                        <p:attrNameLst>
                          <p:attrName>ppt_y</p:attrName>
                        </p:attrNameLst>
                      </p:cBhvr>
                      <p:tavLst>
                        <p:tav tm="0">
                          <p:val>
                            <p:strVal val="#ppt_y+.1"/>
                          </p:val>
                        </p:tav>
                        <p:tav tm="100000">
                          <p:val>
                            <p:strVal val="#ppt_y"/>
                          </p:val>
                        </p:tav>
                      </p:tavLst>
                    </p:anim>
                  </p:childTnLst>
                </p:cTn>
              </p:par>
            </p:tnLst>
          </p:tmpl>
        </p:tmplLst>
      </p:bldP>
      <p:bldP spid="22"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2"/>
                        </p:tgtEl>
                        <p:attrNameLst>
                          <p:attrName>style.visibility</p:attrName>
                        </p:attrNameLst>
                      </p:cBhvr>
                      <p:to>
                        <p:strVal val="visible"/>
                      </p:to>
                    </p:set>
                    <p:animEffect transition="in" filter="fade">
                      <p:cBhvr>
                        <p:cTn dur="500"/>
                        <p:tgtEl>
                          <p:spTgt spid="22"/>
                        </p:tgtEl>
                      </p:cBhvr>
                    </p:animEffect>
                    <p:anim calcmode="lin" valueType="num">
                      <p:cBhvr>
                        <p:cTn dur="500" fill="hold"/>
                        <p:tgtEl>
                          <p:spTgt spid="22"/>
                        </p:tgtEl>
                        <p:attrNameLst>
                          <p:attrName>ppt_x</p:attrName>
                        </p:attrNameLst>
                      </p:cBhvr>
                      <p:tavLst>
                        <p:tav tm="0">
                          <p:val>
                            <p:strVal val="#ppt_x"/>
                          </p:val>
                        </p:tav>
                        <p:tav tm="100000">
                          <p:val>
                            <p:strVal val="#ppt_x"/>
                          </p:val>
                        </p:tav>
                      </p:tavLst>
                    </p:anim>
                    <p:anim calcmode="lin" valueType="num">
                      <p:cBhvr>
                        <p:cTn dur="500" fill="hold"/>
                        <p:tgtEl>
                          <p:spTgt spid="22"/>
                        </p:tgtEl>
                        <p:attrNameLst>
                          <p:attrName>ppt_y</p:attrName>
                        </p:attrNameLst>
                      </p:cBhvr>
                      <p:tavLst>
                        <p:tav tm="0">
                          <p:val>
                            <p:strVal val="#ppt_y+.1"/>
                          </p:val>
                        </p:tav>
                        <p:tav tm="100000">
                          <p:val>
                            <p:strVal val="#ppt_y"/>
                          </p:val>
                        </p:tav>
                      </p:tavLst>
                    </p:anim>
                  </p:childTnLst>
                </p:cTn>
              </p:par>
            </p:tnLst>
          </p:tmpl>
        </p:tmplLst>
      </p:bldP>
      <p:bldP spid="23"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3"/>
                        </p:tgtEl>
                        <p:attrNameLst>
                          <p:attrName>style.visibility</p:attrName>
                        </p:attrNameLst>
                      </p:cBhvr>
                      <p:to>
                        <p:strVal val="visible"/>
                      </p:to>
                    </p:set>
                    <p:animEffect transition="in" filter="fade">
                      <p:cBhvr>
                        <p:cTn dur="500"/>
                        <p:tgtEl>
                          <p:spTgt spid="23"/>
                        </p:tgtEl>
                      </p:cBhvr>
                    </p:animEffect>
                    <p:anim calcmode="lin" valueType="num">
                      <p:cBhvr>
                        <p:cTn dur="500" fill="hold"/>
                        <p:tgtEl>
                          <p:spTgt spid="23"/>
                        </p:tgtEl>
                        <p:attrNameLst>
                          <p:attrName>ppt_x</p:attrName>
                        </p:attrNameLst>
                      </p:cBhvr>
                      <p:tavLst>
                        <p:tav tm="0">
                          <p:val>
                            <p:strVal val="#ppt_x"/>
                          </p:val>
                        </p:tav>
                        <p:tav tm="100000">
                          <p:val>
                            <p:strVal val="#ppt_x"/>
                          </p:val>
                        </p:tav>
                      </p:tavLst>
                    </p:anim>
                    <p:anim calcmode="lin" valueType="num">
                      <p:cBhvr>
                        <p:cTn dur="500" fill="hold"/>
                        <p:tgtEl>
                          <p:spTgt spid="23"/>
                        </p:tgtEl>
                        <p:attrNameLst>
                          <p:attrName>ppt_y</p:attrName>
                        </p:attrNameLst>
                      </p:cBhvr>
                      <p:tavLst>
                        <p:tav tm="0">
                          <p:val>
                            <p:strVal val="#ppt_y+.1"/>
                          </p:val>
                        </p:tav>
                        <p:tav tm="100000">
                          <p:val>
                            <p:strVal val="#ppt_y"/>
                          </p:val>
                        </p:tav>
                      </p:tavLst>
                    </p:anim>
                  </p:childTnLst>
                </p:cTn>
              </p:par>
            </p:tnLst>
          </p:tmpl>
        </p:tmplLst>
      </p:bldP>
      <p:bldP spid="24"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4"/>
                        </p:tgtEl>
                        <p:attrNameLst>
                          <p:attrName>style.visibility</p:attrName>
                        </p:attrNameLst>
                      </p:cBhvr>
                      <p:to>
                        <p:strVal val="visible"/>
                      </p:to>
                    </p:set>
                    <p:animEffect transition="in" filter="fade">
                      <p:cBhvr>
                        <p:cTn dur="500"/>
                        <p:tgtEl>
                          <p:spTgt spid="24"/>
                        </p:tgtEl>
                      </p:cBhvr>
                    </p:animEffect>
                    <p:anim calcmode="lin" valueType="num">
                      <p:cBhvr>
                        <p:cTn dur="500" fill="hold"/>
                        <p:tgtEl>
                          <p:spTgt spid="24"/>
                        </p:tgtEl>
                        <p:attrNameLst>
                          <p:attrName>ppt_x</p:attrName>
                        </p:attrNameLst>
                      </p:cBhvr>
                      <p:tavLst>
                        <p:tav tm="0">
                          <p:val>
                            <p:strVal val="#ppt_x"/>
                          </p:val>
                        </p:tav>
                        <p:tav tm="100000">
                          <p:val>
                            <p:strVal val="#ppt_x"/>
                          </p:val>
                        </p:tav>
                      </p:tavLst>
                    </p:anim>
                    <p:anim calcmode="lin" valueType="num">
                      <p:cBhvr>
                        <p:cTn dur="500" fill="hold"/>
                        <p:tgtEl>
                          <p:spTgt spid="24"/>
                        </p:tgtEl>
                        <p:attrNameLst>
                          <p:attrName>ppt_y</p:attrName>
                        </p:attrNameLst>
                      </p:cBhvr>
                      <p:tavLst>
                        <p:tav tm="0">
                          <p:val>
                            <p:strVal val="#ppt_y+.1"/>
                          </p:val>
                        </p:tav>
                        <p:tav tm="100000">
                          <p:val>
                            <p:strVal val="#ppt_y"/>
                          </p:val>
                        </p:tav>
                      </p:tavLst>
                    </p:anim>
                  </p:childTnLst>
                </p:cTn>
              </p:par>
            </p:tnLst>
          </p:tmpl>
        </p:tmplLst>
      </p:bldP>
      <p:bldP spid="31" grpId="0" animBg="1"/>
      <p:bldP spid="33" grpId="0" animBg="1"/>
      <p:bldP spid="35" grpId="0" animBg="1"/>
      <p:bldP spid="37" grpId="0" animBg="1"/>
    </p:bldLst>
  </p:timing>
</p:sldLayout>
</file>

<file path=ppt/slideLayouts/slideLayout558.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13" name="Text Placeholder 21"/>
          <p:cNvSpPr>
            <a:spLocks noGrp="1"/>
          </p:cNvSpPr>
          <p:nvPr>
            <p:ph type="body" sz="quarter" idx="20"/>
          </p:nvPr>
        </p:nvSpPr>
        <p:spPr>
          <a:xfrm>
            <a:off x="8153400" y="5316142"/>
            <a:ext cx="2492492" cy="256811"/>
          </a:xfrm>
        </p:spPr>
        <p:txBody>
          <a:bodyPr>
            <a:noAutofit/>
          </a:bodyPr>
          <a:lstStyle>
            <a:lvl1pPr algn="ctr">
              <a:defRPr sz="14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1" name="Text Placeholder 21"/>
          <p:cNvSpPr>
            <a:spLocks noGrp="1"/>
          </p:cNvSpPr>
          <p:nvPr>
            <p:ph type="body" sz="quarter" idx="29"/>
          </p:nvPr>
        </p:nvSpPr>
        <p:spPr>
          <a:xfrm>
            <a:off x="8153400" y="5593818"/>
            <a:ext cx="2492492" cy="330467"/>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1" name="Picture Placeholder 30"/>
          <p:cNvSpPr>
            <a:spLocks noGrp="1"/>
          </p:cNvSpPr>
          <p:nvPr>
            <p:ph type="pic" sz="quarter" idx="33" hasCustomPrompt="1"/>
          </p:nvPr>
        </p:nvSpPr>
        <p:spPr>
          <a:xfrm>
            <a:off x="8153400" y="1898601"/>
            <a:ext cx="2492492" cy="3145782"/>
          </a:xfrm>
          <a:solidFill>
            <a:schemeClr val="bg1">
              <a:lumMod val="85000"/>
            </a:schemeClr>
          </a:solidFill>
        </p:spPr>
        <p:txBody>
          <a:bodyPr/>
          <a:lstStyle>
            <a:lvl1pPr>
              <a:defRPr/>
            </a:lvl1pPr>
          </a:lstStyle>
          <a:p>
            <a:r>
              <a:rPr lang="id-ID" dirty="0" smtClean="0"/>
              <a:t>Pic here</a:t>
            </a:r>
            <a:endParaRPr lang="en-AU" dirty="0"/>
          </a:p>
        </p:txBody>
      </p:sp>
      <p:sp>
        <p:nvSpPr>
          <p:cNvPr id="25" name="Text Placeholder 21"/>
          <p:cNvSpPr>
            <a:spLocks noGrp="1"/>
          </p:cNvSpPr>
          <p:nvPr>
            <p:ph type="body" sz="quarter" idx="34"/>
          </p:nvPr>
        </p:nvSpPr>
        <p:spPr>
          <a:xfrm>
            <a:off x="479425" y="2048885"/>
            <a:ext cx="5616575" cy="360363"/>
          </a:xfrm>
        </p:spPr>
        <p:txBody>
          <a:bodyPr/>
          <a:lstStyle>
            <a:lvl1pP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6" name="Text Placeholder 21"/>
          <p:cNvSpPr>
            <a:spLocks noGrp="1"/>
          </p:cNvSpPr>
          <p:nvPr>
            <p:ph type="body" sz="quarter" idx="21"/>
          </p:nvPr>
        </p:nvSpPr>
        <p:spPr>
          <a:xfrm>
            <a:off x="479425" y="2457996"/>
            <a:ext cx="5616575" cy="971004"/>
          </a:xfrm>
        </p:spPr>
        <p:txBody>
          <a:bodyPr>
            <a:normAutofit/>
          </a:bodyPr>
          <a:lstStyle>
            <a:lvl1pP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Tree>
    <p:extLst>
      <p:ext uri="{BB962C8B-B14F-4D97-AF65-F5344CB8AC3E}">
        <p14:creationId xmlns:p14="http://schemas.microsoft.com/office/powerpoint/2010/main" val="308855422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42" presetClass="entr" presetSubtype="0" fill="hold" grpId="0" nodeType="afterEffect">
                                  <p:stCondLst>
                                    <p:cond delay="0"/>
                                  </p:stCondLst>
                                  <p:childTnLst>
                                    <p:set>
                                      <p:cBhvr>
                                        <p:cTn id="20" dur="1" fill="hold">
                                          <p:stCondLst>
                                            <p:cond delay="0"/>
                                          </p:stCondLst>
                                        </p:cTn>
                                        <p:tgtEl>
                                          <p:spTgt spid="31"/>
                                        </p:tgtEl>
                                        <p:attrNameLst>
                                          <p:attrName>style.visibility</p:attrName>
                                        </p:attrNameLst>
                                      </p:cBhvr>
                                      <p:to>
                                        <p:strVal val="visible"/>
                                      </p:to>
                                    </p:set>
                                    <p:animEffect transition="in" filter="fade">
                                      <p:cBhvr>
                                        <p:cTn id="21" dur="500"/>
                                        <p:tgtEl>
                                          <p:spTgt spid="31"/>
                                        </p:tgtEl>
                                      </p:cBhvr>
                                    </p:animEffect>
                                    <p:anim calcmode="lin" valueType="num">
                                      <p:cBhvr>
                                        <p:cTn id="22" dur="500" fill="hold"/>
                                        <p:tgtEl>
                                          <p:spTgt spid="31"/>
                                        </p:tgtEl>
                                        <p:attrNameLst>
                                          <p:attrName>ppt_x</p:attrName>
                                        </p:attrNameLst>
                                      </p:cBhvr>
                                      <p:tavLst>
                                        <p:tav tm="0">
                                          <p:val>
                                            <p:strVal val="#ppt_x"/>
                                          </p:val>
                                        </p:tav>
                                        <p:tav tm="100000">
                                          <p:val>
                                            <p:strVal val="#ppt_x"/>
                                          </p:val>
                                        </p:tav>
                                      </p:tavLst>
                                    </p:anim>
                                    <p:anim calcmode="lin" valueType="num">
                                      <p:cBhvr>
                                        <p:cTn id="23" dur="500" fill="hold"/>
                                        <p:tgtEl>
                                          <p:spTgt spid="31"/>
                                        </p:tgtEl>
                                        <p:attrNameLst>
                                          <p:attrName>ppt_y</p:attrName>
                                        </p:attrNameLst>
                                      </p:cBhvr>
                                      <p:tavLst>
                                        <p:tav tm="0">
                                          <p:val>
                                            <p:strVal val="#ppt_y+.1"/>
                                          </p:val>
                                        </p:tav>
                                        <p:tav tm="100000">
                                          <p:val>
                                            <p:strVal val="#ppt_y"/>
                                          </p:val>
                                        </p:tav>
                                      </p:tavLst>
                                    </p:anim>
                                  </p:childTnLst>
                                </p:cTn>
                              </p:par>
                            </p:childTnLst>
                          </p:cTn>
                        </p:par>
                        <p:par>
                          <p:cTn id="24" fill="hold">
                            <p:stCondLst>
                              <p:cond delay="2000"/>
                            </p:stCondLst>
                            <p:childTnLst>
                              <p:par>
                                <p:cTn id="25" presetID="53" presetClass="entr" presetSubtype="16" fill="hold" grpId="0" nodeType="afterEffect" nodePh="1">
                                  <p:stCondLst>
                                    <p:cond delay="0"/>
                                  </p:stCondLst>
                                  <p:endCondLst>
                                    <p:cond evt="begin" delay="0">
                                      <p:tn val="25"/>
                                    </p:cond>
                                  </p:endCondLst>
                                  <p:childTnLst>
                                    <p:set>
                                      <p:cBhvr>
                                        <p:cTn id="26" dur="1" fill="hold">
                                          <p:stCondLst>
                                            <p:cond delay="0"/>
                                          </p:stCondLst>
                                        </p:cTn>
                                        <p:tgtEl>
                                          <p:spTgt spid="13">
                                            <p:txEl>
                                              <p:pRg st="0" end="0"/>
                                            </p:txEl>
                                          </p:spTgt>
                                        </p:tgtEl>
                                        <p:attrNameLst>
                                          <p:attrName>style.visibility</p:attrName>
                                        </p:attrNameLst>
                                      </p:cBhvr>
                                      <p:to>
                                        <p:strVal val="visible"/>
                                      </p:to>
                                    </p:set>
                                    <p:anim calcmode="lin" valueType="num">
                                      <p:cBhvr>
                                        <p:cTn id="27" dur="500" fill="hold"/>
                                        <p:tgtEl>
                                          <p:spTgt spid="13">
                                            <p:txEl>
                                              <p:pRg st="0" end="0"/>
                                            </p:txEl>
                                          </p:spTgt>
                                        </p:tgtEl>
                                        <p:attrNameLst>
                                          <p:attrName>ppt_w</p:attrName>
                                        </p:attrNameLst>
                                      </p:cBhvr>
                                      <p:tavLst>
                                        <p:tav tm="0">
                                          <p:val>
                                            <p:fltVal val="0"/>
                                          </p:val>
                                        </p:tav>
                                        <p:tav tm="100000">
                                          <p:val>
                                            <p:strVal val="#ppt_w"/>
                                          </p:val>
                                        </p:tav>
                                      </p:tavLst>
                                    </p:anim>
                                    <p:anim calcmode="lin" valueType="num">
                                      <p:cBhvr>
                                        <p:cTn id="28" dur="500" fill="hold"/>
                                        <p:tgtEl>
                                          <p:spTgt spid="13">
                                            <p:txEl>
                                              <p:pRg st="0" end="0"/>
                                            </p:txEl>
                                          </p:spTgt>
                                        </p:tgtEl>
                                        <p:attrNameLst>
                                          <p:attrName>ppt_h</p:attrName>
                                        </p:attrNameLst>
                                      </p:cBhvr>
                                      <p:tavLst>
                                        <p:tav tm="0">
                                          <p:val>
                                            <p:fltVal val="0"/>
                                          </p:val>
                                        </p:tav>
                                        <p:tav tm="100000">
                                          <p:val>
                                            <p:strVal val="#ppt_h"/>
                                          </p:val>
                                        </p:tav>
                                      </p:tavLst>
                                    </p:anim>
                                    <p:animEffect transition="in" filter="fade">
                                      <p:cBhvr>
                                        <p:cTn id="29" dur="500"/>
                                        <p:tgtEl>
                                          <p:spTgt spid="13">
                                            <p:txEl>
                                              <p:pRg st="0" end="0"/>
                                            </p:txEl>
                                          </p:spTgt>
                                        </p:tgtEl>
                                      </p:cBhvr>
                                    </p:animEffect>
                                  </p:childTnLst>
                                </p:cTn>
                              </p:par>
                            </p:childTnLst>
                          </p:cTn>
                        </p:par>
                        <p:par>
                          <p:cTn id="30" fill="hold">
                            <p:stCondLst>
                              <p:cond delay="2500"/>
                            </p:stCondLst>
                            <p:childTnLst>
                              <p:par>
                                <p:cTn id="31" presetID="42" presetClass="entr" presetSubtype="0" fill="hold" grpId="0" nodeType="afterEffect" nodePh="1">
                                  <p:stCondLst>
                                    <p:cond delay="0"/>
                                  </p:stCondLst>
                                  <p:endCondLst>
                                    <p:cond evt="begin" delay="0">
                                      <p:tn val="31"/>
                                    </p:cond>
                                  </p:endCondLst>
                                  <p:childTnLst>
                                    <p:set>
                                      <p:cBhvr>
                                        <p:cTn id="32" dur="1" fill="hold">
                                          <p:stCondLst>
                                            <p:cond delay="0"/>
                                          </p:stCondLst>
                                        </p:cTn>
                                        <p:tgtEl>
                                          <p:spTgt spid="21">
                                            <p:txEl>
                                              <p:pRg st="0" end="0"/>
                                            </p:txEl>
                                          </p:spTgt>
                                        </p:tgtEl>
                                        <p:attrNameLst>
                                          <p:attrName>style.visibility</p:attrName>
                                        </p:attrNameLst>
                                      </p:cBhvr>
                                      <p:to>
                                        <p:strVal val="visible"/>
                                      </p:to>
                                    </p:set>
                                    <p:animEffect transition="in" filter="fade">
                                      <p:cBhvr>
                                        <p:cTn id="33" dur="500"/>
                                        <p:tgtEl>
                                          <p:spTgt spid="21">
                                            <p:txEl>
                                              <p:pRg st="0" end="0"/>
                                            </p:txEl>
                                          </p:spTgt>
                                        </p:tgtEl>
                                      </p:cBhvr>
                                    </p:animEffect>
                                    <p:anim calcmode="lin" valueType="num">
                                      <p:cBhvr>
                                        <p:cTn id="34" dur="500" fill="hold"/>
                                        <p:tgtEl>
                                          <p:spTgt spid="21">
                                            <p:txEl>
                                              <p:pRg st="0" end="0"/>
                                            </p:txEl>
                                          </p:spTgt>
                                        </p:tgtEl>
                                        <p:attrNameLst>
                                          <p:attrName>ppt_x</p:attrName>
                                        </p:attrNameLst>
                                      </p:cBhvr>
                                      <p:tavLst>
                                        <p:tav tm="0">
                                          <p:val>
                                            <p:strVal val="#ppt_x"/>
                                          </p:val>
                                        </p:tav>
                                        <p:tav tm="100000">
                                          <p:val>
                                            <p:strVal val="#ppt_x"/>
                                          </p:val>
                                        </p:tav>
                                      </p:tavLst>
                                    </p:anim>
                                    <p:anim calcmode="lin" valueType="num">
                                      <p:cBhvr>
                                        <p:cTn id="35" dur="500" fill="hold"/>
                                        <p:tgtEl>
                                          <p:spTgt spid="21">
                                            <p:txEl>
                                              <p:pRg st="0" end="0"/>
                                            </p:txEl>
                                          </p:spTgt>
                                        </p:tgtEl>
                                        <p:attrNameLst>
                                          <p:attrName>ppt_y</p:attrName>
                                        </p:attrNameLst>
                                      </p:cBhvr>
                                      <p:tavLst>
                                        <p:tav tm="0">
                                          <p:val>
                                            <p:strVal val="#ppt_y+.1"/>
                                          </p:val>
                                        </p:tav>
                                        <p:tav tm="100000">
                                          <p:val>
                                            <p:strVal val="#ppt_y"/>
                                          </p:val>
                                        </p:tav>
                                      </p:tavLst>
                                    </p:anim>
                                  </p:childTnLst>
                                </p:cTn>
                              </p:par>
                            </p:childTnLst>
                          </p:cTn>
                        </p:par>
                        <p:par>
                          <p:cTn id="36" fill="hold">
                            <p:stCondLst>
                              <p:cond delay="3000"/>
                            </p:stCondLst>
                            <p:childTnLst>
                              <p:par>
                                <p:cTn id="37" presetID="53" presetClass="entr" presetSubtype="16" fill="hold" grpId="0" nodeType="afterEffect" nodePh="1">
                                  <p:stCondLst>
                                    <p:cond delay="0"/>
                                  </p:stCondLst>
                                  <p:endCondLst>
                                    <p:cond evt="begin" delay="0">
                                      <p:tn val="37"/>
                                    </p:cond>
                                  </p:endCondLst>
                                  <p:childTnLst>
                                    <p:set>
                                      <p:cBhvr>
                                        <p:cTn id="38" dur="1" fill="hold">
                                          <p:stCondLst>
                                            <p:cond delay="0"/>
                                          </p:stCondLst>
                                        </p:cTn>
                                        <p:tgtEl>
                                          <p:spTgt spid="25">
                                            <p:txEl>
                                              <p:pRg st="0" end="0"/>
                                            </p:txEl>
                                          </p:spTgt>
                                        </p:tgtEl>
                                        <p:attrNameLst>
                                          <p:attrName>style.visibility</p:attrName>
                                        </p:attrNameLst>
                                      </p:cBhvr>
                                      <p:to>
                                        <p:strVal val="visible"/>
                                      </p:to>
                                    </p:set>
                                    <p:anim calcmode="lin" valueType="num">
                                      <p:cBhvr>
                                        <p:cTn id="39" dur="500" fill="hold"/>
                                        <p:tgtEl>
                                          <p:spTgt spid="25">
                                            <p:txEl>
                                              <p:pRg st="0" end="0"/>
                                            </p:txEl>
                                          </p:spTgt>
                                        </p:tgtEl>
                                        <p:attrNameLst>
                                          <p:attrName>ppt_w</p:attrName>
                                        </p:attrNameLst>
                                      </p:cBhvr>
                                      <p:tavLst>
                                        <p:tav tm="0">
                                          <p:val>
                                            <p:fltVal val="0"/>
                                          </p:val>
                                        </p:tav>
                                        <p:tav tm="100000">
                                          <p:val>
                                            <p:strVal val="#ppt_w"/>
                                          </p:val>
                                        </p:tav>
                                      </p:tavLst>
                                    </p:anim>
                                    <p:anim calcmode="lin" valueType="num">
                                      <p:cBhvr>
                                        <p:cTn id="40" dur="500" fill="hold"/>
                                        <p:tgtEl>
                                          <p:spTgt spid="25">
                                            <p:txEl>
                                              <p:pRg st="0" end="0"/>
                                            </p:txEl>
                                          </p:spTgt>
                                        </p:tgtEl>
                                        <p:attrNameLst>
                                          <p:attrName>ppt_h</p:attrName>
                                        </p:attrNameLst>
                                      </p:cBhvr>
                                      <p:tavLst>
                                        <p:tav tm="0">
                                          <p:val>
                                            <p:fltVal val="0"/>
                                          </p:val>
                                        </p:tav>
                                        <p:tav tm="100000">
                                          <p:val>
                                            <p:strVal val="#ppt_h"/>
                                          </p:val>
                                        </p:tav>
                                      </p:tavLst>
                                    </p:anim>
                                    <p:animEffect transition="in" filter="fade">
                                      <p:cBhvr>
                                        <p:cTn id="41" dur="500"/>
                                        <p:tgtEl>
                                          <p:spTgt spid="25">
                                            <p:txEl>
                                              <p:pRg st="0" end="0"/>
                                            </p:txEl>
                                          </p:spTgt>
                                        </p:tgtEl>
                                      </p:cBhvr>
                                    </p:animEffect>
                                  </p:childTnLst>
                                </p:cTn>
                              </p:par>
                            </p:childTnLst>
                          </p:cTn>
                        </p:par>
                        <p:par>
                          <p:cTn id="42" fill="hold">
                            <p:stCondLst>
                              <p:cond delay="3500"/>
                            </p:stCondLst>
                            <p:childTnLst>
                              <p:par>
                                <p:cTn id="43" presetID="42" presetClass="entr" presetSubtype="0" fill="hold" grpId="0" nodeType="afterEffect" nodePh="1">
                                  <p:stCondLst>
                                    <p:cond delay="0"/>
                                  </p:stCondLst>
                                  <p:endCondLst>
                                    <p:cond evt="begin" delay="0">
                                      <p:tn val="43"/>
                                    </p:cond>
                                  </p:endCondLst>
                                  <p:childTnLst>
                                    <p:set>
                                      <p:cBhvr>
                                        <p:cTn id="44" dur="1" fill="hold">
                                          <p:stCondLst>
                                            <p:cond delay="0"/>
                                          </p:stCondLst>
                                        </p:cTn>
                                        <p:tgtEl>
                                          <p:spTgt spid="26">
                                            <p:txEl>
                                              <p:pRg st="0" end="0"/>
                                            </p:txEl>
                                          </p:spTgt>
                                        </p:tgtEl>
                                        <p:attrNameLst>
                                          <p:attrName>style.visibility</p:attrName>
                                        </p:attrNameLst>
                                      </p:cBhvr>
                                      <p:to>
                                        <p:strVal val="visible"/>
                                      </p:to>
                                    </p:set>
                                    <p:animEffect transition="in" filter="fade">
                                      <p:cBhvr>
                                        <p:cTn id="45" dur="500"/>
                                        <p:tgtEl>
                                          <p:spTgt spid="26">
                                            <p:txEl>
                                              <p:pRg st="0" end="0"/>
                                            </p:txEl>
                                          </p:spTgt>
                                        </p:tgtEl>
                                      </p:cBhvr>
                                    </p:animEffect>
                                    <p:anim calcmode="lin" valueType="num">
                                      <p:cBhvr>
                                        <p:cTn id="46" dur="500" fill="hold"/>
                                        <p:tgtEl>
                                          <p:spTgt spid="26">
                                            <p:txEl>
                                              <p:pRg st="0" end="0"/>
                                            </p:txEl>
                                          </p:spTgt>
                                        </p:tgtEl>
                                        <p:attrNameLst>
                                          <p:attrName>ppt_x</p:attrName>
                                        </p:attrNameLst>
                                      </p:cBhvr>
                                      <p:tavLst>
                                        <p:tav tm="0">
                                          <p:val>
                                            <p:strVal val="#ppt_x"/>
                                          </p:val>
                                        </p:tav>
                                        <p:tav tm="100000">
                                          <p:val>
                                            <p:strVal val="#ppt_x"/>
                                          </p:val>
                                        </p:tav>
                                      </p:tavLst>
                                    </p:anim>
                                    <p:anim calcmode="lin" valueType="num">
                                      <p:cBhvr>
                                        <p:cTn id="47" dur="500" fill="hold"/>
                                        <p:tgtEl>
                                          <p:spTgt spid="26">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13"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3"/>
                        </p:tgtEl>
                        <p:attrNameLst>
                          <p:attrName>style.visibility</p:attrName>
                        </p:attrNameLst>
                      </p:cBhvr>
                      <p:to>
                        <p:strVal val="visible"/>
                      </p:to>
                    </p:set>
                    <p:anim calcmode="lin" valueType="num">
                      <p:cBhvr>
                        <p:cTn dur="500" fill="hold"/>
                        <p:tgtEl>
                          <p:spTgt spid="13"/>
                        </p:tgtEl>
                        <p:attrNameLst>
                          <p:attrName>ppt_w</p:attrName>
                        </p:attrNameLst>
                      </p:cBhvr>
                      <p:tavLst>
                        <p:tav tm="0">
                          <p:val>
                            <p:fltVal val="0"/>
                          </p:val>
                        </p:tav>
                        <p:tav tm="100000">
                          <p:val>
                            <p:strVal val="#ppt_w"/>
                          </p:val>
                        </p:tav>
                      </p:tavLst>
                    </p:anim>
                    <p:anim calcmode="lin" valueType="num">
                      <p:cBhvr>
                        <p:cTn dur="500" fill="hold"/>
                        <p:tgtEl>
                          <p:spTgt spid="13"/>
                        </p:tgtEl>
                        <p:attrNameLst>
                          <p:attrName>ppt_h</p:attrName>
                        </p:attrNameLst>
                      </p:cBhvr>
                      <p:tavLst>
                        <p:tav tm="0">
                          <p:val>
                            <p:fltVal val="0"/>
                          </p:val>
                        </p:tav>
                        <p:tav tm="100000">
                          <p:val>
                            <p:strVal val="#ppt_h"/>
                          </p:val>
                        </p:tav>
                      </p:tavLst>
                    </p:anim>
                    <p:animEffect transition="in" filter="fade">
                      <p:cBhvr>
                        <p:cTn dur="500"/>
                        <p:tgtEl>
                          <p:spTgt spid="13"/>
                        </p:tgtEl>
                      </p:cBhvr>
                    </p:animEffect>
                  </p:childTnLst>
                </p:cTn>
              </p:par>
            </p:tnLst>
          </p:tmpl>
        </p:tmplLst>
      </p:bldP>
      <p:bldP spid="21"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1"/>
                        </p:tgtEl>
                        <p:attrNameLst>
                          <p:attrName>style.visibility</p:attrName>
                        </p:attrNameLst>
                      </p:cBhvr>
                      <p:to>
                        <p:strVal val="visible"/>
                      </p:to>
                    </p:set>
                    <p:animEffect transition="in" filter="fade">
                      <p:cBhvr>
                        <p:cTn dur="500"/>
                        <p:tgtEl>
                          <p:spTgt spid="21"/>
                        </p:tgtEl>
                      </p:cBhvr>
                    </p:animEffect>
                    <p:anim calcmode="lin" valueType="num">
                      <p:cBhvr>
                        <p:cTn dur="500" fill="hold"/>
                        <p:tgtEl>
                          <p:spTgt spid="21"/>
                        </p:tgtEl>
                        <p:attrNameLst>
                          <p:attrName>ppt_x</p:attrName>
                        </p:attrNameLst>
                      </p:cBhvr>
                      <p:tavLst>
                        <p:tav tm="0">
                          <p:val>
                            <p:strVal val="#ppt_x"/>
                          </p:val>
                        </p:tav>
                        <p:tav tm="100000">
                          <p:val>
                            <p:strVal val="#ppt_x"/>
                          </p:val>
                        </p:tav>
                      </p:tavLst>
                    </p:anim>
                    <p:anim calcmode="lin" valueType="num">
                      <p:cBhvr>
                        <p:cTn dur="500" fill="hold"/>
                        <p:tgtEl>
                          <p:spTgt spid="21"/>
                        </p:tgtEl>
                        <p:attrNameLst>
                          <p:attrName>ppt_y</p:attrName>
                        </p:attrNameLst>
                      </p:cBhvr>
                      <p:tavLst>
                        <p:tav tm="0">
                          <p:val>
                            <p:strVal val="#ppt_y+.1"/>
                          </p:val>
                        </p:tav>
                        <p:tav tm="100000">
                          <p:val>
                            <p:strVal val="#ppt_y"/>
                          </p:val>
                        </p:tav>
                      </p:tavLst>
                    </p:anim>
                  </p:childTnLst>
                </p:cTn>
              </p:par>
            </p:tnLst>
          </p:tmpl>
        </p:tmplLst>
      </p:bldP>
      <p:bldP spid="31" grpId="0" animBg="1"/>
      <p:bldP spid="25"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5"/>
                        </p:tgtEl>
                        <p:attrNameLst>
                          <p:attrName>style.visibility</p:attrName>
                        </p:attrNameLst>
                      </p:cBhvr>
                      <p:to>
                        <p:strVal val="visible"/>
                      </p:to>
                    </p:set>
                    <p:anim calcmode="lin" valueType="num">
                      <p:cBhvr>
                        <p:cTn dur="500" fill="hold"/>
                        <p:tgtEl>
                          <p:spTgt spid="25"/>
                        </p:tgtEl>
                        <p:attrNameLst>
                          <p:attrName>ppt_w</p:attrName>
                        </p:attrNameLst>
                      </p:cBhvr>
                      <p:tavLst>
                        <p:tav tm="0">
                          <p:val>
                            <p:fltVal val="0"/>
                          </p:val>
                        </p:tav>
                        <p:tav tm="100000">
                          <p:val>
                            <p:strVal val="#ppt_w"/>
                          </p:val>
                        </p:tav>
                      </p:tavLst>
                    </p:anim>
                    <p:anim calcmode="lin" valueType="num">
                      <p:cBhvr>
                        <p:cTn dur="500" fill="hold"/>
                        <p:tgtEl>
                          <p:spTgt spid="25"/>
                        </p:tgtEl>
                        <p:attrNameLst>
                          <p:attrName>ppt_h</p:attrName>
                        </p:attrNameLst>
                      </p:cBhvr>
                      <p:tavLst>
                        <p:tav tm="0">
                          <p:val>
                            <p:fltVal val="0"/>
                          </p:val>
                        </p:tav>
                        <p:tav tm="100000">
                          <p:val>
                            <p:strVal val="#ppt_h"/>
                          </p:val>
                        </p:tav>
                      </p:tavLst>
                    </p:anim>
                    <p:animEffect transition="in" filter="fade">
                      <p:cBhvr>
                        <p:cTn dur="500"/>
                        <p:tgtEl>
                          <p:spTgt spid="25"/>
                        </p:tgtEl>
                      </p:cBhvr>
                    </p:animEffect>
                  </p:childTnLst>
                </p:cTn>
              </p:par>
            </p:tnLst>
          </p:tmpl>
        </p:tmplLst>
      </p:bldP>
      <p:bldP spid="26"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6"/>
                        </p:tgtEl>
                        <p:attrNameLst>
                          <p:attrName>style.visibility</p:attrName>
                        </p:attrNameLst>
                      </p:cBhvr>
                      <p:to>
                        <p:strVal val="visible"/>
                      </p:to>
                    </p:set>
                    <p:animEffect transition="in" filter="fade">
                      <p:cBhvr>
                        <p:cTn dur="500"/>
                        <p:tgtEl>
                          <p:spTgt spid="26"/>
                        </p:tgtEl>
                      </p:cBhvr>
                    </p:animEffect>
                    <p:anim calcmode="lin" valueType="num">
                      <p:cBhvr>
                        <p:cTn dur="500" fill="hold"/>
                        <p:tgtEl>
                          <p:spTgt spid="26"/>
                        </p:tgtEl>
                        <p:attrNameLst>
                          <p:attrName>ppt_x</p:attrName>
                        </p:attrNameLst>
                      </p:cBhvr>
                      <p:tavLst>
                        <p:tav tm="0">
                          <p:val>
                            <p:strVal val="#ppt_x"/>
                          </p:val>
                        </p:tav>
                        <p:tav tm="100000">
                          <p:val>
                            <p:strVal val="#ppt_x"/>
                          </p:val>
                        </p:tav>
                      </p:tavLst>
                    </p:anim>
                    <p:anim calcmode="lin" valueType="num">
                      <p:cBhvr>
                        <p:cTn dur="500" fill="hold"/>
                        <p:tgtEl>
                          <p:spTgt spid="26"/>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559.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14" name="Picture Placeholder 7"/>
          <p:cNvSpPr>
            <a:spLocks noGrp="1"/>
          </p:cNvSpPr>
          <p:nvPr>
            <p:ph type="pic" sz="quarter" idx="14" hasCustomPrompt="1"/>
          </p:nvPr>
        </p:nvSpPr>
        <p:spPr>
          <a:xfrm>
            <a:off x="0" y="0"/>
            <a:ext cx="12192000" cy="6858000"/>
          </a:xfrm>
          <a:solidFill>
            <a:schemeClr val="bg1">
              <a:lumMod val="85000"/>
            </a:schemeClr>
          </a:solidFill>
        </p:spPr>
        <p:txBody>
          <a:bodyPr>
            <a:normAutofit/>
          </a:bodyPr>
          <a:lstStyle>
            <a:lvl1pPr>
              <a:defRPr sz="1000" baseline="0"/>
            </a:lvl1pPr>
          </a:lstStyle>
          <a:p>
            <a:r>
              <a:rPr lang="id-ID" dirty="0" smtClean="0"/>
              <a:t>Pic here</a:t>
            </a:r>
            <a:endParaRPr lang="en-AU" dirty="0"/>
          </a:p>
        </p:txBody>
      </p:sp>
      <p:sp>
        <p:nvSpPr>
          <p:cNvPr id="17" name="Picture Placeholder 16"/>
          <p:cNvSpPr>
            <a:spLocks noGrp="1"/>
          </p:cNvSpPr>
          <p:nvPr>
            <p:ph type="pic" sz="quarter" idx="35" hasCustomPrompt="1"/>
          </p:nvPr>
        </p:nvSpPr>
        <p:spPr>
          <a:xfrm>
            <a:off x="-228600" y="-247650"/>
            <a:ext cx="7616332" cy="7296150"/>
          </a:xfrm>
          <a:custGeom>
            <a:avLst/>
            <a:gdLst>
              <a:gd name="connsiteX0" fmla="*/ 0 w 7373178"/>
              <a:gd name="connsiteY0" fmla="*/ 0 h 6858000"/>
              <a:gd name="connsiteX1" fmla="*/ 6921578 w 7373178"/>
              <a:gd name="connsiteY1" fmla="*/ 0 h 6858000"/>
              <a:gd name="connsiteX2" fmla="*/ 6822196 w 7373178"/>
              <a:gd name="connsiteY2" fmla="*/ 188338 h 6858000"/>
              <a:gd name="connsiteX3" fmla="*/ 6788524 w 7373178"/>
              <a:gd name="connsiteY3" fmla="*/ 5808780 h 6858000"/>
              <a:gd name="connsiteX4" fmla="*/ 7247696 w 7373178"/>
              <a:gd name="connsiteY4" fmla="*/ 6667831 h 6858000"/>
              <a:gd name="connsiteX5" fmla="*/ 7373178 w 7373178"/>
              <a:gd name="connsiteY5" fmla="*/ 6858000 h 6858000"/>
              <a:gd name="connsiteX6" fmla="*/ 0 w 7373178"/>
              <a:gd name="connsiteY6"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73178" h="6858000">
                <a:moveTo>
                  <a:pt x="0" y="0"/>
                </a:moveTo>
                <a:lnTo>
                  <a:pt x="6921578" y="0"/>
                </a:lnTo>
                <a:lnTo>
                  <a:pt x="6822196" y="188338"/>
                </a:lnTo>
                <a:cubicBezTo>
                  <a:pt x="6006786" y="1830158"/>
                  <a:pt x="5931281" y="3899984"/>
                  <a:pt x="6788524" y="5808780"/>
                </a:cubicBezTo>
                <a:cubicBezTo>
                  <a:pt x="6923879" y="6110169"/>
                  <a:pt x="7077682" y="6396843"/>
                  <a:pt x="7247696" y="6667831"/>
                </a:cubicBezTo>
                <a:lnTo>
                  <a:pt x="7373178" y="6858000"/>
                </a:lnTo>
                <a:lnTo>
                  <a:pt x="0" y="6858000"/>
                </a:lnTo>
                <a:close/>
              </a:path>
            </a:pathLst>
          </a:custGeom>
          <a:solidFill>
            <a:schemeClr val="accent4">
              <a:alpha val="35000"/>
            </a:schemeClr>
          </a:solidFill>
          <a:ln w="76200">
            <a:solidFill>
              <a:schemeClr val="bg1"/>
            </a:solidFill>
          </a:ln>
        </p:spPr>
        <p:txBody>
          <a:bodyPr wrap="square">
            <a:noAutofit/>
          </a:bodyPr>
          <a:lstStyle>
            <a:lvl1pPr>
              <a:defRPr sz="1000" baseline="0"/>
            </a:lvl1pPr>
          </a:lstStyle>
          <a:p>
            <a:r>
              <a:rPr lang="id-ID" dirty="0" smtClean="0"/>
              <a:t>Pic here</a:t>
            </a:r>
            <a:endParaRPr lang="en-AU" dirty="0"/>
          </a:p>
        </p:txBody>
      </p:sp>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13" name="Text Placeholder 21"/>
          <p:cNvSpPr>
            <a:spLocks noGrp="1"/>
          </p:cNvSpPr>
          <p:nvPr>
            <p:ph type="body" sz="quarter" idx="20"/>
          </p:nvPr>
        </p:nvSpPr>
        <p:spPr>
          <a:xfrm>
            <a:off x="8303907" y="5417740"/>
            <a:ext cx="2492492" cy="256811"/>
          </a:xfrm>
        </p:spPr>
        <p:txBody>
          <a:bodyPr>
            <a:noAutofit/>
          </a:bodyPr>
          <a:lstStyle>
            <a:lvl1pPr algn="ctr">
              <a:defRPr sz="14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1" name="Text Placeholder 21"/>
          <p:cNvSpPr>
            <a:spLocks noGrp="1"/>
          </p:cNvSpPr>
          <p:nvPr>
            <p:ph type="body" sz="quarter" idx="29"/>
          </p:nvPr>
        </p:nvSpPr>
        <p:spPr>
          <a:xfrm>
            <a:off x="8303907" y="5695416"/>
            <a:ext cx="2492492" cy="330467"/>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5" name="Text Placeholder 21"/>
          <p:cNvSpPr>
            <a:spLocks noGrp="1"/>
          </p:cNvSpPr>
          <p:nvPr>
            <p:ph type="body" sz="quarter" idx="34"/>
          </p:nvPr>
        </p:nvSpPr>
        <p:spPr>
          <a:xfrm>
            <a:off x="479425" y="2048885"/>
            <a:ext cx="5616575" cy="360363"/>
          </a:xfrm>
        </p:spPr>
        <p:txBody>
          <a:bodyPr/>
          <a:lstStyle>
            <a:lvl1pP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6" name="Text Placeholder 21"/>
          <p:cNvSpPr>
            <a:spLocks noGrp="1"/>
          </p:cNvSpPr>
          <p:nvPr>
            <p:ph type="body" sz="quarter" idx="21"/>
          </p:nvPr>
        </p:nvSpPr>
        <p:spPr>
          <a:xfrm>
            <a:off x="479425" y="2457996"/>
            <a:ext cx="5616575" cy="1285330"/>
          </a:xfrm>
        </p:spPr>
        <p:txBody>
          <a:bodyPr>
            <a:normAutofit/>
          </a:bodyPr>
          <a:lstStyle>
            <a:lvl1pP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Tree>
    <p:extLst>
      <p:ext uri="{BB962C8B-B14F-4D97-AF65-F5344CB8AC3E}">
        <p14:creationId xmlns:p14="http://schemas.microsoft.com/office/powerpoint/2010/main" val="418633746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53" presetClass="entr" presetSubtype="16" fill="hold" grpId="0" nodeType="afterEffect">
                                  <p:stCondLst>
                                    <p:cond delay="0"/>
                                  </p:stCondLst>
                                  <p:childTnLst>
                                    <p:set>
                                      <p:cBhvr>
                                        <p:cTn id="20" dur="1" fill="hold">
                                          <p:stCondLst>
                                            <p:cond delay="0"/>
                                          </p:stCondLst>
                                        </p:cTn>
                                        <p:tgtEl>
                                          <p:spTgt spid="14"/>
                                        </p:tgtEl>
                                        <p:attrNameLst>
                                          <p:attrName>style.visibility</p:attrName>
                                        </p:attrNameLst>
                                      </p:cBhvr>
                                      <p:to>
                                        <p:strVal val="visible"/>
                                      </p:to>
                                    </p:set>
                                    <p:anim calcmode="lin" valueType="num">
                                      <p:cBhvr>
                                        <p:cTn id="21" dur="500" fill="hold"/>
                                        <p:tgtEl>
                                          <p:spTgt spid="14"/>
                                        </p:tgtEl>
                                        <p:attrNameLst>
                                          <p:attrName>ppt_w</p:attrName>
                                        </p:attrNameLst>
                                      </p:cBhvr>
                                      <p:tavLst>
                                        <p:tav tm="0">
                                          <p:val>
                                            <p:fltVal val="0"/>
                                          </p:val>
                                        </p:tav>
                                        <p:tav tm="100000">
                                          <p:val>
                                            <p:strVal val="#ppt_w"/>
                                          </p:val>
                                        </p:tav>
                                      </p:tavLst>
                                    </p:anim>
                                    <p:anim calcmode="lin" valueType="num">
                                      <p:cBhvr>
                                        <p:cTn id="22" dur="500" fill="hold"/>
                                        <p:tgtEl>
                                          <p:spTgt spid="14"/>
                                        </p:tgtEl>
                                        <p:attrNameLst>
                                          <p:attrName>ppt_h</p:attrName>
                                        </p:attrNameLst>
                                      </p:cBhvr>
                                      <p:tavLst>
                                        <p:tav tm="0">
                                          <p:val>
                                            <p:fltVal val="0"/>
                                          </p:val>
                                        </p:tav>
                                        <p:tav tm="100000">
                                          <p:val>
                                            <p:strVal val="#ppt_h"/>
                                          </p:val>
                                        </p:tav>
                                      </p:tavLst>
                                    </p:anim>
                                    <p:animEffect transition="in" filter="fade">
                                      <p:cBhvr>
                                        <p:cTn id="23" dur="500"/>
                                        <p:tgtEl>
                                          <p:spTgt spid="14"/>
                                        </p:tgtEl>
                                      </p:cBhvr>
                                    </p:animEffect>
                                  </p:childTnLst>
                                </p:cTn>
                              </p:par>
                            </p:childTnLst>
                          </p:cTn>
                        </p:par>
                        <p:par>
                          <p:cTn id="24" fill="hold">
                            <p:stCondLst>
                              <p:cond delay="2000"/>
                            </p:stCondLst>
                            <p:childTnLst>
                              <p:par>
                                <p:cTn id="25" presetID="22" presetClass="entr" presetSubtype="8" fill="hold" grpId="0" nodeType="afterEffect">
                                  <p:stCondLst>
                                    <p:cond delay="0"/>
                                  </p:stCondLst>
                                  <p:childTnLst>
                                    <p:set>
                                      <p:cBhvr>
                                        <p:cTn id="26" dur="1" fill="hold">
                                          <p:stCondLst>
                                            <p:cond delay="0"/>
                                          </p:stCondLst>
                                        </p:cTn>
                                        <p:tgtEl>
                                          <p:spTgt spid="17"/>
                                        </p:tgtEl>
                                        <p:attrNameLst>
                                          <p:attrName>style.visibility</p:attrName>
                                        </p:attrNameLst>
                                      </p:cBhvr>
                                      <p:to>
                                        <p:strVal val="visible"/>
                                      </p:to>
                                    </p:set>
                                    <p:animEffect transition="in" filter="wipe(left)">
                                      <p:cBhvr>
                                        <p:cTn id="27" dur="500"/>
                                        <p:tgtEl>
                                          <p:spTgt spid="17"/>
                                        </p:tgtEl>
                                      </p:cBhvr>
                                    </p:animEffect>
                                  </p:childTnLst>
                                </p:cTn>
                              </p:par>
                            </p:childTnLst>
                          </p:cTn>
                        </p:par>
                        <p:par>
                          <p:cTn id="28" fill="hold">
                            <p:stCondLst>
                              <p:cond delay="2500"/>
                            </p:stCondLst>
                            <p:childTnLst>
                              <p:par>
                                <p:cTn id="29" presetID="53" presetClass="entr" presetSubtype="16" fill="hold" grpId="0" nodeType="afterEffect" nodePh="1">
                                  <p:stCondLst>
                                    <p:cond delay="0"/>
                                  </p:stCondLst>
                                  <p:endCondLst>
                                    <p:cond evt="begin" delay="0">
                                      <p:tn val="29"/>
                                    </p:cond>
                                  </p:endCondLst>
                                  <p:childTnLst>
                                    <p:set>
                                      <p:cBhvr>
                                        <p:cTn id="30" dur="1" fill="hold">
                                          <p:stCondLst>
                                            <p:cond delay="0"/>
                                          </p:stCondLst>
                                        </p:cTn>
                                        <p:tgtEl>
                                          <p:spTgt spid="13">
                                            <p:txEl>
                                              <p:pRg st="0" end="0"/>
                                            </p:txEl>
                                          </p:spTgt>
                                        </p:tgtEl>
                                        <p:attrNameLst>
                                          <p:attrName>style.visibility</p:attrName>
                                        </p:attrNameLst>
                                      </p:cBhvr>
                                      <p:to>
                                        <p:strVal val="visible"/>
                                      </p:to>
                                    </p:set>
                                    <p:anim calcmode="lin" valueType="num">
                                      <p:cBhvr>
                                        <p:cTn id="31" dur="500" fill="hold"/>
                                        <p:tgtEl>
                                          <p:spTgt spid="13">
                                            <p:txEl>
                                              <p:pRg st="0" end="0"/>
                                            </p:txEl>
                                          </p:spTgt>
                                        </p:tgtEl>
                                        <p:attrNameLst>
                                          <p:attrName>ppt_w</p:attrName>
                                        </p:attrNameLst>
                                      </p:cBhvr>
                                      <p:tavLst>
                                        <p:tav tm="0">
                                          <p:val>
                                            <p:fltVal val="0"/>
                                          </p:val>
                                        </p:tav>
                                        <p:tav tm="100000">
                                          <p:val>
                                            <p:strVal val="#ppt_w"/>
                                          </p:val>
                                        </p:tav>
                                      </p:tavLst>
                                    </p:anim>
                                    <p:anim calcmode="lin" valueType="num">
                                      <p:cBhvr>
                                        <p:cTn id="32" dur="500" fill="hold"/>
                                        <p:tgtEl>
                                          <p:spTgt spid="13">
                                            <p:txEl>
                                              <p:pRg st="0" end="0"/>
                                            </p:txEl>
                                          </p:spTgt>
                                        </p:tgtEl>
                                        <p:attrNameLst>
                                          <p:attrName>ppt_h</p:attrName>
                                        </p:attrNameLst>
                                      </p:cBhvr>
                                      <p:tavLst>
                                        <p:tav tm="0">
                                          <p:val>
                                            <p:fltVal val="0"/>
                                          </p:val>
                                        </p:tav>
                                        <p:tav tm="100000">
                                          <p:val>
                                            <p:strVal val="#ppt_h"/>
                                          </p:val>
                                        </p:tav>
                                      </p:tavLst>
                                    </p:anim>
                                    <p:animEffect transition="in" filter="fade">
                                      <p:cBhvr>
                                        <p:cTn id="33" dur="500"/>
                                        <p:tgtEl>
                                          <p:spTgt spid="13">
                                            <p:txEl>
                                              <p:pRg st="0" end="0"/>
                                            </p:txEl>
                                          </p:spTgt>
                                        </p:tgtEl>
                                      </p:cBhvr>
                                    </p:animEffect>
                                  </p:childTnLst>
                                </p:cTn>
                              </p:par>
                            </p:childTnLst>
                          </p:cTn>
                        </p:par>
                        <p:par>
                          <p:cTn id="34" fill="hold">
                            <p:stCondLst>
                              <p:cond delay="3000"/>
                            </p:stCondLst>
                            <p:childTnLst>
                              <p:par>
                                <p:cTn id="35" presetID="42" presetClass="entr" presetSubtype="0" fill="hold" grpId="0" nodeType="afterEffect" nodePh="1">
                                  <p:stCondLst>
                                    <p:cond delay="0"/>
                                  </p:stCondLst>
                                  <p:endCondLst>
                                    <p:cond evt="begin" delay="0">
                                      <p:tn val="35"/>
                                    </p:cond>
                                  </p:endCondLst>
                                  <p:childTnLst>
                                    <p:set>
                                      <p:cBhvr>
                                        <p:cTn id="36" dur="1" fill="hold">
                                          <p:stCondLst>
                                            <p:cond delay="0"/>
                                          </p:stCondLst>
                                        </p:cTn>
                                        <p:tgtEl>
                                          <p:spTgt spid="21">
                                            <p:txEl>
                                              <p:pRg st="0" end="0"/>
                                            </p:txEl>
                                          </p:spTgt>
                                        </p:tgtEl>
                                        <p:attrNameLst>
                                          <p:attrName>style.visibility</p:attrName>
                                        </p:attrNameLst>
                                      </p:cBhvr>
                                      <p:to>
                                        <p:strVal val="visible"/>
                                      </p:to>
                                    </p:set>
                                    <p:animEffect transition="in" filter="fade">
                                      <p:cBhvr>
                                        <p:cTn id="37" dur="500"/>
                                        <p:tgtEl>
                                          <p:spTgt spid="21">
                                            <p:txEl>
                                              <p:pRg st="0" end="0"/>
                                            </p:txEl>
                                          </p:spTgt>
                                        </p:tgtEl>
                                      </p:cBhvr>
                                    </p:animEffect>
                                    <p:anim calcmode="lin" valueType="num">
                                      <p:cBhvr>
                                        <p:cTn id="38" dur="500" fill="hold"/>
                                        <p:tgtEl>
                                          <p:spTgt spid="21">
                                            <p:txEl>
                                              <p:pRg st="0" end="0"/>
                                            </p:txEl>
                                          </p:spTgt>
                                        </p:tgtEl>
                                        <p:attrNameLst>
                                          <p:attrName>ppt_x</p:attrName>
                                        </p:attrNameLst>
                                      </p:cBhvr>
                                      <p:tavLst>
                                        <p:tav tm="0">
                                          <p:val>
                                            <p:strVal val="#ppt_x"/>
                                          </p:val>
                                        </p:tav>
                                        <p:tav tm="100000">
                                          <p:val>
                                            <p:strVal val="#ppt_x"/>
                                          </p:val>
                                        </p:tav>
                                      </p:tavLst>
                                    </p:anim>
                                    <p:anim calcmode="lin" valueType="num">
                                      <p:cBhvr>
                                        <p:cTn id="39" dur="500" fill="hold"/>
                                        <p:tgtEl>
                                          <p:spTgt spid="21">
                                            <p:txEl>
                                              <p:pRg st="0" end="0"/>
                                            </p:txEl>
                                          </p:spTgt>
                                        </p:tgtEl>
                                        <p:attrNameLst>
                                          <p:attrName>ppt_y</p:attrName>
                                        </p:attrNameLst>
                                      </p:cBhvr>
                                      <p:tavLst>
                                        <p:tav tm="0">
                                          <p:val>
                                            <p:strVal val="#ppt_y+.1"/>
                                          </p:val>
                                        </p:tav>
                                        <p:tav tm="100000">
                                          <p:val>
                                            <p:strVal val="#ppt_y"/>
                                          </p:val>
                                        </p:tav>
                                      </p:tavLst>
                                    </p:anim>
                                  </p:childTnLst>
                                </p:cTn>
                              </p:par>
                            </p:childTnLst>
                          </p:cTn>
                        </p:par>
                        <p:par>
                          <p:cTn id="40" fill="hold">
                            <p:stCondLst>
                              <p:cond delay="3500"/>
                            </p:stCondLst>
                            <p:childTnLst>
                              <p:par>
                                <p:cTn id="41" presetID="53" presetClass="entr" presetSubtype="16" fill="hold" grpId="0" nodeType="afterEffect" nodePh="1">
                                  <p:stCondLst>
                                    <p:cond delay="0"/>
                                  </p:stCondLst>
                                  <p:endCondLst>
                                    <p:cond evt="begin" delay="0">
                                      <p:tn val="41"/>
                                    </p:cond>
                                  </p:endCondLst>
                                  <p:childTnLst>
                                    <p:set>
                                      <p:cBhvr>
                                        <p:cTn id="42" dur="1" fill="hold">
                                          <p:stCondLst>
                                            <p:cond delay="0"/>
                                          </p:stCondLst>
                                        </p:cTn>
                                        <p:tgtEl>
                                          <p:spTgt spid="25">
                                            <p:txEl>
                                              <p:pRg st="0" end="0"/>
                                            </p:txEl>
                                          </p:spTgt>
                                        </p:tgtEl>
                                        <p:attrNameLst>
                                          <p:attrName>style.visibility</p:attrName>
                                        </p:attrNameLst>
                                      </p:cBhvr>
                                      <p:to>
                                        <p:strVal val="visible"/>
                                      </p:to>
                                    </p:set>
                                    <p:anim calcmode="lin" valueType="num">
                                      <p:cBhvr>
                                        <p:cTn id="43" dur="500" fill="hold"/>
                                        <p:tgtEl>
                                          <p:spTgt spid="25">
                                            <p:txEl>
                                              <p:pRg st="0" end="0"/>
                                            </p:txEl>
                                          </p:spTgt>
                                        </p:tgtEl>
                                        <p:attrNameLst>
                                          <p:attrName>ppt_w</p:attrName>
                                        </p:attrNameLst>
                                      </p:cBhvr>
                                      <p:tavLst>
                                        <p:tav tm="0">
                                          <p:val>
                                            <p:fltVal val="0"/>
                                          </p:val>
                                        </p:tav>
                                        <p:tav tm="100000">
                                          <p:val>
                                            <p:strVal val="#ppt_w"/>
                                          </p:val>
                                        </p:tav>
                                      </p:tavLst>
                                    </p:anim>
                                    <p:anim calcmode="lin" valueType="num">
                                      <p:cBhvr>
                                        <p:cTn id="44" dur="500" fill="hold"/>
                                        <p:tgtEl>
                                          <p:spTgt spid="25">
                                            <p:txEl>
                                              <p:pRg st="0" end="0"/>
                                            </p:txEl>
                                          </p:spTgt>
                                        </p:tgtEl>
                                        <p:attrNameLst>
                                          <p:attrName>ppt_h</p:attrName>
                                        </p:attrNameLst>
                                      </p:cBhvr>
                                      <p:tavLst>
                                        <p:tav tm="0">
                                          <p:val>
                                            <p:fltVal val="0"/>
                                          </p:val>
                                        </p:tav>
                                        <p:tav tm="100000">
                                          <p:val>
                                            <p:strVal val="#ppt_h"/>
                                          </p:val>
                                        </p:tav>
                                      </p:tavLst>
                                    </p:anim>
                                    <p:animEffect transition="in" filter="fade">
                                      <p:cBhvr>
                                        <p:cTn id="45" dur="500"/>
                                        <p:tgtEl>
                                          <p:spTgt spid="25">
                                            <p:txEl>
                                              <p:pRg st="0" end="0"/>
                                            </p:txEl>
                                          </p:spTgt>
                                        </p:tgtEl>
                                      </p:cBhvr>
                                    </p:animEffect>
                                  </p:childTnLst>
                                </p:cTn>
                              </p:par>
                            </p:childTnLst>
                          </p:cTn>
                        </p:par>
                        <p:par>
                          <p:cTn id="46" fill="hold">
                            <p:stCondLst>
                              <p:cond delay="4000"/>
                            </p:stCondLst>
                            <p:childTnLst>
                              <p:par>
                                <p:cTn id="47" presetID="42" presetClass="entr" presetSubtype="0" fill="hold" grpId="0" nodeType="afterEffect" nodePh="1">
                                  <p:stCondLst>
                                    <p:cond delay="0"/>
                                  </p:stCondLst>
                                  <p:endCondLst>
                                    <p:cond evt="begin" delay="0">
                                      <p:tn val="47"/>
                                    </p:cond>
                                  </p:endCondLst>
                                  <p:childTnLst>
                                    <p:set>
                                      <p:cBhvr>
                                        <p:cTn id="48" dur="1" fill="hold">
                                          <p:stCondLst>
                                            <p:cond delay="0"/>
                                          </p:stCondLst>
                                        </p:cTn>
                                        <p:tgtEl>
                                          <p:spTgt spid="26">
                                            <p:txEl>
                                              <p:pRg st="0" end="0"/>
                                            </p:txEl>
                                          </p:spTgt>
                                        </p:tgtEl>
                                        <p:attrNameLst>
                                          <p:attrName>style.visibility</p:attrName>
                                        </p:attrNameLst>
                                      </p:cBhvr>
                                      <p:to>
                                        <p:strVal val="visible"/>
                                      </p:to>
                                    </p:set>
                                    <p:animEffect transition="in" filter="fade">
                                      <p:cBhvr>
                                        <p:cTn id="49" dur="500"/>
                                        <p:tgtEl>
                                          <p:spTgt spid="26">
                                            <p:txEl>
                                              <p:pRg st="0" end="0"/>
                                            </p:txEl>
                                          </p:spTgt>
                                        </p:tgtEl>
                                      </p:cBhvr>
                                    </p:animEffect>
                                    <p:anim calcmode="lin" valueType="num">
                                      <p:cBhvr>
                                        <p:cTn id="50" dur="500" fill="hold"/>
                                        <p:tgtEl>
                                          <p:spTgt spid="26">
                                            <p:txEl>
                                              <p:pRg st="0" end="0"/>
                                            </p:txEl>
                                          </p:spTgt>
                                        </p:tgtEl>
                                        <p:attrNameLst>
                                          <p:attrName>ppt_x</p:attrName>
                                        </p:attrNameLst>
                                      </p:cBhvr>
                                      <p:tavLst>
                                        <p:tav tm="0">
                                          <p:val>
                                            <p:strVal val="#ppt_x"/>
                                          </p:val>
                                        </p:tav>
                                        <p:tav tm="100000">
                                          <p:val>
                                            <p:strVal val="#ppt_x"/>
                                          </p:val>
                                        </p:tav>
                                      </p:tavLst>
                                    </p:anim>
                                    <p:anim calcmode="lin" valueType="num">
                                      <p:cBhvr>
                                        <p:cTn id="51" dur="500" fill="hold"/>
                                        <p:tgtEl>
                                          <p:spTgt spid="26">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7" grpId="0" animBg="1"/>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13"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3"/>
                        </p:tgtEl>
                        <p:attrNameLst>
                          <p:attrName>style.visibility</p:attrName>
                        </p:attrNameLst>
                      </p:cBhvr>
                      <p:to>
                        <p:strVal val="visible"/>
                      </p:to>
                    </p:set>
                    <p:anim calcmode="lin" valueType="num">
                      <p:cBhvr>
                        <p:cTn dur="500" fill="hold"/>
                        <p:tgtEl>
                          <p:spTgt spid="13"/>
                        </p:tgtEl>
                        <p:attrNameLst>
                          <p:attrName>ppt_w</p:attrName>
                        </p:attrNameLst>
                      </p:cBhvr>
                      <p:tavLst>
                        <p:tav tm="0">
                          <p:val>
                            <p:fltVal val="0"/>
                          </p:val>
                        </p:tav>
                        <p:tav tm="100000">
                          <p:val>
                            <p:strVal val="#ppt_w"/>
                          </p:val>
                        </p:tav>
                      </p:tavLst>
                    </p:anim>
                    <p:anim calcmode="lin" valueType="num">
                      <p:cBhvr>
                        <p:cTn dur="500" fill="hold"/>
                        <p:tgtEl>
                          <p:spTgt spid="13"/>
                        </p:tgtEl>
                        <p:attrNameLst>
                          <p:attrName>ppt_h</p:attrName>
                        </p:attrNameLst>
                      </p:cBhvr>
                      <p:tavLst>
                        <p:tav tm="0">
                          <p:val>
                            <p:fltVal val="0"/>
                          </p:val>
                        </p:tav>
                        <p:tav tm="100000">
                          <p:val>
                            <p:strVal val="#ppt_h"/>
                          </p:val>
                        </p:tav>
                      </p:tavLst>
                    </p:anim>
                    <p:animEffect transition="in" filter="fade">
                      <p:cBhvr>
                        <p:cTn dur="500"/>
                        <p:tgtEl>
                          <p:spTgt spid="13"/>
                        </p:tgtEl>
                      </p:cBhvr>
                    </p:animEffect>
                  </p:childTnLst>
                </p:cTn>
              </p:par>
            </p:tnLst>
          </p:tmpl>
        </p:tmplLst>
      </p:bldP>
      <p:bldP spid="21"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1"/>
                        </p:tgtEl>
                        <p:attrNameLst>
                          <p:attrName>style.visibility</p:attrName>
                        </p:attrNameLst>
                      </p:cBhvr>
                      <p:to>
                        <p:strVal val="visible"/>
                      </p:to>
                    </p:set>
                    <p:animEffect transition="in" filter="fade">
                      <p:cBhvr>
                        <p:cTn dur="500"/>
                        <p:tgtEl>
                          <p:spTgt spid="21"/>
                        </p:tgtEl>
                      </p:cBhvr>
                    </p:animEffect>
                    <p:anim calcmode="lin" valueType="num">
                      <p:cBhvr>
                        <p:cTn dur="500" fill="hold"/>
                        <p:tgtEl>
                          <p:spTgt spid="21"/>
                        </p:tgtEl>
                        <p:attrNameLst>
                          <p:attrName>ppt_x</p:attrName>
                        </p:attrNameLst>
                      </p:cBhvr>
                      <p:tavLst>
                        <p:tav tm="0">
                          <p:val>
                            <p:strVal val="#ppt_x"/>
                          </p:val>
                        </p:tav>
                        <p:tav tm="100000">
                          <p:val>
                            <p:strVal val="#ppt_x"/>
                          </p:val>
                        </p:tav>
                      </p:tavLst>
                    </p:anim>
                    <p:anim calcmode="lin" valueType="num">
                      <p:cBhvr>
                        <p:cTn dur="500" fill="hold"/>
                        <p:tgtEl>
                          <p:spTgt spid="21"/>
                        </p:tgtEl>
                        <p:attrNameLst>
                          <p:attrName>ppt_y</p:attrName>
                        </p:attrNameLst>
                      </p:cBhvr>
                      <p:tavLst>
                        <p:tav tm="0">
                          <p:val>
                            <p:strVal val="#ppt_y+.1"/>
                          </p:val>
                        </p:tav>
                        <p:tav tm="100000">
                          <p:val>
                            <p:strVal val="#ppt_y"/>
                          </p:val>
                        </p:tav>
                      </p:tavLst>
                    </p:anim>
                  </p:childTnLst>
                </p:cTn>
              </p:par>
            </p:tnLst>
          </p:tmpl>
        </p:tmplLst>
      </p:bldP>
      <p:bldP spid="25"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5"/>
                        </p:tgtEl>
                        <p:attrNameLst>
                          <p:attrName>style.visibility</p:attrName>
                        </p:attrNameLst>
                      </p:cBhvr>
                      <p:to>
                        <p:strVal val="visible"/>
                      </p:to>
                    </p:set>
                    <p:anim calcmode="lin" valueType="num">
                      <p:cBhvr>
                        <p:cTn dur="500" fill="hold"/>
                        <p:tgtEl>
                          <p:spTgt spid="25"/>
                        </p:tgtEl>
                        <p:attrNameLst>
                          <p:attrName>ppt_w</p:attrName>
                        </p:attrNameLst>
                      </p:cBhvr>
                      <p:tavLst>
                        <p:tav tm="0">
                          <p:val>
                            <p:fltVal val="0"/>
                          </p:val>
                        </p:tav>
                        <p:tav tm="100000">
                          <p:val>
                            <p:strVal val="#ppt_w"/>
                          </p:val>
                        </p:tav>
                      </p:tavLst>
                    </p:anim>
                    <p:anim calcmode="lin" valueType="num">
                      <p:cBhvr>
                        <p:cTn dur="500" fill="hold"/>
                        <p:tgtEl>
                          <p:spTgt spid="25"/>
                        </p:tgtEl>
                        <p:attrNameLst>
                          <p:attrName>ppt_h</p:attrName>
                        </p:attrNameLst>
                      </p:cBhvr>
                      <p:tavLst>
                        <p:tav tm="0">
                          <p:val>
                            <p:fltVal val="0"/>
                          </p:val>
                        </p:tav>
                        <p:tav tm="100000">
                          <p:val>
                            <p:strVal val="#ppt_h"/>
                          </p:val>
                        </p:tav>
                      </p:tavLst>
                    </p:anim>
                    <p:animEffect transition="in" filter="fade">
                      <p:cBhvr>
                        <p:cTn dur="500"/>
                        <p:tgtEl>
                          <p:spTgt spid="25"/>
                        </p:tgtEl>
                      </p:cBhvr>
                    </p:animEffect>
                  </p:childTnLst>
                </p:cTn>
              </p:par>
            </p:tnLst>
          </p:tmpl>
        </p:tmplLst>
      </p:bldP>
      <p:bldP spid="26"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6"/>
                        </p:tgtEl>
                        <p:attrNameLst>
                          <p:attrName>style.visibility</p:attrName>
                        </p:attrNameLst>
                      </p:cBhvr>
                      <p:to>
                        <p:strVal val="visible"/>
                      </p:to>
                    </p:set>
                    <p:animEffect transition="in" filter="fade">
                      <p:cBhvr>
                        <p:cTn dur="500"/>
                        <p:tgtEl>
                          <p:spTgt spid="26"/>
                        </p:tgtEl>
                      </p:cBhvr>
                    </p:animEffect>
                    <p:anim calcmode="lin" valueType="num">
                      <p:cBhvr>
                        <p:cTn dur="500" fill="hold"/>
                        <p:tgtEl>
                          <p:spTgt spid="26"/>
                        </p:tgtEl>
                        <p:attrNameLst>
                          <p:attrName>ppt_x</p:attrName>
                        </p:attrNameLst>
                      </p:cBhvr>
                      <p:tavLst>
                        <p:tav tm="0">
                          <p:val>
                            <p:strVal val="#ppt_x"/>
                          </p:val>
                        </p:tav>
                        <p:tav tm="100000">
                          <p:val>
                            <p:strVal val="#ppt_x"/>
                          </p:val>
                        </p:tav>
                      </p:tavLst>
                    </p:anim>
                    <p:anim calcmode="lin" valueType="num">
                      <p:cBhvr>
                        <p:cTn dur="500" fill="hold"/>
                        <p:tgtEl>
                          <p:spTgt spid="26"/>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560.xml><?xml version="1.0" encoding="utf-8"?>
<p:sldLayout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39" name="Picture Placeholder 38"/>
          <p:cNvSpPr>
            <a:spLocks noGrp="1"/>
          </p:cNvSpPr>
          <p:nvPr>
            <p:ph type="pic" sz="quarter" idx="14"/>
          </p:nvPr>
        </p:nvSpPr>
        <p:spPr>
          <a:xfrm>
            <a:off x="1031972" y="2625206"/>
            <a:ext cx="1919046" cy="1872751"/>
          </a:xfrm>
          <a:custGeom>
            <a:avLst/>
            <a:gdLst>
              <a:gd name="connsiteX0" fmla="*/ 661920 w 1782809"/>
              <a:gd name="connsiteY0" fmla="*/ 0 h 1739801"/>
              <a:gd name="connsiteX1" fmla="*/ 872621 w 1782809"/>
              <a:gd name="connsiteY1" fmla="*/ 112029 h 1739801"/>
              <a:gd name="connsiteX2" fmla="*/ 878174 w 1782809"/>
              <a:gd name="connsiteY2" fmla="*/ 122259 h 1739801"/>
              <a:gd name="connsiteX3" fmla="*/ 888662 w 1782809"/>
              <a:gd name="connsiteY3" fmla="*/ 120659 h 1739801"/>
              <a:gd name="connsiteX4" fmla="*/ 965961 w 1782809"/>
              <a:gd name="connsiteY4" fmla="*/ 116755 h 1739801"/>
              <a:gd name="connsiteX5" fmla="*/ 1326326 w 1782809"/>
              <a:gd name="connsiteY5" fmla="*/ 208003 h 1739801"/>
              <a:gd name="connsiteX6" fmla="*/ 1367203 w 1782809"/>
              <a:gd name="connsiteY6" fmla="*/ 232837 h 1739801"/>
              <a:gd name="connsiteX7" fmla="*/ 1376243 w 1782809"/>
              <a:gd name="connsiteY7" fmla="*/ 225379 h 1739801"/>
              <a:gd name="connsiteX8" fmla="*/ 1518310 w 1782809"/>
              <a:gd name="connsiteY8" fmla="*/ 181983 h 1739801"/>
              <a:gd name="connsiteX9" fmla="*/ 1772407 w 1782809"/>
              <a:gd name="connsiteY9" fmla="*/ 436079 h 1739801"/>
              <a:gd name="connsiteX10" fmla="*/ 1697983 w 1782809"/>
              <a:gd name="connsiteY10" fmla="*/ 615753 h 1739801"/>
              <a:gd name="connsiteX11" fmla="*/ 1681257 w 1782809"/>
              <a:gd name="connsiteY11" fmla="*/ 629554 h 1739801"/>
              <a:gd name="connsiteX12" fmla="*/ 1687993 w 1782809"/>
              <a:gd name="connsiteY12" fmla="*/ 647960 h 1739801"/>
              <a:gd name="connsiteX13" fmla="*/ 1721982 w 1782809"/>
              <a:gd name="connsiteY13" fmla="*/ 872777 h 1739801"/>
              <a:gd name="connsiteX14" fmla="*/ 1718079 w 1782809"/>
              <a:gd name="connsiteY14" fmla="*/ 950076 h 1739801"/>
              <a:gd name="connsiteX15" fmla="*/ 1708911 w 1782809"/>
              <a:gd name="connsiteY15" fmla="*/ 1010143 h 1739801"/>
              <a:gd name="connsiteX16" fmla="*/ 1739413 w 1782809"/>
              <a:gd name="connsiteY16" fmla="*/ 1047112 h 1739801"/>
              <a:gd name="connsiteX17" fmla="*/ 1782809 w 1782809"/>
              <a:gd name="connsiteY17" fmla="*/ 1189180 h 1739801"/>
              <a:gd name="connsiteX18" fmla="*/ 1528713 w 1782809"/>
              <a:gd name="connsiteY18" fmla="*/ 1443276 h 1739801"/>
              <a:gd name="connsiteX19" fmla="*/ 1477504 w 1782809"/>
              <a:gd name="connsiteY19" fmla="*/ 1438114 h 1739801"/>
              <a:gd name="connsiteX20" fmla="*/ 1469464 w 1782809"/>
              <a:gd name="connsiteY20" fmla="*/ 1435618 h 1739801"/>
              <a:gd name="connsiteX21" fmla="*/ 1446861 w 1782809"/>
              <a:gd name="connsiteY21" fmla="*/ 1456160 h 1739801"/>
              <a:gd name="connsiteX22" fmla="*/ 1033711 w 1782809"/>
              <a:gd name="connsiteY22" fmla="*/ 1625805 h 1739801"/>
              <a:gd name="connsiteX23" fmla="*/ 972376 w 1782809"/>
              <a:gd name="connsiteY23" fmla="*/ 1628515 h 1739801"/>
              <a:gd name="connsiteX24" fmla="*/ 941962 w 1782809"/>
              <a:gd name="connsiteY24" fmla="*/ 1665378 h 1739801"/>
              <a:gd name="connsiteX25" fmla="*/ 762288 w 1782809"/>
              <a:gd name="connsiteY25" fmla="*/ 1739801 h 1739801"/>
              <a:gd name="connsiteX26" fmla="*/ 508192 w 1782809"/>
              <a:gd name="connsiteY26" fmla="*/ 1485705 h 1739801"/>
              <a:gd name="connsiteX27" fmla="*/ 509460 w 1782809"/>
              <a:gd name="connsiteY27" fmla="*/ 1473124 h 1739801"/>
              <a:gd name="connsiteX28" fmla="*/ 457628 w 1782809"/>
              <a:gd name="connsiteY28" fmla="*/ 1432399 h 1739801"/>
              <a:gd name="connsiteX29" fmla="*/ 269351 w 1782809"/>
              <a:gd name="connsiteY29" fmla="*/ 1167055 h 1739801"/>
              <a:gd name="connsiteX30" fmla="*/ 256837 w 1782809"/>
              <a:gd name="connsiteY30" fmla="*/ 1132864 h 1739801"/>
              <a:gd name="connsiteX31" fmla="*/ 254096 w 1782809"/>
              <a:gd name="connsiteY31" fmla="*/ 1133141 h 1739801"/>
              <a:gd name="connsiteX32" fmla="*/ 0 w 1782809"/>
              <a:gd name="connsiteY32" fmla="*/ 879044 h 1739801"/>
              <a:gd name="connsiteX33" fmla="*/ 202887 w 1782809"/>
              <a:gd name="connsiteY33" fmla="*/ 630110 h 1739801"/>
              <a:gd name="connsiteX34" fmla="*/ 252284 w 1782809"/>
              <a:gd name="connsiteY34" fmla="*/ 625130 h 1739801"/>
              <a:gd name="connsiteX35" fmla="*/ 269351 w 1782809"/>
              <a:gd name="connsiteY35" fmla="*/ 578499 h 1739801"/>
              <a:gd name="connsiteX36" fmla="*/ 339055 w 1782809"/>
              <a:gd name="connsiteY36" fmla="*/ 450078 h 1739801"/>
              <a:gd name="connsiteX37" fmla="*/ 425429 w 1782809"/>
              <a:gd name="connsiteY37" fmla="*/ 345392 h 1739801"/>
              <a:gd name="connsiteX38" fmla="*/ 412986 w 1782809"/>
              <a:gd name="connsiteY38" fmla="*/ 305306 h 1739801"/>
              <a:gd name="connsiteX39" fmla="*/ 407824 w 1782809"/>
              <a:gd name="connsiteY39" fmla="*/ 254096 h 1739801"/>
              <a:gd name="connsiteX40" fmla="*/ 661920 w 1782809"/>
              <a:gd name="connsiteY40" fmla="*/ 0 h 1739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782809" h="1739801">
                <a:moveTo>
                  <a:pt x="661920" y="0"/>
                </a:moveTo>
                <a:cubicBezTo>
                  <a:pt x="749628" y="0"/>
                  <a:pt x="826958" y="44438"/>
                  <a:pt x="872621" y="112029"/>
                </a:cubicBezTo>
                <a:lnTo>
                  <a:pt x="878174" y="122259"/>
                </a:lnTo>
                <a:lnTo>
                  <a:pt x="888662" y="120659"/>
                </a:lnTo>
                <a:cubicBezTo>
                  <a:pt x="914077" y="118078"/>
                  <a:pt x="939864" y="116755"/>
                  <a:pt x="965961" y="116755"/>
                </a:cubicBezTo>
                <a:cubicBezTo>
                  <a:pt x="1096442" y="116755"/>
                  <a:pt x="1219202" y="149810"/>
                  <a:pt x="1326326" y="208003"/>
                </a:cubicBezTo>
                <a:lnTo>
                  <a:pt x="1367203" y="232837"/>
                </a:lnTo>
                <a:lnTo>
                  <a:pt x="1376243" y="225379"/>
                </a:lnTo>
                <a:cubicBezTo>
                  <a:pt x="1416796" y="197981"/>
                  <a:pt x="1465685" y="181983"/>
                  <a:pt x="1518310" y="181983"/>
                </a:cubicBezTo>
                <a:cubicBezTo>
                  <a:pt x="1658644" y="181983"/>
                  <a:pt x="1772407" y="295746"/>
                  <a:pt x="1772407" y="436079"/>
                </a:cubicBezTo>
                <a:cubicBezTo>
                  <a:pt x="1772407" y="506246"/>
                  <a:pt x="1743966" y="569770"/>
                  <a:pt x="1697983" y="615753"/>
                </a:cubicBezTo>
                <a:lnTo>
                  <a:pt x="1681257" y="629554"/>
                </a:lnTo>
                <a:lnTo>
                  <a:pt x="1687993" y="647960"/>
                </a:lnTo>
                <a:cubicBezTo>
                  <a:pt x="1710083" y="718979"/>
                  <a:pt x="1721982" y="794489"/>
                  <a:pt x="1721982" y="872777"/>
                </a:cubicBezTo>
                <a:cubicBezTo>
                  <a:pt x="1721982" y="898874"/>
                  <a:pt x="1720660" y="924661"/>
                  <a:pt x="1718079" y="950076"/>
                </a:cubicBezTo>
                <a:lnTo>
                  <a:pt x="1708911" y="1010143"/>
                </a:lnTo>
                <a:lnTo>
                  <a:pt x="1739413" y="1047112"/>
                </a:lnTo>
                <a:cubicBezTo>
                  <a:pt x="1766811" y="1087666"/>
                  <a:pt x="1782809" y="1136555"/>
                  <a:pt x="1782809" y="1189180"/>
                </a:cubicBezTo>
                <a:cubicBezTo>
                  <a:pt x="1782809" y="1329513"/>
                  <a:pt x="1669046" y="1443276"/>
                  <a:pt x="1528713" y="1443276"/>
                </a:cubicBezTo>
                <a:cubicBezTo>
                  <a:pt x="1511171" y="1443276"/>
                  <a:pt x="1494045" y="1441498"/>
                  <a:pt x="1477504" y="1438114"/>
                </a:cubicBezTo>
                <a:lnTo>
                  <a:pt x="1469464" y="1435618"/>
                </a:lnTo>
                <a:lnTo>
                  <a:pt x="1446861" y="1456160"/>
                </a:lnTo>
                <a:cubicBezTo>
                  <a:pt x="1332511" y="1550530"/>
                  <a:pt x="1189943" y="1611930"/>
                  <a:pt x="1033711" y="1625805"/>
                </a:cubicBezTo>
                <a:lnTo>
                  <a:pt x="972376" y="1628515"/>
                </a:lnTo>
                <a:lnTo>
                  <a:pt x="941962" y="1665378"/>
                </a:lnTo>
                <a:cubicBezTo>
                  <a:pt x="895980" y="1711361"/>
                  <a:pt x="832455" y="1739801"/>
                  <a:pt x="762288" y="1739801"/>
                </a:cubicBezTo>
                <a:cubicBezTo>
                  <a:pt x="621955" y="1739801"/>
                  <a:pt x="508192" y="1626038"/>
                  <a:pt x="508192" y="1485705"/>
                </a:cubicBezTo>
                <a:lnTo>
                  <a:pt x="509460" y="1473124"/>
                </a:lnTo>
                <a:lnTo>
                  <a:pt x="457628" y="1432399"/>
                </a:lnTo>
                <a:cubicBezTo>
                  <a:pt x="377073" y="1359182"/>
                  <a:pt x="312390" y="1268811"/>
                  <a:pt x="269351" y="1167055"/>
                </a:cubicBezTo>
                <a:lnTo>
                  <a:pt x="256837" y="1132864"/>
                </a:lnTo>
                <a:lnTo>
                  <a:pt x="254096" y="1133141"/>
                </a:lnTo>
                <a:cubicBezTo>
                  <a:pt x="113763" y="1133141"/>
                  <a:pt x="0" y="1019378"/>
                  <a:pt x="0" y="879044"/>
                </a:cubicBezTo>
                <a:cubicBezTo>
                  <a:pt x="0" y="756252"/>
                  <a:pt x="87099" y="653803"/>
                  <a:pt x="202887" y="630110"/>
                </a:cubicBezTo>
                <a:lnTo>
                  <a:pt x="252284" y="625130"/>
                </a:lnTo>
                <a:lnTo>
                  <a:pt x="269351" y="578499"/>
                </a:lnTo>
                <a:cubicBezTo>
                  <a:pt x="288479" y="533275"/>
                  <a:pt x="311883" y="490299"/>
                  <a:pt x="339055" y="450078"/>
                </a:cubicBezTo>
                <a:lnTo>
                  <a:pt x="425429" y="345392"/>
                </a:lnTo>
                <a:lnTo>
                  <a:pt x="412986" y="305306"/>
                </a:lnTo>
                <a:cubicBezTo>
                  <a:pt x="409601" y="288764"/>
                  <a:pt x="407824" y="271638"/>
                  <a:pt x="407824" y="254096"/>
                </a:cubicBezTo>
                <a:cubicBezTo>
                  <a:pt x="407824" y="113763"/>
                  <a:pt x="521586" y="0"/>
                  <a:pt x="661920" y="0"/>
                </a:cubicBezTo>
                <a:close/>
              </a:path>
            </a:pathLst>
          </a:custGeom>
          <a:solidFill>
            <a:schemeClr val="bg1">
              <a:lumMod val="85000"/>
            </a:schemeClr>
          </a:solidFill>
        </p:spPr>
        <p:txBody>
          <a:bodyPr wrap="square">
            <a:noAutofit/>
          </a:bodyPr>
          <a:lstStyle/>
          <a:p>
            <a:endParaRPr lang="en-AU"/>
          </a:p>
        </p:txBody>
      </p:sp>
      <p:sp>
        <p:nvSpPr>
          <p:cNvPr id="40" name="Picture Placeholder 39"/>
          <p:cNvSpPr>
            <a:spLocks noGrp="1"/>
          </p:cNvSpPr>
          <p:nvPr>
            <p:ph type="pic" sz="quarter" idx="15"/>
          </p:nvPr>
        </p:nvSpPr>
        <p:spPr>
          <a:xfrm flipH="1">
            <a:off x="3913909" y="5105241"/>
            <a:ext cx="1004455" cy="980224"/>
          </a:xfrm>
          <a:custGeom>
            <a:avLst/>
            <a:gdLst>
              <a:gd name="connsiteX0" fmla="*/ 661920 w 1782809"/>
              <a:gd name="connsiteY0" fmla="*/ 0 h 1739801"/>
              <a:gd name="connsiteX1" fmla="*/ 872621 w 1782809"/>
              <a:gd name="connsiteY1" fmla="*/ 112029 h 1739801"/>
              <a:gd name="connsiteX2" fmla="*/ 878174 w 1782809"/>
              <a:gd name="connsiteY2" fmla="*/ 122259 h 1739801"/>
              <a:gd name="connsiteX3" fmla="*/ 888662 w 1782809"/>
              <a:gd name="connsiteY3" fmla="*/ 120659 h 1739801"/>
              <a:gd name="connsiteX4" fmla="*/ 965961 w 1782809"/>
              <a:gd name="connsiteY4" fmla="*/ 116755 h 1739801"/>
              <a:gd name="connsiteX5" fmla="*/ 1326326 w 1782809"/>
              <a:gd name="connsiteY5" fmla="*/ 208003 h 1739801"/>
              <a:gd name="connsiteX6" fmla="*/ 1367203 w 1782809"/>
              <a:gd name="connsiteY6" fmla="*/ 232837 h 1739801"/>
              <a:gd name="connsiteX7" fmla="*/ 1376243 w 1782809"/>
              <a:gd name="connsiteY7" fmla="*/ 225379 h 1739801"/>
              <a:gd name="connsiteX8" fmla="*/ 1518310 w 1782809"/>
              <a:gd name="connsiteY8" fmla="*/ 181983 h 1739801"/>
              <a:gd name="connsiteX9" fmla="*/ 1772407 w 1782809"/>
              <a:gd name="connsiteY9" fmla="*/ 436079 h 1739801"/>
              <a:gd name="connsiteX10" fmla="*/ 1697983 w 1782809"/>
              <a:gd name="connsiteY10" fmla="*/ 615753 h 1739801"/>
              <a:gd name="connsiteX11" fmla="*/ 1681257 w 1782809"/>
              <a:gd name="connsiteY11" fmla="*/ 629554 h 1739801"/>
              <a:gd name="connsiteX12" fmla="*/ 1687993 w 1782809"/>
              <a:gd name="connsiteY12" fmla="*/ 647960 h 1739801"/>
              <a:gd name="connsiteX13" fmla="*/ 1721982 w 1782809"/>
              <a:gd name="connsiteY13" fmla="*/ 872777 h 1739801"/>
              <a:gd name="connsiteX14" fmla="*/ 1718079 w 1782809"/>
              <a:gd name="connsiteY14" fmla="*/ 950076 h 1739801"/>
              <a:gd name="connsiteX15" fmla="*/ 1708911 w 1782809"/>
              <a:gd name="connsiteY15" fmla="*/ 1010143 h 1739801"/>
              <a:gd name="connsiteX16" fmla="*/ 1739413 w 1782809"/>
              <a:gd name="connsiteY16" fmla="*/ 1047112 h 1739801"/>
              <a:gd name="connsiteX17" fmla="*/ 1782809 w 1782809"/>
              <a:gd name="connsiteY17" fmla="*/ 1189180 h 1739801"/>
              <a:gd name="connsiteX18" fmla="*/ 1528713 w 1782809"/>
              <a:gd name="connsiteY18" fmla="*/ 1443276 h 1739801"/>
              <a:gd name="connsiteX19" fmla="*/ 1477504 w 1782809"/>
              <a:gd name="connsiteY19" fmla="*/ 1438114 h 1739801"/>
              <a:gd name="connsiteX20" fmla="*/ 1469464 w 1782809"/>
              <a:gd name="connsiteY20" fmla="*/ 1435618 h 1739801"/>
              <a:gd name="connsiteX21" fmla="*/ 1446861 w 1782809"/>
              <a:gd name="connsiteY21" fmla="*/ 1456160 h 1739801"/>
              <a:gd name="connsiteX22" fmla="*/ 1033711 w 1782809"/>
              <a:gd name="connsiteY22" fmla="*/ 1625805 h 1739801"/>
              <a:gd name="connsiteX23" fmla="*/ 972376 w 1782809"/>
              <a:gd name="connsiteY23" fmla="*/ 1628515 h 1739801"/>
              <a:gd name="connsiteX24" fmla="*/ 941962 w 1782809"/>
              <a:gd name="connsiteY24" fmla="*/ 1665378 h 1739801"/>
              <a:gd name="connsiteX25" fmla="*/ 762288 w 1782809"/>
              <a:gd name="connsiteY25" fmla="*/ 1739801 h 1739801"/>
              <a:gd name="connsiteX26" fmla="*/ 508192 w 1782809"/>
              <a:gd name="connsiteY26" fmla="*/ 1485705 h 1739801"/>
              <a:gd name="connsiteX27" fmla="*/ 509460 w 1782809"/>
              <a:gd name="connsiteY27" fmla="*/ 1473124 h 1739801"/>
              <a:gd name="connsiteX28" fmla="*/ 457628 w 1782809"/>
              <a:gd name="connsiteY28" fmla="*/ 1432399 h 1739801"/>
              <a:gd name="connsiteX29" fmla="*/ 269351 w 1782809"/>
              <a:gd name="connsiteY29" fmla="*/ 1167055 h 1739801"/>
              <a:gd name="connsiteX30" fmla="*/ 256837 w 1782809"/>
              <a:gd name="connsiteY30" fmla="*/ 1132864 h 1739801"/>
              <a:gd name="connsiteX31" fmla="*/ 254096 w 1782809"/>
              <a:gd name="connsiteY31" fmla="*/ 1133141 h 1739801"/>
              <a:gd name="connsiteX32" fmla="*/ 0 w 1782809"/>
              <a:gd name="connsiteY32" fmla="*/ 879044 h 1739801"/>
              <a:gd name="connsiteX33" fmla="*/ 202887 w 1782809"/>
              <a:gd name="connsiteY33" fmla="*/ 630110 h 1739801"/>
              <a:gd name="connsiteX34" fmla="*/ 252284 w 1782809"/>
              <a:gd name="connsiteY34" fmla="*/ 625130 h 1739801"/>
              <a:gd name="connsiteX35" fmla="*/ 269351 w 1782809"/>
              <a:gd name="connsiteY35" fmla="*/ 578499 h 1739801"/>
              <a:gd name="connsiteX36" fmla="*/ 339055 w 1782809"/>
              <a:gd name="connsiteY36" fmla="*/ 450078 h 1739801"/>
              <a:gd name="connsiteX37" fmla="*/ 425429 w 1782809"/>
              <a:gd name="connsiteY37" fmla="*/ 345392 h 1739801"/>
              <a:gd name="connsiteX38" fmla="*/ 412986 w 1782809"/>
              <a:gd name="connsiteY38" fmla="*/ 305306 h 1739801"/>
              <a:gd name="connsiteX39" fmla="*/ 407824 w 1782809"/>
              <a:gd name="connsiteY39" fmla="*/ 254096 h 1739801"/>
              <a:gd name="connsiteX40" fmla="*/ 661920 w 1782809"/>
              <a:gd name="connsiteY40" fmla="*/ 0 h 1739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782809" h="1739801">
                <a:moveTo>
                  <a:pt x="661920" y="0"/>
                </a:moveTo>
                <a:cubicBezTo>
                  <a:pt x="749628" y="0"/>
                  <a:pt x="826958" y="44438"/>
                  <a:pt x="872621" y="112029"/>
                </a:cubicBezTo>
                <a:lnTo>
                  <a:pt x="878174" y="122259"/>
                </a:lnTo>
                <a:lnTo>
                  <a:pt x="888662" y="120659"/>
                </a:lnTo>
                <a:cubicBezTo>
                  <a:pt x="914077" y="118078"/>
                  <a:pt x="939864" y="116755"/>
                  <a:pt x="965961" y="116755"/>
                </a:cubicBezTo>
                <a:cubicBezTo>
                  <a:pt x="1096442" y="116755"/>
                  <a:pt x="1219202" y="149810"/>
                  <a:pt x="1326326" y="208003"/>
                </a:cubicBezTo>
                <a:lnTo>
                  <a:pt x="1367203" y="232837"/>
                </a:lnTo>
                <a:lnTo>
                  <a:pt x="1376243" y="225379"/>
                </a:lnTo>
                <a:cubicBezTo>
                  <a:pt x="1416796" y="197981"/>
                  <a:pt x="1465685" y="181983"/>
                  <a:pt x="1518310" y="181983"/>
                </a:cubicBezTo>
                <a:cubicBezTo>
                  <a:pt x="1658644" y="181983"/>
                  <a:pt x="1772407" y="295746"/>
                  <a:pt x="1772407" y="436079"/>
                </a:cubicBezTo>
                <a:cubicBezTo>
                  <a:pt x="1772407" y="506246"/>
                  <a:pt x="1743966" y="569770"/>
                  <a:pt x="1697983" y="615753"/>
                </a:cubicBezTo>
                <a:lnTo>
                  <a:pt x="1681257" y="629554"/>
                </a:lnTo>
                <a:lnTo>
                  <a:pt x="1687993" y="647960"/>
                </a:lnTo>
                <a:cubicBezTo>
                  <a:pt x="1710083" y="718979"/>
                  <a:pt x="1721982" y="794489"/>
                  <a:pt x="1721982" y="872777"/>
                </a:cubicBezTo>
                <a:cubicBezTo>
                  <a:pt x="1721982" y="898874"/>
                  <a:pt x="1720660" y="924661"/>
                  <a:pt x="1718079" y="950076"/>
                </a:cubicBezTo>
                <a:lnTo>
                  <a:pt x="1708911" y="1010143"/>
                </a:lnTo>
                <a:lnTo>
                  <a:pt x="1739413" y="1047112"/>
                </a:lnTo>
                <a:cubicBezTo>
                  <a:pt x="1766811" y="1087666"/>
                  <a:pt x="1782809" y="1136555"/>
                  <a:pt x="1782809" y="1189180"/>
                </a:cubicBezTo>
                <a:cubicBezTo>
                  <a:pt x="1782809" y="1329513"/>
                  <a:pt x="1669046" y="1443276"/>
                  <a:pt x="1528713" y="1443276"/>
                </a:cubicBezTo>
                <a:cubicBezTo>
                  <a:pt x="1511171" y="1443276"/>
                  <a:pt x="1494045" y="1441498"/>
                  <a:pt x="1477504" y="1438114"/>
                </a:cubicBezTo>
                <a:lnTo>
                  <a:pt x="1469464" y="1435618"/>
                </a:lnTo>
                <a:lnTo>
                  <a:pt x="1446861" y="1456160"/>
                </a:lnTo>
                <a:cubicBezTo>
                  <a:pt x="1332511" y="1550530"/>
                  <a:pt x="1189943" y="1611930"/>
                  <a:pt x="1033711" y="1625805"/>
                </a:cubicBezTo>
                <a:lnTo>
                  <a:pt x="972376" y="1628515"/>
                </a:lnTo>
                <a:lnTo>
                  <a:pt x="941962" y="1665378"/>
                </a:lnTo>
                <a:cubicBezTo>
                  <a:pt x="895980" y="1711361"/>
                  <a:pt x="832455" y="1739801"/>
                  <a:pt x="762288" y="1739801"/>
                </a:cubicBezTo>
                <a:cubicBezTo>
                  <a:pt x="621955" y="1739801"/>
                  <a:pt x="508192" y="1626038"/>
                  <a:pt x="508192" y="1485705"/>
                </a:cubicBezTo>
                <a:lnTo>
                  <a:pt x="509460" y="1473124"/>
                </a:lnTo>
                <a:lnTo>
                  <a:pt x="457628" y="1432399"/>
                </a:lnTo>
                <a:cubicBezTo>
                  <a:pt x="377073" y="1359182"/>
                  <a:pt x="312390" y="1268811"/>
                  <a:pt x="269351" y="1167055"/>
                </a:cubicBezTo>
                <a:lnTo>
                  <a:pt x="256837" y="1132864"/>
                </a:lnTo>
                <a:lnTo>
                  <a:pt x="254096" y="1133141"/>
                </a:lnTo>
                <a:cubicBezTo>
                  <a:pt x="113763" y="1133141"/>
                  <a:pt x="0" y="1019378"/>
                  <a:pt x="0" y="879044"/>
                </a:cubicBezTo>
                <a:cubicBezTo>
                  <a:pt x="0" y="756252"/>
                  <a:pt x="87099" y="653803"/>
                  <a:pt x="202887" y="630110"/>
                </a:cubicBezTo>
                <a:lnTo>
                  <a:pt x="252284" y="625130"/>
                </a:lnTo>
                <a:lnTo>
                  <a:pt x="269351" y="578499"/>
                </a:lnTo>
                <a:cubicBezTo>
                  <a:pt x="288479" y="533275"/>
                  <a:pt x="311883" y="490299"/>
                  <a:pt x="339055" y="450078"/>
                </a:cubicBezTo>
                <a:lnTo>
                  <a:pt x="425429" y="345392"/>
                </a:lnTo>
                <a:lnTo>
                  <a:pt x="412986" y="305306"/>
                </a:lnTo>
                <a:cubicBezTo>
                  <a:pt x="409601" y="288764"/>
                  <a:pt x="407824" y="271638"/>
                  <a:pt x="407824" y="254096"/>
                </a:cubicBezTo>
                <a:cubicBezTo>
                  <a:pt x="407824" y="113763"/>
                  <a:pt x="521586" y="0"/>
                  <a:pt x="661920" y="0"/>
                </a:cubicBezTo>
                <a:close/>
              </a:path>
            </a:pathLst>
          </a:custGeom>
          <a:solidFill>
            <a:schemeClr val="bg1">
              <a:lumMod val="85000"/>
            </a:schemeClr>
          </a:solidFill>
        </p:spPr>
        <p:txBody>
          <a:bodyPr wrap="square">
            <a:noAutofit/>
          </a:bodyPr>
          <a:lstStyle/>
          <a:p>
            <a:endParaRPr lang="en-AU"/>
          </a:p>
        </p:txBody>
      </p:sp>
      <p:sp>
        <p:nvSpPr>
          <p:cNvPr id="41" name="Picture Placeholder 40"/>
          <p:cNvSpPr>
            <a:spLocks noGrp="1"/>
          </p:cNvSpPr>
          <p:nvPr>
            <p:ph type="pic" sz="quarter" idx="16"/>
          </p:nvPr>
        </p:nvSpPr>
        <p:spPr>
          <a:xfrm flipH="1">
            <a:off x="3913908" y="1877961"/>
            <a:ext cx="1004455" cy="980224"/>
          </a:xfrm>
          <a:custGeom>
            <a:avLst/>
            <a:gdLst>
              <a:gd name="connsiteX0" fmla="*/ 661920 w 1782809"/>
              <a:gd name="connsiteY0" fmla="*/ 0 h 1739801"/>
              <a:gd name="connsiteX1" fmla="*/ 872621 w 1782809"/>
              <a:gd name="connsiteY1" fmla="*/ 112029 h 1739801"/>
              <a:gd name="connsiteX2" fmla="*/ 878174 w 1782809"/>
              <a:gd name="connsiteY2" fmla="*/ 122259 h 1739801"/>
              <a:gd name="connsiteX3" fmla="*/ 888662 w 1782809"/>
              <a:gd name="connsiteY3" fmla="*/ 120659 h 1739801"/>
              <a:gd name="connsiteX4" fmla="*/ 965961 w 1782809"/>
              <a:gd name="connsiteY4" fmla="*/ 116755 h 1739801"/>
              <a:gd name="connsiteX5" fmla="*/ 1326326 w 1782809"/>
              <a:gd name="connsiteY5" fmla="*/ 208003 h 1739801"/>
              <a:gd name="connsiteX6" fmla="*/ 1367203 w 1782809"/>
              <a:gd name="connsiteY6" fmla="*/ 232837 h 1739801"/>
              <a:gd name="connsiteX7" fmla="*/ 1376243 w 1782809"/>
              <a:gd name="connsiteY7" fmla="*/ 225379 h 1739801"/>
              <a:gd name="connsiteX8" fmla="*/ 1518310 w 1782809"/>
              <a:gd name="connsiteY8" fmla="*/ 181983 h 1739801"/>
              <a:gd name="connsiteX9" fmla="*/ 1772407 w 1782809"/>
              <a:gd name="connsiteY9" fmla="*/ 436079 h 1739801"/>
              <a:gd name="connsiteX10" fmla="*/ 1697983 w 1782809"/>
              <a:gd name="connsiteY10" fmla="*/ 615753 h 1739801"/>
              <a:gd name="connsiteX11" fmla="*/ 1681257 w 1782809"/>
              <a:gd name="connsiteY11" fmla="*/ 629554 h 1739801"/>
              <a:gd name="connsiteX12" fmla="*/ 1687993 w 1782809"/>
              <a:gd name="connsiteY12" fmla="*/ 647960 h 1739801"/>
              <a:gd name="connsiteX13" fmla="*/ 1721982 w 1782809"/>
              <a:gd name="connsiteY13" fmla="*/ 872777 h 1739801"/>
              <a:gd name="connsiteX14" fmla="*/ 1718079 w 1782809"/>
              <a:gd name="connsiteY14" fmla="*/ 950076 h 1739801"/>
              <a:gd name="connsiteX15" fmla="*/ 1708911 w 1782809"/>
              <a:gd name="connsiteY15" fmla="*/ 1010143 h 1739801"/>
              <a:gd name="connsiteX16" fmla="*/ 1739413 w 1782809"/>
              <a:gd name="connsiteY16" fmla="*/ 1047112 h 1739801"/>
              <a:gd name="connsiteX17" fmla="*/ 1782809 w 1782809"/>
              <a:gd name="connsiteY17" fmla="*/ 1189180 h 1739801"/>
              <a:gd name="connsiteX18" fmla="*/ 1528713 w 1782809"/>
              <a:gd name="connsiteY18" fmla="*/ 1443276 h 1739801"/>
              <a:gd name="connsiteX19" fmla="*/ 1477504 w 1782809"/>
              <a:gd name="connsiteY19" fmla="*/ 1438114 h 1739801"/>
              <a:gd name="connsiteX20" fmla="*/ 1469464 w 1782809"/>
              <a:gd name="connsiteY20" fmla="*/ 1435618 h 1739801"/>
              <a:gd name="connsiteX21" fmla="*/ 1446861 w 1782809"/>
              <a:gd name="connsiteY21" fmla="*/ 1456160 h 1739801"/>
              <a:gd name="connsiteX22" fmla="*/ 1033711 w 1782809"/>
              <a:gd name="connsiteY22" fmla="*/ 1625805 h 1739801"/>
              <a:gd name="connsiteX23" fmla="*/ 972376 w 1782809"/>
              <a:gd name="connsiteY23" fmla="*/ 1628515 h 1739801"/>
              <a:gd name="connsiteX24" fmla="*/ 941962 w 1782809"/>
              <a:gd name="connsiteY24" fmla="*/ 1665378 h 1739801"/>
              <a:gd name="connsiteX25" fmla="*/ 762288 w 1782809"/>
              <a:gd name="connsiteY25" fmla="*/ 1739801 h 1739801"/>
              <a:gd name="connsiteX26" fmla="*/ 508192 w 1782809"/>
              <a:gd name="connsiteY26" fmla="*/ 1485705 h 1739801"/>
              <a:gd name="connsiteX27" fmla="*/ 509460 w 1782809"/>
              <a:gd name="connsiteY27" fmla="*/ 1473124 h 1739801"/>
              <a:gd name="connsiteX28" fmla="*/ 457628 w 1782809"/>
              <a:gd name="connsiteY28" fmla="*/ 1432399 h 1739801"/>
              <a:gd name="connsiteX29" fmla="*/ 269351 w 1782809"/>
              <a:gd name="connsiteY29" fmla="*/ 1167055 h 1739801"/>
              <a:gd name="connsiteX30" fmla="*/ 256837 w 1782809"/>
              <a:gd name="connsiteY30" fmla="*/ 1132864 h 1739801"/>
              <a:gd name="connsiteX31" fmla="*/ 254096 w 1782809"/>
              <a:gd name="connsiteY31" fmla="*/ 1133141 h 1739801"/>
              <a:gd name="connsiteX32" fmla="*/ 0 w 1782809"/>
              <a:gd name="connsiteY32" fmla="*/ 879044 h 1739801"/>
              <a:gd name="connsiteX33" fmla="*/ 202887 w 1782809"/>
              <a:gd name="connsiteY33" fmla="*/ 630110 h 1739801"/>
              <a:gd name="connsiteX34" fmla="*/ 252284 w 1782809"/>
              <a:gd name="connsiteY34" fmla="*/ 625130 h 1739801"/>
              <a:gd name="connsiteX35" fmla="*/ 269351 w 1782809"/>
              <a:gd name="connsiteY35" fmla="*/ 578499 h 1739801"/>
              <a:gd name="connsiteX36" fmla="*/ 339055 w 1782809"/>
              <a:gd name="connsiteY36" fmla="*/ 450078 h 1739801"/>
              <a:gd name="connsiteX37" fmla="*/ 425429 w 1782809"/>
              <a:gd name="connsiteY37" fmla="*/ 345392 h 1739801"/>
              <a:gd name="connsiteX38" fmla="*/ 412986 w 1782809"/>
              <a:gd name="connsiteY38" fmla="*/ 305306 h 1739801"/>
              <a:gd name="connsiteX39" fmla="*/ 407824 w 1782809"/>
              <a:gd name="connsiteY39" fmla="*/ 254096 h 1739801"/>
              <a:gd name="connsiteX40" fmla="*/ 661920 w 1782809"/>
              <a:gd name="connsiteY40" fmla="*/ 0 h 1739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782809" h="1739801">
                <a:moveTo>
                  <a:pt x="661920" y="0"/>
                </a:moveTo>
                <a:cubicBezTo>
                  <a:pt x="749628" y="0"/>
                  <a:pt x="826958" y="44438"/>
                  <a:pt x="872621" y="112029"/>
                </a:cubicBezTo>
                <a:lnTo>
                  <a:pt x="878174" y="122259"/>
                </a:lnTo>
                <a:lnTo>
                  <a:pt x="888662" y="120659"/>
                </a:lnTo>
                <a:cubicBezTo>
                  <a:pt x="914077" y="118078"/>
                  <a:pt x="939864" y="116755"/>
                  <a:pt x="965961" y="116755"/>
                </a:cubicBezTo>
                <a:cubicBezTo>
                  <a:pt x="1096442" y="116755"/>
                  <a:pt x="1219202" y="149810"/>
                  <a:pt x="1326326" y="208003"/>
                </a:cubicBezTo>
                <a:lnTo>
                  <a:pt x="1367203" y="232837"/>
                </a:lnTo>
                <a:lnTo>
                  <a:pt x="1376243" y="225379"/>
                </a:lnTo>
                <a:cubicBezTo>
                  <a:pt x="1416796" y="197981"/>
                  <a:pt x="1465685" y="181983"/>
                  <a:pt x="1518310" y="181983"/>
                </a:cubicBezTo>
                <a:cubicBezTo>
                  <a:pt x="1658644" y="181983"/>
                  <a:pt x="1772407" y="295746"/>
                  <a:pt x="1772407" y="436079"/>
                </a:cubicBezTo>
                <a:cubicBezTo>
                  <a:pt x="1772407" y="506246"/>
                  <a:pt x="1743966" y="569770"/>
                  <a:pt x="1697983" y="615753"/>
                </a:cubicBezTo>
                <a:lnTo>
                  <a:pt x="1681257" y="629554"/>
                </a:lnTo>
                <a:lnTo>
                  <a:pt x="1687993" y="647960"/>
                </a:lnTo>
                <a:cubicBezTo>
                  <a:pt x="1710083" y="718979"/>
                  <a:pt x="1721982" y="794489"/>
                  <a:pt x="1721982" y="872777"/>
                </a:cubicBezTo>
                <a:cubicBezTo>
                  <a:pt x="1721982" y="898874"/>
                  <a:pt x="1720660" y="924661"/>
                  <a:pt x="1718079" y="950076"/>
                </a:cubicBezTo>
                <a:lnTo>
                  <a:pt x="1708911" y="1010143"/>
                </a:lnTo>
                <a:lnTo>
                  <a:pt x="1739413" y="1047112"/>
                </a:lnTo>
                <a:cubicBezTo>
                  <a:pt x="1766811" y="1087666"/>
                  <a:pt x="1782809" y="1136555"/>
                  <a:pt x="1782809" y="1189180"/>
                </a:cubicBezTo>
                <a:cubicBezTo>
                  <a:pt x="1782809" y="1329513"/>
                  <a:pt x="1669046" y="1443276"/>
                  <a:pt x="1528713" y="1443276"/>
                </a:cubicBezTo>
                <a:cubicBezTo>
                  <a:pt x="1511171" y="1443276"/>
                  <a:pt x="1494045" y="1441498"/>
                  <a:pt x="1477504" y="1438114"/>
                </a:cubicBezTo>
                <a:lnTo>
                  <a:pt x="1469464" y="1435618"/>
                </a:lnTo>
                <a:lnTo>
                  <a:pt x="1446861" y="1456160"/>
                </a:lnTo>
                <a:cubicBezTo>
                  <a:pt x="1332511" y="1550530"/>
                  <a:pt x="1189943" y="1611930"/>
                  <a:pt x="1033711" y="1625805"/>
                </a:cubicBezTo>
                <a:lnTo>
                  <a:pt x="972376" y="1628515"/>
                </a:lnTo>
                <a:lnTo>
                  <a:pt x="941962" y="1665378"/>
                </a:lnTo>
                <a:cubicBezTo>
                  <a:pt x="895980" y="1711361"/>
                  <a:pt x="832455" y="1739801"/>
                  <a:pt x="762288" y="1739801"/>
                </a:cubicBezTo>
                <a:cubicBezTo>
                  <a:pt x="621955" y="1739801"/>
                  <a:pt x="508192" y="1626038"/>
                  <a:pt x="508192" y="1485705"/>
                </a:cubicBezTo>
                <a:lnTo>
                  <a:pt x="509460" y="1473124"/>
                </a:lnTo>
                <a:lnTo>
                  <a:pt x="457628" y="1432399"/>
                </a:lnTo>
                <a:cubicBezTo>
                  <a:pt x="377073" y="1359182"/>
                  <a:pt x="312390" y="1268811"/>
                  <a:pt x="269351" y="1167055"/>
                </a:cubicBezTo>
                <a:lnTo>
                  <a:pt x="256837" y="1132864"/>
                </a:lnTo>
                <a:lnTo>
                  <a:pt x="254096" y="1133141"/>
                </a:lnTo>
                <a:cubicBezTo>
                  <a:pt x="113763" y="1133141"/>
                  <a:pt x="0" y="1019378"/>
                  <a:pt x="0" y="879044"/>
                </a:cubicBezTo>
                <a:cubicBezTo>
                  <a:pt x="0" y="756252"/>
                  <a:pt x="87099" y="653803"/>
                  <a:pt x="202887" y="630110"/>
                </a:cubicBezTo>
                <a:lnTo>
                  <a:pt x="252284" y="625130"/>
                </a:lnTo>
                <a:lnTo>
                  <a:pt x="269351" y="578499"/>
                </a:lnTo>
                <a:cubicBezTo>
                  <a:pt x="288479" y="533275"/>
                  <a:pt x="311883" y="490299"/>
                  <a:pt x="339055" y="450078"/>
                </a:cubicBezTo>
                <a:lnTo>
                  <a:pt x="425429" y="345392"/>
                </a:lnTo>
                <a:lnTo>
                  <a:pt x="412986" y="305306"/>
                </a:lnTo>
                <a:cubicBezTo>
                  <a:pt x="409601" y="288764"/>
                  <a:pt x="407824" y="271638"/>
                  <a:pt x="407824" y="254096"/>
                </a:cubicBezTo>
                <a:cubicBezTo>
                  <a:pt x="407824" y="113763"/>
                  <a:pt x="521586" y="0"/>
                  <a:pt x="661920" y="0"/>
                </a:cubicBezTo>
                <a:close/>
              </a:path>
            </a:pathLst>
          </a:custGeom>
          <a:solidFill>
            <a:schemeClr val="bg1">
              <a:lumMod val="85000"/>
            </a:schemeClr>
          </a:solidFill>
        </p:spPr>
        <p:txBody>
          <a:bodyPr wrap="square">
            <a:noAutofit/>
          </a:bodyPr>
          <a:lstStyle/>
          <a:p>
            <a:endParaRPr lang="en-AU" dirty="0"/>
          </a:p>
        </p:txBody>
      </p:sp>
      <p:sp>
        <p:nvSpPr>
          <p:cNvPr id="42" name="Picture Placeholder 41"/>
          <p:cNvSpPr>
            <a:spLocks noGrp="1"/>
          </p:cNvSpPr>
          <p:nvPr>
            <p:ph type="pic" sz="quarter" idx="17"/>
          </p:nvPr>
        </p:nvSpPr>
        <p:spPr>
          <a:xfrm flipH="1">
            <a:off x="4191001" y="3495474"/>
            <a:ext cx="1004455" cy="980224"/>
          </a:xfrm>
          <a:custGeom>
            <a:avLst/>
            <a:gdLst>
              <a:gd name="connsiteX0" fmla="*/ 661920 w 1782809"/>
              <a:gd name="connsiteY0" fmla="*/ 0 h 1739801"/>
              <a:gd name="connsiteX1" fmla="*/ 872621 w 1782809"/>
              <a:gd name="connsiteY1" fmla="*/ 112029 h 1739801"/>
              <a:gd name="connsiteX2" fmla="*/ 878174 w 1782809"/>
              <a:gd name="connsiteY2" fmla="*/ 122259 h 1739801"/>
              <a:gd name="connsiteX3" fmla="*/ 888662 w 1782809"/>
              <a:gd name="connsiteY3" fmla="*/ 120659 h 1739801"/>
              <a:gd name="connsiteX4" fmla="*/ 965961 w 1782809"/>
              <a:gd name="connsiteY4" fmla="*/ 116755 h 1739801"/>
              <a:gd name="connsiteX5" fmla="*/ 1326326 w 1782809"/>
              <a:gd name="connsiteY5" fmla="*/ 208003 h 1739801"/>
              <a:gd name="connsiteX6" fmla="*/ 1367203 w 1782809"/>
              <a:gd name="connsiteY6" fmla="*/ 232837 h 1739801"/>
              <a:gd name="connsiteX7" fmla="*/ 1376243 w 1782809"/>
              <a:gd name="connsiteY7" fmla="*/ 225379 h 1739801"/>
              <a:gd name="connsiteX8" fmla="*/ 1518310 w 1782809"/>
              <a:gd name="connsiteY8" fmla="*/ 181983 h 1739801"/>
              <a:gd name="connsiteX9" fmla="*/ 1772407 w 1782809"/>
              <a:gd name="connsiteY9" fmla="*/ 436079 h 1739801"/>
              <a:gd name="connsiteX10" fmla="*/ 1697983 w 1782809"/>
              <a:gd name="connsiteY10" fmla="*/ 615753 h 1739801"/>
              <a:gd name="connsiteX11" fmla="*/ 1681257 w 1782809"/>
              <a:gd name="connsiteY11" fmla="*/ 629554 h 1739801"/>
              <a:gd name="connsiteX12" fmla="*/ 1687993 w 1782809"/>
              <a:gd name="connsiteY12" fmla="*/ 647960 h 1739801"/>
              <a:gd name="connsiteX13" fmla="*/ 1721982 w 1782809"/>
              <a:gd name="connsiteY13" fmla="*/ 872777 h 1739801"/>
              <a:gd name="connsiteX14" fmla="*/ 1718079 w 1782809"/>
              <a:gd name="connsiteY14" fmla="*/ 950076 h 1739801"/>
              <a:gd name="connsiteX15" fmla="*/ 1708911 w 1782809"/>
              <a:gd name="connsiteY15" fmla="*/ 1010143 h 1739801"/>
              <a:gd name="connsiteX16" fmla="*/ 1739413 w 1782809"/>
              <a:gd name="connsiteY16" fmla="*/ 1047112 h 1739801"/>
              <a:gd name="connsiteX17" fmla="*/ 1782809 w 1782809"/>
              <a:gd name="connsiteY17" fmla="*/ 1189180 h 1739801"/>
              <a:gd name="connsiteX18" fmla="*/ 1528713 w 1782809"/>
              <a:gd name="connsiteY18" fmla="*/ 1443276 h 1739801"/>
              <a:gd name="connsiteX19" fmla="*/ 1477504 w 1782809"/>
              <a:gd name="connsiteY19" fmla="*/ 1438114 h 1739801"/>
              <a:gd name="connsiteX20" fmla="*/ 1469464 w 1782809"/>
              <a:gd name="connsiteY20" fmla="*/ 1435618 h 1739801"/>
              <a:gd name="connsiteX21" fmla="*/ 1446861 w 1782809"/>
              <a:gd name="connsiteY21" fmla="*/ 1456160 h 1739801"/>
              <a:gd name="connsiteX22" fmla="*/ 1033711 w 1782809"/>
              <a:gd name="connsiteY22" fmla="*/ 1625805 h 1739801"/>
              <a:gd name="connsiteX23" fmla="*/ 972376 w 1782809"/>
              <a:gd name="connsiteY23" fmla="*/ 1628515 h 1739801"/>
              <a:gd name="connsiteX24" fmla="*/ 941962 w 1782809"/>
              <a:gd name="connsiteY24" fmla="*/ 1665378 h 1739801"/>
              <a:gd name="connsiteX25" fmla="*/ 762288 w 1782809"/>
              <a:gd name="connsiteY25" fmla="*/ 1739801 h 1739801"/>
              <a:gd name="connsiteX26" fmla="*/ 508192 w 1782809"/>
              <a:gd name="connsiteY26" fmla="*/ 1485705 h 1739801"/>
              <a:gd name="connsiteX27" fmla="*/ 509460 w 1782809"/>
              <a:gd name="connsiteY27" fmla="*/ 1473124 h 1739801"/>
              <a:gd name="connsiteX28" fmla="*/ 457628 w 1782809"/>
              <a:gd name="connsiteY28" fmla="*/ 1432399 h 1739801"/>
              <a:gd name="connsiteX29" fmla="*/ 269351 w 1782809"/>
              <a:gd name="connsiteY29" fmla="*/ 1167055 h 1739801"/>
              <a:gd name="connsiteX30" fmla="*/ 256837 w 1782809"/>
              <a:gd name="connsiteY30" fmla="*/ 1132864 h 1739801"/>
              <a:gd name="connsiteX31" fmla="*/ 254096 w 1782809"/>
              <a:gd name="connsiteY31" fmla="*/ 1133141 h 1739801"/>
              <a:gd name="connsiteX32" fmla="*/ 0 w 1782809"/>
              <a:gd name="connsiteY32" fmla="*/ 879044 h 1739801"/>
              <a:gd name="connsiteX33" fmla="*/ 202887 w 1782809"/>
              <a:gd name="connsiteY33" fmla="*/ 630110 h 1739801"/>
              <a:gd name="connsiteX34" fmla="*/ 252284 w 1782809"/>
              <a:gd name="connsiteY34" fmla="*/ 625130 h 1739801"/>
              <a:gd name="connsiteX35" fmla="*/ 269351 w 1782809"/>
              <a:gd name="connsiteY35" fmla="*/ 578499 h 1739801"/>
              <a:gd name="connsiteX36" fmla="*/ 339055 w 1782809"/>
              <a:gd name="connsiteY36" fmla="*/ 450078 h 1739801"/>
              <a:gd name="connsiteX37" fmla="*/ 425429 w 1782809"/>
              <a:gd name="connsiteY37" fmla="*/ 345392 h 1739801"/>
              <a:gd name="connsiteX38" fmla="*/ 412986 w 1782809"/>
              <a:gd name="connsiteY38" fmla="*/ 305306 h 1739801"/>
              <a:gd name="connsiteX39" fmla="*/ 407824 w 1782809"/>
              <a:gd name="connsiteY39" fmla="*/ 254096 h 1739801"/>
              <a:gd name="connsiteX40" fmla="*/ 661920 w 1782809"/>
              <a:gd name="connsiteY40" fmla="*/ 0 h 1739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782809" h="1739801">
                <a:moveTo>
                  <a:pt x="661920" y="0"/>
                </a:moveTo>
                <a:cubicBezTo>
                  <a:pt x="749628" y="0"/>
                  <a:pt x="826958" y="44438"/>
                  <a:pt x="872621" y="112029"/>
                </a:cubicBezTo>
                <a:lnTo>
                  <a:pt x="878174" y="122259"/>
                </a:lnTo>
                <a:lnTo>
                  <a:pt x="888662" y="120659"/>
                </a:lnTo>
                <a:cubicBezTo>
                  <a:pt x="914077" y="118078"/>
                  <a:pt x="939864" y="116755"/>
                  <a:pt x="965961" y="116755"/>
                </a:cubicBezTo>
                <a:cubicBezTo>
                  <a:pt x="1096442" y="116755"/>
                  <a:pt x="1219202" y="149810"/>
                  <a:pt x="1326326" y="208003"/>
                </a:cubicBezTo>
                <a:lnTo>
                  <a:pt x="1367203" y="232837"/>
                </a:lnTo>
                <a:lnTo>
                  <a:pt x="1376243" y="225379"/>
                </a:lnTo>
                <a:cubicBezTo>
                  <a:pt x="1416796" y="197981"/>
                  <a:pt x="1465685" y="181983"/>
                  <a:pt x="1518310" y="181983"/>
                </a:cubicBezTo>
                <a:cubicBezTo>
                  <a:pt x="1658644" y="181983"/>
                  <a:pt x="1772407" y="295746"/>
                  <a:pt x="1772407" y="436079"/>
                </a:cubicBezTo>
                <a:cubicBezTo>
                  <a:pt x="1772407" y="506246"/>
                  <a:pt x="1743966" y="569770"/>
                  <a:pt x="1697983" y="615753"/>
                </a:cubicBezTo>
                <a:lnTo>
                  <a:pt x="1681257" y="629554"/>
                </a:lnTo>
                <a:lnTo>
                  <a:pt x="1687993" y="647960"/>
                </a:lnTo>
                <a:cubicBezTo>
                  <a:pt x="1710083" y="718979"/>
                  <a:pt x="1721982" y="794489"/>
                  <a:pt x="1721982" y="872777"/>
                </a:cubicBezTo>
                <a:cubicBezTo>
                  <a:pt x="1721982" y="898874"/>
                  <a:pt x="1720660" y="924661"/>
                  <a:pt x="1718079" y="950076"/>
                </a:cubicBezTo>
                <a:lnTo>
                  <a:pt x="1708911" y="1010143"/>
                </a:lnTo>
                <a:lnTo>
                  <a:pt x="1739413" y="1047112"/>
                </a:lnTo>
                <a:cubicBezTo>
                  <a:pt x="1766811" y="1087666"/>
                  <a:pt x="1782809" y="1136555"/>
                  <a:pt x="1782809" y="1189180"/>
                </a:cubicBezTo>
                <a:cubicBezTo>
                  <a:pt x="1782809" y="1329513"/>
                  <a:pt x="1669046" y="1443276"/>
                  <a:pt x="1528713" y="1443276"/>
                </a:cubicBezTo>
                <a:cubicBezTo>
                  <a:pt x="1511171" y="1443276"/>
                  <a:pt x="1494045" y="1441498"/>
                  <a:pt x="1477504" y="1438114"/>
                </a:cubicBezTo>
                <a:lnTo>
                  <a:pt x="1469464" y="1435618"/>
                </a:lnTo>
                <a:lnTo>
                  <a:pt x="1446861" y="1456160"/>
                </a:lnTo>
                <a:cubicBezTo>
                  <a:pt x="1332511" y="1550530"/>
                  <a:pt x="1189943" y="1611930"/>
                  <a:pt x="1033711" y="1625805"/>
                </a:cubicBezTo>
                <a:lnTo>
                  <a:pt x="972376" y="1628515"/>
                </a:lnTo>
                <a:lnTo>
                  <a:pt x="941962" y="1665378"/>
                </a:lnTo>
                <a:cubicBezTo>
                  <a:pt x="895980" y="1711361"/>
                  <a:pt x="832455" y="1739801"/>
                  <a:pt x="762288" y="1739801"/>
                </a:cubicBezTo>
                <a:cubicBezTo>
                  <a:pt x="621955" y="1739801"/>
                  <a:pt x="508192" y="1626038"/>
                  <a:pt x="508192" y="1485705"/>
                </a:cubicBezTo>
                <a:lnTo>
                  <a:pt x="509460" y="1473124"/>
                </a:lnTo>
                <a:lnTo>
                  <a:pt x="457628" y="1432399"/>
                </a:lnTo>
                <a:cubicBezTo>
                  <a:pt x="377073" y="1359182"/>
                  <a:pt x="312390" y="1268811"/>
                  <a:pt x="269351" y="1167055"/>
                </a:cubicBezTo>
                <a:lnTo>
                  <a:pt x="256837" y="1132864"/>
                </a:lnTo>
                <a:lnTo>
                  <a:pt x="254096" y="1133141"/>
                </a:lnTo>
                <a:cubicBezTo>
                  <a:pt x="113763" y="1133141"/>
                  <a:pt x="0" y="1019378"/>
                  <a:pt x="0" y="879044"/>
                </a:cubicBezTo>
                <a:cubicBezTo>
                  <a:pt x="0" y="756252"/>
                  <a:pt x="87099" y="653803"/>
                  <a:pt x="202887" y="630110"/>
                </a:cubicBezTo>
                <a:lnTo>
                  <a:pt x="252284" y="625130"/>
                </a:lnTo>
                <a:lnTo>
                  <a:pt x="269351" y="578499"/>
                </a:lnTo>
                <a:cubicBezTo>
                  <a:pt x="288479" y="533275"/>
                  <a:pt x="311883" y="490299"/>
                  <a:pt x="339055" y="450078"/>
                </a:cubicBezTo>
                <a:lnTo>
                  <a:pt x="425429" y="345392"/>
                </a:lnTo>
                <a:lnTo>
                  <a:pt x="412986" y="305306"/>
                </a:lnTo>
                <a:cubicBezTo>
                  <a:pt x="409601" y="288764"/>
                  <a:pt x="407824" y="271638"/>
                  <a:pt x="407824" y="254096"/>
                </a:cubicBezTo>
                <a:cubicBezTo>
                  <a:pt x="407824" y="113763"/>
                  <a:pt x="521586" y="0"/>
                  <a:pt x="661920" y="0"/>
                </a:cubicBezTo>
                <a:close/>
              </a:path>
            </a:pathLst>
          </a:custGeom>
          <a:solidFill>
            <a:schemeClr val="bg1">
              <a:lumMod val="85000"/>
            </a:schemeClr>
          </a:solidFill>
        </p:spPr>
        <p:txBody>
          <a:bodyPr wrap="square">
            <a:noAutofit/>
          </a:bodyPr>
          <a:lstStyle/>
          <a:p>
            <a:endParaRPr lang="en-AU" dirty="0"/>
          </a:p>
        </p:txBody>
      </p:sp>
      <p:cxnSp>
        <p:nvCxnSpPr>
          <p:cNvPr id="12" name="Curved Connector 11"/>
          <p:cNvCxnSpPr/>
          <p:nvPr userDrawn="1"/>
        </p:nvCxnSpPr>
        <p:spPr>
          <a:xfrm flipV="1">
            <a:off x="3016827" y="2482812"/>
            <a:ext cx="831271" cy="750746"/>
          </a:xfrm>
          <a:prstGeom prst="curvedConnector3">
            <a:avLst>
              <a:gd name="adj1" fmla="val 42552"/>
            </a:avLst>
          </a:prstGeom>
          <a:ln w="63500">
            <a:tailEnd type="triangle" w="med" len="med"/>
          </a:ln>
        </p:spPr>
        <p:style>
          <a:lnRef idx="1">
            <a:schemeClr val="accent1"/>
          </a:lnRef>
          <a:fillRef idx="0">
            <a:schemeClr val="accent1"/>
          </a:fillRef>
          <a:effectRef idx="0">
            <a:schemeClr val="accent1"/>
          </a:effectRef>
          <a:fontRef idx="minor">
            <a:schemeClr val="tx1"/>
          </a:fontRef>
        </p:style>
      </p:cxnSp>
      <p:cxnSp>
        <p:nvCxnSpPr>
          <p:cNvPr id="43" name="Curved Connector 42"/>
          <p:cNvCxnSpPr/>
          <p:nvPr userDrawn="1"/>
        </p:nvCxnSpPr>
        <p:spPr>
          <a:xfrm>
            <a:off x="3054763" y="3447034"/>
            <a:ext cx="1052417" cy="466216"/>
          </a:xfrm>
          <a:prstGeom prst="curvedConnector3">
            <a:avLst>
              <a:gd name="adj1" fmla="val 50000"/>
            </a:avLst>
          </a:prstGeom>
          <a:ln w="63500">
            <a:solidFill>
              <a:schemeClr val="accent2"/>
            </a:solidFill>
            <a:tailEnd type="triangle" w="med" len="med"/>
          </a:ln>
        </p:spPr>
        <p:style>
          <a:lnRef idx="1">
            <a:schemeClr val="accent1"/>
          </a:lnRef>
          <a:fillRef idx="0">
            <a:schemeClr val="accent1"/>
          </a:fillRef>
          <a:effectRef idx="0">
            <a:schemeClr val="accent1"/>
          </a:effectRef>
          <a:fontRef idx="minor">
            <a:schemeClr val="tx1"/>
          </a:fontRef>
        </p:style>
      </p:cxnSp>
      <p:cxnSp>
        <p:nvCxnSpPr>
          <p:cNvPr id="47" name="Curved Connector 46"/>
          <p:cNvCxnSpPr/>
          <p:nvPr userDrawn="1"/>
        </p:nvCxnSpPr>
        <p:spPr>
          <a:xfrm rot="16200000" flipH="1">
            <a:off x="2903902" y="3831001"/>
            <a:ext cx="1285559" cy="983837"/>
          </a:xfrm>
          <a:prstGeom prst="curvedConnector3">
            <a:avLst>
              <a:gd name="adj1" fmla="val 50000"/>
            </a:avLst>
          </a:prstGeom>
          <a:ln w="63500">
            <a:solidFill>
              <a:schemeClr val="accent3"/>
            </a:solidFill>
            <a:tailEnd type="triangle" w="med" len="med"/>
          </a:ln>
        </p:spPr>
        <p:style>
          <a:lnRef idx="1">
            <a:schemeClr val="accent1"/>
          </a:lnRef>
          <a:fillRef idx="0">
            <a:schemeClr val="accent1"/>
          </a:fillRef>
          <a:effectRef idx="0">
            <a:schemeClr val="accent1"/>
          </a:effectRef>
          <a:fontRef idx="minor">
            <a:schemeClr val="tx1"/>
          </a:fontRef>
        </p:style>
      </p:cxnSp>
      <p:sp>
        <p:nvSpPr>
          <p:cNvPr id="15" name="Text Placeholder 21"/>
          <p:cNvSpPr>
            <a:spLocks noGrp="1"/>
          </p:cNvSpPr>
          <p:nvPr>
            <p:ph type="body" sz="quarter" idx="20"/>
          </p:nvPr>
        </p:nvSpPr>
        <p:spPr>
          <a:xfrm>
            <a:off x="727364" y="4731063"/>
            <a:ext cx="2492492" cy="256811"/>
          </a:xfrm>
        </p:spPr>
        <p:txBody>
          <a:bodyPr>
            <a:noAutofit/>
          </a:bodyPr>
          <a:lstStyle>
            <a:lvl1pPr algn="ctr">
              <a:defRPr sz="14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6" name="Text Placeholder 21"/>
          <p:cNvSpPr>
            <a:spLocks noGrp="1"/>
          </p:cNvSpPr>
          <p:nvPr>
            <p:ph type="body" sz="quarter" idx="29"/>
          </p:nvPr>
        </p:nvSpPr>
        <p:spPr>
          <a:xfrm>
            <a:off x="727364" y="5008739"/>
            <a:ext cx="2492492" cy="330467"/>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7" name="Text Placeholder 21"/>
          <p:cNvSpPr>
            <a:spLocks noGrp="1"/>
          </p:cNvSpPr>
          <p:nvPr>
            <p:ph type="body" sz="quarter" idx="30"/>
          </p:nvPr>
        </p:nvSpPr>
        <p:spPr>
          <a:xfrm>
            <a:off x="4984173" y="1985429"/>
            <a:ext cx="1950027" cy="256811"/>
          </a:xfrm>
        </p:spPr>
        <p:txBody>
          <a:bodyPr>
            <a:noAutofit/>
          </a:bodyPr>
          <a:lstStyle>
            <a:lvl1pPr algn="ctr">
              <a:defRPr sz="14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8" name="Text Placeholder 21"/>
          <p:cNvSpPr>
            <a:spLocks noGrp="1"/>
          </p:cNvSpPr>
          <p:nvPr>
            <p:ph type="body" sz="quarter" idx="31"/>
          </p:nvPr>
        </p:nvSpPr>
        <p:spPr>
          <a:xfrm>
            <a:off x="4984173" y="2263105"/>
            <a:ext cx="1950027" cy="330467"/>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9" name="Text Placeholder 21"/>
          <p:cNvSpPr>
            <a:spLocks noGrp="1"/>
          </p:cNvSpPr>
          <p:nvPr>
            <p:ph type="body" sz="quarter" idx="32"/>
          </p:nvPr>
        </p:nvSpPr>
        <p:spPr>
          <a:xfrm>
            <a:off x="5347857" y="3720474"/>
            <a:ext cx="1959723" cy="228072"/>
          </a:xfrm>
        </p:spPr>
        <p:txBody>
          <a:bodyPr>
            <a:noAutofit/>
          </a:bodyPr>
          <a:lstStyle>
            <a:lvl1pPr algn="ctr">
              <a:defRPr sz="14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0" name="Text Placeholder 21"/>
          <p:cNvSpPr>
            <a:spLocks noGrp="1"/>
          </p:cNvSpPr>
          <p:nvPr>
            <p:ph type="body" sz="quarter" idx="33"/>
          </p:nvPr>
        </p:nvSpPr>
        <p:spPr>
          <a:xfrm>
            <a:off x="5347857" y="3998149"/>
            <a:ext cx="1959723" cy="29348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8" name="Text Placeholder 21"/>
          <p:cNvSpPr>
            <a:spLocks noGrp="1"/>
          </p:cNvSpPr>
          <p:nvPr>
            <p:ph type="body" sz="quarter" idx="34"/>
          </p:nvPr>
        </p:nvSpPr>
        <p:spPr>
          <a:xfrm>
            <a:off x="4984173" y="5377600"/>
            <a:ext cx="1950027" cy="256811"/>
          </a:xfrm>
        </p:spPr>
        <p:txBody>
          <a:bodyPr>
            <a:noAutofit/>
          </a:bodyPr>
          <a:lstStyle>
            <a:lvl1pPr algn="ctr">
              <a:defRPr sz="14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9" name="Text Placeholder 21"/>
          <p:cNvSpPr>
            <a:spLocks noGrp="1"/>
          </p:cNvSpPr>
          <p:nvPr>
            <p:ph type="body" sz="quarter" idx="35"/>
          </p:nvPr>
        </p:nvSpPr>
        <p:spPr>
          <a:xfrm>
            <a:off x="4984173" y="5655276"/>
            <a:ext cx="1950027" cy="330467"/>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cxnSp>
        <p:nvCxnSpPr>
          <p:cNvPr id="31" name="Curved Connector 30"/>
          <p:cNvCxnSpPr/>
          <p:nvPr userDrawn="1"/>
        </p:nvCxnSpPr>
        <p:spPr>
          <a:xfrm flipV="1">
            <a:off x="7470570" y="2732683"/>
            <a:ext cx="1396339" cy="1062006"/>
          </a:xfrm>
          <a:prstGeom prst="curvedConnector3">
            <a:avLst>
              <a:gd name="adj1" fmla="val 50000"/>
            </a:avLst>
          </a:prstGeom>
          <a:ln w="63500">
            <a:solidFill>
              <a:schemeClr val="accent5"/>
            </a:solidFill>
            <a:tailEnd type="triangle" w="med" len="med"/>
          </a:ln>
        </p:spPr>
        <p:style>
          <a:lnRef idx="1">
            <a:schemeClr val="accent1"/>
          </a:lnRef>
          <a:fillRef idx="0">
            <a:schemeClr val="accent1"/>
          </a:fillRef>
          <a:effectRef idx="0">
            <a:schemeClr val="accent1"/>
          </a:effectRef>
          <a:fontRef idx="minor">
            <a:schemeClr val="tx1"/>
          </a:fontRef>
        </p:style>
      </p:cxnSp>
      <p:cxnSp>
        <p:nvCxnSpPr>
          <p:cNvPr id="32" name="Curved Connector 31"/>
          <p:cNvCxnSpPr/>
          <p:nvPr userDrawn="1"/>
        </p:nvCxnSpPr>
        <p:spPr>
          <a:xfrm>
            <a:off x="7459981" y="3998149"/>
            <a:ext cx="1140030" cy="0"/>
          </a:xfrm>
          <a:prstGeom prst="straightConnector1">
            <a:avLst/>
          </a:prstGeom>
          <a:ln w="63500">
            <a:solidFill>
              <a:schemeClr val="accent4"/>
            </a:solidFill>
            <a:tailEnd type="triangle" w="med" len="med"/>
          </a:ln>
        </p:spPr>
        <p:style>
          <a:lnRef idx="1">
            <a:schemeClr val="accent1"/>
          </a:lnRef>
          <a:fillRef idx="0">
            <a:schemeClr val="accent1"/>
          </a:fillRef>
          <a:effectRef idx="0">
            <a:schemeClr val="accent1"/>
          </a:effectRef>
          <a:fontRef idx="minor">
            <a:schemeClr val="tx1"/>
          </a:fontRef>
        </p:style>
      </p:cxnSp>
      <p:cxnSp>
        <p:nvCxnSpPr>
          <p:cNvPr id="35" name="Curved Connector 34"/>
          <p:cNvCxnSpPr/>
          <p:nvPr userDrawn="1"/>
        </p:nvCxnSpPr>
        <p:spPr>
          <a:xfrm>
            <a:off x="7455230" y="4220040"/>
            <a:ext cx="1396339" cy="1062006"/>
          </a:xfrm>
          <a:prstGeom prst="curvedConnector3">
            <a:avLst>
              <a:gd name="adj1" fmla="val 50000"/>
            </a:avLst>
          </a:prstGeom>
          <a:ln w="63500">
            <a:solidFill>
              <a:schemeClr val="accent6"/>
            </a:solidFill>
            <a:tailEnd type="triangle" w="med" len="med"/>
          </a:ln>
        </p:spPr>
        <p:style>
          <a:lnRef idx="1">
            <a:schemeClr val="accent1"/>
          </a:lnRef>
          <a:fillRef idx="0">
            <a:schemeClr val="accent1"/>
          </a:fillRef>
          <a:effectRef idx="0">
            <a:schemeClr val="accent1"/>
          </a:effectRef>
          <a:fontRef idx="minor">
            <a:schemeClr val="tx1"/>
          </a:fontRef>
        </p:style>
      </p:cxnSp>
      <p:sp>
        <p:nvSpPr>
          <p:cNvPr id="36" name="Picture Placeholder 40"/>
          <p:cNvSpPr>
            <a:spLocks noGrp="1"/>
          </p:cNvSpPr>
          <p:nvPr>
            <p:ph type="pic" sz="quarter" idx="36"/>
          </p:nvPr>
        </p:nvSpPr>
        <p:spPr>
          <a:xfrm flipH="1">
            <a:off x="8891349" y="1938226"/>
            <a:ext cx="1004455" cy="980224"/>
          </a:xfrm>
          <a:custGeom>
            <a:avLst/>
            <a:gdLst>
              <a:gd name="connsiteX0" fmla="*/ 661920 w 1782809"/>
              <a:gd name="connsiteY0" fmla="*/ 0 h 1739801"/>
              <a:gd name="connsiteX1" fmla="*/ 872621 w 1782809"/>
              <a:gd name="connsiteY1" fmla="*/ 112029 h 1739801"/>
              <a:gd name="connsiteX2" fmla="*/ 878174 w 1782809"/>
              <a:gd name="connsiteY2" fmla="*/ 122259 h 1739801"/>
              <a:gd name="connsiteX3" fmla="*/ 888662 w 1782809"/>
              <a:gd name="connsiteY3" fmla="*/ 120659 h 1739801"/>
              <a:gd name="connsiteX4" fmla="*/ 965961 w 1782809"/>
              <a:gd name="connsiteY4" fmla="*/ 116755 h 1739801"/>
              <a:gd name="connsiteX5" fmla="*/ 1326326 w 1782809"/>
              <a:gd name="connsiteY5" fmla="*/ 208003 h 1739801"/>
              <a:gd name="connsiteX6" fmla="*/ 1367203 w 1782809"/>
              <a:gd name="connsiteY6" fmla="*/ 232837 h 1739801"/>
              <a:gd name="connsiteX7" fmla="*/ 1376243 w 1782809"/>
              <a:gd name="connsiteY7" fmla="*/ 225379 h 1739801"/>
              <a:gd name="connsiteX8" fmla="*/ 1518310 w 1782809"/>
              <a:gd name="connsiteY8" fmla="*/ 181983 h 1739801"/>
              <a:gd name="connsiteX9" fmla="*/ 1772407 w 1782809"/>
              <a:gd name="connsiteY9" fmla="*/ 436079 h 1739801"/>
              <a:gd name="connsiteX10" fmla="*/ 1697983 w 1782809"/>
              <a:gd name="connsiteY10" fmla="*/ 615753 h 1739801"/>
              <a:gd name="connsiteX11" fmla="*/ 1681257 w 1782809"/>
              <a:gd name="connsiteY11" fmla="*/ 629554 h 1739801"/>
              <a:gd name="connsiteX12" fmla="*/ 1687993 w 1782809"/>
              <a:gd name="connsiteY12" fmla="*/ 647960 h 1739801"/>
              <a:gd name="connsiteX13" fmla="*/ 1721982 w 1782809"/>
              <a:gd name="connsiteY13" fmla="*/ 872777 h 1739801"/>
              <a:gd name="connsiteX14" fmla="*/ 1718079 w 1782809"/>
              <a:gd name="connsiteY14" fmla="*/ 950076 h 1739801"/>
              <a:gd name="connsiteX15" fmla="*/ 1708911 w 1782809"/>
              <a:gd name="connsiteY15" fmla="*/ 1010143 h 1739801"/>
              <a:gd name="connsiteX16" fmla="*/ 1739413 w 1782809"/>
              <a:gd name="connsiteY16" fmla="*/ 1047112 h 1739801"/>
              <a:gd name="connsiteX17" fmla="*/ 1782809 w 1782809"/>
              <a:gd name="connsiteY17" fmla="*/ 1189180 h 1739801"/>
              <a:gd name="connsiteX18" fmla="*/ 1528713 w 1782809"/>
              <a:gd name="connsiteY18" fmla="*/ 1443276 h 1739801"/>
              <a:gd name="connsiteX19" fmla="*/ 1477504 w 1782809"/>
              <a:gd name="connsiteY19" fmla="*/ 1438114 h 1739801"/>
              <a:gd name="connsiteX20" fmla="*/ 1469464 w 1782809"/>
              <a:gd name="connsiteY20" fmla="*/ 1435618 h 1739801"/>
              <a:gd name="connsiteX21" fmla="*/ 1446861 w 1782809"/>
              <a:gd name="connsiteY21" fmla="*/ 1456160 h 1739801"/>
              <a:gd name="connsiteX22" fmla="*/ 1033711 w 1782809"/>
              <a:gd name="connsiteY22" fmla="*/ 1625805 h 1739801"/>
              <a:gd name="connsiteX23" fmla="*/ 972376 w 1782809"/>
              <a:gd name="connsiteY23" fmla="*/ 1628515 h 1739801"/>
              <a:gd name="connsiteX24" fmla="*/ 941962 w 1782809"/>
              <a:gd name="connsiteY24" fmla="*/ 1665378 h 1739801"/>
              <a:gd name="connsiteX25" fmla="*/ 762288 w 1782809"/>
              <a:gd name="connsiteY25" fmla="*/ 1739801 h 1739801"/>
              <a:gd name="connsiteX26" fmla="*/ 508192 w 1782809"/>
              <a:gd name="connsiteY26" fmla="*/ 1485705 h 1739801"/>
              <a:gd name="connsiteX27" fmla="*/ 509460 w 1782809"/>
              <a:gd name="connsiteY27" fmla="*/ 1473124 h 1739801"/>
              <a:gd name="connsiteX28" fmla="*/ 457628 w 1782809"/>
              <a:gd name="connsiteY28" fmla="*/ 1432399 h 1739801"/>
              <a:gd name="connsiteX29" fmla="*/ 269351 w 1782809"/>
              <a:gd name="connsiteY29" fmla="*/ 1167055 h 1739801"/>
              <a:gd name="connsiteX30" fmla="*/ 256837 w 1782809"/>
              <a:gd name="connsiteY30" fmla="*/ 1132864 h 1739801"/>
              <a:gd name="connsiteX31" fmla="*/ 254096 w 1782809"/>
              <a:gd name="connsiteY31" fmla="*/ 1133141 h 1739801"/>
              <a:gd name="connsiteX32" fmla="*/ 0 w 1782809"/>
              <a:gd name="connsiteY32" fmla="*/ 879044 h 1739801"/>
              <a:gd name="connsiteX33" fmla="*/ 202887 w 1782809"/>
              <a:gd name="connsiteY33" fmla="*/ 630110 h 1739801"/>
              <a:gd name="connsiteX34" fmla="*/ 252284 w 1782809"/>
              <a:gd name="connsiteY34" fmla="*/ 625130 h 1739801"/>
              <a:gd name="connsiteX35" fmla="*/ 269351 w 1782809"/>
              <a:gd name="connsiteY35" fmla="*/ 578499 h 1739801"/>
              <a:gd name="connsiteX36" fmla="*/ 339055 w 1782809"/>
              <a:gd name="connsiteY36" fmla="*/ 450078 h 1739801"/>
              <a:gd name="connsiteX37" fmla="*/ 425429 w 1782809"/>
              <a:gd name="connsiteY37" fmla="*/ 345392 h 1739801"/>
              <a:gd name="connsiteX38" fmla="*/ 412986 w 1782809"/>
              <a:gd name="connsiteY38" fmla="*/ 305306 h 1739801"/>
              <a:gd name="connsiteX39" fmla="*/ 407824 w 1782809"/>
              <a:gd name="connsiteY39" fmla="*/ 254096 h 1739801"/>
              <a:gd name="connsiteX40" fmla="*/ 661920 w 1782809"/>
              <a:gd name="connsiteY40" fmla="*/ 0 h 1739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782809" h="1739801">
                <a:moveTo>
                  <a:pt x="661920" y="0"/>
                </a:moveTo>
                <a:cubicBezTo>
                  <a:pt x="749628" y="0"/>
                  <a:pt x="826958" y="44438"/>
                  <a:pt x="872621" y="112029"/>
                </a:cubicBezTo>
                <a:lnTo>
                  <a:pt x="878174" y="122259"/>
                </a:lnTo>
                <a:lnTo>
                  <a:pt x="888662" y="120659"/>
                </a:lnTo>
                <a:cubicBezTo>
                  <a:pt x="914077" y="118078"/>
                  <a:pt x="939864" y="116755"/>
                  <a:pt x="965961" y="116755"/>
                </a:cubicBezTo>
                <a:cubicBezTo>
                  <a:pt x="1096442" y="116755"/>
                  <a:pt x="1219202" y="149810"/>
                  <a:pt x="1326326" y="208003"/>
                </a:cubicBezTo>
                <a:lnTo>
                  <a:pt x="1367203" y="232837"/>
                </a:lnTo>
                <a:lnTo>
                  <a:pt x="1376243" y="225379"/>
                </a:lnTo>
                <a:cubicBezTo>
                  <a:pt x="1416796" y="197981"/>
                  <a:pt x="1465685" y="181983"/>
                  <a:pt x="1518310" y="181983"/>
                </a:cubicBezTo>
                <a:cubicBezTo>
                  <a:pt x="1658644" y="181983"/>
                  <a:pt x="1772407" y="295746"/>
                  <a:pt x="1772407" y="436079"/>
                </a:cubicBezTo>
                <a:cubicBezTo>
                  <a:pt x="1772407" y="506246"/>
                  <a:pt x="1743966" y="569770"/>
                  <a:pt x="1697983" y="615753"/>
                </a:cubicBezTo>
                <a:lnTo>
                  <a:pt x="1681257" y="629554"/>
                </a:lnTo>
                <a:lnTo>
                  <a:pt x="1687993" y="647960"/>
                </a:lnTo>
                <a:cubicBezTo>
                  <a:pt x="1710083" y="718979"/>
                  <a:pt x="1721982" y="794489"/>
                  <a:pt x="1721982" y="872777"/>
                </a:cubicBezTo>
                <a:cubicBezTo>
                  <a:pt x="1721982" y="898874"/>
                  <a:pt x="1720660" y="924661"/>
                  <a:pt x="1718079" y="950076"/>
                </a:cubicBezTo>
                <a:lnTo>
                  <a:pt x="1708911" y="1010143"/>
                </a:lnTo>
                <a:lnTo>
                  <a:pt x="1739413" y="1047112"/>
                </a:lnTo>
                <a:cubicBezTo>
                  <a:pt x="1766811" y="1087666"/>
                  <a:pt x="1782809" y="1136555"/>
                  <a:pt x="1782809" y="1189180"/>
                </a:cubicBezTo>
                <a:cubicBezTo>
                  <a:pt x="1782809" y="1329513"/>
                  <a:pt x="1669046" y="1443276"/>
                  <a:pt x="1528713" y="1443276"/>
                </a:cubicBezTo>
                <a:cubicBezTo>
                  <a:pt x="1511171" y="1443276"/>
                  <a:pt x="1494045" y="1441498"/>
                  <a:pt x="1477504" y="1438114"/>
                </a:cubicBezTo>
                <a:lnTo>
                  <a:pt x="1469464" y="1435618"/>
                </a:lnTo>
                <a:lnTo>
                  <a:pt x="1446861" y="1456160"/>
                </a:lnTo>
                <a:cubicBezTo>
                  <a:pt x="1332511" y="1550530"/>
                  <a:pt x="1189943" y="1611930"/>
                  <a:pt x="1033711" y="1625805"/>
                </a:cubicBezTo>
                <a:lnTo>
                  <a:pt x="972376" y="1628515"/>
                </a:lnTo>
                <a:lnTo>
                  <a:pt x="941962" y="1665378"/>
                </a:lnTo>
                <a:cubicBezTo>
                  <a:pt x="895980" y="1711361"/>
                  <a:pt x="832455" y="1739801"/>
                  <a:pt x="762288" y="1739801"/>
                </a:cubicBezTo>
                <a:cubicBezTo>
                  <a:pt x="621955" y="1739801"/>
                  <a:pt x="508192" y="1626038"/>
                  <a:pt x="508192" y="1485705"/>
                </a:cubicBezTo>
                <a:lnTo>
                  <a:pt x="509460" y="1473124"/>
                </a:lnTo>
                <a:lnTo>
                  <a:pt x="457628" y="1432399"/>
                </a:lnTo>
                <a:cubicBezTo>
                  <a:pt x="377073" y="1359182"/>
                  <a:pt x="312390" y="1268811"/>
                  <a:pt x="269351" y="1167055"/>
                </a:cubicBezTo>
                <a:lnTo>
                  <a:pt x="256837" y="1132864"/>
                </a:lnTo>
                <a:lnTo>
                  <a:pt x="254096" y="1133141"/>
                </a:lnTo>
                <a:cubicBezTo>
                  <a:pt x="113763" y="1133141"/>
                  <a:pt x="0" y="1019378"/>
                  <a:pt x="0" y="879044"/>
                </a:cubicBezTo>
                <a:cubicBezTo>
                  <a:pt x="0" y="756252"/>
                  <a:pt x="87099" y="653803"/>
                  <a:pt x="202887" y="630110"/>
                </a:cubicBezTo>
                <a:lnTo>
                  <a:pt x="252284" y="625130"/>
                </a:lnTo>
                <a:lnTo>
                  <a:pt x="269351" y="578499"/>
                </a:lnTo>
                <a:cubicBezTo>
                  <a:pt x="288479" y="533275"/>
                  <a:pt x="311883" y="490299"/>
                  <a:pt x="339055" y="450078"/>
                </a:cubicBezTo>
                <a:lnTo>
                  <a:pt x="425429" y="345392"/>
                </a:lnTo>
                <a:lnTo>
                  <a:pt x="412986" y="305306"/>
                </a:lnTo>
                <a:cubicBezTo>
                  <a:pt x="409601" y="288764"/>
                  <a:pt x="407824" y="271638"/>
                  <a:pt x="407824" y="254096"/>
                </a:cubicBezTo>
                <a:cubicBezTo>
                  <a:pt x="407824" y="113763"/>
                  <a:pt x="521586" y="0"/>
                  <a:pt x="661920" y="0"/>
                </a:cubicBezTo>
                <a:close/>
              </a:path>
            </a:pathLst>
          </a:custGeom>
          <a:solidFill>
            <a:schemeClr val="bg1">
              <a:lumMod val="85000"/>
            </a:schemeClr>
          </a:solidFill>
        </p:spPr>
        <p:txBody>
          <a:bodyPr wrap="square">
            <a:noAutofit/>
          </a:bodyPr>
          <a:lstStyle/>
          <a:p>
            <a:endParaRPr lang="en-AU" dirty="0"/>
          </a:p>
        </p:txBody>
      </p:sp>
      <p:sp>
        <p:nvSpPr>
          <p:cNvPr id="37" name="Picture Placeholder 40"/>
          <p:cNvSpPr>
            <a:spLocks noGrp="1"/>
          </p:cNvSpPr>
          <p:nvPr>
            <p:ph type="pic" sz="quarter" idx="37"/>
          </p:nvPr>
        </p:nvSpPr>
        <p:spPr>
          <a:xfrm flipH="1">
            <a:off x="8860669" y="3517733"/>
            <a:ext cx="1004455" cy="980224"/>
          </a:xfrm>
          <a:custGeom>
            <a:avLst/>
            <a:gdLst>
              <a:gd name="connsiteX0" fmla="*/ 661920 w 1782809"/>
              <a:gd name="connsiteY0" fmla="*/ 0 h 1739801"/>
              <a:gd name="connsiteX1" fmla="*/ 872621 w 1782809"/>
              <a:gd name="connsiteY1" fmla="*/ 112029 h 1739801"/>
              <a:gd name="connsiteX2" fmla="*/ 878174 w 1782809"/>
              <a:gd name="connsiteY2" fmla="*/ 122259 h 1739801"/>
              <a:gd name="connsiteX3" fmla="*/ 888662 w 1782809"/>
              <a:gd name="connsiteY3" fmla="*/ 120659 h 1739801"/>
              <a:gd name="connsiteX4" fmla="*/ 965961 w 1782809"/>
              <a:gd name="connsiteY4" fmla="*/ 116755 h 1739801"/>
              <a:gd name="connsiteX5" fmla="*/ 1326326 w 1782809"/>
              <a:gd name="connsiteY5" fmla="*/ 208003 h 1739801"/>
              <a:gd name="connsiteX6" fmla="*/ 1367203 w 1782809"/>
              <a:gd name="connsiteY6" fmla="*/ 232837 h 1739801"/>
              <a:gd name="connsiteX7" fmla="*/ 1376243 w 1782809"/>
              <a:gd name="connsiteY7" fmla="*/ 225379 h 1739801"/>
              <a:gd name="connsiteX8" fmla="*/ 1518310 w 1782809"/>
              <a:gd name="connsiteY8" fmla="*/ 181983 h 1739801"/>
              <a:gd name="connsiteX9" fmla="*/ 1772407 w 1782809"/>
              <a:gd name="connsiteY9" fmla="*/ 436079 h 1739801"/>
              <a:gd name="connsiteX10" fmla="*/ 1697983 w 1782809"/>
              <a:gd name="connsiteY10" fmla="*/ 615753 h 1739801"/>
              <a:gd name="connsiteX11" fmla="*/ 1681257 w 1782809"/>
              <a:gd name="connsiteY11" fmla="*/ 629554 h 1739801"/>
              <a:gd name="connsiteX12" fmla="*/ 1687993 w 1782809"/>
              <a:gd name="connsiteY12" fmla="*/ 647960 h 1739801"/>
              <a:gd name="connsiteX13" fmla="*/ 1721982 w 1782809"/>
              <a:gd name="connsiteY13" fmla="*/ 872777 h 1739801"/>
              <a:gd name="connsiteX14" fmla="*/ 1718079 w 1782809"/>
              <a:gd name="connsiteY14" fmla="*/ 950076 h 1739801"/>
              <a:gd name="connsiteX15" fmla="*/ 1708911 w 1782809"/>
              <a:gd name="connsiteY15" fmla="*/ 1010143 h 1739801"/>
              <a:gd name="connsiteX16" fmla="*/ 1739413 w 1782809"/>
              <a:gd name="connsiteY16" fmla="*/ 1047112 h 1739801"/>
              <a:gd name="connsiteX17" fmla="*/ 1782809 w 1782809"/>
              <a:gd name="connsiteY17" fmla="*/ 1189180 h 1739801"/>
              <a:gd name="connsiteX18" fmla="*/ 1528713 w 1782809"/>
              <a:gd name="connsiteY18" fmla="*/ 1443276 h 1739801"/>
              <a:gd name="connsiteX19" fmla="*/ 1477504 w 1782809"/>
              <a:gd name="connsiteY19" fmla="*/ 1438114 h 1739801"/>
              <a:gd name="connsiteX20" fmla="*/ 1469464 w 1782809"/>
              <a:gd name="connsiteY20" fmla="*/ 1435618 h 1739801"/>
              <a:gd name="connsiteX21" fmla="*/ 1446861 w 1782809"/>
              <a:gd name="connsiteY21" fmla="*/ 1456160 h 1739801"/>
              <a:gd name="connsiteX22" fmla="*/ 1033711 w 1782809"/>
              <a:gd name="connsiteY22" fmla="*/ 1625805 h 1739801"/>
              <a:gd name="connsiteX23" fmla="*/ 972376 w 1782809"/>
              <a:gd name="connsiteY23" fmla="*/ 1628515 h 1739801"/>
              <a:gd name="connsiteX24" fmla="*/ 941962 w 1782809"/>
              <a:gd name="connsiteY24" fmla="*/ 1665378 h 1739801"/>
              <a:gd name="connsiteX25" fmla="*/ 762288 w 1782809"/>
              <a:gd name="connsiteY25" fmla="*/ 1739801 h 1739801"/>
              <a:gd name="connsiteX26" fmla="*/ 508192 w 1782809"/>
              <a:gd name="connsiteY26" fmla="*/ 1485705 h 1739801"/>
              <a:gd name="connsiteX27" fmla="*/ 509460 w 1782809"/>
              <a:gd name="connsiteY27" fmla="*/ 1473124 h 1739801"/>
              <a:gd name="connsiteX28" fmla="*/ 457628 w 1782809"/>
              <a:gd name="connsiteY28" fmla="*/ 1432399 h 1739801"/>
              <a:gd name="connsiteX29" fmla="*/ 269351 w 1782809"/>
              <a:gd name="connsiteY29" fmla="*/ 1167055 h 1739801"/>
              <a:gd name="connsiteX30" fmla="*/ 256837 w 1782809"/>
              <a:gd name="connsiteY30" fmla="*/ 1132864 h 1739801"/>
              <a:gd name="connsiteX31" fmla="*/ 254096 w 1782809"/>
              <a:gd name="connsiteY31" fmla="*/ 1133141 h 1739801"/>
              <a:gd name="connsiteX32" fmla="*/ 0 w 1782809"/>
              <a:gd name="connsiteY32" fmla="*/ 879044 h 1739801"/>
              <a:gd name="connsiteX33" fmla="*/ 202887 w 1782809"/>
              <a:gd name="connsiteY33" fmla="*/ 630110 h 1739801"/>
              <a:gd name="connsiteX34" fmla="*/ 252284 w 1782809"/>
              <a:gd name="connsiteY34" fmla="*/ 625130 h 1739801"/>
              <a:gd name="connsiteX35" fmla="*/ 269351 w 1782809"/>
              <a:gd name="connsiteY35" fmla="*/ 578499 h 1739801"/>
              <a:gd name="connsiteX36" fmla="*/ 339055 w 1782809"/>
              <a:gd name="connsiteY36" fmla="*/ 450078 h 1739801"/>
              <a:gd name="connsiteX37" fmla="*/ 425429 w 1782809"/>
              <a:gd name="connsiteY37" fmla="*/ 345392 h 1739801"/>
              <a:gd name="connsiteX38" fmla="*/ 412986 w 1782809"/>
              <a:gd name="connsiteY38" fmla="*/ 305306 h 1739801"/>
              <a:gd name="connsiteX39" fmla="*/ 407824 w 1782809"/>
              <a:gd name="connsiteY39" fmla="*/ 254096 h 1739801"/>
              <a:gd name="connsiteX40" fmla="*/ 661920 w 1782809"/>
              <a:gd name="connsiteY40" fmla="*/ 0 h 1739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782809" h="1739801">
                <a:moveTo>
                  <a:pt x="661920" y="0"/>
                </a:moveTo>
                <a:cubicBezTo>
                  <a:pt x="749628" y="0"/>
                  <a:pt x="826958" y="44438"/>
                  <a:pt x="872621" y="112029"/>
                </a:cubicBezTo>
                <a:lnTo>
                  <a:pt x="878174" y="122259"/>
                </a:lnTo>
                <a:lnTo>
                  <a:pt x="888662" y="120659"/>
                </a:lnTo>
                <a:cubicBezTo>
                  <a:pt x="914077" y="118078"/>
                  <a:pt x="939864" y="116755"/>
                  <a:pt x="965961" y="116755"/>
                </a:cubicBezTo>
                <a:cubicBezTo>
                  <a:pt x="1096442" y="116755"/>
                  <a:pt x="1219202" y="149810"/>
                  <a:pt x="1326326" y="208003"/>
                </a:cubicBezTo>
                <a:lnTo>
                  <a:pt x="1367203" y="232837"/>
                </a:lnTo>
                <a:lnTo>
                  <a:pt x="1376243" y="225379"/>
                </a:lnTo>
                <a:cubicBezTo>
                  <a:pt x="1416796" y="197981"/>
                  <a:pt x="1465685" y="181983"/>
                  <a:pt x="1518310" y="181983"/>
                </a:cubicBezTo>
                <a:cubicBezTo>
                  <a:pt x="1658644" y="181983"/>
                  <a:pt x="1772407" y="295746"/>
                  <a:pt x="1772407" y="436079"/>
                </a:cubicBezTo>
                <a:cubicBezTo>
                  <a:pt x="1772407" y="506246"/>
                  <a:pt x="1743966" y="569770"/>
                  <a:pt x="1697983" y="615753"/>
                </a:cubicBezTo>
                <a:lnTo>
                  <a:pt x="1681257" y="629554"/>
                </a:lnTo>
                <a:lnTo>
                  <a:pt x="1687993" y="647960"/>
                </a:lnTo>
                <a:cubicBezTo>
                  <a:pt x="1710083" y="718979"/>
                  <a:pt x="1721982" y="794489"/>
                  <a:pt x="1721982" y="872777"/>
                </a:cubicBezTo>
                <a:cubicBezTo>
                  <a:pt x="1721982" y="898874"/>
                  <a:pt x="1720660" y="924661"/>
                  <a:pt x="1718079" y="950076"/>
                </a:cubicBezTo>
                <a:lnTo>
                  <a:pt x="1708911" y="1010143"/>
                </a:lnTo>
                <a:lnTo>
                  <a:pt x="1739413" y="1047112"/>
                </a:lnTo>
                <a:cubicBezTo>
                  <a:pt x="1766811" y="1087666"/>
                  <a:pt x="1782809" y="1136555"/>
                  <a:pt x="1782809" y="1189180"/>
                </a:cubicBezTo>
                <a:cubicBezTo>
                  <a:pt x="1782809" y="1329513"/>
                  <a:pt x="1669046" y="1443276"/>
                  <a:pt x="1528713" y="1443276"/>
                </a:cubicBezTo>
                <a:cubicBezTo>
                  <a:pt x="1511171" y="1443276"/>
                  <a:pt x="1494045" y="1441498"/>
                  <a:pt x="1477504" y="1438114"/>
                </a:cubicBezTo>
                <a:lnTo>
                  <a:pt x="1469464" y="1435618"/>
                </a:lnTo>
                <a:lnTo>
                  <a:pt x="1446861" y="1456160"/>
                </a:lnTo>
                <a:cubicBezTo>
                  <a:pt x="1332511" y="1550530"/>
                  <a:pt x="1189943" y="1611930"/>
                  <a:pt x="1033711" y="1625805"/>
                </a:cubicBezTo>
                <a:lnTo>
                  <a:pt x="972376" y="1628515"/>
                </a:lnTo>
                <a:lnTo>
                  <a:pt x="941962" y="1665378"/>
                </a:lnTo>
                <a:cubicBezTo>
                  <a:pt x="895980" y="1711361"/>
                  <a:pt x="832455" y="1739801"/>
                  <a:pt x="762288" y="1739801"/>
                </a:cubicBezTo>
                <a:cubicBezTo>
                  <a:pt x="621955" y="1739801"/>
                  <a:pt x="508192" y="1626038"/>
                  <a:pt x="508192" y="1485705"/>
                </a:cubicBezTo>
                <a:lnTo>
                  <a:pt x="509460" y="1473124"/>
                </a:lnTo>
                <a:lnTo>
                  <a:pt x="457628" y="1432399"/>
                </a:lnTo>
                <a:cubicBezTo>
                  <a:pt x="377073" y="1359182"/>
                  <a:pt x="312390" y="1268811"/>
                  <a:pt x="269351" y="1167055"/>
                </a:cubicBezTo>
                <a:lnTo>
                  <a:pt x="256837" y="1132864"/>
                </a:lnTo>
                <a:lnTo>
                  <a:pt x="254096" y="1133141"/>
                </a:lnTo>
                <a:cubicBezTo>
                  <a:pt x="113763" y="1133141"/>
                  <a:pt x="0" y="1019378"/>
                  <a:pt x="0" y="879044"/>
                </a:cubicBezTo>
                <a:cubicBezTo>
                  <a:pt x="0" y="756252"/>
                  <a:pt x="87099" y="653803"/>
                  <a:pt x="202887" y="630110"/>
                </a:cubicBezTo>
                <a:lnTo>
                  <a:pt x="252284" y="625130"/>
                </a:lnTo>
                <a:lnTo>
                  <a:pt x="269351" y="578499"/>
                </a:lnTo>
                <a:cubicBezTo>
                  <a:pt x="288479" y="533275"/>
                  <a:pt x="311883" y="490299"/>
                  <a:pt x="339055" y="450078"/>
                </a:cubicBezTo>
                <a:lnTo>
                  <a:pt x="425429" y="345392"/>
                </a:lnTo>
                <a:lnTo>
                  <a:pt x="412986" y="305306"/>
                </a:lnTo>
                <a:cubicBezTo>
                  <a:pt x="409601" y="288764"/>
                  <a:pt x="407824" y="271638"/>
                  <a:pt x="407824" y="254096"/>
                </a:cubicBezTo>
                <a:cubicBezTo>
                  <a:pt x="407824" y="113763"/>
                  <a:pt x="521586" y="0"/>
                  <a:pt x="661920" y="0"/>
                </a:cubicBezTo>
                <a:close/>
              </a:path>
            </a:pathLst>
          </a:custGeom>
          <a:solidFill>
            <a:schemeClr val="bg1">
              <a:lumMod val="85000"/>
            </a:schemeClr>
          </a:solidFill>
        </p:spPr>
        <p:txBody>
          <a:bodyPr wrap="square">
            <a:noAutofit/>
          </a:bodyPr>
          <a:lstStyle/>
          <a:p>
            <a:endParaRPr lang="en-AU" dirty="0"/>
          </a:p>
        </p:txBody>
      </p:sp>
      <p:sp>
        <p:nvSpPr>
          <p:cNvPr id="38" name="Picture Placeholder 40"/>
          <p:cNvSpPr>
            <a:spLocks noGrp="1"/>
          </p:cNvSpPr>
          <p:nvPr>
            <p:ph type="pic" sz="quarter" idx="38"/>
          </p:nvPr>
        </p:nvSpPr>
        <p:spPr>
          <a:xfrm flipH="1">
            <a:off x="8891349" y="5189755"/>
            <a:ext cx="1004455" cy="980224"/>
          </a:xfrm>
          <a:custGeom>
            <a:avLst/>
            <a:gdLst>
              <a:gd name="connsiteX0" fmla="*/ 661920 w 1782809"/>
              <a:gd name="connsiteY0" fmla="*/ 0 h 1739801"/>
              <a:gd name="connsiteX1" fmla="*/ 872621 w 1782809"/>
              <a:gd name="connsiteY1" fmla="*/ 112029 h 1739801"/>
              <a:gd name="connsiteX2" fmla="*/ 878174 w 1782809"/>
              <a:gd name="connsiteY2" fmla="*/ 122259 h 1739801"/>
              <a:gd name="connsiteX3" fmla="*/ 888662 w 1782809"/>
              <a:gd name="connsiteY3" fmla="*/ 120659 h 1739801"/>
              <a:gd name="connsiteX4" fmla="*/ 965961 w 1782809"/>
              <a:gd name="connsiteY4" fmla="*/ 116755 h 1739801"/>
              <a:gd name="connsiteX5" fmla="*/ 1326326 w 1782809"/>
              <a:gd name="connsiteY5" fmla="*/ 208003 h 1739801"/>
              <a:gd name="connsiteX6" fmla="*/ 1367203 w 1782809"/>
              <a:gd name="connsiteY6" fmla="*/ 232837 h 1739801"/>
              <a:gd name="connsiteX7" fmla="*/ 1376243 w 1782809"/>
              <a:gd name="connsiteY7" fmla="*/ 225379 h 1739801"/>
              <a:gd name="connsiteX8" fmla="*/ 1518310 w 1782809"/>
              <a:gd name="connsiteY8" fmla="*/ 181983 h 1739801"/>
              <a:gd name="connsiteX9" fmla="*/ 1772407 w 1782809"/>
              <a:gd name="connsiteY9" fmla="*/ 436079 h 1739801"/>
              <a:gd name="connsiteX10" fmla="*/ 1697983 w 1782809"/>
              <a:gd name="connsiteY10" fmla="*/ 615753 h 1739801"/>
              <a:gd name="connsiteX11" fmla="*/ 1681257 w 1782809"/>
              <a:gd name="connsiteY11" fmla="*/ 629554 h 1739801"/>
              <a:gd name="connsiteX12" fmla="*/ 1687993 w 1782809"/>
              <a:gd name="connsiteY12" fmla="*/ 647960 h 1739801"/>
              <a:gd name="connsiteX13" fmla="*/ 1721982 w 1782809"/>
              <a:gd name="connsiteY13" fmla="*/ 872777 h 1739801"/>
              <a:gd name="connsiteX14" fmla="*/ 1718079 w 1782809"/>
              <a:gd name="connsiteY14" fmla="*/ 950076 h 1739801"/>
              <a:gd name="connsiteX15" fmla="*/ 1708911 w 1782809"/>
              <a:gd name="connsiteY15" fmla="*/ 1010143 h 1739801"/>
              <a:gd name="connsiteX16" fmla="*/ 1739413 w 1782809"/>
              <a:gd name="connsiteY16" fmla="*/ 1047112 h 1739801"/>
              <a:gd name="connsiteX17" fmla="*/ 1782809 w 1782809"/>
              <a:gd name="connsiteY17" fmla="*/ 1189180 h 1739801"/>
              <a:gd name="connsiteX18" fmla="*/ 1528713 w 1782809"/>
              <a:gd name="connsiteY18" fmla="*/ 1443276 h 1739801"/>
              <a:gd name="connsiteX19" fmla="*/ 1477504 w 1782809"/>
              <a:gd name="connsiteY19" fmla="*/ 1438114 h 1739801"/>
              <a:gd name="connsiteX20" fmla="*/ 1469464 w 1782809"/>
              <a:gd name="connsiteY20" fmla="*/ 1435618 h 1739801"/>
              <a:gd name="connsiteX21" fmla="*/ 1446861 w 1782809"/>
              <a:gd name="connsiteY21" fmla="*/ 1456160 h 1739801"/>
              <a:gd name="connsiteX22" fmla="*/ 1033711 w 1782809"/>
              <a:gd name="connsiteY22" fmla="*/ 1625805 h 1739801"/>
              <a:gd name="connsiteX23" fmla="*/ 972376 w 1782809"/>
              <a:gd name="connsiteY23" fmla="*/ 1628515 h 1739801"/>
              <a:gd name="connsiteX24" fmla="*/ 941962 w 1782809"/>
              <a:gd name="connsiteY24" fmla="*/ 1665378 h 1739801"/>
              <a:gd name="connsiteX25" fmla="*/ 762288 w 1782809"/>
              <a:gd name="connsiteY25" fmla="*/ 1739801 h 1739801"/>
              <a:gd name="connsiteX26" fmla="*/ 508192 w 1782809"/>
              <a:gd name="connsiteY26" fmla="*/ 1485705 h 1739801"/>
              <a:gd name="connsiteX27" fmla="*/ 509460 w 1782809"/>
              <a:gd name="connsiteY27" fmla="*/ 1473124 h 1739801"/>
              <a:gd name="connsiteX28" fmla="*/ 457628 w 1782809"/>
              <a:gd name="connsiteY28" fmla="*/ 1432399 h 1739801"/>
              <a:gd name="connsiteX29" fmla="*/ 269351 w 1782809"/>
              <a:gd name="connsiteY29" fmla="*/ 1167055 h 1739801"/>
              <a:gd name="connsiteX30" fmla="*/ 256837 w 1782809"/>
              <a:gd name="connsiteY30" fmla="*/ 1132864 h 1739801"/>
              <a:gd name="connsiteX31" fmla="*/ 254096 w 1782809"/>
              <a:gd name="connsiteY31" fmla="*/ 1133141 h 1739801"/>
              <a:gd name="connsiteX32" fmla="*/ 0 w 1782809"/>
              <a:gd name="connsiteY32" fmla="*/ 879044 h 1739801"/>
              <a:gd name="connsiteX33" fmla="*/ 202887 w 1782809"/>
              <a:gd name="connsiteY33" fmla="*/ 630110 h 1739801"/>
              <a:gd name="connsiteX34" fmla="*/ 252284 w 1782809"/>
              <a:gd name="connsiteY34" fmla="*/ 625130 h 1739801"/>
              <a:gd name="connsiteX35" fmla="*/ 269351 w 1782809"/>
              <a:gd name="connsiteY35" fmla="*/ 578499 h 1739801"/>
              <a:gd name="connsiteX36" fmla="*/ 339055 w 1782809"/>
              <a:gd name="connsiteY36" fmla="*/ 450078 h 1739801"/>
              <a:gd name="connsiteX37" fmla="*/ 425429 w 1782809"/>
              <a:gd name="connsiteY37" fmla="*/ 345392 h 1739801"/>
              <a:gd name="connsiteX38" fmla="*/ 412986 w 1782809"/>
              <a:gd name="connsiteY38" fmla="*/ 305306 h 1739801"/>
              <a:gd name="connsiteX39" fmla="*/ 407824 w 1782809"/>
              <a:gd name="connsiteY39" fmla="*/ 254096 h 1739801"/>
              <a:gd name="connsiteX40" fmla="*/ 661920 w 1782809"/>
              <a:gd name="connsiteY40" fmla="*/ 0 h 1739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782809" h="1739801">
                <a:moveTo>
                  <a:pt x="661920" y="0"/>
                </a:moveTo>
                <a:cubicBezTo>
                  <a:pt x="749628" y="0"/>
                  <a:pt x="826958" y="44438"/>
                  <a:pt x="872621" y="112029"/>
                </a:cubicBezTo>
                <a:lnTo>
                  <a:pt x="878174" y="122259"/>
                </a:lnTo>
                <a:lnTo>
                  <a:pt x="888662" y="120659"/>
                </a:lnTo>
                <a:cubicBezTo>
                  <a:pt x="914077" y="118078"/>
                  <a:pt x="939864" y="116755"/>
                  <a:pt x="965961" y="116755"/>
                </a:cubicBezTo>
                <a:cubicBezTo>
                  <a:pt x="1096442" y="116755"/>
                  <a:pt x="1219202" y="149810"/>
                  <a:pt x="1326326" y="208003"/>
                </a:cubicBezTo>
                <a:lnTo>
                  <a:pt x="1367203" y="232837"/>
                </a:lnTo>
                <a:lnTo>
                  <a:pt x="1376243" y="225379"/>
                </a:lnTo>
                <a:cubicBezTo>
                  <a:pt x="1416796" y="197981"/>
                  <a:pt x="1465685" y="181983"/>
                  <a:pt x="1518310" y="181983"/>
                </a:cubicBezTo>
                <a:cubicBezTo>
                  <a:pt x="1658644" y="181983"/>
                  <a:pt x="1772407" y="295746"/>
                  <a:pt x="1772407" y="436079"/>
                </a:cubicBezTo>
                <a:cubicBezTo>
                  <a:pt x="1772407" y="506246"/>
                  <a:pt x="1743966" y="569770"/>
                  <a:pt x="1697983" y="615753"/>
                </a:cubicBezTo>
                <a:lnTo>
                  <a:pt x="1681257" y="629554"/>
                </a:lnTo>
                <a:lnTo>
                  <a:pt x="1687993" y="647960"/>
                </a:lnTo>
                <a:cubicBezTo>
                  <a:pt x="1710083" y="718979"/>
                  <a:pt x="1721982" y="794489"/>
                  <a:pt x="1721982" y="872777"/>
                </a:cubicBezTo>
                <a:cubicBezTo>
                  <a:pt x="1721982" y="898874"/>
                  <a:pt x="1720660" y="924661"/>
                  <a:pt x="1718079" y="950076"/>
                </a:cubicBezTo>
                <a:lnTo>
                  <a:pt x="1708911" y="1010143"/>
                </a:lnTo>
                <a:lnTo>
                  <a:pt x="1739413" y="1047112"/>
                </a:lnTo>
                <a:cubicBezTo>
                  <a:pt x="1766811" y="1087666"/>
                  <a:pt x="1782809" y="1136555"/>
                  <a:pt x="1782809" y="1189180"/>
                </a:cubicBezTo>
                <a:cubicBezTo>
                  <a:pt x="1782809" y="1329513"/>
                  <a:pt x="1669046" y="1443276"/>
                  <a:pt x="1528713" y="1443276"/>
                </a:cubicBezTo>
                <a:cubicBezTo>
                  <a:pt x="1511171" y="1443276"/>
                  <a:pt x="1494045" y="1441498"/>
                  <a:pt x="1477504" y="1438114"/>
                </a:cubicBezTo>
                <a:lnTo>
                  <a:pt x="1469464" y="1435618"/>
                </a:lnTo>
                <a:lnTo>
                  <a:pt x="1446861" y="1456160"/>
                </a:lnTo>
                <a:cubicBezTo>
                  <a:pt x="1332511" y="1550530"/>
                  <a:pt x="1189943" y="1611930"/>
                  <a:pt x="1033711" y="1625805"/>
                </a:cubicBezTo>
                <a:lnTo>
                  <a:pt x="972376" y="1628515"/>
                </a:lnTo>
                <a:lnTo>
                  <a:pt x="941962" y="1665378"/>
                </a:lnTo>
                <a:cubicBezTo>
                  <a:pt x="895980" y="1711361"/>
                  <a:pt x="832455" y="1739801"/>
                  <a:pt x="762288" y="1739801"/>
                </a:cubicBezTo>
                <a:cubicBezTo>
                  <a:pt x="621955" y="1739801"/>
                  <a:pt x="508192" y="1626038"/>
                  <a:pt x="508192" y="1485705"/>
                </a:cubicBezTo>
                <a:lnTo>
                  <a:pt x="509460" y="1473124"/>
                </a:lnTo>
                <a:lnTo>
                  <a:pt x="457628" y="1432399"/>
                </a:lnTo>
                <a:cubicBezTo>
                  <a:pt x="377073" y="1359182"/>
                  <a:pt x="312390" y="1268811"/>
                  <a:pt x="269351" y="1167055"/>
                </a:cubicBezTo>
                <a:lnTo>
                  <a:pt x="256837" y="1132864"/>
                </a:lnTo>
                <a:lnTo>
                  <a:pt x="254096" y="1133141"/>
                </a:lnTo>
                <a:cubicBezTo>
                  <a:pt x="113763" y="1133141"/>
                  <a:pt x="0" y="1019378"/>
                  <a:pt x="0" y="879044"/>
                </a:cubicBezTo>
                <a:cubicBezTo>
                  <a:pt x="0" y="756252"/>
                  <a:pt x="87099" y="653803"/>
                  <a:pt x="202887" y="630110"/>
                </a:cubicBezTo>
                <a:lnTo>
                  <a:pt x="252284" y="625130"/>
                </a:lnTo>
                <a:lnTo>
                  <a:pt x="269351" y="578499"/>
                </a:lnTo>
                <a:cubicBezTo>
                  <a:pt x="288479" y="533275"/>
                  <a:pt x="311883" y="490299"/>
                  <a:pt x="339055" y="450078"/>
                </a:cubicBezTo>
                <a:lnTo>
                  <a:pt x="425429" y="345392"/>
                </a:lnTo>
                <a:lnTo>
                  <a:pt x="412986" y="305306"/>
                </a:lnTo>
                <a:cubicBezTo>
                  <a:pt x="409601" y="288764"/>
                  <a:pt x="407824" y="271638"/>
                  <a:pt x="407824" y="254096"/>
                </a:cubicBezTo>
                <a:cubicBezTo>
                  <a:pt x="407824" y="113763"/>
                  <a:pt x="521586" y="0"/>
                  <a:pt x="661920" y="0"/>
                </a:cubicBezTo>
                <a:close/>
              </a:path>
            </a:pathLst>
          </a:custGeom>
          <a:solidFill>
            <a:schemeClr val="bg1">
              <a:lumMod val="85000"/>
            </a:schemeClr>
          </a:solidFill>
        </p:spPr>
        <p:txBody>
          <a:bodyPr wrap="square">
            <a:noAutofit/>
          </a:bodyPr>
          <a:lstStyle/>
          <a:p>
            <a:endParaRPr lang="en-AU" dirty="0"/>
          </a:p>
        </p:txBody>
      </p:sp>
      <p:sp>
        <p:nvSpPr>
          <p:cNvPr id="44" name="Text Placeholder 21"/>
          <p:cNvSpPr>
            <a:spLocks noGrp="1"/>
          </p:cNvSpPr>
          <p:nvPr>
            <p:ph type="body" sz="quarter" idx="39"/>
          </p:nvPr>
        </p:nvSpPr>
        <p:spPr>
          <a:xfrm>
            <a:off x="9975125" y="2355972"/>
            <a:ext cx="1950027" cy="256811"/>
          </a:xfrm>
        </p:spPr>
        <p:txBody>
          <a:bodyPr>
            <a:noAutofit/>
          </a:bodyPr>
          <a:lstStyle>
            <a:lvl1pPr algn="ctr">
              <a:defRPr sz="14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5" name="Text Placeholder 21"/>
          <p:cNvSpPr>
            <a:spLocks noGrp="1"/>
          </p:cNvSpPr>
          <p:nvPr>
            <p:ph type="body" sz="quarter" idx="40"/>
          </p:nvPr>
        </p:nvSpPr>
        <p:spPr>
          <a:xfrm>
            <a:off x="9975125" y="2633648"/>
            <a:ext cx="1950027" cy="330467"/>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6" name="Text Placeholder 21"/>
          <p:cNvSpPr>
            <a:spLocks noGrp="1"/>
          </p:cNvSpPr>
          <p:nvPr>
            <p:ph type="body" sz="quarter" idx="41"/>
          </p:nvPr>
        </p:nvSpPr>
        <p:spPr>
          <a:xfrm>
            <a:off x="9975125" y="3907067"/>
            <a:ext cx="1950027" cy="256811"/>
          </a:xfrm>
        </p:spPr>
        <p:txBody>
          <a:bodyPr>
            <a:noAutofit/>
          </a:bodyPr>
          <a:lstStyle>
            <a:lvl1pPr algn="ctr">
              <a:defRPr sz="14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8" name="Text Placeholder 21"/>
          <p:cNvSpPr>
            <a:spLocks noGrp="1"/>
          </p:cNvSpPr>
          <p:nvPr>
            <p:ph type="body" sz="quarter" idx="42"/>
          </p:nvPr>
        </p:nvSpPr>
        <p:spPr>
          <a:xfrm>
            <a:off x="9975125" y="4184743"/>
            <a:ext cx="1950027" cy="330467"/>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9" name="Text Placeholder 21"/>
          <p:cNvSpPr>
            <a:spLocks noGrp="1"/>
          </p:cNvSpPr>
          <p:nvPr>
            <p:ph type="body" sz="quarter" idx="43"/>
          </p:nvPr>
        </p:nvSpPr>
        <p:spPr>
          <a:xfrm>
            <a:off x="9975125" y="5398106"/>
            <a:ext cx="1950027" cy="256811"/>
          </a:xfrm>
        </p:spPr>
        <p:txBody>
          <a:bodyPr>
            <a:noAutofit/>
          </a:bodyPr>
          <a:lstStyle>
            <a:lvl1pPr algn="ctr">
              <a:defRPr sz="14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50" name="Text Placeholder 21"/>
          <p:cNvSpPr>
            <a:spLocks noGrp="1"/>
          </p:cNvSpPr>
          <p:nvPr>
            <p:ph type="body" sz="quarter" idx="44"/>
          </p:nvPr>
        </p:nvSpPr>
        <p:spPr>
          <a:xfrm>
            <a:off x="9975125" y="5675782"/>
            <a:ext cx="1950027" cy="330467"/>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Tree>
    <p:extLst>
      <p:ext uri="{BB962C8B-B14F-4D97-AF65-F5344CB8AC3E}">
        <p14:creationId xmlns:p14="http://schemas.microsoft.com/office/powerpoint/2010/main" val="7376731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53" presetClass="entr" presetSubtype="16" fill="hold" grpId="0" nodeType="afterEffect">
                                  <p:stCondLst>
                                    <p:cond delay="0"/>
                                  </p:stCondLst>
                                  <p:childTnLst>
                                    <p:set>
                                      <p:cBhvr>
                                        <p:cTn id="20" dur="1" fill="hold">
                                          <p:stCondLst>
                                            <p:cond delay="0"/>
                                          </p:stCondLst>
                                        </p:cTn>
                                        <p:tgtEl>
                                          <p:spTgt spid="39"/>
                                        </p:tgtEl>
                                        <p:attrNameLst>
                                          <p:attrName>style.visibility</p:attrName>
                                        </p:attrNameLst>
                                      </p:cBhvr>
                                      <p:to>
                                        <p:strVal val="visible"/>
                                      </p:to>
                                    </p:set>
                                    <p:anim calcmode="lin" valueType="num">
                                      <p:cBhvr>
                                        <p:cTn id="21" dur="500" fill="hold"/>
                                        <p:tgtEl>
                                          <p:spTgt spid="39"/>
                                        </p:tgtEl>
                                        <p:attrNameLst>
                                          <p:attrName>ppt_w</p:attrName>
                                        </p:attrNameLst>
                                      </p:cBhvr>
                                      <p:tavLst>
                                        <p:tav tm="0">
                                          <p:val>
                                            <p:fltVal val="0"/>
                                          </p:val>
                                        </p:tav>
                                        <p:tav tm="100000">
                                          <p:val>
                                            <p:strVal val="#ppt_w"/>
                                          </p:val>
                                        </p:tav>
                                      </p:tavLst>
                                    </p:anim>
                                    <p:anim calcmode="lin" valueType="num">
                                      <p:cBhvr>
                                        <p:cTn id="22" dur="500" fill="hold"/>
                                        <p:tgtEl>
                                          <p:spTgt spid="39"/>
                                        </p:tgtEl>
                                        <p:attrNameLst>
                                          <p:attrName>ppt_h</p:attrName>
                                        </p:attrNameLst>
                                      </p:cBhvr>
                                      <p:tavLst>
                                        <p:tav tm="0">
                                          <p:val>
                                            <p:fltVal val="0"/>
                                          </p:val>
                                        </p:tav>
                                        <p:tav tm="100000">
                                          <p:val>
                                            <p:strVal val="#ppt_h"/>
                                          </p:val>
                                        </p:tav>
                                      </p:tavLst>
                                    </p:anim>
                                    <p:animEffect transition="in" filter="fade">
                                      <p:cBhvr>
                                        <p:cTn id="23" dur="500"/>
                                        <p:tgtEl>
                                          <p:spTgt spid="39"/>
                                        </p:tgtEl>
                                      </p:cBhvr>
                                    </p:animEffect>
                                  </p:childTnLst>
                                </p:cTn>
                              </p:par>
                            </p:childTnLst>
                          </p:cTn>
                        </p:par>
                        <p:par>
                          <p:cTn id="24" fill="hold">
                            <p:stCondLst>
                              <p:cond delay="2000"/>
                            </p:stCondLst>
                            <p:childTnLst>
                              <p:par>
                                <p:cTn id="25" presetID="53" presetClass="entr" presetSubtype="16" fill="hold" grpId="0" nodeType="afterEffect" nodePh="1">
                                  <p:stCondLst>
                                    <p:cond delay="0"/>
                                  </p:stCondLst>
                                  <p:endCondLst>
                                    <p:cond evt="begin" delay="0">
                                      <p:tn val="25"/>
                                    </p:cond>
                                  </p:endCondLst>
                                  <p:childTnLst>
                                    <p:set>
                                      <p:cBhvr>
                                        <p:cTn id="26" dur="1" fill="hold">
                                          <p:stCondLst>
                                            <p:cond delay="0"/>
                                          </p:stCondLst>
                                        </p:cTn>
                                        <p:tgtEl>
                                          <p:spTgt spid="15">
                                            <p:txEl>
                                              <p:pRg st="0" end="0"/>
                                            </p:txEl>
                                          </p:spTgt>
                                        </p:tgtEl>
                                        <p:attrNameLst>
                                          <p:attrName>style.visibility</p:attrName>
                                        </p:attrNameLst>
                                      </p:cBhvr>
                                      <p:to>
                                        <p:strVal val="visible"/>
                                      </p:to>
                                    </p:set>
                                    <p:anim calcmode="lin" valueType="num">
                                      <p:cBhvr>
                                        <p:cTn id="27" dur="500" fill="hold"/>
                                        <p:tgtEl>
                                          <p:spTgt spid="15">
                                            <p:txEl>
                                              <p:pRg st="0" end="0"/>
                                            </p:txEl>
                                          </p:spTgt>
                                        </p:tgtEl>
                                        <p:attrNameLst>
                                          <p:attrName>ppt_w</p:attrName>
                                        </p:attrNameLst>
                                      </p:cBhvr>
                                      <p:tavLst>
                                        <p:tav tm="0">
                                          <p:val>
                                            <p:fltVal val="0"/>
                                          </p:val>
                                        </p:tav>
                                        <p:tav tm="100000">
                                          <p:val>
                                            <p:strVal val="#ppt_w"/>
                                          </p:val>
                                        </p:tav>
                                      </p:tavLst>
                                    </p:anim>
                                    <p:anim calcmode="lin" valueType="num">
                                      <p:cBhvr>
                                        <p:cTn id="28" dur="500" fill="hold"/>
                                        <p:tgtEl>
                                          <p:spTgt spid="15">
                                            <p:txEl>
                                              <p:pRg st="0" end="0"/>
                                            </p:txEl>
                                          </p:spTgt>
                                        </p:tgtEl>
                                        <p:attrNameLst>
                                          <p:attrName>ppt_h</p:attrName>
                                        </p:attrNameLst>
                                      </p:cBhvr>
                                      <p:tavLst>
                                        <p:tav tm="0">
                                          <p:val>
                                            <p:fltVal val="0"/>
                                          </p:val>
                                        </p:tav>
                                        <p:tav tm="100000">
                                          <p:val>
                                            <p:strVal val="#ppt_h"/>
                                          </p:val>
                                        </p:tav>
                                      </p:tavLst>
                                    </p:anim>
                                    <p:animEffect transition="in" filter="fade">
                                      <p:cBhvr>
                                        <p:cTn id="29" dur="500"/>
                                        <p:tgtEl>
                                          <p:spTgt spid="15">
                                            <p:txEl>
                                              <p:pRg st="0" end="0"/>
                                            </p:txEl>
                                          </p:spTgt>
                                        </p:tgtEl>
                                      </p:cBhvr>
                                    </p:animEffect>
                                  </p:childTnLst>
                                </p:cTn>
                              </p:par>
                            </p:childTnLst>
                          </p:cTn>
                        </p:par>
                        <p:par>
                          <p:cTn id="30" fill="hold">
                            <p:stCondLst>
                              <p:cond delay="2500"/>
                            </p:stCondLst>
                            <p:childTnLst>
                              <p:par>
                                <p:cTn id="31" presetID="42" presetClass="entr" presetSubtype="0" fill="hold" grpId="0" nodeType="afterEffect" nodePh="1">
                                  <p:stCondLst>
                                    <p:cond delay="0"/>
                                  </p:stCondLst>
                                  <p:endCondLst>
                                    <p:cond evt="begin" delay="0">
                                      <p:tn val="31"/>
                                    </p:cond>
                                  </p:endCondLst>
                                  <p:childTnLst>
                                    <p:set>
                                      <p:cBhvr>
                                        <p:cTn id="32" dur="1" fill="hold">
                                          <p:stCondLst>
                                            <p:cond delay="0"/>
                                          </p:stCondLst>
                                        </p:cTn>
                                        <p:tgtEl>
                                          <p:spTgt spid="16">
                                            <p:txEl>
                                              <p:pRg st="0" end="0"/>
                                            </p:txEl>
                                          </p:spTgt>
                                        </p:tgtEl>
                                        <p:attrNameLst>
                                          <p:attrName>style.visibility</p:attrName>
                                        </p:attrNameLst>
                                      </p:cBhvr>
                                      <p:to>
                                        <p:strVal val="visible"/>
                                      </p:to>
                                    </p:set>
                                    <p:animEffect transition="in" filter="fade">
                                      <p:cBhvr>
                                        <p:cTn id="33" dur="500"/>
                                        <p:tgtEl>
                                          <p:spTgt spid="16">
                                            <p:txEl>
                                              <p:pRg st="0" end="0"/>
                                            </p:txEl>
                                          </p:spTgt>
                                        </p:tgtEl>
                                      </p:cBhvr>
                                    </p:animEffect>
                                    <p:anim calcmode="lin" valueType="num">
                                      <p:cBhvr>
                                        <p:cTn id="34" dur="500" fill="hold"/>
                                        <p:tgtEl>
                                          <p:spTgt spid="16">
                                            <p:txEl>
                                              <p:pRg st="0" end="0"/>
                                            </p:txEl>
                                          </p:spTgt>
                                        </p:tgtEl>
                                        <p:attrNameLst>
                                          <p:attrName>ppt_x</p:attrName>
                                        </p:attrNameLst>
                                      </p:cBhvr>
                                      <p:tavLst>
                                        <p:tav tm="0">
                                          <p:val>
                                            <p:strVal val="#ppt_x"/>
                                          </p:val>
                                        </p:tav>
                                        <p:tav tm="100000">
                                          <p:val>
                                            <p:strVal val="#ppt_x"/>
                                          </p:val>
                                        </p:tav>
                                      </p:tavLst>
                                    </p:anim>
                                    <p:anim calcmode="lin" valueType="num">
                                      <p:cBhvr>
                                        <p:cTn id="35" dur="500" fill="hold"/>
                                        <p:tgtEl>
                                          <p:spTgt spid="16">
                                            <p:txEl>
                                              <p:pRg st="0" end="0"/>
                                            </p:txEl>
                                          </p:spTgt>
                                        </p:tgtEl>
                                        <p:attrNameLst>
                                          <p:attrName>ppt_y</p:attrName>
                                        </p:attrNameLst>
                                      </p:cBhvr>
                                      <p:tavLst>
                                        <p:tav tm="0">
                                          <p:val>
                                            <p:strVal val="#ppt_y+.1"/>
                                          </p:val>
                                        </p:tav>
                                        <p:tav tm="100000">
                                          <p:val>
                                            <p:strVal val="#ppt_y"/>
                                          </p:val>
                                        </p:tav>
                                      </p:tavLst>
                                    </p:anim>
                                  </p:childTnLst>
                                </p:cTn>
                              </p:par>
                            </p:childTnLst>
                          </p:cTn>
                        </p:par>
                        <p:par>
                          <p:cTn id="36" fill="hold">
                            <p:stCondLst>
                              <p:cond delay="3000"/>
                            </p:stCondLst>
                            <p:childTnLst>
                              <p:par>
                                <p:cTn id="37" presetID="22" presetClass="entr" presetSubtype="8" fill="hold" nodeType="afterEffect">
                                  <p:stCondLst>
                                    <p:cond delay="0"/>
                                  </p:stCondLst>
                                  <p:childTnLst>
                                    <p:set>
                                      <p:cBhvr>
                                        <p:cTn id="38" dur="1" fill="hold">
                                          <p:stCondLst>
                                            <p:cond delay="0"/>
                                          </p:stCondLst>
                                        </p:cTn>
                                        <p:tgtEl>
                                          <p:spTgt spid="12"/>
                                        </p:tgtEl>
                                        <p:attrNameLst>
                                          <p:attrName>style.visibility</p:attrName>
                                        </p:attrNameLst>
                                      </p:cBhvr>
                                      <p:to>
                                        <p:strVal val="visible"/>
                                      </p:to>
                                    </p:set>
                                    <p:animEffect transition="in" filter="wipe(left)">
                                      <p:cBhvr>
                                        <p:cTn id="39" dur="500"/>
                                        <p:tgtEl>
                                          <p:spTgt spid="12"/>
                                        </p:tgtEl>
                                      </p:cBhvr>
                                    </p:animEffect>
                                  </p:childTnLst>
                                </p:cTn>
                              </p:par>
                            </p:childTnLst>
                          </p:cTn>
                        </p:par>
                        <p:par>
                          <p:cTn id="40" fill="hold">
                            <p:stCondLst>
                              <p:cond delay="3500"/>
                            </p:stCondLst>
                            <p:childTnLst>
                              <p:par>
                                <p:cTn id="41" presetID="10" presetClass="entr" presetSubtype="0" fill="hold" grpId="0" nodeType="afterEffect">
                                  <p:stCondLst>
                                    <p:cond delay="0"/>
                                  </p:stCondLst>
                                  <p:childTnLst>
                                    <p:set>
                                      <p:cBhvr>
                                        <p:cTn id="42" dur="1" fill="hold">
                                          <p:stCondLst>
                                            <p:cond delay="0"/>
                                          </p:stCondLst>
                                        </p:cTn>
                                        <p:tgtEl>
                                          <p:spTgt spid="41"/>
                                        </p:tgtEl>
                                        <p:attrNameLst>
                                          <p:attrName>style.visibility</p:attrName>
                                        </p:attrNameLst>
                                      </p:cBhvr>
                                      <p:to>
                                        <p:strVal val="visible"/>
                                      </p:to>
                                    </p:set>
                                    <p:animEffect transition="in" filter="fade">
                                      <p:cBhvr>
                                        <p:cTn id="43" dur="500"/>
                                        <p:tgtEl>
                                          <p:spTgt spid="41"/>
                                        </p:tgtEl>
                                      </p:cBhvr>
                                    </p:animEffect>
                                  </p:childTnLst>
                                </p:cTn>
                              </p:par>
                            </p:childTnLst>
                          </p:cTn>
                        </p:par>
                        <p:par>
                          <p:cTn id="44" fill="hold">
                            <p:stCondLst>
                              <p:cond delay="4000"/>
                            </p:stCondLst>
                            <p:childTnLst>
                              <p:par>
                                <p:cTn id="45" presetID="53" presetClass="entr" presetSubtype="16" fill="hold" grpId="0" nodeType="afterEffect" nodePh="1">
                                  <p:stCondLst>
                                    <p:cond delay="0"/>
                                  </p:stCondLst>
                                  <p:endCondLst>
                                    <p:cond evt="begin" delay="0">
                                      <p:tn val="45"/>
                                    </p:cond>
                                  </p:endCondLst>
                                  <p:childTnLst>
                                    <p:set>
                                      <p:cBhvr>
                                        <p:cTn id="46" dur="1" fill="hold">
                                          <p:stCondLst>
                                            <p:cond delay="0"/>
                                          </p:stCondLst>
                                        </p:cTn>
                                        <p:tgtEl>
                                          <p:spTgt spid="17">
                                            <p:txEl>
                                              <p:pRg st="0" end="0"/>
                                            </p:txEl>
                                          </p:spTgt>
                                        </p:tgtEl>
                                        <p:attrNameLst>
                                          <p:attrName>style.visibility</p:attrName>
                                        </p:attrNameLst>
                                      </p:cBhvr>
                                      <p:to>
                                        <p:strVal val="visible"/>
                                      </p:to>
                                    </p:set>
                                    <p:anim calcmode="lin" valueType="num">
                                      <p:cBhvr>
                                        <p:cTn id="47" dur="500" fill="hold"/>
                                        <p:tgtEl>
                                          <p:spTgt spid="17">
                                            <p:txEl>
                                              <p:pRg st="0" end="0"/>
                                            </p:txEl>
                                          </p:spTgt>
                                        </p:tgtEl>
                                        <p:attrNameLst>
                                          <p:attrName>ppt_w</p:attrName>
                                        </p:attrNameLst>
                                      </p:cBhvr>
                                      <p:tavLst>
                                        <p:tav tm="0">
                                          <p:val>
                                            <p:fltVal val="0"/>
                                          </p:val>
                                        </p:tav>
                                        <p:tav tm="100000">
                                          <p:val>
                                            <p:strVal val="#ppt_w"/>
                                          </p:val>
                                        </p:tav>
                                      </p:tavLst>
                                    </p:anim>
                                    <p:anim calcmode="lin" valueType="num">
                                      <p:cBhvr>
                                        <p:cTn id="48" dur="500" fill="hold"/>
                                        <p:tgtEl>
                                          <p:spTgt spid="17">
                                            <p:txEl>
                                              <p:pRg st="0" end="0"/>
                                            </p:txEl>
                                          </p:spTgt>
                                        </p:tgtEl>
                                        <p:attrNameLst>
                                          <p:attrName>ppt_h</p:attrName>
                                        </p:attrNameLst>
                                      </p:cBhvr>
                                      <p:tavLst>
                                        <p:tav tm="0">
                                          <p:val>
                                            <p:fltVal val="0"/>
                                          </p:val>
                                        </p:tav>
                                        <p:tav tm="100000">
                                          <p:val>
                                            <p:strVal val="#ppt_h"/>
                                          </p:val>
                                        </p:tav>
                                      </p:tavLst>
                                    </p:anim>
                                    <p:animEffect transition="in" filter="fade">
                                      <p:cBhvr>
                                        <p:cTn id="49" dur="500"/>
                                        <p:tgtEl>
                                          <p:spTgt spid="17">
                                            <p:txEl>
                                              <p:pRg st="0" end="0"/>
                                            </p:txEl>
                                          </p:spTgt>
                                        </p:tgtEl>
                                      </p:cBhvr>
                                    </p:animEffect>
                                  </p:childTnLst>
                                </p:cTn>
                              </p:par>
                            </p:childTnLst>
                          </p:cTn>
                        </p:par>
                        <p:par>
                          <p:cTn id="50" fill="hold">
                            <p:stCondLst>
                              <p:cond delay="4500"/>
                            </p:stCondLst>
                            <p:childTnLst>
                              <p:par>
                                <p:cTn id="51" presetID="42" presetClass="entr" presetSubtype="0" fill="hold" grpId="0" nodeType="afterEffect" nodePh="1">
                                  <p:stCondLst>
                                    <p:cond delay="0"/>
                                  </p:stCondLst>
                                  <p:endCondLst>
                                    <p:cond evt="begin" delay="0">
                                      <p:tn val="51"/>
                                    </p:cond>
                                  </p:endCondLst>
                                  <p:childTnLst>
                                    <p:set>
                                      <p:cBhvr>
                                        <p:cTn id="52" dur="1" fill="hold">
                                          <p:stCondLst>
                                            <p:cond delay="0"/>
                                          </p:stCondLst>
                                        </p:cTn>
                                        <p:tgtEl>
                                          <p:spTgt spid="18">
                                            <p:txEl>
                                              <p:pRg st="0" end="0"/>
                                            </p:txEl>
                                          </p:spTgt>
                                        </p:tgtEl>
                                        <p:attrNameLst>
                                          <p:attrName>style.visibility</p:attrName>
                                        </p:attrNameLst>
                                      </p:cBhvr>
                                      <p:to>
                                        <p:strVal val="visible"/>
                                      </p:to>
                                    </p:set>
                                    <p:animEffect transition="in" filter="fade">
                                      <p:cBhvr>
                                        <p:cTn id="53" dur="500"/>
                                        <p:tgtEl>
                                          <p:spTgt spid="18">
                                            <p:txEl>
                                              <p:pRg st="0" end="0"/>
                                            </p:txEl>
                                          </p:spTgt>
                                        </p:tgtEl>
                                      </p:cBhvr>
                                    </p:animEffect>
                                    <p:anim calcmode="lin" valueType="num">
                                      <p:cBhvr>
                                        <p:cTn id="54" dur="500" fill="hold"/>
                                        <p:tgtEl>
                                          <p:spTgt spid="18">
                                            <p:txEl>
                                              <p:pRg st="0" end="0"/>
                                            </p:txEl>
                                          </p:spTgt>
                                        </p:tgtEl>
                                        <p:attrNameLst>
                                          <p:attrName>ppt_x</p:attrName>
                                        </p:attrNameLst>
                                      </p:cBhvr>
                                      <p:tavLst>
                                        <p:tav tm="0">
                                          <p:val>
                                            <p:strVal val="#ppt_x"/>
                                          </p:val>
                                        </p:tav>
                                        <p:tav tm="100000">
                                          <p:val>
                                            <p:strVal val="#ppt_x"/>
                                          </p:val>
                                        </p:tav>
                                      </p:tavLst>
                                    </p:anim>
                                    <p:anim calcmode="lin" valueType="num">
                                      <p:cBhvr>
                                        <p:cTn id="55" dur="500" fill="hold"/>
                                        <p:tgtEl>
                                          <p:spTgt spid="18">
                                            <p:txEl>
                                              <p:pRg st="0" end="0"/>
                                            </p:txEl>
                                          </p:spTgt>
                                        </p:tgtEl>
                                        <p:attrNameLst>
                                          <p:attrName>ppt_y</p:attrName>
                                        </p:attrNameLst>
                                      </p:cBhvr>
                                      <p:tavLst>
                                        <p:tav tm="0">
                                          <p:val>
                                            <p:strVal val="#ppt_y+.1"/>
                                          </p:val>
                                        </p:tav>
                                        <p:tav tm="100000">
                                          <p:val>
                                            <p:strVal val="#ppt_y"/>
                                          </p:val>
                                        </p:tav>
                                      </p:tavLst>
                                    </p:anim>
                                  </p:childTnLst>
                                </p:cTn>
                              </p:par>
                            </p:childTnLst>
                          </p:cTn>
                        </p:par>
                        <p:par>
                          <p:cTn id="56" fill="hold">
                            <p:stCondLst>
                              <p:cond delay="5000"/>
                            </p:stCondLst>
                            <p:childTnLst>
                              <p:par>
                                <p:cTn id="57" presetID="22" presetClass="entr" presetSubtype="8" fill="hold" nodeType="afterEffect">
                                  <p:stCondLst>
                                    <p:cond delay="0"/>
                                  </p:stCondLst>
                                  <p:childTnLst>
                                    <p:set>
                                      <p:cBhvr>
                                        <p:cTn id="58" dur="1" fill="hold">
                                          <p:stCondLst>
                                            <p:cond delay="0"/>
                                          </p:stCondLst>
                                        </p:cTn>
                                        <p:tgtEl>
                                          <p:spTgt spid="43"/>
                                        </p:tgtEl>
                                        <p:attrNameLst>
                                          <p:attrName>style.visibility</p:attrName>
                                        </p:attrNameLst>
                                      </p:cBhvr>
                                      <p:to>
                                        <p:strVal val="visible"/>
                                      </p:to>
                                    </p:set>
                                    <p:animEffect transition="in" filter="wipe(left)">
                                      <p:cBhvr>
                                        <p:cTn id="59" dur="500"/>
                                        <p:tgtEl>
                                          <p:spTgt spid="43"/>
                                        </p:tgtEl>
                                      </p:cBhvr>
                                    </p:animEffect>
                                  </p:childTnLst>
                                </p:cTn>
                              </p:par>
                            </p:childTnLst>
                          </p:cTn>
                        </p:par>
                        <p:par>
                          <p:cTn id="60" fill="hold">
                            <p:stCondLst>
                              <p:cond delay="5500"/>
                            </p:stCondLst>
                            <p:childTnLst>
                              <p:par>
                                <p:cTn id="61" presetID="10" presetClass="entr" presetSubtype="0" fill="hold" grpId="0" nodeType="afterEffect">
                                  <p:stCondLst>
                                    <p:cond delay="0"/>
                                  </p:stCondLst>
                                  <p:childTnLst>
                                    <p:set>
                                      <p:cBhvr>
                                        <p:cTn id="62" dur="1" fill="hold">
                                          <p:stCondLst>
                                            <p:cond delay="0"/>
                                          </p:stCondLst>
                                        </p:cTn>
                                        <p:tgtEl>
                                          <p:spTgt spid="42"/>
                                        </p:tgtEl>
                                        <p:attrNameLst>
                                          <p:attrName>style.visibility</p:attrName>
                                        </p:attrNameLst>
                                      </p:cBhvr>
                                      <p:to>
                                        <p:strVal val="visible"/>
                                      </p:to>
                                    </p:set>
                                    <p:animEffect transition="in" filter="fade">
                                      <p:cBhvr>
                                        <p:cTn id="63" dur="500"/>
                                        <p:tgtEl>
                                          <p:spTgt spid="42"/>
                                        </p:tgtEl>
                                      </p:cBhvr>
                                    </p:animEffect>
                                  </p:childTnLst>
                                </p:cTn>
                              </p:par>
                            </p:childTnLst>
                          </p:cTn>
                        </p:par>
                        <p:par>
                          <p:cTn id="64" fill="hold">
                            <p:stCondLst>
                              <p:cond delay="6000"/>
                            </p:stCondLst>
                            <p:childTnLst>
                              <p:par>
                                <p:cTn id="65" presetID="53" presetClass="entr" presetSubtype="16" fill="hold" grpId="0" nodeType="afterEffect" nodePh="1">
                                  <p:stCondLst>
                                    <p:cond delay="0"/>
                                  </p:stCondLst>
                                  <p:endCondLst>
                                    <p:cond evt="begin" delay="0">
                                      <p:tn val="65"/>
                                    </p:cond>
                                  </p:endCondLst>
                                  <p:childTnLst>
                                    <p:set>
                                      <p:cBhvr>
                                        <p:cTn id="66" dur="1" fill="hold">
                                          <p:stCondLst>
                                            <p:cond delay="0"/>
                                          </p:stCondLst>
                                        </p:cTn>
                                        <p:tgtEl>
                                          <p:spTgt spid="19">
                                            <p:txEl>
                                              <p:pRg st="0" end="0"/>
                                            </p:txEl>
                                          </p:spTgt>
                                        </p:tgtEl>
                                        <p:attrNameLst>
                                          <p:attrName>style.visibility</p:attrName>
                                        </p:attrNameLst>
                                      </p:cBhvr>
                                      <p:to>
                                        <p:strVal val="visible"/>
                                      </p:to>
                                    </p:set>
                                    <p:anim calcmode="lin" valueType="num">
                                      <p:cBhvr>
                                        <p:cTn id="67" dur="500" fill="hold"/>
                                        <p:tgtEl>
                                          <p:spTgt spid="19">
                                            <p:txEl>
                                              <p:pRg st="0" end="0"/>
                                            </p:txEl>
                                          </p:spTgt>
                                        </p:tgtEl>
                                        <p:attrNameLst>
                                          <p:attrName>ppt_w</p:attrName>
                                        </p:attrNameLst>
                                      </p:cBhvr>
                                      <p:tavLst>
                                        <p:tav tm="0">
                                          <p:val>
                                            <p:fltVal val="0"/>
                                          </p:val>
                                        </p:tav>
                                        <p:tav tm="100000">
                                          <p:val>
                                            <p:strVal val="#ppt_w"/>
                                          </p:val>
                                        </p:tav>
                                      </p:tavLst>
                                    </p:anim>
                                    <p:anim calcmode="lin" valueType="num">
                                      <p:cBhvr>
                                        <p:cTn id="68" dur="500" fill="hold"/>
                                        <p:tgtEl>
                                          <p:spTgt spid="19">
                                            <p:txEl>
                                              <p:pRg st="0" end="0"/>
                                            </p:txEl>
                                          </p:spTgt>
                                        </p:tgtEl>
                                        <p:attrNameLst>
                                          <p:attrName>ppt_h</p:attrName>
                                        </p:attrNameLst>
                                      </p:cBhvr>
                                      <p:tavLst>
                                        <p:tav tm="0">
                                          <p:val>
                                            <p:fltVal val="0"/>
                                          </p:val>
                                        </p:tav>
                                        <p:tav tm="100000">
                                          <p:val>
                                            <p:strVal val="#ppt_h"/>
                                          </p:val>
                                        </p:tav>
                                      </p:tavLst>
                                    </p:anim>
                                    <p:animEffect transition="in" filter="fade">
                                      <p:cBhvr>
                                        <p:cTn id="69" dur="500"/>
                                        <p:tgtEl>
                                          <p:spTgt spid="19">
                                            <p:txEl>
                                              <p:pRg st="0" end="0"/>
                                            </p:txEl>
                                          </p:spTgt>
                                        </p:tgtEl>
                                      </p:cBhvr>
                                    </p:animEffect>
                                  </p:childTnLst>
                                </p:cTn>
                              </p:par>
                            </p:childTnLst>
                          </p:cTn>
                        </p:par>
                        <p:par>
                          <p:cTn id="70" fill="hold">
                            <p:stCondLst>
                              <p:cond delay="6500"/>
                            </p:stCondLst>
                            <p:childTnLst>
                              <p:par>
                                <p:cTn id="71" presetID="42" presetClass="entr" presetSubtype="0" fill="hold" grpId="0" nodeType="afterEffect" nodePh="1">
                                  <p:stCondLst>
                                    <p:cond delay="0"/>
                                  </p:stCondLst>
                                  <p:endCondLst>
                                    <p:cond evt="begin" delay="0">
                                      <p:tn val="71"/>
                                    </p:cond>
                                  </p:endCondLst>
                                  <p:childTnLst>
                                    <p:set>
                                      <p:cBhvr>
                                        <p:cTn id="72" dur="1" fill="hold">
                                          <p:stCondLst>
                                            <p:cond delay="0"/>
                                          </p:stCondLst>
                                        </p:cTn>
                                        <p:tgtEl>
                                          <p:spTgt spid="20">
                                            <p:txEl>
                                              <p:pRg st="0" end="0"/>
                                            </p:txEl>
                                          </p:spTgt>
                                        </p:tgtEl>
                                        <p:attrNameLst>
                                          <p:attrName>style.visibility</p:attrName>
                                        </p:attrNameLst>
                                      </p:cBhvr>
                                      <p:to>
                                        <p:strVal val="visible"/>
                                      </p:to>
                                    </p:set>
                                    <p:animEffect transition="in" filter="fade">
                                      <p:cBhvr>
                                        <p:cTn id="73" dur="500"/>
                                        <p:tgtEl>
                                          <p:spTgt spid="20">
                                            <p:txEl>
                                              <p:pRg st="0" end="0"/>
                                            </p:txEl>
                                          </p:spTgt>
                                        </p:tgtEl>
                                      </p:cBhvr>
                                    </p:animEffect>
                                    <p:anim calcmode="lin" valueType="num">
                                      <p:cBhvr>
                                        <p:cTn id="74" dur="500" fill="hold"/>
                                        <p:tgtEl>
                                          <p:spTgt spid="20">
                                            <p:txEl>
                                              <p:pRg st="0" end="0"/>
                                            </p:txEl>
                                          </p:spTgt>
                                        </p:tgtEl>
                                        <p:attrNameLst>
                                          <p:attrName>ppt_x</p:attrName>
                                        </p:attrNameLst>
                                      </p:cBhvr>
                                      <p:tavLst>
                                        <p:tav tm="0">
                                          <p:val>
                                            <p:strVal val="#ppt_x"/>
                                          </p:val>
                                        </p:tav>
                                        <p:tav tm="100000">
                                          <p:val>
                                            <p:strVal val="#ppt_x"/>
                                          </p:val>
                                        </p:tav>
                                      </p:tavLst>
                                    </p:anim>
                                    <p:anim calcmode="lin" valueType="num">
                                      <p:cBhvr>
                                        <p:cTn id="75" dur="500" fill="hold"/>
                                        <p:tgtEl>
                                          <p:spTgt spid="20">
                                            <p:txEl>
                                              <p:pRg st="0" end="0"/>
                                            </p:txEl>
                                          </p:spTgt>
                                        </p:tgtEl>
                                        <p:attrNameLst>
                                          <p:attrName>ppt_y</p:attrName>
                                        </p:attrNameLst>
                                      </p:cBhvr>
                                      <p:tavLst>
                                        <p:tav tm="0">
                                          <p:val>
                                            <p:strVal val="#ppt_y+.1"/>
                                          </p:val>
                                        </p:tav>
                                        <p:tav tm="100000">
                                          <p:val>
                                            <p:strVal val="#ppt_y"/>
                                          </p:val>
                                        </p:tav>
                                      </p:tavLst>
                                    </p:anim>
                                  </p:childTnLst>
                                </p:cTn>
                              </p:par>
                            </p:childTnLst>
                          </p:cTn>
                        </p:par>
                        <p:par>
                          <p:cTn id="76" fill="hold">
                            <p:stCondLst>
                              <p:cond delay="7000"/>
                            </p:stCondLst>
                            <p:childTnLst>
                              <p:par>
                                <p:cTn id="77" presetID="22" presetClass="entr" presetSubtype="8" fill="hold" nodeType="afterEffect">
                                  <p:stCondLst>
                                    <p:cond delay="0"/>
                                  </p:stCondLst>
                                  <p:childTnLst>
                                    <p:set>
                                      <p:cBhvr>
                                        <p:cTn id="78" dur="1" fill="hold">
                                          <p:stCondLst>
                                            <p:cond delay="0"/>
                                          </p:stCondLst>
                                        </p:cTn>
                                        <p:tgtEl>
                                          <p:spTgt spid="47"/>
                                        </p:tgtEl>
                                        <p:attrNameLst>
                                          <p:attrName>style.visibility</p:attrName>
                                        </p:attrNameLst>
                                      </p:cBhvr>
                                      <p:to>
                                        <p:strVal val="visible"/>
                                      </p:to>
                                    </p:set>
                                    <p:animEffect transition="in" filter="wipe(left)">
                                      <p:cBhvr>
                                        <p:cTn id="79" dur="500"/>
                                        <p:tgtEl>
                                          <p:spTgt spid="47"/>
                                        </p:tgtEl>
                                      </p:cBhvr>
                                    </p:animEffect>
                                  </p:childTnLst>
                                </p:cTn>
                              </p:par>
                            </p:childTnLst>
                          </p:cTn>
                        </p:par>
                        <p:par>
                          <p:cTn id="80" fill="hold">
                            <p:stCondLst>
                              <p:cond delay="7500"/>
                            </p:stCondLst>
                            <p:childTnLst>
                              <p:par>
                                <p:cTn id="81" presetID="10" presetClass="entr" presetSubtype="0" fill="hold" grpId="0" nodeType="afterEffect">
                                  <p:stCondLst>
                                    <p:cond delay="0"/>
                                  </p:stCondLst>
                                  <p:childTnLst>
                                    <p:set>
                                      <p:cBhvr>
                                        <p:cTn id="82" dur="1" fill="hold">
                                          <p:stCondLst>
                                            <p:cond delay="0"/>
                                          </p:stCondLst>
                                        </p:cTn>
                                        <p:tgtEl>
                                          <p:spTgt spid="40"/>
                                        </p:tgtEl>
                                        <p:attrNameLst>
                                          <p:attrName>style.visibility</p:attrName>
                                        </p:attrNameLst>
                                      </p:cBhvr>
                                      <p:to>
                                        <p:strVal val="visible"/>
                                      </p:to>
                                    </p:set>
                                    <p:animEffect transition="in" filter="fade">
                                      <p:cBhvr>
                                        <p:cTn id="83" dur="500"/>
                                        <p:tgtEl>
                                          <p:spTgt spid="40"/>
                                        </p:tgtEl>
                                      </p:cBhvr>
                                    </p:animEffect>
                                  </p:childTnLst>
                                </p:cTn>
                              </p:par>
                            </p:childTnLst>
                          </p:cTn>
                        </p:par>
                        <p:par>
                          <p:cTn id="84" fill="hold">
                            <p:stCondLst>
                              <p:cond delay="8000"/>
                            </p:stCondLst>
                            <p:childTnLst>
                              <p:par>
                                <p:cTn id="85" presetID="53" presetClass="entr" presetSubtype="16" fill="hold" grpId="0" nodeType="afterEffect" nodePh="1">
                                  <p:stCondLst>
                                    <p:cond delay="0"/>
                                  </p:stCondLst>
                                  <p:endCondLst>
                                    <p:cond evt="begin" delay="0">
                                      <p:tn val="85"/>
                                    </p:cond>
                                  </p:endCondLst>
                                  <p:childTnLst>
                                    <p:set>
                                      <p:cBhvr>
                                        <p:cTn id="86" dur="1" fill="hold">
                                          <p:stCondLst>
                                            <p:cond delay="0"/>
                                          </p:stCondLst>
                                        </p:cTn>
                                        <p:tgtEl>
                                          <p:spTgt spid="28">
                                            <p:txEl>
                                              <p:pRg st="0" end="0"/>
                                            </p:txEl>
                                          </p:spTgt>
                                        </p:tgtEl>
                                        <p:attrNameLst>
                                          <p:attrName>style.visibility</p:attrName>
                                        </p:attrNameLst>
                                      </p:cBhvr>
                                      <p:to>
                                        <p:strVal val="visible"/>
                                      </p:to>
                                    </p:set>
                                    <p:anim calcmode="lin" valueType="num">
                                      <p:cBhvr>
                                        <p:cTn id="87" dur="500" fill="hold"/>
                                        <p:tgtEl>
                                          <p:spTgt spid="28">
                                            <p:txEl>
                                              <p:pRg st="0" end="0"/>
                                            </p:txEl>
                                          </p:spTgt>
                                        </p:tgtEl>
                                        <p:attrNameLst>
                                          <p:attrName>ppt_w</p:attrName>
                                        </p:attrNameLst>
                                      </p:cBhvr>
                                      <p:tavLst>
                                        <p:tav tm="0">
                                          <p:val>
                                            <p:fltVal val="0"/>
                                          </p:val>
                                        </p:tav>
                                        <p:tav tm="100000">
                                          <p:val>
                                            <p:strVal val="#ppt_w"/>
                                          </p:val>
                                        </p:tav>
                                      </p:tavLst>
                                    </p:anim>
                                    <p:anim calcmode="lin" valueType="num">
                                      <p:cBhvr>
                                        <p:cTn id="88" dur="500" fill="hold"/>
                                        <p:tgtEl>
                                          <p:spTgt spid="28">
                                            <p:txEl>
                                              <p:pRg st="0" end="0"/>
                                            </p:txEl>
                                          </p:spTgt>
                                        </p:tgtEl>
                                        <p:attrNameLst>
                                          <p:attrName>ppt_h</p:attrName>
                                        </p:attrNameLst>
                                      </p:cBhvr>
                                      <p:tavLst>
                                        <p:tav tm="0">
                                          <p:val>
                                            <p:fltVal val="0"/>
                                          </p:val>
                                        </p:tav>
                                        <p:tav tm="100000">
                                          <p:val>
                                            <p:strVal val="#ppt_h"/>
                                          </p:val>
                                        </p:tav>
                                      </p:tavLst>
                                    </p:anim>
                                    <p:animEffect transition="in" filter="fade">
                                      <p:cBhvr>
                                        <p:cTn id="89" dur="500"/>
                                        <p:tgtEl>
                                          <p:spTgt spid="28">
                                            <p:txEl>
                                              <p:pRg st="0" end="0"/>
                                            </p:txEl>
                                          </p:spTgt>
                                        </p:tgtEl>
                                      </p:cBhvr>
                                    </p:animEffect>
                                  </p:childTnLst>
                                </p:cTn>
                              </p:par>
                            </p:childTnLst>
                          </p:cTn>
                        </p:par>
                        <p:par>
                          <p:cTn id="90" fill="hold">
                            <p:stCondLst>
                              <p:cond delay="8500"/>
                            </p:stCondLst>
                            <p:childTnLst>
                              <p:par>
                                <p:cTn id="91" presetID="42" presetClass="entr" presetSubtype="0" fill="hold" grpId="0" nodeType="afterEffect" nodePh="1">
                                  <p:stCondLst>
                                    <p:cond delay="0"/>
                                  </p:stCondLst>
                                  <p:endCondLst>
                                    <p:cond evt="begin" delay="0">
                                      <p:tn val="91"/>
                                    </p:cond>
                                  </p:endCondLst>
                                  <p:childTnLst>
                                    <p:set>
                                      <p:cBhvr>
                                        <p:cTn id="92" dur="1" fill="hold">
                                          <p:stCondLst>
                                            <p:cond delay="0"/>
                                          </p:stCondLst>
                                        </p:cTn>
                                        <p:tgtEl>
                                          <p:spTgt spid="29">
                                            <p:txEl>
                                              <p:pRg st="0" end="0"/>
                                            </p:txEl>
                                          </p:spTgt>
                                        </p:tgtEl>
                                        <p:attrNameLst>
                                          <p:attrName>style.visibility</p:attrName>
                                        </p:attrNameLst>
                                      </p:cBhvr>
                                      <p:to>
                                        <p:strVal val="visible"/>
                                      </p:to>
                                    </p:set>
                                    <p:animEffect transition="in" filter="fade">
                                      <p:cBhvr>
                                        <p:cTn id="93" dur="500"/>
                                        <p:tgtEl>
                                          <p:spTgt spid="29">
                                            <p:txEl>
                                              <p:pRg st="0" end="0"/>
                                            </p:txEl>
                                          </p:spTgt>
                                        </p:tgtEl>
                                      </p:cBhvr>
                                    </p:animEffect>
                                    <p:anim calcmode="lin" valueType="num">
                                      <p:cBhvr>
                                        <p:cTn id="94" dur="500" fill="hold"/>
                                        <p:tgtEl>
                                          <p:spTgt spid="29">
                                            <p:txEl>
                                              <p:pRg st="0" end="0"/>
                                            </p:txEl>
                                          </p:spTgt>
                                        </p:tgtEl>
                                        <p:attrNameLst>
                                          <p:attrName>ppt_x</p:attrName>
                                        </p:attrNameLst>
                                      </p:cBhvr>
                                      <p:tavLst>
                                        <p:tav tm="0">
                                          <p:val>
                                            <p:strVal val="#ppt_x"/>
                                          </p:val>
                                        </p:tav>
                                        <p:tav tm="100000">
                                          <p:val>
                                            <p:strVal val="#ppt_x"/>
                                          </p:val>
                                        </p:tav>
                                      </p:tavLst>
                                    </p:anim>
                                    <p:anim calcmode="lin" valueType="num">
                                      <p:cBhvr>
                                        <p:cTn id="95" dur="500" fill="hold"/>
                                        <p:tgtEl>
                                          <p:spTgt spid="29">
                                            <p:txEl>
                                              <p:pRg st="0" end="0"/>
                                            </p:txEl>
                                          </p:spTgt>
                                        </p:tgtEl>
                                        <p:attrNameLst>
                                          <p:attrName>ppt_y</p:attrName>
                                        </p:attrNameLst>
                                      </p:cBhvr>
                                      <p:tavLst>
                                        <p:tav tm="0">
                                          <p:val>
                                            <p:strVal val="#ppt_y+.1"/>
                                          </p:val>
                                        </p:tav>
                                        <p:tav tm="100000">
                                          <p:val>
                                            <p:strVal val="#ppt_y"/>
                                          </p:val>
                                        </p:tav>
                                      </p:tavLst>
                                    </p:anim>
                                  </p:childTnLst>
                                </p:cTn>
                              </p:par>
                            </p:childTnLst>
                          </p:cTn>
                        </p:par>
                        <p:par>
                          <p:cTn id="96" fill="hold">
                            <p:stCondLst>
                              <p:cond delay="9000"/>
                            </p:stCondLst>
                            <p:childTnLst>
                              <p:par>
                                <p:cTn id="97" presetID="22" presetClass="entr" presetSubtype="8" fill="hold" nodeType="afterEffect">
                                  <p:stCondLst>
                                    <p:cond delay="0"/>
                                  </p:stCondLst>
                                  <p:childTnLst>
                                    <p:set>
                                      <p:cBhvr>
                                        <p:cTn id="98" dur="1" fill="hold">
                                          <p:stCondLst>
                                            <p:cond delay="0"/>
                                          </p:stCondLst>
                                        </p:cTn>
                                        <p:tgtEl>
                                          <p:spTgt spid="31"/>
                                        </p:tgtEl>
                                        <p:attrNameLst>
                                          <p:attrName>style.visibility</p:attrName>
                                        </p:attrNameLst>
                                      </p:cBhvr>
                                      <p:to>
                                        <p:strVal val="visible"/>
                                      </p:to>
                                    </p:set>
                                    <p:animEffect transition="in" filter="wipe(left)">
                                      <p:cBhvr>
                                        <p:cTn id="99" dur="500"/>
                                        <p:tgtEl>
                                          <p:spTgt spid="31"/>
                                        </p:tgtEl>
                                      </p:cBhvr>
                                    </p:animEffect>
                                  </p:childTnLst>
                                </p:cTn>
                              </p:par>
                            </p:childTnLst>
                          </p:cTn>
                        </p:par>
                        <p:par>
                          <p:cTn id="100" fill="hold">
                            <p:stCondLst>
                              <p:cond delay="9500"/>
                            </p:stCondLst>
                            <p:childTnLst>
                              <p:par>
                                <p:cTn id="101" presetID="22" presetClass="entr" presetSubtype="8" fill="hold" nodeType="afterEffect">
                                  <p:stCondLst>
                                    <p:cond delay="0"/>
                                  </p:stCondLst>
                                  <p:childTnLst>
                                    <p:set>
                                      <p:cBhvr>
                                        <p:cTn id="102" dur="1" fill="hold">
                                          <p:stCondLst>
                                            <p:cond delay="0"/>
                                          </p:stCondLst>
                                        </p:cTn>
                                        <p:tgtEl>
                                          <p:spTgt spid="32"/>
                                        </p:tgtEl>
                                        <p:attrNameLst>
                                          <p:attrName>style.visibility</p:attrName>
                                        </p:attrNameLst>
                                      </p:cBhvr>
                                      <p:to>
                                        <p:strVal val="visible"/>
                                      </p:to>
                                    </p:set>
                                    <p:animEffect transition="in" filter="wipe(left)">
                                      <p:cBhvr>
                                        <p:cTn id="103" dur="500"/>
                                        <p:tgtEl>
                                          <p:spTgt spid="32"/>
                                        </p:tgtEl>
                                      </p:cBhvr>
                                    </p:animEffect>
                                  </p:childTnLst>
                                </p:cTn>
                              </p:par>
                            </p:childTnLst>
                          </p:cTn>
                        </p:par>
                        <p:par>
                          <p:cTn id="104" fill="hold">
                            <p:stCondLst>
                              <p:cond delay="10000"/>
                            </p:stCondLst>
                            <p:childTnLst>
                              <p:par>
                                <p:cTn id="105" presetID="22" presetClass="entr" presetSubtype="8" fill="hold" nodeType="afterEffect">
                                  <p:stCondLst>
                                    <p:cond delay="0"/>
                                  </p:stCondLst>
                                  <p:childTnLst>
                                    <p:set>
                                      <p:cBhvr>
                                        <p:cTn id="106" dur="1" fill="hold">
                                          <p:stCondLst>
                                            <p:cond delay="0"/>
                                          </p:stCondLst>
                                        </p:cTn>
                                        <p:tgtEl>
                                          <p:spTgt spid="35"/>
                                        </p:tgtEl>
                                        <p:attrNameLst>
                                          <p:attrName>style.visibility</p:attrName>
                                        </p:attrNameLst>
                                      </p:cBhvr>
                                      <p:to>
                                        <p:strVal val="visible"/>
                                      </p:to>
                                    </p:set>
                                    <p:animEffect transition="in" filter="wipe(left)">
                                      <p:cBhvr>
                                        <p:cTn id="107" dur="500"/>
                                        <p:tgtEl>
                                          <p:spTgt spid="35"/>
                                        </p:tgtEl>
                                      </p:cBhvr>
                                    </p:animEffect>
                                  </p:childTnLst>
                                </p:cTn>
                              </p:par>
                            </p:childTnLst>
                          </p:cTn>
                        </p:par>
                        <p:par>
                          <p:cTn id="108" fill="hold">
                            <p:stCondLst>
                              <p:cond delay="10500"/>
                            </p:stCondLst>
                            <p:childTnLst>
                              <p:par>
                                <p:cTn id="109" presetID="10" presetClass="entr" presetSubtype="0" fill="hold" grpId="0" nodeType="afterEffect">
                                  <p:stCondLst>
                                    <p:cond delay="0"/>
                                  </p:stCondLst>
                                  <p:childTnLst>
                                    <p:set>
                                      <p:cBhvr>
                                        <p:cTn id="110" dur="1" fill="hold">
                                          <p:stCondLst>
                                            <p:cond delay="0"/>
                                          </p:stCondLst>
                                        </p:cTn>
                                        <p:tgtEl>
                                          <p:spTgt spid="36"/>
                                        </p:tgtEl>
                                        <p:attrNameLst>
                                          <p:attrName>style.visibility</p:attrName>
                                        </p:attrNameLst>
                                      </p:cBhvr>
                                      <p:to>
                                        <p:strVal val="visible"/>
                                      </p:to>
                                    </p:set>
                                    <p:animEffect transition="in" filter="fade">
                                      <p:cBhvr>
                                        <p:cTn id="111" dur="500"/>
                                        <p:tgtEl>
                                          <p:spTgt spid="36"/>
                                        </p:tgtEl>
                                      </p:cBhvr>
                                    </p:animEffect>
                                  </p:childTnLst>
                                </p:cTn>
                              </p:par>
                            </p:childTnLst>
                          </p:cTn>
                        </p:par>
                        <p:par>
                          <p:cTn id="112" fill="hold">
                            <p:stCondLst>
                              <p:cond delay="11000"/>
                            </p:stCondLst>
                            <p:childTnLst>
                              <p:par>
                                <p:cTn id="113" presetID="53" presetClass="entr" presetSubtype="16" fill="hold" grpId="0" nodeType="afterEffect" nodePh="1">
                                  <p:stCondLst>
                                    <p:cond delay="0"/>
                                  </p:stCondLst>
                                  <p:endCondLst>
                                    <p:cond evt="begin" delay="0">
                                      <p:tn val="113"/>
                                    </p:cond>
                                  </p:endCondLst>
                                  <p:childTnLst>
                                    <p:set>
                                      <p:cBhvr>
                                        <p:cTn id="114" dur="1" fill="hold">
                                          <p:stCondLst>
                                            <p:cond delay="0"/>
                                          </p:stCondLst>
                                        </p:cTn>
                                        <p:tgtEl>
                                          <p:spTgt spid="44">
                                            <p:txEl>
                                              <p:pRg st="0" end="0"/>
                                            </p:txEl>
                                          </p:spTgt>
                                        </p:tgtEl>
                                        <p:attrNameLst>
                                          <p:attrName>style.visibility</p:attrName>
                                        </p:attrNameLst>
                                      </p:cBhvr>
                                      <p:to>
                                        <p:strVal val="visible"/>
                                      </p:to>
                                    </p:set>
                                    <p:anim calcmode="lin" valueType="num">
                                      <p:cBhvr>
                                        <p:cTn id="115" dur="500" fill="hold"/>
                                        <p:tgtEl>
                                          <p:spTgt spid="44">
                                            <p:txEl>
                                              <p:pRg st="0" end="0"/>
                                            </p:txEl>
                                          </p:spTgt>
                                        </p:tgtEl>
                                        <p:attrNameLst>
                                          <p:attrName>ppt_w</p:attrName>
                                        </p:attrNameLst>
                                      </p:cBhvr>
                                      <p:tavLst>
                                        <p:tav tm="0">
                                          <p:val>
                                            <p:fltVal val="0"/>
                                          </p:val>
                                        </p:tav>
                                        <p:tav tm="100000">
                                          <p:val>
                                            <p:strVal val="#ppt_w"/>
                                          </p:val>
                                        </p:tav>
                                      </p:tavLst>
                                    </p:anim>
                                    <p:anim calcmode="lin" valueType="num">
                                      <p:cBhvr>
                                        <p:cTn id="116" dur="500" fill="hold"/>
                                        <p:tgtEl>
                                          <p:spTgt spid="44">
                                            <p:txEl>
                                              <p:pRg st="0" end="0"/>
                                            </p:txEl>
                                          </p:spTgt>
                                        </p:tgtEl>
                                        <p:attrNameLst>
                                          <p:attrName>ppt_h</p:attrName>
                                        </p:attrNameLst>
                                      </p:cBhvr>
                                      <p:tavLst>
                                        <p:tav tm="0">
                                          <p:val>
                                            <p:fltVal val="0"/>
                                          </p:val>
                                        </p:tav>
                                        <p:tav tm="100000">
                                          <p:val>
                                            <p:strVal val="#ppt_h"/>
                                          </p:val>
                                        </p:tav>
                                      </p:tavLst>
                                    </p:anim>
                                    <p:animEffect transition="in" filter="fade">
                                      <p:cBhvr>
                                        <p:cTn id="117" dur="500"/>
                                        <p:tgtEl>
                                          <p:spTgt spid="44">
                                            <p:txEl>
                                              <p:pRg st="0" end="0"/>
                                            </p:txEl>
                                          </p:spTgt>
                                        </p:tgtEl>
                                      </p:cBhvr>
                                    </p:animEffect>
                                  </p:childTnLst>
                                </p:cTn>
                              </p:par>
                            </p:childTnLst>
                          </p:cTn>
                        </p:par>
                        <p:par>
                          <p:cTn id="118" fill="hold">
                            <p:stCondLst>
                              <p:cond delay="11500"/>
                            </p:stCondLst>
                            <p:childTnLst>
                              <p:par>
                                <p:cTn id="119" presetID="42" presetClass="entr" presetSubtype="0" fill="hold" grpId="0" nodeType="afterEffect" nodePh="1">
                                  <p:stCondLst>
                                    <p:cond delay="0"/>
                                  </p:stCondLst>
                                  <p:endCondLst>
                                    <p:cond evt="begin" delay="0">
                                      <p:tn val="119"/>
                                    </p:cond>
                                  </p:endCondLst>
                                  <p:childTnLst>
                                    <p:set>
                                      <p:cBhvr>
                                        <p:cTn id="120" dur="1" fill="hold">
                                          <p:stCondLst>
                                            <p:cond delay="0"/>
                                          </p:stCondLst>
                                        </p:cTn>
                                        <p:tgtEl>
                                          <p:spTgt spid="45">
                                            <p:txEl>
                                              <p:pRg st="0" end="0"/>
                                            </p:txEl>
                                          </p:spTgt>
                                        </p:tgtEl>
                                        <p:attrNameLst>
                                          <p:attrName>style.visibility</p:attrName>
                                        </p:attrNameLst>
                                      </p:cBhvr>
                                      <p:to>
                                        <p:strVal val="visible"/>
                                      </p:to>
                                    </p:set>
                                    <p:animEffect transition="in" filter="fade">
                                      <p:cBhvr>
                                        <p:cTn id="121" dur="500"/>
                                        <p:tgtEl>
                                          <p:spTgt spid="45">
                                            <p:txEl>
                                              <p:pRg st="0" end="0"/>
                                            </p:txEl>
                                          </p:spTgt>
                                        </p:tgtEl>
                                      </p:cBhvr>
                                    </p:animEffect>
                                    <p:anim calcmode="lin" valueType="num">
                                      <p:cBhvr>
                                        <p:cTn id="122" dur="500" fill="hold"/>
                                        <p:tgtEl>
                                          <p:spTgt spid="45">
                                            <p:txEl>
                                              <p:pRg st="0" end="0"/>
                                            </p:txEl>
                                          </p:spTgt>
                                        </p:tgtEl>
                                        <p:attrNameLst>
                                          <p:attrName>ppt_x</p:attrName>
                                        </p:attrNameLst>
                                      </p:cBhvr>
                                      <p:tavLst>
                                        <p:tav tm="0">
                                          <p:val>
                                            <p:strVal val="#ppt_x"/>
                                          </p:val>
                                        </p:tav>
                                        <p:tav tm="100000">
                                          <p:val>
                                            <p:strVal val="#ppt_x"/>
                                          </p:val>
                                        </p:tav>
                                      </p:tavLst>
                                    </p:anim>
                                    <p:anim calcmode="lin" valueType="num">
                                      <p:cBhvr>
                                        <p:cTn id="123" dur="500" fill="hold"/>
                                        <p:tgtEl>
                                          <p:spTgt spid="45">
                                            <p:txEl>
                                              <p:pRg st="0" end="0"/>
                                            </p:txEl>
                                          </p:spTgt>
                                        </p:tgtEl>
                                        <p:attrNameLst>
                                          <p:attrName>ppt_y</p:attrName>
                                        </p:attrNameLst>
                                      </p:cBhvr>
                                      <p:tavLst>
                                        <p:tav tm="0">
                                          <p:val>
                                            <p:strVal val="#ppt_y+.1"/>
                                          </p:val>
                                        </p:tav>
                                        <p:tav tm="100000">
                                          <p:val>
                                            <p:strVal val="#ppt_y"/>
                                          </p:val>
                                        </p:tav>
                                      </p:tavLst>
                                    </p:anim>
                                  </p:childTnLst>
                                </p:cTn>
                              </p:par>
                            </p:childTnLst>
                          </p:cTn>
                        </p:par>
                        <p:par>
                          <p:cTn id="124" fill="hold">
                            <p:stCondLst>
                              <p:cond delay="12000"/>
                            </p:stCondLst>
                            <p:childTnLst>
                              <p:par>
                                <p:cTn id="125" presetID="10" presetClass="entr" presetSubtype="0" fill="hold" grpId="0" nodeType="afterEffect">
                                  <p:stCondLst>
                                    <p:cond delay="0"/>
                                  </p:stCondLst>
                                  <p:childTnLst>
                                    <p:set>
                                      <p:cBhvr>
                                        <p:cTn id="126" dur="1" fill="hold">
                                          <p:stCondLst>
                                            <p:cond delay="0"/>
                                          </p:stCondLst>
                                        </p:cTn>
                                        <p:tgtEl>
                                          <p:spTgt spid="37"/>
                                        </p:tgtEl>
                                        <p:attrNameLst>
                                          <p:attrName>style.visibility</p:attrName>
                                        </p:attrNameLst>
                                      </p:cBhvr>
                                      <p:to>
                                        <p:strVal val="visible"/>
                                      </p:to>
                                    </p:set>
                                    <p:animEffect transition="in" filter="fade">
                                      <p:cBhvr>
                                        <p:cTn id="127" dur="500"/>
                                        <p:tgtEl>
                                          <p:spTgt spid="37"/>
                                        </p:tgtEl>
                                      </p:cBhvr>
                                    </p:animEffect>
                                  </p:childTnLst>
                                </p:cTn>
                              </p:par>
                            </p:childTnLst>
                          </p:cTn>
                        </p:par>
                        <p:par>
                          <p:cTn id="128" fill="hold">
                            <p:stCondLst>
                              <p:cond delay="12500"/>
                            </p:stCondLst>
                            <p:childTnLst>
                              <p:par>
                                <p:cTn id="129" presetID="53" presetClass="entr" presetSubtype="16" fill="hold" grpId="0" nodeType="afterEffect" nodePh="1">
                                  <p:stCondLst>
                                    <p:cond delay="0"/>
                                  </p:stCondLst>
                                  <p:endCondLst>
                                    <p:cond evt="begin" delay="0">
                                      <p:tn val="129"/>
                                    </p:cond>
                                  </p:endCondLst>
                                  <p:childTnLst>
                                    <p:set>
                                      <p:cBhvr>
                                        <p:cTn id="130" dur="1" fill="hold">
                                          <p:stCondLst>
                                            <p:cond delay="0"/>
                                          </p:stCondLst>
                                        </p:cTn>
                                        <p:tgtEl>
                                          <p:spTgt spid="46">
                                            <p:txEl>
                                              <p:pRg st="0" end="0"/>
                                            </p:txEl>
                                          </p:spTgt>
                                        </p:tgtEl>
                                        <p:attrNameLst>
                                          <p:attrName>style.visibility</p:attrName>
                                        </p:attrNameLst>
                                      </p:cBhvr>
                                      <p:to>
                                        <p:strVal val="visible"/>
                                      </p:to>
                                    </p:set>
                                    <p:anim calcmode="lin" valueType="num">
                                      <p:cBhvr>
                                        <p:cTn id="131" dur="500" fill="hold"/>
                                        <p:tgtEl>
                                          <p:spTgt spid="46">
                                            <p:txEl>
                                              <p:pRg st="0" end="0"/>
                                            </p:txEl>
                                          </p:spTgt>
                                        </p:tgtEl>
                                        <p:attrNameLst>
                                          <p:attrName>ppt_w</p:attrName>
                                        </p:attrNameLst>
                                      </p:cBhvr>
                                      <p:tavLst>
                                        <p:tav tm="0">
                                          <p:val>
                                            <p:fltVal val="0"/>
                                          </p:val>
                                        </p:tav>
                                        <p:tav tm="100000">
                                          <p:val>
                                            <p:strVal val="#ppt_w"/>
                                          </p:val>
                                        </p:tav>
                                      </p:tavLst>
                                    </p:anim>
                                    <p:anim calcmode="lin" valueType="num">
                                      <p:cBhvr>
                                        <p:cTn id="132" dur="500" fill="hold"/>
                                        <p:tgtEl>
                                          <p:spTgt spid="46">
                                            <p:txEl>
                                              <p:pRg st="0" end="0"/>
                                            </p:txEl>
                                          </p:spTgt>
                                        </p:tgtEl>
                                        <p:attrNameLst>
                                          <p:attrName>ppt_h</p:attrName>
                                        </p:attrNameLst>
                                      </p:cBhvr>
                                      <p:tavLst>
                                        <p:tav tm="0">
                                          <p:val>
                                            <p:fltVal val="0"/>
                                          </p:val>
                                        </p:tav>
                                        <p:tav tm="100000">
                                          <p:val>
                                            <p:strVal val="#ppt_h"/>
                                          </p:val>
                                        </p:tav>
                                      </p:tavLst>
                                    </p:anim>
                                    <p:animEffect transition="in" filter="fade">
                                      <p:cBhvr>
                                        <p:cTn id="133" dur="500"/>
                                        <p:tgtEl>
                                          <p:spTgt spid="46">
                                            <p:txEl>
                                              <p:pRg st="0" end="0"/>
                                            </p:txEl>
                                          </p:spTgt>
                                        </p:tgtEl>
                                      </p:cBhvr>
                                    </p:animEffect>
                                  </p:childTnLst>
                                </p:cTn>
                              </p:par>
                            </p:childTnLst>
                          </p:cTn>
                        </p:par>
                        <p:par>
                          <p:cTn id="134" fill="hold">
                            <p:stCondLst>
                              <p:cond delay="13000"/>
                            </p:stCondLst>
                            <p:childTnLst>
                              <p:par>
                                <p:cTn id="135" presetID="42" presetClass="entr" presetSubtype="0" fill="hold" grpId="0" nodeType="afterEffect" nodePh="1">
                                  <p:stCondLst>
                                    <p:cond delay="0"/>
                                  </p:stCondLst>
                                  <p:endCondLst>
                                    <p:cond evt="begin" delay="0">
                                      <p:tn val="135"/>
                                    </p:cond>
                                  </p:endCondLst>
                                  <p:childTnLst>
                                    <p:set>
                                      <p:cBhvr>
                                        <p:cTn id="136" dur="1" fill="hold">
                                          <p:stCondLst>
                                            <p:cond delay="0"/>
                                          </p:stCondLst>
                                        </p:cTn>
                                        <p:tgtEl>
                                          <p:spTgt spid="48">
                                            <p:txEl>
                                              <p:pRg st="0" end="0"/>
                                            </p:txEl>
                                          </p:spTgt>
                                        </p:tgtEl>
                                        <p:attrNameLst>
                                          <p:attrName>style.visibility</p:attrName>
                                        </p:attrNameLst>
                                      </p:cBhvr>
                                      <p:to>
                                        <p:strVal val="visible"/>
                                      </p:to>
                                    </p:set>
                                    <p:animEffect transition="in" filter="fade">
                                      <p:cBhvr>
                                        <p:cTn id="137" dur="500"/>
                                        <p:tgtEl>
                                          <p:spTgt spid="48">
                                            <p:txEl>
                                              <p:pRg st="0" end="0"/>
                                            </p:txEl>
                                          </p:spTgt>
                                        </p:tgtEl>
                                      </p:cBhvr>
                                    </p:animEffect>
                                    <p:anim calcmode="lin" valueType="num">
                                      <p:cBhvr>
                                        <p:cTn id="138" dur="500" fill="hold"/>
                                        <p:tgtEl>
                                          <p:spTgt spid="48">
                                            <p:txEl>
                                              <p:pRg st="0" end="0"/>
                                            </p:txEl>
                                          </p:spTgt>
                                        </p:tgtEl>
                                        <p:attrNameLst>
                                          <p:attrName>ppt_x</p:attrName>
                                        </p:attrNameLst>
                                      </p:cBhvr>
                                      <p:tavLst>
                                        <p:tav tm="0">
                                          <p:val>
                                            <p:strVal val="#ppt_x"/>
                                          </p:val>
                                        </p:tav>
                                        <p:tav tm="100000">
                                          <p:val>
                                            <p:strVal val="#ppt_x"/>
                                          </p:val>
                                        </p:tav>
                                      </p:tavLst>
                                    </p:anim>
                                    <p:anim calcmode="lin" valueType="num">
                                      <p:cBhvr>
                                        <p:cTn id="139" dur="500" fill="hold"/>
                                        <p:tgtEl>
                                          <p:spTgt spid="48">
                                            <p:txEl>
                                              <p:pRg st="0" end="0"/>
                                            </p:txEl>
                                          </p:spTgt>
                                        </p:tgtEl>
                                        <p:attrNameLst>
                                          <p:attrName>ppt_y</p:attrName>
                                        </p:attrNameLst>
                                      </p:cBhvr>
                                      <p:tavLst>
                                        <p:tav tm="0">
                                          <p:val>
                                            <p:strVal val="#ppt_y+.1"/>
                                          </p:val>
                                        </p:tav>
                                        <p:tav tm="100000">
                                          <p:val>
                                            <p:strVal val="#ppt_y"/>
                                          </p:val>
                                        </p:tav>
                                      </p:tavLst>
                                    </p:anim>
                                  </p:childTnLst>
                                </p:cTn>
                              </p:par>
                            </p:childTnLst>
                          </p:cTn>
                        </p:par>
                        <p:par>
                          <p:cTn id="140" fill="hold">
                            <p:stCondLst>
                              <p:cond delay="13500"/>
                            </p:stCondLst>
                            <p:childTnLst>
                              <p:par>
                                <p:cTn id="141" presetID="10" presetClass="entr" presetSubtype="0" fill="hold" grpId="0" nodeType="afterEffect">
                                  <p:stCondLst>
                                    <p:cond delay="0"/>
                                  </p:stCondLst>
                                  <p:childTnLst>
                                    <p:set>
                                      <p:cBhvr>
                                        <p:cTn id="142" dur="1" fill="hold">
                                          <p:stCondLst>
                                            <p:cond delay="0"/>
                                          </p:stCondLst>
                                        </p:cTn>
                                        <p:tgtEl>
                                          <p:spTgt spid="38"/>
                                        </p:tgtEl>
                                        <p:attrNameLst>
                                          <p:attrName>style.visibility</p:attrName>
                                        </p:attrNameLst>
                                      </p:cBhvr>
                                      <p:to>
                                        <p:strVal val="visible"/>
                                      </p:to>
                                    </p:set>
                                    <p:animEffect transition="in" filter="fade">
                                      <p:cBhvr>
                                        <p:cTn id="143" dur="500"/>
                                        <p:tgtEl>
                                          <p:spTgt spid="38"/>
                                        </p:tgtEl>
                                      </p:cBhvr>
                                    </p:animEffect>
                                  </p:childTnLst>
                                </p:cTn>
                              </p:par>
                            </p:childTnLst>
                          </p:cTn>
                        </p:par>
                        <p:par>
                          <p:cTn id="144" fill="hold">
                            <p:stCondLst>
                              <p:cond delay="14000"/>
                            </p:stCondLst>
                            <p:childTnLst>
                              <p:par>
                                <p:cTn id="145" presetID="53" presetClass="entr" presetSubtype="16" fill="hold" grpId="0" nodeType="afterEffect" nodePh="1">
                                  <p:stCondLst>
                                    <p:cond delay="0"/>
                                  </p:stCondLst>
                                  <p:endCondLst>
                                    <p:cond evt="begin" delay="0">
                                      <p:tn val="145"/>
                                    </p:cond>
                                  </p:endCondLst>
                                  <p:childTnLst>
                                    <p:set>
                                      <p:cBhvr>
                                        <p:cTn id="146" dur="1" fill="hold">
                                          <p:stCondLst>
                                            <p:cond delay="0"/>
                                          </p:stCondLst>
                                        </p:cTn>
                                        <p:tgtEl>
                                          <p:spTgt spid="49">
                                            <p:txEl>
                                              <p:pRg st="0" end="0"/>
                                            </p:txEl>
                                          </p:spTgt>
                                        </p:tgtEl>
                                        <p:attrNameLst>
                                          <p:attrName>style.visibility</p:attrName>
                                        </p:attrNameLst>
                                      </p:cBhvr>
                                      <p:to>
                                        <p:strVal val="visible"/>
                                      </p:to>
                                    </p:set>
                                    <p:anim calcmode="lin" valueType="num">
                                      <p:cBhvr>
                                        <p:cTn id="147" dur="500" fill="hold"/>
                                        <p:tgtEl>
                                          <p:spTgt spid="49">
                                            <p:txEl>
                                              <p:pRg st="0" end="0"/>
                                            </p:txEl>
                                          </p:spTgt>
                                        </p:tgtEl>
                                        <p:attrNameLst>
                                          <p:attrName>ppt_w</p:attrName>
                                        </p:attrNameLst>
                                      </p:cBhvr>
                                      <p:tavLst>
                                        <p:tav tm="0">
                                          <p:val>
                                            <p:fltVal val="0"/>
                                          </p:val>
                                        </p:tav>
                                        <p:tav tm="100000">
                                          <p:val>
                                            <p:strVal val="#ppt_w"/>
                                          </p:val>
                                        </p:tav>
                                      </p:tavLst>
                                    </p:anim>
                                    <p:anim calcmode="lin" valueType="num">
                                      <p:cBhvr>
                                        <p:cTn id="148" dur="500" fill="hold"/>
                                        <p:tgtEl>
                                          <p:spTgt spid="49">
                                            <p:txEl>
                                              <p:pRg st="0" end="0"/>
                                            </p:txEl>
                                          </p:spTgt>
                                        </p:tgtEl>
                                        <p:attrNameLst>
                                          <p:attrName>ppt_h</p:attrName>
                                        </p:attrNameLst>
                                      </p:cBhvr>
                                      <p:tavLst>
                                        <p:tav tm="0">
                                          <p:val>
                                            <p:fltVal val="0"/>
                                          </p:val>
                                        </p:tav>
                                        <p:tav tm="100000">
                                          <p:val>
                                            <p:strVal val="#ppt_h"/>
                                          </p:val>
                                        </p:tav>
                                      </p:tavLst>
                                    </p:anim>
                                    <p:animEffect transition="in" filter="fade">
                                      <p:cBhvr>
                                        <p:cTn id="149" dur="500"/>
                                        <p:tgtEl>
                                          <p:spTgt spid="49">
                                            <p:txEl>
                                              <p:pRg st="0" end="0"/>
                                            </p:txEl>
                                          </p:spTgt>
                                        </p:tgtEl>
                                      </p:cBhvr>
                                    </p:animEffect>
                                  </p:childTnLst>
                                </p:cTn>
                              </p:par>
                            </p:childTnLst>
                          </p:cTn>
                        </p:par>
                        <p:par>
                          <p:cTn id="150" fill="hold">
                            <p:stCondLst>
                              <p:cond delay="14500"/>
                            </p:stCondLst>
                            <p:childTnLst>
                              <p:par>
                                <p:cTn id="151" presetID="42" presetClass="entr" presetSubtype="0" fill="hold" grpId="0" nodeType="afterEffect" nodePh="1">
                                  <p:stCondLst>
                                    <p:cond delay="0"/>
                                  </p:stCondLst>
                                  <p:endCondLst>
                                    <p:cond evt="begin" delay="0">
                                      <p:tn val="151"/>
                                    </p:cond>
                                  </p:endCondLst>
                                  <p:childTnLst>
                                    <p:set>
                                      <p:cBhvr>
                                        <p:cTn id="152" dur="1" fill="hold">
                                          <p:stCondLst>
                                            <p:cond delay="0"/>
                                          </p:stCondLst>
                                        </p:cTn>
                                        <p:tgtEl>
                                          <p:spTgt spid="50">
                                            <p:txEl>
                                              <p:pRg st="0" end="0"/>
                                            </p:txEl>
                                          </p:spTgt>
                                        </p:tgtEl>
                                        <p:attrNameLst>
                                          <p:attrName>style.visibility</p:attrName>
                                        </p:attrNameLst>
                                      </p:cBhvr>
                                      <p:to>
                                        <p:strVal val="visible"/>
                                      </p:to>
                                    </p:set>
                                    <p:animEffect transition="in" filter="fade">
                                      <p:cBhvr>
                                        <p:cTn id="153" dur="500"/>
                                        <p:tgtEl>
                                          <p:spTgt spid="50">
                                            <p:txEl>
                                              <p:pRg st="0" end="0"/>
                                            </p:txEl>
                                          </p:spTgt>
                                        </p:tgtEl>
                                      </p:cBhvr>
                                    </p:animEffect>
                                    <p:anim calcmode="lin" valueType="num">
                                      <p:cBhvr>
                                        <p:cTn id="154" dur="500" fill="hold"/>
                                        <p:tgtEl>
                                          <p:spTgt spid="50">
                                            <p:txEl>
                                              <p:pRg st="0" end="0"/>
                                            </p:txEl>
                                          </p:spTgt>
                                        </p:tgtEl>
                                        <p:attrNameLst>
                                          <p:attrName>ppt_x</p:attrName>
                                        </p:attrNameLst>
                                      </p:cBhvr>
                                      <p:tavLst>
                                        <p:tav tm="0">
                                          <p:val>
                                            <p:strVal val="#ppt_x"/>
                                          </p:val>
                                        </p:tav>
                                        <p:tav tm="100000">
                                          <p:val>
                                            <p:strVal val="#ppt_x"/>
                                          </p:val>
                                        </p:tav>
                                      </p:tavLst>
                                    </p:anim>
                                    <p:anim calcmode="lin" valueType="num">
                                      <p:cBhvr>
                                        <p:cTn id="155" dur="500" fill="hold"/>
                                        <p:tgtEl>
                                          <p:spTgt spid="50">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39" grpId="0" animBg="1"/>
      <p:bldP spid="40" grpId="0" animBg="1"/>
      <p:bldP spid="41" grpId="0" animBg="1"/>
      <p:bldP spid="42" grpId="0" animBg="1"/>
      <p:bldP spid="15"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5"/>
                        </p:tgtEl>
                        <p:attrNameLst>
                          <p:attrName>style.visibility</p:attrName>
                        </p:attrNameLst>
                      </p:cBhvr>
                      <p:to>
                        <p:strVal val="visible"/>
                      </p:to>
                    </p:set>
                    <p:anim calcmode="lin" valueType="num">
                      <p:cBhvr>
                        <p:cTn dur="500" fill="hold"/>
                        <p:tgtEl>
                          <p:spTgt spid="15"/>
                        </p:tgtEl>
                        <p:attrNameLst>
                          <p:attrName>ppt_w</p:attrName>
                        </p:attrNameLst>
                      </p:cBhvr>
                      <p:tavLst>
                        <p:tav tm="0">
                          <p:val>
                            <p:fltVal val="0"/>
                          </p:val>
                        </p:tav>
                        <p:tav tm="100000">
                          <p:val>
                            <p:strVal val="#ppt_w"/>
                          </p:val>
                        </p:tav>
                      </p:tavLst>
                    </p:anim>
                    <p:anim calcmode="lin" valueType="num">
                      <p:cBhvr>
                        <p:cTn dur="500" fill="hold"/>
                        <p:tgtEl>
                          <p:spTgt spid="15"/>
                        </p:tgtEl>
                        <p:attrNameLst>
                          <p:attrName>ppt_h</p:attrName>
                        </p:attrNameLst>
                      </p:cBhvr>
                      <p:tavLst>
                        <p:tav tm="0">
                          <p:val>
                            <p:fltVal val="0"/>
                          </p:val>
                        </p:tav>
                        <p:tav tm="100000">
                          <p:val>
                            <p:strVal val="#ppt_h"/>
                          </p:val>
                        </p:tav>
                      </p:tavLst>
                    </p:anim>
                    <p:animEffect transition="in" filter="fade">
                      <p:cBhvr>
                        <p:cTn dur="500"/>
                        <p:tgtEl>
                          <p:spTgt spid="15"/>
                        </p:tgtEl>
                      </p:cBhvr>
                    </p:animEffect>
                  </p:childTnLst>
                </p:cTn>
              </p:par>
            </p:tnLst>
          </p:tmpl>
        </p:tmplLst>
      </p:bldP>
      <p:bldP spid="16"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6"/>
                        </p:tgtEl>
                        <p:attrNameLst>
                          <p:attrName>style.visibility</p:attrName>
                        </p:attrNameLst>
                      </p:cBhvr>
                      <p:to>
                        <p:strVal val="visible"/>
                      </p:to>
                    </p:set>
                    <p:animEffect transition="in" filter="fade">
                      <p:cBhvr>
                        <p:cTn dur="500"/>
                        <p:tgtEl>
                          <p:spTgt spid="16"/>
                        </p:tgtEl>
                      </p:cBhvr>
                    </p:animEffect>
                    <p:anim calcmode="lin" valueType="num">
                      <p:cBhvr>
                        <p:cTn dur="500" fill="hold"/>
                        <p:tgtEl>
                          <p:spTgt spid="16"/>
                        </p:tgtEl>
                        <p:attrNameLst>
                          <p:attrName>ppt_x</p:attrName>
                        </p:attrNameLst>
                      </p:cBhvr>
                      <p:tavLst>
                        <p:tav tm="0">
                          <p:val>
                            <p:strVal val="#ppt_x"/>
                          </p:val>
                        </p:tav>
                        <p:tav tm="100000">
                          <p:val>
                            <p:strVal val="#ppt_x"/>
                          </p:val>
                        </p:tav>
                      </p:tavLst>
                    </p:anim>
                    <p:anim calcmode="lin" valueType="num">
                      <p:cBhvr>
                        <p:cTn dur="500" fill="hold"/>
                        <p:tgtEl>
                          <p:spTgt spid="16"/>
                        </p:tgtEl>
                        <p:attrNameLst>
                          <p:attrName>ppt_y</p:attrName>
                        </p:attrNameLst>
                      </p:cBhvr>
                      <p:tavLst>
                        <p:tav tm="0">
                          <p:val>
                            <p:strVal val="#ppt_y+.1"/>
                          </p:val>
                        </p:tav>
                        <p:tav tm="100000">
                          <p:val>
                            <p:strVal val="#ppt_y"/>
                          </p:val>
                        </p:tav>
                      </p:tavLst>
                    </p:anim>
                  </p:childTnLst>
                </p:cTn>
              </p:par>
            </p:tnLst>
          </p:tmpl>
        </p:tmplLst>
      </p:bldP>
      <p:bldP spid="17"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7"/>
                        </p:tgtEl>
                        <p:attrNameLst>
                          <p:attrName>style.visibility</p:attrName>
                        </p:attrNameLst>
                      </p:cBhvr>
                      <p:to>
                        <p:strVal val="visible"/>
                      </p:to>
                    </p:set>
                    <p:anim calcmode="lin" valueType="num">
                      <p:cBhvr>
                        <p:cTn dur="500" fill="hold"/>
                        <p:tgtEl>
                          <p:spTgt spid="17"/>
                        </p:tgtEl>
                        <p:attrNameLst>
                          <p:attrName>ppt_w</p:attrName>
                        </p:attrNameLst>
                      </p:cBhvr>
                      <p:tavLst>
                        <p:tav tm="0">
                          <p:val>
                            <p:fltVal val="0"/>
                          </p:val>
                        </p:tav>
                        <p:tav tm="100000">
                          <p:val>
                            <p:strVal val="#ppt_w"/>
                          </p:val>
                        </p:tav>
                      </p:tavLst>
                    </p:anim>
                    <p:anim calcmode="lin" valueType="num">
                      <p:cBhvr>
                        <p:cTn dur="500" fill="hold"/>
                        <p:tgtEl>
                          <p:spTgt spid="17"/>
                        </p:tgtEl>
                        <p:attrNameLst>
                          <p:attrName>ppt_h</p:attrName>
                        </p:attrNameLst>
                      </p:cBhvr>
                      <p:tavLst>
                        <p:tav tm="0">
                          <p:val>
                            <p:fltVal val="0"/>
                          </p:val>
                        </p:tav>
                        <p:tav tm="100000">
                          <p:val>
                            <p:strVal val="#ppt_h"/>
                          </p:val>
                        </p:tav>
                      </p:tavLst>
                    </p:anim>
                    <p:animEffect transition="in" filter="fade">
                      <p:cBhvr>
                        <p:cTn dur="500"/>
                        <p:tgtEl>
                          <p:spTgt spid="17"/>
                        </p:tgtEl>
                      </p:cBhvr>
                    </p:animEffect>
                  </p:childTnLst>
                </p:cTn>
              </p:par>
            </p:tnLst>
          </p:tmpl>
        </p:tmplLst>
      </p:bldP>
      <p:bldP spid="18"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8"/>
                        </p:tgtEl>
                        <p:attrNameLst>
                          <p:attrName>style.visibility</p:attrName>
                        </p:attrNameLst>
                      </p:cBhvr>
                      <p:to>
                        <p:strVal val="visible"/>
                      </p:to>
                    </p:set>
                    <p:animEffect transition="in" filter="fade">
                      <p:cBhvr>
                        <p:cTn dur="500"/>
                        <p:tgtEl>
                          <p:spTgt spid="18"/>
                        </p:tgtEl>
                      </p:cBhvr>
                    </p:animEffect>
                    <p:anim calcmode="lin" valueType="num">
                      <p:cBhvr>
                        <p:cTn dur="500" fill="hold"/>
                        <p:tgtEl>
                          <p:spTgt spid="18"/>
                        </p:tgtEl>
                        <p:attrNameLst>
                          <p:attrName>ppt_x</p:attrName>
                        </p:attrNameLst>
                      </p:cBhvr>
                      <p:tavLst>
                        <p:tav tm="0">
                          <p:val>
                            <p:strVal val="#ppt_x"/>
                          </p:val>
                        </p:tav>
                        <p:tav tm="100000">
                          <p:val>
                            <p:strVal val="#ppt_x"/>
                          </p:val>
                        </p:tav>
                      </p:tavLst>
                    </p:anim>
                    <p:anim calcmode="lin" valueType="num">
                      <p:cBhvr>
                        <p:cTn dur="500" fill="hold"/>
                        <p:tgtEl>
                          <p:spTgt spid="18"/>
                        </p:tgtEl>
                        <p:attrNameLst>
                          <p:attrName>ppt_y</p:attrName>
                        </p:attrNameLst>
                      </p:cBhvr>
                      <p:tavLst>
                        <p:tav tm="0">
                          <p:val>
                            <p:strVal val="#ppt_y+.1"/>
                          </p:val>
                        </p:tav>
                        <p:tav tm="100000">
                          <p:val>
                            <p:strVal val="#ppt_y"/>
                          </p:val>
                        </p:tav>
                      </p:tavLst>
                    </p:anim>
                  </p:childTnLst>
                </p:cTn>
              </p:par>
            </p:tnLst>
          </p:tmpl>
        </p:tmplLst>
      </p:bldP>
      <p:bldP spid="19"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9"/>
                        </p:tgtEl>
                        <p:attrNameLst>
                          <p:attrName>style.visibility</p:attrName>
                        </p:attrNameLst>
                      </p:cBhvr>
                      <p:to>
                        <p:strVal val="visible"/>
                      </p:to>
                    </p:set>
                    <p:anim calcmode="lin" valueType="num">
                      <p:cBhvr>
                        <p:cTn dur="500" fill="hold"/>
                        <p:tgtEl>
                          <p:spTgt spid="19"/>
                        </p:tgtEl>
                        <p:attrNameLst>
                          <p:attrName>ppt_w</p:attrName>
                        </p:attrNameLst>
                      </p:cBhvr>
                      <p:tavLst>
                        <p:tav tm="0">
                          <p:val>
                            <p:fltVal val="0"/>
                          </p:val>
                        </p:tav>
                        <p:tav tm="100000">
                          <p:val>
                            <p:strVal val="#ppt_w"/>
                          </p:val>
                        </p:tav>
                      </p:tavLst>
                    </p:anim>
                    <p:anim calcmode="lin" valueType="num">
                      <p:cBhvr>
                        <p:cTn dur="500" fill="hold"/>
                        <p:tgtEl>
                          <p:spTgt spid="19"/>
                        </p:tgtEl>
                        <p:attrNameLst>
                          <p:attrName>ppt_h</p:attrName>
                        </p:attrNameLst>
                      </p:cBhvr>
                      <p:tavLst>
                        <p:tav tm="0">
                          <p:val>
                            <p:fltVal val="0"/>
                          </p:val>
                        </p:tav>
                        <p:tav tm="100000">
                          <p:val>
                            <p:strVal val="#ppt_h"/>
                          </p:val>
                        </p:tav>
                      </p:tavLst>
                    </p:anim>
                    <p:animEffect transition="in" filter="fade">
                      <p:cBhvr>
                        <p:cTn dur="500"/>
                        <p:tgtEl>
                          <p:spTgt spid="19"/>
                        </p:tgtEl>
                      </p:cBhvr>
                    </p:animEffect>
                  </p:childTnLst>
                </p:cTn>
              </p:par>
            </p:tnLst>
          </p:tmpl>
        </p:tmplLst>
      </p:bldP>
      <p:bldP spid="20"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0"/>
                        </p:tgtEl>
                        <p:attrNameLst>
                          <p:attrName>style.visibility</p:attrName>
                        </p:attrNameLst>
                      </p:cBhvr>
                      <p:to>
                        <p:strVal val="visible"/>
                      </p:to>
                    </p:set>
                    <p:animEffect transition="in" filter="fade">
                      <p:cBhvr>
                        <p:cTn dur="500"/>
                        <p:tgtEl>
                          <p:spTgt spid="20"/>
                        </p:tgtEl>
                      </p:cBhvr>
                    </p:animEffect>
                    <p:anim calcmode="lin" valueType="num">
                      <p:cBhvr>
                        <p:cTn dur="500" fill="hold"/>
                        <p:tgtEl>
                          <p:spTgt spid="20"/>
                        </p:tgtEl>
                        <p:attrNameLst>
                          <p:attrName>ppt_x</p:attrName>
                        </p:attrNameLst>
                      </p:cBhvr>
                      <p:tavLst>
                        <p:tav tm="0">
                          <p:val>
                            <p:strVal val="#ppt_x"/>
                          </p:val>
                        </p:tav>
                        <p:tav tm="100000">
                          <p:val>
                            <p:strVal val="#ppt_x"/>
                          </p:val>
                        </p:tav>
                      </p:tavLst>
                    </p:anim>
                    <p:anim calcmode="lin" valueType="num">
                      <p:cBhvr>
                        <p:cTn dur="500" fill="hold"/>
                        <p:tgtEl>
                          <p:spTgt spid="20"/>
                        </p:tgtEl>
                        <p:attrNameLst>
                          <p:attrName>ppt_y</p:attrName>
                        </p:attrNameLst>
                      </p:cBhvr>
                      <p:tavLst>
                        <p:tav tm="0">
                          <p:val>
                            <p:strVal val="#ppt_y+.1"/>
                          </p:val>
                        </p:tav>
                        <p:tav tm="100000">
                          <p:val>
                            <p:strVal val="#ppt_y"/>
                          </p:val>
                        </p:tav>
                      </p:tavLst>
                    </p:anim>
                  </p:childTnLst>
                </p:cTn>
              </p:par>
            </p:tnLst>
          </p:tmpl>
        </p:tmplLst>
      </p:bldP>
      <p:bldP spid="28"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8"/>
                        </p:tgtEl>
                        <p:attrNameLst>
                          <p:attrName>style.visibility</p:attrName>
                        </p:attrNameLst>
                      </p:cBhvr>
                      <p:to>
                        <p:strVal val="visible"/>
                      </p:to>
                    </p:set>
                    <p:anim calcmode="lin" valueType="num">
                      <p:cBhvr>
                        <p:cTn dur="500" fill="hold"/>
                        <p:tgtEl>
                          <p:spTgt spid="28"/>
                        </p:tgtEl>
                        <p:attrNameLst>
                          <p:attrName>ppt_w</p:attrName>
                        </p:attrNameLst>
                      </p:cBhvr>
                      <p:tavLst>
                        <p:tav tm="0">
                          <p:val>
                            <p:fltVal val="0"/>
                          </p:val>
                        </p:tav>
                        <p:tav tm="100000">
                          <p:val>
                            <p:strVal val="#ppt_w"/>
                          </p:val>
                        </p:tav>
                      </p:tavLst>
                    </p:anim>
                    <p:anim calcmode="lin" valueType="num">
                      <p:cBhvr>
                        <p:cTn dur="500" fill="hold"/>
                        <p:tgtEl>
                          <p:spTgt spid="28"/>
                        </p:tgtEl>
                        <p:attrNameLst>
                          <p:attrName>ppt_h</p:attrName>
                        </p:attrNameLst>
                      </p:cBhvr>
                      <p:tavLst>
                        <p:tav tm="0">
                          <p:val>
                            <p:fltVal val="0"/>
                          </p:val>
                        </p:tav>
                        <p:tav tm="100000">
                          <p:val>
                            <p:strVal val="#ppt_h"/>
                          </p:val>
                        </p:tav>
                      </p:tavLst>
                    </p:anim>
                    <p:animEffect transition="in" filter="fade">
                      <p:cBhvr>
                        <p:cTn dur="500"/>
                        <p:tgtEl>
                          <p:spTgt spid="28"/>
                        </p:tgtEl>
                      </p:cBhvr>
                    </p:animEffect>
                  </p:childTnLst>
                </p:cTn>
              </p:par>
            </p:tnLst>
          </p:tmpl>
        </p:tmplLst>
      </p:bldP>
      <p:bldP spid="29"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9"/>
                        </p:tgtEl>
                        <p:attrNameLst>
                          <p:attrName>style.visibility</p:attrName>
                        </p:attrNameLst>
                      </p:cBhvr>
                      <p:to>
                        <p:strVal val="visible"/>
                      </p:to>
                    </p:set>
                    <p:animEffect transition="in" filter="fade">
                      <p:cBhvr>
                        <p:cTn dur="500"/>
                        <p:tgtEl>
                          <p:spTgt spid="29"/>
                        </p:tgtEl>
                      </p:cBhvr>
                    </p:animEffect>
                    <p:anim calcmode="lin" valueType="num">
                      <p:cBhvr>
                        <p:cTn dur="500" fill="hold"/>
                        <p:tgtEl>
                          <p:spTgt spid="29"/>
                        </p:tgtEl>
                        <p:attrNameLst>
                          <p:attrName>ppt_x</p:attrName>
                        </p:attrNameLst>
                      </p:cBhvr>
                      <p:tavLst>
                        <p:tav tm="0">
                          <p:val>
                            <p:strVal val="#ppt_x"/>
                          </p:val>
                        </p:tav>
                        <p:tav tm="100000">
                          <p:val>
                            <p:strVal val="#ppt_x"/>
                          </p:val>
                        </p:tav>
                      </p:tavLst>
                    </p:anim>
                    <p:anim calcmode="lin" valueType="num">
                      <p:cBhvr>
                        <p:cTn dur="500" fill="hold"/>
                        <p:tgtEl>
                          <p:spTgt spid="29"/>
                        </p:tgtEl>
                        <p:attrNameLst>
                          <p:attrName>ppt_y</p:attrName>
                        </p:attrNameLst>
                      </p:cBhvr>
                      <p:tavLst>
                        <p:tav tm="0">
                          <p:val>
                            <p:strVal val="#ppt_y+.1"/>
                          </p:val>
                        </p:tav>
                        <p:tav tm="100000">
                          <p:val>
                            <p:strVal val="#ppt_y"/>
                          </p:val>
                        </p:tav>
                      </p:tavLst>
                    </p:anim>
                  </p:childTnLst>
                </p:cTn>
              </p:par>
            </p:tnLst>
          </p:tmpl>
        </p:tmplLst>
      </p:bldP>
      <p:bldP spid="36" grpId="0" animBg="1"/>
      <p:bldP spid="37" grpId="0" animBg="1"/>
      <p:bldP spid="38" grpId="0" animBg="1"/>
      <p:bldP spid="44"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44"/>
                        </p:tgtEl>
                        <p:attrNameLst>
                          <p:attrName>style.visibility</p:attrName>
                        </p:attrNameLst>
                      </p:cBhvr>
                      <p:to>
                        <p:strVal val="visible"/>
                      </p:to>
                    </p:set>
                    <p:anim calcmode="lin" valueType="num">
                      <p:cBhvr>
                        <p:cTn dur="500" fill="hold"/>
                        <p:tgtEl>
                          <p:spTgt spid="44"/>
                        </p:tgtEl>
                        <p:attrNameLst>
                          <p:attrName>ppt_w</p:attrName>
                        </p:attrNameLst>
                      </p:cBhvr>
                      <p:tavLst>
                        <p:tav tm="0">
                          <p:val>
                            <p:fltVal val="0"/>
                          </p:val>
                        </p:tav>
                        <p:tav tm="100000">
                          <p:val>
                            <p:strVal val="#ppt_w"/>
                          </p:val>
                        </p:tav>
                      </p:tavLst>
                    </p:anim>
                    <p:anim calcmode="lin" valueType="num">
                      <p:cBhvr>
                        <p:cTn dur="500" fill="hold"/>
                        <p:tgtEl>
                          <p:spTgt spid="44"/>
                        </p:tgtEl>
                        <p:attrNameLst>
                          <p:attrName>ppt_h</p:attrName>
                        </p:attrNameLst>
                      </p:cBhvr>
                      <p:tavLst>
                        <p:tav tm="0">
                          <p:val>
                            <p:fltVal val="0"/>
                          </p:val>
                        </p:tav>
                        <p:tav tm="100000">
                          <p:val>
                            <p:strVal val="#ppt_h"/>
                          </p:val>
                        </p:tav>
                      </p:tavLst>
                    </p:anim>
                    <p:animEffect transition="in" filter="fade">
                      <p:cBhvr>
                        <p:cTn dur="500"/>
                        <p:tgtEl>
                          <p:spTgt spid="44"/>
                        </p:tgtEl>
                      </p:cBhvr>
                    </p:animEffect>
                  </p:childTnLst>
                </p:cTn>
              </p:par>
            </p:tnLst>
          </p:tmpl>
        </p:tmplLst>
      </p:bldP>
      <p:bldP spid="45"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45"/>
                        </p:tgtEl>
                        <p:attrNameLst>
                          <p:attrName>style.visibility</p:attrName>
                        </p:attrNameLst>
                      </p:cBhvr>
                      <p:to>
                        <p:strVal val="visible"/>
                      </p:to>
                    </p:set>
                    <p:animEffect transition="in" filter="fade">
                      <p:cBhvr>
                        <p:cTn dur="500"/>
                        <p:tgtEl>
                          <p:spTgt spid="45"/>
                        </p:tgtEl>
                      </p:cBhvr>
                    </p:animEffect>
                    <p:anim calcmode="lin" valueType="num">
                      <p:cBhvr>
                        <p:cTn dur="500" fill="hold"/>
                        <p:tgtEl>
                          <p:spTgt spid="45"/>
                        </p:tgtEl>
                        <p:attrNameLst>
                          <p:attrName>ppt_x</p:attrName>
                        </p:attrNameLst>
                      </p:cBhvr>
                      <p:tavLst>
                        <p:tav tm="0">
                          <p:val>
                            <p:strVal val="#ppt_x"/>
                          </p:val>
                        </p:tav>
                        <p:tav tm="100000">
                          <p:val>
                            <p:strVal val="#ppt_x"/>
                          </p:val>
                        </p:tav>
                      </p:tavLst>
                    </p:anim>
                    <p:anim calcmode="lin" valueType="num">
                      <p:cBhvr>
                        <p:cTn dur="500" fill="hold"/>
                        <p:tgtEl>
                          <p:spTgt spid="45"/>
                        </p:tgtEl>
                        <p:attrNameLst>
                          <p:attrName>ppt_y</p:attrName>
                        </p:attrNameLst>
                      </p:cBhvr>
                      <p:tavLst>
                        <p:tav tm="0">
                          <p:val>
                            <p:strVal val="#ppt_y+.1"/>
                          </p:val>
                        </p:tav>
                        <p:tav tm="100000">
                          <p:val>
                            <p:strVal val="#ppt_y"/>
                          </p:val>
                        </p:tav>
                      </p:tavLst>
                    </p:anim>
                  </p:childTnLst>
                </p:cTn>
              </p:par>
            </p:tnLst>
          </p:tmpl>
        </p:tmplLst>
      </p:bldP>
      <p:bldP spid="46"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46"/>
                        </p:tgtEl>
                        <p:attrNameLst>
                          <p:attrName>style.visibility</p:attrName>
                        </p:attrNameLst>
                      </p:cBhvr>
                      <p:to>
                        <p:strVal val="visible"/>
                      </p:to>
                    </p:set>
                    <p:anim calcmode="lin" valueType="num">
                      <p:cBhvr>
                        <p:cTn dur="500" fill="hold"/>
                        <p:tgtEl>
                          <p:spTgt spid="46"/>
                        </p:tgtEl>
                        <p:attrNameLst>
                          <p:attrName>ppt_w</p:attrName>
                        </p:attrNameLst>
                      </p:cBhvr>
                      <p:tavLst>
                        <p:tav tm="0">
                          <p:val>
                            <p:fltVal val="0"/>
                          </p:val>
                        </p:tav>
                        <p:tav tm="100000">
                          <p:val>
                            <p:strVal val="#ppt_w"/>
                          </p:val>
                        </p:tav>
                      </p:tavLst>
                    </p:anim>
                    <p:anim calcmode="lin" valueType="num">
                      <p:cBhvr>
                        <p:cTn dur="500" fill="hold"/>
                        <p:tgtEl>
                          <p:spTgt spid="46"/>
                        </p:tgtEl>
                        <p:attrNameLst>
                          <p:attrName>ppt_h</p:attrName>
                        </p:attrNameLst>
                      </p:cBhvr>
                      <p:tavLst>
                        <p:tav tm="0">
                          <p:val>
                            <p:fltVal val="0"/>
                          </p:val>
                        </p:tav>
                        <p:tav tm="100000">
                          <p:val>
                            <p:strVal val="#ppt_h"/>
                          </p:val>
                        </p:tav>
                      </p:tavLst>
                    </p:anim>
                    <p:animEffect transition="in" filter="fade">
                      <p:cBhvr>
                        <p:cTn dur="500"/>
                        <p:tgtEl>
                          <p:spTgt spid="46"/>
                        </p:tgtEl>
                      </p:cBhvr>
                    </p:animEffect>
                  </p:childTnLst>
                </p:cTn>
              </p:par>
            </p:tnLst>
          </p:tmpl>
        </p:tmplLst>
      </p:bldP>
      <p:bldP spid="48"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48"/>
                        </p:tgtEl>
                        <p:attrNameLst>
                          <p:attrName>style.visibility</p:attrName>
                        </p:attrNameLst>
                      </p:cBhvr>
                      <p:to>
                        <p:strVal val="visible"/>
                      </p:to>
                    </p:set>
                    <p:animEffect transition="in" filter="fade">
                      <p:cBhvr>
                        <p:cTn dur="500"/>
                        <p:tgtEl>
                          <p:spTgt spid="48"/>
                        </p:tgtEl>
                      </p:cBhvr>
                    </p:animEffect>
                    <p:anim calcmode="lin" valueType="num">
                      <p:cBhvr>
                        <p:cTn dur="500" fill="hold"/>
                        <p:tgtEl>
                          <p:spTgt spid="48"/>
                        </p:tgtEl>
                        <p:attrNameLst>
                          <p:attrName>ppt_x</p:attrName>
                        </p:attrNameLst>
                      </p:cBhvr>
                      <p:tavLst>
                        <p:tav tm="0">
                          <p:val>
                            <p:strVal val="#ppt_x"/>
                          </p:val>
                        </p:tav>
                        <p:tav tm="100000">
                          <p:val>
                            <p:strVal val="#ppt_x"/>
                          </p:val>
                        </p:tav>
                      </p:tavLst>
                    </p:anim>
                    <p:anim calcmode="lin" valueType="num">
                      <p:cBhvr>
                        <p:cTn dur="500" fill="hold"/>
                        <p:tgtEl>
                          <p:spTgt spid="48"/>
                        </p:tgtEl>
                        <p:attrNameLst>
                          <p:attrName>ppt_y</p:attrName>
                        </p:attrNameLst>
                      </p:cBhvr>
                      <p:tavLst>
                        <p:tav tm="0">
                          <p:val>
                            <p:strVal val="#ppt_y+.1"/>
                          </p:val>
                        </p:tav>
                        <p:tav tm="100000">
                          <p:val>
                            <p:strVal val="#ppt_y"/>
                          </p:val>
                        </p:tav>
                      </p:tavLst>
                    </p:anim>
                  </p:childTnLst>
                </p:cTn>
              </p:par>
            </p:tnLst>
          </p:tmpl>
        </p:tmplLst>
      </p:bldP>
      <p:bldP spid="49"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49"/>
                        </p:tgtEl>
                        <p:attrNameLst>
                          <p:attrName>style.visibility</p:attrName>
                        </p:attrNameLst>
                      </p:cBhvr>
                      <p:to>
                        <p:strVal val="visible"/>
                      </p:to>
                    </p:set>
                    <p:anim calcmode="lin" valueType="num">
                      <p:cBhvr>
                        <p:cTn dur="500" fill="hold"/>
                        <p:tgtEl>
                          <p:spTgt spid="49"/>
                        </p:tgtEl>
                        <p:attrNameLst>
                          <p:attrName>ppt_w</p:attrName>
                        </p:attrNameLst>
                      </p:cBhvr>
                      <p:tavLst>
                        <p:tav tm="0">
                          <p:val>
                            <p:fltVal val="0"/>
                          </p:val>
                        </p:tav>
                        <p:tav tm="100000">
                          <p:val>
                            <p:strVal val="#ppt_w"/>
                          </p:val>
                        </p:tav>
                      </p:tavLst>
                    </p:anim>
                    <p:anim calcmode="lin" valueType="num">
                      <p:cBhvr>
                        <p:cTn dur="500" fill="hold"/>
                        <p:tgtEl>
                          <p:spTgt spid="49"/>
                        </p:tgtEl>
                        <p:attrNameLst>
                          <p:attrName>ppt_h</p:attrName>
                        </p:attrNameLst>
                      </p:cBhvr>
                      <p:tavLst>
                        <p:tav tm="0">
                          <p:val>
                            <p:fltVal val="0"/>
                          </p:val>
                        </p:tav>
                        <p:tav tm="100000">
                          <p:val>
                            <p:strVal val="#ppt_h"/>
                          </p:val>
                        </p:tav>
                      </p:tavLst>
                    </p:anim>
                    <p:animEffect transition="in" filter="fade">
                      <p:cBhvr>
                        <p:cTn dur="500"/>
                        <p:tgtEl>
                          <p:spTgt spid="49"/>
                        </p:tgtEl>
                      </p:cBhvr>
                    </p:animEffect>
                  </p:childTnLst>
                </p:cTn>
              </p:par>
            </p:tnLst>
          </p:tmpl>
        </p:tmplLst>
      </p:bldP>
      <p:bldP spid="50"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50"/>
                        </p:tgtEl>
                        <p:attrNameLst>
                          <p:attrName>style.visibility</p:attrName>
                        </p:attrNameLst>
                      </p:cBhvr>
                      <p:to>
                        <p:strVal val="visible"/>
                      </p:to>
                    </p:set>
                    <p:animEffect transition="in" filter="fade">
                      <p:cBhvr>
                        <p:cTn dur="500"/>
                        <p:tgtEl>
                          <p:spTgt spid="50"/>
                        </p:tgtEl>
                      </p:cBhvr>
                    </p:animEffect>
                    <p:anim calcmode="lin" valueType="num">
                      <p:cBhvr>
                        <p:cTn dur="500" fill="hold"/>
                        <p:tgtEl>
                          <p:spTgt spid="50"/>
                        </p:tgtEl>
                        <p:attrNameLst>
                          <p:attrName>ppt_x</p:attrName>
                        </p:attrNameLst>
                      </p:cBhvr>
                      <p:tavLst>
                        <p:tav tm="0">
                          <p:val>
                            <p:strVal val="#ppt_x"/>
                          </p:val>
                        </p:tav>
                        <p:tav tm="100000">
                          <p:val>
                            <p:strVal val="#ppt_x"/>
                          </p:val>
                        </p:tav>
                      </p:tavLst>
                    </p:anim>
                    <p:anim calcmode="lin" valueType="num">
                      <p:cBhvr>
                        <p:cTn dur="500" fill="hold"/>
                        <p:tgtEl>
                          <p:spTgt spid="50"/>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561.xml><?xml version="1.0" encoding="utf-8"?>
<p:sldLayout xmlns:a="http://schemas.openxmlformats.org/drawingml/2006/main" xmlns:r="http://schemas.openxmlformats.org/officeDocument/2006/relationships" xmlns:p="http://schemas.openxmlformats.org/presentationml/2006/main" preserve="1" userDrawn="1">
  <p:cSld name="10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6" name="Rectangle 5"/>
          <p:cNvSpPr/>
          <p:nvPr userDrawn="1"/>
        </p:nvSpPr>
        <p:spPr>
          <a:xfrm rot="20700000">
            <a:off x="1558637" y="2070541"/>
            <a:ext cx="1510146" cy="18288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9" name="Rectangle 8"/>
          <p:cNvSpPr/>
          <p:nvPr userDrawn="1"/>
        </p:nvSpPr>
        <p:spPr>
          <a:xfrm rot="900000">
            <a:off x="1558636" y="2070541"/>
            <a:ext cx="1510146" cy="18288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18" name="Picture Placeholder 17"/>
          <p:cNvSpPr>
            <a:spLocks noGrp="1"/>
          </p:cNvSpPr>
          <p:nvPr>
            <p:ph type="pic" sz="quarter" idx="15"/>
          </p:nvPr>
        </p:nvSpPr>
        <p:spPr>
          <a:xfrm>
            <a:off x="1558637" y="2042755"/>
            <a:ext cx="1510148" cy="1828800"/>
          </a:xfrm>
          <a:custGeom>
            <a:avLst/>
            <a:gdLst>
              <a:gd name="connsiteX0" fmla="*/ 0 w 1510148"/>
              <a:gd name="connsiteY0" fmla="*/ 0 h 1828800"/>
              <a:gd name="connsiteX1" fmla="*/ 1510148 w 1510148"/>
              <a:gd name="connsiteY1" fmla="*/ 0 h 1828800"/>
              <a:gd name="connsiteX2" fmla="*/ 1510148 w 1510148"/>
              <a:gd name="connsiteY2" fmla="*/ 1828800 h 1828800"/>
              <a:gd name="connsiteX3" fmla="*/ 0 w 1510148"/>
              <a:gd name="connsiteY3" fmla="*/ 1828800 h 1828800"/>
            </a:gdLst>
            <a:ahLst/>
            <a:cxnLst>
              <a:cxn ang="0">
                <a:pos x="connsiteX0" y="connsiteY0"/>
              </a:cxn>
              <a:cxn ang="0">
                <a:pos x="connsiteX1" y="connsiteY1"/>
              </a:cxn>
              <a:cxn ang="0">
                <a:pos x="connsiteX2" y="connsiteY2"/>
              </a:cxn>
              <a:cxn ang="0">
                <a:pos x="connsiteX3" y="connsiteY3"/>
              </a:cxn>
            </a:cxnLst>
            <a:rect l="l" t="t" r="r" b="b"/>
            <a:pathLst>
              <a:path w="1510148" h="1828800">
                <a:moveTo>
                  <a:pt x="0" y="0"/>
                </a:moveTo>
                <a:lnTo>
                  <a:pt x="1510148" y="0"/>
                </a:lnTo>
                <a:lnTo>
                  <a:pt x="1510148" y="1828800"/>
                </a:lnTo>
                <a:lnTo>
                  <a:pt x="0" y="1828800"/>
                </a:lnTo>
                <a:close/>
              </a:path>
            </a:pathLst>
          </a:custGeom>
          <a:solidFill>
            <a:schemeClr val="bg1">
              <a:lumMod val="85000"/>
            </a:schemeClr>
          </a:solidFill>
        </p:spPr>
        <p:txBody>
          <a:bodyPr wrap="square">
            <a:noAutofit/>
          </a:bodyPr>
          <a:lstStyle/>
          <a:p>
            <a:endParaRPr lang="en-AU"/>
          </a:p>
        </p:txBody>
      </p:sp>
      <p:sp>
        <p:nvSpPr>
          <p:cNvPr id="19" name="Rectangle 18"/>
          <p:cNvSpPr/>
          <p:nvPr userDrawn="1"/>
        </p:nvSpPr>
        <p:spPr>
          <a:xfrm rot="20700000">
            <a:off x="5346295" y="2070541"/>
            <a:ext cx="1510146" cy="18288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0" name="Rectangle 19"/>
          <p:cNvSpPr/>
          <p:nvPr userDrawn="1"/>
        </p:nvSpPr>
        <p:spPr>
          <a:xfrm rot="900000">
            <a:off x="5346294" y="2070541"/>
            <a:ext cx="1510146" cy="18288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1" name="Picture Placeholder 20"/>
          <p:cNvSpPr>
            <a:spLocks noGrp="1"/>
          </p:cNvSpPr>
          <p:nvPr>
            <p:ph type="pic" sz="quarter" idx="16"/>
          </p:nvPr>
        </p:nvSpPr>
        <p:spPr>
          <a:xfrm>
            <a:off x="5346295" y="2042755"/>
            <a:ext cx="1510148" cy="1828800"/>
          </a:xfrm>
          <a:custGeom>
            <a:avLst/>
            <a:gdLst>
              <a:gd name="connsiteX0" fmla="*/ 0 w 1510148"/>
              <a:gd name="connsiteY0" fmla="*/ 0 h 1828800"/>
              <a:gd name="connsiteX1" fmla="*/ 1510148 w 1510148"/>
              <a:gd name="connsiteY1" fmla="*/ 0 h 1828800"/>
              <a:gd name="connsiteX2" fmla="*/ 1510148 w 1510148"/>
              <a:gd name="connsiteY2" fmla="*/ 1828800 h 1828800"/>
              <a:gd name="connsiteX3" fmla="*/ 0 w 1510148"/>
              <a:gd name="connsiteY3" fmla="*/ 1828800 h 1828800"/>
            </a:gdLst>
            <a:ahLst/>
            <a:cxnLst>
              <a:cxn ang="0">
                <a:pos x="connsiteX0" y="connsiteY0"/>
              </a:cxn>
              <a:cxn ang="0">
                <a:pos x="connsiteX1" y="connsiteY1"/>
              </a:cxn>
              <a:cxn ang="0">
                <a:pos x="connsiteX2" y="connsiteY2"/>
              </a:cxn>
              <a:cxn ang="0">
                <a:pos x="connsiteX3" y="connsiteY3"/>
              </a:cxn>
            </a:cxnLst>
            <a:rect l="l" t="t" r="r" b="b"/>
            <a:pathLst>
              <a:path w="1510148" h="1828800">
                <a:moveTo>
                  <a:pt x="0" y="0"/>
                </a:moveTo>
                <a:lnTo>
                  <a:pt x="1510148" y="0"/>
                </a:lnTo>
                <a:lnTo>
                  <a:pt x="1510148" y="1828800"/>
                </a:lnTo>
                <a:lnTo>
                  <a:pt x="0" y="1828800"/>
                </a:lnTo>
                <a:close/>
              </a:path>
            </a:pathLst>
          </a:custGeom>
          <a:solidFill>
            <a:schemeClr val="bg1">
              <a:lumMod val="85000"/>
            </a:schemeClr>
          </a:solidFill>
        </p:spPr>
        <p:txBody>
          <a:bodyPr wrap="square">
            <a:noAutofit/>
          </a:bodyPr>
          <a:lstStyle/>
          <a:p>
            <a:endParaRPr lang="en-AU"/>
          </a:p>
        </p:txBody>
      </p:sp>
      <p:sp>
        <p:nvSpPr>
          <p:cNvPr id="22" name="Rectangle 21"/>
          <p:cNvSpPr/>
          <p:nvPr userDrawn="1"/>
        </p:nvSpPr>
        <p:spPr>
          <a:xfrm rot="20700000">
            <a:off x="9133955" y="2049759"/>
            <a:ext cx="1510146" cy="182880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3" name="Rectangle 22"/>
          <p:cNvSpPr/>
          <p:nvPr userDrawn="1"/>
        </p:nvSpPr>
        <p:spPr>
          <a:xfrm rot="900000">
            <a:off x="9133954" y="2049759"/>
            <a:ext cx="1510146" cy="18288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4" name="Picture Placeholder 23"/>
          <p:cNvSpPr>
            <a:spLocks noGrp="1"/>
          </p:cNvSpPr>
          <p:nvPr>
            <p:ph type="pic" sz="quarter" idx="17"/>
          </p:nvPr>
        </p:nvSpPr>
        <p:spPr>
          <a:xfrm>
            <a:off x="9133955" y="2021973"/>
            <a:ext cx="1510148" cy="1828800"/>
          </a:xfrm>
          <a:custGeom>
            <a:avLst/>
            <a:gdLst>
              <a:gd name="connsiteX0" fmla="*/ 0 w 1510148"/>
              <a:gd name="connsiteY0" fmla="*/ 0 h 1828800"/>
              <a:gd name="connsiteX1" fmla="*/ 1510148 w 1510148"/>
              <a:gd name="connsiteY1" fmla="*/ 0 h 1828800"/>
              <a:gd name="connsiteX2" fmla="*/ 1510148 w 1510148"/>
              <a:gd name="connsiteY2" fmla="*/ 1828800 h 1828800"/>
              <a:gd name="connsiteX3" fmla="*/ 0 w 1510148"/>
              <a:gd name="connsiteY3" fmla="*/ 1828800 h 1828800"/>
            </a:gdLst>
            <a:ahLst/>
            <a:cxnLst>
              <a:cxn ang="0">
                <a:pos x="connsiteX0" y="connsiteY0"/>
              </a:cxn>
              <a:cxn ang="0">
                <a:pos x="connsiteX1" y="connsiteY1"/>
              </a:cxn>
              <a:cxn ang="0">
                <a:pos x="connsiteX2" y="connsiteY2"/>
              </a:cxn>
              <a:cxn ang="0">
                <a:pos x="connsiteX3" y="connsiteY3"/>
              </a:cxn>
            </a:cxnLst>
            <a:rect l="l" t="t" r="r" b="b"/>
            <a:pathLst>
              <a:path w="1510148" h="1828800">
                <a:moveTo>
                  <a:pt x="0" y="0"/>
                </a:moveTo>
                <a:lnTo>
                  <a:pt x="1510148" y="0"/>
                </a:lnTo>
                <a:lnTo>
                  <a:pt x="1510148" y="1828800"/>
                </a:lnTo>
                <a:lnTo>
                  <a:pt x="0" y="1828800"/>
                </a:lnTo>
                <a:close/>
              </a:path>
            </a:pathLst>
          </a:custGeom>
          <a:solidFill>
            <a:schemeClr val="bg1">
              <a:lumMod val="85000"/>
            </a:schemeClr>
          </a:solidFill>
        </p:spPr>
        <p:txBody>
          <a:bodyPr wrap="square">
            <a:noAutofit/>
          </a:bodyPr>
          <a:lstStyle/>
          <a:p>
            <a:endParaRPr lang="en-AU"/>
          </a:p>
        </p:txBody>
      </p:sp>
      <p:sp>
        <p:nvSpPr>
          <p:cNvPr id="25" name="Text Placeholder 21"/>
          <p:cNvSpPr>
            <a:spLocks noGrp="1"/>
          </p:cNvSpPr>
          <p:nvPr>
            <p:ph type="body" sz="quarter" idx="20"/>
          </p:nvPr>
        </p:nvSpPr>
        <p:spPr>
          <a:xfrm>
            <a:off x="1347700" y="4415134"/>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6" name="Text Placeholder 21"/>
          <p:cNvSpPr>
            <a:spLocks noGrp="1"/>
          </p:cNvSpPr>
          <p:nvPr>
            <p:ph type="body" sz="quarter" idx="29"/>
          </p:nvPr>
        </p:nvSpPr>
        <p:spPr>
          <a:xfrm>
            <a:off x="1347700" y="4721838"/>
            <a:ext cx="1814513"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8" name="Text Placeholder 21"/>
          <p:cNvSpPr>
            <a:spLocks noGrp="1"/>
          </p:cNvSpPr>
          <p:nvPr>
            <p:ph type="body" sz="quarter" idx="30"/>
          </p:nvPr>
        </p:nvSpPr>
        <p:spPr>
          <a:xfrm>
            <a:off x="5188743" y="4415134"/>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9" name="Text Placeholder 21"/>
          <p:cNvSpPr>
            <a:spLocks noGrp="1"/>
          </p:cNvSpPr>
          <p:nvPr>
            <p:ph type="body" sz="quarter" idx="31"/>
          </p:nvPr>
        </p:nvSpPr>
        <p:spPr>
          <a:xfrm>
            <a:off x="5188743" y="4721838"/>
            <a:ext cx="1814513"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0" name="Text Placeholder 21"/>
          <p:cNvSpPr>
            <a:spLocks noGrp="1"/>
          </p:cNvSpPr>
          <p:nvPr>
            <p:ph type="body" sz="quarter" idx="32"/>
          </p:nvPr>
        </p:nvSpPr>
        <p:spPr>
          <a:xfrm>
            <a:off x="9029786" y="4415134"/>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1" name="Text Placeholder 21"/>
          <p:cNvSpPr>
            <a:spLocks noGrp="1"/>
          </p:cNvSpPr>
          <p:nvPr>
            <p:ph type="body" sz="quarter" idx="33"/>
          </p:nvPr>
        </p:nvSpPr>
        <p:spPr>
          <a:xfrm>
            <a:off x="9029786" y="4721838"/>
            <a:ext cx="1814513"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Tree>
    <p:extLst>
      <p:ext uri="{BB962C8B-B14F-4D97-AF65-F5344CB8AC3E}">
        <p14:creationId xmlns:p14="http://schemas.microsoft.com/office/powerpoint/2010/main" val="339112643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10" presetClass="entr" presetSubtype="0" fill="hold" grpId="0" nodeType="afterEffect">
                                  <p:stCondLst>
                                    <p:cond delay="0"/>
                                  </p:stCondLst>
                                  <p:childTnLst>
                                    <p:set>
                                      <p:cBhvr>
                                        <p:cTn id="20" dur="1" fill="hold">
                                          <p:stCondLst>
                                            <p:cond delay="0"/>
                                          </p:stCondLst>
                                        </p:cTn>
                                        <p:tgtEl>
                                          <p:spTgt spid="6"/>
                                        </p:tgtEl>
                                        <p:attrNameLst>
                                          <p:attrName>style.visibility</p:attrName>
                                        </p:attrNameLst>
                                      </p:cBhvr>
                                      <p:to>
                                        <p:strVal val="visible"/>
                                      </p:to>
                                    </p:set>
                                    <p:animEffect transition="in" filter="fade">
                                      <p:cBhvr>
                                        <p:cTn id="21" dur="500"/>
                                        <p:tgtEl>
                                          <p:spTgt spid="6"/>
                                        </p:tgtEl>
                                      </p:cBhvr>
                                    </p:animEffect>
                                  </p:childTnLst>
                                </p:cTn>
                              </p:par>
                            </p:childTnLst>
                          </p:cTn>
                        </p:par>
                        <p:par>
                          <p:cTn id="22" fill="hold">
                            <p:stCondLst>
                              <p:cond delay="2000"/>
                            </p:stCondLst>
                            <p:childTnLst>
                              <p:par>
                                <p:cTn id="23" presetID="10" presetClass="entr" presetSubtype="0" fill="hold" grpId="0" nodeType="afterEffect">
                                  <p:stCondLst>
                                    <p:cond delay="0"/>
                                  </p:stCondLst>
                                  <p:childTnLst>
                                    <p:set>
                                      <p:cBhvr>
                                        <p:cTn id="24" dur="1" fill="hold">
                                          <p:stCondLst>
                                            <p:cond delay="0"/>
                                          </p:stCondLst>
                                        </p:cTn>
                                        <p:tgtEl>
                                          <p:spTgt spid="9"/>
                                        </p:tgtEl>
                                        <p:attrNameLst>
                                          <p:attrName>style.visibility</p:attrName>
                                        </p:attrNameLst>
                                      </p:cBhvr>
                                      <p:to>
                                        <p:strVal val="visible"/>
                                      </p:to>
                                    </p:set>
                                    <p:animEffect transition="in" filter="fade">
                                      <p:cBhvr>
                                        <p:cTn id="25" dur="500"/>
                                        <p:tgtEl>
                                          <p:spTgt spid="9"/>
                                        </p:tgtEl>
                                      </p:cBhvr>
                                    </p:animEffect>
                                  </p:childTnLst>
                                </p:cTn>
                              </p:par>
                            </p:childTnLst>
                          </p:cTn>
                        </p:par>
                        <p:par>
                          <p:cTn id="26" fill="hold">
                            <p:stCondLst>
                              <p:cond delay="2500"/>
                            </p:stCondLst>
                            <p:childTnLst>
                              <p:par>
                                <p:cTn id="27" presetID="53" presetClass="entr" presetSubtype="16" fill="hold" grpId="0" nodeType="afterEffect">
                                  <p:stCondLst>
                                    <p:cond delay="0"/>
                                  </p:stCondLst>
                                  <p:childTnLst>
                                    <p:set>
                                      <p:cBhvr>
                                        <p:cTn id="28" dur="1" fill="hold">
                                          <p:stCondLst>
                                            <p:cond delay="0"/>
                                          </p:stCondLst>
                                        </p:cTn>
                                        <p:tgtEl>
                                          <p:spTgt spid="18"/>
                                        </p:tgtEl>
                                        <p:attrNameLst>
                                          <p:attrName>style.visibility</p:attrName>
                                        </p:attrNameLst>
                                      </p:cBhvr>
                                      <p:to>
                                        <p:strVal val="visible"/>
                                      </p:to>
                                    </p:set>
                                    <p:anim calcmode="lin" valueType="num">
                                      <p:cBhvr>
                                        <p:cTn id="29" dur="500" fill="hold"/>
                                        <p:tgtEl>
                                          <p:spTgt spid="18"/>
                                        </p:tgtEl>
                                        <p:attrNameLst>
                                          <p:attrName>ppt_w</p:attrName>
                                        </p:attrNameLst>
                                      </p:cBhvr>
                                      <p:tavLst>
                                        <p:tav tm="0">
                                          <p:val>
                                            <p:fltVal val="0"/>
                                          </p:val>
                                        </p:tav>
                                        <p:tav tm="100000">
                                          <p:val>
                                            <p:strVal val="#ppt_w"/>
                                          </p:val>
                                        </p:tav>
                                      </p:tavLst>
                                    </p:anim>
                                    <p:anim calcmode="lin" valueType="num">
                                      <p:cBhvr>
                                        <p:cTn id="30" dur="500" fill="hold"/>
                                        <p:tgtEl>
                                          <p:spTgt spid="18"/>
                                        </p:tgtEl>
                                        <p:attrNameLst>
                                          <p:attrName>ppt_h</p:attrName>
                                        </p:attrNameLst>
                                      </p:cBhvr>
                                      <p:tavLst>
                                        <p:tav tm="0">
                                          <p:val>
                                            <p:fltVal val="0"/>
                                          </p:val>
                                        </p:tav>
                                        <p:tav tm="100000">
                                          <p:val>
                                            <p:strVal val="#ppt_h"/>
                                          </p:val>
                                        </p:tav>
                                      </p:tavLst>
                                    </p:anim>
                                    <p:animEffect transition="in" filter="fade">
                                      <p:cBhvr>
                                        <p:cTn id="31" dur="500"/>
                                        <p:tgtEl>
                                          <p:spTgt spid="18"/>
                                        </p:tgtEl>
                                      </p:cBhvr>
                                    </p:animEffect>
                                  </p:childTnLst>
                                </p:cTn>
                              </p:par>
                            </p:childTnLst>
                          </p:cTn>
                        </p:par>
                        <p:par>
                          <p:cTn id="32" fill="hold">
                            <p:stCondLst>
                              <p:cond delay="3000"/>
                            </p:stCondLst>
                            <p:childTnLst>
                              <p:par>
                                <p:cTn id="33" presetID="53" presetClass="entr" presetSubtype="16" fill="hold" grpId="0" nodeType="afterEffect" nodePh="1">
                                  <p:stCondLst>
                                    <p:cond delay="0"/>
                                  </p:stCondLst>
                                  <p:endCondLst>
                                    <p:cond evt="begin" delay="0">
                                      <p:tn val="33"/>
                                    </p:cond>
                                  </p:endCondLst>
                                  <p:childTnLst>
                                    <p:set>
                                      <p:cBhvr>
                                        <p:cTn id="34" dur="1" fill="hold">
                                          <p:stCondLst>
                                            <p:cond delay="0"/>
                                          </p:stCondLst>
                                        </p:cTn>
                                        <p:tgtEl>
                                          <p:spTgt spid="25">
                                            <p:txEl>
                                              <p:pRg st="0" end="0"/>
                                            </p:txEl>
                                          </p:spTgt>
                                        </p:tgtEl>
                                        <p:attrNameLst>
                                          <p:attrName>style.visibility</p:attrName>
                                        </p:attrNameLst>
                                      </p:cBhvr>
                                      <p:to>
                                        <p:strVal val="visible"/>
                                      </p:to>
                                    </p:set>
                                    <p:anim calcmode="lin" valueType="num">
                                      <p:cBhvr>
                                        <p:cTn id="35" dur="500" fill="hold"/>
                                        <p:tgtEl>
                                          <p:spTgt spid="25">
                                            <p:txEl>
                                              <p:pRg st="0" end="0"/>
                                            </p:txEl>
                                          </p:spTgt>
                                        </p:tgtEl>
                                        <p:attrNameLst>
                                          <p:attrName>ppt_w</p:attrName>
                                        </p:attrNameLst>
                                      </p:cBhvr>
                                      <p:tavLst>
                                        <p:tav tm="0">
                                          <p:val>
                                            <p:fltVal val="0"/>
                                          </p:val>
                                        </p:tav>
                                        <p:tav tm="100000">
                                          <p:val>
                                            <p:strVal val="#ppt_w"/>
                                          </p:val>
                                        </p:tav>
                                      </p:tavLst>
                                    </p:anim>
                                    <p:anim calcmode="lin" valueType="num">
                                      <p:cBhvr>
                                        <p:cTn id="36" dur="500" fill="hold"/>
                                        <p:tgtEl>
                                          <p:spTgt spid="25">
                                            <p:txEl>
                                              <p:pRg st="0" end="0"/>
                                            </p:txEl>
                                          </p:spTgt>
                                        </p:tgtEl>
                                        <p:attrNameLst>
                                          <p:attrName>ppt_h</p:attrName>
                                        </p:attrNameLst>
                                      </p:cBhvr>
                                      <p:tavLst>
                                        <p:tav tm="0">
                                          <p:val>
                                            <p:fltVal val="0"/>
                                          </p:val>
                                        </p:tav>
                                        <p:tav tm="100000">
                                          <p:val>
                                            <p:strVal val="#ppt_h"/>
                                          </p:val>
                                        </p:tav>
                                      </p:tavLst>
                                    </p:anim>
                                    <p:animEffect transition="in" filter="fade">
                                      <p:cBhvr>
                                        <p:cTn id="37" dur="500"/>
                                        <p:tgtEl>
                                          <p:spTgt spid="25">
                                            <p:txEl>
                                              <p:pRg st="0" end="0"/>
                                            </p:txEl>
                                          </p:spTgt>
                                        </p:tgtEl>
                                      </p:cBhvr>
                                    </p:animEffect>
                                  </p:childTnLst>
                                </p:cTn>
                              </p:par>
                            </p:childTnLst>
                          </p:cTn>
                        </p:par>
                        <p:par>
                          <p:cTn id="38" fill="hold">
                            <p:stCondLst>
                              <p:cond delay="3500"/>
                            </p:stCondLst>
                            <p:childTnLst>
                              <p:par>
                                <p:cTn id="39" presetID="42" presetClass="entr" presetSubtype="0" fill="hold" grpId="0" nodeType="afterEffect" nodePh="1">
                                  <p:stCondLst>
                                    <p:cond delay="0"/>
                                  </p:stCondLst>
                                  <p:endCondLst>
                                    <p:cond evt="begin" delay="0">
                                      <p:tn val="39"/>
                                    </p:cond>
                                  </p:endCondLst>
                                  <p:childTnLst>
                                    <p:set>
                                      <p:cBhvr>
                                        <p:cTn id="40" dur="1" fill="hold">
                                          <p:stCondLst>
                                            <p:cond delay="0"/>
                                          </p:stCondLst>
                                        </p:cTn>
                                        <p:tgtEl>
                                          <p:spTgt spid="26">
                                            <p:txEl>
                                              <p:pRg st="0" end="0"/>
                                            </p:txEl>
                                          </p:spTgt>
                                        </p:tgtEl>
                                        <p:attrNameLst>
                                          <p:attrName>style.visibility</p:attrName>
                                        </p:attrNameLst>
                                      </p:cBhvr>
                                      <p:to>
                                        <p:strVal val="visible"/>
                                      </p:to>
                                    </p:set>
                                    <p:animEffect transition="in" filter="fade">
                                      <p:cBhvr>
                                        <p:cTn id="41" dur="500"/>
                                        <p:tgtEl>
                                          <p:spTgt spid="26">
                                            <p:txEl>
                                              <p:pRg st="0" end="0"/>
                                            </p:txEl>
                                          </p:spTgt>
                                        </p:tgtEl>
                                      </p:cBhvr>
                                    </p:animEffect>
                                    <p:anim calcmode="lin" valueType="num">
                                      <p:cBhvr>
                                        <p:cTn id="42" dur="500" fill="hold"/>
                                        <p:tgtEl>
                                          <p:spTgt spid="26">
                                            <p:txEl>
                                              <p:pRg st="0" end="0"/>
                                            </p:txEl>
                                          </p:spTgt>
                                        </p:tgtEl>
                                        <p:attrNameLst>
                                          <p:attrName>ppt_x</p:attrName>
                                        </p:attrNameLst>
                                      </p:cBhvr>
                                      <p:tavLst>
                                        <p:tav tm="0">
                                          <p:val>
                                            <p:strVal val="#ppt_x"/>
                                          </p:val>
                                        </p:tav>
                                        <p:tav tm="100000">
                                          <p:val>
                                            <p:strVal val="#ppt_x"/>
                                          </p:val>
                                        </p:tav>
                                      </p:tavLst>
                                    </p:anim>
                                    <p:anim calcmode="lin" valueType="num">
                                      <p:cBhvr>
                                        <p:cTn id="43" dur="500" fill="hold"/>
                                        <p:tgtEl>
                                          <p:spTgt spid="26">
                                            <p:txEl>
                                              <p:pRg st="0" end="0"/>
                                            </p:txEl>
                                          </p:spTgt>
                                        </p:tgtEl>
                                        <p:attrNameLst>
                                          <p:attrName>ppt_y</p:attrName>
                                        </p:attrNameLst>
                                      </p:cBhvr>
                                      <p:tavLst>
                                        <p:tav tm="0">
                                          <p:val>
                                            <p:strVal val="#ppt_y+.1"/>
                                          </p:val>
                                        </p:tav>
                                        <p:tav tm="100000">
                                          <p:val>
                                            <p:strVal val="#ppt_y"/>
                                          </p:val>
                                        </p:tav>
                                      </p:tavLst>
                                    </p:anim>
                                  </p:childTnLst>
                                </p:cTn>
                              </p:par>
                            </p:childTnLst>
                          </p:cTn>
                        </p:par>
                        <p:par>
                          <p:cTn id="44" fill="hold">
                            <p:stCondLst>
                              <p:cond delay="4000"/>
                            </p:stCondLst>
                            <p:childTnLst>
                              <p:par>
                                <p:cTn id="45" presetID="10" presetClass="entr" presetSubtype="0" fill="hold" grpId="0" nodeType="afterEffect">
                                  <p:stCondLst>
                                    <p:cond delay="0"/>
                                  </p:stCondLst>
                                  <p:childTnLst>
                                    <p:set>
                                      <p:cBhvr>
                                        <p:cTn id="46" dur="1" fill="hold">
                                          <p:stCondLst>
                                            <p:cond delay="0"/>
                                          </p:stCondLst>
                                        </p:cTn>
                                        <p:tgtEl>
                                          <p:spTgt spid="19"/>
                                        </p:tgtEl>
                                        <p:attrNameLst>
                                          <p:attrName>style.visibility</p:attrName>
                                        </p:attrNameLst>
                                      </p:cBhvr>
                                      <p:to>
                                        <p:strVal val="visible"/>
                                      </p:to>
                                    </p:set>
                                    <p:animEffect transition="in" filter="fade">
                                      <p:cBhvr>
                                        <p:cTn id="47" dur="500"/>
                                        <p:tgtEl>
                                          <p:spTgt spid="19"/>
                                        </p:tgtEl>
                                      </p:cBhvr>
                                    </p:animEffect>
                                  </p:childTnLst>
                                </p:cTn>
                              </p:par>
                            </p:childTnLst>
                          </p:cTn>
                        </p:par>
                        <p:par>
                          <p:cTn id="48" fill="hold">
                            <p:stCondLst>
                              <p:cond delay="4500"/>
                            </p:stCondLst>
                            <p:childTnLst>
                              <p:par>
                                <p:cTn id="49" presetID="10" presetClass="entr" presetSubtype="0" fill="hold" grpId="0" nodeType="afterEffect">
                                  <p:stCondLst>
                                    <p:cond delay="0"/>
                                  </p:stCondLst>
                                  <p:childTnLst>
                                    <p:set>
                                      <p:cBhvr>
                                        <p:cTn id="50" dur="1" fill="hold">
                                          <p:stCondLst>
                                            <p:cond delay="0"/>
                                          </p:stCondLst>
                                        </p:cTn>
                                        <p:tgtEl>
                                          <p:spTgt spid="20"/>
                                        </p:tgtEl>
                                        <p:attrNameLst>
                                          <p:attrName>style.visibility</p:attrName>
                                        </p:attrNameLst>
                                      </p:cBhvr>
                                      <p:to>
                                        <p:strVal val="visible"/>
                                      </p:to>
                                    </p:set>
                                    <p:animEffect transition="in" filter="fade">
                                      <p:cBhvr>
                                        <p:cTn id="51" dur="500"/>
                                        <p:tgtEl>
                                          <p:spTgt spid="20"/>
                                        </p:tgtEl>
                                      </p:cBhvr>
                                    </p:animEffect>
                                  </p:childTnLst>
                                </p:cTn>
                              </p:par>
                            </p:childTnLst>
                          </p:cTn>
                        </p:par>
                        <p:par>
                          <p:cTn id="52" fill="hold">
                            <p:stCondLst>
                              <p:cond delay="5000"/>
                            </p:stCondLst>
                            <p:childTnLst>
                              <p:par>
                                <p:cTn id="53" presetID="53" presetClass="entr" presetSubtype="16" fill="hold" grpId="0" nodeType="afterEffect">
                                  <p:stCondLst>
                                    <p:cond delay="0"/>
                                  </p:stCondLst>
                                  <p:childTnLst>
                                    <p:set>
                                      <p:cBhvr>
                                        <p:cTn id="54" dur="1" fill="hold">
                                          <p:stCondLst>
                                            <p:cond delay="0"/>
                                          </p:stCondLst>
                                        </p:cTn>
                                        <p:tgtEl>
                                          <p:spTgt spid="21"/>
                                        </p:tgtEl>
                                        <p:attrNameLst>
                                          <p:attrName>style.visibility</p:attrName>
                                        </p:attrNameLst>
                                      </p:cBhvr>
                                      <p:to>
                                        <p:strVal val="visible"/>
                                      </p:to>
                                    </p:set>
                                    <p:anim calcmode="lin" valueType="num">
                                      <p:cBhvr>
                                        <p:cTn id="55" dur="500" fill="hold"/>
                                        <p:tgtEl>
                                          <p:spTgt spid="21"/>
                                        </p:tgtEl>
                                        <p:attrNameLst>
                                          <p:attrName>ppt_w</p:attrName>
                                        </p:attrNameLst>
                                      </p:cBhvr>
                                      <p:tavLst>
                                        <p:tav tm="0">
                                          <p:val>
                                            <p:fltVal val="0"/>
                                          </p:val>
                                        </p:tav>
                                        <p:tav tm="100000">
                                          <p:val>
                                            <p:strVal val="#ppt_w"/>
                                          </p:val>
                                        </p:tav>
                                      </p:tavLst>
                                    </p:anim>
                                    <p:anim calcmode="lin" valueType="num">
                                      <p:cBhvr>
                                        <p:cTn id="56" dur="500" fill="hold"/>
                                        <p:tgtEl>
                                          <p:spTgt spid="21"/>
                                        </p:tgtEl>
                                        <p:attrNameLst>
                                          <p:attrName>ppt_h</p:attrName>
                                        </p:attrNameLst>
                                      </p:cBhvr>
                                      <p:tavLst>
                                        <p:tav tm="0">
                                          <p:val>
                                            <p:fltVal val="0"/>
                                          </p:val>
                                        </p:tav>
                                        <p:tav tm="100000">
                                          <p:val>
                                            <p:strVal val="#ppt_h"/>
                                          </p:val>
                                        </p:tav>
                                      </p:tavLst>
                                    </p:anim>
                                    <p:animEffect transition="in" filter="fade">
                                      <p:cBhvr>
                                        <p:cTn id="57" dur="500"/>
                                        <p:tgtEl>
                                          <p:spTgt spid="21"/>
                                        </p:tgtEl>
                                      </p:cBhvr>
                                    </p:animEffect>
                                  </p:childTnLst>
                                </p:cTn>
                              </p:par>
                            </p:childTnLst>
                          </p:cTn>
                        </p:par>
                        <p:par>
                          <p:cTn id="58" fill="hold">
                            <p:stCondLst>
                              <p:cond delay="5500"/>
                            </p:stCondLst>
                            <p:childTnLst>
                              <p:par>
                                <p:cTn id="59" presetID="53" presetClass="entr" presetSubtype="16" fill="hold" grpId="0" nodeType="afterEffect" nodePh="1">
                                  <p:stCondLst>
                                    <p:cond delay="0"/>
                                  </p:stCondLst>
                                  <p:endCondLst>
                                    <p:cond evt="begin" delay="0">
                                      <p:tn val="59"/>
                                    </p:cond>
                                  </p:endCondLst>
                                  <p:childTnLst>
                                    <p:set>
                                      <p:cBhvr>
                                        <p:cTn id="60" dur="1" fill="hold">
                                          <p:stCondLst>
                                            <p:cond delay="0"/>
                                          </p:stCondLst>
                                        </p:cTn>
                                        <p:tgtEl>
                                          <p:spTgt spid="28">
                                            <p:txEl>
                                              <p:pRg st="0" end="0"/>
                                            </p:txEl>
                                          </p:spTgt>
                                        </p:tgtEl>
                                        <p:attrNameLst>
                                          <p:attrName>style.visibility</p:attrName>
                                        </p:attrNameLst>
                                      </p:cBhvr>
                                      <p:to>
                                        <p:strVal val="visible"/>
                                      </p:to>
                                    </p:set>
                                    <p:anim calcmode="lin" valueType="num">
                                      <p:cBhvr>
                                        <p:cTn id="61" dur="500" fill="hold"/>
                                        <p:tgtEl>
                                          <p:spTgt spid="28">
                                            <p:txEl>
                                              <p:pRg st="0" end="0"/>
                                            </p:txEl>
                                          </p:spTgt>
                                        </p:tgtEl>
                                        <p:attrNameLst>
                                          <p:attrName>ppt_w</p:attrName>
                                        </p:attrNameLst>
                                      </p:cBhvr>
                                      <p:tavLst>
                                        <p:tav tm="0">
                                          <p:val>
                                            <p:fltVal val="0"/>
                                          </p:val>
                                        </p:tav>
                                        <p:tav tm="100000">
                                          <p:val>
                                            <p:strVal val="#ppt_w"/>
                                          </p:val>
                                        </p:tav>
                                      </p:tavLst>
                                    </p:anim>
                                    <p:anim calcmode="lin" valueType="num">
                                      <p:cBhvr>
                                        <p:cTn id="62" dur="500" fill="hold"/>
                                        <p:tgtEl>
                                          <p:spTgt spid="28">
                                            <p:txEl>
                                              <p:pRg st="0" end="0"/>
                                            </p:txEl>
                                          </p:spTgt>
                                        </p:tgtEl>
                                        <p:attrNameLst>
                                          <p:attrName>ppt_h</p:attrName>
                                        </p:attrNameLst>
                                      </p:cBhvr>
                                      <p:tavLst>
                                        <p:tav tm="0">
                                          <p:val>
                                            <p:fltVal val="0"/>
                                          </p:val>
                                        </p:tav>
                                        <p:tav tm="100000">
                                          <p:val>
                                            <p:strVal val="#ppt_h"/>
                                          </p:val>
                                        </p:tav>
                                      </p:tavLst>
                                    </p:anim>
                                    <p:animEffect transition="in" filter="fade">
                                      <p:cBhvr>
                                        <p:cTn id="63" dur="500"/>
                                        <p:tgtEl>
                                          <p:spTgt spid="28">
                                            <p:txEl>
                                              <p:pRg st="0" end="0"/>
                                            </p:txEl>
                                          </p:spTgt>
                                        </p:tgtEl>
                                      </p:cBhvr>
                                    </p:animEffect>
                                  </p:childTnLst>
                                </p:cTn>
                              </p:par>
                            </p:childTnLst>
                          </p:cTn>
                        </p:par>
                        <p:par>
                          <p:cTn id="64" fill="hold">
                            <p:stCondLst>
                              <p:cond delay="6000"/>
                            </p:stCondLst>
                            <p:childTnLst>
                              <p:par>
                                <p:cTn id="65" presetID="42" presetClass="entr" presetSubtype="0" fill="hold" grpId="0" nodeType="afterEffect" nodePh="1">
                                  <p:stCondLst>
                                    <p:cond delay="0"/>
                                  </p:stCondLst>
                                  <p:endCondLst>
                                    <p:cond evt="begin" delay="0">
                                      <p:tn val="65"/>
                                    </p:cond>
                                  </p:endCondLst>
                                  <p:childTnLst>
                                    <p:set>
                                      <p:cBhvr>
                                        <p:cTn id="66" dur="1" fill="hold">
                                          <p:stCondLst>
                                            <p:cond delay="0"/>
                                          </p:stCondLst>
                                        </p:cTn>
                                        <p:tgtEl>
                                          <p:spTgt spid="29">
                                            <p:txEl>
                                              <p:pRg st="0" end="0"/>
                                            </p:txEl>
                                          </p:spTgt>
                                        </p:tgtEl>
                                        <p:attrNameLst>
                                          <p:attrName>style.visibility</p:attrName>
                                        </p:attrNameLst>
                                      </p:cBhvr>
                                      <p:to>
                                        <p:strVal val="visible"/>
                                      </p:to>
                                    </p:set>
                                    <p:animEffect transition="in" filter="fade">
                                      <p:cBhvr>
                                        <p:cTn id="67" dur="500"/>
                                        <p:tgtEl>
                                          <p:spTgt spid="29">
                                            <p:txEl>
                                              <p:pRg st="0" end="0"/>
                                            </p:txEl>
                                          </p:spTgt>
                                        </p:tgtEl>
                                      </p:cBhvr>
                                    </p:animEffect>
                                    <p:anim calcmode="lin" valueType="num">
                                      <p:cBhvr>
                                        <p:cTn id="68" dur="500" fill="hold"/>
                                        <p:tgtEl>
                                          <p:spTgt spid="29">
                                            <p:txEl>
                                              <p:pRg st="0" end="0"/>
                                            </p:txEl>
                                          </p:spTgt>
                                        </p:tgtEl>
                                        <p:attrNameLst>
                                          <p:attrName>ppt_x</p:attrName>
                                        </p:attrNameLst>
                                      </p:cBhvr>
                                      <p:tavLst>
                                        <p:tav tm="0">
                                          <p:val>
                                            <p:strVal val="#ppt_x"/>
                                          </p:val>
                                        </p:tav>
                                        <p:tav tm="100000">
                                          <p:val>
                                            <p:strVal val="#ppt_x"/>
                                          </p:val>
                                        </p:tav>
                                      </p:tavLst>
                                    </p:anim>
                                    <p:anim calcmode="lin" valueType="num">
                                      <p:cBhvr>
                                        <p:cTn id="69" dur="500" fill="hold"/>
                                        <p:tgtEl>
                                          <p:spTgt spid="29">
                                            <p:txEl>
                                              <p:pRg st="0" end="0"/>
                                            </p:txEl>
                                          </p:spTgt>
                                        </p:tgtEl>
                                        <p:attrNameLst>
                                          <p:attrName>ppt_y</p:attrName>
                                        </p:attrNameLst>
                                      </p:cBhvr>
                                      <p:tavLst>
                                        <p:tav tm="0">
                                          <p:val>
                                            <p:strVal val="#ppt_y+.1"/>
                                          </p:val>
                                        </p:tav>
                                        <p:tav tm="100000">
                                          <p:val>
                                            <p:strVal val="#ppt_y"/>
                                          </p:val>
                                        </p:tav>
                                      </p:tavLst>
                                    </p:anim>
                                  </p:childTnLst>
                                </p:cTn>
                              </p:par>
                            </p:childTnLst>
                          </p:cTn>
                        </p:par>
                        <p:par>
                          <p:cTn id="70" fill="hold">
                            <p:stCondLst>
                              <p:cond delay="6500"/>
                            </p:stCondLst>
                            <p:childTnLst>
                              <p:par>
                                <p:cTn id="71" presetID="10" presetClass="entr" presetSubtype="0" fill="hold" grpId="0" nodeType="afterEffect">
                                  <p:stCondLst>
                                    <p:cond delay="0"/>
                                  </p:stCondLst>
                                  <p:childTnLst>
                                    <p:set>
                                      <p:cBhvr>
                                        <p:cTn id="72" dur="1" fill="hold">
                                          <p:stCondLst>
                                            <p:cond delay="0"/>
                                          </p:stCondLst>
                                        </p:cTn>
                                        <p:tgtEl>
                                          <p:spTgt spid="22"/>
                                        </p:tgtEl>
                                        <p:attrNameLst>
                                          <p:attrName>style.visibility</p:attrName>
                                        </p:attrNameLst>
                                      </p:cBhvr>
                                      <p:to>
                                        <p:strVal val="visible"/>
                                      </p:to>
                                    </p:set>
                                    <p:animEffect transition="in" filter="fade">
                                      <p:cBhvr>
                                        <p:cTn id="73" dur="500"/>
                                        <p:tgtEl>
                                          <p:spTgt spid="22"/>
                                        </p:tgtEl>
                                      </p:cBhvr>
                                    </p:animEffect>
                                  </p:childTnLst>
                                </p:cTn>
                              </p:par>
                            </p:childTnLst>
                          </p:cTn>
                        </p:par>
                        <p:par>
                          <p:cTn id="74" fill="hold">
                            <p:stCondLst>
                              <p:cond delay="7000"/>
                            </p:stCondLst>
                            <p:childTnLst>
                              <p:par>
                                <p:cTn id="75" presetID="10" presetClass="entr" presetSubtype="0" fill="hold" grpId="0" nodeType="afterEffect">
                                  <p:stCondLst>
                                    <p:cond delay="0"/>
                                  </p:stCondLst>
                                  <p:childTnLst>
                                    <p:set>
                                      <p:cBhvr>
                                        <p:cTn id="76" dur="1" fill="hold">
                                          <p:stCondLst>
                                            <p:cond delay="0"/>
                                          </p:stCondLst>
                                        </p:cTn>
                                        <p:tgtEl>
                                          <p:spTgt spid="23"/>
                                        </p:tgtEl>
                                        <p:attrNameLst>
                                          <p:attrName>style.visibility</p:attrName>
                                        </p:attrNameLst>
                                      </p:cBhvr>
                                      <p:to>
                                        <p:strVal val="visible"/>
                                      </p:to>
                                    </p:set>
                                    <p:animEffect transition="in" filter="fade">
                                      <p:cBhvr>
                                        <p:cTn id="77" dur="500"/>
                                        <p:tgtEl>
                                          <p:spTgt spid="23"/>
                                        </p:tgtEl>
                                      </p:cBhvr>
                                    </p:animEffect>
                                  </p:childTnLst>
                                </p:cTn>
                              </p:par>
                            </p:childTnLst>
                          </p:cTn>
                        </p:par>
                        <p:par>
                          <p:cTn id="78" fill="hold">
                            <p:stCondLst>
                              <p:cond delay="7500"/>
                            </p:stCondLst>
                            <p:childTnLst>
                              <p:par>
                                <p:cTn id="79" presetID="53" presetClass="entr" presetSubtype="16" fill="hold" grpId="0" nodeType="afterEffect">
                                  <p:stCondLst>
                                    <p:cond delay="0"/>
                                  </p:stCondLst>
                                  <p:childTnLst>
                                    <p:set>
                                      <p:cBhvr>
                                        <p:cTn id="80" dur="1" fill="hold">
                                          <p:stCondLst>
                                            <p:cond delay="0"/>
                                          </p:stCondLst>
                                        </p:cTn>
                                        <p:tgtEl>
                                          <p:spTgt spid="24"/>
                                        </p:tgtEl>
                                        <p:attrNameLst>
                                          <p:attrName>style.visibility</p:attrName>
                                        </p:attrNameLst>
                                      </p:cBhvr>
                                      <p:to>
                                        <p:strVal val="visible"/>
                                      </p:to>
                                    </p:set>
                                    <p:anim calcmode="lin" valueType="num">
                                      <p:cBhvr>
                                        <p:cTn id="81" dur="500" fill="hold"/>
                                        <p:tgtEl>
                                          <p:spTgt spid="24"/>
                                        </p:tgtEl>
                                        <p:attrNameLst>
                                          <p:attrName>ppt_w</p:attrName>
                                        </p:attrNameLst>
                                      </p:cBhvr>
                                      <p:tavLst>
                                        <p:tav tm="0">
                                          <p:val>
                                            <p:fltVal val="0"/>
                                          </p:val>
                                        </p:tav>
                                        <p:tav tm="100000">
                                          <p:val>
                                            <p:strVal val="#ppt_w"/>
                                          </p:val>
                                        </p:tav>
                                      </p:tavLst>
                                    </p:anim>
                                    <p:anim calcmode="lin" valueType="num">
                                      <p:cBhvr>
                                        <p:cTn id="82" dur="500" fill="hold"/>
                                        <p:tgtEl>
                                          <p:spTgt spid="24"/>
                                        </p:tgtEl>
                                        <p:attrNameLst>
                                          <p:attrName>ppt_h</p:attrName>
                                        </p:attrNameLst>
                                      </p:cBhvr>
                                      <p:tavLst>
                                        <p:tav tm="0">
                                          <p:val>
                                            <p:fltVal val="0"/>
                                          </p:val>
                                        </p:tav>
                                        <p:tav tm="100000">
                                          <p:val>
                                            <p:strVal val="#ppt_h"/>
                                          </p:val>
                                        </p:tav>
                                      </p:tavLst>
                                    </p:anim>
                                    <p:animEffect transition="in" filter="fade">
                                      <p:cBhvr>
                                        <p:cTn id="83" dur="500"/>
                                        <p:tgtEl>
                                          <p:spTgt spid="24"/>
                                        </p:tgtEl>
                                      </p:cBhvr>
                                    </p:animEffect>
                                  </p:childTnLst>
                                </p:cTn>
                              </p:par>
                            </p:childTnLst>
                          </p:cTn>
                        </p:par>
                        <p:par>
                          <p:cTn id="84" fill="hold">
                            <p:stCondLst>
                              <p:cond delay="8000"/>
                            </p:stCondLst>
                            <p:childTnLst>
                              <p:par>
                                <p:cTn id="85" presetID="53" presetClass="entr" presetSubtype="16" fill="hold" grpId="0" nodeType="afterEffect" nodePh="1">
                                  <p:stCondLst>
                                    <p:cond delay="0"/>
                                  </p:stCondLst>
                                  <p:endCondLst>
                                    <p:cond evt="begin" delay="0">
                                      <p:tn val="85"/>
                                    </p:cond>
                                  </p:endCondLst>
                                  <p:childTnLst>
                                    <p:set>
                                      <p:cBhvr>
                                        <p:cTn id="86" dur="1" fill="hold">
                                          <p:stCondLst>
                                            <p:cond delay="0"/>
                                          </p:stCondLst>
                                        </p:cTn>
                                        <p:tgtEl>
                                          <p:spTgt spid="30">
                                            <p:txEl>
                                              <p:pRg st="0" end="0"/>
                                            </p:txEl>
                                          </p:spTgt>
                                        </p:tgtEl>
                                        <p:attrNameLst>
                                          <p:attrName>style.visibility</p:attrName>
                                        </p:attrNameLst>
                                      </p:cBhvr>
                                      <p:to>
                                        <p:strVal val="visible"/>
                                      </p:to>
                                    </p:set>
                                    <p:anim calcmode="lin" valueType="num">
                                      <p:cBhvr>
                                        <p:cTn id="87" dur="500" fill="hold"/>
                                        <p:tgtEl>
                                          <p:spTgt spid="30">
                                            <p:txEl>
                                              <p:pRg st="0" end="0"/>
                                            </p:txEl>
                                          </p:spTgt>
                                        </p:tgtEl>
                                        <p:attrNameLst>
                                          <p:attrName>ppt_w</p:attrName>
                                        </p:attrNameLst>
                                      </p:cBhvr>
                                      <p:tavLst>
                                        <p:tav tm="0">
                                          <p:val>
                                            <p:fltVal val="0"/>
                                          </p:val>
                                        </p:tav>
                                        <p:tav tm="100000">
                                          <p:val>
                                            <p:strVal val="#ppt_w"/>
                                          </p:val>
                                        </p:tav>
                                      </p:tavLst>
                                    </p:anim>
                                    <p:anim calcmode="lin" valueType="num">
                                      <p:cBhvr>
                                        <p:cTn id="88" dur="500" fill="hold"/>
                                        <p:tgtEl>
                                          <p:spTgt spid="30">
                                            <p:txEl>
                                              <p:pRg st="0" end="0"/>
                                            </p:txEl>
                                          </p:spTgt>
                                        </p:tgtEl>
                                        <p:attrNameLst>
                                          <p:attrName>ppt_h</p:attrName>
                                        </p:attrNameLst>
                                      </p:cBhvr>
                                      <p:tavLst>
                                        <p:tav tm="0">
                                          <p:val>
                                            <p:fltVal val="0"/>
                                          </p:val>
                                        </p:tav>
                                        <p:tav tm="100000">
                                          <p:val>
                                            <p:strVal val="#ppt_h"/>
                                          </p:val>
                                        </p:tav>
                                      </p:tavLst>
                                    </p:anim>
                                    <p:animEffect transition="in" filter="fade">
                                      <p:cBhvr>
                                        <p:cTn id="89" dur="500"/>
                                        <p:tgtEl>
                                          <p:spTgt spid="30">
                                            <p:txEl>
                                              <p:pRg st="0" end="0"/>
                                            </p:txEl>
                                          </p:spTgt>
                                        </p:tgtEl>
                                      </p:cBhvr>
                                    </p:animEffect>
                                  </p:childTnLst>
                                </p:cTn>
                              </p:par>
                            </p:childTnLst>
                          </p:cTn>
                        </p:par>
                        <p:par>
                          <p:cTn id="90" fill="hold">
                            <p:stCondLst>
                              <p:cond delay="8500"/>
                            </p:stCondLst>
                            <p:childTnLst>
                              <p:par>
                                <p:cTn id="91" presetID="42" presetClass="entr" presetSubtype="0" fill="hold" grpId="0" nodeType="afterEffect" nodePh="1">
                                  <p:stCondLst>
                                    <p:cond delay="0"/>
                                  </p:stCondLst>
                                  <p:endCondLst>
                                    <p:cond evt="begin" delay="0">
                                      <p:tn val="91"/>
                                    </p:cond>
                                  </p:endCondLst>
                                  <p:childTnLst>
                                    <p:set>
                                      <p:cBhvr>
                                        <p:cTn id="92" dur="1" fill="hold">
                                          <p:stCondLst>
                                            <p:cond delay="0"/>
                                          </p:stCondLst>
                                        </p:cTn>
                                        <p:tgtEl>
                                          <p:spTgt spid="31">
                                            <p:txEl>
                                              <p:pRg st="0" end="0"/>
                                            </p:txEl>
                                          </p:spTgt>
                                        </p:tgtEl>
                                        <p:attrNameLst>
                                          <p:attrName>style.visibility</p:attrName>
                                        </p:attrNameLst>
                                      </p:cBhvr>
                                      <p:to>
                                        <p:strVal val="visible"/>
                                      </p:to>
                                    </p:set>
                                    <p:animEffect transition="in" filter="fade">
                                      <p:cBhvr>
                                        <p:cTn id="93" dur="500"/>
                                        <p:tgtEl>
                                          <p:spTgt spid="31">
                                            <p:txEl>
                                              <p:pRg st="0" end="0"/>
                                            </p:txEl>
                                          </p:spTgt>
                                        </p:tgtEl>
                                      </p:cBhvr>
                                    </p:animEffect>
                                    <p:anim calcmode="lin" valueType="num">
                                      <p:cBhvr>
                                        <p:cTn id="94" dur="500" fill="hold"/>
                                        <p:tgtEl>
                                          <p:spTgt spid="31">
                                            <p:txEl>
                                              <p:pRg st="0" end="0"/>
                                            </p:txEl>
                                          </p:spTgt>
                                        </p:tgtEl>
                                        <p:attrNameLst>
                                          <p:attrName>ppt_x</p:attrName>
                                        </p:attrNameLst>
                                      </p:cBhvr>
                                      <p:tavLst>
                                        <p:tav tm="0">
                                          <p:val>
                                            <p:strVal val="#ppt_x"/>
                                          </p:val>
                                        </p:tav>
                                        <p:tav tm="100000">
                                          <p:val>
                                            <p:strVal val="#ppt_x"/>
                                          </p:val>
                                        </p:tav>
                                      </p:tavLst>
                                    </p:anim>
                                    <p:anim calcmode="lin" valueType="num">
                                      <p:cBhvr>
                                        <p:cTn id="95" dur="500" fill="hold"/>
                                        <p:tgtEl>
                                          <p:spTgt spid="31">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6" grpId="0" animBg="1"/>
      <p:bldP spid="9" grpId="0" animBg="1"/>
      <p:bldP spid="18" grpId="0" animBg="1"/>
      <p:bldP spid="19" grpId="0" animBg="1"/>
      <p:bldP spid="20" grpId="0" animBg="1"/>
      <p:bldP spid="21" grpId="0" animBg="1"/>
      <p:bldP spid="22" grpId="0" animBg="1"/>
      <p:bldP spid="23" grpId="0" animBg="1"/>
      <p:bldP spid="24" grpId="0" animBg="1"/>
      <p:bldP spid="25"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5"/>
                        </p:tgtEl>
                        <p:attrNameLst>
                          <p:attrName>style.visibility</p:attrName>
                        </p:attrNameLst>
                      </p:cBhvr>
                      <p:to>
                        <p:strVal val="visible"/>
                      </p:to>
                    </p:set>
                    <p:anim calcmode="lin" valueType="num">
                      <p:cBhvr>
                        <p:cTn dur="500" fill="hold"/>
                        <p:tgtEl>
                          <p:spTgt spid="25"/>
                        </p:tgtEl>
                        <p:attrNameLst>
                          <p:attrName>ppt_w</p:attrName>
                        </p:attrNameLst>
                      </p:cBhvr>
                      <p:tavLst>
                        <p:tav tm="0">
                          <p:val>
                            <p:fltVal val="0"/>
                          </p:val>
                        </p:tav>
                        <p:tav tm="100000">
                          <p:val>
                            <p:strVal val="#ppt_w"/>
                          </p:val>
                        </p:tav>
                      </p:tavLst>
                    </p:anim>
                    <p:anim calcmode="lin" valueType="num">
                      <p:cBhvr>
                        <p:cTn dur="500" fill="hold"/>
                        <p:tgtEl>
                          <p:spTgt spid="25"/>
                        </p:tgtEl>
                        <p:attrNameLst>
                          <p:attrName>ppt_h</p:attrName>
                        </p:attrNameLst>
                      </p:cBhvr>
                      <p:tavLst>
                        <p:tav tm="0">
                          <p:val>
                            <p:fltVal val="0"/>
                          </p:val>
                        </p:tav>
                        <p:tav tm="100000">
                          <p:val>
                            <p:strVal val="#ppt_h"/>
                          </p:val>
                        </p:tav>
                      </p:tavLst>
                    </p:anim>
                    <p:animEffect transition="in" filter="fade">
                      <p:cBhvr>
                        <p:cTn dur="500"/>
                        <p:tgtEl>
                          <p:spTgt spid="25"/>
                        </p:tgtEl>
                      </p:cBhvr>
                    </p:animEffect>
                  </p:childTnLst>
                </p:cTn>
              </p:par>
            </p:tnLst>
          </p:tmpl>
        </p:tmplLst>
      </p:bldP>
      <p:bldP spid="26"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6"/>
                        </p:tgtEl>
                        <p:attrNameLst>
                          <p:attrName>style.visibility</p:attrName>
                        </p:attrNameLst>
                      </p:cBhvr>
                      <p:to>
                        <p:strVal val="visible"/>
                      </p:to>
                    </p:set>
                    <p:animEffect transition="in" filter="fade">
                      <p:cBhvr>
                        <p:cTn dur="500"/>
                        <p:tgtEl>
                          <p:spTgt spid="26"/>
                        </p:tgtEl>
                      </p:cBhvr>
                    </p:animEffect>
                    <p:anim calcmode="lin" valueType="num">
                      <p:cBhvr>
                        <p:cTn dur="500" fill="hold"/>
                        <p:tgtEl>
                          <p:spTgt spid="26"/>
                        </p:tgtEl>
                        <p:attrNameLst>
                          <p:attrName>ppt_x</p:attrName>
                        </p:attrNameLst>
                      </p:cBhvr>
                      <p:tavLst>
                        <p:tav tm="0">
                          <p:val>
                            <p:strVal val="#ppt_x"/>
                          </p:val>
                        </p:tav>
                        <p:tav tm="100000">
                          <p:val>
                            <p:strVal val="#ppt_x"/>
                          </p:val>
                        </p:tav>
                      </p:tavLst>
                    </p:anim>
                    <p:anim calcmode="lin" valueType="num">
                      <p:cBhvr>
                        <p:cTn dur="500" fill="hold"/>
                        <p:tgtEl>
                          <p:spTgt spid="26"/>
                        </p:tgtEl>
                        <p:attrNameLst>
                          <p:attrName>ppt_y</p:attrName>
                        </p:attrNameLst>
                      </p:cBhvr>
                      <p:tavLst>
                        <p:tav tm="0">
                          <p:val>
                            <p:strVal val="#ppt_y+.1"/>
                          </p:val>
                        </p:tav>
                        <p:tav tm="100000">
                          <p:val>
                            <p:strVal val="#ppt_y"/>
                          </p:val>
                        </p:tav>
                      </p:tavLst>
                    </p:anim>
                  </p:childTnLst>
                </p:cTn>
              </p:par>
            </p:tnLst>
          </p:tmpl>
        </p:tmplLst>
      </p:bldP>
      <p:bldP spid="28"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8"/>
                        </p:tgtEl>
                        <p:attrNameLst>
                          <p:attrName>style.visibility</p:attrName>
                        </p:attrNameLst>
                      </p:cBhvr>
                      <p:to>
                        <p:strVal val="visible"/>
                      </p:to>
                    </p:set>
                    <p:anim calcmode="lin" valueType="num">
                      <p:cBhvr>
                        <p:cTn dur="500" fill="hold"/>
                        <p:tgtEl>
                          <p:spTgt spid="28"/>
                        </p:tgtEl>
                        <p:attrNameLst>
                          <p:attrName>ppt_w</p:attrName>
                        </p:attrNameLst>
                      </p:cBhvr>
                      <p:tavLst>
                        <p:tav tm="0">
                          <p:val>
                            <p:fltVal val="0"/>
                          </p:val>
                        </p:tav>
                        <p:tav tm="100000">
                          <p:val>
                            <p:strVal val="#ppt_w"/>
                          </p:val>
                        </p:tav>
                      </p:tavLst>
                    </p:anim>
                    <p:anim calcmode="lin" valueType="num">
                      <p:cBhvr>
                        <p:cTn dur="500" fill="hold"/>
                        <p:tgtEl>
                          <p:spTgt spid="28"/>
                        </p:tgtEl>
                        <p:attrNameLst>
                          <p:attrName>ppt_h</p:attrName>
                        </p:attrNameLst>
                      </p:cBhvr>
                      <p:tavLst>
                        <p:tav tm="0">
                          <p:val>
                            <p:fltVal val="0"/>
                          </p:val>
                        </p:tav>
                        <p:tav tm="100000">
                          <p:val>
                            <p:strVal val="#ppt_h"/>
                          </p:val>
                        </p:tav>
                      </p:tavLst>
                    </p:anim>
                    <p:animEffect transition="in" filter="fade">
                      <p:cBhvr>
                        <p:cTn dur="500"/>
                        <p:tgtEl>
                          <p:spTgt spid="28"/>
                        </p:tgtEl>
                      </p:cBhvr>
                    </p:animEffect>
                  </p:childTnLst>
                </p:cTn>
              </p:par>
            </p:tnLst>
          </p:tmpl>
        </p:tmplLst>
      </p:bldP>
      <p:bldP spid="29"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9"/>
                        </p:tgtEl>
                        <p:attrNameLst>
                          <p:attrName>style.visibility</p:attrName>
                        </p:attrNameLst>
                      </p:cBhvr>
                      <p:to>
                        <p:strVal val="visible"/>
                      </p:to>
                    </p:set>
                    <p:animEffect transition="in" filter="fade">
                      <p:cBhvr>
                        <p:cTn dur="500"/>
                        <p:tgtEl>
                          <p:spTgt spid="29"/>
                        </p:tgtEl>
                      </p:cBhvr>
                    </p:animEffect>
                    <p:anim calcmode="lin" valueType="num">
                      <p:cBhvr>
                        <p:cTn dur="500" fill="hold"/>
                        <p:tgtEl>
                          <p:spTgt spid="29"/>
                        </p:tgtEl>
                        <p:attrNameLst>
                          <p:attrName>ppt_x</p:attrName>
                        </p:attrNameLst>
                      </p:cBhvr>
                      <p:tavLst>
                        <p:tav tm="0">
                          <p:val>
                            <p:strVal val="#ppt_x"/>
                          </p:val>
                        </p:tav>
                        <p:tav tm="100000">
                          <p:val>
                            <p:strVal val="#ppt_x"/>
                          </p:val>
                        </p:tav>
                      </p:tavLst>
                    </p:anim>
                    <p:anim calcmode="lin" valueType="num">
                      <p:cBhvr>
                        <p:cTn dur="500" fill="hold"/>
                        <p:tgtEl>
                          <p:spTgt spid="29"/>
                        </p:tgtEl>
                        <p:attrNameLst>
                          <p:attrName>ppt_y</p:attrName>
                        </p:attrNameLst>
                      </p:cBhvr>
                      <p:tavLst>
                        <p:tav tm="0">
                          <p:val>
                            <p:strVal val="#ppt_y+.1"/>
                          </p:val>
                        </p:tav>
                        <p:tav tm="100000">
                          <p:val>
                            <p:strVal val="#ppt_y"/>
                          </p:val>
                        </p:tav>
                      </p:tavLst>
                    </p:anim>
                  </p:childTnLst>
                </p:cTn>
              </p:par>
            </p:tnLst>
          </p:tmpl>
        </p:tmplLst>
      </p:bldP>
      <p:bldP spid="30"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30"/>
                        </p:tgtEl>
                        <p:attrNameLst>
                          <p:attrName>style.visibility</p:attrName>
                        </p:attrNameLst>
                      </p:cBhvr>
                      <p:to>
                        <p:strVal val="visible"/>
                      </p:to>
                    </p:set>
                    <p:anim calcmode="lin" valueType="num">
                      <p:cBhvr>
                        <p:cTn dur="500" fill="hold"/>
                        <p:tgtEl>
                          <p:spTgt spid="30"/>
                        </p:tgtEl>
                        <p:attrNameLst>
                          <p:attrName>ppt_w</p:attrName>
                        </p:attrNameLst>
                      </p:cBhvr>
                      <p:tavLst>
                        <p:tav tm="0">
                          <p:val>
                            <p:fltVal val="0"/>
                          </p:val>
                        </p:tav>
                        <p:tav tm="100000">
                          <p:val>
                            <p:strVal val="#ppt_w"/>
                          </p:val>
                        </p:tav>
                      </p:tavLst>
                    </p:anim>
                    <p:anim calcmode="lin" valueType="num">
                      <p:cBhvr>
                        <p:cTn dur="500" fill="hold"/>
                        <p:tgtEl>
                          <p:spTgt spid="30"/>
                        </p:tgtEl>
                        <p:attrNameLst>
                          <p:attrName>ppt_h</p:attrName>
                        </p:attrNameLst>
                      </p:cBhvr>
                      <p:tavLst>
                        <p:tav tm="0">
                          <p:val>
                            <p:fltVal val="0"/>
                          </p:val>
                        </p:tav>
                        <p:tav tm="100000">
                          <p:val>
                            <p:strVal val="#ppt_h"/>
                          </p:val>
                        </p:tav>
                      </p:tavLst>
                    </p:anim>
                    <p:animEffect transition="in" filter="fade">
                      <p:cBhvr>
                        <p:cTn dur="500"/>
                        <p:tgtEl>
                          <p:spTgt spid="30"/>
                        </p:tgtEl>
                      </p:cBhvr>
                    </p:animEffect>
                  </p:childTnLst>
                </p:cTn>
              </p:par>
            </p:tnLst>
          </p:tmpl>
        </p:tmplLst>
      </p:bldP>
      <p:bldP spid="31"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31"/>
                        </p:tgtEl>
                        <p:attrNameLst>
                          <p:attrName>style.visibility</p:attrName>
                        </p:attrNameLst>
                      </p:cBhvr>
                      <p:to>
                        <p:strVal val="visible"/>
                      </p:to>
                    </p:set>
                    <p:animEffect transition="in" filter="fade">
                      <p:cBhvr>
                        <p:cTn dur="500"/>
                        <p:tgtEl>
                          <p:spTgt spid="31"/>
                        </p:tgtEl>
                      </p:cBhvr>
                    </p:animEffect>
                    <p:anim calcmode="lin" valueType="num">
                      <p:cBhvr>
                        <p:cTn dur="500" fill="hold"/>
                        <p:tgtEl>
                          <p:spTgt spid="31"/>
                        </p:tgtEl>
                        <p:attrNameLst>
                          <p:attrName>ppt_x</p:attrName>
                        </p:attrNameLst>
                      </p:cBhvr>
                      <p:tavLst>
                        <p:tav tm="0">
                          <p:val>
                            <p:strVal val="#ppt_x"/>
                          </p:val>
                        </p:tav>
                        <p:tav tm="100000">
                          <p:val>
                            <p:strVal val="#ppt_x"/>
                          </p:val>
                        </p:tav>
                      </p:tavLst>
                    </p:anim>
                    <p:anim calcmode="lin" valueType="num">
                      <p:cBhvr>
                        <p:cTn dur="500" fill="hold"/>
                        <p:tgtEl>
                          <p:spTgt spid="31"/>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562.xml><?xml version="1.0" encoding="utf-8"?>
<p:sldLayout xmlns:a="http://schemas.openxmlformats.org/drawingml/2006/main" xmlns:r="http://schemas.openxmlformats.org/officeDocument/2006/relationships" xmlns:p="http://schemas.openxmlformats.org/presentationml/2006/main" preserve="1" userDrawn="1">
  <p:cSld name="11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23" name="Freeform 22"/>
          <p:cNvSpPr/>
          <p:nvPr userDrawn="1"/>
        </p:nvSpPr>
        <p:spPr>
          <a:xfrm>
            <a:off x="713492" y="2456421"/>
            <a:ext cx="1964841" cy="1945159"/>
          </a:xfrm>
          <a:custGeom>
            <a:avLst/>
            <a:gdLst>
              <a:gd name="connsiteX0" fmla="*/ 1150436 w 1964841"/>
              <a:gd name="connsiteY0" fmla="*/ 0 h 1945159"/>
              <a:gd name="connsiteX1" fmla="*/ 1610594 w 1964841"/>
              <a:gd name="connsiteY1" fmla="*/ 305013 h 1945159"/>
              <a:gd name="connsiteX2" fmla="*/ 1633316 w 1964841"/>
              <a:gd name="connsiteY2" fmla="*/ 378214 h 1945159"/>
              <a:gd name="connsiteX3" fmla="*/ 1659828 w 1964841"/>
              <a:gd name="connsiteY3" fmla="*/ 386444 h 1945159"/>
              <a:gd name="connsiteX4" fmla="*/ 1964841 w 1964841"/>
              <a:gd name="connsiteY4" fmla="*/ 846601 h 1945159"/>
              <a:gd name="connsiteX5" fmla="*/ 1925596 w 1964841"/>
              <a:gd name="connsiteY5" fmla="*/ 1040991 h 1945159"/>
              <a:gd name="connsiteX6" fmla="*/ 1919536 w 1964841"/>
              <a:gd name="connsiteY6" fmla="*/ 1052155 h 1945159"/>
              <a:gd name="connsiteX7" fmla="*/ 1920944 w 1964841"/>
              <a:gd name="connsiteY7" fmla="*/ 1059512 h 1945159"/>
              <a:gd name="connsiteX8" fmla="*/ 1924956 w 1964841"/>
              <a:gd name="connsiteY8" fmla="*/ 1123118 h 1945159"/>
              <a:gd name="connsiteX9" fmla="*/ 1778684 w 1964841"/>
              <a:gd name="connsiteY9" fmla="*/ 1476249 h 1945159"/>
              <a:gd name="connsiteX10" fmla="*/ 1761362 w 1964841"/>
              <a:gd name="connsiteY10" fmla="*/ 1490542 h 1945159"/>
              <a:gd name="connsiteX11" fmla="*/ 1757309 w 1964841"/>
              <a:gd name="connsiteY11" fmla="*/ 1530745 h 1945159"/>
              <a:gd name="connsiteX12" fmla="*/ 1268052 w 1964841"/>
              <a:gd name="connsiteY12" fmla="*/ 1929501 h 1945159"/>
              <a:gd name="connsiteX13" fmla="*/ 1073662 w 1964841"/>
              <a:gd name="connsiteY13" fmla="*/ 1890256 h 1945159"/>
              <a:gd name="connsiteX14" fmla="*/ 1039885 w 1964841"/>
              <a:gd name="connsiteY14" fmla="*/ 1871923 h 1945159"/>
              <a:gd name="connsiteX15" fmla="*/ 998147 w 1964841"/>
              <a:gd name="connsiteY15" fmla="*/ 1895913 h 1945159"/>
              <a:gd name="connsiteX16" fmla="*/ 781635 w 1964841"/>
              <a:gd name="connsiteY16" fmla="*/ 1945159 h 1945159"/>
              <a:gd name="connsiteX17" fmla="*/ 321477 w 1964841"/>
              <a:gd name="connsiteY17" fmla="*/ 1640147 h 1945159"/>
              <a:gd name="connsiteX18" fmla="*/ 300660 w 1964841"/>
              <a:gd name="connsiteY18" fmla="*/ 1573084 h 1945159"/>
              <a:gd name="connsiteX19" fmla="*/ 220182 w 1964841"/>
              <a:gd name="connsiteY19" fmla="*/ 1529402 h 1945159"/>
              <a:gd name="connsiteX20" fmla="*/ 0 w 1964841"/>
              <a:gd name="connsiteY20" fmla="*/ 1115289 h 1945159"/>
              <a:gd name="connsiteX21" fmla="*/ 146272 w 1964841"/>
              <a:gd name="connsiteY21" fmla="*/ 762158 h 1945159"/>
              <a:gd name="connsiteX22" fmla="*/ 151038 w 1964841"/>
              <a:gd name="connsiteY22" fmla="*/ 758225 h 1945159"/>
              <a:gd name="connsiteX23" fmla="*/ 133236 w 1964841"/>
              <a:gd name="connsiteY23" fmla="*/ 700876 h 1945159"/>
              <a:gd name="connsiteX24" fmla="*/ 123090 w 1964841"/>
              <a:gd name="connsiteY24" fmla="*/ 600229 h 1945159"/>
              <a:gd name="connsiteX25" fmla="*/ 622493 w 1964841"/>
              <a:gd name="connsiteY25" fmla="*/ 100826 h 1945159"/>
              <a:gd name="connsiteX26" fmla="*/ 723140 w 1964841"/>
              <a:gd name="connsiteY26" fmla="*/ 110972 h 1945159"/>
              <a:gd name="connsiteX27" fmla="*/ 808117 w 1964841"/>
              <a:gd name="connsiteY27" fmla="*/ 137351 h 1945159"/>
              <a:gd name="connsiteX28" fmla="*/ 871215 w 1964841"/>
              <a:gd name="connsiteY28" fmla="*/ 85290 h 1945159"/>
              <a:gd name="connsiteX29" fmla="*/ 1150436 w 1964841"/>
              <a:gd name="connsiteY29" fmla="*/ 0 h 1945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964841" h="1945159">
                <a:moveTo>
                  <a:pt x="1150436" y="0"/>
                </a:moveTo>
                <a:cubicBezTo>
                  <a:pt x="1357296" y="0"/>
                  <a:pt x="1534780" y="125770"/>
                  <a:pt x="1610594" y="305013"/>
                </a:cubicBezTo>
                <a:lnTo>
                  <a:pt x="1633316" y="378214"/>
                </a:lnTo>
                <a:lnTo>
                  <a:pt x="1659828" y="386444"/>
                </a:lnTo>
                <a:cubicBezTo>
                  <a:pt x="1839072" y="462257"/>
                  <a:pt x="1964841" y="639741"/>
                  <a:pt x="1964841" y="846601"/>
                </a:cubicBezTo>
                <a:cubicBezTo>
                  <a:pt x="1964841" y="915554"/>
                  <a:pt x="1950867" y="981244"/>
                  <a:pt x="1925596" y="1040991"/>
                </a:cubicBezTo>
                <a:lnTo>
                  <a:pt x="1919536" y="1052155"/>
                </a:lnTo>
                <a:lnTo>
                  <a:pt x="1920944" y="1059512"/>
                </a:lnTo>
                <a:cubicBezTo>
                  <a:pt x="1923591" y="1080341"/>
                  <a:pt x="1924956" y="1101570"/>
                  <a:pt x="1924956" y="1123118"/>
                </a:cubicBezTo>
                <a:cubicBezTo>
                  <a:pt x="1924956" y="1261025"/>
                  <a:pt x="1869059" y="1385875"/>
                  <a:pt x="1778684" y="1476249"/>
                </a:cubicBezTo>
                <a:lnTo>
                  <a:pt x="1761362" y="1490542"/>
                </a:lnTo>
                <a:lnTo>
                  <a:pt x="1757309" y="1530745"/>
                </a:lnTo>
                <a:cubicBezTo>
                  <a:pt x="1710742" y="1758315"/>
                  <a:pt x="1509388" y="1929501"/>
                  <a:pt x="1268052" y="1929501"/>
                </a:cubicBezTo>
                <a:cubicBezTo>
                  <a:pt x="1199099" y="1929501"/>
                  <a:pt x="1133410" y="1915527"/>
                  <a:pt x="1073662" y="1890256"/>
                </a:cubicBezTo>
                <a:lnTo>
                  <a:pt x="1039885" y="1871923"/>
                </a:lnTo>
                <a:lnTo>
                  <a:pt x="998147" y="1895913"/>
                </a:lnTo>
                <a:cubicBezTo>
                  <a:pt x="932649" y="1927473"/>
                  <a:pt x="859208" y="1945159"/>
                  <a:pt x="781635" y="1945159"/>
                </a:cubicBezTo>
                <a:cubicBezTo>
                  <a:pt x="574775" y="1945159"/>
                  <a:pt x="397291" y="1819390"/>
                  <a:pt x="321477" y="1640147"/>
                </a:cubicBezTo>
                <a:lnTo>
                  <a:pt x="300660" y="1573084"/>
                </a:lnTo>
                <a:lnTo>
                  <a:pt x="220182" y="1529402"/>
                </a:lnTo>
                <a:cubicBezTo>
                  <a:pt x="87340" y="1439656"/>
                  <a:pt x="0" y="1287672"/>
                  <a:pt x="0" y="1115289"/>
                </a:cubicBezTo>
                <a:cubicBezTo>
                  <a:pt x="0" y="977383"/>
                  <a:pt x="55897" y="852532"/>
                  <a:pt x="146272" y="762158"/>
                </a:cubicBezTo>
                <a:lnTo>
                  <a:pt x="151038" y="758225"/>
                </a:lnTo>
                <a:lnTo>
                  <a:pt x="133236" y="700876"/>
                </a:lnTo>
                <a:cubicBezTo>
                  <a:pt x="126584" y="668366"/>
                  <a:pt x="123090" y="634706"/>
                  <a:pt x="123090" y="600229"/>
                </a:cubicBezTo>
                <a:cubicBezTo>
                  <a:pt x="123090" y="324416"/>
                  <a:pt x="346680" y="100826"/>
                  <a:pt x="622493" y="100826"/>
                </a:cubicBezTo>
                <a:cubicBezTo>
                  <a:pt x="656970" y="100826"/>
                  <a:pt x="690630" y="104320"/>
                  <a:pt x="723140" y="110972"/>
                </a:cubicBezTo>
                <a:lnTo>
                  <a:pt x="808117" y="137351"/>
                </a:lnTo>
                <a:lnTo>
                  <a:pt x="871215" y="85290"/>
                </a:lnTo>
                <a:cubicBezTo>
                  <a:pt x="950920" y="31443"/>
                  <a:pt x="1047006" y="0"/>
                  <a:pt x="1150436"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17" name="Picture Placeholder 16"/>
          <p:cNvSpPr>
            <a:spLocks noGrp="1"/>
          </p:cNvSpPr>
          <p:nvPr>
            <p:ph type="pic" sz="quarter" idx="13"/>
          </p:nvPr>
        </p:nvSpPr>
        <p:spPr>
          <a:xfrm>
            <a:off x="809647" y="2542735"/>
            <a:ext cx="1772530" cy="1772530"/>
          </a:xfrm>
          <a:custGeom>
            <a:avLst/>
            <a:gdLst>
              <a:gd name="connsiteX0" fmla="*/ 886265 w 1772530"/>
              <a:gd name="connsiteY0" fmla="*/ 0 h 1772530"/>
              <a:gd name="connsiteX1" fmla="*/ 1772530 w 1772530"/>
              <a:gd name="connsiteY1" fmla="*/ 886265 h 1772530"/>
              <a:gd name="connsiteX2" fmla="*/ 886265 w 1772530"/>
              <a:gd name="connsiteY2" fmla="*/ 1772530 h 1772530"/>
              <a:gd name="connsiteX3" fmla="*/ 0 w 1772530"/>
              <a:gd name="connsiteY3" fmla="*/ 886265 h 1772530"/>
              <a:gd name="connsiteX4" fmla="*/ 886265 w 1772530"/>
              <a:gd name="connsiteY4" fmla="*/ 0 h 17725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2530" h="1772530">
                <a:moveTo>
                  <a:pt x="886265" y="0"/>
                </a:moveTo>
                <a:cubicBezTo>
                  <a:pt x="1375736" y="0"/>
                  <a:pt x="1772530" y="396794"/>
                  <a:pt x="1772530" y="886265"/>
                </a:cubicBezTo>
                <a:cubicBezTo>
                  <a:pt x="1772530" y="1375736"/>
                  <a:pt x="1375736" y="1772530"/>
                  <a:pt x="886265" y="1772530"/>
                </a:cubicBezTo>
                <a:cubicBezTo>
                  <a:pt x="396794" y="1772530"/>
                  <a:pt x="0" y="1375736"/>
                  <a:pt x="0" y="886265"/>
                </a:cubicBezTo>
                <a:cubicBezTo>
                  <a:pt x="0" y="396794"/>
                  <a:pt x="396794" y="0"/>
                  <a:pt x="886265" y="0"/>
                </a:cubicBezTo>
                <a:close/>
              </a:path>
            </a:pathLst>
          </a:custGeom>
          <a:solidFill>
            <a:schemeClr val="bg1">
              <a:lumMod val="85000"/>
            </a:schemeClr>
          </a:solidFill>
        </p:spPr>
        <p:txBody>
          <a:bodyPr wrap="square">
            <a:noAutofit/>
          </a:bodyPr>
          <a:lstStyle/>
          <a:p>
            <a:endParaRPr lang="en-AU"/>
          </a:p>
        </p:txBody>
      </p:sp>
      <p:sp>
        <p:nvSpPr>
          <p:cNvPr id="24" name="Freeform 23"/>
          <p:cNvSpPr/>
          <p:nvPr userDrawn="1"/>
        </p:nvSpPr>
        <p:spPr>
          <a:xfrm>
            <a:off x="3663045" y="2456420"/>
            <a:ext cx="1964841" cy="1945159"/>
          </a:xfrm>
          <a:custGeom>
            <a:avLst/>
            <a:gdLst>
              <a:gd name="connsiteX0" fmla="*/ 1150436 w 1964841"/>
              <a:gd name="connsiteY0" fmla="*/ 0 h 1945159"/>
              <a:gd name="connsiteX1" fmla="*/ 1610594 w 1964841"/>
              <a:gd name="connsiteY1" fmla="*/ 305013 h 1945159"/>
              <a:gd name="connsiteX2" fmla="*/ 1633316 w 1964841"/>
              <a:gd name="connsiteY2" fmla="*/ 378214 h 1945159"/>
              <a:gd name="connsiteX3" fmla="*/ 1659828 w 1964841"/>
              <a:gd name="connsiteY3" fmla="*/ 386444 h 1945159"/>
              <a:gd name="connsiteX4" fmla="*/ 1964841 w 1964841"/>
              <a:gd name="connsiteY4" fmla="*/ 846601 h 1945159"/>
              <a:gd name="connsiteX5" fmla="*/ 1925596 w 1964841"/>
              <a:gd name="connsiteY5" fmla="*/ 1040991 h 1945159"/>
              <a:gd name="connsiteX6" fmla="*/ 1919536 w 1964841"/>
              <a:gd name="connsiteY6" fmla="*/ 1052155 h 1945159"/>
              <a:gd name="connsiteX7" fmla="*/ 1920944 w 1964841"/>
              <a:gd name="connsiteY7" fmla="*/ 1059512 h 1945159"/>
              <a:gd name="connsiteX8" fmla="*/ 1924956 w 1964841"/>
              <a:gd name="connsiteY8" fmla="*/ 1123118 h 1945159"/>
              <a:gd name="connsiteX9" fmla="*/ 1778684 w 1964841"/>
              <a:gd name="connsiteY9" fmla="*/ 1476249 h 1945159"/>
              <a:gd name="connsiteX10" fmla="*/ 1761362 w 1964841"/>
              <a:gd name="connsiteY10" fmla="*/ 1490542 h 1945159"/>
              <a:gd name="connsiteX11" fmla="*/ 1757309 w 1964841"/>
              <a:gd name="connsiteY11" fmla="*/ 1530745 h 1945159"/>
              <a:gd name="connsiteX12" fmla="*/ 1268052 w 1964841"/>
              <a:gd name="connsiteY12" fmla="*/ 1929501 h 1945159"/>
              <a:gd name="connsiteX13" fmla="*/ 1073662 w 1964841"/>
              <a:gd name="connsiteY13" fmla="*/ 1890256 h 1945159"/>
              <a:gd name="connsiteX14" fmla="*/ 1039885 w 1964841"/>
              <a:gd name="connsiteY14" fmla="*/ 1871923 h 1945159"/>
              <a:gd name="connsiteX15" fmla="*/ 998147 w 1964841"/>
              <a:gd name="connsiteY15" fmla="*/ 1895913 h 1945159"/>
              <a:gd name="connsiteX16" fmla="*/ 781635 w 1964841"/>
              <a:gd name="connsiteY16" fmla="*/ 1945159 h 1945159"/>
              <a:gd name="connsiteX17" fmla="*/ 321477 w 1964841"/>
              <a:gd name="connsiteY17" fmla="*/ 1640147 h 1945159"/>
              <a:gd name="connsiteX18" fmla="*/ 300660 w 1964841"/>
              <a:gd name="connsiteY18" fmla="*/ 1573084 h 1945159"/>
              <a:gd name="connsiteX19" fmla="*/ 220182 w 1964841"/>
              <a:gd name="connsiteY19" fmla="*/ 1529402 h 1945159"/>
              <a:gd name="connsiteX20" fmla="*/ 0 w 1964841"/>
              <a:gd name="connsiteY20" fmla="*/ 1115289 h 1945159"/>
              <a:gd name="connsiteX21" fmla="*/ 146272 w 1964841"/>
              <a:gd name="connsiteY21" fmla="*/ 762158 h 1945159"/>
              <a:gd name="connsiteX22" fmla="*/ 151038 w 1964841"/>
              <a:gd name="connsiteY22" fmla="*/ 758225 h 1945159"/>
              <a:gd name="connsiteX23" fmla="*/ 133236 w 1964841"/>
              <a:gd name="connsiteY23" fmla="*/ 700876 h 1945159"/>
              <a:gd name="connsiteX24" fmla="*/ 123090 w 1964841"/>
              <a:gd name="connsiteY24" fmla="*/ 600229 h 1945159"/>
              <a:gd name="connsiteX25" fmla="*/ 622493 w 1964841"/>
              <a:gd name="connsiteY25" fmla="*/ 100826 h 1945159"/>
              <a:gd name="connsiteX26" fmla="*/ 723140 w 1964841"/>
              <a:gd name="connsiteY26" fmla="*/ 110972 h 1945159"/>
              <a:gd name="connsiteX27" fmla="*/ 808117 w 1964841"/>
              <a:gd name="connsiteY27" fmla="*/ 137351 h 1945159"/>
              <a:gd name="connsiteX28" fmla="*/ 871215 w 1964841"/>
              <a:gd name="connsiteY28" fmla="*/ 85290 h 1945159"/>
              <a:gd name="connsiteX29" fmla="*/ 1150436 w 1964841"/>
              <a:gd name="connsiteY29" fmla="*/ 0 h 1945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964841" h="1945159">
                <a:moveTo>
                  <a:pt x="1150436" y="0"/>
                </a:moveTo>
                <a:cubicBezTo>
                  <a:pt x="1357296" y="0"/>
                  <a:pt x="1534780" y="125770"/>
                  <a:pt x="1610594" y="305013"/>
                </a:cubicBezTo>
                <a:lnTo>
                  <a:pt x="1633316" y="378214"/>
                </a:lnTo>
                <a:lnTo>
                  <a:pt x="1659828" y="386444"/>
                </a:lnTo>
                <a:cubicBezTo>
                  <a:pt x="1839072" y="462257"/>
                  <a:pt x="1964841" y="639741"/>
                  <a:pt x="1964841" y="846601"/>
                </a:cubicBezTo>
                <a:cubicBezTo>
                  <a:pt x="1964841" y="915554"/>
                  <a:pt x="1950867" y="981244"/>
                  <a:pt x="1925596" y="1040991"/>
                </a:cubicBezTo>
                <a:lnTo>
                  <a:pt x="1919536" y="1052155"/>
                </a:lnTo>
                <a:lnTo>
                  <a:pt x="1920944" y="1059512"/>
                </a:lnTo>
                <a:cubicBezTo>
                  <a:pt x="1923591" y="1080341"/>
                  <a:pt x="1924956" y="1101570"/>
                  <a:pt x="1924956" y="1123118"/>
                </a:cubicBezTo>
                <a:cubicBezTo>
                  <a:pt x="1924956" y="1261025"/>
                  <a:pt x="1869059" y="1385875"/>
                  <a:pt x="1778684" y="1476249"/>
                </a:cubicBezTo>
                <a:lnTo>
                  <a:pt x="1761362" y="1490542"/>
                </a:lnTo>
                <a:lnTo>
                  <a:pt x="1757309" y="1530745"/>
                </a:lnTo>
                <a:cubicBezTo>
                  <a:pt x="1710742" y="1758315"/>
                  <a:pt x="1509388" y="1929501"/>
                  <a:pt x="1268052" y="1929501"/>
                </a:cubicBezTo>
                <a:cubicBezTo>
                  <a:pt x="1199099" y="1929501"/>
                  <a:pt x="1133410" y="1915527"/>
                  <a:pt x="1073662" y="1890256"/>
                </a:cubicBezTo>
                <a:lnTo>
                  <a:pt x="1039885" y="1871923"/>
                </a:lnTo>
                <a:lnTo>
                  <a:pt x="998147" y="1895913"/>
                </a:lnTo>
                <a:cubicBezTo>
                  <a:pt x="932649" y="1927473"/>
                  <a:pt x="859208" y="1945159"/>
                  <a:pt x="781635" y="1945159"/>
                </a:cubicBezTo>
                <a:cubicBezTo>
                  <a:pt x="574775" y="1945159"/>
                  <a:pt x="397291" y="1819390"/>
                  <a:pt x="321477" y="1640147"/>
                </a:cubicBezTo>
                <a:lnTo>
                  <a:pt x="300660" y="1573084"/>
                </a:lnTo>
                <a:lnTo>
                  <a:pt x="220182" y="1529402"/>
                </a:lnTo>
                <a:cubicBezTo>
                  <a:pt x="87340" y="1439656"/>
                  <a:pt x="0" y="1287672"/>
                  <a:pt x="0" y="1115289"/>
                </a:cubicBezTo>
                <a:cubicBezTo>
                  <a:pt x="0" y="977383"/>
                  <a:pt x="55897" y="852532"/>
                  <a:pt x="146272" y="762158"/>
                </a:cubicBezTo>
                <a:lnTo>
                  <a:pt x="151038" y="758225"/>
                </a:lnTo>
                <a:lnTo>
                  <a:pt x="133236" y="700876"/>
                </a:lnTo>
                <a:cubicBezTo>
                  <a:pt x="126584" y="668366"/>
                  <a:pt x="123090" y="634706"/>
                  <a:pt x="123090" y="600229"/>
                </a:cubicBezTo>
                <a:cubicBezTo>
                  <a:pt x="123090" y="324416"/>
                  <a:pt x="346680" y="100826"/>
                  <a:pt x="622493" y="100826"/>
                </a:cubicBezTo>
                <a:cubicBezTo>
                  <a:pt x="656970" y="100826"/>
                  <a:pt x="690630" y="104320"/>
                  <a:pt x="723140" y="110972"/>
                </a:cubicBezTo>
                <a:lnTo>
                  <a:pt x="808117" y="137351"/>
                </a:lnTo>
                <a:lnTo>
                  <a:pt x="871215" y="85290"/>
                </a:lnTo>
                <a:cubicBezTo>
                  <a:pt x="950920" y="31443"/>
                  <a:pt x="1047006" y="0"/>
                  <a:pt x="1150436"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5" name="Picture Placeholder 24"/>
          <p:cNvSpPr>
            <a:spLocks noGrp="1"/>
          </p:cNvSpPr>
          <p:nvPr>
            <p:ph type="pic" sz="quarter" idx="14"/>
          </p:nvPr>
        </p:nvSpPr>
        <p:spPr>
          <a:xfrm>
            <a:off x="3759200" y="2542734"/>
            <a:ext cx="1772530" cy="1772530"/>
          </a:xfrm>
          <a:custGeom>
            <a:avLst/>
            <a:gdLst>
              <a:gd name="connsiteX0" fmla="*/ 886265 w 1772530"/>
              <a:gd name="connsiteY0" fmla="*/ 0 h 1772530"/>
              <a:gd name="connsiteX1" fmla="*/ 1772530 w 1772530"/>
              <a:gd name="connsiteY1" fmla="*/ 886265 h 1772530"/>
              <a:gd name="connsiteX2" fmla="*/ 886265 w 1772530"/>
              <a:gd name="connsiteY2" fmla="*/ 1772530 h 1772530"/>
              <a:gd name="connsiteX3" fmla="*/ 0 w 1772530"/>
              <a:gd name="connsiteY3" fmla="*/ 886265 h 1772530"/>
              <a:gd name="connsiteX4" fmla="*/ 886265 w 1772530"/>
              <a:gd name="connsiteY4" fmla="*/ 0 h 17725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2530" h="1772530">
                <a:moveTo>
                  <a:pt x="886265" y="0"/>
                </a:moveTo>
                <a:cubicBezTo>
                  <a:pt x="1375736" y="0"/>
                  <a:pt x="1772530" y="396794"/>
                  <a:pt x="1772530" y="886265"/>
                </a:cubicBezTo>
                <a:cubicBezTo>
                  <a:pt x="1772530" y="1375736"/>
                  <a:pt x="1375736" y="1772530"/>
                  <a:pt x="886265" y="1772530"/>
                </a:cubicBezTo>
                <a:cubicBezTo>
                  <a:pt x="396794" y="1772530"/>
                  <a:pt x="0" y="1375736"/>
                  <a:pt x="0" y="886265"/>
                </a:cubicBezTo>
                <a:cubicBezTo>
                  <a:pt x="0" y="396794"/>
                  <a:pt x="396794" y="0"/>
                  <a:pt x="886265" y="0"/>
                </a:cubicBezTo>
                <a:close/>
              </a:path>
            </a:pathLst>
          </a:custGeom>
          <a:solidFill>
            <a:schemeClr val="bg1">
              <a:lumMod val="85000"/>
            </a:schemeClr>
          </a:solidFill>
        </p:spPr>
        <p:txBody>
          <a:bodyPr wrap="square">
            <a:noAutofit/>
          </a:bodyPr>
          <a:lstStyle/>
          <a:p>
            <a:endParaRPr lang="en-AU"/>
          </a:p>
        </p:txBody>
      </p:sp>
      <p:sp>
        <p:nvSpPr>
          <p:cNvPr id="26" name="Freeform 25"/>
          <p:cNvSpPr/>
          <p:nvPr userDrawn="1"/>
        </p:nvSpPr>
        <p:spPr>
          <a:xfrm>
            <a:off x="9562151" y="2453684"/>
            <a:ext cx="1964841" cy="1945159"/>
          </a:xfrm>
          <a:custGeom>
            <a:avLst/>
            <a:gdLst>
              <a:gd name="connsiteX0" fmla="*/ 1150436 w 1964841"/>
              <a:gd name="connsiteY0" fmla="*/ 0 h 1945159"/>
              <a:gd name="connsiteX1" fmla="*/ 1610594 w 1964841"/>
              <a:gd name="connsiteY1" fmla="*/ 305013 h 1945159"/>
              <a:gd name="connsiteX2" fmla="*/ 1633316 w 1964841"/>
              <a:gd name="connsiteY2" fmla="*/ 378214 h 1945159"/>
              <a:gd name="connsiteX3" fmla="*/ 1659828 w 1964841"/>
              <a:gd name="connsiteY3" fmla="*/ 386444 h 1945159"/>
              <a:gd name="connsiteX4" fmla="*/ 1964841 w 1964841"/>
              <a:gd name="connsiteY4" fmla="*/ 846601 h 1945159"/>
              <a:gd name="connsiteX5" fmla="*/ 1925596 w 1964841"/>
              <a:gd name="connsiteY5" fmla="*/ 1040991 h 1945159"/>
              <a:gd name="connsiteX6" fmla="*/ 1919536 w 1964841"/>
              <a:gd name="connsiteY6" fmla="*/ 1052155 h 1945159"/>
              <a:gd name="connsiteX7" fmla="*/ 1920944 w 1964841"/>
              <a:gd name="connsiteY7" fmla="*/ 1059512 h 1945159"/>
              <a:gd name="connsiteX8" fmla="*/ 1924956 w 1964841"/>
              <a:gd name="connsiteY8" fmla="*/ 1123118 h 1945159"/>
              <a:gd name="connsiteX9" fmla="*/ 1778684 w 1964841"/>
              <a:gd name="connsiteY9" fmla="*/ 1476249 h 1945159"/>
              <a:gd name="connsiteX10" fmla="*/ 1761362 w 1964841"/>
              <a:gd name="connsiteY10" fmla="*/ 1490542 h 1945159"/>
              <a:gd name="connsiteX11" fmla="*/ 1757309 w 1964841"/>
              <a:gd name="connsiteY11" fmla="*/ 1530745 h 1945159"/>
              <a:gd name="connsiteX12" fmla="*/ 1268052 w 1964841"/>
              <a:gd name="connsiteY12" fmla="*/ 1929501 h 1945159"/>
              <a:gd name="connsiteX13" fmla="*/ 1073662 w 1964841"/>
              <a:gd name="connsiteY13" fmla="*/ 1890256 h 1945159"/>
              <a:gd name="connsiteX14" fmla="*/ 1039885 w 1964841"/>
              <a:gd name="connsiteY14" fmla="*/ 1871923 h 1945159"/>
              <a:gd name="connsiteX15" fmla="*/ 998147 w 1964841"/>
              <a:gd name="connsiteY15" fmla="*/ 1895913 h 1945159"/>
              <a:gd name="connsiteX16" fmla="*/ 781635 w 1964841"/>
              <a:gd name="connsiteY16" fmla="*/ 1945159 h 1945159"/>
              <a:gd name="connsiteX17" fmla="*/ 321477 w 1964841"/>
              <a:gd name="connsiteY17" fmla="*/ 1640147 h 1945159"/>
              <a:gd name="connsiteX18" fmla="*/ 300660 w 1964841"/>
              <a:gd name="connsiteY18" fmla="*/ 1573084 h 1945159"/>
              <a:gd name="connsiteX19" fmla="*/ 220182 w 1964841"/>
              <a:gd name="connsiteY19" fmla="*/ 1529402 h 1945159"/>
              <a:gd name="connsiteX20" fmla="*/ 0 w 1964841"/>
              <a:gd name="connsiteY20" fmla="*/ 1115289 h 1945159"/>
              <a:gd name="connsiteX21" fmla="*/ 146272 w 1964841"/>
              <a:gd name="connsiteY21" fmla="*/ 762158 h 1945159"/>
              <a:gd name="connsiteX22" fmla="*/ 151038 w 1964841"/>
              <a:gd name="connsiteY22" fmla="*/ 758225 h 1945159"/>
              <a:gd name="connsiteX23" fmla="*/ 133236 w 1964841"/>
              <a:gd name="connsiteY23" fmla="*/ 700876 h 1945159"/>
              <a:gd name="connsiteX24" fmla="*/ 123090 w 1964841"/>
              <a:gd name="connsiteY24" fmla="*/ 600229 h 1945159"/>
              <a:gd name="connsiteX25" fmla="*/ 622493 w 1964841"/>
              <a:gd name="connsiteY25" fmla="*/ 100826 h 1945159"/>
              <a:gd name="connsiteX26" fmla="*/ 723140 w 1964841"/>
              <a:gd name="connsiteY26" fmla="*/ 110972 h 1945159"/>
              <a:gd name="connsiteX27" fmla="*/ 808117 w 1964841"/>
              <a:gd name="connsiteY27" fmla="*/ 137351 h 1945159"/>
              <a:gd name="connsiteX28" fmla="*/ 871215 w 1964841"/>
              <a:gd name="connsiteY28" fmla="*/ 85290 h 1945159"/>
              <a:gd name="connsiteX29" fmla="*/ 1150436 w 1964841"/>
              <a:gd name="connsiteY29" fmla="*/ 0 h 1945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964841" h="1945159">
                <a:moveTo>
                  <a:pt x="1150436" y="0"/>
                </a:moveTo>
                <a:cubicBezTo>
                  <a:pt x="1357296" y="0"/>
                  <a:pt x="1534780" y="125770"/>
                  <a:pt x="1610594" y="305013"/>
                </a:cubicBezTo>
                <a:lnTo>
                  <a:pt x="1633316" y="378214"/>
                </a:lnTo>
                <a:lnTo>
                  <a:pt x="1659828" y="386444"/>
                </a:lnTo>
                <a:cubicBezTo>
                  <a:pt x="1839072" y="462257"/>
                  <a:pt x="1964841" y="639741"/>
                  <a:pt x="1964841" y="846601"/>
                </a:cubicBezTo>
                <a:cubicBezTo>
                  <a:pt x="1964841" y="915554"/>
                  <a:pt x="1950867" y="981244"/>
                  <a:pt x="1925596" y="1040991"/>
                </a:cubicBezTo>
                <a:lnTo>
                  <a:pt x="1919536" y="1052155"/>
                </a:lnTo>
                <a:lnTo>
                  <a:pt x="1920944" y="1059512"/>
                </a:lnTo>
                <a:cubicBezTo>
                  <a:pt x="1923591" y="1080341"/>
                  <a:pt x="1924956" y="1101570"/>
                  <a:pt x="1924956" y="1123118"/>
                </a:cubicBezTo>
                <a:cubicBezTo>
                  <a:pt x="1924956" y="1261025"/>
                  <a:pt x="1869059" y="1385875"/>
                  <a:pt x="1778684" y="1476249"/>
                </a:cubicBezTo>
                <a:lnTo>
                  <a:pt x="1761362" y="1490542"/>
                </a:lnTo>
                <a:lnTo>
                  <a:pt x="1757309" y="1530745"/>
                </a:lnTo>
                <a:cubicBezTo>
                  <a:pt x="1710742" y="1758315"/>
                  <a:pt x="1509388" y="1929501"/>
                  <a:pt x="1268052" y="1929501"/>
                </a:cubicBezTo>
                <a:cubicBezTo>
                  <a:pt x="1199099" y="1929501"/>
                  <a:pt x="1133410" y="1915527"/>
                  <a:pt x="1073662" y="1890256"/>
                </a:cubicBezTo>
                <a:lnTo>
                  <a:pt x="1039885" y="1871923"/>
                </a:lnTo>
                <a:lnTo>
                  <a:pt x="998147" y="1895913"/>
                </a:lnTo>
                <a:cubicBezTo>
                  <a:pt x="932649" y="1927473"/>
                  <a:pt x="859208" y="1945159"/>
                  <a:pt x="781635" y="1945159"/>
                </a:cubicBezTo>
                <a:cubicBezTo>
                  <a:pt x="574775" y="1945159"/>
                  <a:pt x="397291" y="1819390"/>
                  <a:pt x="321477" y="1640147"/>
                </a:cubicBezTo>
                <a:lnTo>
                  <a:pt x="300660" y="1573084"/>
                </a:lnTo>
                <a:lnTo>
                  <a:pt x="220182" y="1529402"/>
                </a:lnTo>
                <a:cubicBezTo>
                  <a:pt x="87340" y="1439656"/>
                  <a:pt x="0" y="1287672"/>
                  <a:pt x="0" y="1115289"/>
                </a:cubicBezTo>
                <a:cubicBezTo>
                  <a:pt x="0" y="977383"/>
                  <a:pt x="55897" y="852532"/>
                  <a:pt x="146272" y="762158"/>
                </a:cubicBezTo>
                <a:lnTo>
                  <a:pt x="151038" y="758225"/>
                </a:lnTo>
                <a:lnTo>
                  <a:pt x="133236" y="700876"/>
                </a:lnTo>
                <a:cubicBezTo>
                  <a:pt x="126584" y="668366"/>
                  <a:pt x="123090" y="634706"/>
                  <a:pt x="123090" y="600229"/>
                </a:cubicBezTo>
                <a:cubicBezTo>
                  <a:pt x="123090" y="324416"/>
                  <a:pt x="346680" y="100826"/>
                  <a:pt x="622493" y="100826"/>
                </a:cubicBezTo>
                <a:cubicBezTo>
                  <a:pt x="656970" y="100826"/>
                  <a:pt x="690630" y="104320"/>
                  <a:pt x="723140" y="110972"/>
                </a:cubicBezTo>
                <a:lnTo>
                  <a:pt x="808117" y="137351"/>
                </a:lnTo>
                <a:lnTo>
                  <a:pt x="871215" y="85290"/>
                </a:lnTo>
                <a:cubicBezTo>
                  <a:pt x="950920" y="31443"/>
                  <a:pt x="1047006" y="0"/>
                  <a:pt x="1150436"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7" name="Picture Placeholder 26"/>
          <p:cNvSpPr>
            <a:spLocks noGrp="1"/>
          </p:cNvSpPr>
          <p:nvPr>
            <p:ph type="pic" sz="quarter" idx="15"/>
          </p:nvPr>
        </p:nvSpPr>
        <p:spPr>
          <a:xfrm>
            <a:off x="9658306" y="2539998"/>
            <a:ext cx="1772530" cy="1772530"/>
          </a:xfrm>
          <a:custGeom>
            <a:avLst/>
            <a:gdLst>
              <a:gd name="connsiteX0" fmla="*/ 886265 w 1772530"/>
              <a:gd name="connsiteY0" fmla="*/ 0 h 1772530"/>
              <a:gd name="connsiteX1" fmla="*/ 1772530 w 1772530"/>
              <a:gd name="connsiteY1" fmla="*/ 886265 h 1772530"/>
              <a:gd name="connsiteX2" fmla="*/ 886265 w 1772530"/>
              <a:gd name="connsiteY2" fmla="*/ 1772530 h 1772530"/>
              <a:gd name="connsiteX3" fmla="*/ 0 w 1772530"/>
              <a:gd name="connsiteY3" fmla="*/ 886265 h 1772530"/>
              <a:gd name="connsiteX4" fmla="*/ 886265 w 1772530"/>
              <a:gd name="connsiteY4" fmla="*/ 0 h 17725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2530" h="1772530">
                <a:moveTo>
                  <a:pt x="886265" y="0"/>
                </a:moveTo>
                <a:cubicBezTo>
                  <a:pt x="1375736" y="0"/>
                  <a:pt x="1772530" y="396794"/>
                  <a:pt x="1772530" y="886265"/>
                </a:cubicBezTo>
                <a:cubicBezTo>
                  <a:pt x="1772530" y="1375736"/>
                  <a:pt x="1375736" y="1772530"/>
                  <a:pt x="886265" y="1772530"/>
                </a:cubicBezTo>
                <a:cubicBezTo>
                  <a:pt x="396794" y="1772530"/>
                  <a:pt x="0" y="1375736"/>
                  <a:pt x="0" y="886265"/>
                </a:cubicBezTo>
                <a:cubicBezTo>
                  <a:pt x="0" y="396794"/>
                  <a:pt x="396794" y="0"/>
                  <a:pt x="886265" y="0"/>
                </a:cubicBezTo>
                <a:close/>
              </a:path>
            </a:pathLst>
          </a:custGeom>
          <a:solidFill>
            <a:schemeClr val="bg1">
              <a:lumMod val="85000"/>
            </a:schemeClr>
          </a:solidFill>
        </p:spPr>
        <p:txBody>
          <a:bodyPr wrap="square">
            <a:noAutofit/>
          </a:bodyPr>
          <a:lstStyle/>
          <a:p>
            <a:endParaRPr lang="en-AU" dirty="0"/>
          </a:p>
        </p:txBody>
      </p:sp>
      <p:sp>
        <p:nvSpPr>
          <p:cNvPr id="28" name="Freeform 27"/>
          <p:cNvSpPr/>
          <p:nvPr userDrawn="1"/>
        </p:nvSpPr>
        <p:spPr>
          <a:xfrm>
            <a:off x="6612598" y="2456420"/>
            <a:ext cx="1964841" cy="1945159"/>
          </a:xfrm>
          <a:custGeom>
            <a:avLst/>
            <a:gdLst>
              <a:gd name="connsiteX0" fmla="*/ 1150436 w 1964841"/>
              <a:gd name="connsiteY0" fmla="*/ 0 h 1945159"/>
              <a:gd name="connsiteX1" fmla="*/ 1610594 w 1964841"/>
              <a:gd name="connsiteY1" fmla="*/ 305013 h 1945159"/>
              <a:gd name="connsiteX2" fmla="*/ 1633316 w 1964841"/>
              <a:gd name="connsiteY2" fmla="*/ 378214 h 1945159"/>
              <a:gd name="connsiteX3" fmla="*/ 1659828 w 1964841"/>
              <a:gd name="connsiteY3" fmla="*/ 386444 h 1945159"/>
              <a:gd name="connsiteX4" fmla="*/ 1964841 w 1964841"/>
              <a:gd name="connsiteY4" fmla="*/ 846601 h 1945159"/>
              <a:gd name="connsiteX5" fmla="*/ 1925596 w 1964841"/>
              <a:gd name="connsiteY5" fmla="*/ 1040991 h 1945159"/>
              <a:gd name="connsiteX6" fmla="*/ 1919536 w 1964841"/>
              <a:gd name="connsiteY6" fmla="*/ 1052155 h 1945159"/>
              <a:gd name="connsiteX7" fmla="*/ 1920944 w 1964841"/>
              <a:gd name="connsiteY7" fmla="*/ 1059512 h 1945159"/>
              <a:gd name="connsiteX8" fmla="*/ 1924956 w 1964841"/>
              <a:gd name="connsiteY8" fmla="*/ 1123118 h 1945159"/>
              <a:gd name="connsiteX9" fmla="*/ 1778684 w 1964841"/>
              <a:gd name="connsiteY9" fmla="*/ 1476249 h 1945159"/>
              <a:gd name="connsiteX10" fmla="*/ 1761362 w 1964841"/>
              <a:gd name="connsiteY10" fmla="*/ 1490542 h 1945159"/>
              <a:gd name="connsiteX11" fmla="*/ 1757309 w 1964841"/>
              <a:gd name="connsiteY11" fmla="*/ 1530745 h 1945159"/>
              <a:gd name="connsiteX12" fmla="*/ 1268052 w 1964841"/>
              <a:gd name="connsiteY12" fmla="*/ 1929501 h 1945159"/>
              <a:gd name="connsiteX13" fmla="*/ 1073662 w 1964841"/>
              <a:gd name="connsiteY13" fmla="*/ 1890256 h 1945159"/>
              <a:gd name="connsiteX14" fmla="*/ 1039885 w 1964841"/>
              <a:gd name="connsiteY14" fmla="*/ 1871923 h 1945159"/>
              <a:gd name="connsiteX15" fmla="*/ 998147 w 1964841"/>
              <a:gd name="connsiteY15" fmla="*/ 1895913 h 1945159"/>
              <a:gd name="connsiteX16" fmla="*/ 781635 w 1964841"/>
              <a:gd name="connsiteY16" fmla="*/ 1945159 h 1945159"/>
              <a:gd name="connsiteX17" fmla="*/ 321477 w 1964841"/>
              <a:gd name="connsiteY17" fmla="*/ 1640147 h 1945159"/>
              <a:gd name="connsiteX18" fmla="*/ 300660 w 1964841"/>
              <a:gd name="connsiteY18" fmla="*/ 1573084 h 1945159"/>
              <a:gd name="connsiteX19" fmla="*/ 220182 w 1964841"/>
              <a:gd name="connsiteY19" fmla="*/ 1529402 h 1945159"/>
              <a:gd name="connsiteX20" fmla="*/ 0 w 1964841"/>
              <a:gd name="connsiteY20" fmla="*/ 1115289 h 1945159"/>
              <a:gd name="connsiteX21" fmla="*/ 146272 w 1964841"/>
              <a:gd name="connsiteY21" fmla="*/ 762158 h 1945159"/>
              <a:gd name="connsiteX22" fmla="*/ 151038 w 1964841"/>
              <a:gd name="connsiteY22" fmla="*/ 758225 h 1945159"/>
              <a:gd name="connsiteX23" fmla="*/ 133236 w 1964841"/>
              <a:gd name="connsiteY23" fmla="*/ 700876 h 1945159"/>
              <a:gd name="connsiteX24" fmla="*/ 123090 w 1964841"/>
              <a:gd name="connsiteY24" fmla="*/ 600229 h 1945159"/>
              <a:gd name="connsiteX25" fmla="*/ 622493 w 1964841"/>
              <a:gd name="connsiteY25" fmla="*/ 100826 h 1945159"/>
              <a:gd name="connsiteX26" fmla="*/ 723140 w 1964841"/>
              <a:gd name="connsiteY26" fmla="*/ 110972 h 1945159"/>
              <a:gd name="connsiteX27" fmla="*/ 808117 w 1964841"/>
              <a:gd name="connsiteY27" fmla="*/ 137351 h 1945159"/>
              <a:gd name="connsiteX28" fmla="*/ 871215 w 1964841"/>
              <a:gd name="connsiteY28" fmla="*/ 85290 h 1945159"/>
              <a:gd name="connsiteX29" fmla="*/ 1150436 w 1964841"/>
              <a:gd name="connsiteY29" fmla="*/ 0 h 1945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964841" h="1945159">
                <a:moveTo>
                  <a:pt x="1150436" y="0"/>
                </a:moveTo>
                <a:cubicBezTo>
                  <a:pt x="1357296" y="0"/>
                  <a:pt x="1534780" y="125770"/>
                  <a:pt x="1610594" y="305013"/>
                </a:cubicBezTo>
                <a:lnTo>
                  <a:pt x="1633316" y="378214"/>
                </a:lnTo>
                <a:lnTo>
                  <a:pt x="1659828" y="386444"/>
                </a:lnTo>
                <a:cubicBezTo>
                  <a:pt x="1839072" y="462257"/>
                  <a:pt x="1964841" y="639741"/>
                  <a:pt x="1964841" y="846601"/>
                </a:cubicBezTo>
                <a:cubicBezTo>
                  <a:pt x="1964841" y="915554"/>
                  <a:pt x="1950867" y="981244"/>
                  <a:pt x="1925596" y="1040991"/>
                </a:cubicBezTo>
                <a:lnTo>
                  <a:pt x="1919536" y="1052155"/>
                </a:lnTo>
                <a:lnTo>
                  <a:pt x="1920944" y="1059512"/>
                </a:lnTo>
                <a:cubicBezTo>
                  <a:pt x="1923591" y="1080341"/>
                  <a:pt x="1924956" y="1101570"/>
                  <a:pt x="1924956" y="1123118"/>
                </a:cubicBezTo>
                <a:cubicBezTo>
                  <a:pt x="1924956" y="1261025"/>
                  <a:pt x="1869059" y="1385875"/>
                  <a:pt x="1778684" y="1476249"/>
                </a:cubicBezTo>
                <a:lnTo>
                  <a:pt x="1761362" y="1490542"/>
                </a:lnTo>
                <a:lnTo>
                  <a:pt x="1757309" y="1530745"/>
                </a:lnTo>
                <a:cubicBezTo>
                  <a:pt x="1710742" y="1758315"/>
                  <a:pt x="1509388" y="1929501"/>
                  <a:pt x="1268052" y="1929501"/>
                </a:cubicBezTo>
                <a:cubicBezTo>
                  <a:pt x="1199099" y="1929501"/>
                  <a:pt x="1133410" y="1915527"/>
                  <a:pt x="1073662" y="1890256"/>
                </a:cubicBezTo>
                <a:lnTo>
                  <a:pt x="1039885" y="1871923"/>
                </a:lnTo>
                <a:lnTo>
                  <a:pt x="998147" y="1895913"/>
                </a:lnTo>
                <a:cubicBezTo>
                  <a:pt x="932649" y="1927473"/>
                  <a:pt x="859208" y="1945159"/>
                  <a:pt x="781635" y="1945159"/>
                </a:cubicBezTo>
                <a:cubicBezTo>
                  <a:pt x="574775" y="1945159"/>
                  <a:pt x="397291" y="1819390"/>
                  <a:pt x="321477" y="1640147"/>
                </a:cubicBezTo>
                <a:lnTo>
                  <a:pt x="300660" y="1573084"/>
                </a:lnTo>
                <a:lnTo>
                  <a:pt x="220182" y="1529402"/>
                </a:lnTo>
                <a:cubicBezTo>
                  <a:pt x="87340" y="1439656"/>
                  <a:pt x="0" y="1287672"/>
                  <a:pt x="0" y="1115289"/>
                </a:cubicBezTo>
                <a:cubicBezTo>
                  <a:pt x="0" y="977383"/>
                  <a:pt x="55897" y="852532"/>
                  <a:pt x="146272" y="762158"/>
                </a:cubicBezTo>
                <a:lnTo>
                  <a:pt x="151038" y="758225"/>
                </a:lnTo>
                <a:lnTo>
                  <a:pt x="133236" y="700876"/>
                </a:lnTo>
                <a:cubicBezTo>
                  <a:pt x="126584" y="668366"/>
                  <a:pt x="123090" y="634706"/>
                  <a:pt x="123090" y="600229"/>
                </a:cubicBezTo>
                <a:cubicBezTo>
                  <a:pt x="123090" y="324416"/>
                  <a:pt x="346680" y="100826"/>
                  <a:pt x="622493" y="100826"/>
                </a:cubicBezTo>
                <a:cubicBezTo>
                  <a:pt x="656970" y="100826"/>
                  <a:pt x="690630" y="104320"/>
                  <a:pt x="723140" y="110972"/>
                </a:cubicBezTo>
                <a:lnTo>
                  <a:pt x="808117" y="137351"/>
                </a:lnTo>
                <a:lnTo>
                  <a:pt x="871215" y="85290"/>
                </a:lnTo>
                <a:cubicBezTo>
                  <a:pt x="950920" y="31443"/>
                  <a:pt x="1047006" y="0"/>
                  <a:pt x="1150436"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9" name="Picture Placeholder 28"/>
          <p:cNvSpPr>
            <a:spLocks noGrp="1"/>
          </p:cNvSpPr>
          <p:nvPr>
            <p:ph type="pic" sz="quarter" idx="16"/>
          </p:nvPr>
        </p:nvSpPr>
        <p:spPr>
          <a:xfrm>
            <a:off x="6708753" y="2542734"/>
            <a:ext cx="1772530" cy="1772530"/>
          </a:xfrm>
          <a:custGeom>
            <a:avLst/>
            <a:gdLst>
              <a:gd name="connsiteX0" fmla="*/ 886265 w 1772530"/>
              <a:gd name="connsiteY0" fmla="*/ 0 h 1772530"/>
              <a:gd name="connsiteX1" fmla="*/ 1772530 w 1772530"/>
              <a:gd name="connsiteY1" fmla="*/ 886265 h 1772530"/>
              <a:gd name="connsiteX2" fmla="*/ 886265 w 1772530"/>
              <a:gd name="connsiteY2" fmla="*/ 1772530 h 1772530"/>
              <a:gd name="connsiteX3" fmla="*/ 0 w 1772530"/>
              <a:gd name="connsiteY3" fmla="*/ 886265 h 1772530"/>
              <a:gd name="connsiteX4" fmla="*/ 886265 w 1772530"/>
              <a:gd name="connsiteY4" fmla="*/ 0 h 17725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2530" h="1772530">
                <a:moveTo>
                  <a:pt x="886265" y="0"/>
                </a:moveTo>
                <a:cubicBezTo>
                  <a:pt x="1375736" y="0"/>
                  <a:pt x="1772530" y="396794"/>
                  <a:pt x="1772530" y="886265"/>
                </a:cubicBezTo>
                <a:cubicBezTo>
                  <a:pt x="1772530" y="1375736"/>
                  <a:pt x="1375736" y="1772530"/>
                  <a:pt x="886265" y="1772530"/>
                </a:cubicBezTo>
                <a:cubicBezTo>
                  <a:pt x="396794" y="1772530"/>
                  <a:pt x="0" y="1375736"/>
                  <a:pt x="0" y="886265"/>
                </a:cubicBezTo>
                <a:cubicBezTo>
                  <a:pt x="0" y="396794"/>
                  <a:pt x="396794" y="0"/>
                  <a:pt x="886265" y="0"/>
                </a:cubicBezTo>
                <a:close/>
              </a:path>
            </a:pathLst>
          </a:custGeom>
          <a:solidFill>
            <a:schemeClr val="bg1">
              <a:lumMod val="85000"/>
            </a:schemeClr>
          </a:solidFill>
        </p:spPr>
        <p:txBody>
          <a:bodyPr wrap="square">
            <a:noAutofit/>
          </a:bodyPr>
          <a:lstStyle/>
          <a:p>
            <a:endParaRPr lang="en-AU" dirty="0"/>
          </a:p>
        </p:txBody>
      </p:sp>
      <p:sp>
        <p:nvSpPr>
          <p:cNvPr id="15" name="Text Placeholder 21"/>
          <p:cNvSpPr>
            <a:spLocks noGrp="1"/>
          </p:cNvSpPr>
          <p:nvPr>
            <p:ph type="body" sz="quarter" idx="20"/>
          </p:nvPr>
        </p:nvSpPr>
        <p:spPr>
          <a:xfrm>
            <a:off x="713492" y="4547044"/>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6" name="Text Placeholder 21"/>
          <p:cNvSpPr>
            <a:spLocks noGrp="1"/>
          </p:cNvSpPr>
          <p:nvPr>
            <p:ph type="body" sz="quarter" idx="29"/>
          </p:nvPr>
        </p:nvSpPr>
        <p:spPr>
          <a:xfrm>
            <a:off x="713492" y="4853748"/>
            <a:ext cx="1814513"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8" name="Text Placeholder 21"/>
          <p:cNvSpPr>
            <a:spLocks noGrp="1"/>
          </p:cNvSpPr>
          <p:nvPr>
            <p:ph type="body" sz="quarter" idx="30"/>
          </p:nvPr>
        </p:nvSpPr>
        <p:spPr>
          <a:xfrm>
            <a:off x="3717217" y="4547044"/>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9" name="Text Placeholder 21"/>
          <p:cNvSpPr>
            <a:spLocks noGrp="1"/>
          </p:cNvSpPr>
          <p:nvPr>
            <p:ph type="body" sz="quarter" idx="31"/>
          </p:nvPr>
        </p:nvSpPr>
        <p:spPr>
          <a:xfrm>
            <a:off x="3717217" y="4853748"/>
            <a:ext cx="1814513"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0" name="Text Placeholder 21"/>
          <p:cNvSpPr>
            <a:spLocks noGrp="1"/>
          </p:cNvSpPr>
          <p:nvPr>
            <p:ph type="body" sz="quarter" idx="32"/>
          </p:nvPr>
        </p:nvSpPr>
        <p:spPr>
          <a:xfrm>
            <a:off x="6720942" y="4547044"/>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1" name="Text Placeholder 21"/>
          <p:cNvSpPr>
            <a:spLocks noGrp="1"/>
          </p:cNvSpPr>
          <p:nvPr>
            <p:ph type="body" sz="quarter" idx="33"/>
          </p:nvPr>
        </p:nvSpPr>
        <p:spPr>
          <a:xfrm>
            <a:off x="6720942" y="4853748"/>
            <a:ext cx="1814513"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2" name="Text Placeholder 21"/>
          <p:cNvSpPr>
            <a:spLocks noGrp="1"/>
          </p:cNvSpPr>
          <p:nvPr>
            <p:ph type="body" sz="quarter" idx="34"/>
          </p:nvPr>
        </p:nvSpPr>
        <p:spPr>
          <a:xfrm>
            <a:off x="9724667" y="4546572"/>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0" name="Text Placeholder 21"/>
          <p:cNvSpPr>
            <a:spLocks noGrp="1"/>
          </p:cNvSpPr>
          <p:nvPr>
            <p:ph type="body" sz="quarter" idx="35"/>
          </p:nvPr>
        </p:nvSpPr>
        <p:spPr>
          <a:xfrm>
            <a:off x="9724667" y="4853276"/>
            <a:ext cx="1814513"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Tree>
    <p:extLst>
      <p:ext uri="{BB962C8B-B14F-4D97-AF65-F5344CB8AC3E}">
        <p14:creationId xmlns:p14="http://schemas.microsoft.com/office/powerpoint/2010/main" val="172909944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42" presetClass="entr" presetSubtype="0" fill="hold" grpId="0" nodeType="afterEffect">
                                  <p:stCondLst>
                                    <p:cond delay="0"/>
                                  </p:stCondLst>
                                  <p:childTnLst>
                                    <p:set>
                                      <p:cBhvr>
                                        <p:cTn id="10" dur="1" fill="hold">
                                          <p:stCondLst>
                                            <p:cond delay="0"/>
                                          </p:stCondLst>
                                        </p:cTn>
                                        <p:tgtEl>
                                          <p:spTgt spid="8">
                                            <p:txEl>
                                              <p:pRg st="0" end="0"/>
                                            </p:txEl>
                                          </p:spTgt>
                                        </p:tgtEl>
                                        <p:attrNameLst>
                                          <p:attrName>style.visibility</p:attrName>
                                        </p:attrNameLst>
                                      </p:cBhvr>
                                      <p:to>
                                        <p:strVal val="visible"/>
                                      </p:to>
                                    </p:set>
                                    <p:animEffect transition="in" filter="fade">
                                      <p:cBhvr>
                                        <p:cTn id="11" dur="500"/>
                                        <p:tgtEl>
                                          <p:spTgt spid="8">
                                            <p:txEl>
                                              <p:pRg st="0" end="0"/>
                                            </p:txEl>
                                          </p:spTgt>
                                        </p:tgtEl>
                                      </p:cBhvr>
                                    </p:animEffect>
                                    <p:anim calcmode="lin" valueType="num">
                                      <p:cBhvr>
                                        <p:cTn id="12"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4" fill="hold">
                            <p:stCondLst>
                              <p:cond delay="1000"/>
                            </p:stCondLst>
                            <p:childTnLst>
                              <p:par>
                                <p:cTn id="15" presetID="10" presetClass="entr" presetSubtype="0" fill="hold" grpId="0" nodeType="afterEffect">
                                  <p:stCondLst>
                                    <p:cond delay="0"/>
                                  </p:stCondLst>
                                  <p:childTnLst>
                                    <p:set>
                                      <p:cBhvr>
                                        <p:cTn id="16" dur="1" fill="hold">
                                          <p:stCondLst>
                                            <p:cond delay="0"/>
                                          </p:stCondLst>
                                        </p:cTn>
                                        <p:tgtEl>
                                          <p:spTgt spid="23"/>
                                        </p:tgtEl>
                                        <p:attrNameLst>
                                          <p:attrName>style.visibility</p:attrName>
                                        </p:attrNameLst>
                                      </p:cBhvr>
                                      <p:to>
                                        <p:strVal val="visible"/>
                                      </p:to>
                                    </p:set>
                                    <p:animEffect transition="in" filter="fade">
                                      <p:cBhvr>
                                        <p:cTn id="17" dur="500"/>
                                        <p:tgtEl>
                                          <p:spTgt spid="23"/>
                                        </p:tgtEl>
                                      </p:cBhvr>
                                    </p:animEffect>
                                  </p:childTnLst>
                                </p:cTn>
                              </p:par>
                            </p:childTnLst>
                          </p:cTn>
                        </p:par>
                        <p:par>
                          <p:cTn id="18" fill="hold">
                            <p:stCondLst>
                              <p:cond delay="1500"/>
                            </p:stCondLst>
                            <p:childTnLst>
                              <p:par>
                                <p:cTn id="19" presetID="53" presetClass="entr" presetSubtype="16" fill="hold" grpId="0" nodeType="afterEffect">
                                  <p:stCondLst>
                                    <p:cond delay="0"/>
                                  </p:stCondLst>
                                  <p:childTnLst>
                                    <p:set>
                                      <p:cBhvr>
                                        <p:cTn id="20" dur="1" fill="hold">
                                          <p:stCondLst>
                                            <p:cond delay="0"/>
                                          </p:stCondLst>
                                        </p:cTn>
                                        <p:tgtEl>
                                          <p:spTgt spid="17"/>
                                        </p:tgtEl>
                                        <p:attrNameLst>
                                          <p:attrName>style.visibility</p:attrName>
                                        </p:attrNameLst>
                                      </p:cBhvr>
                                      <p:to>
                                        <p:strVal val="visible"/>
                                      </p:to>
                                    </p:set>
                                    <p:anim calcmode="lin" valueType="num">
                                      <p:cBhvr>
                                        <p:cTn id="21" dur="500" fill="hold"/>
                                        <p:tgtEl>
                                          <p:spTgt spid="17"/>
                                        </p:tgtEl>
                                        <p:attrNameLst>
                                          <p:attrName>ppt_w</p:attrName>
                                        </p:attrNameLst>
                                      </p:cBhvr>
                                      <p:tavLst>
                                        <p:tav tm="0">
                                          <p:val>
                                            <p:fltVal val="0"/>
                                          </p:val>
                                        </p:tav>
                                        <p:tav tm="100000">
                                          <p:val>
                                            <p:strVal val="#ppt_w"/>
                                          </p:val>
                                        </p:tav>
                                      </p:tavLst>
                                    </p:anim>
                                    <p:anim calcmode="lin" valueType="num">
                                      <p:cBhvr>
                                        <p:cTn id="22" dur="500" fill="hold"/>
                                        <p:tgtEl>
                                          <p:spTgt spid="17"/>
                                        </p:tgtEl>
                                        <p:attrNameLst>
                                          <p:attrName>ppt_h</p:attrName>
                                        </p:attrNameLst>
                                      </p:cBhvr>
                                      <p:tavLst>
                                        <p:tav tm="0">
                                          <p:val>
                                            <p:fltVal val="0"/>
                                          </p:val>
                                        </p:tav>
                                        <p:tav tm="100000">
                                          <p:val>
                                            <p:strVal val="#ppt_h"/>
                                          </p:val>
                                        </p:tav>
                                      </p:tavLst>
                                    </p:anim>
                                    <p:animEffect transition="in" filter="fade">
                                      <p:cBhvr>
                                        <p:cTn id="23" dur="500"/>
                                        <p:tgtEl>
                                          <p:spTgt spid="17"/>
                                        </p:tgtEl>
                                      </p:cBhvr>
                                    </p:animEffect>
                                  </p:childTnLst>
                                </p:cTn>
                              </p:par>
                            </p:childTnLst>
                          </p:cTn>
                        </p:par>
                        <p:par>
                          <p:cTn id="24" fill="hold">
                            <p:stCondLst>
                              <p:cond delay="2000"/>
                            </p:stCondLst>
                            <p:childTnLst>
                              <p:par>
                                <p:cTn id="25" presetID="53" presetClass="entr" presetSubtype="16" fill="hold" grpId="0" nodeType="afterEffect" nodePh="1">
                                  <p:stCondLst>
                                    <p:cond delay="0"/>
                                  </p:stCondLst>
                                  <p:endCondLst>
                                    <p:cond evt="begin" delay="0">
                                      <p:tn val="25"/>
                                    </p:cond>
                                  </p:endCondLst>
                                  <p:childTnLst>
                                    <p:set>
                                      <p:cBhvr>
                                        <p:cTn id="26" dur="1" fill="hold">
                                          <p:stCondLst>
                                            <p:cond delay="0"/>
                                          </p:stCondLst>
                                        </p:cTn>
                                        <p:tgtEl>
                                          <p:spTgt spid="15">
                                            <p:txEl>
                                              <p:pRg st="0" end="0"/>
                                            </p:txEl>
                                          </p:spTgt>
                                        </p:tgtEl>
                                        <p:attrNameLst>
                                          <p:attrName>style.visibility</p:attrName>
                                        </p:attrNameLst>
                                      </p:cBhvr>
                                      <p:to>
                                        <p:strVal val="visible"/>
                                      </p:to>
                                    </p:set>
                                    <p:anim calcmode="lin" valueType="num">
                                      <p:cBhvr>
                                        <p:cTn id="27" dur="500" fill="hold"/>
                                        <p:tgtEl>
                                          <p:spTgt spid="15">
                                            <p:txEl>
                                              <p:pRg st="0" end="0"/>
                                            </p:txEl>
                                          </p:spTgt>
                                        </p:tgtEl>
                                        <p:attrNameLst>
                                          <p:attrName>ppt_w</p:attrName>
                                        </p:attrNameLst>
                                      </p:cBhvr>
                                      <p:tavLst>
                                        <p:tav tm="0">
                                          <p:val>
                                            <p:fltVal val="0"/>
                                          </p:val>
                                        </p:tav>
                                        <p:tav tm="100000">
                                          <p:val>
                                            <p:strVal val="#ppt_w"/>
                                          </p:val>
                                        </p:tav>
                                      </p:tavLst>
                                    </p:anim>
                                    <p:anim calcmode="lin" valueType="num">
                                      <p:cBhvr>
                                        <p:cTn id="28" dur="500" fill="hold"/>
                                        <p:tgtEl>
                                          <p:spTgt spid="15">
                                            <p:txEl>
                                              <p:pRg st="0" end="0"/>
                                            </p:txEl>
                                          </p:spTgt>
                                        </p:tgtEl>
                                        <p:attrNameLst>
                                          <p:attrName>ppt_h</p:attrName>
                                        </p:attrNameLst>
                                      </p:cBhvr>
                                      <p:tavLst>
                                        <p:tav tm="0">
                                          <p:val>
                                            <p:fltVal val="0"/>
                                          </p:val>
                                        </p:tav>
                                        <p:tav tm="100000">
                                          <p:val>
                                            <p:strVal val="#ppt_h"/>
                                          </p:val>
                                        </p:tav>
                                      </p:tavLst>
                                    </p:anim>
                                    <p:animEffect transition="in" filter="fade">
                                      <p:cBhvr>
                                        <p:cTn id="29" dur="500"/>
                                        <p:tgtEl>
                                          <p:spTgt spid="15">
                                            <p:txEl>
                                              <p:pRg st="0" end="0"/>
                                            </p:txEl>
                                          </p:spTgt>
                                        </p:tgtEl>
                                      </p:cBhvr>
                                    </p:animEffect>
                                  </p:childTnLst>
                                </p:cTn>
                              </p:par>
                            </p:childTnLst>
                          </p:cTn>
                        </p:par>
                        <p:par>
                          <p:cTn id="30" fill="hold">
                            <p:stCondLst>
                              <p:cond delay="2500"/>
                            </p:stCondLst>
                            <p:childTnLst>
                              <p:par>
                                <p:cTn id="31" presetID="42" presetClass="entr" presetSubtype="0" fill="hold" grpId="0" nodeType="afterEffect" nodePh="1">
                                  <p:stCondLst>
                                    <p:cond delay="0"/>
                                  </p:stCondLst>
                                  <p:endCondLst>
                                    <p:cond evt="begin" delay="0">
                                      <p:tn val="31"/>
                                    </p:cond>
                                  </p:endCondLst>
                                  <p:childTnLst>
                                    <p:set>
                                      <p:cBhvr>
                                        <p:cTn id="32" dur="1" fill="hold">
                                          <p:stCondLst>
                                            <p:cond delay="0"/>
                                          </p:stCondLst>
                                        </p:cTn>
                                        <p:tgtEl>
                                          <p:spTgt spid="16">
                                            <p:txEl>
                                              <p:pRg st="0" end="0"/>
                                            </p:txEl>
                                          </p:spTgt>
                                        </p:tgtEl>
                                        <p:attrNameLst>
                                          <p:attrName>style.visibility</p:attrName>
                                        </p:attrNameLst>
                                      </p:cBhvr>
                                      <p:to>
                                        <p:strVal val="visible"/>
                                      </p:to>
                                    </p:set>
                                    <p:animEffect transition="in" filter="fade">
                                      <p:cBhvr>
                                        <p:cTn id="33" dur="500"/>
                                        <p:tgtEl>
                                          <p:spTgt spid="16">
                                            <p:txEl>
                                              <p:pRg st="0" end="0"/>
                                            </p:txEl>
                                          </p:spTgt>
                                        </p:tgtEl>
                                      </p:cBhvr>
                                    </p:animEffect>
                                    <p:anim calcmode="lin" valueType="num">
                                      <p:cBhvr>
                                        <p:cTn id="34" dur="500" fill="hold"/>
                                        <p:tgtEl>
                                          <p:spTgt spid="16">
                                            <p:txEl>
                                              <p:pRg st="0" end="0"/>
                                            </p:txEl>
                                          </p:spTgt>
                                        </p:tgtEl>
                                        <p:attrNameLst>
                                          <p:attrName>ppt_x</p:attrName>
                                        </p:attrNameLst>
                                      </p:cBhvr>
                                      <p:tavLst>
                                        <p:tav tm="0">
                                          <p:val>
                                            <p:strVal val="#ppt_x"/>
                                          </p:val>
                                        </p:tav>
                                        <p:tav tm="100000">
                                          <p:val>
                                            <p:strVal val="#ppt_x"/>
                                          </p:val>
                                        </p:tav>
                                      </p:tavLst>
                                    </p:anim>
                                    <p:anim calcmode="lin" valueType="num">
                                      <p:cBhvr>
                                        <p:cTn id="35" dur="500" fill="hold"/>
                                        <p:tgtEl>
                                          <p:spTgt spid="16">
                                            <p:txEl>
                                              <p:pRg st="0" end="0"/>
                                            </p:txEl>
                                          </p:spTgt>
                                        </p:tgtEl>
                                        <p:attrNameLst>
                                          <p:attrName>ppt_y</p:attrName>
                                        </p:attrNameLst>
                                      </p:cBhvr>
                                      <p:tavLst>
                                        <p:tav tm="0">
                                          <p:val>
                                            <p:strVal val="#ppt_y+.1"/>
                                          </p:val>
                                        </p:tav>
                                        <p:tav tm="100000">
                                          <p:val>
                                            <p:strVal val="#ppt_y"/>
                                          </p:val>
                                        </p:tav>
                                      </p:tavLst>
                                    </p:anim>
                                  </p:childTnLst>
                                </p:cTn>
                              </p:par>
                            </p:childTnLst>
                          </p:cTn>
                        </p:par>
                        <p:par>
                          <p:cTn id="36" fill="hold">
                            <p:stCondLst>
                              <p:cond delay="3000"/>
                            </p:stCondLst>
                            <p:childTnLst>
                              <p:par>
                                <p:cTn id="37" presetID="10" presetClass="entr" presetSubtype="0" fill="hold" grpId="0" nodeType="afterEffect">
                                  <p:stCondLst>
                                    <p:cond delay="0"/>
                                  </p:stCondLst>
                                  <p:childTnLst>
                                    <p:set>
                                      <p:cBhvr>
                                        <p:cTn id="38" dur="1" fill="hold">
                                          <p:stCondLst>
                                            <p:cond delay="0"/>
                                          </p:stCondLst>
                                        </p:cTn>
                                        <p:tgtEl>
                                          <p:spTgt spid="24"/>
                                        </p:tgtEl>
                                        <p:attrNameLst>
                                          <p:attrName>style.visibility</p:attrName>
                                        </p:attrNameLst>
                                      </p:cBhvr>
                                      <p:to>
                                        <p:strVal val="visible"/>
                                      </p:to>
                                    </p:set>
                                    <p:animEffect transition="in" filter="fade">
                                      <p:cBhvr>
                                        <p:cTn id="39" dur="500"/>
                                        <p:tgtEl>
                                          <p:spTgt spid="24"/>
                                        </p:tgtEl>
                                      </p:cBhvr>
                                    </p:animEffect>
                                  </p:childTnLst>
                                </p:cTn>
                              </p:par>
                            </p:childTnLst>
                          </p:cTn>
                        </p:par>
                        <p:par>
                          <p:cTn id="40" fill="hold">
                            <p:stCondLst>
                              <p:cond delay="3500"/>
                            </p:stCondLst>
                            <p:childTnLst>
                              <p:par>
                                <p:cTn id="41" presetID="53" presetClass="entr" presetSubtype="16" fill="hold" grpId="0" nodeType="afterEffect">
                                  <p:stCondLst>
                                    <p:cond delay="0"/>
                                  </p:stCondLst>
                                  <p:childTnLst>
                                    <p:set>
                                      <p:cBhvr>
                                        <p:cTn id="42" dur="1" fill="hold">
                                          <p:stCondLst>
                                            <p:cond delay="0"/>
                                          </p:stCondLst>
                                        </p:cTn>
                                        <p:tgtEl>
                                          <p:spTgt spid="25"/>
                                        </p:tgtEl>
                                        <p:attrNameLst>
                                          <p:attrName>style.visibility</p:attrName>
                                        </p:attrNameLst>
                                      </p:cBhvr>
                                      <p:to>
                                        <p:strVal val="visible"/>
                                      </p:to>
                                    </p:set>
                                    <p:anim calcmode="lin" valueType="num">
                                      <p:cBhvr>
                                        <p:cTn id="43" dur="500" fill="hold"/>
                                        <p:tgtEl>
                                          <p:spTgt spid="25"/>
                                        </p:tgtEl>
                                        <p:attrNameLst>
                                          <p:attrName>ppt_w</p:attrName>
                                        </p:attrNameLst>
                                      </p:cBhvr>
                                      <p:tavLst>
                                        <p:tav tm="0">
                                          <p:val>
                                            <p:fltVal val="0"/>
                                          </p:val>
                                        </p:tav>
                                        <p:tav tm="100000">
                                          <p:val>
                                            <p:strVal val="#ppt_w"/>
                                          </p:val>
                                        </p:tav>
                                      </p:tavLst>
                                    </p:anim>
                                    <p:anim calcmode="lin" valueType="num">
                                      <p:cBhvr>
                                        <p:cTn id="44" dur="500" fill="hold"/>
                                        <p:tgtEl>
                                          <p:spTgt spid="25"/>
                                        </p:tgtEl>
                                        <p:attrNameLst>
                                          <p:attrName>ppt_h</p:attrName>
                                        </p:attrNameLst>
                                      </p:cBhvr>
                                      <p:tavLst>
                                        <p:tav tm="0">
                                          <p:val>
                                            <p:fltVal val="0"/>
                                          </p:val>
                                        </p:tav>
                                        <p:tav tm="100000">
                                          <p:val>
                                            <p:strVal val="#ppt_h"/>
                                          </p:val>
                                        </p:tav>
                                      </p:tavLst>
                                    </p:anim>
                                    <p:animEffect transition="in" filter="fade">
                                      <p:cBhvr>
                                        <p:cTn id="45" dur="500"/>
                                        <p:tgtEl>
                                          <p:spTgt spid="25"/>
                                        </p:tgtEl>
                                      </p:cBhvr>
                                    </p:animEffect>
                                  </p:childTnLst>
                                </p:cTn>
                              </p:par>
                            </p:childTnLst>
                          </p:cTn>
                        </p:par>
                        <p:par>
                          <p:cTn id="46" fill="hold">
                            <p:stCondLst>
                              <p:cond delay="4000"/>
                            </p:stCondLst>
                            <p:childTnLst>
                              <p:par>
                                <p:cTn id="47" presetID="53" presetClass="entr" presetSubtype="16" fill="hold" grpId="0" nodeType="afterEffect" nodePh="1">
                                  <p:stCondLst>
                                    <p:cond delay="0"/>
                                  </p:stCondLst>
                                  <p:endCondLst>
                                    <p:cond evt="begin" delay="0">
                                      <p:tn val="47"/>
                                    </p:cond>
                                  </p:endCondLst>
                                  <p:childTnLst>
                                    <p:set>
                                      <p:cBhvr>
                                        <p:cTn id="48" dur="1" fill="hold">
                                          <p:stCondLst>
                                            <p:cond delay="0"/>
                                          </p:stCondLst>
                                        </p:cTn>
                                        <p:tgtEl>
                                          <p:spTgt spid="18">
                                            <p:txEl>
                                              <p:pRg st="0" end="0"/>
                                            </p:txEl>
                                          </p:spTgt>
                                        </p:tgtEl>
                                        <p:attrNameLst>
                                          <p:attrName>style.visibility</p:attrName>
                                        </p:attrNameLst>
                                      </p:cBhvr>
                                      <p:to>
                                        <p:strVal val="visible"/>
                                      </p:to>
                                    </p:set>
                                    <p:anim calcmode="lin" valueType="num">
                                      <p:cBhvr>
                                        <p:cTn id="49" dur="500" fill="hold"/>
                                        <p:tgtEl>
                                          <p:spTgt spid="18">
                                            <p:txEl>
                                              <p:pRg st="0" end="0"/>
                                            </p:txEl>
                                          </p:spTgt>
                                        </p:tgtEl>
                                        <p:attrNameLst>
                                          <p:attrName>ppt_w</p:attrName>
                                        </p:attrNameLst>
                                      </p:cBhvr>
                                      <p:tavLst>
                                        <p:tav tm="0">
                                          <p:val>
                                            <p:fltVal val="0"/>
                                          </p:val>
                                        </p:tav>
                                        <p:tav tm="100000">
                                          <p:val>
                                            <p:strVal val="#ppt_w"/>
                                          </p:val>
                                        </p:tav>
                                      </p:tavLst>
                                    </p:anim>
                                    <p:anim calcmode="lin" valueType="num">
                                      <p:cBhvr>
                                        <p:cTn id="50" dur="500" fill="hold"/>
                                        <p:tgtEl>
                                          <p:spTgt spid="18">
                                            <p:txEl>
                                              <p:pRg st="0" end="0"/>
                                            </p:txEl>
                                          </p:spTgt>
                                        </p:tgtEl>
                                        <p:attrNameLst>
                                          <p:attrName>ppt_h</p:attrName>
                                        </p:attrNameLst>
                                      </p:cBhvr>
                                      <p:tavLst>
                                        <p:tav tm="0">
                                          <p:val>
                                            <p:fltVal val="0"/>
                                          </p:val>
                                        </p:tav>
                                        <p:tav tm="100000">
                                          <p:val>
                                            <p:strVal val="#ppt_h"/>
                                          </p:val>
                                        </p:tav>
                                      </p:tavLst>
                                    </p:anim>
                                    <p:animEffect transition="in" filter="fade">
                                      <p:cBhvr>
                                        <p:cTn id="51" dur="500"/>
                                        <p:tgtEl>
                                          <p:spTgt spid="18">
                                            <p:txEl>
                                              <p:pRg st="0" end="0"/>
                                            </p:txEl>
                                          </p:spTgt>
                                        </p:tgtEl>
                                      </p:cBhvr>
                                    </p:animEffect>
                                  </p:childTnLst>
                                </p:cTn>
                              </p:par>
                            </p:childTnLst>
                          </p:cTn>
                        </p:par>
                        <p:par>
                          <p:cTn id="52" fill="hold">
                            <p:stCondLst>
                              <p:cond delay="4500"/>
                            </p:stCondLst>
                            <p:childTnLst>
                              <p:par>
                                <p:cTn id="53" presetID="42" presetClass="entr" presetSubtype="0" fill="hold" grpId="0" nodeType="afterEffect" nodePh="1">
                                  <p:stCondLst>
                                    <p:cond delay="0"/>
                                  </p:stCondLst>
                                  <p:endCondLst>
                                    <p:cond evt="begin" delay="0">
                                      <p:tn val="53"/>
                                    </p:cond>
                                  </p:endCondLst>
                                  <p:childTnLst>
                                    <p:set>
                                      <p:cBhvr>
                                        <p:cTn id="54" dur="1" fill="hold">
                                          <p:stCondLst>
                                            <p:cond delay="0"/>
                                          </p:stCondLst>
                                        </p:cTn>
                                        <p:tgtEl>
                                          <p:spTgt spid="19">
                                            <p:txEl>
                                              <p:pRg st="0" end="0"/>
                                            </p:txEl>
                                          </p:spTgt>
                                        </p:tgtEl>
                                        <p:attrNameLst>
                                          <p:attrName>style.visibility</p:attrName>
                                        </p:attrNameLst>
                                      </p:cBhvr>
                                      <p:to>
                                        <p:strVal val="visible"/>
                                      </p:to>
                                    </p:set>
                                    <p:animEffect transition="in" filter="fade">
                                      <p:cBhvr>
                                        <p:cTn id="55" dur="500"/>
                                        <p:tgtEl>
                                          <p:spTgt spid="19">
                                            <p:txEl>
                                              <p:pRg st="0" end="0"/>
                                            </p:txEl>
                                          </p:spTgt>
                                        </p:tgtEl>
                                      </p:cBhvr>
                                    </p:animEffect>
                                    <p:anim calcmode="lin" valueType="num">
                                      <p:cBhvr>
                                        <p:cTn id="56" dur="500" fill="hold"/>
                                        <p:tgtEl>
                                          <p:spTgt spid="19">
                                            <p:txEl>
                                              <p:pRg st="0" end="0"/>
                                            </p:txEl>
                                          </p:spTgt>
                                        </p:tgtEl>
                                        <p:attrNameLst>
                                          <p:attrName>ppt_x</p:attrName>
                                        </p:attrNameLst>
                                      </p:cBhvr>
                                      <p:tavLst>
                                        <p:tav tm="0">
                                          <p:val>
                                            <p:strVal val="#ppt_x"/>
                                          </p:val>
                                        </p:tav>
                                        <p:tav tm="100000">
                                          <p:val>
                                            <p:strVal val="#ppt_x"/>
                                          </p:val>
                                        </p:tav>
                                      </p:tavLst>
                                    </p:anim>
                                    <p:anim calcmode="lin" valueType="num">
                                      <p:cBhvr>
                                        <p:cTn id="57" dur="500" fill="hold"/>
                                        <p:tgtEl>
                                          <p:spTgt spid="19">
                                            <p:txEl>
                                              <p:pRg st="0" end="0"/>
                                            </p:txEl>
                                          </p:spTgt>
                                        </p:tgtEl>
                                        <p:attrNameLst>
                                          <p:attrName>ppt_y</p:attrName>
                                        </p:attrNameLst>
                                      </p:cBhvr>
                                      <p:tavLst>
                                        <p:tav tm="0">
                                          <p:val>
                                            <p:strVal val="#ppt_y+.1"/>
                                          </p:val>
                                        </p:tav>
                                        <p:tav tm="100000">
                                          <p:val>
                                            <p:strVal val="#ppt_y"/>
                                          </p:val>
                                        </p:tav>
                                      </p:tavLst>
                                    </p:anim>
                                  </p:childTnLst>
                                </p:cTn>
                              </p:par>
                            </p:childTnLst>
                          </p:cTn>
                        </p:par>
                        <p:par>
                          <p:cTn id="58" fill="hold">
                            <p:stCondLst>
                              <p:cond delay="5000"/>
                            </p:stCondLst>
                            <p:childTnLst>
                              <p:par>
                                <p:cTn id="59" presetID="10" presetClass="entr" presetSubtype="0" fill="hold" grpId="0" nodeType="afterEffect">
                                  <p:stCondLst>
                                    <p:cond delay="0"/>
                                  </p:stCondLst>
                                  <p:childTnLst>
                                    <p:set>
                                      <p:cBhvr>
                                        <p:cTn id="60" dur="1" fill="hold">
                                          <p:stCondLst>
                                            <p:cond delay="0"/>
                                          </p:stCondLst>
                                        </p:cTn>
                                        <p:tgtEl>
                                          <p:spTgt spid="28"/>
                                        </p:tgtEl>
                                        <p:attrNameLst>
                                          <p:attrName>style.visibility</p:attrName>
                                        </p:attrNameLst>
                                      </p:cBhvr>
                                      <p:to>
                                        <p:strVal val="visible"/>
                                      </p:to>
                                    </p:set>
                                    <p:animEffect transition="in" filter="fade">
                                      <p:cBhvr>
                                        <p:cTn id="61" dur="500"/>
                                        <p:tgtEl>
                                          <p:spTgt spid="28"/>
                                        </p:tgtEl>
                                      </p:cBhvr>
                                    </p:animEffect>
                                  </p:childTnLst>
                                </p:cTn>
                              </p:par>
                            </p:childTnLst>
                          </p:cTn>
                        </p:par>
                        <p:par>
                          <p:cTn id="62" fill="hold">
                            <p:stCondLst>
                              <p:cond delay="5500"/>
                            </p:stCondLst>
                            <p:childTnLst>
                              <p:par>
                                <p:cTn id="63" presetID="53" presetClass="entr" presetSubtype="16" fill="hold" grpId="0" nodeType="afterEffect">
                                  <p:stCondLst>
                                    <p:cond delay="0"/>
                                  </p:stCondLst>
                                  <p:childTnLst>
                                    <p:set>
                                      <p:cBhvr>
                                        <p:cTn id="64" dur="1" fill="hold">
                                          <p:stCondLst>
                                            <p:cond delay="0"/>
                                          </p:stCondLst>
                                        </p:cTn>
                                        <p:tgtEl>
                                          <p:spTgt spid="29"/>
                                        </p:tgtEl>
                                        <p:attrNameLst>
                                          <p:attrName>style.visibility</p:attrName>
                                        </p:attrNameLst>
                                      </p:cBhvr>
                                      <p:to>
                                        <p:strVal val="visible"/>
                                      </p:to>
                                    </p:set>
                                    <p:anim calcmode="lin" valueType="num">
                                      <p:cBhvr>
                                        <p:cTn id="65" dur="500" fill="hold"/>
                                        <p:tgtEl>
                                          <p:spTgt spid="29"/>
                                        </p:tgtEl>
                                        <p:attrNameLst>
                                          <p:attrName>ppt_w</p:attrName>
                                        </p:attrNameLst>
                                      </p:cBhvr>
                                      <p:tavLst>
                                        <p:tav tm="0">
                                          <p:val>
                                            <p:fltVal val="0"/>
                                          </p:val>
                                        </p:tav>
                                        <p:tav tm="100000">
                                          <p:val>
                                            <p:strVal val="#ppt_w"/>
                                          </p:val>
                                        </p:tav>
                                      </p:tavLst>
                                    </p:anim>
                                    <p:anim calcmode="lin" valueType="num">
                                      <p:cBhvr>
                                        <p:cTn id="66" dur="500" fill="hold"/>
                                        <p:tgtEl>
                                          <p:spTgt spid="29"/>
                                        </p:tgtEl>
                                        <p:attrNameLst>
                                          <p:attrName>ppt_h</p:attrName>
                                        </p:attrNameLst>
                                      </p:cBhvr>
                                      <p:tavLst>
                                        <p:tav tm="0">
                                          <p:val>
                                            <p:fltVal val="0"/>
                                          </p:val>
                                        </p:tav>
                                        <p:tav tm="100000">
                                          <p:val>
                                            <p:strVal val="#ppt_h"/>
                                          </p:val>
                                        </p:tav>
                                      </p:tavLst>
                                    </p:anim>
                                    <p:animEffect transition="in" filter="fade">
                                      <p:cBhvr>
                                        <p:cTn id="67" dur="500"/>
                                        <p:tgtEl>
                                          <p:spTgt spid="29"/>
                                        </p:tgtEl>
                                      </p:cBhvr>
                                    </p:animEffect>
                                  </p:childTnLst>
                                </p:cTn>
                              </p:par>
                            </p:childTnLst>
                          </p:cTn>
                        </p:par>
                        <p:par>
                          <p:cTn id="68" fill="hold">
                            <p:stCondLst>
                              <p:cond delay="6000"/>
                            </p:stCondLst>
                            <p:childTnLst>
                              <p:par>
                                <p:cTn id="69" presetID="53" presetClass="entr" presetSubtype="16" fill="hold" grpId="0" nodeType="afterEffect" nodePh="1">
                                  <p:stCondLst>
                                    <p:cond delay="0"/>
                                  </p:stCondLst>
                                  <p:endCondLst>
                                    <p:cond evt="begin" delay="0">
                                      <p:tn val="69"/>
                                    </p:cond>
                                  </p:endCondLst>
                                  <p:childTnLst>
                                    <p:set>
                                      <p:cBhvr>
                                        <p:cTn id="70" dur="1" fill="hold">
                                          <p:stCondLst>
                                            <p:cond delay="0"/>
                                          </p:stCondLst>
                                        </p:cTn>
                                        <p:tgtEl>
                                          <p:spTgt spid="20">
                                            <p:txEl>
                                              <p:pRg st="0" end="0"/>
                                            </p:txEl>
                                          </p:spTgt>
                                        </p:tgtEl>
                                        <p:attrNameLst>
                                          <p:attrName>style.visibility</p:attrName>
                                        </p:attrNameLst>
                                      </p:cBhvr>
                                      <p:to>
                                        <p:strVal val="visible"/>
                                      </p:to>
                                    </p:set>
                                    <p:anim calcmode="lin" valueType="num">
                                      <p:cBhvr>
                                        <p:cTn id="71" dur="500" fill="hold"/>
                                        <p:tgtEl>
                                          <p:spTgt spid="20">
                                            <p:txEl>
                                              <p:pRg st="0" end="0"/>
                                            </p:txEl>
                                          </p:spTgt>
                                        </p:tgtEl>
                                        <p:attrNameLst>
                                          <p:attrName>ppt_w</p:attrName>
                                        </p:attrNameLst>
                                      </p:cBhvr>
                                      <p:tavLst>
                                        <p:tav tm="0">
                                          <p:val>
                                            <p:fltVal val="0"/>
                                          </p:val>
                                        </p:tav>
                                        <p:tav tm="100000">
                                          <p:val>
                                            <p:strVal val="#ppt_w"/>
                                          </p:val>
                                        </p:tav>
                                      </p:tavLst>
                                    </p:anim>
                                    <p:anim calcmode="lin" valueType="num">
                                      <p:cBhvr>
                                        <p:cTn id="72" dur="500" fill="hold"/>
                                        <p:tgtEl>
                                          <p:spTgt spid="20">
                                            <p:txEl>
                                              <p:pRg st="0" end="0"/>
                                            </p:txEl>
                                          </p:spTgt>
                                        </p:tgtEl>
                                        <p:attrNameLst>
                                          <p:attrName>ppt_h</p:attrName>
                                        </p:attrNameLst>
                                      </p:cBhvr>
                                      <p:tavLst>
                                        <p:tav tm="0">
                                          <p:val>
                                            <p:fltVal val="0"/>
                                          </p:val>
                                        </p:tav>
                                        <p:tav tm="100000">
                                          <p:val>
                                            <p:strVal val="#ppt_h"/>
                                          </p:val>
                                        </p:tav>
                                      </p:tavLst>
                                    </p:anim>
                                    <p:animEffect transition="in" filter="fade">
                                      <p:cBhvr>
                                        <p:cTn id="73" dur="500"/>
                                        <p:tgtEl>
                                          <p:spTgt spid="20">
                                            <p:txEl>
                                              <p:pRg st="0" end="0"/>
                                            </p:txEl>
                                          </p:spTgt>
                                        </p:tgtEl>
                                      </p:cBhvr>
                                    </p:animEffect>
                                  </p:childTnLst>
                                </p:cTn>
                              </p:par>
                            </p:childTnLst>
                          </p:cTn>
                        </p:par>
                        <p:par>
                          <p:cTn id="74" fill="hold">
                            <p:stCondLst>
                              <p:cond delay="6500"/>
                            </p:stCondLst>
                            <p:childTnLst>
                              <p:par>
                                <p:cTn id="75" presetID="42" presetClass="entr" presetSubtype="0" fill="hold" grpId="0" nodeType="afterEffect" nodePh="1">
                                  <p:stCondLst>
                                    <p:cond delay="0"/>
                                  </p:stCondLst>
                                  <p:endCondLst>
                                    <p:cond evt="begin" delay="0">
                                      <p:tn val="75"/>
                                    </p:cond>
                                  </p:endCondLst>
                                  <p:childTnLst>
                                    <p:set>
                                      <p:cBhvr>
                                        <p:cTn id="76" dur="1" fill="hold">
                                          <p:stCondLst>
                                            <p:cond delay="0"/>
                                          </p:stCondLst>
                                        </p:cTn>
                                        <p:tgtEl>
                                          <p:spTgt spid="21">
                                            <p:txEl>
                                              <p:pRg st="0" end="0"/>
                                            </p:txEl>
                                          </p:spTgt>
                                        </p:tgtEl>
                                        <p:attrNameLst>
                                          <p:attrName>style.visibility</p:attrName>
                                        </p:attrNameLst>
                                      </p:cBhvr>
                                      <p:to>
                                        <p:strVal val="visible"/>
                                      </p:to>
                                    </p:set>
                                    <p:animEffect transition="in" filter="fade">
                                      <p:cBhvr>
                                        <p:cTn id="77" dur="500"/>
                                        <p:tgtEl>
                                          <p:spTgt spid="21">
                                            <p:txEl>
                                              <p:pRg st="0" end="0"/>
                                            </p:txEl>
                                          </p:spTgt>
                                        </p:tgtEl>
                                      </p:cBhvr>
                                    </p:animEffect>
                                    <p:anim calcmode="lin" valueType="num">
                                      <p:cBhvr>
                                        <p:cTn id="78" dur="500" fill="hold"/>
                                        <p:tgtEl>
                                          <p:spTgt spid="21">
                                            <p:txEl>
                                              <p:pRg st="0" end="0"/>
                                            </p:txEl>
                                          </p:spTgt>
                                        </p:tgtEl>
                                        <p:attrNameLst>
                                          <p:attrName>ppt_x</p:attrName>
                                        </p:attrNameLst>
                                      </p:cBhvr>
                                      <p:tavLst>
                                        <p:tav tm="0">
                                          <p:val>
                                            <p:strVal val="#ppt_x"/>
                                          </p:val>
                                        </p:tav>
                                        <p:tav tm="100000">
                                          <p:val>
                                            <p:strVal val="#ppt_x"/>
                                          </p:val>
                                        </p:tav>
                                      </p:tavLst>
                                    </p:anim>
                                    <p:anim calcmode="lin" valueType="num">
                                      <p:cBhvr>
                                        <p:cTn id="79" dur="500" fill="hold"/>
                                        <p:tgtEl>
                                          <p:spTgt spid="21">
                                            <p:txEl>
                                              <p:pRg st="0" end="0"/>
                                            </p:txEl>
                                          </p:spTgt>
                                        </p:tgtEl>
                                        <p:attrNameLst>
                                          <p:attrName>ppt_y</p:attrName>
                                        </p:attrNameLst>
                                      </p:cBhvr>
                                      <p:tavLst>
                                        <p:tav tm="0">
                                          <p:val>
                                            <p:strVal val="#ppt_y+.1"/>
                                          </p:val>
                                        </p:tav>
                                        <p:tav tm="100000">
                                          <p:val>
                                            <p:strVal val="#ppt_y"/>
                                          </p:val>
                                        </p:tav>
                                      </p:tavLst>
                                    </p:anim>
                                  </p:childTnLst>
                                </p:cTn>
                              </p:par>
                            </p:childTnLst>
                          </p:cTn>
                        </p:par>
                        <p:par>
                          <p:cTn id="80" fill="hold">
                            <p:stCondLst>
                              <p:cond delay="7000"/>
                            </p:stCondLst>
                            <p:childTnLst>
                              <p:par>
                                <p:cTn id="81" presetID="10" presetClass="entr" presetSubtype="0" fill="hold" grpId="0" nodeType="afterEffect">
                                  <p:stCondLst>
                                    <p:cond delay="0"/>
                                  </p:stCondLst>
                                  <p:childTnLst>
                                    <p:set>
                                      <p:cBhvr>
                                        <p:cTn id="82" dur="1" fill="hold">
                                          <p:stCondLst>
                                            <p:cond delay="0"/>
                                          </p:stCondLst>
                                        </p:cTn>
                                        <p:tgtEl>
                                          <p:spTgt spid="26"/>
                                        </p:tgtEl>
                                        <p:attrNameLst>
                                          <p:attrName>style.visibility</p:attrName>
                                        </p:attrNameLst>
                                      </p:cBhvr>
                                      <p:to>
                                        <p:strVal val="visible"/>
                                      </p:to>
                                    </p:set>
                                    <p:animEffect transition="in" filter="fade">
                                      <p:cBhvr>
                                        <p:cTn id="83" dur="500"/>
                                        <p:tgtEl>
                                          <p:spTgt spid="26"/>
                                        </p:tgtEl>
                                      </p:cBhvr>
                                    </p:animEffect>
                                  </p:childTnLst>
                                </p:cTn>
                              </p:par>
                            </p:childTnLst>
                          </p:cTn>
                        </p:par>
                        <p:par>
                          <p:cTn id="84" fill="hold">
                            <p:stCondLst>
                              <p:cond delay="7500"/>
                            </p:stCondLst>
                            <p:childTnLst>
                              <p:par>
                                <p:cTn id="85" presetID="53" presetClass="entr" presetSubtype="16" fill="hold" grpId="0" nodeType="afterEffect">
                                  <p:stCondLst>
                                    <p:cond delay="0"/>
                                  </p:stCondLst>
                                  <p:childTnLst>
                                    <p:set>
                                      <p:cBhvr>
                                        <p:cTn id="86" dur="1" fill="hold">
                                          <p:stCondLst>
                                            <p:cond delay="0"/>
                                          </p:stCondLst>
                                        </p:cTn>
                                        <p:tgtEl>
                                          <p:spTgt spid="27"/>
                                        </p:tgtEl>
                                        <p:attrNameLst>
                                          <p:attrName>style.visibility</p:attrName>
                                        </p:attrNameLst>
                                      </p:cBhvr>
                                      <p:to>
                                        <p:strVal val="visible"/>
                                      </p:to>
                                    </p:set>
                                    <p:anim calcmode="lin" valueType="num">
                                      <p:cBhvr>
                                        <p:cTn id="87" dur="500" fill="hold"/>
                                        <p:tgtEl>
                                          <p:spTgt spid="27"/>
                                        </p:tgtEl>
                                        <p:attrNameLst>
                                          <p:attrName>ppt_w</p:attrName>
                                        </p:attrNameLst>
                                      </p:cBhvr>
                                      <p:tavLst>
                                        <p:tav tm="0">
                                          <p:val>
                                            <p:fltVal val="0"/>
                                          </p:val>
                                        </p:tav>
                                        <p:tav tm="100000">
                                          <p:val>
                                            <p:strVal val="#ppt_w"/>
                                          </p:val>
                                        </p:tav>
                                      </p:tavLst>
                                    </p:anim>
                                    <p:anim calcmode="lin" valueType="num">
                                      <p:cBhvr>
                                        <p:cTn id="88" dur="500" fill="hold"/>
                                        <p:tgtEl>
                                          <p:spTgt spid="27"/>
                                        </p:tgtEl>
                                        <p:attrNameLst>
                                          <p:attrName>ppt_h</p:attrName>
                                        </p:attrNameLst>
                                      </p:cBhvr>
                                      <p:tavLst>
                                        <p:tav tm="0">
                                          <p:val>
                                            <p:fltVal val="0"/>
                                          </p:val>
                                        </p:tav>
                                        <p:tav tm="100000">
                                          <p:val>
                                            <p:strVal val="#ppt_h"/>
                                          </p:val>
                                        </p:tav>
                                      </p:tavLst>
                                    </p:anim>
                                    <p:animEffect transition="in" filter="fade">
                                      <p:cBhvr>
                                        <p:cTn id="89" dur="500"/>
                                        <p:tgtEl>
                                          <p:spTgt spid="27"/>
                                        </p:tgtEl>
                                      </p:cBhvr>
                                    </p:animEffect>
                                  </p:childTnLst>
                                </p:cTn>
                              </p:par>
                            </p:childTnLst>
                          </p:cTn>
                        </p:par>
                        <p:par>
                          <p:cTn id="90" fill="hold">
                            <p:stCondLst>
                              <p:cond delay="8000"/>
                            </p:stCondLst>
                            <p:childTnLst>
                              <p:par>
                                <p:cTn id="91" presetID="53" presetClass="entr" presetSubtype="16" fill="hold" grpId="0" nodeType="afterEffect" nodePh="1">
                                  <p:stCondLst>
                                    <p:cond delay="0"/>
                                  </p:stCondLst>
                                  <p:endCondLst>
                                    <p:cond evt="begin" delay="0">
                                      <p:tn val="91"/>
                                    </p:cond>
                                  </p:endCondLst>
                                  <p:childTnLst>
                                    <p:set>
                                      <p:cBhvr>
                                        <p:cTn id="92" dur="1" fill="hold">
                                          <p:stCondLst>
                                            <p:cond delay="0"/>
                                          </p:stCondLst>
                                        </p:cTn>
                                        <p:tgtEl>
                                          <p:spTgt spid="22">
                                            <p:txEl>
                                              <p:pRg st="0" end="0"/>
                                            </p:txEl>
                                          </p:spTgt>
                                        </p:tgtEl>
                                        <p:attrNameLst>
                                          <p:attrName>style.visibility</p:attrName>
                                        </p:attrNameLst>
                                      </p:cBhvr>
                                      <p:to>
                                        <p:strVal val="visible"/>
                                      </p:to>
                                    </p:set>
                                    <p:anim calcmode="lin" valueType="num">
                                      <p:cBhvr>
                                        <p:cTn id="93" dur="500" fill="hold"/>
                                        <p:tgtEl>
                                          <p:spTgt spid="22">
                                            <p:txEl>
                                              <p:pRg st="0" end="0"/>
                                            </p:txEl>
                                          </p:spTgt>
                                        </p:tgtEl>
                                        <p:attrNameLst>
                                          <p:attrName>ppt_w</p:attrName>
                                        </p:attrNameLst>
                                      </p:cBhvr>
                                      <p:tavLst>
                                        <p:tav tm="0">
                                          <p:val>
                                            <p:fltVal val="0"/>
                                          </p:val>
                                        </p:tav>
                                        <p:tav tm="100000">
                                          <p:val>
                                            <p:strVal val="#ppt_w"/>
                                          </p:val>
                                        </p:tav>
                                      </p:tavLst>
                                    </p:anim>
                                    <p:anim calcmode="lin" valueType="num">
                                      <p:cBhvr>
                                        <p:cTn id="94" dur="500" fill="hold"/>
                                        <p:tgtEl>
                                          <p:spTgt spid="22">
                                            <p:txEl>
                                              <p:pRg st="0" end="0"/>
                                            </p:txEl>
                                          </p:spTgt>
                                        </p:tgtEl>
                                        <p:attrNameLst>
                                          <p:attrName>ppt_h</p:attrName>
                                        </p:attrNameLst>
                                      </p:cBhvr>
                                      <p:tavLst>
                                        <p:tav tm="0">
                                          <p:val>
                                            <p:fltVal val="0"/>
                                          </p:val>
                                        </p:tav>
                                        <p:tav tm="100000">
                                          <p:val>
                                            <p:strVal val="#ppt_h"/>
                                          </p:val>
                                        </p:tav>
                                      </p:tavLst>
                                    </p:anim>
                                    <p:animEffect transition="in" filter="fade">
                                      <p:cBhvr>
                                        <p:cTn id="95" dur="500"/>
                                        <p:tgtEl>
                                          <p:spTgt spid="22">
                                            <p:txEl>
                                              <p:pRg st="0" end="0"/>
                                            </p:txEl>
                                          </p:spTgt>
                                        </p:tgtEl>
                                      </p:cBhvr>
                                    </p:animEffect>
                                  </p:childTnLst>
                                </p:cTn>
                              </p:par>
                            </p:childTnLst>
                          </p:cTn>
                        </p:par>
                        <p:par>
                          <p:cTn id="96" fill="hold">
                            <p:stCondLst>
                              <p:cond delay="8500"/>
                            </p:stCondLst>
                            <p:childTnLst>
                              <p:par>
                                <p:cTn id="97" presetID="42" presetClass="entr" presetSubtype="0" fill="hold" grpId="0" nodeType="afterEffect" nodePh="1">
                                  <p:stCondLst>
                                    <p:cond delay="0"/>
                                  </p:stCondLst>
                                  <p:endCondLst>
                                    <p:cond evt="begin" delay="0">
                                      <p:tn val="97"/>
                                    </p:cond>
                                  </p:endCondLst>
                                  <p:childTnLst>
                                    <p:set>
                                      <p:cBhvr>
                                        <p:cTn id="98" dur="1" fill="hold">
                                          <p:stCondLst>
                                            <p:cond delay="0"/>
                                          </p:stCondLst>
                                        </p:cTn>
                                        <p:tgtEl>
                                          <p:spTgt spid="30">
                                            <p:txEl>
                                              <p:pRg st="0" end="0"/>
                                            </p:txEl>
                                          </p:spTgt>
                                        </p:tgtEl>
                                        <p:attrNameLst>
                                          <p:attrName>style.visibility</p:attrName>
                                        </p:attrNameLst>
                                      </p:cBhvr>
                                      <p:to>
                                        <p:strVal val="visible"/>
                                      </p:to>
                                    </p:set>
                                    <p:animEffect transition="in" filter="fade">
                                      <p:cBhvr>
                                        <p:cTn id="99" dur="500"/>
                                        <p:tgtEl>
                                          <p:spTgt spid="30">
                                            <p:txEl>
                                              <p:pRg st="0" end="0"/>
                                            </p:txEl>
                                          </p:spTgt>
                                        </p:tgtEl>
                                      </p:cBhvr>
                                    </p:animEffect>
                                    <p:anim calcmode="lin" valueType="num">
                                      <p:cBhvr>
                                        <p:cTn id="100" dur="500" fill="hold"/>
                                        <p:tgtEl>
                                          <p:spTgt spid="30">
                                            <p:txEl>
                                              <p:pRg st="0" end="0"/>
                                            </p:txEl>
                                          </p:spTgt>
                                        </p:tgtEl>
                                        <p:attrNameLst>
                                          <p:attrName>ppt_x</p:attrName>
                                        </p:attrNameLst>
                                      </p:cBhvr>
                                      <p:tavLst>
                                        <p:tav tm="0">
                                          <p:val>
                                            <p:strVal val="#ppt_x"/>
                                          </p:val>
                                        </p:tav>
                                        <p:tav tm="100000">
                                          <p:val>
                                            <p:strVal val="#ppt_x"/>
                                          </p:val>
                                        </p:tav>
                                      </p:tavLst>
                                    </p:anim>
                                    <p:anim calcmode="lin" valueType="num">
                                      <p:cBhvr>
                                        <p:cTn id="101" dur="500" fill="hold"/>
                                        <p:tgtEl>
                                          <p:spTgt spid="30">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23" grpId="0" animBg="1"/>
      <p:bldP spid="17" grpId="0" animBg="1"/>
      <p:bldP spid="24" grpId="0" animBg="1"/>
      <p:bldP spid="25" grpId="0" animBg="1"/>
      <p:bldP spid="26" grpId="0" animBg="1"/>
      <p:bldP spid="27" grpId="0" animBg="1"/>
      <p:bldP spid="28" grpId="0" animBg="1"/>
      <p:bldP spid="29" grpId="0" animBg="1"/>
      <p:bldP spid="15"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5"/>
                        </p:tgtEl>
                        <p:attrNameLst>
                          <p:attrName>style.visibility</p:attrName>
                        </p:attrNameLst>
                      </p:cBhvr>
                      <p:to>
                        <p:strVal val="visible"/>
                      </p:to>
                    </p:set>
                    <p:anim calcmode="lin" valueType="num">
                      <p:cBhvr>
                        <p:cTn dur="500" fill="hold"/>
                        <p:tgtEl>
                          <p:spTgt spid="15"/>
                        </p:tgtEl>
                        <p:attrNameLst>
                          <p:attrName>ppt_w</p:attrName>
                        </p:attrNameLst>
                      </p:cBhvr>
                      <p:tavLst>
                        <p:tav tm="0">
                          <p:val>
                            <p:fltVal val="0"/>
                          </p:val>
                        </p:tav>
                        <p:tav tm="100000">
                          <p:val>
                            <p:strVal val="#ppt_w"/>
                          </p:val>
                        </p:tav>
                      </p:tavLst>
                    </p:anim>
                    <p:anim calcmode="lin" valueType="num">
                      <p:cBhvr>
                        <p:cTn dur="500" fill="hold"/>
                        <p:tgtEl>
                          <p:spTgt spid="15"/>
                        </p:tgtEl>
                        <p:attrNameLst>
                          <p:attrName>ppt_h</p:attrName>
                        </p:attrNameLst>
                      </p:cBhvr>
                      <p:tavLst>
                        <p:tav tm="0">
                          <p:val>
                            <p:fltVal val="0"/>
                          </p:val>
                        </p:tav>
                        <p:tav tm="100000">
                          <p:val>
                            <p:strVal val="#ppt_h"/>
                          </p:val>
                        </p:tav>
                      </p:tavLst>
                    </p:anim>
                    <p:animEffect transition="in" filter="fade">
                      <p:cBhvr>
                        <p:cTn dur="500"/>
                        <p:tgtEl>
                          <p:spTgt spid="15"/>
                        </p:tgtEl>
                      </p:cBhvr>
                    </p:animEffect>
                  </p:childTnLst>
                </p:cTn>
              </p:par>
            </p:tnLst>
          </p:tmpl>
        </p:tmplLst>
      </p:bldP>
      <p:bldP spid="16"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6"/>
                        </p:tgtEl>
                        <p:attrNameLst>
                          <p:attrName>style.visibility</p:attrName>
                        </p:attrNameLst>
                      </p:cBhvr>
                      <p:to>
                        <p:strVal val="visible"/>
                      </p:to>
                    </p:set>
                    <p:animEffect transition="in" filter="fade">
                      <p:cBhvr>
                        <p:cTn dur="500"/>
                        <p:tgtEl>
                          <p:spTgt spid="16"/>
                        </p:tgtEl>
                      </p:cBhvr>
                    </p:animEffect>
                    <p:anim calcmode="lin" valueType="num">
                      <p:cBhvr>
                        <p:cTn dur="500" fill="hold"/>
                        <p:tgtEl>
                          <p:spTgt spid="16"/>
                        </p:tgtEl>
                        <p:attrNameLst>
                          <p:attrName>ppt_x</p:attrName>
                        </p:attrNameLst>
                      </p:cBhvr>
                      <p:tavLst>
                        <p:tav tm="0">
                          <p:val>
                            <p:strVal val="#ppt_x"/>
                          </p:val>
                        </p:tav>
                        <p:tav tm="100000">
                          <p:val>
                            <p:strVal val="#ppt_x"/>
                          </p:val>
                        </p:tav>
                      </p:tavLst>
                    </p:anim>
                    <p:anim calcmode="lin" valueType="num">
                      <p:cBhvr>
                        <p:cTn dur="500" fill="hold"/>
                        <p:tgtEl>
                          <p:spTgt spid="16"/>
                        </p:tgtEl>
                        <p:attrNameLst>
                          <p:attrName>ppt_y</p:attrName>
                        </p:attrNameLst>
                      </p:cBhvr>
                      <p:tavLst>
                        <p:tav tm="0">
                          <p:val>
                            <p:strVal val="#ppt_y+.1"/>
                          </p:val>
                        </p:tav>
                        <p:tav tm="100000">
                          <p:val>
                            <p:strVal val="#ppt_y"/>
                          </p:val>
                        </p:tav>
                      </p:tavLst>
                    </p:anim>
                  </p:childTnLst>
                </p:cTn>
              </p:par>
            </p:tnLst>
          </p:tmpl>
        </p:tmplLst>
      </p:bldP>
      <p:bldP spid="18"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8"/>
                        </p:tgtEl>
                        <p:attrNameLst>
                          <p:attrName>style.visibility</p:attrName>
                        </p:attrNameLst>
                      </p:cBhvr>
                      <p:to>
                        <p:strVal val="visible"/>
                      </p:to>
                    </p:set>
                    <p:anim calcmode="lin" valueType="num">
                      <p:cBhvr>
                        <p:cTn dur="500" fill="hold"/>
                        <p:tgtEl>
                          <p:spTgt spid="18"/>
                        </p:tgtEl>
                        <p:attrNameLst>
                          <p:attrName>ppt_w</p:attrName>
                        </p:attrNameLst>
                      </p:cBhvr>
                      <p:tavLst>
                        <p:tav tm="0">
                          <p:val>
                            <p:fltVal val="0"/>
                          </p:val>
                        </p:tav>
                        <p:tav tm="100000">
                          <p:val>
                            <p:strVal val="#ppt_w"/>
                          </p:val>
                        </p:tav>
                      </p:tavLst>
                    </p:anim>
                    <p:anim calcmode="lin" valueType="num">
                      <p:cBhvr>
                        <p:cTn dur="500" fill="hold"/>
                        <p:tgtEl>
                          <p:spTgt spid="18"/>
                        </p:tgtEl>
                        <p:attrNameLst>
                          <p:attrName>ppt_h</p:attrName>
                        </p:attrNameLst>
                      </p:cBhvr>
                      <p:tavLst>
                        <p:tav tm="0">
                          <p:val>
                            <p:fltVal val="0"/>
                          </p:val>
                        </p:tav>
                        <p:tav tm="100000">
                          <p:val>
                            <p:strVal val="#ppt_h"/>
                          </p:val>
                        </p:tav>
                      </p:tavLst>
                    </p:anim>
                    <p:animEffect transition="in" filter="fade">
                      <p:cBhvr>
                        <p:cTn dur="500"/>
                        <p:tgtEl>
                          <p:spTgt spid="18"/>
                        </p:tgtEl>
                      </p:cBhvr>
                    </p:animEffect>
                  </p:childTnLst>
                </p:cTn>
              </p:par>
            </p:tnLst>
          </p:tmpl>
        </p:tmplLst>
      </p:bldP>
      <p:bldP spid="19"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9"/>
                        </p:tgtEl>
                        <p:attrNameLst>
                          <p:attrName>style.visibility</p:attrName>
                        </p:attrNameLst>
                      </p:cBhvr>
                      <p:to>
                        <p:strVal val="visible"/>
                      </p:to>
                    </p:set>
                    <p:animEffect transition="in" filter="fade">
                      <p:cBhvr>
                        <p:cTn dur="500"/>
                        <p:tgtEl>
                          <p:spTgt spid="19"/>
                        </p:tgtEl>
                      </p:cBhvr>
                    </p:animEffect>
                    <p:anim calcmode="lin" valueType="num">
                      <p:cBhvr>
                        <p:cTn dur="500" fill="hold"/>
                        <p:tgtEl>
                          <p:spTgt spid="19"/>
                        </p:tgtEl>
                        <p:attrNameLst>
                          <p:attrName>ppt_x</p:attrName>
                        </p:attrNameLst>
                      </p:cBhvr>
                      <p:tavLst>
                        <p:tav tm="0">
                          <p:val>
                            <p:strVal val="#ppt_x"/>
                          </p:val>
                        </p:tav>
                        <p:tav tm="100000">
                          <p:val>
                            <p:strVal val="#ppt_x"/>
                          </p:val>
                        </p:tav>
                      </p:tavLst>
                    </p:anim>
                    <p:anim calcmode="lin" valueType="num">
                      <p:cBhvr>
                        <p:cTn dur="500" fill="hold"/>
                        <p:tgtEl>
                          <p:spTgt spid="19"/>
                        </p:tgtEl>
                        <p:attrNameLst>
                          <p:attrName>ppt_y</p:attrName>
                        </p:attrNameLst>
                      </p:cBhvr>
                      <p:tavLst>
                        <p:tav tm="0">
                          <p:val>
                            <p:strVal val="#ppt_y+.1"/>
                          </p:val>
                        </p:tav>
                        <p:tav tm="100000">
                          <p:val>
                            <p:strVal val="#ppt_y"/>
                          </p:val>
                        </p:tav>
                      </p:tavLst>
                    </p:anim>
                  </p:childTnLst>
                </p:cTn>
              </p:par>
            </p:tnLst>
          </p:tmpl>
        </p:tmplLst>
      </p:bldP>
      <p:bldP spid="20"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0"/>
                        </p:tgtEl>
                        <p:attrNameLst>
                          <p:attrName>style.visibility</p:attrName>
                        </p:attrNameLst>
                      </p:cBhvr>
                      <p:to>
                        <p:strVal val="visible"/>
                      </p:to>
                    </p:set>
                    <p:anim calcmode="lin" valueType="num">
                      <p:cBhvr>
                        <p:cTn dur="500" fill="hold"/>
                        <p:tgtEl>
                          <p:spTgt spid="20"/>
                        </p:tgtEl>
                        <p:attrNameLst>
                          <p:attrName>ppt_w</p:attrName>
                        </p:attrNameLst>
                      </p:cBhvr>
                      <p:tavLst>
                        <p:tav tm="0">
                          <p:val>
                            <p:fltVal val="0"/>
                          </p:val>
                        </p:tav>
                        <p:tav tm="100000">
                          <p:val>
                            <p:strVal val="#ppt_w"/>
                          </p:val>
                        </p:tav>
                      </p:tavLst>
                    </p:anim>
                    <p:anim calcmode="lin" valueType="num">
                      <p:cBhvr>
                        <p:cTn dur="500" fill="hold"/>
                        <p:tgtEl>
                          <p:spTgt spid="20"/>
                        </p:tgtEl>
                        <p:attrNameLst>
                          <p:attrName>ppt_h</p:attrName>
                        </p:attrNameLst>
                      </p:cBhvr>
                      <p:tavLst>
                        <p:tav tm="0">
                          <p:val>
                            <p:fltVal val="0"/>
                          </p:val>
                        </p:tav>
                        <p:tav tm="100000">
                          <p:val>
                            <p:strVal val="#ppt_h"/>
                          </p:val>
                        </p:tav>
                      </p:tavLst>
                    </p:anim>
                    <p:animEffect transition="in" filter="fade">
                      <p:cBhvr>
                        <p:cTn dur="500"/>
                        <p:tgtEl>
                          <p:spTgt spid="20"/>
                        </p:tgtEl>
                      </p:cBhvr>
                    </p:animEffect>
                  </p:childTnLst>
                </p:cTn>
              </p:par>
            </p:tnLst>
          </p:tmpl>
        </p:tmplLst>
      </p:bldP>
      <p:bldP spid="21"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1"/>
                        </p:tgtEl>
                        <p:attrNameLst>
                          <p:attrName>style.visibility</p:attrName>
                        </p:attrNameLst>
                      </p:cBhvr>
                      <p:to>
                        <p:strVal val="visible"/>
                      </p:to>
                    </p:set>
                    <p:animEffect transition="in" filter="fade">
                      <p:cBhvr>
                        <p:cTn dur="500"/>
                        <p:tgtEl>
                          <p:spTgt spid="21"/>
                        </p:tgtEl>
                      </p:cBhvr>
                    </p:animEffect>
                    <p:anim calcmode="lin" valueType="num">
                      <p:cBhvr>
                        <p:cTn dur="500" fill="hold"/>
                        <p:tgtEl>
                          <p:spTgt spid="21"/>
                        </p:tgtEl>
                        <p:attrNameLst>
                          <p:attrName>ppt_x</p:attrName>
                        </p:attrNameLst>
                      </p:cBhvr>
                      <p:tavLst>
                        <p:tav tm="0">
                          <p:val>
                            <p:strVal val="#ppt_x"/>
                          </p:val>
                        </p:tav>
                        <p:tav tm="100000">
                          <p:val>
                            <p:strVal val="#ppt_x"/>
                          </p:val>
                        </p:tav>
                      </p:tavLst>
                    </p:anim>
                    <p:anim calcmode="lin" valueType="num">
                      <p:cBhvr>
                        <p:cTn dur="500" fill="hold"/>
                        <p:tgtEl>
                          <p:spTgt spid="21"/>
                        </p:tgtEl>
                        <p:attrNameLst>
                          <p:attrName>ppt_y</p:attrName>
                        </p:attrNameLst>
                      </p:cBhvr>
                      <p:tavLst>
                        <p:tav tm="0">
                          <p:val>
                            <p:strVal val="#ppt_y+.1"/>
                          </p:val>
                        </p:tav>
                        <p:tav tm="100000">
                          <p:val>
                            <p:strVal val="#ppt_y"/>
                          </p:val>
                        </p:tav>
                      </p:tavLst>
                    </p:anim>
                  </p:childTnLst>
                </p:cTn>
              </p:par>
            </p:tnLst>
          </p:tmpl>
        </p:tmplLst>
      </p:bldP>
      <p:bldP spid="22"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2"/>
                        </p:tgtEl>
                        <p:attrNameLst>
                          <p:attrName>style.visibility</p:attrName>
                        </p:attrNameLst>
                      </p:cBhvr>
                      <p:to>
                        <p:strVal val="visible"/>
                      </p:to>
                    </p:set>
                    <p:anim calcmode="lin" valueType="num">
                      <p:cBhvr>
                        <p:cTn dur="500" fill="hold"/>
                        <p:tgtEl>
                          <p:spTgt spid="22"/>
                        </p:tgtEl>
                        <p:attrNameLst>
                          <p:attrName>ppt_w</p:attrName>
                        </p:attrNameLst>
                      </p:cBhvr>
                      <p:tavLst>
                        <p:tav tm="0">
                          <p:val>
                            <p:fltVal val="0"/>
                          </p:val>
                        </p:tav>
                        <p:tav tm="100000">
                          <p:val>
                            <p:strVal val="#ppt_w"/>
                          </p:val>
                        </p:tav>
                      </p:tavLst>
                    </p:anim>
                    <p:anim calcmode="lin" valueType="num">
                      <p:cBhvr>
                        <p:cTn dur="500" fill="hold"/>
                        <p:tgtEl>
                          <p:spTgt spid="22"/>
                        </p:tgtEl>
                        <p:attrNameLst>
                          <p:attrName>ppt_h</p:attrName>
                        </p:attrNameLst>
                      </p:cBhvr>
                      <p:tavLst>
                        <p:tav tm="0">
                          <p:val>
                            <p:fltVal val="0"/>
                          </p:val>
                        </p:tav>
                        <p:tav tm="100000">
                          <p:val>
                            <p:strVal val="#ppt_h"/>
                          </p:val>
                        </p:tav>
                      </p:tavLst>
                    </p:anim>
                    <p:animEffect transition="in" filter="fade">
                      <p:cBhvr>
                        <p:cTn dur="500"/>
                        <p:tgtEl>
                          <p:spTgt spid="22"/>
                        </p:tgtEl>
                      </p:cBhvr>
                    </p:animEffect>
                  </p:childTnLst>
                </p:cTn>
              </p:par>
            </p:tnLst>
          </p:tmpl>
        </p:tmplLst>
      </p:bldP>
      <p:bldP spid="30"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30"/>
                        </p:tgtEl>
                        <p:attrNameLst>
                          <p:attrName>style.visibility</p:attrName>
                        </p:attrNameLst>
                      </p:cBhvr>
                      <p:to>
                        <p:strVal val="visible"/>
                      </p:to>
                    </p:set>
                    <p:animEffect transition="in" filter="fade">
                      <p:cBhvr>
                        <p:cTn dur="500"/>
                        <p:tgtEl>
                          <p:spTgt spid="30"/>
                        </p:tgtEl>
                      </p:cBhvr>
                    </p:animEffect>
                    <p:anim calcmode="lin" valueType="num">
                      <p:cBhvr>
                        <p:cTn dur="500" fill="hold"/>
                        <p:tgtEl>
                          <p:spTgt spid="30"/>
                        </p:tgtEl>
                        <p:attrNameLst>
                          <p:attrName>ppt_x</p:attrName>
                        </p:attrNameLst>
                      </p:cBhvr>
                      <p:tavLst>
                        <p:tav tm="0">
                          <p:val>
                            <p:strVal val="#ppt_x"/>
                          </p:val>
                        </p:tav>
                        <p:tav tm="100000">
                          <p:val>
                            <p:strVal val="#ppt_x"/>
                          </p:val>
                        </p:tav>
                      </p:tavLst>
                    </p:anim>
                    <p:anim calcmode="lin" valueType="num">
                      <p:cBhvr>
                        <p:cTn dur="500" fill="hold"/>
                        <p:tgtEl>
                          <p:spTgt spid="30"/>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563.xml><?xml version="1.0" encoding="utf-8"?>
<p:sldLayout xmlns:a="http://schemas.openxmlformats.org/drawingml/2006/main" xmlns:r="http://schemas.openxmlformats.org/officeDocument/2006/relationships" xmlns:p="http://schemas.openxmlformats.org/presentationml/2006/main" preserve="1" userDrawn="1">
  <p:cSld name="12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31" name="Picture Placeholder 30"/>
          <p:cNvSpPr>
            <a:spLocks noGrp="1"/>
          </p:cNvSpPr>
          <p:nvPr>
            <p:ph type="pic" sz="quarter" idx="33" hasCustomPrompt="1"/>
          </p:nvPr>
        </p:nvSpPr>
        <p:spPr>
          <a:xfrm>
            <a:off x="308985" y="1987212"/>
            <a:ext cx="3773920" cy="2183006"/>
          </a:xfrm>
          <a:solidFill>
            <a:schemeClr val="bg1">
              <a:lumMod val="85000"/>
            </a:schemeClr>
          </a:solidFill>
        </p:spPr>
        <p:txBody>
          <a:bodyPr/>
          <a:lstStyle>
            <a:lvl1pPr>
              <a:defRPr/>
            </a:lvl1pPr>
          </a:lstStyle>
          <a:p>
            <a:r>
              <a:rPr lang="id-ID" dirty="0" smtClean="0"/>
              <a:t>Pic here</a:t>
            </a:r>
            <a:endParaRPr lang="en-AU" dirty="0"/>
          </a:p>
        </p:txBody>
      </p:sp>
      <p:sp>
        <p:nvSpPr>
          <p:cNvPr id="25" name="Picture Placeholder 30"/>
          <p:cNvSpPr>
            <a:spLocks noGrp="1"/>
          </p:cNvSpPr>
          <p:nvPr>
            <p:ph type="pic" sz="quarter" idx="34" hasCustomPrompt="1"/>
          </p:nvPr>
        </p:nvSpPr>
        <p:spPr>
          <a:xfrm>
            <a:off x="308985" y="4300488"/>
            <a:ext cx="3773920" cy="2183006"/>
          </a:xfrm>
          <a:solidFill>
            <a:schemeClr val="bg1">
              <a:lumMod val="85000"/>
            </a:schemeClr>
          </a:solidFill>
        </p:spPr>
        <p:txBody>
          <a:bodyPr/>
          <a:lstStyle>
            <a:lvl1pPr>
              <a:defRPr/>
            </a:lvl1pPr>
          </a:lstStyle>
          <a:p>
            <a:r>
              <a:rPr lang="id-ID" dirty="0" smtClean="0"/>
              <a:t>Pic here</a:t>
            </a:r>
            <a:endParaRPr lang="en-AU" dirty="0"/>
          </a:p>
        </p:txBody>
      </p:sp>
      <p:sp>
        <p:nvSpPr>
          <p:cNvPr id="42" name="Picture Placeholder 30"/>
          <p:cNvSpPr>
            <a:spLocks noGrp="1"/>
          </p:cNvSpPr>
          <p:nvPr>
            <p:ph type="pic" sz="quarter" idx="35" hasCustomPrompt="1"/>
          </p:nvPr>
        </p:nvSpPr>
        <p:spPr>
          <a:xfrm>
            <a:off x="4209040" y="1987212"/>
            <a:ext cx="3773920" cy="2183006"/>
          </a:xfrm>
          <a:solidFill>
            <a:schemeClr val="bg1">
              <a:lumMod val="85000"/>
            </a:schemeClr>
          </a:solidFill>
        </p:spPr>
        <p:txBody>
          <a:bodyPr/>
          <a:lstStyle>
            <a:lvl1pPr>
              <a:defRPr/>
            </a:lvl1pPr>
          </a:lstStyle>
          <a:p>
            <a:r>
              <a:rPr lang="id-ID" dirty="0" smtClean="0"/>
              <a:t>Pic here</a:t>
            </a:r>
            <a:endParaRPr lang="en-AU" dirty="0"/>
          </a:p>
        </p:txBody>
      </p:sp>
      <p:sp>
        <p:nvSpPr>
          <p:cNvPr id="43" name="Picture Placeholder 30"/>
          <p:cNvSpPr>
            <a:spLocks noGrp="1"/>
          </p:cNvSpPr>
          <p:nvPr>
            <p:ph type="pic" sz="quarter" idx="36" hasCustomPrompt="1"/>
          </p:nvPr>
        </p:nvSpPr>
        <p:spPr>
          <a:xfrm>
            <a:off x="4209040" y="4300488"/>
            <a:ext cx="3773920" cy="2183006"/>
          </a:xfrm>
          <a:solidFill>
            <a:schemeClr val="bg1">
              <a:lumMod val="85000"/>
            </a:schemeClr>
          </a:solidFill>
        </p:spPr>
        <p:txBody>
          <a:bodyPr/>
          <a:lstStyle>
            <a:lvl1pPr>
              <a:defRPr/>
            </a:lvl1pPr>
          </a:lstStyle>
          <a:p>
            <a:r>
              <a:rPr lang="id-ID" dirty="0" smtClean="0"/>
              <a:t>Pic here</a:t>
            </a:r>
            <a:endParaRPr lang="en-AU" dirty="0"/>
          </a:p>
        </p:txBody>
      </p:sp>
      <p:sp>
        <p:nvSpPr>
          <p:cNvPr id="44" name="Picture Placeholder 30"/>
          <p:cNvSpPr>
            <a:spLocks noGrp="1"/>
          </p:cNvSpPr>
          <p:nvPr>
            <p:ph type="pic" sz="quarter" idx="37" hasCustomPrompt="1"/>
          </p:nvPr>
        </p:nvSpPr>
        <p:spPr>
          <a:xfrm>
            <a:off x="8109095" y="1987212"/>
            <a:ext cx="3773920" cy="2183006"/>
          </a:xfrm>
          <a:solidFill>
            <a:schemeClr val="bg1">
              <a:lumMod val="85000"/>
            </a:schemeClr>
          </a:solidFill>
        </p:spPr>
        <p:txBody>
          <a:bodyPr/>
          <a:lstStyle>
            <a:lvl1pPr>
              <a:defRPr/>
            </a:lvl1pPr>
          </a:lstStyle>
          <a:p>
            <a:r>
              <a:rPr lang="id-ID" dirty="0" smtClean="0"/>
              <a:t>Pic here</a:t>
            </a:r>
            <a:endParaRPr lang="en-AU" dirty="0"/>
          </a:p>
        </p:txBody>
      </p:sp>
      <p:sp>
        <p:nvSpPr>
          <p:cNvPr id="45" name="Picture Placeholder 30"/>
          <p:cNvSpPr>
            <a:spLocks noGrp="1"/>
          </p:cNvSpPr>
          <p:nvPr>
            <p:ph type="pic" sz="quarter" idx="38" hasCustomPrompt="1"/>
          </p:nvPr>
        </p:nvSpPr>
        <p:spPr>
          <a:xfrm>
            <a:off x="8109095" y="4300488"/>
            <a:ext cx="3773920" cy="2183006"/>
          </a:xfrm>
          <a:solidFill>
            <a:schemeClr val="bg1">
              <a:lumMod val="85000"/>
            </a:schemeClr>
          </a:solidFill>
        </p:spPr>
        <p:txBody>
          <a:bodyPr/>
          <a:lstStyle>
            <a:lvl1pPr>
              <a:defRPr/>
            </a:lvl1pPr>
          </a:lstStyle>
          <a:p>
            <a:r>
              <a:rPr lang="id-ID" dirty="0" smtClean="0"/>
              <a:t>Pic here</a:t>
            </a:r>
            <a:endParaRPr lang="en-AU" dirty="0"/>
          </a:p>
        </p:txBody>
      </p:sp>
    </p:spTree>
    <p:extLst>
      <p:ext uri="{BB962C8B-B14F-4D97-AF65-F5344CB8AC3E}">
        <p14:creationId xmlns:p14="http://schemas.microsoft.com/office/powerpoint/2010/main" val="15483151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42" presetClass="entr" presetSubtype="0" fill="hold" grpId="0" nodeType="afterEffect">
                                  <p:stCondLst>
                                    <p:cond delay="0"/>
                                  </p:stCondLst>
                                  <p:childTnLst>
                                    <p:set>
                                      <p:cBhvr>
                                        <p:cTn id="20" dur="1" fill="hold">
                                          <p:stCondLst>
                                            <p:cond delay="0"/>
                                          </p:stCondLst>
                                        </p:cTn>
                                        <p:tgtEl>
                                          <p:spTgt spid="31"/>
                                        </p:tgtEl>
                                        <p:attrNameLst>
                                          <p:attrName>style.visibility</p:attrName>
                                        </p:attrNameLst>
                                      </p:cBhvr>
                                      <p:to>
                                        <p:strVal val="visible"/>
                                      </p:to>
                                    </p:set>
                                    <p:animEffect transition="in" filter="fade">
                                      <p:cBhvr>
                                        <p:cTn id="21" dur="500"/>
                                        <p:tgtEl>
                                          <p:spTgt spid="31"/>
                                        </p:tgtEl>
                                      </p:cBhvr>
                                    </p:animEffect>
                                    <p:anim calcmode="lin" valueType="num">
                                      <p:cBhvr>
                                        <p:cTn id="22" dur="500" fill="hold"/>
                                        <p:tgtEl>
                                          <p:spTgt spid="31"/>
                                        </p:tgtEl>
                                        <p:attrNameLst>
                                          <p:attrName>ppt_x</p:attrName>
                                        </p:attrNameLst>
                                      </p:cBhvr>
                                      <p:tavLst>
                                        <p:tav tm="0">
                                          <p:val>
                                            <p:strVal val="#ppt_x"/>
                                          </p:val>
                                        </p:tav>
                                        <p:tav tm="100000">
                                          <p:val>
                                            <p:strVal val="#ppt_x"/>
                                          </p:val>
                                        </p:tav>
                                      </p:tavLst>
                                    </p:anim>
                                    <p:anim calcmode="lin" valueType="num">
                                      <p:cBhvr>
                                        <p:cTn id="23" dur="500" fill="hold"/>
                                        <p:tgtEl>
                                          <p:spTgt spid="31"/>
                                        </p:tgtEl>
                                        <p:attrNameLst>
                                          <p:attrName>ppt_y</p:attrName>
                                        </p:attrNameLst>
                                      </p:cBhvr>
                                      <p:tavLst>
                                        <p:tav tm="0">
                                          <p:val>
                                            <p:strVal val="#ppt_y+.1"/>
                                          </p:val>
                                        </p:tav>
                                        <p:tav tm="100000">
                                          <p:val>
                                            <p:strVal val="#ppt_y"/>
                                          </p:val>
                                        </p:tav>
                                      </p:tavLst>
                                    </p:anim>
                                  </p:childTnLst>
                                </p:cTn>
                              </p:par>
                            </p:childTnLst>
                          </p:cTn>
                        </p:par>
                        <p:par>
                          <p:cTn id="24" fill="hold">
                            <p:stCondLst>
                              <p:cond delay="2000"/>
                            </p:stCondLst>
                            <p:childTnLst>
                              <p:par>
                                <p:cTn id="25" presetID="42" presetClass="entr" presetSubtype="0" fill="hold" grpId="0" nodeType="afterEffect">
                                  <p:stCondLst>
                                    <p:cond delay="0"/>
                                  </p:stCondLst>
                                  <p:childTnLst>
                                    <p:set>
                                      <p:cBhvr>
                                        <p:cTn id="26" dur="1" fill="hold">
                                          <p:stCondLst>
                                            <p:cond delay="0"/>
                                          </p:stCondLst>
                                        </p:cTn>
                                        <p:tgtEl>
                                          <p:spTgt spid="25"/>
                                        </p:tgtEl>
                                        <p:attrNameLst>
                                          <p:attrName>style.visibility</p:attrName>
                                        </p:attrNameLst>
                                      </p:cBhvr>
                                      <p:to>
                                        <p:strVal val="visible"/>
                                      </p:to>
                                    </p:set>
                                    <p:animEffect transition="in" filter="fade">
                                      <p:cBhvr>
                                        <p:cTn id="27" dur="500"/>
                                        <p:tgtEl>
                                          <p:spTgt spid="25"/>
                                        </p:tgtEl>
                                      </p:cBhvr>
                                    </p:animEffect>
                                    <p:anim calcmode="lin" valueType="num">
                                      <p:cBhvr>
                                        <p:cTn id="28" dur="500" fill="hold"/>
                                        <p:tgtEl>
                                          <p:spTgt spid="25"/>
                                        </p:tgtEl>
                                        <p:attrNameLst>
                                          <p:attrName>ppt_x</p:attrName>
                                        </p:attrNameLst>
                                      </p:cBhvr>
                                      <p:tavLst>
                                        <p:tav tm="0">
                                          <p:val>
                                            <p:strVal val="#ppt_x"/>
                                          </p:val>
                                        </p:tav>
                                        <p:tav tm="100000">
                                          <p:val>
                                            <p:strVal val="#ppt_x"/>
                                          </p:val>
                                        </p:tav>
                                      </p:tavLst>
                                    </p:anim>
                                    <p:anim calcmode="lin" valueType="num">
                                      <p:cBhvr>
                                        <p:cTn id="29" dur="500" fill="hold"/>
                                        <p:tgtEl>
                                          <p:spTgt spid="25"/>
                                        </p:tgtEl>
                                        <p:attrNameLst>
                                          <p:attrName>ppt_y</p:attrName>
                                        </p:attrNameLst>
                                      </p:cBhvr>
                                      <p:tavLst>
                                        <p:tav tm="0">
                                          <p:val>
                                            <p:strVal val="#ppt_y+.1"/>
                                          </p:val>
                                        </p:tav>
                                        <p:tav tm="100000">
                                          <p:val>
                                            <p:strVal val="#ppt_y"/>
                                          </p:val>
                                        </p:tav>
                                      </p:tavLst>
                                    </p:anim>
                                  </p:childTnLst>
                                </p:cTn>
                              </p:par>
                            </p:childTnLst>
                          </p:cTn>
                        </p:par>
                        <p:par>
                          <p:cTn id="30" fill="hold">
                            <p:stCondLst>
                              <p:cond delay="2500"/>
                            </p:stCondLst>
                            <p:childTnLst>
                              <p:par>
                                <p:cTn id="31" presetID="42" presetClass="entr" presetSubtype="0" fill="hold" grpId="0" nodeType="afterEffect">
                                  <p:stCondLst>
                                    <p:cond delay="0"/>
                                  </p:stCondLst>
                                  <p:childTnLst>
                                    <p:set>
                                      <p:cBhvr>
                                        <p:cTn id="32" dur="1" fill="hold">
                                          <p:stCondLst>
                                            <p:cond delay="0"/>
                                          </p:stCondLst>
                                        </p:cTn>
                                        <p:tgtEl>
                                          <p:spTgt spid="42"/>
                                        </p:tgtEl>
                                        <p:attrNameLst>
                                          <p:attrName>style.visibility</p:attrName>
                                        </p:attrNameLst>
                                      </p:cBhvr>
                                      <p:to>
                                        <p:strVal val="visible"/>
                                      </p:to>
                                    </p:set>
                                    <p:animEffect transition="in" filter="fade">
                                      <p:cBhvr>
                                        <p:cTn id="33" dur="500"/>
                                        <p:tgtEl>
                                          <p:spTgt spid="42"/>
                                        </p:tgtEl>
                                      </p:cBhvr>
                                    </p:animEffect>
                                    <p:anim calcmode="lin" valueType="num">
                                      <p:cBhvr>
                                        <p:cTn id="34" dur="500" fill="hold"/>
                                        <p:tgtEl>
                                          <p:spTgt spid="42"/>
                                        </p:tgtEl>
                                        <p:attrNameLst>
                                          <p:attrName>ppt_x</p:attrName>
                                        </p:attrNameLst>
                                      </p:cBhvr>
                                      <p:tavLst>
                                        <p:tav tm="0">
                                          <p:val>
                                            <p:strVal val="#ppt_x"/>
                                          </p:val>
                                        </p:tav>
                                        <p:tav tm="100000">
                                          <p:val>
                                            <p:strVal val="#ppt_x"/>
                                          </p:val>
                                        </p:tav>
                                      </p:tavLst>
                                    </p:anim>
                                    <p:anim calcmode="lin" valueType="num">
                                      <p:cBhvr>
                                        <p:cTn id="35" dur="500" fill="hold"/>
                                        <p:tgtEl>
                                          <p:spTgt spid="42"/>
                                        </p:tgtEl>
                                        <p:attrNameLst>
                                          <p:attrName>ppt_y</p:attrName>
                                        </p:attrNameLst>
                                      </p:cBhvr>
                                      <p:tavLst>
                                        <p:tav tm="0">
                                          <p:val>
                                            <p:strVal val="#ppt_y+.1"/>
                                          </p:val>
                                        </p:tav>
                                        <p:tav tm="100000">
                                          <p:val>
                                            <p:strVal val="#ppt_y"/>
                                          </p:val>
                                        </p:tav>
                                      </p:tavLst>
                                    </p:anim>
                                  </p:childTnLst>
                                </p:cTn>
                              </p:par>
                            </p:childTnLst>
                          </p:cTn>
                        </p:par>
                        <p:par>
                          <p:cTn id="36" fill="hold">
                            <p:stCondLst>
                              <p:cond delay="3000"/>
                            </p:stCondLst>
                            <p:childTnLst>
                              <p:par>
                                <p:cTn id="37" presetID="42" presetClass="entr" presetSubtype="0" fill="hold" grpId="0" nodeType="afterEffect">
                                  <p:stCondLst>
                                    <p:cond delay="0"/>
                                  </p:stCondLst>
                                  <p:childTnLst>
                                    <p:set>
                                      <p:cBhvr>
                                        <p:cTn id="38" dur="1" fill="hold">
                                          <p:stCondLst>
                                            <p:cond delay="0"/>
                                          </p:stCondLst>
                                        </p:cTn>
                                        <p:tgtEl>
                                          <p:spTgt spid="43"/>
                                        </p:tgtEl>
                                        <p:attrNameLst>
                                          <p:attrName>style.visibility</p:attrName>
                                        </p:attrNameLst>
                                      </p:cBhvr>
                                      <p:to>
                                        <p:strVal val="visible"/>
                                      </p:to>
                                    </p:set>
                                    <p:animEffect transition="in" filter="fade">
                                      <p:cBhvr>
                                        <p:cTn id="39" dur="500"/>
                                        <p:tgtEl>
                                          <p:spTgt spid="43"/>
                                        </p:tgtEl>
                                      </p:cBhvr>
                                    </p:animEffect>
                                    <p:anim calcmode="lin" valueType="num">
                                      <p:cBhvr>
                                        <p:cTn id="40" dur="500" fill="hold"/>
                                        <p:tgtEl>
                                          <p:spTgt spid="43"/>
                                        </p:tgtEl>
                                        <p:attrNameLst>
                                          <p:attrName>ppt_x</p:attrName>
                                        </p:attrNameLst>
                                      </p:cBhvr>
                                      <p:tavLst>
                                        <p:tav tm="0">
                                          <p:val>
                                            <p:strVal val="#ppt_x"/>
                                          </p:val>
                                        </p:tav>
                                        <p:tav tm="100000">
                                          <p:val>
                                            <p:strVal val="#ppt_x"/>
                                          </p:val>
                                        </p:tav>
                                      </p:tavLst>
                                    </p:anim>
                                    <p:anim calcmode="lin" valueType="num">
                                      <p:cBhvr>
                                        <p:cTn id="41" dur="500" fill="hold"/>
                                        <p:tgtEl>
                                          <p:spTgt spid="43"/>
                                        </p:tgtEl>
                                        <p:attrNameLst>
                                          <p:attrName>ppt_y</p:attrName>
                                        </p:attrNameLst>
                                      </p:cBhvr>
                                      <p:tavLst>
                                        <p:tav tm="0">
                                          <p:val>
                                            <p:strVal val="#ppt_y+.1"/>
                                          </p:val>
                                        </p:tav>
                                        <p:tav tm="100000">
                                          <p:val>
                                            <p:strVal val="#ppt_y"/>
                                          </p:val>
                                        </p:tav>
                                      </p:tavLst>
                                    </p:anim>
                                  </p:childTnLst>
                                </p:cTn>
                              </p:par>
                            </p:childTnLst>
                          </p:cTn>
                        </p:par>
                        <p:par>
                          <p:cTn id="42" fill="hold">
                            <p:stCondLst>
                              <p:cond delay="3500"/>
                            </p:stCondLst>
                            <p:childTnLst>
                              <p:par>
                                <p:cTn id="43" presetID="42" presetClass="entr" presetSubtype="0" fill="hold" grpId="0" nodeType="afterEffect">
                                  <p:stCondLst>
                                    <p:cond delay="0"/>
                                  </p:stCondLst>
                                  <p:childTnLst>
                                    <p:set>
                                      <p:cBhvr>
                                        <p:cTn id="44" dur="1" fill="hold">
                                          <p:stCondLst>
                                            <p:cond delay="0"/>
                                          </p:stCondLst>
                                        </p:cTn>
                                        <p:tgtEl>
                                          <p:spTgt spid="44"/>
                                        </p:tgtEl>
                                        <p:attrNameLst>
                                          <p:attrName>style.visibility</p:attrName>
                                        </p:attrNameLst>
                                      </p:cBhvr>
                                      <p:to>
                                        <p:strVal val="visible"/>
                                      </p:to>
                                    </p:set>
                                    <p:animEffect transition="in" filter="fade">
                                      <p:cBhvr>
                                        <p:cTn id="45" dur="500"/>
                                        <p:tgtEl>
                                          <p:spTgt spid="44"/>
                                        </p:tgtEl>
                                      </p:cBhvr>
                                    </p:animEffect>
                                    <p:anim calcmode="lin" valueType="num">
                                      <p:cBhvr>
                                        <p:cTn id="46" dur="500" fill="hold"/>
                                        <p:tgtEl>
                                          <p:spTgt spid="44"/>
                                        </p:tgtEl>
                                        <p:attrNameLst>
                                          <p:attrName>ppt_x</p:attrName>
                                        </p:attrNameLst>
                                      </p:cBhvr>
                                      <p:tavLst>
                                        <p:tav tm="0">
                                          <p:val>
                                            <p:strVal val="#ppt_x"/>
                                          </p:val>
                                        </p:tav>
                                        <p:tav tm="100000">
                                          <p:val>
                                            <p:strVal val="#ppt_x"/>
                                          </p:val>
                                        </p:tav>
                                      </p:tavLst>
                                    </p:anim>
                                    <p:anim calcmode="lin" valueType="num">
                                      <p:cBhvr>
                                        <p:cTn id="47" dur="500" fill="hold"/>
                                        <p:tgtEl>
                                          <p:spTgt spid="44"/>
                                        </p:tgtEl>
                                        <p:attrNameLst>
                                          <p:attrName>ppt_y</p:attrName>
                                        </p:attrNameLst>
                                      </p:cBhvr>
                                      <p:tavLst>
                                        <p:tav tm="0">
                                          <p:val>
                                            <p:strVal val="#ppt_y+.1"/>
                                          </p:val>
                                        </p:tav>
                                        <p:tav tm="100000">
                                          <p:val>
                                            <p:strVal val="#ppt_y"/>
                                          </p:val>
                                        </p:tav>
                                      </p:tavLst>
                                    </p:anim>
                                  </p:childTnLst>
                                </p:cTn>
                              </p:par>
                            </p:childTnLst>
                          </p:cTn>
                        </p:par>
                        <p:par>
                          <p:cTn id="48" fill="hold">
                            <p:stCondLst>
                              <p:cond delay="4000"/>
                            </p:stCondLst>
                            <p:childTnLst>
                              <p:par>
                                <p:cTn id="49" presetID="42" presetClass="entr" presetSubtype="0" fill="hold" grpId="0" nodeType="afterEffect">
                                  <p:stCondLst>
                                    <p:cond delay="0"/>
                                  </p:stCondLst>
                                  <p:childTnLst>
                                    <p:set>
                                      <p:cBhvr>
                                        <p:cTn id="50" dur="1" fill="hold">
                                          <p:stCondLst>
                                            <p:cond delay="0"/>
                                          </p:stCondLst>
                                        </p:cTn>
                                        <p:tgtEl>
                                          <p:spTgt spid="45"/>
                                        </p:tgtEl>
                                        <p:attrNameLst>
                                          <p:attrName>style.visibility</p:attrName>
                                        </p:attrNameLst>
                                      </p:cBhvr>
                                      <p:to>
                                        <p:strVal val="visible"/>
                                      </p:to>
                                    </p:set>
                                    <p:animEffect transition="in" filter="fade">
                                      <p:cBhvr>
                                        <p:cTn id="51" dur="500"/>
                                        <p:tgtEl>
                                          <p:spTgt spid="45"/>
                                        </p:tgtEl>
                                      </p:cBhvr>
                                    </p:animEffect>
                                    <p:anim calcmode="lin" valueType="num">
                                      <p:cBhvr>
                                        <p:cTn id="52" dur="500" fill="hold"/>
                                        <p:tgtEl>
                                          <p:spTgt spid="45"/>
                                        </p:tgtEl>
                                        <p:attrNameLst>
                                          <p:attrName>ppt_x</p:attrName>
                                        </p:attrNameLst>
                                      </p:cBhvr>
                                      <p:tavLst>
                                        <p:tav tm="0">
                                          <p:val>
                                            <p:strVal val="#ppt_x"/>
                                          </p:val>
                                        </p:tav>
                                        <p:tav tm="100000">
                                          <p:val>
                                            <p:strVal val="#ppt_x"/>
                                          </p:val>
                                        </p:tav>
                                      </p:tavLst>
                                    </p:anim>
                                    <p:anim calcmode="lin" valueType="num">
                                      <p:cBhvr>
                                        <p:cTn id="53" dur="500" fill="hold"/>
                                        <p:tgtEl>
                                          <p:spTgt spid="4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31" grpId="0" animBg="1"/>
      <p:bldP spid="25" grpId="0" animBg="1"/>
      <p:bldP spid="42" grpId="0" animBg="1"/>
      <p:bldP spid="43" grpId="0" animBg="1"/>
      <p:bldP spid="44" grpId="0" animBg="1"/>
      <p:bldP spid="45" grpId="0" animBg="1"/>
    </p:bldLst>
  </p:timing>
</p:sldLayout>
</file>

<file path=ppt/slideLayouts/slideLayout564.xml><?xml version="1.0" encoding="utf-8"?>
<p:sldLayout xmlns:a="http://schemas.openxmlformats.org/drawingml/2006/main" xmlns:r="http://schemas.openxmlformats.org/officeDocument/2006/relationships" xmlns:p="http://schemas.openxmlformats.org/presentationml/2006/main" preserve="1" userDrawn="1">
  <p:cSld name="14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42" name="Picture Placeholder 30"/>
          <p:cNvSpPr>
            <a:spLocks noGrp="1"/>
          </p:cNvSpPr>
          <p:nvPr>
            <p:ph type="pic" sz="quarter" idx="35" hasCustomPrompt="1"/>
          </p:nvPr>
        </p:nvSpPr>
        <p:spPr>
          <a:xfrm>
            <a:off x="507135" y="1983474"/>
            <a:ext cx="5519593" cy="2183006"/>
          </a:xfrm>
          <a:solidFill>
            <a:schemeClr val="bg1">
              <a:lumMod val="85000"/>
            </a:schemeClr>
          </a:solidFill>
        </p:spPr>
        <p:txBody>
          <a:bodyPr/>
          <a:lstStyle>
            <a:lvl1pPr>
              <a:defRPr/>
            </a:lvl1pPr>
          </a:lstStyle>
          <a:p>
            <a:r>
              <a:rPr lang="id-ID" dirty="0" smtClean="0"/>
              <a:t>Pic here</a:t>
            </a:r>
            <a:endParaRPr lang="en-AU" dirty="0"/>
          </a:p>
        </p:txBody>
      </p:sp>
      <p:sp>
        <p:nvSpPr>
          <p:cNvPr id="43" name="Picture Placeholder 30"/>
          <p:cNvSpPr>
            <a:spLocks noGrp="1"/>
          </p:cNvSpPr>
          <p:nvPr>
            <p:ph type="pic" sz="quarter" idx="36" hasCustomPrompt="1"/>
          </p:nvPr>
        </p:nvSpPr>
        <p:spPr>
          <a:xfrm>
            <a:off x="507134" y="4342054"/>
            <a:ext cx="5519593" cy="2183006"/>
          </a:xfrm>
          <a:solidFill>
            <a:schemeClr val="bg1">
              <a:lumMod val="85000"/>
            </a:schemeClr>
          </a:solidFill>
        </p:spPr>
        <p:txBody>
          <a:bodyPr/>
          <a:lstStyle>
            <a:lvl1pPr>
              <a:defRPr/>
            </a:lvl1pPr>
          </a:lstStyle>
          <a:p>
            <a:r>
              <a:rPr lang="id-ID" dirty="0" smtClean="0"/>
              <a:t>Pic here</a:t>
            </a:r>
            <a:endParaRPr lang="en-AU" dirty="0"/>
          </a:p>
        </p:txBody>
      </p:sp>
      <p:sp>
        <p:nvSpPr>
          <p:cNvPr id="16" name="Picture Placeholder 30"/>
          <p:cNvSpPr>
            <a:spLocks noGrp="1"/>
          </p:cNvSpPr>
          <p:nvPr>
            <p:ph type="pic" sz="quarter" idx="37" hasCustomPrompt="1"/>
          </p:nvPr>
        </p:nvSpPr>
        <p:spPr>
          <a:xfrm>
            <a:off x="6179133" y="1983474"/>
            <a:ext cx="5519593" cy="2183006"/>
          </a:xfrm>
          <a:solidFill>
            <a:schemeClr val="bg1">
              <a:lumMod val="85000"/>
            </a:schemeClr>
          </a:solidFill>
        </p:spPr>
        <p:txBody>
          <a:bodyPr/>
          <a:lstStyle>
            <a:lvl1pPr>
              <a:defRPr/>
            </a:lvl1pPr>
          </a:lstStyle>
          <a:p>
            <a:r>
              <a:rPr lang="id-ID" dirty="0" smtClean="0"/>
              <a:t>Pic here</a:t>
            </a:r>
            <a:endParaRPr lang="en-AU" dirty="0"/>
          </a:p>
        </p:txBody>
      </p:sp>
      <p:sp>
        <p:nvSpPr>
          <p:cNvPr id="17" name="Picture Placeholder 30"/>
          <p:cNvSpPr>
            <a:spLocks noGrp="1"/>
          </p:cNvSpPr>
          <p:nvPr>
            <p:ph type="pic" sz="quarter" idx="38" hasCustomPrompt="1"/>
          </p:nvPr>
        </p:nvSpPr>
        <p:spPr>
          <a:xfrm>
            <a:off x="6179132" y="4342054"/>
            <a:ext cx="5519593" cy="2183006"/>
          </a:xfrm>
          <a:solidFill>
            <a:schemeClr val="bg1">
              <a:lumMod val="85000"/>
            </a:schemeClr>
          </a:solidFill>
        </p:spPr>
        <p:txBody>
          <a:bodyPr/>
          <a:lstStyle>
            <a:lvl1pPr>
              <a:defRPr/>
            </a:lvl1pPr>
          </a:lstStyle>
          <a:p>
            <a:r>
              <a:rPr lang="id-ID" dirty="0" smtClean="0"/>
              <a:t>Pic here</a:t>
            </a:r>
            <a:endParaRPr lang="en-AU" dirty="0"/>
          </a:p>
        </p:txBody>
      </p:sp>
      <p:sp>
        <p:nvSpPr>
          <p:cNvPr id="21" name="Picture Placeholder 20"/>
          <p:cNvSpPr>
            <a:spLocks noGrp="1"/>
          </p:cNvSpPr>
          <p:nvPr>
            <p:ph type="pic" sz="quarter" idx="39" hasCustomPrompt="1"/>
          </p:nvPr>
        </p:nvSpPr>
        <p:spPr>
          <a:xfrm>
            <a:off x="4731330" y="2893088"/>
            <a:ext cx="2743200" cy="2743200"/>
          </a:xfrm>
          <a:custGeom>
            <a:avLst/>
            <a:gdLst>
              <a:gd name="connsiteX0" fmla="*/ 1371600 w 2743200"/>
              <a:gd name="connsiteY0" fmla="*/ 0 h 2743200"/>
              <a:gd name="connsiteX1" fmla="*/ 2743200 w 2743200"/>
              <a:gd name="connsiteY1" fmla="*/ 1371600 h 2743200"/>
              <a:gd name="connsiteX2" fmla="*/ 1371600 w 2743200"/>
              <a:gd name="connsiteY2" fmla="*/ 2743200 h 2743200"/>
              <a:gd name="connsiteX3" fmla="*/ 0 w 2743200"/>
              <a:gd name="connsiteY3" fmla="*/ 1371600 h 2743200"/>
              <a:gd name="connsiteX4" fmla="*/ 1371600 w 2743200"/>
              <a:gd name="connsiteY4" fmla="*/ 0 h 2743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2743200">
                <a:moveTo>
                  <a:pt x="1371600" y="0"/>
                </a:moveTo>
                <a:cubicBezTo>
                  <a:pt x="2129114" y="0"/>
                  <a:pt x="2743200" y="614086"/>
                  <a:pt x="2743200" y="1371600"/>
                </a:cubicBezTo>
                <a:cubicBezTo>
                  <a:pt x="2743200" y="2129114"/>
                  <a:pt x="2129114" y="2743200"/>
                  <a:pt x="1371600" y="2743200"/>
                </a:cubicBezTo>
                <a:cubicBezTo>
                  <a:pt x="614086" y="2743200"/>
                  <a:pt x="0" y="2129114"/>
                  <a:pt x="0" y="1371600"/>
                </a:cubicBezTo>
                <a:cubicBezTo>
                  <a:pt x="0" y="614086"/>
                  <a:pt x="614086" y="0"/>
                  <a:pt x="1371600" y="0"/>
                </a:cubicBezTo>
                <a:close/>
              </a:path>
            </a:pathLst>
          </a:custGeom>
          <a:solidFill>
            <a:schemeClr val="accent4"/>
          </a:solidFill>
        </p:spPr>
        <p:txBody>
          <a:bodyPr wrap="square">
            <a:noAutofit/>
          </a:bodyPr>
          <a:lstStyle>
            <a:lvl1pPr algn="r">
              <a:defRPr sz="1000"/>
            </a:lvl1pPr>
          </a:lstStyle>
          <a:p>
            <a:r>
              <a:rPr lang="id-ID" dirty="0" smtClean="0"/>
              <a:t>Nopic</a:t>
            </a:r>
            <a:endParaRPr lang="en-AU" dirty="0"/>
          </a:p>
        </p:txBody>
      </p:sp>
      <p:sp>
        <p:nvSpPr>
          <p:cNvPr id="22" name="Text Placeholder 21"/>
          <p:cNvSpPr>
            <a:spLocks noGrp="1"/>
          </p:cNvSpPr>
          <p:nvPr>
            <p:ph type="body" sz="quarter" idx="20"/>
          </p:nvPr>
        </p:nvSpPr>
        <p:spPr>
          <a:xfrm>
            <a:off x="4731331" y="3492745"/>
            <a:ext cx="2743200" cy="256811"/>
          </a:xfrm>
        </p:spPr>
        <p:txBody>
          <a:bodyPr/>
          <a:lstStyle>
            <a:lvl1pPr algn="ctr">
              <a:defRPr>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3" name="Text Placeholder 21"/>
          <p:cNvSpPr>
            <a:spLocks noGrp="1"/>
          </p:cNvSpPr>
          <p:nvPr>
            <p:ph type="body" sz="quarter" idx="29"/>
          </p:nvPr>
        </p:nvSpPr>
        <p:spPr>
          <a:xfrm>
            <a:off x="4731331" y="3799449"/>
            <a:ext cx="2743200" cy="1304045"/>
          </a:xfrm>
        </p:spPr>
        <p:txBody>
          <a:bodyPr>
            <a:normAutofit/>
          </a:bodyPr>
          <a:lstStyle>
            <a:lvl1pPr algn="ctr">
              <a:defRPr sz="120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Tree>
    <p:extLst>
      <p:ext uri="{BB962C8B-B14F-4D97-AF65-F5344CB8AC3E}">
        <p14:creationId xmlns:p14="http://schemas.microsoft.com/office/powerpoint/2010/main" val="95596497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42" presetClass="entr" presetSubtype="0" fill="hold" grpId="0" nodeType="afterEffect">
                                  <p:stCondLst>
                                    <p:cond delay="0"/>
                                  </p:stCondLst>
                                  <p:childTnLst>
                                    <p:set>
                                      <p:cBhvr>
                                        <p:cTn id="20" dur="1" fill="hold">
                                          <p:stCondLst>
                                            <p:cond delay="0"/>
                                          </p:stCondLst>
                                        </p:cTn>
                                        <p:tgtEl>
                                          <p:spTgt spid="42"/>
                                        </p:tgtEl>
                                        <p:attrNameLst>
                                          <p:attrName>style.visibility</p:attrName>
                                        </p:attrNameLst>
                                      </p:cBhvr>
                                      <p:to>
                                        <p:strVal val="visible"/>
                                      </p:to>
                                    </p:set>
                                    <p:animEffect transition="in" filter="fade">
                                      <p:cBhvr>
                                        <p:cTn id="21" dur="500"/>
                                        <p:tgtEl>
                                          <p:spTgt spid="42"/>
                                        </p:tgtEl>
                                      </p:cBhvr>
                                    </p:animEffect>
                                    <p:anim calcmode="lin" valueType="num">
                                      <p:cBhvr>
                                        <p:cTn id="22" dur="500" fill="hold"/>
                                        <p:tgtEl>
                                          <p:spTgt spid="42"/>
                                        </p:tgtEl>
                                        <p:attrNameLst>
                                          <p:attrName>ppt_x</p:attrName>
                                        </p:attrNameLst>
                                      </p:cBhvr>
                                      <p:tavLst>
                                        <p:tav tm="0">
                                          <p:val>
                                            <p:strVal val="#ppt_x"/>
                                          </p:val>
                                        </p:tav>
                                        <p:tav tm="100000">
                                          <p:val>
                                            <p:strVal val="#ppt_x"/>
                                          </p:val>
                                        </p:tav>
                                      </p:tavLst>
                                    </p:anim>
                                    <p:anim calcmode="lin" valueType="num">
                                      <p:cBhvr>
                                        <p:cTn id="23" dur="500" fill="hold"/>
                                        <p:tgtEl>
                                          <p:spTgt spid="42"/>
                                        </p:tgtEl>
                                        <p:attrNameLst>
                                          <p:attrName>ppt_y</p:attrName>
                                        </p:attrNameLst>
                                      </p:cBhvr>
                                      <p:tavLst>
                                        <p:tav tm="0">
                                          <p:val>
                                            <p:strVal val="#ppt_y+.1"/>
                                          </p:val>
                                        </p:tav>
                                        <p:tav tm="100000">
                                          <p:val>
                                            <p:strVal val="#ppt_y"/>
                                          </p:val>
                                        </p:tav>
                                      </p:tavLst>
                                    </p:anim>
                                  </p:childTnLst>
                                </p:cTn>
                              </p:par>
                            </p:childTnLst>
                          </p:cTn>
                        </p:par>
                        <p:par>
                          <p:cTn id="24" fill="hold">
                            <p:stCondLst>
                              <p:cond delay="2000"/>
                            </p:stCondLst>
                            <p:childTnLst>
                              <p:par>
                                <p:cTn id="25" presetID="42" presetClass="entr" presetSubtype="0" fill="hold" grpId="0" nodeType="afterEffect">
                                  <p:stCondLst>
                                    <p:cond delay="0"/>
                                  </p:stCondLst>
                                  <p:childTnLst>
                                    <p:set>
                                      <p:cBhvr>
                                        <p:cTn id="26" dur="1" fill="hold">
                                          <p:stCondLst>
                                            <p:cond delay="0"/>
                                          </p:stCondLst>
                                        </p:cTn>
                                        <p:tgtEl>
                                          <p:spTgt spid="43"/>
                                        </p:tgtEl>
                                        <p:attrNameLst>
                                          <p:attrName>style.visibility</p:attrName>
                                        </p:attrNameLst>
                                      </p:cBhvr>
                                      <p:to>
                                        <p:strVal val="visible"/>
                                      </p:to>
                                    </p:set>
                                    <p:animEffect transition="in" filter="fade">
                                      <p:cBhvr>
                                        <p:cTn id="27" dur="500"/>
                                        <p:tgtEl>
                                          <p:spTgt spid="43"/>
                                        </p:tgtEl>
                                      </p:cBhvr>
                                    </p:animEffect>
                                    <p:anim calcmode="lin" valueType="num">
                                      <p:cBhvr>
                                        <p:cTn id="28" dur="500" fill="hold"/>
                                        <p:tgtEl>
                                          <p:spTgt spid="43"/>
                                        </p:tgtEl>
                                        <p:attrNameLst>
                                          <p:attrName>ppt_x</p:attrName>
                                        </p:attrNameLst>
                                      </p:cBhvr>
                                      <p:tavLst>
                                        <p:tav tm="0">
                                          <p:val>
                                            <p:strVal val="#ppt_x"/>
                                          </p:val>
                                        </p:tav>
                                        <p:tav tm="100000">
                                          <p:val>
                                            <p:strVal val="#ppt_x"/>
                                          </p:val>
                                        </p:tav>
                                      </p:tavLst>
                                    </p:anim>
                                    <p:anim calcmode="lin" valueType="num">
                                      <p:cBhvr>
                                        <p:cTn id="29" dur="500" fill="hold"/>
                                        <p:tgtEl>
                                          <p:spTgt spid="43"/>
                                        </p:tgtEl>
                                        <p:attrNameLst>
                                          <p:attrName>ppt_y</p:attrName>
                                        </p:attrNameLst>
                                      </p:cBhvr>
                                      <p:tavLst>
                                        <p:tav tm="0">
                                          <p:val>
                                            <p:strVal val="#ppt_y+.1"/>
                                          </p:val>
                                        </p:tav>
                                        <p:tav tm="100000">
                                          <p:val>
                                            <p:strVal val="#ppt_y"/>
                                          </p:val>
                                        </p:tav>
                                      </p:tavLst>
                                    </p:anim>
                                  </p:childTnLst>
                                </p:cTn>
                              </p:par>
                            </p:childTnLst>
                          </p:cTn>
                        </p:par>
                        <p:par>
                          <p:cTn id="30" fill="hold">
                            <p:stCondLst>
                              <p:cond delay="2500"/>
                            </p:stCondLst>
                            <p:childTnLst>
                              <p:par>
                                <p:cTn id="31" presetID="42" presetClass="entr" presetSubtype="0" fill="hold" grpId="0" nodeType="afterEffect">
                                  <p:stCondLst>
                                    <p:cond delay="0"/>
                                  </p:stCondLst>
                                  <p:childTnLst>
                                    <p:set>
                                      <p:cBhvr>
                                        <p:cTn id="32" dur="1" fill="hold">
                                          <p:stCondLst>
                                            <p:cond delay="0"/>
                                          </p:stCondLst>
                                        </p:cTn>
                                        <p:tgtEl>
                                          <p:spTgt spid="16"/>
                                        </p:tgtEl>
                                        <p:attrNameLst>
                                          <p:attrName>style.visibility</p:attrName>
                                        </p:attrNameLst>
                                      </p:cBhvr>
                                      <p:to>
                                        <p:strVal val="visible"/>
                                      </p:to>
                                    </p:set>
                                    <p:animEffect transition="in" filter="fade">
                                      <p:cBhvr>
                                        <p:cTn id="33" dur="500"/>
                                        <p:tgtEl>
                                          <p:spTgt spid="16"/>
                                        </p:tgtEl>
                                      </p:cBhvr>
                                    </p:animEffect>
                                    <p:anim calcmode="lin" valueType="num">
                                      <p:cBhvr>
                                        <p:cTn id="34" dur="500" fill="hold"/>
                                        <p:tgtEl>
                                          <p:spTgt spid="16"/>
                                        </p:tgtEl>
                                        <p:attrNameLst>
                                          <p:attrName>ppt_x</p:attrName>
                                        </p:attrNameLst>
                                      </p:cBhvr>
                                      <p:tavLst>
                                        <p:tav tm="0">
                                          <p:val>
                                            <p:strVal val="#ppt_x"/>
                                          </p:val>
                                        </p:tav>
                                        <p:tav tm="100000">
                                          <p:val>
                                            <p:strVal val="#ppt_x"/>
                                          </p:val>
                                        </p:tav>
                                      </p:tavLst>
                                    </p:anim>
                                    <p:anim calcmode="lin" valueType="num">
                                      <p:cBhvr>
                                        <p:cTn id="35" dur="500" fill="hold"/>
                                        <p:tgtEl>
                                          <p:spTgt spid="16"/>
                                        </p:tgtEl>
                                        <p:attrNameLst>
                                          <p:attrName>ppt_y</p:attrName>
                                        </p:attrNameLst>
                                      </p:cBhvr>
                                      <p:tavLst>
                                        <p:tav tm="0">
                                          <p:val>
                                            <p:strVal val="#ppt_y+.1"/>
                                          </p:val>
                                        </p:tav>
                                        <p:tav tm="100000">
                                          <p:val>
                                            <p:strVal val="#ppt_y"/>
                                          </p:val>
                                        </p:tav>
                                      </p:tavLst>
                                    </p:anim>
                                  </p:childTnLst>
                                </p:cTn>
                              </p:par>
                            </p:childTnLst>
                          </p:cTn>
                        </p:par>
                        <p:par>
                          <p:cTn id="36" fill="hold">
                            <p:stCondLst>
                              <p:cond delay="3000"/>
                            </p:stCondLst>
                            <p:childTnLst>
                              <p:par>
                                <p:cTn id="37" presetID="42" presetClass="entr" presetSubtype="0" fill="hold" grpId="0" nodeType="afterEffect">
                                  <p:stCondLst>
                                    <p:cond delay="0"/>
                                  </p:stCondLst>
                                  <p:childTnLst>
                                    <p:set>
                                      <p:cBhvr>
                                        <p:cTn id="38" dur="1" fill="hold">
                                          <p:stCondLst>
                                            <p:cond delay="0"/>
                                          </p:stCondLst>
                                        </p:cTn>
                                        <p:tgtEl>
                                          <p:spTgt spid="17"/>
                                        </p:tgtEl>
                                        <p:attrNameLst>
                                          <p:attrName>style.visibility</p:attrName>
                                        </p:attrNameLst>
                                      </p:cBhvr>
                                      <p:to>
                                        <p:strVal val="visible"/>
                                      </p:to>
                                    </p:set>
                                    <p:animEffect transition="in" filter="fade">
                                      <p:cBhvr>
                                        <p:cTn id="39" dur="500"/>
                                        <p:tgtEl>
                                          <p:spTgt spid="17"/>
                                        </p:tgtEl>
                                      </p:cBhvr>
                                    </p:animEffect>
                                    <p:anim calcmode="lin" valueType="num">
                                      <p:cBhvr>
                                        <p:cTn id="40" dur="500" fill="hold"/>
                                        <p:tgtEl>
                                          <p:spTgt spid="17"/>
                                        </p:tgtEl>
                                        <p:attrNameLst>
                                          <p:attrName>ppt_x</p:attrName>
                                        </p:attrNameLst>
                                      </p:cBhvr>
                                      <p:tavLst>
                                        <p:tav tm="0">
                                          <p:val>
                                            <p:strVal val="#ppt_x"/>
                                          </p:val>
                                        </p:tav>
                                        <p:tav tm="100000">
                                          <p:val>
                                            <p:strVal val="#ppt_x"/>
                                          </p:val>
                                        </p:tav>
                                      </p:tavLst>
                                    </p:anim>
                                    <p:anim calcmode="lin" valueType="num">
                                      <p:cBhvr>
                                        <p:cTn id="41" dur="500" fill="hold"/>
                                        <p:tgtEl>
                                          <p:spTgt spid="17"/>
                                        </p:tgtEl>
                                        <p:attrNameLst>
                                          <p:attrName>ppt_y</p:attrName>
                                        </p:attrNameLst>
                                      </p:cBhvr>
                                      <p:tavLst>
                                        <p:tav tm="0">
                                          <p:val>
                                            <p:strVal val="#ppt_y+.1"/>
                                          </p:val>
                                        </p:tav>
                                        <p:tav tm="100000">
                                          <p:val>
                                            <p:strVal val="#ppt_y"/>
                                          </p:val>
                                        </p:tav>
                                      </p:tavLst>
                                    </p:anim>
                                  </p:childTnLst>
                                </p:cTn>
                              </p:par>
                            </p:childTnLst>
                          </p:cTn>
                        </p:par>
                        <p:par>
                          <p:cTn id="42" fill="hold">
                            <p:stCondLst>
                              <p:cond delay="3500"/>
                            </p:stCondLst>
                            <p:childTnLst>
                              <p:par>
                                <p:cTn id="43" presetID="10" presetClass="entr" presetSubtype="0" fill="hold" grpId="0" nodeType="afterEffect">
                                  <p:stCondLst>
                                    <p:cond delay="0"/>
                                  </p:stCondLst>
                                  <p:childTnLst>
                                    <p:set>
                                      <p:cBhvr>
                                        <p:cTn id="44" dur="1" fill="hold">
                                          <p:stCondLst>
                                            <p:cond delay="0"/>
                                          </p:stCondLst>
                                        </p:cTn>
                                        <p:tgtEl>
                                          <p:spTgt spid="21"/>
                                        </p:tgtEl>
                                        <p:attrNameLst>
                                          <p:attrName>style.visibility</p:attrName>
                                        </p:attrNameLst>
                                      </p:cBhvr>
                                      <p:to>
                                        <p:strVal val="visible"/>
                                      </p:to>
                                    </p:set>
                                    <p:animEffect transition="in" filter="fade">
                                      <p:cBhvr>
                                        <p:cTn id="45" dur="500"/>
                                        <p:tgtEl>
                                          <p:spTgt spid="21"/>
                                        </p:tgtEl>
                                      </p:cBhvr>
                                    </p:animEffect>
                                  </p:childTnLst>
                                </p:cTn>
                              </p:par>
                            </p:childTnLst>
                          </p:cTn>
                        </p:par>
                        <p:par>
                          <p:cTn id="46" fill="hold">
                            <p:stCondLst>
                              <p:cond delay="4000"/>
                            </p:stCondLst>
                            <p:childTnLst>
                              <p:par>
                                <p:cTn id="47" presetID="53" presetClass="entr" presetSubtype="16" fill="hold" grpId="0" nodeType="afterEffect" nodePh="1">
                                  <p:stCondLst>
                                    <p:cond delay="0"/>
                                  </p:stCondLst>
                                  <p:endCondLst>
                                    <p:cond evt="begin" delay="0">
                                      <p:tn val="47"/>
                                    </p:cond>
                                  </p:endCondLst>
                                  <p:childTnLst>
                                    <p:set>
                                      <p:cBhvr>
                                        <p:cTn id="48" dur="1" fill="hold">
                                          <p:stCondLst>
                                            <p:cond delay="0"/>
                                          </p:stCondLst>
                                        </p:cTn>
                                        <p:tgtEl>
                                          <p:spTgt spid="22">
                                            <p:txEl>
                                              <p:pRg st="0" end="0"/>
                                            </p:txEl>
                                          </p:spTgt>
                                        </p:tgtEl>
                                        <p:attrNameLst>
                                          <p:attrName>style.visibility</p:attrName>
                                        </p:attrNameLst>
                                      </p:cBhvr>
                                      <p:to>
                                        <p:strVal val="visible"/>
                                      </p:to>
                                    </p:set>
                                    <p:anim calcmode="lin" valueType="num">
                                      <p:cBhvr>
                                        <p:cTn id="49" dur="500" fill="hold"/>
                                        <p:tgtEl>
                                          <p:spTgt spid="22">
                                            <p:txEl>
                                              <p:pRg st="0" end="0"/>
                                            </p:txEl>
                                          </p:spTgt>
                                        </p:tgtEl>
                                        <p:attrNameLst>
                                          <p:attrName>ppt_w</p:attrName>
                                        </p:attrNameLst>
                                      </p:cBhvr>
                                      <p:tavLst>
                                        <p:tav tm="0">
                                          <p:val>
                                            <p:fltVal val="0"/>
                                          </p:val>
                                        </p:tav>
                                        <p:tav tm="100000">
                                          <p:val>
                                            <p:strVal val="#ppt_w"/>
                                          </p:val>
                                        </p:tav>
                                      </p:tavLst>
                                    </p:anim>
                                    <p:anim calcmode="lin" valueType="num">
                                      <p:cBhvr>
                                        <p:cTn id="50" dur="500" fill="hold"/>
                                        <p:tgtEl>
                                          <p:spTgt spid="22">
                                            <p:txEl>
                                              <p:pRg st="0" end="0"/>
                                            </p:txEl>
                                          </p:spTgt>
                                        </p:tgtEl>
                                        <p:attrNameLst>
                                          <p:attrName>ppt_h</p:attrName>
                                        </p:attrNameLst>
                                      </p:cBhvr>
                                      <p:tavLst>
                                        <p:tav tm="0">
                                          <p:val>
                                            <p:fltVal val="0"/>
                                          </p:val>
                                        </p:tav>
                                        <p:tav tm="100000">
                                          <p:val>
                                            <p:strVal val="#ppt_h"/>
                                          </p:val>
                                        </p:tav>
                                      </p:tavLst>
                                    </p:anim>
                                    <p:animEffect transition="in" filter="fade">
                                      <p:cBhvr>
                                        <p:cTn id="51" dur="500"/>
                                        <p:tgtEl>
                                          <p:spTgt spid="22">
                                            <p:txEl>
                                              <p:pRg st="0" end="0"/>
                                            </p:txEl>
                                          </p:spTgt>
                                        </p:tgtEl>
                                      </p:cBhvr>
                                    </p:animEffect>
                                  </p:childTnLst>
                                </p:cTn>
                              </p:par>
                            </p:childTnLst>
                          </p:cTn>
                        </p:par>
                        <p:par>
                          <p:cTn id="52" fill="hold">
                            <p:stCondLst>
                              <p:cond delay="4500"/>
                            </p:stCondLst>
                            <p:childTnLst>
                              <p:par>
                                <p:cTn id="53" presetID="42" presetClass="entr" presetSubtype="0" fill="hold" grpId="0" nodeType="afterEffect" nodePh="1">
                                  <p:stCondLst>
                                    <p:cond delay="0"/>
                                  </p:stCondLst>
                                  <p:endCondLst>
                                    <p:cond evt="begin" delay="0">
                                      <p:tn val="53"/>
                                    </p:cond>
                                  </p:endCondLst>
                                  <p:childTnLst>
                                    <p:set>
                                      <p:cBhvr>
                                        <p:cTn id="54" dur="1" fill="hold">
                                          <p:stCondLst>
                                            <p:cond delay="0"/>
                                          </p:stCondLst>
                                        </p:cTn>
                                        <p:tgtEl>
                                          <p:spTgt spid="23">
                                            <p:txEl>
                                              <p:pRg st="0" end="0"/>
                                            </p:txEl>
                                          </p:spTgt>
                                        </p:tgtEl>
                                        <p:attrNameLst>
                                          <p:attrName>style.visibility</p:attrName>
                                        </p:attrNameLst>
                                      </p:cBhvr>
                                      <p:to>
                                        <p:strVal val="visible"/>
                                      </p:to>
                                    </p:set>
                                    <p:animEffect transition="in" filter="fade">
                                      <p:cBhvr>
                                        <p:cTn id="55" dur="500"/>
                                        <p:tgtEl>
                                          <p:spTgt spid="23">
                                            <p:txEl>
                                              <p:pRg st="0" end="0"/>
                                            </p:txEl>
                                          </p:spTgt>
                                        </p:tgtEl>
                                      </p:cBhvr>
                                    </p:animEffect>
                                    <p:anim calcmode="lin" valueType="num">
                                      <p:cBhvr>
                                        <p:cTn id="56" dur="500" fill="hold"/>
                                        <p:tgtEl>
                                          <p:spTgt spid="23">
                                            <p:txEl>
                                              <p:pRg st="0" end="0"/>
                                            </p:txEl>
                                          </p:spTgt>
                                        </p:tgtEl>
                                        <p:attrNameLst>
                                          <p:attrName>ppt_x</p:attrName>
                                        </p:attrNameLst>
                                      </p:cBhvr>
                                      <p:tavLst>
                                        <p:tav tm="0">
                                          <p:val>
                                            <p:strVal val="#ppt_x"/>
                                          </p:val>
                                        </p:tav>
                                        <p:tav tm="100000">
                                          <p:val>
                                            <p:strVal val="#ppt_x"/>
                                          </p:val>
                                        </p:tav>
                                      </p:tavLst>
                                    </p:anim>
                                    <p:anim calcmode="lin" valueType="num">
                                      <p:cBhvr>
                                        <p:cTn id="57" dur="500" fill="hold"/>
                                        <p:tgtEl>
                                          <p:spTgt spid="23">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42" grpId="0" animBg="1"/>
      <p:bldP spid="43" grpId="0" animBg="1"/>
      <p:bldP spid="16" grpId="0" animBg="1"/>
      <p:bldP spid="17" grpId="0" animBg="1"/>
      <p:bldP spid="21" grpId="0" animBg="1"/>
      <p:bldP spid="22"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2"/>
                        </p:tgtEl>
                        <p:attrNameLst>
                          <p:attrName>style.visibility</p:attrName>
                        </p:attrNameLst>
                      </p:cBhvr>
                      <p:to>
                        <p:strVal val="visible"/>
                      </p:to>
                    </p:set>
                    <p:anim calcmode="lin" valueType="num">
                      <p:cBhvr>
                        <p:cTn dur="500" fill="hold"/>
                        <p:tgtEl>
                          <p:spTgt spid="22"/>
                        </p:tgtEl>
                        <p:attrNameLst>
                          <p:attrName>ppt_w</p:attrName>
                        </p:attrNameLst>
                      </p:cBhvr>
                      <p:tavLst>
                        <p:tav tm="0">
                          <p:val>
                            <p:fltVal val="0"/>
                          </p:val>
                        </p:tav>
                        <p:tav tm="100000">
                          <p:val>
                            <p:strVal val="#ppt_w"/>
                          </p:val>
                        </p:tav>
                      </p:tavLst>
                    </p:anim>
                    <p:anim calcmode="lin" valueType="num">
                      <p:cBhvr>
                        <p:cTn dur="500" fill="hold"/>
                        <p:tgtEl>
                          <p:spTgt spid="22"/>
                        </p:tgtEl>
                        <p:attrNameLst>
                          <p:attrName>ppt_h</p:attrName>
                        </p:attrNameLst>
                      </p:cBhvr>
                      <p:tavLst>
                        <p:tav tm="0">
                          <p:val>
                            <p:fltVal val="0"/>
                          </p:val>
                        </p:tav>
                        <p:tav tm="100000">
                          <p:val>
                            <p:strVal val="#ppt_h"/>
                          </p:val>
                        </p:tav>
                      </p:tavLst>
                    </p:anim>
                    <p:animEffect transition="in" filter="fade">
                      <p:cBhvr>
                        <p:cTn dur="500"/>
                        <p:tgtEl>
                          <p:spTgt spid="22"/>
                        </p:tgtEl>
                      </p:cBhvr>
                    </p:animEffect>
                  </p:childTnLst>
                </p:cTn>
              </p:par>
            </p:tnLst>
          </p:tmpl>
        </p:tmplLst>
      </p:bldP>
      <p:bldP spid="23"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3"/>
                        </p:tgtEl>
                        <p:attrNameLst>
                          <p:attrName>style.visibility</p:attrName>
                        </p:attrNameLst>
                      </p:cBhvr>
                      <p:to>
                        <p:strVal val="visible"/>
                      </p:to>
                    </p:set>
                    <p:animEffect transition="in" filter="fade">
                      <p:cBhvr>
                        <p:cTn dur="500"/>
                        <p:tgtEl>
                          <p:spTgt spid="23"/>
                        </p:tgtEl>
                      </p:cBhvr>
                    </p:animEffect>
                    <p:anim calcmode="lin" valueType="num">
                      <p:cBhvr>
                        <p:cTn dur="500" fill="hold"/>
                        <p:tgtEl>
                          <p:spTgt spid="23"/>
                        </p:tgtEl>
                        <p:attrNameLst>
                          <p:attrName>ppt_x</p:attrName>
                        </p:attrNameLst>
                      </p:cBhvr>
                      <p:tavLst>
                        <p:tav tm="0">
                          <p:val>
                            <p:strVal val="#ppt_x"/>
                          </p:val>
                        </p:tav>
                        <p:tav tm="100000">
                          <p:val>
                            <p:strVal val="#ppt_x"/>
                          </p:val>
                        </p:tav>
                      </p:tavLst>
                    </p:anim>
                    <p:anim calcmode="lin" valueType="num">
                      <p:cBhvr>
                        <p:cTn dur="500" fill="hold"/>
                        <p:tgtEl>
                          <p:spTgt spid="23"/>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565.xml><?xml version="1.0" encoding="utf-8"?>
<p:sldLayout xmlns:a="http://schemas.openxmlformats.org/drawingml/2006/main" xmlns:r="http://schemas.openxmlformats.org/officeDocument/2006/relationships" xmlns:p="http://schemas.openxmlformats.org/presentationml/2006/main" preserve="1" userDrawn="1">
  <p:cSld name="15_Custom Layout">
    <p:spTree>
      <p:nvGrpSpPr>
        <p:cNvPr id="1" name=""/>
        <p:cNvGrpSpPr/>
        <p:nvPr/>
      </p:nvGrpSpPr>
      <p:grpSpPr>
        <a:xfrm>
          <a:off x="0" y="0"/>
          <a:ext cx="0" cy="0"/>
          <a:chOff x="0" y="0"/>
          <a:chExt cx="0" cy="0"/>
        </a:xfrm>
      </p:grpSpPr>
      <p:sp>
        <p:nvSpPr>
          <p:cNvPr id="31" name="Rounded Rectangle 30"/>
          <p:cNvSpPr/>
          <p:nvPr userDrawn="1"/>
        </p:nvSpPr>
        <p:spPr>
          <a:xfrm>
            <a:off x="8372331" y="4003119"/>
            <a:ext cx="2762538" cy="2022764"/>
          </a:xfrm>
          <a:prstGeom prst="round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0" name="Rounded Rectangle 29"/>
          <p:cNvSpPr/>
          <p:nvPr userDrawn="1"/>
        </p:nvSpPr>
        <p:spPr>
          <a:xfrm>
            <a:off x="4714731" y="4003119"/>
            <a:ext cx="2762538" cy="2022764"/>
          </a:xfrm>
          <a:prstGeom prst="round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6" name="Rounded Rectangle 5"/>
          <p:cNvSpPr/>
          <p:nvPr userDrawn="1"/>
        </p:nvSpPr>
        <p:spPr>
          <a:xfrm>
            <a:off x="1057131" y="4003119"/>
            <a:ext cx="2762538" cy="2022764"/>
          </a:xfrm>
          <a:prstGeom prst="round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43" name="Picture Placeholder 30"/>
          <p:cNvSpPr>
            <a:spLocks noGrp="1"/>
          </p:cNvSpPr>
          <p:nvPr>
            <p:ph type="pic" sz="quarter" idx="36" hasCustomPrompt="1"/>
          </p:nvPr>
        </p:nvSpPr>
        <p:spPr>
          <a:xfrm>
            <a:off x="1057131" y="2078182"/>
            <a:ext cx="2762538" cy="2701636"/>
          </a:xfrm>
          <a:solidFill>
            <a:schemeClr val="bg1">
              <a:lumMod val="85000"/>
            </a:schemeClr>
          </a:solidFill>
        </p:spPr>
        <p:txBody>
          <a:bodyPr/>
          <a:lstStyle>
            <a:lvl1pPr>
              <a:defRPr/>
            </a:lvl1pPr>
          </a:lstStyle>
          <a:p>
            <a:r>
              <a:rPr lang="id-ID" dirty="0" smtClean="0"/>
              <a:t>Pic here</a:t>
            </a:r>
            <a:endParaRPr lang="en-AU" dirty="0"/>
          </a:p>
        </p:txBody>
      </p:sp>
      <p:sp>
        <p:nvSpPr>
          <p:cNvPr id="15"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1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19" name="Picture Placeholder 30"/>
          <p:cNvSpPr>
            <a:spLocks noGrp="1"/>
          </p:cNvSpPr>
          <p:nvPr>
            <p:ph type="pic" sz="quarter" idx="37" hasCustomPrompt="1"/>
          </p:nvPr>
        </p:nvSpPr>
        <p:spPr>
          <a:xfrm>
            <a:off x="4714731" y="2078182"/>
            <a:ext cx="2762538" cy="2701636"/>
          </a:xfrm>
          <a:solidFill>
            <a:schemeClr val="bg1">
              <a:lumMod val="85000"/>
            </a:schemeClr>
          </a:solidFill>
        </p:spPr>
        <p:txBody>
          <a:bodyPr/>
          <a:lstStyle>
            <a:lvl1pPr>
              <a:defRPr/>
            </a:lvl1pPr>
          </a:lstStyle>
          <a:p>
            <a:r>
              <a:rPr lang="id-ID" dirty="0" smtClean="0"/>
              <a:t>Pic here</a:t>
            </a:r>
            <a:endParaRPr lang="en-AU" dirty="0"/>
          </a:p>
        </p:txBody>
      </p:sp>
      <p:sp>
        <p:nvSpPr>
          <p:cNvPr id="20" name="Picture Placeholder 30"/>
          <p:cNvSpPr>
            <a:spLocks noGrp="1"/>
          </p:cNvSpPr>
          <p:nvPr>
            <p:ph type="pic" sz="quarter" idx="38" hasCustomPrompt="1"/>
          </p:nvPr>
        </p:nvSpPr>
        <p:spPr>
          <a:xfrm>
            <a:off x="8372331" y="2078182"/>
            <a:ext cx="2762538" cy="2701636"/>
          </a:xfrm>
          <a:solidFill>
            <a:schemeClr val="bg1">
              <a:lumMod val="85000"/>
            </a:schemeClr>
          </a:solidFill>
        </p:spPr>
        <p:txBody>
          <a:bodyPr/>
          <a:lstStyle>
            <a:lvl1pPr>
              <a:defRPr/>
            </a:lvl1pPr>
          </a:lstStyle>
          <a:p>
            <a:r>
              <a:rPr lang="id-ID" dirty="0" smtClean="0"/>
              <a:t>Pic here</a:t>
            </a:r>
            <a:endParaRPr lang="en-AU" dirty="0"/>
          </a:p>
        </p:txBody>
      </p:sp>
      <p:sp>
        <p:nvSpPr>
          <p:cNvPr id="24" name="Picture Placeholder 30"/>
          <p:cNvSpPr>
            <a:spLocks noGrp="1"/>
          </p:cNvSpPr>
          <p:nvPr>
            <p:ph type="pic" sz="quarter" idx="39" hasCustomPrompt="1"/>
          </p:nvPr>
        </p:nvSpPr>
        <p:spPr>
          <a:xfrm>
            <a:off x="1057131" y="4142509"/>
            <a:ext cx="2762538" cy="637309"/>
          </a:xfrm>
          <a:solidFill>
            <a:schemeClr val="accent1"/>
          </a:solidFill>
        </p:spPr>
        <p:txBody>
          <a:bodyPr>
            <a:normAutofit/>
          </a:bodyPr>
          <a:lstStyle>
            <a:lvl1pPr algn="r">
              <a:defRPr sz="1050"/>
            </a:lvl1pPr>
          </a:lstStyle>
          <a:p>
            <a:r>
              <a:rPr lang="id-ID" dirty="0" smtClean="0"/>
              <a:t>Nopic</a:t>
            </a:r>
            <a:endParaRPr lang="en-AU" dirty="0"/>
          </a:p>
        </p:txBody>
      </p:sp>
      <p:sp>
        <p:nvSpPr>
          <p:cNvPr id="25" name="Picture Placeholder 30"/>
          <p:cNvSpPr>
            <a:spLocks noGrp="1"/>
          </p:cNvSpPr>
          <p:nvPr>
            <p:ph type="pic" sz="quarter" idx="40" hasCustomPrompt="1"/>
          </p:nvPr>
        </p:nvSpPr>
        <p:spPr>
          <a:xfrm>
            <a:off x="4714731" y="4142509"/>
            <a:ext cx="2762538" cy="637309"/>
          </a:xfrm>
          <a:solidFill>
            <a:schemeClr val="accent2"/>
          </a:solidFill>
        </p:spPr>
        <p:txBody>
          <a:bodyPr>
            <a:normAutofit/>
          </a:bodyPr>
          <a:lstStyle>
            <a:lvl1pPr algn="r">
              <a:defRPr sz="1050"/>
            </a:lvl1pPr>
          </a:lstStyle>
          <a:p>
            <a:r>
              <a:rPr lang="id-ID" dirty="0" smtClean="0"/>
              <a:t>Nopic</a:t>
            </a:r>
            <a:endParaRPr lang="en-AU" dirty="0"/>
          </a:p>
        </p:txBody>
      </p:sp>
      <p:sp>
        <p:nvSpPr>
          <p:cNvPr id="26" name="Picture Placeholder 30"/>
          <p:cNvSpPr>
            <a:spLocks noGrp="1"/>
          </p:cNvSpPr>
          <p:nvPr>
            <p:ph type="pic" sz="quarter" idx="41" hasCustomPrompt="1"/>
          </p:nvPr>
        </p:nvSpPr>
        <p:spPr>
          <a:xfrm>
            <a:off x="8372331" y="4142509"/>
            <a:ext cx="2762538" cy="637309"/>
          </a:xfrm>
          <a:solidFill>
            <a:schemeClr val="accent4"/>
          </a:solidFill>
        </p:spPr>
        <p:txBody>
          <a:bodyPr>
            <a:normAutofit/>
          </a:bodyPr>
          <a:lstStyle>
            <a:lvl1pPr algn="r">
              <a:defRPr sz="1050"/>
            </a:lvl1pPr>
          </a:lstStyle>
          <a:p>
            <a:r>
              <a:rPr lang="id-ID" dirty="0" smtClean="0"/>
              <a:t>Nopic</a:t>
            </a:r>
            <a:endParaRPr lang="en-AU" dirty="0"/>
          </a:p>
        </p:txBody>
      </p:sp>
      <p:sp>
        <p:nvSpPr>
          <p:cNvPr id="27" name="Text Placeholder 21"/>
          <p:cNvSpPr>
            <a:spLocks noGrp="1"/>
          </p:cNvSpPr>
          <p:nvPr>
            <p:ph type="body" sz="quarter" idx="20"/>
          </p:nvPr>
        </p:nvSpPr>
        <p:spPr>
          <a:xfrm>
            <a:off x="1057131" y="4332757"/>
            <a:ext cx="2743200" cy="256811"/>
          </a:xfrm>
        </p:spPr>
        <p:txBody>
          <a:bodyPr/>
          <a:lstStyle>
            <a:lvl1pPr algn="ctr">
              <a:defRPr>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8" name="Text Placeholder 21"/>
          <p:cNvSpPr>
            <a:spLocks noGrp="1"/>
          </p:cNvSpPr>
          <p:nvPr>
            <p:ph type="body" sz="quarter" idx="42"/>
          </p:nvPr>
        </p:nvSpPr>
        <p:spPr>
          <a:xfrm>
            <a:off x="4734069" y="4332756"/>
            <a:ext cx="2743200" cy="256811"/>
          </a:xfrm>
        </p:spPr>
        <p:txBody>
          <a:bodyPr/>
          <a:lstStyle>
            <a:lvl1pPr algn="ctr">
              <a:defRPr>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9" name="Text Placeholder 21"/>
          <p:cNvSpPr>
            <a:spLocks noGrp="1"/>
          </p:cNvSpPr>
          <p:nvPr>
            <p:ph type="body" sz="quarter" idx="43"/>
          </p:nvPr>
        </p:nvSpPr>
        <p:spPr>
          <a:xfrm>
            <a:off x="8372331" y="4332756"/>
            <a:ext cx="2743200" cy="256811"/>
          </a:xfrm>
        </p:spPr>
        <p:txBody>
          <a:bodyPr/>
          <a:lstStyle>
            <a:lvl1pPr algn="ctr">
              <a:defRPr>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3" name="Text Placeholder 21"/>
          <p:cNvSpPr>
            <a:spLocks noGrp="1"/>
          </p:cNvSpPr>
          <p:nvPr>
            <p:ph type="body" sz="quarter" idx="44"/>
          </p:nvPr>
        </p:nvSpPr>
        <p:spPr>
          <a:xfrm>
            <a:off x="1057131" y="5014501"/>
            <a:ext cx="2743200" cy="682675"/>
          </a:xfrm>
        </p:spPr>
        <p:txBody>
          <a:bodyPr>
            <a:noAutofit/>
          </a:bodyPr>
          <a:lstStyle>
            <a:lvl1pPr algn="ctr">
              <a:defRPr sz="120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4" name="Text Placeholder 21"/>
          <p:cNvSpPr>
            <a:spLocks noGrp="1"/>
          </p:cNvSpPr>
          <p:nvPr>
            <p:ph type="body" sz="quarter" idx="45"/>
          </p:nvPr>
        </p:nvSpPr>
        <p:spPr>
          <a:xfrm>
            <a:off x="4695393" y="5014500"/>
            <a:ext cx="2743200" cy="682675"/>
          </a:xfrm>
        </p:spPr>
        <p:txBody>
          <a:bodyPr>
            <a:noAutofit/>
          </a:bodyPr>
          <a:lstStyle>
            <a:lvl1pPr algn="ctr">
              <a:defRPr sz="120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5" name="Text Placeholder 21"/>
          <p:cNvSpPr>
            <a:spLocks noGrp="1"/>
          </p:cNvSpPr>
          <p:nvPr>
            <p:ph type="body" sz="quarter" idx="46"/>
          </p:nvPr>
        </p:nvSpPr>
        <p:spPr>
          <a:xfrm>
            <a:off x="8380703" y="5014500"/>
            <a:ext cx="2743200" cy="682675"/>
          </a:xfrm>
        </p:spPr>
        <p:txBody>
          <a:bodyPr>
            <a:noAutofit/>
          </a:bodyPr>
          <a:lstStyle>
            <a:lvl1pPr algn="ctr">
              <a:defRPr sz="120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Tree>
    <p:extLst>
      <p:ext uri="{BB962C8B-B14F-4D97-AF65-F5344CB8AC3E}">
        <p14:creationId xmlns:p14="http://schemas.microsoft.com/office/powerpoint/2010/main" val="41174731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500"/>
                            </p:stCondLst>
                            <p:childTnLst>
                              <p:par>
                                <p:cTn id="5" presetID="10" presetClass="entr" presetSubtype="0" fill="hold" grpId="0" nodeType="after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500"/>
                                        <p:tgtEl>
                                          <p:spTgt spid="15"/>
                                        </p:tgtEl>
                                      </p:cBhvr>
                                    </p:animEffect>
                                  </p:childTnLst>
                                </p:cTn>
                              </p:par>
                            </p:childTnLst>
                          </p:cTn>
                        </p:par>
                        <p:par>
                          <p:cTn id="8" fill="hold">
                            <p:stCondLst>
                              <p:cond delay="1000"/>
                            </p:stCondLst>
                            <p:childTnLst>
                              <p:par>
                                <p:cTn id="9" presetID="42" presetClass="entr" presetSubtype="0" fill="hold" grpId="0" nodeType="afterEffect">
                                  <p:stCondLst>
                                    <p:cond delay="0"/>
                                  </p:stCondLst>
                                  <p:childTnLst>
                                    <p:set>
                                      <p:cBhvr>
                                        <p:cTn id="10" dur="1" fill="hold">
                                          <p:stCondLst>
                                            <p:cond delay="0"/>
                                          </p:stCondLst>
                                        </p:cTn>
                                        <p:tgtEl>
                                          <p:spTgt spid="18">
                                            <p:txEl>
                                              <p:pRg st="0" end="0"/>
                                            </p:txEl>
                                          </p:spTgt>
                                        </p:tgtEl>
                                        <p:attrNameLst>
                                          <p:attrName>style.visibility</p:attrName>
                                        </p:attrNameLst>
                                      </p:cBhvr>
                                      <p:to>
                                        <p:strVal val="visible"/>
                                      </p:to>
                                    </p:set>
                                    <p:animEffect transition="in" filter="fade">
                                      <p:cBhvr>
                                        <p:cTn id="11" dur="500"/>
                                        <p:tgtEl>
                                          <p:spTgt spid="18">
                                            <p:txEl>
                                              <p:pRg st="0" end="0"/>
                                            </p:txEl>
                                          </p:spTgt>
                                        </p:tgtEl>
                                      </p:cBhvr>
                                    </p:animEffect>
                                    <p:anim calcmode="lin" valueType="num">
                                      <p:cBhvr>
                                        <p:cTn id="12" dur="500" fill="hold"/>
                                        <p:tgtEl>
                                          <p:spTgt spid="18">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18">
                                            <p:txEl>
                                              <p:pRg st="0" end="0"/>
                                            </p:txEl>
                                          </p:spTgt>
                                        </p:tgtEl>
                                        <p:attrNameLst>
                                          <p:attrName>ppt_y</p:attrName>
                                        </p:attrNameLst>
                                      </p:cBhvr>
                                      <p:tavLst>
                                        <p:tav tm="0">
                                          <p:val>
                                            <p:strVal val="#ppt_y+.1"/>
                                          </p:val>
                                        </p:tav>
                                        <p:tav tm="100000">
                                          <p:val>
                                            <p:strVal val="#ppt_y"/>
                                          </p:val>
                                        </p:tav>
                                      </p:tavLst>
                                    </p:anim>
                                  </p:childTnLst>
                                </p:cTn>
                              </p:par>
                            </p:childTnLst>
                          </p:cTn>
                        </p:par>
                        <p:par>
                          <p:cTn id="14" fill="hold">
                            <p:stCondLst>
                              <p:cond delay="1500"/>
                            </p:stCondLst>
                            <p:childTnLst>
                              <p:par>
                                <p:cTn id="15" presetID="42" presetClass="entr" presetSubtype="0" fill="hold" grpId="0" nodeType="afterEffect">
                                  <p:stCondLst>
                                    <p:cond delay="0"/>
                                  </p:stCondLst>
                                  <p:childTnLst>
                                    <p:set>
                                      <p:cBhvr>
                                        <p:cTn id="16" dur="1" fill="hold">
                                          <p:stCondLst>
                                            <p:cond delay="0"/>
                                          </p:stCondLst>
                                        </p:cTn>
                                        <p:tgtEl>
                                          <p:spTgt spid="43"/>
                                        </p:tgtEl>
                                        <p:attrNameLst>
                                          <p:attrName>style.visibility</p:attrName>
                                        </p:attrNameLst>
                                      </p:cBhvr>
                                      <p:to>
                                        <p:strVal val="visible"/>
                                      </p:to>
                                    </p:set>
                                    <p:animEffect transition="in" filter="fade">
                                      <p:cBhvr>
                                        <p:cTn id="17" dur="500"/>
                                        <p:tgtEl>
                                          <p:spTgt spid="43"/>
                                        </p:tgtEl>
                                      </p:cBhvr>
                                    </p:animEffect>
                                    <p:anim calcmode="lin" valueType="num">
                                      <p:cBhvr>
                                        <p:cTn id="18" dur="500" fill="hold"/>
                                        <p:tgtEl>
                                          <p:spTgt spid="43"/>
                                        </p:tgtEl>
                                        <p:attrNameLst>
                                          <p:attrName>ppt_x</p:attrName>
                                        </p:attrNameLst>
                                      </p:cBhvr>
                                      <p:tavLst>
                                        <p:tav tm="0">
                                          <p:val>
                                            <p:strVal val="#ppt_x"/>
                                          </p:val>
                                        </p:tav>
                                        <p:tav tm="100000">
                                          <p:val>
                                            <p:strVal val="#ppt_x"/>
                                          </p:val>
                                        </p:tav>
                                      </p:tavLst>
                                    </p:anim>
                                    <p:anim calcmode="lin" valueType="num">
                                      <p:cBhvr>
                                        <p:cTn id="19" dur="500" fill="hold"/>
                                        <p:tgtEl>
                                          <p:spTgt spid="43"/>
                                        </p:tgtEl>
                                        <p:attrNameLst>
                                          <p:attrName>ppt_y</p:attrName>
                                        </p:attrNameLst>
                                      </p:cBhvr>
                                      <p:tavLst>
                                        <p:tav tm="0">
                                          <p:val>
                                            <p:strVal val="#ppt_y+.1"/>
                                          </p:val>
                                        </p:tav>
                                        <p:tav tm="100000">
                                          <p:val>
                                            <p:strVal val="#ppt_y"/>
                                          </p:val>
                                        </p:tav>
                                      </p:tavLst>
                                    </p:anim>
                                  </p:childTnLst>
                                </p:cTn>
                              </p:par>
                            </p:childTnLst>
                          </p:cTn>
                        </p:par>
                        <p:par>
                          <p:cTn id="20" fill="hold">
                            <p:stCondLst>
                              <p:cond delay="2000"/>
                            </p:stCondLst>
                            <p:childTnLst>
                              <p:par>
                                <p:cTn id="21" presetID="42" presetClass="entr" presetSubtype="0" fill="hold" grpId="0" nodeType="afterEffect">
                                  <p:stCondLst>
                                    <p:cond delay="0"/>
                                  </p:stCondLst>
                                  <p:childTnLst>
                                    <p:set>
                                      <p:cBhvr>
                                        <p:cTn id="22" dur="1" fill="hold">
                                          <p:stCondLst>
                                            <p:cond delay="0"/>
                                          </p:stCondLst>
                                        </p:cTn>
                                        <p:tgtEl>
                                          <p:spTgt spid="19"/>
                                        </p:tgtEl>
                                        <p:attrNameLst>
                                          <p:attrName>style.visibility</p:attrName>
                                        </p:attrNameLst>
                                      </p:cBhvr>
                                      <p:to>
                                        <p:strVal val="visible"/>
                                      </p:to>
                                    </p:set>
                                    <p:animEffect transition="in" filter="fade">
                                      <p:cBhvr>
                                        <p:cTn id="23" dur="500"/>
                                        <p:tgtEl>
                                          <p:spTgt spid="19"/>
                                        </p:tgtEl>
                                      </p:cBhvr>
                                    </p:animEffect>
                                    <p:anim calcmode="lin" valueType="num">
                                      <p:cBhvr>
                                        <p:cTn id="24" dur="500" fill="hold"/>
                                        <p:tgtEl>
                                          <p:spTgt spid="19"/>
                                        </p:tgtEl>
                                        <p:attrNameLst>
                                          <p:attrName>ppt_x</p:attrName>
                                        </p:attrNameLst>
                                      </p:cBhvr>
                                      <p:tavLst>
                                        <p:tav tm="0">
                                          <p:val>
                                            <p:strVal val="#ppt_x"/>
                                          </p:val>
                                        </p:tav>
                                        <p:tav tm="100000">
                                          <p:val>
                                            <p:strVal val="#ppt_x"/>
                                          </p:val>
                                        </p:tav>
                                      </p:tavLst>
                                    </p:anim>
                                    <p:anim calcmode="lin" valueType="num">
                                      <p:cBhvr>
                                        <p:cTn id="25" dur="500" fill="hold"/>
                                        <p:tgtEl>
                                          <p:spTgt spid="19"/>
                                        </p:tgtEl>
                                        <p:attrNameLst>
                                          <p:attrName>ppt_y</p:attrName>
                                        </p:attrNameLst>
                                      </p:cBhvr>
                                      <p:tavLst>
                                        <p:tav tm="0">
                                          <p:val>
                                            <p:strVal val="#ppt_y+.1"/>
                                          </p:val>
                                        </p:tav>
                                        <p:tav tm="100000">
                                          <p:val>
                                            <p:strVal val="#ppt_y"/>
                                          </p:val>
                                        </p:tav>
                                      </p:tavLst>
                                    </p:anim>
                                  </p:childTnLst>
                                </p:cTn>
                              </p:par>
                            </p:childTnLst>
                          </p:cTn>
                        </p:par>
                        <p:par>
                          <p:cTn id="26" fill="hold">
                            <p:stCondLst>
                              <p:cond delay="2500"/>
                            </p:stCondLst>
                            <p:childTnLst>
                              <p:par>
                                <p:cTn id="27" presetID="42" presetClass="entr" presetSubtype="0" fill="hold" grpId="0" nodeType="afterEffect">
                                  <p:stCondLst>
                                    <p:cond delay="0"/>
                                  </p:stCondLst>
                                  <p:childTnLst>
                                    <p:set>
                                      <p:cBhvr>
                                        <p:cTn id="28" dur="1" fill="hold">
                                          <p:stCondLst>
                                            <p:cond delay="0"/>
                                          </p:stCondLst>
                                        </p:cTn>
                                        <p:tgtEl>
                                          <p:spTgt spid="20"/>
                                        </p:tgtEl>
                                        <p:attrNameLst>
                                          <p:attrName>style.visibility</p:attrName>
                                        </p:attrNameLst>
                                      </p:cBhvr>
                                      <p:to>
                                        <p:strVal val="visible"/>
                                      </p:to>
                                    </p:set>
                                    <p:animEffect transition="in" filter="fade">
                                      <p:cBhvr>
                                        <p:cTn id="29" dur="500"/>
                                        <p:tgtEl>
                                          <p:spTgt spid="20"/>
                                        </p:tgtEl>
                                      </p:cBhvr>
                                    </p:animEffect>
                                    <p:anim calcmode="lin" valueType="num">
                                      <p:cBhvr>
                                        <p:cTn id="30" dur="500" fill="hold"/>
                                        <p:tgtEl>
                                          <p:spTgt spid="20"/>
                                        </p:tgtEl>
                                        <p:attrNameLst>
                                          <p:attrName>ppt_x</p:attrName>
                                        </p:attrNameLst>
                                      </p:cBhvr>
                                      <p:tavLst>
                                        <p:tav tm="0">
                                          <p:val>
                                            <p:strVal val="#ppt_x"/>
                                          </p:val>
                                        </p:tav>
                                        <p:tav tm="100000">
                                          <p:val>
                                            <p:strVal val="#ppt_x"/>
                                          </p:val>
                                        </p:tav>
                                      </p:tavLst>
                                    </p:anim>
                                    <p:anim calcmode="lin" valueType="num">
                                      <p:cBhvr>
                                        <p:cTn id="31" dur="500" fill="hold"/>
                                        <p:tgtEl>
                                          <p:spTgt spid="20"/>
                                        </p:tgtEl>
                                        <p:attrNameLst>
                                          <p:attrName>ppt_y</p:attrName>
                                        </p:attrNameLst>
                                      </p:cBhvr>
                                      <p:tavLst>
                                        <p:tav tm="0">
                                          <p:val>
                                            <p:strVal val="#ppt_y+.1"/>
                                          </p:val>
                                        </p:tav>
                                        <p:tav tm="100000">
                                          <p:val>
                                            <p:strVal val="#ppt_y"/>
                                          </p:val>
                                        </p:tav>
                                      </p:tavLst>
                                    </p:anim>
                                  </p:childTnLst>
                                </p:cTn>
                              </p:par>
                            </p:childTnLst>
                          </p:cTn>
                        </p:par>
                        <p:par>
                          <p:cTn id="32" fill="hold">
                            <p:stCondLst>
                              <p:cond delay="3000"/>
                            </p:stCondLst>
                            <p:childTnLst>
                              <p:par>
                                <p:cTn id="33" presetID="42" presetClass="entr" presetSubtype="0" fill="hold" grpId="0" nodeType="afterEffect">
                                  <p:stCondLst>
                                    <p:cond delay="0"/>
                                  </p:stCondLst>
                                  <p:childTnLst>
                                    <p:set>
                                      <p:cBhvr>
                                        <p:cTn id="34" dur="1" fill="hold">
                                          <p:stCondLst>
                                            <p:cond delay="0"/>
                                          </p:stCondLst>
                                        </p:cTn>
                                        <p:tgtEl>
                                          <p:spTgt spid="24"/>
                                        </p:tgtEl>
                                        <p:attrNameLst>
                                          <p:attrName>style.visibility</p:attrName>
                                        </p:attrNameLst>
                                      </p:cBhvr>
                                      <p:to>
                                        <p:strVal val="visible"/>
                                      </p:to>
                                    </p:set>
                                    <p:animEffect transition="in" filter="fade">
                                      <p:cBhvr>
                                        <p:cTn id="35" dur="500"/>
                                        <p:tgtEl>
                                          <p:spTgt spid="24"/>
                                        </p:tgtEl>
                                      </p:cBhvr>
                                    </p:animEffect>
                                    <p:anim calcmode="lin" valueType="num">
                                      <p:cBhvr>
                                        <p:cTn id="36" dur="500" fill="hold"/>
                                        <p:tgtEl>
                                          <p:spTgt spid="24"/>
                                        </p:tgtEl>
                                        <p:attrNameLst>
                                          <p:attrName>ppt_x</p:attrName>
                                        </p:attrNameLst>
                                      </p:cBhvr>
                                      <p:tavLst>
                                        <p:tav tm="0">
                                          <p:val>
                                            <p:strVal val="#ppt_x"/>
                                          </p:val>
                                        </p:tav>
                                        <p:tav tm="100000">
                                          <p:val>
                                            <p:strVal val="#ppt_x"/>
                                          </p:val>
                                        </p:tav>
                                      </p:tavLst>
                                    </p:anim>
                                    <p:anim calcmode="lin" valueType="num">
                                      <p:cBhvr>
                                        <p:cTn id="37" dur="500" fill="hold"/>
                                        <p:tgtEl>
                                          <p:spTgt spid="24"/>
                                        </p:tgtEl>
                                        <p:attrNameLst>
                                          <p:attrName>ppt_y</p:attrName>
                                        </p:attrNameLst>
                                      </p:cBhvr>
                                      <p:tavLst>
                                        <p:tav tm="0">
                                          <p:val>
                                            <p:strVal val="#ppt_y+.1"/>
                                          </p:val>
                                        </p:tav>
                                        <p:tav tm="100000">
                                          <p:val>
                                            <p:strVal val="#ppt_y"/>
                                          </p:val>
                                        </p:tav>
                                      </p:tavLst>
                                    </p:anim>
                                  </p:childTnLst>
                                </p:cTn>
                              </p:par>
                            </p:childTnLst>
                          </p:cTn>
                        </p:par>
                        <p:par>
                          <p:cTn id="38" fill="hold">
                            <p:stCondLst>
                              <p:cond delay="3500"/>
                            </p:stCondLst>
                            <p:childTnLst>
                              <p:par>
                                <p:cTn id="39" presetID="42" presetClass="entr" presetSubtype="0" fill="hold" grpId="0" nodeType="afterEffect">
                                  <p:stCondLst>
                                    <p:cond delay="0"/>
                                  </p:stCondLst>
                                  <p:childTnLst>
                                    <p:set>
                                      <p:cBhvr>
                                        <p:cTn id="40" dur="1" fill="hold">
                                          <p:stCondLst>
                                            <p:cond delay="0"/>
                                          </p:stCondLst>
                                        </p:cTn>
                                        <p:tgtEl>
                                          <p:spTgt spid="25"/>
                                        </p:tgtEl>
                                        <p:attrNameLst>
                                          <p:attrName>style.visibility</p:attrName>
                                        </p:attrNameLst>
                                      </p:cBhvr>
                                      <p:to>
                                        <p:strVal val="visible"/>
                                      </p:to>
                                    </p:set>
                                    <p:animEffect transition="in" filter="fade">
                                      <p:cBhvr>
                                        <p:cTn id="41" dur="500"/>
                                        <p:tgtEl>
                                          <p:spTgt spid="25"/>
                                        </p:tgtEl>
                                      </p:cBhvr>
                                    </p:animEffect>
                                    <p:anim calcmode="lin" valueType="num">
                                      <p:cBhvr>
                                        <p:cTn id="42" dur="500" fill="hold"/>
                                        <p:tgtEl>
                                          <p:spTgt spid="25"/>
                                        </p:tgtEl>
                                        <p:attrNameLst>
                                          <p:attrName>ppt_x</p:attrName>
                                        </p:attrNameLst>
                                      </p:cBhvr>
                                      <p:tavLst>
                                        <p:tav tm="0">
                                          <p:val>
                                            <p:strVal val="#ppt_x"/>
                                          </p:val>
                                        </p:tav>
                                        <p:tav tm="100000">
                                          <p:val>
                                            <p:strVal val="#ppt_x"/>
                                          </p:val>
                                        </p:tav>
                                      </p:tavLst>
                                    </p:anim>
                                    <p:anim calcmode="lin" valueType="num">
                                      <p:cBhvr>
                                        <p:cTn id="43" dur="500" fill="hold"/>
                                        <p:tgtEl>
                                          <p:spTgt spid="25"/>
                                        </p:tgtEl>
                                        <p:attrNameLst>
                                          <p:attrName>ppt_y</p:attrName>
                                        </p:attrNameLst>
                                      </p:cBhvr>
                                      <p:tavLst>
                                        <p:tav tm="0">
                                          <p:val>
                                            <p:strVal val="#ppt_y+.1"/>
                                          </p:val>
                                        </p:tav>
                                        <p:tav tm="100000">
                                          <p:val>
                                            <p:strVal val="#ppt_y"/>
                                          </p:val>
                                        </p:tav>
                                      </p:tavLst>
                                    </p:anim>
                                  </p:childTnLst>
                                </p:cTn>
                              </p:par>
                            </p:childTnLst>
                          </p:cTn>
                        </p:par>
                        <p:par>
                          <p:cTn id="44" fill="hold">
                            <p:stCondLst>
                              <p:cond delay="4000"/>
                            </p:stCondLst>
                            <p:childTnLst>
                              <p:par>
                                <p:cTn id="45" presetID="42" presetClass="entr" presetSubtype="0" fill="hold" grpId="0" nodeType="afterEffect">
                                  <p:stCondLst>
                                    <p:cond delay="0"/>
                                  </p:stCondLst>
                                  <p:childTnLst>
                                    <p:set>
                                      <p:cBhvr>
                                        <p:cTn id="46" dur="1" fill="hold">
                                          <p:stCondLst>
                                            <p:cond delay="0"/>
                                          </p:stCondLst>
                                        </p:cTn>
                                        <p:tgtEl>
                                          <p:spTgt spid="26"/>
                                        </p:tgtEl>
                                        <p:attrNameLst>
                                          <p:attrName>style.visibility</p:attrName>
                                        </p:attrNameLst>
                                      </p:cBhvr>
                                      <p:to>
                                        <p:strVal val="visible"/>
                                      </p:to>
                                    </p:set>
                                    <p:animEffect transition="in" filter="fade">
                                      <p:cBhvr>
                                        <p:cTn id="47" dur="500"/>
                                        <p:tgtEl>
                                          <p:spTgt spid="26"/>
                                        </p:tgtEl>
                                      </p:cBhvr>
                                    </p:animEffect>
                                    <p:anim calcmode="lin" valueType="num">
                                      <p:cBhvr>
                                        <p:cTn id="48" dur="500" fill="hold"/>
                                        <p:tgtEl>
                                          <p:spTgt spid="26"/>
                                        </p:tgtEl>
                                        <p:attrNameLst>
                                          <p:attrName>ppt_x</p:attrName>
                                        </p:attrNameLst>
                                      </p:cBhvr>
                                      <p:tavLst>
                                        <p:tav tm="0">
                                          <p:val>
                                            <p:strVal val="#ppt_x"/>
                                          </p:val>
                                        </p:tav>
                                        <p:tav tm="100000">
                                          <p:val>
                                            <p:strVal val="#ppt_x"/>
                                          </p:val>
                                        </p:tav>
                                      </p:tavLst>
                                    </p:anim>
                                    <p:anim calcmode="lin" valueType="num">
                                      <p:cBhvr>
                                        <p:cTn id="49" dur="500" fill="hold"/>
                                        <p:tgtEl>
                                          <p:spTgt spid="26"/>
                                        </p:tgtEl>
                                        <p:attrNameLst>
                                          <p:attrName>ppt_y</p:attrName>
                                        </p:attrNameLst>
                                      </p:cBhvr>
                                      <p:tavLst>
                                        <p:tav tm="0">
                                          <p:val>
                                            <p:strVal val="#ppt_y+.1"/>
                                          </p:val>
                                        </p:tav>
                                        <p:tav tm="100000">
                                          <p:val>
                                            <p:strVal val="#ppt_y"/>
                                          </p:val>
                                        </p:tav>
                                      </p:tavLst>
                                    </p:anim>
                                  </p:childTnLst>
                                </p:cTn>
                              </p:par>
                            </p:childTnLst>
                          </p:cTn>
                        </p:par>
                        <p:par>
                          <p:cTn id="50" fill="hold">
                            <p:stCondLst>
                              <p:cond delay="4500"/>
                            </p:stCondLst>
                            <p:childTnLst>
                              <p:par>
                                <p:cTn id="51" presetID="53" presetClass="entr" presetSubtype="16" fill="hold" grpId="0" nodeType="afterEffect" nodePh="1">
                                  <p:stCondLst>
                                    <p:cond delay="0"/>
                                  </p:stCondLst>
                                  <p:endCondLst>
                                    <p:cond evt="begin" delay="0">
                                      <p:tn val="51"/>
                                    </p:cond>
                                  </p:endCondLst>
                                  <p:childTnLst>
                                    <p:set>
                                      <p:cBhvr>
                                        <p:cTn id="52" dur="1" fill="hold">
                                          <p:stCondLst>
                                            <p:cond delay="0"/>
                                          </p:stCondLst>
                                        </p:cTn>
                                        <p:tgtEl>
                                          <p:spTgt spid="27">
                                            <p:txEl>
                                              <p:pRg st="0" end="0"/>
                                            </p:txEl>
                                          </p:spTgt>
                                        </p:tgtEl>
                                        <p:attrNameLst>
                                          <p:attrName>style.visibility</p:attrName>
                                        </p:attrNameLst>
                                      </p:cBhvr>
                                      <p:to>
                                        <p:strVal val="visible"/>
                                      </p:to>
                                    </p:set>
                                    <p:anim calcmode="lin" valueType="num">
                                      <p:cBhvr>
                                        <p:cTn id="53" dur="500" fill="hold"/>
                                        <p:tgtEl>
                                          <p:spTgt spid="27">
                                            <p:txEl>
                                              <p:pRg st="0" end="0"/>
                                            </p:txEl>
                                          </p:spTgt>
                                        </p:tgtEl>
                                        <p:attrNameLst>
                                          <p:attrName>ppt_w</p:attrName>
                                        </p:attrNameLst>
                                      </p:cBhvr>
                                      <p:tavLst>
                                        <p:tav tm="0">
                                          <p:val>
                                            <p:fltVal val="0"/>
                                          </p:val>
                                        </p:tav>
                                        <p:tav tm="100000">
                                          <p:val>
                                            <p:strVal val="#ppt_w"/>
                                          </p:val>
                                        </p:tav>
                                      </p:tavLst>
                                    </p:anim>
                                    <p:anim calcmode="lin" valueType="num">
                                      <p:cBhvr>
                                        <p:cTn id="54" dur="500" fill="hold"/>
                                        <p:tgtEl>
                                          <p:spTgt spid="27">
                                            <p:txEl>
                                              <p:pRg st="0" end="0"/>
                                            </p:txEl>
                                          </p:spTgt>
                                        </p:tgtEl>
                                        <p:attrNameLst>
                                          <p:attrName>ppt_h</p:attrName>
                                        </p:attrNameLst>
                                      </p:cBhvr>
                                      <p:tavLst>
                                        <p:tav tm="0">
                                          <p:val>
                                            <p:fltVal val="0"/>
                                          </p:val>
                                        </p:tav>
                                        <p:tav tm="100000">
                                          <p:val>
                                            <p:strVal val="#ppt_h"/>
                                          </p:val>
                                        </p:tav>
                                      </p:tavLst>
                                    </p:anim>
                                    <p:animEffect transition="in" filter="fade">
                                      <p:cBhvr>
                                        <p:cTn id="55" dur="500"/>
                                        <p:tgtEl>
                                          <p:spTgt spid="27">
                                            <p:txEl>
                                              <p:pRg st="0" end="0"/>
                                            </p:txEl>
                                          </p:spTgt>
                                        </p:tgtEl>
                                      </p:cBhvr>
                                    </p:animEffect>
                                  </p:childTnLst>
                                </p:cTn>
                              </p:par>
                            </p:childTnLst>
                          </p:cTn>
                        </p:par>
                        <p:par>
                          <p:cTn id="56" fill="hold">
                            <p:stCondLst>
                              <p:cond delay="5000"/>
                            </p:stCondLst>
                            <p:childTnLst>
                              <p:par>
                                <p:cTn id="57" presetID="53" presetClass="entr" presetSubtype="16" fill="hold" grpId="0" nodeType="afterEffect" nodePh="1">
                                  <p:stCondLst>
                                    <p:cond delay="0"/>
                                  </p:stCondLst>
                                  <p:endCondLst>
                                    <p:cond evt="begin" delay="0">
                                      <p:tn val="57"/>
                                    </p:cond>
                                  </p:endCondLst>
                                  <p:childTnLst>
                                    <p:set>
                                      <p:cBhvr>
                                        <p:cTn id="58" dur="1" fill="hold">
                                          <p:stCondLst>
                                            <p:cond delay="0"/>
                                          </p:stCondLst>
                                        </p:cTn>
                                        <p:tgtEl>
                                          <p:spTgt spid="28">
                                            <p:txEl>
                                              <p:pRg st="0" end="0"/>
                                            </p:txEl>
                                          </p:spTgt>
                                        </p:tgtEl>
                                        <p:attrNameLst>
                                          <p:attrName>style.visibility</p:attrName>
                                        </p:attrNameLst>
                                      </p:cBhvr>
                                      <p:to>
                                        <p:strVal val="visible"/>
                                      </p:to>
                                    </p:set>
                                    <p:anim calcmode="lin" valueType="num">
                                      <p:cBhvr>
                                        <p:cTn id="59" dur="500" fill="hold"/>
                                        <p:tgtEl>
                                          <p:spTgt spid="28">
                                            <p:txEl>
                                              <p:pRg st="0" end="0"/>
                                            </p:txEl>
                                          </p:spTgt>
                                        </p:tgtEl>
                                        <p:attrNameLst>
                                          <p:attrName>ppt_w</p:attrName>
                                        </p:attrNameLst>
                                      </p:cBhvr>
                                      <p:tavLst>
                                        <p:tav tm="0">
                                          <p:val>
                                            <p:fltVal val="0"/>
                                          </p:val>
                                        </p:tav>
                                        <p:tav tm="100000">
                                          <p:val>
                                            <p:strVal val="#ppt_w"/>
                                          </p:val>
                                        </p:tav>
                                      </p:tavLst>
                                    </p:anim>
                                    <p:anim calcmode="lin" valueType="num">
                                      <p:cBhvr>
                                        <p:cTn id="60" dur="500" fill="hold"/>
                                        <p:tgtEl>
                                          <p:spTgt spid="28">
                                            <p:txEl>
                                              <p:pRg st="0" end="0"/>
                                            </p:txEl>
                                          </p:spTgt>
                                        </p:tgtEl>
                                        <p:attrNameLst>
                                          <p:attrName>ppt_h</p:attrName>
                                        </p:attrNameLst>
                                      </p:cBhvr>
                                      <p:tavLst>
                                        <p:tav tm="0">
                                          <p:val>
                                            <p:fltVal val="0"/>
                                          </p:val>
                                        </p:tav>
                                        <p:tav tm="100000">
                                          <p:val>
                                            <p:strVal val="#ppt_h"/>
                                          </p:val>
                                        </p:tav>
                                      </p:tavLst>
                                    </p:anim>
                                    <p:animEffect transition="in" filter="fade">
                                      <p:cBhvr>
                                        <p:cTn id="61" dur="500"/>
                                        <p:tgtEl>
                                          <p:spTgt spid="28">
                                            <p:txEl>
                                              <p:pRg st="0" end="0"/>
                                            </p:txEl>
                                          </p:spTgt>
                                        </p:tgtEl>
                                      </p:cBhvr>
                                    </p:animEffect>
                                  </p:childTnLst>
                                </p:cTn>
                              </p:par>
                            </p:childTnLst>
                          </p:cTn>
                        </p:par>
                        <p:par>
                          <p:cTn id="62" fill="hold">
                            <p:stCondLst>
                              <p:cond delay="5500"/>
                            </p:stCondLst>
                            <p:childTnLst>
                              <p:par>
                                <p:cTn id="63" presetID="53" presetClass="entr" presetSubtype="16" fill="hold" grpId="0" nodeType="afterEffect" nodePh="1">
                                  <p:stCondLst>
                                    <p:cond delay="0"/>
                                  </p:stCondLst>
                                  <p:endCondLst>
                                    <p:cond evt="begin" delay="0">
                                      <p:tn val="63"/>
                                    </p:cond>
                                  </p:endCondLst>
                                  <p:childTnLst>
                                    <p:set>
                                      <p:cBhvr>
                                        <p:cTn id="64" dur="1" fill="hold">
                                          <p:stCondLst>
                                            <p:cond delay="0"/>
                                          </p:stCondLst>
                                        </p:cTn>
                                        <p:tgtEl>
                                          <p:spTgt spid="29">
                                            <p:txEl>
                                              <p:pRg st="0" end="0"/>
                                            </p:txEl>
                                          </p:spTgt>
                                        </p:tgtEl>
                                        <p:attrNameLst>
                                          <p:attrName>style.visibility</p:attrName>
                                        </p:attrNameLst>
                                      </p:cBhvr>
                                      <p:to>
                                        <p:strVal val="visible"/>
                                      </p:to>
                                    </p:set>
                                    <p:anim calcmode="lin" valueType="num">
                                      <p:cBhvr>
                                        <p:cTn id="65" dur="500" fill="hold"/>
                                        <p:tgtEl>
                                          <p:spTgt spid="29">
                                            <p:txEl>
                                              <p:pRg st="0" end="0"/>
                                            </p:txEl>
                                          </p:spTgt>
                                        </p:tgtEl>
                                        <p:attrNameLst>
                                          <p:attrName>ppt_w</p:attrName>
                                        </p:attrNameLst>
                                      </p:cBhvr>
                                      <p:tavLst>
                                        <p:tav tm="0">
                                          <p:val>
                                            <p:fltVal val="0"/>
                                          </p:val>
                                        </p:tav>
                                        <p:tav tm="100000">
                                          <p:val>
                                            <p:strVal val="#ppt_w"/>
                                          </p:val>
                                        </p:tav>
                                      </p:tavLst>
                                    </p:anim>
                                    <p:anim calcmode="lin" valueType="num">
                                      <p:cBhvr>
                                        <p:cTn id="66" dur="500" fill="hold"/>
                                        <p:tgtEl>
                                          <p:spTgt spid="29">
                                            <p:txEl>
                                              <p:pRg st="0" end="0"/>
                                            </p:txEl>
                                          </p:spTgt>
                                        </p:tgtEl>
                                        <p:attrNameLst>
                                          <p:attrName>ppt_h</p:attrName>
                                        </p:attrNameLst>
                                      </p:cBhvr>
                                      <p:tavLst>
                                        <p:tav tm="0">
                                          <p:val>
                                            <p:fltVal val="0"/>
                                          </p:val>
                                        </p:tav>
                                        <p:tav tm="100000">
                                          <p:val>
                                            <p:strVal val="#ppt_h"/>
                                          </p:val>
                                        </p:tav>
                                      </p:tavLst>
                                    </p:anim>
                                    <p:animEffect transition="in" filter="fade">
                                      <p:cBhvr>
                                        <p:cTn id="67" dur="500"/>
                                        <p:tgtEl>
                                          <p:spTgt spid="29">
                                            <p:txEl>
                                              <p:pRg st="0" end="0"/>
                                            </p:txEl>
                                          </p:spTgt>
                                        </p:tgtEl>
                                      </p:cBhvr>
                                    </p:animEffect>
                                  </p:childTnLst>
                                </p:cTn>
                              </p:par>
                            </p:childTnLst>
                          </p:cTn>
                        </p:par>
                        <p:par>
                          <p:cTn id="68" fill="hold">
                            <p:stCondLst>
                              <p:cond delay="6000"/>
                            </p:stCondLst>
                            <p:childTnLst>
                              <p:par>
                                <p:cTn id="69" presetID="10" presetClass="entr" presetSubtype="0" fill="hold" grpId="0" nodeType="afterEffect">
                                  <p:stCondLst>
                                    <p:cond delay="0"/>
                                  </p:stCondLst>
                                  <p:childTnLst>
                                    <p:set>
                                      <p:cBhvr>
                                        <p:cTn id="70" dur="1" fill="hold">
                                          <p:stCondLst>
                                            <p:cond delay="0"/>
                                          </p:stCondLst>
                                        </p:cTn>
                                        <p:tgtEl>
                                          <p:spTgt spid="6"/>
                                        </p:tgtEl>
                                        <p:attrNameLst>
                                          <p:attrName>style.visibility</p:attrName>
                                        </p:attrNameLst>
                                      </p:cBhvr>
                                      <p:to>
                                        <p:strVal val="visible"/>
                                      </p:to>
                                    </p:set>
                                    <p:animEffect transition="in" filter="fade">
                                      <p:cBhvr>
                                        <p:cTn id="71" dur="500"/>
                                        <p:tgtEl>
                                          <p:spTgt spid="6"/>
                                        </p:tgtEl>
                                      </p:cBhvr>
                                    </p:animEffect>
                                  </p:childTnLst>
                                </p:cTn>
                              </p:par>
                            </p:childTnLst>
                          </p:cTn>
                        </p:par>
                        <p:par>
                          <p:cTn id="72" fill="hold">
                            <p:stCondLst>
                              <p:cond delay="6500"/>
                            </p:stCondLst>
                            <p:childTnLst>
                              <p:par>
                                <p:cTn id="73" presetID="53" presetClass="entr" presetSubtype="16" fill="hold" grpId="0" nodeType="afterEffect" nodePh="1">
                                  <p:stCondLst>
                                    <p:cond delay="0"/>
                                  </p:stCondLst>
                                  <p:endCondLst>
                                    <p:cond evt="begin" delay="0">
                                      <p:tn val="73"/>
                                    </p:cond>
                                  </p:endCondLst>
                                  <p:childTnLst>
                                    <p:set>
                                      <p:cBhvr>
                                        <p:cTn id="74" dur="1" fill="hold">
                                          <p:stCondLst>
                                            <p:cond delay="0"/>
                                          </p:stCondLst>
                                        </p:cTn>
                                        <p:tgtEl>
                                          <p:spTgt spid="33">
                                            <p:txEl>
                                              <p:pRg st="0" end="0"/>
                                            </p:txEl>
                                          </p:spTgt>
                                        </p:tgtEl>
                                        <p:attrNameLst>
                                          <p:attrName>style.visibility</p:attrName>
                                        </p:attrNameLst>
                                      </p:cBhvr>
                                      <p:to>
                                        <p:strVal val="visible"/>
                                      </p:to>
                                    </p:set>
                                    <p:anim calcmode="lin" valueType="num">
                                      <p:cBhvr>
                                        <p:cTn id="75" dur="500" fill="hold"/>
                                        <p:tgtEl>
                                          <p:spTgt spid="33">
                                            <p:txEl>
                                              <p:pRg st="0" end="0"/>
                                            </p:txEl>
                                          </p:spTgt>
                                        </p:tgtEl>
                                        <p:attrNameLst>
                                          <p:attrName>ppt_w</p:attrName>
                                        </p:attrNameLst>
                                      </p:cBhvr>
                                      <p:tavLst>
                                        <p:tav tm="0">
                                          <p:val>
                                            <p:fltVal val="0"/>
                                          </p:val>
                                        </p:tav>
                                        <p:tav tm="100000">
                                          <p:val>
                                            <p:strVal val="#ppt_w"/>
                                          </p:val>
                                        </p:tav>
                                      </p:tavLst>
                                    </p:anim>
                                    <p:anim calcmode="lin" valueType="num">
                                      <p:cBhvr>
                                        <p:cTn id="76" dur="500" fill="hold"/>
                                        <p:tgtEl>
                                          <p:spTgt spid="33">
                                            <p:txEl>
                                              <p:pRg st="0" end="0"/>
                                            </p:txEl>
                                          </p:spTgt>
                                        </p:tgtEl>
                                        <p:attrNameLst>
                                          <p:attrName>ppt_h</p:attrName>
                                        </p:attrNameLst>
                                      </p:cBhvr>
                                      <p:tavLst>
                                        <p:tav tm="0">
                                          <p:val>
                                            <p:fltVal val="0"/>
                                          </p:val>
                                        </p:tav>
                                        <p:tav tm="100000">
                                          <p:val>
                                            <p:strVal val="#ppt_h"/>
                                          </p:val>
                                        </p:tav>
                                      </p:tavLst>
                                    </p:anim>
                                    <p:animEffect transition="in" filter="fade">
                                      <p:cBhvr>
                                        <p:cTn id="77" dur="500"/>
                                        <p:tgtEl>
                                          <p:spTgt spid="33">
                                            <p:txEl>
                                              <p:pRg st="0" end="0"/>
                                            </p:txEl>
                                          </p:spTgt>
                                        </p:tgtEl>
                                      </p:cBhvr>
                                    </p:animEffect>
                                  </p:childTnLst>
                                </p:cTn>
                              </p:par>
                            </p:childTnLst>
                          </p:cTn>
                        </p:par>
                        <p:par>
                          <p:cTn id="78" fill="hold">
                            <p:stCondLst>
                              <p:cond delay="7000"/>
                            </p:stCondLst>
                            <p:childTnLst>
                              <p:par>
                                <p:cTn id="79" presetID="10" presetClass="entr" presetSubtype="0" fill="hold" grpId="0" nodeType="afterEffect">
                                  <p:stCondLst>
                                    <p:cond delay="0"/>
                                  </p:stCondLst>
                                  <p:childTnLst>
                                    <p:set>
                                      <p:cBhvr>
                                        <p:cTn id="80" dur="1" fill="hold">
                                          <p:stCondLst>
                                            <p:cond delay="0"/>
                                          </p:stCondLst>
                                        </p:cTn>
                                        <p:tgtEl>
                                          <p:spTgt spid="30"/>
                                        </p:tgtEl>
                                        <p:attrNameLst>
                                          <p:attrName>style.visibility</p:attrName>
                                        </p:attrNameLst>
                                      </p:cBhvr>
                                      <p:to>
                                        <p:strVal val="visible"/>
                                      </p:to>
                                    </p:set>
                                    <p:animEffect transition="in" filter="fade">
                                      <p:cBhvr>
                                        <p:cTn id="81" dur="500"/>
                                        <p:tgtEl>
                                          <p:spTgt spid="30"/>
                                        </p:tgtEl>
                                      </p:cBhvr>
                                    </p:animEffect>
                                  </p:childTnLst>
                                </p:cTn>
                              </p:par>
                            </p:childTnLst>
                          </p:cTn>
                        </p:par>
                        <p:par>
                          <p:cTn id="82" fill="hold">
                            <p:stCondLst>
                              <p:cond delay="7500"/>
                            </p:stCondLst>
                            <p:childTnLst>
                              <p:par>
                                <p:cTn id="83" presetID="53" presetClass="entr" presetSubtype="16" fill="hold" grpId="0" nodeType="afterEffect" nodePh="1">
                                  <p:stCondLst>
                                    <p:cond delay="0"/>
                                  </p:stCondLst>
                                  <p:endCondLst>
                                    <p:cond evt="begin" delay="0">
                                      <p:tn val="83"/>
                                    </p:cond>
                                  </p:endCondLst>
                                  <p:childTnLst>
                                    <p:set>
                                      <p:cBhvr>
                                        <p:cTn id="84" dur="1" fill="hold">
                                          <p:stCondLst>
                                            <p:cond delay="0"/>
                                          </p:stCondLst>
                                        </p:cTn>
                                        <p:tgtEl>
                                          <p:spTgt spid="34">
                                            <p:txEl>
                                              <p:pRg st="0" end="0"/>
                                            </p:txEl>
                                          </p:spTgt>
                                        </p:tgtEl>
                                        <p:attrNameLst>
                                          <p:attrName>style.visibility</p:attrName>
                                        </p:attrNameLst>
                                      </p:cBhvr>
                                      <p:to>
                                        <p:strVal val="visible"/>
                                      </p:to>
                                    </p:set>
                                    <p:anim calcmode="lin" valueType="num">
                                      <p:cBhvr>
                                        <p:cTn id="85" dur="500" fill="hold"/>
                                        <p:tgtEl>
                                          <p:spTgt spid="34">
                                            <p:txEl>
                                              <p:pRg st="0" end="0"/>
                                            </p:txEl>
                                          </p:spTgt>
                                        </p:tgtEl>
                                        <p:attrNameLst>
                                          <p:attrName>ppt_w</p:attrName>
                                        </p:attrNameLst>
                                      </p:cBhvr>
                                      <p:tavLst>
                                        <p:tav tm="0">
                                          <p:val>
                                            <p:fltVal val="0"/>
                                          </p:val>
                                        </p:tav>
                                        <p:tav tm="100000">
                                          <p:val>
                                            <p:strVal val="#ppt_w"/>
                                          </p:val>
                                        </p:tav>
                                      </p:tavLst>
                                    </p:anim>
                                    <p:anim calcmode="lin" valueType="num">
                                      <p:cBhvr>
                                        <p:cTn id="86" dur="500" fill="hold"/>
                                        <p:tgtEl>
                                          <p:spTgt spid="34">
                                            <p:txEl>
                                              <p:pRg st="0" end="0"/>
                                            </p:txEl>
                                          </p:spTgt>
                                        </p:tgtEl>
                                        <p:attrNameLst>
                                          <p:attrName>ppt_h</p:attrName>
                                        </p:attrNameLst>
                                      </p:cBhvr>
                                      <p:tavLst>
                                        <p:tav tm="0">
                                          <p:val>
                                            <p:fltVal val="0"/>
                                          </p:val>
                                        </p:tav>
                                        <p:tav tm="100000">
                                          <p:val>
                                            <p:strVal val="#ppt_h"/>
                                          </p:val>
                                        </p:tav>
                                      </p:tavLst>
                                    </p:anim>
                                    <p:animEffect transition="in" filter="fade">
                                      <p:cBhvr>
                                        <p:cTn id="87" dur="500"/>
                                        <p:tgtEl>
                                          <p:spTgt spid="34">
                                            <p:txEl>
                                              <p:pRg st="0" end="0"/>
                                            </p:txEl>
                                          </p:spTgt>
                                        </p:tgtEl>
                                      </p:cBhvr>
                                    </p:animEffect>
                                  </p:childTnLst>
                                </p:cTn>
                              </p:par>
                            </p:childTnLst>
                          </p:cTn>
                        </p:par>
                        <p:par>
                          <p:cTn id="88" fill="hold">
                            <p:stCondLst>
                              <p:cond delay="8000"/>
                            </p:stCondLst>
                            <p:childTnLst>
                              <p:par>
                                <p:cTn id="89" presetID="10" presetClass="entr" presetSubtype="0" fill="hold" grpId="0" nodeType="afterEffect">
                                  <p:stCondLst>
                                    <p:cond delay="0"/>
                                  </p:stCondLst>
                                  <p:childTnLst>
                                    <p:set>
                                      <p:cBhvr>
                                        <p:cTn id="90" dur="1" fill="hold">
                                          <p:stCondLst>
                                            <p:cond delay="0"/>
                                          </p:stCondLst>
                                        </p:cTn>
                                        <p:tgtEl>
                                          <p:spTgt spid="31"/>
                                        </p:tgtEl>
                                        <p:attrNameLst>
                                          <p:attrName>style.visibility</p:attrName>
                                        </p:attrNameLst>
                                      </p:cBhvr>
                                      <p:to>
                                        <p:strVal val="visible"/>
                                      </p:to>
                                    </p:set>
                                    <p:animEffect transition="in" filter="fade">
                                      <p:cBhvr>
                                        <p:cTn id="91" dur="500"/>
                                        <p:tgtEl>
                                          <p:spTgt spid="31"/>
                                        </p:tgtEl>
                                      </p:cBhvr>
                                    </p:animEffect>
                                  </p:childTnLst>
                                </p:cTn>
                              </p:par>
                            </p:childTnLst>
                          </p:cTn>
                        </p:par>
                        <p:par>
                          <p:cTn id="92" fill="hold">
                            <p:stCondLst>
                              <p:cond delay="8500"/>
                            </p:stCondLst>
                            <p:childTnLst>
                              <p:par>
                                <p:cTn id="93" presetID="53" presetClass="entr" presetSubtype="16" fill="hold" grpId="0" nodeType="afterEffect" nodePh="1">
                                  <p:stCondLst>
                                    <p:cond delay="0"/>
                                  </p:stCondLst>
                                  <p:endCondLst>
                                    <p:cond evt="begin" delay="0">
                                      <p:tn val="93"/>
                                    </p:cond>
                                  </p:endCondLst>
                                  <p:childTnLst>
                                    <p:set>
                                      <p:cBhvr>
                                        <p:cTn id="94" dur="1" fill="hold">
                                          <p:stCondLst>
                                            <p:cond delay="0"/>
                                          </p:stCondLst>
                                        </p:cTn>
                                        <p:tgtEl>
                                          <p:spTgt spid="35">
                                            <p:txEl>
                                              <p:pRg st="0" end="0"/>
                                            </p:txEl>
                                          </p:spTgt>
                                        </p:tgtEl>
                                        <p:attrNameLst>
                                          <p:attrName>style.visibility</p:attrName>
                                        </p:attrNameLst>
                                      </p:cBhvr>
                                      <p:to>
                                        <p:strVal val="visible"/>
                                      </p:to>
                                    </p:set>
                                    <p:anim calcmode="lin" valueType="num">
                                      <p:cBhvr>
                                        <p:cTn id="95" dur="500" fill="hold"/>
                                        <p:tgtEl>
                                          <p:spTgt spid="35">
                                            <p:txEl>
                                              <p:pRg st="0" end="0"/>
                                            </p:txEl>
                                          </p:spTgt>
                                        </p:tgtEl>
                                        <p:attrNameLst>
                                          <p:attrName>ppt_w</p:attrName>
                                        </p:attrNameLst>
                                      </p:cBhvr>
                                      <p:tavLst>
                                        <p:tav tm="0">
                                          <p:val>
                                            <p:fltVal val="0"/>
                                          </p:val>
                                        </p:tav>
                                        <p:tav tm="100000">
                                          <p:val>
                                            <p:strVal val="#ppt_w"/>
                                          </p:val>
                                        </p:tav>
                                      </p:tavLst>
                                    </p:anim>
                                    <p:anim calcmode="lin" valueType="num">
                                      <p:cBhvr>
                                        <p:cTn id="96" dur="500" fill="hold"/>
                                        <p:tgtEl>
                                          <p:spTgt spid="35">
                                            <p:txEl>
                                              <p:pRg st="0" end="0"/>
                                            </p:txEl>
                                          </p:spTgt>
                                        </p:tgtEl>
                                        <p:attrNameLst>
                                          <p:attrName>ppt_h</p:attrName>
                                        </p:attrNameLst>
                                      </p:cBhvr>
                                      <p:tavLst>
                                        <p:tav tm="0">
                                          <p:val>
                                            <p:fltVal val="0"/>
                                          </p:val>
                                        </p:tav>
                                        <p:tav tm="100000">
                                          <p:val>
                                            <p:strVal val="#ppt_h"/>
                                          </p:val>
                                        </p:tav>
                                      </p:tavLst>
                                    </p:anim>
                                    <p:animEffect transition="in" filter="fade">
                                      <p:cBhvr>
                                        <p:cTn id="97" dur="500"/>
                                        <p:tgtEl>
                                          <p:spTgt spid="35">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30" grpId="0" animBg="1"/>
      <p:bldP spid="6" grpId="0" animBg="1"/>
      <p:bldP spid="43" grpId="0" animBg="1"/>
      <p:bldP spid="15" grpId="0"/>
      <p:bldP spid="18" grpId="0" build="p">
        <p:tmplLst>
          <p:tmpl lvl="1">
            <p:tnLst>
              <p:par>
                <p:cTn presetID="42" presetClass="entr" presetSubtype="0" fill="hold" nodeType="afterEffect">
                  <p:stCondLst>
                    <p:cond delay="0"/>
                  </p:stCondLst>
                  <p:childTnLst>
                    <p:set>
                      <p:cBhvr>
                        <p:cTn dur="1" fill="hold">
                          <p:stCondLst>
                            <p:cond delay="0"/>
                          </p:stCondLst>
                        </p:cTn>
                        <p:tgtEl>
                          <p:spTgt spid="18"/>
                        </p:tgtEl>
                        <p:attrNameLst>
                          <p:attrName>style.visibility</p:attrName>
                        </p:attrNameLst>
                      </p:cBhvr>
                      <p:to>
                        <p:strVal val="visible"/>
                      </p:to>
                    </p:set>
                    <p:animEffect transition="in" filter="fade">
                      <p:cBhvr>
                        <p:cTn dur="500"/>
                        <p:tgtEl>
                          <p:spTgt spid="18"/>
                        </p:tgtEl>
                      </p:cBhvr>
                    </p:animEffect>
                    <p:anim calcmode="lin" valueType="num">
                      <p:cBhvr>
                        <p:cTn dur="500" fill="hold"/>
                        <p:tgtEl>
                          <p:spTgt spid="18"/>
                        </p:tgtEl>
                        <p:attrNameLst>
                          <p:attrName>ppt_x</p:attrName>
                        </p:attrNameLst>
                      </p:cBhvr>
                      <p:tavLst>
                        <p:tav tm="0">
                          <p:val>
                            <p:strVal val="#ppt_x"/>
                          </p:val>
                        </p:tav>
                        <p:tav tm="100000">
                          <p:val>
                            <p:strVal val="#ppt_x"/>
                          </p:val>
                        </p:tav>
                      </p:tavLst>
                    </p:anim>
                    <p:anim calcmode="lin" valueType="num">
                      <p:cBhvr>
                        <p:cTn dur="500" fill="hold"/>
                        <p:tgtEl>
                          <p:spTgt spid="18"/>
                        </p:tgtEl>
                        <p:attrNameLst>
                          <p:attrName>ppt_y</p:attrName>
                        </p:attrNameLst>
                      </p:cBhvr>
                      <p:tavLst>
                        <p:tav tm="0">
                          <p:val>
                            <p:strVal val="#ppt_y+.1"/>
                          </p:val>
                        </p:tav>
                        <p:tav tm="100000">
                          <p:val>
                            <p:strVal val="#ppt_y"/>
                          </p:val>
                        </p:tav>
                      </p:tavLst>
                    </p:anim>
                  </p:childTnLst>
                </p:cTn>
              </p:par>
            </p:tnLst>
          </p:tmpl>
        </p:tmplLst>
      </p:bldP>
      <p:bldP spid="19" grpId="0" animBg="1"/>
      <p:bldP spid="20" grpId="0" animBg="1"/>
      <p:bldP spid="24" grpId="0" animBg="1"/>
      <p:bldP spid="25" grpId="0" animBg="1"/>
      <p:bldP spid="26" grpId="0" animBg="1"/>
      <p:bldP spid="27"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7"/>
                        </p:tgtEl>
                        <p:attrNameLst>
                          <p:attrName>style.visibility</p:attrName>
                        </p:attrNameLst>
                      </p:cBhvr>
                      <p:to>
                        <p:strVal val="visible"/>
                      </p:to>
                    </p:set>
                    <p:anim calcmode="lin" valueType="num">
                      <p:cBhvr>
                        <p:cTn dur="500" fill="hold"/>
                        <p:tgtEl>
                          <p:spTgt spid="27"/>
                        </p:tgtEl>
                        <p:attrNameLst>
                          <p:attrName>ppt_w</p:attrName>
                        </p:attrNameLst>
                      </p:cBhvr>
                      <p:tavLst>
                        <p:tav tm="0">
                          <p:val>
                            <p:fltVal val="0"/>
                          </p:val>
                        </p:tav>
                        <p:tav tm="100000">
                          <p:val>
                            <p:strVal val="#ppt_w"/>
                          </p:val>
                        </p:tav>
                      </p:tavLst>
                    </p:anim>
                    <p:anim calcmode="lin" valueType="num">
                      <p:cBhvr>
                        <p:cTn dur="500" fill="hold"/>
                        <p:tgtEl>
                          <p:spTgt spid="27"/>
                        </p:tgtEl>
                        <p:attrNameLst>
                          <p:attrName>ppt_h</p:attrName>
                        </p:attrNameLst>
                      </p:cBhvr>
                      <p:tavLst>
                        <p:tav tm="0">
                          <p:val>
                            <p:fltVal val="0"/>
                          </p:val>
                        </p:tav>
                        <p:tav tm="100000">
                          <p:val>
                            <p:strVal val="#ppt_h"/>
                          </p:val>
                        </p:tav>
                      </p:tavLst>
                    </p:anim>
                    <p:animEffect transition="in" filter="fade">
                      <p:cBhvr>
                        <p:cTn dur="500"/>
                        <p:tgtEl>
                          <p:spTgt spid="27"/>
                        </p:tgtEl>
                      </p:cBhvr>
                    </p:animEffect>
                  </p:childTnLst>
                </p:cTn>
              </p:par>
            </p:tnLst>
          </p:tmpl>
        </p:tmplLst>
      </p:bldP>
      <p:bldP spid="28"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8"/>
                        </p:tgtEl>
                        <p:attrNameLst>
                          <p:attrName>style.visibility</p:attrName>
                        </p:attrNameLst>
                      </p:cBhvr>
                      <p:to>
                        <p:strVal val="visible"/>
                      </p:to>
                    </p:set>
                    <p:anim calcmode="lin" valueType="num">
                      <p:cBhvr>
                        <p:cTn dur="500" fill="hold"/>
                        <p:tgtEl>
                          <p:spTgt spid="28"/>
                        </p:tgtEl>
                        <p:attrNameLst>
                          <p:attrName>ppt_w</p:attrName>
                        </p:attrNameLst>
                      </p:cBhvr>
                      <p:tavLst>
                        <p:tav tm="0">
                          <p:val>
                            <p:fltVal val="0"/>
                          </p:val>
                        </p:tav>
                        <p:tav tm="100000">
                          <p:val>
                            <p:strVal val="#ppt_w"/>
                          </p:val>
                        </p:tav>
                      </p:tavLst>
                    </p:anim>
                    <p:anim calcmode="lin" valueType="num">
                      <p:cBhvr>
                        <p:cTn dur="500" fill="hold"/>
                        <p:tgtEl>
                          <p:spTgt spid="28"/>
                        </p:tgtEl>
                        <p:attrNameLst>
                          <p:attrName>ppt_h</p:attrName>
                        </p:attrNameLst>
                      </p:cBhvr>
                      <p:tavLst>
                        <p:tav tm="0">
                          <p:val>
                            <p:fltVal val="0"/>
                          </p:val>
                        </p:tav>
                        <p:tav tm="100000">
                          <p:val>
                            <p:strVal val="#ppt_h"/>
                          </p:val>
                        </p:tav>
                      </p:tavLst>
                    </p:anim>
                    <p:animEffect transition="in" filter="fade">
                      <p:cBhvr>
                        <p:cTn dur="500"/>
                        <p:tgtEl>
                          <p:spTgt spid="28"/>
                        </p:tgtEl>
                      </p:cBhvr>
                    </p:animEffect>
                  </p:childTnLst>
                </p:cTn>
              </p:par>
            </p:tnLst>
          </p:tmpl>
        </p:tmplLst>
      </p:bldP>
      <p:bldP spid="29"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9"/>
                        </p:tgtEl>
                        <p:attrNameLst>
                          <p:attrName>style.visibility</p:attrName>
                        </p:attrNameLst>
                      </p:cBhvr>
                      <p:to>
                        <p:strVal val="visible"/>
                      </p:to>
                    </p:set>
                    <p:anim calcmode="lin" valueType="num">
                      <p:cBhvr>
                        <p:cTn dur="500" fill="hold"/>
                        <p:tgtEl>
                          <p:spTgt spid="29"/>
                        </p:tgtEl>
                        <p:attrNameLst>
                          <p:attrName>ppt_w</p:attrName>
                        </p:attrNameLst>
                      </p:cBhvr>
                      <p:tavLst>
                        <p:tav tm="0">
                          <p:val>
                            <p:fltVal val="0"/>
                          </p:val>
                        </p:tav>
                        <p:tav tm="100000">
                          <p:val>
                            <p:strVal val="#ppt_w"/>
                          </p:val>
                        </p:tav>
                      </p:tavLst>
                    </p:anim>
                    <p:anim calcmode="lin" valueType="num">
                      <p:cBhvr>
                        <p:cTn dur="500" fill="hold"/>
                        <p:tgtEl>
                          <p:spTgt spid="29"/>
                        </p:tgtEl>
                        <p:attrNameLst>
                          <p:attrName>ppt_h</p:attrName>
                        </p:attrNameLst>
                      </p:cBhvr>
                      <p:tavLst>
                        <p:tav tm="0">
                          <p:val>
                            <p:fltVal val="0"/>
                          </p:val>
                        </p:tav>
                        <p:tav tm="100000">
                          <p:val>
                            <p:strVal val="#ppt_h"/>
                          </p:val>
                        </p:tav>
                      </p:tavLst>
                    </p:anim>
                    <p:animEffect transition="in" filter="fade">
                      <p:cBhvr>
                        <p:cTn dur="500"/>
                        <p:tgtEl>
                          <p:spTgt spid="29"/>
                        </p:tgtEl>
                      </p:cBhvr>
                    </p:animEffect>
                  </p:childTnLst>
                </p:cTn>
              </p:par>
            </p:tnLst>
          </p:tmpl>
        </p:tmplLst>
      </p:bldP>
      <p:bldP spid="33"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33"/>
                        </p:tgtEl>
                        <p:attrNameLst>
                          <p:attrName>style.visibility</p:attrName>
                        </p:attrNameLst>
                      </p:cBhvr>
                      <p:to>
                        <p:strVal val="visible"/>
                      </p:to>
                    </p:set>
                    <p:anim calcmode="lin" valueType="num">
                      <p:cBhvr>
                        <p:cTn dur="500" fill="hold"/>
                        <p:tgtEl>
                          <p:spTgt spid="33"/>
                        </p:tgtEl>
                        <p:attrNameLst>
                          <p:attrName>ppt_w</p:attrName>
                        </p:attrNameLst>
                      </p:cBhvr>
                      <p:tavLst>
                        <p:tav tm="0">
                          <p:val>
                            <p:fltVal val="0"/>
                          </p:val>
                        </p:tav>
                        <p:tav tm="100000">
                          <p:val>
                            <p:strVal val="#ppt_w"/>
                          </p:val>
                        </p:tav>
                      </p:tavLst>
                    </p:anim>
                    <p:anim calcmode="lin" valueType="num">
                      <p:cBhvr>
                        <p:cTn dur="500" fill="hold"/>
                        <p:tgtEl>
                          <p:spTgt spid="33"/>
                        </p:tgtEl>
                        <p:attrNameLst>
                          <p:attrName>ppt_h</p:attrName>
                        </p:attrNameLst>
                      </p:cBhvr>
                      <p:tavLst>
                        <p:tav tm="0">
                          <p:val>
                            <p:fltVal val="0"/>
                          </p:val>
                        </p:tav>
                        <p:tav tm="100000">
                          <p:val>
                            <p:strVal val="#ppt_h"/>
                          </p:val>
                        </p:tav>
                      </p:tavLst>
                    </p:anim>
                    <p:animEffect transition="in" filter="fade">
                      <p:cBhvr>
                        <p:cTn dur="500"/>
                        <p:tgtEl>
                          <p:spTgt spid="33"/>
                        </p:tgtEl>
                      </p:cBhvr>
                    </p:animEffect>
                  </p:childTnLst>
                </p:cTn>
              </p:par>
            </p:tnLst>
          </p:tmpl>
        </p:tmplLst>
      </p:bldP>
      <p:bldP spid="34"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34"/>
                        </p:tgtEl>
                        <p:attrNameLst>
                          <p:attrName>style.visibility</p:attrName>
                        </p:attrNameLst>
                      </p:cBhvr>
                      <p:to>
                        <p:strVal val="visible"/>
                      </p:to>
                    </p:set>
                    <p:anim calcmode="lin" valueType="num">
                      <p:cBhvr>
                        <p:cTn dur="500" fill="hold"/>
                        <p:tgtEl>
                          <p:spTgt spid="34"/>
                        </p:tgtEl>
                        <p:attrNameLst>
                          <p:attrName>ppt_w</p:attrName>
                        </p:attrNameLst>
                      </p:cBhvr>
                      <p:tavLst>
                        <p:tav tm="0">
                          <p:val>
                            <p:fltVal val="0"/>
                          </p:val>
                        </p:tav>
                        <p:tav tm="100000">
                          <p:val>
                            <p:strVal val="#ppt_w"/>
                          </p:val>
                        </p:tav>
                      </p:tavLst>
                    </p:anim>
                    <p:anim calcmode="lin" valueType="num">
                      <p:cBhvr>
                        <p:cTn dur="500" fill="hold"/>
                        <p:tgtEl>
                          <p:spTgt spid="34"/>
                        </p:tgtEl>
                        <p:attrNameLst>
                          <p:attrName>ppt_h</p:attrName>
                        </p:attrNameLst>
                      </p:cBhvr>
                      <p:tavLst>
                        <p:tav tm="0">
                          <p:val>
                            <p:fltVal val="0"/>
                          </p:val>
                        </p:tav>
                        <p:tav tm="100000">
                          <p:val>
                            <p:strVal val="#ppt_h"/>
                          </p:val>
                        </p:tav>
                      </p:tavLst>
                    </p:anim>
                    <p:animEffect transition="in" filter="fade">
                      <p:cBhvr>
                        <p:cTn dur="500"/>
                        <p:tgtEl>
                          <p:spTgt spid="34"/>
                        </p:tgtEl>
                      </p:cBhvr>
                    </p:animEffect>
                  </p:childTnLst>
                </p:cTn>
              </p:par>
            </p:tnLst>
          </p:tmpl>
        </p:tmplLst>
      </p:bldP>
      <p:bldP spid="35"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35"/>
                        </p:tgtEl>
                        <p:attrNameLst>
                          <p:attrName>style.visibility</p:attrName>
                        </p:attrNameLst>
                      </p:cBhvr>
                      <p:to>
                        <p:strVal val="visible"/>
                      </p:to>
                    </p:set>
                    <p:anim calcmode="lin" valueType="num">
                      <p:cBhvr>
                        <p:cTn dur="500" fill="hold"/>
                        <p:tgtEl>
                          <p:spTgt spid="35"/>
                        </p:tgtEl>
                        <p:attrNameLst>
                          <p:attrName>ppt_w</p:attrName>
                        </p:attrNameLst>
                      </p:cBhvr>
                      <p:tavLst>
                        <p:tav tm="0">
                          <p:val>
                            <p:fltVal val="0"/>
                          </p:val>
                        </p:tav>
                        <p:tav tm="100000">
                          <p:val>
                            <p:strVal val="#ppt_w"/>
                          </p:val>
                        </p:tav>
                      </p:tavLst>
                    </p:anim>
                    <p:anim calcmode="lin" valueType="num">
                      <p:cBhvr>
                        <p:cTn dur="500" fill="hold"/>
                        <p:tgtEl>
                          <p:spTgt spid="35"/>
                        </p:tgtEl>
                        <p:attrNameLst>
                          <p:attrName>ppt_h</p:attrName>
                        </p:attrNameLst>
                      </p:cBhvr>
                      <p:tavLst>
                        <p:tav tm="0">
                          <p:val>
                            <p:fltVal val="0"/>
                          </p:val>
                        </p:tav>
                        <p:tav tm="100000">
                          <p:val>
                            <p:strVal val="#ppt_h"/>
                          </p:val>
                        </p:tav>
                      </p:tavLst>
                    </p:anim>
                    <p:animEffect transition="in" filter="fade">
                      <p:cBhvr>
                        <p:cTn dur="500"/>
                        <p:tgtEl>
                          <p:spTgt spid="35"/>
                        </p:tgtEl>
                      </p:cBhvr>
                    </p:animEffect>
                  </p:childTnLst>
                </p:cTn>
              </p:par>
            </p:tnLst>
          </p:tmpl>
        </p:tmplLst>
      </p:bldP>
    </p:bldLst>
  </p:timing>
</p:sldLayout>
</file>

<file path=ppt/slideLayouts/slideLayout566.xml><?xml version="1.0" encoding="utf-8"?>
<p:sldLayout xmlns:a="http://schemas.openxmlformats.org/drawingml/2006/main" xmlns:r="http://schemas.openxmlformats.org/officeDocument/2006/relationships" xmlns:p="http://schemas.openxmlformats.org/presentationml/2006/main" preserve="1" userDrawn="1">
  <p:cSld name="16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43" name="Picture Placeholder 30"/>
          <p:cNvSpPr>
            <a:spLocks noGrp="1"/>
          </p:cNvSpPr>
          <p:nvPr>
            <p:ph type="pic" sz="quarter" idx="36" hasCustomPrompt="1"/>
          </p:nvPr>
        </p:nvSpPr>
        <p:spPr>
          <a:xfrm>
            <a:off x="590262" y="1729839"/>
            <a:ext cx="2762538" cy="2064325"/>
          </a:xfrm>
          <a:solidFill>
            <a:schemeClr val="bg1">
              <a:lumMod val="85000"/>
            </a:schemeClr>
          </a:solidFill>
        </p:spPr>
        <p:txBody>
          <a:bodyPr/>
          <a:lstStyle>
            <a:lvl1pPr>
              <a:defRPr/>
            </a:lvl1pPr>
          </a:lstStyle>
          <a:p>
            <a:r>
              <a:rPr lang="id-ID" dirty="0" smtClean="0"/>
              <a:t>Pic here</a:t>
            </a:r>
            <a:endParaRPr lang="en-AU" dirty="0"/>
          </a:p>
        </p:txBody>
      </p:sp>
      <p:sp>
        <p:nvSpPr>
          <p:cNvPr id="15"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1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24" name="Picture Placeholder 30"/>
          <p:cNvSpPr>
            <a:spLocks noGrp="1"/>
          </p:cNvSpPr>
          <p:nvPr>
            <p:ph type="pic" sz="quarter" idx="39" hasCustomPrompt="1"/>
          </p:nvPr>
        </p:nvSpPr>
        <p:spPr>
          <a:xfrm>
            <a:off x="590262" y="3794166"/>
            <a:ext cx="2762538" cy="637309"/>
          </a:xfrm>
          <a:solidFill>
            <a:schemeClr val="accent1"/>
          </a:solidFill>
        </p:spPr>
        <p:txBody>
          <a:bodyPr>
            <a:normAutofit/>
          </a:bodyPr>
          <a:lstStyle>
            <a:lvl1pPr algn="r">
              <a:defRPr sz="1050"/>
            </a:lvl1pPr>
          </a:lstStyle>
          <a:p>
            <a:r>
              <a:rPr lang="id-ID" dirty="0" smtClean="0"/>
              <a:t>Nopic</a:t>
            </a:r>
            <a:endParaRPr lang="en-AU" dirty="0"/>
          </a:p>
        </p:txBody>
      </p:sp>
      <p:sp>
        <p:nvSpPr>
          <p:cNvPr id="27" name="Text Placeholder 21"/>
          <p:cNvSpPr>
            <a:spLocks noGrp="1"/>
          </p:cNvSpPr>
          <p:nvPr>
            <p:ph type="body" sz="quarter" idx="20"/>
          </p:nvPr>
        </p:nvSpPr>
        <p:spPr>
          <a:xfrm>
            <a:off x="590262" y="3984414"/>
            <a:ext cx="2743200" cy="256811"/>
          </a:xfrm>
        </p:spPr>
        <p:txBody>
          <a:bodyPr/>
          <a:lstStyle>
            <a:lvl1pPr algn="ctr">
              <a:defRPr>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3" name="Picture Placeholder 30"/>
          <p:cNvSpPr>
            <a:spLocks noGrp="1"/>
          </p:cNvSpPr>
          <p:nvPr>
            <p:ph type="pic" sz="quarter" idx="40" hasCustomPrompt="1"/>
          </p:nvPr>
        </p:nvSpPr>
        <p:spPr>
          <a:xfrm>
            <a:off x="3352800" y="3794166"/>
            <a:ext cx="2762538" cy="637309"/>
          </a:xfrm>
          <a:solidFill>
            <a:schemeClr val="accent2"/>
          </a:solidFill>
        </p:spPr>
        <p:txBody>
          <a:bodyPr>
            <a:normAutofit/>
          </a:bodyPr>
          <a:lstStyle>
            <a:lvl1pPr algn="r">
              <a:defRPr sz="1050"/>
            </a:lvl1pPr>
          </a:lstStyle>
          <a:p>
            <a:r>
              <a:rPr lang="id-ID" dirty="0" smtClean="0"/>
              <a:t>Nopic</a:t>
            </a:r>
            <a:endParaRPr lang="en-AU" dirty="0"/>
          </a:p>
        </p:txBody>
      </p:sp>
      <p:sp>
        <p:nvSpPr>
          <p:cNvPr id="32" name="Text Placeholder 21"/>
          <p:cNvSpPr>
            <a:spLocks noGrp="1"/>
          </p:cNvSpPr>
          <p:nvPr>
            <p:ph type="body" sz="quarter" idx="41"/>
          </p:nvPr>
        </p:nvSpPr>
        <p:spPr>
          <a:xfrm>
            <a:off x="3352800" y="3984414"/>
            <a:ext cx="2743200" cy="256811"/>
          </a:xfrm>
        </p:spPr>
        <p:txBody>
          <a:bodyPr/>
          <a:lstStyle>
            <a:lvl1pPr algn="ctr">
              <a:defRPr>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6" name="Picture Placeholder 30"/>
          <p:cNvSpPr>
            <a:spLocks noGrp="1"/>
          </p:cNvSpPr>
          <p:nvPr>
            <p:ph type="pic" sz="quarter" idx="42" hasCustomPrompt="1"/>
          </p:nvPr>
        </p:nvSpPr>
        <p:spPr>
          <a:xfrm>
            <a:off x="6115338" y="3782703"/>
            <a:ext cx="2762538" cy="637309"/>
          </a:xfrm>
          <a:solidFill>
            <a:schemeClr val="accent3"/>
          </a:solidFill>
        </p:spPr>
        <p:txBody>
          <a:bodyPr>
            <a:normAutofit/>
          </a:bodyPr>
          <a:lstStyle>
            <a:lvl1pPr algn="r">
              <a:defRPr sz="1050"/>
            </a:lvl1pPr>
          </a:lstStyle>
          <a:p>
            <a:r>
              <a:rPr lang="id-ID" dirty="0" smtClean="0"/>
              <a:t>Nopic</a:t>
            </a:r>
            <a:endParaRPr lang="en-AU" dirty="0"/>
          </a:p>
        </p:txBody>
      </p:sp>
      <p:sp>
        <p:nvSpPr>
          <p:cNvPr id="37" name="Text Placeholder 21"/>
          <p:cNvSpPr>
            <a:spLocks noGrp="1"/>
          </p:cNvSpPr>
          <p:nvPr>
            <p:ph type="body" sz="quarter" idx="43"/>
          </p:nvPr>
        </p:nvSpPr>
        <p:spPr>
          <a:xfrm>
            <a:off x="6115338" y="3972951"/>
            <a:ext cx="2743200" cy="256811"/>
          </a:xfrm>
        </p:spPr>
        <p:txBody>
          <a:bodyPr/>
          <a:lstStyle>
            <a:lvl1pPr algn="ctr">
              <a:defRPr>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8" name="Picture Placeholder 30"/>
          <p:cNvSpPr>
            <a:spLocks noGrp="1"/>
          </p:cNvSpPr>
          <p:nvPr>
            <p:ph type="pic" sz="quarter" idx="44" hasCustomPrompt="1"/>
          </p:nvPr>
        </p:nvSpPr>
        <p:spPr>
          <a:xfrm>
            <a:off x="3352800" y="4431473"/>
            <a:ext cx="2762538" cy="2064325"/>
          </a:xfrm>
          <a:solidFill>
            <a:schemeClr val="bg1">
              <a:lumMod val="85000"/>
            </a:schemeClr>
          </a:solidFill>
        </p:spPr>
        <p:txBody>
          <a:bodyPr/>
          <a:lstStyle>
            <a:lvl1pPr>
              <a:defRPr/>
            </a:lvl1pPr>
          </a:lstStyle>
          <a:p>
            <a:r>
              <a:rPr lang="id-ID" dirty="0" smtClean="0"/>
              <a:t>Pic here</a:t>
            </a:r>
            <a:endParaRPr lang="en-AU" dirty="0"/>
          </a:p>
        </p:txBody>
      </p:sp>
      <p:sp>
        <p:nvSpPr>
          <p:cNvPr id="39" name="Picture Placeholder 30"/>
          <p:cNvSpPr>
            <a:spLocks noGrp="1"/>
          </p:cNvSpPr>
          <p:nvPr>
            <p:ph type="pic" sz="quarter" idx="45" hasCustomPrompt="1"/>
          </p:nvPr>
        </p:nvSpPr>
        <p:spPr>
          <a:xfrm>
            <a:off x="6115338" y="1726630"/>
            <a:ext cx="2762538" cy="2064325"/>
          </a:xfrm>
          <a:solidFill>
            <a:schemeClr val="bg1">
              <a:lumMod val="85000"/>
            </a:schemeClr>
          </a:solidFill>
        </p:spPr>
        <p:txBody>
          <a:bodyPr/>
          <a:lstStyle>
            <a:lvl1pPr>
              <a:defRPr/>
            </a:lvl1pPr>
          </a:lstStyle>
          <a:p>
            <a:r>
              <a:rPr lang="id-ID" dirty="0" smtClean="0"/>
              <a:t>Pic here</a:t>
            </a:r>
            <a:endParaRPr lang="en-AU" dirty="0"/>
          </a:p>
        </p:txBody>
      </p:sp>
      <p:sp>
        <p:nvSpPr>
          <p:cNvPr id="40" name="Picture Placeholder 30"/>
          <p:cNvSpPr>
            <a:spLocks noGrp="1"/>
          </p:cNvSpPr>
          <p:nvPr>
            <p:ph type="pic" sz="quarter" idx="46" hasCustomPrompt="1"/>
          </p:nvPr>
        </p:nvSpPr>
        <p:spPr>
          <a:xfrm>
            <a:off x="8858538" y="3782703"/>
            <a:ext cx="2762538" cy="637309"/>
          </a:xfrm>
          <a:solidFill>
            <a:schemeClr val="accent4"/>
          </a:solidFill>
        </p:spPr>
        <p:txBody>
          <a:bodyPr>
            <a:normAutofit/>
          </a:bodyPr>
          <a:lstStyle>
            <a:lvl1pPr algn="r">
              <a:defRPr sz="1050"/>
            </a:lvl1pPr>
          </a:lstStyle>
          <a:p>
            <a:r>
              <a:rPr lang="id-ID" dirty="0" smtClean="0"/>
              <a:t>Nopic</a:t>
            </a:r>
            <a:endParaRPr lang="en-AU" dirty="0"/>
          </a:p>
        </p:txBody>
      </p:sp>
      <p:sp>
        <p:nvSpPr>
          <p:cNvPr id="41" name="Text Placeholder 21"/>
          <p:cNvSpPr>
            <a:spLocks noGrp="1"/>
          </p:cNvSpPr>
          <p:nvPr>
            <p:ph type="body" sz="quarter" idx="47"/>
          </p:nvPr>
        </p:nvSpPr>
        <p:spPr>
          <a:xfrm>
            <a:off x="8858538" y="3972951"/>
            <a:ext cx="2743200" cy="256811"/>
          </a:xfrm>
        </p:spPr>
        <p:txBody>
          <a:bodyPr/>
          <a:lstStyle>
            <a:lvl1pPr algn="ctr">
              <a:defRPr>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2" name="Picture Placeholder 30"/>
          <p:cNvSpPr>
            <a:spLocks noGrp="1"/>
          </p:cNvSpPr>
          <p:nvPr>
            <p:ph type="pic" sz="quarter" idx="48" hasCustomPrompt="1"/>
          </p:nvPr>
        </p:nvSpPr>
        <p:spPr>
          <a:xfrm>
            <a:off x="8848869" y="4408547"/>
            <a:ext cx="2762538" cy="2064325"/>
          </a:xfrm>
          <a:solidFill>
            <a:schemeClr val="bg1">
              <a:lumMod val="85000"/>
            </a:schemeClr>
          </a:solidFill>
        </p:spPr>
        <p:txBody>
          <a:bodyPr/>
          <a:lstStyle>
            <a:lvl1pPr>
              <a:defRPr/>
            </a:lvl1pPr>
          </a:lstStyle>
          <a:p>
            <a:r>
              <a:rPr lang="id-ID" dirty="0" smtClean="0"/>
              <a:t>Pic here</a:t>
            </a:r>
            <a:endParaRPr lang="en-AU" dirty="0"/>
          </a:p>
        </p:txBody>
      </p:sp>
      <p:sp>
        <p:nvSpPr>
          <p:cNvPr id="44" name="Text Placeholder 21"/>
          <p:cNvSpPr>
            <a:spLocks noGrp="1"/>
          </p:cNvSpPr>
          <p:nvPr>
            <p:ph type="body" sz="quarter" idx="49"/>
          </p:nvPr>
        </p:nvSpPr>
        <p:spPr>
          <a:xfrm>
            <a:off x="628994" y="4555101"/>
            <a:ext cx="2376072"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5" name="Text Placeholder 21"/>
          <p:cNvSpPr>
            <a:spLocks noGrp="1"/>
          </p:cNvSpPr>
          <p:nvPr>
            <p:ph type="body" sz="quarter" idx="29"/>
          </p:nvPr>
        </p:nvSpPr>
        <p:spPr>
          <a:xfrm>
            <a:off x="628994" y="4861805"/>
            <a:ext cx="2376072"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6" name="Text Placeholder 21"/>
          <p:cNvSpPr>
            <a:spLocks noGrp="1"/>
          </p:cNvSpPr>
          <p:nvPr>
            <p:ph type="body" sz="quarter" idx="50"/>
          </p:nvPr>
        </p:nvSpPr>
        <p:spPr>
          <a:xfrm>
            <a:off x="3536364" y="1936648"/>
            <a:ext cx="2376072"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7" name="Text Placeholder 21"/>
          <p:cNvSpPr>
            <a:spLocks noGrp="1"/>
          </p:cNvSpPr>
          <p:nvPr>
            <p:ph type="body" sz="quarter" idx="51"/>
          </p:nvPr>
        </p:nvSpPr>
        <p:spPr>
          <a:xfrm>
            <a:off x="3536364" y="2243352"/>
            <a:ext cx="2376072"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8" name="Text Placeholder 21"/>
          <p:cNvSpPr>
            <a:spLocks noGrp="1"/>
          </p:cNvSpPr>
          <p:nvPr>
            <p:ph type="body" sz="quarter" idx="52"/>
          </p:nvPr>
        </p:nvSpPr>
        <p:spPr>
          <a:xfrm>
            <a:off x="6294067" y="4555101"/>
            <a:ext cx="2376072"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9" name="Text Placeholder 21"/>
          <p:cNvSpPr>
            <a:spLocks noGrp="1"/>
          </p:cNvSpPr>
          <p:nvPr>
            <p:ph type="body" sz="quarter" idx="53"/>
          </p:nvPr>
        </p:nvSpPr>
        <p:spPr>
          <a:xfrm>
            <a:off x="6294067" y="4861805"/>
            <a:ext cx="2376072"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50" name="Text Placeholder 21"/>
          <p:cNvSpPr>
            <a:spLocks noGrp="1"/>
          </p:cNvSpPr>
          <p:nvPr>
            <p:ph type="body" sz="quarter" idx="54"/>
          </p:nvPr>
        </p:nvSpPr>
        <p:spPr>
          <a:xfrm>
            <a:off x="9061440" y="1936648"/>
            <a:ext cx="2376072"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51" name="Text Placeholder 21"/>
          <p:cNvSpPr>
            <a:spLocks noGrp="1"/>
          </p:cNvSpPr>
          <p:nvPr>
            <p:ph type="body" sz="quarter" idx="55"/>
          </p:nvPr>
        </p:nvSpPr>
        <p:spPr>
          <a:xfrm>
            <a:off x="9061440" y="2243352"/>
            <a:ext cx="2376072"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Tree>
    <p:extLst>
      <p:ext uri="{BB962C8B-B14F-4D97-AF65-F5344CB8AC3E}">
        <p14:creationId xmlns:p14="http://schemas.microsoft.com/office/powerpoint/2010/main" val="213712476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500"/>
                            </p:stCondLst>
                            <p:childTnLst>
                              <p:par>
                                <p:cTn id="5" presetID="10" presetClass="entr" presetSubtype="0" fill="hold" grpId="0" nodeType="after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500"/>
                                        <p:tgtEl>
                                          <p:spTgt spid="15"/>
                                        </p:tgtEl>
                                      </p:cBhvr>
                                    </p:animEffect>
                                  </p:childTnLst>
                                </p:cTn>
                              </p:par>
                            </p:childTnLst>
                          </p:cTn>
                        </p:par>
                        <p:par>
                          <p:cTn id="8" fill="hold">
                            <p:stCondLst>
                              <p:cond delay="1000"/>
                            </p:stCondLst>
                            <p:childTnLst>
                              <p:par>
                                <p:cTn id="9" presetID="42" presetClass="entr" presetSubtype="0" fill="hold" grpId="0" nodeType="afterEffect">
                                  <p:stCondLst>
                                    <p:cond delay="0"/>
                                  </p:stCondLst>
                                  <p:childTnLst>
                                    <p:set>
                                      <p:cBhvr>
                                        <p:cTn id="10" dur="1" fill="hold">
                                          <p:stCondLst>
                                            <p:cond delay="0"/>
                                          </p:stCondLst>
                                        </p:cTn>
                                        <p:tgtEl>
                                          <p:spTgt spid="18">
                                            <p:txEl>
                                              <p:pRg st="0" end="0"/>
                                            </p:txEl>
                                          </p:spTgt>
                                        </p:tgtEl>
                                        <p:attrNameLst>
                                          <p:attrName>style.visibility</p:attrName>
                                        </p:attrNameLst>
                                      </p:cBhvr>
                                      <p:to>
                                        <p:strVal val="visible"/>
                                      </p:to>
                                    </p:set>
                                    <p:animEffect transition="in" filter="fade">
                                      <p:cBhvr>
                                        <p:cTn id="11" dur="500"/>
                                        <p:tgtEl>
                                          <p:spTgt spid="18">
                                            <p:txEl>
                                              <p:pRg st="0" end="0"/>
                                            </p:txEl>
                                          </p:spTgt>
                                        </p:tgtEl>
                                      </p:cBhvr>
                                    </p:animEffect>
                                    <p:anim calcmode="lin" valueType="num">
                                      <p:cBhvr>
                                        <p:cTn id="12" dur="500" fill="hold"/>
                                        <p:tgtEl>
                                          <p:spTgt spid="18">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18">
                                            <p:txEl>
                                              <p:pRg st="0" end="0"/>
                                            </p:txEl>
                                          </p:spTgt>
                                        </p:tgtEl>
                                        <p:attrNameLst>
                                          <p:attrName>ppt_y</p:attrName>
                                        </p:attrNameLst>
                                      </p:cBhvr>
                                      <p:tavLst>
                                        <p:tav tm="0">
                                          <p:val>
                                            <p:strVal val="#ppt_y+.1"/>
                                          </p:val>
                                        </p:tav>
                                        <p:tav tm="100000">
                                          <p:val>
                                            <p:strVal val="#ppt_y"/>
                                          </p:val>
                                        </p:tav>
                                      </p:tavLst>
                                    </p:anim>
                                  </p:childTnLst>
                                </p:cTn>
                              </p:par>
                            </p:childTnLst>
                          </p:cTn>
                        </p:par>
                        <p:par>
                          <p:cTn id="14" fill="hold">
                            <p:stCondLst>
                              <p:cond delay="1500"/>
                            </p:stCondLst>
                            <p:childTnLst>
                              <p:par>
                                <p:cTn id="15" presetID="42" presetClass="entr" presetSubtype="0" fill="hold" grpId="0" nodeType="afterEffect">
                                  <p:stCondLst>
                                    <p:cond delay="0"/>
                                  </p:stCondLst>
                                  <p:childTnLst>
                                    <p:set>
                                      <p:cBhvr>
                                        <p:cTn id="16" dur="1" fill="hold">
                                          <p:stCondLst>
                                            <p:cond delay="0"/>
                                          </p:stCondLst>
                                        </p:cTn>
                                        <p:tgtEl>
                                          <p:spTgt spid="24"/>
                                        </p:tgtEl>
                                        <p:attrNameLst>
                                          <p:attrName>style.visibility</p:attrName>
                                        </p:attrNameLst>
                                      </p:cBhvr>
                                      <p:to>
                                        <p:strVal val="visible"/>
                                      </p:to>
                                    </p:set>
                                    <p:animEffect transition="in" filter="fade">
                                      <p:cBhvr>
                                        <p:cTn id="17" dur="500"/>
                                        <p:tgtEl>
                                          <p:spTgt spid="24"/>
                                        </p:tgtEl>
                                      </p:cBhvr>
                                    </p:animEffect>
                                    <p:anim calcmode="lin" valueType="num">
                                      <p:cBhvr>
                                        <p:cTn id="18" dur="500" fill="hold"/>
                                        <p:tgtEl>
                                          <p:spTgt spid="24"/>
                                        </p:tgtEl>
                                        <p:attrNameLst>
                                          <p:attrName>ppt_x</p:attrName>
                                        </p:attrNameLst>
                                      </p:cBhvr>
                                      <p:tavLst>
                                        <p:tav tm="0">
                                          <p:val>
                                            <p:strVal val="#ppt_x"/>
                                          </p:val>
                                        </p:tav>
                                        <p:tav tm="100000">
                                          <p:val>
                                            <p:strVal val="#ppt_x"/>
                                          </p:val>
                                        </p:tav>
                                      </p:tavLst>
                                    </p:anim>
                                    <p:anim calcmode="lin" valueType="num">
                                      <p:cBhvr>
                                        <p:cTn id="19" dur="500" fill="hold"/>
                                        <p:tgtEl>
                                          <p:spTgt spid="24"/>
                                        </p:tgtEl>
                                        <p:attrNameLst>
                                          <p:attrName>ppt_y</p:attrName>
                                        </p:attrNameLst>
                                      </p:cBhvr>
                                      <p:tavLst>
                                        <p:tav tm="0">
                                          <p:val>
                                            <p:strVal val="#ppt_y+.1"/>
                                          </p:val>
                                        </p:tav>
                                        <p:tav tm="100000">
                                          <p:val>
                                            <p:strVal val="#ppt_y"/>
                                          </p:val>
                                        </p:tav>
                                      </p:tavLst>
                                    </p:anim>
                                  </p:childTnLst>
                                </p:cTn>
                              </p:par>
                            </p:childTnLst>
                          </p:cTn>
                        </p:par>
                        <p:par>
                          <p:cTn id="20" fill="hold">
                            <p:stCondLst>
                              <p:cond delay="2000"/>
                            </p:stCondLst>
                            <p:childTnLst>
                              <p:par>
                                <p:cTn id="21" presetID="53" presetClass="entr" presetSubtype="16" fill="hold" grpId="0" nodeType="afterEffect" nodePh="1">
                                  <p:stCondLst>
                                    <p:cond delay="0"/>
                                  </p:stCondLst>
                                  <p:endCondLst>
                                    <p:cond evt="begin" delay="0">
                                      <p:tn val="21"/>
                                    </p:cond>
                                  </p:endCondLst>
                                  <p:childTnLst>
                                    <p:set>
                                      <p:cBhvr>
                                        <p:cTn id="22" dur="1" fill="hold">
                                          <p:stCondLst>
                                            <p:cond delay="0"/>
                                          </p:stCondLst>
                                        </p:cTn>
                                        <p:tgtEl>
                                          <p:spTgt spid="27">
                                            <p:txEl>
                                              <p:pRg st="0" end="0"/>
                                            </p:txEl>
                                          </p:spTgt>
                                        </p:tgtEl>
                                        <p:attrNameLst>
                                          <p:attrName>style.visibility</p:attrName>
                                        </p:attrNameLst>
                                      </p:cBhvr>
                                      <p:to>
                                        <p:strVal val="visible"/>
                                      </p:to>
                                    </p:set>
                                    <p:anim calcmode="lin" valueType="num">
                                      <p:cBhvr>
                                        <p:cTn id="23" dur="500" fill="hold"/>
                                        <p:tgtEl>
                                          <p:spTgt spid="27">
                                            <p:txEl>
                                              <p:pRg st="0" end="0"/>
                                            </p:txEl>
                                          </p:spTgt>
                                        </p:tgtEl>
                                        <p:attrNameLst>
                                          <p:attrName>ppt_w</p:attrName>
                                        </p:attrNameLst>
                                      </p:cBhvr>
                                      <p:tavLst>
                                        <p:tav tm="0">
                                          <p:val>
                                            <p:fltVal val="0"/>
                                          </p:val>
                                        </p:tav>
                                        <p:tav tm="100000">
                                          <p:val>
                                            <p:strVal val="#ppt_w"/>
                                          </p:val>
                                        </p:tav>
                                      </p:tavLst>
                                    </p:anim>
                                    <p:anim calcmode="lin" valueType="num">
                                      <p:cBhvr>
                                        <p:cTn id="24" dur="500" fill="hold"/>
                                        <p:tgtEl>
                                          <p:spTgt spid="27">
                                            <p:txEl>
                                              <p:pRg st="0" end="0"/>
                                            </p:txEl>
                                          </p:spTgt>
                                        </p:tgtEl>
                                        <p:attrNameLst>
                                          <p:attrName>ppt_h</p:attrName>
                                        </p:attrNameLst>
                                      </p:cBhvr>
                                      <p:tavLst>
                                        <p:tav tm="0">
                                          <p:val>
                                            <p:fltVal val="0"/>
                                          </p:val>
                                        </p:tav>
                                        <p:tav tm="100000">
                                          <p:val>
                                            <p:strVal val="#ppt_h"/>
                                          </p:val>
                                        </p:tav>
                                      </p:tavLst>
                                    </p:anim>
                                    <p:animEffect transition="in" filter="fade">
                                      <p:cBhvr>
                                        <p:cTn id="25" dur="500"/>
                                        <p:tgtEl>
                                          <p:spTgt spid="27">
                                            <p:txEl>
                                              <p:pRg st="0" end="0"/>
                                            </p:txEl>
                                          </p:spTgt>
                                        </p:tgtEl>
                                      </p:cBhvr>
                                    </p:animEffect>
                                  </p:childTnLst>
                                </p:cTn>
                              </p:par>
                            </p:childTnLst>
                          </p:cTn>
                        </p:par>
                        <p:par>
                          <p:cTn id="26" fill="hold">
                            <p:stCondLst>
                              <p:cond delay="2500"/>
                            </p:stCondLst>
                            <p:childTnLst>
                              <p:par>
                                <p:cTn id="27" presetID="42" presetClass="entr" presetSubtype="0" fill="hold" grpId="0" nodeType="afterEffect">
                                  <p:stCondLst>
                                    <p:cond delay="0"/>
                                  </p:stCondLst>
                                  <p:childTnLst>
                                    <p:set>
                                      <p:cBhvr>
                                        <p:cTn id="28" dur="1" fill="hold">
                                          <p:stCondLst>
                                            <p:cond delay="0"/>
                                          </p:stCondLst>
                                        </p:cTn>
                                        <p:tgtEl>
                                          <p:spTgt spid="43"/>
                                        </p:tgtEl>
                                        <p:attrNameLst>
                                          <p:attrName>style.visibility</p:attrName>
                                        </p:attrNameLst>
                                      </p:cBhvr>
                                      <p:to>
                                        <p:strVal val="visible"/>
                                      </p:to>
                                    </p:set>
                                    <p:animEffect transition="in" filter="fade">
                                      <p:cBhvr>
                                        <p:cTn id="29" dur="500"/>
                                        <p:tgtEl>
                                          <p:spTgt spid="43"/>
                                        </p:tgtEl>
                                      </p:cBhvr>
                                    </p:animEffect>
                                    <p:anim calcmode="lin" valueType="num">
                                      <p:cBhvr>
                                        <p:cTn id="30" dur="500" fill="hold"/>
                                        <p:tgtEl>
                                          <p:spTgt spid="43"/>
                                        </p:tgtEl>
                                        <p:attrNameLst>
                                          <p:attrName>ppt_x</p:attrName>
                                        </p:attrNameLst>
                                      </p:cBhvr>
                                      <p:tavLst>
                                        <p:tav tm="0">
                                          <p:val>
                                            <p:strVal val="#ppt_x"/>
                                          </p:val>
                                        </p:tav>
                                        <p:tav tm="100000">
                                          <p:val>
                                            <p:strVal val="#ppt_x"/>
                                          </p:val>
                                        </p:tav>
                                      </p:tavLst>
                                    </p:anim>
                                    <p:anim calcmode="lin" valueType="num">
                                      <p:cBhvr>
                                        <p:cTn id="31" dur="500" fill="hold"/>
                                        <p:tgtEl>
                                          <p:spTgt spid="43"/>
                                        </p:tgtEl>
                                        <p:attrNameLst>
                                          <p:attrName>ppt_y</p:attrName>
                                        </p:attrNameLst>
                                      </p:cBhvr>
                                      <p:tavLst>
                                        <p:tav tm="0">
                                          <p:val>
                                            <p:strVal val="#ppt_y+.1"/>
                                          </p:val>
                                        </p:tav>
                                        <p:tav tm="100000">
                                          <p:val>
                                            <p:strVal val="#ppt_y"/>
                                          </p:val>
                                        </p:tav>
                                      </p:tavLst>
                                    </p:anim>
                                  </p:childTnLst>
                                </p:cTn>
                              </p:par>
                            </p:childTnLst>
                          </p:cTn>
                        </p:par>
                        <p:par>
                          <p:cTn id="32" fill="hold">
                            <p:stCondLst>
                              <p:cond delay="3000"/>
                            </p:stCondLst>
                            <p:childTnLst>
                              <p:par>
                                <p:cTn id="33" presetID="53" presetClass="entr" presetSubtype="16" fill="hold" grpId="0" nodeType="afterEffect" nodePh="1">
                                  <p:stCondLst>
                                    <p:cond delay="0"/>
                                  </p:stCondLst>
                                  <p:endCondLst>
                                    <p:cond evt="begin" delay="0">
                                      <p:tn val="33"/>
                                    </p:cond>
                                  </p:endCondLst>
                                  <p:childTnLst>
                                    <p:set>
                                      <p:cBhvr>
                                        <p:cTn id="34" dur="1" fill="hold">
                                          <p:stCondLst>
                                            <p:cond delay="0"/>
                                          </p:stCondLst>
                                        </p:cTn>
                                        <p:tgtEl>
                                          <p:spTgt spid="44">
                                            <p:txEl>
                                              <p:pRg st="0" end="0"/>
                                            </p:txEl>
                                          </p:spTgt>
                                        </p:tgtEl>
                                        <p:attrNameLst>
                                          <p:attrName>style.visibility</p:attrName>
                                        </p:attrNameLst>
                                      </p:cBhvr>
                                      <p:to>
                                        <p:strVal val="visible"/>
                                      </p:to>
                                    </p:set>
                                    <p:anim calcmode="lin" valueType="num">
                                      <p:cBhvr>
                                        <p:cTn id="35" dur="500" fill="hold"/>
                                        <p:tgtEl>
                                          <p:spTgt spid="44">
                                            <p:txEl>
                                              <p:pRg st="0" end="0"/>
                                            </p:txEl>
                                          </p:spTgt>
                                        </p:tgtEl>
                                        <p:attrNameLst>
                                          <p:attrName>ppt_w</p:attrName>
                                        </p:attrNameLst>
                                      </p:cBhvr>
                                      <p:tavLst>
                                        <p:tav tm="0">
                                          <p:val>
                                            <p:fltVal val="0"/>
                                          </p:val>
                                        </p:tav>
                                        <p:tav tm="100000">
                                          <p:val>
                                            <p:strVal val="#ppt_w"/>
                                          </p:val>
                                        </p:tav>
                                      </p:tavLst>
                                    </p:anim>
                                    <p:anim calcmode="lin" valueType="num">
                                      <p:cBhvr>
                                        <p:cTn id="36" dur="500" fill="hold"/>
                                        <p:tgtEl>
                                          <p:spTgt spid="44">
                                            <p:txEl>
                                              <p:pRg st="0" end="0"/>
                                            </p:txEl>
                                          </p:spTgt>
                                        </p:tgtEl>
                                        <p:attrNameLst>
                                          <p:attrName>ppt_h</p:attrName>
                                        </p:attrNameLst>
                                      </p:cBhvr>
                                      <p:tavLst>
                                        <p:tav tm="0">
                                          <p:val>
                                            <p:fltVal val="0"/>
                                          </p:val>
                                        </p:tav>
                                        <p:tav tm="100000">
                                          <p:val>
                                            <p:strVal val="#ppt_h"/>
                                          </p:val>
                                        </p:tav>
                                      </p:tavLst>
                                    </p:anim>
                                    <p:animEffect transition="in" filter="fade">
                                      <p:cBhvr>
                                        <p:cTn id="37" dur="500"/>
                                        <p:tgtEl>
                                          <p:spTgt spid="44">
                                            <p:txEl>
                                              <p:pRg st="0" end="0"/>
                                            </p:txEl>
                                          </p:spTgt>
                                        </p:tgtEl>
                                      </p:cBhvr>
                                    </p:animEffect>
                                  </p:childTnLst>
                                </p:cTn>
                              </p:par>
                            </p:childTnLst>
                          </p:cTn>
                        </p:par>
                        <p:par>
                          <p:cTn id="38" fill="hold">
                            <p:stCondLst>
                              <p:cond delay="3500"/>
                            </p:stCondLst>
                            <p:childTnLst>
                              <p:par>
                                <p:cTn id="39" presetID="42" presetClass="entr" presetSubtype="0" fill="hold" grpId="0" nodeType="afterEffect" nodePh="1">
                                  <p:stCondLst>
                                    <p:cond delay="0"/>
                                  </p:stCondLst>
                                  <p:endCondLst>
                                    <p:cond evt="begin" delay="0">
                                      <p:tn val="39"/>
                                    </p:cond>
                                  </p:endCondLst>
                                  <p:childTnLst>
                                    <p:set>
                                      <p:cBhvr>
                                        <p:cTn id="40" dur="1" fill="hold">
                                          <p:stCondLst>
                                            <p:cond delay="0"/>
                                          </p:stCondLst>
                                        </p:cTn>
                                        <p:tgtEl>
                                          <p:spTgt spid="45">
                                            <p:txEl>
                                              <p:pRg st="0" end="0"/>
                                            </p:txEl>
                                          </p:spTgt>
                                        </p:tgtEl>
                                        <p:attrNameLst>
                                          <p:attrName>style.visibility</p:attrName>
                                        </p:attrNameLst>
                                      </p:cBhvr>
                                      <p:to>
                                        <p:strVal val="visible"/>
                                      </p:to>
                                    </p:set>
                                    <p:animEffect transition="in" filter="fade">
                                      <p:cBhvr>
                                        <p:cTn id="41" dur="500"/>
                                        <p:tgtEl>
                                          <p:spTgt spid="45">
                                            <p:txEl>
                                              <p:pRg st="0" end="0"/>
                                            </p:txEl>
                                          </p:spTgt>
                                        </p:tgtEl>
                                      </p:cBhvr>
                                    </p:animEffect>
                                    <p:anim calcmode="lin" valueType="num">
                                      <p:cBhvr>
                                        <p:cTn id="42" dur="500" fill="hold"/>
                                        <p:tgtEl>
                                          <p:spTgt spid="45">
                                            <p:txEl>
                                              <p:pRg st="0" end="0"/>
                                            </p:txEl>
                                          </p:spTgt>
                                        </p:tgtEl>
                                        <p:attrNameLst>
                                          <p:attrName>ppt_x</p:attrName>
                                        </p:attrNameLst>
                                      </p:cBhvr>
                                      <p:tavLst>
                                        <p:tav tm="0">
                                          <p:val>
                                            <p:strVal val="#ppt_x"/>
                                          </p:val>
                                        </p:tav>
                                        <p:tav tm="100000">
                                          <p:val>
                                            <p:strVal val="#ppt_x"/>
                                          </p:val>
                                        </p:tav>
                                      </p:tavLst>
                                    </p:anim>
                                    <p:anim calcmode="lin" valueType="num">
                                      <p:cBhvr>
                                        <p:cTn id="43" dur="500" fill="hold"/>
                                        <p:tgtEl>
                                          <p:spTgt spid="45">
                                            <p:txEl>
                                              <p:pRg st="0" end="0"/>
                                            </p:txEl>
                                          </p:spTgt>
                                        </p:tgtEl>
                                        <p:attrNameLst>
                                          <p:attrName>ppt_y</p:attrName>
                                        </p:attrNameLst>
                                      </p:cBhvr>
                                      <p:tavLst>
                                        <p:tav tm="0">
                                          <p:val>
                                            <p:strVal val="#ppt_y+.1"/>
                                          </p:val>
                                        </p:tav>
                                        <p:tav tm="100000">
                                          <p:val>
                                            <p:strVal val="#ppt_y"/>
                                          </p:val>
                                        </p:tav>
                                      </p:tavLst>
                                    </p:anim>
                                  </p:childTnLst>
                                </p:cTn>
                              </p:par>
                            </p:childTnLst>
                          </p:cTn>
                        </p:par>
                        <p:par>
                          <p:cTn id="44" fill="hold">
                            <p:stCondLst>
                              <p:cond delay="4000"/>
                            </p:stCondLst>
                            <p:childTnLst>
                              <p:par>
                                <p:cTn id="45" presetID="42" presetClass="entr" presetSubtype="0" fill="hold" grpId="0" nodeType="afterEffect">
                                  <p:stCondLst>
                                    <p:cond delay="0"/>
                                  </p:stCondLst>
                                  <p:childTnLst>
                                    <p:set>
                                      <p:cBhvr>
                                        <p:cTn id="46" dur="1" fill="hold">
                                          <p:stCondLst>
                                            <p:cond delay="0"/>
                                          </p:stCondLst>
                                        </p:cTn>
                                        <p:tgtEl>
                                          <p:spTgt spid="23"/>
                                        </p:tgtEl>
                                        <p:attrNameLst>
                                          <p:attrName>style.visibility</p:attrName>
                                        </p:attrNameLst>
                                      </p:cBhvr>
                                      <p:to>
                                        <p:strVal val="visible"/>
                                      </p:to>
                                    </p:set>
                                    <p:animEffect transition="in" filter="fade">
                                      <p:cBhvr>
                                        <p:cTn id="47" dur="500"/>
                                        <p:tgtEl>
                                          <p:spTgt spid="23"/>
                                        </p:tgtEl>
                                      </p:cBhvr>
                                    </p:animEffect>
                                    <p:anim calcmode="lin" valueType="num">
                                      <p:cBhvr>
                                        <p:cTn id="48" dur="500" fill="hold"/>
                                        <p:tgtEl>
                                          <p:spTgt spid="23"/>
                                        </p:tgtEl>
                                        <p:attrNameLst>
                                          <p:attrName>ppt_x</p:attrName>
                                        </p:attrNameLst>
                                      </p:cBhvr>
                                      <p:tavLst>
                                        <p:tav tm="0">
                                          <p:val>
                                            <p:strVal val="#ppt_x"/>
                                          </p:val>
                                        </p:tav>
                                        <p:tav tm="100000">
                                          <p:val>
                                            <p:strVal val="#ppt_x"/>
                                          </p:val>
                                        </p:tav>
                                      </p:tavLst>
                                    </p:anim>
                                    <p:anim calcmode="lin" valueType="num">
                                      <p:cBhvr>
                                        <p:cTn id="49" dur="500" fill="hold"/>
                                        <p:tgtEl>
                                          <p:spTgt spid="23"/>
                                        </p:tgtEl>
                                        <p:attrNameLst>
                                          <p:attrName>ppt_y</p:attrName>
                                        </p:attrNameLst>
                                      </p:cBhvr>
                                      <p:tavLst>
                                        <p:tav tm="0">
                                          <p:val>
                                            <p:strVal val="#ppt_y+.1"/>
                                          </p:val>
                                        </p:tav>
                                        <p:tav tm="100000">
                                          <p:val>
                                            <p:strVal val="#ppt_y"/>
                                          </p:val>
                                        </p:tav>
                                      </p:tavLst>
                                    </p:anim>
                                  </p:childTnLst>
                                </p:cTn>
                              </p:par>
                            </p:childTnLst>
                          </p:cTn>
                        </p:par>
                        <p:par>
                          <p:cTn id="50" fill="hold">
                            <p:stCondLst>
                              <p:cond delay="4500"/>
                            </p:stCondLst>
                            <p:childTnLst>
                              <p:par>
                                <p:cTn id="51" presetID="53" presetClass="entr" presetSubtype="16" fill="hold" grpId="0" nodeType="afterEffect" nodePh="1">
                                  <p:stCondLst>
                                    <p:cond delay="0"/>
                                  </p:stCondLst>
                                  <p:endCondLst>
                                    <p:cond evt="begin" delay="0">
                                      <p:tn val="51"/>
                                    </p:cond>
                                  </p:endCondLst>
                                  <p:childTnLst>
                                    <p:set>
                                      <p:cBhvr>
                                        <p:cTn id="52" dur="1" fill="hold">
                                          <p:stCondLst>
                                            <p:cond delay="0"/>
                                          </p:stCondLst>
                                        </p:cTn>
                                        <p:tgtEl>
                                          <p:spTgt spid="32">
                                            <p:txEl>
                                              <p:pRg st="0" end="0"/>
                                            </p:txEl>
                                          </p:spTgt>
                                        </p:tgtEl>
                                        <p:attrNameLst>
                                          <p:attrName>style.visibility</p:attrName>
                                        </p:attrNameLst>
                                      </p:cBhvr>
                                      <p:to>
                                        <p:strVal val="visible"/>
                                      </p:to>
                                    </p:set>
                                    <p:anim calcmode="lin" valueType="num">
                                      <p:cBhvr>
                                        <p:cTn id="53" dur="500" fill="hold"/>
                                        <p:tgtEl>
                                          <p:spTgt spid="32">
                                            <p:txEl>
                                              <p:pRg st="0" end="0"/>
                                            </p:txEl>
                                          </p:spTgt>
                                        </p:tgtEl>
                                        <p:attrNameLst>
                                          <p:attrName>ppt_w</p:attrName>
                                        </p:attrNameLst>
                                      </p:cBhvr>
                                      <p:tavLst>
                                        <p:tav tm="0">
                                          <p:val>
                                            <p:fltVal val="0"/>
                                          </p:val>
                                        </p:tav>
                                        <p:tav tm="100000">
                                          <p:val>
                                            <p:strVal val="#ppt_w"/>
                                          </p:val>
                                        </p:tav>
                                      </p:tavLst>
                                    </p:anim>
                                    <p:anim calcmode="lin" valueType="num">
                                      <p:cBhvr>
                                        <p:cTn id="54" dur="500" fill="hold"/>
                                        <p:tgtEl>
                                          <p:spTgt spid="32">
                                            <p:txEl>
                                              <p:pRg st="0" end="0"/>
                                            </p:txEl>
                                          </p:spTgt>
                                        </p:tgtEl>
                                        <p:attrNameLst>
                                          <p:attrName>ppt_h</p:attrName>
                                        </p:attrNameLst>
                                      </p:cBhvr>
                                      <p:tavLst>
                                        <p:tav tm="0">
                                          <p:val>
                                            <p:fltVal val="0"/>
                                          </p:val>
                                        </p:tav>
                                        <p:tav tm="100000">
                                          <p:val>
                                            <p:strVal val="#ppt_h"/>
                                          </p:val>
                                        </p:tav>
                                      </p:tavLst>
                                    </p:anim>
                                    <p:animEffect transition="in" filter="fade">
                                      <p:cBhvr>
                                        <p:cTn id="55" dur="500"/>
                                        <p:tgtEl>
                                          <p:spTgt spid="32">
                                            <p:txEl>
                                              <p:pRg st="0" end="0"/>
                                            </p:txEl>
                                          </p:spTgt>
                                        </p:tgtEl>
                                      </p:cBhvr>
                                    </p:animEffect>
                                  </p:childTnLst>
                                </p:cTn>
                              </p:par>
                            </p:childTnLst>
                          </p:cTn>
                        </p:par>
                        <p:par>
                          <p:cTn id="56" fill="hold">
                            <p:stCondLst>
                              <p:cond delay="5000"/>
                            </p:stCondLst>
                            <p:childTnLst>
                              <p:par>
                                <p:cTn id="57" presetID="47" presetClass="entr" presetSubtype="0" fill="hold" grpId="0" nodeType="afterEffect">
                                  <p:stCondLst>
                                    <p:cond delay="0"/>
                                  </p:stCondLst>
                                  <p:childTnLst>
                                    <p:set>
                                      <p:cBhvr>
                                        <p:cTn id="58" dur="1" fill="hold">
                                          <p:stCondLst>
                                            <p:cond delay="0"/>
                                          </p:stCondLst>
                                        </p:cTn>
                                        <p:tgtEl>
                                          <p:spTgt spid="38"/>
                                        </p:tgtEl>
                                        <p:attrNameLst>
                                          <p:attrName>style.visibility</p:attrName>
                                        </p:attrNameLst>
                                      </p:cBhvr>
                                      <p:to>
                                        <p:strVal val="visible"/>
                                      </p:to>
                                    </p:set>
                                    <p:animEffect transition="in" filter="fade">
                                      <p:cBhvr>
                                        <p:cTn id="59" dur="500"/>
                                        <p:tgtEl>
                                          <p:spTgt spid="38"/>
                                        </p:tgtEl>
                                      </p:cBhvr>
                                    </p:animEffect>
                                    <p:anim calcmode="lin" valueType="num">
                                      <p:cBhvr>
                                        <p:cTn id="60" dur="500" fill="hold"/>
                                        <p:tgtEl>
                                          <p:spTgt spid="38"/>
                                        </p:tgtEl>
                                        <p:attrNameLst>
                                          <p:attrName>ppt_x</p:attrName>
                                        </p:attrNameLst>
                                      </p:cBhvr>
                                      <p:tavLst>
                                        <p:tav tm="0">
                                          <p:val>
                                            <p:strVal val="#ppt_x"/>
                                          </p:val>
                                        </p:tav>
                                        <p:tav tm="100000">
                                          <p:val>
                                            <p:strVal val="#ppt_x"/>
                                          </p:val>
                                        </p:tav>
                                      </p:tavLst>
                                    </p:anim>
                                    <p:anim calcmode="lin" valueType="num">
                                      <p:cBhvr>
                                        <p:cTn id="61" dur="500" fill="hold"/>
                                        <p:tgtEl>
                                          <p:spTgt spid="38"/>
                                        </p:tgtEl>
                                        <p:attrNameLst>
                                          <p:attrName>ppt_y</p:attrName>
                                        </p:attrNameLst>
                                      </p:cBhvr>
                                      <p:tavLst>
                                        <p:tav tm="0">
                                          <p:val>
                                            <p:strVal val="#ppt_y-.1"/>
                                          </p:val>
                                        </p:tav>
                                        <p:tav tm="100000">
                                          <p:val>
                                            <p:strVal val="#ppt_y"/>
                                          </p:val>
                                        </p:tav>
                                      </p:tavLst>
                                    </p:anim>
                                  </p:childTnLst>
                                </p:cTn>
                              </p:par>
                            </p:childTnLst>
                          </p:cTn>
                        </p:par>
                        <p:par>
                          <p:cTn id="62" fill="hold">
                            <p:stCondLst>
                              <p:cond delay="5500"/>
                            </p:stCondLst>
                            <p:childTnLst>
                              <p:par>
                                <p:cTn id="63" presetID="53" presetClass="entr" presetSubtype="16" fill="hold" grpId="0" nodeType="afterEffect" nodePh="1">
                                  <p:stCondLst>
                                    <p:cond delay="0"/>
                                  </p:stCondLst>
                                  <p:endCondLst>
                                    <p:cond evt="begin" delay="0">
                                      <p:tn val="63"/>
                                    </p:cond>
                                  </p:endCondLst>
                                  <p:childTnLst>
                                    <p:set>
                                      <p:cBhvr>
                                        <p:cTn id="64" dur="1" fill="hold">
                                          <p:stCondLst>
                                            <p:cond delay="0"/>
                                          </p:stCondLst>
                                        </p:cTn>
                                        <p:tgtEl>
                                          <p:spTgt spid="46">
                                            <p:txEl>
                                              <p:pRg st="0" end="0"/>
                                            </p:txEl>
                                          </p:spTgt>
                                        </p:tgtEl>
                                        <p:attrNameLst>
                                          <p:attrName>style.visibility</p:attrName>
                                        </p:attrNameLst>
                                      </p:cBhvr>
                                      <p:to>
                                        <p:strVal val="visible"/>
                                      </p:to>
                                    </p:set>
                                    <p:anim calcmode="lin" valueType="num">
                                      <p:cBhvr>
                                        <p:cTn id="65" dur="500" fill="hold"/>
                                        <p:tgtEl>
                                          <p:spTgt spid="46">
                                            <p:txEl>
                                              <p:pRg st="0" end="0"/>
                                            </p:txEl>
                                          </p:spTgt>
                                        </p:tgtEl>
                                        <p:attrNameLst>
                                          <p:attrName>ppt_w</p:attrName>
                                        </p:attrNameLst>
                                      </p:cBhvr>
                                      <p:tavLst>
                                        <p:tav tm="0">
                                          <p:val>
                                            <p:fltVal val="0"/>
                                          </p:val>
                                        </p:tav>
                                        <p:tav tm="100000">
                                          <p:val>
                                            <p:strVal val="#ppt_w"/>
                                          </p:val>
                                        </p:tav>
                                      </p:tavLst>
                                    </p:anim>
                                    <p:anim calcmode="lin" valueType="num">
                                      <p:cBhvr>
                                        <p:cTn id="66" dur="500" fill="hold"/>
                                        <p:tgtEl>
                                          <p:spTgt spid="46">
                                            <p:txEl>
                                              <p:pRg st="0" end="0"/>
                                            </p:txEl>
                                          </p:spTgt>
                                        </p:tgtEl>
                                        <p:attrNameLst>
                                          <p:attrName>ppt_h</p:attrName>
                                        </p:attrNameLst>
                                      </p:cBhvr>
                                      <p:tavLst>
                                        <p:tav tm="0">
                                          <p:val>
                                            <p:fltVal val="0"/>
                                          </p:val>
                                        </p:tav>
                                        <p:tav tm="100000">
                                          <p:val>
                                            <p:strVal val="#ppt_h"/>
                                          </p:val>
                                        </p:tav>
                                      </p:tavLst>
                                    </p:anim>
                                    <p:animEffect transition="in" filter="fade">
                                      <p:cBhvr>
                                        <p:cTn id="67" dur="500"/>
                                        <p:tgtEl>
                                          <p:spTgt spid="46">
                                            <p:txEl>
                                              <p:pRg st="0" end="0"/>
                                            </p:txEl>
                                          </p:spTgt>
                                        </p:tgtEl>
                                      </p:cBhvr>
                                    </p:animEffect>
                                  </p:childTnLst>
                                </p:cTn>
                              </p:par>
                            </p:childTnLst>
                          </p:cTn>
                        </p:par>
                        <p:par>
                          <p:cTn id="68" fill="hold">
                            <p:stCondLst>
                              <p:cond delay="6000"/>
                            </p:stCondLst>
                            <p:childTnLst>
                              <p:par>
                                <p:cTn id="69" presetID="42" presetClass="entr" presetSubtype="0" fill="hold" grpId="0" nodeType="afterEffect" nodePh="1">
                                  <p:stCondLst>
                                    <p:cond delay="0"/>
                                  </p:stCondLst>
                                  <p:endCondLst>
                                    <p:cond evt="begin" delay="0">
                                      <p:tn val="69"/>
                                    </p:cond>
                                  </p:endCondLst>
                                  <p:childTnLst>
                                    <p:set>
                                      <p:cBhvr>
                                        <p:cTn id="70" dur="1" fill="hold">
                                          <p:stCondLst>
                                            <p:cond delay="0"/>
                                          </p:stCondLst>
                                        </p:cTn>
                                        <p:tgtEl>
                                          <p:spTgt spid="47">
                                            <p:txEl>
                                              <p:pRg st="0" end="0"/>
                                            </p:txEl>
                                          </p:spTgt>
                                        </p:tgtEl>
                                        <p:attrNameLst>
                                          <p:attrName>style.visibility</p:attrName>
                                        </p:attrNameLst>
                                      </p:cBhvr>
                                      <p:to>
                                        <p:strVal val="visible"/>
                                      </p:to>
                                    </p:set>
                                    <p:animEffect transition="in" filter="fade">
                                      <p:cBhvr>
                                        <p:cTn id="71" dur="500"/>
                                        <p:tgtEl>
                                          <p:spTgt spid="47">
                                            <p:txEl>
                                              <p:pRg st="0" end="0"/>
                                            </p:txEl>
                                          </p:spTgt>
                                        </p:tgtEl>
                                      </p:cBhvr>
                                    </p:animEffect>
                                    <p:anim calcmode="lin" valueType="num">
                                      <p:cBhvr>
                                        <p:cTn id="72" dur="500" fill="hold"/>
                                        <p:tgtEl>
                                          <p:spTgt spid="47">
                                            <p:txEl>
                                              <p:pRg st="0" end="0"/>
                                            </p:txEl>
                                          </p:spTgt>
                                        </p:tgtEl>
                                        <p:attrNameLst>
                                          <p:attrName>ppt_x</p:attrName>
                                        </p:attrNameLst>
                                      </p:cBhvr>
                                      <p:tavLst>
                                        <p:tav tm="0">
                                          <p:val>
                                            <p:strVal val="#ppt_x"/>
                                          </p:val>
                                        </p:tav>
                                        <p:tav tm="100000">
                                          <p:val>
                                            <p:strVal val="#ppt_x"/>
                                          </p:val>
                                        </p:tav>
                                      </p:tavLst>
                                    </p:anim>
                                    <p:anim calcmode="lin" valueType="num">
                                      <p:cBhvr>
                                        <p:cTn id="73" dur="500" fill="hold"/>
                                        <p:tgtEl>
                                          <p:spTgt spid="47">
                                            <p:txEl>
                                              <p:pRg st="0" end="0"/>
                                            </p:txEl>
                                          </p:spTgt>
                                        </p:tgtEl>
                                        <p:attrNameLst>
                                          <p:attrName>ppt_y</p:attrName>
                                        </p:attrNameLst>
                                      </p:cBhvr>
                                      <p:tavLst>
                                        <p:tav tm="0">
                                          <p:val>
                                            <p:strVal val="#ppt_y+.1"/>
                                          </p:val>
                                        </p:tav>
                                        <p:tav tm="100000">
                                          <p:val>
                                            <p:strVal val="#ppt_y"/>
                                          </p:val>
                                        </p:tav>
                                      </p:tavLst>
                                    </p:anim>
                                  </p:childTnLst>
                                </p:cTn>
                              </p:par>
                            </p:childTnLst>
                          </p:cTn>
                        </p:par>
                        <p:par>
                          <p:cTn id="74" fill="hold">
                            <p:stCondLst>
                              <p:cond delay="6500"/>
                            </p:stCondLst>
                            <p:childTnLst>
                              <p:par>
                                <p:cTn id="75" presetID="42" presetClass="entr" presetSubtype="0" fill="hold" grpId="0" nodeType="afterEffect">
                                  <p:stCondLst>
                                    <p:cond delay="0"/>
                                  </p:stCondLst>
                                  <p:childTnLst>
                                    <p:set>
                                      <p:cBhvr>
                                        <p:cTn id="76" dur="1" fill="hold">
                                          <p:stCondLst>
                                            <p:cond delay="0"/>
                                          </p:stCondLst>
                                        </p:cTn>
                                        <p:tgtEl>
                                          <p:spTgt spid="36"/>
                                        </p:tgtEl>
                                        <p:attrNameLst>
                                          <p:attrName>style.visibility</p:attrName>
                                        </p:attrNameLst>
                                      </p:cBhvr>
                                      <p:to>
                                        <p:strVal val="visible"/>
                                      </p:to>
                                    </p:set>
                                    <p:animEffect transition="in" filter="fade">
                                      <p:cBhvr>
                                        <p:cTn id="77" dur="500"/>
                                        <p:tgtEl>
                                          <p:spTgt spid="36"/>
                                        </p:tgtEl>
                                      </p:cBhvr>
                                    </p:animEffect>
                                    <p:anim calcmode="lin" valueType="num">
                                      <p:cBhvr>
                                        <p:cTn id="78" dur="500" fill="hold"/>
                                        <p:tgtEl>
                                          <p:spTgt spid="36"/>
                                        </p:tgtEl>
                                        <p:attrNameLst>
                                          <p:attrName>ppt_x</p:attrName>
                                        </p:attrNameLst>
                                      </p:cBhvr>
                                      <p:tavLst>
                                        <p:tav tm="0">
                                          <p:val>
                                            <p:strVal val="#ppt_x"/>
                                          </p:val>
                                        </p:tav>
                                        <p:tav tm="100000">
                                          <p:val>
                                            <p:strVal val="#ppt_x"/>
                                          </p:val>
                                        </p:tav>
                                      </p:tavLst>
                                    </p:anim>
                                    <p:anim calcmode="lin" valueType="num">
                                      <p:cBhvr>
                                        <p:cTn id="79" dur="500" fill="hold"/>
                                        <p:tgtEl>
                                          <p:spTgt spid="36"/>
                                        </p:tgtEl>
                                        <p:attrNameLst>
                                          <p:attrName>ppt_y</p:attrName>
                                        </p:attrNameLst>
                                      </p:cBhvr>
                                      <p:tavLst>
                                        <p:tav tm="0">
                                          <p:val>
                                            <p:strVal val="#ppt_y+.1"/>
                                          </p:val>
                                        </p:tav>
                                        <p:tav tm="100000">
                                          <p:val>
                                            <p:strVal val="#ppt_y"/>
                                          </p:val>
                                        </p:tav>
                                      </p:tavLst>
                                    </p:anim>
                                  </p:childTnLst>
                                </p:cTn>
                              </p:par>
                            </p:childTnLst>
                          </p:cTn>
                        </p:par>
                        <p:par>
                          <p:cTn id="80" fill="hold">
                            <p:stCondLst>
                              <p:cond delay="7000"/>
                            </p:stCondLst>
                            <p:childTnLst>
                              <p:par>
                                <p:cTn id="81" presetID="53" presetClass="entr" presetSubtype="16" fill="hold" grpId="0" nodeType="afterEffect" nodePh="1">
                                  <p:stCondLst>
                                    <p:cond delay="0"/>
                                  </p:stCondLst>
                                  <p:endCondLst>
                                    <p:cond evt="begin" delay="0">
                                      <p:tn val="81"/>
                                    </p:cond>
                                  </p:endCondLst>
                                  <p:childTnLst>
                                    <p:set>
                                      <p:cBhvr>
                                        <p:cTn id="82" dur="1" fill="hold">
                                          <p:stCondLst>
                                            <p:cond delay="0"/>
                                          </p:stCondLst>
                                        </p:cTn>
                                        <p:tgtEl>
                                          <p:spTgt spid="37">
                                            <p:txEl>
                                              <p:pRg st="0" end="0"/>
                                            </p:txEl>
                                          </p:spTgt>
                                        </p:tgtEl>
                                        <p:attrNameLst>
                                          <p:attrName>style.visibility</p:attrName>
                                        </p:attrNameLst>
                                      </p:cBhvr>
                                      <p:to>
                                        <p:strVal val="visible"/>
                                      </p:to>
                                    </p:set>
                                    <p:anim calcmode="lin" valueType="num">
                                      <p:cBhvr>
                                        <p:cTn id="83" dur="500" fill="hold"/>
                                        <p:tgtEl>
                                          <p:spTgt spid="37">
                                            <p:txEl>
                                              <p:pRg st="0" end="0"/>
                                            </p:txEl>
                                          </p:spTgt>
                                        </p:tgtEl>
                                        <p:attrNameLst>
                                          <p:attrName>ppt_w</p:attrName>
                                        </p:attrNameLst>
                                      </p:cBhvr>
                                      <p:tavLst>
                                        <p:tav tm="0">
                                          <p:val>
                                            <p:fltVal val="0"/>
                                          </p:val>
                                        </p:tav>
                                        <p:tav tm="100000">
                                          <p:val>
                                            <p:strVal val="#ppt_w"/>
                                          </p:val>
                                        </p:tav>
                                      </p:tavLst>
                                    </p:anim>
                                    <p:anim calcmode="lin" valueType="num">
                                      <p:cBhvr>
                                        <p:cTn id="84" dur="500" fill="hold"/>
                                        <p:tgtEl>
                                          <p:spTgt spid="37">
                                            <p:txEl>
                                              <p:pRg st="0" end="0"/>
                                            </p:txEl>
                                          </p:spTgt>
                                        </p:tgtEl>
                                        <p:attrNameLst>
                                          <p:attrName>ppt_h</p:attrName>
                                        </p:attrNameLst>
                                      </p:cBhvr>
                                      <p:tavLst>
                                        <p:tav tm="0">
                                          <p:val>
                                            <p:fltVal val="0"/>
                                          </p:val>
                                        </p:tav>
                                        <p:tav tm="100000">
                                          <p:val>
                                            <p:strVal val="#ppt_h"/>
                                          </p:val>
                                        </p:tav>
                                      </p:tavLst>
                                    </p:anim>
                                    <p:animEffect transition="in" filter="fade">
                                      <p:cBhvr>
                                        <p:cTn id="85" dur="500"/>
                                        <p:tgtEl>
                                          <p:spTgt spid="37">
                                            <p:txEl>
                                              <p:pRg st="0" end="0"/>
                                            </p:txEl>
                                          </p:spTgt>
                                        </p:tgtEl>
                                      </p:cBhvr>
                                    </p:animEffect>
                                  </p:childTnLst>
                                </p:cTn>
                              </p:par>
                            </p:childTnLst>
                          </p:cTn>
                        </p:par>
                        <p:par>
                          <p:cTn id="86" fill="hold">
                            <p:stCondLst>
                              <p:cond delay="7500"/>
                            </p:stCondLst>
                            <p:childTnLst>
                              <p:par>
                                <p:cTn id="87" presetID="42" presetClass="entr" presetSubtype="0" fill="hold" grpId="0" nodeType="afterEffect">
                                  <p:stCondLst>
                                    <p:cond delay="0"/>
                                  </p:stCondLst>
                                  <p:childTnLst>
                                    <p:set>
                                      <p:cBhvr>
                                        <p:cTn id="88" dur="1" fill="hold">
                                          <p:stCondLst>
                                            <p:cond delay="0"/>
                                          </p:stCondLst>
                                        </p:cTn>
                                        <p:tgtEl>
                                          <p:spTgt spid="39"/>
                                        </p:tgtEl>
                                        <p:attrNameLst>
                                          <p:attrName>style.visibility</p:attrName>
                                        </p:attrNameLst>
                                      </p:cBhvr>
                                      <p:to>
                                        <p:strVal val="visible"/>
                                      </p:to>
                                    </p:set>
                                    <p:animEffect transition="in" filter="fade">
                                      <p:cBhvr>
                                        <p:cTn id="89" dur="500"/>
                                        <p:tgtEl>
                                          <p:spTgt spid="39"/>
                                        </p:tgtEl>
                                      </p:cBhvr>
                                    </p:animEffect>
                                    <p:anim calcmode="lin" valueType="num">
                                      <p:cBhvr>
                                        <p:cTn id="90" dur="500" fill="hold"/>
                                        <p:tgtEl>
                                          <p:spTgt spid="39"/>
                                        </p:tgtEl>
                                        <p:attrNameLst>
                                          <p:attrName>ppt_x</p:attrName>
                                        </p:attrNameLst>
                                      </p:cBhvr>
                                      <p:tavLst>
                                        <p:tav tm="0">
                                          <p:val>
                                            <p:strVal val="#ppt_x"/>
                                          </p:val>
                                        </p:tav>
                                        <p:tav tm="100000">
                                          <p:val>
                                            <p:strVal val="#ppt_x"/>
                                          </p:val>
                                        </p:tav>
                                      </p:tavLst>
                                    </p:anim>
                                    <p:anim calcmode="lin" valueType="num">
                                      <p:cBhvr>
                                        <p:cTn id="91" dur="500" fill="hold"/>
                                        <p:tgtEl>
                                          <p:spTgt spid="39"/>
                                        </p:tgtEl>
                                        <p:attrNameLst>
                                          <p:attrName>ppt_y</p:attrName>
                                        </p:attrNameLst>
                                      </p:cBhvr>
                                      <p:tavLst>
                                        <p:tav tm="0">
                                          <p:val>
                                            <p:strVal val="#ppt_y+.1"/>
                                          </p:val>
                                        </p:tav>
                                        <p:tav tm="100000">
                                          <p:val>
                                            <p:strVal val="#ppt_y"/>
                                          </p:val>
                                        </p:tav>
                                      </p:tavLst>
                                    </p:anim>
                                  </p:childTnLst>
                                </p:cTn>
                              </p:par>
                            </p:childTnLst>
                          </p:cTn>
                        </p:par>
                        <p:par>
                          <p:cTn id="92" fill="hold">
                            <p:stCondLst>
                              <p:cond delay="8000"/>
                            </p:stCondLst>
                            <p:childTnLst>
                              <p:par>
                                <p:cTn id="93" presetID="53" presetClass="entr" presetSubtype="16" fill="hold" grpId="0" nodeType="afterEffect" nodePh="1">
                                  <p:stCondLst>
                                    <p:cond delay="0"/>
                                  </p:stCondLst>
                                  <p:endCondLst>
                                    <p:cond evt="begin" delay="0">
                                      <p:tn val="93"/>
                                    </p:cond>
                                  </p:endCondLst>
                                  <p:childTnLst>
                                    <p:set>
                                      <p:cBhvr>
                                        <p:cTn id="94" dur="1" fill="hold">
                                          <p:stCondLst>
                                            <p:cond delay="0"/>
                                          </p:stCondLst>
                                        </p:cTn>
                                        <p:tgtEl>
                                          <p:spTgt spid="48">
                                            <p:txEl>
                                              <p:pRg st="0" end="0"/>
                                            </p:txEl>
                                          </p:spTgt>
                                        </p:tgtEl>
                                        <p:attrNameLst>
                                          <p:attrName>style.visibility</p:attrName>
                                        </p:attrNameLst>
                                      </p:cBhvr>
                                      <p:to>
                                        <p:strVal val="visible"/>
                                      </p:to>
                                    </p:set>
                                    <p:anim calcmode="lin" valueType="num">
                                      <p:cBhvr>
                                        <p:cTn id="95" dur="500" fill="hold"/>
                                        <p:tgtEl>
                                          <p:spTgt spid="48">
                                            <p:txEl>
                                              <p:pRg st="0" end="0"/>
                                            </p:txEl>
                                          </p:spTgt>
                                        </p:tgtEl>
                                        <p:attrNameLst>
                                          <p:attrName>ppt_w</p:attrName>
                                        </p:attrNameLst>
                                      </p:cBhvr>
                                      <p:tavLst>
                                        <p:tav tm="0">
                                          <p:val>
                                            <p:fltVal val="0"/>
                                          </p:val>
                                        </p:tav>
                                        <p:tav tm="100000">
                                          <p:val>
                                            <p:strVal val="#ppt_w"/>
                                          </p:val>
                                        </p:tav>
                                      </p:tavLst>
                                    </p:anim>
                                    <p:anim calcmode="lin" valueType="num">
                                      <p:cBhvr>
                                        <p:cTn id="96" dur="500" fill="hold"/>
                                        <p:tgtEl>
                                          <p:spTgt spid="48">
                                            <p:txEl>
                                              <p:pRg st="0" end="0"/>
                                            </p:txEl>
                                          </p:spTgt>
                                        </p:tgtEl>
                                        <p:attrNameLst>
                                          <p:attrName>ppt_h</p:attrName>
                                        </p:attrNameLst>
                                      </p:cBhvr>
                                      <p:tavLst>
                                        <p:tav tm="0">
                                          <p:val>
                                            <p:fltVal val="0"/>
                                          </p:val>
                                        </p:tav>
                                        <p:tav tm="100000">
                                          <p:val>
                                            <p:strVal val="#ppt_h"/>
                                          </p:val>
                                        </p:tav>
                                      </p:tavLst>
                                    </p:anim>
                                    <p:animEffect transition="in" filter="fade">
                                      <p:cBhvr>
                                        <p:cTn id="97" dur="500"/>
                                        <p:tgtEl>
                                          <p:spTgt spid="48">
                                            <p:txEl>
                                              <p:pRg st="0" end="0"/>
                                            </p:txEl>
                                          </p:spTgt>
                                        </p:tgtEl>
                                      </p:cBhvr>
                                    </p:animEffect>
                                  </p:childTnLst>
                                </p:cTn>
                              </p:par>
                            </p:childTnLst>
                          </p:cTn>
                        </p:par>
                        <p:par>
                          <p:cTn id="98" fill="hold">
                            <p:stCondLst>
                              <p:cond delay="8500"/>
                            </p:stCondLst>
                            <p:childTnLst>
                              <p:par>
                                <p:cTn id="99" presetID="42" presetClass="entr" presetSubtype="0" fill="hold" grpId="0" nodeType="afterEffect" nodePh="1">
                                  <p:stCondLst>
                                    <p:cond delay="0"/>
                                  </p:stCondLst>
                                  <p:endCondLst>
                                    <p:cond evt="begin" delay="0">
                                      <p:tn val="99"/>
                                    </p:cond>
                                  </p:endCondLst>
                                  <p:childTnLst>
                                    <p:set>
                                      <p:cBhvr>
                                        <p:cTn id="100" dur="1" fill="hold">
                                          <p:stCondLst>
                                            <p:cond delay="0"/>
                                          </p:stCondLst>
                                        </p:cTn>
                                        <p:tgtEl>
                                          <p:spTgt spid="49">
                                            <p:txEl>
                                              <p:pRg st="0" end="0"/>
                                            </p:txEl>
                                          </p:spTgt>
                                        </p:tgtEl>
                                        <p:attrNameLst>
                                          <p:attrName>style.visibility</p:attrName>
                                        </p:attrNameLst>
                                      </p:cBhvr>
                                      <p:to>
                                        <p:strVal val="visible"/>
                                      </p:to>
                                    </p:set>
                                    <p:animEffect transition="in" filter="fade">
                                      <p:cBhvr>
                                        <p:cTn id="101" dur="500"/>
                                        <p:tgtEl>
                                          <p:spTgt spid="49">
                                            <p:txEl>
                                              <p:pRg st="0" end="0"/>
                                            </p:txEl>
                                          </p:spTgt>
                                        </p:tgtEl>
                                      </p:cBhvr>
                                    </p:animEffect>
                                    <p:anim calcmode="lin" valueType="num">
                                      <p:cBhvr>
                                        <p:cTn id="102" dur="500" fill="hold"/>
                                        <p:tgtEl>
                                          <p:spTgt spid="49">
                                            <p:txEl>
                                              <p:pRg st="0" end="0"/>
                                            </p:txEl>
                                          </p:spTgt>
                                        </p:tgtEl>
                                        <p:attrNameLst>
                                          <p:attrName>ppt_x</p:attrName>
                                        </p:attrNameLst>
                                      </p:cBhvr>
                                      <p:tavLst>
                                        <p:tav tm="0">
                                          <p:val>
                                            <p:strVal val="#ppt_x"/>
                                          </p:val>
                                        </p:tav>
                                        <p:tav tm="100000">
                                          <p:val>
                                            <p:strVal val="#ppt_x"/>
                                          </p:val>
                                        </p:tav>
                                      </p:tavLst>
                                    </p:anim>
                                    <p:anim calcmode="lin" valueType="num">
                                      <p:cBhvr>
                                        <p:cTn id="103" dur="500" fill="hold"/>
                                        <p:tgtEl>
                                          <p:spTgt spid="49">
                                            <p:txEl>
                                              <p:pRg st="0" end="0"/>
                                            </p:txEl>
                                          </p:spTgt>
                                        </p:tgtEl>
                                        <p:attrNameLst>
                                          <p:attrName>ppt_y</p:attrName>
                                        </p:attrNameLst>
                                      </p:cBhvr>
                                      <p:tavLst>
                                        <p:tav tm="0">
                                          <p:val>
                                            <p:strVal val="#ppt_y+.1"/>
                                          </p:val>
                                        </p:tav>
                                        <p:tav tm="100000">
                                          <p:val>
                                            <p:strVal val="#ppt_y"/>
                                          </p:val>
                                        </p:tav>
                                      </p:tavLst>
                                    </p:anim>
                                  </p:childTnLst>
                                </p:cTn>
                              </p:par>
                            </p:childTnLst>
                          </p:cTn>
                        </p:par>
                        <p:par>
                          <p:cTn id="104" fill="hold">
                            <p:stCondLst>
                              <p:cond delay="9000"/>
                            </p:stCondLst>
                            <p:childTnLst>
                              <p:par>
                                <p:cTn id="105" presetID="42" presetClass="entr" presetSubtype="0" fill="hold" grpId="0" nodeType="afterEffect">
                                  <p:stCondLst>
                                    <p:cond delay="0"/>
                                  </p:stCondLst>
                                  <p:childTnLst>
                                    <p:set>
                                      <p:cBhvr>
                                        <p:cTn id="106" dur="1" fill="hold">
                                          <p:stCondLst>
                                            <p:cond delay="0"/>
                                          </p:stCondLst>
                                        </p:cTn>
                                        <p:tgtEl>
                                          <p:spTgt spid="40"/>
                                        </p:tgtEl>
                                        <p:attrNameLst>
                                          <p:attrName>style.visibility</p:attrName>
                                        </p:attrNameLst>
                                      </p:cBhvr>
                                      <p:to>
                                        <p:strVal val="visible"/>
                                      </p:to>
                                    </p:set>
                                    <p:animEffect transition="in" filter="fade">
                                      <p:cBhvr>
                                        <p:cTn id="107" dur="500"/>
                                        <p:tgtEl>
                                          <p:spTgt spid="40"/>
                                        </p:tgtEl>
                                      </p:cBhvr>
                                    </p:animEffect>
                                    <p:anim calcmode="lin" valueType="num">
                                      <p:cBhvr>
                                        <p:cTn id="108" dur="500" fill="hold"/>
                                        <p:tgtEl>
                                          <p:spTgt spid="40"/>
                                        </p:tgtEl>
                                        <p:attrNameLst>
                                          <p:attrName>ppt_x</p:attrName>
                                        </p:attrNameLst>
                                      </p:cBhvr>
                                      <p:tavLst>
                                        <p:tav tm="0">
                                          <p:val>
                                            <p:strVal val="#ppt_x"/>
                                          </p:val>
                                        </p:tav>
                                        <p:tav tm="100000">
                                          <p:val>
                                            <p:strVal val="#ppt_x"/>
                                          </p:val>
                                        </p:tav>
                                      </p:tavLst>
                                    </p:anim>
                                    <p:anim calcmode="lin" valueType="num">
                                      <p:cBhvr>
                                        <p:cTn id="109" dur="500" fill="hold"/>
                                        <p:tgtEl>
                                          <p:spTgt spid="40"/>
                                        </p:tgtEl>
                                        <p:attrNameLst>
                                          <p:attrName>ppt_y</p:attrName>
                                        </p:attrNameLst>
                                      </p:cBhvr>
                                      <p:tavLst>
                                        <p:tav tm="0">
                                          <p:val>
                                            <p:strVal val="#ppt_y+.1"/>
                                          </p:val>
                                        </p:tav>
                                        <p:tav tm="100000">
                                          <p:val>
                                            <p:strVal val="#ppt_y"/>
                                          </p:val>
                                        </p:tav>
                                      </p:tavLst>
                                    </p:anim>
                                  </p:childTnLst>
                                </p:cTn>
                              </p:par>
                            </p:childTnLst>
                          </p:cTn>
                        </p:par>
                        <p:par>
                          <p:cTn id="110" fill="hold">
                            <p:stCondLst>
                              <p:cond delay="9500"/>
                            </p:stCondLst>
                            <p:childTnLst>
                              <p:par>
                                <p:cTn id="111" presetID="53" presetClass="entr" presetSubtype="16" fill="hold" grpId="0" nodeType="afterEffect" nodePh="1">
                                  <p:stCondLst>
                                    <p:cond delay="0"/>
                                  </p:stCondLst>
                                  <p:endCondLst>
                                    <p:cond evt="begin" delay="0">
                                      <p:tn val="111"/>
                                    </p:cond>
                                  </p:endCondLst>
                                  <p:childTnLst>
                                    <p:set>
                                      <p:cBhvr>
                                        <p:cTn id="112" dur="1" fill="hold">
                                          <p:stCondLst>
                                            <p:cond delay="0"/>
                                          </p:stCondLst>
                                        </p:cTn>
                                        <p:tgtEl>
                                          <p:spTgt spid="41">
                                            <p:txEl>
                                              <p:pRg st="0" end="0"/>
                                            </p:txEl>
                                          </p:spTgt>
                                        </p:tgtEl>
                                        <p:attrNameLst>
                                          <p:attrName>style.visibility</p:attrName>
                                        </p:attrNameLst>
                                      </p:cBhvr>
                                      <p:to>
                                        <p:strVal val="visible"/>
                                      </p:to>
                                    </p:set>
                                    <p:anim calcmode="lin" valueType="num">
                                      <p:cBhvr>
                                        <p:cTn id="113" dur="500" fill="hold"/>
                                        <p:tgtEl>
                                          <p:spTgt spid="41">
                                            <p:txEl>
                                              <p:pRg st="0" end="0"/>
                                            </p:txEl>
                                          </p:spTgt>
                                        </p:tgtEl>
                                        <p:attrNameLst>
                                          <p:attrName>ppt_w</p:attrName>
                                        </p:attrNameLst>
                                      </p:cBhvr>
                                      <p:tavLst>
                                        <p:tav tm="0">
                                          <p:val>
                                            <p:fltVal val="0"/>
                                          </p:val>
                                        </p:tav>
                                        <p:tav tm="100000">
                                          <p:val>
                                            <p:strVal val="#ppt_w"/>
                                          </p:val>
                                        </p:tav>
                                      </p:tavLst>
                                    </p:anim>
                                    <p:anim calcmode="lin" valueType="num">
                                      <p:cBhvr>
                                        <p:cTn id="114" dur="500" fill="hold"/>
                                        <p:tgtEl>
                                          <p:spTgt spid="41">
                                            <p:txEl>
                                              <p:pRg st="0" end="0"/>
                                            </p:txEl>
                                          </p:spTgt>
                                        </p:tgtEl>
                                        <p:attrNameLst>
                                          <p:attrName>ppt_h</p:attrName>
                                        </p:attrNameLst>
                                      </p:cBhvr>
                                      <p:tavLst>
                                        <p:tav tm="0">
                                          <p:val>
                                            <p:fltVal val="0"/>
                                          </p:val>
                                        </p:tav>
                                        <p:tav tm="100000">
                                          <p:val>
                                            <p:strVal val="#ppt_h"/>
                                          </p:val>
                                        </p:tav>
                                      </p:tavLst>
                                    </p:anim>
                                    <p:animEffect transition="in" filter="fade">
                                      <p:cBhvr>
                                        <p:cTn id="115" dur="500"/>
                                        <p:tgtEl>
                                          <p:spTgt spid="41">
                                            <p:txEl>
                                              <p:pRg st="0" end="0"/>
                                            </p:txEl>
                                          </p:spTgt>
                                        </p:tgtEl>
                                      </p:cBhvr>
                                    </p:animEffect>
                                  </p:childTnLst>
                                </p:cTn>
                              </p:par>
                            </p:childTnLst>
                          </p:cTn>
                        </p:par>
                        <p:par>
                          <p:cTn id="116" fill="hold">
                            <p:stCondLst>
                              <p:cond delay="10000"/>
                            </p:stCondLst>
                            <p:childTnLst>
                              <p:par>
                                <p:cTn id="117" presetID="47" presetClass="entr" presetSubtype="0" fill="hold" grpId="0" nodeType="afterEffect">
                                  <p:stCondLst>
                                    <p:cond delay="0"/>
                                  </p:stCondLst>
                                  <p:childTnLst>
                                    <p:set>
                                      <p:cBhvr>
                                        <p:cTn id="118" dur="1" fill="hold">
                                          <p:stCondLst>
                                            <p:cond delay="0"/>
                                          </p:stCondLst>
                                        </p:cTn>
                                        <p:tgtEl>
                                          <p:spTgt spid="42"/>
                                        </p:tgtEl>
                                        <p:attrNameLst>
                                          <p:attrName>style.visibility</p:attrName>
                                        </p:attrNameLst>
                                      </p:cBhvr>
                                      <p:to>
                                        <p:strVal val="visible"/>
                                      </p:to>
                                    </p:set>
                                    <p:animEffect transition="in" filter="fade">
                                      <p:cBhvr>
                                        <p:cTn id="119" dur="500"/>
                                        <p:tgtEl>
                                          <p:spTgt spid="42"/>
                                        </p:tgtEl>
                                      </p:cBhvr>
                                    </p:animEffect>
                                    <p:anim calcmode="lin" valueType="num">
                                      <p:cBhvr>
                                        <p:cTn id="120" dur="500" fill="hold"/>
                                        <p:tgtEl>
                                          <p:spTgt spid="42"/>
                                        </p:tgtEl>
                                        <p:attrNameLst>
                                          <p:attrName>ppt_x</p:attrName>
                                        </p:attrNameLst>
                                      </p:cBhvr>
                                      <p:tavLst>
                                        <p:tav tm="0">
                                          <p:val>
                                            <p:strVal val="#ppt_x"/>
                                          </p:val>
                                        </p:tav>
                                        <p:tav tm="100000">
                                          <p:val>
                                            <p:strVal val="#ppt_x"/>
                                          </p:val>
                                        </p:tav>
                                      </p:tavLst>
                                    </p:anim>
                                    <p:anim calcmode="lin" valueType="num">
                                      <p:cBhvr>
                                        <p:cTn id="121" dur="500" fill="hold"/>
                                        <p:tgtEl>
                                          <p:spTgt spid="42"/>
                                        </p:tgtEl>
                                        <p:attrNameLst>
                                          <p:attrName>ppt_y</p:attrName>
                                        </p:attrNameLst>
                                      </p:cBhvr>
                                      <p:tavLst>
                                        <p:tav tm="0">
                                          <p:val>
                                            <p:strVal val="#ppt_y-.1"/>
                                          </p:val>
                                        </p:tav>
                                        <p:tav tm="100000">
                                          <p:val>
                                            <p:strVal val="#ppt_y"/>
                                          </p:val>
                                        </p:tav>
                                      </p:tavLst>
                                    </p:anim>
                                  </p:childTnLst>
                                </p:cTn>
                              </p:par>
                            </p:childTnLst>
                          </p:cTn>
                        </p:par>
                        <p:par>
                          <p:cTn id="122" fill="hold">
                            <p:stCondLst>
                              <p:cond delay="10500"/>
                            </p:stCondLst>
                            <p:childTnLst>
                              <p:par>
                                <p:cTn id="123" presetID="53" presetClass="entr" presetSubtype="16" fill="hold" grpId="0" nodeType="afterEffect" nodePh="1">
                                  <p:stCondLst>
                                    <p:cond delay="0"/>
                                  </p:stCondLst>
                                  <p:endCondLst>
                                    <p:cond evt="begin" delay="0">
                                      <p:tn val="123"/>
                                    </p:cond>
                                  </p:endCondLst>
                                  <p:childTnLst>
                                    <p:set>
                                      <p:cBhvr>
                                        <p:cTn id="124" dur="1" fill="hold">
                                          <p:stCondLst>
                                            <p:cond delay="0"/>
                                          </p:stCondLst>
                                        </p:cTn>
                                        <p:tgtEl>
                                          <p:spTgt spid="50">
                                            <p:txEl>
                                              <p:pRg st="0" end="0"/>
                                            </p:txEl>
                                          </p:spTgt>
                                        </p:tgtEl>
                                        <p:attrNameLst>
                                          <p:attrName>style.visibility</p:attrName>
                                        </p:attrNameLst>
                                      </p:cBhvr>
                                      <p:to>
                                        <p:strVal val="visible"/>
                                      </p:to>
                                    </p:set>
                                    <p:anim calcmode="lin" valueType="num">
                                      <p:cBhvr>
                                        <p:cTn id="125" dur="500" fill="hold"/>
                                        <p:tgtEl>
                                          <p:spTgt spid="50">
                                            <p:txEl>
                                              <p:pRg st="0" end="0"/>
                                            </p:txEl>
                                          </p:spTgt>
                                        </p:tgtEl>
                                        <p:attrNameLst>
                                          <p:attrName>ppt_w</p:attrName>
                                        </p:attrNameLst>
                                      </p:cBhvr>
                                      <p:tavLst>
                                        <p:tav tm="0">
                                          <p:val>
                                            <p:fltVal val="0"/>
                                          </p:val>
                                        </p:tav>
                                        <p:tav tm="100000">
                                          <p:val>
                                            <p:strVal val="#ppt_w"/>
                                          </p:val>
                                        </p:tav>
                                      </p:tavLst>
                                    </p:anim>
                                    <p:anim calcmode="lin" valueType="num">
                                      <p:cBhvr>
                                        <p:cTn id="126" dur="500" fill="hold"/>
                                        <p:tgtEl>
                                          <p:spTgt spid="50">
                                            <p:txEl>
                                              <p:pRg st="0" end="0"/>
                                            </p:txEl>
                                          </p:spTgt>
                                        </p:tgtEl>
                                        <p:attrNameLst>
                                          <p:attrName>ppt_h</p:attrName>
                                        </p:attrNameLst>
                                      </p:cBhvr>
                                      <p:tavLst>
                                        <p:tav tm="0">
                                          <p:val>
                                            <p:fltVal val="0"/>
                                          </p:val>
                                        </p:tav>
                                        <p:tav tm="100000">
                                          <p:val>
                                            <p:strVal val="#ppt_h"/>
                                          </p:val>
                                        </p:tav>
                                      </p:tavLst>
                                    </p:anim>
                                    <p:animEffect transition="in" filter="fade">
                                      <p:cBhvr>
                                        <p:cTn id="127" dur="500"/>
                                        <p:tgtEl>
                                          <p:spTgt spid="50">
                                            <p:txEl>
                                              <p:pRg st="0" end="0"/>
                                            </p:txEl>
                                          </p:spTgt>
                                        </p:tgtEl>
                                      </p:cBhvr>
                                    </p:animEffect>
                                  </p:childTnLst>
                                </p:cTn>
                              </p:par>
                            </p:childTnLst>
                          </p:cTn>
                        </p:par>
                        <p:par>
                          <p:cTn id="128" fill="hold">
                            <p:stCondLst>
                              <p:cond delay="11000"/>
                            </p:stCondLst>
                            <p:childTnLst>
                              <p:par>
                                <p:cTn id="129" presetID="42" presetClass="entr" presetSubtype="0" fill="hold" grpId="0" nodeType="afterEffect" nodePh="1">
                                  <p:stCondLst>
                                    <p:cond delay="0"/>
                                  </p:stCondLst>
                                  <p:endCondLst>
                                    <p:cond evt="begin" delay="0">
                                      <p:tn val="129"/>
                                    </p:cond>
                                  </p:endCondLst>
                                  <p:childTnLst>
                                    <p:set>
                                      <p:cBhvr>
                                        <p:cTn id="130" dur="1" fill="hold">
                                          <p:stCondLst>
                                            <p:cond delay="0"/>
                                          </p:stCondLst>
                                        </p:cTn>
                                        <p:tgtEl>
                                          <p:spTgt spid="51">
                                            <p:txEl>
                                              <p:pRg st="0" end="0"/>
                                            </p:txEl>
                                          </p:spTgt>
                                        </p:tgtEl>
                                        <p:attrNameLst>
                                          <p:attrName>style.visibility</p:attrName>
                                        </p:attrNameLst>
                                      </p:cBhvr>
                                      <p:to>
                                        <p:strVal val="visible"/>
                                      </p:to>
                                    </p:set>
                                    <p:animEffect transition="in" filter="fade">
                                      <p:cBhvr>
                                        <p:cTn id="131" dur="500"/>
                                        <p:tgtEl>
                                          <p:spTgt spid="51">
                                            <p:txEl>
                                              <p:pRg st="0" end="0"/>
                                            </p:txEl>
                                          </p:spTgt>
                                        </p:tgtEl>
                                      </p:cBhvr>
                                    </p:animEffect>
                                    <p:anim calcmode="lin" valueType="num">
                                      <p:cBhvr>
                                        <p:cTn id="132" dur="500" fill="hold"/>
                                        <p:tgtEl>
                                          <p:spTgt spid="51">
                                            <p:txEl>
                                              <p:pRg st="0" end="0"/>
                                            </p:txEl>
                                          </p:spTgt>
                                        </p:tgtEl>
                                        <p:attrNameLst>
                                          <p:attrName>ppt_x</p:attrName>
                                        </p:attrNameLst>
                                      </p:cBhvr>
                                      <p:tavLst>
                                        <p:tav tm="0">
                                          <p:val>
                                            <p:strVal val="#ppt_x"/>
                                          </p:val>
                                        </p:tav>
                                        <p:tav tm="100000">
                                          <p:val>
                                            <p:strVal val="#ppt_x"/>
                                          </p:val>
                                        </p:tav>
                                      </p:tavLst>
                                    </p:anim>
                                    <p:anim calcmode="lin" valueType="num">
                                      <p:cBhvr>
                                        <p:cTn id="133" dur="500" fill="hold"/>
                                        <p:tgtEl>
                                          <p:spTgt spid="51">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animBg="1"/>
      <p:bldP spid="15" grpId="0"/>
      <p:bldP spid="18" grpId="0" build="p">
        <p:tmplLst>
          <p:tmpl lvl="1">
            <p:tnLst>
              <p:par>
                <p:cTn presetID="42" presetClass="entr" presetSubtype="0" fill="hold" nodeType="afterEffect">
                  <p:stCondLst>
                    <p:cond delay="0"/>
                  </p:stCondLst>
                  <p:childTnLst>
                    <p:set>
                      <p:cBhvr>
                        <p:cTn dur="1" fill="hold">
                          <p:stCondLst>
                            <p:cond delay="0"/>
                          </p:stCondLst>
                        </p:cTn>
                        <p:tgtEl>
                          <p:spTgt spid="18"/>
                        </p:tgtEl>
                        <p:attrNameLst>
                          <p:attrName>style.visibility</p:attrName>
                        </p:attrNameLst>
                      </p:cBhvr>
                      <p:to>
                        <p:strVal val="visible"/>
                      </p:to>
                    </p:set>
                    <p:animEffect transition="in" filter="fade">
                      <p:cBhvr>
                        <p:cTn dur="500"/>
                        <p:tgtEl>
                          <p:spTgt spid="18"/>
                        </p:tgtEl>
                      </p:cBhvr>
                    </p:animEffect>
                    <p:anim calcmode="lin" valueType="num">
                      <p:cBhvr>
                        <p:cTn dur="500" fill="hold"/>
                        <p:tgtEl>
                          <p:spTgt spid="18"/>
                        </p:tgtEl>
                        <p:attrNameLst>
                          <p:attrName>ppt_x</p:attrName>
                        </p:attrNameLst>
                      </p:cBhvr>
                      <p:tavLst>
                        <p:tav tm="0">
                          <p:val>
                            <p:strVal val="#ppt_x"/>
                          </p:val>
                        </p:tav>
                        <p:tav tm="100000">
                          <p:val>
                            <p:strVal val="#ppt_x"/>
                          </p:val>
                        </p:tav>
                      </p:tavLst>
                    </p:anim>
                    <p:anim calcmode="lin" valueType="num">
                      <p:cBhvr>
                        <p:cTn dur="500" fill="hold"/>
                        <p:tgtEl>
                          <p:spTgt spid="18"/>
                        </p:tgtEl>
                        <p:attrNameLst>
                          <p:attrName>ppt_y</p:attrName>
                        </p:attrNameLst>
                      </p:cBhvr>
                      <p:tavLst>
                        <p:tav tm="0">
                          <p:val>
                            <p:strVal val="#ppt_y+.1"/>
                          </p:val>
                        </p:tav>
                        <p:tav tm="100000">
                          <p:val>
                            <p:strVal val="#ppt_y"/>
                          </p:val>
                        </p:tav>
                      </p:tavLst>
                    </p:anim>
                  </p:childTnLst>
                </p:cTn>
              </p:par>
            </p:tnLst>
          </p:tmpl>
        </p:tmplLst>
      </p:bldP>
      <p:bldP spid="24" grpId="0" animBg="1"/>
      <p:bldP spid="27"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7"/>
                        </p:tgtEl>
                        <p:attrNameLst>
                          <p:attrName>style.visibility</p:attrName>
                        </p:attrNameLst>
                      </p:cBhvr>
                      <p:to>
                        <p:strVal val="visible"/>
                      </p:to>
                    </p:set>
                    <p:anim calcmode="lin" valueType="num">
                      <p:cBhvr>
                        <p:cTn dur="500" fill="hold"/>
                        <p:tgtEl>
                          <p:spTgt spid="27"/>
                        </p:tgtEl>
                        <p:attrNameLst>
                          <p:attrName>ppt_w</p:attrName>
                        </p:attrNameLst>
                      </p:cBhvr>
                      <p:tavLst>
                        <p:tav tm="0">
                          <p:val>
                            <p:fltVal val="0"/>
                          </p:val>
                        </p:tav>
                        <p:tav tm="100000">
                          <p:val>
                            <p:strVal val="#ppt_w"/>
                          </p:val>
                        </p:tav>
                      </p:tavLst>
                    </p:anim>
                    <p:anim calcmode="lin" valueType="num">
                      <p:cBhvr>
                        <p:cTn dur="500" fill="hold"/>
                        <p:tgtEl>
                          <p:spTgt spid="27"/>
                        </p:tgtEl>
                        <p:attrNameLst>
                          <p:attrName>ppt_h</p:attrName>
                        </p:attrNameLst>
                      </p:cBhvr>
                      <p:tavLst>
                        <p:tav tm="0">
                          <p:val>
                            <p:fltVal val="0"/>
                          </p:val>
                        </p:tav>
                        <p:tav tm="100000">
                          <p:val>
                            <p:strVal val="#ppt_h"/>
                          </p:val>
                        </p:tav>
                      </p:tavLst>
                    </p:anim>
                    <p:animEffect transition="in" filter="fade">
                      <p:cBhvr>
                        <p:cTn dur="500"/>
                        <p:tgtEl>
                          <p:spTgt spid="27"/>
                        </p:tgtEl>
                      </p:cBhvr>
                    </p:animEffect>
                  </p:childTnLst>
                </p:cTn>
              </p:par>
            </p:tnLst>
          </p:tmpl>
        </p:tmplLst>
      </p:bldP>
      <p:bldP spid="23" grpId="0" animBg="1"/>
      <p:bldP spid="32"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32"/>
                        </p:tgtEl>
                        <p:attrNameLst>
                          <p:attrName>style.visibility</p:attrName>
                        </p:attrNameLst>
                      </p:cBhvr>
                      <p:to>
                        <p:strVal val="visible"/>
                      </p:to>
                    </p:set>
                    <p:anim calcmode="lin" valueType="num">
                      <p:cBhvr>
                        <p:cTn dur="500" fill="hold"/>
                        <p:tgtEl>
                          <p:spTgt spid="32"/>
                        </p:tgtEl>
                        <p:attrNameLst>
                          <p:attrName>ppt_w</p:attrName>
                        </p:attrNameLst>
                      </p:cBhvr>
                      <p:tavLst>
                        <p:tav tm="0">
                          <p:val>
                            <p:fltVal val="0"/>
                          </p:val>
                        </p:tav>
                        <p:tav tm="100000">
                          <p:val>
                            <p:strVal val="#ppt_w"/>
                          </p:val>
                        </p:tav>
                      </p:tavLst>
                    </p:anim>
                    <p:anim calcmode="lin" valueType="num">
                      <p:cBhvr>
                        <p:cTn dur="500" fill="hold"/>
                        <p:tgtEl>
                          <p:spTgt spid="32"/>
                        </p:tgtEl>
                        <p:attrNameLst>
                          <p:attrName>ppt_h</p:attrName>
                        </p:attrNameLst>
                      </p:cBhvr>
                      <p:tavLst>
                        <p:tav tm="0">
                          <p:val>
                            <p:fltVal val="0"/>
                          </p:val>
                        </p:tav>
                        <p:tav tm="100000">
                          <p:val>
                            <p:strVal val="#ppt_h"/>
                          </p:val>
                        </p:tav>
                      </p:tavLst>
                    </p:anim>
                    <p:animEffect transition="in" filter="fade">
                      <p:cBhvr>
                        <p:cTn dur="500"/>
                        <p:tgtEl>
                          <p:spTgt spid="32"/>
                        </p:tgtEl>
                      </p:cBhvr>
                    </p:animEffect>
                  </p:childTnLst>
                </p:cTn>
              </p:par>
            </p:tnLst>
          </p:tmpl>
        </p:tmplLst>
      </p:bldP>
      <p:bldP spid="36" grpId="0" animBg="1"/>
      <p:bldP spid="37"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37"/>
                        </p:tgtEl>
                        <p:attrNameLst>
                          <p:attrName>style.visibility</p:attrName>
                        </p:attrNameLst>
                      </p:cBhvr>
                      <p:to>
                        <p:strVal val="visible"/>
                      </p:to>
                    </p:set>
                    <p:anim calcmode="lin" valueType="num">
                      <p:cBhvr>
                        <p:cTn dur="500" fill="hold"/>
                        <p:tgtEl>
                          <p:spTgt spid="37"/>
                        </p:tgtEl>
                        <p:attrNameLst>
                          <p:attrName>ppt_w</p:attrName>
                        </p:attrNameLst>
                      </p:cBhvr>
                      <p:tavLst>
                        <p:tav tm="0">
                          <p:val>
                            <p:fltVal val="0"/>
                          </p:val>
                        </p:tav>
                        <p:tav tm="100000">
                          <p:val>
                            <p:strVal val="#ppt_w"/>
                          </p:val>
                        </p:tav>
                      </p:tavLst>
                    </p:anim>
                    <p:anim calcmode="lin" valueType="num">
                      <p:cBhvr>
                        <p:cTn dur="500" fill="hold"/>
                        <p:tgtEl>
                          <p:spTgt spid="37"/>
                        </p:tgtEl>
                        <p:attrNameLst>
                          <p:attrName>ppt_h</p:attrName>
                        </p:attrNameLst>
                      </p:cBhvr>
                      <p:tavLst>
                        <p:tav tm="0">
                          <p:val>
                            <p:fltVal val="0"/>
                          </p:val>
                        </p:tav>
                        <p:tav tm="100000">
                          <p:val>
                            <p:strVal val="#ppt_h"/>
                          </p:val>
                        </p:tav>
                      </p:tavLst>
                    </p:anim>
                    <p:animEffect transition="in" filter="fade">
                      <p:cBhvr>
                        <p:cTn dur="500"/>
                        <p:tgtEl>
                          <p:spTgt spid="37"/>
                        </p:tgtEl>
                      </p:cBhvr>
                    </p:animEffect>
                  </p:childTnLst>
                </p:cTn>
              </p:par>
            </p:tnLst>
          </p:tmpl>
        </p:tmplLst>
      </p:bldP>
      <p:bldP spid="38" grpId="0" animBg="1"/>
      <p:bldP spid="39" grpId="0" animBg="1"/>
      <p:bldP spid="40" grpId="0" animBg="1"/>
      <p:bldP spid="41"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41"/>
                        </p:tgtEl>
                        <p:attrNameLst>
                          <p:attrName>style.visibility</p:attrName>
                        </p:attrNameLst>
                      </p:cBhvr>
                      <p:to>
                        <p:strVal val="visible"/>
                      </p:to>
                    </p:set>
                    <p:anim calcmode="lin" valueType="num">
                      <p:cBhvr>
                        <p:cTn dur="500" fill="hold"/>
                        <p:tgtEl>
                          <p:spTgt spid="41"/>
                        </p:tgtEl>
                        <p:attrNameLst>
                          <p:attrName>ppt_w</p:attrName>
                        </p:attrNameLst>
                      </p:cBhvr>
                      <p:tavLst>
                        <p:tav tm="0">
                          <p:val>
                            <p:fltVal val="0"/>
                          </p:val>
                        </p:tav>
                        <p:tav tm="100000">
                          <p:val>
                            <p:strVal val="#ppt_w"/>
                          </p:val>
                        </p:tav>
                      </p:tavLst>
                    </p:anim>
                    <p:anim calcmode="lin" valueType="num">
                      <p:cBhvr>
                        <p:cTn dur="500" fill="hold"/>
                        <p:tgtEl>
                          <p:spTgt spid="41"/>
                        </p:tgtEl>
                        <p:attrNameLst>
                          <p:attrName>ppt_h</p:attrName>
                        </p:attrNameLst>
                      </p:cBhvr>
                      <p:tavLst>
                        <p:tav tm="0">
                          <p:val>
                            <p:fltVal val="0"/>
                          </p:val>
                        </p:tav>
                        <p:tav tm="100000">
                          <p:val>
                            <p:strVal val="#ppt_h"/>
                          </p:val>
                        </p:tav>
                      </p:tavLst>
                    </p:anim>
                    <p:animEffect transition="in" filter="fade">
                      <p:cBhvr>
                        <p:cTn dur="500"/>
                        <p:tgtEl>
                          <p:spTgt spid="41"/>
                        </p:tgtEl>
                      </p:cBhvr>
                    </p:animEffect>
                  </p:childTnLst>
                </p:cTn>
              </p:par>
            </p:tnLst>
          </p:tmpl>
        </p:tmplLst>
      </p:bldP>
      <p:bldP spid="42" grpId="0" animBg="1"/>
      <p:bldP spid="44"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44"/>
                        </p:tgtEl>
                        <p:attrNameLst>
                          <p:attrName>style.visibility</p:attrName>
                        </p:attrNameLst>
                      </p:cBhvr>
                      <p:to>
                        <p:strVal val="visible"/>
                      </p:to>
                    </p:set>
                    <p:anim calcmode="lin" valueType="num">
                      <p:cBhvr>
                        <p:cTn dur="500" fill="hold"/>
                        <p:tgtEl>
                          <p:spTgt spid="44"/>
                        </p:tgtEl>
                        <p:attrNameLst>
                          <p:attrName>ppt_w</p:attrName>
                        </p:attrNameLst>
                      </p:cBhvr>
                      <p:tavLst>
                        <p:tav tm="0">
                          <p:val>
                            <p:fltVal val="0"/>
                          </p:val>
                        </p:tav>
                        <p:tav tm="100000">
                          <p:val>
                            <p:strVal val="#ppt_w"/>
                          </p:val>
                        </p:tav>
                      </p:tavLst>
                    </p:anim>
                    <p:anim calcmode="lin" valueType="num">
                      <p:cBhvr>
                        <p:cTn dur="500" fill="hold"/>
                        <p:tgtEl>
                          <p:spTgt spid="44"/>
                        </p:tgtEl>
                        <p:attrNameLst>
                          <p:attrName>ppt_h</p:attrName>
                        </p:attrNameLst>
                      </p:cBhvr>
                      <p:tavLst>
                        <p:tav tm="0">
                          <p:val>
                            <p:fltVal val="0"/>
                          </p:val>
                        </p:tav>
                        <p:tav tm="100000">
                          <p:val>
                            <p:strVal val="#ppt_h"/>
                          </p:val>
                        </p:tav>
                      </p:tavLst>
                    </p:anim>
                    <p:animEffect transition="in" filter="fade">
                      <p:cBhvr>
                        <p:cTn dur="500"/>
                        <p:tgtEl>
                          <p:spTgt spid="44"/>
                        </p:tgtEl>
                      </p:cBhvr>
                    </p:animEffect>
                  </p:childTnLst>
                </p:cTn>
              </p:par>
            </p:tnLst>
          </p:tmpl>
        </p:tmplLst>
      </p:bldP>
      <p:bldP spid="45"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45"/>
                        </p:tgtEl>
                        <p:attrNameLst>
                          <p:attrName>style.visibility</p:attrName>
                        </p:attrNameLst>
                      </p:cBhvr>
                      <p:to>
                        <p:strVal val="visible"/>
                      </p:to>
                    </p:set>
                    <p:animEffect transition="in" filter="fade">
                      <p:cBhvr>
                        <p:cTn dur="500"/>
                        <p:tgtEl>
                          <p:spTgt spid="45"/>
                        </p:tgtEl>
                      </p:cBhvr>
                    </p:animEffect>
                    <p:anim calcmode="lin" valueType="num">
                      <p:cBhvr>
                        <p:cTn dur="500" fill="hold"/>
                        <p:tgtEl>
                          <p:spTgt spid="45"/>
                        </p:tgtEl>
                        <p:attrNameLst>
                          <p:attrName>ppt_x</p:attrName>
                        </p:attrNameLst>
                      </p:cBhvr>
                      <p:tavLst>
                        <p:tav tm="0">
                          <p:val>
                            <p:strVal val="#ppt_x"/>
                          </p:val>
                        </p:tav>
                        <p:tav tm="100000">
                          <p:val>
                            <p:strVal val="#ppt_x"/>
                          </p:val>
                        </p:tav>
                      </p:tavLst>
                    </p:anim>
                    <p:anim calcmode="lin" valueType="num">
                      <p:cBhvr>
                        <p:cTn dur="500" fill="hold"/>
                        <p:tgtEl>
                          <p:spTgt spid="45"/>
                        </p:tgtEl>
                        <p:attrNameLst>
                          <p:attrName>ppt_y</p:attrName>
                        </p:attrNameLst>
                      </p:cBhvr>
                      <p:tavLst>
                        <p:tav tm="0">
                          <p:val>
                            <p:strVal val="#ppt_y+.1"/>
                          </p:val>
                        </p:tav>
                        <p:tav tm="100000">
                          <p:val>
                            <p:strVal val="#ppt_y"/>
                          </p:val>
                        </p:tav>
                      </p:tavLst>
                    </p:anim>
                  </p:childTnLst>
                </p:cTn>
              </p:par>
            </p:tnLst>
          </p:tmpl>
        </p:tmplLst>
      </p:bldP>
      <p:bldP spid="46"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46"/>
                        </p:tgtEl>
                        <p:attrNameLst>
                          <p:attrName>style.visibility</p:attrName>
                        </p:attrNameLst>
                      </p:cBhvr>
                      <p:to>
                        <p:strVal val="visible"/>
                      </p:to>
                    </p:set>
                    <p:anim calcmode="lin" valueType="num">
                      <p:cBhvr>
                        <p:cTn dur="500" fill="hold"/>
                        <p:tgtEl>
                          <p:spTgt spid="46"/>
                        </p:tgtEl>
                        <p:attrNameLst>
                          <p:attrName>ppt_w</p:attrName>
                        </p:attrNameLst>
                      </p:cBhvr>
                      <p:tavLst>
                        <p:tav tm="0">
                          <p:val>
                            <p:fltVal val="0"/>
                          </p:val>
                        </p:tav>
                        <p:tav tm="100000">
                          <p:val>
                            <p:strVal val="#ppt_w"/>
                          </p:val>
                        </p:tav>
                      </p:tavLst>
                    </p:anim>
                    <p:anim calcmode="lin" valueType="num">
                      <p:cBhvr>
                        <p:cTn dur="500" fill="hold"/>
                        <p:tgtEl>
                          <p:spTgt spid="46"/>
                        </p:tgtEl>
                        <p:attrNameLst>
                          <p:attrName>ppt_h</p:attrName>
                        </p:attrNameLst>
                      </p:cBhvr>
                      <p:tavLst>
                        <p:tav tm="0">
                          <p:val>
                            <p:fltVal val="0"/>
                          </p:val>
                        </p:tav>
                        <p:tav tm="100000">
                          <p:val>
                            <p:strVal val="#ppt_h"/>
                          </p:val>
                        </p:tav>
                      </p:tavLst>
                    </p:anim>
                    <p:animEffect transition="in" filter="fade">
                      <p:cBhvr>
                        <p:cTn dur="500"/>
                        <p:tgtEl>
                          <p:spTgt spid="46"/>
                        </p:tgtEl>
                      </p:cBhvr>
                    </p:animEffect>
                  </p:childTnLst>
                </p:cTn>
              </p:par>
            </p:tnLst>
          </p:tmpl>
        </p:tmplLst>
      </p:bldP>
      <p:bldP spid="47"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47"/>
                        </p:tgtEl>
                        <p:attrNameLst>
                          <p:attrName>style.visibility</p:attrName>
                        </p:attrNameLst>
                      </p:cBhvr>
                      <p:to>
                        <p:strVal val="visible"/>
                      </p:to>
                    </p:set>
                    <p:animEffect transition="in" filter="fade">
                      <p:cBhvr>
                        <p:cTn dur="500"/>
                        <p:tgtEl>
                          <p:spTgt spid="47"/>
                        </p:tgtEl>
                      </p:cBhvr>
                    </p:animEffect>
                    <p:anim calcmode="lin" valueType="num">
                      <p:cBhvr>
                        <p:cTn dur="500" fill="hold"/>
                        <p:tgtEl>
                          <p:spTgt spid="47"/>
                        </p:tgtEl>
                        <p:attrNameLst>
                          <p:attrName>ppt_x</p:attrName>
                        </p:attrNameLst>
                      </p:cBhvr>
                      <p:tavLst>
                        <p:tav tm="0">
                          <p:val>
                            <p:strVal val="#ppt_x"/>
                          </p:val>
                        </p:tav>
                        <p:tav tm="100000">
                          <p:val>
                            <p:strVal val="#ppt_x"/>
                          </p:val>
                        </p:tav>
                      </p:tavLst>
                    </p:anim>
                    <p:anim calcmode="lin" valueType="num">
                      <p:cBhvr>
                        <p:cTn dur="500" fill="hold"/>
                        <p:tgtEl>
                          <p:spTgt spid="47"/>
                        </p:tgtEl>
                        <p:attrNameLst>
                          <p:attrName>ppt_y</p:attrName>
                        </p:attrNameLst>
                      </p:cBhvr>
                      <p:tavLst>
                        <p:tav tm="0">
                          <p:val>
                            <p:strVal val="#ppt_y+.1"/>
                          </p:val>
                        </p:tav>
                        <p:tav tm="100000">
                          <p:val>
                            <p:strVal val="#ppt_y"/>
                          </p:val>
                        </p:tav>
                      </p:tavLst>
                    </p:anim>
                  </p:childTnLst>
                </p:cTn>
              </p:par>
            </p:tnLst>
          </p:tmpl>
        </p:tmplLst>
      </p:bldP>
      <p:bldP spid="48"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48"/>
                        </p:tgtEl>
                        <p:attrNameLst>
                          <p:attrName>style.visibility</p:attrName>
                        </p:attrNameLst>
                      </p:cBhvr>
                      <p:to>
                        <p:strVal val="visible"/>
                      </p:to>
                    </p:set>
                    <p:anim calcmode="lin" valueType="num">
                      <p:cBhvr>
                        <p:cTn dur="500" fill="hold"/>
                        <p:tgtEl>
                          <p:spTgt spid="48"/>
                        </p:tgtEl>
                        <p:attrNameLst>
                          <p:attrName>ppt_w</p:attrName>
                        </p:attrNameLst>
                      </p:cBhvr>
                      <p:tavLst>
                        <p:tav tm="0">
                          <p:val>
                            <p:fltVal val="0"/>
                          </p:val>
                        </p:tav>
                        <p:tav tm="100000">
                          <p:val>
                            <p:strVal val="#ppt_w"/>
                          </p:val>
                        </p:tav>
                      </p:tavLst>
                    </p:anim>
                    <p:anim calcmode="lin" valueType="num">
                      <p:cBhvr>
                        <p:cTn dur="500" fill="hold"/>
                        <p:tgtEl>
                          <p:spTgt spid="48"/>
                        </p:tgtEl>
                        <p:attrNameLst>
                          <p:attrName>ppt_h</p:attrName>
                        </p:attrNameLst>
                      </p:cBhvr>
                      <p:tavLst>
                        <p:tav tm="0">
                          <p:val>
                            <p:fltVal val="0"/>
                          </p:val>
                        </p:tav>
                        <p:tav tm="100000">
                          <p:val>
                            <p:strVal val="#ppt_h"/>
                          </p:val>
                        </p:tav>
                      </p:tavLst>
                    </p:anim>
                    <p:animEffect transition="in" filter="fade">
                      <p:cBhvr>
                        <p:cTn dur="500"/>
                        <p:tgtEl>
                          <p:spTgt spid="48"/>
                        </p:tgtEl>
                      </p:cBhvr>
                    </p:animEffect>
                  </p:childTnLst>
                </p:cTn>
              </p:par>
            </p:tnLst>
          </p:tmpl>
        </p:tmplLst>
      </p:bldP>
      <p:bldP spid="49"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49"/>
                        </p:tgtEl>
                        <p:attrNameLst>
                          <p:attrName>style.visibility</p:attrName>
                        </p:attrNameLst>
                      </p:cBhvr>
                      <p:to>
                        <p:strVal val="visible"/>
                      </p:to>
                    </p:set>
                    <p:animEffect transition="in" filter="fade">
                      <p:cBhvr>
                        <p:cTn dur="500"/>
                        <p:tgtEl>
                          <p:spTgt spid="49"/>
                        </p:tgtEl>
                      </p:cBhvr>
                    </p:animEffect>
                    <p:anim calcmode="lin" valueType="num">
                      <p:cBhvr>
                        <p:cTn dur="500" fill="hold"/>
                        <p:tgtEl>
                          <p:spTgt spid="49"/>
                        </p:tgtEl>
                        <p:attrNameLst>
                          <p:attrName>ppt_x</p:attrName>
                        </p:attrNameLst>
                      </p:cBhvr>
                      <p:tavLst>
                        <p:tav tm="0">
                          <p:val>
                            <p:strVal val="#ppt_x"/>
                          </p:val>
                        </p:tav>
                        <p:tav tm="100000">
                          <p:val>
                            <p:strVal val="#ppt_x"/>
                          </p:val>
                        </p:tav>
                      </p:tavLst>
                    </p:anim>
                    <p:anim calcmode="lin" valueType="num">
                      <p:cBhvr>
                        <p:cTn dur="500" fill="hold"/>
                        <p:tgtEl>
                          <p:spTgt spid="49"/>
                        </p:tgtEl>
                        <p:attrNameLst>
                          <p:attrName>ppt_y</p:attrName>
                        </p:attrNameLst>
                      </p:cBhvr>
                      <p:tavLst>
                        <p:tav tm="0">
                          <p:val>
                            <p:strVal val="#ppt_y+.1"/>
                          </p:val>
                        </p:tav>
                        <p:tav tm="100000">
                          <p:val>
                            <p:strVal val="#ppt_y"/>
                          </p:val>
                        </p:tav>
                      </p:tavLst>
                    </p:anim>
                  </p:childTnLst>
                </p:cTn>
              </p:par>
            </p:tnLst>
          </p:tmpl>
        </p:tmplLst>
      </p:bldP>
      <p:bldP spid="50"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50"/>
                        </p:tgtEl>
                        <p:attrNameLst>
                          <p:attrName>style.visibility</p:attrName>
                        </p:attrNameLst>
                      </p:cBhvr>
                      <p:to>
                        <p:strVal val="visible"/>
                      </p:to>
                    </p:set>
                    <p:anim calcmode="lin" valueType="num">
                      <p:cBhvr>
                        <p:cTn dur="500" fill="hold"/>
                        <p:tgtEl>
                          <p:spTgt spid="50"/>
                        </p:tgtEl>
                        <p:attrNameLst>
                          <p:attrName>ppt_w</p:attrName>
                        </p:attrNameLst>
                      </p:cBhvr>
                      <p:tavLst>
                        <p:tav tm="0">
                          <p:val>
                            <p:fltVal val="0"/>
                          </p:val>
                        </p:tav>
                        <p:tav tm="100000">
                          <p:val>
                            <p:strVal val="#ppt_w"/>
                          </p:val>
                        </p:tav>
                      </p:tavLst>
                    </p:anim>
                    <p:anim calcmode="lin" valueType="num">
                      <p:cBhvr>
                        <p:cTn dur="500" fill="hold"/>
                        <p:tgtEl>
                          <p:spTgt spid="50"/>
                        </p:tgtEl>
                        <p:attrNameLst>
                          <p:attrName>ppt_h</p:attrName>
                        </p:attrNameLst>
                      </p:cBhvr>
                      <p:tavLst>
                        <p:tav tm="0">
                          <p:val>
                            <p:fltVal val="0"/>
                          </p:val>
                        </p:tav>
                        <p:tav tm="100000">
                          <p:val>
                            <p:strVal val="#ppt_h"/>
                          </p:val>
                        </p:tav>
                      </p:tavLst>
                    </p:anim>
                    <p:animEffect transition="in" filter="fade">
                      <p:cBhvr>
                        <p:cTn dur="500"/>
                        <p:tgtEl>
                          <p:spTgt spid="50"/>
                        </p:tgtEl>
                      </p:cBhvr>
                    </p:animEffect>
                  </p:childTnLst>
                </p:cTn>
              </p:par>
            </p:tnLst>
          </p:tmpl>
        </p:tmplLst>
      </p:bldP>
      <p:bldP spid="51"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51"/>
                        </p:tgtEl>
                        <p:attrNameLst>
                          <p:attrName>style.visibility</p:attrName>
                        </p:attrNameLst>
                      </p:cBhvr>
                      <p:to>
                        <p:strVal val="visible"/>
                      </p:to>
                    </p:set>
                    <p:animEffect transition="in" filter="fade">
                      <p:cBhvr>
                        <p:cTn dur="500"/>
                        <p:tgtEl>
                          <p:spTgt spid="51"/>
                        </p:tgtEl>
                      </p:cBhvr>
                    </p:animEffect>
                    <p:anim calcmode="lin" valueType="num">
                      <p:cBhvr>
                        <p:cTn dur="500" fill="hold"/>
                        <p:tgtEl>
                          <p:spTgt spid="51"/>
                        </p:tgtEl>
                        <p:attrNameLst>
                          <p:attrName>ppt_x</p:attrName>
                        </p:attrNameLst>
                      </p:cBhvr>
                      <p:tavLst>
                        <p:tav tm="0">
                          <p:val>
                            <p:strVal val="#ppt_x"/>
                          </p:val>
                        </p:tav>
                        <p:tav tm="100000">
                          <p:val>
                            <p:strVal val="#ppt_x"/>
                          </p:val>
                        </p:tav>
                      </p:tavLst>
                    </p:anim>
                    <p:anim calcmode="lin" valueType="num">
                      <p:cBhvr>
                        <p:cTn dur="500" fill="hold"/>
                        <p:tgtEl>
                          <p:spTgt spid="51"/>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567.xml><?xml version="1.0" encoding="utf-8"?>
<p:sldLayout xmlns:a="http://schemas.openxmlformats.org/drawingml/2006/main" xmlns:r="http://schemas.openxmlformats.org/officeDocument/2006/relationships" xmlns:p="http://schemas.openxmlformats.org/presentationml/2006/main" preserve="1" userDrawn="1">
  <p:cSld name="17_Custom Layout">
    <p:spTree>
      <p:nvGrpSpPr>
        <p:cNvPr id="1" name=""/>
        <p:cNvGrpSpPr/>
        <p:nvPr/>
      </p:nvGrpSpPr>
      <p:grpSpPr>
        <a:xfrm>
          <a:off x="0" y="0"/>
          <a:ext cx="0" cy="0"/>
          <a:chOff x="0" y="0"/>
          <a:chExt cx="0" cy="0"/>
        </a:xfrm>
      </p:grpSpPr>
      <p:sp>
        <p:nvSpPr>
          <p:cNvPr id="9" name="Rectangle 8"/>
          <p:cNvSpPr/>
          <p:nvPr userDrawn="1"/>
        </p:nvSpPr>
        <p:spPr>
          <a:xfrm>
            <a:off x="-158750" y="2006600"/>
            <a:ext cx="12509500" cy="4159250"/>
          </a:xfrm>
          <a:prstGeom prst="rect">
            <a:avLst/>
          </a:prstGeom>
          <a:solidFill>
            <a:schemeClr val="tx1">
              <a:lumMod val="75000"/>
              <a:lumOff val="25000"/>
            </a:schemeClr>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 name="Title 1"/>
          <p:cNvSpPr>
            <a:spLocks noGrp="1"/>
          </p:cNvSpPr>
          <p:nvPr>
            <p:ph type="title" hasCustomPrompt="1"/>
          </p:nvPr>
        </p:nvSpPr>
        <p:spPr>
          <a:xfrm>
            <a:off x="479425" y="692150"/>
            <a:ext cx="11233150" cy="405130"/>
          </a:xfrm>
        </p:spPr>
        <p:txBody>
          <a:bodyPr/>
          <a:lstStyle>
            <a:lvl1pPr algn="ct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8" name="Text Placeholder 2"/>
          <p:cNvSpPr>
            <a:spLocks noGrp="1"/>
          </p:cNvSpPr>
          <p:nvPr>
            <p:ph type="body" idx="1"/>
          </p:nvPr>
        </p:nvSpPr>
        <p:spPr>
          <a:xfrm>
            <a:off x="479425" y="1154764"/>
            <a:ext cx="11233150" cy="272983"/>
          </a:xfrm>
        </p:spPr>
        <p:txBody>
          <a:bodyPr>
            <a:normAutofit/>
          </a:bodyPr>
          <a:lstStyle>
            <a:lvl1pPr marL="0" indent="0" algn="ctr">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7" name="Picture Placeholder 6"/>
          <p:cNvSpPr>
            <a:spLocks noGrp="1"/>
          </p:cNvSpPr>
          <p:nvPr>
            <p:ph type="pic" sz="quarter" idx="13"/>
          </p:nvPr>
        </p:nvSpPr>
        <p:spPr>
          <a:xfrm>
            <a:off x="3505200" y="2006600"/>
            <a:ext cx="5181600" cy="4159250"/>
          </a:xfrm>
          <a:solidFill>
            <a:schemeClr val="bg1">
              <a:lumMod val="85000"/>
            </a:schemeClr>
          </a:solidFill>
          <a:ln w="57150">
            <a:solidFill>
              <a:schemeClr val="bg1"/>
            </a:solidFill>
          </a:ln>
        </p:spPr>
        <p:txBody>
          <a:bodyPr/>
          <a:lstStyle/>
          <a:p>
            <a:endParaRPr lang="en-AU"/>
          </a:p>
        </p:txBody>
      </p:sp>
    </p:spTree>
    <p:extLst>
      <p:ext uri="{BB962C8B-B14F-4D97-AF65-F5344CB8AC3E}">
        <p14:creationId xmlns:p14="http://schemas.microsoft.com/office/powerpoint/2010/main" val="179906629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42" presetClass="entr" presetSubtype="0" fill="hold" grpId="0" nodeType="afterEffect">
                                  <p:stCondLst>
                                    <p:cond delay="0"/>
                                  </p:stCondLst>
                                  <p:childTnLst>
                                    <p:set>
                                      <p:cBhvr>
                                        <p:cTn id="10" dur="1" fill="hold">
                                          <p:stCondLst>
                                            <p:cond delay="0"/>
                                          </p:stCondLst>
                                        </p:cTn>
                                        <p:tgtEl>
                                          <p:spTgt spid="8">
                                            <p:txEl>
                                              <p:pRg st="0" end="0"/>
                                            </p:txEl>
                                          </p:spTgt>
                                        </p:tgtEl>
                                        <p:attrNameLst>
                                          <p:attrName>style.visibility</p:attrName>
                                        </p:attrNameLst>
                                      </p:cBhvr>
                                      <p:to>
                                        <p:strVal val="visible"/>
                                      </p:to>
                                    </p:set>
                                    <p:animEffect transition="in" filter="fade">
                                      <p:cBhvr>
                                        <p:cTn id="11" dur="500"/>
                                        <p:tgtEl>
                                          <p:spTgt spid="8">
                                            <p:txEl>
                                              <p:pRg st="0" end="0"/>
                                            </p:txEl>
                                          </p:spTgt>
                                        </p:tgtEl>
                                      </p:cBhvr>
                                    </p:animEffect>
                                    <p:anim calcmode="lin" valueType="num">
                                      <p:cBhvr>
                                        <p:cTn id="12"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4" fill="hold">
                            <p:stCondLst>
                              <p:cond delay="1000"/>
                            </p:stCondLst>
                            <p:childTnLst>
                              <p:par>
                                <p:cTn id="15" presetID="10" presetClass="entr" presetSubtype="0" fill="hold" grpId="0" nodeType="after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500"/>
                                        <p:tgtEl>
                                          <p:spTgt spid="9"/>
                                        </p:tgtEl>
                                      </p:cBhvr>
                                    </p:animEffect>
                                  </p:childTnLst>
                                </p:cTn>
                              </p:par>
                            </p:childTnLst>
                          </p:cTn>
                        </p:par>
                        <p:par>
                          <p:cTn id="18" fill="hold">
                            <p:stCondLst>
                              <p:cond delay="1500"/>
                            </p:stCondLst>
                            <p:childTnLst>
                              <p:par>
                                <p:cTn id="19" presetID="53" presetClass="entr" presetSubtype="16" fill="hold" grpId="0" nodeType="afterEffect">
                                  <p:stCondLst>
                                    <p:cond delay="0"/>
                                  </p:stCondLst>
                                  <p:childTnLst>
                                    <p:set>
                                      <p:cBhvr>
                                        <p:cTn id="20" dur="1" fill="hold">
                                          <p:stCondLst>
                                            <p:cond delay="0"/>
                                          </p:stCondLst>
                                        </p:cTn>
                                        <p:tgtEl>
                                          <p:spTgt spid="7"/>
                                        </p:tgtEl>
                                        <p:attrNameLst>
                                          <p:attrName>style.visibility</p:attrName>
                                        </p:attrNameLst>
                                      </p:cBhvr>
                                      <p:to>
                                        <p:strVal val="visible"/>
                                      </p:to>
                                    </p:set>
                                    <p:anim calcmode="lin" valueType="num">
                                      <p:cBhvr>
                                        <p:cTn id="21" dur="500" fill="hold"/>
                                        <p:tgtEl>
                                          <p:spTgt spid="7"/>
                                        </p:tgtEl>
                                        <p:attrNameLst>
                                          <p:attrName>ppt_w</p:attrName>
                                        </p:attrNameLst>
                                      </p:cBhvr>
                                      <p:tavLst>
                                        <p:tav tm="0">
                                          <p:val>
                                            <p:fltVal val="0"/>
                                          </p:val>
                                        </p:tav>
                                        <p:tav tm="100000">
                                          <p:val>
                                            <p:strVal val="#ppt_w"/>
                                          </p:val>
                                        </p:tav>
                                      </p:tavLst>
                                    </p:anim>
                                    <p:anim calcmode="lin" valueType="num">
                                      <p:cBhvr>
                                        <p:cTn id="22" dur="500" fill="hold"/>
                                        <p:tgtEl>
                                          <p:spTgt spid="7"/>
                                        </p:tgtEl>
                                        <p:attrNameLst>
                                          <p:attrName>ppt_h</p:attrName>
                                        </p:attrNameLst>
                                      </p:cBhvr>
                                      <p:tavLst>
                                        <p:tav tm="0">
                                          <p:val>
                                            <p:fltVal val="0"/>
                                          </p:val>
                                        </p:tav>
                                        <p:tav tm="100000">
                                          <p:val>
                                            <p:strVal val="#ppt_h"/>
                                          </p:val>
                                        </p:tav>
                                      </p:tavLst>
                                    </p:anim>
                                    <p:animEffect transition="in" filter="fade">
                                      <p:cBhvr>
                                        <p:cTn id="23"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2" grpId="0"/>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7" grpId="0" animBg="1"/>
    </p:bldLst>
  </p:timing>
</p:sldLayout>
</file>

<file path=ppt/slideLayouts/slideLayout568.xml><?xml version="1.0" encoding="utf-8"?>
<p:sldLayout xmlns:a="http://schemas.openxmlformats.org/drawingml/2006/main" xmlns:r="http://schemas.openxmlformats.org/officeDocument/2006/relationships" xmlns:p="http://schemas.openxmlformats.org/presentationml/2006/main" preserve="1" userDrawn="1">
  <p:cSld name="18_Custom Layout">
    <p:spTree>
      <p:nvGrpSpPr>
        <p:cNvPr id="1" name=""/>
        <p:cNvGrpSpPr/>
        <p:nvPr/>
      </p:nvGrpSpPr>
      <p:grpSpPr>
        <a:xfrm>
          <a:off x="0" y="0"/>
          <a:ext cx="0" cy="0"/>
          <a:chOff x="0" y="0"/>
          <a:chExt cx="0" cy="0"/>
        </a:xfrm>
      </p:grpSpPr>
      <p:sp>
        <p:nvSpPr>
          <p:cNvPr id="7" name="Picture Placeholder 6"/>
          <p:cNvSpPr>
            <a:spLocks noGrp="1"/>
          </p:cNvSpPr>
          <p:nvPr>
            <p:ph type="pic" sz="quarter" idx="13"/>
          </p:nvPr>
        </p:nvSpPr>
        <p:spPr>
          <a:xfrm>
            <a:off x="838200" y="692150"/>
            <a:ext cx="4687664" cy="3679952"/>
          </a:xfrm>
          <a:solidFill>
            <a:schemeClr val="bg1">
              <a:lumMod val="85000"/>
            </a:schemeClr>
          </a:solidFill>
          <a:ln w="57150">
            <a:solidFill>
              <a:schemeClr val="bg1"/>
            </a:solidFill>
          </a:ln>
        </p:spPr>
        <p:txBody>
          <a:bodyPr/>
          <a:lstStyle/>
          <a:p>
            <a:endParaRPr lang="en-AU" dirty="0"/>
          </a:p>
        </p:txBody>
      </p:sp>
      <p:sp>
        <p:nvSpPr>
          <p:cNvPr id="12" name="Picture Placeholder 6"/>
          <p:cNvSpPr>
            <a:spLocks noGrp="1"/>
          </p:cNvSpPr>
          <p:nvPr>
            <p:ph type="pic" sz="quarter" idx="14"/>
          </p:nvPr>
        </p:nvSpPr>
        <p:spPr>
          <a:xfrm>
            <a:off x="838200" y="4372102"/>
            <a:ext cx="1175430" cy="972340"/>
          </a:xfrm>
          <a:solidFill>
            <a:schemeClr val="bg1">
              <a:lumMod val="85000"/>
            </a:schemeClr>
          </a:solidFill>
          <a:ln w="57150">
            <a:solidFill>
              <a:schemeClr val="bg1"/>
            </a:solidFill>
          </a:ln>
        </p:spPr>
        <p:txBody>
          <a:bodyPr/>
          <a:lstStyle/>
          <a:p>
            <a:endParaRPr lang="en-AU"/>
          </a:p>
        </p:txBody>
      </p:sp>
      <p:sp>
        <p:nvSpPr>
          <p:cNvPr id="13" name="Picture Placeholder 6"/>
          <p:cNvSpPr>
            <a:spLocks noGrp="1"/>
          </p:cNvSpPr>
          <p:nvPr>
            <p:ph type="pic" sz="quarter" idx="15"/>
          </p:nvPr>
        </p:nvSpPr>
        <p:spPr>
          <a:xfrm>
            <a:off x="1999574" y="4372102"/>
            <a:ext cx="1175430" cy="972340"/>
          </a:xfrm>
          <a:solidFill>
            <a:schemeClr val="bg1">
              <a:lumMod val="85000"/>
            </a:schemeClr>
          </a:solidFill>
          <a:ln w="57150">
            <a:solidFill>
              <a:schemeClr val="bg1"/>
            </a:solidFill>
          </a:ln>
        </p:spPr>
        <p:txBody>
          <a:bodyPr/>
          <a:lstStyle/>
          <a:p>
            <a:endParaRPr lang="en-AU"/>
          </a:p>
        </p:txBody>
      </p:sp>
      <p:sp>
        <p:nvSpPr>
          <p:cNvPr id="2" name="Title 1"/>
          <p:cNvSpPr>
            <a:spLocks noGrp="1"/>
          </p:cNvSpPr>
          <p:nvPr>
            <p:ph type="title" hasCustomPrompt="1"/>
          </p:nvPr>
        </p:nvSpPr>
        <p:spPr>
          <a:xfrm>
            <a:off x="6096000" y="692150"/>
            <a:ext cx="5616574" cy="970396"/>
          </a:xfrm>
        </p:spPr>
        <p:txBody>
          <a:bodyPr/>
          <a:lstStyle>
            <a:lvl1pPr algn="l">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8" name="Text Placeholder 2"/>
          <p:cNvSpPr>
            <a:spLocks noGrp="1"/>
          </p:cNvSpPr>
          <p:nvPr>
            <p:ph type="body" idx="1"/>
          </p:nvPr>
        </p:nvSpPr>
        <p:spPr>
          <a:xfrm>
            <a:off x="6096000" y="1702911"/>
            <a:ext cx="5616575" cy="272983"/>
          </a:xfrm>
        </p:spPr>
        <p:txBody>
          <a:bodyPr>
            <a:normAutofit/>
          </a:bodyPr>
          <a:lstStyle>
            <a:lvl1pPr marL="0" indent="0" algn="l">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14" name="Picture Placeholder 6"/>
          <p:cNvSpPr>
            <a:spLocks noGrp="1"/>
          </p:cNvSpPr>
          <p:nvPr>
            <p:ph type="pic" sz="quarter" idx="16"/>
          </p:nvPr>
        </p:nvSpPr>
        <p:spPr>
          <a:xfrm>
            <a:off x="3175004" y="4372102"/>
            <a:ext cx="1175430" cy="972340"/>
          </a:xfrm>
          <a:solidFill>
            <a:schemeClr val="bg1">
              <a:lumMod val="85000"/>
            </a:schemeClr>
          </a:solidFill>
          <a:ln w="57150">
            <a:solidFill>
              <a:schemeClr val="bg1"/>
            </a:solidFill>
          </a:ln>
        </p:spPr>
        <p:txBody>
          <a:bodyPr/>
          <a:lstStyle/>
          <a:p>
            <a:endParaRPr lang="en-AU"/>
          </a:p>
        </p:txBody>
      </p:sp>
      <p:sp>
        <p:nvSpPr>
          <p:cNvPr id="15" name="Picture Placeholder 6"/>
          <p:cNvSpPr>
            <a:spLocks noGrp="1"/>
          </p:cNvSpPr>
          <p:nvPr>
            <p:ph type="pic" sz="quarter" idx="17"/>
          </p:nvPr>
        </p:nvSpPr>
        <p:spPr>
          <a:xfrm>
            <a:off x="4350434" y="4372102"/>
            <a:ext cx="1175430" cy="972340"/>
          </a:xfrm>
          <a:solidFill>
            <a:schemeClr val="bg1">
              <a:lumMod val="85000"/>
            </a:schemeClr>
          </a:solidFill>
          <a:ln w="57150">
            <a:solidFill>
              <a:schemeClr val="bg1"/>
            </a:solidFill>
          </a:ln>
        </p:spPr>
        <p:txBody>
          <a:bodyPr/>
          <a:lstStyle/>
          <a:p>
            <a:endParaRPr lang="en-AU"/>
          </a:p>
        </p:txBody>
      </p:sp>
      <p:sp>
        <p:nvSpPr>
          <p:cNvPr id="23" name="Text Placeholder 21"/>
          <p:cNvSpPr>
            <a:spLocks noGrp="1"/>
          </p:cNvSpPr>
          <p:nvPr>
            <p:ph type="body" sz="quarter" idx="34"/>
          </p:nvPr>
        </p:nvSpPr>
        <p:spPr>
          <a:xfrm>
            <a:off x="6099595" y="2959028"/>
            <a:ext cx="5616575" cy="360363"/>
          </a:xfrm>
        </p:spPr>
        <p:txBody>
          <a:bodyPr/>
          <a:lstStyle>
            <a:lvl1pP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4" name="Text Placeholder 21"/>
          <p:cNvSpPr>
            <a:spLocks noGrp="1"/>
          </p:cNvSpPr>
          <p:nvPr>
            <p:ph type="body" sz="quarter" idx="21"/>
          </p:nvPr>
        </p:nvSpPr>
        <p:spPr>
          <a:xfrm>
            <a:off x="6099595" y="3368138"/>
            <a:ext cx="5616575" cy="2674864"/>
          </a:xfrm>
        </p:spPr>
        <p:txBody>
          <a:bodyPr>
            <a:normAutofit/>
          </a:bodyPr>
          <a:lstStyle>
            <a:lvl1pP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6" name="Text Placeholder 21"/>
          <p:cNvSpPr>
            <a:spLocks noGrp="1"/>
          </p:cNvSpPr>
          <p:nvPr>
            <p:ph type="body" sz="quarter" idx="35" hasCustomPrompt="1"/>
          </p:nvPr>
        </p:nvSpPr>
        <p:spPr>
          <a:xfrm>
            <a:off x="2943025" y="2171676"/>
            <a:ext cx="478016" cy="720899"/>
          </a:xfrm>
        </p:spPr>
        <p:txBody>
          <a:bodyPr>
            <a:noAutofit/>
          </a:bodyPr>
          <a:lstStyle>
            <a:lvl1pPr>
              <a:defRPr sz="5400" b="1">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1</a:t>
            </a:r>
            <a:endParaRPr lang="en-AU" dirty="0"/>
          </a:p>
        </p:txBody>
      </p:sp>
      <p:sp>
        <p:nvSpPr>
          <p:cNvPr id="27" name="Text Placeholder 21"/>
          <p:cNvSpPr>
            <a:spLocks noGrp="1"/>
          </p:cNvSpPr>
          <p:nvPr>
            <p:ph type="body" sz="quarter" idx="36" hasCustomPrompt="1"/>
          </p:nvPr>
        </p:nvSpPr>
        <p:spPr>
          <a:xfrm>
            <a:off x="1186835" y="4644385"/>
            <a:ext cx="478016" cy="427774"/>
          </a:xfrm>
        </p:spPr>
        <p:txBody>
          <a:bodyPr>
            <a:noAutofit/>
          </a:bodyPr>
          <a:lstStyle>
            <a:lvl1pPr>
              <a:defRPr sz="3200" b="1">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2</a:t>
            </a:r>
            <a:endParaRPr lang="en-AU" dirty="0"/>
          </a:p>
        </p:txBody>
      </p:sp>
      <p:sp>
        <p:nvSpPr>
          <p:cNvPr id="28" name="Text Placeholder 21"/>
          <p:cNvSpPr>
            <a:spLocks noGrp="1"/>
          </p:cNvSpPr>
          <p:nvPr>
            <p:ph type="body" sz="quarter" idx="37" hasCustomPrompt="1"/>
          </p:nvPr>
        </p:nvSpPr>
        <p:spPr>
          <a:xfrm>
            <a:off x="2348209" y="4644385"/>
            <a:ext cx="478016" cy="427774"/>
          </a:xfrm>
        </p:spPr>
        <p:txBody>
          <a:bodyPr>
            <a:noAutofit/>
          </a:bodyPr>
          <a:lstStyle>
            <a:lvl1pPr>
              <a:defRPr sz="3200" b="1">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3</a:t>
            </a:r>
            <a:endParaRPr lang="en-AU" dirty="0"/>
          </a:p>
        </p:txBody>
      </p:sp>
      <p:sp>
        <p:nvSpPr>
          <p:cNvPr id="29" name="Text Placeholder 21"/>
          <p:cNvSpPr>
            <a:spLocks noGrp="1"/>
          </p:cNvSpPr>
          <p:nvPr>
            <p:ph type="body" sz="quarter" idx="38" hasCustomPrompt="1"/>
          </p:nvPr>
        </p:nvSpPr>
        <p:spPr>
          <a:xfrm>
            <a:off x="3518358" y="4644385"/>
            <a:ext cx="478016" cy="427774"/>
          </a:xfrm>
        </p:spPr>
        <p:txBody>
          <a:bodyPr>
            <a:noAutofit/>
          </a:bodyPr>
          <a:lstStyle>
            <a:lvl1pPr>
              <a:defRPr sz="3200" b="1">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4</a:t>
            </a:r>
            <a:endParaRPr lang="en-AU" dirty="0"/>
          </a:p>
        </p:txBody>
      </p:sp>
      <p:sp>
        <p:nvSpPr>
          <p:cNvPr id="30" name="Text Placeholder 21"/>
          <p:cNvSpPr>
            <a:spLocks noGrp="1"/>
          </p:cNvSpPr>
          <p:nvPr>
            <p:ph type="body" sz="quarter" idx="39" hasCustomPrompt="1"/>
          </p:nvPr>
        </p:nvSpPr>
        <p:spPr>
          <a:xfrm>
            <a:off x="4699141" y="4644385"/>
            <a:ext cx="478016" cy="427774"/>
          </a:xfrm>
        </p:spPr>
        <p:txBody>
          <a:bodyPr>
            <a:noAutofit/>
          </a:bodyPr>
          <a:lstStyle>
            <a:lvl1pPr>
              <a:defRPr sz="3200" b="1">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5</a:t>
            </a:r>
            <a:endParaRPr lang="en-AU" dirty="0"/>
          </a:p>
        </p:txBody>
      </p:sp>
    </p:spTree>
    <p:extLst>
      <p:ext uri="{BB962C8B-B14F-4D97-AF65-F5344CB8AC3E}">
        <p14:creationId xmlns:p14="http://schemas.microsoft.com/office/powerpoint/2010/main" val="212746627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42" presetClass="entr" presetSubtype="0" fill="hold" grpId="0" nodeType="afterEffect">
                                  <p:stCondLst>
                                    <p:cond delay="0"/>
                                  </p:stCondLst>
                                  <p:childTnLst>
                                    <p:set>
                                      <p:cBhvr>
                                        <p:cTn id="10" dur="1" fill="hold">
                                          <p:stCondLst>
                                            <p:cond delay="0"/>
                                          </p:stCondLst>
                                        </p:cTn>
                                        <p:tgtEl>
                                          <p:spTgt spid="8">
                                            <p:txEl>
                                              <p:pRg st="0" end="0"/>
                                            </p:txEl>
                                          </p:spTgt>
                                        </p:tgtEl>
                                        <p:attrNameLst>
                                          <p:attrName>style.visibility</p:attrName>
                                        </p:attrNameLst>
                                      </p:cBhvr>
                                      <p:to>
                                        <p:strVal val="visible"/>
                                      </p:to>
                                    </p:set>
                                    <p:animEffect transition="in" filter="fade">
                                      <p:cBhvr>
                                        <p:cTn id="11" dur="500"/>
                                        <p:tgtEl>
                                          <p:spTgt spid="8">
                                            <p:txEl>
                                              <p:pRg st="0" end="0"/>
                                            </p:txEl>
                                          </p:spTgt>
                                        </p:tgtEl>
                                      </p:cBhvr>
                                    </p:animEffect>
                                    <p:anim calcmode="lin" valueType="num">
                                      <p:cBhvr>
                                        <p:cTn id="12"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4" fill="hold">
                            <p:stCondLst>
                              <p:cond delay="1000"/>
                            </p:stCondLst>
                            <p:childTnLst>
                              <p:par>
                                <p:cTn id="15" presetID="53" presetClass="entr" presetSubtype="16" fill="hold" grpId="0" nodeType="afterEffect">
                                  <p:stCondLst>
                                    <p:cond delay="0"/>
                                  </p:stCondLst>
                                  <p:childTnLst>
                                    <p:set>
                                      <p:cBhvr>
                                        <p:cTn id="16" dur="1" fill="hold">
                                          <p:stCondLst>
                                            <p:cond delay="0"/>
                                          </p:stCondLst>
                                        </p:cTn>
                                        <p:tgtEl>
                                          <p:spTgt spid="7"/>
                                        </p:tgtEl>
                                        <p:attrNameLst>
                                          <p:attrName>style.visibility</p:attrName>
                                        </p:attrNameLst>
                                      </p:cBhvr>
                                      <p:to>
                                        <p:strVal val="visible"/>
                                      </p:to>
                                    </p:set>
                                    <p:anim calcmode="lin" valueType="num">
                                      <p:cBhvr>
                                        <p:cTn id="17" dur="500" fill="hold"/>
                                        <p:tgtEl>
                                          <p:spTgt spid="7"/>
                                        </p:tgtEl>
                                        <p:attrNameLst>
                                          <p:attrName>ppt_w</p:attrName>
                                        </p:attrNameLst>
                                      </p:cBhvr>
                                      <p:tavLst>
                                        <p:tav tm="0">
                                          <p:val>
                                            <p:fltVal val="0"/>
                                          </p:val>
                                        </p:tav>
                                        <p:tav tm="100000">
                                          <p:val>
                                            <p:strVal val="#ppt_w"/>
                                          </p:val>
                                        </p:tav>
                                      </p:tavLst>
                                    </p:anim>
                                    <p:anim calcmode="lin" valueType="num">
                                      <p:cBhvr>
                                        <p:cTn id="18" dur="500" fill="hold"/>
                                        <p:tgtEl>
                                          <p:spTgt spid="7"/>
                                        </p:tgtEl>
                                        <p:attrNameLst>
                                          <p:attrName>ppt_h</p:attrName>
                                        </p:attrNameLst>
                                      </p:cBhvr>
                                      <p:tavLst>
                                        <p:tav tm="0">
                                          <p:val>
                                            <p:fltVal val="0"/>
                                          </p:val>
                                        </p:tav>
                                        <p:tav tm="100000">
                                          <p:val>
                                            <p:strVal val="#ppt_h"/>
                                          </p:val>
                                        </p:tav>
                                      </p:tavLst>
                                    </p:anim>
                                    <p:animEffect transition="in" filter="fade">
                                      <p:cBhvr>
                                        <p:cTn id="19" dur="500"/>
                                        <p:tgtEl>
                                          <p:spTgt spid="7"/>
                                        </p:tgtEl>
                                      </p:cBhvr>
                                    </p:animEffect>
                                  </p:childTnLst>
                                </p:cTn>
                              </p:par>
                            </p:childTnLst>
                          </p:cTn>
                        </p:par>
                        <p:par>
                          <p:cTn id="20" fill="hold">
                            <p:stCondLst>
                              <p:cond delay="1500"/>
                            </p:stCondLst>
                            <p:childTnLst>
                              <p:par>
                                <p:cTn id="21" presetID="53" presetClass="entr" presetSubtype="16" fill="hold" grpId="0" nodeType="afterEffect">
                                  <p:stCondLst>
                                    <p:cond delay="0"/>
                                  </p:stCondLst>
                                  <p:childTnLst>
                                    <p:set>
                                      <p:cBhvr>
                                        <p:cTn id="22" dur="1" fill="hold">
                                          <p:stCondLst>
                                            <p:cond delay="0"/>
                                          </p:stCondLst>
                                        </p:cTn>
                                        <p:tgtEl>
                                          <p:spTgt spid="12"/>
                                        </p:tgtEl>
                                        <p:attrNameLst>
                                          <p:attrName>style.visibility</p:attrName>
                                        </p:attrNameLst>
                                      </p:cBhvr>
                                      <p:to>
                                        <p:strVal val="visible"/>
                                      </p:to>
                                    </p:set>
                                    <p:anim calcmode="lin" valueType="num">
                                      <p:cBhvr>
                                        <p:cTn id="23" dur="500" fill="hold"/>
                                        <p:tgtEl>
                                          <p:spTgt spid="12"/>
                                        </p:tgtEl>
                                        <p:attrNameLst>
                                          <p:attrName>ppt_w</p:attrName>
                                        </p:attrNameLst>
                                      </p:cBhvr>
                                      <p:tavLst>
                                        <p:tav tm="0">
                                          <p:val>
                                            <p:fltVal val="0"/>
                                          </p:val>
                                        </p:tav>
                                        <p:tav tm="100000">
                                          <p:val>
                                            <p:strVal val="#ppt_w"/>
                                          </p:val>
                                        </p:tav>
                                      </p:tavLst>
                                    </p:anim>
                                    <p:anim calcmode="lin" valueType="num">
                                      <p:cBhvr>
                                        <p:cTn id="24" dur="500" fill="hold"/>
                                        <p:tgtEl>
                                          <p:spTgt spid="12"/>
                                        </p:tgtEl>
                                        <p:attrNameLst>
                                          <p:attrName>ppt_h</p:attrName>
                                        </p:attrNameLst>
                                      </p:cBhvr>
                                      <p:tavLst>
                                        <p:tav tm="0">
                                          <p:val>
                                            <p:fltVal val="0"/>
                                          </p:val>
                                        </p:tav>
                                        <p:tav tm="100000">
                                          <p:val>
                                            <p:strVal val="#ppt_h"/>
                                          </p:val>
                                        </p:tav>
                                      </p:tavLst>
                                    </p:anim>
                                    <p:animEffect transition="in" filter="fade">
                                      <p:cBhvr>
                                        <p:cTn id="25" dur="500"/>
                                        <p:tgtEl>
                                          <p:spTgt spid="12"/>
                                        </p:tgtEl>
                                      </p:cBhvr>
                                    </p:animEffect>
                                  </p:childTnLst>
                                </p:cTn>
                              </p:par>
                            </p:childTnLst>
                          </p:cTn>
                        </p:par>
                        <p:par>
                          <p:cTn id="26" fill="hold">
                            <p:stCondLst>
                              <p:cond delay="2000"/>
                            </p:stCondLst>
                            <p:childTnLst>
                              <p:par>
                                <p:cTn id="27" presetID="53" presetClass="entr" presetSubtype="16" fill="hold" grpId="0" nodeType="afterEffect">
                                  <p:stCondLst>
                                    <p:cond delay="0"/>
                                  </p:stCondLst>
                                  <p:childTnLst>
                                    <p:set>
                                      <p:cBhvr>
                                        <p:cTn id="28" dur="1" fill="hold">
                                          <p:stCondLst>
                                            <p:cond delay="0"/>
                                          </p:stCondLst>
                                        </p:cTn>
                                        <p:tgtEl>
                                          <p:spTgt spid="13"/>
                                        </p:tgtEl>
                                        <p:attrNameLst>
                                          <p:attrName>style.visibility</p:attrName>
                                        </p:attrNameLst>
                                      </p:cBhvr>
                                      <p:to>
                                        <p:strVal val="visible"/>
                                      </p:to>
                                    </p:set>
                                    <p:anim calcmode="lin" valueType="num">
                                      <p:cBhvr>
                                        <p:cTn id="29" dur="500" fill="hold"/>
                                        <p:tgtEl>
                                          <p:spTgt spid="13"/>
                                        </p:tgtEl>
                                        <p:attrNameLst>
                                          <p:attrName>ppt_w</p:attrName>
                                        </p:attrNameLst>
                                      </p:cBhvr>
                                      <p:tavLst>
                                        <p:tav tm="0">
                                          <p:val>
                                            <p:fltVal val="0"/>
                                          </p:val>
                                        </p:tav>
                                        <p:tav tm="100000">
                                          <p:val>
                                            <p:strVal val="#ppt_w"/>
                                          </p:val>
                                        </p:tav>
                                      </p:tavLst>
                                    </p:anim>
                                    <p:anim calcmode="lin" valueType="num">
                                      <p:cBhvr>
                                        <p:cTn id="30" dur="500" fill="hold"/>
                                        <p:tgtEl>
                                          <p:spTgt spid="13"/>
                                        </p:tgtEl>
                                        <p:attrNameLst>
                                          <p:attrName>ppt_h</p:attrName>
                                        </p:attrNameLst>
                                      </p:cBhvr>
                                      <p:tavLst>
                                        <p:tav tm="0">
                                          <p:val>
                                            <p:fltVal val="0"/>
                                          </p:val>
                                        </p:tav>
                                        <p:tav tm="100000">
                                          <p:val>
                                            <p:strVal val="#ppt_h"/>
                                          </p:val>
                                        </p:tav>
                                      </p:tavLst>
                                    </p:anim>
                                    <p:animEffect transition="in" filter="fade">
                                      <p:cBhvr>
                                        <p:cTn id="31" dur="500"/>
                                        <p:tgtEl>
                                          <p:spTgt spid="13"/>
                                        </p:tgtEl>
                                      </p:cBhvr>
                                    </p:animEffect>
                                  </p:childTnLst>
                                </p:cTn>
                              </p:par>
                            </p:childTnLst>
                          </p:cTn>
                        </p:par>
                        <p:par>
                          <p:cTn id="32" fill="hold">
                            <p:stCondLst>
                              <p:cond delay="2500"/>
                            </p:stCondLst>
                            <p:childTnLst>
                              <p:par>
                                <p:cTn id="33" presetID="53" presetClass="entr" presetSubtype="16" fill="hold" grpId="0" nodeType="afterEffect">
                                  <p:stCondLst>
                                    <p:cond delay="0"/>
                                  </p:stCondLst>
                                  <p:childTnLst>
                                    <p:set>
                                      <p:cBhvr>
                                        <p:cTn id="34" dur="1" fill="hold">
                                          <p:stCondLst>
                                            <p:cond delay="0"/>
                                          </p:stCondLst>
                                        </p:cTn>
                                        <p:tgtEl>
                                          <p:spTgt spid="14"/>
                                        </p:tgtEl>
                                        <p:attrNameLst>
                                          <p:attrName>style.visibility</p:attrName>
                                        </p:attrNameLst>
                                      </p:cBhvr>
                                      <p:to>
                                        <p:strVal val="visible"/>
                                      </p:to>
                                    </p:set>
                                    <p:anim calcmode="lin" valueType="num">
                                      <p:cBhvr>
                                        <p:cTn id="35" dur="500" fill="hold"/>
                                        <p:tgtEl>
                                          <p:spTgt spid="14"/>
                                        </p:tgtEl>
                                        <p:attrNameLst>
                                          <p:attrName>ppt_w</p:attrName>
                                        </p:attrNameLst>
                                      </p:cBhvr>
                                      <p:tavLst>
                                        <p:tav tm="0">
                                          <p:val>
                                            <p:fltVal val="0"/>
                                          </p:val>
                                        </p:tav>
                                        <p:tav tm="100000">
                                          <p:val>
                                            <p:strVal val="#ppt_w"/>
                                          </p:val>
                                        </p:tav>
                                      </p:tavLst>
                                    </p:anim>
                                    <p:anim calcmode="lin" valueType="num">
                                      <p:cBhvr>
                                        <p:cTn id="36" dur="500" fill="hold"/>
                                        <p:tgtEl>
                                          <p:spTgt spid="14"/>
                                        </p:tgtEl>
                                        <p:attrNameLst>
                                          <p:attrName>ppt_h</p:attrName>
                                        </p:attrNameLst>
                                      </p:cBhvr>
                                      <p:tavLst>
                                        <p:tav tm="0">
                                          <p:val>
                                            <p:fltVal val="0"/>
                                          </p:val>
                                        </p:tav>
                                        <p:tav tm="100000">
                                          <p:val>
                                            <p:strVal val="#ppt_h"/>
                                          </p:val>
                                        </p:tav>
                                      </p:tavLst>
                                    </p:anim>
                                    <p:animEffect transition="in" filter="fade">
                                      <p:cBhvr>
                                        <p:cTn id="37" dur="500"/>
                                        <p:tgtEl>
                                          <p:spTgt spid="14"/>
                                        </p:tgtEl>
                                      </p:cBhvr>
                                    </p:animEffect>
                                  </p:childTnLst>
                                </p:cTn>
                              </p:par>
                            </p:childTnLst>
                          </p:cTn>
                        </p:par>
                        <p:par>
                          <p:cTn id="38" fill="hold">
                            <p:stCondLst>
                              <p:cond delay="3000"/>
                            </p:stCondLst>
                            <p:childTnLst>
                              <p:par>
                                <p:cTn id="39" presetID="53" presetClass="entr" presetSubtype="16" fill="hold" grpId="0" nodeType="afterEffect">
                                  <p:stCondLst>
                                    <p:cond delay="0"/>
                                  </p:stCondLst>
                                  <p:childTnLst>
                                    <p:set>
                                      <p:cBhvr>
                                        <p:cTn id="40" dur="1" fill="hold">
                                          <p:stCondLst>
                                            <p:cond delay="0"/>
                                          </p:stCondLst>
                                        </p:cTn>
                                        <p:tgtEl>
                                          <p:spTgt spid="15"/>
                                        </p:tgtEl>
                                        <p:attrNameLst>
                                          <p:attrName>style.visibility</p:attrName>
                                        </p:attrNameLst>
                                      </p:cBhvr>
                                      <p:to>
                                        <p:strVal val="visible"/>
                                      </p:to>
                                    </p:set>
                                    <p:anim calcmode="lin" valueType="num">
                                      <p:cBhvr>
                                        <p:cTn id="41" dur="500" fill="hold"/>
                                        <p:tgtEl>
                                          <p:spTgt spid="15"/>
                                        </p:tgtEl>
                                        <p:attrNameLst>
                                          <p:attrName>ppt_w</p:attrName>
                                        </p:attrNameLst>
                                      </p:cBhvr>
                                      <p:tavLst>
                                        <p:tav tm="0">
                                          <p:val>
                                            <p:fltVal val="0"/>
                                          </p:val>
                                        </p:tav>
                                        <p:tav tm="100000">
                                          <p:val>
                                            <p:strVal val="#ppt_w"/>
                                          </p:val>
                                        </p:tav>
                                      </p:tavLst>
                                    </p:anim>
                                    <p:anim calcmode="lin" valueType="num">
                                      <p:cBhvr>
                                        <p:cTn id="42" dur="500" fill="hold"/>
                                        <p:tgtEl>
                                          <p:spTgt spid="15"/>
                                        </p:tgtEl>
                                        <p:attrNameLst>
                                          <p:attrName>ppt_h</p:attrName>
                                        </p:attrNameLst>
                                      </p:cBhvr>
                                      <p:tavLst>
                                        <p:tav tm="0">
                                          <p:val>
                                            <p:fltVal val="0"/>
                                          </p:val>
                                        </p:tav>
                                        <p:tav tm="100000">
                                          <p:val>
                                            <p:strVal val="#ppt_h"/>
                                          </p:val>
                                        </p:tav>
                                      </p:tavLst>
                                    </p:anim>
                                    <p:animEffect transition="in" filter="fade">
                                      <p:cBhvr>
                                        <p:cTn id="43" dur="500"/>
                                        <p:tgtEl>
                                          <p:spTgt spid="15"/>
                                        </p:tgtEl>
                                      </p:cBhvr>
                                    </p:animEffect>
                                  </p:childTnLst>
                                </p:cTn>
                              </p:par>
                            </p:childTnLst>
                          </p:cTn>
                        </p:par>
                        <p:par>
                          <p:cTn id="44" fill="hold">
                            <p:stCondLst>
                              <p:cond delay="3500"/>
                            </p:stCondLst>
                            <p:childTnLst>
                              <p:par>
                                <p:cTn id="45" presetID="53" presetClass="entr" presetSubtype="16" fill="hold" grpId="0" nodeType="afterEffect" nodePh="1">
                                  <p:stCondLst>
                                    <p:cond delay="0"/>
                                  </p:stCondLst>
                                  <p:endCondLst>
                                    <p:cond evt="begin" delay="0">
                                      <p:tn val="45"/>
                                    </p:cond>
                                  </p:endCondLst>
                                  <p:childTnLst>
                                    <p:set>
                                      <p:cBhvr>
                                        <p:cTn id="46" dur="1" fill="hold">
                                          <p:stCondLst>
                                            <p:cond delay="0"/>
                                          </p:stCondLst>
                                        </p:cTn>
                                        <p:tgtEl>
                                          <p:spTgt spid="23">
                                            <p:txEl>
                                              <p:pRg st="0" end="0"/>
                                            </p:txEl>
                                          </p:spTgt>
                                        </p:tgtEl>
                                        <p:attrNameLst>
                                          <p:attrName>style.visibility</p:attrName>
                                        </p:attrNameLst>
                                      </p:cBhvr>
                                      <p:to>
                                        <p:strVal val="visible"/>
                                      </p:to>
                                    </p:set>
                                    <p:anim calcmode="lin" valueType="num">
                                      <p:cBhvr>
                                        <p:cTn id="47" dur="500" fill="hold"/>
                                        <p:tgtEl>
                                          <p:spTgt spid="23">
                                            <p:txEl>
                                              <p:pRg st="0" end="0"/>
                                            </p:txEl>
                                          </p:spTgt>
                                        </p:tgtEl>
                                        <p:attrNameLst>
                                          <p:attrName>ppt_w</p:attrName>
                                        </p:attrNameLst>
                                      </p:cBhvr>
                                      <p:tavLst>
                                        <p:tav tm="0">
                                          <p:val>
                                            <p:fltVal val="0"/>
                                          </p:val>
                                        </p:tav>
                                        <p:tav tm="100000">
                                          <p:val>
                                            <p:strVal val="#ppt_w"/>
                                          </p:val>
                                        </p:tav>
                                      </p:tavLst>
                                    </p:anim>
                                    <p:anim calcmode="lin" valueType="num">
                                      <p:cBhvr>
                                        <p:cTn id="48" dur="500" fill="hold"/>
                                        <p:tgtEl>
                                          <p:spTgt spid="23">
                                            <p:txEl>
                                              <p:pRg st="0" end="0"/>
                                            </p:txEl>
                                          </p:spTgt>
                                        </p:tgtEl>
                                        <p:attrNameLst>
                                          <p:attrName>ppt_h</p:attrName>
                                        </p:attrNameLst>
                                      </p:cBhvr>
                                      <p:tavLst>
                                        <p:tav tm="0">
                                          <p:val>
                                            <p:fltVal val="0"/>
                                          </p:val>
                                        </p:tav>
                                        <p:tav tm="100000">
                                          <p:val>
                                            <p:strVal val="#ppt_h"/>
                                          </p:val>
                                        </p:tav>
                                      </p:tavLst>
                                    </p:anim>
                                    <p:animEffect transition="in" filter="fade">
                                      <p:cBhvr>
                                        <p:cTn id="49" dur="500"/>
                                        <p:tgtEl>
                                          <p:spTgt spid="23">
                                            <p:txEl>
                                              <p:pRg st="0" end="0"/>
                                            </p:txEl>
                                          </p:spTgt>
                                        </p:tgtEl>
                                      </p:cBhvr>
                                    </p:animEffect>
                                  </p:childTnLst>
                                </p:cTn>
                              </p:par>
                            </p:childTnLst>
                          </p:cTn>
                        </p:par>
                        <p:par>
                          <p:cTn id="50" fill="hold">
                            <p:stCondLst>
                              <p:cond delay="4000"/>
                            </p:stCondLst>
                            <p:childTnLst>
                              <p:par>
                                <p:cTn id="51" presetID="42" presetClass="entr" presetSubtype="0" fill="hold" grpId="0" nodeType="afterEffect" nodePh="1">
                                  <p:stCondLst>
                                    <p:cond delay="0"/>
                                  </p:stCondLst>
                                  <p:endCondLst>
                                    <p:cond evt="begin" delay="0">
                                      <p:tn val="51"/>
                                    </p:cond>
                                  </p:endCondLst>
                                  <p:childTnLst>
                                    <p:set>
                                      <p:cBhvr>
                                        <p:cTn id="52" dur="1" fill="hold">
                                          <p:stCondLst>
                                            <p:cond delay="0"/>
                                          </p:stCondLst>
                                        </p:cTn>
                                        <p:tgtEl>
                                          <p:spTgt spid="24">
                                            <p:txEl>
                                              <p:pRg st="0" end="0"/>
                                            </p:txEl>
                                          </p:spTgt>
                                        </p:tgtEl>
                                        <p:attrNameLst>
                                          <p:attrName>style.visibility</p:attrName>
                                        </p:attrNameLst>
                                      </p:cBhvr>
                                      <p:to>
                                        <p:strVal val="visible"/>
                                      </p:to>
                                    </p:set>
                                    <p:animEffect transition="in" filter="fade">
                                      <p:cBhvr>
                                        <p:cTn id="53" dur="500"/>
                                        <p:tgtEl>
                                          <p:spTgt spid="24">
                                            <p:txEl>
                                              <p:pRg st="0" end="0"/>
                                            </p:txEl>
                                          </p:spTgt>
                                        </p:tgtEl>
                                      </p:cBhvr>
                                    </p:animEffect>
                                    <p:anim calcmode="lin" valueType="num">
                                      <p:cBhvr>
                                        <p:cTn id="54"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p:cTn id="55" dur="500" fill="hold"/>
                                        <p:tgtEl>
                                          <p:spTgt spid="24">
                                            <p:txEl>
                                              <p:pRg st="0" end="0"/>
                                            </p:txEl>
                                          </p:spTgt>
                                        </p:tgtEl>
                                        <p:attrNameLst>
                                          <p:attrName>ppt_y</p:attrName>
                                        </p:attrNameLst>
                                      </p:cBhvr>
                                      <p:tavLst>
                                        <p:tav tm="0">
                                          <p:val>
                                            <p:strVal val="#ppt_y+.1"/>
                                          </p:val>
                                        </p:tav>
                                        <p:tav tm="100000">
                                          <p:val>
                                            <p:strVal val="#ppt_y"/>
                                          </p:val>
                                        </p:tav>
                                      </p:tavLst>
                                    </p:anim>
                                  </p:childTnLst>
                                </p:cTn>
                              </p:par>
                            </p:childTnLst>
                          </p:cTn>
                        </p:par>
                        <p:par>
                          <p:cTn id="56" fill="hold">
                            <p:stCondLst>
                              <p:cond delay="4500"/>
                            </p:stCondLst>
                            <p:childTnLst>
                              <p:par>
                                <p:cTn id="57" presetID="53" presetClass="entr" presetSubtype="16" fill="hold" grpId="0" nodeType="afterEffect">
                                  <p:stCondLst>
                                    <p:cond delay="0"/>
                                  </p:stCondLst>
                                  <p:childTnLst>
                                    <p:set>
                                      <p:cBhvr>
                                        <p:cTn id="58" dur="1" fill="hold">
                                          <p:stCondLst>
                                            <p:cond delay="0"/>
                                          </p:stCondLst>
                                        </p:cTn>
                                        <p:tgtEl>
                                          <p:spTgt spid="26">
                                            <p:txEl>
                                              <p:pRg st="0" end="0"/>
                                            </p:txEl>
                                          </p:spTgt>
                                        </p:tgtEl>
                                        <p:attrNameLst>
                                          <p:attrName>style.visibility</p:attrName>
                                        </p:attrNameLst>
                                      </p:cBhvr>
                                      <p:to>
                                        <p:strVal val="visible"/>
                                      </p:to>
                                    </p:set>
                                    <p:anim calcmode="lin" valueType="num">
                                      <p:cBhvr>
                                        <p:cTn id="59" dur="500" fill="hold"/>
                                        <p:tgtEl>
                                          <p:spTgt spid="26">
                                            <p:txEl>
                                              <p:pRg st="0" end="0"/>
                                            </p:txEl>
                                          </p:spTgt>
                                        </p:tgtEl>
                                        <p:attrNameLst>
                                          <p:attrName>ppt_w</p:attrName>
                                        </p:attrNameLst>
                                      </p:cBhvr>
                                      <p:tavLst>
                                        <p:tav tm="0">
                                          <p:val>
                                            <p:fltVal val="0"/>
                                          </p:val>
                                        </p:tav>
                                        <p:tav tm="100000">
                                          <p:val>
                                            <p:strVal val="#ppt_w"/>
                                          </p:val>
                                        </p:tav>
                                      </p:tavLst>
                                    </p:anim>
                                    <p:anim calcmode="lin" valueType="num">
                                      <p:cBhvr>
                                        <p:cTn id="60" dur="500" fill="hold"/>
                                        <p:tgtEl>
                                          <p:spTgt spid="26">
                                            <p:txEl>
                                              <p:pRg st="0" end="0"/>
                                            </p:txEl>
                                          </p:spTgt>
                                        </p:tgtEl>
                                        <p:attrNameLst>
                                          <p:attrName>ppt_h</p:attrName>
                                        </p:attrNameLst>
                                      </p:cBhvr>
                                      <p:tavLst>
                                        <p:tav tm="0">
                                          <p:val>
                                            <p:fltVal val="0"/>
                                          </p:val>
                                        </p:tav>
                                        <p:tav tm="100000">
                                          <p:val>
                                            <p:strVal val="#ppt_h"/>
                                          </p:val>
                                        </p:tav>
                                      </p:tavLst>
                                    </p:anim>
                                    <p:animEffect transition="in" filter="fade">
                                      <p:cBhvr>
                                        <p:cTn id="61" dur="500"/>
                                        <p:tgtEl>
                                          <p:spTgt spid="26">
                                            <p:txEl>
                                              <p:pRg st="0" end="0"/>
                                            </p:txEl>
                                          </p:spTgt>
                                        </p:tgtEl>
                                      </p:cBhvr>
                                    </p:animEffect>
                                  </p:childTnLst>
                                </p:cTn>
                              </p:par>
                            </p:childTnLst>
                          </p:cTn>
                        </p:par>
                        <p:par>
                          <p:cTn id="62" fill="hold">
                            <p:stCondLst>
                              <p:cond delay="5000"/>
                            </p:stCondLst>
                            <p:childTnLst>
                              <p:par>
                                <p:cTn id="63" presetID="53" presetClass="entr" presetSubtype="16" fill="hold" grpId="0" nodeType="afterEffect">
                                  <p:stCondLst>
                                    <p:cond delay="0"/>
                                  </p:stCondLst>
                                  <p:childTnLst>
                                    <p:set>
                                      <p:cBhvr>
                                        <p:cTn id="64" dur="1" fill="hold">
                                          <p:stCondLst>
                                            <p:cond delay="0"/>
                                          </p:stCondLst>
                                        </p:cTn>
                                        <p:tgtEl>
                                          <p:spTgt spid="27">
                                            <p:txEl>
                                              <p:pRg st="0" end="0"/>
                                            </p:txEl>
                                          </p:spTgt>
                                        </p:tgtEl>
                                        <p:attrNameLst>
                                          <p:attrName>style.visibility</p:attrName>
                                        </p:attrNameLst>
                                      </p:cBhvr>
                                      <p:to>
                                        <p:strVal val="visible"/>
                                      </p:to>
                                    </p:set>
                                    <p:anim calcmode="lin" valueType="num">
                                      <p:cBhvr>
                                        <p:cTn id="65" dur="500" fill="hold"/>
                                        <p:tgtEl>
                                          <p:spTgt spid="27">
                                            <p:txEl>
                                              <p:pRg st="0" end="0"/>
                                            </p:txEl>
                                          </p:spTgt>
                                        </p:tgtEl>
                                        <p:attrNameLst>
                                          <p:attrName>ppt_w</p:attrName>
                                        </p:attrNameLst>
                                      </p:cBhvr>
                                      <p:tavLst>
                                        <p:tav tm="0">
                                          <p:val>
                                            <p:fltVal val="0"/>
                                          </p:val>
                                        </p:tav>
                                        <p:tav tm="100000">
                                          <p:val>
                                            <p:strVal val="#ppt_w"/>
                                          </p:val>
                                        </p:tav>
                                      </p:tavLst>
                                    </p:anim>
                                    <p:anim calcmode="lin" valueType="num">
                                      <p:cBhvr>
                                        <p:cTn id="66" dur="500" fill="hold"/>
                                        <p:tgtEl>
                                          <p:spTgt spid="27">
                                            <p:txEl>
                                              <p:pRg st="0" end="0"/>
                                            </p:txEl>
                                          </p:spTgt>
                                        </p:tgtEl>
                                        <p:attrNameLst>
                                          <p:attrName>ppt_h</p:attrName>
                                        </p:attrNameLst>
                                      </p:cBhvr>
                                      <p:tavLst>
                                        <p:tav tm="0">
                                          <p:val>
                                            <p:fltVal val="0"/>
                                          </p:val>
                                        </p:tav>
                                        <p:tav tm="100000">
                                          <p:val>
                                            <p:strVal val="#ppt_h"/>
                                          </p:val>
                                        </p:tav>
                                      </p:tavLst>
                                    </p:anim>
                                    <p:animEffect transition="in" filter="fade">
                                      <p:cBhvr>
                                        <p:cTn id="67" dur="500"/>
                                        <p:tgtEl>
                                          <p:spTgt spid="27">
                                            <p:txEl>
                                              <p:pRg st="0" end="0"/>
                                            </p:txEl>
                                          </p:spTgt>
                                        </p:tgtEl>
                                      </p:cBhvr>
                                    </p:animEffect>
                                  </p:childTnLst>
                                </p:cTn>
                              </p:par>
                            </p:childTnLst>
                          </p:cTn>
                        </p:par>
                        <p:par>
                          <p:cTn id="68" fill="hold">
                            <p:stCondLst>
                              <p:cond delay="5500"/>
                            </p:stCondLst>
                            <p:childTnLst>
                              <p:par>
                                <p:cTn id="69" presetID="53" presetClass="entr" presetSubtype="16" fill="hold" grpId="0" nodeType="afterEffect">
                                  <p:stCondLst>
                                    <p:cond delay="0"/>
                                  </p:stCondLst>
                                  <p:childTnLst>
                                    <p:set>
                                      <p:cBhvr>
                                        <p:cTn id="70" dur="1" fill="hold">
                                          <p:stCondLst>
                                            <p:cond delay="0"/>
                                          </p:stCondLst>
                                        </p:cTn>
                                        <p:tgtEl>
                                          <p:spTgt spid="28">
                                            <p:txEl>
                                              <p:pRg st="0" end="0"/>
                                            </p:txEl>
                                          </p:spTgt>
                                        </p:tgtEl>
                                        <p:attrNameLst>
                                          <p:attrName>style.visibility</p:attrName>
                                        </p:attrNameLst>
                                      </p:cBhvr>
                                      <p:to>
                                        <p:strVal val="visible"/>
                                      </p:to>
                                    </p:set>
                                    <p:anim calcmode="lin" valueType="num">
                                      <p:cBhvr>
                                        <p:cTn id="71" dur="500" fill="hold"/>
                                        <p:tgtEl>
                                          <p:spTgt spid="28">
                                            <p:txEl>
                                              <p:pRg st="0" end="0"/>
                                            </p:txEl>
                                          </p:spTgt>
                                        </p:tgtEl>
                                        <p:attrNameLst>
                                          <p:attrName>ppt_w</p:attrName>
                                        </p:attrNameLst>
                                      </p:cBhvr>
                                      <p:tavLst>
                                        <p:tav tm="0">
                                          <p:val>
                                            <p:fltVal val="0"/>
                                          </p:val>
                                        </p:tav>
                                        <p:tav tm="100000">
                                          <p:val>
                                            <p:strVal val="#ppt_w"/>
                                          </p:val>
                                        </p:tav>
                                      </p:tavLst>
                                    </p:anim>
                                    <p:anim calcmode="lin" valueType="num">
                                      <p:cBhvr>
                                        <p:cTn id="72" dur="500" fill="hold"/>
                                        <p:tgtEl>
                                          <p:spTgt spid="28">
                                            <p:txEl>
                                              <p:pRg st="0" end="0"/>
                                            </p:txEl>
                                          </p:spTgt>
                                        </p:tgtEl>
                                        <p:attrNameLst>
                                          <p:attrName>ppt_h</p:attrName>
                                        </p:attrNameLst>
                                      </p:cBhvr>
                                      <p:tavLst>
                                        <p:tav tm="0">
                                          <p:val>
                                            <p:fltVal val="0"/>
                                          </p:val>
                                        </p:tav>
                                        <p:tav tm="100000">
                                          <p:val>
                                            <p:strVal val="#ppt_h"/>
                                          </p:val>
                                        </p:tav>
                                      </p:tavLst>
                                    </p:anim>
                                    <p:animEffect transition="in" filter="fade">
                                      <p:cBhvr>
                                        <p:cTn id="73" dur="500"/>
                                        <p:tgtEl>
                                          <p:spTgt spid="28">
                                            <p:txEl>
                                              <p:pRg st="0" end="0"/>
                                            </p:txEl>
                                          </p:spTgt>
                                        </p:tgtEl>
                                      </p:cBhvr>
                                    </p:animEffect>
                                  </p:childTnLst>
                                </p:cTn>
                              </p:par>
                            </p:childTnLst>
                          </p:cTn>
                        </p:par>
                        <p:par>
                          <p:cTn id="74" fill="hold">
                            <p:stCondLst>
                              <p:cond delay="6000"/>
                            </p:stCondLst>
                            <p:childTnLst>
                              <p:par>
                                <p:cTn id="75" presetID="53" presetClass="entr" presetSubtype="16" fill="hold" grpId="0" nodeType="afterEffect">
                                  <p:stCondLst>
                                    <p:cond delay="0"/>
                                  </p:stCondLst>
                                  <p:childTnLst>
                                    <p:set>
                                      <p:cBhvr>
                                        <p:cTn id="76" dur="1" fill="hold">
                                          <p:stCondLst>
                                            <p:cond delay="0"/>
                                          </p:stCondLst>
                                        </p:cTn>
                                        <p:tgtEl>
                                          <p:spTgt spid="29">
                                            <p:txEl>
                                              <p:pRg st="0" end="0"/>
                                            </p:txEl>
                                          </p:spTgt>
                                        </p:tgtEl>
                                        <p:attrNameLst>
                                          <p:attrName>style.visibility</p:attrName>
                                        </p:attrNameLst>
                                      </p:cBhvr>
                                      <p:to>
                                        <p:strVal val="visible"/>
                                      </p:to>
                                    </p:set>
                                    <p:anim calcmode="lin" valueType="num">
                                      <p:cBhvr>
                                        <p:cTn id="77" dur="500" fill="hold"/>
                                        <p:tgtEl>
                                          <p:spTgt spid="29">
                                            <p:txEl>
                                              <p:pRg st="0" end="0"/>
                                            </p:txEl>
                                          </p:spTgt>
                                        </p:tgtEl>
                                        <p:attrNameLst>
                                          <p:attrName>ppt_w</p:attrName>
                                        </p:attrNameLst>
                                      </p:cBhvr>
                                      <p:tavLst>
                                        <p:tav tm="0">
                                          <p:val>
                                            <p:fltVal val="0"/>
                                          </p:val>
                                        </p:tav>
                                        <p:tav tm="100000">
                                          <p:val>
                                            <p:strVal val="#ppt_w"/>
                                          </p:val>
                                        </p:tav>
                                      </p:tavLst>
                                    </p:anim>
                                    <p:anim calcmode="lin" valueType="num">
                                      <p:cBhvr>
                                        <p:cTn id="78" dur="500" fill="hold"/>
                                        <p:tgtEl>
                                          <p:spTgt spid="29">
                                            <p:txEl>
                                              <p:pRg st="0" end="0"/>
                                            </p:txEl>
                                          </p:spTgt>
                                        </p:tgtEl>
                                        <p:attrNameLst>
                                          <p:attrName>ppt_h</p:attrName>
                                        </p:attrNameLst>
                                      </p:cBhvr>
                                      <p:tavLst>
                                        <p:tav tm="0">
                                          <p:val>
                                            <p:fltVal val="0"/>
                                          </p:val>
                                        </p:tav>
                                        <p:tav tm="100000">
                                          <p:val>
                                            <p:strVal val="#ppt_h"/>
                                          </p:val>
                                        </p:tav>
                                      </p:tavLst>
                                    </p:anim>
                                    <p:animEffect transition="in" filter="fade">
                                      <p:cBhvr>
                                        <p:cTn id="79" dur="500"/>
                                        <p:tgtEl>
                                          <p:spTgt spid="29">
                                            <p:txEl>
                                              <p:pRg st="0" end="0"/>
                                            </p:txEl>
                                          </p:spTgt>
                                        </p:tgtEl>
                                      </p:cBhvr>
                                    </p:animEffect>
                                  </p:childTnLst>
                                </p:cTn>
                              </p:par>
                            </p:childTnLst>
                          </p:cTn>
                        </p:par>
                        <p:par>
                          <p:cTn id="80" fill="hold">
                            <p:stCondLst>
                              <p:cond delay="6500"/>
                            </p:stCondLst>
                            <p:childTnLst>
                              <p:par>
                                <p:cTn id="81" presetID="53" presetClass="entr" presetSubtype="16" fill="hold" grpId="0" nodeType="afterEffect">
                                  <p:stCondLst>
                                    <p:cond delay="0"/>
                                  </p:stCondLst>
                                  <p:childTnLst>
                                    <p:set>
                                      <p:cBhvr>
                                        <p:cTn id="82" dur="1" fill="hold">
                                          <p:stCondLst>
                                            <p:cond delay="0"/>
                                          </p:stCondLst>
                                        </p:cTn>
                                        <p:tgtEl>
                                          <p:spTgt spid="30">
                                            <p:txEl>
                                              <p:pRg st="0" end="0"/>
                                            </p:txEl>
                                          </p:spTgt>
                                        </p:tgtEl>
                                        <p:attrNameLst>
                                          <p:attrName>style.visibility</p:attrName>
                                        </p:attrNameLst>
                                      </p:cBhvr>
                                      <p:to>
                                        <p:strVal val="visible"/>
                                      </p:to>
                                    </p:set>
                                    <p:anim calcmode="lin" valueType="num">
                                      <p:cBhvr>
                                        <p:cTn id="83" dur="500" fill="hold"/>
                                        <p:tgtEl>
                                          <p:spTgt spid="30">
                                            <p:txEl>
                                              <p:pRg st="0" end="0"/>
                                            </p:txEl>
                                          </p:spTgt>
                                        </p:tgtEl>
                                        <p:attrNameLst>
                                          <p:attrName>ppt_w</p:attrName>
                                        </p:attrNameLst>
                                      </p:cBhvr>
                                      <p:tavLst>
                                        <p:tav tm="0">
                                          <p:val>
                                            <p:fltVal val="0"/>
                                          </p:val>
                                        </p:tav>
                                        <p:tav tm="100000">
                                          <p:val>
                                            <p:strVal val="#ppt_w"/>
                                          </p:val>
                                        </p:tav>
                                      </p:tavLst>
                                    </p:anim>
                                    <p:anim calcmode="lin" valueType="num">
                                      <p:cBhvr>
                                        <p:cTn id="84" dur="500" fill="hold"/>
                                        <p:tgtEl>
                                          <p:spTgt spid="30">
                                            <p:txEl>
                                              <p:pRg st="0" end="0"/>
                                            </p:txEl>
                                          </p:spTgt>
                                        </p:tgtEl>
                                        <p:attrNameLst>
                                          <p:attrName>ppt_h</p:attrName>
                                        </p:attrNameLst>
                                      </p:cBhvr>
                                      <p:tavLst>
                                        <p:tav tm="0">
                                          <p:val>
                                            <p:fltVal val="0"/>
                                          </p:val>
                                        </p:tav>
                                        <p:tav tm="100000">
                                          <p:val>
                                            <p:strVal val="#ppt_h"/>
                                          </p:val>
                                        </p:tav>
                                      </p:tavLst>
                                    </p:anim>
                                    <p:animEffect transition="in" filter="fade">
                                      <p:cBhvr>
                                        <p:cTn id="85" dur="500"/>
                                        <p:tgtEl>
                                          <p:spTgt spid="30">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12" grpId="0" animBg="1"/>
      <p:bldP spid="13" grpId="0" animBg="1"/>
      <p:bldP spid="2" grpId="0"/>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14" grpId="0" animBg="1"/>
      <p:bldP spid="15" grpId="0" animBg="1"/>
      <p:bldP spid="23"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3"/>
                        </p:tgtEl>
                        <p:attrNameLst>
                          <p:attrName>style.visibility</p:attrName>
                        </p:attrNameLst>
                      </p:cBhvr>
                      <p:to>
                        <p:strVal val="visible"/>
                      </p:to>
                    </p:set>
                    <p:anim calcmode="lin" valueType="num">
                      <p:cBhvr>
                        <p:cTn dur="500" fill="hold"/>
                        <p:tgtEl>
                          <p:spTgt spid="23"/>
                        </p:tgtEl>
                        <p:attrNameLst>
                          <p:attrName>ppt_w</p:attrName>
                        </p:attrNameLst>
                      </p:cBhvr>
                      <p:tavLst>
                        <p:tav tm="0">
                          <p:val>
                            <p:fltVal val="0"/>
                          </p:val>
                        </p:tav>
                        <p:tav tm="100000">
                          <p:val>
                            <p:strVal val="#ppt_w"/>
                          </p:val>
                        </p:tav>
                      </p:tavLst>
                    </p:anim>
                    <p:anim calcmode="lin" valueType="num">
                      <p:cBhvr>
                        <p:cTn dur="500" fill="hold"/>
                        <p:tgtEl>
                          <p:spTgt spid="23"/>
                        </p:tgtEl>
                        <p:attrNameLst>
                          <p:attrName>ppt_h</p:attrName>
                        </p:attrNameLst>
                      </p:cBhvr>
                      <p:tavLst>
                        <p:tav tm="0">
                          <p:val>
                            <p:fltVal val="0"/>
                          </p:val>
                        </p:tav>
                        <p:tav tm="100000">
                          <p:val>
                            <p:strVal val="#ppt_h"/>
                          </p:val>
                        </p:tav>
                      </p:tavLst>
                    </p:anim>
                    <p:animEffect transition="in" filter="fade">
                      <p:cBhvr>
                        <p:cTn dur="500"/>
                        <p:tgtEl>
                          <p:spTgt spid="23"/>
                        </p:tgtEl>
                      </p:cBhvr>
                    </p:animEffect>
                  </p:childTnLst>
                </p:cTn>
              </p:par>
            </p:tnLst>
          </p:tmpl>
        </p:tmplLst>
      </p:bldP>
      <p:bldP spid="24"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4"/>
                        </p:tgtEl>
                        <p:attrNameLst>
                          <p:attrName>style.visibility</p:attrName>
                        </p:attrNameLst>
                      </p:cBhvr>
                      <p:to>
                        <p:strVal val="visible"/>
                      </p:to>
                    </p:set>
                    <p:animEffect transition="in" filter="fade">
                      <p:cBhvr>
                        <p:cTn dur="500"/>
                        <p:tgtEl>
                          <p:spTgt spid="24"/>
                        </p:tgtEl>
                      </p:cBhvr>
                    </p:animEffect>
                    <p:anim calcmode="lin" valueType="num">
                      <p:cBhvr>
                        <p:cTn dur="500" fill="hold"/>
                        <p:tgtEl>
                          <p:spTgt spid="24"/>
                        </p:tgtEl>
                        <p:attrNameLst>
                          <p:attrName>ppt_x</p:attrName>
                        </p:attrNameLst>
                      </p:cBhvr>
                      <p:tavLst>
                        <p:tav tm="0">
                          <p:val>
                            <p:strVal val="#ppt_x"/>
                          </p:val>
                        </p:tav>
                        <p:tav tm="100000">
                          <p:val>
                            <p:strVal val="#ppt_x"/>
                          </p:val>
                        </p:tav>
                      </p:tavLst>
                    </p:anim>
                    <p:anim calcmode="lin" valueType="num">
                      <p:cBhvr>
                        <p:cTn dur="500" fill="hold"/>
                        <p:tgtEl>
                          <p:spTgt spid="24"/>
                        </p:tgtEl>
                        <p:attrNameLst>
                          <p:attrName>ppt_y</p:attrName>
                        </p:attrNameLst>
                      </p:cBhvr>
                      <p:tavLst>
                        <p:tav tm="0">
                          <p:val>
                            <p:strVal val="#ppt_y+.1"/>
                          </p:val>
                        </p:tav>
                        <p:tav tm="100000">
                          <p:val>
                            <p:strVal val="#ppt_y"/>
                          </p:val>
                        </p:tav>
                      </p:tavLst>
                    </p:anim>
                  </p:childTnLst>
                </p:cTn>
              </p:par>
            </p:tnLst>
          </p:tmpl>
        </p:tmplLst>
      </p:bldP>
      <p:bldP spid="26" grpId="0" build="p">
        <p:tmplLst>
          <p:tmpl lvl="1">
            <p:tnLst>
              <p:par>
                <p:cTn presetID="53" presetClass="entr" presetSubtype="16" fill="hold" nodeType="afterEffect">
                  <p:stCondLst>
                    <p:cond delay="0"/>
                  </p:stCondLst>
                  <p:childTnLst>
                    <p:set>
                      <p:cBhvr>
                        <p:cTn dur="1" fill="hold">
                          <p:stCondLst>
                            <p:cond delay="0"/>
                          </p:stCondLst>
                        </p:cTn>
                        <p:tgtEl>
                          <p:spTgt spid="26"/>
                        </p:tgtEl>
                        <p:attrNameLst>
                          <p:attrName>style.visibility</p:attrName>
                        </p:attrNameLst>
                      </p:cBhvr>
                      <p:to>
                        <p:strVal val="visible"/>
                      </p:to>
                    </p:set>
                    <p:anim calcmode="lin" valueType="num">
                      <p:cBhvr>
                        <p:cTn dur="500" fill="hold"/>
                        <p:tgtEl>
                          <p:spTgt spid="26"/>
                        </p:tgtEl>
                        <p:attrNameLst>
                          <p:attrName>ppt_w</p:attrName>
                        </p:attrNameLst>
                      </p:cBhvr>
                      <p:tavLst>
                        <p:tav tm="0">
                          <p:val>
                            <p:fltVal val="0"/>
                          </p:val>
                        </p:tav>
                        <p:tav tm="100000">
                          <p:val>
                            <p:strVal val="#ppt_w"/>
                          </p:val>
                        </p:tav>
                      </p:tavLst>
                    </p:anim>
                    <p:anim calcmode="lin" valueType="num">
                      <p:cBhvr>
                        <p:cTn dur="500" fill="hold"/>
                        <p:tgtEl>
                          <p:spTgt spid="26"/>
                        </p:tgtEl>
                        <p:attrNameLst>
                          <p:attrName>ppt_h</p:attrName>
                        </p:attrNameLst>
                      </p:cBhvr>
                      <p:tavLst>
                        <p:tav tm="0">
                          <p:val>
                            <p:fltVal val="0"/>
                          </p:val>
                        </p:tav>
                        <p:tav tm="100000">
                          <p:val>
                            <p:strVal val="#ppt_h"/>
                          </p:val>
                        </p:tav>
                      </p:tavLst>
                    </p:anim>
                    <p:animEffect transition="in" filter="fade">
                      <p:cBhvr>
                        <p:cTn dur="500"/>
                        <p:tgtEl>
                          <p:spTgt spid="26"/>
                        </p:tgtEl>
                      </p:cBhvr>
                    </p:animEffect>
                  </p:childTnLst>
                </p:cTn>
              </p:par>
            </p:tnLst>
          </p:tmpl>
        </p:tmplLst>
      </p:bldP>
      <p:bldP spid="27" grpId="0" build="p">
        <p:tmplLst>
          <p:tmpl lvl="1">
            <p:tnLst>
              <p:par>
                <p:cTn presetID="53" presetClass="entr" presetSubtype="16" fill="hold" nodeType="afterEffect">
                  <p:stCondLst>
                    <p:cond delay="0"/>
                  </p:stCondLst>
                  <p:childTnLst>
                    <p:set>
                      <p:cBhvr>
                        <p:cTn dur="1" fill="hold">
                          <p:stCondLst>
                            <p:cond delay="0"/>
                          </p:stCondLst>
                        </p:cTn>
                        <p:tgtEl>
                          <p:spTgt spid="27"/>
                        </p:tgtEl>
                        <p:attrNameLst>
                          <p:attrName>style.visibility</p:attrName>
                        </p:attrNameLst>
                      </p:cBhvr>
                      <p:to>
                        <p:strVal val="visible"/>
                      </p:to>
                    </p:set>
                    <p:anim calcmode="lin" valueType="num">
                      <p:cBhvr>
                        <p:cTn dur="500" fill="hold"/>
                        <p:tgtEl>
                          <p:spTgt spid="27"/>
                        </p:tgtEl>
                        <p:attrNameLst>
                          <p:attrName>ppt_w</p:attrName>
                        </p:attrNameLst>
                      </p:cBhvr>
                      <p:tavLst>
                        <p:tav tm="0">
                          <p:val>
                            <p:fltVal val="0"/>
                          </p:val>
                        </p:tav>
                        <p:tav tm="100000">
                          <p:val>
                            <p:strVal val="#ppt_w"/>
                          </p:val>
                        </p:tav>
                      </p:tavLst>
                    </p:anim>
                    <p:anim calcmode="lin" valueType="num">
                      <p:cBhvr>
                        <p:cTn dur="500" fill="hold"/>
                        <p:tgtEl>
                          <p:spTgt spid="27"/>
                        </p:tgtEl>
                        <p:attrNameLst>
                          <p:attrName>ppt_h</p:attrName>
                        </p:attrNameLst>
                      </p:cBhvr>
                      <p:tavLst>
                        <p:tav tm="0">
                          <p:val>
                            <p:fltVal val="0"/>
                          </p:val>
                        </p:tav>
                        <p:tav tm="100000">
                          <p:val>
                            <p:strVal val="#ppt_h"/>
                          </p:val>
                        </p:tav>
                      </p:tavLst>
                    </p:anim>
                    <p:animEffect transition="in" filter="fade">
                      <p:cBhvr>
                        <p:cTn dur="500"/>
                        <p:tgtEl>
                          <p:spTgt spid="27"/>
                        </p:tgtEl>
                      </p:cBhvr>
                    </p:animEffect>
                  </p:childTnLst>
                </p:cTn>
              </p:par>
            </p:tnLst>
          </p:tmpl>
        </p:tmplLst>
      </p:bldP>
      <p:bldP spid="28" grpId="0" build="p">
        <p:tmplLst>
          <p:tmpl lvl="1">
            <p:tnLst>
              <p:par>
                <p:cTn presetID="53" presetClass="entr" presetSubtype="16" fill="hold" nodeType="afterEffect">
                  <p:stCondLst>
                    <p:cond delay="0"/>
                  </p:stCondLst>
                  <p:childTnLst>
                    <p:set>
                      <p:cBhvr>
                        <p:cTn dur="1" fill="hold">
                          <p:stCondLst>
                            <p:cond delay="0"/>
                          </p:stCondLst>
                        </p:cTn>
                        <p:tgtEl>
                          <p:spTgt spid="28"/>
                        </p:tgtEl>
                        <p:attrNameLst>
                          <p:attrName>style.visibility</p:attrName>
                        </p:attrNameLst>
                      </p:cBhvr>
                      <p:to>
                        <p:strVal val="visible"/>
                      </p:to>
                    </p:set>
                    <p:anim calcmode="lin" valueType="num">
                      <p:cBhvr>
                        <p:cTn dur="500" fill="hold"/>
                        <p:tgtEl>
                          <p:spTgt spid="28"/>
                        </p:tgtEl>
                        <p:attrNameLst>
                          <p:attrName>ppt_w</p:attrName>
                        </p:attrNameLst>
                      </p:cBhvr>
                      <p:tavLst>
                        <p:tav tm="0">
                          <p:val>
                            <p:fltVal val="0"/>
                          </p:val>
                        </p:tav>
                        <p:tav tm="100000">
                          <p:val>
                            <p:strVal val="#ppt_w"/>
                          </p:val>
                        </p:tav>
                      </p:tavLst>
                    </p:anim>
                    <p:anim calcmode="lin" valueType="num">
                      <p:cBhvr>
                        <p:cTn dur="500" fill="hold"/>
                        <p:tgtEl>
                          <p:spTgt spid="28"/>
                        </p:tgtEl>
                        <p:attrNameLst>
                          <p:attrName>ppt_h</p:attrName>
                        </p:attrNameLst>
                      </p:cBhvr>
                      <p:tavLst>
                        <p:tav tm="0">
                          <p:val>
                            <p:fltVal val="0"/>
                          </p:val>
                        </p:tav>
                        <p:tav tm="100000">
                          <p:val>
                            <p:strVal val="#ppt_h"/>
                          </p:val>
                        </p:tav>
                      </p:tavLst>
                    </p:anim>
                    <p:animEffect transition="in" filter="fade">
                      <p:cBhvr>
                        <p:cTn dur="500"/>
                        <p:tgtEl>
                          <p:spTgt spid="28"/>
                        </p:tgtEl>
                      </p:cBhvr>
                    </p:animEffect>
                  </p:childTnLst>
                </p:cTn>
              </p:par>
            </p:tnLst>
          </p:tmpl>
        </p:tmplLst>
      </p:bldP>
      <p:bldP spid="29" grpId="0" build="p">
        <p:tmplLst>
          <p:tmpl lvl="1">
            <p:tnLst>
              <p:par>
                <p:cTn presetID="53" presetClass="entr" presetSubtype="16" fill="hold" nodeType="afterEffect">
                  <p:stCondLst>
                    <p:cond delay="0"/>
                  </p:stCondLst>
                  <p:childTnLst>
                    <p:set>
                      <p:cBhvr>
                        <p:cTn dur="1" fill="hold">
                          <p:stCondLst>
                            <p:cond delay="0"/>
                          </p:stCondLst>
                        </p:cTn>
                        <p:tgtEl>
                          <p:spTgt spid="29"/>
                        </p:tgtEl>
                        <p:attrNameLst>
                          <p:attrName>style.visibility</p:attrName>
                        </p:attrNameLst>
                      </p:cBhvr>
                      <p:to>
                        <p:strVal val="visible"/>
                      </p:to>
                    </p:set>
                    <p:anim calcmode="lin" valueType="num">
                      <p:cBhvr>
                        <p:cTn dur="500" fill="hold"/>
                        <p:tgtEl>
                          <p:spTgt spid="29"/>
                        </p:tgtEl>
                        <p:attrNameLst>
                          <p:attrName>ppt_w</p:attrName>
                        </p:attrNameLst>
                      </p:cBhvr>
                      <p:tavLst>
                        <p:tav tm="0">
                          <p:val>
                            <p:fltVal val="0"/>
                          </p:val>
                        </p:tav>
                        <p:tav tm="100000">
                          <p:val>
                            <p:strVal val="#ppt_w"/>
                          </p:val>
                        </p:tav>
                      </p:tavLst>
                    </p:anim>
                    <p:anim calcmode="lin" valueType="num">
                      <p:cBhvr>
                        <p:cTn dur="500" fill="hold"/>
                        <p:tgtEl>
                          <p:spTgt spid="29"/>
                        </p:tgtEl>
                        <p:attrNameLst>
                          <p:attrName>ppt_h</p:attrName>
                        </p:attrNameLst>
                      </p:cBhvr>
                      <p:tavLst>
                        <p:tav tm="0">
                          <p:val>
                            <p:fltVal val="0"/>
                          </p:val>
                        </p:tav>
                        <p:tav tm="100000">
                          <p:val>
                            <p:strVal val="#ppt_h"/>
                          </p:val>
                        </p:tav>
                      </p:tavLst>
                    </p:anim>
                    <p:animEffect transition="in" filter="fade">
                      <p:cBhvr>
                        <p:cTn dur="500"/>
                        <p:tgtEl>
                          <p:spTgt spid="29"/>
                        </p:tgtEl>
                      </p:cBhvr>
                    </p:animEffect>
                  </p:childTnLst>
                </p:cTn>
              </p:par>
            </p:tnLst>
          </p:tmpl>
        </p:tmplLst>
      </p:bldP>
      <p:bldP spid="30" grpId="0" build="p">
        <p:tmplLst>
          <p:tmpl lvl="1">
            <p:tnLst>
              <p:par>
                <p:cTn presetID="53" presetClass="entr" presetSubtype="16" fill="hold" nodeType="afterEffect">
                  <p:stCondLst>
                    <p:cond delay="0"/>
                  </p:stCondLst>
                  <p:childTnLst>
                    <p:set>
                      <p:cBhvr>
                        <p:cTn dur="1" fill="hold">
                          <p:stCondLst>
                            <p:cond delay="0"/>
                          </p:stCondLst>
                        </p:cTn>
                        <p:tgtEl>
                          <p:spTgt spid="30"/>
                        </p:tgtEl>
                        <p:attrNameLst>
                          <p:attrName>style.visibility</p:attrName>
                        </p:attrNameLst>
                      </p:cBhvr>
                      <p:to>
                        <p:strVal val="visible"/>
                      </p:to>
                    </p:set>
                    <p:anim calcmode="lin" valueType="num">
                      <p:cBhvr>
                        <p:cTn dur="500" fill="hold"/>
                        <p:tgtEl>
                          <p:spTgt spid="30"/>
                        </p:tgtEl>
                        <p:attrNameLst>
                          <p:attrName>ppt_w</p:attrName>
                        </p:attrNameLst>
                      </p:cBhvr>
                      <p:tavLst>
                        <p:tav tm="0">
                          <p:val>
                            <p:fltVal val="0"/>
                          </p:val>
                        </p:tav>
                        <p:tav tm="100000">
                          <p:val>
                            <p:strVal val="#ppt_w"/>
                          </p:val>
                        </p:tav>
                      </p:tavLst>
                    </p:anim>
                    <p:anim calcmode="lin" valueType="num">
                      <p:cBhvr>
                        <p:cTn dur="500" fill="hold"/>
                        <p:tgtEl>
                          <p:spTgt spid="30"/>
                        </p:tgtEl>
                        <p:attrNameLst>
                          <p:attrName>ppt_h</p:attrName>
                        </p:attrNameLst>
                      </p:cBhvr>
                      <p:tavLst>
                        <p:tav tm="0">
                          <p:val>
                            <p:fltVal val="0"/>
                          </p:val>
                        </p:tav>
                        <p:tav tm="100000">
                          <p:val>
                            <p:strVal val="#ppt_h"/>
                          </p:val>
                        </p:tav>
                      </p:tavLst>
                    </p:anim>
                    <p:animEffect transition="in" filter="fade">
                      <p:cBhvr>
                        <p:cTn dur="500"/>
                        <p:tgtEl>
                          <p:spTgt spid="30"/>
                        </p:tgtEl>
                      </p:cBhvr>
                    </p:animEffect>
                  </p:childTnLst>
                </p:cTn>
              </p:par>
            </p:tnLst>
          </p:tmpl>
        </p:tmplLst>
      </p:bldP>
    </p:bldLst>
  </p:timing>
</p:sldLayout>
</file>

<file path=ppt/slideLayouts/slideLayout569.xml><?xml version="1.0" encoding="utf-8"?>
<p:sldLayout xmlns:a="http://schemas.openxmlformats.org/drawingml/2006/main" xmlns:r="http://schemas.openxmlformats.org/officeDocument/2006/relationships" xmlns:p="http://schemas.openxmlformats.org/presentationml/2006/main" preserve="1" userDrawn="1">
  <p:cSld name="13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2673352"/>
            <a:ext cx="4605193" cy="1559213"/>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4" y="2394613"/>
            <a:ext cx="2164273" cy="458854"/>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4" y="4418436"/>
            <a:ext cx="4605193"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Tree>
    <p:extLst>
      <p:ext uri="{BB962C8B-B14F-4D97-AF65-F5344CB8AC3E}">
        <p14:creationId xmlns:p14="http://schemas.microsoft.com/office/powerpoint/2010/main" val="278544921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570.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7" name="Rectangle 6"/>
          <p:cNvSpPr/>
          <p:nvPr userDrawn="1"/>
        </p:nvSpPr>
        <p:spPr>
          <a:xfrm>
            <a:off x="1714500" y="1695450"/>
            <a:ext cx="10477500" cy="72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9" name="Isosceles Triangle 8"/>
          <p:cNvSpPr/>
          <p:nvPr userDrawn="1"/>
        </p:nvSpPr>
        <p:spPr>
          <a:xfrm rot="10800000">
            <a:off x="1890032" y="1731450"/>
            <a:ext cx="516618" cy="252814"/>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10" name="Picture Placeholder 7"/>
          <p:cNvSpPr>
            <a:spLocks noGrp="1"/>
          </p:cNvSpPr>
          <p:nvPr>
            <p:ph type="pic" sz="quarter" idx="14" hasCustomPrompt="1"/>
          </p:nvPr>
        </p:nvSpPr>
        <p:spPr>
          <a:xfrm>
            <a:off x="0" y="2365620"/>
            <a:ext cx="5389418" cy="4492380"/>
          </a:xfrm>
          <a:solidFill>
            <a:schemeClr val="bg1">
              <a:lumMod val="85000"/>
            </a:schemeClr>
          </a:solidFill>
        </p:spPr>
        <p:txBody>
          <a:bodyPr>
            <a:normAutofit/>
          </a:bodyPr>
          <a:lstStyle>
            <a:lvl1pPr>
              <a:defRPr sz="1000" baseline="0"/>
            </a:lvl1pPr>
          </a:lstStyle>
          <a:p>
            <a:r>
              <a:rPr lang="id-ID" dirty="0" smtClean="0"/>
              <a:t>Pic here</a:t>
            </a:r>
            <a:endParaRPr lang="en-AU" dirty="0"/>
          </a:p>
        </p:txBody>
      </p:sp>
      <p:sp>
        <p:nvSpPr>
          <p:cNvPr id="13" name="Picture Placeholder 12"/>
          <p:cNvSpPr>
            <a:spLocks noGrp="1"/>
          </p:cNvSpPr>
          <p:nvPr>
            <p:ph type="pic" sz="quarter" idx="15" hasCustomPrompt="1"/>
          </p:nvPr>
        </p:nvSpPr>
        <p:spPr>
          <a:xfrm>
            <a:off x="4905829" y="2931885"/>
            <a:ext cx="878115" cy="878115"/>
          </a:xfrm>
          <a:custGeom>
            <a:avLst/>
            <a:gdLst>
              <a:gd name="connsiteX0" fmla="*/ 595086 w 1190172"/>
              <a:gd name="connsiteY0" fmla="*/ 0 h 1190172"/>
              <a:gd name="connsiteX1" fmla="*/ 1190172 w 1190172"/>
              <a:gd name="connsiteY1" fmla="*/ 595086 h 1190172"/>
              <a:gd name="connsiteX2" fmla="*/ 595086 w 1190172"/>
              <a:gd name="connsiteY2" fmla="*/ 1190172 h 1190172"/>
              <a:gd name="connsiteX3" fmla="*/ 0 w 1190172"/>
              <a:gd name="connsiteY3" fmla="*/ 595086 h 1190172"/>
              <a:gd name="connsiteX4" fmla="*/ 595086 w 1190172"/>
              <a:gd name="connsiteY4" fmla="*/ 0 h 11901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0172" h="1190172">
                <a:moveTo>
                  <a:pt x="595086" y="0"/>
                </a:moveTo>
                <a:cubicBezTo>
                  <a:pt x="923743" y="0"/>
                  <a:pt x="1190172" y="266429"/>
                  <a:pt x="1190172" y="595086"/>
                </a:cubicBezTo>
                <a:cubicBezTo>
                  <a:pt x="1190172" y="923743"/>
                  <a:pt x="923743" y="1190172"/>
                  <a:pt x="595086" y="1190172"/>
                </a:cubicBezTo>
                <a:cubicBezTo>
                  <a:pt x="266429" y="1190172"/>
                  <a:pt x="0" y="923743"/>
                  <a:pt x="0" y="595086"/>
                </a:cubicBezTo>
                <a:cubicBezTo>
                  <a:pt x="0" y="266429"/>
                  <a:pt x="266429" y="0"/>
                  <a:pt x="595086" y="0"/>
                </a:cubicBezTo>
                <a:close/>
              </a:path>
            </a:pathLst>
          </a:custGeom>
          <a:solidFill>
            <a:schemeClr val="accent4"/>
          </a:solidFill>
          <a:ln w="76200">
            <a:solidFill>
              <a:schemeClr val="bg1"/>
            </a:solidFill>
          </a:ln>
          <a:effectLst>
            <a:outerShdw blurRad="50800" dist="38100" dir="8100000" algn="tr" rotWithShape="0">
              <a:prstClr val="black">
                <a:alpha val="40000"/>
              </a:prstClr>
            </a:outerShdw>
          </a:effectLst>
        </p:spPr>
        <p:txBody>
          <a:bodyPr wrap="square">
            <a:noAutofit/>
          </a:bodyPr>
          <a:lstStyle>
            <a:lvl1pPr>
              <a:defRPr sz="1000"/>
            </a:lvl1pPr>
          </a:lstStyle>
          <a:p>
            <a:r>
              <a:rPr lang="id-ID" dirty="0" smtClean="0"/>
              <a:t>Nopic</a:t>
            </a:r>
            <a:endParaRPr lang="en-AU" dirty="0"/>
          </a:p>
        </p:txBody>
      </p:sp>
      <p:sp>
        <p:nvSpPr>
          <p:cNvPr id="15" name="Text Placeholder 21"/>
          <p:cNvSpPr>
            <a:spLocks noGrp="1"/>
          </p:cNvSpPr>
          <p:nvPr>
            <p:ph type="body" sz="quarter" idx="20"/>
          </p:nvPr>
        </p:nvSpPr>
        <p:spPr>
          <a:xfrm>
            <a:off x="6096000" y="2934950"/>
            <a:ext cx="5616575" cy="360363"/>
          </a:xfrm>
        </p:spPr>
        <p:txBody>
          <a:bodyPr/>
          <a:lstStyle>
            <a:lvl1pPr>
              <a:defRPr baseline="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6" name="Text Placeholder 21"/>
          <p:cNvSpPr>
            <a:spLocks noGrp="1"/>
          </p:cNvSpPr>
          <p:nvPr>
            <p:ph type="body" sz="quarter" idx="21"/>
          </p:nvPr>
        </p:nvSpPr>
        <p:spPr>
          <a:xfrm>
            <a:off x="6096000" y="3344061"/>
            <a:ext cx="5616575" cy="1391908"/>
          </a:xfrm>
        </p:spPr>
        <p:txBody>
          <a:bodyPr>
            <a:normAutofit/>
          </a:bodyPr>
          <a:lstStyle>
            <a:lvl1pP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grpSp>
        <p:nvGrpSpPr>
          <p:cNvPr id="21" name="Group 20"/>
          <p:cNvGrpSpPr/>
          <p:nvPr userDrawn="1"/>
        </p:nvGrpSpPr>
        <p:grpSpPr>
          <a:xfrm>
            <a:off x="0" y="2256968"/>
            <a:ext cx="5389418" cy="108652"/>
            <a:chOff x="0" y="2256968"/>
            <a:chExt cx="5721120" cy="108652"/>
          </a:xfrm>
        </p:grpSpPr>
        <p:sp>
          <p:nvSpPr>
            <p:cNvPr id="17" name="Rectangle 16"/>
            <p:cNvSpPr/>
            <p:nvPr userDrawn="1"/>
          </p:nvSpPr>
          <p:spPr>
            <a:xfrm>
              <a:off x="0" y="2257620"/>
              <a:ext cx="1447800" cy="10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18" name="Rectangle 17"/>
            <p:cNvSpPr/>
            <p:nvPr userDrawn="1"/>
          </p:nvSpPr>
          <p:spPr>
            <a:xfrm>
              <a:off x="1424440" y="2257620"/>
              <a:ext cx="1447800" cy="1080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19" name="Rectangle 18"/>
            <p:cNvSpPr/>
            <p:nvPr userDrawn="1"/>
          </p:nvSpPr>
          <p:spPr>
            <a:xfrm>
              <a:off x="2872240" y="2256968"/>
              <a:ext cx="1447800" cy="108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0" name="Rectangle 19"/>
            <p:cNvSpPr/>
            <p:nvPr userDrawn="1"/>
          </p:nvSpPr>
          <p:spPr>
            <a:xfrm>
              <a:off x="4273320" y="2256968"/>
              <a:ext cx="1447800" cy="10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grpSp>
    </p:spTree>
    <p:extLst>
      <p:ext uri="{BB962C8B-B14F-4D97-AF65-F5344CB8AC3E}">
        <p14:creationId xmlns:p14="http://schemas.microsoft.com/office/powerpoint/2010/main" val="228960813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42" presetClass="entr" presetSubtype="0" fill="hold" grpId="0" nodeType="afterEffect">
                                  <p:stCondLst>
                                    <p:cond delay="0"/>
                                  </p:stCondLst>
                                  <p:childTnLst>
                                    <p:set>
                                      <p:cBhvr>
                                        <p:cTn id="10" dur="1" fill="hold">
                                          <p:stCondLst>
                                            <p:cond delay="0"/>
                                          </p:stCondLst>
                                        </p:cTn>
                                        <p:tgtEl>
                                          <p:spTgt spid="8">
                                            <p:txEl>
                                              <p:pRg st="0" end="0"/>
                                            </p:txEl>
                                          </p:spTgt>
                                        </p:tgtEl>
                                        <p:attrNameLst>
                                          <p:attrName>style.visibility</p:attrName>
                                        </p:attrNameLst>
                                      </p:cBhvr>
                                      <p:to>
                                        <p:strVal val="visible"/>
                                      </p:to>
                                    </p:set>
                                    <p:animEffect transition="in" filter="fade">
                                      <p:cBhvr>
                                        <p:cTn id="11" dur="500"/>
                                        <p:tgtEl>
                                          <p:spTgt spid="8">
                                            <p:txEl>
                                              <p:pRg st="0" end="0"/>
                                            </p:txEl>
                                          </p:spTgt>
                                        </p:tgtEl>
                                      </p:cBhvr>
                                    </p:animEffect>
                                    <p:anim calcmode="lin" valueType="num">
                                      <p:cBhvr>
                                        <p:cTn id="12"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4" fill="hold">
                            <p:stCondLst>
                              <p:cond delay="1000"/>
                            </p:stCondLst>
                            <p:childTnLst>
                              <p:par>
                                <p:cTn id="15" presetID="22" presetClass="entr" presetSubtype="2" fill="hold" grpId="0" nodeType="after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wipe(right)">
                                      <p:cBhvr>
                                        <p:cTn id="17" dur="500"/>
                                        <p:tgtEl>
                                          <p:spTgt spid="7"/>
                                        </p:tgtEl>
                                      </p:cBhvr>
                                    </p:animEffect>
                                  </p:childTnLst>
                                </p:cTn>
                              </p:par>
                            </p:childTnLst>
                          </p:cTn>
                        </p:par>
                        <p:par>
                          <p:cTn id="18" fill="hold">
                            <p:stCondLst>
                              <p:cond delay="1500"/>
                            </p:stCondLst>
                            <p:childTnLst>
                              <p:par>
                                <p:cTn id="19" presetID="10" presetClass="entr" presetSubtype="0" fill="hold" grpId="0" nodeType="afterEffect">
                                  <p:stCondLst>
                                    <p:cond delay="0"/>
                                  </p:stCondLst>
                                  <p:childTnLst>
                                    <p:set>
                                      <p:cBhvr>
                                        <p:cTn id="20" dur="1" fill="hold">
                                          <p:stCondLst>
                                            <p:cond delay="0"/>
                                          </p:stCondLst>
                                        </p:cTn>
                                        <p:tgtEl>
                                          <p:spTgt spid="9"/>
                                        </p:tgtEl>
                                        <p:attrNameLst>
                                          <p:attrName>style.visibility</p:attrName>
                                        </p:attrNameLst>
                                      </p:cBhvr>
                                      <p:to>
                                        <p:strVal val="visible"/>
                                      </p:to>
                                    </p:set>
                                    <p:animEffect transition="in" filter="fade">
                                      <p:cBhvr>
                                        <p:cTn id="21" dur="500"/>
                                        <p:tgtEl>
                                          <p:spTgt spid="9"/>
                                        </p:tgtEl>
                                      </p:cBhvr>
                                    </p:animEffect>
                                  </p:childTnLst>
                                </p:cTn>
                              </p:par>
                            </p:childTnLst>
                          </p:cTn>
                        </p:par>
                        <p:par>
                          <p:cTn id="22" fill="hold">
                            <p:stCondLst>
                              <p:cond delay="2000"/>
                            </p:stCondLst>
                            <p:childTnLst>
                              <p:par>
                                <p:cTn id="23" presetID="10" presetClass="entr" presetSubtype="0" fill="hold" nodeType="afterEffect">
                                  <p:stCondLst>
                                    <p:cond delay="0"/>
                                  </p:stCondLst>
                                  <p:childTnLst>
                                    <p:set>
                                      <p:cBhvr>
                                        <p:cTn id="24" dur="1" fill="hold">
                                          <p:stCondLst>
                                            <p:cond delay="0"/>
                                          </p:stCondLst>
                                        </p:cTn>
                                        <p:tgtEl>
                                          <p:spTgt spid="21"/>
                                        </p:tgtEl>
                                        <p:attrNameLst>
                                          <p:attrName>style.visibility</p:attrName>
                                        </p:attrNameLst>
                                      </p:cBhvr>
                                      <p:to>
                                        <p:strVal val="visible"/>
                                      </p:to>
                                    </p:set>
                                    <p:animEffect transition="in" filter="fade">
                                      <p:cBhvr>
                                        <p:cTn id="25" dur="500"/>
                                        <p:tgtEl>
                                          <p:spTgt spid="21"/>
                                        </p:tgtEl>
                                      </p:cBhvr>
                                    </p:animEffect>
                                  </p:childTnLst>
                                </p:cTn>
                              </p:par>
                            </p:childTnLst>
                          </p:cTn>
                        </p:par>
                        <p:par>
                          <p:cTn id="26" fill="hold">
                            <p:stCondLst>
                              <p:cond delay="2500"/>
                            </p:stCondLst>
                            <p:childTnLst>
                              <p:par>
                                <p:cTn id="27" presetID="53" presetClass="entr" presetSubtype="16" fill="hold" grpId="0" nodeType="afterEffect">
                                  <p:stCondLst>
                                    <p:cond delay="0"/>
                                  </p:stCondLst>
                                  <p:childTnLst>
                                    <p:set>
                                      <p:cBhvr>
                                        <p:cTn id="28" dur="1" fill="hold">
                                          <p:stCondLst>
                                            <p:cond delay="0"/>
                                          </p:stCondLst>
                                        </p:cTn>
                                        <p:tgtEl>
                                          <p:spTgt spid="10"/>
                                        </p:tgtEl>
                                        <p:attrNameLst>
                                          <p:attrName>style.visibility</p:attrName>
                                        </p:attrNameLst>
                                      </p:cBhvr>
                                      <p:to>
                                        <p:strVal val="visible"/>
                                      </p:to>
                                    </p:set>
                                    <p:anim calcmode="lin" valueType="num">
                                      <p:cBhvr>
                                        <p:cTn id="29" dur="500" fill="hold"/>
                                        <p:tgtEl>
                                          <p:spTgt spid="10"/>
                                        </p:tgtEl>
                                        <p:attrNameLst>
                                          <p:attrName>ppt_w</p:attrName>
                                        </p:attrNameLst>
                                      </p:cBhvr>
                                      <p:tavLst>
                                        <p:tav tm="0">
                                          <p:val>
                                            <p:fltVal val="0"/>
                                          </p:val>
                                        </p:tav>
                                        <p:tav tm="100000">
                                          <p:val>
                                            <p:strVal val="#ppt_w"/>
                                          </p:val>
                                        </p:tav>
                                      </p:tavLst>
                                    </p:anim>
                                    <p:anim calcmode="lin" valueType="num">
                                      <p:cBhvr>
                                        <p:cTn id="30" dur="500" fill="hold"/>
                                        <p:tgtEl>
                                          <p:spTgt spid="10"/>
                                        </p:tgtEl>
                                        <p:attrNameLst>
                                          <p:attrName>ppt_h</p:attrName>
                                        </p:attrNameLst>
                                      </p:cBhvr>
                                      <p:tavLst>
                                        <p:tav tm="0">
                                          <p:val>
                                            <p:fltVal val="0"/>
                                          </p:val>
                                        </p:tav>
                                        <p:tav tm="100000">
                                          <p:val>
                                            <p:strVal val="#ppt_h"/>
                                          </p:val>
                                        </p:tav>
                                      </p:tavLst>
                                    </p:anim>
                                    <p:animEffect transition="in" filter="fade">
                                      <p:cBhvr>
                                        <p:cTn id="31" dur="500"/>
                                        <p:tgtEl>
                                          <p:spTgt spid="10"/>
                                        </p:tgtEl>
                                      </p:cBhvr>
                                    </p:animEffect>
                                  </p:childTnLst>
                                </p:cTn>
                              </p:par>
                            </p:childTnLst>
                          </p:cTn>
                        </p:par>
                        <p:par>
                          <p:cTn id="32" fill="hold">
                            <p:stCondLst>
                              <p:cond delay="3000"/>
                            </p:stCondLst>
                            <p:childTnLst>
                              <p:par>
                                <p:cTn id="33" presetID="10" presetClass="entr" presetSubtype="0" fill="hold" grpId="0" nodeType="afterEffect">
                                  <p:stCondLst>
                                    <p:cond delay="0"/>
                                  </p:stCondLst>
                                  <p:childTnLst>
                                    <p:set>
                                      <p:cBhvr>
                                        <p:cTn id="34" dur="1" fill="hold">
                                          <p:stCondLst>
                                            <p:cond delay="0"/>
                                          </p:stCondLst>
                                        </p:cTn>
                                        <p:tgtEl>
                                          <p:spTgt spid="13"/>
                                        </p:tgtEl>
                                        <p:attrNameLst>
                                          <p:attrName>style.visibility</p:attrName>
                                        </p:attrNameLst>
                                      </p:cBhvr>
                                      <p:to>
                                        <p:strVal val="visible"/>
                                      </p:to>
                                    </p:set>
                                    <p:animEffect transition="in" filter="fade">
                                      <p:cBhvr>
                                        <p:cTn id="35" dur="500"/>
                                        <p:tgtEl>
                                          <p:spTgt spid="13"/>
                                        </p:tgtEl>
                                      </p:cBhvr>
                                    </p:animEffect>
                                  </p:childTnLst>
                                </p:cTn>
                              </p:par>
                            </p:childTnLst>
                          </p:cTn>
                        </p:par>
                        <p:par>
                          <p:cTn id="36" fill="hold">
                            <p:stCondLst>
                              <p:cond delay="3500"/>
                            </p:stCondLst>
                            <p:childTnLst>
                              <p:par>
                                <p:cTn id="37" presetID="53" presetClass="entr" presetSubtype="16" fill="hold" grpId="0" nodeType="afterEffect" nodePh="1">
                                  <p:stCondLst>
                                    <p:cond delay="0"/>
                                  </p:stCondLst>
                                  <p:endCondLst>
                                    <p:cond evt="begin" delay="0">
                                      <p:tn val="37"/>
                                    </p:cond>
                                  </p:endCondLst>
                                  <p:childTnLst>
                                    <p:set>
                                      <p:cBhvr>
                                        <p:cTn id="38" dur="1" fill="hold">
                                          <p:stCondLst>
                                            <p:cond delay="0"/>
                                          </p:stCondLst>
                                        </p:cTn>
                                        <p:tgtEl>
                                          <p:spTgt spid="15">
                                            <p:txEl>
                                              <p:pRg st="0" end="0"/>
                                            </p:txEl>
                                          </p:spTgt>
                                        </p:tgtEl>
                                        <p:attrNameLst>
                                          <p:attrName>style.visibility</p:attrName>
                                        </p:attrNameLst>
                                      </p:cBhvr>
                                      <p:to>
                                        <p:strVal val="visible"/>
                                      </p:to>
                                    </p:set>
                                    <p:anim calcmode="lin" valueType="num">
                                      <p:cBhvr>
                                        <p:cTn id="39" dur="500" fill="hold"/>
                                        <p:tgtEl>
                                          <p:spTgt spid="15">
                                            <p:txEl>
                                              <p:pRg st="0" end="0"/>
                                            </p:txEl>
                                          </p:spTgt>
                                        </p:tgtEl>
                                        <p:attrNameLst>
                                          <p:attrName>ppt_w</p:attrName>
                                        </p:attrNameLst>
                                      </p:cBhvr>
                                      <p:tavLst>
                                        <p:tav tm="0">
                                          <p:val>
                                            <p:fltVal val="0"/>
                                          </p:val>
                                        </p:tav>
                                        <p:tav tm="100000">
                                          <p:val>
                                            <p:strVal val="#ppt_w"/>
                                          </p:val>
                                        </p:tav>
                                      </p:tavLst>
                                    </p:anim>
                                    <p:anim calcmode="lin" valueType="num">
                                      <p:cBhvr>
                                        <p:cTn id="40" dur="500" fill="hold"/>
                                        <p:tgtEl>
                                          <p:spTgt spid="15">
                                            <p:txEl>
                                              <p:pRg st="0" end="0"/>
                                            </p:txEl>
                                          </p:spTgt>
                                        </p:tgtEl>
                                        <p:attrNameLst>
                                          <p:attrName>ppt_h</p:attrName>
                                        </p:attrNameLst>
                                      </p:cBhvr>
                                      <p:tavLst>
                                        <p:tav tm="0">
                                          <p:val>
                                            <p:fltVal val="0"/>
                                          </p:val>
                                        </p:tav>
                                        <p:tav tm="100000">
                                          <p:val>
                                            <p:strVal val="#ppt_h"/>
                                          </p:val>
                                        </p:tav>
                                      </p:tavLst>
                                    </p:anim>
                                    <p:animEffect transition="in" filter="fade">
                                      <p:cBhvr>
                                        <p:cTn id="41" dur="500"/>
                                        <p:tgtEl>
                                          <p:spTgt spid="15">
                                            <p:txEl>
                                              <p:pRg st="0" end="0"/>
                                            </p:txEl>
                                          </p:spTgt>
                                        </p:tgtEl>
                                      </p:cBhvr>
                                    </p:animEffect>
                                  </p:childTnLst>
                                </p:cTn>
                              </p:par>
                            </p:childTnLst>
                          </p:cTn>
                        </p:par>
                        <p:par>
                          <p:cTn id="42" fill="hold">
                            <p:stCondLst>
                              <p:cond delay="4000"/>
                            </p:stCondLst>
                            <p:childTnLst>
                              <p:par>
                                <p:cTn id="43" presetID="42" presetClass="entr" presetSubtype="0" fill="hold" grpId="0" nodeType="afterEffect" nodePh="1">
                                  <p:stCondLst>
                                    <p:cond delay="0"/>
                                  </p:stCondLst>
                                  <p:endCondLst>
                                    <p:cond evt="begin" delay="0">
                                      <p:tn val="43"/>
                                    </p:cond>
                                  </p:endCondLst>
                                  <p:childTnLst>
                                    <p:set>
                                      <p:cBhvr>
                                        <p:cTn id="44" dur="1" fill="hold">
                                          <p:stCondLst>
                                            <p:cond delay="0"/>
                                          </p:stCondLst>
                                        </p:cTn>
                                        <p:tgtEl>
                                          <p:spTgt spid="16">
                                            <p:txEl>
                                              <p:pRg st="0" end="0"/>
                                            </p:txEl>
                                          </p:spTgt>
                                        </p:tgtEl>
                                        <p:attrNameLst>
                                          <p:attrName>style.visibility</p:attrName>
                                        </p:attrNameLst>
                                      </p:cBhvr>
                                      <p:to>
                                        <p:strVal val="visible"/>
                                      </p:to>
                                    </p:set>
                                    <p:animEffect transition="in" filter="fade">
                                      <p:cBhvr>
                                        <p:cTn id="45" dur="500"/>
                                        <p:tgtEl>
                                          <p:spTgt spid="16">
                                            <p:txEl>
                                              <p:pRg st="0" end="0"/>
                                            </p:txEl>
                                          </p:spTgt>
                                        </p:tgtEl>
                                      </p:cBhvr>
                                    </p:animEffect>
                                    <p:anim calcmode="lin" valueType="num">
                                      <p:cBhvr>
                                        <p:cTn id="46" dur="500" fill="hold"/>
                                        <p:tgtEl>
                                          <p:spTgt spid="16">
                                            <p:txEl>
                                              <p:pRg st="0" end="0"/>
                                            </p:txEl>
                                          </p:spTgt>
                                        </p:tgtEl>
                                        <p:attrNameLst>
                                          <p:attrName>ppt_x</p:attrName>
                                        </p:attrNameLst>
                                      </p:cBhvr>
                                      <p:tavLst>
                                        <p:tav tm="0">
                                          <p:val>
                                            <p:strVal val="#ppt_x"/>
                                          </p:val>
                                        </p:tav>
                                        <p:tav tm="100000">
                                          <p:val>
                                            <p:strVal val="#ppt_x"/>
                                          </p:val>
                                        </p:tav>
                                      </p:tavLst>
                                    </p:anim>
                                    <p:anim calcmode="lin" valueType="num">
                                      <p:cBhvr>
                                        <p:cTn id="47" dur="500" fill="hold"/>
                                        <p:tgtEl>
                                          <p:spTgt spid="16">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7" grpId="0" animBg="1"/>
      <p:bldP spid="9" grpId="0" animBg="1"/>
      <p:bldP spid="10" grpId="0" animBg="1"/>
      <p:bldP spid="13" grpId="0" animBg="1"/>
      <p:bldP spid="15"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5"/>
                        </p:tgtEl>
                        <p:attrNameLst>
                          <p:attrName>style.visibility</p:attrName>
                        </p:attrNameLst>
                      </p:cBhvr>
                      <p:to>
                        <p:strVal val="visible"/>
                      </p:to>
                    </p:set>
                    <p:anim calcmode="lin" valueType="num">
                      <p:cBhvr>
                        <p:cTn dur="500" fill="hold"/>
                        <p:tgtEl>
                          <p:spTgt spid="15"/>
                        </p:tgtEl>
                        <p:attrNameLst>
                          <p:attrName>ppt_w</p:attrName>
                        </p:attrNameLst>
                      </p:cBhvr>
                      <p:tavLst>
                        <p:tav tm="0">
                          <p:val>
                            <p:fltVal val="0"/>
                          </p:val>
                        </p:tav>
                        <p:tav tm="100000">
                          <p:val>
                            <p:strVal val="#ppt_w"/>
                          </p:val>
                        </p:tav>
                      </p:tavLst>
                    </p:anim>
                    <p:anim calcmode="lin" valueType="num">
                      <p:cBhvr>
                        <p:cTn dur="500" fill="hold"/>
                        <p:tgtEl>
                          <p:spTgt spid="15"/>
                        </p:tgtEl>
                        <p:attrNameLst>
                          <p:attrName>ppt_h</p:attrName>
                        </p:attrNameLst>
                      </p:cBhvr>
                      <p:tavLst>
                        <p:tav tm="0">
                          <p:val>
                            <p:fltVal val="0"/>
                          </p:val>
                        </p:tav>
                        <p:tav tm="100000">
                          <p:val>
                            <p:strVal val="#ppt_h"/>
                          </p:val>
                        </p:tav>
                      </p:tavLst>
                    </p:anim>
                    <p:animEffect transition="in" filter="fade">
                      <p:cBhvr>
                        <p:cTn dur="500"/>
                        <p:tgtEl>
                          <p:spTgt spid="15"/>
                        </p:tgtEl>
                      </p:cBhvr>
                    </p:animEffect>
                  </p:childTnLst>
                </p:cTn>
              </p:par>
            </p:tnLst>
          </p:tmpl>
        </p:tmplLst>
      </p:bldP>
      <p:bldP spid="16"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6"/>
                        </p:tgtEl>
                        <p:attrNameLst>
                          <p:attrName>style.visibility</p:attrName>
                        </p:attrNameLst>
                      </p:cBhvr>
                      <p:to>
                        <p:strVal val="visible"/>
                      </p:to>
                    </p:set>
                    <p:animEffect transition="in" filter="fade">
                      <p:cBhvr>
                        <p:cTn dur="500"/>
                        <p:tgtEl>
                          <p:spTgt spid="16"/>
                        </p:tgtEl>
                      </p:cBhvr>
                    </p:animEffect>
                    <p:anim calcmode="lin" valueType="num">
                      <p:cBhvr>
                        <p:cTn dur="500" fill="hold"/>
                        <p:tgtEl>
                          <p:spTgt spid="16"/>
                        </p:tgtEl>
                        <p:attrNameLst>
                          <p:attrName>ppt_x</p:attrName>
                        </p:attrNameLst>
                      </p:cBhvr>
                      <p:tavLst>
                        <p:tav tm="0">
                          <p:val>
                            <p:strVal val="#ppt_x"/>
                          </p:val>
                        </p:tav>
                        <p:tav tm="100000">
                          <p:val>
                            <p:strVal val="#ppt_x"/>
                          </p:val>
                        </p:tav>
                      </p:tavLst>
                    </p:anim>
                    <p:anim calcmode="lin" valueType="num">
                      <p:cBhvr>
                        <p:cTn dur="500" fill="hold"/>
                        <p:tgtEl>
                          <p:spTgt spid="16"/>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571.xml><?xml version="1.0" encoding="utf-8"?>
<p:sldLayout xmlns:a="http://schemas.openxmlformats.org/drawingml/2006/main" xmlns:r="http://schemas.openxmlformats.org/officeDocument/2006/relationships" xmlns:p="http://schemas.openxmlformats.org/presentationml/2006/main" preserve="1" userDrawn="1">
  <p:cSld name="20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grpSp>
        <p:nvGrpSpPr>
          <p:cNvPr id="6" name="Group 5"/>
          <p:cNvGrpSpPr/>
          <p:nvPr userDrawn="1"/>
        </p:nvGrpSpPr>
        <p:grpSpPr>
          <a:xfrm>
            <a:off x="0" y="2827606"/>
            <a:ext cx="6136175" cy="4030394"/>
            <a:chOff x="1017405" y="2693983"/>
            <a:chExt cx="6794663" cy="4462905"/>
          </a:xfrm>
        </p:grpSpPr>
        <p:grpSp>
          <p:nvGrpSpPr>
            <p:cNvPr id="7" name="Group 6"/>
            <p:cNvGrpSpPr/>
            <p:nvPr/>
          </p:nvGrpSpPr>
          <p:grpSpPr>
            <a:xfrm>
              <a:off x="1017405" y="2693983"/>
              <a:ext cx="6794663" cy="4462905"/>
              <a:chOff x="1017405" y="2693983"/>
              <a:chExt cx="6794663" cy="4462905"/>
            </a:xfrm>
          </p:grpSpPr>
          <p:sp>
            <p:nvSpPr>
              <p:cNvPr id="9" name="AutoShape 1"/>
              <p:cNvSpPr>
                <a:spLocks/>
              </p:cNvSpPr>
              <p:nvPr/>
            </p:nvSpPr>
            <p:spPr bwMode="auto">
              <a:xfrm>
                <a:off x="1017405" y="2693983"/>
                <a:ext cx="6794663" cy="4462905"/>
              </a:xfrm>
              <a:prstGeom prst="roundRect">
                <a:avLst>
                  <a:gd name="adj" fmla="val 1292"/>
                </a:avLst>
              </a:prstGeom>
              <a:solidFill>
                <a:srgbClr val="343434"/>
              </a:solidFill>
              <a:ln w="25400" cap="flat">
                <a:noFill/>
                <a:prstDash val="solid"/>
                <a:miter lim="800000"/>
                <a:headEnd type="none" w="med" len="med"/>
                <a:tailEnd type="none" w="med" len="med"/>
              </a:ln>
              <a:effectLst>
                <a:outerShdw blurRad="254000" dist="114299" dir="5340024" algn="ctr" rotWithShape="0">
                  <a:schemeClr val="bg2">
                    <a:alpha val="39000"/>
                  </a:schemeClr>
                </a:outerShdw>
              </a:effectLst>
            </p:spPr>
            <p:txBody>
              <a:bodyPr lIns="0" tIns="0" rIns="0" bIns="0"/>
              <a:lstStyle/>
              <a:p>
                <a:pPr fontAlgn="auto">
                  <a:spcBef>
                    <a:spcPts val="0"/>
                  </a:spcBef>
                  <a:spcAft>
                    <a:spcPts val="0"/>
                  </a:spcAft>
                </a:pPr>
                <a:endParaRPr lang="id-ID">
                  <a:solidFill>
                    <a:prstClr val="black"/>
                  </a:solidFill>
                  <a:latin typeface="Roboto Lt"/>
                  <a:cs typeface="+mn-cs"/>
                </a:endParaRPr>
              </a:p>
            </p:txBody>
          </p:sp>
          <p:sp>
            <p:nvSpPr>
              <p:cNvPr id="10" name="Rectangle 2"/>
              <p:cNvSpPr>
                <a:spLocks/>
              </p:cNvSpPr>
              <p:nvPr/>
            </p:nvSpPr>
            <p:spPr bwMode="auto">
              <a:xfrm>
                <a:off x="1017405" y="3024940"/>
                <a:ext cx="6794663" cy="315914"/>
              </a:xfrm>
              <a:prstGeom prst="rect">
                <a:avLst/>
              </a:prstGeom>
              <a:solidFill>
                <a:srgbClr val="CDCDCD"/>
              </a:solidFill>
              <a:ln w="25400" cap="flat">
                <a:solidFill>
                  <a:srgbClr val="CDCDCD"/>
                </a:solidFill>
                <a:prstDash val="solid"/>
                <a:miter lim="800000"/>
                <a:headEnd type="none" w="med" len="med"/>
                <a:tailEnd type="none" w="med" len="med"/>
              </a:ln>
            </p:spPr>
            <p:txBody>
              <a:bodyPr lIns="0" tIns="0" rIns="0" bIns="0"/>
              <a:lstStyle/>
              <a:p>
                <a:pPr fontAlgn="auto">
                  <a:spcBef>
                    <a:spcPts val="0"/>
                  </a:spcBef>
                  <a:spcAft>
                    <a:spcPts val="0"/>
                  </a:spcAft>
                </a:pPr>
                <a:endParaRPr lang="id-ID">
                  <a:solidFill>
                    <a:prstClr val="black"/>
                  </a:solidFill>
                  <a:latin typeface="Roboto Lt"/>
                  <a:cs typeface="+mn-cs"/>
                </a:endParaRPr>
              </a:p>
            </p:txBody>
          </p:sp>
          <p:sp>
            <p:nvSpPr>
              <p:cNvPr id="11" name="AutoShape 3"/>
              <p:cNvSpPr>
                <a:spLocks/>
              </p:cNvSpPr>
              <p:nvPr/>
            </p:nvSpPr>
            <p:spPr bwMode="auto">
              <a:xfrm>
                <a:off x="2035351" y="2779231"/>
                <a:ext cx="2064459" cy="561624"/>
              </a:xfrm>
              <a:prstGeom prst="roundRect">
                <a:avLst>
                  <a:gd name="adj" fmla="val 11986"/>
                </a:avLst>
              </a:prstGeom>
              <a:solidFill>
                <a:srgbClr val="CDCDCD"/>
              </a:solidFill>
              <a:ln w="25400" cap="flat">
                <a:solidFill>
                  <a:srgbClr val="CDCDCD"/>
                </a:solidFill>
                <a:prstDash val="solid"/>
                <a:miter lim="800000"/>
                <a:headEnd type="none" w="med" len="med"/>
                <a:tailEnd type="none" w="med" len="med"/>
              </a:ln>
            </p:spPr>
            <p:txBody>
              <a:bodyPr lIns="0" tIns="0" rIns="0" bIns="0"/>
              <a:lstStyle/>
              <a:p>
                <a:pPr fontAlgn="auto">
                  <a:spcBef>
                    <a:spcPts val="0"/>
                  </a:spcBef>
                  <a:spcAft>
                    <a:spcPts val="0"/>
                  </a:spcAft>
                </a:pPr>
                <a:endParaRPr lang="id-ID">
                  <a:solidFill>
                    <a:prstClr val="black"/>
                  </a:solidFill>
                  <a:latin typeface="Roboto Lt"/>
                  <a:cs typeface="+mn-cs"/>
                </a:endParaRPr>
              </a:p>
            </p:txBody>
          </p:sp>
          <p:sp>
            <p:nvSpPr>
              <p:cNvPr id="12" name="Oval 4"/>
              <p:cNvSpPr>
                <a:spLocks/>
              </p:cNvSpPr>
              <p:nvPr/>
            </p:nvSpPr>
            <p:spPr bwMode="auto">
              <a:xfrm>
                <a:off x="1137753" y="2814331"/>
                <a:ext cx="95903" cy="95276"/>
              </a:xfrm>
              <a:prstGeom prst="ellipse">
                <a:avLst/>
              </a:prstGeom>
              <a:solidFill>
                <a:schemeClr val="accent1"/>
              </a:solidFill>
              <a:ln w="25400" cap="flat">
                <a:noFill/>
                <a:prstDash val="solid"/>
                <a:miter lim="800000"/>
                <a:headEnd type="none" w="med" len="med"/>
                <a:tailEnd type="none" w="med" len="med"/>
              </a:ln>
            </p:spPr>
            <p:txBody>
              <a:bodyPr lIns="0" tIns="0" rIns="0" bIns="0"/>
              <a:lstStyle/>
              <a:p>
                <a:pPr fontAlgn="auto">
                  <a:spcBef>
                    <a:spcPts val="0"/>
                  </a:spcBef>
                  <a:spcAft>
                    <a:spcPts val="0"/>
                  </a:spcAft>
                </a:pPr>
                <a:endParaRPr lang="id-ID">
                  <a:solidFill>
                    <a:prstClr val="black"/>
                  </a:solidFill>
                  <a:latin typeface="Roboto Lt"/>
                  <a:cs typeface="+mn-cs"/>
                </a:endParaRPr>
              </a:p>
            </p:txBody>
          </p:sp>
          <p:sp>
            <p:nvSpPr>
              <p:cNvPr id="13" name="Oval 5"/>
              <p:cNvSpPr>
                <a:spLocks/>
              </p:cNvSpPr>
              <p:nvPr/>
            </p:nvSpPr>
            <p:spPr bwMode="auto">
              <a:xfrm>
                <a:off x="1307620" y="2814331"/>
                <a:ext cx="95903" cy="95276"/>
              </a:xfrm>
              <a:prstGeom prst="ellipse">
                <a:avLst/>
              </a:prstGeom>
              <a:solidFill>
                <a:schemeClr val="accent2"/>
              </a:solidFill>
              <a:ln w="25400" cap="flat">
                <a:noFill/>
                <a:prstDash val="solid"/>
                <a:miter lim="800000"/>
                <a:headEnd type="none" w="med" len="med"/>
                <a:tailEnd type="none" w="med" len="med"/>
              </a:ln>
            </p:spPr>
            <p:txBody>
              <a:bodyPr lIns="0" tIns="0" rIns="0" bIns="0"/>
              <a:lstStyle/>
              <a:p>
                <a:pPr fontAlgn="auto">
                  <a:spcBef>
                    <a:spcPts val="0"/>
                  </a:spcBef>
                  <a:spcAft>
                    <a:spcPts val="0"/>
                  </a:spcAft>
                </a:pPr>
                <a:endParaRPr lang="id-ID">
                  <a:solidFill>
                    <a:prstClr val="black"/>
                  </a:solidFill>
                  <a:latin typeface="Roboto Lt"/>
                  <a:cs typeface="+mn-cs"/>
                </a:endParaRPr>
              </a:p>
            </p:txBody>
          </p:sp>
          <p:sp>
            <p:nvSpPr>
              <p:cNvPr id="14" name="Oval 6"/>
              <p:cNvSpPr>
                <a:spLocks/>
              </p:cNvSpPr>
              <p:nvPr/>
            </p:nvSpPr>
            <p:spPr bwMode="auto">
              <a:xfrm>
                <a:off x="1477486" y="2814331"/>
                <a:ext cx="95903" cy="95276"/>
              </a:xfrm>
              <a:prstGeom prst="ellipse">
                <a:avLst/>
              </a:prstGeom>
              <a:solidFill>
                <a:schemeClr val="accent4"/>
              </a:solidFill>
              <a:ln w="25400" cap="flat">
                <a:noFill/>
                <a:prstDash val="solid"/>
                <a:miter lim="800000"/>
                <a:headEnd type="none" w="med" len="med"/>
                <a:tailEnd type="none" w="med" len="med"/>
              </a:ln>
            </p:spPr>
            <p:txBody>
              <a:bodyPr lIns="0" tIns="0" rIns="0" bIns="0"/>
              <a:lstStyle/>
              <a:p>
                <a:pPr fontAlgn="auto">
                  <a:spcBef>
                    <a:spcPts val="0"/>
                  </a:spcBef>
                  <a:spcAft>
                    <a:spcPts val="0"/>
                  </a:spcAft>
                </a:pPr>
                <a:endParaRPr lang="id-ID">
                  <a:solidFill>
                    <a:prstClr val="black"/>
                  </a:solidFill>
                  <a:latin typeface="Roboto Lt"/>
                  <a:cs typeface="+mn-cs"/>
                </a:endParaRPr>
              </a:p>
            </p:txBody>
          </p:sp>
          <p:sp>
            <p:nvSpPr>
              <p:cNvPr id="15" name="Rectangle 11"/>
              <p:cNvSpPr>
                <a:spLocks/>
              </p:cNvSpPr>
              <p:nvPr/>
            </p:nvSpPr>
            <p:spPr bwMode="auto">
              <a:xfrm>
                <a:off x="2205844" y="3085114"/>
                <a:ext cx="5104773" cy="200580"/>
              </a:xfrm>
              <a:prstGeom prst="rect">
                <a:avLst/>
              </a:prstGeom>
              <a:solidFill>
                <a:srgbClr val="FFFFFF"/>
              </a:solidFill>
              <a:ln w="25400" cap="flat">
                <a:solidFill>
                  <a:srgbClr val="B3B3B3"/>
                </a:solidFill>
                <a:prstDash val="solid"/>
                <a:miter lim="800000"/>
                <a:headEnd type="none" w="med" len="med"/>
                <a:tailEnd type="none" w="med" len="med"/>
              </a:ln>
            </p:spPr>
            <p:txBody>
              <a:bodyPr lIns="0" tIns="0" rIns="0" bIns="0"/>
              <a:lstStyle/>
              <a:p>
                <a:pPr fontAlgn="auto">
                  <a:spcBef>
                    <a:spcPts val="0"/>
                  </a:spcBef>
                  <a:spcAft>
                    <a:spcPts val="0"/>
                  </a:spcAft>
                </a:pPr>
                <a:endParaRPr lang="id-ID" dirty="0">
                  <a:solidFill>
                    <a:prstClr val="black"/>
                  </a:solidFill>
                  <a:latin typeface="Roboto Lt"/>
                  <a:cs typeface="+mn-cs"/>
                </a:endParaRPr>
              </a:p>
            </p:txBody>
          </p:sp>
          <p:sp>
            <p:nvSpPr>
              <p:cNvPr id="16" name="Freeform 9"/>
              <p:cNvSpPr>
                <a:spLocks/>
              </p:cNvSpPr>
              <p:nvPr/>
            </p:nvSpPr>
            <p:spPr bwMode="auto">
              <a:xfrm rot="18900000">
                <a:off x="3964946" y="2855903"/>
                <a:ext cx="99496" cy="99498"/>
              </a:xfrm>
              <a:custGeom>
                <a:avLst/>
                <a:gdLst>
                  <a:gd name="T0" fmla="*/ 42 w 64"/>
                  <a:gd name="T1" fmla="*/ 0 h 64"/>
                  <a:gd name="T2" fmla="*/ 21 w 64"/>
                  <a:gd name="T3" fmla="*/ 0 h 64"/>
                  <a:gd name="T4" fmla="*/ 21 w 64"/>
                  <a:gd name="T5" fmla="*/ 21 h 64"/>
                  <a:gd name="T6" fmla="*/ 0 w 64"/>
                  <a:gd name="T7" fmla="*/ 21 h 64"/>
                  <a:gd name="T8" fmla="*/ 0 w 64"/>
                  <a:gd name="T9" fmla="*/ 42 h 64"/>
                  <a:gd name="T10" fmla="*/ 21 w 64"/>
                  <a:gd name="T11" fmla="*/ 42 h 64"/>
                  <a:gd name="T12" fmla="*/ 21 w 64"/>
                  <a:gd name="T13" fmla="*/ 64 h 64"/>
                  <a:gd name="T14" fmla="*/ 42 w 64"/>
                  <a:gd name="T15" fmla="*/ 64 h 64"/>
                  <a:gd name="T16" fmla="*/ 42 w 64"/>
                  <a:gd name="T17" fmla="*/ 42 h 64"/>
                  <a:gd name="T18" fmla="*/ 64 w 64"/>
                  <a:gd name="T19" fmla="*/ 42 h 64"/>
                  <a:gd name="T20" fmla="*/ 64 w 64"/>
                  <a:gd name="T21" fmla="*/ 21 h 64"/>
                  <a:gd name="T22" fmla="*/ 42 w 64"/>
                  <a:gd name="T23" fmla="*/ 21 h 64"/>
                  <a:gd name="T24" fmla="*/ 42 w 64"/>
                  <a:gd name="T25"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4" h="64">
                    <a:moveTo>
                      <a:pt x="42" y="0"/>
                    </a:moveTo>
                    <a:lnTo>
                      <a:pt x="21" y="0"/>
                    </a:lnTo>
                    <a:lnTo>
                      <a:pt x="21" y="21"/>
                    </a:lnTo>
                    <a:lnTo>
                      <a:pt x="0" y="21"/>
                    </a:lnTo>
                    <a:lnTo>
                      <a:pt x="0" y="42"/>
                    </a:lnTo>
                    <a:lnTo>
                      <a:pt x="21" y="42"/>
                    </a:lnTo>
                    <a:lnTo>
                      <a:pt x="21" y="64"/>
                    </a:lnTo>
                    <a:lnTo>
                      <a:pt x="42" y="64"/>
                    </a:lnTo>
                    <a:lnTo>
                      <a:pt x="42" y="42"/>
                    </a:lnTo>
                    <a:lnTo>
                      <a:pt x="64" y="42"/>
                    </a:lnTo>
                    <a:lnTo>
                      <a:pt x="64" y="21"/>
                    </a:lnTo>
                    <a:lnTo>
                      <a:pt x="42" y="21"/>
                    </a:lnTo>
                    <a:lnTo>
                      <a:pt x="42" y="0"/>
                    </a:lnTo>
                    <a:close/>
                  </a:path>
                </a:pathLst>
              </a:custGeom>
              <a:solidFill>
                <a:schemeClr val="bg1">
                  <a:lumMod val="5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grpSp>
            <p:nvGrpSpPr>
              <p:cNvPr id="17" name="Group 16"/>
              <p:cNvGrpSpPr/>
              <p:nvPr/>
            </p:nvGrpSpPr>
            <p:grpSpPr>
              <a:xfrm>
                <a:off x="7494380" y="2779230"/>
                <a:ext cx="155357" cy="155272"/>
                <a:chOff x="4763" y="0"/>
                <a:chExt cx="2900362" cy="2898775"/>
              </a:xfrm>
              <a:solidFill>
                <a:schemeClr val="bg1">
                  <a:lumMod val="50000"/>
                </a:schemeClr>
              </a:solidFill>
            </p:grpSpPr>
            <p:sp>
              <p:nvSpPr>
                <p:cNvPr id="20" name="Freeform 13"/>
                <p:cNvSpPr>
                  <a:spLocks/>
                </p:cNvSpPr>
                <p:nvPr/>
              </p:nvSpPr>
              <p:spPr bwMode="auto">
                <a:xfrm>
                  <a:off x="4763" y="0"/>
                  <a:ext cx="727075" cy="722313"/>
                </a:xfrm>
                <a:custGeom>
                  <a:avLst/>
                  <a:gdLst>
                    <a:gd name="T0" fmla="*/ 168 w 193"/>
                    <a:gd name="T1" fmla="*/ 0 h 192"/>
                    <a:gd name="T2" fmla="*/ 24 w 193"/>
                    <a:gd name="T3" fmla="*/ 0 h 192"/>
                    <a:gd name="T4" fmla="*/ 0 w 193"/>
                    <a:gd name="T5" fmla="*/ 24 h 192"/>
                    <a:gd name="T6" fmla="*/ 0 w 193"/>
                    <a:gd name="T7" fmla="*/ 168 h 192"/>
                    <a:gd name="T8" fmla="*/ 24 w 193"/>
                    <a:gd name="T9" fmla="*/ 192 h 192"/>
                    <a:gd name="T10" fmla="*/ 168 w 193"/>
                    <a:gd name="T11" fmla="*/ 192 h 192"/>
                    <a:gd name="T12" fmla="*/ 193 w 193"/>
                    <a:gd name="T13" fmla="*/ 168 h 192"/>
                    <a:gd name="T14" fmla="*/ 193 w 193"/>
                    <a:gd name="T15" fmla="*/ 24 h 192"/>
                    <a:gd name="T16" fmla="*/ 168 w 193"/>
                    <a:gd name="T17"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3" h="192">
                      <a:moveTo>
                        <a:pt x="168" y="0"/>
                      </a:moveTo>
                      <a:cubicBezTo>
                        <a:pt x="24" y="0"/>
                        <a:pt x="24" y="0"/>
                        <a:pt x="24" y="0"/>
                      </a:cubicBezTo>
                      <a:cubicBezTo>
                        <a:pt x="11" y="0"/>
                        <a:pt x="0" y="11"/>
                        <a:pt x="0" y="24"/>
                      </a:cubicBezTo>
                      <a:cubicBezTo>
                        <a:pt x="0" y="168"/>
                        <a:pt x="0" y="168"/>
                        <a:pt x="0" y="168"/>
                      </a:cubicBezTo>
                      <a:cubicBezTo>
                        <a:pt x="0" y="182"/>
                        <a:pt x="11" y="192"/>
                        <a:pt x="24" y="192"/>
                      </a:cubicBezTo>
                      <a:cubicBezTo>
                        <a:pt x="168" y="192"/>
                        <a:pt x="168" y="192"/>
                        <a:pt x="168" y="192"/>
                      </a:cubicBezTo>
                      <a:cubicBezTo>
                        <a:pt x="182" y="192"/>
                        <a:pt x="193" y="182"/>
                        <a:pt x="193" y="168"/>
                      </a:cubicBezTo>
                      <a:cubicBezTo>
                        <a:pt x="193" y="24"/>
                        <a:pt x="193" y="24"/>
                        <a:pt x="193" y="24"/>
                      </a:cubicBezTo>
                      <a:cubicBezTo>
                        <a:pt x="193" y="11"/>
                        <a:pt x="182" y="0"/>
                        <a:pt x="168"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sp>
              <p:nvSpPr>
                <p:cNvPr id="21" name="Freeform 14"/>
                <p:cNvSpPr>
                  <a:spLocks/>
                </p:cNvSpPr>
                <p:nvPr/>
              </p:nvSpPr>
              <p:spPr bwMode="auto">
                <a:xfrm>
                  <a:off x="4763" y="1087438"/>
                  <a:ext cx="727075" cy="722313"/>
                </a:xfrm>
                <a:custGeom>
                  <a:avLst/>
                  <a:gdLst>
                    <a:gd name="T0" fmla="*/ 168 w 193"/>
                    <a:gd name="T1" fmla="*/ 0 h 192"/>
                    <a:gd name="T2" fmla="*/ 24 w 193"/>
                    <a:gd name="T3" fmla="*/ 0 h 192"/>
                    <a:gd name="T4" fmla="*/ 0 w 193"/>
                    <a:gd name="T5" fmla="*/ 24 h 192"/>
                    <a:gd name="T6" fmla="*/ 0 w 193"/>
                    <a:gd name="T7" fmla="*/ 168 h 192"/>
                    <a:gd name="T8" fmla="*/ 24 w 193"/>
                    <a:gd name="T9" fmla="*/ 192 h 192"/>
                    <a:gd name="T10" fmla="*/ 168 w 193"/>
                    <a:gd name="T11" fmla="*/ 192 h 192"/>
                    <a:gd name="T12" fmla="*/ 193 w 193"/>
                    <a:gd name="T13" fmla="*/ 168 h 192"/>
                    <a:gd name="T14" fmla="*/ 193 w 193"/>
                    <a:gd name="T15" fmla="*/ 24 h 192"/>
                    <a:gd name="T16" fmla="*/ 168 w 193"/>
                    <a:gd name="T17"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3" h="192">
                      <a:moveTo>
                        <a:pt x="168" y="0"/>
                      </a:moveTo>
                      <a:cubicBezTo>
                        <a:pt x="24" y="0"/>
                        <a:pt x="24" y="0"/>
                        <a:pt x="24" y="0"/>
                      </a:cubicBezTo>
                      <a:cubicBezTo>
                        <a:pt x="11" y="0"/>
                        <a:pt x="0" y="11"/>
                        <a:pt x="0" y="24"/>
                      </a:cubicBezTo>
                      <a:cubicBezTo>
                        <a:pt x="0" y="168"/>
                        <a:pt x="0" y="168"/>
                        <a:pt x="0" y="168"/>
                      </a:cubicBezTo>
                      <a:cubicBezTo>
                        <a:pt x="0" y="181"/>
                        <a:pt x="11" y="192"/>
                        <a:pt x="24" y="192"/>
                      </a:cubicBezTo>
                      <a:cubicBezTo>
                        <a:pt x="168" y="192"/>
                        <a:pt x="168" y="192"/>
                        <a:pt x="168" y="192"/>
                      </a:cubicBezTo>
                      <a:cubicBezTo>
                        <a:pt x="182" y="192"/>
                        <a:pt x="193" y="181"/>
                        <a:pt x="193" y="168"/>
                      </a:cubicBezTo>
                      <a:cubicBezTo>
                        <a:pt x="193" y="24"/>
                        <a:pt x="193" y="24"/>
                        <a:pt x="193" y="24"/>
                      </a:cubicBezTo>
                      <a:cubicBezTo>
                        <a:pt x="193" y="11"/>
                        <a:pt x="182" y="0"/>
                        <a:pt x="168"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sp>
              <p:nvSpPr>
                <p:cNvPr id="22" name="Freeform 15"/>
                <p:cNvSpPr>
                  <a:spLocks/>
                </p:cNvSpPr>
                <p:nvPr/>
              </p:nvSpPr>
              <p:spPr bwMode="auto">
                <a:xfrm>
                  <a:off x="4763" y="2171700"/>
                  <a:ext cx="727075" cy="727075"/>
                </a:xfrm>
                <a:custGeom>
                  <a:avLst/>
                  <a:gdLst>
                    <a:gd name="T0" fmla="*/ 168 w 193"/>
                    <a:gd name="T1" fmla="*/ 0 h 193"/>
                    <a:gd name="T2" fmla="*/ 24 w 193"/>
                    <a:gd name="T3" fmla="*/ 0 h 193"/>
                    <a:gd name="T4" fmla="*/ 0 w 193"/>
                    <a:gd name="T5" fmla="*/ 25 h 193"/>
                    <a:gd name="T6" fmla="*/ 0 w 193"/>
                    <a:gd name="T7" fmla="*/ 169 h 193"/>
                    <a:gd name="T8" fmla="*/ 24 w 193"/>
                    <a:gd name="T9" fmla="*/ 193 h 193"/>
                    <a:gd name="T10" fmla="*/ 168 w 193"/>
                    <a:gd name="T11" fmla="*/ 193 h 193"/>
                    <a:gd name="T12" fmla="*/ 193 w 193"/>
                    <a:gd name="T13" fmla="*/ 169 h 193"/>
                    <a:gd name="T14" fmla="*/ 193 w 193"/>
                    <a:gd name="T15" fmla="*/ 25 h 193"/>
                    <a:gd name="T16" fmla="*/ 168 w 193"/>
                    <a:gd name="T17" fmla="*/ 0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3" h="193">
                      <a:moveTo>
                        <a:pt x="168" y="0"/>
                      </a:moveTo>
                      <a:cubicBezTo>
                        <a:pt x="24" y="0"/>
                        <a:pt x="24" y="0"/>
                        <a:pt x="24" y="0"/>
                      </a:cubicBezTo>
                      <a:cubicBezTo>
                        <a:pt x="11" y="0"/>
                        <a:pt x="0" y="11"/>
                        <a:pt x="0" y="25"/>
                      </a:cubicBezTo>
                      <a:cubicBezTo>
                        <a:pt x="0" y="169"/>
                        <a:pt x="0" y="169"/>
                        <a:pt x="0" y="169"/>
                      </a:cubicBezTo>
                      <a:cubicBezTo>
                        <a:pt x="0" y="182"/>
                        <a:pt x="11" y="193"/>
                        <a:pt x="24" y="193"/>
                      </a:cubicBezTo>
                      <a:cubicBezTo>
                        <a:pt x="168" y="193"/>
                        <a:pt x="168" y="193"/>
                        <a:pt x="168" y="193"/>
                      </a:cubicBezTo>
                      <a:cubicBezTo>
                        <a:pt x="182" y="193"/>
                        <a:pt x="193" y="182"/>
                        <a:pt x="193" y="169"/>
                      </a:cubicBezTo>
                      <a:cubicBezTo>
                        <a:pt x="193" y="25"/>
                        <a:pt x="193" y="25"/>
                        <a:pt x="193" y="25"/>
                      </a:cubicBezTo>
                      <a:cubicBezTo>
                        <a:pt x="193" y="11"/>
                        <a:pt x="182" y="0"/>
                        <a:pt x="168"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sp>
              <p:nvSpPr>
                <p:cNvPr id="23" name="Freeform 16"/>
                <p:cNvSpPr>
                  <a:spLocks/>
                </p:cNvSpPr>
                <p:nvPr/>
              </p:nvSpPr>
              <p:spPr bwMode="auto">
                <a:xfrm>
                  <a:off x="1093788" y="0"/>
                  <a:ext cx="722312" cy="722313"/>
                </a:xfrm>
                <a:custGeom>
                  <a:avLst/>
                  <a:gdLst>
                    <a:gd name="T0" fmla="*/ 168 w 192"/>
                    <a:gd name="T1" fmla="*/ 0 h 192"/>
                    <a:gd name="T2" fmla="*/ 24 w 192"/>
                    <a:gd name="T3" fmla="*/ 0 h 192"/>
                    <a:gd name="T4" fmla="*/ 0 w 192"/>
                    <a:gd name="T5" fmla="*/ 24 h 192"/>
                    <a:gd name="T6" fmla="*/ 0 w 192"/>
                    <a:gd name="T7" fmla="*/ 168 h 192"/>
                    <a:gd name="T8" fmla="*/ 24 w 192"/>
                    <a:gd name="T9" fmla="*/ 192 h 192"/>
                    <a:gd name="T10" fmla="*/ 168 w 192"/>
                    <a:gd name="T11" fmla="*/ 192 h 192"/>
                    <a:gd name="T12" fmla="*/ 192 w 192"/>
                    <a:gd name="T13" fmla="*/ 168 h 192"/>
                    <a:gd name="T14" fmla="*/ 192 w 192"/>
                    <a:gd name="T15" fmla="*/ 24 h 192"/>
                    <a:gd name="T16" fmla="*/ 168 w 192"/>
                    <a:gd name="T17"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192">
                      <a:moveTo>
                        <a:pt x="168" y="0"/>
                      </a:moveTo>
                      <a:cubicBezTo>
                        <a:pt x="24" y="0"/>
                        <a:pt x="24" y="0"/>
                        <a:pt x="24" y="0"/>
                      </a:cubicBezTo>
                      <a:cubicBezTo>
                        <a:pt x="11" y="0"/>
                        <a:pt x="0" y="11"/>
                        <a:pt x="0" y="24"/>
                      </a:cubicBezTo>
                      <a:cubicBezTo>
                        <a:pt x="0" y="168"/>
                        <a:pt x="0" y="168"/>
                        <a:pt x="0" y="168"/>
                      </a:cubicBezTo>
                      <a:cubicBezTo>
                        <a:pt x="0" y="182"/>
                        <a:pt x="11" y="192"/>
                        <a:pt x="24" y="192"/>
                      </a:cubicBezTo>
                      <a:cubicBezTo>
                        <a:pt x="168" y="192"/>
                        <a:pt x="168" y="192"/>
                        <a:pt x="168" y="192"/>
                      </a:cubicBezTo>
                      <a:cubicBezTo>
                        <a:pt x="181" y="192"/>
                        <a:pt x="192" y="182"/>
                        <a:pt x="192" y="168"/>
                      </a:cubicBezTo>
                      <a:cubicBezTo>
                        <a:pt x="192" y="24"/>
                        <a:pt x="192" y="24"/>
                        <a:pt x="192" y="24"/>
                      </a:cubicBezTo>
                      <a:cubicBezTo>
                        <a:pt x="192" y="11"/>
                        <a:pt x="181" y="0"/>
                        <a:pt x="168"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sp>
              <p:nvSpPr>
                <p:cNvPr id="24" name="Freeform 17"/>
                <p:cNvSpPr>
                  <a:spLocks/>
                </p:cNvSpPr>
                <p:nvPr/>
              </p:nvSpPr>
              <p:spPr bwMode="auto">
                <a:xfrm>
                  <a:off x="1093788" y="1087438"/>
                  <a:ext cx="722312" cy="722313"/>
                </a:xfrm>
                <a:custGeom>
                  <a:avLst/>
                  <a:gdLst>
                    <a:gd name="T0" fmla="*/ 168 w 192"/>
                    <a:gd name="T1" fmla="*/ 0 h 192"/>
                    <a:gd name="T2" fmla="*/ 24 w 192"/>
                    <a:gd name="T3" fmla="*/ 0 h 192"/>
                    <a:gd name="T4" fmla="*/ 0 w 192"/>
                    <a:gd name="T5" fmla="*/ 24 h 192"/>
                    <a:gd name="T6" fmla="*/ 0 w 192"/>
                    <a:gd name="T7" fmla="*/ 168 h 192"/>
                    <a:gd name="T8" fmla="*/ 24 w 192"/>
                    <a:gd name="T9" fmla="*/ 192 h 192"/>
                    <a:gd name="T10" fmla="*/ 168 w 192"/>
                    <a:gd name="T11" fmla="*/ 192 h 192"/>
                    <a:gd name="T12" fmla="*/ 192 w 192"/>
                    <a:gd name="T13" fmla="*/ 168 h 192"/>
                    <a:gd name="T14" fmla="*/ 192 w 192"/>
                    <a:gd name="T15" fmla="*/ 24 h 192"/>
                    <a:gd name="T16" fmla="*/ 168 w 192"/>
                    <a:gd name="T17"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192">
                      <a:moveTo>
                        <a:pt x="168" y="0"/>
                      </a:moveTo>
                      <a:cubicBezTo>
                        <a:pt x="24" y="0"/>
                        <a:pt x="24" y="0"/>
                        <a:pt x="24" y="0"/>
                      </a:cubicBezTo>
                      <a:cubicBezTo>
                        <a:pt x="11" y="0"/>
                        <a:pt x="0" y="11"/>
                        <a:pt x="0" y="24"/>
                      </a:cubicBezTo>
                      <a:cubicBezTo>
                        <a:pt x="0" y="168"/>
                        <a:pt x="0" y="168"/>
                        <a:pt x="0" y="168"/>
                      </a:cubicBezTo>
                      <a:cubicBezTo>
                        <a:pt x="0" y="181"/>
                        <a:pt x="11" y="192"/>
                        <a:pt x="24" y="192"/>
                      </a:cubicBezTo>
                      <a:cubicBezTo>
                        <a:pt x="168" y="192"/>
                        <a:pt x="168" y="192"/>
                        <a:pt x="168" y="192"/>
                      </a:cubicBezTo>
                      <a:cubicBezTo>
                        <a:pt x="181" y="192"/>
                        <a:pt x="192" y="181"/>
                        <a:pt x="192" y="168"/>
                      </a:cubicBezTo>
                      <a:cubicBezTo>
                        <a:pt x="192" y="24"/>
                        <a:pt x="192" y="24"/>
                        <a:pt x="192" y="24"/>
                      </a:cubicBezTo>
                      <a:cubicBezTo>
                        <a:pt x="192" y="11"/>
                        <a:pt x="181" y="0"/>
                        <a:pt x="168"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sp>
              <p:nvSpPr>
                <p:cNvPr id="25" name="Freeform 18"/>
                <p:cNvSpPr>
                  <a:spLocks/>
                </p:cNvSpPr>
                <p:nvPr/>
              </p:nvSpPr>
              <p:spPr bwMode="auto">
                <a:xfrm>
                  <a:off x="1093788" y="2171700"/>
                  <a:ext cx="722312" cy="727075"/>
                </a:xfrm>
                <a:custGeom>
                  <a:avLst/>
                  <a:gdLst>
                    <a:gd name="T0" fmla="*/ 168 w 192"/>
                    <a:gd name="T1" fmla="*/ 0 h 193"/>
                    <a:gd name="T2" fmla="*/ 24 w 192"/>
                    <a:gd name="T3" fmla="*/ 0 h 193"/>
                    <a:gd name="T4" fmla="*/ 0 w 192"/>
                    <a:gd name="T5" fmla="*/ 25 h 193"/>
                    <a:gd name="T6" fmla="*/ 0 w 192"/>
                    <a:gd name="T7" fmla="*/ 169 h 193"/>
                    <a:gd name="T8" fmla="*/ 24 w 192"/>
                    <a:gd name="T9" fmla="*/ 193 h 193"/>
                    <a:gd name="T10" fmla="*/ 168 w 192"/>
                    <a:gd name="T11" fmla="*/ 193 h 193"/>
                    <a:gd name="T12" fmla="*/ 192 w 192"/>
                    <a:gd name="T13" fmla="*/ 169 h 193"/>
                    <a:gd name="T14" fmla="*/ 192 w 192"/>
                    <a:gd name="T15" fmla="*/ 25 h 193"/>
                    <a:gd name="T16" fmla="*/ 168 w 192"/>
                    <a:gd name="T17" fmla="*/ 0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193">
                      <a:moveTo>
                        <a:pt x="168" y="0"/>
                      </a:moveTo>
                      <a:cubicBezTo>
                        <a:pt x="24" y="0"/>
                        <a:pt x="24" y="0"/>
                        <a:pt x="24" y="0"/>
                      </a:cubicBezTo>
                      <a:cubicBezTo>
                        <a:pt x="11" y="0"/>
                        <a:pt x="0" y="11"/>
                        <a:pt x="0" y="25"/>
                      </a:cubicBezTo>
                      <a:cubicBezTo>
                        <a:pt x="0" y="169"/>
                        <a:pt x="0" y="169"/>
                        <a:pt x="0" y="169"/>
                      </a:cubicBezTo>
                      <a:cubicBezTo>
                        <a:pt x="0" y="182"/>
                        <a:pt x="11" y="193"/>
                        <a:pt x="24" y="193"/>
                      </a:cubicBezTo>
                      <a:cubicBezTo>
                        <a:pt x="168" y="193"/>
                        <a:pt x="168" y="193"/>
                        <a:pt x="168" y="193"/>
                      </a:cubicBezTo>
                      <a:cubicBezTo>
                        <a:pt x="181" y="193"/>
                        <a:pt x="192" y="182"/>
                        <a:pt x="192" y="169"/>
                      </a:cubicBezTo>
                      <a:cubicBezTo>
                        <a:pt x="192" y="25"/>
                        <a:pt x="192" y="25"/>
                        <a:pt x="192" y="25"/>
                      </a:cubicBezTo>
                      <a:cubicBezTo>
                        <a:pt x="192" y="11"/>
                        <a:pt x="181" y="0"/>
                        <a:pt x="168"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sp>
              <p:nvSpPr>
                <p:cNvPr id="26" name="Freeform 19"/>
                <p:cNvSpPr>
                  <a:spLocks/>
                </p:cNvSpPr>
                <p:nvPr/>
              </p:nvSpPr>
              <p:spPr bwMode="auto">
                <a:xfrm>
                  <a:off x="2181225" y="0"/>
                  <a:ext cx="723900" cy="722313"/>
                </a:xfrm>
                <a:custGeom>
                  <a:avLst/>
                  <a:gdLst>
                    <a:gd name="T0" fmla="*/ 168 w 192"/>
                    <a:gd name="T1" fmla="*/ 0 h 192"/>
                    <a:gd name="T2" fmla="*/ 24 w 192"/>
                    <a:gd name="T3" fmla="*/ 0 h 192"/>
                    <a:gd name="T4" fmla="*/ 0 w 192"/>
                    <a:gd name="T5" fmla="*/ 24 h 192"/>
                    <a:gd name="T6" fmla="*/ 0 w 192"/>
                    <a:gd name="T7" fmla="*/ 168 h 192"/>
                    <a:gd name="T8" fmla="*/ 24 w 192"/>
                    <a:gd name="T9" fmla="*/ 192 h 192"/>
                    <a:gd name="T10" fmla="*/ 168 w 192"/>
                    <a:gd name="T11" fmla="*/ 192 h 192"/>
                    <a:gd name="T12" fmla="*/ 192 w 192"/>
                    <a:gd name="T13" fmla="*/ 168 h 192"/>
                    <a:gd name="T14" fmla="*/ 192 w 192"/>
                    <a:gd name="T15" fmla="*/ 24 h 192"/>
                    <a:gd name="T16" fmla="*/ 168 w 192"/>
                    <a:gd name="T17"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192">
                      <a:moveTo>
                        <a:pt x="168" y="0"/>
                      </a:moveTo>
                      <a:cubicBezTo>
                        <a:pt x="24" y="0"/>
                        <a:pt x="24" y="0"/>
                        <a:pt x="24" y="0"/>
                      </a:cubicBezTo>
                      <a:cubicBezTo>
                        <a:pt x="10" y="0"/>
                        <a:pt x="0" y="11"/>
                        <a:pt x="0" y="24"/>
                      </a:cubicBezTo>
                      <a:cubicBezTo>
                        <a:pt x="0" y="168"/>
                        <a:pt x="0" y="168"/>
                        <a:pt x="0" y="168"/>
                      </a:cubicBezTo>
                      <a:cubicBezTo>
                        <a:pt x="0" y="182"/>
                        <a:pt x="10" y="192"/>
                        <a:pt x="24" y="192"/>
                      </a:cubicBezTo>
                      <a:cubicBezTo>
                        <a:pt x="168" y="192"/>
                        <a:pt x="168" y="192"/>
                        <a:pt x="168" y="192"/>
                      </a:cubicBezTo>
                      <a:cubicBezTo>
                        <a:pt x="181" y="192"/>
                        <a:pt x="192" y="182"/>
                        <a:pt x="192" y="168"/>
                      </a:cubicBezTo>
                      <a:cubicBezTo>
                        <a:pt x="192" y="24"/>
                        <a:pt x="192" y="24"/>
                        <a:pt x="192" y="24"/>
                      </a:cubicBezTo>
                      <a:cubicBezTo>
                        <a:pt x="192" y="11"/>
                        <a:pt x="181" y="0"/>
                        <a:pt x="168"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sp>
              <p:nvSpPr>
                <p:cNvPr id="27" name="Freeform 20"/>
                <p:cNvSpPr>
                  <a:spLocks/>
                </p:cNvSpPr>
                <p:nvPr/>
              </p:nvSpPr>
              <p:spPr bwMode="auto">
                <a:xfrm>
                  <a:off x="2181225" y="1087438"/>
                  <a:ext cx="723900" cy="722313"/>
                </a:xfrm>
                <a:custGeom>
                  <a:avLst/>
                  <a:gdLst>
                    <a:gd name="T0" fmla="*/ 168 w 192"/>
                    <a:gd name="T1" fmla="*/ 0 h 192"/>
                    <a:gd name="T2" fmla="*/ 24 w 192"/>
                    <a:gd name="T3" fmla="*/ 0 h 192"/>
                    <a:gd name="T4" fmla="*/ 0 w 192"/>
                    <a:gd name="T5" fmla="*/ 24 h 192"/>
                    <a:gd name="T6" fmla="*/ 0 w 192"/>
                    <a:gd name="T7" fmla="*/ 168 h 192"/>
                    <a:gd name="T8" fmla="*/ 24 w 192"/>
                    <a:gd name="T9" fmla="*/ 192 h 192"/>
                    <a:gd name="T10" fmla="*/ 168 w 192"/>
                    <a:gd name="T11" fmla="*/ 192 h 192"/>
                    <a:gd name="T12" fmla="*/ 192 w 192"/>
                    <a:gd name="T13" fmla="*/ 168 h 192"/>
                    <a:gd name="T14" fmla="*/ 192 w 192"/>
                    <a:gd name="T15" fmla="*/ 24 h 192"/>
                    <a:gd name="T16" fmla="*/ 168 w 192"/>
                    <a:gd name="T17"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192">
                      <a:moveTo>
                        <a:pt x="168" y="0"/>
                      </a:moveTo>
                      <a:cubicBezTo>
                        <a:pt x="24" y="0"/>
                        <a:pt x="24" y="0"/>
                        <a:pt x="24" y="0"/>
                      </a:cubicBezTo>
                      <a:cubicBezTo>
                        <a:pt x="10" y="0"/>
                        <a:pt x="0" y="11"/>
                        <a:pt x="0" y="24"/>
                      </a:cubicBezTo>
                      <a:cubicBezTo>
                        <a:pt x="0" y="168"/>
                        <a:pt x="0" y="168"/>
                        <a:pt x="0" y="168"/>
                      </a:cubicBezTo>
                      <a:cubicBezTo>
                        <a:pt x="0" y="181"/>
                        <a:pt x="10" y="192"/>
                        <a:pt x="24" y="192"/>
                      </a:cubicBezTo>
                      <a:cubicBezTo>
                        <a:pt x="168" y="192"/>
                        <a:pt x="168" y="192"/>
                        <a:pt x="168" y="192"/>
                      </a:cubicBezTo>
                      <a:cubicBezTo>
                        <a:pt x="181" y="192"/>
                        <a:pt x="192" y="181"/>
                        <a:pt x="192" y="168"/>
                      </a:cubicBezTo>
                      <a:cubicBezTo>
                        <a:pt x="192" y="24"/>
                        <a:pt x="192" y="24"/>
                        <a:pt x="192" y="24"/>
                      </a:cubicBezTo>
                      <a:cubicBezTo>
                        <a:pt x="192" y="11"/>
                        <a:pt x="181" y="0"/>
                        <a:pt x="168"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sp>
              <p:nvSpPr>
                <p:cNvPr id="28" name="Freeform 21"/>
                <p:cNvSpPr>
                  <a:spLocks/>
                </p:cNvSpPr>
                <p:nvPr/>
              </p:nvSpPr>
              <p:spPr bwMode="auto">
                <a:xfrm>
                  <a:off x="2181225" y="2171700"/>
                  <a:ext cx="723900" cy="727075"/>
                </a:xfrm>
                <a:custGeom>
                  <a:avLst/>
                  <a:gdLst>
                    <a:gd name="T0" fmla="*/ 168 w 192"/>
                    <a:gd name="T1" fmla="*/ 0 h 193"/>
                    <a:gd name="T2" fmla="*/ 24 w 192"/>
                    <a:gd name="T3" fmla="*/ 0 h 193"/>
                    <a:gd name="T4" fmla="*/ 0 w 192"/>
                    <a:gd name="T5" fmla="*/ 25 h 193"/>
                    <a:gd name="T6" fmla="*/ 0 w 192"/>
                    <a:gd name="T7" fmla="*/ 169 h 193"/>
                    <a:gd name="T8" fmla="*/ 24 w 192"/>
                    <a:gd name="T9" fmla="*/ 193 h 193"/>
                    <a:gd name="T10" fmla="*/ 168 w 192"/>
                    <a:gd name="T11" fmla="*/ 193 h 193"/>
                    <a:gd name="T12" fmla="*/ 192 w 192"/>
                    <a:gd name="T13" fmla="*/ 169 h 193"/>
                    <a:gd name="T14" fmla="*/ 192 w 192"/>
                    <a:gd name="T15" fmla="*/ 25 h 193"/>
                    <a:gd name="T16" fmla="*/ 168 w 192"/>
                    <a:gd name="T17" fmla="*/ 0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193">
                      <a:moveTo>
                        <a:pt x="168" y="0"/>
                      </a:moveTo>
                      <a:cubicBezTo>
                        <a:pt x="24" y="0"/>
                        <a:pt x="24" y="0"/>
                        <a:pt x="24" y="0"/>
                      </a:cubicBezTo>
                      <a:cubicBezTo>
                        <a:pt x="10" y="0"/>
                        <a:pt x="0" y="11"/>
                        <a:pt x="0" y="25"/>
                      </a:cubicBezTo>
                      <a:cubicBezTo>
                        <a:pt x="0" y="169"/>
                        <a:pt x="0" y="169"/>
                        <a:pt x="0" y="169"/>
                      </a:cubicBezTo>
                      <a:cubicBezTo>
                        <a:pt x="0" y="182"/>
                        <a:pt x="10" y="193"/>
                        <a:pt x="24" y="193"/>
                      </a:cubicBezTo>
                      <a:cubicBezTo>
                        <a:pt x="168" y="193"/>
                        <a:pt x="168" y="193"/>
                        <a:pt x="168" y="193"/>
                      </a:cubicBezTo>
                      <a:cubicBezTo>
                        <a:pt x="181" y="193"/>
                        <a:pt x="192" y="182"/>
                        <a:pt x="192" y="169"/>
                      </a:cubicBezTo>
                      <a:cubicBezTo>
                        <a:pt x="192" y="25"/>
                        <a:pt x="192" y="25"/>
                        <a:pt x="192" y="25"/>
                      </a:cubicBezTo>
                      <a:cubicBezTo>
                        <a:pt x="192" y="11"/>
                        <a:pt x="181" y="0"/>
                        <a:pt x="168"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grpSp>
          <p:sp>
            <p:nvSpPr>
              <p:cNvPr id="18" name="Freeform 25"/>
              <p:cNvSpPr>
                <a:spLocks/>
              </p:cNvSpPr>
              <p:nvPr/>
            </p:nvSpPr>
            <p:spPr bwMode="auto">
              <a:xfrm rot="5400000">
                <a:off x="7497092" y="3115886"/>
                <a:ext cx="146921" cy="128651"/>
              </a:xfrm>
              <a:custGeom>
                <a:avLst/>
                <a:gdLst>
                  <a:gd name="T0" fmla="*/ 504 w 896"/>
                  <a:gd name="T1" fmla="*/ 0 h 784"/>
                  <a:gd name="T2" fmla="*/ 116 w 896"/>
                  <a:gd name="T3" fmla="*/ 336 h 784"/>
                  <a:gd name="T4" fmla="*/ 0 w 896"/>
                  <a:gd name="T5" fmla="*/ 336 h 784"/>
                  <a:gd name="T6" fmla="*/ 168 w 896"/>
                  <a:gd name="T7" fmla="*/ 560 h 784"/>
                  <a:gd name="T8" fmla="*/ 336 w 896"/>
                  <a:gd name="T9" fmla="*/ 336 h 784"/>
                  <a:gd name="T10" fmla="*/ 230 w 896"/>
                  <a:gd name="T11" fmla="*/ 336 h 784"/>
                  <a:gd name="T12" fmla="*/ 504 w 896"/>
                  <a:gd name="T13" fmla="*/ 112 h 784"/>
                  <a:gd name="T14" fmla="*/ 784 w 896"/>
                  <a:gd name="T15" fmla="*/ 392 h 784"/>
                  <a:gd name="T16" fmla="*/ 504 w 896"/>
                  <a:gd name="T17" fmla="*/ 672 h 784"/>
                  <a:gd name="T18" fmla="*/ 504 w 896"/>
                  <a:gd name="T19" fmla="*/ 784 h 784"/>
                  <a:gd name="T20" fmla="*/ 896 w 896"/>
                  <a:gd name="T21" fmla="*/ 392 h 784"/>
                  <a:gd name="T22" fmla="*/ 504 w 896"/>
                  <a:gd name="T23" fmla="*/ 0 h 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96" h="784">
                    <a:moveTo>
                      <a:pt x="504" y="0"/>
                    </a:moveTo>
                    <a:cubicBezTo>
                      <a:pt x="307" y="0"/>
                      <a:pt x="144" y="146"/>
                      <a:pt x="116" y="336"/>
                    </a:cubicBezTo>
                    <a:cubicBezTo>
                      <a:pt x="0" y="336"/>
                      <a:pt x="0" y="336"/>
                      <a:pt x="0" y="336"/>
                    </a:cubicBezTo>
                    <a:cubicBezTo>
                      <a:pt x="168" y="560"/>
                      <a:pt x="168" y="560"/>
                      <a:pt x="168" y="560"/>
                    </a:cubicBezTo>
                    <a:cubicBezTo>
                      <a:pt x="336" y="336"/>
                      <a:pt x="336" y="336"/>
                      <a:pt x="336" y="336"/>
                    </a:cubicBezTo>
                    <a:cubicBezTo>
                      <a:pt x="230" y="336"/>
                      <a:pt x="230" y="336"/>
                      <a:pt x="230" y="336"/>
                    </a:cubicBezTo>
                    <a:cubicBezTo>
                      <a:pt x="256" y="208"/>
                      <a:pt x="369" y="112"/>
                      <a:pt x="504" y="112"/>
                    </a:cubicBezTo>
                    <a:cubicBezTo>
                      <a:pt x="658" y="112"/>
                      <a:pt x="784" y="238"/>
                      <a:pt x="784" y="392"/>
                    </a:cubicBezTo>
                    <a:cubicBezTo>
                      <a:pt x="784" y="546"/>
                      <a:pt x="658" y="672"/>
                      <a:pt x="504" y="672"/>
                    </a:cubicBezTo>
                    <a:cubicBezTo>
                      <a:pt x="504" y="784"/>
                      <a:pt x="504" y="784"/>
                      <a:pt x="504" y="784"/>
                    </a:cubicBezTo>
                    <a:cubicBezTo>
                      <a:pt x="721" y="784"/>
                      <a:pt x="896" y="609"/>
                      <a:pt x="896" y="392"/>
                    </a:cubicBezTo>
                    <a:cubicBezTo>
                      <a:pt x="896" y="175"/>
                      <a:pt x="721" y="0"/>
                      <a:pt x="504" y="0"/>
                    </a:cubicBezTo>
                    <a:close/>
                  </a:path>
                </a:pathLst>
              </a:custGeom>
              <a:solidFill>
                <a:schemeClr val="bg1">
                  <a:lumMod val="5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sp>
            <p:nvSpPr>
              <p:cNvPr id="19" name="Oval 6"/>
              <p:cNvSpPr>
                <a:spLocks/>
              </p:cNvSpPr>
              <p:nvPr/>
            </p:nvSpPr>
            <p:spPr bwMode="auto">
              <a:xfrm>
                <a:off x="1655635" y="2814331"/>
                <a:ext cx="95903" cy="95276"/>
              </a:xfrm>
              <a:prstGeom prst="ellipse">
                <a:avLst/>
              </a:prstGeom>
              <a:solidFill>
                <a:schemeClr val="accent5"/>
              </a:solidFill>
              <a:ln w="25400" cap="flat">
                <a:noFill/>
                <a:prstDash val="solid"/>
                <a:miter lim="800000"/>
                <a:headEnd type="none" w="med" len="med"/>
                <a:tailEnd type="none" w="med" len="med"/>
              </a:ln>
            </p:spPr>
            <p:txBody>
              <a:bodyPr lIns="0" tIns="0" rIns="0" bIns="0"/>
              <a:lstStyle/>
              <a:p>
                <a:pPr fontAlgn="auto">
                  <a:spcBef>
                    <a:spcPts val="0"/>
                  </a:spcBef>
                  <a:spcAft>
                    <a:spcPts val="0"/>
                  </a:spcAft>
                </a:pPr>
                <a:endParaRPr lang="id-ID">
                  <a:solidFill>
                    <a:prstClr val="black"/>
                  </a:solidFill>
                  <a:latin typeface="Roboto Lt"/>
                  <a:cs typeface="+mn-cs"/>
                </a:endParaRPr>
              </a:p>
            </p:txBody>
          </p:sp>
        </p:grpSp>
        <p:sp>
          <p:nvSpPr>
            <p:cNvPr id="8" name="TextBox 7"/>
            <p:cNvSpPr txBox="1"/>
            <p:nvPr/>
          </p:nvSpPr>
          <p:spPr>
            <a:xfrm>
              <a:off x="2353072" y="3063038"/>
              <a:ext cx="1372295" cy="223997"/>
            </a:xfrm>
            <a:prstGeom prst="rect">
              <a:avLst/>
            </a:prstGeom>
            <a:noFill/>
          </p:spPr>
          <p:txBody>
            <a:bodyPr wrap="none" rtlCol="0">
              <a:spAutoFit/>
            </a:bodyPr>
            <a:lstStyle/>
            <a:p>
              <a:pPr fontAlgn="auto">
                <a:spcBef>
                  <a:spcPts val="0"/>
                </a:spcBef>
                <a:spcAft>
                  <a:spcPts val="0"/>
                </a:spcAft>
              </a:pPr>
              <a:r>
                <a:rPr lang="id-ID" sz="900" dirty="0" smtClean="0">
                  <a:solidFill>
                    <a:prstClr val="white">
                      <a:lumMod val="65000"/>
                    </a:prstClr>
                  </a:solidFill>
                  <a:latin typeface="Roboto"/>
                  <a:cs typeface="+mn-cs"/>
                </a:rPr>
                <a:t>www.designcorner.com</a:t>
              </a:r>
              <a:endParaRPr lang="id-ID" sz="900" dirty="0">
                <a:solidFill>
                  <a:prstClr val="white">
                    <a:lumMod val="65000"/>
                  </a:prstClr>
                </a:solidFill>
                <a:latin typeface="Roboto"/>
                <a:cs typeface="+mn-cs"/>
              </a:endParaRPr>
            </a:p>
          </p:txBody>
        </p:sp>
      </p:grpSp>
      <p:sp>
        <p:nvSpPr>
          <p:cNvPr id="29"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0"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31"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32" name="Picture Placeholder 30"/>
          <p:cNvSpPr>
            <a:spLocks noGrp="1"/>
          </p:cNvSpPr>
          <p:nvPr>
            <p:ph type="pic" sz="quarter" idx="36" hasCustomPrompt="1"/>
          </p:nvPr>
        </p:nvSpPr>
        <p:spPr>
          <a:xfrm>
            <a:off x="-1" y="3411787"/>
            <a:ext cx="6136175" cy="3446213"/>
          </a:xfrm>
          <a:solidFill>
            <a:schemeClr val="bg1">
              <a:lumMod val="85000"/>
            </a:schemeClr>
          </a:solidFill>
        </p:spPr>
        <p:txBody>
          <a:bodyPr/>
          <a:lstStyle>
            <a:lvl1pPr>
              <a:defRPr/>
            </a:lvl1pPr>
          </a:lstStyle>
          <a:p>
            <a:r>
              <a:rPr lang="id-ID" dirty="0" smtClean="0"/>
              <a:t>Pic here</a:t>
            </a:r>
            <a:endParaRPr lang="en-AU" dirty="0"/>
          </a:p>
        </p:txBody>
      </p:sp>
    </p:spTree>
    <p:extLst>
      <p:ext uri="{BB962C8B-B14F-4D97-AF65-F5344CB8AC3E}">
        <p14:creationId xmlns:p14="http://schemas.microsoft.com/office/powerpoint/2010/main" val="415104014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100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30">
                                            <p:txEl>
                                              <p:pRg st="0" end="0"/>
                                            </p:txEl>
                                          </p:spTgt>
                                        </p:tgtEl>
                                        <p:attrNameLst>
                                          <p:attrName>style.visibility</p:attrName>
                                        </p:attrNameLst>
                                      </p:cBhvr>
                                      <p:to>
                                        <p:strVal val="visible"/>
                                      </p:to>
                                    </p:set>
                                    <p:animEffect transition="in" filter="fade">
                                      <p:cBhvr>
                                        <p:cTn id="7" dur="500"/>
                                        <p:tgtEl>
                                          <p:spTgt spid="30">
                                            <p:txEl>
                                              <p:pRg st="0" end="0"/>
                                            </p:txEl>
                                          </p:spTgt>
                                        </p:tgtEl>
                                      </p:cBhvr>
                                    </p:animEffect>
                                  </p:childTnLst>
                                </p:cTn>
                              </p:par>
                            </p:childTnLst>
                          </p:cTn>
                        </p:par>
                        <p:par>
                          <p:cTn id="8" fill="hold">
                            <p:stCondLst>
                              <p:cond delay="1500"/>
                            </p:stCondLst>
                            <p:childTnLst>
                              <p:par>
                                <p:cTn id="9" presetID="10" presetClass="entr" presetSubtype="0" fill="hold" grpId="0" nodeType="afterEffect">
                                  <p:stCondLst>
                                    <p:cond delay="0"/>
                                  </p:stCondLst>
                                  <p:childTnLst>
                                    <p:set>
                                      <p:cBhvr>
                                        <p:cTn id="10" dur="1" fill="hold">
                                          <p:stCondLst>
                                            <p:cond delay="0"/>
                                          </p:stCondLst>
                                        </p:cTn>
                                        <p:tgtEl>
                                          <p:spTgt spid="29"/>
                                        </p:tgtEl>
                                        <p:attrNameLst>
                                          <p:attrName>style.visibility</p:attrName>
                                        </p:attrNameLst>
                                      </p:cBhvr>
                                      <p:to>
                                        <p:strVal val="visible"/>
                                      </p:to>
                                    </p:set>
                                    <p:animEffect transition="in" filter="fade">
                                      <p:cBhvr>
                                        <p:cTn id="11" dur="500"/>
                                        <p:tgtEl>
                                          <p:spTgt spid="29"/>
                                        </p:tgtEl>
                                      </p:cBhvr>
                                    </p:animEffect>
                                  </p:childTnLst>
                                </p:cTn>
                              </p:par>
                            </p:childTnLst>
                          </p:cTn>
                        </p:par>
                        <p:par>
                          <p:cTn id="12" fill="hold">
                            <p:stCondLst>
                              <p:cond delay="2000"/>
                            </p:stCondLst>
                            <p:childTnLst>
                              <p:par>
                                <p:cTn id="13" presetID="42" presetClass="entr" presetSubtype="0" fill="hold" grpId="0" nodeType="afterEffect">
                                  <p:stCondLst>
                                    <p:cond delay="0"/>
                                  </p:stCondLst>
                                  <p:childTnLst>
                                    <p:set>
                                      <p:cBhvr>
                                        <p:cTn id="14" dur="1" fill="hold">
                                          <p:stCondLst>
                                            <p:cond delay="0"/>
                                          </p:stCondLst>
                                        </p:cTn>
                                        <p:tgtEl>
                                          <p:spTgt spid="31">
                                            <p:txEl>
                                              <p:pRg st="0" end="0"/>
                                            </p:txEl>
                                          </p:spTgt>
                                        </p:tgtEl>
                                        <p:attrNameLst>
                                          <p:attrName>style.visibility</p:attrName>
                                        </p:attrNameLst>
                                      </p:cBhvr>
                                      <p:to>
                                        <p:strVal val="visible"/>
                                      </p:to>
                                    </p:set>
                                    <p:animEffect transition="in" filter="fade">
                                      <p:cBhvr>
                                        <p:cTn id="15" dur="500"/>
                                        <p:tgtEl>
                                          <p:spTgt spid="31">
                                            <p:txEl>
                                              <p:pRg st="0" end="0"/>
                                            </p:txEl>
                                          </p:spTgt>
                                        </p:tgtEl>
                                      </p:cBhvr>
                                    </p:animEffect>
                                    <p:anim calcmode="lin" valueType="num">
                                      <p:cBhvr>
                                        <p:cTn id="16" dur="500" fill="hold"/>
                                        <p:tgtEl>
                                          <p:spTgt spid="31">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31">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2500"/>
                            </p:stCondLst>
                            <p:childTnLst>
                              <p:par>
                                <p:cTn id="19" presetID="42" presetClass="entr" presetSubtype="0" fill="hold" nodeType="afterEffect">
                                  <p:stCondLst>
                                    <p:cond delay="0"/>
                                  </p:stCondLst>
                                  <p:childTnLst>
                                    <p:set>
                                      <p:cBhvr>
                                        <p:cTn id="20" dur="1" fill="hold">
                                          <p:stCondLst>
                                            <p:cond delay="0"/>
                                          </p:stCondLst>
                                        </p:cTn>
                                        <p:tgtEl>
                                          <p:spTgt spid="6"/>
                                        </p:tgtEl>
                                        <p:attrNameLst>
                                          <p:attrName>style.visibility</p:attrName>
                                        </p:attrNameLst>
                                      </p:cBhvr>
                                      <p:to>
                                        <p:strVal val="visible"/>
                                      </p:to>
                                    </p:set>
                                    <p:animEffect transition="in" filter="fade">
                                      <p:cBhvr>
                                        <p:cTn id="21" dur="1000"/>
                                        <p:tgtEl>
                                          <p:spTgt spid="6"/>
                                        </p:tgtEl>
                                      </p:cBhvr>
                                    </p:animEffect>
                                    <p:anim calcmode="lin" valueType="num">
                                      <p:cBhvr>
                                        <p:cTn id="22" dur="1000" fill="hold"/>
                                        <p:tgtEl>
                                          <p:spTgt spid="6"/>
                                        </p:tgtEl>
                                        <p:attrNameLst>
                                          <p:attrName>ppt_x</p:attrName>
                                        </p:attrNameLst>
                                      </p:cBhvr>
                                      <p:tavLst>
                                        <p:tav tm="0">
                                          <p:val>
                                            <p:strVal val="#ppt_x"/>
                                          </p:val>
                                        </p:tav>
                                        <p:tav tm="100000">
                                          <p:val>
                                            <p:strVal val="#ppt_x"/>
                                          </p:val>
                                        </p:tav>
                                      </p:tavLst>
                                    </p:anim>
                                    <p:anim calcmode="lin" valueType="num">
                                      <p:cBhvr>
                                        <p:cTn id="23" dur="1000" fill="hold"/>
                                        <p:tgtEl>
                                          <p:spTgt spid="6"/>
                                        </p:tgtEl>
                                        <p:attrNameLst>
                                          <p:attrName>ppt_y</p:attrName>
                                        </p:attrNameLst>
                                      </p:cBhvr>
                                      <p:tavLst>
                                        <p:tav tm="0">
                                          <p:val>
                                            <p:strVal val="#ppt_y+.1"/>
                                          </p:val>
                                        </p:tav>
                                        <p:tav tm="100000">
                                          <p:val>
                                            <p:strVal val="#ppt_y"/>
                                          </p:val>
                                        </p:tav>
                                      </p:tavLst>
                                    </p:anim>
                                  </p:childTnLst>
                                </p:cTn>
                              </p:par>
                            </p:childTnLst>
                          </p:cTn>
                        </p:par>
                        <p:par>
                          <p:cTn id="24" fill="hold">
                            <p:stCondLst>
                              <p:cond delay="3500"/>
                            </p:stCondLst>
                            <p:childTnLst>
                              <p:par>
                                <p:cTn id="25" presetID="42" presetClass="entr" presetSubtype="0" fill="hold" grpId="0" nodeType="afterEffect">
                                  <p:stCondLst>
                                    <p:cond delay="0"/>
                                  </p:stCondLst>
                                  <p:childTnLst>
                                    <p:set>
                                      <p:cBhvr>
                                        <p:cTn id="26" dur="1" fill="hold">
                                          <p:stCondLst>
                                            <p:cond delay="0"/>
                                          </p:stCondLst>
                                        </p:cTn>
                                        <p:tgtEl>
                                          <p:spTgt spid="32"/>
                                        </p:tgtEl>
                                        <p:attrNameLst>
                                          <p:attrName>style.visibility</p:attrName>
                                        </p:attrNameLst>
                                      </p:cBhvr>
                                      <p:to>
                                        <p:strVal val="visible"/>
                                      </p:to>
                                    </p:set>
                                    <p:animEffect transition="in" filter="fade">
                                      <p:cBhvr>
                                        <p:cTn id="27" dur="500"/>
                                        <p:tgtEl>
                                          <p:spTgt spid="32"/>
                                        </p:tgtEl>
                                      </p:cBhvr>
                                    </p:animEffect>
                                    <p:anim calcmode="lin" valueType="num">
                                      <p:cBhvr>
                                        <p:cTn id="28" dur="500" fill="hold"/>
                                        <p:tgtEl>
                                          <p:spTgt spid="32"/>
                                        </p:tgtEl>
                                        <p:attrNameLst>
                                          <p:attrName>ppt_x</p:attrName>
                                        </p:attrNameLst>
                                      </p:cBhvr>
                                      <p:tavLst>
                                        <p:tav tm="0">
                                          <p:val>
                                            <p:strVal val="#ppt_x"/>
                                          </p:val>
                                        </p:tav>
                                        <p:tav tm="100000">
                                          <p:val>
                                            <p:strVal val="#ppt_x"/>
                                          </p:val>
                                        </p:tav>
                                      </p:tavLst>
                                    </p:anim>
                                    <p:anim calcmode="lin" valueType="num">
                                      <p:cBhvr>
                                        <p:cTn id="29" dur="500" fill="hold"/>
                                        <p:tgtEl>
                                          <p:spTgt spid="3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p:bldP spid="30"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30"/>
                        </p:tgtEl>
                        <p:attrNameLst>
                          <p:attrName>style.visibility</p:attrName>
                        </p:attrNameLst>
                      </p:cBhvr>
                      <p:to>
                        <p:strVal val="visible"/>
                      </p:to>
                    </p:set>
                    <p:animEffect transition="in" filter="fade">
                      <p:cBhvr>
                        <p:cTn dur="500"/>
                        <p:tgtEl>
                          <p:spTgt spid="30"/>
                        </p:tgtEl>
                      </p:cBhvr>
                    </p:animEffect>
                  </p:childTnLst>
                </p:cTn>
              </p:par>
            </p:tnLst>
          </p:tmpl>
        </p:tmplLst>
      </p:bldP>
      <p:bldP spid="31" grpId="0" build="p">
        <p:tmplLst>
          <p:tmpl lvl="1">
            <p:tnLst>
              <p:par>
                <p:cTn presetID="42" presetClass="entr" presetSubtype="0" fill="hold" nodeType="afterEffect">
                  <p:stCondLst>
                    <p:cond delay="0"/>
                  </p:stCondLst>
                  <p:childTnLst>
                    <p:set>
                      <p:cBhvr>
                        <p:cTn dur="1" fill="hold">
                          <p:stCondLst>
                            <p:cond delay="0"/>
                          </p:stCondLst>
                        </p:cTn>
                        <p:tgtEl>
                          <p:spTgt spid="31"/>
                        </p:tgtEl>
                        <p:attrNameLst>
                          <p:attrName>style.visibility</p:attrName>
                        </p:attrNameLst>
                      </p:cBhvr>
                      <p:to>
                        <p:strVal val="visible"/>
                      </p:to>
                    </p:set>
                    <p:animEffect transition="in" filter="fade">
                      <p:cBhvr>
                        <p:cTn dur="500"/>
                        <p:tgtEl>
                          <p:spTgt spid="31"/>
                        </p:tgtEl>
                      </p:cBhvr>
                    </p:animEffect>
                    <p:anim calcmode="lin" valueType="num">
                      <p:cBhvr>
                        <p:cTn dur="500" fill="hold"/>
                        <p:tgtEl>
                          <p:spTgt spid="31"/>
                        </p:tgtEl>
                        <p:attrNameLst>
                          <p:attrName>ppt_x</p:attrName>
                        </p:attrNameLst>
                      </p:cBhvr>
                      <p:tavLst>
                        <p:tav tm="0">
                          <p:val>
                            <p:strVal val="#ppt_x"/>
                          </p:val>
                        </p:tav>
                        <p:tav tm="100000">
                          <p:val>
                            <p:strVal val="#ppt_x"/>
                          </p:val>
                        </p:tav>
                      </p:tavLst>
                    </p:anim>
                    <p:anim calcmode="lin" valueType="num">
                      <p:cBhvr>
                        <p:cTn dur="500" fill="hold"/>
                        <p:tgtEl>
                          <p:spTgt spid="31"/>
                        </p:tgtEl>
                        <p:attrNameLst>
                          <p:attrName>ppt_y</p:attrName>
                        </p:attrNameLst>
                      </p:cBhvr>
                      <p:tavLst>
                        <p:tav tm="0">
                          <p:val>
                            <p:strVal val="#ppt_y+.1"/>
                          </p:val>
                        </p:tav>
                        <p:tav tm="100000">
                          <p:val>
                            <p:strVal val="#ppt_y"/>
                          </p:val>
                        </p:tav>
                      </p:tavLst>
                    </p:anim>
                  </p:childTnLst>
                </p:cTn>
              </p:par>
            </p:tnLst>
          </p:tmpl>
        </p:tmplLst>
      </p:bldP>
      <p:bldP spid="32" grpId="0" animBg="1"/>
    </p:bldLst>
  </p:timing>
</p:sldLayout>
</file>

<file path=ppt/slideLayouts/slideLayout572.xml><?xml version="1.0" encoding="utf-8"?>
<p:sldLayout xmlns:a="http://schemas.openxmlformats.org/drawingml/2006/main" xmlns:r="http://schemas.openxmlformats.org/officeDocument/2006/relationships" xmlns:p="http://schemas.openxmlformats.org/presentationml/2006/main" preserve="1" userDrawn="1">
  <p:cSld name="21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15"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1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28" name="Picture Placeholder 30"/>
          <p:cNvSpPr>
            <a:spLocks noGrp="1"/>
          </p:cNvSpPr>
          <p:nvPr>
            <p:ph type="pic" sz="quarter" idx="36" hasCustomPrompt="1"/>
          </p:nvPr>
        </p:nvSpPr>
        <p:spPr>
          <a:xfrm>
            <a:off x="1" y="2071466"/>
            <a:ext cx="4038600" cy="2393267"/>
          </a:xfrm>
          <a:solidFill>
            <a:schemeClr val="bg1">
              <a:lumMod val="85000"/>
            </a:schemeClr>
          </a:solidFill>
        </p:spPr>
        <p:txBody>
          <a:bodyPr/>
          <a:lstStyle>
            <a:lvl1pPr>
              <a:defRPr/>
            </a:lvl1pPr>
          </a:lstStyle>
          <a:p>
            <a:r>
              <a:rPr lang="id-ID" dirty="0" smtClean="0"/>
              <a:t>Pic here</a:t>
            </a:r>
            <a:endParaRPr lang="en-AU" dirty="0"/>
          </a:p>
        </p:txBody>
      </p:sp>
      <p:sp>
        <p:nvSpPr>
          <p:cNvPr id="29" name="Picture Placeholder 30"/>
          <p:cNvSpPr>
            <a:spLocks noGrp="1"/>
          </p:cNvSpPr>
          <p:nvPr>
            <p:ph type="pic" sz="quarter" idx="37" hasCustomPrompt="1"/>
          </p:nvPr>
        </p:nvSpPr>
        <p:spPr>
          <a:xfrm>
            <a:off x="0" y="4464733"/>
            <a:ext cx="4038600" cy="2393267"/>
          </a:xfrm>
          <a:solidFill>
            <a:schemeClr val="bg1">
              <a:lumMod val="85000"/>
            </a:schemeClr>
          </a:solidFill>
        </p:spPr>
        <p:txBody>
          <a:bodyPr/>
          <a:lstStyle>
            <a:lvl1pPr>
              <a:defRPr/>
            </a:lvl1pPr>
          </a:lstStyle>
          <a:p>
            <a:r>
              <a:rPr lang="id-ID" dirty="0" smtClean="0"/>
              <a:t>Pic here</a:t>
            </a:r>
            <a:endParaRPr lang="en-AU" dirty="0"/>
          </a:p>
        </p:txBody>
      </p:sp>
      <p:sp>
        <p:nvSpPr>
          <p:cNvPr id="30" name="Picture Placeholder 30"/>
          <p:cNvSpPr>
            <a:spLocks noGrp="1"/>
          </p:cNvSpPr>
          <p:nvPr>
            <p:ph type="pic" sz="quarter" idx="38" hasCustomPrompt="1"/>
          </p:nvPr>
        </p:nvSpPr>
        <p:spPr>
          <a:xfrm>
            <a:off x="4038600" y="2071466"/>
            <a:ext cx="4038600" cy="2393267"/>
          </a:xfrm>
          <a:solidFill>
            <a:schemeClr val="bg1">
              <a:lumMod val="85000"/>
            </a:schemeClr>
          </a:solidFill>
        </p:spPr>
        <p:txBody>
          <a:bodyPr/>
          <a:lstStyle>
            <a:lvl1pPr>
              <a:defRPr/>
            </a:lvl1pPr>
          </a:lstStyle>
          <a:p>
            <a:r>
              <a:rPr lang="id-ID" dirty="0" smtClean="0"/>
              <a:t>Pic here</a:t>
            </a:r>
            <a:endParaRPr lang="en-AU" dirty="0"/>
          </a:p>
        </p:txBody>
      </p:sp>
      <p:sp>
        <p:nvSpPr>
          <p:cNvPr id="31" name="Picture Placeholder 30"/>
          <p:cNvSpPr>
            <a:spLocks noGrp="1"/>
          </p:cNvSpPr>
          <p:nvPr>
            <p:ph type="pic" sz="quarter" idx="39" hasCustomPrompt="1"/>
          </p:nvPr>
        </p:nvSpPr>
        <p:spPr>
          <a:xfrm>
            <a:off x="4038599" y="4464733"/>
            <a:ext cx="4038600" cy="2393267"/>
          </a:xfrm>
          <a:solidFill>
            <a:schemeClr val="bg1">
              <a:lumMod val="85000"/>
            </a:schemeClr>
          </a:solidFill>
        </p:spPr>
        <p:txBody>
          <a:bodyPr/>
          <a:lstStyle>
            <a:lvl1pPr>
              <a:defRPr/>
            </a:lvl1pPr>
          </a:lstStyle>
          <a:p>
            <a:r>
              <a:rPr lang="id-ID" dirty="0" smtClean="0"/>
              <a:t>Pic here</a:t>
            </a:r>
            <a:endParaRPr lang="en-AU" dirty="0"/>
          </a:p>
        </p:txBody>
      </p:sp>
      <p:grpSp>
        <p:nvGrpSpPr>
          <p:cNvPr id="6" name="Group 5"/>
          <p:cNvGrpSpPr/>
          <p:nvPr userDrawn="1"/>
        </p:nvGrpSpPr>
        <p:grpSpPr>
          <a:xfrm>
            <a:off x="8077197" y="2071466"/>
            <a:ext cx="4114803" cy="4786534"/>
            <a:chOff x="8077197" y="2071466"/>
            <a:chExt cx="4114803" cy="3172804"/>
          </a:xfrm>
        </p:grpSpPr>
        <p:sp>
          <p:nvSpPr>
            <p:cNvPr id="2" name="Rectangle 1"/>
            <p:cNvSpPr/>
            <p:nvPr userDrawn="1"/>
          </p:nvSpPr>
          <p:spPr>
            <a:xfrm>
              <a:off x="8077199" y="2071466"/>
              <a:ext cx="4114801" cy="80236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3" name="Rectangle 32"/>
            <p:cNvSpPr/>
            <p:nvPr userDrawn="1"/>
          </p:nvSpPr>
          <p:spPr>
            <a:xfrm>
              <a:off x="8077198" y="2866917"/>
              <a:ext cx="4114801" cy="80236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4" name="Rectangle 33"/>
            <p:cNvSpPr/>
            <p:nvPr userDrawn="1"/>
          </p:nvSpPr>
          <p:spPr>
            <a:xfrm>
              <a:off x="8077197" y="3657868"/>
              <a:ext cx="4114801" cy="802363"/>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5" name="Rectangle 34"/>
            <p:cNvSpPr/>
            <p:nvPr userDrawn="1"/>
          </p:nvSpPr>
          <p:spPr>
            <a:xfrm>
              <a:off x="8077199" y="4441907"/>
              <a:ext cx="4114801" cy="80236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grpSp>
    </p:spTree>
    <p:extLst>
      <p:ext uri="{BB962C8B-B14F-4D97-AF65-F5344CB8AC3E}">
        <p14:creationId xmlns:p14="http://schemas.microsoft.com/office/powerpoint/2010/main" val="104175498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500"/>
                                        <p:tgtEl>
                                          <p:spTgt spid="15"/>
                                        </p:tgtEl>
                                      </p:cBhvr>
                                    </p:animEffect>
                                  </p:childTnLst>
                                </p:cTn>
                              </p:par>
                            </p:childTnLst>
                          </p:cTn>
                        </p:par>
                        <p:par>
                          <p:cTn id="8" fill="hold">
                            <p:stCondLst>
                              <p:cond delay="500"/>
                            </p:stCondLst>
                            <p:childTnLst>
                              <p:par>
                                <p:cTn id="9" presetID="42" presetClass="entr" presetSubtype="0" fill="hold" grpId="0" nodeType="afterEffect">
                                  <p:stCondLst>
                                    <p:cond delay="0"/>
                                  </p:stCondLst>
                                  <p:childTnLst>
                                    <p:set>
                                      <p:cBhvr>
                                        <p:cTn id="10" dur="1" fill="hold">
                                          <p:stCondLst>
                                            <p:cond delay="0"/>
                                          </p:stCondLst>
                                        </p:cTn>
                                        <p:tgtEl>
                                          <p:spTgt spid="18">
                                            <p:txEl>
                                              <p:pRg st="0" end="0"/>
                                            </p:txEl>
                                          </p:spTgt>
                                        </p:tgtEl>
                                        <p:attrNameLst>
                                          <p:attrName>style.visibility</p:attrName>
                                        </p:attrNameLst>
                                      </p:cBhvr>
                                      <p:to>
                                        <p:strVal val="visible"/>
                                      </p:to>
                                    </p:set>
                                    <p:animEffect transition="in" filter="fade">
                                      <p:cBhvr>
                                        <p:cTn id="11" dur="500"/>
                                        <p:tgtEl>
                                          <p:spTgt spid="18">
                                            <p:txEl>
                                              <p:pRg st="0" end="0"/>
                                            </p:txEl>
                                          </p:spTgt>
                                        </p:tgtEl>
                                      </p:cBhvr>
                                    </p:animEffect>
                                    <p:anim calcmode="lin" valueType="num">
                                      <p:cBhvr>
                                        <p:cTn id="12" dur="500" fill="hold"/>
                                        <p:tgtEl>
                                          <p:spTgt spid="18">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18">
                                            <p:txEl>
                                              <p:pRg st="0" end="0"/>
                                            </p:txEl>
                                          </p:spTgt>
                                        </p:tgtEl>
                                        <p:attrNameLst>
                                          <p:attrName>ppt_y</p:attrName>
                                        </p:attrNameLst>
                                      </p:cBhvr>
                                      <p:tavLst>
                                        <p:tav tm="0">
                                          <p:val>
                                            <p:strVal val="#ppt_y+.1"/>
                                          </p:val>
                                        </p:tav>
                                        <p:tav tm="100000">
                                          <p:val>
                                            <p:strVal val="#ppt_y"/>
                                          </p:val>
                                        </p:tav>
                                      </p:tavLst>
                                    </p:anim>
                                  </p:childTnLst>
                                </p:cTn>
                              </p:par>
                            </p:childTnLst>
                          </p:cTn>
                        </p:par>
                        <p:par>
                          <p:cTn id="14" fill="hold">
                            <p:stCondLst>
                              <p:cond delay="1000"/>
                            </p:stCondLst>
                            <p:childTnLst>
                              <p:par>
                                <p:cTn id="15" presetID="42" presetClass="entr" presetSubtype="0" fill="hold" grpId="0" nodeType="afterEffect">
                                  <p:stCondLst>
                                    <p:cond delay="0"/>
                                  </p:stCondLst>
                                  <p:childTnLst>
                                    <p:set>
                                      <p:cBhvr>
                                        <p:cTn id="16" dur="1" fill="hold">
                                          <p:stCondLst>
                                            <p:cond delay="0"/>
                                          </p:stCondLst>
                                        </p:cTn>
                                        <p:tgtEl>
                                          <p:spTgt spid="28"/>
                                        </p:tgtEl>
                                        <p:attrNameLst>
                                          <p:attrName>style.visibility</p:attrName>
                                        </p:attrNameLst>
                                      </p:cBhvr>
                                      <p:to>
                                        <p:strVal val="visible"/>
                                      </p:to>
                                    </p:set>
                                    <p:animEffect transition="in" filter="fade">
                                      <p:cBhvr>
                                        <p:cTn id="17" dur="500"/>
                                        <p:tgtEl>
                                          <p:spTgt spid="28"/>
                                        </p:tgtEl>
                                      </p:cBhvr>
                                    </p:animEffect>
                                    <p:anim calcmode="lin" valueType="num">
                                      <p:cBhvr>
                                        <p:cTn id="18" dur="500" fill="hold"/>
                                        <p:tgtEl>
                                          <p:spTgt spid="28"/>
                                        </p:tgtEl>
                                        <p:attrNameLst>
                                          <p:attrName>ppt_x</p:attrName>
                                        </p:attrNameLst>
                                      </p:cBhvr>
                                      <p:tavLst>
                                        <p:tav tm="0">
                                          <p:val>
                                            <p:strVal val="#ppt_x"/>
                                          </p:val>
                                        </p:tav>
                                        <p:tav tm="100000">
                                          <p:val>
                                            <p:strVal val="#ppt_x"/>
                                          </p:val>
                                        </p:tav>
                                      </p:tavLst>
                                    </p:anim>
                                    <p:anim calcmode="lin" valueType="num">
                                      <p:cBhvr>
                                        <p:cTn id="19" dur="500" fill="hold"/>
                                        <p:tgtEl>
                                          <p:spTgt spid="28"/>
                                        </p:tgtEl>
                                        <p:attrNameLst>
                                          <p:attrName>ppt_y</p:attrName>
                                        </p:attrNameLst>
                                      </p:cBhvr>
                                      <p:tavLst>
                                        <p:tav tm="0">
                                          <p:val>
                                            <p:strVal val="#ppt_y+.1"/>
                                          </p:val>
                                        </p:tav>
                                        <p:tav tm="100000">
                                          <p:val>
                                            <p:strVal val="#ppt_y"/>
                                          </p:val>
                                        </p:tav>
                                      </p:tavLst>
                                    </p:anim>
                                  </p:childTnLst>
                                </p:cTn>
                              </p:par>
                            </p:childTnLst>
                          </p:cTn>
                        </p:par>
                        <p:par>
                          <p:cTn id="20" fill="hold">
                            <p:stCondLst>
                              <p:cond delay="1500"/>
                            </p:stCondLst>
                            <p:childTnLst>
                              <p:par>
                                <p:cTn id="21" presetID="42" presetClass="entr" presetSubtype="0" fill="hold" grpId="0" nodeType="afterEffect">
                                  <p:stCondLst>
                                    <p:cond delay="0"/>
                                  </p:stCondLst>
                                  <p:childTnLst>
                                    <p:set>
                                      <p:cBhvr>
                                        <p:cTn id="22" dur="1" fill="hold">
                                          <p:stCondLst>
                                            <p:cond delay="0"/>
                                          </p:stCondLst>
                                        </p:cTn>
                                        <p:tgtEl>
                                          <p:spTgt spid="29"/>
                                        </p:tgtEl>
                                        <p:attrNameLst>
                                          <p:attrName>style.visibility</p:attrName>
                                        </p:attrNameLst>
                                      </p:cBhvr>
                                      <p:to>
                                        <p:strVal val="visible"/>
                                      </p:to>
                                    </p:set>
                                    <p:animEffect transition="in" filter="fade">
                                      <p:cBhvr>
                                        <p:cTn id="23" dur="500"/>
                                        <p:tgtEl>
                                          <p:spTgt spid="29"/>
                                        </p:tgtEl>
                                      </p:cBhvr>
                                    </p:animEffect>
                                    <p:anim calcmode="lin" valueType="num">
                                      <p:cBhvr>
                                        <p:cTn id="24" dur="500" fill="hold"/>
                                        <p:tgtEl>
                                          <p:spTgt spid="29"/>
                                        </p:tgtEl>
                                        <p:attrNameLst>
                                          <p:attrName>ppt_x</p:attrName>
                                        </p:attrNameLst>
                                      </p:cBhvr>
                                      <p:tavLst>
                                        <p:tav tm="0">
                                          <p:val>
                                            <p:strVal val="#ppt_x"/>
                                          </p:val>
                                        </p:tav>
                                        <p:tav tm="100000">
                                          <p:val>
                                            <p:strVal val="#ppt_x"/>
                                          </p:val>
                                        </p:tav>
                                      </p:tavLst>
                                    </p:anim>
                                    <p:anim calcmode="lin" valueType="num">
                                      <p:cBhvr>
                                        <p:cTn id="25" dur="500" fill="hold"/>
                                        <p:tgtEl>
                                          <p:spTgt spid="29"/>
                                        </p:tgtEl>
                                        <p:attrNameLst>
                                          <p:attrName>ppt_y</p:attrName>
                                        </p:attrNameLst>
                                      </p:cBhvr>
                                      <p:tavLst>
                                        <p:tav tm="0">
                                          <p:val>
                                            <p:strVal val="#ppt_y+.1"/>
                                          </p:val>
                                        </p:tav>
                                        <p:tav tm="100000">
                                          <p:val>
                                            <p:strVal val="#ppt_y"/>
                                          </p:val>
                                        </p:tav>
                                      </p:tavLst>
                                    </p:anim>
                                  </p:childTnLst>
                                </p:cTn>
                              </p:par>
                            </p:childTnLst>
                          </p:cTn>
                        </p:par>
                        <p:par>
                          <p:cTn id="26" fill="hold">
                            <p:stCondLst>
                              <p:cond delay="2000"/>
                            </p:stCondLst>
                            <p:childTnLst>
                              <p:par>
                                <p:cTn id="27" presetID="42" presetClass="entr" presetSubtype="0" fill="hold" grpId="0" nodeType="afterEffect">
                                  <p:stCondLst>
                                    <p:cond delay="0"/>
                                  </p:stCondLst>
                                  <p:childTnLst>
                                    <p:set>
                                      <p:cBhvr>
                                        <p:cTn id="28" dur="1" fill="hold">
                                          <p:stCondLst>
                                            <p:cond delay="0"/>
                                          </p:stCondLst>
                                        </p:cTn>
                                        <p:tgtEl>
                                          <p:spTgt spid="30"/>
                                        </p:tgtEl>
                                        <p:attrNameLst>
                                          <p:attrName>style.visibility</p:attrName>
                                        </p:attrNameLst>
                                      </p:cBhvr>
                                      <p:to>
                                        <p:strVal val="visible"/>
                                      </p:to>
                                    </p:set>
                                    <p:animEffect transition="in" filter="fade">
                                      <p:cBhvr>
                                        <p:cTn id="29" dur="500"/>
                                        <p:tgtEl>
                                          <p:spTgt spid="30"/>
                                        </p:tgtEl>
                                      </p:cBhvr>
                                    </p:animEffect>
                                    <p:anim calcmode="lin" valueType="num">
                                      <p:cBhvr>
                                        <p:cTn id="30" dur="500" fill="hold"/>
                                        <p:tgtEl>
                                          <p:spTgt spid="30"/>
                                        </p:tgtEl>
                                        <p:attrNameLst>
                                          <p:attrName>ppt_x</p:attrName>
                                        </p:attrNameLst>
                                      </p:cBhvr>
                                      <p:tavLst>
                                        <p:tav tm="0">
                                          <p:val>
                                            <p:strVal val="#ppt_x"/>
                                          </p:val>
                                        </p:tav>
                                        <p:tav tm="100000">
                                          <p:val>
                                            <p:strVal val="#ppt_x"/>
                                          </p:val>
                                        </p:tav>
                                      </p:tavLst>
                                    </p:anim>
                                    <p:anim calcmode="lin" valueType="num">
                                      <p:cBhvr>
                                        <p:cTn id="31" dur="500" fill="hold"/>
                                        <p:tgtEl>
                                          <p:spTgt spid="30"/>
                                        </p:tgtEl>
                                        <p:attrNameLst>
                                          <p:attrName>ppt_y</p:attrName>
                                        </p:attrNameLst>
                                      </p:cBhvr>
                                      <p:tavLst>
                                        <p:tav tm="0">
                                          <p:val>
                                            <p:strVal val="#ppt_y+.1"/>
                                          </p:val>
                                        </p:tav>
                                        <p:tav tm="100000">
                                          <p:val>
                                            <p:strVal val="#ppt_y"/>
                                          </p:val>
                                        </p:tav>
                                      </p:tavLst>
                                    </p:anim>
                                  </p:childTnLst>
                                </p:cTn>
                              </p:par>
                            </p:childTnLst>
                          </p:cTn>
                        </p:par>
                        <p:par>
                          <p:cTn id="32" fill="hold">
                            <p:stCondLst>
                              <p:cond delay="2500"/>
                            </p:stCondLst>
                            <p:childTnLst>
                              <p:par>
                                <p:cTn id="33" presetID="42" presetClass="entr" presetSubtype="0" fill="hold" grpId="0" nodeType="afterEffect">
                                  <p:stCondLst>
                                    <p:cond delay="0"/>
                                  </p:stCondLst>
                                  <p:childTnLst>
                                    <p:set>
                                      <p:cBhvr>
                                        <p:cTn id="34" dur="1" fill="hold">
                                          <p:stCondLst>
                                            <p:cond delay="0"/>
                                          </p:stCondLst>
                                        </p:cTn>
                                        <p:tgtEl>
                                          <p:spTgt spid="31"/>
                                        </p:tgtEl>
                                        <p:attrNameLst>
                                          <p:attrName>style.visibility</p:attrName>
                                        </p:attrNameLst>
                                      </p:cBhvr>
                                      <p:to>
                                        <p:strVal val="visible"/>
                                      </p:to>
                                    </p:set>
                                    <p:animEffect transition="in" filter="fade">
                                      <p:cBhvr>
                                        <p:cTn id="35" dur="500"/>
                                        <p:tgtEl>
                                          <p:spTgt spid="31"/>
                                        </p:tgtEl>
                                      </p:cBhvr>
                                    </p:animEffect>
                                    <p:anim calcmode="lin" valueType="num">
                                      <p:cBhvr>
                                        <p:cTn id="36" dur="500" fill="hold"/>
                                        <p:tgtEl>
                                          <p:spTgt spid="31"/>
                                        </p:tgtEl>
                                        <p:attrNameLst>
                                          <p:attrName>ppt_x</p:attrName>
                                        </p:attrNameLst>
                                      </p:cBhvr>
                                      <p:tavLst>
                                        <p:tav tm="0">
                                          <p:val>
                                            <p:strVal val="#ppt_x"/>
                                          </p:val>
                                        </p:tav>
                                        <p:tav tm="100000">
                                          <p:val>
                                            <p:strVal val="#ppt_x"/>
                                          </p:val>
                                        </p:tav>
                                      </p:tavLst>
                                    </p:anim>
                                    <p:anim calcmode="lin" valueType="num">
                                      <p:cBhvr>
                                        <p:cTn id="37" dur="500" fill="hold"/>
                                        <p:tgtEl>
                                          <p:spTgt spid="31"/>
                                        </p:tgtEl>
                                        <p:attrNameLst>
                                          <p:attrName>ppt_y</p:attrName>
                                        </p:attrNameLst>
                                      </p:cBhvr>
                                      <p:tavLst>
                                        <p:tav tm="0">
                                          <p:val>
                                            <p:strVal val="#ppt_y+.1"/>
                                          </p:val>
                                        </p:tav>
                                        <p:tav tm="100000">
                                          <p:val>
                                            <p:strVal val="#ppt_y"/>
                                          </p:val>
                                        </p:tav>
                                      </p:tavLst>
                                    </p:anim>
                                  </p:childTnLst>
                                </p:cTn>
                              </p:par>
                            </p:childTnLst>
                          </p:cTn>
                        </p:par>
                        <p:par>
                          <p:cTn id="38" fill="hold">
                            <p:stCondLst>
                              <p:cond delay="3000"/>
                            </p:stCondLst>
                            <p:childTnLst>
                              <p:par>
                                <p:cTn id="39" presetID="22" presetClass="entr" presetSubtype="8" fill="hold" nodeType="afterEffect">
                                  <p:stCondLst>
                                    <p:cond delay="0"/>
                                  </p:stCondLst>
                                  <p:childTnLst>
                                    <p:set>
                                      <p:cBhvr>
                                        <p:cTn id="40" dur="1" fill="hold">
                                          <p:stCondLst>
                                            <p:cond delay="0"/>
                                          </p:stCondLst>
                                        </p:cTn>
                                        <p:tgtEl>
                                          <p:spTgt spid="6"/>
                                        </p:tgtEl>
                                        <p:attrNameLst>
                                          <p:attrName>style.visibility</p:attrName>
                                        </p:attrNameLst>
                                      </p:cBhvr>
                                      <p:to>
                                        <p:strVal val="visible"/>
                                      </p:to>
                                    </p:set>
                                    <p:animEffect transition="in" filter="wipe(left)">
                                      <p:cBhvr>
                                        <p:cTn id="41"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18" grpId="0" build="p">
        <p:tmplLst>
          <p:tmpl lvl="1">
            <p:tnLst>
              <p:par>
                <p:cTn presetID="42" presetClass="entr" presetSubtype="0" fill="hold" nodeType="afterEffect">
                  <p:stCondLst>
                    <p:cond delay="0"/>
                  </p:stCondLst>
                  <p:childTnLst>
                    <p:set>
                      <p:cBhvr>
                        <p:cTn dur="1" fill="hold">
                          <p:stCondLst>
                            <p:cond delay="0"/>
                          </p:stCondLst>
                        </p:cTn>
                        <p:tgtEl>
                          <p:spTgt spid="18"/>
                        </p:tgtEl>
                        <p:attrNameLst>
                          <p:attrName>style.visibility</p:attrName>
                        </p:attrNameLst>
                      </p:cBhvr>
                      <p:to>
                        <p:strVal val="visible"/>
                      </p:to>
                    </p:set>
                    <p:animEffect transition="in" filter="fade">
                      <p:cBhvr>
                        <p:cTn dur="500"/>
                        <p:tgtEl>
                          <p:spTgt spid="18"/>
                        </p:tgtEl>
                      </p:cBhvr>
                    </p:animEffect>
                    <p:anim calcmode="lin" valueType="num">
                      <p:cBhvr>
                        <p:cTn dur="500" fill="hold"/>
                        <p:tgtEl>
                          <p:spTgt spid="18"/>
                        </p:tgtEl>
                        <p:attrNameLst>
                          <p:attrName>ppt_x</p:attrName>
                        </p:attrNameLst>
                      </p:cBhvr>
                      <p:tavLst>
                        <p:tav tm="0">
                          <p:val>
                            <p:strVal val="#ppt_x"/>
                          </p:val>
                        </p:tav>
                        <p:tav tm="100000">
                          <p:val>
                            <p:strVal val="#ppt_x"/>
                          </p:val>
                        </p:tav>
                      </p:tavLst>
                    </p:anim>
                    <p:anim calcmode="lin" valueType="num">
                      <p:cBhvr>
                        <p:cTn dur="500" fill="hold"/>
                        <p:tgtEl>
                          <p:spTgt spid="18"/>
                        </p:tgtEl>
                        <p:attrNameLst>
                          <p:attrName>ppt_y</p:attrName>
                        </p:attrNameLst>
                      </p:cBhvr>
                      <p:tavLst>
                        <p:tav tm="0">
                          <p:val>
                            <p:strVal val="#ppt_y+.1"/>
                          </p:val>
                        </p:tav>
                        <p:tav tm="100000">
                          <p:val>
                            <p:strVal val="#ppt_y"/>
                          </p:val>
                        </p:tav>
                      </p:tavLst>
                    </p:anim>
                  </p:childTnLst>
                </p:cTn>
              </p:par>
            </p:tnLst>
          </p:tmpl>
        </p:tmplLst>
      </p:bldP>
      <p:bldP spid="28" grpId="0" animBg="1"/>
      <p:bldP spid="29" grpId="0" animBg="1"/>
      <p:bldP spid="30" grpId="0" animBg="1"/>
      <p:bldP spid="31" grpId="0" animBg="1"/>
    </p:bldLst>
  </p:timing>
</p:sldLayout>
</file>

<file path=ppt/slideLayouts/slideLayout573.xml><?xml version="1.0" encoding="utf-8"?>
<p:sldLayout xmlns:a="http://schemas.openxmlformats.org/drawingml/2006/main" xmlns:r="http://schemas.openxmlformats.org/officeDocument/2006/relationships" xmlns:p="http://schemas.openxmlformats.org/presentationml/2006/main" preserve="1" userDrawn="1">
  <p:cSld name="19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2549236"/>
            <a:ext cx="4605193" cy="1683329"/>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8" name="Text Placeholder 2"/>
          <p:cNvSpPr>
            <a:spLocks noGrp="1"/>
          </p:cNvSpPr>
          <p:nvPr>
            <p:ph type="body" idx="1"/>
          </p:nvPr>
        </p:nvSpPr>
        <p:spPr>
          <a:xfrm>
            <a:off x="479424" y="4418436"/>
            <a:ext cx="4605193"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Tree>
    <p:extLst>
      <p:ext uri="{BB962C8B-B14F-4D97-AF65-F5344CB8AC3E}">
        <p14:creationId xmlns:p14="http://schemas.microsoft.com/office/powerpoint/2010/main" val="19936986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42" presetClass="entr" presetSubtype="0" fill="hold" grpId="0" nodeType="afterEffect">
                                  <p:stCondLst>
                                    <p:cond delay="0"/>
                                  </p:stCondLst>
                                  <p:childTnLst>
                                    <p:set>
                                      <p:cBhvr>
                                        <p:cTn id="10" dur="1" fill="hold">
                                          <p:stCondLst>
                                            <p:cond delay="0"/>
                                          </p:stCondLst>
                                        </p:cTn>
                                        <p:tgtEl>
                                          <p:spTgt spid="8">
                                            <p:txEl>
                                              <p:pRg st="0" end="0"/>
                                            </p:txEl>
                                          </p:spTgt>
                                        </p:tgtEl>
                                        <p:attrNameLst>
                                          <p:attrName>style.visibility</p:attrName>
                                        </p:attrNameLst>
                                      </p:cBhvr>
                                      <p:to>
                                        <p:strVal val="visible"/>
                                      </p:to>
                                    </p:set>
                                    <p:animEffect transition="in" filter="fade">
                                      <p:cBhvr>
                                        <p:cTn id="11" dur="500"/>
                                        <p:tgtEl>
                                          <p:spTgt spid="8">
                                            <p:txEl>
                                              <p:pRg st="0" end="0"/>
                                            </p:txEl>
                                          </p:spTgt>
                                        </p:tgtEl>
                                      </p:cBhvr>
                                    </p:animEffect>
                                    <p:anim calcmode="lin" valueType="num">
                                      <p:cBhvr>
                                        <p:cTn id="12"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57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smtClean="0"/>
              <a:t>Click to edit Master title style</a:t>
            </a:r>
            <a:endParaRPr lang="en-AU"/>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5" name="Footer Placeholder 4"/>
          <p:cNvSpPr>
            <a:spLocks noGrp="1"/>
          </p:cNvSpPr>
          <p:nvPr>
            <p:ph type="ftr" sz="quarter" idx="11"/>
          </p:nvPr>
        </p:nvSpPr>
        <p:spPr/>
        <p:txBody>
          <a:bodyPr/>
          <a:lstStyle/>
          <a:p>
            <a:endParaRPr lang="en-AU">
              <a:solidFill>
                <a:prstClr val="black">
                  <a:tint val="75000"/>
                </a:prstClr>
              </a:solidFill>
            </a:endParaRPr>
          </a:p>
        </p:txBody>
      </p:sp>
      <p:sp>
        <p:nvSpPr>
          <p:cNvPr id="6" name="Slide Number Placeholder 5"/>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173323700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57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AU"/>
          </a:p>
        </p:txBody>
      </p:sp>
      <p:sp>
        <p:nvSpPr>
          <p:cNvPr id="3" name="Content Placeholder 2"/>
          <p:cNvSpPr>
            <a:spLocks noGrp="1"/>
          </p:cNvSpPr>
          <p:nvPr>
            <p:ph sz="half" idx="1"/>
          </p:nvPr>
        </p:nvSpPr>
        <p:spPr>
          <a:xfrm>
            <a:off x="838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4" name="Content Placeholder 3"/>
          <p:cNvSpPr>
            <a:spLocks noGrp="1"/>
          </p:cNvSpPr>
          <p:nvPr>
            <p:ph sz="half" idx="2"/>
          </p:nvPr>
        </p:nvSpPr>
        <p:spPr>
          <a:xfrm>
            <a:off x="6172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5" name="Date Placeholder 4"/>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6" name="Footer Placeholder 5"/>
          <p:cNvSpPr>
            <a:spLocks noGrp="1"/>
          </p:cNvSpPr>
          <p:nvPr>
            <p:ph type="ftr" sz="quarter" idx="11"/>
          </p:nvPr>
        </p:nvSpPr>
        <p:spPr/>
        <p:txBody>
          <a:bodyPr/>
          <a:lstStyle/>
          <a:p>
            <a:endParaRPr lang="en-AU">
              <a:solidFill>
                <a:prstClr val="black">
                  <a:tint val="75000"/>
                </a:prstClr>
              </a:solidFill>
            </a:endParaRPr>
          </a:p>
        </p:txBody>
      </p:sp>
      <p:sp>
        <p:nvSpPr>
          <p:cNvPr id="7" name="Slide Number Placeholder 6"/>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388085007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57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smtClean="0"/>
              <a:t>Click to edit Master title style</a:t>
            </a:r>
            <a:endParaRPr lang="en-AU"/>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7" name="Date Placeholder 6"/>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8" name="Footer Placeholder 7"/>
          <p:cNvSpPr>
            <a:spLocks noGrp="1"/>
          </p:cNvSpPr>
          <p:nvPr>
            <p:ph type="ftr" sz="quarter" idx="11"/>
          </p:nvPr>
        </p:nvSpPr>
        <p:spPr/>
        <p:txBody>
          <a:bodyPr/>
          <a:lstStyle/>
          <a:p>
            <a:endParaRPr lang="en-AU">
              <a:solidFill>
                <a:prstClr val="black">
                  <a:tint val="75000"/>
                </a:prstClr>
              </a:solidFill>
            </a:endParaRPr>
          </a:p>
        </p:txBody>
      </p:sp>
      <p:sp>
        <p:nvSpPr>
          <p:cNvPr id="9" name="Slide Number Placeholder 8"/>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17066711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57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AU"/>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406006260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57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3" name="Footer Placeholder 2"/>
          <p:cNvSpPr>
            <a:spLocks noGrp="1"/>
          </p:cNvSpPr>
          <p:nvPr>
            <p:ph type="ftr" sz="quarter" idx="11"/>
          </p:nvPr>
        </p:nvSpPr>
        <p:spPr/>
        <p:txBody>
          <a:bodyPr/>
          <a:lstStyle/>
          <a:p>
            <a:endParaRPr lang="en-AU">
              <a:solidFill>
                <a:prstClr val="black">
                  <a:tint val="75000"/>
                </a:prstClr>
              </a:solidFill>
            </a:endParaRPr>
          </a:p>
        </p:txBody>
      </p:sp>
      <p:sp>
        <p:nvSpPr>
          <p:cNvPr id="4" name="Slide Number Placeholder 3"/>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208679613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57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AU"/>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6" name="Footer Placeholder 5"/>
          <p:cNvSpPr>
            <a:spLocks noGrp="1"/>
          </p:cNvSpPr>
          <p:nvPr>
            <p:ph type="ftr" sz="quarter" idx="11"/>
          </p:nvPr>
        </p:nvSpPr>
        <p:spPr/>
        <p:txBody>
          <a:bodyPr/>
          <a:lstStyle/>
          <a:p>
            <a:endParaRPr lang="en-AU">
              <a:solidFill>
                <a:prstClr val="black">
                  <a:tint val="75000"/>
                </a:prstClr>
              </a:solidFill>
            </a:endParaRPr>
          </a:p>
        </p:txBody>
      </p:sp>
      <p:sp>
        <p:nvSpPr>
          <p:cNvPr id="7" name="Slide Number Placeholder 6"/>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103891951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58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AU"/>
          </a:p>
        </p:txBody>
      </p:sp>
      <p:sp>
        <p:nvSpPr>
          <p:cNvPr id="3" name="Picture Placeholder 2"/>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AU"/>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6" name="Footer Placeholder 5"/>
          <p:cNvSpPr>
            <a:spLocks noGrp="1"/>
          </p:cNvSpPr>
          <p:nvPr>
            <p:ph type="ftr" sz="quarter" idx="11"/>
          </p:nvPr>
        </p:nvSpPr>
        <p:spPr/>
        <p:txBody>
          <a:bodyPr/>
          <a:lstStyle/>
          <a:p>
            <a:endParaRPr lang="en-AU">
              <a:solidFill>
                <a:prstClr val="black">
                  <a:tint val="75000"/>
                </a:prstClr>
              </a:solidFill>
            </a:endParaRPr>
          </a:p>
        </p:txBody>
      </p:sp>
      <p:sp>
        <p:nvSpPr>
          <p:cNvPr id="7" name="Slide Number Placeholder 6"/>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70000955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58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AU"/>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4" name="Date Placeholder 3"/>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5" name="Footer Placeholder 4"/>
          <p:cNvSpPr>
            <a:spLocks noGrp="1"/>
          </p:cNvSpPr>
          <p:nvPr>
            <p:ph type="ftr" sz="quarter" idx="11"/>
          </p:nvPr>
        </p:nvSpPr>
        <p:spPr/>
        <p:txBody>
          <a:bodyPr/>
          <a:lstStyle/>
          <a:p>
            <a:endParaRPr lang="en-AU">
              <a:solidFill>
                <a:prstClr val="black">
                  <a:tint val="75000"/>
                </a:prstClr>
              </a:solidFill>
            </a:endParaRPr>
          </a:p>
        </p:txBody>
      </p:sp>
      <p:sp>
        <p:nvSpPr>
          <p:cNvPr id="6" name="Slide Number Placeholder 5"/>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398680462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58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smtClean="0"/>
              <a:t>Click to edit Master title style</a:t>
            </a:r>
            <a:endParaRPr lang="en-AU"/>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4" name="Date Placeholder 3"/>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5" name="Footer Placeholder 4"/>
          <p:cNvSpPr>
            <a:spLocks noGrp="1"/>
          </p:cNvSpPr>
          <p:nvPr>
            <p:ph type="ftr" sz="quarter" idx="11"/>
          </p:nvPr>
        </p:nvSpPr>
        <p:spPr/>
        <p:txBody>
          <a:bodyPr/>
          <a:lstStyle/>
          <a:p>
            <a:endParaRPr lang="en-AU">
              <a:solidFill>
                <a:prstClr val="black">
                  <a:tint val="75000"/>
                </a:prstClr>
              </a:solidFill>
            </a:endParaRPr>
          </a:p>
        </p:txBody>
      </p:sp>
      <p:sp>
        <p:nvSpPr>
          <p:cNvPr id="6" name="Slide Number Placeholder 5"/>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43402210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583.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
        <p:nvSpPr>
          <p:cNvPr id="8" name="Picture Placeholder 7"/>
          <p:cNvSpPr>
            <a:spLocks noGrp="1"/>
          </p:cNvSpPr>
          <p:nvPr>
            <p:ph type="pic" sz="quarter" idx="13"/>
          </p:nvPr>
        </p:nvSpPr>
        <p:spPr>
          <a:xfrm>
            <a:off x="0" y="0"/>
            <a:ext cx="12192000" cy="6858000"/>
          </a:xfrm>
          <a:solidFill>
            <a:schemeClr val="bg1">
              <a:lumMod val="85000"/>
            </a:schemeClr>
          </a:solidFill>
        </p:spPr>
        <p:txBody>
          <a:bodyPr/>
          <a:lstStyle/>
          <a:p>
            <a:endParaRPr lang="en-AU"/>
          </a:p>
        </p:txBody>
      </p:sp>
      <p:sp>
        <p:nvSpPr>
          <p:cNvPr id="9" name="Picture Placeholder 7"/>
          <p:cNvSpPr>
            <a:spLocks noGrp="1"/>
          </p:cNvSpPr>
          <p:nvPr>
            <p:ph type="pic" sz="quarter" idx="14"/>
          </p:nvPr>
        </p:nvSpPr>
        <p:spPr>
          <a:xfrm>
            <a:off x="3028950" y="1943100"/>
            <a:ext cx="6096000" cy="4914900"/>
          </a:xfrm>
          <a:solidFill>
            <a:schemeClr val="bg2">
              <a:lumMod val="25000"/>
            </a:schemeClr>
          </a:solidFill>
        </p:spPr>
        <p:txBody>
          <a:bodyPr/>
          <a:lstStyle/>
          <a:p>
            <a:endParaRPr lang="en-AU"/>
          </a:p>
        </p:txBody>
      </p:sp>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smtClean="0"/>
              <a:t>Click to edit Master title style</a:t>
            </a:r>
            <a:endParaRPr lang="en-AU"/>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smtClean="0"/>
              <a:t>Click to edit Master subtitle style</a:t>
            </a:r>
            <a:endParaRPr lang="en-AU" dirty="0"/>
          </a:p>
        </p:txBody>
      </p:sp>
      <p:sp>
        <p:nvSpPr>
          <p:cNvPr id="4" name="Date Placeholder 3"/>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5" name="Footer Placeholder 4"/>
          <p:cNvSpPr>
            <a:spLocks noGrp="1"/>
          </p:cNvSpPr>
          <p:nvPr>
            <p:ph type="ftr" sz="quarter" idx="11"/>
          </p:nvPr>
        </p:nvSpPr>
        <p:spPr/>
        <p:txBody>
          <a:bodyPr/>
          <a:lstStyle/>
          <a:p>
            <a:endParaRPr lang="en-AU">
              <a:solidFill>
                <a:prstClr val="black">
                  <a:tint val="75000"/>
                </a:prstClr>
              </a:solidFill>
            </a:endParaRPr>
          </a:p>
        </p:txBody>
      </p:sp>
      <p:sp>
        <p:nvSpPr>
          <p:cNvPr id="6" name="Slide Number Placeholder 5"/>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91684606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after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wipe(down)">
                                      <p:cBhvr>
                                        <p:cTn id="7" dur="500"/>
                                        <p:tgtEl>
                                          <p:spTgt spid="9"/>
                                        </p:tgtEl>
                                      </p:cBhvr>
                                    </p:animEffect>
                                  </p:childTnLst>
                                </p:cTn>
                              </p:par>
                            </p:childTnLst>
                          </p:cTn>
                        </p:par>
                        <p:par>
                          <p:cTn id="8" fill="hold">
                            <p:stCondLst>
                              <p:cond delay="500"/>
                            </p:stCondLst>
                            <p:childTnLst>
                              <p:par>
                                <p:cTn id="9" presetID="42"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anim calcmode="lin" valueType="num">
                                      <p:cBhvr>
                                        <p:cTn id="12" dur="500" fill="hold"/>
                                        <p:tgtEl>
                                          <p:spTgt spid="2"/>
                                        </p:tgtEl>
                                        <p:attrNameLst>
                                          <p:attrName>ppt_x</p:attrName>
                                        </p:attrNameLst>
                                      </p:cBhvr>
                                      <p:tavLst>
                                        <p:tav tm="0">
                                          <p:val>
                                            <p:strVal val="#ppt_x"/>
                                          </p:val>
                                        </p:tav>
                                        <p:tav tm="100000">
                                          <p:val>
                                            <p:strVal val="#ppt_x"/>
                                          </p:val>
                                        </p:tav>
                                      </p:tavLst>
                                    </p:anim>
                                    <p:anim calcmode="lin" valueType="num">
                                      <p:cBhvr>
                                        <p:cTn id="13" dur="500" fill="hold"/>
                                        <p:tgtEl>
                                          <p:spTgt spid="2"/>
                                        </p:tgtEl>
                                        <p:attrNameLst>
                                          <p:attrName>ppt_y</p:attrName>
                                        </p:attrNameLst>
                                      </p:cBhvr>
                                      <p:tavLst>
                                        <p:tav tm="0">
                                          <p:val>
                                            <p:strVal val="#ppt_y+.1"/>
                                          </p:val>
                                        </p:tav>
                                        <p:tav tm="100000">
                                          <p:val>
                                            <p:strVal val="#ppt_y"/>
                                          </p:val>
                                        </p:tav>
                                      </p:tavLst>
                                    </p:anim>
                                  </p:childTnLst>
                                </p:cTn>
                              </p:par>
                            </p:childTnLst>
                          </p:cTn>
                        </p:par>
                        <p:par>
                          <p:cTn id="14" fill="hold">
                            <p:stCondLst>
                              <p:cond delay="1000"/>
                            </p:stCondLst>
                            <p:childTnLst>
                              <p:par>
                                <p:cTn id="15" presetID="10" presetClass="entr" presetSubtype="0" fill="hold" grpId="0" nodeType="afterEffect">
                                  <p:stCondLst>
                                    <p:cond delay="0"/>
                                  </p:stCondLst>
                                  <p:childTnLst>
                                    <p:set>
                                      <p:cBhvr>
                                        <p:cTn id="16" dur="1" fill="hold">
                                          <p:stCondLst>
                                            <p:cond delay="0"/>
                                          </p:stCondLst>
                                        </p:cTn>
                                        <p:tgtEl>
                                          <p:spTgt spid="3">
                                            <p:txEl>
                                              <p:pRg st="0" end="0"/>
                                            </p:txEl>
                                          </p:spTgt>
                                        </p:tgtEl>
                                        <p:attrNameLst>
                                          <p:attrName>style.visibility</p:attrName>
                                        </p:attrNameLst>
                                      </p:cBhvr>
                                      <p:to>
                                        <p:strVal val="visible"/>
                                      </p:to>
                                    </p:set>
                                    <p:animEffect transition="in" filter="fade">
                                      <p:cBhvr>
                                        <p:cTn id="17" dur="500"/>
                                        <p:tgtEl>
                                          <p:spTgt spid="3">
                                            <p:txEl>
                                              <p:pRg st="0" end="0"/>
                                            </p:txEl>
                                          </p:spTgt>
                                        </p:tgtEl>
                                      </p:cBhvr>
                                    </p:animEffect>
                                  </p:childTnLst>
                                </p:cTn>
                              </p:par>
                            </p:childTnLst>
                          </p:cTn>
                        </p:par>
                        <p:par>
                          <p:cTn id="18" fill="hold">
                            <p:stCondLst>
                              <p:cond delay="1500"/>
                            </p:stCondLst>
                            <p:childTnLst>
                              <p:par>
                                <p:cTn id="19" presetID="53" presetClass="entr" presetSubtype="16" fill="hold" grpId="0" nodeType="afterEffect">
                                  <p:stCondLst>
                                    <p:cond delay="0"/>
                                  </p:stCondLst>
                                  <p:childTnLst>
                                    <p:set>
                                      <p:cBhvr>
                                        <p:cTn id="20" dur="1" fill="hold">
                                          <p:stCondLst>
                                            <p:cond delay="0"/>
                                          </p:stCondLst>
                                        </p:cTn>
                                        <p:tgtEl>
                                          <p:spTgt spid="8"/>
                                        </p:tgtEl>
                                        <p:attrNameLst>
                                          <p:attrName>style.visibility</p:attrName>
                                        </p:attrNameLst>
                                      </p:cBhvr>
                                      <p:to>
                                        <p:strVal val="visible"/>
                                      </p:to>
                                    </p:set>
                                    <p:anim calcmode="lin" valueType="num">
                                      <p:cBhvr>
                                        <p:cTn id="21" dur="500" fill="hold"/>
                                        <p:tgtEl>
                                          <p:spTgt spid="8"/>
                                        </p:tgtEl>
                                        <p:attrNameLst>
                                          <p:attrName>ppt_w</p:attrName>
                                        </p:attrNameLst>
                                      </p:cBhvr>
                                      <p:tavLst>
                                        <p:tav tm="0">
                                          <p:val>
                                            <p:fltVal val="0"/>
                                          </p:val>
                                        </p:tav>
                                        <p:tav tm="100000">
                                          <p:val>
                                            <p:strVal val="#ppt_w"/>
                                          </p:val>
                                        </p:tav>
                                      </p:tavLst>
                                    </p:anim>
                                    <p:anim calcmode="lin" valueType="num">
                                      <p:cBhvr>
                                        <p:cTn id="22" dur="500" fill="hold"/>
                                        <p:tgtEl>
                                          <p:spTgt spid="8"/>
                                        </p:tgtEl>
                                        <p:attrNameLst>
                                          <p:attrName>ppt_h</p:attrName>
                                        </p:attrNameLst>
                                      </p:cBhvr>
                                      <p:tavLst>
                                        <p:tav tm="0">
                                          <p:val>
                                            <p:fltVal val="0"/>
                                          </p:val>
                                        </p:tav>
                                        <p:tav tm="100000">
                                          <p:val>
                                            <p:strVal val="#ppt_h"/>
                                          </p:val>
                                        </p:tav>
                                      </p:tavLst>
                                    </p:anim>
                                    <p:animEffect transition="in" filter="fade">
                                      <p:cBhvr>
                                        <p:cTn id="23"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P spid="2" grpId="0"/>
      <p:bldP spid="3" grpId="0" build="p">
        <p:tmplLst>
          <p:tmpl lvl="1">
            <p:tnLst>
              <p:par>
                <p:cTn presetID="10" presetClass="entr" presetSubtype="0" fill="hold" nodeType="afterEffect">
                  <p:stCondLst>
                    <p:cond delay="0"/>
                  </p:stCondLst>
                  <p:childTnLst>
                    <p:set>
                      <p:cBhvr>
                        <p:cTn dur="1" fill="hold">
                          <p:stCondLst>
                            <p:cond delay="0"/>
                          </p:stCondLst>
                        </p:cTn>
                        <p:tgtEl>
                          <p:spTgt spid="3"/>
                        </p:tgtEl>
                        <p:attrNameLst>
                          <p:attrName>style.visibility</p:attrName>
                        </p:attrNameLst>
                      </p:cBhvr>
                      <p:to>
                        <p:strVal val="visible"/>
                      </p:to>
                    </p:set>
                    <p:animEffect transition="in" filter="fade">
                      <p:cBhvr>
                        <p:cTn dur="500"/>
                        <p:tgtEl>
                          <p:spTgt spid="3"/>
                        </p:tgtEl>
                      </p:cBhvr>
                    </p:animEffect>
                  </p:childTnLst>
                </p:cTn>
              </p:par>
            </p:tnLst>
          </p:tmpl>
        </p:tmplLst>
      </p:bldP>
    </p:bldLst>
  </p:timing>
</p:sldLayout>
</file>

<file path=ppt/slideLayouts/slideLayout584.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1778000" y="1996719"/>
            <a:ext cx="4307472" cy="839020"/>
          </a:xfrm>
        </p:spPr>
        <p:txBody>
          <a:bodyPr>
            <a:noAutofit/>
          </a:bodyPr>
          <a:lstStyle>
            <a:lvl1pPr algn="r">
              <a:defRPr sz="6000">
                <a:solidFill>
                  <a:schemeClr val="tx1">
                    <a:lumMod val="75000"/>
                    <a:lumOff val="25000"/>
                  </a:schemeClr>
                </a:solidFill>
              </a:defRPr>
            </a:lvl1pPr>
          </a:lstStyle>
          <a:p>
            <a:r>
              <a:rPr lang="id-ID" dirty="0" smtClean="0"/>
              <a:t>TITLE</a:t>
            </a:r>
            <a:endParaRPr lang="en-AU" dirty="0"/>
          </a:p>
        </p:txBody>
      </p:sp>
      <p:sp>
        <p:nvSpPr>
          <p:cNvPr id="3" name="Content Placeholder 2"/>
          <p:cNvSpPr>
            <a:spLocks noGrp="1"/>
          </p:cNvSpPr>
          <p:nvPr>
            <p:ph idx="1"/>
          </p:nvPr>
        </p:nvSpPr>
        <p:spPr>
          <a:xfrm>
            <a:off x="1788528" y="2758235"/>
            <a:ext cx="4307472" cy="1425158"/>
          </a:xfrm>
        </p:spPr>
        <p:txBody>
          <a:bodyPr>
            <a:normAutofit/>
          </a:bodyPr>
          <a:lstStyle>
            <a:lvl1pPr algn="r">
              <a:defRPr sz="2000">
                <a:solidFill>
                  <a:schemeClr val="tx1">
                    <a:lumMod val="50000"/>
                    <a:lumOff val="50000"/>
                  </a:schemeClr>
                </a:solidFill>
              </a:defRPr>
            </a:lvl1pPr>
          </a:lstStyle>
          <a:p>
            <a:pPr lvl="0"/>
            <a:r>
              <a:rPr lang="en-US" dirty="0" smtClean="0"/>
              <a:t>Click to edit Master text styles</a:t>
            </a:r>
          </a:p>
        </p:txBody>
      </p:sp>
      <p:sp>
        <p:nvSpPr>
          <p:cNvPr id="4" name="Date Placeholder 3"/>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5" name="Footer Placeholder 4"/>
          <p:cNvSpPr>
            <a:spLocks noGrp="1"/>
          </p:cNvSpPr>
          <p:nvPr>
            <p:ph type="ftr" sz="quarter" idx="11"/>
          </p:nvPr>
        </p:nvSpPr>
        <p:spPr/>
        <p:txBody>
          <a:bodyPr/>
          <a:lstStyle/>
          <a:p>
            <a:endParaRPr lang="en-AU">
              <a:solidFill>
                <a:prstClr val="black">
                  <a:tint val="75000"/>
                </a:prstClr>
              </a:solidFill>
            </a:endParaRPr>
          </a:p>
        </p:txBody>
      </p:sp>
      <p:sp>
        <p:nvSpPr>
          <p:cNvPr id="6" name="Slide Number Placeholder 5"/>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8" name="Picture Placeholder 7"/>
          <p:cNvSpPr>
            <a:spLocks noGrp="1"/>
          </p:cNvSpPr>
          <p:nvPr>
            <p:ph type="pic" sz="quarter" idx="13" hasCustomPrompt="1"/>
          </p:nvPr>
        </p:nvSpPr>
        <p:spPr>
          <a:xfrm>
            <a:off x="0" y="0"/>
            <a:ext cx="12192000" cy="1989138"/>
          </a:xfrm>
          <a:solidFill>
            <a:schemeClr val="bg1">
              <a:lumMod val="85000"/>
            </a:schemeClr>
          </a:solidFill>
        </p:spPr>
        <p:txBody>
          <a:bodyPr>
            <a:normAutofit/>
          </a:bodyPr>
          <a:lstStyle>
            <a:lvl1pPr>
              <a:defRPr sz="1000"/>
            </a:lvl1pPr>
          </a:lstStyle>
          <a:p>
            <a:r>
              <a:rPr lang="id-ID" dirty="0" smtClean="0"/>
              <a:t>Pic here</a:t>
            </a:r>
            <a:endParaRPr lang="en-AU" dirty="0"/>
          </a:p>
        </p:txBody>
      </p:sp>
      <p:sp>
        <p:nvSpPr>
          <p:cNvPr id="10" name="Picture Placeholder 9"/>
          <p:cNvSpPr>
            <a:spLocks noGrp="1"/>
          </p:cNvSpPr>
          <p:nvPr>
            <p:ph type="pic" sz="quarter" idx="14"/>
          </p:nvPr>
        </p:nvSpPr>
        <p:spPr>
          <a:xfrm rot="21079909">
            <a:off x="7010400" y="1587500"/>
            <a:ext cx="1976438" cy="1976438"/>
          </a:xfrm>
          <a:solidFill>
            <a:schemeClr val="bg1">
              <a:lumMod val="75000"/>
            </a:schemeClr>
          </a:solidFill>
        </p:spPr>
        <p:txBody>
          <a:bodyPr/>
          <a:lstStyle/>
          <a:p>
            <a:endParaRPr lang="en-AU"/>
          </a:p>
        </p:txBody>
      </p:sp>
      <p:sp>
        <p:nvSpPr>
          <p:cNvPr id="16" name="Picture Placeholder 15"/>
          <p:cNvSpPr>
            <a:spLocks noGrp="1"/>
          </p:cNvSpPr>
          <p:nvPr>
            <p:ph type="pic" sz="quarter" idx="16" hasCustomPrompt="1"/>
          </p:nvPr>
        </p:nvSpPr>
        <p:spPr>
          <a:xfrm>
            <a:off x="7010400" y="1583575"/>
            <a:ext cx="1976438" cy="63291"/>
          </a:xfrm>
          <a:solidFill>
            <a:schemeClr val="accent1"/>
          </a:solidFill>
        </p:spPr>
        <p:txBody>
          <a:bodyPr>
            <a:noAutofit/>
          </a:bodyPr>
          <a:lstStyle>
            <a:lvl1pPr algn="r">
              <a:defRPr sz="500"/>
            </a:lvl1pPr>
          </a:lstStyle>
          <a:p>
            <a:r>
              <a:rPr lang="id-ID" dirty="0" smtClean="0"/>
              <a:t>Nopic</a:t>
            </a:r>
            <a:endParaRPr lang="en-AU" dirty="0"/>
          </a:p>
        </p:txBody>
      </p:sp>
      <p:sp>
        <p:nvSpPr>
          <p:cNvPr id="18" name="Picture Placeholder 15"/>
          <p:cNvSpPr>
            <a:spLocks noGrp="1"/>
          </p:cNvSpPr>
          <p:nvPr>
            <p:ph type="pic" sz="quarter" idx="17" hasCustomPrompt="1"/>
          </p:nvPr>
        </p:nvSpPr>
        <p:spPr>
          <a:xfrm rot="16200000">
            <a:off x="6053827" y="2538457"/>
            <a:ext cx="1976438" cy="63291"/>
          </a:xfrm>
          <a:solidFill>
            <a:schemeClr val="accent2"/>
          </a:solidFill>
        </p:spPr>
        <p:txBody>
          <a:bodyPr>
            <a:noAutofit/>
          </a:bodyPr>
          <a:lstStyle>
            <a:lvl1pPr algn="r">
              <a:defRPr sz="500"/>
            </a:lvl1pPr>
          </a:lstStyle>
          <a:p>
            <a:r>
              <a:rPr lang="id-ID" dirty="0" smtClean="0"/>
              <a:t>Nopic</a:t>
            </a:r>
            <a:endParaRPr lang="en-AU" dirty="0"/>
          </a:p>
        </p:txBody>
      </p:sp>
      <p:sp>
        <p:nvSpPr>
          <p:cNvPr id="19" name="Picture Placeholder 15"/>
          <p:cNvSpPr>
            <a:spLocks noGrp="1"/>
          </p:cNvSpPr>
          <p:nvPr>
            <p:ph type="pic" sz="quarter" idx="18" hasCustomPrompt="1"/>
          </p:nvPr>
        </p:nvSpPr>
        <p:spPr>
          <a:xfrm rot="16200000">
            <a:off x="7966974" y="2538458"/>
            <a:ext cx="1976438" cy="63291"/>
          </a:xfrm>
          <a:solidFill>
            <a:schemeClr val="accent4"/>
          </a:solidFill>
        </p:spPr>
        <p:txBody>
          <a:bodyPr>
            <a:noAutofit/>
          </a:bodyPr>
          <a:lstStyle>
            <a:lvl1pPr algn="r">
              <a:defRPr sz="500"/>
            </a:lvl1pPr>
          </a:lstStyle>
          <a:p>
            <a:r>
              <a:rPr lang="id-ID" dirty="0" smtClean="0"/>
              <a:t>Nopic</a:t>
            </a:r>
            <a:endParaRPr lang="en-AU" dirty="0"/>
          </a:p>
        </p:txBody>
      </p:sp>
      <p:sp>
        <p:nvSpPr>
          <p:cNvPr id="20" name="Picture Placeholder 15"/>
          <p:cNvSpPr>
            <a:spLocks noGrp="1"/>
          </p:cNvSpPr>
          <p:nvPr>
            <p:ph type="pic" sz="quarter" idx="19" hasCustomPrompt="1"/>
          </p:nvPr>
        </p:nvSpPr>
        <p:spPr>
          <a:xfrm>
            <a:off x="7010400" y="3523186"/>
            <a:ext cx="1976438" cy="63291"/>
          </a:xfrm>
          <a:solidFill>
            <a:schemeClr val="accent5"/>
          </a:solidFill>
        </p:spPr>
        <p:txBody>
          <a:bodyPr>
            <a:noAutofit/>
          </a:bodyPr>
          <a:lstStyle>
            <a:lvl1pPr algn="r">
              <a:defRPr sz="500"/>
            </a:lvl1pPr>
          </a:lstStyle>
          <a:p>
            <a:r>
              <a:rPr lang="id-ID" dirty="0" smtClean="0"/>
              <a:t>Nopic</a:t>
            </a:r>
            <a:endParaRPr lang="en-AU" dirty="0"/>
          </a:p>
        </p:txBody>
      </p:sp>
      <p:sp>
        <p:nvSpPr>
          <p:cNvPr id="22" name="Text Placeholder 21"/>
          <p:cNvSpPr>
            <a:spLocks noGrp="1"/>
          </p:cNvSpPr>
          <p:nvPr>
            <p:ph type="body" sz="quarter" idx="20"/>
          </p:nvPr>
        </p:nvSpPr>
        <p:spPr>
          <a:xfrm>
            <a:off x="6872288" y="4073525"/>
            <a:ext cx="3109912" cy="360363"/>
          </a:xfrm>
        </p:spPr>
        <p:txBody>
          <a:bodyPr/>
          <a:lstStyle>
            <a:lvl1pP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3" name="Text Placeholder 21"/>
          <p:cNvSpPr>
            <a:spLocks noGrp="1"/>
          </p:cNvSpPr>
          <p:nvPr>
            <p:ph type="body" sz="quarter" idx="21"/>
          </p:nvPr>
        </p:nvSpPr>
        <p:spPr>
          <a:xfrm>
            <a:off x="6872288" y="4482636"/>
            <a:ext cx="3109912" cy="1391908"/>
          </a:xfrm>
        </p:spPr>
        <p:txBody>
          <a:bodyPr>
            <a:normAutofit/>
          </a:bodyPr>
          <a:lstStyle>
            <a:lvl1pP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4" name="Text Placeholder 6"/>
          <p:cNvSpPr>
            <a:spLocks noGrp="1"/>
          </p:cNvSpPr>
          <p:nvPr>
            <p:ph type="body" sz="quarter" idx="22"/>
          </p:nvPr>
        </p:nvSpPr>
        <p:spPr>
          <a:xfrm>
            <a:off x="2526297" y="1603582"/>
            <a:ext cx="3559175" cy="372856"/>
          </a:xfrm>
        </p:spPr>
        <p:txBody>
          <a:bodyPr>
            <a:noAutofit/>
          </a:bodyPr>
          <a:lstStyle>
            <a:lvl1pPr algn="r">
              <a:defRPr sz="2800">
                <a:solidFill>
                  <a:schemeClr val="tx1">
                    <a:lumMod val="65000"/>
                    <a:lumOff val="35000"/>
                  </a:schemeClr>
                </a:solidFill>
                <a:latin typeface="+mj-lt"/>
              </a:defRPr>
            </a:lvl1pPr>
          </a:lstStyle>
          <a:p>
            <a:pPr lvl="0"/>
            <a:endParaRPr lang="en-AU" dirty="0"/>
          </a:p>
        </p:txBody>
      </p:sp>
    </p:spTree>
    <p:extLst>
      <p:ext uri="{BB962C8B-B14F-4D97-AF65-F5344CB8AC3E}">
        <p14:creationId xmlns:p14="http://schemas.microsoft.com/office/powerpoint/2010/main" val="170417685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after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p:cTn id="7" dur="500" fill="hold"/>
                                        <p:tgtEl>
                                          <p:spTgt spid="8"/>
                                        </p:tgtEl>
                                        <p:attrNameLst>
                                          <p:attrName>ppt_w</p:attrName>
                                        </p:attrNameLst>
                                      </p:cBhvr>
                                      <p:tavLst>
                                        <p:tav tm="0">
                                          <p:val>
                                            <p:fltVal val="0"/>
                                          </p:val>
                                        </p:tav>
                                        <p:tav tm="100000">
                                          <p:val>
                                            <p:strVal val="#ppt_w"/>
                                          </p:val>
                                        </p:tav>
                                      </p:tavLst>
                                    </p:anim>
                                    <p:anim calcmode="lin" valueType="num">
                                      <p:cBhvr>
                                        <p:cTn id="8" dur="500" fill="hold"/>
                                        <p:tgtEl>
                                          <p:spTgt spid="8"/>
                                        </p:tgtEl>
                                        <p:attrNameLst>
                                          <p:attrName>ppt_h</p:attrName>
                                        </p:attrNameLst>
                                      </p:cBhvr>
                                      <p:tavLst>
                                        <p:tav tm="0">
                                          <p:val>
                                            <p:fltVal val="0"/>
                                          </p:val>
                                        </p:tav>
                                        <p:tav tm="100000">
                                          <p:val>
                                            <p:strVal val="#ppt_h"/>
                                          </p:val>
                                        </p:tav>
                                      </p:tavLst>
                                    </p:anim>
                                    <p:animEffect transition="in" filter="fade">
                                      <p:cBhvr>
                                        <p:cTn id="9" dur="500"/>
                                        <p:tgtEl>
                                          <p:spTgt spid="8"/>
                                        </p:tgtEl>
                                      </p:cBhvr>
                                    </p:animEffect>
                                  </p:childTnLst>
                                </p:cTn>
                              </p:par>
                            </p:childTnLst>
                          </p:cTn>
                        </p:par>
                        <p:par>
                          <p:cTn id="10" fill="hold">
                            <p:stCondLst>
                              <p:cond delay="500"/>
                            </p:stCondLst>
                            <p:childTnLst>
                              <p:par>
                                <p:cTn id="11" presetID="10" presetClass="entr" presetSubtype="0" fill="hold" grpId="0" nodeType="afterEffect" nodePh="1">
                                  <p:stCondLst>
                                    <p:cond delay="0"/>
                                  </p:stCondLst>
                                  <p:endCondLst>
                                    <p:cond evt="begin" delay="0">
                                      <p:tn val="11"/>
                                    </p:cond>
                                  </p:endCondLst>
                                  <p:childTnLst>
                                    <p:set>
                                      <p:cBhvr>
                                        <p:cTn id="12" dur="1" fill="hold">
                                          <p:stCondLst>
                                            <p:cond delay="0"/>
                                          </p:stCondLst>
                                        </p:cTn>
                                        <p:tgtEl>
                                          <p:spTgt spid="24">
                                            <p:txEl>
                                              <p:pRg st="0" end="0"/>
                                            </p:txEl>
                                          </p:spTgt>
                                        </p:tgtEl>
                                        <p:attrNameLst>
                                          <p:attrName>style.visibility</p:attrName>
                                        </p:attrNameLst>
                                      </p:cBhvr>
                                      <p:to>
                                        <p:strVal val="visible"/>
                                      </p:to>
                                    </p:set>
                                    <p:animEffect transition="in" filter="fade">
                                      <p:cBhvr>
                                        <p:cTn id="13" dur="500"/>
                                        <p:tgtEl>
                                          <p:spTgt spid="24">
                                            <p:txEl>
                                              <p:pRg st="0" end="0"/>
                                            </p:txEl>
                                          </p:spTgt>
                                        </p:tgtEl>
                                      </p:cBhvr>
                                    </p:animEffect>
                                  </p:childTnLst>
                                </p:cTn>
                              </p:par>
                            </p:childTnLst>
                          </p:cTn>
                        </p:par>
                        <p:par>
                          <p:cTn id="14" fill="hold">
                            <p:stCondLst>
                              <p:cond delay="1000"/>
                            </p:stCondLst>
                            <p:childTnLst>
                              <p:par>
                                <p:cTn id="15" presetID="42" presetClass="entr" presetSubtype="0" fill="hold" grpId="0" nodeType="afterEffect">
                                  <p:stCondLst>
                                    <p:cond delay="0"/>
                                  </p:stCondLst>
                                  <p:childTnLst>
                                    <p:set>
                                      <p:cBhvr>
                                        <p:cTn id="16" dur="1" fill="hold">
                                          <p:stCondLst>
                                            <p:cond delay="0"/>
                                          </p:stCondLst>
                                        </p:cTn>
                                        <p:tgtEl>
                                          <p:spTgt spid="2"/>
                                        </p:tgtEl>
                                        <p:attrNameLst>
                                          <p:attrName>style.visibility</p:attrName>
                                        </p:attrNameLst>
                                      </p:cBhvr>
                                      <p:to>
                                        <p:strVal val="visible"/>
                                      </p:to>
                                    </p:set>
                                    <p:animEffect transition="in" filter="fade">
                                      <p:cBhvr>
                                        <p:cTn id="17" dur="500"/>
                                        <p:tgtEl>
                                          <p:spTgt spid="2"/>
                                        </p:tgtEl>
                                      </p:cBhvr>
                                    </p:animEffect>
                                    <p:anim calcmode="lin" valueType="num">
                                      <p:cBhvr>
                                        <p:cTn id="18" dur="500" fill="hold"/>
                                        <p:tgtEl>
                                          <p:spTgt spid="2"/>
                                        </p:tgtEl>
                                        <p:attrNameLst>
                                          <p:attrName>ppt_x</p:attrName>
                                        </p:attrNameLst>
                                      </p:cBhvr>
                                      <p:tavLst>
                                        <p:tav tm="0">
                                          <p:val>
                                            <p:strVal val="#ppt_x"/>
                                          </p:val>
                                        </p:tav>
                                        <p:tav tm="100000">
                                          <p:val>
                                            <p:strVal val="#ppt_x"/>
                                          </p:val>
                                        </p:tav>
                                      </p:tavLst>
                                    </p:anim>
                                    <p:anim calcmode="lin" valueType="num">
                                      <p:cBhvr>
                                        <p:cTn id="19" dur="500" fill="hold"/>
                                        <p:tgtEl>
                                          <p:spTgt spid="2"/>
                                        </p:tgtEl>
                                        <p:attrNameLst>
                                          <p:attrName>ppt_y</p:attrName>
                                        </p:attrNameLst>
                                      </p:cBhvr>
                                      <p:tavLst>
                                        <p:tav tm="0">
                                          <p:val>
                                            <p:strVal val="#ppt_y+.1"/>
                                          </p:val>
                                        </p:tav>
                                        <p:tav tm="100000">
                                          <p:val>
                                            <p:strVal val="#ppt_y"/>
                                          </p:val>
                                        </p:tav>
                                      </p:tavLst>
                                    </p:anim>
                                  </p:childTnLst>
                                </p:cTn>
                              </p:par>
                            </p:childTnLst>
                          </p:cTn>
                        </p:par>
                        <p:par>
                          <p:cTn id="20" fill="hold">
                            <p:stCondLst>
                              <p:cond delay="1500"/>
                            </p:stCondLst>
                            <p:childTnLst>
                              <p:par>
                                <p:cTn id="21" presetID="10" presetClass="entr" presetSubtype="0" fill="hold" grpId="0" nodeType="afterEffect">
                                  <p:stCondLst>
                                    <p:cond delay="0"/>
                                  </p:stCondLst>
                                  <p:childTnLst>
                                    <p:set>
                                      <p:cBhvr>
                                        <p:cTn id="22" dur="1" fill="hold">
                                          <p:stCondLst>
                                            <p:cond delay="0"/>
                                          </p:stCondLst>
                                        </p:cTn>
                                        <p:tgtEl>
                                          <p:spTgt spid="3">
                                            <p:txEl>
                                              <p:pRg st="0" end="0"/>
                                            </p:txEl>
                                          </p:spTgt>
                                        </p:tgtEl>
                                        <p:attrNameLst>
                                          <p:attrName>style.visibility</p:attrName>
                                        </p:attrNameLst>
                                      </p:cBhvr>
                                      <p:to>
                                        <p:strVal val="visible"/>
                                      </p:to>
                                    </p:set>
                                    <p:animEffect transition="in" filter="fade">
                                      <p:cBhvr>
                                        <p:cTn id="23" dur="500"/>
                                        <p:tgtEl>
                                          <p:spTgt spid="3">
                                            <p:txEl>
                                              <p:pRg st="0" end="0"/>
                                            </p:txEl>
                                          </p:spTgt>
                                        </p:tgtEl>
                                      </p:cBhvr>
                                    </p:animEffect>
                                  </p:childTnLst>
                                </p:cTn>
                              </p:par>
                            </p:childTnLst>
                          </p:cTn>
                        </p:par>
                        <p:par>
                          <p:cTn id="24" fill="hold">
                            <p:stCondLst>
                              <p:cond delay="2000"/>
                            </p:stCondLst>
                            <p:childTnLst>
                              <p:par>
                                <p:cTn id="25" presetID="10" presetClass="entr" presetSubtype="0" fill="hold" grpId="0" nodeType="after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fade">
                                      <p:cBhvr>
                                        <p:cTn id="27" dur="500"/>
                                        <p:tgtEl>
                                          <p:spTgt spid="10"/>
                                        </p:tgtEl>
                                      </p:cBhvr>
                                    </p:animEffect>
                                  </p:childTnLst>
                                </p:cTn>
                              </p:par>
                            </p:childTnLst>
                          </p:cTn>
                        </p:par>
                        <p:par>
                          <p:cTn id="28" fill="hold">
                            <p:stCondLst>
                              <p:cond delay="2500"/>
                            </p:stCondLst>
                            <p:childTnLst>
                              <p:par>
                                <p:cTn id="29" presetID="22" presetClass="entr" presetSubtype="8" fill="hold" grpId="0" nodeType="afterEffect">
                                  <p:stCondLst>
                                    <p:cond delay="0"/>
                                  </p:stCondLst>
                                  <p:childTnLst>
                                    <p:set>
                                      <p:cBhvr>
                                        <p:cTn id="30" dur="1" fill="hold">
                                          <p:stCondLst>
                                            <p:cond delay="0"/>
                                          </p:stCondLst>
                                        </p:cTn>
                                        <p:tgtEl>
                                          <p:spTgt spid="16"/>
                                        </p:tgtEl>
                                        <p:attrNameLst>
                                          <p:attrName>style.visibility</p:attrName>
                                        </p:attrNameLst>
                                      </p:cBhvr>
                                      <p:to>
                                        <p:strVal val="visible"/>
                                      </p:to>
                                    </p:set>
                                    <p:animEffect transition="in" filter="wipe(left)">
                                      <p:cBhvr>
                                        <p:cTn id="31" dur="500"/>
                                        <p:tgtEl>
                                          <p:spTgt spid="16"/>
                                        </p:tgtEl>
                                      </p:cBhvr>
                                    </p:animEffect>
                                  </p:childTnLst>
                                </p:cTn>
                              </p:par>
                              <p:par>
                                <p:cTn id="32" presetID="22" presetClass="entr" presetSubtype="1" fill="hold" grpId="0" nodeType="withEffect">
                                  <p:stCondLst>
                                    <p:cond delay="0"/>
                                  </p:stCondLst>
                                  <p:childTnLst>
                                    <p:set>
                                      <p:cBhvr>
                                        <p:cTn id="33" dur="1" fill="hold">
                                          <p:stCondLst>
                                            <p:cond delay="0"/>
                                          </p:stCondLst>
                                        </p:cTn>
                                        <p:tgtEl>
                                          <p:spTgt spid="19"/>
                                        </p:tgtEl>
                                        <p:attrNameLst>
                                          <p:attrName>style.visibility</p:attrName>
                                        </p:attrNameLst>
                                      </p:cBhvr>
                                      <p:to>
                                        <p:strVal val="visible"/>
                                      </p:to>
                                    </p:set>
                                    <p:animEffect transition="in" filter="wipe(up)">
                                      <p:cBhvr>
                                        <p:cTn id="34" dur="500"/>
                                        <p:tgtEl>
                                          <p:spTgt spid="19"/>
                                        </p:tgtEl>
                                      </p:cBhvr>
                                    </p:animEffect>
                                  </p:childTnLst>
                                </p:cTn>
                              </p:par>
                              <p:par>
                                <p:cTn id="35" presetID="22" presetClass="entr" presetSubtype="2" fill="hold" grpId="0" nodeType="withEffect">
                                  <p:stCondLst>
                                    <p:cond delay="0"/>
                                  </p:stCondLst>
                                  <p:childTnLst>
                                    <p:set>
                                      <p:cBhvr>
                                        <p:cTn id="36" dur="1" fill="hold">
                                          <p:stCondLst>
                                            <p:cond delay="0"/>
                                          </p:stCondLst>
                                        </p:cTn>
                                        <p:tgtEl>
                                          <p:spTgt spid="20"/>
                                        </p:tgtEl>
                                        <p:attrNameLst>
                                          <p:attrName>style.visibility</p:attrName>
                                        </p:attrNameLst>
                                      </p:cBhvr>
                                      <p:to>
                                        <p:strVal val="visible"/>
                                      </p:to>
                                    </p:set>
                                    <p:animEffect transition="in" filter="wipe(right)">
                                      <p:cBhvr>
                                        <p:cTn id="37" dur="500"/>
                                        <p:tgtEl>
                                          <p:spTgt spid="20"/>
                                        </p:tgtEl>
                                      </p:cBhvr>
                                    </p:animEffect>
                                  </p:childTnLst>
                                </p:cTn>
                              </p:par>
                              <p:par>
                                <p:cTn id="38" presetID="22" presetClass="entr" presetSubtype="4" fill="hold" grpId="0" nodeType="withEffect">
                                  <p:stCondLst>
                                    <p:cond delay="0"/>
                                  </p:stCondLst>
                                  <p:childTnLst>
                                    <p:set>
                                      <p:cBhvr>
                                        <p:cTn id="39" dur="1" fill="hold">
                                          <p:stCondLst>
                                            <p:cond delay="0"/>
                                          </p:stCondLst>
                                        </p:cTn>
                                        <p:tgtEl>
                                          <p:spTgt spid="18"/>
                                        </p:tgtEl>
                                        <p:attrNameLst>
                                          <p:attrName>style.visibility</p:attrName>
                                        </p:attrNameLst>
                                      </p:cBhvr>
                                      <p:to>
                                        <p:strVal val="visible"/>
                                      </p:to>
                                    </p:set>
                                    <p:animEffect transition="in" filter="wipe(down)">
                                      <p:cBhvr>
                                        <p:cTn id="40" dur="500"/>
                                        <p:tgtEl>
                                          <p:spTgt spid="18"/>
                                        </p:tgtEl>
                                      </p:cBhvr>
                                    </p:animEffect>
                                  </p:childTnLst>
                                </p:cTn>
                              </p:par>
                            </p:childTnLst>
                          </p:cTn>
                        </p:par>
                        <p:par>
                          <p:cTn id="41" fill="hold">
                            <p:stCondLst>
                              <p:cond delay="3000"/>
                            </p:stCondLst>
                            <p:childTnLst>
                              <p:par>
                                <p:cTn id="42" presetID="53" presetClass="entr" presetSubtype="16" fill="hold" grpId="0" nodeType="afterEffect" nodePh="1">
                                  <p:stCondLst>
                                    <p:cond delay="0"/>
                                  </p:stCondLst>
                                  <p:endCondLst>
                                    <p:cond evt="begin" delay="0">
                                      <p:tn val="42"/>
                                    </p:cond>
                                  </p:endCondLst>
                                  <p:childTnLst>
                                    <p:set>
                                      <p:cBhvr>
                                        <p:cTn id="43" dur="1" fill="hold">
                                          <p:stCondLst>
                                            <p:cond delay="0"/>
                                          </p:stCondLst>
                                        </p:cTn>
                                        <p:tgtEl>
                                          <p:spTgt spid="22">
                                            <p:txEl>
                                              <p:pRg st="0" end="0"/>
                                            </p:txEl>
                                          </p:spTgt>
                                        </p:tgtEl>
                                        <p:attrNameLst>
                                          <p:attrName>style.visibility</p:attrName>
                                        </p:attrNameLst>
                                      </p:cBhvr>
                                      <p:to>
                                        <p:strVal val="visible"/>
                                      </p:to>
                                    </p:set>
                                    <p:anim calcmode="lin" valueType="num">
                                      <p:cBhvr>
                                        <p:cTn id="44" dur="500" fill="hold"/>
                                        <p:tgtEl>
                                          <p:spTgt spid="22">
                                            <p:txEl>
                                              <p:pRg st="0" end="0"/>
                                            </p:txEl>
                                          </p:spTgt>
                                        </p:tgtEl>
                                        <p:attrNameLst>
                                          <p:attrName>ppt_w</p:attrName>
                                        </p:attrNameLst>
                                      </p:cBhvr>
                                      <p:tavLst>
                                        <p:tav tm="0">
                                          <p:val>
                                            <p:fltVal val="0"/>
                                          </p:val>
                                        </p:tav>
                                        <p:tav tm="100000">
                                          <p:val>
                                            <p:strVal val="#ppt_w"/>
                                          </p:val>
                                        </p:tav>
                                      </p:tavLst>
                                    </p:anim>
                                    <p:anim calcmode="lin" valueType="num">
                                      <p:cBhvr>
                                        <p:cTn id="45" dur="500" fill="hold"/>
                                        <p:tgtEl>
                                          <p:spTgt spid="22">
                                            <p:txEl>
                                              <p:pRg st="0" end="0"/>
                                            </p:txEl>
                                          </p:spTgt>
                                        </p:tgtEl>
                                        <p:attrNameLst>
                                          <p:attrName>ppt_h</p:attrName>
                                        </p:attrNameLst>
                                      </p:cBhvr>
                                      <p:tavLst>
                                        <p:tav tm="0">
                                          <p:val>
                                            <p:fltVal val="0"/>
                                          </p:val>
                                        </p:tav>
                                        <p:tav tm="100000">
                                          <p:val>
                                            <p:strVal val="#ppt_h"/>
                                          </p:val>
                                        </p:tav>
                                      </p:tavLst>
                                    </p:anim>
                                    <p:animEffect transition="in" filter="fade">
                                      <p:cBhvr>
                                        <p:cTn id="46" dur="500"/>
                                        <p:tgtEl>
                                          <p:spTgt spid="22">
                                            <p:txEl>
                                              <p:pRg st="0" end="0"/>
                                            </p:txEl>
                                          </p:spTgt>
                                        </p:tgtEl>
                                      </p:cBhvr>
                                    </p:animEffect>
                                  </p:childTnLst>
                                </p:cTn>
                              </p:par>
                            </p:childTnLst>
                          </p:cTn>
                        </p:par>
                        <p:par>
                          <p:cTn id="47" fill="hold">
                            <p:stCondLst>
                              <p:cond delay="3500"/>
                            </p:stCondLst>
                            <p:childTnLst>
                              <p:par>
                                <p:cTn id="48" presetID="42" presetClass="entr" presetSubtype="0" fill="hold" grpId="0" nodeType="afterEffect" nodePh="1">
                                  <p:stCondLst>
                                    <p:cond delay="0"/>
                                  </p:stCondLst>
                                  <p:endCondLst>
                                    <p:cond evt="begin" delay="0">
                                      <p:tn val="48"/>
                                    </p:cond>
                                  </p:endCondLst>
                                  <p:childTnLst>
                                    <p:set>
                                      <p:cBhvr>
                                        <p:cTn id="49" dur="1" fill="hold">
                                          <p:stCondLst>
                                            <p:cond delay="0"/>
                                          </p:stCondLst>
                                        </p:cTn>
                                        <p:tgtEl>
                                          <p:spTgt spid="23">
                                            <p:txEl>
                                              <p:pRg st="0" end="0"/>
                                            </p:txEl>
                                          </p:spTgt>
                                        </p:tgtEl>
                                        <p:attrNameLst>
                                          <p:attrName>style.visibility</p:attrName>
                                        </p:attrNameLst>
                                      </p:cBhvr>
                                      <p:to>
                                        <p:strVal val="visible"/>
                                      </p:to>
                                    </p:set>
                                    <p:animEffect transition="in" filter="fade">
                                      <p:cBhvr>
                                        <p:cTn id="50" dur="500"/>
                                        <p:tgtEl>
                                          <p:spTgt spid="23">
                                            <p:txEl>
                                              <p:pRg st="0" end="0"/>
                                            </p:txEl>
                                          </p:spTgt>
                                        </p:tgtEl>
                                      </p:cBhvr>
                                    </p:animEffect>
                                    <p:anim calcmode="lin" valueType="num">
                                      <p:cBhvr>
                                        <p:cTn id="51" dur="500" fill="hold"/>
                                        <p:tgtEl>
                                          <p:spTgt spid="23">
                                            <p:txEl>
                                              <p:pRg st="0" end="0"/>
                                            </p:txEl>
                                          </p:spTgt>
                                        </p:tgtEl>
                                        <p:attrNameLst>
                                          <p:attrName>ppt_x</p:attrName>
                                        </p:attrNameLst>
                                      </p:cBhvr>
                                      <p:tavLst>
                                        <p:tav tm="0">
                                          <p:val>
                                            <p:strVal val="#ppt_x"/>
                                          </p:val>
                                        </p:tav>
                                        <p:tav tm="100000">
                                          <p:val>
                                            <p:strVal val="#ppt_x"/>
                                          </p:val>
                                        </p:tav>
                                      </p:tavLst>
                                    </p:anim>
                                    <p:anim calcmode="lin" valueType="num">
                                      <p:cBhvr>
                                        <p:cTn id="52" dur="500" fill="hold"/>
                                        <p:tgtEl>
                                          <p:spTgt spid="23">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build="p">
        <p:tmplLst>
          <p:tmpl lvl="1">
            <p:tnLst>
              <p:par>
                <p:cTn presetID="10" presetClass="entr" presetSubtype="0" fill="hold" nodeType="afterEffect">
                  <p:stCondLst>
                    <p:cond delay="0"/>
                  </p:stCondLst>
                  <p:childTnLst>
                    <p:set>
                      <p:cBhvr>
                        <p:cTn dur="1" fill="hold">
                          <p:stCondLst>
                            <p:cond delay="0"/>
                          </p:stCondLst>
                        </p:cTn>
                        <p:tgtEl>
                          <p:spTgt spid="3"/>
                        </p:tgtEl>
                        <p:attrNameLst>
                          <p:attrName>style.visibility</p:attrName>
                        </p:attrNameLst>
                      </p:cBhvr>
                      <p:to>
                        <p:strVal val="visible"/>
                      </p:to>
                    </p:set>
                    <p:animEffect transition="in" filter="fade">
                      <p:cBhvr>
                        <p:cTn dur="500"/>
                        <p:tgtEl>
                          <p:spTgt spid="3"/>
                        </p:tgtEl>
                      </p:cBhvr>
                    </p:animEffect>
                  </p:childTnLst>
                </p:cTn>
              </p:par>
            </p:tnLst>
          </p:tmpl>
        </p:tmplLst>
      </p:bldP>
      <p:bldP spid="8" grpId="0" animBg="1"/>
      <p:bldP spid="10" grpId="0" animBg="1"/>
      <p:bldP spid="16" grpId="0" animBg="1"/>
      <p:bldP spid="18" grpId="0" animBg="1"/>
      <p:bldP spid="19" grpId="0" animBg="1"/>
      <p:bldP spid="20" grpId="0" animBg="1"/>
      <p:bldP spid="22"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2"/>
                        </p:tgtEl>
                        <p:attrNameLst>
                          <p:attrName>style.visibility</p:attrName>
                        </p:attrNameLst>
                      </p:cBhvr>
                      <p:to>
                        <p:strVal val="visible"/>
                      </p:to>
                    </p:set>
                    <p:anim calcmode="lin" valueType="num">
                      <p:cBhvr>
                        <p:cTn dur="500" fill="hold"/>
                        <p:tgtEl>
                          <p:spTgt spid="22"/>
                        </p:tgtEl>
                        <p:attrNameLst>
                          <p:attrName>ppt_w</p:attrName>
                        </p:attrNameLst>
                      </p:cBhvr>
                      <p:tavLst>
                        <p:tav tm="0">
                          <p:val>
                            <p:fltVal val="0"/>
                          </p:val>
                        </p:tav>
                        <p:tav tm="100000">
                          <p:val>
                            <p:strVal val="#ppt_w"/>
                          </p:val>
                        </p:tav>
                      </p:tavLst>
                    </p:anim>
                    <p:anim calcmode="lin" valueType="num">
                      <p:cBhvr>
                        <p:cTn dur="500" fill="hold"/>
                        <p:tgtEl>
                          <p:spTgt spid="22"/>
                        </p:tgtEl>
                        <p:attrNameLst>
                          <p:attrName>ppt_h</p:attrName>
                        </p:attrNameLst>
                      </p:cBhvr>
                      <p:tavLst>
                        <p:tav tm="0">
                          <p:val>
                            <p:fltVal val="0"/>
                          </p:val>
                        </p:tav>
                        <p:tav tm="100000">
                          <p:val>
                            <p:strVal val="#ppt_h"/>
                          </p:val>
                        </p:tav>
                      </p:tavLst>
                    </p:anim>
                    <p:animEffect transition="in" filter="fade">
                      <p:cBhvr>
                        <p:cTn dur="500"/>
                        <p:tgtEl>
                          <p:spTgt spid="22"/>
                        </p:tgtEl>
                      </p:cBhvr>
                    </p:animEffect>
                  </p:childTnLst>
                </p:cTn>
              </p:par>
            </p:tnLst>
          </p:tmpl>
        </p:tmplLst>
      </p:bldP>
      <p:bldP spid="23"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3"/>
                        </p:tgtEl>
                        <p:attrNameLst>
                          <p:attrName>style.visibility</p:attrName>
                        </p:attrNameLst>
                      </p:cBhvr>
                      <p:to>
                        <p:strVal val="visible"/>
                      </p:to>
                    </p:set>
                    <p:animEffect transition="in" filter="fade">
                      <p:cBhvr>
                        <p:cTn dur="500"/>
                        <p:tgtEl>
                          <p:spTgt spid="23"/>
                        </p:tgtEl>
                      </p:cBhvr>
                    </p:animEffect>
                    <p:anim calcmode="lin" valueType="num">
                      <p:cBhvr>
                        <p:cTn dur="500" fill="hold"/>
                        <p:tgtEl>
                          <p:spTgt spid="23"/>
                        </p:tgtEl>
                        <p:attrNameLst>
                          <p:attrName>ppt_x</p:attrName>
                        </p:attrNameLst>
                      </p:cBhvr>
                      <p:tavLst>
                        <p:tav tm="0">
                          <p:val>
                            <p:strVal val="#ppt_x"/>
                          </p:val>
                        </p:tav>
                        <p:tav tm="100000">
                          <p:val>
                            <p:strVal val="#ppt_x"/>
                          </p:val>
                        </p:tav>
                      </p:tavLst>
                    </p:anim>
                    <p:anim calcmode="lin" valueType="num">
                      <p:cBhvr>
                        <p:cTn dur="500" fill="hold"/>
                        <p:tgtEl>
                          <p:spTgt spid="23"/>
                        </p:tgtEl>
                        <p:attrNameLst>
                          <p:attrName>ppt_y</p:attrName>
                        </p:attrNameLst>
                      </p:cBhvr>
                      <p:tavLst>
                        <p:tav tm="0">
                          <p:val>
                            <p:strVal val="#ppt_y+.1"/>
                          </p:val>
                        </p:tav>
                        <p:tav tm="100000">
                          <p:val>
                            <p:strVal val="#ppt_y"/>
                          </p:val>
                        </p:tav>
                      </p:tavLst>
                    </p:anim>
                  </p:childTnLst>
                </p:cTn>
              </p:par>
            </p:tnLst>
          </p:tmpl>
        </p:tmplLst>
      </p:bldP>
      <p:bldP spid="24"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24"/>
                        </p:tgtEl>
                        <p:attrNameLst>
                          <p:attrName>style.visibility</p:attrName>
                        </p:attrNameLst>
                      </p:cBhvr>
                      <p:to>
                        <p:strVal val="visible"/>
                      </p:to>
                    </p:set>
                    <p:animEffect transition="in" filter="fade">
                      <p:cBhvr>
                        <p:cTn dur="500"/>
                        <p:tgtEl>
                          <p:spTgt spid="24"/>
                        </p:tgtEl>
                      </p:cBhvr>
                    </p:animEffect>
                  </p:childTnLst>
                </p:cTn>
              </p:par>
            </p:tnLst>
          </p:tmpl>
        </p:tmplLst>
      </p:bldP>
    </p:bldLst>
  </p:timing>
</p:sldLayout>
</file>

<file path=ppt/slideLayouts/slideLayout585.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Tree>
    <p:extLst>
      <p:ext uri="{BB962C8B-B14F-4D97-AF65-F5344CB8AC3E}">
        <p14:creationId xmlns:p14="http://schemas.microsoft.com/office/powerpoint/2010/main" val="219851320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586.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17" name="Picture Placeholder 16"/>
          <p:cNvSpPr>
            <a:spLocks noGrp="1"/>
          </p:cNvSpPr>
          <p:nvPr>
            <p:ph type="pic" sz="quarter" idx="14" hasCustomPrompt="1"/>
          </p:nvPr>
        </p:nvSpPr>
        <p:spPr>
          <a:xfrm>
            <a:off x="1839095" y="2048259"/>
            <a:ext cx="2886714" cy="3313449"/>
          </a:xfrm>
          <a:custGeom>
            <a:avLst/>
            <a:gdLst>
              <a:gd name="connsiteX0" fmla="*/ 947087 w 3533533"/>
              <a:gd name="connsiteY0" fmla="*/ 1224307 h 4055885"/>
              <a:gd name="connsiteX1" fmla="*/ 1170091 w 3533533"/>
              <a:gd name="connsiteY1" fmla="*/ 1352331 h 4055885"/>
              <a:gd name="connsiteX2" fmla="*/ 2355380 w 3533533"/>
              <a:gd name="connsiteY2" fmla="*/ 3719063 h 4055885"/>
              <a:gd name="connsiteX3" fmla="*/ 2251556 w 3533533"/>
              <a:gd name="connsiteY3" fmla="*/ 4031211 h 4055885"/>
              <a:gd name="connsiteX4" fmla="*/ 2251557 w 3533533"/>
              <a:gd name="connsiteY4" fmla="*/ 4031210 h 4055885"/>
              <a:gd name="connsiteX5" fmla="*/ 1939409 w 3533533"/>
              <a:gd name="connsiteY5" fmla="*/ 3927386 h 4055885"/>
              <a:gd name="connsiteX6" fmla="*/ 754120 w 3533533"/>
              <a:gd name="connsiteY6" fmla="*/ 1560655 h 4055885"/>
              <a:gd name="connsiteX7" fmla="*/ 857943 w 3533533"/>
              <a:gd name="connsiteY7" fmla="*/ 1248507 h 4055885"/>
              <a:gd name="connsiteX8" fmla="*/ 947087 w 3533533"/>
              <a:gd name="connsiteY8" fmla="*/ 1224307 h 4055885"/>
              <a:gd name="connsiteX9" fmla="*/ 217642 w 3533533"/>
              <a:gd name="connsiteY9" fmla="*/ 943467 h 4055885"/>
              <a:gd name="connsiteX10" fmla="*/ 440647 w 3533533"/>
              <a:gd name="connsiteY10" fmla="*/ 1071491 h 4055885"/>
              <a:gd name="connsiteX11" fmla="*/ 1625936 w 3533533"/>
              <a:gd name="connsiteY11" fmla="*/ 3438223 h 4055885"/>
              <a:gd name="connsiteX12" fmla="*/ 1522111 w 3533533"/>
              <a:gd name="connsiteY12" fmla="*/ 3750371 h 4055885"/>
              <a:gd name="connsiteX13" fmla="*/ 1522112 w 3533533"/>
              <a:gd name="connsiteY13" fmla="*/ 3750370 h 4055885"/>
              <a:gd name="connsiteX14" fmla="*/ 1209964 w 3533533"/>
              <a:gd name="connsiteY14" fmla="*/ 3646546 h 4055885"/>
              <a:gd name="connsiteX15" fmla="*/ 24675 w 3533533"/>
              <a:gd name="connsiteY15" fmla="*/ 1279815 h 4055885"/>
              <a:gd name="connsiteX16" fmla="*/ 128499 w 3533533"/>
              <a:gd name="connsiteY16" fmla="*/ 967667 h 4055885"/>
              <a:gd name="connsiteX17" fmla="*/ 217642 w 3533533"/>
              <a:gd name="connsiteY17" fmla="*/ 943467 h 4055885"/>
              <a:gd name="connsiteX18" fmla="*/ 1888548 w 3533533"/>
              <a:gd name="connsiteY18" fmla="*/ 752811 h 4055885"/>
              <a:gd name="connsiteX19" fmla="*/ 2111553 w 3533533"/>
              <a:gd name="connsiteY19" fmla="*/ 880835 h 4055885"/>
              <a:gd name="connsiteX20" fmla="*/ 3296841 w 3533533"/>
              <a:gd name="connsiteY20" fmla="*/ 3247567 h 4055885"/>
              <a:gd name="connsiteX21" fmla="*/ 3193017 w 3533533"/>
              <a:gd name="connsiteY21" fmla="*/ 3559715 h 4055885"/>
              <a:gd name="connsiteX22" fmla="*/ 3193018 w 3533533"/>
              <a:gd name="connsiteY22" fmla="*/ 3559714 h 4055885"/>
              <a:gd name="connsiteX23" fmla="*/ 2880870 w 3533533"/>
              <a:gd name="connsiteY23" fmla="*/ 3455890 h 4055885"/>
              <a:gd name="connsiteX24" fmla="*/ 1695581 w 3533533"/>
              <a:gd name="connsiteY24" fmla="*/ 1089159 h 4055885"/>
              <a:gd name="connsiteX25" fmla="*/ 1799405 w 3533533"/>
              <a:gd name="connsiteY25" fmla="*/ 777011 h 4055885"/>
              <a:gd name="connsiteX26" fmla="*/ 1888548 w 3533533"/>
              <a:gd name="connsiteY26" fmla="*/ 752811 h 4055885"/>
              <a:gd name="connsiteX27" fmla="*/ 1011122 w 3533533"/>
              <a:gd name="connsiteY27" fmla="*/ 176488 h 4055885"/>
              <a:gd name="connsiteX28" fmla="*/ 1234126 w 3533533"/>
              <a:gd name="connsiteY28" fmla="*/ 304512 h 4055885"/>
              <a:gd name="connsiteX29" fmla="*/ 2419415 w 3533533"/>
              <a:gd name="connsiteY29" fmla="*/ 2671244 h 4055885"/>
              <a:gd name="connsiteX30" fmla="*/ 2315591 w 3533533"/>
              <a:gd name="connsiteY30" fmla="*/ 2983392 h 4055885"/>
              <a:gd name="connsiteX31" fmla="*/ 2315592 w 3533533"/>
              <a:gd name="connsiteY31" fmla="*/ 2983391 h 4055885"/>
              <a:gd name="connsiteX32" fmla="*/ 2003444 w 3533533"/>
              <a:gd name="connsiteY32" fmla="*/ 2879567 h 4055885"/>
              <a:gd name="connsiteX33" fmla="*/ 818154 w 3533533"/>
              <a:gd name="connsiteY33" fmla="*/ 512836 h 4055885"/>
              <a:gd name="connsiteX34" fmla="*/ 921978 w 3533533"/>
              <a:gd name="connsiteY34" fmla="*/ 200688 h 4055885"/>
              <a:gd name="connsiteX35" fmla="*/ 1011122 w 3533533"/>
              <a:gd name="connsiteY35" fmla="*/ 176488 h 4055885"/>
              <a:gd name="connsiteX36" fmla="*/ 2100564 w 3533533"/>
              <a:gd name="connsiteY36" fmla="*/ 475 h 4055885"/>
              <a:gd name="connsiteX37" fmla="*/ 2323569 w 3533533"/>
              <a:gd name="connsiteY37" fmla="*/ 128499 h 4055885"/>
              <a:gd name="connsiteX38" fmla="*/ 3508858 w 3533533"/>
              <a:gd name="connsiteY38" fmla="*/ 2495231 h 4055885"/>
              <a:gd name="connsiteX39" fmla="*/ 3405034 w 3533533"/>
              <a:gd name="connsiteY39" fmla="*/ 2807379 h 4055885"/>
              <a:gd name="connsiteX40" fmla="*/ 3405034 w 3533533"/>
              <a:gd name="connsiteY40" fmla="*/ 2807378 h 4055885"/>
              <a:gd name="connsiteX41" fmla="*/ 3092887 w 3533533"/>
              <a:gd name="connsiteY41" fmla="*/ 2703554 h 4055885"/>
              <a:gd name="connsiteX42" fmla="*/ 1907597 w 3533533"/>
              <a:gd name="connsiteY42" fmla="*/ 336823 h 4055885"/>
              <a:gd name="connsiteX43" fmla="*/ 2011421 w 3533533"/>
              <a:gd name="connsiteY43" fmla="*/ 24675 h 4055885"/>
              <a:gd name="connsiteX44" fmla="*/ 2100564 w 3533533"/>
              <a:gd name="connsiteY44" fmla="*/ 475 h 4055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3533533" h="4055885">
                <a:moveTo>
                  <a:pt x="947087" y="1224307"/>
                </a:moveTo>
                <a:cubicBezTo>
                  <a:pt x="1037548" y="1218495"/>
                  <a:pt x="1126946" y="1266180"/>
                  <a:pt x="1170091" y="1352331"/>
                </a:cubicBezTo>
                <a:cubicBezTo>
                  <a:pt x="1565188" y="2141242"/>
                  <a:pt x="1960283" y="2930152"/>
                  <a:pt x="2355380" y="3719063"/>
                </a:cubicBezTo>
                <a:cubicBezTo>
                  <a:pt x="2412907" y="3833931"/>
                  <a:pt x="2366424" y="3973684"/>
                  <a:pt x="2251556" y="4031211"/>
                </a:cubicBezTo>
                <a:lnTo>
                  <a:pt x="2251557" y="4031210"/>
                </a:lnTo>
                <a:cubicBezTo>
                  <a:pt x="2136689" y="4088737"/>
                  <a:pt x="1996936" y="4042254"/>
                  <a:pt x="1939409" y="3927386"/>
                </a:cubicBezTo>
                <a:lnTo>
                  <a:pt x="754120" y="1560655"/>
                </a:lnTo>
                <a:cubicBezTo>
                  <a:pt x="696592" y="1445787"/>
                  <a:pt x="743075" y="1306034"/>
                  <a:pt x="857943" y="1248507"/>
                </a:cubicBezTo>
                <a:cubicBezTo>
                  <a:pt x="886660" y="1234125"/>
                  <a:pt x="916933" y="1226244"/>
                  <a:pt x="947087" y="1224307"/>
                </a:cubicBezTo>
                <a:close/>
                <a:moveTo>
                  <a:pt x="217642" y="943467"/>
                </a:moveTo>
                <a:cubicBezTo>
                  <a:pt x="308104" y="937655"/>
                  <a:pt x="397501" y="985340"/>
                  <a:pt x="440647" y="1071491"/>
                </a:cubicBezTo>
                <a:cubicBezTo>
                  <a:pt x="835743" y="1860402"/>
                  <a:pt x="1230839" y="2649312"/>
                  <a:pt x="1625936" y="3438223"/>
                </a:cubicBezTo>
                <a:cubicBezTo>
                  <a:pt x="1683463" y="3553091"/>
                  <a:pt x="1636980" y="3692844"/>
                  <a:pt x="1522111" y="3750371"/>
                </a:cubicBezTo>
                <a:lnTo>
                  <a:pt x="1522112" y="3750370"/>
                </a:lnTo>
                <a:cubicBezTo>
                  <a:pt x="1407244" y="3807897"/>
                  <a:pt x="1267491" y="3761414"/>
                  <a:pt x="1209964" y="3646546"/>
                </a:cubicBezTo>
                <a:lnTo>
                  <a:pt x="24675" y="1279815"/>
                </a:lnTo>
                <a:cubicBezTo>
                  <a:pt x="-32852" y="1164947"/>
                  <a:pt x="13631" y="1025194"/>
                  <a:pt x="128499" y="967667"/>
                </a:cubicBezTo>
                <a:cubicBezTo>
                  <a:pt x="157216" y="953285"/>
                  <a:pt x="187488" y="945404"/>
                  <a:pt x="217642" y="943467"/>
                </a:cubicBezTo>
                <a:close/>
                <a:moveTo>
                  <a:pt x="1888548" y="752811"/>
                </a:moveTo>
                <a:cubicBezTo>
                  <a:pt x="1979010" y="747000"/>
                  <a:pt x="2068407" y="794684"/>
                  <a:pt x="2111553" y="880835"/>
                </a:cubicBezTo>
                <a:cubicBezTo>
                  <a:pt x="2506649" y="1669746"/>
                  <a:pt x="2901745" y="2458656"/>
                  <a:pt x="3296841" y="3247567"/>
                </a:cubicBezTo>
                <a:cubicBezTo>
                  <a:pt x="3354369" y="3362435"/>
                  <a:pt x="3307885" y="3502188"/>
                  <a:pt x="3193017" y="3559715"/>
                </a:cubicBezTo>
                <a:lnTo>
                  <a:pt x="3193018" y="3559714"/>
                </a:lnTo>
                <a:cubicBezTo>
                  <a:pt x="3078150" y="3617241"/>
                  <a:pt x="2938397" y="3570758"/>
                  <a:pt x="2880870" y="3455890"/>
                </a:cubicBezTo>
                <a:lnTo>
                  <a:pt x="1695581" y="1089159"/>
                </a:lnTo>
                <a:cubicBezTo>
                  <a:pt x="1638053" y="974291"/>
                  <a:pt x="1684537" y="834539"/>
                  <a:pt x="1799405" y="777011"/>
                </a:cubicBezTo>
                <a:cubicBezTo>
                  <a:pt x="1828122" y="762629"/>
                  <a:pt x="1858394" y="754748"/>
                  <a:pt x="1888548" y="752811"/>
                </a:cubicBezTo>
                <a:close/>
                <a:moveTo>
                  <a:pt x="1011122" y="176488"/>
                </a:moveTo>
                <a:cubicBezTo>
                  <a:pt x="1101583" y="170677"/>
                  <a:pt x="1190981" y="218361"/>
                  <a:pt x="1234126" y="304512"/>
                </a:cubicBezTo>
                <a:cubicBezTo>
                  <a:pt x="1629223" y="1093423"/>
                  <a:pt x="2024319" y="1882334"/>
                  <a:pt x="2419415" y="2671244"/>
                </a:cubicBezTo>
                <a:cubicBezTo>
                  <a:pt x="2476943" y="2786112"/>
                  <a:pt x="2430459" y="2925865"/>
                  <a:pt x="2315591" y="2983392"/>
                </a:cubicBezTo>
                <a:lnTo>
                  <a:pt x="2315592" y="2983391"/>
                </a:lnTo>
                <a:cubicBezTo>
                  <a:pt x="2200724" y="3040918"/>
                  <a:pt x="2060971" y="2994435"/>
                  <a:pt x="2003444" y="2879567"/>
                </a:cubicBezTo>
                <a:lnTo>
                  <a:pt x="818154" y="512836"/>
                </a:lnTo>
                <a:cubicBezTo>
                  <a:pt x="760627" y="397969"/>
                  <a:pt x="807110" y="258216"/>
                  <a:pt x="921978" y="200688"/>
                </a:cubicBezTo>
                <a:cubicBezTo>
                  <a:pt x="950695" y="186307"/>
                  <a:pt x="980968" y="178425"/>
                  <a:pt x="1011122" y="176488"/>
                </a:cubicBezTo>
                <a:close/>
                <a:moveTo>
                  <a:pt x="2100564" y="475"/>
                </a:moveTo>
                <a:cubicBezTo>
                  <a:pt x="2191026" y="-5336"/>
                  <a:pt x="2280424" y="42348"/>
                  <a:pt x="2323569" y="128499"/>
                </a:cubicBezTo>
                <a:cubicBezTo>
                  <a:pt x="2718666" y="917410"/>
                  <a:pt x="3113761" y="1706320"/>
                  <a:pt x="3508858" y="2495231"/>
                </a:cubicBezTo>
                <a:cubicBezTo>
                  <a:pt x="3566385" y="2610099"/>
                  <a:pt x="3519902" y="2749852"/>
                  <a:pt x="3405034" y="2807379"/>
                </a:cubicBezTo>
                <a:lnTo>
                  <a:pt x="3405034" y="2807378"/>
                </a:lnTo>
                <a:cubicBezTo>
                  <a:pt x="3290167" y="2864905"/>
                  <a:pt x="3150414" y="2818422"/>
                  <a:pt x="3092887" y="2703554"/>
                </a:cubicBezTo>
                <a:lnTo>
                  <a:pt x="1907597" y="336823"/>
                </a:lnTo>
                <a:cubicBezTo>
                  <a:pt x="1850070" y="221955"/>
                  <a:pt x="1896553" y="82203"/>
                  <a:pt x="2011421" y="24675"/>
                </a:cubicBezTo>
                <a:cubicBezTo>
                  <a:pt x="2040138" y="10293"/>
                  <a:pt x="2070410" y="2412"/>
                  <a:pt x="2100564" y="475"/>
                </a:cubicBezTo>
                <a:close/>
              </a:path>
            </a:pathLst>
          </a:custGeom>
          <a:solidFill>
            <a:schemeClr val="bg1">
              <a:lumMod val="85000"/>
            </a:schemeClr>
          </a:solidFill>
        </p:spPr>
        <p:txBody>
          <a:bodyPr wrap="square">
            <a:noAutofit/>
          </a:bodyPr>
          <a:lstStyle>
            <a:lvl1pPr>
              <a:defRPr baseline="0"/>
            </a:lvl1pPr>
          </a:lstStyle>
          <a:p>
            <a:r>
              <a:rPr lang="id-ID" dirty="0" smtClean="0"/>
              <a:t>Pic here</a:t>
            </a:r>
            <a:endParaRPr lang="en-AU" dirty="0"/>
          </a:p>
        </p:txBody>
      </p:sp>
      <p:sp>
        <p:nvSpPr>
          <p:cNvPr id="18" name="Text Placeholder 21"/>
          <p:cNvSpPr>
            <a:spLocks noGrp="1"/>
          </p:cNvSpPr>
          <p:nvPr>
            <p:ph type="body" sz="quarter" idx="21"/>
          </p:nvPr>
        </p:nvSpPr>
        <p:spPr>
          <a:xfrm>
            <a:off x="1727496" y="5567867"/>
            <a:ext cx="3109912" cy="291162"/>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4" name="Text Placeholder 21"/>
          <p:cNvSpPr>
            <a:spLocks noGrp="1"/>
          </p:cNvSpPr>
          <p:nvPr>
            <p:ph type="body" sz="quarter" idx="20"/>
          </p:nvPr>
        </p:nvSpPr>
        <p:spPr>
          <a:xfrm>
            <a:off x="7315633" y="2417115"/>
            <a:ext cx="4396942" cy="256811"/>
          </a:xfrm>
        </p:spPr>
        <p:txBody>
          <a:bodyPr/>
          <a:lstStyle>
            <a:lvl1pP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5" name="Text Placeholder 21"/>
          <p:cNvSpPr>
            <a:spLocks noGrp="1"/>
          </p:cNvSpPr>
          <p:nvPr>
            <p:ph type="body" sz="quarter" idx="22"/>
          </p:nvPr>
        </p:nvSpPr>
        <p:spPr>
          <a:xfrm>
            <a:off x="7315633" y="2715386"/>
            <a:ext cx="4396942" cy="448573"/>
          </a:xfrm>
        </p:spPr>
        <p:txBody>
          <a:bodyPr>
            <a:normAutofit/>
          </a:bodyPr>
          <a:lstStyle>
            <a:lvl1pP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1" name="Text Placeholder 21"/>
          <p:cNvSpPr>
            <a:spLocks noGrp="1"/>
          </p:cNvSpPr>
          <p:nvPr>
            <p:ph type="body" sz="quarter" idx="23"/>
          </p:nvPr>
        </p:nvSpPr>
        <p:spPr>
          <a:xfrm>
            <a:off x="7315633" y="3436112"/>
            <a:ext cx="4396942" cy="256811"/>
          </a:xfrm>
        </p:spPr>
        <p:txBody>
          <a:bodyPr/>
          <a:lstStyle>
            <a:lvl1pP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2" name="Text Placeholder 21"/>
          <p:cNvSpPr>
            <a:spLocks noGrp="1"/>
          </p:cNvSpPr>
          <p:nvPr>
            <p:ph type="body" sz="quarter" idx="24"/>
          </p:nvPr>
        </p:nvSpPr>
        <p:spPr>
          <a:xfrm>
            <a:off x="7315633" y="3734383"/>
            <a:ext cx="4396942" cy="448573"/>
          </a:xfrm>
        </p:spPr>
        <p:txBody>
          <a:bodyPr>
            <a:normAutofit/>
          </a:bodyPr>
          <a:lstStyle>
            <a:lvl1pP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3" name="Text Placeholder 21"/>
          <p:cNvSpPr>
            <a:spLocks noGrp="1"/>
          </p:cNvSpPr>
          <p:nvPr>
            <p:ph type="body" sz="quarter" idx="25"/>
          </p:nvPr>
        </p:nvSpPr>
        <p:spPr>
          <a:xfrm>
            <a:off x="7315633" y="4449520"/>
            <a:ext cx="4396942" cy="256811"/>
          </a:xfrm>
        </p:spPr>
        <p:txBody>
          <a:bodyPr/>
          <a:lstStyle>
            <a:lvl1pP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4" name="Text Placeholder 21"/>
          <p:cNvSpPr>
            <a:spLocks noGrp="1"/>
          </p:cNvSpPr>
          <p:nvPr>
            <p:ph type="body" sz="quarter" idx="26"/>
          </p:nvPr>
        </p:nvSpPr>
        <p:spPr>
          <a:xfrm>
            <a:off x="7315633" y="4747791"/>
            <a:ext cx="4396942" cy="448573"/>
          </a:xfrm>
        </p:spPr>
        <p:txBody>
          <a:bodyPr>
            <a:normAutofit/>
          </a:bodyPr>
          <a:lstStyle>
            <a:lvl1pP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5" name="Oval 24"/>
          <p:cNvSpPr/>
          <p:nvPr userDrawn="1"/>
        </p:nvSpPr>
        <p:spPr>
          <a:xfrm>
            <a:off x="6059039" y="6567361"/>
            <a:ext cx="130810" cy="13081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6" name="Oval 25"/>
          <p:cNvSpPr/>
          <p:nvPr userDrawn="1"/>
        </p:nvSpPr>
        <p:spPr>
          <a:xfrm>
            <a:off x="5867450" y="6278852"/>
            <a:ext cx="196034" cy="196034"/>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7" name="Oval 26"/>
          <p:cNvSpPr/>
          <p:nvPr userDrawn="1"/>
        </p:nvSpPr>
        <p:spPr>
          <a:xfrm>
            <a:off x="6104759" y="6188934"/>
            <a:ext cx="130810" cy="13081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8" name="Oval 27"/>
          <p:cNvSpPr/>
          <p:nvPr userDrawn="1"/>
        </p:nvSpPr>
        <p:spPr>
          <a:xfrm>
            <a:off x="6276844" y="6207097"/>
            <a:ext cx="196034" cy="196034"/>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9" name="Oval 28"/>
          <p:cNvSpPr/>
          <p:nvPr userDrawn="1"/>
        </p:nvSpPr>
        <p:spPr>
          <a:xfrm>
            <a:off x="5932674" y="5972031"/>
            <a:ext cx="196034" cy="196034"/>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0" name="Oval 29"/>
          <p:cNvSpPr/>
          <p:nvPr userDrawn="1"/>
        </p:nvSpPr>
        <p:spPr>
          <a:xfrm>
            <a:off x="6194113" y="5651678"/>
            <a:ext cx="414701" cy="414701"/>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1" name="Oval 30"/>
          <p:cNvSpPr/>
          <p:nvPr userDrawn="1"/>
        </p:nvSpPr>
        <p:spPr>
          <a:xfrm>
            <a:off x="5655825" y="5288725"/>
            <a:ext cx="538288" cy="53828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Tree>
    <p:extLst>
      <p:ext uri="{BB962C8B-B14F-4D97-AF65-F5344CB8AC3E}">
        <p14:creationId xmlns:p14="http://schemas.microsoft.com/office/powerpoint/2010/main" val="213602986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10" presetClass="entr" presetSubtype="0" fill="hold" grpId="0" nodeType="afterEffect">
                                  <p:stCondLst>
                                    <p:cond delay="0"/>
                                  </p:stCondLst>
                                  <p:childTnLst>
                                    <p:set>
                                      <p:cBhvr>
                                        <p:cTn id="20" dur="1" fill="hold">
                                          <p:stCondLst>
                                            <p:cond delay="0"/>
                                          </p:stCondLst>
                                        </p:cTn>
                                        <p:tgtEl>
                                          <p:spTgt spid="17"/>
                                        </p:tgtEl>
                                        <p:attrNameLst>
                                          <p:attrName>style.visibility</p:attrName>
                                        </p:attrNameLst>
                                      </p:cBhvr>
                                      <p:to>
                                        <p:strVal val="visible"/>
                                      </p:to>
                                    </p:set>
                                    <p:animEffect transition="in" filter="fade">
                                      <p:cBhvr>
                                        <p:cTn id="21" dur="500"/>
                                        <p:tgtEl>
                                          <p:spTgt spid="17"/>
                                        </p:tgtEl>
                                      </p:cBhvr>
                                    </p:animEffect>
                                  </p:childTnLst>
                                </p:cTn>
                              </p:par>
                            </p:childTnLst>
                          </p:cTn>
                        </p:par>
                        <p:par>
                          <p:cTn id="22" fill="hold">
                            <p:stCondLst>
                              <p:cond delay="2000"/>
                            </p:stCondLst>
                            <p:childTnLst>
                              <p:par>
                                <p:cTn id="23" presetID="42" presetClass="entr" presetSubtype="0" fill="hold" grpId="0" nodeType="afterEffect" nodePh="1">
                                  <p:stCondLst>
                                    <p:cond delay="0"/>
                                  </p:stCondLst>
                                  <p:endCondLst>
                                    <p:cond evt="begin" delay="0">
                                      <p:tn val="23"/>
                                    </p:cond>
                                  </p:endCondLst>
                                  <p:childTnLst>
                                    <p:set>
                                      <p:cBhvr>
                                        <p:cTn id="24" dur="1" fill="hold">
                                          <p:stCondLst>
                                            <p:cond delay="0"/>
                                          </p:stCondLst>
                                        </p:cTn>
                                        <p:tgtEl>
                                          <p:spTgt spid="18">
                                            <p:txEl>
                                              <p:pRg st="0" end="0"/>
                                            </p:txEl>
                                          </p:spTgt>
                                        </p:tgtEl>
                                        <p:attrNameLst>
                                          <p:attrName>style.visibility</p:attrName>
                                        </p:attrNameLst>
                                      </p:cBhvr>
                                      <p:to>
                                        <p:strVal val="visible"/>
                                      </p:to>
                                    </p:set>
                                    <p:animEffect transition="in" filter="fade">
                                      <p:cBhvr>
                                        <p:cTn id="25" dur="500"/>
                                        <p:tgtEl>
                                          <p:spTgt spid="18">
                                            <p:txEl>
                                              <p:pRg st="0" end="0"/>
                                            </p:txEl>
                                          </p:spTgt>
                                        </p:tgtEl>
                                      </p:cBhvr>
                                    </p:animEffect>
                                    <p:anim calcmode="lin" valueType="num">
                                      <p:cBhvr>
                                        <p:cTn id="26" dur="500" fill="hold"/>
                                        <p:tgtEl>
                                          <p:spTgt spid="18">
                                            <p:txEl>
                                              <p:pRg st="0" end="0"/>
                                            </p:txEl>
                                          </p:spTgt>
                                        </p:tgtEl>
                                        <p:attrNameLst>
                                          <p:attrName>ppt_x</p:attrName>
                                        </p:attrNameLst>
                                      </p:cBhvr>
                                      <p:tavLst>
                                        <p:tav tm="0">
                                          <p:val>
                                            <p:strVal val="#ppt_x"/>
                                          </p:val>
                                        </p:tav>
                                        <p:tav tm="100000">
                                          <p:val>
                                            <p:strVal val="#ppt_x"/>
                                          </p:val>
                                        </p:tav>
                                      </p:tavLst>
                                    </p:anim>
                                    <p:anim calcmode="lin" valueType="num">
                                      <p:cBhvr>
                                        <p:cTn id="27" dur="500" fill="hold"/>
                                        <p:tgtEl>
                                          <p:spTgt spid="18">
                                            <p:txEl>
                                              <p:pRg st="0" end="0"/>
                                            </p:txEl>
                                          </p:spTgt>
                                        </p:tgtEl>
                                        <p:attrNameLst>
                                          <p:attrName>ppt_y</p:attrName>
                                        </p:attrNameLst>
                                      </p:cBhvr>
                                      <p:tavLst>
                                        <p:tav tm="0">
                                          <p:val>
                                            <p:strVal val="#ppt_y+.1"/>
                                          </p:val>
                                        </p:tav>
                                        <p:tav tm="100000">
                                          <p:val>
                                            <p:strVal val="#ppt_y"/>
                                          </p:val>
                                        </p:tav>
                                      </p:tavLst>
                                    </p:anim>
                                  </p:childTnLst>
                                </p:cTn>
                              </p:par>
                            </p:childTnLst>
                          </p:cTn>
                        </p:par>
                        <p:par>
                          <p:cTn id="28" fill="hold">
                            <p:stCondLst>
                              <p:cond delay="2500"/>
                            </p:stCondLst>
                            <p:childTnLst>
                              <p:par>
                                <p:cTn id="29" presetID="53" presetClass="entr" presetSubtype="16" fill="hold" grpId="0" nodeType="afterEffect" nodePh="1">
                                  <p:stCondLst>
                                    <p:cond delay="0"/>
                                  </p:stCondLst>
                                  <p:endCondLst>
                                    <p:cond evt="begin" delay="0">
                                      <p:tn val="29"/>
                                    </p:cond>
                                  </p:endCondLst>
                                  <p:childTnLst>
                                    <p:set>
                                      <p:cBhvr>
                                        <p:cTn id="30" dur="1" fill="hold">
                                          <p:stCondLst>
                                            <p:cond delay="0"/>
                                          </p:stCondLst>
                                        </p:cTn>
                                        <p:tgtEl>
                                          <p:spTgt spid="14">
                                            <p:txEl>
                                              <p:pRg st="0" end="0"/>
                                            </p:txEl>
                                          </p:spTgt>
                                        </p:tgtEl>
                                        <p:attrNameLst>
                                          <p:attrName>style.visibility</p:attrName>
                                        </p:attrNameLst>
                                      </p:cBhvr>
                                      <p:to>
                                        <p:strVal val="visible"/>
                                      </p:to>
                                    </p:set>
                                    <p:anim calcmode="lin" valueType="num">
                                      <p:cBhvr>
                                        <p:cTn id="31" dur="500" fill="hold"/>
                                        <p:tgtEl>
                                          <p:spTgt spid="14">
                                            <p:txEl>
                                              <p:pRg st="0" end="0"/>
                                            </p:txEl>
                                          </p:spTgt>
                                        </p:tgtEl>
                                        <p:attrNameLst>
                                          <p:attrName>ppt_w</p:attrName>
                                        </p:attrNameLst>
                                      </p:cBhvr>
                                      <p:tavLst>
                                        <p:tav tm="0">
                                          <p:val>
                                            <p:fltVal val="0"/>
                                          </p:val>
                                        </p:tav>
                                        <p:tav tm="100000">
                                          <p:val>
                                            <p:strVal val="#ppt_w"/>
                                          </p:val>
                                        </p:tav>
                                      </p:tavLst>
                                    </p:anim>
                                    <p:anim calcmode="lin" valueType="num">
                                      <p:cBhvr>
                                        <p:cTn id="32" dur="500" fill="hold"/>
                                        <p:tgtEl>
                                          <p:spTgt spid="14">
                                            <p:txEl>
                                              <p:pRg st="0" end="0"/>
                                            </p:txEl>
                                          </p:spTgt>
                                        </p:tgtEl>
                                        <p:attrNameLst>
                                          <p:attrName>ppt_h</p:attrName>
                                        </p:attrNameLst>
                                      </p:cBhvr>
                                      <p:tavLst>
                                        <p:tav tm="0">
                                          <p:val>
                                            <p:fltVal val="0"/>
                                          </p:val>
                                        </p:tav>
                                        <p:tav tm="100000">
                                          <p:val>
                                            <p:strVal val="#ppt_h"/>
                                          </p:val>
                                        </p:tav>
                                      </p:tavLst>
                                    </p:anim>
                                    <p:animEffect transition="in" filter="fade">
                                      <p:cBhvr>
                                        <p:cTn id="33" dur="500"/>
                                        <p:tgtEl>
                                          <p:spTgt spid="14">
                                            <p:txEl>
                                              <p:pRg st="0" end="0"/>
                                            </p:txEl>
                                          </p:spTgt>
                                        </p:tgtEl>
                                      </p:cBhvr>
                                    </p:animEffect>
                                  </p:childTnLst>
                                </p:cTn>
                              </p:par>
                            </p:childTnLst>
                          </p:cTn>
                        </p:par>
                        <p:par>
                          <p:cTn id="34" fill="hold">
                            <p:stCondLst>
                              <p:cond delay="3000"/>
                            </p:stCondLst>
                            <p:childTnLst>
                              <p:par>
                                <p:cTn id="35" presetID="42" presetClass="entr" presetSubtype="0" fill="hold" grpId="0" nodeType="afterEffect" nodePh="1">
                                  <p:stCondLst>
                                    <p:cond delay="0"/>
                                  </p:stCondLst>
                                  <p:endCondLst>
                                    <p:cond evt="begin" delay="0">
                                      <p:tn val="35"/>
                                    </p:cond>
                                  </p:endCondLst>
                                  <p:childTnLst>
                                    <p:set>
                                      <p:cBhvr>
                                        <p:cTn id="36" dur="1" fill="hold">
                                          <p:stCondLst>
                                            <p:cond delay="0"/>
                                          </p:stCondLst>
                                        </p:cTn>
                                        <p:tgtEl>
                                          <p:spTgt spid="15">
                                            <p:txEl>
                                              <p:pRg st="0" end="0"/>
                                            </p:txEl>
                                          </p:spTgt>
                                        </p:tgtEl>
                                        <p:attrNameLst>
                                          <p:attrName>style.visibility</p:attrName>
                                        </p:attrNameLst>
                                      </p:cBhvr>
                                      <p:to>
                                        <p:strVal val="visible"/>
                                      </p:to>
                                    </p:set>
                                    <p:animEffect transition="in" filter="fade">
                                      <p:cBhvr>
                                        <p:cTn id="37" dur="500"/>
                                        <p:tgtEl>
                                          <p:spTgt spid="15">
                                            <p:txEl>
                                              <p:pRg st="0" end="0"/>
                                            </p:txEl>
                                          </p:spTgt>
                                        </p:tgtEl>
                                      </p:cBhvr>
                                    </p:animEffect>
                                    <p:anim calcmode="lin" valueType="num">
                                      <p:cBhvr>
                                        <p:cTn id="38" dur="500" fill="hold"/>
                                        <p:tgtEl>
                                          <p:spTgt spid="15">
                                            <p:txEl>
                                              <p:pRg st="0" end="0"/>
                                            </p:txEl>
                                          </p:spTgt>
                                        </p:tgtEl>
                                        <p:attrNameLst>
                                          <p:attrName>ppt_x</p:attrName>
                                        </p:attrNameLst>
                                      </p:cBhvr>
                                      <p:tavLst>
                                        <p:tav tm="0">
                                          <p:val>
                                            <p:strVal val="#ppt_x"/>
                                          </p:val>
                                        </p:tav>
                                        <p:tav tm="100000">
                                          <p:val>
                                            <p:strVal val="#ppt_x"/>
                                          </p:val>
                                        </p:tav>
                                      </p:tavLst>
                                    </p:anim>
                                    <p:anim calcmode="lin" valueType="num">
                                      <p:cBhvr>
                                        <p:cTn id="39" dur="500" fill="hold"/>
                                        <p:tgtEl>
                                          <p:spTgt spid="15">
                                            <p:txEl>
                                              <p:pRg st="0" end="0"/>
                                            </p:txEl>
                                          </p:spTgt>
                                        </p:tgtEl>
                                        <p:attrNameLst>
                                          <p:attrName>ppt_y</p:attrName>
                                        </p:attrNameLst>
                                      </p:cBhvr>
                                      <p:tavLst>
                                        <p:tav tm="0">
                                          <p:val>
                                            <p:strVal val="#ppt_y+.1"/>
                                          </p:val>
                                        </p:tav>
                                        <p:tav tm="100000">
                                          <p:val>
                                            <p:strVal val="#ppt_y"/>
                                          </p:val>
                                        </p:tav>
                                      </p:tavLst>
                                    </p:anim>
                                  </p:childTnLst>
                                </p:cTn>
                              </p:par>
                            </p:childTnLst>
                          </p:cTn>
                        </p:par>
                        <p:par>
                          <p:cTn id="40" fill="hold">
                            <p:stCondLst>
                              <p:cond delay="3500"/>
                            </p:stCondLst>
                            <p:childTnLst>
                              <p:par>
                                <p:cTn id="41" presetID="53" presetClass="entr" presetSubtype="16" fill="hold" grpId="0" nodeType="afterEffect" nodePh="1">
                                  <p:stCondLst>
                                    <p:cond delay="0"/>
                                  </p:stCondLst>
                                  <p:endCondLst>
                                    <p:cond evt="begin" delay="0">
                                      <p:tn val="41"/>
                                    </p:cond>
                                  </p:endCondLst>
                                  <p:childTnLst>
                                    <p:set>
                                      <p:cBhvr>
                                        <p:cTn id="42" dur="1" fill="hold">
                                          <p:stCondLst>
                                            <p:cond delay="0"/>
                                          </p:stCondLst>
                                        </p:cTn>
                                        <p:tgtEl>
                                          <p:spTgt spid="21">
                                            <p:txEl>
                                              <p:pRg st="0" end="0"/>
                                            </p:txEl>
                                          </p:spTgt>
                                        </p:tgtEl>
                                        <p:attrNameLst>
                                          <p:attrName>style.visibility</p:attrName>
                                        </p:attrNameLst>
                                      </p:cBhvr>
                                      <p:to>
                                        <p:strVal val="visible"/>
                                      </p:to>
                                    </p:set>
                                    <p:anim calcmode="lin" valueType="num">
                                      <p:cBhvr>
                                        <p:cTn id="43" dur="500" fill="hold"/>
                                        <p:tgtEl>
                                          <p:spTgt spid="21">
                                            <p:txEl>
                                              <p:pRg st="0" end="0"/>
                                            </p:txEl>
                                          </p:spTgt>
                                        </p:tgtEl>
                                        <p:attrNameLst>
                                          <p:attrName>ppt_w</p:attrName>
                                        </p:attrNameLst>
                                      </p:cBhvr>
                                      <p:tavLst>
                                        <p:tav tm="0">
                                          <p:val>
                                            <p:fltVal val="0"/>
                                          </p:val>
                                        </p:tav>
                                        <p:tav tm="100000">
                                          <p:val>
                                            <p:strVal val="#ppt_w"/>
                                          </p:val>
                                        </p:tav>
                                      </p:tavLst>
                                    </p:anim>
                                    <p:anim calcmode="lin" valueType="num">
                                      <p:cBhvr>
                                        <p:cTn id="44" dur="500" fill="hold"/>
                                        <p:tgtEl>
                                          <p:spTgt spid="21">
                                            <p:txEl>
                                              <p:pRg st="0" end="0"/>
                                            </p:txEl>
                                          </p:spTgt>
                                        </p:tgtEl>
                                        <p:attrNameLst>
                                          <p:attrName>ppt_h</p:attrName>
                                        </p:attrNameLst>
                                      </p:cBhvr>
                                      <p:tavLst>
                                        <p:tav tm="0">
                                          <p:val>
                                            <p:fltVal val="0"/>
                                          </p:val>
                                        </p:tav>
                                        <p:tav tm="100000">
                                          <p:val>
                                            <p:strVal val="#ppt_h"/>
                                          </p:val>
                                        </p:tav>
                                      </p:tavLst>
                                    </p:anim>
                                    <p:animEffect transition="in" filter="fade">
                                      <p:cBhvr>
                                        <p:cTn id="45" dur="500"/>
                                        <p:tgtEl>
                                          <p:spTgt spid="21">
                                            <p:txEl>
                                              <p:pRg st="0" end="0"/>
                                            </p:txEl>
                                          </p:spTgt>
                                        </p:tgtEl>
                                      </p:cBhvr>
                                    </p:animEffect>
                                  </p:childTnLst>
                                </p:cTn>
                              </p:par>
                            </p:childTnLst>
                          </p:cTn>
                        </p:par>
                        <p:par>
                          <p:cTn id="46" fill="hold">
                            <p:stCondLst>
                              <p:cond delay="4000"/>
                            </p:stCondLst>
                            <p:childTnLst>
                              <p:par>
                                <p:cTn id="47" presetID="42" presetClass="entr" presetSubtype="0" fill="hold" grpId="0" nodeType="afterEffect" nodePh="1">
                                  <p:stCondLst>
                                    <p:cond delay="0"/>
                                  </p:stCondLst>
                                  <p:endCondLst>
                                    <p:cond evt="begin" delay="0">
                                      <p:tn val="47"/>
                                    </p:cond>
                                  </p:endCondLst>
                                  <p:childTnLst>
                                    <p:set>
                                      <p:cBhvr>
                                        <p:cTn id="48" dur="1" fill="hold">
                                          <p:stCondLst>
                                            <p:cond delay="0"/>
                                          </p:stCondLst>
                                        </p:cTn>
                                        <p:tgtEl>
                                          <p:spTgt spid="22">
                                            <p:txEl>
                                              <p:pRg st="0" end="0"/>
                                            </p:txEl>
                                          </p:spTgt>
                                        </p:tgtEl>
                                        <p:attrNameLst>
                                          <p:attrName>style.visibility</p:attrName>
                                        </p:attrNameLst>
                                      </p:cBhvr>
                                      <p:to>
                                        <p:strVal val="visible"/>
                                      </p:to>
                                    </p:set>
                                    <p:animEffect transition="in" filter="fade">
                                      <p:cBhvr>
                                        <p:cTn id="49" dur="500"/>
                                        <p:tgtEl>
                                          <p:spTgt spid="22">
                                            <p:txEl>
                                              <p:pRg st="0" end="0"/>
                                            </p:txEl>
                                          </p:spTgt>
                                        </p:tgtEl>
                                      </p:cBhvr>
                                    </p:animEffect>
                                    <p:anim calcmode="lin" valueType="num">
                                      <p:cBhvr>
                                        <p:cTn id="50" dur="500" fill="hold"/>
                                        <p:tgtEl>
                                          <p:spTgt spid="22">
                                            <p:txEl>
                                              <p:pRg st="0" end="0"/>
                                            </p:txEl>
                                          </p:spTgt>
                                        </p:tgtEl>
                                        <p:attrNameLst>
                                          <p:attrName>ppt_x</p:attrName>
                                        </p:attrNameLst>
                                      </p:cBhvr>
                                      <p:tavLst>
                                        <p:tav tm="0">
                                          <p:val>
                                            <p:strVal val="#ppt_x"/>
                                          </p:val>
                                        </p:tav>
                                        <p:tav tm="100000">
                                          <p:val>
                                            <p:strVal val="#ppt_x"/>
                                          </p:val>
                                        </p:tav>
                                      </p:tavLst>
                                    </p:anim>
                                    <p:anim calcmode="lin" valueType="num">
                                      <p:cBhvr>
                                        <p:cTn id="51" dur="500" fill="hold"/>
                                        <p:tgtEl>
                                          <p:spTgt spid="22">
                                            <p:txEl>
                                              <p:pRg st="0" end="0"/>
                                            </p:txEl>
                                          </p:spTgt>
                                        </p:tgtEl>
                                        <p:attrNameLst>
                                          <p:attrName>ppt_y</p:attrName>
                                        </p:attrNameLst>
                                      </p:cBhvr>
                                      <p:tavLst>
                                        <p:tav tm="0">
                                          <p:val>
                                            <p:strVal val="#ppt_y+.1"/>
                                          </p:val>
                                        </p:tav>
                                        <p:tav tm="100000">
                                          <p:val>
                                            <p:strVal val="#ppt_y"/>
                                          </p:val>
                                        </p:tav>
                                      </p:tavLst>
                                    </p:anim>
                                  </p:childTnLst>
                                </p:cTn>
                              </p:par>
                            </p:childTnLst>
                          </p:cTn>
                        </p:par>
                        <p:par>
                          <p:cTn id="52" fill="hold">
                            <p:stCondLst>
                              <p:cond delay="4500"/>
                            </p:stCondLst>
                            <p:childTnLst>
                              <p:par>
                                <p:cTn id="53" presetID="53" presetClass="entr" presetSubtype="16" fill="hold" grpId="0" nodeType="afterEffect" nodePh="1">
                                  <p:stCondLst>
                                    <p:cond delay="0"/>
                                  </p:stCondLst>
                                  <p:endCondLst>
                                    <p:cond evt="begin" delay="0">
                                      <p:tn val="53"/>
                                    </p:cond>
                                  </p:endCondLst>
                                  <p:childTnLst>
                                    <p:set>
                                      <p:cBhvr>
                                        <p:cTn id="54" dur="1" fill="hold">
                                          <p:stCondLst>
                                            <p:cond delay="0"/>
                                          </p:stCondLst>
                                        </p:cTn>
                                        <p:tgtEl>
                                          <p:spTgt spid="23">
                                            <p:txEl>
                                              <p:pRg st="0" end="0"/>
                                            </p:txEl>
                                          </p:spTgt>
                                        </p:tgtEl>
                                        <p:attrNameLst>
                                          <p:attrName>style.visibility</p:attrName>
                                        </p:attrNameLst>
                                      </p:cBhvr>
                                      <p:to>
                                        <p:strVal val="visible"/>
                                      </p:to>
                                    </p:set>
                                    <p:anim calcmode="lin" valueType="num">
                                      <p:cBhvr>
                                        <p:cTn id="55" dur="500" fill="hold"/>
                                        <p:tgtEl>
                                          <p:spTgt spid="23">
                                            <p:txEl>
                                              <p:pRg st="0" end="0"/>
                                            </p:txEl>
                                          </p:spTgt>
                                        </p:tgtEl>
                                        <p:attrNameLst>
                                          <p:attrName>ppt_w</p:attrName>
                                        </p:attrNameLst>
                                      </p:cBhvr>
                                      <p:tavLst>
                                        <p:tav tm="0">
                                          <p:val>
                                            <p:fltVal val="0"/>
                                          </p:val>
                                        </p:tav>
                                        <p:tav tm="100000">
                                          <p:val>
                                            <p:strVal val="#ppt_w"/>
                                          </p:val>
                                        </p:tav>
                                      </p:tavLst>
                                    </p:anim>
                                    <p:anim calcmode="lin" valueType="num">
                                      <p:cBhvr>
                                        <p:cTn id="56" dur="500" fill="hold"/>
                                        <p:tgtEl>
                                          <p:spTgt spid="23">
                                            <p:txEl>
                                              <p:pRg st="0" end="0"/>
                                            </p:txEl>
                                          </p:spTgt>
                                        </p:tgtEl>
                                        <p:attrNameLst>
                                          <p:attrName>ppt_h</p:attrName>
                                        </p:attrNameLst>
                                      </p:cBhvr>
                                      <p:tavLst>
                                        <p:tav tm="0">
                                          <p:val>
                                            <p:fltVal val="0"/>
                                          </p:val>
                                        </p:tav>
                                        <p:tav tm="100000">
                                          <p:val>
                                            <p:strVal val="#ppt_h"/>
                                          </p:val>
                                        </p:tav>
                                      </p:tavLst>
                                    </p:anim>
                                    <p:animEffect transition="in" filter="fade">
                                      <p:cBhvr>
                                        <p:cTn id="57" dur="500"/>
                                        <p:tgtEl>
                                          <p:spTgt spid="23">
                                            <p:txEl>
                                              <p:pRg st="0" end="0"/>
                                            </p:txEl>
                                          </p:spTgt>
                                        </p:tgtEl>
                                      </p:cBhvr>
                                    </p:animEffect>
                                  </p:childTnLst>
                                </p:cTn>
                              </p:par>
                            </p:childTnLst>
                          </p:cTn>
                        </p:par>
                        <p:par>
                          <p:cTn id="58" fill="hold">
                            <p:stCondLst>
                              <p:cond delay="5000"/>
                            </p:stCondLst>
                            <p:childTnLst>
                              <p:par>
                                <p:cTn id="59" presetID="42" presetClass="entr" presetSubtype="0" fill="hold" grpId="0" nodeType="afterEffect" nodePh="1">
                                  <p:stCondLst>
                                    <p:cond delay="0"/>
                                  </p:stCondLst>
                                  <p:endCondLst>
                                    <p:cond evt="begin" delay="0">
                                      <p:tn val="59"/>
                                    </p:cond>
                                  </p:endCondLst>
                                  <p:childTnLst>
                                    <p:set>
                                      <p:cBhvr>
                                        <p:cTn id="60" dur="1" fill="hold">
                                          <p:stCondLst>
                                            <p:cond delay="0"/>
                                          </p:stCondLst>
                                        </p:cTn>
                                        <p:tgtEl>
                                          <p:spTgt spid="24">
                                            <p:txEl>
                                              <p:pRg st="0" end="0"/>
                                            </p:txEl>
                                          </p:spTgt>
                                        </p:tgtEl>
                                        <p:attrNameLst>
                                          <p:attrName>style.visibility</p:attrName>
                                        </p:attrNameLst>
                                      </p:cBhvr>
                                      <p:to>
                                        <p:strVal val="visible"/>
                                      </p:to>
                                    </p:set>
                                    <p:animEffect transition="in" filter="fade">
                                      <p:cBhvr>
                                        <p:cTn id="61" dur="500"/>
                                        <p:tgtEl>
                                          <p:spTgt spid="24">
                                            <p:txEl>
                                              <p:pRg st="0" end="0"/>
                                            </p:txEl>
                                          </p:spTgt>
                                        </p:tgtEl>
                                      </p:cBhvr>
                                    </p:animEffect>
                                    <p:anim calcmode="lin" valueType="num">
                                      <p:cBhvr>
                                        <p:cTn id="62"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p:cTn id="63" dur="500" fill="hold"/>
                                        <p:tgtEl>
                                          <p:spTgt spid="24">
                                            <p:txEl>
                                              <p:pRg st="0" end="0"/>
                                            </p:txEl>
                                          </p:spTgt>
                                        </p:tgtEl>
                                        <p:attrNameLst>
                                          <p:attrName>ppt_y</p:attrName>
                                        </p:attrNameLst>
                                      </p:cBhvr>
                                      <p:tavLst>
                                        <p:tav tm="0">
                                          <p:val>
                                            <p:strVal val="#ppt_y+.1"/>
                                          </p:val>
                                        </p:tav>
                                        <p:tav tm="100000">
                                          <p:val>
                                            <p:strVal val="#ppt_y"/>
                                          </p:val>
                                        </p:tav>
                                      </p:tavLst>
                                    </p:anim>
                                  </p:childTnLst>
                                </p:cTn>
                              </p:par>
                            </p:childTnLst>
                          </p:cTn>
                        </p:par>
                        <p:par>
                          <p:cTn id="64" fill="hold">
                            <p:stCondLst>
                              <p:cond delay="5500"/>
                            </p:stCondLst>
                            <p:childTnLst>
                              <p:par>
                                <p:cTn id="65" presetID="42" presetClass="entr" presetSubtype="0" fill="hold" grpId="0" nodeType="afterEffect">
                                  <p:stCondLst>
                                    <p:cond delay="0"/>
                                  </p:stCondLst>
                                  <p:childTnLst>
                                    <p:set>
                                      <p:cBhvr>
                                        <p:cTn id="66" dur="1" fill="hold">
                                          <p:stCondLst>
                                            <p:cond delay="0"/>
                                          </p:stCondLst>
                                        </p:cTn>
                                        <p:tgtEl>
                                          <p:spTgt spid="25"/>
                                        </p:tgtEl>
                                        <p:attrNameLst>
                                          <p:attrName>style.visibility</p:attrName>
                                        </p:attrNameLst>
                                      </p:cBhvr>
                                      <p:to>
                                        <p:strVal val="visible"/>
                                      </p:to>
                                    </p:set>
                                    <p:animEffect transition="in" filter="fade">
                                      <p:cBhvr>
                                        <p:cTn id="67" dur="500"/>
                                        <p:tgtEl>
                                          <p:spTgt spid="25"/>
                                        </p:tgtEl>
                                      </p:cBhvr>
                                    </p:animEffect>
                                    <p:anim calcmode="lin" valueType="num">
                                      <p:cBhvr>
                                        <p:cTn id="68" dur="500" fill="hold"/>
                                        <p:tgtEl>
                                          <p:spTgt spid="25"/>
                                        </p:tgtEl>
                                        <p:attrNameLst>
                                          <p:attrName>ppt_x</p:attrName>
                                        </p:attrNameLst>
                                      </p:cBhvr>
                                      <p:tavLst>
                                        <p:tav tm="0">
                                          <p:val>
                                            <p:strVal val="#ppt_x"/>
                                          </p:val>
                                        </p:tav>
                                        <p:tav tm="100000">
                                          <p:val>
                                            <p:strVal val="#ppt_x"/>
                                          </p:val>
                                        </p:tav>
                                      </p:tavLst>
                                    </p:anim>
                                    <p:anim calcmode="lin" valueType="num">
                                      <p:cBhvr>
                                        <p:cTn id="69" dur="500" fill="hold"/>
                                        <p:tgtEl>
                                          <p:spTgt spid="25"/>
                                        </p:tgtEl>
                                        <p:attrNameLst>
                                          <p:attrName>ppt_y</p:attrName>
                                        </p:attrNameLst>
                                      </p:cBhvr>
                                      <p:tavLst>
                                        <p:tav tm="0">
                                          <p:val>
                                            <p:strVal val="#ppt_y+.1"/>
                                          </p:val>
                                        </p:tav>
                                        <p:tav tm="100000">
                                          <p:val>
                                            <p:strVal val="#ppt_y"/>
                                          </p:val>
                                        </p:tav>
                                      </p:tavLst>
                                    </p:anim>
                                  </p:childTnLst>
                                </p:cTn>
                              </p:par>
                              <p:par>
                                <p:cTn id="70" presetID="42" presetClass="entr" presetSubtype="0" fill="hold" grpId="0" nodeType="withEffect">
                                  <p:stCondLst>
                                    <p:cond delay="0"/>
                                  </p:stCondLst>
                                  <p:childTnLst>
                                    <p:set>
                                      <p:cBhvr>
                                        <p:cTn id="71" dur="1" fill="hold">
                                          <p:stCondLst>
                                            <p:cond delay="0"/>
                                          </p:stCondLst>
                                        </p:cTn>
                                        <p:tgtEl>
                                          <p:spTgt spid="26"/>
                                        </p:tgtEl>
                                        <p:attrNameLst>
                                          <p:attrName>style.visibility</p:attrName>
                                        </p:attrNameLst>
                                      </p:cBhvr>
                                      <p:to>
                                        <p:strVal val="visible"/>
                                      </p:to>
                                    </p:set>
                                    <p:animEffect transition="in" filter="fade">
                                      <p:cBhvr>
                                        <p:cTn id="72" dur="500"/>
                                        <p:tgtEl>
                                          <p:spTgt spid="26"/>
                                        </p:tgtEl>
                                      </p:cBhvr>
                                    </p:animEffect>
                                    <p:anim calcmode="lin" valueType="num">
                                      <p:cBhvr>
                                        <p:cTn id="73" dur="500" fill="hold"/>
                                        <p:tgtEl>
                                          <p:spTgt spid="26"/>
                                        </p:tgtEl>
                                        <p:attrNameLst>
                                          <p:attrName>ppt_x</p:attrName>
                                        </p:attrNameLst>
                                      </p:cBhvr>
                                      <p:tavLst>
                                        <p:tav tm="0">
                                          <p:val>
                                            <p:strVal val="#ppt_x"/>
                                          </p:val>
                                        </p:tav>
                                        <p:tav tm="100000">
                                          <p:val>
                                            <p:strVal val="#ppt_x"/>
                                          </p:val>
                                        </p:tav>
                                      </p:tavLst>
                                    </p:anim>
                                    <p:anim calcmode="lin" valueType="num">
                                      <p:cBhvr>
                                        <p:cTn id="74" dur="500" fill="hold"/>
                                        <p:tgtEl>
                                          <p:spTgt spid="26"/>
                                        </p:tgtEl>
                                        <p:attrNameLst>
                                          <p:attrName>ppt_y</p:attrName>
                                        </p:attrNameLst>
                                      </p:cBhvr>
                                      <p:tavLst>
                                        <p:tav tm="0">
                                          <p:val>
                                            <p:strVal val="#ppt_y+.1"/>
                                          </p:val>
                                        </p:tav>
                                        <p:tav tm="100000">
                                          <p:val>
                                            <p:strVal val="#ppt_y"/>
                                          </p:val>
                                        </p:tav>
                                      </p:tavLst>
                                    </p:anim>
                                  </p:childTnLst>
                                </p:cTn>
                              </p:par>
                              <p:par>
                                <p:cTn id="75" presetID="42" presetClass="entr" presetSubtype="0" fill="hold" grpId="0" nodeType="withEffect">
                                  <p:stCondLst>
                                    <p:cond delay="0"/>
                                  </p:stCondLst>
                                  <p:childTnLst>
                                    <p:set>
                                      <p:cBhvr>
                                        <p:cTn id="76" dur="1" fill="hold">
                                          <p:stCondLst>
                                            <p:cond delay="0"/>
                                          </p:stCondLst>
                                        </p:cTn>
                                        <p:tgtEl>
                                          <p:spTgt spid="27"/>
                                        </p:tgtEl>
                                        <p:attrNameLst>
                                          <p:attrName>style.visibility</p:attrName>
                                        </p:attrNameLst>
                                      </p:cBhvr>
                                      <p:to>
                                        <p:strVal val="visible"/>
                                      </p:to>
                                    </p:set>
                                    <p:animEffect transition="in" filter="fade">
                                      <p:cBhvr>
                                        <p:cTn id="77" dur="500"/>
                                        <p:tgtEl>
                                          <p:spTgt spid="27"/>
                                        </p:tgtEl>
                                      </p:cBhvr>
                                    </p:animEffect>
                                    <p:anim calcmode="lin" valueType="num">
                                      <p:cBhvr>
                                        <p:cTn id="78" dur="500" fill="hold"/>
                                        <p:tgtEl>
                                          <p:spTgt spid="27"/>
                                        </p:tgtEl>
                                        <p:attrNameLst>
                                          <p:attrName>ppt_x</p:attrName>
                                        </p:attrNameLst>
                                      </p:cBhvr>
                                      <p:tavLst>
                                        <p:tav tm="0">
                                          <p:val>
                                            <p:strVal val="#ppt_x"/>
                                          </p:val>
                                        </p:tav>
                                        <p:tav tm="100000">
                                          <p:val>
                                            <p:strVal val="#ppt_x"/>
                                          </p:val>
                                        </p:tav>
                                      </p:tavLst>
                                    </p:anim>
                                    <p:anim calcmode="lin" valueType="num">
                                      <p:cBhvr>
                                        <p:cTn id="79" dur="500" fill="hold"/>
                                        <p:tgtEl>
                                          <p:spTgt spid="27"/>
                                        </p:tgtEl>
                                        <p:attrNameLst>
                                          <p:attrName>ppt_y</p:attrName>
                                        </p:attrNameLst>
                                      </p:cBhvr>
                                      <p:tavLst>
                                        <p:tav tm="0">
                                          <p:val>
                                            <p:strVal val="#ppt_y+.1"/>
                                          </p:val>
                                        </p:tav>
                                        <p:tav tm="100000">
                                          <p:val>
                                            <p:strVal val="#ppt_y"/>
                                          </p:val>
                                        </p:tav>
                                      </p:tavLst>
                                    </p:anim>
                                  </p:childTnLst>
                                </p:cTn>
                              </p:par>
                              <p:par>
                                <p:cTn id="80" presetID="42" presetClass="entr" presetSubtype="0" fill="hold" grpId="0" nodeType="withEffect">
                                  <p:stCondLst>
                                    <p:cond delay="0"/>
                                  </p:stCondLst>
                                  <p:childTnLst>
                                    <p:set>
                                      <p:cBhvr>
                                        <p:cTn id="81" dur="1" fill="hold">
                                          <p:stCondLst>
                                            <p:cond delay="0"/>
                                          </p:stCondLst>
                                        </p:cTn>
                                        <p:tgtEl>
                                          <p:spTgt spid="28"/>
                                        </p:tgtEl>
                                        <p:attrNameLst>
                                          <p:attrName>style.visibility</p:attrName>
                                        </p:attrNameLst>
                                      </p:cBhvr>
                                      <p:to>
                                        <p:strVal val="visible"/>
                                      </p:to>
                                    </p:set>
                                    <p:animEffect transition="in" filter="fade">
                                      <p:cBhvr>
                                        <p:cTn id="82" dur="500"/>
                                        <p:tgtEl>
                                          <p:spTgt spid="28"/>
                                        </p:tgtEl>
                                      </p:cBhvr>
                                    </p:animEffect>
                                    <p:anim calcmode="lin" valueType="num">
                                      <p:cBhvr>
                                        <p:cTn id="83" dur="500" fill="hold"/>
                                        <p:tgtEl>
                                          <p:spTgt spid="28"/>
                                        </p:tgtEl>
                                        <p:attrNameLst>
                                          <p:attrName>ppt_x</p:attrName>
                                        </p:attrNameLst>
                                      </p:cBhvr>
                                      <p:tavLst>
                                        <p:tav tm="0">
                                          <p:val>
                                            <p:strVal val="#ppt_x"/>
                                          </p:val>
                                        </p:tav>
                                        <p:tav tm="100000">
                                          <p:val>
                                            <p:strVal val="#ppt_x"/>
                                          </p:val>
                                        </p:tav>
                                      </p:tavLst>
                                    </p:anim>
                                    <p:anim calcmode="lin" valueType="num">
                                      <p:cBhvr>
                                        <p:cTn id="84" dur="500" fill="hold"/>
                                        <p:tgtEl>
                                          <p:spTgt spid="28"/>
                                        </p:tgtEl>
                                        <p:attrNameLst>
                                          <p:attrName>ppt_y</p:attrName>
                                        </p:attrNameLst>
                                      </p:cBhvr>
                                      <p:tavLst>
                                        <p:tav tm="0">
                                          <p:val>
                                            <p:strVal val="#ppt_y+.1"/>
                                          </p:val>
                                        </p:tav>
                                        <p:tav tm="100000">
                                          <p:val>
                                            <p:strVal val="#ppt_y"/>
                                          </p:val>
                                        </p:tav>
                                      </p:tavLst>
                                    </p:anim>
                                  </p:childTnLst>
                                </p:cTn>
                              </p:par>
                              <p:par>
                                <p:cTn id="85" presetID="42" presetClass="entr" presetSubtype="0" fill="hold" grpId="0" nodeType="withEffect">
                                  <p:stCondLst>
                                    <p:cond delay="0"/>
                                  </p:stCondLst>
                                  <p:childTnLst>
                                    <p:set>
                                      <p:cBhvr>
                                        <p:cTn id="86" dur="1" fill="hold">
                                          <p:stCondLst>
                                            <p:cond delay="0"/>
                                          </p:stCondLst>
                                        </p:cTn>
                                        <p:tgtEl>
                                          <p:spTgt spid="29"/>
                                        </p:tgtEl>
                                        <p:attrNameLst>
                                          <p:attrName>style.visibility</p:attrName>
                                        </p:attrNameLst>
                                      </p:cBhvr>
                                      <p:to>
                                        <p:strVal val="visible"/>
                                      </p:to>
                                    </p:set>
                                    <p:animEffect transition="in" filter="fade">
                                      <p:cBhvr>
                                        <p:cTn id="87" dur="500"/>
                                        <p:tgtEl>
                                          <p:spTgt spid="29"/>
                                        </p:tgtEl>
                                      </p:cBhvr>
                                    </p:animEffect>
                                    <p:anim calcmode="lin" valueType="num">
                                      <p:cBhvr>
                                        <p:cTn id="88" dur="500" fill="hold"/>
                                        <p:tgtEl>
                                          <p:spTgt spid="29"/>
                                        </p:tgtEl>
                                        <p:attrNameLst>
                                          <p:attrName>ppt_x</p:attrName>
                                        </p:attrNameLst>
                                      </p:cBhvr>
                                      <p:tavLst>
                                        <p:tav tm="0">
                                          <p:val>
                                            <p:strVal val="#ppt_x"/>
                                          </p:val>
                                        </p:tav>
                                        <p:tav tm="100000">
                                          <p:val>
                                            <p:strVal val="#ppt_x"/>
                                          </p:val>
                                        </p:tav>
                                      </p:tavLst>
                                    </p:anim>
                                    <p:anim calcmode="lin" valueType="num">
                                      <p:cBhvr>
                                        <p:cTn id="89" dur="500" fill="hold"/>
                                        <p:tgtEl>
                                          <p:spTgt spid="29"/>
                                        </p:tgtEl>
                                        <p:attrNameLst>
                                          <p:attrName>ppt_y</p:attrName>
                                        </p:attrNameLst>
                                      </p:cBhvr>
                                      <p:tavLst>
                                        <p:tav tm="0">
                                          <p:val>
                                            <p:strVal val="#ppt_y+.1"/>
                                          </p:val>
                                        </p:tav>
                                        <p:tav tm="100000">
                                          <p:val>
                                            <p:strVal val="#ppt_y"/>
                                          </p:val>
                                        </p:tav>
                                      </p:tavLst>
                                    </p:anim>
                                  </p:childTnLst>
                                </p:cTn>
                              </p:par>
                              <p:par>
                                <p:cTn id="90" presetID="42" presetClass="entr" presetSubtype="0" fill="hold" grpId="0" nodeType="withEffect">
                                  <p:stCondLst>
                                    <p:cond delay="0"/>
                                  </p:stCondLst>
                                  <p:childTnLst>
                                    <p:set>
                                      <p:cBhvr>
                                        <p:cTn id="91" dur="1" fill="hold">
                                          <p:stCondLst>
                                            <p:cond delay="0"/>
                                          </p:stCondLst>
                                        </p:cTn>
                                        <p:tgtEl>
                                          <p:spTgt spid="30"/>
                                        </p:tgtEl>
                                        <p:attrNameLst>
                                          <p:attrName>style.visibility</p:attrName>
                                        </p:attrNameLst>
                                      </p:cBhvr>
                                      <p:to>
                                        <p:strVal val="visible"/>
                                      </p:to>
                                    </p:set>
                                    <p:animEffect transition="in" filter="fade">
                                      <p:cBhvr>
                                        <p:cTn id="92" dur="500"/>
                                        <p:tgtEl>
                                          <p:spTgt spid="30"/>
                                        </p:tgtEl>
                                      </p:cBhvr>
                                    </p:animEffect>
                                    <p:anim calcmode="lin" valueType="num">
                                      <p:cBhvr>
                                        <p:cTn id="93" dur="500" fill="hold"/>
                                        <p:tgtEl>
                                          <p:spTgt spid="30"/>
                                        </p:tgtEl>
                                        <p:attrNameLst>
                                          <p:attrName>ppt_x</p:attrName>
                                        </p:attrNameLst>
                                      </p:cBhvr>
                                      <p:tavLst>
                                        <p:tav tm="0">
                                          <p:val>
                                            <p:strVal val="#ppt_x"/>
                                          </p:val>
                                        </p:tav>
                                        <p:tav tm="100000">
                                          <p:val>
                                            <p:strVal val="#ppt_x"/>
                                          </p:val>
                                        </p:tav>
                                      </p:tavLst>
                                    </p:anim>
                                    <p:anim calcmode="lin" valueType="num">
                                      <p:cBhvr>
                                        <p:cTn id="94" dur="500" fill="hold"/>
                                        <p:tgtEl>
                                          <p:spTgt spid="30"/>
                                        </p:tgtEl>
                                        <p:attrNameLst>
                                          <p:attrName>ppt_y</p:attrName>
                                        </p:attrNameLst>
                                      </p:cBhvr>
                                      <p:tavLst>
                                        <p:tav tm="0">
                                          <p:val>
                                            <p:strVal val="#ppt_y+.1"/>
                                          </p:val>
                                        </p:tav>
                                        <p:tav tm="100000">
                                          <p:val>
                                            <p:strVal val="#ppt_y"/>
                                          </p:val>
                                        </p:tav>
                                      </p:tavLst>
                                    </p:anim>
                                  </p:childTnLst>
                                </p:cTn>
                              </p:par>
                              <p:par>
                                <p:cTn id="95" presetID="42" presetClass="entr" presetSubtype="0" fill="hold" grpId="0" nodeType="withEffect">
                                  <p:stCondLst>
                                    <p:cond delay="0"/>
                                  </p:stCondLst>
                                  <p:childTnLst>
                                    <p:set>
                                      <p:cBhvr>
                                        <p:cTn id="96" dur="1" fill="hold">
                                          <p:stCondLst>
                                            <p:cond delay="0"/>
                                          </p:stCondLst>
                                        </p:cTn>
                                        <p:tgtEl>
                                          <p:spTgt spid="31"/>
                                        </p:tgtEl>
                                        <p:attrNameLst>
                                          <p:attrName>style.visibility</p:attrName>
                                        </p:attrNameLst>
                                      </p:cBhvr>
                                      <p:to>
                                        <p:strVal val="visible"/>
                                      </p:to>
                                    </p:set>
                                    <p:animEffect transition="in" filter="fade">
                                      <p:cBhvr>
                                        <p:cTn id="97" dur="500"/>
                                        <p:tgtEl>
                                          <p:spTgt spid="31"/>
                                        </p:tgtEl>
                                      </p:cBhvr>
                                    </p:animEffect>
                                    <p:anim calcmode="lin" valueType="num">
                                      <p:cBhvr>
                                        <p:cTn id="98" dur="500" fill="hold"/>
                                        <p:tgtEl>
                                          <p:spTgt spid="31"/>
                                        </p:tgtEl>
                                        <p:attrNameLst>
                                          <p:attrName>ppt_x</p:attrName>
                                        </p:attrNameLst>
                                      </p:cBhvr>
                                      <p:tavLst>
                                        <p:tav tm="0">
                                          <p:val>
                                            <p:strVal val="#ppt_x"/>
                                          </p:val>
                                        </p:tav>
                                        <p:tav tm="100000">
                                          <p:val>
                                            <p:strVal val="#ppt_x"/>
                                          </p:val>
                                        </p:tav>
                                      </p:tavLst>
                                    </p:anim>
                                    <p:anim calcmode="lin" valueType="num">
                                      <p:cBhvr>
                                        <p:cTn id="99" dur="500" fill="hold"/>
                                        <p:tgtEl>
                                          <p:spTgt spid="3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17" grpId="0" animBg="1"/>
      <p:bldP spid="18"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8"/>
                        </p:tgtEl>
                        <p:attrNameLst>
                          <p:attrName>style.visibility</p:attrName>
                        </p:attrNameLst>
                      </p:cBhvr>
                      <p:to>
                        <p:strVal val="visible"/>
                      </p:to>
                    </p:set>
                    <p:animEffect transition="in" filter="fade">
                      <p:cBhvr>
                        <p:cTn dur="500"/>
                        <p:tgtEl>
                          <p:spTgt spid="18"/>
                        </p:tgtEl>
                      </p:cBhvr>
                    </p:animEffect>
                    <p:anim calcmode="lin" valueType="num">
                      <p:cBhvr>
                        <p:cTn dur="500" fill="hold"/>
                        <p:tgtEl>
                          <p:spTgt spid="18"/>
                        </p:tgtEl>
                        <p:attrNameLst>
                          <p:attrName>ppt_x</p:attrName>
                        </p:attrNameLst>
                      </p:cBhvr>
                      <p:tavLst>
                        <p:tav tm="0">
                          <p:val>
                            <p:strVal val="#ppt_x"/>
                          </p:val>
                        </p:tav>
                        <p:tav tm="100000">
                          <p:val>
                            <p:strVal val="#ppt_x"/>
                          </p:val>
                        </p:tav>
                      </p:tavLst>
                    </p:anim>
                    <p:anim calcmode="lin" valueType="num">
                      <p:cBhvr>
                        <p:cTn dur="500" fill="hold"/>
                        <p:tgtEl>
                          <p:spTgt spid="18"/>
                        </p:tgtEl>
                        <p:attrNameLst>
                          <p:attrName>ppt_y</p:attrName>
                        </p:attrNameLst>
                      </p:cBhvr>
                      <p:tavLst>
                        <p:tav tm="0">
                          <p:val>
                            <p:strVal val="#ppt_y+.1"/>
                          </p:val>
                        </p:tav>
                        <p:tav tm="100000">
                          <p:val>
                            <p:strVal val="#ppt_y"/>
                          </p:val>
                        </p:tav>
                      </p:tavLst>
                    </p:anim>
                  </p:childTnLst>
                </p:cTn>
              </p:par>
            </p:tnLst>
          </p:tmpl>
        </p:tmplLst>
      </p:bldP>
      <p:bldP spid="14"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4"/>
                        </p:tgtEl>
                        <p:attrNameLst>
                          <p:attrName>style.visibility</p:attrName>
                        </p:attrNameLst>
                      </p:cBhvr>
                      <p:to>
                        <p:strVal val="visible"/>
                      </p:to>
                    </p:set>
                    <p:anim calcmode="lin" valueType="num">
                      <p:cBhvr>
                        <p:cTn dur="500" fill="hold"/>
                        <p:tgtEl>
                          <p:spTgt spid="14"/>
                        </p:tgtEl>
                        <p:attrNameLst>
                          <p:attrName>ppt_w</p:attrName>
                        </p:attrNameLst>
                      </p:cBhvr>
                      <p:tavLst>
                        <p:tav tm="0">
                          <p:val>
                            <p:fltVal val="0"/>
                          </p:val>
                        </p:tav>
                        <p:tav tm="100000">
                          <p:val>
                            <p:strVal val="#ppt_w"/>
                          </p:val>
                        </p:tav>
                      </p:tavLst>
                    </p:anim>
                    <p:anim calcmode="lin" valueType="num">
                      <p:cBhvr>
                        <p:cTn dur="500" fill="hold"/>
                        <p:tgtEl>
                          <p:spTgt spid="14"/>
                        </p:tgtEl>
                        <p:attrNameLst>
                          <p:attrName>ppt_h</p:attrName>
                        </p:attrNameLst>
                      </p:cBhvr>
                      <p:tavLst>
                        <p:tav tm="0">
                          <p:val>
                            <p:fltVal val="0"/>
                          </p:val>
                        </p:tav>
                        <p:tav tm="100000">
                          <p:val>
                            <p:strVal val="#ppt_h"/>
                          </p:val>
                        </p:tav>
                      </p:tavLst>
                    </p:anim>
                    <p:animEffect transition="in" filter="fade">
                      <p:cBhvr>
                        <p:cTn dur="500"/>
                        <p:tgtEl>
                          <p:spTgt spid="14"/>
                        </p:tgtEl>
                      </p:cBhvr>
                    </p:animEffect>
                  </p:childTnLst>
                </p:cTn>
              </p:par>
            </p:tnLst>
          </p:tmpl>
        </p:tmplLst>
      </p:bldP>
      <p:bldP spid="15"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5"/>
                        </p:tgtEl>
                        <p:attrNameLst>
                          <p:attrName>style.visibility</p:attrName>
                        </p:attrNameLst>
                      </p:cBhvr>
                      <p:to>
                        <p:strVal val="visible"/>
                      </p:to>
                    </p:set>
                    <p:animEffect transition="in" filter="fade">
                      <p:cBhvr>
                        <p:cTn dur="500"/>
                        <p:tgtEl>
                          <p:spTgt spid="15"/>
                        </p:tgtEl>
                      </p:cBhvr>
                    </p:animEffect>
                    <p:anim calcmode="lin" valueType="num">
                      <p:cBhvr>
                        <p:cTn dur="500" fill="hold"/>
                        <p:tgtEl>
                          <p:spTgt spid="15"/>
                        </p:tgtEl>
                        <p:attrNameLst>
                          <p:attrName>ppt_x</p:attrName>
                        </p:attrNameLst>
                      </p:cBhvr>
                      <p:tavLst>
                        <p:tav tm="0">
                          <p:val>
                            <p:strVal val="#ppt_x"/>
                          </p:val>
                        </p:tav>
                        <p:tav tm="100000">
                          <p:val>
                            <p:strVal val="#ppt_x"/>
                          </p:val>
                        </p:tav>
                      </p:tavLst>
                    </p:anim>
                    <p:anim calcmode="lin" valueType="num">
                      <p:cBhvr>
                        <p:cTn dur="500" fill="hold"/>
                        <p:tgtEl>
                          <p:spTgt spid="15"/>
                        </p:tgtEl>
                        <p:attrNameLst>
                          <p:attrName>ppt_y</p:attrName>
                        </p:attrNameLst>
                      </p:cBhvr>
                      <p:tavLst>
                        <p:tav tm="0">
                          <p:val>
                            <p:strVal val="#ppt_y+.1"/>
                          </p:val>
                        </p:tav>
                        <p:tav tm="100000">
                          <p:val>
                            <p:strVal val="#ppt_y"/>
                          </p:val>
                        </p:tav>
                      </p:tavLst>
                    </p:anim>
                  </p:childTnLst>
                </p:cTn>
              </p:par>
            </p:tnLst>
          </p:tmpl>
        </p:tmplLst>
      </p:bldP>
      <p:bldP spid="21"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1"/>
                        </p:tgtEl>
                        <p:attrNameLst>
                          <p:attrName>style.visibility</p:attrName>
                        </p:attrNameLst>
                      </p:cBhvr>
                      <p:to>
                        <p:strVal val="visible"/>
                      </p:to>
                    </p:set>
                    <p:anim calcmode="lin" valueType="num">
                      <p:cBhvr>
                        <p:cTn dur="500" fill="hold"/>
                        <p:tgtEl>
                          <p:spTgt spid="21"/>
                        </p:tgtEl>
                        <p:attrNameLst>
                          <p:attrName>ppt_w</p:attrName>
                        </p:attrNameLst>
                      </p:cBhvr>
                      <p:tavLst>
                        <p:tav tm="0">
                          <p:val>
                            <p:fltVal val="0"/>
                          </p:val>
                        </p:tav>
                        <p:tav tm="100000">
                          <p:val>
                            <p:strVal val="#ppt_w"/>
                          </p:val>
                        </p:tav>
                      </p:tavLst>
                    </p:anim>
                    <p:anim calcmode="lin" valueType="num">
                      <p:cBhvr>
                        <p:cTn dur="500" fill="hold"/>
                        <p:tgtEl>
                          <p:spTgt spid="21"/>
                        </p:tgtEl>
                        <p:attrNameLst>
                          <p:attrName>ppt_h</p:attrName>
                        </p:attrNameLst>
                      </p:cBhvr>
                      <p:tavLst>
                        <p:tav tm="0">
                          <p:val>
                            <p:fltVal val="0"/>
                          </p:val>
                        </p:tav>
                        <p:tav tm="100000">
                          <p:val>
                            <p:strVal val="#ppt_h"/>
                          </p:val>
                        </p:tav>
                      </p:tavLst>
                    </p:anim>
                    <p:animEffect transition="in" filter="fade">
                      <p:cBhvr>
                        <p:cTn dur="500"/>
                        <p:tgtEl>
                          <p:spTgt spid="21"/>
                        </p:tgtEl>
                      </p:cBhvr>
                    </p:animEffect>
                  </p:childTnLst>
                </p:cTn>
              </p:par>
            </p:tnLst>
          </p:tmpl>
        </p:tmplLst>
      </p:bldP>
      <p:bldP spid="22"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2"/>
                        </p:tgtEl>
                        <p:attrNameLst>
                          <p:attrName>style.visibility</p:attrName>
                        </p:attrNameLst>
                      </p:cBhvr>
                      <p:to>
                        <p:strVal val="visible"/>
                      </p:to>
                    </p:set>
                    <p:animEffect transition="in" filter="fade">
                      <p:cBhvr>
                        <p:cTn dur="500"/>
                        <p:tgtEl>
                          <p:spTgt spid="22"/>
                        </p:tgtEl>
                      </p:cBhvr>
                    </p:animEffect>
                    <p:anim calcmode="lin" valueType="num">
                      <p:cBhvr>
                        <p:cTn dur="500" fill="hold"/>
                        <p:tgtEl>
                          <p:spTgt spid="22"/>
                        </p:tgtEl>
                        <p:attrNameLst>
                          <p:attrName>ppt_x</p:attrName>
                        </p:attrNameLst>
                      </p:cBhvr>
                      <p:tavLst>
                        <p:tav tm="0">
                          <p:val>
                            <p:strVal val="#ppt_x"/>
                          </p:val>
                        </p:tav>
                        <p:tav tm="100000">
                          <p:val>
                            <p:strVal val="#ppt_x"/>
                          </p:val>
                        </p:tav>
                      </p:tavLst>
                    </p:anim>
                    <p:anim calcmode="lin" valueType="num">
                      <p:cBhvr>
                        <p:cTn dur="500" fill="hold"/>
                        <p:tgtEl>
                          <p:spTgt spid="22"/>
                        </p:tgtEl>
                        <p:attrNameLst>
                          <p:attrName>ppt_y</p:attrName>
                        </p:attrNameLst>
                      </p:cBhvr>
                      <p:tavLst>
                        <p:tav tm="0">
                          <p:val>
                            <p:strVal val="#ppt_y+.1"/>
                          </p:val>
                        </p:tav>
                        <p:tav tm="100000">
                          <p:val>
                            <p:strVal val="#ppt_y"/>
                          </p:val>
                        </p:tav>
                      </p:tavLst>
                    </p:anim>
                  </p:childTnLst>
                </p:cTn>
              </p:par>
            </p:tnLst>
          </p:tmpl>
        </p:tmplLst>
      </p:bldP>
      <p:bldP spid="23"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3"/>
                        </p:tgtEl>
                        <p:attrNameLst>
                          <p:attrName>style.visibility</p:attrName>
                        </p:attrNameLst>
                      </p:cBhvr>
                      <p:to>
                        <p:strVal val="visible"/>
                      </p:to>
                    </p:set>
                    <p:anim calcmode="lin" valueType="num">
                      <p:cBhvr>
                        <p:cTn dur="500" fill="hold"/>
                        <p:tgtEl>
                          <p:spTgt spid="23"/>
                        </p:tgtEl>
                        <p:attrNameLst>
                          <p:attrName>ppt_w</p:attrName>
                        </p:attrNameLst>
                      </p:cBhvr>
                      <p:tavLst>
                        <p:tav tm="0">
                          <p:val>
                            <p:fltVal val="0"/>
                          </p:val>
                        </p:tav>
                        <p:tav tm="100000">
                          <p:val>
                            <p:strVal val="#ppt_w"/>
                          </p:val>
                        </p:tav>
                      </p:tavLst>
                    </p:anim>
                    <p:anim calcmode="lin" valueType="num">
                      <p:cBhvr>
                        <p:cTn dur="500" fill="hold"/>
                        <p:tgtEl>
                          <p:spTgt spid="23"/>
                        </p:tgtEl>
                        <p:attrNameLst>
                          <p:attrName>ppt_h</p:attrName>
                        </p:attrNameLst>
                      </p:cBhvr>
                      <p:tavLst>
                        <p:tav tm="0">
                          <p:val>
                            <p:fltVal val="0"/>
                          </p:val>
                        </p:tav>
                        <p:tav tm="100000">
                          <p:val>
                            <p:strVal val="#ppt_h"/>
                          </p:val>
                        </p:tav>
                      </p:tavLst>
                    </p:anim>
                    <p:animEffect transition="in" filter="fade">
                      <p:cBhvr>
                        <p:cTn dur="500"/>
                        <p:tgtEl>
                          <p:spTgt spid="23"/>
                        </p:tgtEl>
                      </p:cBhvr>
                    </p:animEffect>
                  </p:childTnLst>
                </p:cTn>
              </p:par>
            </p:tnLst>
          </p:tmpl>
        </p:tmplLst>
      </p:bldP>
      <p:bldP spid="24"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4"/>
                        </p:tgtEl>
                        <p:attrNameLst>
                          <p:attrName>style.visibility</p:attrName>
                        </p:attrNameLst>
                      </p:cBhvr>
                      <p:to>
                        <p:strVal val="visible"/>
                      </p:to>
                    </p:set>
                    <p:animEffect transition="in" filter="fade">
                      <p:cBhvr>
                        <p:cTn dur="500"/>
                        <p:tgtEl>
                          <p:spTgt spid="24"/>
                        </p:tgtEl>
                      </p:cBhvr>
                    </p:animEffect>
                    <p:anim calcmode="lin" valueType="num">
                      <p:cBhvr>
                        <p:cTn dur="500" fill="hold"/>
                        <p:tgtEl>
                          <p:spTgt spid="24"/>
                        </p:tgtEl>
                        <p:attrNameLst>
                          <p:attrName>ppt_x</p:attrName>
                        </p:attrNameLst>
                      </p:cBhvr>
                      <p:tavLst>
                        <p:tav tm="0">
                          <p:val>
                            <p:strVal val="#ppt_x"/>
                          </p:val>
                        </p:tav>
                        <p:tav tm="100000">
                          <p:val>
                            <p:strVal val="#ppt_x"/>
                          </p:val>
                        </p:tav>
                      </p:tavLst>
                    </p:anim>
                    <p:anim calcmode="lin" valueType="num">
                      <p:cBhvr>
                        <p:cTn dur="500" fill="hold"/>
                        <p:tgtEl>
                          <p:spTgt spid="24"/>
                        </p:tgtEl>
                        <p:attrNameLst>
                          <p:attrName>ppt_y</p:attrName>
                        </p:attrNameLst>
                      </p:cBhvr>
                      <p:tavLst>
                        <p:tav tm="0">
                          <p:val>
                            <p:strVal val="#ppt_y+.1"/>
                          </p:val>
                        </p:tav>
                        <p:tav tm="100000">
                          <p:val>
                            <p:strVal val="#ppt_y"/>
                          </p:val>
                        </p:tav>
                      </p:tavLst>
                    </p:anim>
                  </p:childTnLst>
                </p:cTn>
              </p:par>
            </p:tnLst>
          </p:tmpl>
        </p:tmplLst>
      </p:bldP>
      <p:bldP spid="25" grpId="0" animBg="1"/>
      <p:bldP spid="26" grpId="0" animBg="1"/>
      <p:bldP spid="27" grpId="0" animBg="1"/>
      <p:bldP spid="28" grpId="0" animBg="1"/>
      <p:bldP spid="29" grpId="0" animBg="1"/>
      <p:bldP spid="30" grpId="0" animBg="1"/>
      <p:bldP spid="31" grpId="0" animBg="1"/>
    </p:bldLst>
  </p:timing>
</p:sldLayout>
</file>

<file path=ppt/slideLayouts/slideLayout587.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Tree>
    <p:extLst>
      <p:ext uri="{BB962C8B-B14F-4D97-AF65-F5344CB8AC3E}">
        <p14:creationId xmlns:p14="http://schemas.microsoft.com/office/powerpoint/2010/main" val="398442107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42" presetClass="entr" presetSubtype="0" fill="hold" grpId="0" nodeType="afterEffect">
                                  <p:stCondLst>
                                    <p:cond delay="0"/>
                                  </p:stCondLst>
                                  <p:childTnLst>
                                    <p:set>
                                      <p:cBhvr>
                                        <p:cTn id="10" dur="1" fill="hold">
                                          <p:stCondLst>
                                            <p:cond delay="0"/>
                                          </p:stCondLst>
                                        </p:cTn>
                                        <p:tgtEl>
                                          <p:spTgt spid="8">
                                            <p:txEl>
                                              <p:pRg st="0" end="0"/>
                                            </p:txEl>
                                          </p:spTgt>
                                        </p:tgtEl>
                                        <p:attrNameLst>
                                          <p:attrName>style.visibility</p:attrName>
                                        </p:attrNameLst>
                                      </p:cBhvr>
                                      <p:to>
                                        <p:strVal val="visible"/>
                                      </p:to>
                                    </p:set>
                                    <p:animEffect transition="in" filter="fade">
                                      <p:cBhvr>
                                        <p:cTn id="11" dur="500"/>
                                        <p:tgtEl>
                                          <p:spTgt spid="8">
                                            <p:txEl>
                                              <p:pRg st="0" end="0"/>
                                            </p:txEl>
                                          </p:spTgt>
                                        </p:tgtEl>
                                      </p:cBhvr>
                                    </p:animEffect>
                                    <p:anim calcmode="lin" valueType="num">
                                      <p:cBhvr>
                                        <p:cTn id="12"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588.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9" name="Picture Placeholder 7"/>
          <p:cNvSpPr>
            <a:spLocks noGrp="1"/>
          </p:cNvSpPr>
          <p:nvPr>
            <p:ph type="pic" sz="quarter" idx="14" hasCustomPrompt="1"/>
          </p:nvPr>
        </p:nvSpPr>
        <p:spPr>
          <a:xfrm>
            <a:off x="0" y="0"/>
            <a:ext cx="4038600" cy="6858000"/>
          </a:xfrm>
          <a:solidFill>
            <a:schemeClr val="bg1">
              <a:lumMod val="85000"/>
            </a:schemeClr>
          </a:solidFill>
        </p:spPr>
        <p:txBody>
          <a:bodyPr>
            <a:normAutofit/>
          </a:bodyPr>
          <a:lstStyle>
            <a:lvl1pPr>
              <a:defRPr sz="1000" baseline="0"/>
            </a:lvl1pPr>
          </a:lstStyle>
          <a:p>
            <a:r>
              <a:rPr lang="id-ID" dirty="0" smtClean="0"/>
              <a:t>Pic here</a:t>
            </a:r>
            <a:endParaRPr lang="en-AU" dirty="0"/>
          </a:p>
        </p:txBody>
      </p:sp>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35" name="Picture Placeholder 34"/>
          <p:cNvSpPr>
            <a:spLocks noGrp="1"/>
          </p:cNvSpPr>
          <p:nvPr>
            <p:ph type="pic" sz="quarter" idx="15" hasCustomPrompt="1"/>
          </p:nvPr>
        </p:nvSpPr>
        <p:spPr>
          <a:xfrm>
            <a:off x="2768558" y="2247607"/>
            <a:ext cx="1435225" cy="1418415"/>
          </a:xfrm>
          <a:custGeom>
            <a:avLst/>
            <a:gdLst>
              <a:gd name="connsiteX0" fmla="*/ 1419184 w 1435225"/>
              <a:gd name="connsiteY0" fmla="*/ 0 h 1418415"/>
              <a:gd name="connsiteX1" fmla="*/ 1435225 w 1435225"/>
              <a:gd name="connsiteY1" fmla="*/ 810 h 1418415"/>
              <a:gd name="connsiteX2" fmla="*/ 1435225 w 1435225"/>
              <a:gd name="connsiteY2" fmla="*/ 138129 h 1418415"/>
              <a:gd name="connsiteX3" fmla="*/ 1419184 w 1435225"/>
              <a:gd name="connsiteY3" fmla="*/ 137319 h 1418415"/>
              <a:gd name="connsiteX4" fmla="*/ 143897 w 1435225"/>
              <a:gd name="connsiteY4" fmla="*/ 1288158 h 1418415"/>
              <a:gd name="connsiteX5" fmla="*/ 137319 w 1435225"/>
              <a:gd name="connsiteY5" fmla="*/ 1418415 h 1418415"/>
              <a:gd name="connsiteX6" fmla="*/ 0 w 1435225"/>
              <a:gd name="connsiteY6" fmla="*/ 1418415 h 1418415"/>
              <a:gd name="connsiteX7" fmla="*/ 7287 w 1435225"/>
              <a:gd name="connsiteY7" fmla="*/ 1274118 h 1418415"/>
              <a:gd name="connsiteX8" fmla="*/ 1419184 w 1435225"/>
              <a:gd name="connsiteY8" fmla="*/ 0 h 1418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5225" h="1418415">
                <a:moveTo>
                  <a:pt x="1419184" y="0"/>
                </a:moveTo>
                <a:lnTo>
                  <a:pt x="1435225" y="810"/>
                </a:lnTo>
                <a:lnTo>
                  <a:pt x="1435225" y="138129"/>
                </a:lnTo>
                <a:lnTo>
                  <a:pt x="1419184" y="137319"/>
                </a:lnTo>
                <a:cubicBezTo>
                  <a:pt x="755456" y="137319"/>
                  <a:pt x="209543" y="641749"/>
                  <a:pt x="143897" y="1288158"/>
                </a:cubicBezTo>
                <a:lnTo>
                  <a:pt x="137319" y="1418415"/>
                </a:lnTo>
                <a:lnTo>
                  <a:pt x="0" y="1418415"/>
                </a:lnTo>
                <a:lnTo>
                  <a:pt x="7287" y="1274118"/>
                </a:lnTo>
                <a:cubicBezTo>
                  <a:pt x="79965" y="558465"/>
                  <a:pt x="684357" y="0"/>
                  <a:pt x="1419184" y="0"/>
                </a:cubicBezTo>
                <a:close/>
              </a:path>
            </a:pathLst>
          </a:custGeom>
          <a:solidFill>
            <a:schemeClr val="accent2"/>
          </a:solidFill>
          <a:ln>
            <a:noFill/>
          </a:ln>
        </p:spPr>
        <p:txBody>
          <a:bodyPr wrap="square">
            <a:noAutofit/>
          </a:bodyPr>
          <a:lstStyle>
            <a:lvl1pPr>
              <a:defRPr sz="800"/>
            </a:lvl1pPr>
          </a:lstStyle>
          <a:p>
            <a:r>
              <a:rPr lang="id-ID" dirty="0" smtClean="0"/>
              <a:t>Nopic</a:t>
            </a:r>
            <a:endParaRPr lang="en-AU" dirty="0"/>
          </a:p>
        </p:txBody>
      </p:sp>
      <p:sp>
        <p:nvSpPr>
          <p:cNvPr id="40" name="Picture Placeholder 39"/>
          <p:cNvSpPr>
            <a:spLocks noGrp="1"/>
          </p:cNvSpPr>
          <p:nvPr>
            <p:ph type="pic" sz="quarter" idx="16" hasCustomPrompt="1"/>
          </p:nvPr>
        </p:nvSpPr>
        <p:spPr>
          <a:xfrm>
            <a:off x="4203783" y="2247608"/>
            <a:ext cx="1403184" cy="1418415"/>
          </a:xfrm>
          <a:custGeom>
            <a:avLst/>
            <a:gdLst>
              <a:gd name="connsiteX0" fmla="*/ 0 w 1403184"/>
              <a:gd name="connsiteY0" fmla="*/ 0 h 1418415"/>
              <a:gd name="connsiteX1" fmla="*/ 129067 w 1403184"/>
              <a:gd name="connsiteY1" fmla="*/ 6517 h 1418415"/>
              <a:gd name="connsiteX2" fmla="*/ 1403184 w 1403184"/>
              <a:gd name="connsiteY2" fmla="*/ 1418415 h 1418415"/>
              <a:gd name="connsiteX3" fmla="*/ 1265865 w 1403184"/>
              <a:gd name="connsiteY3" fmla="*/ 1418415 h 1418415"/>
              <a:gd name="connsiteX4" fmla="*/ 115027 w 1403184"/>
              <a:gd name="connsiteY4" fmla="*/ 143128 h 1418415"/>
              <a:gd name="connsiteX5" fmla="*/ 0 w 1403184"/>
              <a:gd name="connsiteY5" fmla="*/ 137319 h 1418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3184" h="1418415">
                <a:moveTo>
                  <a:pt x="0" y="0"/>
                </a:moveTo>
                <a:lnTo>
                  <a:pt x="129067" y="6517"/>
                </a:lnTo>
                <a:cubicBezTo>
                  <a:pt x="844719" y="79196"/>
                  <a:pt x="1403184" y="683588"/>
                  <a:pt x="1403184" y="1418415"/>
                </a:cubicBezTo>
                <a:lnTo>
                  <a:pt x="1265865" y="1418415"/>
                </a:lnTo>
                <a:cubicBezTo>
                  <a:pt x="1265865" y="754687"/>
                  <a:pt x="761435" y="208774"/>
                  <a:pt x="115027" y="143128"/>
                </a:cubicBezTo>
                <a:lnTo>
                  <a:pt x="0" y="137319"/>
                </a:lnTo>
                <a:close/>
              </a:path>
            </a:pathLst>
          </a:custGeom>
          <a:solidFill>
            <a:schemeClr val="accent4"/>
          </a:solidFill>
          <a:ln>
            <a:noFill/>
          </a:ln>
        </p:spPr>
        <p:txBody>
          <a:bodyPr wrap="square">
            <a:noAutofit/>
          </a:bodyPr>
          <a:lstStyle>
            <a:lvl1pPr algn="r">
              <a:defRPr sz="800"/>
            </a:lvl1pPr>
          </a:lstStyle>
          <a:p>
            <a:r>
              <a:rPr lang="id-ID" dirty="0" smtClean="0"/>
              <a:t>Nopic</a:t>
            </a:r>
            <a:endParaRPr lang="en-AU" dirty="0"/>
          </a:p>
        </p:txBody>
      </p:sp>
      <p:sp>
        <p:nvSpPr>
          <p:cNvPr id="43" name="Picture Placeholder 42"/>
          <p:cNvSpPr>
            <a:spLocks noGrp="1"/>
          </p:cNvSpPr>
          <p:nvPr>
            <p:ph type="pic" sz="quarter" idx="17" hasCustomPrompt="1"/>
          </p:nvPr>
        </p:nvSpPr>
        <p:spPr>
          <a:xfrm>
            <a:off x="2768517" y="3664402"/>
            <a:ext cx="1435266" cy="1420035"/>
          </a:xfrm>
          <a:custGeom>
            <a:avLst/>
            <a:gdLst>
              <a:gd name="connsiteX0" fmla="*/ 41 w 1435266"/>
              <a:gd name="connsiteY0" fmla="*/ 0 h 1420035"/>
              <a:gd name="connsiteX1" fmla="*/ 137360 w 1435266"/>
              <a:gd name="connsiteY1" fmla="*/ 0 h 1420035"/>
              <a:gd name="connsiteX2" fmla="*/ 137319 w 1435266"/>
              <a:gd name="connsiteY2" fmla="*/ 810 h 1420035"/>
              <a:gd name="connsiteX3" fmla="*/ 1419225 w 1435266"/>
              <a:gd name="connsiteY3" fmla="*/ 1282716 h 1420035"/>
              <a:gd name="connsiteX4" fmla="*/ 1435266 w 1435266"/>
              <a:gd name="connsiteY4" fmla="*/ 1281906 h 1420035"/>
              <a:gd name="connsiteX5" fmla="*/ 1435266 w 1435266"/>
              <a:gd name="connsiteY5" fmla="*/ 1419225 h 1420035"/>
              <a:gd name="connsiteX6" fmla="*/ 1419225 w 1435266"/>
              <a:gd name="connsiteY6" fmla="*/ 1420035 h 1420035"/>
              <a:gd name="connsiteX7" fmla="*/ 0 w 1435266"/>
              <a:gd name="connsiteY7" fmla="*/ 810 h 1420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35266" h="1420035">
                <a:moveTo>
                  <a:pt x="41" y="0"/>
                </a:moveTo>
                <a:lnTo>
                  <a:pt x="137360" y="0"/>
                </a:lnTo>
                <a:lnTo>
                  <a:pt x="137319" y="810"/>
                </a:lnTo>
                <a:cubicBezTo>
                  <a:pt x="137319" y="708787"/>
                  <a:pt x="711248" y="1282716"/>
                  <a:pt x="1419225" y="1282716"/>
                </a:cubicBezTo>
                <a:lnTo>
                  <a:pt x="1435266" y="1281906"/>
                </a:lnTo>
                <a:lnTo>
                  <a:pt x="1435266" y="1419225"/>
                </a:lnTo>
                <a:lnTo>
                  <a:pt x="1419225" y="1420035"/>
                </a:lnTo>
                <a:cubicBezTo>
                  <a:pt x="635409" y="1420035"/>
                  <a:pt x="0" y="784626"/>
                  <a:pt x="0" y="810"/>
                </a:cubicBezTo>
                <a:close/>
              </a:path>
            </a:pathLst>
          </a:custGeom>
          <a:solidFill>
            <a:schemeClr val="accent1"/>
          </a:solidFill>
          <a:ln>
            <a:noFill/>
          </a:ln>
        </p:spPr>
        <p:txBody>
          <a:bodyPr wrap="square">
            <a:noAutofit/>
          </a:bodyPr>
          <a:lstStyle>
            <a:lvl1pPr>
              <a:defRPr sz="800"/>
            </a:lvl1pPr>
          </a:lstStyle>
          <a:p>
            <a:r>
              <a:rPr lang="id-ID" dirty="0" smtClean="0"/>
              <a:t>Nopic</a:t>
            </a:r>
            <a:endParaRPr lang="en-AU" dirty="0"/>
          </a:p>
        </p:txBody>
      </p:sp>
      <p:sp>
        <p:nvSpPr>
          <p:cNvPr id="46" name="Picture Placeholder 45"/>
          <p:cNvSpPr>
            <a:spLocks noGrp="1"/>
          </p:cNvSpPr>
          <p:nvPr>
            <p:ph type="pic" sz="quarter" idx="18" hasCustomPrompt="1"/>
          </p:nvPr>
        </p:nvSpPr>
        <p:spPr>
          <a:xfrm>
            <a:off x="4203783" y="3666022"/>
            <a:ext cx="1403184" cy="1418415"/>
          </a:xfrm>
          <a:custGeom>
            <a:avLst/>
            <a:gdLst>
              <a:gd name="connsiteX0" fmla="*/ 1265865 w 1403184"/>
              <a:gd name="connsiteY0" fmla="*/ 0 h 1418415"/>
              <a:gd name="connsiteX1" fmla="*/ 1403184 w 1403184"/>
              <a:gd name="connsiteY1" fmla="*/ 0 h 1418415"/>
              <a:gd name="connsiteX2" fmla="*/ 129067 w 1403184"/>
              <a:gd name="connsiteY2" fmla="*/ 1411898 h 1418415"/>
              <a:gd name="connsiteX3" fmla="*/ 0 w 1403184"/>
              <a:gd name="connsiteY3" fmla="*/ 1418415 h 1418415"/>
              <a:gd name="connsiteX4" fmla="*/ 0 w 1403184"/>
              <a:gd name="connsiteY4" fmla="*/ 1281096 h 1418415"/>
              <a:gd name="connsiteX5" fmla="*/ 115027 w 1403184"/>
              <a:gd name="connsiteY5" fmla="*/ 1275288 h 1418415"/>
              <a:gd name="connsiteX6" fmla="*/ 1265865 w 1403184"/>
              <a:gd name="connsiteY6" fmla="*/ 0 h 1418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03184" h="1418415">
                <a:moveTo>
                  <a:pt x="1265865" y="0"/>
                </a:moveTo>
                <a:lnTo>
                  <a:pt x="1403184" y="0"/>
                </a:lnTo>
                <a:cubicBezTo>
                  <a:pt x="1403184" y="734828"/>
                  <a:pt x="844719" y="1339219"/>
                  <a:pt x="129067" y="1411898"/>
                </a:cubicBezTo>
                <a:lnTo>
                  <a:pt x="0" y="1418415"/>
                </a:lnTo>
                <a:lnTo>
                  <a:pt x="0" y="1281096"/>
                </a:lnTo>
                <a:lnTo>
                  <a:pt x="115027" y="1275288"/>
                </a:lnTo>
                <a:cubicBezTo>
                  <a:pt x="761435" y="1209641"/>
                  <a:pt x="1265865" y="663729"/>
                  <a:pt x="1265865" y="0"/>
                </a:cubicBezTo>
                <a:close/>
              </a:path>
            </a:pathLst>
          </a:custGeom>
          <a:solidFill>
            <a:schemeClr val="accent5"/>
          </a:solidFill>
          <a:ln>
            <a:noFill/>
          </a:ln>
        </p:spPr>
        <p:txBody>
          <a:bodyPr wrap="square">
            <a:noAutofit/>
          </a:bodyPr>
          <a:lstStyle>
            <a:lvl1pPr>
              <a:defRPr sz="800"/>
            </a:lvl1pPr>
          </a:lstStyle>
          <a:p>
            <a:r>
              <a:rPr lang="id-ID" dirty="0" smtClean="0"/>
              <a:t>Nopic</a:t>
            </a:r>
            <a:endParaRPr lang="en-AU" dirty="0"/>
          </a:p>
        </p:txBody>
      </p:sp>
      <p:sp>
        <p:nvSpPr>
          <p:cNvPr id="50" name="Picture Placeholder 49"/>
          <p:cNvSpPr>
            <a:spLocks noGrp="1"/>
          </p:cNvSpPr>
          <p:nvPr>
            <p:ph type="pic" sz="quarter" idx="19" hasCustomPrompt="1"/>
          </p:nvPr>
        </p:nvSpPr>
        <p:spPr>
          <a:xfrm>
            <a:off x="2941304" y="2416943"/>
            <a:ext cx="2492875" cy="2494587"/>
          </a:xfrm>
          <a:custGeom>
            <a:avLst/>
            <a:gdLst>
              <a:gd name="connsiteX0" fmla="*/ 1103672 w 2207344"/>
              <a:gd name="connsiteY0" fmla="*/ 0 h 2208860"/>
              <a:gd name="connsiteX1" fmla="*/ 2207344 w 2207344"/>
              <a:gd name="connsiteY1" fmla="*/ 1104430 h 2208860"/>
              <a:gd name="connsiteX2" fmla="*/ 1103672 w 2207344"/>
              <a:gd name="connsiteY2" fmla="*/ 2208860 h 2208860"/>
              <a:gd name="connsiteX3" fmla="*/ 0 w 2207344"/>
              <a:gd name="connsiteY3" fmla="*/ 1104430 h 2208860"/>
              <a:gd name="connsiteX4" fmla="*/ 1103672 w 2207344"/>
              <a:gd name="connsiteY4" fmla="*/ 0 h 2208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7344" h="2208860">
                <a:moveTo>
                  <a:pt x="1103672" y="0"/>
                </a:moveTo>
                <a:cubicBezTo>
                  <a:pt x="1713213" y="0"/>
                  <a:pt x="2207344" y="494470"/>
                  <a:pt x="2207344" y="1104430"/>
                </a:cubicBezTo>
                <a:cubicBezTo>
                  <a:pt x="2207344" y="1714390"/>
                  <a:pt x="1713213" y="2208860"/>
                  <a:pt x="1103672" y="2208860"/>
                </a:cubicBezTo>
                <a:cubicBezTo>
                  <a:pt x="494131" y="2208860"/>
                  <a:pt x="0" y="1714390"/>
                  <a:pt x="0" y="1104430"/>
                </a:cubicBezTo>
                <a:cubicBezTo>
                  <a:pt x="0" y="494470"/>
                  <a:pt x="494131" y="0"/>
                  <a:pt x="1103672" y="0"/>
                </a:cubicBezTo>
                <a:close/>
              </a:path>
            </a:pathLst>
          </a:custGeom>
          <a:solidFill>
            <a:schemeClr val="accent3"/>
          </a:solidFill>
        </p:spPr>
        <p:txBody>
          <a:bodyPr wrap="square">
            <a:noAutofit/>
          </a:bodyPr>
          <a:lstStyle>
            <a:lvl1pPr>
              <a:defRPr/>
            </a:lvl1pPr>
          </a:lstStyle>
          <a:p>
            <a:r>
              <a:rPr lang="id-ID" dirty="0" smtClean="0"/>
              <a:t>Nopic</a:t>
            </a:r>
            <a:endParaRPr lang="en-AU" dirty="0"/>
          </a:p>
        </p:txBody>
      </p:sp>
      <p:sp>
        <p:nvSpPr>
          <p:cNvPr id="51" name="Text Placeholder 21"/>
          <p:cNvSpPr>
            <a:spLocks noGrp="1"/>
          </p:cNvSpPr>
          <p:nvPr>
            <p:ph type="body" sz="quarter" idx="20"/>
          </p:nvPr>
        </p:nvSpPr>
        <p:spPr>
          <a:xfrm>
            <a:off x="6095999" y="1986588"/>
            <a:ext cx="5616575" cy="360363"/>
          </a:xfrm>
        </p:spPr>
        <p:txBody>
          <a:bodyPr/>
          <a:lstStyle>
            <a:lvl1pP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52" name="Text Placeholder 21"/>
          <p:cNvSpPr>
            <a:spLocks noGrp="1"/>
          </p:cNvSpPr>
          <p:nvPr>
            <p:ph type="body" sz="quarter" idx="21"/>
          </p:nvPr>
        </p:nvSpPr>
        <p:spPr>
          <a:xfrm>
            <a:off x="6095999" y="2395699"/>
            <a:ext cx="5616575" cy="1391908"/>
          </a:xfrm>
        </p:spPr>
        <p:txBody>
          <a:bodyPr>
            <a:normAutofit/>
          </a:bodyPr>
          <a:lstStyle>
            <a:lvl1pP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53" name="Text Placeholder 21"/>
          <p:cNvSpPr>
            <a:spLocks noGrp="1"/>
          </p:cNvSpPr>
          <p:nvPr>
            <p:ph type="body" sz="quarter" idx="22" hasCustomPrompt="1"/>
          </p:nvPr>
        </p:nvSpPr>
        <p:spPr>
          <a:xfrm>
            <a:off x="6122109" y="4374419"/>
            <a:ext cx="5616575" cy="360363"/>
          </a:xfrm>
        </p:spPr>
        <p:txBody>
          <a:bodyPr>
            <a:noAutofit/>
          </a:bodyPr>
          <a:lstStyle>
            <a:lvl1pPr>
              <a:defRPr sz="60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a:t>
            </a:r>
            <a:endParaRPr lang="en-AU" dirty="0"/>
          </a:p>
        </p:txBody>
      </p:sp>
      <p:sp>
        <p:nvSpPr>
          <p:cNvPr id="54" name="Text Placeholder 21"/>
          <p:cNvSpPr>
            <a:spLocks noGrp="1"/>
          </p:cNvSpPr>
          <p:nvPr>
            <p:ph type="body" sz="quarter" idx="23"/>
          </p:nvPr>
        </p:nvSpPr>
        <p:spPr>
          <a:xfrm>
            <a:off x="6122109" y="4828372"/>
            <a:ext cx="5616575" cy="1337478"/>
          </a:xfrm>
        </p:spPr>
        <p:txBody>
          <a:bodyPr>
            <a:normAutofit/>
          </a:bodyPr>
          <a:lstStyle>
            <a:lvl1pPr>
              <a:defRPr sz="1400" i="1">
                <a:solidFill>
                  <a:schemeClr val="tx1">
                    <a:lumMod val="75000"/>
                    <a:lumOff val="25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Tree>
    <p:extLst>
      <p:ext uri="{BB962C8B-B14F-4D97-AF65-F5344CB8AC3E}">
        <p14:creationId xmlns:p14="http://schemas.microsoft.com/office/powerpoint/2010/main" val="419418155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53" presetClass="entr" presetSubtype="16" fill="hold" grpId="0" nodeType="afterEffect">
                                  <p:stCondLst>
                                    <p:cond delay="0"/>
                                  </p:stCondLst>
                                  <p:childTnLst>
                                    <p:set>
                                      <p:cBhvr>
                                        <p:cTn id="20" dur="1" fill="hold">
                                          <p:stCondLst>
                                            <p:cond delay="0"/>
                                          </p:stCondLst>
                                        </p:cTn>
                                        <p:tgtEl>
                                          <p:spTgt spid="9"/>
                                        </p:tgtEl>
                                        <p:attrNameLst>
                                          <p:attrName>style.visibility</p:attrName>
                                        </p:attrNameLst>
                                      </p:cBhvr>
                                      <p:to>
                                        <p:strVal val="visible"/>
                                      </p:to>
                                    </p:set>
                                    <p:anim calcmode="lin" valueType="num">
                                      <p:cBhvr>
                                        <p:cTn id="21" dur="500" fill="hold"/>
                                        <p:tgtEl>
                                          <p:spTgt spid="9"/>
                                        </p:tgtEl>
                                        <p:attrNameLst>
                                          <p:attrName>ppt_w</p:attrName>
                                        </p:attrNameLst>
                                      </p:cBhvr>
                                      <p:tavLst>
                                        <p:tav tm="0">
                                          <p:val>
                                            <p:fltVal val="0"/>
                                          </p:val>
                                        </p:tav>
                                        <p:tav tm="100000">
                                          <p:val>
                                            <p:strVal val="#ppt_w"/>
                                          </p:val>
                                        </p:tav>
                                      </p:tavLst>
                                    </p:anim>
                                    <p:anim calcmode="lin" valueType="num">
                                      <p:cBhvr>
                                        <p:cTn id="22" dur="500" fill="hold"/>
                                        <p:tgtEl>
                                          <p:spTgt spid="9"/>
                                        </p:tgtEl>
                                        <p:attrNameLst>
                                          <p:attrName>ppt_h</p:attrName>
                                        </p:attrNameLst>
                                      </p:cBhvr>
                                      <p:tavLst>
                                        <p:tav tm="0">
                                          <p:val>
                                            <p:fltVal val="0"/>
                                          </p:val>
                                        </p:tav>
                                        <p:tav tm="100000">
                                          <p:val>
                                            <p:strVal val="#ppt_h"/>
                                          </p:val>
                                        </p:tav>
                                      </p:tavLst>
                                    </p:anim>
                                    <p:animEffect transition="in" filter="fade">
                                      <p:cBhvr>
                                        <p:cTn id="23" dur="500"/>
                                        <p:tgtEl>
                                          <p:spTgt spid="9"/>
                                        </p:tgtEl>
                                      </p:cBhvr>
                                    </p:animEffect>
                                  </p:childTnLst>
                                </p:cTn>
                              </p:par>
                            </p:childTnLst>
                          </p:cTn>
                        </p:par>
                        <p:par>
                          <p:cTn id="24" fill="hold">
                            <p:stCondLst>
                              <p:cond delay="2000"/>
                            </p:stCondLst>
                            <p:childTnLst>
                              <p:par>
                                <p:cTn id="25" presetID="10" presetClass="entr" presetSubtype="0" fill="hold" grpId="0" nodeType="afterEffect">
                                  <p:stCondLst>
                                    <p:cond delay="0"/>
                                  </p:stCondLst>
                                  <p:childTnLst>
                                    <p:set>
                                      <p:cBhvr>
                                        <p:cTn id="26" dur="1" fill="hold">
                                          <p:stCondLst>
                                            <p:cond delay="0"/>
                                          </p:stCondLst>
                                        </p:cTn>
                                        <p:tgtEl>
                                          <p:spTgt spid="50"/>
                                        </p:tgtEl>
                                        <p:attrNameLst>
                                          <p:attrName>style.visibility</p:attrName>
                                        </p:attrNameLst>
                                      </p:cBhvr>
                                      <p:to>
                                        <p:strVal val="visible"/>
                                      </p:to>
                                    </p:set>
                                    <p:animEffect transition="in" filter="fade">
                                      <p:cBhvr>
                                        <p:cTn id="27" dur="500"/>
                                        <p:tgtEl>
                                          <p:spTgt spid="50"/>
                                        </p:tgtEl>
                                      </p:cBhvr>
                                    </p:animEffect>
                                  </p:childTnLst>
                                </p:cTn>
                              </p:par>
                            </p:childTnLst>
                          </p:cTn>
                        </p:par>
                        <p:par>
                          <p:cTn id="28" fill="hold">
                            <p:stCondLst>
                              <p:cond delay="2500"/>
                            </p:stCondLst>
                            <p:childTnLst>
                              <p:par>
                                <p:cTn id="29" presetID="22" presetClass="entr" presetSubtype="4" fill="hold" grpId="0" nodeType="afterEffect">
                                  <p:stCondLst>
                                    <p:cond delay="0"/>
                                  </p:stCondLst>
                                  <p:childTnLst>
                                    <p:set>
                                      <p:cBhvr>
                                        <p:cTn id="30" dur="1" fill="hold">
                                          <p:stCondLst>
                                            <p:cond delay="0"/>
                                          </p:stCondLst>
                                        </p:cTn>
                                        <p:tgtEl>
                                          <p:spTgt spid="35"/>
                                        </p:tgtEl>
                                        <p:attrNameLst>
                                          <p:attrName>style.visibility</p:attrName>
                                        </p:attrNameLst>
                                      </p:cBhvr>
                                      <p:to>
                                        <p:strVal val="visible"/>
                                      </p:to>
                                    </p:set>
                                    <p:animEffect transition="in" filter="wipe(down)">
                                      <p:cBhvr>
                                        <p:cTn id="31" dur="500"/>
                                        <p:tgtEl>
                                          <p:spTgt spid="35"/>
                                        </p:tgtEl>
                                      </p:cBhvr>
                                    </p:animEffect>
                                  </p:childTnLst>
                                </p:cTn>
                              </p:par>
                              <p:par>
                                <p:cTn id="32" presetID="22" presetClass="entr" presetSubtype="1" fill="hold" grpId="0" nodeType="withEffect">
                                  <p:stCondLst>
                                    <p:cond delay="0"/>
                                  </p:stCondLst>
                                  <p:childTnLst>
                                    <p:set>
                                      <p:cBhvr>
                                        <p:cTn id="33" dur="1" fill="hold">
                                          <p:stCondLst>
                                            <p:cond delay="0"/>
                                          </p:stCondLst>
                                        </p:cTn>
                                        <p:tgtEl>
                                          <p:spTgt spid="40"/>
                                        </p:tgtEl>
                                        <p:attrNameLst>
                                          <p:attrName>style.visibility</p:attrName>
                                        </p:attrNameLst>
                                      </p:cBhvr>
                                      <p:to>
                                        <p:strVal val="visible"/>
                                      </p:to>
                                    </p:set>
                                    <p:animEffect transition="in" filter="wipe(up)">
                                      <p:cBhvr>
                                        <p:cTn id="34" dur="500"/>
                                        <p:tgtEl>
                                          <p:spTgt spid="40"/>
                                        </p:tgtEl>
                                      </p:cBhvr>
                                    </p:animEffect>
                                  </p:childTnLst>
                                </p:cTn>
                              </p:par>
                              <p:par>
                                <p:cTn id="35" presetID="22" presetClass="entr" presetSubtype="1" fill="hold" grpId="0" nodeType="withEffect">
                                  <p:stCondLst>
                                    <p:cond delay="0"/>
                                  </p:stCondLst>
                                  <p:childTnLst>
                                    <p:set>
                                      <p:cBhvr>
                                        <p:cTn id="36" dur="1" fill="hold">
                                          <p:stCondLst>
                                            <p:cond delay="0"/>
                                          </p:stCondLst>
                                        </p:cTn>
                                        <p:tgtEl>
                                          <p:spTgt spid="46"/>
                                        </p:tgtEl>
                                        <p:attrNameLst>
                                          <p:attrName>style.visibility</p:attrName>
                                        </p:attrNameLst>
                                      </p:cBhvr>
                                      <p:to>
                                        <p:strVal val="visible"/>
                                      </p:to>
                                    </p:set>
                                    <p:animEffect transition="in" filter="wipe(up)">
                                      <p:cBhvr>
                                        <p:cTn id="37" dur="500"/>
                                        <p:tgtEl>
                                          <p:spTgt spid="46"/>
                                        </p:tgtEl>
                                      </p:cBhvr>
                                    </p:animEffect>
                                  </p:childTnLst>
                                </p:cTn>
                              </p:par>
                              <p:par>
                                <p:cTn id="38" presetID="22" presetClass="entr" presetSubtype="4" fill="hold" grpId="0" nodeType="withEffect">
                                  <p:stCondLst>
                                    <p:cond delay="0"/>
                                  </p:stCondLst>
                                  <p:childTnLst>
                                    <p:set>
                                      <p:cBhvr>
                                        <p:cTn id="39" dur="1" fill="hold">
                                          <p:stCondLst>
                                            <p:cond delay="0"/>
                                          </p:stCondLst>
                                        </p:cTn>
                                        <p:tgtEl>
                                          <p:spTgt spid="43"/>
                                        </p:tgtEl>
                                        <p:attrNameLst>
                                          <p:attrName>style.visibility</p:attrName>
                                        </p:attrNameLst>
                                      </p:cBhvr>
                                      <p:to>
                                        <p:strVal val="visible"/>
                                      </p:to>
                                    </p:set>
                                    <p:animEffect transition="in" filter="wipe(down)">
                                      <p:cBhvr>
                                        <p:cTn id="40" dur="500"/>
                                        <p:tgtEl>
                                          <p:spTgt spid="43"/>
                                        </p:tgtEl>
                                      </p:cBhvr>
                                    </p:animEffect>
                                  </p:childTnLst>
                                </p:cTn>
                              </p:par>
                            </p:childTnLst>
                          </p:cTn>
                        </p:par>
                        <p:par>
                          <p:cTn id="41" fill="hold">
                            <p:stCondLst>
                              <p:cond delay="3000"/>
                            </p:stCondLst>
                            <p:childTnLst>
                              <p:par>
                                <p:cTn id="42" presetID="53" presetClass="entr" presetSubtype="16" fill="hold" grpId="0" nodeType="afterEffect" nodePh="1">
                                  <p:stCondLst>
                                    <p:cond delay="0"/>
                                  </p:stCondLst>
                                  <p:endCondLst>
                                    <p:cond evt="begin" delay="0">
                                      <p:tn val="42"/>
                                    </p:cond>
                                  </p:endCondLst>
                                  <p:childTnLst>
                                    <p:set>
                                      <p:cBhvr>
                                        <p:cTn id="43" dur="1" fill="hold">
                                          <p:stCondLst>
                                            <p:cond delay="0"/>
                                          </p:stCondLst>
                                        </p:cTn>
                                        <p:tgtEl>
                                          <p:spTgt spid="51">
                                            <p:txEl>
                                              <p:pRg st="0" end="0"/>
                                            </p:txEl>
                                          </p:spTgt>
                                        </p:tgtEl>
                                        <p:attrNameLst>
                                          <p:attrName>style.visibility</p:attrName>
                                        </p:attrNameLst>
                                      </p:cBhvr>
                                      <p:to>
                                        <p:strVal val="visible"/>
                                      </p:to>
                                    </p:set>
                                    <p:anim calcmode="lin" valueType="num">
                                      <p:cBhvr>
                                        <p:cTn id="44" dur="500" fill="hold"/>
                                        <p:tgtEl>
                                          <p:spTgt spid="51">
                                            <p:txEl>
                                              <p:pRg st="0" end="0"/>
                                            </p:txEl>
                                          </p:spTgt>
                                        </p:tgtEl>
                                        <p:attrNameLst>
                                          <p:attrName>ppt_w</p:attrName>
                                        </p:attrNameLst>
                                      </p:cBhvr>
                                      <p:tavLst>
                                        <p:tav tm="0">
                                          <p:val>
                                            <p:fltVal val="0"/>
                                          </p:val>
                                        </p:tav>
                                        <p:tav tm="100000">
                                          <p:val>
                                            <p:strVal val="#ppt_w"/>
                                          </p:val>
                                        </p:tav>
                                      </p:tavLst>
                                    </p:anim>
                                    <p:anim calcmode="lin" valueType="num">
                                      <p:cBhvr>
                                        <p:cTn id="45" dur="500" fill="hold"/>
                                        <p:tgtEl>
                                          <p:spTgt spid="51">
                                            <p:txEl>
                                              <p:pRg st="0" end="0"/>
                                            </p:txEl>
                                          </p:spTgt>
                                        </p:tgtEl>
                                        <p:attrNameLst>
                                          <p:attrName>ppt_h</p:attrName>
                                        </p:attrNameLst>
                                      </p:cBhvr>
                                      <p:tavLst>
                                        <p:tav tm="0">
                                          <p:val>
                                            <p:fltVal val="0"/>
                                          </p:val>
                                        </p:tav>
                                        <p:tav tm="100000">
                                          <p:val>
                                            <p:strVal val="#ppt_h"/>
                                          </p:val>
                                        </p:tav>
                                      </p:tavLst>
                                    </p:anim>
                                    <p:animEffect transition="in" filter="fade">
                                      <p:cBhvr>
                                        <p:cTn id="46" dur="500"/>
                                        <p:tgtEl>
                                          <p:spTgt spid="51">
                                            <p:txEl>
                                              <p:pRg st="0" end="0"/>
                                            </p:txEl>
                                          </p:spTgt>
                                        </p:tgtEl>
                                      </p:cBhvr>
                                    </p:animEffect>
                                  </p:childTnLst>
                                </p:cTn>
                              </p:par>
                            </p:childTnLst>
                          </p:cTn>
                        </p:par>
                        <p:par>
                          <p:cTn id="47" fill="hold">
                            <p:stCondLst>
                              <p:cond delay="3500"/>
                            </p:stCondLst>
                            <p:childTnLst>
                              <p:par>
                                <p:cTn id="48" presetID="42" presetClass="entr" presetSubtype="0" fill="hold" grpId="0" nodeType="afterEffect" nodePh="1">
                                  <p:stCondLst>
                                    <p:cond delay="0"/>
                                  </p:stCondLst>
                                  <p:endCondLst>
                                    <p:cond evt="begin" delay="0">
                                      <p:tn val="48"/>
                                    </p:cond>
                                  </p:endCondLst>
                                  <p:childTnLst>
                                    <p:set>
                                      <p:cBhvr>
                                        <p:cTn id="49" dur="1" fill="hold">
                                          <p:stCondLst>
                                            <p:cond delay="0"/>
                                          </p:stCondLst>
                                        </p:cTn>
                                        <p:tgtEl>
                                          <p:spTgt spid="52">
                                            <p:txEl>
                                              <p:pRg st="0" end="0"/>
                                            </p:txEl>
                                          </p:spTgt>
                                        </p:tgtEl>
                                        <p:attrNameLst>
                                          <p:attrName>style.visibility</p:attrName>
                                        </p:attrNameLst>
                                      </p:cBhvr>
                                      <p:to>
                                        <p:strVal val="visible"/>
                                      </p:to>
                                    </p:set>
                                    <p:animEffect transition="in" filter="fade">
                                      <p:cBhvr>
                                        <p:cTn id="50" dur="500"/>
                                        <p:tgtEl>
                                          <p:spTgt spid="52">
                                            <p:txEl>
                                              <p:pRg st="0" end="0"/>
                                            </p:txEl>
                                          </p:spTgt>
                                        </p:tgtEl>
                                      </p:cBhvr>
                                    </p:animEffect>
                                    <p:anim calcmode="lin" valueType="num">
                                      <p:cBhvr>
                                        <p:cTn id="51" dur="500" fill="hold"/>
                                        <p:tgtEl>
                                          <p:spTgt spid="52">
                                            <p:txEl>
                                              <p:pRg st="0" end="0"/>
                                            </p:txEl>
                                          </p:spTgt>
                                        </p:tgtEl>
                                        <p:attrNameLst>
                                          <p:attrName>ppt_x</p:attrName>
                                        </p:attrNameLst>
                                      </p:cBhvr>
                                      <p:tavLst>
                                        <p:tav tm="0">
                                          <p:val>
                                            <p:strVal val="#ppt_x"/>
                                          </p:val>
                                        </p:tav>
                                        <p:tav tm="100000">
                                          <p:val>
                                            <p:strVal val="#ppt_x"/>
                                          </p:val>
                                        </p:tav>
                                      </p:tavLst>
                                    </p:anim>
                                    <p:anim calcmode="lin" valueType="num">
                                      <p:cBhvr>
                                        <p:cTn id="52" dur="500" fill="hold"/>
                                        <p:tgtEl>
                                          <p:spTgt spid="52">
                                            <p:txEl>
                                              <p:pRg st="0" end="0"/>
                                            </p:txEl>
                                          </p:spTgt>
                                        </p:tgtEl>
                                        <p:attrNameLst>
                                          <p:attrName>ppt_y</p:attrName>
                                        </p:attrNameLst>
                                      </p:cBhvr>
                                      <p:tavLst>
                                        <p:tav tm="0">
                                          <p:val>
                                            <p:strVal val="#ppt_y+.1"/>
                                          </p:val>
                                        </p:tav>
                                        <p:tav tm="100000">
                                          <p:val>
                                            <p:strVal val="#ppt_y"/>
                                          </p:val>
                                        </p:tav>
                                      </p:tavLst>
                                    </p:anim>
                                  </p:childTnLst>
                                </p:cTn>
                              </p:par>
                            </p:childTnLst>
                          </p:cTn>
                        </p:par>
                        <p:par>
                          <p:cTn id="53" fill="hold">
                            <p:stCondLst>
                              <p:cond delay="4000"/>
                            </p:stCondLst>
                            <p:childTnLst>
                              <p:par>
                                <p:cTn id="54" presetID="53" presetClass="entr" presetSubtype="16" fill="hold" grpId="0" nodeType="afterEffect">
                                  <p:stCondLst>
                                    <p:cond delay="0"/>
                                  </p:stCondLst>
                                  <p:childTnLst>
                                    <p:set>
                                      <p:cBhvr>
                                        <p:cTn id="55" dur="1" fill="hold">
                                          <p:stCondLst>
                                            <p:cond delay="0"/>
                                          </p:stCondLst>
                                        </p:cTn>
                                        <p:tgtEl>
                                          <p:spTgt spid="53">
                                            <p:txEl>
                                              <p:pRg st="0" end="0"/>
                                            </p:txEl>
                                          </p:spTgt>
                                        </p:tgtEl>
                                        <p:attrNameLst>
                                          <p:attrName>style.visibility</p:attrName>
                                        </p:attrNameLst>
                                      </p:cBhvr>
                                      <p:to>
                                        <p:strVal val="visible"/>
                                      </p:to>
                                    </p:set>
                                    <p:anim calcmode="lin" valueType="num">
                                      <p:cBhvr>
                                        <p:cTn id="56" dur="500" fill="hold"/>
                                        <p:tgtEl>
                                          <p:spTgt spid="53">
                                            <p:txEl>
                                              <p:pRg st="0" end="0"/>
                                            </p:txEl>
                                          </p:spTgt>
                                        </p:tgtEl>
                                        <p:attrNameLst>
                                          <p:attrName>ppt_w</p:attrName>
                                        </p:attrNameLst>
                                      </p:cBhvr>
                                      <p:tavLst>
                                        <p:tav tm="0">
                                          <p:val>
                                            <p:fltVal val="0"/>
                                          </p:val>
                                        </p:tav>
                                        <p:tav tm="100000">
                                          <p:val>
                                            <p:strVal val="#ppt_w"/>
                                          </p:val>
                                        </p:tav>
                                      </p:tavLst>
                                    </p:anim>
                                    <p:anim calcmode="lin" valueType="num">
                                      <p:cBhvr>
                                        <p:cTn id="57" dur="500" fill="hold"/>
                                        <p:tgtEl>
                                          <p:spTgt spid="53">
                                            <p:txEl>
                                              <p:pRg st="0" end="0"/>
                                            </p:txEl>
                                          </p:spTgt>
                                        </p:tgtEl>
                                        <p:attrNameLst>
                                          <p:attrName>ppt_h</p:attrName>
                                        </p:attrNameLst>
                                      </p:cBhvr>
                                      <p:tavLst>
                                        <p:tav tm="0">
                                          <p:val>
                                            <p:fltVal val="0"/>
                                          </p:val>
                                        </p:tav>
                                        <p:tav tm="100000">
                                          <p:val>
                                            <p:strVal val="#ppt_h"/>
                                          </p:val>
                                        </p:tav>
                                      </p:tavLst>
                                    </p:anim>
                                    <p:animEffect transition="in" filter="fade">
                                      <p:cBhvr>
                                        <p:cTn id="58" dur="500"/>
                                        <p:tgtEl>
                                          <p:spTgt spid="53">
                                            <p:txEl>
                                              <p:pRg st="0" end="0"/>
                                            </p:txEl>
                                          </p:spTgt>
                                        </p:tgtEl>
                                      </p:cBhvr>
                                    </p:animEffect>
                                  </p:childTnLst>
                                </p:cTn>
                              </p:par>
                            </p:childTnLst>
                          </p:cTn>
                        </p:par>
                        <p:par>
                          <p:cTn id="59" fill="hold">
                            <p:stCondLst>
                              <p:cond delay="4500"/>
                            </p:stCondLst>
                            <p:childTnLst>
                              <p:par>
                                <p:cTn id="60" presetID="53" presetClass="entr" presetSubtype="16" fill="hold" grpId="0" nodeType="afterEffect" nodePh="1">
                                  <p:stCondLst>
                                    <p:cond delay="0"/>
                                  </p:stCondLst>
                                  <p:endCondLst>
                                    <p:cond evt="begin" delay="0">
                                      <p:tn val="60"/>
                                    </p:cond>
                                  </p:endCondLst>
                                  <p:childTnLst>
                                    <p:set>
                                      <p:cBhvr>
                                        <p:cTn id="61" dur="1" fill="hold">
                                          <p:stCondLst>
                                            <p:cond delay="0"/>
                                          </p:stCondLst>
                                        </p:cTn>
                                        <p:tgtEl>
                                          <p:spTgt spid="54">
                                            <p:txEl>
                                              <p:pRg st="0" end="0"/>
                                            </p:txEl>
                                          </p:spTgt>
                                        </p:tgtEl>
                                        <p:attrNameLst>
                                          <p:attrName>style.visibility</p:attrName>
                                        </p:attrNameLst>
                                      </p:cBhvr>
                                      <p:to>
                                        <p:strVal val="visible"/>
                                      </p:to>
                                    </p:set>
                                    <p:anim calcmode="lin" valueType="num">
                                      <p:cBhvr>
                                        <p:cTn id="62" dur="500" fill="hold"/>
                                        <p:tgtEl>
                                          <p:spTgt spid="54">
                                            <p:txEl>
                                              <p:pRg st="0" end="0"/>
                                            </p:txEl>
                                          </p:spTgt>
                                        </p:tgtEl>
                                        <p:attrNameLst>
                                          <p:attrName>ppt_w</p:attrName>
                                        </p:attrNameLst>
                                      </p:cBhvr>
                                      <p:tavLst>
                                        <p:tav tm="0">
                                          <p:val>
                                            <p:fltVal val="0"/>
                                          </p:val>
                                        </p:tav>
                                        <p:tav tm="100000">
                                          <p:val>
                                            <p:strVal val="#ppt_w"/>
                                          </p:val>
                                        </p:tav>
                                      </p:tavLst>
                                    </p:anim>
                                    <p:anim calcmode="lin" valueType="num">
                                      <p:cBhvr>
                                        <p:cTn id="63" dur="500" fill="hold"/>
                                        <p:tgtEl>
                                          <p:spTgt spid="54">
                                            <p:txEl>
                                              <p:pRg st="0" end="0"/>
                                            </p:txEl>
                                          </p:spTgt>
                                        </p:tgtEl>
                                        <p:attrNameLst>
                                          <p:attrName>ppt_h</p:attrName>
                                        </p:attrNameLst>
                                      </p:cBhvr>
                                      <p:tavLst>
                                        <p:tav tm="0">
                                          <p:val>
                                            <p:fltVal val="0"/>
                                          </p:val>
                                        </p:tav>
                                        <p:tav tm="100000">
                                          <p:val>
                                            <p:strVal val="#ppt_h"/>
                                          </p:val>
                                        </p:tav>
                                      </p:tavLst>
                                    </p:anim>
                                    <p:animEffect transition="in" filter="fade">
                                      <p:cBhvr>
                                        <p:cTn id="64" dur="500"/>
                                        <p:tgtEl>
                                          <p:spTgt spid="5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35" grpId="0" animBg="1"/>
      <p:bldP spid="40" grpId="0" animBg="1"/>
      <p:bldP spid="43" grpId="0" animBg="1"/>
      <p:bldP spid="46" grpId="0" animBg="1"/>
      <p:bldP spid="50" grpId="0" animBg="1"/>
      <p:bldP spid="51"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51"/>
                        </p:tgtEl>
                        <p:attrNameLst>
                          <p:attrName>style.visibility</p:attrName>
                        </p:attrNameLst>
                      </p:cBhvr>
                      <p:to>
                        <p:strVal val="visible"/>
                      </p:to>
                    </p:set>
                    <p:anim calcmode="lin" valueType="num">
                      <p:cBhvr>
                        <p:cTn dur="500" fill="hold"/>
                        <p:tgtEl>
                          <p:spTgt spid="51"/>
                        </p:tgtEl>
                        <p:attrNameLst>
                          <p:attrName>ppt_w</p:attrName>
                        </p:attrNameLst>
                      </p:cBhvr>
                      <p:tavLst>
                        <p:tav tm="0">
                          <p:val>
                            <p:fltVal val="0"/>
                          </p:val>
                        </p:tav>
                        <p:tav tm="100000">
                          <p:val>
                            <p:strVal val="#ppt_w"/>
                          </p:val>
                        </p:tav>
                      </p:tavLst>
                    </p:anim>
                    <p:anim calcmode="lin" valueType="num">
                      <p:cBhvr>
                        <p:cTn dur="500" fill="hold"/>
                        <p:tgtEl>
                          <p:spTgt spid="51"/>
                        </p:tgtEl>
                        <p:attrNameLst>
                          <p:attrName>ppt_h</p:attrName>
                        </p:attrNameLst>
                      </p:cBhvr>
                      <p:tavLst>
                        <p:tav tm="0">
                          <p:val>
                            <p:fltVal val="0"/>
                          </p:val>
                        </p:tav>
                        <p:tav tm="100000">
                          <p:val>
                            <p:strVal val="#ppt_h"/>
                          </p:val>
                        </p:tav>
                      </p:tavLst>
                    </p:anim>
                    <p:animEffect transition="in" filter="fade">
                      <p:cBhvr>
                        <p:cTn dur="500"/>
                        <p:tgtEl>
                          <p:spTgt spid="51"/>
                        </p:tgtEl>
                      </p:cBhvr>
                    </p:animEffect>
                  </p:childTnLst>
                </p:cTn>
              </p:par>
            </p:tnLst>
          </p:tmpl>
        </p:tmplLst>
      </p:bldP>
      <p:bldP spid="52"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52"/>
                        </p:tgtEl>
                        <p:attrNameLst>
                          <p:attrName>style.visibility</p:attrName>
                        </p:attrNameLst>
                      </p:cBhvr>
                      <p:to>
                        <p:strVal val="visible"/>
                      </p:to>
                    </p:set>
                    <p:animEffect transition="in" filter="fade">
                      <p:cBhvr>
                        <p:cTn dur="500"/>
                        <p:tgtEl>
                          <p:spTgt spid="52"/>
                        </p:tgtEl>
                      </p:cBhvr>
                    </p:animEffect>
                    <p:anim calcmode="lin" valueType="num">
                      <p:cBhvr>
                        <p:cTn dur="500" fill="hold"/>
                        <p:tgtEl>
                          <p:spTgt spid="52"/>
                        </p:tgtEl>
                        <p:attrNameLst>
                          <p:attrName>ppt_x</p:attrName>
                        </p:attrNameLst>
                      </p:cBhvr>
                      <p:tavLst>
                        <p:tav tm="0">
                          <p:val>
                            <p:strVal val="#ppt_x"/>
                          </p:val>
                        </p:tav>
                        <p:tav tm="100000">
                          <p:val>
                            <p:strVal val="#ppt_x"/>
                          </p:val>
                        </p:tav>
                      </p:tavLst>
                    </p:anim>
                    <p:anim calcmode="lin" valueType="num">
                      <p:cBhvr>
                        <p:cTn dur="500" fill="hold"/>
                        <p:tgtEl>
                          <p:spTgt spid="52"/>
                        </p:tgtEl>
                        <p:attrNameLst>
                          <p:attrName>ppt_y</p:attrName>
                        </p:attrNameLst>
                      </p:cBhvr>
                      <p:tavLst>
                        <p:tav tm="0">
                          <p:val>
                            <p:strVal val="#ppt_y+.1"/>
                          </p:val>
                        </p:tav>
                        <p:tav tm="100000">
                          <p:val>
                            <p:strVal val="#ppt_y"/>
                          </p:val>
                        </p:tav>
                      </p:tavLst>
                    </p:anim>
                  </p:childTnLst>
                </p:cTn>
              </p:par>
            </p:tnLst>
          </p:tmpl>
        </p:tmplLst>
      </p:bldP>
      <p:bldP spid="53" grpId="0" build="p">
        <p:tmplLst>
          <p:tmpl lvl="1">
            <p:tnLst>
              <p:par>
                <p:cTn presetID="53" presetClass="entr" presetSubtype="16" fill="hold" nodeType="afterEffect">
                  <p:stCondLst>
                    <p:cond delay="0"/>
                  </p:stCondLst>
                  <p:childTnLst>
                    <p:set>
                      <p:cBhvr>
                        <p:cTn dur="1" fill="hold">
                          <p:stCondLst>
                            <p:cond delay="0"/>
                          </p:stCondLst>
                        </p:cTn>
                        <p:tgtEl>
                          <p:spTgt spid="53"/>
                        </p:tgtEl>
                        <p:attrNameLst>
                          <p:attrName>style.visibility</p:attrName>
                        </p:attrNameLst>
                      </p:cBhvr>
                      <p:to>
                        <p:strVal val="visible"/>
                      </p:to>
                    </p:set>
                    <p:anim calcmode="lin" valueType="num">
                      <p:cBhvr>
                        <p:cTn dur="500" fill="hold"/>
                        <p:tgtEl>
                          <p:spTgt spid="53"/>
                        </p:tgtEl>
                        <p:attrNameLst>
                          <p:attrName>ppt_w</p:attrName>
                        </p:attrNameLst>
                      </p:cBhvr>
                      <p:tavLst>
                        <p:tav tm="0">
                          <p:val>
                            <p:fltVal val="0"/>
                          </p:val>
                        </p:tav>
                        <p:tav tm="100000">
                          <p:val>
                            <p:strVal val="#ppt_w"/>
                          </p:val>
                        </p:tav>
                      </p:tavLst>
                    </p:anim>
                    <p:anim calcmode="lin" valueType="num">
                      <p:cBhvr>
                        <p:cTn dur="500" fill="hold"/>
                        <p:tgtEl>
                          <p:spTgt spid="53"/>
                        </p:tgtEl>
                        <p:attrNameLst>
                          <p:attrName>ppt_h</p:attrName>
                        </p:attrNameLst>
                      </p:cBhvr>
                      <p:tavLst>
                        <p:tav tm="0">
                          <p:val>
                            <p:fltVal val="0"/>
                          </p:val>
                        </p:tav>
                        <p:tav tm="100000">
                          <p:val>
                            <p:strVal val="#ppt_h"/>
                          </p:val>
                        </p:tav>
                      </p:tavLst>
                    </p:anim>
                    <p:animEffect transition="in" filter="fade">
                      <p:cBhvr>
                        <p:cTn dur="500"/>
                        <p:tgtEl>
                          <p:spTgt spid="53"/>
                        </p:tgtEl>
                      </p:cBhvr>
                    </p:animEffect>
                  </p:childTnLst>
                </p:cTn>
              </p:par>
            </p:tnLst>
          </p:tmpl>
        </p:tmplLst>
      </p:bldP>
      <p:bldP spid="54"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54"/>
                        </p:tgtEl>
                        <p:attrNameLst>
                          <p:attrName>style.visibility</p:attrName>
                        </p:attrNameLst>
                      </p:cBhvr>
                      <p:to>
                        <p:strVal val="visible"/>
                      </p:to>
                    </p:set>
                    <p:anim calcmode="lin" valueType="num">
                      <p:cBhvr>
                        <p:cTn dur="500" fill="hold"/>
                        <p:tgtEl>
                          <p:spTgt spid="54"/>
                        </p:tgtEl>
                        <p:attrNameLst>
                          <p:attrName>ppt_w</p:attrName>
                        </p:attrNameLst>
                      </p:cBhvr>
                      <p:tavLst>
                        <p:tav tm="0">
                          <p:val>
                            <p:fltVal val="0"/>
                          </p:val>
                        </p:tav>
                        <p:tav tm="100000">
                          <p:val>
                            <p:strVal val="#ppt_w"/>
                          </p:val>
                        </p:tav>
                      </p:tavLst>
                    </p:anim>
                    <p:anim calcmode="lin" valueType="num">
                      <p:cBhvr>
                        <p:cTn dur="500" fill="hold"/>
                        <p:tgtEl>
                          <p:spTgt spid="54"/>
                        </p:tgtEl>
                        <p:attrNameLst>
                          <p:attrName>ppt_h</p:attrName>
                        </p:attrNameLst>
                      </p:cBhvr>
                      <p:tavLst>
                        <p:tav tm="0">
                          <p:val>
                            <p:fltVal val="0"/>
                          </p:val>
                        </p:tav>
                        <p:tav tm="100000">
                          <p:val>
                            <p:strVal val="#ppt_h"/>
                          </p:val>
                        </p:tav>
                      </p:tavLst>
                    </p:anim>
                    <p:animEffect transition="in" filter="fade">
                      <p:cBhvr>
                        <p:cTn dur="500"/>
                        <p:tgtEl>
                          <p:spTgt spid="54"/>
                        </p:tgtEl>
                      </p:cBhvr>
                    </p:animEffect>
                  </p:childTnLst>
                </p:cTn>
              </p:par>
            </p:tnLst>
          </p:tmpl>
        </p:tmplLst>
      </p:bldP>
    </p:bldLst>
  </p:timing>
</p:sldLayout>
</file>

<file path=ppt/slideLayouts/slideLayout589.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9" name="Picture Placeholder 24"/>
          <p:cNvSpPr>
            <a:spLocks noGrp="1"/>
          </p:cNvSpPr>
          <p:nvPr>
            <p:ph type="pic" sz="quarter" idx="14" hasCustomPrompt="1"/>
          </p:nvPr>
        </p:nvSpPr>
        <p:spPr>
          <a:xfrm>
            <a:off x="775852" y="1921135"/>
            <a:ext cx="2166842" cy="2166842"/>
          </a:xfrm>
          <a:custGeom>
            <a:avLst/>
            <a:gdLst>
              <a:gd name="connsiteX0" fmla="*/ 1342864 w 2685728"/>
              <a:gd name="connsiteY0" fmla="*/ 0 h 2685728"/>
              <a:gd name="connsiteX1" fmla="*/ 1590895 w 2685728"/>
              <a:gd name="connsiteY1" fmla="*/ 102738 h 2685728"/>
              <a:gd name="connsiteX2" fmla="*/ 2582990 w 2685728"/>
              <a:gd name="connsiteY2" fmla="*/ 1094833 h 2685728"/>
              <a:gd name="connsiteX3" fmla="*/ 2582990 w 2685728"/>
              <a:gd name="connsiteY3" fmla="*/ 1590895 h 2685728"/>
              <a:gd name="connsiteX4" fmla="*/ 1590895 w 2685728"/>
              <a:gd name="connsiteY4" fmla="*/ 2582990 h 2685728"/>
              <a:gd name="connsiteX5" fmla="*/ 1094833 w 2685728"/>
              <a:gd name="connsiteY5" fmla="*/ 2582990 h 2685728"/>
              <a:gd name="connsiteX6" fmla="*/ 102738 w 2685728"/>
              <a:gd name="connsiteY6" fmla="*/ 1590895 h 2685728"/>
              <a:gd name="connsiteX7" fmla="*/ 102738 w 2685728"/>
              <a:gd name="connsiteY7" fmla="*/ 1094833 h 2685728"/>
              <a:gd name="connsiteX8" fmla="*/ 1094833 w 2685728"/>
              <a:gd name="connsiteY8" fmla="*/ 102738 h 2685728"/>
              <a:gd name="connsiteX9" fmla="*/ 1342864 w 2685728"/>
              <a:gd name="connsiteY9" fmla="*/ 0 h 2685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5728" h="2685728">
                <a:moveTo>
                  <a:pt x="1342864" y="0"/>
                </a:moveTo>
                <a:cubicBezTo>
                  <a:pt x="1432634" y="0"/>
                  <a:pt x="1522403" y="34246"/>
                  <a:pt x="1590895" y="102738"/>
                </a:cubicBezTo>
                <a:lnTo>
                  <a:pt x="2582990" y="1094833"/>
                </a:lnTo>
                <a:cubicBezTo>
                  <a:pt x="2719974" y="1231817"/>
                  <a:pt x="2719974" y="1453912"/>
                  <a:pt x="2582990" y="1590895"/>
                </a:cubicBezTo>
                <a:lnTo>
                  <a:pt x="1590895" y="2582990"/>
                </a:lnTo>
                <a:cubicBezTo>
                  <a:pt x="1453912" y="2719974"/>
                  <a:pt x="1231817" y="2719974"/>
                  <a:pt x="1094833" y="2582990"/>
                </a:cubicBezTo>
                <a:lnTo>
                  <a:pt x="102738" y="1590895"/>
                </a:lnTo>
                <a:cubicBezTo>
                  <a:pt x="-34246" y="1453912"/>
                  <a:pt x="-34246" y="1231817"/>
                  <a:pt x="102738" y="1094833"/>
                </a:cubicBezTo>
                <a:lnTo>
                  <a:pt x="1094833" y="102738"/>
                </a:lnTo>
                <a:cubicBezTo>
                  <a:pt x="1163325" y="34246"/>
                  <a:pt x="1253094" y="0"/>
                  <a:pt x="1342864" y="0"/>
                </a:cubicBezTo>
                <a:close/>
              </a:path>
            </a:pathLst>
          </a:custGeom>
          <a:solidFill>
            <a:schemeClr val="bg1">
              <a:lumMod val="85000"/>
            </a:schemeClr>
          </a:solidFill>
          <a:ln w="76200">
            <a:solidFill>
              <a:schemeClr val="bg1"/>
            </a:solidFill>
          </a:ln>
          <a:effectLst>
            <a:outerShdw blurRad="50800" dist="38100" dir="2700000" algn="tl" rotWithShape="0">
              <a:prstClr val="black">
                <a:alpha val="40000"/>
              </a:prstClr>
            </a:outerShdw>
          </a:effectLst>
        </p:spPr>
        <p:txBody>
          <a:bodyPr wrap="square">
            <a:noAutofit/>
          </a:bodyPr>
          <a:lstStyle>
            <a:lvl1pPr>
              <a:defRPr baseline="0"/>
            </a:lvl1pPr>
          </a:lstStyle>
          <a:p>
            <a:r>
              <a:rPr lang="id-ID" dirty="0" smtClean="0"/>
              <a:t>Pic here</a:t>
            </a:r>
            <a:endParaRPr lang="en-AU" dirty="0"/>
          </a:p>
        </p:txBody>
      </p:sp>
      <p:sp>
        <p:nvSpPr>
          <p:cNvPr id="10" name="Picture Placeholder 24"/>
          <p:cNvSpPr>
            <a:spLocks noGrp="1"/>
          </p:cNvSpPr>
          <p:nvPr>
            <p:ph type="pic" sz="quarter" idx="15" hasCustomPrompt="1"/>
          </p:nvPr>
        </p:nvSpPr>
        <p:spPr>
          <a:xfrm>
            <a:off x="3595252" y="1921135"/>
            <a:ext cx="2166842" cy="2166842"/>
          </a:xfrm>
          <a:custGeom>
            <a:avLst/>
            <a:gdLst>
              <a:gd name="connsiteX0" fmla="*/ 1342864 w 2685728"/>
              <a:gd name="connsiteY0" fmla="*/ 0 h 2685728"/>
              <a:gd name="connsiteX1" fmla="*/ 1590895 w 2685728"/>
              <a:gd name="connsiteY1" fmla="*/ 102738 h 2685728"/>
              <a:gd name="connsiteX2" fmla="*/ 2582990 w 2685728"/>
              <a:gd name="connsiteY2" fmla="*/ 1094833 h 2685728"/>
              <a:gd name="connsiteX3" fmla="*/ 2582990 w 2685728"/>
              <a:gd name="connsiteY3" fmla="*/ 1590895 h 2685728"/>
              <a:gd name="connsiteX4" fmla="*/ 1590895 w 2685728"/>
              <a:gd name="connsiteY4" fmla="*/ 2582990 h 2685728"/>
              <a:gd name="connsiteX5" fmla="*/ 1094833 w 2685728"/>
              <a:gd name="connsiteY5" fmla="*/ 2582990 h 2685728"/>
              <a:gd name="connsiteX6" fmla="*/ 102738 w 2685728"/>
              <a:gd name="connsiteY6" fmla="*/ 1590895 h 2685728"/>
              <a:gd name="connsiteX7" fmla="*/ 102738 w 2685728"/>
              <a:gd name="connsiteY7" fmla="*/ 1094833 h 2685728"/>
              <a:gd name="connsiteX8" fmla="*/ 1094833 w 2685728"/>
              <a:gd name="connsiteY8" fmla="*/ 102738 h 2685728"/>
              <a:gd name="connsiteX9" fmla="*/ 1342864 w 2685728"/>
              <a:gd name="connsiteY9" fmla="*/ 0 h 2685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5728" h="2685728">
                <a:moveTo>
                  <a:pt x="1342864" y="0"/>
                </a:moveTo>
                <a:cubicBezTo>
                  <a:pt x="1432634" y="0"/>
                  <a:pt x="1522403" y="34246"/>
                  <a:pt x="1590895" y="102738"/>
                </a:cubicBezTo>
                <a:lnTo>
                  <a:pt x="2582990" y="1094833"/>
                </a:lnTo>
                <a:cubicBezTo>
                  <a:pt x="2719974" y="1231817"/>
                  <a:pt x="2719974" y="1453912"/>
                  <a:pt x="2582990" y="1590895"/>
                </a:cubicBezTo>
                <a:lnTo>
                  <a:pt x="1590895" y="2582990"/>
                </a:lnTo>
                <a:cubicBezTo>
                  <a:pt x="1453912" y="2719974"/>
                  <a:pt x="1231817" y="2719974"/>
                  <a:pt x="1094833" y="2582990"/>
                </a:cubicBezTo>
                <a:lnTo>
                  <a:pt x="102738" y="1590895"/>
                </a:lnTo>
                <a:cubicBezTo>
                  <a:pt x="-34246" y="1453912"/>
                  <a:pt x="-34246" y="1231817"/>
                  <a:pt x="102738" y="1094833"/>
                </a:cubicBezTo>
                <a:lnTo>
                  <a:pt x="1094833" y="102738"/>
                </a:lnTo>
                <a:cubicBezTo>
                  <a:pt x="1163325" y="34246"/>
                  <a:pt x="1253094" y="0"/>
                  <a:pt x="1342864" y="0"/>
                </a:cubicBezTo>
                <a:close/>
              </a:path>
            </a:pathLst>
          </a:custGeom>
          <a:solidFill>
            <a:schemeClr val="bg1">
              <a:lumMod val="85000"/>
            </a:schemeClr>
          </a:solidFill>
          <a:ln w="76200">
            <a:solidFill>
              <a:schemeClr val="bg1"/>
            </a:solidFill>
          </a:ln>
          <a:effectLst>
            <a:outerShdw blurRad="50800" dist="38100" dir="2700000" algn="tl" rotWithShape="0">
              <a:prstClr val="black">
                <a:alpha val="40000"/>
              </a:prstClr>
            </a:outerShdw>
          </a:effectLst>
        </p:spPr>
        <p:txBody>
          <a:bodyPr wrap="square">
            <a:noAutofit/>
          </a:bodyPr>
          <a:lstStyle>
            <a:lvl1pPr>
              <a:defRPr baseline="0"/>
            </a:lvl1pPr>
          </a:lstStyle>
          <a:p>
            <a:r>
              <a:rPr lang="id-ID" dirty="0" smtClean="0"/>
              <a:t>Pic here</a:t>
            </a:r>
            <a:endParaRPr lang="en-AU" dirty="0"/>
          </a:p>
        </p:txBody>
      </p:sp>
      <p:sp>
        <p:nvSpPr>
          <p:cNvPr id="11" name="Picture Placeholder 24"/>
          <p:cNvSpPr>
            <a:spLocks noGrp="1"/>
          </p:cNvSpPr>
          <p:nvPr>
            <p:ph type="pic" sz="quarter" idx="16" hasCustomPrompt="1"/>
          </p:nvPr>
        </p:nvSpPr>
        <p:spPr>
          <a:xfrm>
            <a:off x="6414652" y="1921135"/>
            <a:ext cx="2166842" cy="2166842"/>
          </a:xfrm>
          <a:custGeom>
            <a:avLst/>
            <a:gdLst>
              <a:gd name="connsiteX0" fmla="*/ 1342864 w 2685728"/>
              <a:gd name="connsiteY0" fmla="*/ 0 h 2685728"/>
              <a:gd name="connsiteX1" fmla="*/ 1590895 w 2685728"/>
              <a:gd name="connsiteY1" fmla="*/ 102738 h 2685728"/>
              <a:gd name="connsiteX2" fmla="*/ 2582990 w 2685728"/>
              <a:gd name="connsiteY2" fmla="*/ 1094833 h 2685728"/>
              <a:gd name="connsiteX3" fmla="*/ 2582990 w 2685728"/>
              <a:gd name="connsiteY3" fmla="*/ 1590895 h 2685728"/>
              <a:gd name="connsiteX4" fmla="*/ 1590895 w 2685728"/>
              <a:gd name="connsiteY4" fmla="*/ 2582990 h 2685728"/>
              <a:gd name="connsiteX5" fmla="*/ 1094833 w 2685728"/>
              <a:gd name="connsiteY5" fmla="*/ 2582990 h 2685728"/>
              <a:gd name="connsiteX6" fmla="*/ 102738 w 2685728"/>
              <a:gd name="connsiteY6" fmla="*/ 1590895 h 2685728"/>
              <a:gd name="connsiteX7" fmla="*/ 102738 w 2685728"/>
              <a:gd name="connsiteY7" fmla="*/ 1094833 h 2685728"/>
              <a:gd name="connsiteX8" fmla="*/ 1094833 w 2685728"/>
              <a:gd name="connsiteY8" fmla="*/ 102738 h 2685728"/>
              <a:gd name="connsiteX9" fmla="*/ 1342864 w 2685728"/>
              <a:gd name="connsiteY9" fmla="*/ 0 h 2685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5728" h="2685728">
                <a:moveTo>
                  <a:pt x="1342864" y="0"/>
                </a:moveTo>
                <a:cubicBezTo>
                  <a:pt x="1432634" y="0"/>
                  <a:pt x="1522403" y="34246"/>
                  <a:pt x="1590895" y="102738"/>
                </a:cubicBezTo>
                <a:lnTo>
                  <a:pt x="2582990" y="1094833"/>
                </a:lnTo>
                <a:cubicBezTo>
                  <a:pt x="2719974" y="1231817"/>
                  <a:pt x="2719974" y="1453912"/>
                  <a:pt x="2582990" y="1590895"/>
                </a:cubicBezTo>
                <a:lnTo>
                  <a:pt x="1590895" y="2582990"/>
                </a:lnTo>
                <a:cubicBezTo>
                  <a:pt x="1453912" y="2719974"/>
                  <a:pt x="1231817" y="2719974"/>
                  <a:pt x="1094833" y="2582990"/>
                </a:cubicBezTo>
                <a:lnTo>
                  <a:pt x="102738" y="1590895"/>
                </a:lnTo>
                <a:cubicBezTo>
                  <a:pt x="-34246" y="1453912"/>
                  <a:pt x="-34246" y="1231817"/>
                  <a:pt x="102738" y="1094833"/>
                </a:cubicBezTo>
                <a:lnTo>
                  <a:pt x="1094833" y="102738"/>
                </a:lnTo>
                <a:cubicBezTo>
                  <a:pt x="1163325" y="34246"/>
                  <a:pt x="1253094" y="0"/>
                  <a:pt x="1342864" y="0"/>
                </a:cubicBezTo>
                <a:close/>
              </a:path>
            </a:pathLst>
          </a:custGeom>
          <a:solidFill>
            <a:schemeClr val="bg1">
              <a:lumMod val="85000"/>
            </a:schemeClr>
          </a:solidFill>
          <a:ln w="76200">
            <a:solidFill>
              <a:schemeClr val="bg1"/>
            </a:solidFill>
          </a:ln>
          <a:effectLst>
            <a:outerShdw blurRad="50800" dist="38100" dir="2700000" algn="tl" rotWithShape="0">
              <a:prstClr val="black">
                <a:alpha val="40000"/>
              </a:prstClr>
            </a:outerShdw>
          </a:effectLst>
        </p:spPr>
        <p:txBody>
          <a:bodyPr wrap="square">
            <a:noAutofit/>
          </a:bodyPr>
          <a:lstStyle>
            <a:lvl1pPr>
              <a:defRPr baseline="0"/>
            </a:lvl1pPr>
          </a:lstStyle>
          <a:p>
            <a:r>
              <a:rPr lang="id-ID" dirty="0" smtClean="0"/>
              <a:t>Pic here</a:t>
            </a:r>
            <a:endParaRPr lang="en-AU" dirty="0"/>
          </a:p>
        </p:txBody>
      </p:sp>
      <p:sp>
        <p:nvSpPr>
          <p:cNvPr id="12" name="Picture Placeholder 24"/>
          <p:cNvSpPr>
            <a:spLocks noGrp="1"/>
          </p:cNvSpPr>
          <p:nvPr>
            <p:ph type="pic" sz="quarter" idx="17" hasCustomPrompt="1"/>
          </p:nvPr>
        </p:nvSpPr>
        <p:spPr>
          <a:xfrm>
            <a:off x="9234052" y="1921135"/>
            <a:ext cx="2166842" cy="2166842"/>
          </a:xfrm>
          <a:custGeom>
            <a:avLst/>
            <a:gdLst>
              <a:gd name="connsiteX0" fmla="*/ 1342864 w 2685728"/>
              <a:gd name="connsiteY0" fmla="*/ 0 h 2685728"/>
              <a:gd name="connsiteX1" fmla="*/ 1590895 w 2685728"/>
              <a:gd name="connsiteY1" fmla="*/ 102738 h 2685728"/>
              <a:gd name="connsiteX2" fmla="*/ 2582990 w 2685728"/>
              <a:gd name="connsiteY2" fmla="*/ 1094833 h 2685728"/>
              <a:gd name="connsiteX3" fmla="*/ 2582990 w 2685728"/>
              <a:gd name="connsiteY3" fmla="*/ 1590895 h 2685728"/>
              <a:gd name="connsiteX4" fmla="*/ 1590895 w 2685728"/>
              <a:gd name="connsiteY4" fmla="*/ 2582990 h 2685728"/>
              <a:gd name="connsiteX5" fmla="*/ 1094833 w 2685728"/>
              <a:gd name="connsiteY5" fmla="*/ 2582990 h 2685728"/>
              <a:gd name="connsiteX6" fmla="*/ 102738 w 2685728"/>
              <a:gd name="connsiteY6" fmla="*/ 1590895 h 2685728"/>
              <a:gd name="connsiteX7" fmla="*/ 102738 w 2685728"/>
              <a:gd name="connsiteY7" fmla="*/ 1094833 h 2685728"/>
              <a:gd name="connsiteX8" fmla="*/ 1094833 w 2685728"/>
              <a:gd name="connsiteY8" fmla="*/ 102738 h 2685728"/>
              <a:gd name="connsiteX9" fmla="*/ 1342864 w 2685728"/>
              <a:gd name="connsiteY9" fmla="*/ 0 h 2685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5728" h="2685728">
                <a:moveTo>
                  <a:pt x="1342864" y="0"/>
                </a:moveTo>
                <a:cubicBezTo>
                  <a:pt x="1432634" y="0"/>
                  <a:pt x="1522403" y="34246"/>
                  <a:pt x="1590895" y="102738"/>
                </a:cubicBezTo>
                <a:lnTo>
                  <a:pt x="2582990" y="1094833"/>
                </a:lnTo>
                <a:cubicBezTo>
                  <a:pt x="2719974" y="1231817"/>
                  <a:pt x="2719974" y="1453912"/>
                  <a:pt x="2582990" y="1590895"/>
                </a:cubicBezTo>
                <a:lnTo>
                  <a:pt x="1590895" y="2582990"/>
                </a:lnTo>
                <a:cubicBezTo>
                  <a:pt x="1453912" y="2719974"/>
                  <a:pt x="1231817" y="2719974"/>
                  <a:pt x="1094833" y="2582990"/>
                </a:cubicBezTo>
                <a:lnTo>
                  <a:pt x="102738" y="1590895"/>
                </a:lnTo>
                <a:cubicBezTo>
                  <a:pt x="-34246" y="1453912"/>
                  <a:pt x="-34246" y="1231817"/>
                  <a:pt x="102738" y="1094833"/>
                </a:cubicBezTo>
                <a:lnTo>
                  <a:pt x="1094833" y="102738"/>
                </a:lnTo>
                <a:cubicBezTo>
                  <a:pt x="1163325" y="34246"/>
                  <a:pt x="1253094" y="0"/>
                  <a:pt x="1342864" y="0"/>
                </a:cubicBezTo>
                <a:close/>
              </a:path>
            </a:pathLst>
          </a:custGeom>
          <a:solidFill>
            <a:schemeClr val="bg1">
              <a:lumMod val="85000"/>
            </a:schemeClr>
          </a:solidFill>
          <a:ln w="76200">
            <a:solidFill>
              <a:schemeClr val="bg1"/>
            </a:solidFill>
          </a:ln>
          <a:effectLst>
            <a:outerShdw blurRad="50800" dist="38100" dir="2700000" algn="tl" rotWithShape="0">
              <a:prstClr val="black">
                <a:alpha val="40000"/>
              </a:prstClr>
            </a:outerShdw>
          </a:effectLst>
        </p:spPr>
        <p:txBody>
          <a:bodyPr wrap="square">
            <a:noAutofit/>
          </a:bodyPr>
          <a:lstStyle>
            <a:lvl1pPr>
              <a:defRPr baseline="0"/>
            </a:lvl1pPr>
          </a:lstStyle>
          <a:p>
            <a:r>
              <a:rPr lang="id-ID" dirty="0" smtClean="0"/>
              <a:t>Pic here</a:t>
            </a:r>
            <a:endParaRPr lang="en-AU" dirty="0"/>
          </a:p>
        </p:txBody>
      </p:sp>
      <p:sp>
        <p:nvSpPr>
          <p:cNvPr id="13" name="Text Placeholder 21"/>
          <p:cNvSpPr>
            <a:spLocks noGrp="1"/>
          </p:cNvSpPr>
          <p:nvPr>
            <p:ph type="body" sz="quarter" idx="20"/>
          </p:nvPr>
        </p:nvSpPr>
        <p:spPr>
          <a:xfrm>
            <a:off x="928685" y="4388730"/>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4" name="Text Placeholder 21"/>
          <p:cNvSpPr>
            <a:spLocks noGrp="1"/>
          </p:cNvSpPr>
          <p:nvPr>
            <p:ph type="body" sz="quarter" idx="22"/>
          </p:nvPr>
        </p:nvSpPr>
        <p:spPr>
          <a:xfrm>
            <a:off x="928685" y="4687002"/>
            <a:ext cx="1814513" cy="284472"/>
          </a:xfrm>
        </p:spPr>
        <p:txBody>
          <a:bodyPr>
            <a:normAutofit/>
          </a:bodyPr>
          <a:lstStyle>
            <a:lvl1pPr algn="ctr">
              <a:defRPr sz="1000" b="1" i="1">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5" name="Text Placeholder 21"/>
          <p:cNvSpPr>
            <a:spLocks noGrp="1"/>
          </p:cNvSpPr>
          <p:nvPr>
            <p:ph type="body" sz="quarter" idx="23"/>
          </p:nvPr>
        </p:nvSpPr>
        <p:spPr>
          <a:xfrm>
            <a:off x="3741157" y="4388730"/>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6" name="Text Placeholder 21"/>
          <p:cNvSpPr>
            <a:spLocks noGrp="1"/>
          </p:cNvSpPr>
          <p:nvPr>
            <p:ph type="body" sz="quarter" idx="24"/>
          </p:nvPr>
        </p:nvSpPr>
        <p:spPr>
          <a:xfrm>
            <a:off x="3741157" y="4687002"/>
            <a:ext cx="1814513" cy="284472"/>
          </a:xfrm>
        </p:spPr>
        <p:txBody>
          <a:bodyPr>
            <a:normAutofit/>
          </a:bodyPr>
          <a:lstStyle>
            <a:lvl1pPr algn="ctr">
              <a:defRPr sz="1000" b="1" i="1">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7" name="Text Placeholder 21"/>
          <p:cNvSpPr>
            <a:spLocks noGrp="1"/>
          </p:cNvSpPr>
          <p:nvPr>
            <p:ph type="body" sz="quarter" idx="25"/>
          </p:nvPr>
        </p:nvSpPr>
        <p:spPr>
          <a:xfrm>
            <a:off x="6609049" y="4388730"/>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8" name="Text Placeholder 21"/>
          <p:cNvSpPr>
            <a:spLocks noGrp="1"/>
          </p:cNvSpPr>
          <p:nvPr>
            <p:ph type="body" sz="quarter" idx="26"/>
          </p:nvPr>
        </p:nvSpPr>
        <p:spPr>
          <a:xfrm>
            <a:off x="6609049" y="4687002"/>
            <a:ext cx="1814513" cy="284472"/>
          </a:xfrm>
        </p:spPr>
        <p:txBody>
          <a:bodyPr>
            <a:normAutofit/>
          </a:bodyPr>
          <a:lstStyle>
            <a:lvl1pPr algn="ctr">
              <a:defRPr sz="1000" b="1" i="1">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9" name="Text Placeholder 21"/>
          <p:cNvSpPr>
            <a:spLocks noGrp="1"/>
          </p:cNvSpPr>
          <p:nvPr>
            <p:ph type="body" sz="quarter" idx="27"/>
          </p:nvPr>
        </p:nvSpPr>
        <p:spPr>
          <a:xfrm>
            <a:off x="9428447" y="4388730"/>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0" name="Text Placeholder 21"/>
          <p:cNvSpPr>
            <a:spLocks noGrp="1"/>
          </p:cNvSpPr>
          <p:nvPr>
            <p:ph type="body" sz="quarter" idx="28"/>
          </p:nvPr>
        </p:nvSpPr>
        <p:spPr>
          <a:xfrm>
            <a:off x="9428447" y="4687002"/>
            <a:ext cx="1814513" cy="284472"/>
          </a:xfrm>
        </p:spPr>
        <p:txBody>
          <a:bodyPr>
            <a:normAutofit/>
          </a:bodyPr>
          <a:lstStyle>
            <a:lvl1pPr algn="ctr">
              <a:defRPr sz="1000" b="1" i="1">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1" name="Text Placeholder 21"/>
          <p:cNvSpPr>
            <a:spLocks noGrp="1"/>
          </p:cNvSpPr>
          <p:nvPr>
            <p:ph type="body" sz="quarter" idx="29"/>
          </p:nvPr>
        </p:nvSpPr>
        <p:spPr>
          <a:xfrm>
            <a:off x="928685" y="5012934"/>
            <a:ext cx="1814513" cy="87351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2" name="Text Placeholder 21"/>
          <p:cNvSpPr>
            <a:spLocks noGrp="1"/>
          </p:cNvSpPr>
          <p:nvPr>
            <p:ph type="body" sz="quarter" idx="30"/>
          </p:nvPr>
        </p:nvSpPr>
        <p:spPr>
          <a:xfrm>
            <a:off x="3741157" y="5012934"/>
            <a:ext cx="1814513" cy="87351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3" name="Text Placeholder 21"/>
          <p:cNvSpPr>
            <a:spLocks noGrp="1"/>
          </p:cNvSpPr>
          <p:nvPr>
            <p:ph type="body" sz="quarter" idx="31"/>
          </p:nvPr>
        </p:nvSpPr>
        <p:spPr>
          <a:xfrm>
            <a:off x="6609049" y="5012934"/>
            <a:ext cx="1814513" cy="87351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4" name="Text Placeholder 21"/>
          <p:cNvSpPr>
            <a:spLocks noGrp="1"/>
          </p:cNvSpPr>
          <p:nvPr>
            <p:ph type="body" sz="quarter" idx="32"/>
          </p:nvPr>
        </p:nvSpPr>
        <p:spPr>
          <a:xfrm>
            <a:off x="9428447" y="5012934"/>
            <a:ext cx="1814513" cy="87351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grpSp>
        <p:nvGrpSpPr>
          <p:cNvPr id="25" name="Group 24"/>
          <p:cNvGrpSpPr/>
          <p:nvPr userDrawn="1"/>
        </p:nvGrpSpPr>
        <p:grpSpPr>
          <a:xfrm>
            <a:off x="1548795" y="5922241"/>
            <a:ext cx="615286" cy="184176"/>
            <a:chOff x="3872969" y="5806923"/>
            <a:chExt cx="1724341" cy="516155"/>
          </a:xfrm>
        </p:grpSpPr>
        <p:sp>
          <p:nvSpPr>
            <p:cNvPr id="26" name="Oval 25"/>
            <p:cNvSpPr/>
            <p:nvPr/>
          </p:nvSpPr>
          <p:spPr>
            <a:xfrm>
              <a:off x="3872969"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27" name="Oval 26"/>
            <p:cNvSpPr/>
            <p:nvPr/>
          </p:nvSpPr>
          <p:spPr>
            <a:xfrm>
              <a:off x="4477062"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28" name="Oval 27"/>
            <p:cNvSpPr/>
            <p:nvPr/>
          </p:nvSpPr>
          <p:spPr>
            <a:xfrm>
              <a:off x="5081155"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29" name="Freeform 63"/>
            <p:cNvSpPr>
              <a:spLocks/>
            </p:cNvSpPr>
            <p:nvPr/>
          </p:nvSpPr>
          <p:spPr bwMode="auto">
            <a:xfrm>
              <a:off x="4576091" y="5937921"/>
              <a:ext cx="318095" cy="261714"/>
            </a:xfrm>
            <a:custGeom>
              <a:avLst/>
              <a:gdLst>
                <a:gd name="T0" fmla="*/ 160 w 160"/>
                <a:gd name="T1" fmla="*/ 16 h 131"/>
                <a:gd name="T2" fmla="*/ 159 w 160"/>
                <a:gd name="T3" fmla="*/ 16 h 131"/>
                <a:gd name="T4" fmla="*/ 144 w 160"/>
                <a:gd name="T5" fmla="*/ 20 h 131"/>
                <a:gd name="T6" fmla="*/ 156 w 160"/>
                <a:gd name="T7" fmla="*/ 4 h 131"/>
                <a:gd name="T8" fmla="*/ 156 w 160"/>
                <a:gd name="T9" fmla="*/ 3 h 131"/>
                <a:gd name="T10" fmla="*/ 155 w 160"/>
                <a:gd name="T11" fmla="*/ 3 h 131"/>
                <a:gd name="T12" fmla="*/ 135 w 160"/>
                <a:gd name="T13" fmla="*/ 11 h 131"/>
                <a:gd name="T14" fmla="*/ 111 w 160"/>
                <a:gd name="T15" fmla="*/ 0 h 131"/>
                <a:gd name="T16" fmla="*/ 77 w 160"/>
                <a:gd name="T17" fmla="*/ 34 h 131"/>
                <a:gd name="T18" fmla="*/ 78 w 160"/>
                <a:gd name="T19" fmla="*/ 40 h 131"/>
                <a:gd name="T20" fmla="*/ 12 w 160"/>
                <a:gd name="T21" fmla="*/ 7 h 131"/>
                <a:gd name="T22" fmla="*/ 12 w 160"/>
                <a:gd name="T23" fmla="*/ 6 h 131"/>
                <a:gd name="T24" fmla="*/ 11 w 160"/>
                <a:gd name="T25" fmla="*/ 7 h 131"/>
                <a:gd name="T26" fmla="*/ 7 w 160"/>
                <a:gd name="T27" fmla="*/ 23 h 131"/>
                <a:gd name="T28" fmla="*/ 19 w 160"/>
                <a:gd name="T29" fmla="*/ 50 h 131"/>
                <a:gd name="T30" fmla="*/ 7 w 160"/>
                <a:gd name="T31" fmla="*/ 46 h 131"/>
                <a:gd name="T32" fmla="*/ 7 w 160"/>
                <a:gd name="T33" fmla="*/ 46 h 131"/>
                <a:gd name="T34" fmla="*/ 6 w 160"/>
                <a:gd name="T35" fmla="*/ 47 h 131"/>
                <a:gd name="T36" fmla="*/ 6 w 160"/>
                <a:gd name="T37" fmla="*/ 47 h 131"/>
                <a:gd name="T38" fmla="*/ 30 w 160"/>
                <a:gd name="T39" fmla="*/ 79 h 131"/>
                <a:gd name="T40" fmla="*/ 19 w 160"/>
                <a:gd name="T41" fmla="*/ 79 h 131"/>
                <a:gd name="T42" fmla="*/ 18 w 160"/>
                <a:gd name="T43" fmla="*/ 79 h 131"/>
                <a:gd name="T44" fmla="*/ 18 w 160"/>
                <a:gd name="T45" fmla="*/ 80 h 131"/>
                <a:gd name="T46" fmla="*/ 47 w 160"/>
                <a:gd name="T47" fmla="*/ 103 h 131"/>
                <a:gd name="T48" fmla="*/ 8 w 160"/>
                <a:gd name="T49" fmla="*/ 115 h 131"/>
                <a:gd name="T50" fmla="*/ 1 w 160"/>
                <a:gd name="T51" fmla="*/ 115 h 131"/>
                <a:gd name="T52" fmla="*/ 0 w 160"/>
                <a:gd name="T53" fmla="*/ 115 h 131"/>
                <a:gd name="T54" fmla="*/ 0 w 160"/>
                <a:gd name="T55" fmla="*/ 116 h 131"/>
                <a:gd name="T56" fmla="*/ 51 w 160"/>
                <a:gd name="T57" fmla="*/ 131 h 131"/>
                <a:gd name="T58" fmla="*/ 144 w 160"/>
                <a:gd name="T59" fmla="*/ 38 h 131"/>
                <a:gd name="T60" fmla="*/ 144 w 160"/>
                <a:gd name="T61" fmla="*/ 34 h 131"/>
                <a:gd name="T62" fmla="*/ 160 w 160"/>
                <a:gd name="T63" fmla="*/ 17 h 131"/>
                <a:gd name="T64" fmla="*/ 160 w 160"/>
                <a:gd name="T65" fmla="*/ 1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0" h="131">
                  <a:moveTo>
                    <a:pt x="160" y="16"/>
                  </a:moveTo>
                  <a:cubicBezTo>
                    <a:pt x="160" y="16"/>
                    <a:pt x="160" y="16"/>
                    <a:pt x="159" y="16"/>
                  </a:cubicBezTo>
                  <a:cubicBezTo>
                    <a:pt x="154" y="18"/>
                    <a:pt x="149" y="19"/>
                    <a:pt x="144" y="20"/>
                  </a:cubicBezTo>
                  <a:cubicBezTo>
                    <a:pt x="150" y="16"/>
                    <a:pt x="154" y="10"/>
                    <a:pt x="156" y="4"/>
                  </a:cubicBezTo>
                  <a:cubicBezTo>
                    <a:pt x="156" y="3"/>
                    <a:pt x="156" y="3"/>
                    <a:pt x="156" y="3"/>
                  </a:cubicBezTo>
                  <a:cubicBezTo>
                    <a:pt x="155" y="3"/>
                    <a:pt x="155" y="3"/>
                    <a:pt x="155" y="3"/>
                  </a:cubicBezTo>
                  <a:cubicBezTo>
                    <a:pt x="149" y="7"/>
                    <a:pt x="142" y="9"/>
                    <a:pt x="135" y="11"/>
                  </a:cubicBezTo>
                  <a:cubicBezTo>
                    <a:pt x="128" y="4"/>
                    <a:pt x="120" y="0"/>
                    <a:pt x="111" y="0"/>
                  </a:cubicBezTo>
                  <a:cubicBezTo>
                    <a:pt x="92" y="0"/>
                    <a:pt x="77" y="15"/>
                    <a:pt x="77" y="34"/>
                  </a:cubicBezTo>
                  <a:cubicBezTo>
                    <a:pt x="77" y="36"/>
                    <a:pt x="77" y="38"/>
                    <a:pt x="78" y="40"/>
                  </a:cubicBezTo>
                  <a:cubicBezTo>
                    <a:pt x="52" y="39"/>
                    <a:pt x="29" y="26"/>
                    <a:pt x="12" y="7"/>
                  </a:cubicBezTo>
                  <a:cubicBezTo>
                    <a:pt x="12" y="6"/>
                    <a:pt x="12" y="6"/>
                    <a:pt x="12" y="6"/>
                  </a:cubicBezTo>
                  <a:cubicBezTo>
                    <a:pt x="11" y="6"/>
                    <a:pt x="11" y="6"/>
                    <a:pt x="11" y="7"/>
                  </a:cubicBezTo>
                  <a:cubicBezTo>
                    <a:pt x="8" y="12"/>
                    <a:pt x="7" y="18"/>
                    <a:pt x="7" y="23"/>
                  </a:cubicBezTo>
                  <a:cubicBezTo>
                    <a:pt x="7" y="34"/>
                    <a:pt x="11" y="43"/>
                    <a:pt x="19" y="50"/>
                  </a:cubicBezTo>
                  <a:cubicBezTo>
                    <a:pt x="15" y="49"/>
                    <a:pt x="11" y="48"/>
                    <a:pt x="7" y="46"/>
                  </a:cubicBezTo>
                  <a:cubicBezTo>
                    <a:pt x="7" y="46"/>
                    <a:pt x="7" y="46"/>
                    <a:pt x="7" y="46"/>
                  </a:cubicBezTo>
                  <a:cubicBezTo>
                    <a:pt x="6" y="46"/>
                    <a:pt x="6" y="46"/>
                    <a:pt x="6" y="47"/>
                  </a:cubicBezTo>
                  <a:cubicBezTo>
                    <a:pt x="6" y="47"/>
                    <a:pt x="6" y="47"/>
                    <a:pt x="6" y="47"/>
                  </a:cubicBezTo>
                  <a:cubicBezTo>
                    <a:pt x="6" y="62"/>
                    <a:pt x="16" y="75"/>
                    <a:pt x="30" y="79"/>
                  </a:cubicBezTo>
                  <a:cubicBezTo>
                    <a:pt x="26" y="79"/>
                    <a:pt x="22" y="79"/>
                    <a:pt x="19" y="79"/>
                  </a:cubicBezTo>
                  <a:cubicBezTo>
                    <a:pt x="18" y="79"/>
                    <a:pt x="18" y="79"/>
                    <a:pt x="18" y="79"/>
                  </a:cubicBezTo>
                  <a:cubicBezTo>
                    <a:pt x="18" y="79"/>
                    <a:pt x="18" y="79"/>
                    <a:pt x="18" y="80"/>
                  </a:cubicBezTo>
                  <a:cubicBezTo>
                    <a:pt x="22" y="93"/>
                    <a:pt x="33" y="102"/>
                    <a:pt x="47" y="103"/>
                  </a:cubicBezTo>
                  <a:cubicBezTo>
                    <a:pt x="36" y="111"/>
                    <a:pt x="22" y="115"/>
                    <a:pt x="8" y="115"/>
                  </a:cubicBezTo>
                  <a:cubicBezTo>
                    <a:pt x="6" y="115"/>
                    <a:pt x="3" y="115"/>
                    <a:pt x="1" y="115"/>
                  </a:cubicBezTo>
                  <a:cubicBezTo>
                    <a:pt x="0" y="115"/>
                    <a:pt x="0" y="115"/>
                    <a:pt x="0" y="115"/>
                  </a:cubicBezTo>
                  <a:cubicBezTo>
                    <a:pt x="0" y="116"/>
                    <a:pt x="0" y="116"/>
                    <a:pt x="0" y="116"/>
                  </a:cubicBezTo>
                  <a:cubicBezTo>
                    <a:pt x="15" y="126"/>
                    <a:pt x="33" y="131"/>
                    <a:pt x="51" y="131"/>
                  </a:cubicBezTo>
                  <a:cubicBezTo>
                    <a:pt x="109" y="131"/>
                    <a:pt x="144" y="83"/>
                    <a:pt x="144" y="38"/>
                  </a:cubicBezTo>
                  <a:cubicBezTo>
                    <a:pt x="144" y="36"/>
                    <a:pt x="144" y="35"/>
                    <a:pt x="144" y="34"/>
                  </a:cubicBezTo>
                  <a:cubicBezTo>
                    <a:pt x="150" y="29"/>
                    <a:pt x="156" y="23"/>
                    <a:pt x="160" y="17"/>
                  </a:cubicBezTo>
                  <a:cubicBezTo>
                    <a:pt x="160" y="17"/>
                    <a:pt x="160" y="16"/>
                    <a:pt x="160" y="16"/>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sp>
          <p:nvSpPr>
            <p:cNvPr id="30" name="Freeform 21"/>
            <p:cNvSpPr>
              <a:spLocks/>
            </p:cNvSpPr>
            <p:nvPr/>
          </p:nvSpPr>
          <p:spPr bwMode="auto">
            <a:xfrm>
              <a:off x="5235659" y="5934143"/>
              <a:ext cx="207145" cy="261714"/>
            </a:xfrm>
            <a:custGeom>
              <a:avLst/>
              <a:gdLst>
                <a:gd name="T0" fmla="*/ 129 w 323"/>
                <a:gd name="T1" fmla="*/ 272 h 408"/>
                <a:gd name="T2" fmla="*/ 68 w 323"/>
                <a:gd name="T3" fmla="*/ 408 h 408"/>
                <a:gd name="T4" fmla="*/ 98 w 323"/>
                <a:gd name="T5" fmla="*/ 196 h 408"/>
                <a:gd name="T6" fmla="*/ 149 w 323"/>
                <a:gd name="T7" fmla="*/ 99 h 408"/>
                <a:gd name="T8" fmla="*/ 172 w 323"/>
                <a:gd name="T9" fmla="*/ 257 h 408"/>
                <a:gd name="T10" fmla="*/ 234 w 323"/>
                <a:gd name="T11" fmla="*/ 73 h 408"/>
                <a:gd name="T12" fmla="*/ 47 w 323"/>
                <a:gd name="T13" fmla="*/ 173 h 408"/>
                <a:gd name="T14" fmla="*/ 57 w 323"/>
                <a:gd name="T15" fmla="*/ 239 h 408"/>
                <a:gd name="T16" fmla="*/ 1 w 323"/>
                <a:gd name="T17" fmla="*/ 147 h 408"/>
                <a:gd name="T18" fmla="*/ 137 w 323"/>
                <a:gd name="T19" fmla="*/ 9 h 408"/>
                <a:gd name="T20" fmla="*/ 310 w 323"/>
                <a:gd name="T21" fmla="*/ 119 h 408"/>
                <a:gd name="T22" fmla="*/ 183 w 323"/>
                <a:gd name="T23" fmla="*/ 298 h 408"/>
                <a:gd name="T24" fmla="*/ 129 w 323"/>
                <a:gd name="T25" fmla="*/ 272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3" h="408">
                  <a:moveTo>
                    <a:pt x="129" y="272"/>
                  </a:moveTo>
                  <a:cubicBezTo>
                    <a:pt x="118" y="328"/>
                    <a:pt x="106" y="380"/>
                    <a:pt x="68" y="408"/>
                  </a:cubicBezTo>
                  <a:cubicBezTo>
                    <a:pt x="56" y="325"/>
                    <a:pt x="85" y="262"/>
                    <a:pt x="98" y="196"/>
                  </a:cubicBezTo>
                  <a:cubicBezTo>
                    <a:pt x="75" y="157"/>
                    <a:pt x="101" y="80"/>
                    <a:pt x="149" y="99"/>
                  </a:cubicBezTo>
                  <a:cubicBezTo>
                    <a:pt x="209" y="122"/>
                    <a:pt x="98" y="242"/>
                    <a:pt x="172" y="257"/>
                  </a:cubicBezTo>
                  <a:cubicBezTo>
                    <a:pt x="250" y="273"/>
                    <a:pt x="282" y="122"/>
                    <a:pt x="234" y="73"/>
                  </a:cubicBezTo>
                  <a:cubicBezTo>
                    <a:pt x="164" y="2"/>
                    <a:pt x="31" y="72"/>
                    <a:pt x="47" y="173"/>
                  </a:cubicBezTo>
                  <a:cubicBezTo>
                    <a:pt x="51" y="198"/>
                    <a:pt x="77" y="205"/>
                    <a:pt x="57" y="239"/>
                  </a:cubicBezTo>
                  <a:cubicBezTo>
                    <a:pt x="13" y="229"/>
                    <a:pt x="0" y="194"/>
                    <a:pt x="1" y="147"/>
                  </a:cubicBezTo>
                  <a:cubicBezTo>
                    <a:pt x="4" y="70"/>
                    <a:pt x="70" y="17"/>
                    <a:pt x="137" y="9"/>
                  </a:cubicBezTo>
                  <a:cubicBezTo>
                    <a:pt x="221" y="0"/>
                    <a:pt x="300" y="40"/>
                    <a:pt x="310" y="119"/>
                  </a:cubicBezTo>
                  <a:cubicBezTo>
                    <a:pt x="323" y="208"/>
                    <a:pt x="273" y="305"/>
                    <a:pt x="183" y="298"/>
                  </a:cubicBezTo>
                  <a:cubicBezTo>
                    <a:pt x="158" y="296"/>
                    <a:pt x="148" y="284"/>
                    <a:pt x="129" y="272"/>
                  </a:cubicBezTo>
                  <a:close/>
                </a:path>
              </a:pathLst>
            </a:custGeom>
            <a:solidFill>
              <a:schemeClr val="bg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mn-cs"/>
              </a:endParaRPr>
            </a:p>
          </p:txBody>
        </p:sp>
        <p:sp>
          <p:nvSpPr>
            <p:cNvPr id="31" name="Freeform 62"/>
            <p:cNvSpPr>
              <a:spLocks/>
            </p:cNvSpPr>
            <p:nvPr/>
          </p:nvSpPr>
          <p:spPr bwMode="auto">
            <a:xfrm>
              <a:off x="4063583" y="5934143"/>
              <a:ext cx="134925" cy="261714"/>
            </a:xfrm>
            <a:custGeom>
              <a:avLst/>
              <a:gdLst>
                <a:gd name="T0" fmla="*/ 84 w 84"/>
                <a:gd name="T1" fmla="*/ 27 h 163"/>
                <a:gd name="T2" fmla="*/ 69 w 84"/>
                <a:gd name="T3" fmla="*/ 27 h 163"/>
                <a:gd name="T4" fmla="*/ 54 w 84"/>
                <a:gd name="T5" fmla="*/ 41 h 163"/>
                <a:gd name="T6" fmla="*/ 54 w 84"/>
                <a:gd name="T7" fmla="*/ 60 h 163"/>
                <a:gd name="T8" fmla="*/ 83 w 84"/>
                <a:gd name="T9" fmla="*/ 60 h 163"/>
                <a:gd name="T10" fmla="*/ 83 w 84"/>
                <a:gd name="T11" fmla="*/ 88 h 163"/>
                <a:gd name="T12" fmla="*/ 54 w 84"/>
                <a:gd name="T13" fmla="*/ 88 h 163"/>
                <a:gd name="T14" fmla="*/ 54 w 84"/>
                <a:gd name="T15" fmla="*/ 163 h 163"/>
                <a:gd name="T16" fmla="*/ 25 w 84"/>
                <a:gd name="T17" fmla="*/ 163 h 163"/>
                <a:gd name="T18" fmla="*/ 25 w 84"/>
                <a:gd name="T19" fmla="*/ 88 h 163"/>
                <a:gd name="T20" fmla="*/ 0 w 84"/>
                <a:gd name="T21" fmla="*/ 88 h 163"/>
                <a:gd name="T22" fmla="*/ 0 w 84"/>
                <a:gd name="T23" fmla="*/ 60 h 163"/>
                <a:gd name="T24" fmla="*/ 25 w 84"/>
                <a:gd name="T25" fmla="*/ 60 h 163"/>
                <a:gd name="T26" fmla="*/ 25 w 84"/>
                <a:gd name="T27" fmla="*/ 38 h 163"/>
                <a:gd name="T28" fmla="*/ 62 w 84"/>
                <a:gd name="T29" fmla="*/ 0 h 163"/>
                <a:gd name="T30" fmla="*/ 84 w 84"/>
                <a:gd name="T31" fmla="*/ 0 h 163"/>
                <a:gd name="T32" fmla="*/ 84 w 84"/>
                <a:gd name="T33" fmla="*/ 27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63">
                  <a:moveTo>
                    <a:pt x="84" y="27"/>
                  </a:moveTo>
                  <a:cubicBezTo>
                    <a:pt x="69" y="27"/>
                    <a:pt x="69" y="27"/>
                    <a:pt x="69" y="27"/>
                  </a:cubicBezTo>
                  <a:cubicBezTo>
                    <a:pt x="57" y="27"/>
                    <a:pt x="54" y="33"/>
                    <a:pt x="54" y="41"/>
                  </a:cubicBezTo>
                  <a:cubicBezTo>
                    <a:pt x="54" y="60"/>
                    <a:pt x="54" y="60"/>
                    <a:pt x="54" y="60"/>
                  </a:cubicBezTo>
                  <a:cubicBezTo>
                    <a:pt x="83" y="60"/>
                    <a:pt x="83" y="60"/>
                    <a:pt x="83" y="60"/>
                  </a:cubicBezTo>
                  <a:cubicBezTo>
                    <a:pt x="83" y="88"/>
                    <a:pt x="83" y="88"/>
                    <a:pt x="83" y="88"/>
                  </a:cubicBezTo>
                  <a:cubicBezTo>
                    <a:pt x="54" y="88"/>
                    <a:pt x="54" y="88"/>
                    <a:pt x="54" y="88"/>
                  </a:cubicBezTo>
                  <a:cubicBezTo>
                    <a:pt x="54" y="163"/>
                    <a:pt x="54" y="163"/>
                    <a:pt x="54" y="163"/>
                  </a:cubicBezTo>
                  <a:cubicBezTo>
                    <a:pt x="25" y="163"/>
                    <a:pt x="25" y="163"/>
                    <a:pt x="25" y="163"/>
                  </a:cubicBezTo>
                  <a:cubicBezTo>
                    <a:pt x="25" y="88"/>
                    <a:pt x="25" y="88"/>
                    <a:pt x="25" y="88"/>
                  </a:cubicBezTo>
                  <a:cubicBezTo>
                    <a:pt x="0" y="88"/>
                    <a:pt x="0" y="88"/>
                    <a:pt x="0" y="88"/>
                  </a:cubicBezTo>
                  <a:cubicBezTo>
                    <a:pt x="0" y="60"/>
                    <a:pt x="0" y="60"/>
                    <a:pt x="0" y="60"/>
                  </a:cubicBezTo>
                  <a:cubicBezTo>
                    <a:pt x="25" y="60"/>
                    <a:pt x="25" y="60"/>
                    <a:pt x="25" y="60"/>
                  </a:cubicBezTo>
                  <a:cubicBezTo>
                    <a:pt x="25" y="38"/>
                    <a:pt x="25" y="38"/>
                    <a:pt x="25" y="38"/>
                  </a:cubicBezTo>
                  <a:cubicBezTo>
                    <a:pt x="25" y="13"/>
                    <a:pt x="40" y="0"/>
                    <a:pt x="62" y="0"/>
                  </a:cubicBezTo>
                  <a:cubicBezTo>
                    <a:pt x="84" y="0"/>
                    <a:pt x="84" y="0"/>
                    <a:pt x="84" y="0"/>
                  </a:cubicBezTo>
                  <a:lnTo>
                    <a:pt x="84" y="27"/>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grpSp>
      <p:grpSp>
        <p:nvGrpSpPr>
          <p:cNvPr id="32" name="Group 31"/>
          <p:cNvGrpSpPr/>
          <p:nvPr userDrawn="1"/>
        </p:nvGrpSpPr>
        <p:grpSpPr>
          <a:xfrm>
            <a:off x="4371030" y="5929154"/>
            <a:ext cx="615286" cy="184176"/>
            <a:chOff x="3872969" y="5806923"/>
            <a:chExt cx="1724341" cy="516155"/>
          </a:xfrm>
        </p:grpSpPr>
        <p:sp>
          <p:nvSpPr>
            <p:cNvPr id="33" name="Oval 32"/>
            <p:cNvSpPr/>
            <p:nvPr/>
          </p:nvSpPr>
          <p:spPr>
            <a:xfrm>
              <a:off x="3872969"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34" name="Oval 33"/>
            <p:cNvSpPr/>
            <p:nvPr/>
          </p:nvSpPr>
          <p:spPr>
            <a:xfrm>
              <a:off x="4477062"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35" name="Oval 34"/>
            <p:cNvSpPr/>
            <p:nvPr/>
          </p:nvSpPr>
          <p:spPr>
            <a:xfrm>
              <a:off x="5081155"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36" name="Freeform 63"/>
            <p:cNvSpPr>
              <a:spLocks/>
            </p:cNvSpPr>
            <p:nvPr/>
          </p:nvSpPr>
          <p:spPr bwMode="auto">
            <a:xfrm>
              <a:off x="4576091" y="5937921"/>
              <a:ext cx="318095" cy="261714"/>
            </a:xfrm>
            <a:custGeom>
              <a:avLst/>
              <a:gdLst>
                <a:gd name="T0" fmla="*/ 160 w 160"/>
                <a:gd name="T1" fmla="*/ 16 h 131"/>
                <a:gd name="T2" fmla="*/ 159 w 160"/>
                <a:gd name="T3" fmla="*/ 16 h 131"/>
                <a:gd name="T4" fmla="*/ 144 w 160"/>
                <a:gd name="T5" fmla="*/ 20 h 131"/>
                <a:gd name="T6" fmla="*/ 156 w 160"/>
                <a:gd name="T7" fmla="*/ 4 h 131"/>
                <a:gd name="T8" fmla="*/ 156 w 160"/>
                <a:gd name="T9" fmla="*/ 3 h 131"/>
                <a:gd name="T10" fmla="*/ 155 w 160"/>
                <a:gd name="T11" fmla="*/ 3 h 131"/>
                <a:gd name="T12" fmla="*/ 135 w 160"/>
                <a:gd name="T13" fmla="*/ 11 h 131"/>
                <a:gd name="T14" fmla="*/ 111 w 160"/>
                <a:gd name="T15" fmla="*/ 0 h 131"/>
                <a:gd name="T16" fmla="*/ 77 w 160"/>
                <a:gd name="T17" fmla="*/ 34 h 131"/>
                <a:gd name="T18" fmla="*/ 78 w 160"/>
                <a:gd name="T19" fmla="*/ 40 h 131"/>
                <a:gd name="T20" fmla="*/ 12 w 160"/>
                <a:gd name="T21" fmla="*/ 7 h 131"/>
                <a:gd name="T22" fmla="*/ 12 w 160"/>
                <a:gd name="T23" fmla="*/ 6 h 131"/>
                <a:gd name="T24" fmla="*/ 11 w 160"/>
                <a:gd name="T25" fmla="*/ 7 h 131"/>
                <a:gd name="T26" fmla="*/ 7 w 160"/>
                <a:gd name="T27" fmla="*/ 23 h 131"/>
                <a:gd name="T28" fmla="*/ 19 w 160"/>
                <a:gd name="T29" fmla="*/ 50 h 131"/>
                <a:gd name="T30" fmla="*/ 7 w 160"/>
                <a:gd name="T31" fmla="*/ 46 h 131"/>
                <a:gd name="T32" fmla="*/ 7 w 160"/>
                <a:gd name="T33" fmla="*/ 46 h 131"/>
                <a:gd name="T34" fmla="*/ 6 w 160"/>
                <a:gd name="T35" fmla="*/ 47 h 131"/>
                <a:gd name="T36" fmla="*/ 6 w 160"/>
                <a:gd name="T37" fmla="*/ 47 h 131"/>
                <a:gd name="T38" fmla="*/ 30 w 160"/>
                <a:gd name="T39" fmla="*/ 79 h 131"/>
                <a:gd name="T40" fmla="*/ 19 w 160"/>
                <a:gd name="T41" fmla="*/ 79 h 131"/>
                <a:gd name="T42" fmla="*/ 18 w 160"/>
                <a:gd name="T43" fmla="*/ 79 h 131"/>
                <a:gd name="T44" fmla="*/ 18 w 160"/>
                <a:gd name="T45" fmla="*/ 80 h 131"/>
                <a:gd name="T46" fmla="*/ 47 w 160"/>
                <a:gd name="T47" fmla="*/ 103 h 131"/>
                <a:gd name="T48" fmla="*/ 8 w 160"/>
                <a:gd name="T49" fmla="*/ 115 h 131"/>
                <a:gd name="T50" fmla="*/ 1 w 160"/>
                <a:gd name="T51" fmla="*/ 115 h 131"/>
                <a:gd name="T52" fmla="*/ 0 w 160"/>
                <a:gd name="T53" fmla="*/ 115 h 131"/>
                <a:gd name="T54" fmla="*/ 0 w 160"/>
                <a:gd name="T55" fmla="*/ 116 h 131"/>
                <a:gd name="T56" fmla="*/ 51 w 160"/>
                <a:gd name="T57" fmla="*/ 131 h 131"/>
                <a:gd name="T58" fmla="*/ 144 w 160"/>
                <a:gd name="T59" fmla="*/ 38 h 131"/>
                <a:gd name="T60" fmla="*/ 144 w 160"/>
                <a:gd name="T61" fmla="*/ 34 h 131"/>
                <a:gd name="T62" fmla="*/ 160 w 160"/>
                <a:gd name="T63" fmla="*/ 17 h 131"/>
                <a:gd name="T64" fmla="*/ 160 w 160"/>
                <a:gd name="T65" fmla="*/ 1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0" h="131">
                  <a:moveTo>
                    <a:pt x="160" y="16"/>
                  </a:moveTo>
                  <a:cubicBezTo>
                    <a:pt x="160" y="16"/>
                    <a:pt x="160" y="16"/>
                    <a:pt x="159" y="16"/>
                  </a:cubicBezTo>
                  <a:cubicBezTo>
                    <a:pt x="154" y="18"/>
                    <a:pt x="149" y="19"/>
                    <a:pt x="144" y="20"/>
                  </a:cubicBezTo>
                  <a:cubicBezTo>
                    <a:pt x="150" y="16"/>
                    <a:pt x="154" y="10"/>
                    <a:pt x="156" y="4"/>
                  </a:cubicBezTo>
                  <a:cubicBezTo>
                    <a:pt x="156" y="3"/>
                    <a:pt x="156" y="3"/>
                    <a:pt x="156" y="3"/>
                  </a:cubicBezTo>
                  <a:cubicBezTo>
                    <a:pt x="155" y="3"/>
                    <a:pt x="155" y="3"/>
                    <a:pt x="155" y="3"/>
                  </a:cubicBezTo>
                  <a:cubicBezTo>
                    <a:pt x="149" y="7"/>
                    <a:pt x="142" y="9"/>
                    <a:pt x="135" y="11"/>
                  </a:cubicBezTo>
                  <a:cubicBezTo>
                    <a:pt x="128" y="4"/>
                    <a:pt x="120" y="0"/>
                    <a:pt x="111" y="0"/>
                  </a:cubicBezTo>
                  <a:cubicBezTo>
                    <a:pt x="92" y="0"/>
                    <a:pt x="77" y="15"/>
                    <a:pt x="77" y="34"/>
                  </a:cubicBezTo>
                  <a:cubicBezTo>
                    <a:pt x="77" y="36"/>
                    <a:pt x="77" y="38"/>
                    <a:pt x="78" y="40"/>
                  </a:cubicBezTo>
                  <a:cubicBezTo>
                    <a:pt x="52" y="39"/>
                    <a:pt x="29" y="26"/>
                    <a:pt x="12" y="7"/>
                  </a:cubicBezTo>
                  <a:cubicBezTo>
                    <a:pt x="12" y="6"/>
                    <a:pt x="12" y="6"/>
                    <a:pt x="12" y="6"/>
                  </a:cubicBezTo>
                  <a:cubicBezTo>
                    <a:pt x="11" y="6"/>
                    <a:pt x="11" y="6"/>
                    <a:pt x="11" y="7"/>
                  </a:cubicBezTo>
                  <a:cubicBezTo>
                    <a:pt x="8" y="12"/>
                    <a:pt x="7" y="18"/>
                    <a:pt x="7" y="23"/>
                  </a:cubicBezTo>
                  <a:cubicBezTo>
                    <a:pt x="7" y="34"/>
                    <a:pt x="11" y="43"/>
                    <a:pt x="19" y="50"/>
                  </a:cubicBezTo>
                  <a:cubicBezTo>
                    <a:pt x="15" y="49"/>
                    <a:pt x="11" y="48"/>
                    <a:pt x="7" y="46"/>
                  </a:cubicBezTo>
                  <a:cubicBezTo>
                    <a:pt x="7" y="46"/>
                    <a:pt x="7" y="46"/>
                    <a:pt x="7" y="46"/>
                  </a:cubicBezTo>
                  <a:cubicBezTo>
                    <a:pt x="6" y="46"/>
                    <a:pt x="6" y="46"/>
                    <a:pt x="6" y="47"/>
                  </a:cubicBezTo>
                  <a:cubicBezTo>
                    <a:pt x="6" y="47"/>
                    <a:pt x="6" y="47"/>
                    <a:pt x="6" y="47"/>
                  </a:cubicBezTo>
                  <a:cubicBezTo>
                    <a:pt x="6" y="62"/>
                    <a:pt x="16" y="75"/>
                    <a:pt x="30" y="79"/>
                  </a:cubicBezTo>
                  <a:cubicBezTo>
                    <a:pt x="26" y="79"/>
                    <a:pt x="22" y="79"/>
                    <a:pt x="19" y="79"/>
                  </a:cubicBezTo>
                  <a:cubicBezTo>
                    <a:pt x="18" y="79"/>
                    <a:pt x="18" y="79"/>
                    <a:pt x="18" y="79"/>
                  </a:cubicBezTo>
                  <a:cubicBezTo>
                    <a:pt x="18" y="79"/>
                    <a:pt x="18" y="79"/>
                    <a:pt x="18" y="80"/>
                  </a:cubicBezTo>
                  <a:cubicBezTo>
                    <a:pt x="22" y="93"/>
                    <a:pt x="33" y="102"/>
                    <a:pt x="47" y="103"/>
                  </a:cubicBezTo>
                  <a:cubicBezTo>
                    <a:pt x="36" y="111"/>
                    <a:pt x="22" y="115"/>
                    <a:pt x="8" y="115"/>
                  </a:cubicBezTo>
                  <a:cubicBezTo>
                    <a:pt x="6" y="115"/>
                    <a:pt x="3" y="115"/>
                    <a:pt x="1" y="115"/>
                  </a:cubicBezTo>
                  <a:cubicBezTo>
                    <a:pt x="0" y="115"/>
                    <a:pt x="0" y="115"/>
                    <a:pt x="0" y="115"/>
                  </a:cubicBezTo>
                  <a:cubicBezTo>
                    <a:pt x="0" y="116"/>
                    <a:pt x="0" y="116"/>
                    <a:pt x="0" y="116"/>
                  </a:cubicBezTo>
                  <a:cubicBezTo>
                    <a:pt x="15" y="126"/>
                    <a:pt x="33" y="131"/>
                    <a:pt x="51" y="131"/>
                  </a:cubicBezTo>
                  <a:cubicBezTo>
                    <a:pt x="109" y="131"/>
                    <a:pt x="144" y="83"/>
                    <a:pt x="144" y="38"/>
                  </a:cubicBezTo>
                  <a:cubicBezTo>
                    <a:pt x="144" y="36"/>
                    <a:pt x="144" y="35"/>
                    <a:pt x="144" y="34"/>
                  </a:cubicBezTo>
                  <a:cubicBezTo>
                    <a:pt x="150" y="29"/>
                    <a:pt x="156" y="23"/>
                    <a:pt x="160" y="17"/>
                  </a:cubicBezTo>
                  <a:cubicBezTo>
                    <a:pt x="160" y="17"/>
                    <a:pt x="160" y="16"/>
                    <a:pt x="160" y="16"/>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sp>
          <p:nvSpPr>
            <p:cNvPr id="37" name="Freeform 21"/>
            <p:cNvSpPr>
              <a:spLocks/>
            </p:cNvSpPr>
            <p:nvPr/>
          </p:nvSpPr>
          <p:spPr bwMode="auto">
            <a:xfrm>
              <a:off x="5235659" y="5934143"/>
              <a:ext cx="207145" cy="261714"/>
            </a:xfrm>
            <a:custGeom>
              <a:avLst/>
              <a:gdLst>
                <a:gd name="T0" fmla="*/ 129 w 323"/>
                <a:gd name="T1" fmla="*/ 272 h 408"/>
                <a:gd name="T2" fmla="*/ 68 w 323"/>
                <a:gd name="T3" fmla="*/ 408 h 408"/>
                <a:gd name="T4" fmla="*/ 98 w 323"/>
                <a:gd name="T5" fmla="*/ 196 h 408"/>
                <a:gd name="T6" fmla="*/ 149 w 323"/>
                <a:gd name="T7" fmla="*/ 99 h 408"/>
                <a:gd name="T8" fmla="*/ 172 w 323"/>
                <a:gd name="T9" fmla="*/ 257 h 408"/>
                <a:gd name="T10" fmla="*/ 234 w 323"/>
                <a:gd name="T11" fmla="*/ 73 h 408"/>
                <a:gd name="T12" fmla="*/ 47 w 323"/>
                <a:gd name="T13" fmla="*/ 173 h 408"/>
                <a:gd name="T14" fmla="*/ 57 w 323"/>
                <a:gd name="T15" fmla="*/ 239 h 408"/>
                <a:gd name="T16" fmla="*/ 1 w 323"/>
                <a:gd name="T17" fmla="*/ 147 h 408"/>
                <a:gd name="T18" fmla="*/ 137 w 323"/>
                <a:gd name="T19" fmla="*/ 9 h 408"/>
                <a:gd name="T20" fmla="*/ 310 w 323"/>
                <a:gd name="T21" fmla="*/ 119 h 408"/>
                <a:gd name="T22" fmla="*/ 183 w 323"/>
                <a:gd name="T23" fmla="*/ 298 h 408"/>
                <a:gd name="T24" fmla="*/ 129 w 323"/>
                <a:gd name="T25" fmla="*/ 272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3" h="408">
                  <a:moveTo>
                    <a:pt x="129" y="272"/>
                  </a:moveTo>
                  <a:cubicBezTo>
                    <a:pt x="118" y="328"/>
                    <a:pt x="106" y="380"/>
                    <a:pt x="68" y="408"/>
                  </a:cubicBezTo>
                  <a:cubicBezTo>
                    <a:pt x="56" y="325"/>
                    <a:pt x="85" y="262"/>
                    <a:pt x="98" y="196"/>
                  </a:cubicBezTo>
                  <a:cubicBezTo>
                    <a:pt x="75" y="157"/>
                    <a:pt x="101" y="80"/>
                    <a:pt x="149" y="99"/>
                  </a:cubicBezTo>
                  <a:cubicBezTo>
                    <a:pt x="209" y="122"/>
                    <a:pt x="98" y="242"/>
                    <a:pt x="172" y="257"/>
                  </a:cubicBezTo>
                  <a:cubicBezTo>
                    <a:pt x="250" y="273"/>
                    <a:pt x="282" y="122"/>
                    <a:pt x="234" y="73"/>
                  </a:cubicBezTo>
                  <a:cubicBezTo>
                    <a:pt x="164" y="2"/>
                    <a:pt x="31" y="72"/>
                    <a:pt x="47" y="173"/>
                  </a:cubicBezTo>
                  <a:cubicBezTo>
                    <a:pt x="51" y="198"/>
                    <a:pt x="77" y="205"/>
                    <a:pt x="57" y="239"/>
                  </a:cubicBezTo>
                  <a:cubicBezTo>
                    <a:pt x="13" y="229"/>
                    <a:pt x="0" y="194"/>
                    <a:pt x="1" y="147"/>
                  </a:cubicBezTo>
                  <a:cubicBezTo>
                    <a:pt x="4" y="70"/>
                    <a:pt x="70" y="17"/>
                    <a:pt x="137" y="9"/>
                  </a:cubicBezTo>
                  <a:cubicBezTo>
                    <a:pt x="221" y="0"/>
                    <a:pt x="300" y="40"/>
                    <a:pt x="310" y="119"/>
                  </a:cubicBezTo>
                  <a:cubicBezTo>
                    <a:pt x="323" y="208"/>
                    <a:pt x="273" y="305"/>
                    <a:pt x="183" y="298"/>
                  </a:cubicBezTo>
                  <a:cubicBezTo>
                    <a:pt x="158" y="296"/>
                    <a:pt x="148" y="284"/>
                    <a:pt x="129" y="272"/>
                  </a:cubicBezTo>
                  <a:close/>
                </a:path>
              </a:pathLst>
            </a:custGeom>
            <a:solidFill>
              <a:schemeClr val="bg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mn-cs"/>
              </a:endParaRPr>
            </a:p>
          </p:txBody>
        </p:sp>
        <p:sp>
          <p:nvSpPr>
            <p:cNvPr id="38" name="Freeform 62"/>
            <p:cNvSpPr>
              <a:spLocks/>
            </p:cNvSpPr>
            <p:nvPr/>
          </p:nvSpPr>
          <p:spPr bwMode="auto">
            <a:xfrm>
              <a:off x="4063583" y="5934143"/>
              <a:ext cx="134925" cy="261714"/>
            </a:xfrm>
            <a:custGeom>
              <a:avLst/>
              <a:gdLst>
                <a:gd name="T0" fmla="*/ 84 w 84"/>
                <a:gd name="T1" fmla="*/ 27 h 163"/>
                <a:gd name="T2" fmla="*/ 69 w 84"/>
                <a:gd name="T3" fmla="*/ 27 h 163"/>
                <a:gd name="T4" fmla="*/ 54 w 84"/>
                <a:gd name="T5" fmla="*/ 41 h 163"/>
                <a:gd name="T6" fmla="*/ 54 w 84"/>
                <a:gd name="T7" fmla="*/ 60 h 163"/>
                <a:gd name="T8" fmla="*/ 83 w 84"/>
                <a:gd name="T9" fmla="*/ 60 h 163"/>
                <a:gd name="T10" fmla="*/ 83 w 84"/>
                <a:gd name="T11" fmla="*/ 88 h 163"/>
                <a:gd name="T12" fmla="*/ 54 w 84"/>
                <a:gd name="T13" fmla="*/ 88 h 163"/>
                <a:gd name="T14" fmla="*/ 54 w 84"/>
                <a:gd name="T15" fmla="*/ 163 h 163"/>
                <a:gd name="T16" fmla="*/ 25 w 84"/>
                <a:gd name="T17" fmla="*/ 163 h 163"/>
                <a:gd name="T18" fmla="*/ 25 w 84"/>
                <a:gd name="T19" fmla="*/ 88 h 163"/>
                <a:gd name="T20" fmla="*/ 0 w 84"/>
                <a:gd name="T21" fmla="*/ 88 h 163"/>
                <a:gd name="T22" fmla="*/ 0 w 84"/>
                <a:gd name="T23" fmla="*/ 60 h 163"/>
                <a:gd name="T24" fmla="*/ 25 w 84"/>
                <a:gd name="T25" fmla="*/ 60 h 163"/>
                <a:gd name="T26" fmla="*/ 25 w 84"/>
                <a:gd name="T27" fmla="*/ 38 h 163"/>
                <a:gd name="T28" fmla="*/ 62 w 84"/>
                <a:gd name="T29" fmla="*/ 0 h 163"/>
                <a:gd name="T30" fmla="*/ 84 w 84"/>
                <a:gd name="T31" fmla="*/ 0 h 163"/>
                <a:gd name="T32" fmla="*/ 84 w 84"/>
                <a:gd name="T33" fmla="*/ 27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63">
                  <a:moveTo>
                    <a:pt x="84" y="27"/>
                  </a:moveTo>
                  <a:cubicBezTo>
                    <a:pt x="69" y="27"/>
                    <a:pt x="69" y="27"/>
                    <a:pt x="69" y="27"/>
                  </a:cubicBezTo>
                  <a:cubicBezTo>
                    <a:pt x="57" y="27"/>
                    <a:pt x="54" y="33"/>
                    <a:pt x="54" y="41"/>
                  </a:cubicBezTo>
                  <a:cubicBezTo>
                    <a:pt x="54" y="60"/>
                    <a:pt x="54" y="60"/>
                    <a:pt x="54" y="60"/>
                  </a:cubicBezTo>
                  <a:cubicBezTo>
                    <a:pt x="83" y="60"/>
                    <a:pt x="83" y="60"/>
                    <a:pt x="83" y="60"/>
                  </a:cubicBezTo>
                  <a:cubicBezTo>
                    <a:pt x="83" y="88"/>
                    <a:pt x="83" y="88"/>
                    <a:pt x="83" y="88"/>
                  </a:cubicBezTo>
                  <a:cubicBezTo>
                    <a:pt x="54" y="88"/>
                    <a:pt x="54" y="88"/>
                    <a:pt x="54" y="88"/>
                  </a:cubicBezTo>
                  <a:cubicBezTo>
                    <a:pt x="54" y="163"/>
                    <a:pt x="54" y="163"/>
                    <a:pt x="54" y="163"/>
                  </a:cubicBezTo>
                  <a:cubicBezTo>
                    <a:pt x="25" y="163"/>
                    <a:pt x="25" y="163"/>
                    <a:pt x="25" y="163"/>
                  </a:cubicBezTo>
                  <a:cubicBezTo>
                    <a:pt x="25" y="88"/>
                    <a:pt x="25" y="88"/>
                    <a:pt x="25" y="88"/>
                  </a:cubicBezTo>
                  <a:cubicBezTo>
                    <a:pt x="0" y="88"/>
                    <a:pt x="0" y="88"/>
                    <a:pt x="0" y="88"/>
                  </a:cubicBezTo>
                  <a:cubicBezTo>
                    <a:pt x="0" y="60"/>
                    <a:pt x="0" y="60"/>
                    <a:pt x="0" y="60"/>
                  </a:cubicBezTo>
                  <a:cubicBezTo>
                    <a:pt x="25" y="60"/>
                    <a:pt x="25" y="60"/>
                    <a:pt x="25" y="60"/>
                  </a:cubicBezTo>
                  <a:cubicBezTo>
                    <a:pt x="25" y="38"/>
                    <a:pt x="25" y="38"/>
                    <a:pt x="25" y="38"/>
                  </a:cubicBezTo>
                  <a:cubicBezTo>
                    <a:pt x="25" y="13"/>
                    <a:pt x="40" y="0"/>
                    <a:pt x="62" y="0"/>
                  </a:cubicBezTo>
                  <a:cubicBezTo>
                    <a:pt x="84" y="0"/>
                    <a:pt x="84" y="0"/>
                    <a:pt x="84" y="0"/>
                  </a:cubicBezTo>
                  <a:lnTo>
                    <a:pt x="84" y="27"/>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grpSp>
      <p:grpSp>
        <p:nvGrpSpPr>
          <p:cNvPr id="39" name="Group 38"/>
          <p:cNvGrpSpPr/>
          <p:nvPr userDrawn="1"/>
        </p:nvGrpSpPr>
        <p:grpSpPr>
          <a:xfrm>
            <a:off x="7190430" y="5922241"/>
            <a:ext cx="615286" cy="184176"/>
            <a:chOff x="3872969" y="5806923"/>
            <a:chExt cx="1724341" cy="516155"/>
          </a:xfrm>
        </p:grpSpPr>
        <p:sp>
          <p:nvSpPr>
            <p:cNvPr id="40" name="Oval 39"/>
            <p:cNvSpPr/>
            <p:nvPr/>
          </p:nvSpPr>
          <p:spPr>
            <a:xfrm>
              <a:off x="3872969"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1" name="Oval 40"/>
            <p:cNvSpPr/>
            <p:nvPr/>
          </p:nvSpPr>
          <p:spPr>
            <a:xfrm>
              <a:off x="4477062"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2" name="Oval 41"/>
            <p:cNvSpPr/>
            <p:nvPr/>
          </p:nvSpPr>
          <p:spPr>
            <a:xfrm>
              <a:off x="5081155"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3" name="Freeform 63"/>
            <p:cNvSpPr>
              <a:spLocks/>
            </p:cNvSpPr>
            <p:nvPr/>
          </p:nvSpPr>
          <p:spPr bwMode="auto">
            <a:xfrm>
              <a:off x="4576091" y="5937921"/>
              <a:ext cx="318095" cy="261714"/>
            </a:xfrm>
            <a:custGeom>
              <a:avLst/>
              <a:gdLst>
                <a:gd name="T0" fmla="*/ 160 w 160"/>
                <a:gd name="T1" fmla="*/ 16 h 131"/>
                <a:gd name="T2" fmla="*/ 159 w 160"/>
                <a:gd name="T3" fmla="*/ 16 h 131"/>
                <a:gd name="T4" fmla="*/ 144 w 160"/>
                <a:gd name="T5" fmla="*/ 20 h 131"/>
                <a:gd name="T6" fmla="*/ 156 w 160"/>
                <a:gd name="T7" fmla="*/ 4 h 131"/>
                <a:gd name="T8" fmla="*/ 156 w 160"/>
                <a:gd name="T9" fmla="*/ 3 h 131"/>
                <a:gd name="T10" fmla="*/ 155 w 160"/>
                <a:gd name="T11" fmla="*/ 3 h 131"/>
                <a:gd name="T12" fmla="*/ 135 w 160"/>
                <a:gd name="T13" fmla="*/ 11 h 131"/>
                <a:gd name="T14" fmla="*/ 111 w 160"/>
                <a:gd name="T15" fmla="*/ 0 h 131"/>
                <a:gd name="T16" fmla="*/ 77 w 160"/>
                <a:gd name="T17" fmla="*/ 34 h 131"/>
                <a:gd name="T18" fmla="*/ 78 w 160"/>
                <a:gd name="T19" fmla="*/ 40 h 131"/>
                <a:gd name="T20" fmla="*/ 12 w 160"/>
                <a:gd name="T21" fmla="*/ 7 h 131"/>
                <a:gd name="T22" fmla="*/ 12 w 160"/>
                <a:gd name="T23" fmla="*/ 6 h 131"/>
                <a:gd name="T24" fmla="*/ 11 w 160"/>
                <a:gd name="T25" fmla="*/ 7 h 131"/>
                <a:gd name="T26" fmla="*/ 7 w 160"/>
                <a:gd name="T27" fmla="*/ 23 h 131"/>
                <a:gd name="T28" fmla="*/ 19 w 160"/>
                <a:gd name="T29" fmla="*/ 50 h 131"/>
                <a:gd name="T30" fmla="*/ 7 w 160"/>
                <a:gd name="T31" fmla="*/ 46 h 131"/>
                <a:gd name="T32" fmla="*/ 7 w 160"/>
                <a:gd name="T33" fmla="*/ 46 h 131"/>
                <a:gd name="T34" fmla="*/ 6 w 160"/>
                <a:gd name="T35" fmla="*/ 47 h 131"/>
                <a:gd name="T36" fmla="*/ 6 w 160"/>
                <a:gd name="T37" fmla="*/ 47 h 131"/>
                <a:gd name="T38" fmla="*/ 30 w 160"/>
                <a:gd name="T39" fmla="*/ 79 h 131"/>
                <a:gd name="T40" fmla="*/ 19 w 160"/>
                <a:gd name="T41" fmla="*/ 79 h 131"/>
                <a:gd name="T42" fmla="*/ 18 w 160"/>
                <a:gd name="T43" fmla="*/ 79 h 131"/>
                <a:gd name="T44" fmla="*/ 18 w 160"/>
                <a:gd name="T45" fmla="*/ 80 h 131"/>
                <a:gd name="T46" fmla="*/ 47 w 160"/>
                <a:gd name="T47" fmla="*/ 103 h 131"/>
                <a:gd name="T48" fmla="*/ 8 w 160"/>
                <a:gd name="T49" fmla="*/ 115 h 131"/>
                <a:gd name="T50" fmla="*/ 1 w 160"/>
                <a:gd name="T51" fmla="*/ 115 h 131"/>
                <a:gd name="T52" fmla="*/ 0 w 160"/>
                <a:gd name="T53" fmla="*/ 115 h 131"/>
                <a:gd name="T54" fmla="*/ 0 w 160"/>
                <a:gd name="T55" fmla="*/ 116 h 131"/>
                <a:gd name="T56" fmla="*/ 51 w 160"/>
                <a:gd name="T57" fmla="*/ 131 h 131"/>
                <a:gd name="T58" fmla="*/ 144 w 160"/>
                <a:gd name="T59" fmla="*/ 38 h 131"/>
                <a:gd name="T60" fmla="*/ 144 w 160"/>
                <a:gd name="T61" fmla="*/ 34 h 131"/>
                <a:gd name="T62" fmla="*/ 160 w 160"/>
                <a:gd name="T63" fmla="*/ 17 h 131"/>
                <a:gd name="T64" fmla="*/ 160 w 160"/>
                <a:gd name="T65" fmla="*/ 1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0" h="131">
                  <a:moveTo>
                    <a:pt x="160" y="16"/>
                  </a:moveTo>
                  <a:cubicBezTo>
                    <a:pt x="160" y="16"/>
                    <a:pt x="160" y="16"/>
                    <a:pt x="159" y="16"/>
                  </a:cubicBezTo>
                  <a:cubicBezTo>
                    <a:pt x="154" y="18"/>
                    <a:pt x="149" y="19"/>
                    <a:pt x="144" y="20"/>
                  </a:cubicBezTo>
                  <a:cubicBezTo>
                    <a:pt x="150" y="16"/>
                    <a:pt x="154" y="10"/>
                    <a:pt x="156" y="4"/>
                  </a:cubicBezTo>
                  <a:cubicBezTo>
                    <a:pt x="156" y="3"/>
                    <a:pt x="156" y="3"/>
                    <a:pt x="156" y="3"/>
                  </a:cubicBezTo>
                  <a:cubicBezTo>
                    <a:pt x="155" y="3"/>
                    <a:pt x="155" y="3"/>
                    <a:pt x="155" y="3"/>
                  </a:cubicBezTo>
                  <a:cubicBezTo>
                    <a:pt x="149" y="7"/>
                    <a:pt x="142" y="9"/>
                    <a:pt x="135" y="11"/>
                  </a:cubicBezTo>
                  <a:cubicBezTo>
                    <a:pt x="128" y="4"/>
                    <a:pt x="120" y="0"/>
                    <a:pt x="111" y="0"/>
                  </a:cubicBezTo>
                  <a:cubicBezTo>
                    <a:pt x="92" y="0"/>
                    <a:pt x="77" y="15"/>
                    <a:pt x="77" y="34"/>
                  </a:cubicBezTo>
                  <a:cubicBezTo>
                    <a:pt x="77" y="36"/>
                    <a:pt x="77" y="38"/>
                    <a:pt x="78" y="40"/>
                  </a:cubicBezTo>
                  <a:cubicBezTo>
                    <a:pt x="52" y="39"/>
                    <a:pt x="29" y="26"/>
                    <a:pt x="12" y="7"/>
                  </a:cubicBezTo>
                  <a:cubicBezTo>
                    <a:pt x="12" y="6"/>
                    <a:pt x="12" y="6"/>
                    <a:pt x="12" y="6"/>
                  </a:cubicBezTo>
                  <a:cubicBezTo>
                    <a:pt x="11" y="6"/>
                    <a:pt x="11" y="6"/>
                    <a:pt x="11" y="7"/>
                  </a:cubicBezTo>
                  <a:cubicBezTo>
                    <a:pt x="8" y="12"/>
                    <a:pt x="7" y="18"/>
                    <a:pt x="7" y="23"/>
                  </a:cubicBezTo>
                  <a:cubicBezTo>
                    <a:pt x="7" y="34"/>
                    <a:pt x="11" y="43"/>
                    <a:pt x="19" y="50"/>
                  </a:cubicBezTo>
                  <a:cubicBezTo>
                    <a:pt x="15" y="49"/>
                    <a:pt x="11" y="48"/>
                    <a:pt x="7" y="46"/>
                  </a:cubicBezTo>
                  <a:cubicBezTo>
                    <a:pt x="7" y="46"/>
                    <a:pt x="7" y="46"/>
                    <a:pt x="7" y="46"/>
                  </a:cubicBezTo>
                  <a:cubicBezTo>
                    <a:pt x="6" y="46"/>
                    <a:pt x="6" y="46"/>
                    <a:pt x="6" y="47"/>
                  </a:cubicBezTo>
                  <a:cubicBezTo>
                    <a:pt x="6" y="47"/>
                    <a:pt x="6" y="47"/>
                    <a:pt x="6" y="47"/>
                  </a:cubicBezTo>
                  <a:cubicBezTo>
                    <a:pt x="6" y="62"/>
                    <a:pt x="16" y="75"/>
                    <a:pt x="30" y="79"/>
                  </a:cubicBezTo>
                  <a:cubicBezTo>
                    <a:pt x="26" y="79"/>
                    <a:pt x="22" y="79"/>
                    <a:pt x="19" y="79"/>
                  </a:cubicBezTo>
                  <a:cubicBezTo>
                    <a:pt x="18" y="79"/>
                    <a:pt x="18" y="79"/>
                    <a:pt x="18" y="79"/>
                  </a:cubicBezTo>
                  <a:cubicBezTo>
                    <a:pt x="18" y="79"/>
                    <a:pt x="18" y="79"/>
                    <a:pt x="18" y="80"/>
                  </a:cubicBezTo>
                  <a:cubicBezTo>
                    <a:pt x="22" y="93"/>
                    <a:pt x="33" y="102"/>
                    <a:pt x="47" y="103"/>
                  </a:cubicBezTo>
                  <a:cubicBezTo>
                    <a:pt x="36" y="111"/>
                    <a:pt x="22" y="115"/>
                    <a:pt x="8" y="115"/>
                  </a:cubicBezTo>
                  <a:cubicBezTo>
                    <a:pt x="6" y="115"/>
                    <a:pt x="3" y="115"/>
                    <a:pt x="1" y="115"/>
                  </a:cubicBezTo>
                  <a:cubicBezTo>
                    <a:pt x="0" y="115"/>
                    <a:pt x="0" y="115"/>
                    <a:pt x="0" y="115"/>
                  </a:cubicBezTo>
                  <a:cubicBezTo>
                    <a:pt x="0" y="116"/>
                    <a:pt x="0" y="116"/>
                    <a:pt x="0" y="116"/>
                  </a:cubicBezTo>
                  <a:cubicBezTo>
                    <a:pt x="15" y="126"/>
                    <a:pt x="33" y="131"/>
                    <a:pt x="51" y="131"/>
                  </a:cubicBezTo>
                  <a:cubicBezTo>
                    <a:pt x="109" y="131"/>
                    <a:pt x="144" y="83"/>
                    <a:pt x="144" y="38"/>
                  </a:cubicBezTo>
                  <a:cubicBezTo>
                    <a:pt x="144" y="36"/>
                    <a:pt x="144" y="35"/>
                    <a:pt x="144" y="34"/>
                  </a:cubicBezTo>
                  <a:cubicBezTo>
                    <a:pt x="150" y="29"/>
                    <a:pt x="156" y="23"/>
                    <a:pt x="160" y="17"/>
                  </a:cubicBezTo>
                  <a:cubicBezTo>
                    <a:pt x="160" y="17"/>
                    <a:pt x="160" y="16"/>
                    <a:pt x="160" y="16"/>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sp>
          <p:nvSpPr>
            <p:cNvPr id="44" name="Freeform 21"/>
            <p:cNvSpPr>
              <a:spLocks/>
            </p:cNvSpPr>
            <p:nvPr/>
          </p:nvSpPr>
          <p:spPr bwMode="auto">
            <a:xfrm>
              <a:off x="5235659" y="5934143"/>
              <a:ext cx="207145" cy="261714"/>
            </a:xfrm>
            <a:custGeom>
              <a:avLst/>
              <a:gdLst>
                <a:gd name="T0" fmla="*/ 129 w 323"/>
                <a:gd name="T1" fmla="*/ 272 h 408"/>
                <a:gd name="T2" fmla="*/ 68 w 323"/>
                <a:gd name="T3" fmla="*/ 408 h 408"/>
                <a:gd name="T4" fmla="*/ 98 w 323"/>
                <a:gd name="T5" fmla="*/ 196 h 408"/>
                <a:gd name="T6" fmla="*/ 149 w 323"/>
                <a:gd name="T7" fmla="*/ 99 h 408"/>
                <a:gd name="T8" fmla="*/ 172 w 323"/>
                <a:gd name="T9" fmla="*/ 257 h 408"/>
                <a:gd name="T10" fmla="*/ 234 w 323"/>
                <a:gd name="T11" fmla="*/ 73 h 408"/>
                <a:gd name="T12" fmla="*/ 47 w 323"/>
                <a:gd name="T13" fmla="*/ 173 h 408"/>
                <a:gd name="T14" fmla="*/ 57 w 323"/>
                <a:gd name="T15" fmla="*/ 239 h 408"/>
                <a:gd name="T16" fmla="*/ 1 w 323"/>
                <a:gd name="T17" fmla="*/ 147 h 408"/>
                <a:gd name="T18" fmla="*/ 137 w 323"/>
                <a:gd name="T19" fmla="*/ 9 h 408"/>
                <a:gd name="T20" fmla="*/ 310 w 323"/>
                <a:gd name="T21" fmla="*/ 119 h 408"/>
                <a:gd name="T22" fmla="*/ 183 w 323"/>
                <a:gd name="T23" fmla="*/ 298 h 408"/>
                <a:gd name="T24" fmla="*/ 129 w 323"/>
                <a:gd name="T25" fmla="*/ 272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3" h="408">
                  <a:moveTo>
                    <a:pt x="129" y="272"/>
                  </a:moveTo>
                  <a:cubicBezTo>
                    <a:pt x="118" y="328"/>
                    <a:pt x="106" y="380"/>
                    <a:pt x="68" y="408"/>
                  </a:cubicBezTo>
                  <a:cubicBezTo>
                    <a:pt x="56" y="325"/>
                    <a:pt x="85" y="262"/>
                    <a:pt x="98" y="196"/>
                  </a:cubicBezTo>
                  <a:cubicBezTo>
                    <a:pt x="75" y="157"/>
                    <a:pt x="101" y="80"/>
                    <a:pt x="149" y="99"/>
                  </a:cubicBezTo>
                  <a:cubicBezTo>
                    <a:pt x="209" y="122"/>
                    <a:pt x="98" y="242"/>
                    <a:pt x="172" y="257"/>
                  </a:cubicBezTo>
                  <a:cubicBezTo>
                    <a:pt x="250" y="273"/>
                    <a:pt x="282" y="122"/>
                    <a:pt x="234" y="73"/>
                  </a:cubicBezTo>
                  <a:cubicBezTo>
                    <a:pt x="164" y="2"/>
                    <a:pt x="31" y="72"/>
                    <a:pt x="47" y="173"/>
                  </a:cubicBezTo>
                  <a:cubicBezTo>
                    <a:pt x="51" y="198"/>
                    <a:pt x="77" y="205"/>
                    <a:pt x="57" y="239"/>
                  </a:cubicBezTo>
                  <a:cubicBezTo>
                    <a:pt x="13" y="229"/>
                    <a:pt x="0" y="194"/>
                    <a:pt x="1" y="147"/>
                  </a:cubicBezTo>
                  <a:cubicBezTo>
                    <a:pt x="4" y="70"/>
                    <a:pt x="70" y="17"/>
                    <a:pt x="137" y="9"/>
                  </a:cubicBezTo>
                  <a:cubicBezTo>
                    <a:pt x="221" y="0"/>
                    <a:pt x="300" y="40"/>
                    <a:pt x="310" y="119"/>
                  </a:cubicBezTo>
                  <a:cubicBezTo>
                    <a:pt x="323" y="208"/>
                    <a:pt x="273" y="305"/>
                    <a:pt x="183" y="298"/>
                  </a:cubicBezTo>
                  <a:cubicBezTo>
                    <a:pt x="158" y="296"/>
                    <a:pt x="148" y="284"/>
                    <a:pt x="129" y="272"/>
                  </a:cubicBezTo>
                  <a:close/>
                </a:path>
              </a:pathLst>
            </a:custGeom>
            <a:solidFill>
              <a:schemeClr val="bg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mn-cs"/>
              </a:endParaRPr>
            </a:p>
          </p:txBody>
        </p:sp>
        <p:sp>
          <p:nvSpPr>
            <p:cNvPr id="45" name="Freeform 62"/>
            <p:cNvSpPr>
              <a:spLocks/>
            </p:cNvSpPr>
            <p:nvPr/>
          </p:nvSpPr>
          <p:spPr bwMode="auto">
            <a:xfrm>
              <a:off x="4063583" y="5934143"/>
              <a:ext cx="134925" cy="261714"/>
            </a:xfrm>
            <a:custGeom>
              <a:avLst/>
              <a:gdLst>
                <a:gd name="T0" fmla="*/ 84 w 84"/>
                <a:gd name="T1" fmla="*/ 27 h 163"/>
                <a:gd name="T2" fmla="*/ 69 w 84"/>
                <a:gd name="T3" fmla="*/ 27 h 163"/>
                <a:gd name="T4" fmla="*/ 54 w 84"/>
                <a:gd name="T5" fmla="*/ 41 h 163"/>
                <a:gd name="T6" fmla="*/ 54 w 84"/>
                <a:gd name="T7" fmla="*/ 60 h 163"/>
                <a:gd name="T8" fmla="*/ 83 w 84"/>
                <a:gd name="T9" fmla="*/ 60 h 163"/>
                <a:gd name="T10" fmla="*/ 83 w 84"/>
                <a:gd name="T11" fmla="*/ 88 h 163"/>
                <a:gd name="T12" fmla="*/ 54 w 84"/>
                <a:gd name="T13" fmla="*/ 88 h 163"/>
                <a:gd name="T14" fmla="*/ 54 w 84"/>
                <a:gd name="T15" fmla="*/ 163 h 163"/>
                <a:gd name="T16" fmla="*/ 25 w 84"/>
                <a:gd name="T17" fmla="*/ 163 h 163"/>
                <a:gd name="T18" fmla="*/ 25 w 84"/>
                <a:gd name="T19" fmla="*/ 88 h 163"/>
                <a:gd name="T20" fmla="*/ 0 w 84"/>
                <a:gd name="T21" fmla="*/ 88 h 163"/>
                <a:gd name="T22" fmla="*/ 0 w 84"/>
                <a:gd name="T23" fmla="*/ 60 h 163"/>
                <a:gd name="T24" fmla="*/ 25 w 84"/>
                <a:gd name="T25" fmla="*/ 60 h 163"/>
                <a:gd name="T26" fmla="*/ 25 w 84"/>
                <a:gd name="T27" fmla="*/ 38 h 163"/>
                <a:gd name="T28" fmla="*/ 62 w 84"/>
                <a:gd name="T29" fmla="*/ 0 h 163"/>
                <a:gd name="T30" fmla="*/ 84 w 84"/>
                <a:gd name="T31" fmla="*/ 0 h 163"/>
                <a:gd name="T32" fmla="*/ 84 w 84"/>
                <a:gd name="T33" fmla="*/ 27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63">
                  <a:moveTo>
                    <a:pt x="84" y="27"/>
                  </a:moveTo>
                  <a:cubicBezTo>
                    <a:pt x="69" y="27"/>
                    <a:pt x="69" y="27"/>
                    <a:pt x="69" y="27"/>
                  </a:cubicBezTo>
                  <a:cubicBezTo>
                    <a:pt x="57" y="27"/>
                    <a:pt x="54" y="33"/>
                    <a:pt x="54" y="41"/>
                  </a:cubicBezTo>
                  <a:cubicBezTo>
                    <a:pt x="54" y="60"/>
                    <a:pt x="54" y="60"/>
                    <a:pt x="54" y="60"/>
                  </a:cubicBezTo>
                  <a:cubicBezTo>
                    <a:pt x="83" y="60"/>
                    <a:pt x="83" y="60"/>
                    <a:pt x="83" y="60"/>
                  </a:cubicBezTo>
                  <a:cubicBezTo>
                    <a:pt x="83" y="88"/>
                    <a:pt x="83" y="88"/>
                    <a:pt x="83" y="88"/>
                  </a:cubicBezTo>
                  <a:cubicBezTo>
                    <a:pt x="54" y="88"/>
                    <a:pt x="54" y="88"/>
                    <a:pt x="54" y="88"/>
                  </a:cubicBezTo>
                  <a:cubicBezTo>
                    <a:pt x="54" y="163"/>
                    <a:pt x="54" y="163"/>
                    <a:pt x="54" y="163"/>
                  </a:cubicBezTo>
                  <a:cubicBezTo>
                    <a:pt x="25" y="163"/>
                    <a:pt x="25" y="163"/>
                    <a:pt x="25" y="163"/>
                  </a:cubicBezTo>
                  <a:cubicBezTo>
                    <a:pt x="25" y="88"/>
                    <a:pt x="25" y="88"/>
                    <a:pt x="25" y="88"/>
                  </a:cubicBezTo>
                  <a:cubicBezTo>
                    <a:pt x="0" y="88"/>
                    <a:pt x="0" y="88"/>
                    <a:pt x="0" y="88"/>
                  </a:cubicBezTo>
                  <a:cubicBezTo>
                    <a:pt x="0" y="60"/>
                    <a:pt x="0" y="60"/>
                    <a:pt x="0" y="60"/>
                  </a:cubicBezTo>
                  <a:cubicBezTo>
                    <a:pt x="25" y="60"/>
                    <a:pt x="25" y="60"/>
                    <a:pt x="25" y="60"/>
                  </a:cubicBezTo>
                  <a:cubicBezTo>
                    <a:pt x="25" y="38"/>
                    <a:pt x="25" y="38"/>
                    <a:pt x="25" y="38"/>
                  </a:cubicBezTo>
                  <a:cubicBezTo>
                    <a:pt x="25" y="13"/>
                    <a:pt x="40" y="0"/>
                    <a:pt x="62" y="0"/>
                  </a:cubicBezTo>
                  <a:cubicBezTo>
                    <a:pt x="84" y="0"/>
                    <a:pt x="84" y="0"/>
                    <a:pt x="84" y="0"/>
                  </a:cubicBezTo>
                  <a:lnTo>
                    <a:pt x="84" y="27"/>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grpSp>
      <p:grpSp>
        <p:nvGrpSpPr>
          <p:cNvPr id="46" name="Group 45"/>
          <p:cNvGrpSpPr/>
          <p:nvPr userDrawn="1"/>
        </p:nvGrpSpPr>
        <p:grpSpPr>
          <a:xfrm>
            <a:off x="10028060" y="5922241"/>
            <a:ext cx="615286" cy="184176"/>
            <a:chOff x="3872969" y="5806923"/>
            <a:chExt cx="1724341" cy="516155"/>
          </a:xfrm>
        </p:grpSpPr>
        <p:sp>
          <p:nvSpPr>
            <p:cNvPr id="47" name="Oval 46"/>
            <p:cNvSpPr/>
            <p:nvPr/>
          </p:nvSpPr>
          <p:spPr>
            <a:xfrm>
              <a:off x="3872969"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8" name="Oval 47"/>
            <p:cNvSpPr/>
            <p:nvPr/>
          </p:nvSpPr>
          <p:spPr>
            <a:xfrm>
              <a:off x="4477062"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9" name="Oval 48"/>
            <p:cNvSpPr/>
            <p:nvPr/>
          </p:nvSpPr>
          <p:spPr>
            <a:xfrm>
              <a:off x="5081155"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50" name="Freeform 63"/>
            <p:cNvSpPr>
              <a:spLocks/>
            </p:cNvSpPr>
            <p:nvPr/>
          </p:nvSpPr>
          <p:spPr bwMode="auto">
            <a:xfrm>
              <a:off x="4576091" y="5937921"/>
              <a:ext cx="318095" cy="261714"/>
            </a:xfrm>
            <a:custGeom>
              <a:avLst/>
              <a:gdLst>
                <a:gd name="T0" fmla="*/ 160 w 160"/>
                <a:gd name="T1" fmla="*/ 16 h 131"/>
                <a:gd name="T2" fmla="*/ 159 w 160"/>
                <a:gd name="T3" fmla="*/ 16 h 131"/>
                <a:gd name="T4" fmla="*/ 144 w 160"/>
                <a:gd name="T5" fmla="*/ 20 h 131"/>
                <a:gd name="T6" fmla="*/ 156 w 160"/>
                <a:gd name="T7" fmla="*/ 4 h 131"/>
                <a:gd name="T8" fmla="*/ 156 w 160"/>
                <a:gd name="T9" fmla="*/ 3 h 131"/>
                <a:gd name="T10" fmla="*/ 155 w 160"/>
                <a:gd name="T11" fmla="*/ 3 h 131"/>
                <a:gd name="T12" fmla="*/ 135 w 160"/>
                <a:gd name="T13" fmla="*/ 11 h 131"/>
                <a:gd name="T14" fmla="*/ 111 w 160"/>
                <a:gd name="T15" fmla="*/ 0 h 131"/>
                <a:gd name="T16" fmla="*/ 77 w 160"/>
                <a:gd name="T17" fmla="*/ 34 h 131"/>
                <a:gd name="T18" fmla="*/ 78 w 160"/>
                <a:gd name="T19" fmla="*/ 40 h 131"/>
                <a:gd name="T20" fmla="*/ 12 w 160"/>
                <a:gd name="T21" fmla="*/ 7 h 131"/>
                <a:gd name="T22" fmla="*/ 12 w 160"/>
                <a:gd name="T23" fmla="*/ 6 h 131"/>
                <a:gd name="T24" fmla="*/ 11 w 160"/>
                <a:gd name="T25" fmla="*/ 7 h 131"/>
                <a:gd name="T26" fmla="*/ 7 w 160"/>
                <a:gd name="T27" fmla="*/ 23 h 131"/>
                <a:gd name="T28" fmla="*/ 19 w 160"/>
                <a:gd name="T29" fmla="*/ 50 h 131"/>
                <a:gd name="T30" fmla="*/ 7 w 160"/>
                <a:gd name="T31" fmla="*/ 46 h 131"/>
                <a:gd name="T32" fmla="*/ 7 w 160"/>
                <a:gd name="T33" fmla="*/ 46 h 131"/>
                <a:gd name="T34" fmla="*/ 6 w 160"/>
                <a:gd name="T35" fmla="*/ 47 h 131"/>
                <a:gd name="T36" fmla="*/ 6 w 160"/>
                <a:gd name="T37" fmla="*/ 47 h 131"/>
                <a:gd name="T38" fmla="*/ 30 w 160"/>
                <a:gd name="T39" fmla="*/ 79 h 131"/>
                <a:gd name="T40" fmla="*/ 19 w 160"/>
                <a:gd name="T41" fmla="*/ 79 h 131"/>
                <a:gd name="T42" fmla="*/ 18 w 160"/>
                <a:gd name="T43" fmla="*/ 79 h 131"/>
                <a:gd name="T44" fmla="*/ 18 w 160"/>
                <a:gd name="T45" fmla="*/ 80 h 131"/>
                <a:gd name="T46" fmla="*/ 47 w 160"/>
                <a:gd name="T47" fmla="*/ 103 h 131"/>
                <a:gd name="T48" fmla="*/ 8 w 160"/>
                <a:gd name="T49" fmla="*/ 115 h 131"/>
                <a:gd name="T50" fmla="*/ 1 w 160"/>
                <a:gd name="T51" fmla="*/ 115 h 131"/>
                <a:gd name="T52" fmla="*/ 0 w 160"/>
                <a:gd name="T53" fmla="*/ 115 h 131"/>
                <a:gd name="T54" fmla="*/ 0 w 160"/>
                <a:gd name="T55" fmla="*/ 116 h 131"/>
                <a:gd name="T56" fmla="*/ 51 w 160"/>
                <a:gd name="T57" fmla="*/ 131 h 131"/>
                <a:gd name="T58" fmla="*/ 144 w 160"/>
                <a:gd name="T59" fmla="*/ 38 h 131"/>
                <a:gd name="T60" fmla="*/ 144 w 160"/>
                <a:gd name="T61" fmla="*/ 34 h 131"/>
                <a:gd name="T62" fmla="*/ 160 w 160"/>
                <a:gd name="T63" fmla="*/ 17 h 131"/>
                <a:gd name="T64" fmla="*/ 160 w 160"/>
                <a:gd name="T65" fmla="*/ 1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0" h="131">
                  <a:moveTo>
                    <a:pt x="160" y="16"/>
                  </a:moveTo>
                  <a:cubicBezTo>
                    <a:pt x="160" y="16"/>
                    <a:pt x="160" y="16"/>
                    <a:pt x="159" y="16"/>
                  </a:cubicBezTo>
                  <a:cubicBezTo>
                    <a:pt x="154" y="18"/>
                    <a:pt x="149" y="19"/>
                    <a:pt x="144" y="20"/>
                  </a:cubicBezTo>
                  <a:cubicBezTo>
                    <a:pt x="150" y="16"/>
                    <a:pt x="154" y="10"/>
                    <a:pt x="156" y="4"/>
                  </a:cubicBezTo>
                  <a:cubicBezTo>
                    <a:pt x="156" y="3"/>
                    <a:pt x="156" y="3"/>
                    <a:pt x="156" y="3"/>
                  </a:cubicBezTo>
                  <a:cubicBezTo>
                    <a:pt x="155" y="3"/>
                    <a:pt x="155" y="3"/>
                    <a:pt x="155" y="3"/>
                  </a:cubicBezTo>
                  <a:cubicBezTo>
                    <a:pt x="149" y="7"/>
                    <a:pt x="142" y="9"/>
                    <a:pt x="135" y="11"/>
                  </a:cubicBezTo>
                  <a:cubicBezTo>
                    <a:pt x="128" y="4"/>
                    <a:pt x="120" y="0"/>
                    <a:pt x="111" y="0"/>
                  </a:cubicBezTo>
                  <a:cubicBezTo>
                    <a:pt x="92" y="0"/>
                    <a:pt x="77" y="15"/>
                    <a:pt x="77" y="34"/>
                  </a:cubicBezTo>
                  <a:cubicBezTo>
                    <a:pt x="77" y="36"/>
                    <a:pt x="77" y="38"/>
                    <a:pt x="78" y="40"/>
                  </a:cubicBezTo>
                  <a:cubicBezTo>
                    <a:pt x="52" y="39"/>
                    <a:pt x="29" y="26"/>
                    <a:pt x="12" y="7"/>
                  </a:cubicBezTo>
                  <a:cubicBezTo>
                    <a:pt x="12" y="6"/>
                    <a:pt x="12" y="6"/>
                    <a:pt x="12" y="6"/>
                  </a:cubicBezTo>
                  <a:cubicBezTo>
                    <a:pt x="11" y="6"/>
                    <a:pt x="11" y="6"/>
                    <a:pt x="11" y="7"/>
                  </a:cubicBezTo>
                  <a:cubicBezTo>
                    <a:pt x="8" y="12"/>
                    <a:pt x="7" y="18"/>
                    <a:pt x="7" y="23"/>
                  </a:cubicBezTo>
                  <a:cubicBezTo>
                    <a:pt x="7" y="34"/>
                    <a:pt x="11" y="43"/>
                    <a:pt x="19" y="50"/>
                  </a:cubicBezTo>
                  <a:cubicBezTo>
                    <a:pt x="15" y="49"/>
                    <a:pt x="11" y="48"/>
                    <a:pt x="7" y="46"/>
                  </a:cubicBezTo>
                  <a:cubicBezTo>
                    <a:pt x="7" y="46"/>
                    <a:pt x="7" y="46"/>
                    <a:pt x="7" y="46"/>
                  </a:cubicBezTo>
                  <a:cubicBezTo>
                    <a:pt x="6" y="46"/>
                    <a:pt x="6" y="46"/>
                    <a:pt x="6" y="47"/>
                  </a:cubicBezTo>
                  <a:cubicBezTo>
                    <a:pt x="6" y="47"/>
                    <a:pt x="6" y="47"/>
                    <a:pt x="6" y="47"/>
                  </a:cubicBezTo>
                  <a:cubicBezTo>
                    <a:pt x="6" y="62"/>
                    <a:pt x="16" y="75"/>
                    <a:pt x="30" y="79"/>
                  </a:cubicBezTo>
                  <a:cubicBezTo>
                    <a:pt x="26" y="79"/>
                    <a:pt x="22" y="79"/>
                    <a:pt x="19" y="79"/>
                  </a:cubicBezTo>
                  <a:cubicBezTo>
                    <a:pt x="18" y="79"/>
                    <a:pt x="18" y="79"/>
                    <a:pt x="18" y="79"/>
                  </a:cubicBezTo>
                  <a:cubicBezTo>
                    <a:pt x="18" y="79"/>
                    <a:pt x="18" y="79"/>
                    <a:pt x="18" y="80"/>
                  </a:cubicBezTo>
                  <a:cubicBezTo>
                    <a:pt x="22" y="93"/>
                    <a:pt x="33" y="102"/>
                    <a:pt x="47" y="103"/>
                  </a:cubicBezTo>
                  <a:cubicBezTo>
                    <a:pt x="36" y="111"/>
                    <a:pt x="22" y="115"/>
                    <a:pt x="8" y="115"/>
                  </a:cubicBezTo>
                  <a:cubicBezTo>
                    <a:pt x="6" y="115"/>
                    <a:pt x="3" y="115"/>
                    <a:pt x="1" y="115"/>
                  </a:cubicBezTo>
                  <a:cubicBezTo>
                    <a:pt x="0" y="115"/>
                    <a:pt x="0" y="115"/>
                    <a:pt x="0" y="115"/>
                  </a:cubicBezTo>
                  <a:cubicBezTo>
                    <a:pt x="0" y="116"/>
                    <a:pt x="0" y="116"/>
                    <a:pt x="0" y="116"/>
                  </a:cubicBezTo>
                  <a:cubicBezTo>
                    <a:pt x="15" y="126"/>
                    <a:pt x="33" y="131"/>
                    <a:pt x="51" y="131"/>
                  </a:cubicBezTo>
                  <a:cubicBezTo>
                    <a:pt x="109" y="131"/>
                    <a:pt x="144" y="83"/>
                    <a:pt x="144" y="38"/>
                  </a:cubicBezTo>
                  <a:cubicBezTo>
                    <a:pt x="144" y="36"/>
                    <a:pt x="144" y="35"/>
                    <a:pt x="144" y="34"/>
                  </a:cubicBezTo>
                  <a:cubicBezTo>
                    <a:pt x="150" y="29"/>
                    <a:pt x="156" y="23"/>
                    <a:pt x="160" y="17"/>
                  </a:cubicBezTo>
                  <a:cubicBezTo>
                    <a:pt x="160" y="17"/>
                    <a:pt x="160" y="16"/>
                    <a:pt x="160" y="16"/>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sp>
          <p:nvSpPr>
            <p:cNvPr id="51" name="Freeform 21"/>
            <p:cNvSpPr>
              <a:spLocks/>
            </p:cNvSpPr>
            <p:nvPr/>
          </p:nvSpPr>
          <p:spPr bwMode="auto">
            <a:xfrm>
              <a:off x="5235659" y="5934143"/>
              <a:ext cx="207145" cy="261714"/>
            </a:xfrm>
            <a:custGeom>
              <a:avLst/>
              <a:gdLst>
                <a:gd name="T0" fmla="*/ 129 w 323"/>
                <a:gd name="T1" fmla="*/ 272 h 408"/>
                <a:gd name="T2" fmla="*/ 68 w 323"/>
                <a:gd name="T3" fmla="*/ 408 h 408"/>
                <a:gd name="T4" fmla="*/ 98 w 323"/>
                <a:gd name="T5" fmla="*/ 196 h 408"/>
                <a:gd name="T6" fmla="*/ 149 w 323"/>
                <a:gd name="T7" fmla="*/ 99 h 408"/>
                <a:gd name="T8" fmla="*/ 172 w 323"/>
                <a:gd name="T9" fmla="*/ 257 h 408"/>
                <a:gd name="T10" fmla="*/ 234 w 323"/>
                <a:gd name="T11" fmla="*/ 73 h 408"/>
                <a:gd name="T12" fmla="*/ 47 w 323"/>
                <a:gd name="T13" fmla="*/ 173 h 408"/>
                <a:gd name="T14" fmla="*/ 57 w 323"/>
                <a:gd name="T15" fmla="*/ 239 h 408"/>
                <a:gd name="T16" fmla="*/ 1 w 323"/>
                <a:gd name="T17" fmla="*/ 147 h 408"/>
                <a:gd name="T18" fmla="*/ 137 w 323"/>
                <a:gd name="T19" fmla="*/ 9 h 408"/>
                <a:gd name="T20" fmla="*/ 310 w 323"/>
                <a:gd name="T21" fmla="*/ 119 h 408"/>
                <a:gd name="T22" fmla="*/ 183 w 323"/>
                <a:gd name="T23" fmla="*/ 298 h 408"/>
                <a:gd name="T24" fmla="*/ 129 w 323"/>
                <a:gd name="T25" fmla="*/ 272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3" h="408">
                  <a:moveTo>
                    <a:pt x="129" y="272"/>
                  </a:moveTo>
                  <a:cubicBezTo>
                    <a:pt x="118" y="328"/>
                    <a:pt x="106" y="380"/>
                    <a:pt x="68" y="408"/>
                  </a:cubicBezTo>
                  <a:cubicBezTo>
                    <a:pt x="56" y="325"/>
                    <a:pt x="85" y="262"/>
                    <a:pt x="98" y="196"/>
                  </a:cubicBezTo>
                  <a:cubicBezTo>
                    <a:pt x="75" y="157"/>
                    <a:pt x="101" y="80"/>
                    <a:pt x="149" y="99"/>
                  </a:cubicBezTo>
                  <a:cubicBezTo>
                    <a:pt x="209" y="122"/>
                    <a:pt x="98" y="242"/>
                    <a:pt x="172" y="257"/>
                  </a:cubicBezTo>
                  <a:cubicBezTo>
                    <a:pt x="250" y="273"/>
                    <a:pt x="282" y="122"/>
                    <a:pt x="234" y="73"/>
                  </a:cubicBezTo>
                  <a:cubicBezTo>
                    <a:pt x="164" y="2"/>
                    <a:pt x="31" y="72"/>
                    <a:pt x="47" y="173"/>
                  </a:cubicBezTo>
                  <a:cubicBezTo>
                    <a:pt x="51" y="198"/>
                    <a:pt x="77" y="205"/>
                    <a:pt x="57" y="239"/>
                  </a:cubicBezTo>
                  <a:cubicBezTo>
                    <a:pt x="13" y="229"/>
                    <a:pt x="0" y="194"/>
                    <a:pt x="1" y="147"/>
                  </a:cubicBezTo>
                  <a:cubicBezTo>
                    <a:pt x="4" y="70"/>
                    <a:pt x="70" y="17"/>
                    <a:pt x="137" y="9"/>
                  </a:cubicBezTo>
                  <a:cubicBezTo>
                    <a:pt x="221" y="0"/>
                    <a:pt x="300" y="40"/>
                    <a:pt x="310" y="119"/>
                  </a:cubicBezTo>
                  <a:cubicBezTo>
                    <a:pt x="323" y="208"/>
                    <a:pt x="273" y="305"/>
                    <a:pt x="183" y="298"/>
                  </a:cubicBezTo>
                  <a:cubicBezTo>
                    <a:pt x="158" y="296"/>
                    <a:pt x="148" y="284"/>
                    <a:pt x="129" y="272"/>
                  </a:cubicBezTo>
                  <a:close/>
                </a:path>
              </a:pathLst>
            </a:custGeom>
            <a:solidFill>
              <a:schemeClr val="bg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mn-cs"/>
              </a:endParaRPr>
            </a:p>
          </p:txBody>
        </p:sp>
        <p:sp>
          <p:nvSpPr>
            <p:cNvPr id="52" name="Freeform 62"/>
            <p:cNvSpPr>
              <a:spLocks/>
            </p:cNvSpPr>
            <p:nvPr/>
          </p:nvSpPr>
          <p:spPr bwMode="auto">
            <a:xfrm>
              <a:off x="4063583" y="5934143"/>
              <a:ext cx="134925" cy="261714"/>
            </a:xfrm>
            <a:custGeom>
              <a:avLst/>
              <a:gdLst>
                <a:gd name="T0" fmla="*/ 84 w 84"/>
                <a:gd name="T1" fmla="*/ 27 h 163"/>
                <a:gd name="T2" fmla="*/ 69 w 84"/>
                <a:gd name="T3" fmla="*/ 27 h 163"/>
                <a:gd name="T4" fmla="*/ 54 w 84"/>
                <a:gd name="T5" fmla="*/ 41 h 163"/>
                <a:gd name="T6" fmla="*/ 54 w 84"/>
                <a:gd name="T7" fmla="*/ 60 h 163"/>
                <a:gd name="T8" fmla="*/ 83 w 84"/>
                <a:gd name="T9" fmla="*/ 60 h 163"/>
                <a:gd name="T10" fmla="*/ 83 w 84"/>
                <a:gd name="T11" fmla="*/ 88 h 163"/>
                <a:gd name="T12" fmla="*/ 54 w 84"/>
                <a:gd name="T13" fmla="*/ 88 h 163"/>
                <a:gd name="T14" fmla="*/ 54 w 84"/>
                <a:gd name="T15" fmla="*/ 163 h 163"/>
                <a:gd name="T16" fmla="*/ 25 w 84"/>
                <a:gd name="T17" fmla="*/ 163 h 163"/>
                <a:gd name="T18" fmla="*/ 25 w 84"/>
                <a:gd name="T19" fmla="*/ 88 h 163"/>
                <a:gd name="T20" fmla="*/ 0 w 84"/>
                <a:gd name="T21" fmla="*/ 88 h 163"/>
                <a:gd name="T22" fmla="*/ 0 w 84"/>
                <a:gd name="T23" fmla="*/ 60 h 163"/>
                <a:gd name="T24" fmla="*/ 25 w 84"/>
                <a:gd name="T25" fmla="*/ 60 h 163"/>
                <a:gd name="T26" fmla="*/ 25 w 84"/>
                <a:gd name="T27" fmla="*/ 38 h 163"/>
                <a:gd name="T28" fmla="*/ 62 w 84"/>
                <a:gd name="T29" fmla="*/ 0 h 163"/>
                <a:gd name="T30" fmla="*/ 84 w 84"/>
                <a:gd name="T31" fmla="*/ 0 h 163"/>
                <a:gd name="T32" fmla="*/ 84 w 84"/>
                <a:gd name="T33" fmla="*/ 27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63">
                  <a:moveTo>
                    <a:pt x="84" y="27"/>
                  </a:moveTo>
                  <a:cubicBezTo>
                    <a:pt x="69" y="27"/>
                    <a:pt x="69" y="27"/>
                    <a:pt x="69" y="27"/>
                  </a:cubicBezTo>
                  <a:cubicBezTo>
                    <a:pt x="57" y="27"/>
                    <a:pt x="54" y="33"/>
                    <a:pt x="54" y="41"/>
                  </a:cubicBezTo>
                  <a:cubicBezTo>
                    <a:pt x="54" y="60"/>
                    <a:pt x="54" y="60"/>
                    <a:pt x="54" y="60"/>
                  </a:cubicBezTo>
                  <a:cubicBezTo>
                    <a:pt x="83" y="60"/>
                    <a:pt x="83" y="60"/>
                    <a:pt x="83" y="60"/>
                  </a:cubicBezTo>
                  <a:cubicBezTo>
                    <a:pt x="83" y="88"/>
                    <a:pt x="83" y="88"/>
                    <a:pt x="83" y="88"/>
                  </a:cubicBezTo>
                  <a:cubicBezTo>
                    <a:pt x="54" y="88"/>
                    <a:pt x="54" y="88"/>
                    <a:pt x="54" y="88"/>
                  </a:cubicBezTo>
                  <a:cubicBezTo>
                    <a:pt x="54" y="163"/>
                    <a:pt x="54" y="163"/>
                    <a:pt x="54" y="163"/>
                  </a:cubicBezTo>
                  <a:cubicBezTo>
                    <a:pt x="25" y="163"/>
                    <a:pt x="25" y="163"/>
                    <a:pt x="25" y="163"/>
                  </a:cubicBezTo>
                  <a:cubicBezTo>
                    <a:pt x="25" y="88"/>
                    <a:pt x="25" y="88"/>
                    <a:pt x="25" y="88"/>
                  </a:cubicBezTo>
                  <a:cubicBezTo>
                    <a:pt x="0" y="88"/>
                    <a:pt x="0" y="88"/>
                    <a:pt x="0" y="88"/>
                  </a:cubicBezTo>
                  <a:cubicBezTo>
                    <a:pt x="0" y="60"/>
                    <a:pt x="0" y="60"/>
                    <a:pt x="0" y="60"/>
                  </a:cubicBezTo>
                  <a:cubicBezTo>
                    <a:pt x="25" y="60"/>
                    <a:pt x="25" y="60"/>
                    <a:pt x="25" y="60"/>
                  </a:cubicBezTo>
                  <a:cubicBezTo>
                    <a:pt x="25" y="38"/>
                    <a:pt x="25" y="38"/>
                    <a:pt x="25" y="38"/>
                  </a:cubicBezTo>
                  <a:cubicBezTo>
                    <a:pt x="25" y="13"/>
                    <a:pt x="40" y="0"/>
                    <a:pt x="62" y="0"/>
                  </a:cubicBezTo>
                  <a:cubicBezTo>
                    <a:pt x="84" y="0"/>
                    <a:pt x="84" y="0"/>
                    <a:pt x="84" y="0"/>
                  </a:cubicBezTo>
                  <a:lnTo>
                    <a:pt x="84" y="27"/>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grpSp>
    </p:spTree>
    <p:extLst>
      <p:ext uri="{BB962C8B-B14F-4D97-AF65-F5344CB8AC3E}">
        <p14:creationId xmlns:p14="http://schemas.microsoft.com/office/powerpoint/2010/main" val="29365707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53" presetClass="entr" presetSubtype="16" fill="hold" grpId="0" nodeType="afterEffect">
                                  <p:stCondLst>
                                    <p:cond delay="0"/>
                                  </p:stCondLst>
                                  <p:childTnLst>
                                    <p:set>
                                      <p:cBhvr>
                                        <p:cTn id="20" dur="1" fill="hold">
                                          <p:stCondLst>
                                            <p:cond delay="0"/>
                                          </p:stCondLst>
                                        </p:cTn>
                                        <p:tgtEl>
                                          <p:spTgt spid="9"/>
                                        </p:tgtEl>
                                        <p:attrNameLst>
                                          <p:attrName>style.visibility</p:attrName>
                                        </p:attrNameLst>
                                      </p:cBhvr>
                                      <p:to>
                                        <p:strVal val="visible"/>
                                      </p:to>
                                    </p:set>
                                    <p:anim calcmode="lin" valueType="num">
                                      <p:cBhvr>
                                        <p:cTn id="21" dur="500" fill="hold"/>
                                        <p:tgtEl>
                                          <p:spTgt spid="9"/>
                                        </p:tgtEl>
                                        <p:attrNameLst>
                                          <p:attrName>ppt_w</p:attrName>
                                        </p:attrNameLst>
                                      </p:cBhvr>
                                      <p:tavLst>
                                        <p:tav tm="0">
                                          <p:val>
                                            <p:fltVal val="0"/>
                                          </p:val>
                                        </p:tav>
                                        <p:tav tm="100000">
                                          <p:val>
                                            <p:strVal val="#ppt_w"/>
                                          </p:val>
                                        </p:tav>
                                      </p:tavLst>
                                    </p:anim>
                                    <p:anim calcmode="lin" valueType="num">
                                      <p:cBhvr>
                                        <p:cTn id="22" dur="500" fill="hold"/>
                                        <p:tgtEl>
                                          <p:spTgt spid="9"/>
                                        </p:tgtEl>
                                        <p:attrNameLst>
                                          <p:attrName>ppt_h</p:attrName>
                                        </p:attrNameLst>
                                      </p:cBhvr>
                                      <p:tavLst>
                                        <p:tav tm="0">
                                          <p:val>
                                            <p:fltVal val="0"/>
                                          </p:val>
                                        </p:tav>
                                        <p:tav tm="100000">
                                          <p:val>
                                            <p:strVal val="#ppt_h"/>
                                          </p:val>
                                        </p:tav>
                                      </p:tavLst>
                                    </p:anim>
                                    <p:animEffect transition="in" filter="fade">
                                      <p:cBhvr>
                                        <p:cTn id="23" dur="500"/>
                                        <p:tgtEl>
                                          <p:spTgt spid="9"/>
                                        </p:tgtEl>
                                      </p:cBhvr>
                                    </p:animEffect>
                                  </p:childTnLst>
                                </p:cTn>
                              </p:par>
                            </p:childTnLst>
                          </p:cTn>
                        </p:par>
                        <p:par>
                          <p:cTn id="24" fill="hold">
                            <p:stCondLst>
                              <p:cond delay="2000"/>
                            </p:stCondLst>
                            <p:childTnLst>
                              <p:par>
                                <p:cTn id="25" presetID="53" presetClass="entr" presetSubtype="16" fill="hold" grpId="0" nodeType="afterEffect">
                                  <p:stCondLst>
                                    <p:cond delay="0"/>
                                  </p:stCondLst>
                                  <p:childTnLst>
                                    <p:set>
                                      <p:cBhvr>
                                        <p:cTn id="26" dur="1" fill="hold">
                                          <p:stCondLst>
                                            <p:cond delay="0"/>
                                          </p:stCondLst>
                                        </p:cTn>
                                        <p:tgtEl>
                                          <p:spTgt spid="10"/>
                                        </p:tgtEl>
                                        <p:attrNameLst>
                                          <p:attrName>style.visibility</p:attrName>
                                        </p:attrNameLst>
                                      </p:cBhvr>
                                      <p:to>
                                        <p:strVal val="visible"/>
                                      </p:to>
                                    </p:set>
                                    <p:anim calcmode="lin" valueType="num">
                                      <p:cBhvr>
                                        <p:cTn id="27" dur="500" fill="hold"/>
                                        <p:tgtEl>
                                          <p:spTgt spid="10"/>
                                        </p:tgtEl>
                                        <p:attrNameLst>
                                          <p:attrName>ppt_w</p:attrName>
                                        </p:attrNameLst>
                                      </p:cBhvr>
                                      <p:tavLst>
                                        <p:tav tm="0">
                                          <p:val>
                                            <p:fltVal val="0"/>
                                          </p:val>
                                        </p:tav>
                                        <p:tav tm="100000">
                                          <p:val>
                                            <p:strVal val="#ppt_w"/>
                                          </p:val>
                                        </p:tav>
                                      </p:tavLst>
                                    </p:anim>
                                    <p:anim calcmode="lin" valueType="num">
                                      <p:cBhvr>
                                        <p:cTn id="28" dur="500" fill="hold"/>
                                        <p:tgtEl>
                                          <p:spTgt spid="10"/>
                                        </p:tgtEl>
                                        <p:attrNameLst>
                                          <p:attrName>ppt_h</p:attrName>
                                        </p:attrNameLst>
                                      </p:cBhvr>
                                      <p:tavLst>
                                        <p:tav tm="0">
                                          <p:val>
                                            <p:fltVal val="0"/>
                                          </p:val>
                                        </p:tav>
                                        <p:tav tm="100000">
                                          <p:val>
                                            <p:strVal val="#ppt_h"/>
                                          </p:val>
                                        </p:tav>
                                      </p:tavLst>
                                    </p:anim>
                                    <p:animEffect transition="in" filter="fade">
                                      <p:cBhvr>
                                        <p:cTn id="29" dur="500"/>
                                        <p:tgtEl>
                                          <p:spTgt spid="10"/>
                                        </p:tgtEl>
                                      </p:cBhvr>
                                    </p:animEffect>
                                  </p:childTnLst>
                                </p:cTn>
                              </p:par>
                            </p:childTnLst>
                          </p:cTn>
                        </p:par>
                        <p:par>
                          <p:cTn id="30" fill="hold">
                            <p:stCondLst>
                              <p:cond delay="2500"/>
                            </p:stCondLst>
                            <p:childTnLst>
                              <p:par>
                                <p:cTn id="31" presetID="53" presetClass="entr" presetSubtype="16" fill="hold" grpId="0" nodeType="afterEffect">
                                  <p:stCondLst>
                                    <p:cond delay="0"/>
                                  </p:stCondLst>
                                  <p:childTnLst>
                                    <p:set>
                                      <p:cBhvr>
                                        <p:cTn id="32" dur="1" fill="hold">
                                          <p:stCondLst>
                                            <p:cond delay="0"/>
                                          </p:stCondLst>
                                        </p:cTn>
                                        <p:tgtEl>
                                          <p:spTgt spid="11"/>
                                        </p:tgtEl>
                                        <p:attrNameLst>
                                          <p:attrName>style.visibility</p:attrName>
                                        </p:attrNameLst>
                                      </p:cBhvr>
                                      <p:to>
                                        <p:strVal val="visible"/>
                                      </p:to>
                                    </p:set>
                                    <p:anim calcmode="lin" valueType="num">
                                      <p:cBhvr>
                                        <p:cTn id="33" dur="500" fill="hold"/>
                                        <p:tgtEl>
                                          <p:spTgt spid="11"/>
                                        </p:tgtEl>
                                        <p:attrNameLst>
                                          <p:attrName>ppt_w</p:attrName>
                                        </p:attrNameLst>
                                      </p:cBhvr>
                                      <p:tavLst>
                                        <p:tav tm="0">
                                          <p:val>
                                            <p:fltVal val="0"/>
                                          </p:val>
                                        </p:tav>
                                        <p:tav tm="100000">
                                          <p:val>
                                            <p:strVal val="#ppt_w"/>
                                          </p:val>
                                        </p:tav>
                                      </p:tavLst>
                                    </p:anim>
                                    <p:anim calcmode="lin" valueType="num">
                                      <p:cBhvr>
                                        <p:cTn id="34" dur="500" fill="hold"/>
                                        <p:tgtEl>
                                          <p:spTgt spid="11"/>
                                        </p:tgtEl>
                                        <p:attrNameLst>
                                          <p:attrName>ppt_h</p:attrName>
                                        </p:attrNameLst>
                                      </p:cBhvr>
                                      <p:tavLst>
                                        <p:tav tm="0">
                                          <p:val>
                                            <p:fltVal val="0"/>
                                          </p:val>
                                        </p:tav>
                                        <p:tav tm="100000">
                                          <p:val>
                                            <p:strVal val="#ppt_h"/>
                                          </p:val>
                                        </p:tav>
                                      </p:tavLst>
                                    </p:anim>
                                    <p:animEffect transition="in" filter="fade">
                                      <p:cBhvr>
                                        <p:cTn id="35" dur="500"/>
                                        <p:tgtEl>
                                          <p:spTgt spid="11"/>
                                        </p:tgtEl>
                                      </p:cBhvr>
                                    </p:animEffect>
                                  </p:childTnLst>
                                </p:cTn>
                              </p:par>
                            </p:childTnLst>
                          </p:cTn>
                        </p:par>
                        <p:par>
                          <p:cTn id="36" fill="hold">
                            <p:stCondLst>
                              <p:cond delay="3000"/>
                            </p:stCondLst>
                            <p:childTnLst>
                              <p:par>
                                <p:cTn id="37" presetID="53" presetClass="entr" presetSubtype="16" fill="hold" grpId="0" nodeType="afterEffect">
                                  <p:stCondLst>
                                    <p:cond delay="0"/>
                                  </p:stCondLst>
                                  <p:childTnLst>
                                    <p:set>
                                      <p:cBhvr>
                                        <p:cTn id="38" dur="1" fill="hold">
                                          <p:stCondLst>
                                            <p:cond delay="0"/>
                                          </p:stCondLst>
                                        </p:cTn>
                                        <p:tgtEl>
                                          <p:spTgt spid="12"/>
                                        </p:tgtEl>
                                        <p:attrNameLst>
                                          <p:attrName>style.visibility</p:attrName>
                                        </p:attrNameLst>
                                      </p:cBhvr>
                                      <p:to>
                                        <p:strVal val="visible"/>
                                      </p:to>
                                    </p:set>
                                    <p:anim calcmode="lin" valueType="num">
                                      <p:cBhvr>
                                        <p:cTn id="39" dur="500" fill="hold"/>
                                        <p:tgtEl>
                                          <p:spTgt spid="12"/>
                                        </p:tgtEl>
                                        <p:attrNameLst>
                                          <p:attrName>ppt_w</p:attrName>
                                        </p:attrNameLst>
                                      </p:cBhvr>
                                      <p:tavLst>
                                        <p:tav tm="0">
                                          <p:val>
                                            <p:fltVal val="0"/>
                                          </p:val>
                                        </p:tav>
                                        <p:tav tm="100000">
                                          <p:val>
                                            <p:strVal val="#ppt_w"/>
                                          </p:val>
                                        </p:tav>
                                      </p:tavLst>
                                    </p:anim>
                                    <p:anim calcmode="lin" valueType="num">
                                      <p:cBhvr>
                                        <p:cTn id="40" dur="500" fill="hold"/>
                                        <p:tgtEl>
                                          <p:spTgt spid="12"/>
                                        </p:tgtEl>
                                        <p:attrNameLst>
                                          <p:attrName>ppt_h</p:attrName>
                                        </p:attrNameLst>
                                      </p:cBhvr>
                                      <p:tavLst>
                                        <p:tav tm="0">
                                          <p:val>
                                            <p:fltVal val="0"/>
                                          </p:val>
                                        </p:tav>
                                        <p:tav tm="100000">
                                          <p:val>
                                            <p:strVal val="#ppt_h"/>
                                          </p:val>
                                        </p:tav>
                                      </p:tavLst>
                                    </p:anim>
                                    <p:animEffect transition="in" filter="fade">
                                      <p:cBhvr>
                                        <p:cTn id="41" dur="500"/>
                                        <p:tgtEl>
                                          <p:spTgt spid="12"/>
                                        </p:tgtEl>
                                      </p:cBhvr>
                                    </p:animEffect>
                                  </p:childTnLst>
                                </p:cTn>
                              </p:par>
                            </p:childTnLst>
                          </p:cTn>
                        </p:par>
                        <p:par>
                          <p:cTn id="42" fill="hold">
                            <p:stCondLst>
                              <p:cond delay="3500"/>
                            </p:stCondLst>
                            <p:childTnLst>
                              <p:par>
                                <p:cTn id="43" presetID="53" presetClass="entr" presetSubtype="16" fill="hold" grpId="0" nodeType="afterEffect" nodePh="1">
                                  <p:stCondLst>
                                    <p:cond delay="0"/>
                                  </p:stCondLst>
                                  <p:endCondLst>
                                    <p:cond evt="begin" delay="0">
                                      <p:tn val="43"/>
                                    </p:cond>
                                  </p:endCondLst>
                                  <p:childTnLst>
                                    <p:set>
                                      <p:cBhvr>
                                        <p:cTn id="44" dur="1" fill="hold">
                                          <p:stCondLst>
                                            <p:cond delay="0"/>
                                          </p:stCondLst>
                                        </p:cTn>
                                        <p:tgtEl>
                                          <p:spTgt spid="13">
                                            <p:txEl>
                                              <p:pRg st="0" end="0"/>
                                            </p:txEl>
                                          </p:spTgt>
                                        </p:tgtEl>
                                        <p:attrNameLst>
                                          <p:attrName>style.visibility</p:attrName>
                                        </p:attrNameLst>
                                      </p:cBhvr>
                                      <p:to>
                                        <p:strVal val="visible"/>
                                      </p:to>
                                    </p:set>
                                    <p:anim calcmode="lin" valueType="num">
                                      <p:cBhvr>
                                        <p:cTn id="45" dur="500" fill="hold"/>
                                        <p:tgtEl>
                                          <p:spTgt spid="13">
                                            <p:txEl>
                                              <p:pRg st="0" end="0"/>
                                            </p:txEl>
                                          </p:spTgt>
                                        </p:tgtEl>
                                        <p:attrNameLst>
                                          <p:attrName>ppt_w</p:attrName>
                                        </p:attrNameLst>
                                      </p:cBhvr>
                                      <p:tavLst>
                                        <p:tav tm="0">
                                          <p:val>
                                            <p:fltVal val="0"/>
                                          </p:val>
                                        </p:tav>
                                        <p:tav tm="100000">
                                          <p:val>
                                            <p:strVal val="#ppt_w"/>
                                          </p:val>
                                        </p:tav>
                                      </p:tavLst>
                                    </p:anim>
                                    <p:anim calcmode="lin" valueType="num">
                                      <p:cBhvr>
                                        <p:cTn id="46" dur="500" fill="hold"/>
                                        <p:tgtEl>
                                          <p:spTgt spid="13">
                                            <p:txEl>
                                              <p:pRg st="0" end="0"/>
                                            </p:txEl>
                                          </p:spTgt>
                                        </p:tgtEl>
                                        <p:attrNameLst>
                                          <p:attrName>ppt_h</p:attrName>
                                        </p:attrNameLst>
                                      </p:cBhvr>
                                      <p:tavLst>
                                        <p:tav tm="0">
                                          <p:val>
                                            <p:fltVal val="0"/>
                                          </p:val>
                                        </p:tav>
                                        <p:tav tm="100000">
                                          <p:val>
                                            <p:strVal val="#ppt_h"/>
                                          </p:val>
                                        </p:tav>
                                      </p:tavLst>
                                    </p:anim>
                                    <p:animEffect transition="in" filter="fade">
                                      <p:cBhvr>
                                        <p:cTn id="47" dur="500"/>
                                        <p:tgtEl>
                                          <p:spTgt spid="13">
                                            <p:txEl>
                                              <p:pRg st="0" end="0"/>
                                            </p:txEl>
                                          </p:spTgt>
                                        </p:tgtEl>
                                      </p:cBhvr>
                                    </p:animEffect>
                                  </p:childTnLst>
                                </p:cTn>
                              </p:par>
                            </p:childTnLst>
                          </p:cTn>
                        </p:par>
                        <p:par>
                          <p:cTn id="48" fill="hold">
                            <p:stCondLst>
                              <p:cond delay="4000"/>
                            </p:stCondLst>
                            <p:childTnLst>
                              <p:par>
                                <p:cTn id="49" presetID="42" presetClass="entr" presetSubtype="0" fill="hold" grpId="0" nodeType="afterEffect" nodePh="1">
                                  <p:stCondLst>
                                    <p:cond delay="0"/>
                                  </p:stCondLst>
                                  <p:endCondLst>
                                    <p:cond evt="begin" delay="0">
                                      <p:tn val="49"/>
                                    </p:cond>
                                  </p:endCondLst>
                                  <p:childTnLst>
                                    <p:set>
                                      <p:cBhvr>
                                        <p:cTn id="50" dur="1" fill="hold">
                                          <p:stCondLst>
                                            <p:cond delay="0"/>
                                          </p:stCondLst>
                                        </p:cTn>
                                        <p:tgtEl>
                                          <p:spTgt spid="14">
                                            <p:txEl>
                                              <p:pRg st="0" end="0"/>
                                            </p:txEl>
                                          </p:spTgt>
                                        </p:tgtEl>
                                        <p:attrNameLst>
                                          <p:attrName>style.visibility</p:attrName>
                                        </p:attrNameLst>
                                      </p:cBhvr>
                                      <p:to>
                                        <p:strVal val="visible"/>
                                      </p:to>
                                    </p:set>
                                    <p:animEffect transition="in" filter="fade">
                                      <p:cBhvr>
                                        <p:cTn id="51" dur="500"/>
                                        <p:tgtEl>
                                          <p:spTgt spid="14">
                                            <p:txEl>
                                              <p:pRg st="0" end="0"/>
                                            </p:txEl>
                                          </p:spTgt>
                                        </p:tgtEl>
                                      </p:cBhvr>
                                    </p:animEffect>
                                    <p:anim calcmode="lin" valueType="num">
                                      <p:cBhvr>
                                        <p:cTn id="52" dur="500" fill="hold"/>
                                        <p:tgtEl>
                                          <p:spTgt spid="14">
                                            <p:txEl>
                                              <p:pRg st="0" end="0"/>
                                            </p:txEl>
                                          </p:spTgt>
                                        </p:tgtEl>
                                        <p:attrNameLst>
                                          <p:attrName>ppt_x</p:attrName>
                                        </p:attrNameLst>
                                      </p:cBhvr>
                                      <p:tavLst>
                                        <p:tav tm="0">
                                          <p:val>
                                            <p:strVal val="#ppt_x"/>
                                          </p:val>
                                        </p:tav>
                                        <p:tav tm="100000">
                                          <p:val>
                                            <p:strVal val="#ppt_x"/>
                                          </p:val>
                                        </p:tav>
                                      </p:tavLst>
                                    </p:anim>
                                    <p:anim calcmode="lin" valueType="num">
                                      <p:cBhvr>
                                        <p:cTn id="53" dur="500" fill="hold"/>
                                        <p:tgtEl>
                                          <p:spTgt spid="14">
                                            <p:txEl>
                                              <p:pRg st="0" end="0"/>
                                            </p:txEl>
                                          </p:spTgt>
                                        </p:tgtEl>
                                        <p:attrNameLst>
                                          <p:attrName>ppt_y</p:attrName>
                                        </p:attrNameLst>
                                      </p:cBhvr>
                                      <p:tavLst>
                                        <p:tav tm="0">
                                          <p:val>
                                            <p:strVal val="#ppt_y+.1"/>
                                          </p:val>
                                        </p:tav>
                                        <p:tav tm="100000">
                                          <p:val>
                                            <p:strVal val="#ppt_y"/>
                                          </p:val>
                                        </p:tav>
                                      </p:tavLst>
                                    </p:anim>
                                  </p:childTnLst>
                                </p:cTn>
                              </p:par>
                            </p:childTnLst>
                          </p:cTn>
                        </p:par>
                        <p:par>
                          <p:cTn id="54" fill="hold">
                            <p:stCondLst>
                              <p:cond delay="4500"/>
                            </p:stCondLst>
                            <p:childTnLst>
                              <p:par>
                                <p:cTn id="55" presetID="42" presetClass="entr" presetSubtype="0" fill="hold" grpId="0" nodeType="afterEffect" nodePh="1">
                                  <p:stCondLst>
                                    <p:cond delay="0"/>
                                  </p:stCondLst>
                                  <p:endCondLst>
                                    <p:cond evt="begin" delay="0">
                                      <p:tn val="55"/>
                                    </p:cond>
                                  </p:endCondLst>
                                  <p:childTnLst>
                                    <p:set>
                                      <p:cBhvr>
                                        <p:cTn id="56" dur="1" fill="hold">
                                          <p:stCondLst>
                                            <p:cond delay="0"/>
                                          </p:stCondLst>
                                        </p:cTn>
                                        <p:tgtEl>
                                          <p:spTgt spid="21">
                                            <p:txEl>
                                              <p:pRg st="0" end="0"/>
                                            </p:txEl>
                                          </p:spTgt>
                                        </p:tgtEl>
                                        <p:attrNameLst>
                                          <p:attrName>style.visibility</p:attrName>
                                        </p:attrNameLst>
                                      </p:cBhvr>
                                      <p:to>
                                        <p:strVal val="visible"/>
                                      </p:to>
                                    </p:set>
                                    <p:animEffect transition="in" filter="fade">
                                      <p:cBhvr>
                                        <p:cTn id="57" dur="500"/>
                                        <p:tgtEl>
                                          <p:spTgt spid="21">
                                            <p:txEl>
                                              <p:pRg st="0" end="0"/>
                                            </p:txEl>
                                          </p:spTgt>
                                        </p:tgtEl>
                                      </p:cBhvr>
                                    </p:animEffect>
                                    <p:anim calcmode="lin" valueType="num">
                                      <p:cBhvr>
                                        <p:cTn id="58" dur="500" fill="hold"/>
                                        <p:tgtEl>
                                          <p:spTgt spid="21">
                                            <p:txEl>
                                              <p:pRg st="0" end="0"/>
                                            </p:txEl>
                                          </p:spTgt>
                                        </p:tgtEl>
                                        <p:attrNameLst>
                                          <p:attrName>ppt_x</p:attrName>
                                        </p:attrNameLst>
                                      </p:cBhvr>
                                      <p:tavLst>
                                        <p:tav tm="0">
                                          <p:val>
                                            <p:strVal val="#ppt_x"/>
                                          </p:val>
                                        </p:tav>
                                        <p:tav tm="100000">
                                          <p:val>
                                            <p:strVal val="#ppt_x"/>
                                          </p:val>
                                        </p:tav>
                                      </p:tavLst>
                                    </p:anim>
                                    <p:anim calcmode="lin" valueType="num">
                                      <p:cBhvr>
                                        <p:cTn id="59" dur="500" fill="hold"/>
                                        <p:tgtEl>
                                          <p:spTgt spid="21">
                                            <p:txEl>
                                              <p:pRg st="0" end="0"/>
                                            </p:txEl>
                                          </p:spTgt>
                                        </p:tgtEl>
                                        <p:attrNameLst>
                                          <p:attrName>ppt_y</p:attrName>
                                        </p:attrNameLst>
                                      </p:cBhvr>
                                      <p:tavLst>
                                        <p:tav tm="0">
                                          <p:val>
                                            <p:strVal val="#ppt_y+.1"/>
                                          </p:val>
                                        </p:tav>
                                        <p:tav tm="100000">
                                          <p:val>
                                            <p:strVal val="#ppt_y"/>
                                          </p:val>
                                        </p:tav>
                                      </p:tavLst>
                                    </p:anim>
                                  </p:childTnLst>
                                </p:cTn>
                              </p:par>
                            </p:childTnLst>
                          </p:cTn>
                        </p:par>
                        <p:par>
                          <p:cTn id="60" fill="hold">
                            <p:stCondLst>
                              <p:cond delay="5000"/>
                            </p:stCondLst>
                            <p:childTnLst>
                              <p:par>
                                <p:cTn id="61" presetID="10" presetClass="entr" presetSubtype="0" fill="hold" nodeType="afterEffect">
                                  <p:stCondLst>
                                    <p:cond delay="0"/>
                                  </p:stCondLst>
                                  <p:childTnLst>
                                    <p:set>
                                      <p:cBhvr>
                                        <p:cTn id="62" dur="1" fill="hold">
                                          <p:stCondLst>
                                            <p:cond delay="0"/>
                                          </p:stCondLst>
                                        </p:cTn>
                                        <p:tgtEl>
                                          <p:spTgt spid="25"/>
                                        </p:tgtEl>
                                        <p:attrNameLst>
                                          <p:attrName>style.visibility</p:attrName>
                                        </p:attrNameLst>
                                      </p:cBhvr>
                                      <p:to>
                                        <p:strVal val="visible"/>
                                      </p:to>
                                    </p:set>
                                    <p:animEffect transition="in" filter="fade">
                                      <p:cBhvr>
                                        <p:cTn id="63" dur="500"/>
                                        <p:tgtEl>
                                          <p:spTgt spid="25"/>
                                        </p:tgtEl>
                                      </p:cBhvr>
                                    </p:animEffect>
                                  </p:childTnLst>
                                </p:cTn>
                              </p:par>
                            </p:childTnLst>
                          </p:cTn>
                        </p:par>
                        <p:par>
                          <p:cTn id="64" fill="hold">
                            <p:stCondLst>
                              <p:cond delay="5500"/>
                            </p:stCondLst>
                            <p:childTnLst>
                              <p:par>
                                <p:cTn id="65" presetID="53" presetClass="entr" presetSubtype="16" fill="hold" grpId="0" nodeType="afterEffect" nodePh="1">
                                  <p:stCondLst>
                                    <p:cond delay="0"/>
                                  </p:stCondLst>
                                  <p:endCondLst>
                                    <p:cond evt="begin" delay="0">
                                      <p:tn val="65"/>
                                    </p:cond>
                                  </p:endCondLst>
                                  <p:childTnLst>
                                    <p:set>
                                      <p:cBhvr>
                                        <p:cTn id="66" dur="1" fill="hold">
                                          <p:stCondLst>
                                            <p:cond delay="0"/>
                                          </p:stCondLst>
                                        </p:cTn>
                                        <p:tgtEl>
                                          <p:spTgt spid="15">
                                            <p:txEl>
                                              <p:pRg st="0" end="0"/>
                                            </p:txEl>
                                          </p:spTgt>
                                        </p:tgtEl>
                                        <p:attrNameLst>
                                          <p:attrName>style.visibility</p:attrName>
                                        </p:attrNameLst>
                                      </p:cBhvr>
                                      <p:to>
                                        <p:strVal val="visible"/>
                                      </p:to>
                                    </p:set>
                                    <p:anim calcmode="lin" valueType="num">
                                      <p:cBhvr>
                                        <p:cTn id="67" dur="500" fill="hold"/>
                                        <p:tgtEl>
                                          <p:spTgt spid="15">
                                            <p:txEl>
                                              <p:pRg st="0" end="0"/>
                                            </p:txEl>
                                          </p:spTgt>
                                        </p:tgtEl>
                                        <p:attrNameLst>
                                          <p:attrName>ppt_w</p:attrName>
                                        </p:attrNameLst>
                                      </p:cBhvr>
                                      <p:tavLst>
                                        <p:tav tm="0">
                                          <p:val>
                                            <p:fltVal val="0"/>
                                          </p:val>
                                        </p:tav>
                                        <p:tav tm="100000">
                                          <p:val>
                                            <p:strVal val="#ppt_w"/>
                                          </p:val>
                                        </p:tav>
                                      </p:tavLst>
                                    </p:anim>
                                    <p:anim calcmode="lin" valueType="num">
                                      <p:cBhvr>
                                        <p:cTn id="68" dur="500" fill="hold"/>
                                        <p:tgtEl>
                                          <p:spTgt spid="15">
                                            <p:txEl>
                                              <p:pRg st="0" end="0"/>
                                            </p:txEl>
                                          </p:spTgt>
                                        </p:tgtEl>
                                        <p:attrNameLst>
                                          <p:attrName>ppt_h</p:attrName>
                                        </p:attrNameLst>
                                      </p:cBhvr>
                                      <p:tavLst>
                                        <p:tav tm="0">
                                          <p:val>
                                            <p:fltVal val="0"/>
                                          </p:val>
                                        </p:tav>
                                        <p:tav tm="100000">
                                          <p:val>
                                            <p:strVal val="#ppt_h"/>
                                          </p:val>
                                        </p:tav>
                                      </p:tavLst>
                                    </p:anim>
                                    <p:animEffect transition="in" filter="fade">
                                      <p:cBhvr>
                                        <p:cTn id="69" dur="500"/>
                                        <p:tgtEl>
                                          <p:spTgt spid="15">
                                            <p:txEl>
                                              <p:pRg st="0" end="0"/>
                                            </p:txEl>
                                          </p:spTgt>
                                        </p:tgtEl>
                                      </p:cBhvr>
                                    </p:animEffect>
                                  </p:childTnLst>
                                </p:cTn>
                              </p:par>
                            </p:childTnLst>
                          </p:cTn>
                        </p:par>
                        <p:par>
                          <p:cTn id="70" fill="hold">
                            <p:stCondLst>
                              <p:cond delay="6000"/>
                            </p:stCondLst>
                            <p:childTnLst>
                              <p:par>
                                <p:cTn id="71" presetID="42" presetClass="entr" presetSubtype="0" fill="hold" grpId="0" nodeType="afterEffect" nodePh="1">
                                  <p:stCondLst>
                                    <p:cond delay="0"/>
                                  </p:stCondLst>
                                  <p:endCondLst>
                                    <p:cond evt="begin" delay="0">
                                      <p:tn val="71"/>
                                    </p:cond>
                                  </p:endCondLst>
                                  <p:childTnLst>
                                    <p:set>
                                      <p:cBhvr>
                                        <p:cTn id="72" dur="1" fill="hold">
                                          <p:stCondLst>
                                            <p:cond delay="0"/>
                                          </p:stCondLst>
                                        </p:cTn>
                                        <p:tgtEl>
                                          <p:spTgt spid="16">
                                            <p:txEl>
                                              <p:pRg st="0" end="0"/>
                                            </p:txEl>
                                          </p:spTgt>
                                        </p:tgtEl>
                                        <p:attrNameLst>
                                          <p:attrName>style.visibility</p:attrName>
                                        </p:attrNameLst>
                                      </p:cBhvr>
                                      <p:to>
                                        <p:strVal val="visible"/>
                                      </p:to>
                                    </p:set>
                                    <p:animEffect transition="in" filter="fade">
                                      <p:cBhvr>
                                        <p:cTn id="73" dur="500"/>
                                        <p:tgtEl>
                                          <p:spTgt spid="16">
                                            <p:txEl>
                                              <p:pRg st="0" end="0"/>
                                            </p:txEl>
                                          </p:spTgt>
                                        </p:tgtEl>
                                      </p:cBhvr>
                                    </p:animEffect>
                                    <p:anim calcmode="lin" valueType="num">
                                      <p:cBhvr>
                                        <p:cTn id="74" dur="500" fill="hold"/>
                                        <p:tgtEl>
                                          <p:spTgt spid="16">
                                            <p:txEl>
                                              <p:pRg st="0" end="0"/>
                                            </p:txEl>
                                          </p:spTgt>
                                        </p:tgtEl>
                                        <p:attrNameLst>
                                          <p:attrName>ppt_x</p:attrName>
                                        </p:attrNameLst>
                                      </p:cBhvr>
                                      <p:tavLst>
                                        <p:tav tm="0">
                                          <p:val>
                                            <p:strVal val="#ppt_x"/>
                                          </p:val>
                                        </p:tav>
                                        <p:tav tm="100000">
                                          <p:val>
                                            <p:strVal val="#ppt_x"/>
                                          </p:val>
                                        </p:tav>
                                      </p:tavLst>
                                    </p:anim>
                                    <p:anim calcmode="lin" valueType="num">
                                      <p:cBhvr>
                                        <p:cTn id="75" dur="500" fill="hold"/>
                                        <p:tgtEl>
                                          <p:spTgt spid="16">
                                            <p:txEl>
                                              <p:pRg st="0" end="0"/>
                                            </p:txEl>
                                          </p:spTgt>
                                        </p:tgtEl>
                                        <p:attrNameLst>
                                          <p:attrName>ppt_y</p:attrName>
                                        </p:attrNameLst>
                                      </p:cBhvr>
                                      <p:tavLst>
                                        <p:tav tm="0">
                                          <p:val>
                                            <p:strVal val="#ppt_y+.1"/>
                                          </p:val>
                                        </p:tav>
                                        <p:tav tm="100000">
                                          <p:val>
                                            <p:strVal val="#ppt_y"/>
                                          </p:val>
                                        </p:tav>
                                      </p:tavLst>
                                    </p:anim>
                                  </p:childTnLst>
                                </p:cTn>
                              </p:par>
                            </p:childTnLst>
                          </p:cTn>
                        </p:par>
                        <p:par>
                          <p:cTn id="76" fill="hold">
                            <p:stCondLst>
                              <p:cond delay="6500"/>
                            </p:stCondLst>
                            <p:childTnLst>
                              <p:par>
                                <p:cTn id="77" presetID="42" presetClass="entr" presetSubtype="0" fill="hold" grpId="0" nodeType="afterEffect" nodePh="1">
                                  <p:stCondLst>
                                    <p:cond delay="0"/>
                                  </p:stCondLst>
                                  <p:endCondLst>
                                    <p:cond evt="begin" delay="0">
                                      <p:tn val="77"/>
                                    </p:cond>
                                  </p:endCondLst>
                                  <p:childTnLst>
                                    <p:set>
                                      <p:cBhvr>
                                        <p:cTn id="78" dur="1" fill="hold">
                                          <p:stCondLst>
                                            <p:cond delay="0"/>
                                          </p:stCondLst>
                                        </p:cTn>
                                        <p:tgtEl>
                                          <p:spTgt spid="22">
                                            <p:txEl>
                                              <p:pRg st="0" end="0"/>
                                            </p:txEl>
                                          </p:spTgt>
                                        </p:tgtEl>
                                        <p:attrNameLst>
                                          <p:attrName>style.visibility</p:attrName>
                                        </p:attrNameLst>
                                      </p:cBhvr>
                                      <p:to>
                                        <p:strVal val="visible"/>
                                      </p:to>
                                    </p:set>
                                    <p:animEffect transition="in" filter="fade">
                                      <p:cBhvr>
                                        <p:cTn id="79" dur="500"/>
                                        <p:tgtEl>
                                          <p:spTgt spid="22">
                                            <p:txEl>
                                              <p:pRg st="0" end="0"/>
                                            </p:txEl>
                                          </p:spTgt>
                                        </p:tgtEl>
                                      </p:cBhvr>
                                    </p:animEffect>
                                    <p:anim calcmode="lin" valueType="num">
                                      <p:cBhvr>
                                        <p:cTn id="80" dur="500" fill="hold"/>
                                        <p:tgtEl>
                                          <p:spTgt spid="22">
                                            <p:txEl>
                                              <p:pRg st="0" end="0"/>
                                            </p:txEl>
                                          </p:spTgt>
                                        </p:tgtEl>
                                        <p:attrNameLst>
                                          <p:attrName>ppt_x</p:attrName>
                                        </p:attrNameLst>
                                      </p:cBhvr>
                                      <p:tavLst>
                                        <p:tav tm="0">
                                          <p:val>
                                            <p:strVal val="#ppt_x"/>
                                          </p:val>
                                        </p:tav>
                                        <p:tav tm="100000">
                                          <p:val>
                                            <p:strVal val="#ppt_x"/>
                                          </p:val>
                                        </p:tav>
                                      </p:tavLst>
                                    </p:anim>
                                    <p:anim calcmode="lin" valueType="num">
                                      <p:cBhvr>
                                        <p:cTn id="81" dur="500" fill="hold"/>
                                        <p:tgtEl>
                                          <p:spTgt spid="22">
                                            <p:txEl>
                                              <p:pRg st="0" end="0"/>
                                            </p:txEl>
                                          </p:spTgt>
                                        </p:tgtEl>
                                        <p:attrNameLst>
                                          <p:attrName>ppt_y</p:attrName>
                                        </p:attrNameLst>
                                      </p:cBhvr>
                                      <p:tavLst>
                                        <p:tav tm="0">
                                          <p:val>
                                            <p:strVal val="#ppt_y+.1"/>
                                          </p:val>
                                        </p:tav>
                                        <p:tav tm="100000">
                                          <p:val>
                                            <p:strVal val="#ppt_y"/>
                                          </p:val>
                                        </p:tav>
                                      </p:tavLst>
                                    </p:anim>
                                  </p:childTnLst>
                                </p:cTn>
                              </p:par>
                            </p:childTnLst>
                          </p:cTn>
                        </p:par>
                        <p:par>
                          <p:cTn id="82" fill="hold">
                            <p:stCondLst>
                              <p:cond delay="7000"/>
                            </p:stCondLst>
                            <p:childTnLst>
                              <p:par>
                                <p:cTn id="83" presetID="10" presetClass="entr" presetSubtype="0" fill="hold" nodeType="afterEffect">
                                  <p:stCondLst>
                                    <p:cond delay="0"/>
                                  </p:stCondLst>
                                  <p:childTnLst>
                                    <p:set>
                                      <p:cBhvr>
                                        <p:cTn id="84" dur="1" fill="hold">
                                          <p:stCondLst>
                                            <p:cond delay="0"/>
                                          </p:stCondLst>
                                        </p:cTn>
                                        <p:tgtEl>
                                          <p:spTgt spid="32"/>
                                        </p:tgtEl>
                                        <p:attrNameLst>
                                          <p:attrName>style.visibility</p:attrName>
                                        </p:attrNameLst>
                                      </p:cBhvr>
                                      <p:to>
                                        <p:strVal val="visible"/>
                                      </p:to>
                                    </p:set>
                                    <p:animEffect transition="in" filter="fade">
                                      <p:cBhvr>
                                        <p:cTn id="85" dur="500"/>
                                        <p:tgtEl>
                                          <p:spTgt spid="32"/>
                                        </p:tgtEl>
                                      </p:cBhvr>
                                    </p:animEffect>
                                  </p:childTnLst>
                                </p:cTn>
                              </p:par>
                            </p:childTnLst>
                          </p:cTn>
                        </p:par>
                        <p:par>
                          <p:cTn id="86" fill="hold">
                            <p:stCondLst>
                              <p:cond delay="7500"/>
                            </p:stCondLst>
                            <p:childTnLst>
                              <p:par>
                                <p:cTn id="87" presetID="53" presetClass="entr" presetSubtype="16" fill="hold" grpId="0" nodeType="afterEffect" nodePh="1">
                                  <p:stCondLst>
                                    <p:cond delay="0"/>
                                  </p:stCondLst>
                                  <p:endCondLst>
                                    <p:cond evt="begin" delay="0">
                                      <p:tn val="87"/>
                                    </p:cond>
                                  </p:endCondLst>
                                  <p:childTnLst>
                                    <p:set>
                                      <p:cBhvr>
                                        <p:cTn id="88" dur="1" fill="hold">
                                          <p:stCondLst>
                                            <p:cond delay="0"/>
                                          </p:stCondLst>
                                        </p:cTn>
                                        <p:tgtEl>
                                          <p:spTgt spid="17">
                                            <p:txEl>
                                              <p:pRg st="0" end="0"/>
                                            </p:txEl>
                                          </p:spTgt>
                                        </p:tgtEl>
                                        <p:attrNameLst>
                                          <p:attrName>style.visibility</p:attrName>
                                        </p:attrNameLst>
                                      </p:cBhvr>
                                      <p:to>
                                        <p:strVal val="visible"/>
                                      </p:to>
                                    </p:set>
                                    <p:anim calcmode="lin" valueType="num">
                                      <p:cBhvr>
                                        <p:cTn id="89" dur="500" fill="hold"/>
                                        <p:tgtEl>
                                          <p:spTgt spid="17">
                                            <p:txEl>
                                              <p:pRg st="0" end="0"/>
                                            </p:txEl>
                                          </p:spTgt>
                                        </p:tgtEl>
                                        <p:attrNameLst>
                                          <p:attrName>ppt_w</p:attrName>
                                        </p:attrNameLst>
                                      </p:cBhvr>
                                      <p:tavLst>
                                        <p:tav tm="0">
                                          <p:val>
                                            <p:fltVal val="0"/>
                                          </p:val>
                                        </p:tav>
                                        <p:tav tm="100000">
                                          <p:val>
                                            <p:strVal val="#ppt_w"/>
                                          </p:val>
                                        </p:tav>
                                      </p:tavLst>
                                    </p:anim>
                                    <p:anim calcmode="lin" valueType="num">
                                      <p:cBhvr>
                                        <p:cTn id="90" dur="500" fill="hold"/>
                                        <p:tgtEl>
                                          <p:spTgt spid="17">
                                            <p:txEl>
                                              <p:pRg st="0" end="0"/>
                                            </p:txEl>
                                          </p:spTgt>
                                        </p:tgtEl>
                                        <p:attrNameLst>
                                          <p:attrName>ppt_h</p:attrName>
                                        </p:attrNameLst>
                                      </p:cBhvr>
                                      <p:tavLst>
                                        <p:tav tm="0">
                                          <p:val>
                                            <p:fltVal val="0"/>
                                          </p:val>
                                        </p:tav>
                                        <p:tav tm="100000">
                                          <p:val>
                                            <p:strVal val="#ppt_h"/>
                                          </p:val>
                                        </p:tav>
                                      </p:tavLst>
                                    </p:anim>
                                    <p:animEffect transition="in" filter="fade">
                                      <p:cBhvr>
                                        <p:cTn id="91" dur="500"/>
                                        <p:tgtEl>
                                          <p:spTgt spid="17">
                                            <p:txEl>
                                              <p:pRg st="0" end="0"/>
                                            </p:txEl>
                                          </p:spTgt>
                                        </p:tgtEl>
                                      </p:cBhvr>
                                    </p:animEffect>
                                  </p:childTnLst>
                                </p:cTn>
                              </p:par>
                            </p:childTnLst>
                          </p:cTn>
                        </p:par>
                        <p:par>
                          <p:cTn id="92" fill="hold">
                            <p:stCondLst>
                              <p:cond delay="8000"/>
                            </p:stCondLst>
                            <p:childTnLst>
                              <p:par>
                                <p:cTn id="93" presetID="42" presetClass="entr" presetSubtype="0" fill="hold" grpId="0" nodeType="afterEffect" nodePh="1">
                                  <p:stCondLst>
                                    <p:cond delay="0"/>
                                  </p:stCondLst>
                                  <p:endCondLst>
                                    <p:cond evt="begin" delay="0">
                                      <p:tn val="93"/>
                                    </p:cond>
                                  </p:endCondLst>
                                  <p:childTnLst>
                                    <p:set>
                                      <p:cBhvr>
                                        <p:cTn id="94" dur="1" fill="hold">
                                          <p:stCondLst>
                                            <p:cond delay="0"/>
                                          </p:stCondLst>
                                        </p:cTn>
                                        <p:tgtEl>
                                          <p:spTgt spid="18">
                                            <p:txEl>
                                              <p:pRg st="0" end="0"/>
                                            </p:txEl>
                                          </p:spTgt>
                                        </p:tgtEl>
                                        <p:attrNameLst>
                                          <p:attrName>style.visibility</p:attrName>
                                        </p:attrNameLst>
                                      </p:cBhvr>
                                      <p:to>
                                        <p:strVal val="visible"/>
                                      </p:to>
                                    </p:set>
                                    <p:animEffect transition="in" filter="fade">
                                      <p:cBhvr>
                                        <p:cTn id="95" dur="500"/>
                                        <p:tgtEl>
                                          <p:spTgt spid="18">
                                            <p:txEl>
                                              <p:pRg st="0" end="0"/>
                                            </p:txEl>
                                          </p:spTgt>
                                        </p:tgtEl>
                                      </p:cBhvr>
                                    </p:animEffect>
                                    <p:anim calcmode="lin" valueType="num">
                                      <p:cBhvr>
                                        <p:cTn id="96" dur="500" fill="hold"/>
                                        <p:tgtEl>
                                          <p:spTgt spid="18">
                                            <p:txEl>
                                              <p:pRg st="0" end="0"/>
                                            </p:txEl>
                                          </p:spTgt>
                                        </p:tgtEl>
                                        <p:attrNameLst>
                                          <p:attrName>ppt_x</p:attrName>
                                        </p:attrNameLst>
                                      </p:cBhvr>
                                      <p:tavLst>
                                        <p:tav tm="0">
                                          <p:val>
                                            <p:strVal val="#ppt_x"/>
                                          </p:val>
                                        </p:tav>
                                        <p:tav tm="100000">
                                          <p:val>
                                            <p:strVal val="#ppt_x"/>
                                          </p:val>
                                        </p:tav>
                                      </p:tavLst>
                                    </p:anim>
                                    <p:anim calcmode="lin" valueType="num">
                                      <p:cBhvr>
                                        <p:cTn id="97" dur="500" fill="hold"/>
                                        <p:tgtEl>
                                          <p:spTgt spid="18">
                                            <p:txEl>
                                              <p:pRg st="0" end="0"/>
                                            </p:txEl>
                                          </p:spTgt>
                                        </p:tgtEl>
                                        <p:attrNameLst>
                                          <p:attrName>ppt_y</p:attrName>
                                        </p:attrNameLst>
                                      </p:cBhvr>
                                      <p:tavLst>
                                        <p:tav tm="0">
                                          <p:val>
                                            <p:strVal val="#ppt_y+.1"/>
                                          </p:val>
                                        </p:tav>
                                        <p:tav tm="100000">
                                          <p:val>
                                            <p:strVal val="#ppt_y"/>
                                          </p:val>
                                        </p:tav>
                                      </p:tavLst>
                                    </p:anim>
                                  </p:childTnLst>
                                </p:cTn>
                              </p:par>
                            </p:childTnLst>
                          </p:cTn>
                        </p:par>
                        <p:par>
                          <p:cTn id="98" fill="hold">
                            <p:stCondLst>
                              <p:cond delay="8500"/>
                            </p:stCondLst>
                            <p:childTnLst>
                              <p:par>
                                <p:cTn id="99" presetID="42" presetClass="entr" presetSubtype="0" fill="hold" grpId="0" nodeType="afterEffect" nodePh="1">
                                  <p:stCondLst>
                                    <p:cond delay="0"/>
                                  </p:stCondLst>
                                  <p:endCondLst>
                                    <p:cond evt="begin" delay="0">
                                      <p:tn val="99"/>
                                    </p:cond>
                                  </p:endCondLst>
                                  <p:childTnLst>
                                    <p:set>
                                      <p:cBhvr>
                                        <p:cTn id="100" dur="1" fill="hold">
                                          <p:stCondLst>
                                            <p:cond delay="0"/>
                                          </p:stCondLst>
                                        </p:cTn>
                                        <p:tgtEl>
                                          <p:spTgt spid="23">
                                            <p:txEl>
                                              <p:pRg st="0" end="0"/>
                                            </p:txEl>
                                          </p:spTgt>
                                        </p:tgtEl>
                                        <p:attrNameLst>
                                          <p:attrName>style.visibility</p:attrName>
                                        </p:attrNameLst>
                                      </p:cBhvr>
                                      <p:to>
                                        <p:strVal val="visible"/>
                                      </p:to>
                                    </p:set>
                                    <p:animEffect transition="in" filter="fade">
                                      <p:cBhvr>
                                        <p:cTn id="101" dur="500"/>
                                        <p:tgtEl>
                                          <p:spTgt spid="23">
                                            <p:txEl>
                                              <p:pRg st="0" end="0"/>
                                            </p:txEl>
                                          </p:spTgt>
                                        </p:tgtEl>
                                      </p:cBhvr>
                                    </p:animEffect>
                                    <p:anim calcmode="lin" valueType="num">
                                      <p:cBhvr>
                                        <p:cTn id="102" dur="500" fill="hold"/>
                                        <p:tgtEl>
                                          <p:spTgt spid="23">
                                            <p:txEl>
                                              <p:pRg st="0" end="0"/>
                                            </p:txEl>
                                          </p:spTgt>
                                        </p:tgtEl>
                                        <p:attrNameLst>
                                          <p:attrName>ppt_x</p:attrName>
                                        </p:attrNameLst>
                                      </p:cBhvr>
                                      <p:tavLst>
                                        <p:tav tm="0">
                                          <p:val>
                                            <p:strVal val="#ppt_x"/>
                                          </p:val>
                                        </p:tav>
                                        <p:tav tm="100000">
                                          <p:val>
                                            <p:strVal val="#ppt_x"/>
                                          </p:val>
                                        </p:tav>
                                      </p:tavLst>
                                    </p:anim>
                                    <p:anim calcmode="lin" valueType="num">
                                      <p:cBhvr>
                                        <p:cTn id="103" dur="500" fill="hold"/>
                                        <p:tgtEl>
                                          <p:spTgt spid="23">
                                            <p:txEl>
                                              <p:pRg st="0" end="0"/>
                                            </p:txEl>
                                          </p:spTgt>
                                        </p:tgtEl>
                                        <p:attrNameLst>
                                          <p:attrName>ppt_y</p:attrName>
                                        </p:attrNameLst>
                                      </p:cBhvr>
                                      <p:tavLst>
                                        <p:tav tm="0">
                                          <p:val>
                                            <p:strVal val="#ppt_y+.1"/>
                                          </p:val>
                                        </p:tav>
                                        <p:tav tm="100000">
                                          <p:val>
                                            <p:strVal val="#ppt_y"/>
                                          </p:val>
                                        </p:tav>
                                      </p:tavLst>
                                    </p:anim>
                                  </p:childTnLst>
                                </p:cTn>
                              </p:par>
                            </p:childTnLst>
                          </p:cTn>
                        </p:par>
                        <p:par>
                          <p:cTn id="104" fill="hold">
                            <p:stCondLst>
                              <p:cond delay="9000"/>
                            </p:stCondLst>
                            <p:childTnLst>
                              <p:par>
                                <p:cTn id="105" presetID="10" presetClass="entr" presetSubtype="0" fill="hold" nodeType="afterEffect">
                                  <p:stCondLst>
                                    <p:cond delay="0"/>
                                  </p:stCondLst>
                                  <p:childTnLst>
                                    <p:set>
                                      <p:cBhvr>
                                        <p:cTn id="106" dur="1" fill="hold">
                                          <p:stCondLst>
                                            <p:cond delay="0"/>
                                          </p:stCondLst>
                                        </p:cTn>
                                        <p:tgtEl>
                                          <p:spTgt spid="39"/>
                                        </p:tgtEl>
                                        <p:attrNameLst>
                                          <p:attrName>style.visibility</p:attrName>
                                        </p:attrNameLst>
                                      </p:cBhvr>
                                      <p:to>
                                        <p:strVal val="visible"/>
                                      </p:to>
                                    </p:set>
                                    <p:animEffect transition="in" filter="fade">
                                      <p:cBhvr>
                                        <p:cTn id="107" dur="500"/>
                                        <p:tgtEl>
                                          <p:spTgt spid="39"/>
                                        </p:tgtEl>
                                      </p:cBhvr>
                                    </p:animEffect>
                                  </p:childTnLst>
                                </p:cTn>
                              </p:par>
                            </p:childTnLst>
                          </p:cTn>
                        </p:par>
                        <p:par>
                          <p:cTn id="108" fill="hold">
                            <p:stCondLst>
                              <p:cond delay="9500"/>
                            </p:stCondLst>
                            <p:childTnLst>
                              <p:par>
                                <p:cTn id="109" presetID="53" presetClass="entr" presetSubtype="16" fill="hold" grpId="0" nodeType="afterEffect" nodePh="1">
                                  <p:stCondLst>
                                    <p:cond delay="0"/>
                                  </p:stCondLst>
                                  <p:endCondLst>
                                    <p:cond evt="begin" delay="0">
                                      <p:tn val="109"/>
                                    </p:cond>
                                  </p:endCondLst>
                                  <p:childTnLst>
                                    <p:set>
                                      <p:cBhvr>
                                        <p:cTn id="110" dur="1" fill="hold">
                                          <p:stCondLst>
                                            <p:cond delay="0"/>
                                          </p:stCondLst>
                                        </p:cTn>
                                        <p:tgtEl>
                                          <p:spTgt spid="19">
                                            <p:txEl>
                                              <p:pRg st="0" end="0"/>
                                            </p:txEl>
                                          </p:spTgt>
                                        </p:tgtEl>
                                        <p:attrNameLst>
                                          <p:attrName>style.visibility</p:attrName>
                                        </p:attrNameLst>
                                      </p:cBhvr>
                                      <p:to>
                                        <p:strVal val="visible"/>
                                      </p:to>
                                    </p:set>
                                    <p:anim calcmode="lin" valueType="num">
                                      <p:cBhvr>
                                        <p:cTn id="111" dur="500" fill="hold"/>
                                        <p:tgtEl>
                                          <p:spTgt spid="19">
                                            <p:txEl>
                                              <p:pRg st="0" end="0"/>
                                            </p:txEl>
                                          </p:spTgt>
                                        </p:tgtEl>
                                        <p:attrNameLst>
                                          <p:attrName>ppt_w</p:attrName>
                                        </p:attrNameLst>
                                      </p:cBhvr>
                                      <p:tavLst>
                                        <p:tav tm="0">
                                          <p:val>
                                            <p:fltVal val="0"/>
                                          </p:val>
                                        </p:tav>
                                        <p:tav tm="100000">
                                          <p:val>
                                            <p:strVal val="#ppt_w"/>
                                          </p:val>
                                        </p:tav>
                                      </p:tavLst>
                                    </p:anim>
                                    <p:anim calcmode="lin" valueType="num">
                                      <p:cBhvr>
                                        <p:cTn id="112" dur="500" fill="hold"/>
                                        <p:tgtEl>
                                          <p:spTgt spid="19">
                                            <p:txEl>
                                              <p:pRg st="0" end="0"/>
                                            </p:txEl>
                                          </p:spTgt>
                                        </p:tgtEl>
                                        <p:attrNameLst>
                                          <p:attrName>ppt_h</p:attrName>
                                        </p:attrNameLst>
                                      </p:cBhvr>
                                      <p:tavLst>
                                        <p:tav tm="0">
                                          <p:val>
                                            <p:fltVal val="0"/>
                                          </p:val>
                                        </p:tav>
                                        <p:tav tm="100000">
                                          <p:val>
                                            <p:strVal val="#ppt_h"/>
                                          </p:val>
                                        </p:tav>
                                      </p:tavLst>
                                    </p:anim>
                                    <p:animEffect transition="in" filter="fade">
                                      <p:cBhvr>
                                        <p:cTn id="113" dur="500"/>
                                        <p:tgtEl>
                                          <p:spTgt spid="19">
                                            <p:txEl>
                                              <p:pRg st="0" end="0"/>
                                            </p:txEl>
                                          </p:spTgt>
                                        </p:tgtEl>
                                      </p:cBhvr>
                                    </p:animEffect>
                                  </p:childTnLst>
                                </p:cTn>
                              </p:par>
                            </p:childTnLst>
                          </p:cTn>
                        </p:par>
                        <p:par>
                          <p:cTn id="114" fill="hold">
                            <p:stCondLst>
                              <p:cond delay="10000"/>
                            </p:stCondLst>
                            <p:childTnLst>
                              <p:par>
                                <p:cTn id="115" presetID="42" presetClass="entr" presetSubtype="0" fill="hold" grpId="0" nodeType="afterEffect" nodePh="1">
                                  <p:stCondLst>
                                    <p:cond delay="0"/>
                                  </p:stCondLst>
                                  <p:endCondLst>
                                    <p:cond evt="begin" delay="0">
                                      <p:tn val="115"/>
                                    </p:cond>
                                  </p:endCondLst>
                                  <p:childTnLst>
                                    <p:set>
                                      <p:cBhvr>
                                        <p:cTn id="116" dur="1" fill="hold">
                                          <p:stCondLst>
                                            <p:cond delay="0"/>
                                          </p:stCondLst>
                                        </p:cTn>
                                        <p:tgtEl>
                                          <p:spTgt spid="20">
                                            <p:txEl>
                                              <p:pRg st="0" end="0"/>
                                            </p:txEl>
                                          </p:spTgt>
                                        </p:tgtEl>
                                        <p:attrNameLst>
                                          <p:attrName>style.visibility</p:attrName>
                                        </p:attrNameLst>
                                      </p:cBhvr>
                                      <p:to>
                                        <p:strVal val="visible"/>
                                      </p:to>
                                    </p:set>
                                    <p:animEffect transition="in" filter="fade">
                                      <p:cBhvr>
                                        <p:cTn id="117" dur="500"/>
                                        <p:tgtEl>
                                          <p:spTgt spid="20">
                                            <p:txEl>
                                              <p:pRg st="0" end="0"/>
                                            </p:txEl>
                                          </p:spTgt>
                                        </p:tgtEl>
                                      </p:cBhvr>
                                    </p:animEffect>
                                    <p:anim calcmode="lin" valueType="num">
                                      <p:cBhvr>
                                        <p:cTn id="118" dur="500" fill="hold"/>
                                        <p:tgtEl>
                                          <p:spTgt spid="20">
                                            <p:txEl>
                                              <p:pRg st="0" end="0"/>
                                            </p:txEl>
                                          </p:spTgt>
                                        </p:tgtEl>
                                        <p:attrNameLst>
                                          <p:attrName>ppt_x</p:attrName>
                                        </p:attrNameLst>
                                      </p:cBhvr>
                                      <p:tavLst>
                                        <p:tav tm="0">
                                          <p:val>
                                            <p:strVal val="#ppt_x"/>
                                          </p:val>
                                        </p:tav>
                                        <p:tav tm="100000">
                                          <p:val>
                                            <p:strVal val="#ppt_x"/>
                                          </p:val>
                                        </p:tav>
                                      </p:tavLst>
                                    </p:anim>
                                    <p:anim calcmode="lin" valueType="num">
                                      <p:cBhvr>
                                        <p:cTn id="119" dur="500" fill="hold"/>
                                        <p:tgtEl>
                                          <p:spTgt spid="20">
                                            <p:txEl>
                                              <p:pRg st="0" end="0"/>
                                            </p:txEl>
                                          </p:spTgt>
                                        </p:tgtEl>
                                        <p:attrNameLst>
                                          <p:attrName>ppt_y</p:attrName>
                                        </p:attrNameLst>
                                      </p:cBhvr>
                                      <p:tavLst>
                                        <p:tav tm="0">
                                          <p:val>
                                            <p:strVal val="#ppt_y+.1"/>
                                          </p:val>
                                        </p:tav>
                                        <p:tav tm="100000">
                                          <p:val>
                                            <p:strVal val="#ppt_y"/>
                                          </p:val>
                                        </p:tav>
                                      </p:tavLst>
                                    </p:anim>
                                  </p:childTnLst>
                                </p:cTn>
                              </p:par>
                            </p:childTnLst>
                          </p:cTn>
                        </p:par>
                        <p:par>
                          <p:cTn id="120" fill="hold">
                            <p:stCondLst>
                              <p:cond delay="10500"/>
                            </p:stCondLst>
                            <p:childTnLst>
                              <p:par>
                                <p:cTn id="121" presetID="42" presetClass="entr" presetSubtype="0" fill="hold" grpId="0" nodeType="afterEffect" nodePh="1">
                                  <p:stCondLst>
                                    <p:cond delay="0"/>
                                  </p:stCondLst>
                                  <p:endCondLst>
                                    <p:cond evt="begin" delay="0">
                                      <p:tn val="121"/>
                                    </p:cond>
                                  </p:endCondLst>
                                  <p:childTnLst>
                                    <p:set>
                                      <p:cBhvr>
                                        <p:cTn id="122" dur="1" fill="hold">
                                          <p:stCondLst>
                                            <p:cond delay="0"/>
                                          </p:stCondLst>
                                        </p:cTn>
                                        <p:tgtEl>
                                          <p:spTgt spid="24">
                                            <p:txEl>
                                              <p:pRg st="0" end="0"/>
                                            </p:txEl>
                                          </p:spTgt>
                                        </p:tgtEl>
                                        <p:attrNameLst>
                                          <p:attrName>style.visibility</p:attrName>
                                        </p:attrNameLst>
                                      </p:cBhvr>
                                      <p:to>
                                        <p:strVal val="visible"/>
                                      </p:to>
                                    </p:set>
                                    <p:animEffect transition="in" filter="fade">
                                      <p:cBhvr>
                                        <p:cTn id="123" dur="500"/>
                                        <p:tgtEl>
                                          <p:spTgt spid="24">
                                            <p:txEl>
                                              <p:pRg st="0" end="0"/>
                                            </p:txEl>
                                          </p:spTgt>
                                        </p:tgtEl>
                                      </p:cBhvr>
                                    </p:animEffect>
                                    <p:anim calcmode="lin" valueType="num">
                                      <p:cBhvr>
                                        <p:cTn id="124"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p:cTn id="125" dur="500" fill="hold"/>
                                        <p:tgtEl>
                                          <p:spTgt spid="24">
                                            <p:txEl>
                                              <p:pRg st="0" end="0"/>
                                            </p:txEl>
                                          </p:spTgt>
                                        </p:tgtEl>
                                        <p:attrNameLst>
                                          <p:attrName>ppt_y</p:attrName>
                                        </p:attrNameLst>
                                      </p:cBhvr>
                                      <p:tavLst>
                                        <p:tav tm="0">
                                          <p:val>
                                            <p:strVal val="#ppt_y+.1"/>
                                          </p:val>
                                        </p:tav>
                                        <p:tav tm="100000">
                                          <p:val>
                                            <p:strVal val="#ppt_y"/>
                                          </p:val>
                                        </p:tav>
                                      </p:tavLst>
                                    </p:anim>
                                  </p:childTnLst>
                                </p:cTn>
                              </p:par>
                            </p:childTnLst>
                          </p:cTn>
                        </p:par>
                        <p:par>
                          <p:cTn id="126" fill="hold">
                            <p:stCondLst>
                              <p:cond delay="11000"/>
                            </p:stCondLst>
                            <p:childTnLst>
                              <p:par>
                                <p:cTn id="127" presetID="10" presetClass="entr" presetSubtype="0" fill="hold" nodeType="afterEffect">
                                  <p:stCondLst>
                                    <p:cond delay="0"/>
                                  </p:stCondLst>
                                  <p:childTnLst>
                                    <p:set>
                                      <p:cBhvr>
                                        <p:cTn id="128" dur="1" fill="hold">
                                          <p:stCondLst>
                                            <p:cond delay="0"/>
                                          </p:stCondLst>
                                        </p:cTn>
                                        <p:tgtEl>
                                          <p:spTgt spid="46"/>
                                        </p:tgtEl>
                                        <p:attrNameLst>
                                          <p:attrName>style.visibility</p:attrName>
                                        </p:attrNameLst>
                                      </p:cBhvr>
                                      <p:to>
                                        <p:strVal val="visible"/>
                                      </p:to>
                                    </p:set>
                                    <p:animEffect transition="in" filter="fade">
                                      <p:cBhvr>
                                        <p:cTn id="129" dur="500"/>
                                        <p:tgtEl>
                                          <p:spTgt spid="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9" grpId="0" animBg="1"/>
      <p:bldP spid="10" grpId="0" animBg="1"/>
      <p:bldP spid="11" grpId="0" animBg="1"/>
      <p:bldP spid="12" grpId="0" animBg="1"/>
      <p:bldP spid="13"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3"/>
                        </p:tgtEl>
                        <p:attrNameLst>
                          <p:attrName>style.visibility</p:attrName>
                        </p:attrNameLst>
                      </p:cBhvr>
                      <p:to>
                        <p:strVal val="visible"/>
                      </p:to>
                    </p:set>
                    <p:anim calcmode="lin" valueType="num">
                      <p:cBhvr>
                        <p:cTn dur="500" fill="hold"/>
                        <p:tgtEl>
                          <p:spTgt spid="13"/>
                        </p:tgtEl>
                        <p:attrNameLst>
                          <p:attrName>ppt_w</p:attrName>
                        </p:attrNameLst>
                      </p:cBhvr>
                      <p:tavLst>
                        <p:tav tm="0">
                          <p:val>
                            <p:fltVal val="0"/>
                          </p:val>
                        </p:tav>
                        <p:tav tm="100000">
                          <p:val>
                            <p:strVal val="#ppt_w"/>
                          </p:val>
                        </p:tav>
                      </p:tavLst>
                    </p:anim>
                    <p:anim calcmode="lin" valueType="num">
                      <p:cBhvr>
                        <p:cTn dur="500" fill="hold"/>
                        <p:tgtEl>
                          <p:spTgt spid="13"/>
                        </p:tgtEl>
                        <p:attrNameLst>
                          <p:attrName>ppt_h</p:attrName>
                        </p:attrNameLst>
                      </p:cBhvr>
                      <p:tavLst>
                        <p:tav tm="0">
                          <p:val>
                            <p:fltVal val="0"/>
                          </p:val>
                        </p:tav>
                        <p:tav tm="100000">
                          <p:val>
                            <p:strVal val="#ppt_h"/>
                          </p:val>
                        </p:tav>
                      </p:tavLst>
                    </p:anim>
                    <p:animEffect transition="in" filter="fade">
                      <p:cBhvr>
                        <p:cTn dur="500"/>
                        <p:tgtEl>
                          <p:spTgt spid="13"/>
                        </p:tgtEl>
                      </p:cBhvr>
                    </p:animEffect>
                  </p:childTnLst>
                </p:cTn>
              </p:par>
            </p:tnLst>
          </p:tmpl>
        </p:tmplLst>
      </p:bldP>
      <p:bldP spid="14"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4"/>
                        </p:tgtEl>
                        <p:attrNameLst>
                          <p:attrName>style.visibility</p:attrName>
                        </p:attrNameLst>
                      </p:cBhvr>
                      <p:to>
                        <p:strVal val="visible"/>
                      </p:to>
                    </p:set>
                    <p:animEffect transition="in" filter="fade">
                      <p:cBhvr>
                        <p:cTn dur="500"/>
                        <p:tgtEl>
                          <p:spTgt spid="14"/>
                        </p:tgtEl>
                      </p:cBhvr>
                    </p:animEffect>
                    <p:anim calcmode="lin" valueType="num">
                      <p:cBhvr>
                        <p:cTn dur="500" fill="hold"/>
                        <p:tgtEl>
                          <p:spTgt spid="14"/>
                        </p:tgtEl>
                        <p:attrNameLst>
                          <p:attrName>ppt_x</p:attrName>
                        </p:attrNameLst>
                      </p:cBhvr>
                      <p:tavLst>
                        <p:tav tm="0">
                          <p:val>
                            <p:strVal val="#ppt_x"/>
                          </p:val>
                        </p:tav>
                        <p:tav tm="100000">
                          <p:val>
                            <p:strVal val="#ppt_x"/>
                          </p:val>
                        </p:tav>
                      </p:tavLst>
                    </p:anim>
                    <p:anim calcmode="lin" valueType="num">
                      <p:cBhvr>
                        <p:cTn dur="500" fill="hold"/>
                        <p:tgtEl>
                          <p:spTgt spid="14"/>
                        </p:tgtEl>
                        <p:attrNameLst>
                          <p:attrName>ppt_y</p:attrName>
                        </p:attrNameLst>
                      </p:cBhvr>
                      <p:tavLst>
                        <p:tav tm="0">
                          <p:val>
                            <p:strVal val="#ppt_y+.1"/>
                          </p:val>
                        </p:tav>
                        <p:tav tm="100000">
                          <p:val>
                            <p:strVal val="#ppt_y"/>
                          </p:val>
                        </p:tav>
                      </p:tavLst>
                    </p:anim>
                  </p:childTnLst>
                </p:cTn>
              </p:par>
            </p:tnLst>
          </p:tmpl>
        </p:tmplLst>
      </p:bldP>
      <p:bldP spid="15"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5"/>
                        </p:tgtEl>
                        <p:attrNameLst>
                          <p:attrName>style.visibility</p:attrName>
                        </p:attrNameLst>
                      </p:cBhvr>
                      <p:to>
                        <p:strVal val="visible"/>
                      </p:to>
                    </p:set>
                    <p:anim calcmode="lin" valueType="num">
                      <p:cBhvr>
                        <p:cTn dur="500" fill="hold"/>
                        <p:tgtEl>
                          <p:spTgt spid="15"/>
                        </p:tgtEl>
                        <p:attrNameLst>
                          <p:attrName>ppt_w</p:attrName>
                        </p:attrNameLst>
                      </p:cBhvr>
                      <p:tavLst>
                        <p:tav tm="0">
                          <p:val>
                            <p:fltVal val="0"/>
                          </p:val>
                        </p:tav>
                        <p:tav tm="100000">
                          <p:val>
                            <p:strVal val="#ppt_w"/>
                          </p:val>
                        </p:tav>
                      </p:tavLst>
                    </p:anim>
                    <p:anim calcmode="lin" valueType="num">
                      <p:cBhvr>
                        <p:cTn dur="500" fill="hold"/>
                        <p:tgtEl>
                          <p:spTgt spid="15"/>
                        </p:tgtEl>
                        <p:attrNameLst>
                          <p:attrName>ppt_h</p:attrName>
                        </p:attrNameLst>
                      </p:cBhvr>
                      <p:tavLst>
                        <p:tav tm="0">
                          <p:val>
                            <p:fltVal val="0"/>
                          </p:val>
                        </p:tav>
                        <p:tav tm="100000">
                          <p:val>
                            <p:strVal val="#ppt_h"/>
                          </p:val>
                        </p:tav>
                      </p:tavLst>
                    </p:anim>
                    <p:animEffect transition="in" filter="fade">
                      <p:cBhvr>
                        <p:cTn dur="500"/>
                        <p:tgtEl>
                          <p:spTgt spid="15"/>
                        </p:tgtEl>
                      </p:cBhvr>
                    </p:animEffect>
                  </p:childTnLst>
                </p:cTn>
              </p:par>
            </p:tnLst>
          </p:tmpl>
        </p:tmplLst>
      </p:bldP>
      <p:bldP spid="16"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6"/>
                        </p:tgtEl>
                        <p:attrNameLst>
                          <p:attrName>style.visibility</p:attrName>
                        </p:attrNameLst>
                      </p:cBhvr>
                      <p:to>
                        <p:strVal val="visible"/>
                      </p:to>
                    </p:set>
                    <p:animEffect transition="in" filter="fade">
                      <p:cBhvr>
                        <p:cTn dur="500"/>
                        <p:tgtEl>
                          <p:spTgt spid="16"/>
                        </p:tgtEl>
                      </p:cBhvr>
                    </p:animEffect>
                    <p:anim calcmode="lin" valueType="num">
                      <p:cBhvr>
                        <p:cTn dur="500" fill="hold"/>
                        <p:tgtEl>
                          <p:spTgt spid="16"/>
                        </p:tgtEl>
                        <p:attrNameLst>
                          <p:attrName>ppt_x</p:attrName>
                        </p:attrNameLst>
                      </p:cBhvr>
                      <p:tavLst>
                        <p:tav tm="0">
                          <p:val>
                            <p:strVal val="#ppt_x"/>
                          </p:val>
                        </p:tav>
                        <p:tav tm="100000">
                          <p:val>
                            <p:strVal val="#ppt_x"/>
                          </p:val>
                        </p:tav>
                      </p:tavLst>
                    </p:anim>
                    <p:anim calcmode="lin" valueType="num">
                      <p:cBhvr>
                        <p:cTn dur="500" fill="hold"/>
                        <p:tgtEl>
                          <p:spTgt spid="16"/>
                        </p:tgtEl>
                        <p:attrNameLst>
                          <p:attrName>ppt_y</p:attrName>
                        </p:attrNameLst>
                      </p:cBhvr>
                      <p:tavLst>
                        <p:tav tm="0">
                          <p:val>
                            <p:strVal val="#ppt_y+.1"/>
                          </p:val>
                        </p:tav>
                        <p:tav tm="100000">
                          <p:val>
                            <p:strVal val="#ppt_y"/>
                          </p:val>
                        </p:tav>
                      </p:tavLst>
                    </p:anim>
                  </p:childTnLst>
                </p:cTn>
              </p:par>
            </p:tnLst>
          </p:tmpl>
        </p:tmplLst>
      </p:bldP>
      <p:bldP spid="17"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7"/>
                        </p:tgtEl>
                        <p:attrNameLst>
                          <p:attrName>style.visibility</p:attrName>
                        </p:attrNameLst>
                      </p:cBhvr>
                      <p:to>
                        <p:strVal val="visible"/>
                      </p:to>
                    </p:set>
                    <p:anim calcmode="lin" valueType="num">
                      <p:cBhvr>
                        <p:cTn dur="500" fill="hold"/>
                        <p:tgtEl>
                          <p:spTgt spid="17"/>
                        </p:tgtEl>
                        <p:attrNameLst>
                          <p:attrName>ppt_w</p:attrName>
                        </p:attrNameLst>
                      </p:cBhvr>
                      <p:tavLst>
                        <p:tav tm="0">
                          <p:val>
                            <p:fltVal val="0"/>
                          </p:val>
                        </p:tav>
                        <p:tav tm="100000">
                          <p:val>
                            <p:strVal val="#ppt_w"/>
                          </p:val>
                        </p:tav>
                      </p:tavLst>
                    </p:anim>
                    <p:anim calcmode="lin" valueType="num">
                      <p:cBhvr>
                        <p:cTn dur="500" fill="hold"/>
                        <p:tgtEl>
                          <p:spTgt spid="17"/>
                        </p:tgtEl>
                        <p:attrNameLst>
                          <p:attrName>ppt_h</p:attrName>
                        </p:attrNameLst>
                      </p:cBhvr>
                      <p:tavLst>
                        <p:tav tm="0">
                          <p:val>
                            <p:fltVal val="0"/>
                          </p:val>
                        </p:tav>
                        <p:tav tm="100000">
                          <p:val>
                            <p:strVal val="#ppt_h"/>
                          </p:val>
                        </p:tav>
                      </p:tavLst>
                    </p:anim>
                    <p:animEffect transition="in" filter="fade">
                      <p:cBhvr>
                        <p:cTn dur="500"/>
                        <p:tgtEl>
                          <p:spTgt spid="17"/>
                        </p:tgtEl>
                      </p:cBhvr>
                    </p:animEffect>
                  </p:childTnLst>
                </p:cTn>
              </p:par>
            </p:tnLst>
          </p:tmpl>
        </p:tmplLst>
      </p:bldP>
      <p:bldP spid="18"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8"/>
                        </p:tgtEl>
                        <p:attrNameLst>
                          <p:attrName>style.visibility</p:attrName>
                        </p:attrNameLst>
                      </p:cBhvr>
                      <p:to>
                        <p:strVal val="visible"/>
                      </p:to>
                    </p:set>
                    <p:animEffect transition="in" filter="fade">
                      <p:cBhvr>
                        <p:cTn dur="500"/>
                        <p:tgtEl>
                          <p:spTgt spid="18"/>
                        </p:tgtEl>
                      </p:cBhvr>
                    </p:animEffect>
                    <p:anim calcmode="lin" valueType="num">
                      <p:cBhvr>
                        <p:cTn dur="500" fill="hold"/>
                        <p:tgtEl>
                          <p:spTgt spid="18"/>
                        </p:tgtEl>
                        <p:attrNameLst>
                          <p:attrName>ppt_x</p:attrName>
                        </p:attrNameLst>
                      </p:cBhvr>
                      <p:tavLst>
                        <p:tav tm="0">
                          <p:val>
                            <p:strVal val="#ppt_x"/>
                          </p:val>
                        </p:tav>
                        <p:tav tm="100000">
                          <p:val>
                            <p:strVal val="#ppt_x"/>
                          </p:val>
                        </p:tav>
                      </p:tavLst>
                    </p:anim>
                    <p:anim calcmode="lin" valueType="num">
                      <p:cBhvr>
                        <p:cTn dur="500" fill="hold"/>
                        <p:tgtEl>
                          <p:spTgt spid="18"/>
                        </p:tgtEl>
                        <p:attrNameLst>
                          <p:attrName>ppt_y</p:attrName>
                        </p:attrNameLst>
                      </p:cBhvr>
                      <p:tavLst>
                        <p:tav tm="0">
                          <p:val>
                            <p:strVal val="#ppt_y+.1"/>
                          </p:val>
                        </p:tav>
                        <p:tav tm="100000">
                          <p:val>
                            <p:strVal val="#ppt_y"/>
                          </p:val>
                        </p:tav>
                      </p:tavLst>
                    </p:anim>
                  </p:childTnLst>
                </p:cTn>
              </p:par>
            </p:tnLst>
          </p:tmpl>
        </p:tmplLst>
      </p:bldP>
      <p:bldP spid="19"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9"/>
                        </p:tgtEl>
                        <p:attrNameLst>
                          <p:attrName>style.visibility</p:attrName>
                        </p:attrNameLst>
                      </p:cBhvr>
                      <p:to>
                        <p:strVal val="visible"/>
                      </p:to>
                    </p:set>
                    <p:anim calcmode="lin" valueType="num">
                      <p:cBhvr>
                        <p:cTn dur="500" fill="hold"/>
                        <p:tgtEl>
                          <p:spTgt spid="19"/>
                        </p:tgtEl>
                        <p:attrNameLst>
                          <p:attrName>ppt_w</p:attrName>
                        </p:attrNameLst>
                      </p:cBhvr>
                      <p:tavLst>
                        <p:tav tm="0">
                          <p:val>
                            <p:fltVal val="0"/>
                          </p:val>
                        </p:tav>
                        <p:tav tm="100000">
                          <p:val>
                            <p:strVal val="#ppt_w"/>
                          </p:val>
                        </p:tav>
                      </p:tavLst>
                    </p:anim>
                    <p:anim calcmode="lin" valueType="num">
                      <p:cBhvr>
                        <p:cTn dur="500" fill="hold"/>
                        <p:tgtEl>
                          <p:spTgt spid="19"/>
                        </p:tgtEl>
                        <p:attrNameLst>
                          <p:attrName>ppt_h</p:attrName>
                        </p:attrNameLst>
                      </p:cBhvr>
                      <p:tavLst>
                        <p:tav tm="0">
                          <p:val>
                            <p:fltVal val="0"/>
                          </p:val>
                        </p:tav>
                        <p:tav tm="100000">
                          <p:val>
                            <p:strVal val="#ppt_h"/>
                          </p:val>
                        </p:tav>
                      </p:tavLst>
                    </p:anim>
                    <p:animEffect transition="in" filter="fade">
                      <p:cBhvr>
                        <p:cTn dur="500"/>
                        <p:tgtEl>
                          <p:spTgt spid="19"/>
                        </p:tgtEl>
                      </p:cBhvr>
                    </p:animEffect>
                  </p:childTnLst>
                </p:cTn>
              </p:par>
            </p:tnLst>
          </p:tmpl>
        </p:tmplLst>
      </p:bldP>
      <p:bldP spid="20"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0"/>
                        </p:tgtEl>
                        <p:attrNameLst>
                          <p:attrName>style.visibility</p:attrName>
                        </p:attrNameLst>
                      </p:cBhvr>
                      <p:to>
                        <p:strVal val="visible"/>
                      </p:to>
                    </p:set>
                    <p:animEffect transition="in" filter="fade">
                      <p:cBhvr>
                        <p:cTn dur="500"/>
                        <p:tgtEl>
                          <p:spTgt spid="20"/>
                        </p:tgtEl>
                      </p:cBhvr>
                    </p:animEffect>
                    <p:anim calcmode="lin" valueType="num">
                      <p:cBhvr>
                        <p:cTn dur="500" fill="hold"/>
                        <p:tgtEl>
                          <p:spTgt spid="20"/>
                        </p:tgtEl>
                        <p:attrNameLst>
                          <p:attrName>ppt_x</p:attrName>
                        </p:attrNameLst>
                      </p:cBhvr>
                      <p:tavLst>
                        <p:tav tm="0">
                          <p:val>
                            <p:strVal val="#ppt_x"/>
                          </p:val>
                        </p:tav>
                        <p:tav tm="100000">
                          <p:val>
                            <p:strVal val="#ppt_x"/>
                          </p:val>
                        </p:tav>
                      </p:tavLst>
                    </p:anim>
                    <p:anim calcmode="lin" valueType="num">
                      <p:cBhvr>
                        <p:cTn dur="500" fill="hold"/>
                        <p:tgtEl>
                          <p:spTgt spid="20"/>
                        </p:tgtEl>
                        <p:attrNameLst>
                          <p:attrName>ppt_y</p:attrName>
                        </p:attrNameLst>
                      </p:cBhvr>
                      <p:tavLst>
                        <p:tav tm="0">
                          <p:val>
                            <p:strVal val="#ppt_y+.1"/>
                          </p:val>
                        </p:tav>
                        <p:tav tm="100000">
                          <p:val>
                            <p:strVal val="#ppt_y"/>
                          </p:val>
                        </p:tav>
                      </p:tavLst>
                    </p:anim>
                  </p:childTnLst>
                </p:cTn>
              </p:par>
            </p:tnLst>
          </p:tmpl>
        </p:tmplLst>
      </p:bldP>
      <p:bldP spid="21"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1"/>
                        </p:tgtEl>
                        <p:attrNameLst>
                          <p:attrName>style.visibility</p:attrName>
                        </p:attrNameLst>
                      </p:cBhvr>
                      <p:to>
                        <p:strVal val="visible"/>
                      </p:to>
                    </p:set>
                    <p:animEffect transition="in" filter="fade">
                      <p:cBhvr>
                        <p:cTn dur="500"/>
                        <p:tgtEl>
                          <p:spTgt spid="21"/>
                        </p:tgtEl>
                      </p:cBhvr>
                    </p:animEffect>
                    <p:anim calcmode="lin" valueType="num">
                      <p:cBhvr>
                        <p:cTn dur="500" fill="hold"/>
                        <p:tgtEl>
                          <p:spTgt spid="21"/>
                        </p:tgtEl>
                        <p:attrNameLst>
                          <p:attrName>ppt_x</p:attrName>
                        </p:attrNameLst>
                      </p:cBhvr>
                      <p:tavLst>
                        <p:tav tm="0">
                          <p:val>
                            <p:strVal val="#ppt_x"/>
                          </p:val>
                        </p:tav>
                        <p:tav tm="100000">
                          <p:val>
                            <p:strVal val="#ppt_x"/>
                          </p:val>
                        </p:tav>
                      </p:tavLst>
                    </p:anim>
                    <p:anim calcmode="lin" valueType="num">
                      <p:cBhvr>
                        <p:cTn dur="500" fill="hold"/>
                        <p:tgtEl>
                          <p:spTgt spid="21"/>
                        </p:tgtEl>
                        <p:attrNameLst>
                          <p:attrName>ppt_y</p:attrName>
                        </p:attrNameLst>
                      </p:cBhvr>
                      <p:tavLst>
                        <p:tav tm="0">
                          <p:val>
                            <p:strVal val="#ppt_y+.1"/>
                          </p:val>
                        </p:tav>
                        <p:tav tm="100000">
                          <p:val>
                            <p:strVal val="#ppt_y"/>
                          </p:val>
                        </p:tav>
                      </p:tavLst>
                    </p:anim>
                  </p:childTnLst>
                </p:cTn>
              </p:par>
            </p:tnLst>
          </p:tmpl>
        </p:tmplLst>
      </p:bldP>
      <p:bldP spid="22"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2"/>
                        </p:tgtEl>
                        <p:attrNameLst>
                          <p:attrName>style.visibility</p:attrName>
                        </p:attrNameLst>
                      </p:cBhvr>
                      <p:to>
                        <p:strVal val="visible"/>
                      </p:to>
                    </p:set>
                    <p:animEffect transition="in" filter="fade">
                      <p:cBhvr>
                        <p:cTn dur="500"/>
                        <p:tgtEl>
                          <p:spTgt spid="22"/>
                        </p:tgtEl>
                      </p:cBhvr>
                    </p:animEffect>
                    <p:anim calcmode="lin" valueType="num">
                      <p:cBhvr>
                        <p:cTn dur="500" fill="hold"/>
                        <p:tgtEl>
                          <p:spTgt spid="22"/>
                        </p:tgtEl>
                        <p:attrNameLst>
                          <p:attrName>ppt_x</p:attrName>
                        </p:attrNameLst>
                      </p:cBhvr>
                      <p:tavLst>
                        <p:tav tm="0">
                          <p:val>
                            <p:strVal val="#ppt_x"/>
                          </p:val>
                        </p:tav>
                        <p:tav tm="100000">
                          <p:val>
                            <p:strVal val="#ppt_x"/>
                          </p:val>
                        </p:tav>
                      </p:tavLst>
                    </p:anim>
                    <p:anim calcmode="lin" valueType="num">
                      <p:cBhvr>
                        <p:cTn dur="500" fill="hold"/>
                        <p:tgtEl>
                          <p:spTgt spid="22"/>
                        </p:tgtEl>
                        <p:attrNameLst>
                          <p:attrName>ppt_y</p:attrName>
                        </p:attrNameLst>
                      </p:cBhvr>
                      <p:tavLst>
                        <p:tav tm="0">
                          <p:val>
                            <p:strVal val="#ppt_y+.1"/>
                          </p:val>
                        </p:tav>
                        <p:tav tm="100000">
                          <p:val>
                            <p:strVal val="#ppt_y"/>
                          </p:val>
                        </p:tav>
                      </p:tavLst>
                    </p:anim>
                  </p:childTnLst>
                </p:cTn>
              </p:par>
            </p:tnLst>
          </p:tmpl>
        </p:tmplLst>
      </p:bldP>
      <p:bldP spid="23"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3"/>
                        </p:tgtEl>
                        <p:attrNameLst>
                          <p:attrName>style.visibility</p:attrName>
                        </p:attrNameLst>
                      </p:cBhvr>
                      <p:to>
                        <p:strVal val="visible"/>
                      </p:to>
                    </p:set>
                    <p:animEffect transition="in" filter="fade">
                      <p:cBhvr>
                        <p:cTn dur="500"/>
                        <p:tgtEl>
                          <p:spTgt spid="23"/>
                        </p:tgtEl>
                      </p:cBhvr>
                    </p:animEffect>
                    <p:anim calcmode="lin" valueType="num">
                      <p:cBhvr>
                        <p:cTn dur="500" fill="hold"/>
                        <p:tgtEl>
                          <p:spTgt spid="23"/>
                        </p:tgtEl>
                        <p:attrNameLst>
                          <p:attrName>ppt_x</p:attrName>
                        </p:attrNameLst>
                      </p:cBhvr>
                      <p:tavLst>
                        <p:tav tm="0">
                          <p:val>
                            <p:strVal val="#ppt_x"/>
                          </p:val>
                        </p:tav>
                        <p:tav tm="100000">
                          <p:val>
                            <p:strVal val="#ppt_x"/>
                          </p:val>
                        </p:tav>
                      </p:tavLst>
                    </p:anim>
                    <p:anim calcmode="lin" valueType="num">
                      <p:cBhvr>
                        <p:cTn dur="500" fill="hold"/>
                        <p:tgtEl>
                          <p:spTgt spid="23"/>
                        </p:tgtEl>
                        <p:attrNameLst>
                          <p:attrName>ppt_y</p:attrName>
                        </p:attrNameLst>
                      </p:cBhvr>
                      <p:tavLst>
                        <p:tav tm="0">
                          <p:val>
                            <p:strVal val="#ppt_y+.1"/>
                          </p:val>
                        </p:tav>
                        <p:tav tm="100000">
                          <p:val>
                            <p:strVal val="#ppt_y"/>
                          </p:val>
                        </p:tav>
                      </p:tavLst>
                    </p:anim>
                  </p:childTnLst>
                </p:cTn>
              </p:par>
            </p:tnLst>
          </p:tmpl>
        </p:tmplLst>
      </p:bldP>
      <p:bldP spid="24"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4"/>
                        </p:tgtEl>
                        <p:attrNameLst>
                          <p:attrName>style.visibility</p:attrName>
                        </p:attrNameLst>
                      </p:cBhvr>
                      <p:to>
                        <p:strVal val="visible"/>
                      </p:to>
                    </p:set>
                    <p:animEffect transition="in" filter="fade">
                      <p:cBhvr>
                        <p:cTn dur="500"/>
                        <p:tgtEl>
                          <p:spTgt spid="24"/>
                        </p:tgtEl>
                      </p:cBhvr>
                    </p:animEffect>
                    <p:anim calcmode="lin" valueType="num">
                      <p:cBhvr>
                        <p:cTn dur="500" fill="hold"/>
                        <p:tgtEl>
                          <p:spTgt spid="24"/>
                        </p:tgtEl>
                        <p:attrNameLst>
                          <p:attrName>ppt_x</p:attrName>
                        </p:attrNameLst>
                      </p:cBhvr>
                      <p:tavLst>
                        <p:tav tm="0">
                          <p:val>
                            <p:strVal val="#ppt_x"/>
                          </p:val>
                        </p:tav>
                        <p:tav tm="100000">
                          <p:val>
                            <p:strVal val="#ppt_x"/>
                          </p:val>
                        </p:tav>
                      </p:tavLst>
                    </p:anim>
                    <p:anim calcmode="lin" valueType="num">
                      <p:cBhvr>
                        <p:cTn dur="500" fill="hold"/>
                        <p:tgtEl>
                          <p:spTgt spid="24"/>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590.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13" name="Text Placeholder 21"/>
          <p:cNvSpPr>
            <a:spLocks noGrp="1"/>
          </p:cNvSpPr>
          <p:nvPr>
            <p:ph type="body" sz="quarter" idx="20"/>
          </p:nvPr>
        </p:nvSpPr>
        <p:spPr>
          <a:xfrm>
            <a:off x="928685" y="4122030"/>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5" name="Text Placeholder 21"/>
          <p:cNvSpPr>
            <a:spLocks noGrp="1"/>
          </p:cNvSpPr>
          <p:nvPr>
            <p:ph type="body" sz="quarter" idx="23"/>
          </p:nvPr>
        </p:nvSpPr>
        <p:spPr>
          <a:xfrm>
            <a:off x="3741157" y="4122030"/>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7" name="Text Placeholder 21"/>
          <p:cNvSpPr>
            <a:spLocks noGrp="1"/>
          </p:cNvSpPr>
          <p:nvPr>
            <p:ph type="body" sz="quarter" idx="25"/>
          </p:nvPr>
        </p:nvSpPr>
        <p:spPr>
          <a:xfrm>
            <a:off x="6609049" y="4122030"/>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9" name="Text Placeholder 21"/>
          <p:cNvSpPr>
            <a:spLocks noGrp="1"/>
          </p:cNvSpPr>
          <p:nvPr>
            <p:ph type="body" sz="quarter" idx="27"/>
          </p:nvPr>
        </p:nvSpPr>
        <p:spPr>
          <a:xfrm>
            <a:off x="9428447" y="4122030"/>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1" name="Text Placeholder 21"/>
          <p:cNvSpPr>
            <a:spLocks noGrp="1"/>
          </p:cNvSpPr>
          <p:nvPr>
            <p:ph type="body" sz="quarter" idx="29"/>
          </p:nvPr>
        </p:nvSpPr>
        <p:spPr>
          <a:xfrm>
            <a:off x="928685" y="4428734"/>
            <a:ext cx="1814513" cy="87351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2" name="Text Placeholder 21"/>
          <p:cNvSpPr>
            <a:spLocks noGrp="1"/>
          </p:cNvSpPr>
          <p:nvPr>
            <p:ph type="body" sz="quarter" idx="30"/>
          </p:nvPr>
        </p:nvSpPr>
        <p:spPr>
          <a:xfrm>
            <a:off x="3741157" y="4428734"/>
            <a:ext cx="1814513" cy="87351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3" name="Text Placeholder 21"/>
          <p:cNvSpPr>
            <a:spLocks noGrp="1"/>
          </p:cNvSpPr>
          <p:nvPr>
            <p:ph type="body" sz="quarter" idx="31"/>
          </p:nvPr>
        </p:nvSpPr>
        <p:spPr>
          <a:xfrm>
            <a:off x="6609049" y="4428734"/>
            <a:ext cx="1814513" cy="87351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4" name="Text Placeholder 21"/>
          <p:cNvSpPr>
            <a:spLocks noGrp="1"/>
          </p:cNvSpPr>
          <p:nvPr>
            <p:ph type="body" sz="quarter" idx="32"/>
          </p:nvPr>
        </p:nvSpPr>
        <p:spPr>
          <a:xfrm>
            <a:off x="9428447" y="4428734"/>
            <a:ext cx="1814513" cy="87351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1" name="Picture Placeholder 30"/>
          <p:cNvSpPr>
            <a:spLocks noGrp="1"/>
          </p:cNvSpPr>
          <p:nvPr>
            <p:ph type="pic" sz="quarter" idx="33" hasCustomPrompt="1"/>
          </p:nvPr>
        </p:nvSpPr>
        <p:spPr>
          <a:xfrm>
            <a:off x="1246070" y="2009148"/>
            <a:ext cx="1233487" cy="1695450"/>
          </a:xfrm>
          <a:solidFill>
            <a:schemeClr val="bg1">
              <a:lumMod val="85000"/>
            </a:schemeClr>
          </a:solidFill>
        </p:spPr>
        <p:txBody>
          <a:bodyPr/>
          <a:lstStyle>
            <a:lvl1pPr>
              <a:defRPr/>
            </a:lvl1pPr>
          </a:lstStyle>
          <a:p>
            <a:r>
              <a:rPr lang="id-ID" dirty="0" smtClean="0"/>
              <a:t>Pic here</a:t>
            </a:r>
            <a:endParaRPr lang="en-AU" dirty="0"/>
          </a:p>
        </p:txBody>
      </p:sp>
      <p:sp>
        <p:nvSpPr>
          <p:cNvPr id="33" name="Picture Placeholder 30"/>
          <p:cNvSpPr>
            <a:spLocks noGrp="1"/>
          </p:cNvSpPr>
          <p:nvPr>
            <p:ph type="pic" sz="quarter" idx="34" hasCustomPrompt="1"/>
          </p:nvPr>
        </p:nvSpPr>
        <p:spPr>
          <a:xfrm>
            <a:off x="4038600" y="2009148"/>
            <a:ext cx="1233487" cy="1695450"/>
          </a:xfrm>
          <a:solidFill>
            <a:schemeClr val="bg1">
              <a:lumMod val="85000"/>
            </a:schemeClr>
          </a:solidFill>
        </p:spPr>
        <p:txBody>
          <a:bodyPr/>
          <a:lstStyle>
            <a:lvl1pPr>
              <a:defRPr/>
            </a:lvl1pPr>
          </a:lstStyle>
          <a:p>
            <a:r>
              <a:rPr lang="id-ID" dirty="0" smtClean="0"/>
              <a:t>Pic here</a:t>
            </a:r>
            <a:endParaRPr lang="en-AU" dirty="0"/>
          </a:p>
        </p:txBody>
      </p:sp>
      <p:sp>
        <p:nvSpPr>
          <p:cNvPr id="35" name="Picture Placeholder 30"/>
          <p:cNvSpPr>
            <a:spLocks noGrp="1"/>
          </p:cNvSpPr>
          <p:nvPr>
            <p:ph type="pic" sz="quarter" idx="35" hasCustomPrompt="1"/>
          </p:nvPr>
        </p:nvSpPr>
        <p:spPr>
          <a:xfrm>
            <a:off x="6834187" y="2009148"/>
            <a:ext cx="1233487" cy="1695450"/>
          </a:xfrm>
          <a:solidFill>
            <a:schemeClr val="bg1">
              <a:lumMod val="85000"/>
            </a:schemeClr>
          </a:solidFill>
        </p:spPr>
        <p:txBody>
          <a:bodyPr/>
          <a:lstStyle>
            <a:lvl1pPr>
              <a:defRPr/>
            </a:lvl1pPr>
          </a:lstStyle>
          <a:p>
            <a:r>
              <a:rPr lang="id-ID" dirty="0" smtClean="0"/>
              <a:t>Pic here</a:t>
            </a:r>
            <a:endParaRPr lang="en-AU" dirty="0"/>
          </a:p>
        </p:txBody>
      </p:sp>
      <p:sp>
        <p:nvSpPr>
          <p:cNvPr id="37" name="Picture Placeholder 30"/>
          <p:cNvSpPr>
            <a:spLocks noGrp="1"/>
          </p:cNvSpPr>
          <p:nvPr>
            <p:ph type="pic" sz="quarter" idx="36" hasCustomPrompt="1"/>
          </p:nvPr>
        </p:nvSpPr>
        <p:spPr>
          <a:xfrm>
            <a:off x="9712442" y="2009148"/>
            <a:ext cx="1233487" cy="1695450"/>
          </a:xfrm>
          <a:solidFill>
            <a:schemeClr val="bg1">
              <a:lumMod val="85000"/>
            </a:schemeClr>
          </a:solidFill>
        </p:spPr>
        <p:txBody>
          <a:bodyPr/>
          <a:lstStyle>
            <a:lvl1pPr>
              <a:defRPr/>
            </a:lvl1pPr>
          </a:lstStyle>
          <a:p>
            <a:r>
              <a:rPr lang="id-ID" dirty="0" smtClean="0"/>
              <a:t>Pic here</a:t>
            </a:r>
            <a:endParaRPr lang="en-AU" dirty="0"/>
          </a:p>
        </p:txBody>
      </p:sp>
      <p:grpSp>
        <p:nvGrpSpPr>
          <p:cNvPr id="25" name="Group 24"/>
          <p:cNvGrpSpPr/>
          <p:nvPr userDrawn="1"/>
        </p:nvGrpSpPr>
        <p:grpSpPr>
          <a:xfrm>
            <a:off x="973770" y="5352142"/>
            <a:ext cx="1724341" cy="516155"/>
            <a:chOff x="3872969" y="5806923"/>
            <a:chExt cx="1724341" cy="516155"/>
          </a:xfrm>
        </p:grpSpPr>
        <p:sp>
          <p:nvSpPr>
            <p:cNvPr id="26" name="Oval 25"/>
            <p:cNvSpPr/>
            <p:nvPr/>
          </p:nvSpPr>
          <p:spPr>
            <a:xfrm>
              <a:off x="3872969"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27" name="Oval 26"/>
            <p:cNvSpPr/>
            <p:nvPr/>
          </p:nvSpPr>
          <p:spPr>
            <a:xfrm>
              <a:off x="4477062"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28" name="Oval 27"/>
            <p:cNvSpPr/>
            <p:nvPr/>
          </p:nvSpPr>
          <p:spPr>
            <a:xfrm>
              <a:off x="5081155"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30" name="Freeform 63"/>
            <p:cNvSpPr>
              <a:spLocks/>
            </p:cNvSpPr>
            <p:nvPr/>
          </p:nvSpPr>
          <p:spPr bwMode="auto">
            <a:xfrm>
              <a:off x="4576091" y="5937921"/>
              <a:ext cx="318095" cy="261714"/>
            </a:xfrm>
            <a:custGeom>
              <a:avLst/>
              <a:gdLst>
                <a:gd name="T0" fmla="*/ 160 w 160"/>
                <a:gd name="T1" fmla="*/ 16 h 131"/>
                <a:gd name="T2" fmla="*/ 159 w 160"/>
                <a:gd name="T3" fmla="*/ 16 h 131"/>
                <a:gd name="T4" fmla="*/ 144 w 160"/>
                <a:gd name="T5" fmla="*/ 20 h 131"/>
                <a:gd name="T6" fmla="*/ 156 w 160"/>
                <a:gd name="T7" fmla="*/ 4 h 131"/>
                <a:gd name="T8" fmla="*/ 156 w 160"/>
                <a:gd name="T9" fmla="*/ 3 h 131"/>
                <a:gd name="T10" fmla="*/ 155 w 160"/>
                <a:gd name="T11" fmla="*/ 3 h 131"/>
                <a:gd name="T12" fmla="*/ 135 w 160"/>
                <a:gd name="T13" fmla="*/ 11 h 131"/>
                <a:gd name="T14" fmla="*/ 111 w 160"/>
                <a:gd name="T15" fmla="*/ 0 h 131"/>
                <a:gd name="T16" fmla="*/ 77 w 160"/>
                <a:gd name="T17" fmla="*/ 34 h 131"/>
                <a:gd name="T18" fmla="*/ 78 w 160"/>
                <a:gd name="T19" fmla="*/ 40 h 131"/>
                <a:gd name="T20" fmla="*/ 12 w 160"/>
                <a:gd name="T21" fmla="*/ 7 h 131"/>
                <a:gd name="T22" fmla="*/ 12 w 160"/>
                <a:gd name="T23" fmla="*/ 6 h 131"/>
                <a:gd name="T24" fmla="*/ 11 w 160"/>
                <a:gd name="T25" fmla="*/ 7 h 131"/>
                <a:gd name="T26" fmla="*/ 7 w 160"/>
                <a:gd name="T27" fmla="*/ 23 h 131"/>
                <a:gd name="T28" fmla="*/ 19 w 160"/>
                <a:gd name="T29" fmla="*/ 50 h 131"/>
                <a:gd name="T30" fmla="*/ 7 w 160"/>
                <a:gd name="T31" fmla="*/ 46 h 131"/>
                <a:gd name="T32" fmla="*/ 7 w 160"/>
                <a:gd name="T33" fmla="*/ 46 h 131"/>
                <a:gd name="T34" fmla="*/ 6 w 160"/>
                <a:gd name="T35" fmla="*/ 47 h 131"/>
                <a:gd name="T36" fmla="*/ 6 w 160"/>
                <a:gd name="T37" fmla="*/ 47 h 131"/>
                <a:gd name="T38" fmla="*/ 30 w 160"/>
                <a:gd name="T39" fmla="*/ 79 h 131"/>
                <a:gd name="T40" fmla="*/ 19 w 160"/>
                <a:gd name="T41" fmla="*/ 79 h 131"/>
                <a:gd name="T42" fmla="*/ 18 w 160"/>
                <a:gd name="T43" fmla="*/ 79 h 131"/>
                <a:gd name="T44" fmla="*/ 18 w 160"/>
                <a:gd name="T45" fmla="*/ 80 h 131"/>
                <a:gd name="T46" fmla="*/ 47 w 160"/>
                <a:gd name="T47" fmla="*/ 103 h 131"/>
                <a:gd name="T48" fmla="*/ 8 w 160"/>
                <a:gd name="T49" fmla="*/ 115 h 131"/>
                <a:gd name="T50" fmla="*/ 1 w 160"/>
                <a:gd name="T51" fmla="*/ 115 h 131"/>
                <a:gd name="T52" fmla="*/ 0 w 160"/>
                <a:gd name="T53" fmla="*/ 115 h 131"/>
                <a:gd name="T54" fmla="*/ 0 w 160"/>
                <a:gd name="T55" fmla="*/ 116 h 131"/>
                <a:gd name="T56" fmla="*/ 51 w 160"/>
                <a:gd name="T57" fmla="*/ 131 h 131"/>
                <a:gd name="T58" fmla="*/ 144 w 160"/>
                <a:gd name="T59" fmla="*/ 38 h 131"/>
                <a:gd name="T60" fmla="*/ 144 w 160"/>
                <a:gd name="T61" fmla="*/ 34 h 131"/>
                <a:gd name="T62" fmla="*/ 160 w 160"/>
                <a:gd name="T63" fmla="*/ 17 h 131"/>
                <a:gd name="T64" fmla="*/ 160 w 160"/>
                <a:gd name="T65" fmla="*/ 1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0" h="131">
                  <a:moveTo>
                    <a:pt x="160" y="16"/>
                  </a:moveTo>
                  <a:cubicBezTo>
                    <a:pt x="160" y="16"/>
                    <a:pt x="160" y="16"/>
                    <a:pt x="159" y="16"/>
                  </a:cubicBezTo>
                  <a:cubicBezTo>
                    <a:pt x="154" y="18"/>
                    <a:pt x="149" y="19"/>
                    <a:pt x="144" y="20"/>
                  </a:cubicBezTo>
                  <a:cubicBezTo>
                    <a:pt x="150" y="16"/>
                    <a:pt x="154" y="10"/>
                    <a:pt x="156" y="4"/>
                  </a:cubicBezTo>
                  <a:cubicBezTo>
                    <a:pt x="156" y="3"/>
                    <a:pt x="156" y="3"/>
                    <a:pt x="156" y="3"/>
                  </a:cubicBezTo>
                  <a:cubicBezTo>
                    <a:pt x="155" y="3"/>
                    <a:pt x="155" y="3"/>
                    <a:pt x="155" y="3"/>
                  </a:cubicBezTo>
                  <a:cubicBezTo>
                    <a:pt x="149" y="7"/>
                    <a:pt x="142" y="9"/>
                    <a:pt x="135" y="11"/>
                  </a:cubicBezTo>
                  <a:cubicBezTo>
                    <a:pt x="128" y="4"/>
                    <a:pt x="120" y="0"/>
                    <a:pt x="111" y="0"/>
                  </a:cubicBezTo>
                  <a:cubicBezTo>
                    <a:pt x="92" y="0"/>
                    <a:pt x="77" y="15"/>
                    <a:pt x="77" y="34"/>
                  </a:cubicBezTo>
                  <a:cubicBezTo>
                    <a:pt x="77" y="36"/>
                    <a:pt x="77" y="38"/>
                    <a:pt x="78" y="40"/>
                  </a:cubicBezTo>
                  <a:cubicBezTo>
                    <a:pt x="52" y="39"/>
                    <a:pt x="29" y="26"/>
                    <a:pt x="12" y="7"/>
                  </a:cubicBezTo>
                  <a:cubicBezTo>
                    <a:pt x="12" y="6"/>
                    <a:pt x="12" y="6"/>
                    <a:pt x="12" y="6"/>
                  </a:cubicBezTo>
                  <a:cubicBezTo>
                    <a:pt x="11" y="6"/>
                    <a:pt x="11" y="6"/>
                    <a:pt x="11" y="7"/>
                  </a:cubicBezTo>
                  <a:cubicBezTo>
                    <a:pt x="8" y="12"/>
                    <a:pt x="7" y="18"/>
                    <a:pt x="7" y="23"/>
                  </a:cubicBezTo>
                  <a:cubicBezTo>
                    <a:pt x="7" y="34"/>
                    <a:pt x="11" y="43"/>
                    <a:pt x="19" y="50"/>
                  </a:cubicBezTo>
                  <a:cubicBezTo>
                    <a:pt x="15" y="49"/>
                    <a:pt x="11" y="48"/>
                    <a:pt x="7" y="46"/>
                  </a:cubicBezTo>
                  <a:cubicBezTo>
                    <a:pt x="7" y="46"/>
                    <a:pt x="7" y="46"/>
                    <a:pt x="7" y="46"/>
                  </a:cubicBezTo>
                  <a:cubicBezTo>
                    <a:pt x="6" y="46"/>
                    <a:pt x="6" y="46"/>
                    <a:pt x="6" y="47"/>
                  </a:cubicBezTo>
                  <a:cubicBezTo>
                    <a:pt x="6" y="47"/>
                    <a:pt x="6" y="47"/>
                    <a:pt x="6" y="47"/>
                  </a:cubicBezTo>
                  <a:cubicBezTo>
                    <a:pt x="6" y="62"/>
                    <a:pt x="16" y="75"/>
                    <a:pt x="30" y="79"/>
                  </a:cubicBezTo>
                  <a:cubicBezTo>
                    <a:pt x="26" y="79"/>
                    <a:pt x="22" y="79"/>
                    <a:pt x="19" y="79"/>
                  </a:cubicBezTo>
                  <a:cubicBezTo>
                    <a:pt x="18" y="79"/>
                    <a:pt x="18" y="79"/>
                    <a:pt x="18" y="79"/>
                  </a:cubicBezTo>
                  <a:cubicBezTo>
                    <a:pt x="18" y="79"/>
                    <a:pt x="18" y="79"/>
                    <a:pt x="18" y="80"/>
                  </a:cubicBezTo>
                  <a:cubicBezTo>
                    <a:pt x="22" y="93"/>
                    <a:pt x="33" y="102"/>
                    <a:pt x="47" y="103"/>
                  </a:cubicBezTo>
                  <a:cubicBezTo>
                    <a:pt x="36" y="111"/>
                    <a:pt x="22" y="115"/>
                    <a:pt x="8" y="115"/>
                  </a:cubicBezTo>
                  <a:cubicBezTo>
                    <a:pt x="6" y="115"/>
                    <a:pt x="3" y="115"/>
                    <a:pt x="1" y="115"/>
                  </a:cubicBezTo>
                  <a:cubicBezTo>
                    <a:pt x="0" y="115"/>
                    <a:pt x="0" y="115"/>
                    <a:pt x="0" y="115"/>
                  </a:cubicBezTo>
                  <a:cubicBezTo>
                    <a:pt x="0" y="116"/>
                    <a:pt x="0" y="116"/>
                    <a:pt x="0" y="116"/>
                  </a:cubicBezTo>
                  <a:cubicBezTo>
                    <a:pt x="15" y="126"/>
                    <a:pt x="33" y="131"/>
                    <a:pt x="51" y="131"/>
                  </a:cubicBezTo>
                  <a:cubicBezTo>
                    <a:pt x="109" y="131"/>
                    <a:pt x="144" y="83"/>
                    <a:pt x="144" y="38"/>
                  </a:cubicBezTo>
                  <a:cubicBezTo>
                    <a:pt x="144" y="36"/>
                    <a:pt x="144" y="35"/>
                    <a:pt x="144" y="34"/>
                  </a:cubicBezTo>
                  <a:cubicBezTo>
                    <a:pt x="150" y="29"/>
                    <a:pt x="156" y="23"/>
                    <a:pt x="160" y="17"/>
                  </a:cubicBezTo>
                  <a:cubicBezTo>
                    <a:pt x="160" y="17"/>
                    <a:pt x="160" y="16"/>
                    <a:pt x="160" y="16"/>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sp>
          <p:nvSpPr>
            <p:cNvPr id="38" name="Freeform 21"/>
            <p:cNvSpPr>
              <a:spLocks/>
            </p:cNvSpPr>
            <p:nvPr/>
          </p:nvSpPr>
          <p:spPr bwMode="auto">
            <a:xfrm>
              <a:off x="5235659" y="5934143"/>
              <a:ext cx="207145" cy="261714"/>
            </a:xfrm>
            <a:custGeom>
              <a:avLst/>
              <a:gdLst>
                <a:gd name="T0" fmla="*/ 129 w 323"/>
                <a:gd name="T1" fmla="*/ 272 h 408"/>
                <a:gd name="T2" fmla="*/ 68 w 323"/>
                <a:gd name="T3" fmla="*/ 408 h 408"/>
                <a:gd name="T4" fmla="*/ 98 w 323"/>
                <a:gd name="T5" fmla="*/ 196 h 408"/>
                <a:gd name="T6" fmla="*/ 149 w 323"/>
                <a:gd name="T7" fmla="*/ 99 h 408"/>
                <a:gd name="T8" fmla="*/ 172 w 323"/>
                <a:gd name="T9" fmla="*/ 257 h 408"/>
                <a:gd name="T10" fmla="*/ 234 w 323"/>
                <a:gd name="T11" fmla="*/ 73 h 408"/>
                <a:gd name="T12" fmla="*/ 47 w 323"/>
                <a:gd name="T13" fmla="*/ 173 h 408"/>
                <a:gd name="T14" fmla="*/ 57 w 323"/>
                <a:gd name="T15" fmla="*/ 239 h 408"/>
                <a:gd name="T16" fmla="*/ 1 w 323"/>
                <a:gd name="T17" fmla="*/ 147 h 408"/>
                <a:gd name="T18" fmla="*/ 137 w 323"/>
                <a:gd name="T19" fmla="*/ 9 h 408"/>
                <a:gd name="T20" fmla="*/ 310 w 323"/>
                <a:gd name="T21" fmla="*/ 119 h 408"/>
                <a:gd name="T22" fmla="*/ 183 w 323"/>
                <a:gd name="T23" fmla="*/ 298 h 408"/>
                <a:gd name="T24" fmla="*/ 129 w 323"/>
                <a:gd name="T25" fmla="*/ 272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3" h="408">
                  <a:moveTo>
                    <a:pt x="129" y="272"/>
                  </a:moveTo>
                  <a:cubicBezTo>
                    <a:pt x="118" y="328"/>
                    <a:pt x="106" y="380"/>
                    <a:pt x="68" y="408"/>
                  </a:cubicBezTo>
                  <a:cubicBezTo>
                    <a:pt x="56" y="325"/>
                    <a:pt x="85" y="262"/>
                    <a:pt x="98" y="196"/>
                  </a:cubicBezTo>
                  <a:cubicBezTo>
                    <a:pt x="75" y="157"/>
                    <a:pt x="101" y="80"/>
                    <a:pt x="149" y="99"/>
                  </a:cubicBezTo>
                  <a:cubicBezTo>
                    <a:pt x="209" y="122"/>
                    <a:pt x="98" y="242"/>
                    <a:pt x="172" y="257"/>
                  </a:cubicBezTo>
                  <a:cubicBezTo>
                    <a:pt x="250" y="273"/>
                    <a:pt x="282" y="122"/>
                    <a:pt x="234" y="73"/>
                  </a:cubicBezTo>
                  <a:cubicBezTo>
                    <a:pt x="164" y="2"/>
                    <a:pt x="31" y="72"/>
                    <a:pt x="47" y="173"/>
                  </a:cubicBezTo>
                  <a:cubicBezTo>
                    <a:pt x="51" y="198"/>
                    <a:pt x="77" y="205"/>
                    <a:pt x="57" y="239"/>
                  </a:cubicBezTo>
                  <a:cubicBezTo>
                    <a:pt x="13" y="229"/>
                    <a:pt x="0" y="194"/>
                    <a:pt x="1" y="147"/>
                  </a:cubicBezTo>
                  <a:cubicBezTo>
                    <a:pt x="4" y="70"/>
                    <a:pt x="70" y="17"/>
                    <a:pt x="137" y="9"/>
                  </a:cubicBezTo>
                  <a:cubicBezTo>
                    <a:pt x="221" y="0"/>
                    <a:pt x="300" y="40"/>
                    <a:pt x="310" y="119"/>
                  </a:cubicBezTo>
                  <a:cubicBezTo>
                    <a:pt x="323" y="208"/>
                    <a:pt x="273" y="305"/>
                    <a:pt x="183" y="298"/>
                  </a:cubicBezTo>
                  <a:cubicBezTo>
                    <a:pt x="158" y="296"/>
                    <a:pt x="148" y="284"/>
                    <a:pt x="129" y="272"/>
                  </a:cubicBezTo>
                  <a:close/>
                </a:path>
              </a:pathLst>
            </a:custGeom>
            <a:solidFill>
              <a:schemeClr val="bg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mn-cs"/>
              </a:endParaRPr>
            </a:p>
          </p:txBody>
        </p:sp>
        <p:sp>
          <p:nvSpPr>
            <p:cNvPr id="39" name="Freeform 62"/>
            <p:cNvSpPr>
              <a:spLocks/>
            </p:cNvSpPr>
            <p:nvPr/>
          </p:nvSpPr>
          <p:spPr bwMode="auto">
            <a:xfrm>
              <a:off x="4063583" y="5934143"/>
              <a:ext cx="134925" cy="261714"/>
            </a:xfrm>
            <a:custGeom>
              <a:avLst/>
              <a:gdLst>
                <a:gd name="T0" fmla="*/ 84 w 84"/>
                <a:gd name="T1" fmla="*/ 27 h 163"/>
                <a:gd name="T2" fmla="*/ 69 w 84"/>
                <a:gd name="T3" fmla="*/ 27 h 163"/>
                <a:gd name="T4" fmla="*/ 54 w 84"/>
                <a:gd name="T5" fmla="*/ 41 h 163"/>
                <a:gd name="T6" fmla="*/ 54 w 84"/>
                <a:gd name="T7" fmla="*/ 60 h 163"/>
                <a:gd name="T8" fmla="*/ 83 w 84"/>
                <a:gd name="T9" fmla="*/ 60 h 163"/>
                <a:gd name="T10" fmla="*/ 83 w 84"/>
                <a:gd name="T11" fmla="*/ 88 h 163"/>
                <a:gd name="T12" fmla="*/ 54 w 84"/>
                <a:gd name="T13" fmla="*/ 88 h 163"/>
                <a:gd name="T14" fmla="*/ 54 w 84"/>
                <a:gd name="T15" fmla="*/ 163 h 163"/>
                <a:gd name="T16" fmla="*/ 25 w 84"/>
                <a:gd name="T17" fmla="*/ 163 h 163"/>
                <a:gd name="T18" fmla="*/ 25 w 84"/>
                <a:gd name="T19" fmla="*/ 88 h 163"/>
                <a:gd name="T20" fmla="*/ 0 w 84"/>
                <a:gd name="T21" fmla="*/ 88 h 163"/>
                <a:gd name="T22" fmla="*/ 0 w 84"/>
                <a:gd name="T23" fmla="*/ 60 h 163"/>
                <a:gd name="T24" fmla="*/ 25 w 84"/>
                <a:gd name="T25" fmla="*/ 60 h 163"/>
                <a:gd name="T26" fmla="*/ 25 w 84"/>
                <a:gd name="T27" fmla="*/ 38 h 163"/>
                <a:gd name="T28" fmla="*/ 62 w 84"/>
                <a:gd name="T29" fmla="*/ 0 h 163"/>
                <a:gd name="T30" fmla="*/ 84 w 84"/>
                <a:gd name="T31" fmla="*/ 0 h 163"/>
                <a:gd name="T32" fmla="*/ 84 w 84"/>
                <a:gd name="T33" fmla="*/ 27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63">
                  <a:moveTo>
                    <a:pt x="84" y="27"/>
                  </a:moveTo>
                  <a:cubicBezTo>
                    <a:pt x="69" y="27"/>
                    <a:pt x="69" y="27"/>
                    <a:pt x="69" y="27"/>
                  </a:cubicBezTo>
                  <a:cubicBezTo>
                    <a:pt x="57" y="27"/>
                    <a:pt x="54" y="33"/>
                    <a:pt x="54" y="41"/>
                  </a:cubicBezTo>
                  <a:cubicBezTo>
                    <a:pt x="54" y="60"/>
                    <a:pt x="54" y="60"/>
                    <a:pt x="54" y="60"/>
                  </a:cubicBezTo>
                  <a:cubicBezTo>
                    <a:pt x="83" y="60"/>
                    <a:pt x="83" y="60"/>
                    <a:pt x="83" y="60"/>
                  </a:cubicBezTo>
                  <a:cubicBezTo>
                    <a:pt x="83" y="88"/>
                    <a:pt x="83" y="88"/>
                    <a:pt x="83" y="88"/>
                  </a:cubicBezTo>
                  <a:cubicBezTo>
                    <a:pt x="54" y="88"/>
                    <a:pt x="54" y="88"/>
                    <a:pt x="54" y="88"/>
                  </a:cubicBezTo>
                  <a:cubicBezTo>
                    <a:pt x="54" y="163"/>
                    <a:pt x="54" y="163"/>
                    <a:pt x="54" y="163"/>
                  </a:cubicBezTo>
                  <a:cubicBezTo>
                    <a:pt x="25" y="163"/>
                    <a:pt x="25" y="163"/>
                    <a:pt x="25" y="163"/>
                  </a:cubicBezTo>
                  <a:cubicBezTo>
                    <a:pt x="25" y="88"/>
                    <a:pt x="25" y="88"/>
                    <a:pt x="25" y="88"/>
                  </a:cubicBezTo>
                  <a:cubicBezTo>
                    <a:pt x="0" y="88"/>
                    <a:pt x="0" y="88"/>
                    <a:pt x="0" y="88"/>
                  </a:cubicBezTo>
                  <a:cubicBezTo>
                    <a:pt x="0" y="60"/>
                    <a:pt x="0" y="60"/>
                    <a:pt x="0" y="60"/>
                  </a:cubicBezTo>
                  <a:cubicBezTo>
                    <a:pt x="25" y="60"/>
                    <a:pt x="25" y="60"/>
                    <a:pt x="25" y="60"/>
                  </a:cubicBezTo>
                  <a:cubicBezTo>
                    <a:pt x="25" y="38"/>
                    <a:pt x="25" y="38"/>
                    <a:pt x="25" y="38"/>
                  </a:cubicBezTo>
                  <a:cubicBezTo>
                    <a:pt x="25" y="13"/>
                    <a:pt x="40" y="0"/>
                    <a:pt x="62" y="0"/>
                  </a:cubicBezTo>
                  <a:cubicBezTo>
                    <a:pt x="84" y="0"/>
                    <a:pt x="84" y="0"/>
                    <a:pt x="84" y="0"/>
                  </a:cubicBezTo>
                  <a:lnTo>
                    <a:pt x="84" y="27"/>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grpSp>
      <p:grpSp>
        <p:nvGrpSpPr>
          <p:cNvPr id="40" name="Group 39"/>
          <p:cNvGrpSpPr/>
          <p:nvPr userDrawn="1"/>
        </p:nvGrpSpPr>
        <p:grpSpPr>
          <a:xfrm>
            <a:off x="3793172" y="5361672"/>
            <a:ext cx="1724341" cy="516155"/>
            <a:chOff x="3872969" y="5806923"/>
            <a:chExt cx="1724341" cy="516155"/>
          </a:xfrm>
        </p:grpSpPr>
        <p:sp>
          <p:nvSpPr>
            <p:cNvPr id="41" name="Oval 40"/>
            <p:cNvSpPr/>
            <p:nvPr/>
          </p:nvSpPr>
          <p:spPr>
            <a:xfrm>
              <a:off x="3872969"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2" name="Oval 41"/>
            <p:cNvSpPr/>
            <p:nvPr/>
          </p:nvSpPr>
          <p:spPr>
            <a:xfrm>
              <a:off x="4477062"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3" name="Oval 42"/>
            <p:cNvSpPr/>
            <p:nvPr/>
          </p:nvSpPr>
          <p:spPr>
            <a:xfrm>
              <a:off x="5081155"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4" name="Freeform 63"/>
            <p:cNvSpPr>
              <a:spLocks/>
            </p:cNvSpPr>
            <p:nvPr/>
          </p:nvSpPr>
          <p:spPr bwMode="auto">
            <a:xfrm>
              <a:off x="4576091" y="5937921"/>
              <a:ext cx="318095" cy="261714"/>
            </a:xfrm>
            <a:custGeom>
              <a:avLst/>
              <a:gdLst>
                <a:gd name="T0" fmla="*/ 160 w 160"/>
                <a:gd name="T1" fmla="*/ 16 h 131"/>
                <a:gd name="T2" fmla="*/ 159 w 160"/>
                <a:gd name="T3" fmla="*/ 16 h 131"/>
                <a:gd name="T4" fmla="*/ 144 w 160"/>
                <a:gd name="T5" fmla="*/ 20 h 131"/>
                <a:gd name="T6" fmla="*/ 156 w 160"/>
                <a:gd name="T7" fmla="*/ 4 h 131"/>
                <a:gd name="T8" fmla="*/ 156 w 160"/>
                <a:gd name="T9" fmla="*/ 3 h 131"/>
                <a:gd name="T10" fmla="*/ 155 w 160"/>
                <a:gd name="T11" fmla="*/ 3 h 131"/>
                <a:gd name="T12" fmla="*/ 135 w 160"/>
                <a:gd name="T13" fmla="*/ 11 h 131"/>
                <a:gd name="T14" fmla="*/ 111 w 160"/>
                <a:gd name="T15" fmla="*/ 0 h 131"/>
                <a:gd name="T16" fmla="*/ 77 w 160"/>
                <a:gd name="T17" fmla="*/ 34 h 131"/>
                <a:gd name="T18" fmla="*/ 78 w 160"/>
                <a:gd name="T19" fmla="*/ 40 h 131"/>
                <a:gd name="T20" fmla="*/ 12 w 160"/>
                <a:gd name="T21" fmla="*/ 7 h 131"/>
                <a:gd name="T22" fmla="*/ 12 w 160"/>
                <a:gd name="T23" fmla="*/ 6 h 131"/>
                <a:gd name="T24" fmla="*/ 11 w 160"/>
                <a:gd name="T25" fmla="*/ 7 h 131"/>
                <a:gd name="T26" fmla="*/ 7 w 160"/>
                <a:gd name="T27" fmla="*/ 23 h 131"/>
                <a:gd name="T28" fmla="*/ 19 w 160"/>
                <a:gd name="T29" fmla="*/ 50 h 131"/>
                <a:gd name="T30" fmla="*/ 7 w 160"/>
                <a:gd name="T31" fmla="*/ 46 h 131"/>
                <a:gd name="T32" fmla="*/ 7 w 160"/>
                <a:gd name="T33" fmla="*/ 46 h 131"/>
                <a:gd name="T34" fmla="*/ 6 w 160"/>
                <a:gd name="T35" fmla="*/ 47 h 131"/>
                <a:gd name="T36" fmla="*/ 6 w 160"/>
                <a:gd name="T37" fmla="*/ 47 h 131"/>
                <a:gd name="T38" fmla="*/ 30 w 160"/>
                <a:gd name="T39" fmla="*/ 79 h 131"/>
                <a:gd name="T40" fmla="*/ 19 w 160"/>
                <a:gd name="T41" fmla="*/ 79 h 131"/>
                <a:gd name="T42" fmla="*/ 18 w 160"/>
                <a:gd name="T43" fmla="*/ 79 h 131"/>
                <a:gd name="T44" fmla="*/ 18 w 160"/>
                <a:gd name="T45" fmla="*/ 80 h 131"/>
                <a:gd name="T46" fmla="*/ 47 w 160"/>
                <a:gd name="T47" fmla="*/ 103 h 131"/>
                <a:gd name="T48" fmla="*/ 8 w 160"/>
                <a:gd name="T49" fmla="*/ 115 h 131"/>
                <a:gd name="T50" fmla="*/ 1 w 160"/>
                <a:gd name="T51" fmla="*/ 115 h 131"/>
                <a:gd name="T52" fmla="*/ 0 w 160"/>
                <a:gd name="T53" fmla="*/ 115 h 131"/>
                <a:gd name="T54" fmla="*/ 0 w 160"/>
                <a:gd name="T55" fmla="*/ 116 h 131"/>
                <a:gd name="T56" fmla="*/ 51 w 160"/>
                <a:gd name="T57" fmla="*/ 131 h 131"/>
                <a:gd name="T58" fmla="*/ 144 w 160"/>
                <a:gd name="T59" fmla="*/ 38 h 131"/>
                <a:gd name="T60" fmla="*/ 144 w 160"/>
                <a:gd name="T61" fmla="*/ 34 h 131"/>
                <a:gd name="T62" fmla="*/ 160 w 160"/>
                <a:gd name="T63" fmla="*/ 17 h 131"/>
                <a:gd name="T64" fmla="*/ 160 w 160"/>
                <a:gd name="T65" fmla="*/ 1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0" h="131">
                  <a:moveTo>
                    <a:pt x="160" y="16"/>
                  </a:moveTo>
                  <a:cubicBezTo>
                    <a:pt x="160" y="16"/>
                    <a:pt x="160" y="16"/>
                    <a:pt x="159" y="16"/>
                  </a:cubicBezTo>
                  <a:cubicBezTo>
                    <a:pt x="154" y="18"/>
                    <a:pt x="149" y="19"/>
                    <a:pt x="144" y="20"/>
                  </a:cubicBezTo>
                  <a:cubicBezTo>
                    <a:pt x="150" y="16"/>
                    <a:pt x="154" y="10"/>
                    <a:pt x="156" y="4"/>
                  </a:cubicBezTo>
                  <a:cubicBezTo>
                    <a:pt x="156" y="3"/>
                    <a:pt x="156" y="3"/>
                    <a:pt x="156" y="3"/>
                  </a:cubicBezTo>
                  <a:cubicBezTo>
                    <a:pt x="155" y="3"/>
                    <a:pt x="155" y="3"/>
                    <a:pt x="155" y="3"/>
                  </a:cubicBezTo>
                  <a:cubicBezTo>
                    <a:pt x="149" y="7"/>
                    <a:pt x="142" y="9"/>
                    <a:pt x="135" y="11"/>
                  </a:cubicBezTo>
                  <a:cubicBezTo>
                    <a:pt x="128" y="4"/>
                    <a:pt x="120" y="0"/>
                    <a:pt x="111" y="0"/>
                  </a:cubicBezTo>
                  <a:cubicBezTo>
                    <a:pt x="92" y="0"/>
                    <a:pt x="77" y="15"/>
                    <a:pt x="77" y="34"/>
                  </a:cubicBezTo>
                  <a:cubicBezTo>
                    <a:pt x="77" y="36"/>
                    <a:pt x="77" y="38"/>
                    <a:pt x="78" y="40"/>
                  </a:cubicBezTo>
                  <a:cubicBezTo>
                    <a:pt x="52" y="39"/>
                    <a:pt x="29" y="26"/>
                    <a:pt x="12" y="7"/>
                  </a:cubicBezTo>
                  <a:cubicBezTo>
                    <a:pt x="12" y="6"/>
                    <a:pt x="12" y="6"/>
                    <a:pt x="12" y="6"/>
                  </a:cubicBezTo>
                  <a:cubicBezTo>
                    <a:pt x="11" y="6"/>
                    <a:pt x="11" y="6"/>
                    <a:pt x="11" y="7"/>
                  </a:cubicBezTo>
                  <a:cubicBezTo>
                    <a:pt x="8" y="12"/>
                    <a:pt x="7" y="18"/>
                    <a:pt x="7" y="23"/>
                  </a:cubicBezTo>
                  <a:cubicBezTo>
                    <a:pt x="7" y="34"/>
                    <a:pt x="11" y="43"/>
                    <a:pt x="19" y="50"/>
                  </a:cubicBezTo>
                  <a:cubicBezTo>
                    <a:pt x="15" y="49"/>
                    <a:pt x="11" y="48"/>
                    <a:pt x="7" y="46"/>
                  </a:cubicBezTo>
                  <a:cubicBezTo>
                    <a:pt x="7" y="46"/>
                    <a:pt x="7" y="46"/>
                    <a:pt x="7" y="46"/>
                  </a:cubicBezTo>
                  <a:cubicBezTo>
                    <a:pt x="6" y="46"/>
                    <a:pt x="6" y="46"/>
                    <a:pt x="6" y="47"/>
                  </a:cubicBezTo>
                  <a:cubicBezTo>
                    <a:pt x="6" y="47"/>
                    <a:pt x="6" y="47"/>
                    <a:pt x="6" y="47"/>
                  </a:cubicBezTo>
                  <a:cubicBezTo>
                    <a:pt x="6" y="62"/>
                    <a:pt x="16" y="75"/>
                    <a:pt x="30" y="79"/>
                  </a:cubicBezTo>
                  <a:cubicBezTo>
                    <a:pt x="26" y="79"/>
                    <a:pt x="22" y="79"/>
                    <a:pt x="19" y="79"/>
                  </a:cubicBezTo>
                  <a:cubicBezTo>
                    <a:pt x="18" y="79"/>
                    <a:pt x="18" y="79"/>
                    <a:pt x="18" y="79"/>
                  </a:cubicBezTo>
                  <a:cubicBezTo>
                    <a:pt x="18" y="79"/>
                    <a:pt x="18" y="79"/>
                    <a:pt x="18" y="80"/>
                  </a:cubicBezTo>
                  <a:cubicBezTo>
                    <a:pt x="22" y="93"/>
                    <a:pt x="33" y="102"/>
                    <a:pt x="47" y="103"/>
                  </a:cubicBezTo>
                  <a:cubicBezTo>
                    <a:pt x="36" y="111"/>
                    <a:pt x="22" y="115"/>
                    <a:pt x="8" y="115"/>
                  </a:cubicBezTo>
                  <a:cubicBezTo>
                    <a:pt x="6" y="115"/>
                    <a:pt x="3" y="115"/>
                    <a:pt x="1" y="115"/>
                  </a:cubicBezTo>
                  <a:cubicBezTo>
                    <a:pt x="0" y="115"/>
                    <a:pt x="0" y="115"/>
                    <a:pt x="0" y="115"/>
                  </a:cubicBezTo>
                  <a:cubicBezTo>
                    <a:pt x="0" y="116"/>
                    <a:pt x="0" y="116"/>
                    <a:pt x="0" y="116"/>
                  </a:cubicBezTo>
                  <a:cubicBezTo>
                    <a:pt x="15" y="126"/>
                    <a:pt x="33" y="131"/>
                    <a:pt x="51" y="131"/>
                  </a:cubicBezTo>
                  <a:cubicBezTo>
                    <a:pt x="109" y="131"/>
                    <a:pt x="144" y="83"/>
                    <a:pt x="144" y="38"/>
                  </a:cubicBezTo>
                  <a:cubicBezTo>
                    <a:pt x="144" y="36"/>
                    <a:pt x="144" y="35"/>
                    <a:pt x="144" y="34"/>
                  </a:cubicBezTo>
                  <a:cubicBezTo>
                    <a:pt x="150" y="29"/>
                    <a:pt x="156" y="23"/>
                    <a:pt x="160" y="17"/>
                  </a:cubicBezTo>
                  <a:cubicBezTo>
                    <a:pt x="160" y="17"/>
                    <a:pt x="160" y="16"/>
                    <a:pt x="160" y="16"/>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sp>
          <p:nvSpPr>
            <p:cNvPr id="45" name="Freeform 21"/>
            <p:cNvSpPr>
              <a:spLocks/>
            </p:cNvSpPr>
            <p:nvPr/>
          </p:nvSpPr>
          <p:spPr bwMode="auto">
            <a:xfrm>
              <a:off x="5235659" y="5934143"/>
              <a:ext cx="207145" cy="261714"/>
            </a:xfrm>
            <a:custGeom>
              <a:avLst/>
              <a:gdLst>
                <a:gd name="T0" fmla="*/ 129 w 323"/>
                <a:gd name="T1" fmla="*/ 272 h 408"/>
                <a:gd name="T2" fmla="*/ 68 w 323"/>
                <a:gd name="T3" fmla="*/ 408 h 408"/>
                <a:gd name="T4" fmla="*/ 98 w 323"/>
                <a:gd name="T5" fmla="*/ 196 h 408"/>
                <a:gd name="T6" fmla="*/ 149 w 323"/>
                <a:gd name="T7" fmla="*/ 99 h 408"/>
                <a:gd name="T8" fmla="*/ 172 w 323"/>
                <a:gd name="T9" fmla="*/ 257 h 408"/>
                <a:gd name="T10" fmla="*/ 234 w 323"/>
                <a:gd name="T11" fmla="*/ 73 h 408"/>
                <a:gd name="T12" fmla="*/ 47 w 323"/>
                <a:gd name="T13" fmla="*/ 173 h 408"/>
                <a:gd name="T14" fmla="*/ 57 w 323"/>
                <a:gd name="T15" fmla="*/ 239 h 408"/>
                <a:gd name="T16" fmla="*/ 1 w 323"/>
                <a:gd name="T17" fmla="*/ 147 h 408"/>
                <a:gd name="T18" fmla="*/ 137 w 323"/>
                <a:gd name="T19" fmla="*/ 9 h 408"/>
                <a:gd name="T20" fmla="*/ 310 w 323"/>
                <a:gd name="T21" fmla="*/ 119 h 408"/>
                <a:gd name="T22" fmla="*/ 183 w 323"/>
                <a:gd name="T23" fmla="*/ 298 h 408"/>
                <a:gd name="T24" fmla="*/ 129 w 323"/>
                <a:gd name="T25" fmla="*/ 272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3" h="408">
                  <a:moveTo>
                    <a:pt x="129" y="272"/>
                  </a:moveTo>
                  <a:cubicBezTo>
                    <a:pt x="118" y="328"/>
                    <a:pt x="106" y="380"/>
                    <a:pt x="68" y="408"/>
                  </a:cubicBezTo>
                  <a:cubicBezTo>
                    <a:pt x="56" y="325"/>
                    <a:pt x="85" y="262"/>
                    <a:pt x="98" y="196"/>
                  </a:cubicBezTo>
                  <a:cubicBezTo>
                    <a:pt x="75" y="157"/>
                    <a:pt x="101" y="80"/>
                    <a:pt x="149" y="99"/>
                  </a:cubicBezTo>
                  <a:cubicBezTo>
                    <a:pt x="209" y="122"/>
                    <a:pt x="98" y="242"/>
                    <a:pt x="172" y="257"/>
                  </a:cubicBezTo>
                  <a:cubicBezTo>
                    <a:pt x="250" y="273"/>
                    <a:pt x="282" y="122"/>
                    <a:pt x="234" y="73"/>
                  </a:cubicBezTo>
                  <a:cubicBezTo>
                    <a:pt x="164" y="2"/>
                    <a:pt x="31" y="72"/>
                    <a:pt x="47" y="173"/>
                  </a:cubicBezTo>
                  <a:cubicBezTo>
                    <a:pt x="51" y="198"/>
                    <a:pt x="77" y="205"/>
                    <a:pt x="57" y="239"/>
                  </a:cubicBezTo>
                  <a:cubicBezTo>
                    <a:pt x="13" y="229"/>
                    <a:pt x="0" y="194"/>
                    <a:pt x="1" y="147"/>
                  </a:cubicBezTo>
                  <a:cubicBezTo>
                    <a:pt x="4" y="70"/>
                    <a:pt x="70" y="17"/>
                    <a:pt x="137" y="9"/>
                  </a:cubicBezTo>
                  <a:cubicBezTo>
                    <a:pt x="221" y="0"/>
                    <a:pt x="300" y="40"/>
                    <a:pt x="310" y="119"/>
                  </a:cubicBezTo>
                  <a:cubicBezTo>
                    <a:pt x="323" y="208"/>
                    <a:pt x="273" y="305"/>
                    <a:pt x="183" y="298"/>
                  </a:cubicBezTo>
                  <a:cubicBezTo>
                    <a:pt x="158" y="296"/>
                    <a:pt x="148" y="284"/>
                    <a:pt x="129" y="272"/>
                  </a:cubicBezTo>
                  <a:close/>
                </a:path>
              </a:pathLst>
            </a:custGeom>
            <a:solidFill>
              <a:schemeClr val="bg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mn-cs"/>
              </a:endParaRPr>
            </a:p>
          </p:txBody>
        </p:sp>
        <p:sp>
          <p:nvSpPr>
            <p:cNvPr id="46" name="Freeform 62"/>
            <p:cNvSpPr>
              <a:spLocks/>
            </p:cNvSpPr>
            <p:nvPr/>
          </p:nvSpPr>
          <p:spPr bwMode="auto">
            <a:xfrm>
              <a:off x="4063583" y="5934143"/>
              <a:ext cx="134925" cy="261714"/>
            </a:xfrm>
            <a:custGeom>
              <a:avLst/>
              <a:gdLst>
                <a:gd name="T0" fmla="*/ 84 w 84"/>
                <a:gd name="T1" fmla="*/ 27 h 163"/>
                <a:gd name="T2" fmla="*/ 69 w 84"/>
                <a:gd name="T3" fmla="*/ 27 h 163"/>
                <a:gd name="T4" fmla="*/ 54 w 84"/>
                <a:gd name="T5" fmla="*/ 41 h 163"/>
                <a:gd name="T6" fmla="*/ 54 w 84"/>
                <a:gd name="T7" fmla="*/ 60 h 163"/>
                <a:gd name="T8" fmla="*/ 83 w 84"/>
                <a:gd name="T9" fmla="*/ 60 h 163"/>
                <a:gd name="T10" fmla="*/ 83 w 84"/>
                <a:gd name="T11" fmla="*/ 88 h 163"/>
                <a:gd name="T12" fmla="*/ 54 w 84"/>
                <a:gd name="T13" fmla="*/ 88 h 163"/>
                <a:gd name="T14" fmla="*/ 54 w 84"/>
                <a:gd name="T15" fmla="*/ 163 h 163"/>
                <a:gd name="T16" fmla="*/ 25 w 84"/>
                <a:gd name="T17" fmla="*/ 163 h 163"/>
                <a:gd name="T18" fmla="*/ 25 w 84"/>
                <a:gd name="T19" fmla="*/ 88 h 163"/>
                <a:gd name="T20" fmla="*/ 0 w 84"/>
                <a:gd name="T21" fmla="*/ 88 h 163"/>
                <a:gd name="T22" fmla="*/ 0 w 84"/>
                <a:gd name="T23" fmla="*/ 60 h 163"/>
                <a:gd name="T24" fmla="*/ 25 w 84"/>
                <a:gd name="T25" fmla="*/ 60 h 163"/>
                <a:gd name="T26" fmla="*/ 25 w 84"/>
                <a:gd name="T27" fmla="*/ 38 h 163"/>
                <a:gd name="T28" fmla="*/ 62 w 84"/>
                <a:gd name="T29" fmla="*/ 0 h 163"/>
                <a:gd name="T30" fmla="*/ 84 w 84"/>
                <a:gd name="T31" fmla="*/ 0 h 163"/>
                <a:gd name="T32" fmla="*/ 84 w 84"/>
                <a:gd name="T33" fmla="*/ 27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63">
                  <a:moveTo>
                    <a:pt x="84" y="27"/>
                  </a:moveTo>
                  <a:cubicBezTo>
                    <a:pt x="69" y="27"/>
                    <a:pt x="69" y="27"/>
                    <a:pt x="69" y="27"/>
                  </a:cubicBezTo>
                  <a:cubicBezTo>
                    <a:pt x="57" y="27"/>
                    <a:pt x="54" y="33"/>
                    <a:pt x="54" y="41"/>
                  </a:cubicBezTo>
                  <a:cubicBezTo>
                    <a:pt x="54" y="60"/>
                    <a:pt x="54" y="60"/>
                    <a:pt x="54" y="60"/>
                  </a:cubicBezTo>
                  <a:cubicBezTo>
                    <a:pt x="83" y="60"/>
                    <a:pt x="83" y="60"/>
                    <a:pt x="83" y="60"/>
                  </a:cubicBezTo>
                  <a:cubicBezTo>
                    <a:pt x="83" y="88"/>
                    <a:pt x="83" y="88"/>
                    <a:pt x="83" y="88"/>
                  </a:cubicBezTo>
                  <a:cubicBezTo>
                    <a:pt x="54" y="88"/>
                    <a:pt x="54" y="88"/>
                    <a:pt x="54" y="88"/>
                  </a:cubicBezTo>
                  <a:cubicBezTo>
                    <a:pt x="54" y="163"/>
                    <a:pt x="54" y="163"/>
                    <a:pt x="54" y="163"/>
                  </a:cubicBezTo>
                  <a:cubicBezTo>
                    <a:pt x="25" y="163"/>
                    <a:pt x="25" y="163"/>
                    <a:pt x="25" y="163"/>
                  </a:cubicBezTo>
                  <a:cubicBezTo>
                    <a:pt x="25" y="88"/>
                    <a:pt x="25" y="88"/>
                    <a:pt x="25" y="88"/>
                  </a:cubicBezTo>
                  <a:cubicBezTo>
                    <a:pt x="0" y="88"/>
                    <a:pt x="0" y="88"/>
                    <a:pt x="0" y="88"/>
                  </a:cubicBezTo>
                  <a:cubicBezTo>
                    <a:pt x="0" y="60"/>
                    <a:pt x="0" y="60"/>
                    <a:pt x="0" y="60"/>
                  </a:cubicBezTo>
                  <a:cubicBezTo>
                    <a:pt x="25" y="60"/>
                    <a:pt x="25" y="60"/>
                    <a:pt x="25" y="60"/>
                  </a:cubicBezTo>
                  <a:cubicBezTo>
                    <a:pt x="25" y="38"/>
                    <a:pt x="25" y="38"/>
                    <a:pt x="25" y="38"/>
                  </a:cubicBezTo>
                  <a:cubicBezTo>
                    <a:pt x="25" y="13"/>
                    <a:pt x="40" y="0"/>
                    <a:pt x="62" y="0"/>
                  </a:cubicBezTo>
                  <a:cubicBezTo>
                    <a:pt x="84" y="0"/>
                    <a:pt x="84" y="0"/>
                    <a:pt x="84" y="0"/>
                  </a:cubicBezTo>
                  <a:lnTo>
                    <a:pt x="84" y="27"/>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grpSp>
      <p:grpSp>
        <p:nvGrpSpPr>
          <p:cNvPr id="47" name="Group 46"/>
          <p:cNvGrpSpPr/>
          <p:nvPr userDrawn="1"/>
        </p:nvGrpSpPr>
        <p:grpSpPr>
          <a:xfrm>
            <a:off x="6654134" y="5352141"/>
            <a:ext cx="1724341" cy="516155"/>
            <a:chOff x="3872969" y="5806923"/>
            <a:chExt cx="1724341" cy="516155"/>
          </a:xfrm>
        </p:grpSpPr>
        <p:sp>
          <p:nvSpPr>
            <p:cNvPr id="48" name="Oval 47"/>
            <p:cNvSpPr/>
            <p:nvPr/>
          </p:nvSpPr>
          <p:spPr>
            <a:xfrm>
              <a:off x="3872969"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9" name="Oval 48"/>
            <p:cNvSpPr/>
            <p:nvPr/>
          </p:nvSpPr>
          <p:spPr>
            <a:xfrm>
              <a:off x="4477062"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50" name="Oval 49"/>
            <p:cNvSpPr/>
            <p:nvPr/>
          </p:nvSpPr>
          <p:spPr>
            <a:xfrm>
              <a:off x="5081155"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51" name="Freeform 63"/>
            <p:cNvSpPr>
              <a:spLocks/>
            </p:cNvSpPr>
            <p:nvPr/>
          </p:nvSpPr>
          <p:spPr bwMode="auto">
            <a:xfrm>
              <a:off x="4576091" y="5937921"/>
              <a:ext cx="318095" cy="261714"/>
            </a:xfrm>
            <a:custGeom>
              <a:avLst/>
              <a:gdLst>
                <a:gd name="T0" fmla="*/ 160 w 160"/>
                <a:gd name="T1" fmla="*/ 16 h 131"/>
                <a:gd name="T2" fmla="*/ 159 w 160"/>
                <a:gd name="T3" fmla="*/ 16 h 131"/>
                <a:gd name="T4" fmla="*/ 144 w 160"/>
                <a:gd name="T5" fmla="*/ 20 h 131"/>
                <a:gd name="T6" fmla="*/ 156 w 160"/>
                <a:gd name="T7" fmla="*/ 4 h 131"/>
                <a:gd name="T8" fmla="*/ 156 w 160"/>
                <a:gd name="T9" fmla="*/ 3 h 131"/>
                <a:gd name="T10" fmla="*/ 155 w 160"/>
                <a:gd name="T11" fmla="*/ 3 h 131"/>
                <a:gd name="T12" fmla="*/ 135 w 160"/>
                <a:gd name="T13" fmla="*/ 11 h 131"/>
                <a:gd name="T14" fmla="*/ 111 w 160"/>
                <a:gd name="T15" fmla="*/ 0 h 131"/>
                <a:gd name="T16" fmla="*/ 77 w 160"/>
                <a:gd name="T17" fmla="*/ 34 h 131"/>
                <a:gd name="T18" fmla="*/ 78 w 160"/>
                <a:gd name="T19" fmla="*/ 40 h 131"/>
                <a:gd name="T20" fmla="*/ 12 w 160"/>
                <a:gd name="T21" fmla="*/ 7 h 131"/>
                <a:gd name="T22" fmla="*/ 12 w 160"/>
                <a:gd name="T23" fmla="*/ 6 h 131"/>
                <a:gd name="T24" fmla="*/ 11 w 160"/>
                <a:gd name="T25" fmla="*/ 7 h 131"/>
                <a:gd name="T26" fmla="*/ 7 w 160"/>
                <a:gd name="T27" fmla="*/ 23 h 131"/>
                <a:gd name="T28" fmla="*/ 19 w 160"/>
                <a:gd name="T29" fmla="*/ 50 h 131"/>
                <a:gd name="T30" fmla="*/ 7 w 160"/>
                <a:gd name="T31" fmla="*/ 46 h 131"/>
                <a:gd name="T32" fmla="*/ 7 w 160"/>
                <a:gd name="T33" fmla="*/ 46 h 131"/>
                <a:gd name="T34" fmla="*/ 6 w 160"/>
                <a:gd name="T35" fmla="*/ 47 h 131"/>
                <a:gd name="T36" fmla="*/ 6 w 160"/>
                <a:gd name="T37" fmla="*/ 47 h 131"/>
                <a:gd name="T38" fmla="*/ 30 w 160"/>
                <a:gd name="T39" fmla="*/ 79 h 131"/>
                <a:gd name="T40" fmla="*/ 19 w 160"/>
                <a:gd name="T41" fmla="*/ 79 h 131"/>
                <a:gd name="T42" fmla="*/ 18 w 160"/>
                <a:gd name="T43" fmla="*/ 79 h 131"/>
                <a:gd name="T44" fmla="*/ 18 w 160"/>
                <a:gd name="T45" fmla="*/ 80 h 131"/>
                <a:gd name="T46" fmla="*/ 47 w 160"/>
                <a:gd name="T47" fmla="*/ 103 h 131"/>
                <a:gd name="T48" fmla="*/ 8 w 160"/>
                <a:gd name="T49" fmla="*/ 115 h 131"/>
                <a:gd name="T50" fmla="*/ 1 w 160"/>
                <a:gd name="T51" fmla="*/ 115 h 131"/>
                <a:gd name="T52" fmla="*/ 0 w 160"/>
                <a:gd name="T53" fmla="*/ 115 h 131"/>
                <a:gd name="T54" fmla="*/ 0 w 160"/>
                <a:gd name="T55" fmla="*/ 116 h 131"/>
                <a:gd name="T56" fmla="*/ 51 w 160"/>
                <a:gd name="T57" fmla="*/ 131 h 131"/>
                <a:gd name="T58" fmla="*/ 144 w 160"/>
                <a:gd name="T59" fmla="*/ 38 h 131"/>
                <a:gd name="T60" fmla="*/ 144 w 160"/>
                <a:gd name="T61" fmla="*/ 34 h 131"/>
                <a:gd name="T62" fmla="*/ 160 w 160"/>
                <a:gd name="T63" fmla="*/ 17 h 131"/>
                <a:gd name="T64" fmla="*/ 160 w 160"/>
                <a:gd name="T65" fmla="*/ 1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0" h="131">
                  <a:moveTo>
                    <a:pt x="160" y="16"/>
                  </a:moveTo>
                  <a:cubicBezTo>
                    <a:pt x="160" y="16"/>
                    <a:pt x="160" y="16"/>
                    <a:pt x="159" y="16"/>
                  </a:cubicBezTo>
                  <a:cubicBezTo>
                    <a:pt x="154" y="18"/>
                    <a:pt x="149" y="19"/>
                    <a:pt x="144" y="20"/>
                  </a:cubicBezTo>
                  <a:cubicBezTo>
                    <a:pt x="150" y="16"/>
                    <a:pt x="154" y="10"/>
                    <a:pt x="156" y="4"/>
                  </a:cubicBezTo>
                  <a:cubicBezTo>
                    <a:pt x="156" y="3"/>
                    <a:pt x="156" y="3"/>
                    <a:pt x="156" y="3"/>
                  </a:cubicBezTo>
                  <a:cubicBezTo>
                    <a:pt x="155" y="3"/>
                    <a:pt x="155" y="3"/>
                    <a:pt x="155" y="3"/>
                  </a:cubicBezTo>
                  <a:cubicBezTo>
                    <a:pt x="149" y="7"/>
                    <a:pt x="142" y="9"/>
                    <a:pt x="135" y="11"/>
                  </a:cubicBezTo>
                  <a:cubicBezTo>
                    <a:pt x="128" y="4"/>
                    <a:pt x="120" y="0"/>
                    <a:pt x="111" y="0"/>
                  </a:cubicBezTo>
                  <a:cubicBezTo>
                    <a:pt x="92" y="0"/>
                    <a:pt x="77" y="15"/>
                    <a:pt x="77" y="34"/>
                  </a:cubicBezTo>
                  <a:cubicBezTo>
                    <a:pt x="77" y="36"/>
                    <a:pt x="77" y="38"/>
                    <a:pt x="78" y="40"/>
                  </a:cubicBezTo>
                  <a:cubicBezTo>
                    <a:pt x="52" y="39"/>
                    <a:pt x="29" y="26"/>
                    <a:pt x="12" y="7"/>
                  </a:cubicBezTo>
                  <a:cubicBezTo>
                    <a:pt x="12" y="6"/>
                    <a:pt x="12" y="6"/>
                    <a:pt x="12" y="6"/>
                  </a:cubicBezTo>
                  <a:cubicBezTo>
                    <a:pt x="11" y="6"/>
                    <a:pt x="11" y="6"/>
                    <a:pt x="11" y="7"/>
                  </a:cubicBezTo>
                  <a:cubicBezTo>
                    <a:pt x="8" y="12"/>
                    <a:pt x="7" y="18"/>
                    <a:pt x="7" y="23"/>
                  </a:cubicBezTo>
                  <a:cubicBezTo>
                    <a:pt x="7" y="34"/>
                    <a:pt x="11" y="43"/>
                    <a:pt x="19" y="50"/>
                  </a:cubicBezTo>
                  <a:cubicBezTo>
                    <a:pt x="15" y="49"/>
                    <a:pt x="11" y="48"/>
                    <a:pt x="7" y="46"/>
                  </a:cubicBezTo>
                  <a:cubicBezTo>
                    <a:pt x="7" y="46"/>
                    <a:pt x="7" y="46"/>
                    <a:pt x="7" y="46"/>
                  </a:cubicBezTo>
                  <a:cubicBezTo>
                    <a:pt x="6" y="46"/>
                    <a:pt x="6" y="46"/>
                    <a:pt x="6" y="47"/>
                  </a:cubicBezTo>
                  <a:cubicBezTo>
                    <a:pt x="6" y="47"/>
                    <a:pt x="6" y="47"/>
                    <a:pt x="6" y="47"/>
                  </a:cubicBezTo>
                  <a:cubicBezTo>
                    <a:pt x="6" y="62"/>
                    <a:pt x="16" y="75"/>
                    <a:pt x="30" y="79"/>
                  </a:cubicBezTo>
                  <a:cubicBezTo>
                    <a:pt x="26" y="79"/>
                    <a:pt x="22" y="79"/>
                    <a:pt x="19" y="79"/>
                  </a:cubicBezTo>
                  <a:cubicBezTo>
                    <a:pt x="18" y="79"/>
                    <a:pt x="18" y="79"/>
                    <a:pt x="18" y="79"/>
                  </a:cubicBezTo>
                  <a:cubicBezTo>
                    <a:pt x="18" y="79"/>
                    <a:pt x="18" y="79"/>
                    <a:pt x="18" y="80"/>
                  </a:cubicBezTo>
                  <a:cubicBezTo>
                    <a:pt x="22" y="93"/>
                    <a:pt x="33" y="102"/>
                    <a:pt x="47" y="103"/>
                  </a:cubicBezTo>
                  <a:cubicBezTo>
                    <a:pt x="36" y="111"/>
                    <a:pt x="22" y="115"/>
                    <a:pt x="8" y="115"/>
                  </a:cubicBezTo>
                  <a:cubicBezTo>
                    <a:pt x="6" y="115"/>
                    <a:pt x="3" y="115"/>
                    <a:pt x="1" y="115"/>
                  </a:cubicBezTo>
                  <a:cubicBezTo>
                    <a:pt x="0" y="115"/>
                    <a:pt x="0" y="115"/>
                    <a:pt x="0" y="115"/>
                  </a:cubicBezTo>
                  <a:cubicBezTo>
                    <a:pt x="0" y="116"/>
                    <a:pt x="0" y="116"/>
                    <a:pt x="0" y="116"/>
                  </a:cubicBezTo>
                  <a:cubicBezTo>
                    <a:pt x="15" y="126"/>
                    <a:pt x="33" y="131"/>
                    <a:pt x="51" y="131"/>
                  </a:cubicBezTo>
                  <a:cubicBezTo>
                    <a:pt x="109" y="131"/>
                    <a:pt x="144" y="83"/>
                    <a:pt x="144" y="38"/>
                  </a:cubicBezTo>
                  <a:cubicBezTo>
                    <a:pt x="144" y="36"/>
                    <a:pt x="144" y="35"/>
                    <a:pt x="144" y="34"/>
                  </a:cubicBezTo>
                  <a:cubicBezTo>
                    <a:pt x="150" y="29"/>
                    <a:pt x="156" y="23"/>
                    <a:pt x="160" y="17"/>
                  </a:cubicBezTo>
                  <a:cubicBezTo>
                    <a:pt x="160" y="17"/>
                    <a:pt x="160" y="16"/>
                    <a:pt x="160" y="16"/>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sp>
          <p:nvSpPr>
            <p:cNvPr id="52" name="Freeform 21"/>
            <p:cNvSpPr>
              <a:spLocks/>
            </p:cNvSpPr>
            <p:nvPr/>
          </p:nvSpPr>
          <p:spPr bwMode="auto">
            <a:xfrm>
              <a:off x="5235659" y="5934143"/>
              <a:ext cx="207145" cy="261714"/>
            </a:xfrm>
            <a:custGeom>
              <a:avLst/>
              <a:gdLst>
                <a:gd name="T0" fmla="*/ 129 w 323"/>
                <a:gd name="T1" fmla="*/ 272 h 408"/>
                <a:gd name="T2" fmla="*/ 68 w 323"/>
                <a:gd name="T3" fmla="*/ 408 h 408"/>
                <a:gd name="T4" fmla="*/ 98 w 323"/>
                <a:gd name="T5" fmla="*/ 196 h 408"/>
                <a:gd name="T6" fmla="*/ 149 w 323"/>
                <a:gd name="T7" fmla="*/ 99 h 408"/>
                <a:gd name="T8" fmla="*/ 172 w 323"/>
                <a:gd name="T9" fmla="*/ 257 h 408"/>
                <a:gd name="T10" fmla="*/ 234 w 323"/>
                <a:gd name="T11" fmla="*/ 73 h 408"/>
                <a:gd name="T12" fmla="*/ 47 w 323"/>
                <a:gd name="T13" fmla="*/ 173 h 408"/>
                <a:gd name="T14" fmla="*/ 57 w 323"/>
                <a:gd name="T15" fmla="*/ 239 h 408"/>
                <a:gd name="T16" fmla="*/ 1 w 323"/>
                <a:gd name="T17" fmla="*/ 147 h 408"/>
                <a:gd name="T18" fmla="*/ 137 w 323"/>
                <a:gd name="T19" fmla="*/ 9 h 408"/>
                <a:gd name="T20" fmla="*/ 310 w 323"/>
                <a:gd name="T21" fmla="*/ 119 h 408"/>
                <a:gd name="T22" fmla="*/ 183 w 323"/>
                <a:gd name="T23" fmla="*/ 298 h 408"/>
                <a:gd name="T24" fmla="*/ 129 w 323"/>
                <a:gd name="T25" fmla="*/ 272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3" h="408">
                  <a:moveTo>
                    <a:pt x="129" y="272"/>
                  </a:moveTo>
                  <a:cubicBezTo>
                    <a:pt x="118" y="328"/>
                    <a:pt x="106" y="380"/>
                    <a:pt x="68" y="408"/>
                  </a:cubicBezTo>
                  <a:cubicBezTo>
                    <a:pt x="56" y="325"/>
                    <a:pt x="85" y="262"/>
                    <a:pt x="98" y="196"/>
                  </a:cubicBezTo>
                  <a:cubicBezTo>
                    <a:pt x="75" y="157"/>
                    <a:pt x="101" y="80"/>
                    <a:pt x="149" y="99"/>
                  </a:cubicBezTo>
                  <a:cubicBezTo>
                    <a:pt x="209" y="122"/>
                    <a:pt x="98" y="242"/>
                    <a:pt x="172" y="257"/>
                  </a:cubicBezTo>
                  <a:cubicBezTo>
                    <a:pt x="250" y="273"/>
                    <a:pt x="282" y="122"/>
                    <a:pt x="234" y="73"/>
                  </a:cubicBezTo>
                  <a:cubicBezTo>
                    <a:pt x="164" y="2"/>
                    <a:pt x="31" y="72"/>
                    <a:pt x="47" y="173"/>
                  </a:cubicBezTo>
                  <a:cubicBezTo>
                    <a:pt x="51" y="198"/>
                    <a:pt x="77" y="205"/>
                    <a:pt x="57" y="239"/>
                  </a:cubicBezTo>
                  <a:cubicBezTo>
                    <a:pt x="13" y="229"/>
                    <a:pt x="0" y="194"/>
                    <a:pt x="1" y="147"/>
                  </a:cubicBezTo>
                  <a:cubicBezTo>
                    <a:pt x="4" y="70"/>
                    <a:pt x="70" y="17"/>
                    <a:pt x="137" y="9"/>
                  </a:cubicBezTo>
                  <a:cubicBezTo>
                    <a:pt x="221" y="0"/>
                    <a:pt x="300" y="40"/>
                    <a:pt x="310" y="119"/>
                  </a:cubicBezTo>
                  <a:cubicBezTo>
                    <a:pt x="323" y="208"/>
                    <a:pt x="273" y="305"/>
                    <a:pt x="183" y="298"/>
                  </a:cubicBezTo>
                  <a:cubicBezTo>
                    <a:pt x="158" y="296"/>
                    <a:pt x="148" y="284"/>
                    <a:pt x="129" y="272"/>
                  </a:cubicBezTo>
                  <a:close/>
                </a:path>
              </a:pathLst>
            </a:custGeom>
            <a:solidFill>
              <a:schemeClr val="bg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mn-cs"/>
              </a:endParaRPr>
            </a:p>
          </p:txBody>
        </p:sp>
        <p:sp>
          <p:nvSpPr>
            <p:cNvPr id="53" name="Freeform 62"/>
            <p:cNvSpPr>
              <a:spLocks/>
            </p:cNvSpPr>
            <p:nvPr/>
          </p:nvSpPr>
          <p:spPr bwMode="auto">
            <a:xfrm>
              <a:off x="4063583" y="5934143"/>
              <a:ext cx="134925" cy="261714"/>
            </a:xfrm>
            <a:custGeom>
              <a:avLst/>
              <a:gdLst>
                <a:gd name="T0" fmla="*/ 84 w 84"/>
                <a:gd name="T1" fmla="*/ 27 h 163"/>
                <a:gd name="T2" fmla="*/ 69 w 84"/>
                <a:gd name="T3" fmla="*/ 27 h 163"/>
                <a:gd name="T4" fmla="*/ 54 w 84"/>
                <a:gd name="T5" fmla="*/ 41 h 163"/>
                <a:gd name="T6" fmla="*/ 54 w 84"/>
                <a:gd name="T7" fmla="*/ 60 h 163"/>
                <a:gd name="T8" fmla="*/ 83 w 84"/>
                <a:gd name="T9" fmla="*/ 60 h 163"/>
                <a:gd name="T10" fmla="*/ 83 w 84"/>
                <a:gd name="T11" fmla="*/ 88 h 163"/>
                <a:gd name="T12" fmla="*/ 54 w 84"/>
                <a:gd name="T13" fmla="*/ 88 h 163"/>
                <a:gd name="T14" fmla="*/ 54 w 84"/>
                <a:gd name="T15" fmla="*/ 163 h 163"/>
                <a:gd name="T16" fmla="*/ 25 w 84"/>
                <a:gd name="T17" fmla="*/ 163 h 163"/>
                <a:gd name="T18" fmla="*/ 25 w 84"/>
                <a:gd name="T19" fmla="*/ 88 h 163"/>
                <a:gd name="T20" fmla="*/ 0 w 84"/>
                <a:gd name="T21" fmla="*/ 88 h 163"/>
                <a:gd name="T22" fmla="*/ 0 w 84"/>
                <a:gd name="T23" fmla="*/ 60 h 163"/>
                <a:gd name="T24" fmla="*/ 25 w 84"/>
                <a:gd name="T25" fmla="*/ 60 h 163"/>
                <a:gd name="T26" fmla="*/ 25 w 84"/>
                <a:gd name="T27" fmla="*/ 38 h 163"/>
                <a:gd name="T28" fmla="*/ 62 w 84"/>
                <a:gd name="T29" fmla="*/ 0 h 163"/>
                <a:gd name="T30" fmla="*/ 84 w 84"/>
                <a:gd name="T31" fmla="*/ 0 h 163"/>
                <a:gd name="T32" fmla="*/ 84 w 84"/>
                <a:gd name="T33" fmla="*/ 27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63">
                  <a:moveTo>
                    <a:pt x="84" y="27"/>
                  </a:moveTo>
                  <a:cubicBezTo>
                    <a:pt x="69" y="27"/>
                    <a:pt x="69" y="27"/>
                    <a:pt x="69" y="27"/>
                  </a:cubicBezTo>
                  <a:cubicBezTo>
                    <a:pt x="57" y="27"/>
                    <a:pt x="54" y="33"/>
                    <a:pt x="54" y="41"/>
                  </a:cubicBezTo>
                  <a:cubicBezTo>
                    <a:pt x="54" y="60"/>
                    <a:pt x="54" y="60"/>
                    <a:pt x="54" y="60"/>
                  </a:cubicBezTo>
                  <a:cubicBezTo>
                    <a:pt x="83" y="60"/>
                    <a:pt x="83" y="60"/>
                    <a:pt x="83" y="60"/>
                  </a:cubicBezTo>
                  <a:cubicBezTo>
                    <a:pt x="83" y="88"/>
                    <a:pt x="83" y="88"/>
                    <a:pt x="83" y="88"/>
                  </a:cubicBezTo>
                  <a:cubicBezTo>
                    <a:pt x="54" y="88"/>
                    <a:pt x="54" y="88"/>
                    <a:pt x="54" y="88"/>
                  </a:cubicBezTo>
                  <a:cubicBezTo>
                    <a:pt x="54" y="163"/>
                    <a:pt x="54" y="163"/>
                    <a:pt x="54" y="163"/>
                  </a:cubicBezTo>
                  <a:cubicBezTo>
                    <a:pt x="25" y="163"/>
                    <a:pt x="25" y="163"/>
                    <a:pt x="25" y="163"/>
                  </a:cubicBezTo>
                  <a:cubicBezTo>
                    <a:pt x="25" y="88"/>
                    <a:pt x="25" y="88"/>
                    <a:pt x="25" y="88"/>
                  </a:cubicBezTo>
                  <a:cubicBezTo>
                    <a:pt x="0" y="88"/>
                    <a:pt x="0" y="88"/>
                    <a:pt x="0" y="88"/>
                  </a:cubicBezTo>
                  <a:cubicBezTo>
                    <a:pt x="0" y="60"/>
                    <a:pt x="0" y="60"/>
                    <a:pt x="0" y="60"/>
                  </a:cubicBezTo>
                  <a:cubicBezTo>
                    <a:pt x="25" y="60"/>
                    <a:pt x="25" y="60"/>
                    <a:pt x="25" y="60"/>
                  </a:cubicBezTo>
                  <a:cubicBezTo>
                    <a:pt x="25" y="38"/>
                    <a:pt x="25" y="38"/>
                    <a:pt x="25" y="38"/>
                  </a:cubicBezTo>
                  <a:cubicBezTo>
                    <a:pt x="25" y="13"/>
                    <a:pt x="40" y="0"/>
                    <a:pt x="62" y="0"/>
                  </a:cubicBezTo>
                  <a:cubicBezTo>
                    <a:pt x="84" y="0"/>
                    <a:pt x="84" y="0"/>
                    <a:pt x="84" y="0"/>
                  </a:cubicBezTo>
                  <a:lnTo>
                    <a:pt x="84" y="27"/>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grpSp>
      <p:grpSp>
        <p:nvGrpSpPr>
          <p:cNvPr id="54" name="Group 53"/>
          <p:cNvGrpSpPr/>
          <p:nvPr userDrawn="1"/>
        </p:nvGrpSpPr>
        <p:grpSpPr>
          <a:xfrm>
            <a:off x="9473536" y="5361672"/>
            <a:ext cx="1724341" cy="516155"/>
            <a:chOff x="3872969" y="5806923"/>
            <a:chExt cx="1724341" cy="516155"/>
          </a:xfrm>
        </p:grpSpPr>
        <p:sp>
          <p:nvSpPr>
            <p:cNvPr id="55" name="Oval 54"/>
            <p:cNvSpPr/>
            <p:nvPr/>
          </p:nvSpPr>
          <p:spPr>
            <a:xfrm>
              <a:off x="3872969"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56" name="Oval 55"/>
            <p:cNvSpPr/>
            <p:nvPr/>
          </p:nvSpPr>
          <p:spPr>
            <a:xfrm>
              <a:off x="4477062"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57" name="Oval 56"/>
            <p:cNvSpPr/>
            <p:nvPr/>
          </p:nvSpPr>
          <p:spPr>
            <a:xfrm>
              <a:off x="5081155"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58" name="Freeform 63"/>
            <p:cNvSpPr>
              <a:spLocks/>
            </p:cNvSpPr>
            <p:nvPr/>
          </p:nvSpPr>
          <p:spPr bwMode="auto">
            <a:xfrm>
              <a:off x="4576091" y="5937921"/>
              <a:ext cx="318095" cy="261714"/>
            </a:xfrm>
            <a:custGeom>
              <a:avLst/>
              <a:gdLst>
                <a:gd name="T0" fmla="*/ 160 w 160"/>
                <a:gd name="T1" fmla="*/ 16 h 131"/>
                <a:gd name="T2" fmla="*/ 159 w 160"/>
                <a:gd name="T3" fmla="*/ 16 h 131"/>
                <a:gd name="T4" fmla="*/ 144 w 160"/>
                <a:gd name="T5" fmla="*/ 20 h 131"/>
                <a:gd name="T6" fmla="*/ 156 w 160"/>
                <a:gd name="T7" fmla="*/ 4 h 131"/>
                <a:gd name="T8" fmla="*/ 156 w 160"/>
                <a:gd name="T9" fmla="*/ 3 h 131"/>
                <a:gd name="T10" fmla="*/ 155 w 160"/>
                <a:gd name="T11" fmla="*/ 3 h 131"/>
                <a:gd name="T12" fmla="*/ 135 w 160"/>
                <a:gd name="T13" fmla="*/ 11 h 131"/>
                <a:gd name="T14" fmla="*/ 111 w 160"/>
                <a:gd name="T15" fmla="*/ 0 h 131"/>
                <a:gd name="T16" fmla="*/ 77 w 160"/>
                <a:gd name="T17" fmla="*/ 34 h 131"/>
                <a:gd name="T18" fmla="*/ 78 w 160"/>
                <a:gd name="T19" fmla="*/ 40 h 131"/>
                <a:gd name="T20" fmla="*/ 12 w 160"/>
                <a:gd name="T21" fmla="*/ 7 h 131"/>
                <a:gd name="T22" fmla="*/ 12 w 160"/>
                <a:gd name="T23" fmla="*/ 6 h 131"/>
                <a:gd name="T24" fmla="*/ 11 w 160"/>
                <a:gd name="T25" fmla="*/ 7 h 131"/>
                <a:gd name="T26" fmla="*/ 7 w 160"/>
                <a:gd name="T27" fmla="*/ 23 h 131"/>
                <a:gd name="T28" fmla="*/ 19 w 160"/>
                <a:gd name="T29" fmla="*/ 50 h 131"/>
                <a:gd name="T30" fmla="*/ 7 w 160"/>
                <a:gd name="T31" fmla="*/ 46 h 131"/>
                <a:gd name="T32" fmla="*/ 7 w 160"/>
                <a:gd name="T33" fmla="*/ 46 h 131"/>
                <a:gd name="T34" fmla="*/ 6 w 160"/>
                <a:gd name="T35" fmla="*/ 47 h 131"/>
                <a:gd name="T36" fmla="*/ 6 w 160"/>
                <a:gd name="T37" fmla="*/ 47 h 131"/>
                <a:gd name="T38" fmla="*/ 30 w 160"/>
                <a:gd name="T39" fmla="*/ 79 h 131"/>
                <a:gd name="T40" fmla="*/ 19 w 160"/>
                <a:gd name="T41" fmla="*/ 79 h 131"/>
                <a:gd name="T42" fmla="*/ 18 w 160"/>
                <a:gd name="T43" fmla="*/ 79 h 131"/>
                <a:gd name="T44" fmla="*/ 18 w 160"/>
                <a:gd name="T45" fmla="*/ 80 h 131"/>
                <a:gd name="T46" fmla="*/ 47 w 160"/>
                <a:gd name="T47" fmla="*/ 103 h 131"/>
                <a:gd name="T48" fmla="*/ 8 w 160"/>
                <a:gd name="T49" fmla="*/ 115 h 131"/>
                <a:gd name="T50" fmla="*/ 1 w 160"/>
                <a:gd name="T51" fmla="*/ 115 h 131"/>
                <a:gd name="T52" fmla="*/ 0 w 160"/>
                <a:gd name="T53" fmla="*/ 115 h 131"/>
                <a:gd name="T54" fmla="*/ 0 w 160"/>
                <a:gd name="T55" fmla="*/ 116 h 131"/>
                <a:gd name="T56" fmla="*/ 51 w 160"/>
                <a:gd name="T57" fmla="*/ 131 h 131"/>
                <a:gd name="T58" fmla="*/ 144 w 160"/>
                <a:gd name="T59" fmla="*/ 38 h 131"/>
                <a:gd name="T60" fmla="*/ 144 w 160"/>
                <a:gd name="T61" fmla="*/ 34 h 131"/>
                <a:gd name="T62" fmla="*/ 160 w 160"/>
                <a:gd name="T63" fmla="*/ 17 h 131"/>
                <a:gd name="T64" fmla="*/ 160 w 160"/>
                <a:gd name="T65" fmla="*/ 1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0" h="131">
                  <a:moveTo>
                    <a:pt x="160" y="16"/>
                  </a:moveTo>
                  <a:cubicBezTo>
                    <a:pt x="160" y="16"/>
                    <a:pt x="160" y="16"/>
                    <a:pt x="159" y="16"/>
                  </a:cubicBezTo>
                  <a:cubicBezTo>
                    <a:pt x="154" y="18"/>
                    <a:pt x="149" y="19"/>
                    <a:pt x="144" y="20"/>
                  </a:cubicBezTo>
                  <a:cubicBezTo>
                    <a:pt x="150" y="16"/>
                    <a:pt x="154" y="10"/>
                    <a:pt x="156" y="4"/>
                  </a:cubicBezTo>
                  <a:cubicBezTo>
                    <a:pt x="156" y="3"/>
                    <a:pt x="156" y="3"/>
                    <a:pt x="156" y="3"/>
                  </a:cubicBezTo>
                  <a:cubicBezTo>
                    <a:pt x="155" y="3"/>
                    <a:pt x="155" y="3"/>
                    <a:pt x="155" y="3"/>
                  </a:cubicBezTo>
                  <a:cubicBezTo>
                    <a:pt x="149" y="7"/>
                    <a:pt x="142" y="9"/>
                    <a:pt x="135" y="11"/>
                  </a:cubicBezTo>
                  <a:cubicBezTo>
                    <a:pt x="128" y="4"/>
                    <a:pt x="120" y="0"/>
                    <a:pt x="111" y="0"/>
                  </a:cubicBezTo>
                  <a:cubicBezTo>
                    <a:pt x="92" y="0"/>
                    <a:pt x="77" y="15"/>
                    <a:pt x="77" y="34"/>
                  </a:cubicBezTo>
                  <a:cubicBezTo>
                    <a:pt x="77" y="36"/>
                    <a:pt x="77" y="38"/>
                    <a:pt x="78" y="40"/>
                  </a:cubicBezTo>
                  <a:cubicBezTo>
                    <a:pt x="52" y="39"/>
                    <a:pt x="29" y="26"/>
                    <a:pt x="12" y="7"/>
                  </a:cubicBezTo>
                  <a:cubicBezTo>
                    <a:pt x="12" y="6"/>
                    <a:pt x="12" y="6"/>
                    <a:pt x="12" y="6"/>
                  </a:cubicBezTo>
                  <a:cubicBezTo>
                    <a:pt x="11" y="6"/>
                    <a:pt x="11" y="6"/>
                    <a:pt x="11" y="7"/>
                  </a:cubicBezTo>
                  <a:cubicBezTo>
                    <a:pt x="8" y="12"/>
                    <a:pt x="7" y="18"/>
                    <a:pt x="7" y="23"/>
                  </a:cubicBezTo>
                  <a:cubicBezTo>
                    <a:pt x="7" y="34"/>
                    <a:pt x="11" y="43"/>
                    <a:pt x="19" y="50"/>
                  </a:cubicBezTo>
                  <a:cubicBezTo>
                    <a:pt x="15" y="49"/>
                    <a:pt x="11" y="48"/>
                    <a:pt x="7" y="46"/>
                  </a:cubicBezTo>
                  <a:cubicBezTo>
                    <a:pt x="7" y="46"/>
                    <a:pt x="7" y="46"/>
                    <a:pt x="7" y="46"/>
                  </a:cubicBezTo>
                  <a:cubicBezTo>
                    <a:pt x="6" y="46"/>
                    <a:pt x="6" y="46"/>
                    <a:pt x="6" y="47"/>
                  </a:cubicBezTo>
                  <a:cubicBezTo>
                    <a:pt x="6" y="47"/>
                    <a:pt x="6" y="47"/>
                    <a:pt x="6" y="47"/>
                  </a:cubicBezTo>
                  <a:cubicBezTo>
                    <a:pt x="6" y="62"/>
                    <a:pt x="16" y="75"/>
                    <a:pt x="30" y="79"/>
                  </a:cubicBezTo>
                  <a:cubicBezTo>
                    <a:pt x="26" y="79"/>
                    <a:pt x="22" y="79"/>
                    <a:pt x="19" y="79"/>
                  </a:cubicBezTo>
                  <a:cubicBezTo>
                    <a:pt x="18" y="79"/>
                    <a:pt x="18" y="79"/>
                    <a:pt x="18" y="79"/>
                  </a:cubicBezTo>
                  <a:cubicBezTo>
                    <a:pt x="18" y="79"/>
                    <a:pt x="18" y="79"/>
                    <a:pt x="18" y="80"/>
                  </a:cubicBezTo>
                  <a:cubicBezTo>
                    <a:pt x="22" y="93"/>
                    <a:pt x="33" y="102"/>
                    <a:pt x="47" y="103"/>
                  </a:cubicBezTo>
                  <a:cubicBezTo>
                    <a:pt x="36" y="111"/>
                    <a:pt x="22" y="115"/>
                    <a:pt x="8" y="115"/>
                  </a:cubicBezTo>
                  <a:cubicBezTo>
                    <a:pt x="6" y="115"/>
                    <a:pt x="3" y="115"/>
                    <a:pt x="1" y="115"/>
                  </a:cubicBezTo>
                  <a:cubicBezTo>
                    <a:pt x="0" y="115"/>
                    <a:pt x="0" y="115"/>
                    <a:pt x="0" y="115"/>
                  </a:cubicBezTo>
                  <a:cubicBezTo>
                    <a:pt x="0" y="116"/>
                    <a:pt x="0" y="116"/>
                    <a:pt x="0" y="116"/>
                  </a:cubicBezTo>
                  <a:cubicBezTo>
                    <a:pt x="15" y="126"/>
                    <a:pt x="33" y="131"/>
                    <a:pt x="51" y="131"/>
                  </a:cubicBezTo>
                  <a:cubicBezTo>
                    <a:pt x="109" y="131"/>
                    <a:pt x="144" y="83"/>
                    <a:pt x="144" y="38"/>
                  </a:cubicBezTo>
                  <a:cubicBezTo>
                    <a:pt x="144" y="36"/>
                    <a:pt x="144" y="35"/>
                    <a:pt x="144" y="34"/>
                  </a:cubicBezTo>
                  <a:cubicBezTo>
                    <a:pt x="150" y="29"/>
                    <a:pt x="156" y="23"/>
                    <a:pt x="160" y="17"/>
                  </a:cubicBezTo>
                  <a:cubicBezTo>
                    <a:pt x="160" y="17"/>
                    <a:pt x="160" y="16"/>
                    <a:pt x="160" y="16"/>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sp>
          <p:nvSpPr>
            <p:cNvPr id="59" name="Freeform 21"/>
            <p:cNvSpPr>
              <a:spLocks/>
            </p:cNvSpPr>
            <p:nvPr/>
          </p:nvSpPr>
          <p:spPr bwMode="auto">
            <a:xfrm>
              <a:off x="5235659" y="5934143"/>
              <a:ext cx="207145" cy="261714"/>
            </a:xfrm>
            <a:custGeom>
              <a:avLst/>
              <a:gdLst>
                <a:gd name="T0" fmla="*/ 129 w 323"/>
                <a:gd name="T1" fmla="*/ 272 h 408"/>
                <a:gd name="T2" fmla="*/ 68 w 323"/>
                <a:gd name="T3" fmla="*/ 408 h 408"/>
                <a:gd name="T4" fmla="*/ 98 w 323"/>
                <a:gd name="T5" fmla="*/ 196 h 408"/>
                <a:gd name="T6" fmla="*/ 149 w 323"/>
                <a:gd name="T7" fmla="*/ 99 h 408"/>
                <a:gd name="T8" fmla="*/ 172 w 323"/>
                <a:gd name="T9" fmla="*/ 257 h 408"/>
                <a:gd name="T10" fmla="*/ 234 w 323"/>
                <a:gd name="T11" fmla="*/ 73 h 408"/>
                <a:gd name="T12" fmla="*/ 47 w 323"/>
                <a:gd name="T13" fmla="*/ 173 h 408"/>
                <a:gd name="T14" fmla="*/ 57 w 323"/>
                <a:gd name="T15" fmla="*/ 239 h 408"/>
                <a:gd name="T16" fmla="*/ 1 w 323"/>
                <a:gd name="T17" fmla="*/ 147 h 408"/>
                <a:gd name="T18" fmla="*/ 137 w 323"/>
                <a:gd name="T19" fmla="*/ 9 h 408"/>
                <a:gd name="T20" fmla="*/ 310 w 323"/>
                <a:gd name="T21" fmla="*/ 119 h 408"/>
                <a:gd name="T22" fmla="*/ 183 w 323"/>
                <a:gd name="T23" fmla="*/ 298 h 408"/>
                <a:gd name="T24" fmla="*/ 129 w 323"/>
                <a:gd name="T25" fmla="*/ 272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3" h="408">
                  <a:moveTo>
                    <a:pt x="129" y="272"/>
                  </a:moveTo>
                  <a:cubicBezTo>
                    <a:pt x="118" y="328"/>
                    <a:pt x="106" y="380"/>
                    <a:pt x="68" y="408"/>
                  </a:cubicBezTo>
                  <a:cubicBezTo>
                    <a:pt x="56" y="325"/>
                    <a:pt x="85" y="262"/>
                    <a:pt x="98" y="196"/>
                  </a:cubicBezTo>
                  <a:cubicBezTo>
                    <a:pt x="75" y="157"/>
                    <a:pt x="101" y="80"/>
                    <a:pt x="149" y="99"/>
                  </a:cubicBezTo>
                  <a:cubicBezTo>
                    <a:pt x="209" y="122"/>
                    <a:pt x="98" y="242"/>
                    <a:pt x="172" y="257"/>
                  </a:cubicBezTo>
                  <a:cubicBezTo>
                    <a:pt x="250" y="273"/>
                    <a:pt x="282" y="122"/>
                    <a:pt x="234" y="73"/>
                  </a:cubicBezTo>
                  <a:cubicBezTo>
                    <a:pt x="164" y="2"/>
                    <a:pt x="31" y="72"/>
                    <a:pt x="47" y="173"/>
                  </a:cubicBezTo>
                  <a:cubicBezTo>
                    <a:pt x="51" y="198"/>
                    <a:pt x="77" y="205"/>
                    <a:pt x="57" y="239"/>
                  </a:cubicBezTo>
                  <a:cubicBezTo>
                    <a:pt x="13" y="229"/>
                    <a:pt x="0" y="194"/>
                    <a:pt x="1" y="147"/>
                  </a:cubicBezTo>
                  <a:cubicBezTo>
                    <a:pt x="4" y="70"/>
                    <a:pt x="70" y="17"/>
                    <a:pt x="137" y="9"/>
                  </a:cubicBezTo>
                  <a:cubicBezTo>
                    <a:pt x="221" y="0"/>
                    <a:pt x="300" y="40"/>
                    <a:pt x="310" y="119"/>
                  </a:cubicBezTo>
                  <a:cubicBezTo>
                    <a:pt x="323" y="208"/>
                    <a:pt x="273" y="305"/>
                    <a:pt x="183" y="298"/>
                  </a:cubicBezTo>
                  <a:cubicBezTo>
                    <a:pt x="158" y="296"/>
                    <a:pt x="148" y="284"/>
                    <a:pt x="129" y="272"/>
                  </a:cubicBezTo>
                  <a:close/>
                </a:path>
              </a:pathLst>
            </a:custGeom>
            <a:solidFill>
              <a:schemeClr val="bg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mn-cs"/>
              </a:endParaRPr>
            </a:p>
          </p:txBody>
        </p:sp>
        <p:sp>
          <p:nvSpPr>
            <p:cNvPr id="60" name="Freeform 62"/>
            <p:cNvSpPr>
              <a:spLocks/>
            </p:cNvSpPr>
            <p:nvPr/>
          </p:nvSpPr>
          <p:spPr bwMode="auto">
            <a:xfrm>
              <a:off x="4063583" y="5934143"/>
              <a:ext cx="134925" cy="261714"/>
            </a:xfrm>
            <a:custGeom>
              <a:avLst/>
              <a:gdLst>
                <a:gd name="T0" fmla="*/ 84 w 84"/>
                <a:gd name="T1" fmla="*/ 27 h 163"/>
                <a:gd name="T2" fmla="*/ 69 w 84"/>
                <a:gd name="T3" fmla="*/ 27 h 163"/>
                <a:gd name="T4" fmla="*/ 54 w 84"/>
                <a:gd name="T5" fmla="*/ 41 h 163"/>
                <a:gd name="T6" fmla="*/ 54 w 84"/>
                <a:gd name="T7" fmla="*/ 60 h 163"/>
                <a:gd name="T8" fmla="*/ 83 w 84"/>
                <a:gd name="T9" fmla="*/ 60 h 163"/>
                <a:gd name="T10" fmla="*/ 83 w 84"/>
                <a:gd name="T11" fmla="*/ 88 h 163"/>
                <a:gd name="T12" fmla="*/ 54 w 84"/>
                <a:gd name="T13" fmla="*/ 88 h 163"/>
                <a:gd name="T14" fmla="*/ 54 w 84"/>
                <a:gd name="T15" fmla="*/ 163 h 163"/>
                <a:gd name="T16" fmla="*/ 25 w 84"/>
                <a:gd name="T17" fmla="*/ 163 h 163"/>
                <a:gd name="T18" fmla="*/ 25 w 84"/>
                <a:gd name="T19" fmla="*/ 88 h 163"/>
                <a:gd name="T20" fmla="*/ 0 w 84"/>
                <a:gd name="T21" fmla="*/ 88 h 163"/>
                <a:gd name="T22" fmla="*/ 0 w 84"/>
                <a:gd name="T23" fmla="*/ 60 h 163"/>
                <a:gd name="T24" fmla="*/ 25 w 84"/>
                <a:gd name="T25" fmla="*/ 60 h 163"/>
                <a:gd name="T26" fmla="*/ 25 w 84"/>
                <a:gd name="T27" fmla="*/ 38 h 163"/>
                <a:gd name="T28" fmla="*/ 62 w 84"/>
                <a:gd name="T29" fmla="*/ 0 h 163"/>
                <a:gd name="T30" fmla="*/ 84 w 84"/>
                <a:gd name="T31" fmla="*/ 0 h 163"/>
                <a:gd name="T32" fmla="*/ 84 w 84"/>
                <a:gd name="T33" fmla="*/ 27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63">
                  <a:moveTo>
                    <a:pt x="84" y="27"/>
                  </a:moveTo>
                  <a:cubicBezTo>
                    <a:pt x="69" y="27"/>
                    <a:pt x="69" y="27"/>
                    <a:pt x="69" y="27"/>
                  </a:cubicBezTo>
                  <a:cubicBezTo>
                    <a:pt x="57" y="27"/>
                    <a:pt x="54" y="33"/>
                    <a:pt x="54" y="41"/>
                  </a:cubicBezTo>
                  <a:cubicBezTo>
                    <a:pt x="54" y="60"/>
                    <a:pt x="54" y="60"/>
                    <a:pt x="54" y="60"/>
                  </a:cubicBezTo>
                  <a:cubicBezTo>
                    <a:pt x="83" y="60"/>
                    <a:pt x="83" y="60"/>
                    <a:pt x="83" y="60"/>
                  </a:cubicBezTo>
                  <a:cubicBezTo>
                    <a:pt x="83" y="88"/>
                    <a:pt x="83" y="88"/>
                    <a:pt x="83" y="88"/>
                  </a:cubicBezTo>
                  <a:cubicBezTo>
                    <a:pt x="54" y="88"/>
                    <a:pt x="54" y="88"/>
                    <a:pt x="54" y="88"/>
                  </a:cubicBezTo>
                  <a:cubicBezTo>
                    <a:pt x="54" y="163"/>
                    <a:pt x="54" y="163"/>
                    <a:pt x="54" y="163"/>
                  </a:cubicBezTo>
                  <a:cubicBezTo>
                    <a:pt x="25" y="163"/>
                    <a:pt x="25" y="163"/>
                    <a:pt x="25" y="163"/>
                  </a:cubicBezTo>
                  <a:cubicBezTo>
                    <a:pt x="25" y="88"/>
                    <a:pt x="25" y="88"/>
                    <a:pt x="25" y="88"/>
                  </a:cubicBezTo>
                  <a:cubicBezTo>
                    <a:pt x="0" y="88"/>
                    <a:pt x="0" y="88"/>
                    <a:pt x="0" y="88"/>
                  </a:cubicBezTo>
                  <a:cubicBezTo>
                    <a:pt x="0" y="60"/>
                    <a:pt x="0" y="60"/>
                    <a:pt x="0" y="60"/>
                  </a:cubicBezTo>
                  <a:cubicBezTo>
                    <a:pt x="25" y="60"/>
                    <a:pt x="25" y="60"/>
                    <a:pt x="25" y="60"/>
                  </a:cubicBezTo>
                  <a:cubicBezTo>
                    <a:pt x="25" y="38"/>
                    <a:pt x="25" y="38"/>
                    <a:pt x="25" y="38"/>
                  </a:cubicBezTo>
                  <a:cubicBezTo>
                    <a:pt x="25" y="13"/>
                    <a:pt x="40" y="0"/>
                    <a:pt x="62" y="0"/>
                  </a:cubicBezTo>
                  <a:cubicBezTo>
                    <a:pt x="84" y="0"/>
                    <a:pt x="84" y="0"/>
                    <a:pt x="84" y="0"/>
                  </a:cubicBezTo>
                  <a:lnTo>
                    <a:pt x="84" y="27"/>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grpSp>
    </p:spTree>
    <p:extLst>
      <p:ext uri="{BB962C8B-B14F-4D97-AF65-F5344CB8AC3E}">
        <p14:creationId xmlns:p14="http://schemas.microsoft.com/office/powerpoint/2010/main" val="315647860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42" presetClass="entr" presetSubtype="0" fill="hold" grpId="0" nodeType="afterEffect">
                                  <p:stCondLst>
                                    <p:cond delay="0"/>
                                  </p:stCondLst>
                                  <p:childTnLst>
                                    <p:set>
                                      <p:cBhvr>
                                        <p:cTn id="20" dur="1" fill="hold">
                                          <p:stCondLst>
                                            <p:cond delay="0"/>
                                          </p:stCondLst>
                                        </p:cTn>
                                        <p:tgtEl>
                                          <p:spTgt spid="31"/>
                                        </p:tgtEl>
                                        <p:attrNameLst>
                                          <p:attrName>style.visibility</p:attrName>
                                        </p:attrNameLst>
                                      </p:cBhvr>
                                      <p:to>
                                        <p:strVal val="visible"/>
                                      </p:to>
                                    </p:set>
                                    <p:animEffect transition="in" filter="fade">
                                      <p:cBhvr>
                                        <p:cTn id="21" dur="500"/>
                                        <p:tgtEl>
                                          <p:spTgt spid="31"/>
                                        </p:tgtEl>
                                      </p:cBhvr>
                                    </p:animEffect>
                                    <p:anim calcmode="lin" valueType="num">
                                      <p:cBhvr>
                                        <p:cTn id="22" dur="500" fill="hold"/>
                                        <p:tgtEl>
                                          <p:spTgt spid="31"/>
                                        </p:tgtEl>
                                        <p:attrNameLst>
                                          <p:attrName>ppt_x</p:attrName>
                                        </p:attrNameLst>
                                      </p:cBhvr>
                                      <p:tavLst>
                                        <p:tav tm="0">
                                          <p:val>
                                            <p:strVal val="#ppt_x"/>
                                          </p:val>
                                        </p:tav>
                                        <p:tav tm="100000">
                                          <p:val>
                                            <p:strVal val="#ppt_x"/>
                                          </p:val>
                                        </p:tav>
                                      </p:tavLst>
                                    </p:anim>
                                    <p:anim calcmode="lin" valueType="num">
                                      <p:cBhvr>
                                        <p:cTn id="23" dur="500" fill="hold"/>
                                        <p:tgtEl>
                                          <p:spTgt spid="31"/>
                                        </p:tgtEl>
                                        <p:attrNameLst>
                                          <p:attrName>ppt_y</p:attrName>
                                        </p:attrNameLst>
                                      </p:cBhvr>
                                      <p:tavLst>
                                        <p:tav tm="0">
                                          <p:val>
                                            <p:strVal val="#ppt_y+.1"/>
                                          </p:val>
                                        </p:tav>
                                        <p:tav tm="100000">
                                          <p:val>
                                            <p:strVal val="#ppt_y"/>
                                          </p:val>
                                        </p:tav>
                                      </p:tavLst>
                                    </p:anim>
                                  </p:childTnLst>
                                </p:cTn>
                              </p:par>
                            </p:childTnLst>
                          </p:cTn>
                        </p:par>
                        <p:par>
                          <p:cTn id="24" fill="hold">
                            <p:stCondLst>
                              <p:cond delay="2000"/>
                            </p:stCondLst>
                            <p:childTnLst>
                              <p:par>
                                <p:cTn id="25" presetID="53" presetClass="entr" presetSubtype="16" fill="hold" grpId="0" nodeType="afterEffect" nodePh="1">
                                  <p:stCondLst>
                                    <p:cond delay="0"/>
                                  </p:stCondLst>
                                  <p:endCondLst>
                                    <p:cond evt="begin" delay="0">
                                      <p:tn val="25"/>
                                    </p:cond>
                                  </p:endCondLst>
                                  <p:childTnLst>
                                    <p:set>
                                      <p:cBhvr>
                                        <p:cTn id="26" dur="1" fill="hold">
                                          <p:stCondLst>
                                            <p:cond delay="0"/>
                                          </p:stCondLst>
                                        </p:cTn>
                                        <p:tgtEl>
                                          <p:spTgt spid="13">
                                            <p:txEl>
                                              <p:pRg st="0" end="0"/>
                                            </p:txEl>
                                          </p:spTgt>
                                        </p:tgtEl>
                                        <p:attrNameLst>
                                          <p:attrName>style.visibility</p:attrName>
                                        </p:attrNameLst>
                                      </p:cBhvr>
                                      <p:to>
                                        <p:strVal val="visible"/>
                                      </p:to>
                                    </p:set>
                                    <p:anim calcmode="lin" valueType="num">
                                      <p:cBhvr>
                                        <p:cTn id="27" dur="500" fill="hold"/>
                                        <p:tgtEl>
                                          <p:spTgt spid="13">
                                            <p:txEl>
                                              <p:pRg st="0" end="0"/>
                                            </p:txEl>
                                          </p:spTgt>
                                        </p:tgtEl>
                                        <p:attrNameLst>
                                          <p:attrName>ppt_w</p:attrName>
                                        </p:attrNameLst>
                                      </p:cBhvr>
                                      <p:tavLst>
                                        <p:tav tm="0">
                                          <p:val>
                                            <p:fltVal val="0"/>
                                          </p:val>
                                        </p:tav>
                                        <p:tav tm="100000">
                                          <p:val>
                                            <p:strVal val="#ppt_w"/>
                                          </p:val>
                                        </p:tav>
                                      </p:tavLst>
                                    </p:anim>
                                    <p:anim calcmode="lin" valueType="num">
                                      <p:cBhvr>
                                        <p:cTn id="28" dur="500" fill="hold"/>
                                        <p:tgtEl>
                                          <p:spTgt spid="13">
                                            <p:txEl>
                                              <p:pRg st="0" end="0"/>
                                            </p:txEl>
                                          </p:spTgt>
                                        </p:tgtEl>
                                        <p:attrNameLst>
                                          <p:attrName>ppt_h</p:attrName>
                                        </p:attrNameLst>
                                      </p:cBhvr>
                                      <p:tavLst>
                                        <p:tav tm="0">
                                          <p:val>
                                            <p:fltVal val="0"/>
                                          </p:val>
                                        </p:tav>
                                        <p:tav tm="100000">
                                          <p:val>
                                            <p:strVal val="#ppt_h"/>
                                          </p:val>
                                        </p:tav>
                                      </p:tavLst>
                                    </p:anim>
                                    <p:animEffect transition="in" filter="fade">
                                      <p:cBhvr>
                                        <p:cTn id="29" dur="500"/>
                                        <p:tgtEl>
                                          <p:spTgt spid="13">
                                            <p:txEl>
                                              <p:pRg st="0" end="0"/>
                                            </p:txEl>
                                          </p:spTgt>
                                        </p:tgtEl>
                                      </p:cBhvr>
                                    </p:animEffect>
                                  </p:childTnLst>
                                </p:cTn>
                              </p:par>
                            </p:childTnLst>
                          </p:cTn>
                        </p:par>
                        <p:par>
                          <p:cTn id="30" fill="hold">
                            <p:stCondLst>
                              <p:cond delay="2500"/>
                            </p:stCondLst>
                            <p:childTnLst>
                              <p:par>
                                <p:cTn id="31" presetID="42" presetClass="entr" presetSubtype="0" fill="hold" grpId="0" nodeType="afterEffect" nodePh="1">
                                  <p:stCondLst>
                                    <p:cond delay="0"/>
                                  </p:stCondLst>
                                  <p:endCondLst>
                                    <p:cond evt="begin" delay="0">
                                      <p:tn val="31"/>
                                    </p:cond>
                                  </p:endCondLst>
                                  <p:childTnLst>
                                    <p:set>
                                      <p:cBhvr>
                                        <p:cTn id="32" dur="1" fill="hold">
                                          <p:stCondLst>
                                            <p:cond delay="0"/>
                                          </p:stCondLst>
                                        </p:cTn>
                                        <p:tgtEl>
                                          <p:spTgt spid="21">
                                            <p:txEl>
                                              <p:pRg st="0" end="0"/>
                                            </p:txEl>
                                          </p:spTgt>
                                        </p:tgtEl>
                                        <p:attrNameLst>
                                          <p:attrName>style.visibility</p:attrName>
                                        </p:attrNameLst>
                                      </p:cBhvr>
                                      <p:to>
                                        <p:strVal val="visible"/>
                                      </p:to>
                                    </p:set>
                                    <p:animEffect transition="in" filter="fade">
                                      <p:cBhvr>
                                        <p:cTn id="33" dur="500"/>
                                        <p:tgtEl>
                                          <p:spTgt spid="21">
                                            <p:txEl>
                                              <p:pRg st="0" end="0"/>
                                            </p:txEl>
                                          </p:spTgt>
                                        </p:tgtEl>
                                      </p:cBhvr>
                                    </p:animEffect>
                                    <p:anim calcmode="lin" valueType="num">
                                      <p:cBhvr>
                                        <p:cTn id="34" dur="500" fill="hold"/>
                                        <p:tgtEl>
                                          <p:spTgt spid="21">
                                            <p:txEl>
                                              <p:pRg st="0" end="0"/>
                                            </p:txEl>
                                          </p:spTgt>
                                        </p:tgtEl>
                                        <p:attrNameLst>
                                          <p:attrName>ppt_x</p:attrName>
                                        </p:attrNameLst>
                                      </p:cBhvr>
                                      <p:tavLst>
                                        <p:tav tm="0">
                                          <p:val>
                                            <p:strVal val="#ppt_x"/>
                                          </p:val>
                                        </p:tav>
                                        <p:tav tm="100000">
                                          <p:val>
                                            <p:strVal val="#ppt_x"/>
                                          </p:val>
                                        </p:tav>
                                      </p:tavLst>
                                    </p:anim>
                                    <p:anim calcmode="lin" valueType="num">
                                      <p:cBhvr>
                                        <p:cTn id="35" dur="500" fill="hold"/>
                                        <p:tgtEl>
                                          <p:spTgt spid="21">
                                            <p:txEl>
                                              <p:pRg st="0" end="0"/>
                                            </p:txEl>
                                          </p:spTgt>
                                        </p:tgtEl>
                                        <p:attrNameLst>
                                          <p:attrName>ppt_y</p:attrName>
                                        </p:attrNameLst>
                                      </p:cBhvr>
                                      <p:tavLst>
                                        <p:tav tm="0">
                                          <p:val>
                                            <p:strVal val="#ppt_y+.1"/>
                                          </p:val>
                                        </p:tav>
                                        <p:tav tm="100000">
                                          <p:val>
                                            <p:strVal val="#ppt_y"/>
                                          </p:val>
                                        </p:tav>
                                      </p:tavLst>
                                    </p:anim>
                                  </p:childTnLst>
                                </p:cTn>
                              </p:par>
                            </p:childTnLst>
                          </p:cTn>
                        </p:par>
                        <p:par>
                          <p:cTn id="36" fill="hold">
                            <p:stCondLst>
                              <p:cond delay="3000"/>
                            </p:stCondLst>
                            <p:childTnLst>
                              <p:par>
                                <p:cTn id="37" presetID="53" presetClass="entr" presetSubtype="16" fill="hold" nodeType="afterEffect">
                                  <p:stCondLst>
                                    <p:cond delay="0"/>
                                  </p:stCondLst>
                                  <p:childTnLst>
                                    <p:set>
                                      <p:cBhvr>
                                        <p:cTn id="38" dur="1" fill="hold">
                                          <p:stCondLst>
                                            <p:cond delay="0"/>
                                          </p:stCondLst>
                                        </p:cTn>
                                        <p:tgtEl>
                                          <p:spTgt spid="25"/>
                                        </p:tgtEl>
                                        <p:attrNameLst>
                                          <p:attrName>style.visibility</p:attrName>
                                        </p:attrNameLst>
                                      </p:cBhvr>
                                      <p:to>
                                        <p:strVal val="visible"/>
                                      </p:to>
                                    </p:set>
                                    <p:anim calcmode="lin" valueType="num">
                                      <p:cBhvr>
                                        <p:cTn id="39" dur="500" fill="hold"/>
                                        <p:tgtEl>
                                          <p:spTgt spid="25"/>
                                        </p:tgtEl>
                                        <p:attrNameLst>
                                          <p:attrName>ppt_w</p:attrName>
                                        </p:attrNameLst>
                                      </p:cBhvr>
                                      <p:tavLst>
                                        <p:tav tm="0">
                                          <p:val>
                                            <p:fltVal val="0"/>
                                          </p:val>
                                        </p:tav>
                                        <p:tav tm="100000">
                                          <p:val>
                                            <p:strVal val="#ppt_w"/>
                                          </p:val>
                                        </p:tav>
                                      </p:tavLst>
                                    </p:anim>
                                    <p:anim calcmode="lin" valueType="num">
                                      <p:cBhvr>
                                        <p:cTn id="40" dur="500" fill="hold"/>
                                        <p:tgtEl>
                                          <p:spTgt spid="25"/>
                                        </p:tgtEl>
                                        <p:attrNameLst>
                                          <p:attrName>ppt_h</p:attrName>
                                        </p:attrNameLst>
                                      </p:cBhvr>
                                      <p:tavLst>
                                        <p:tav tm="0">
                                          <p:val>
                                            <p:fltVal val="0"/>
                                          </p:val>
                                        </p:tav>
                                        <p:tav tm="100000">
                                          <p:val>
                                            <p:strVal val="#ppt_h"/>
                                          </p:val>
                                        </p:tav>
                                      </p:tavLst>
                                    </p:anim>
                                    <p:animEffect transition="in" filter="fade">
                                      <p:cBhvr>
                                        <p:cTn id="41" dur="500"/>
                                        <p:tgtEl>
                                          <p:spTgt spid="25"/>
                                        </p:tgtEl>
                                      </p:cBhvr>
                                    </p:animEffect>
                                  </p:childTnLst>
                                </p:cTn>
                              </p:par>
                            </p:childTnLst>
                          </p:cTn>
                        </p:par>
                        <p:par>
                          <p:cTn id="42" fill="hold">
                            <p:stCondLst>
                              <p:cond delay="3500"/>
                            </p:stCondLst>
                            <p:childTnLst>
                              <p:par>
                                <p:cTn id="43" presetID="42" presetClass="entr" presetSubtype="0" fill="hold" grpId="0" nodeType="afterEffect">
                                  <p:stCondLst>
                                    <p:cond delay="0"/>
                                  </p:stCondLst>
                                  <p:childTnLst>
                                    <p:set>
                                      <p:cBhvr>
                                        <p:cTn id="44" dur="1" fill="hold">
                                          <p:stCondLst>
                                            <p:cond delay="0"/>
                                          </p:stCondLst>
                                        </p:cTn>
                                        <p:tgtEl>
                                          <p:spTgt spid="33"/>
                                        </p:tgtEl>
                                        <p:attrNameLst>
                                          <p:attrName>style.visibility</p:attrName>
                                        </p:attrNameLst>
                                      </p:cBhvr>
                                      <p:to>
                                        <p:strVal val="visible"/>
                                      </p:to>
                                    </p:set>
                                    <p:animEffect transition="in" filter="fade">
                                      <p:cBhvr>
                                        <p:cTn id="45" dur="500"/>
                                        <p:tgtEl>
                                          <p:spTgt spid="33"/>
                                        </p:tgtEl>
                                      </p:cBhvr>
                                    </p:animEffect>
                                    <p:anim calcmode="lin" valueType="num">
                                      <p:cBhvr>
                                        <p:cTn id="46" dur="500" fill="hold"/>
                                        <p:tgtEl>
                                          <p:spTgt spid="33"/>
                                        </p:tgtEl>
                                        <p:attrNameLst>
                                          <p:attrName>ppt_x</p:attrName>
                                        </p:attrNameLst>
                                      </p:cBhvr>
                                      <p:tavLst>
                                        <p:tav tm="0">
                                          <p:val>
                                            <p:strVal val="#ppt_x"/>
                                          </p:val>
                                        </p:tav>
                                        <p:tav tm="100000">
                                          <p:val>
                                            <p:strVal val="#ppt_x"/>
                                          </p:val>
                                        </p:tav>
                                      </p:tavLst>
                                    </p:anim>
                                    <p:anim calcmode="lin" valueType="num">
                                      <p:cBhvr>
                                        <p:cTn id="47" dur="500" fill="hold"/>
                                        <p:tgtEl>
                                          <p:spTgt spid="33"/>
                                        </p:tgtEl>
                                        <p:attrNameLst>
                                          <p:attrName>ppt_y</p:attrName>
                                        </p:attrNameLst>
                                      </p:cBhvr>
                                      <p:tavLst>
                                        <p:tav tm="0">
                                          <p:val>
                                            <p:strVal val="#ppt_y+.1"/>
                                          </p:val>
                                        </p:tav>
                                        <p:tav tm="100000">
                                          <p:val>
                                            <p:strVal val="#ppt_y"/>
                                          </p:val>
                                        </p:tav>
                                      </p:tavLst>
                                    </p:anim>
                                  </p:childTnLst>
                                </p:cTn>
                              </p:par>
                            </p:childTnLst>
                          </p:cTn>
                        </p:par>
                        <p:par>
                          <p:cTn id="48" fill="hold">
                            <p:stCondLst>
                              <p:cond delay="4000"/>
                            </p:stCondLst>
                            <p:childTnLst>
                              <p:par>
                                <p:cTn id="49" presetID="53" presetClass="entr" presetSubtype="16" fill="hold" grpId="0" nodeType="afterEffect" nodePh="1">
                                  <p:stCondLst>
                                    <p:cond delay="0"/>
                                  </p:stCondLst>
                                  <p:endCondLst>
                                    <p:cond evt="begin" delay="0">
                                      <p:tn val="49"/>
                                    </p:cond>
                                  </p:endCondLst>
                                  <p:childTnLst>
                                    <p:set>
                                      <p:cBhvr>
                                        <p:cTn id="50" dur="1" fill="hold">
                                          <p:stCondLst>
                                            <p:cond delay="0"/>
                                          </p:stCondLst>
                                        </p:cTn>
                                        <p:tgtEl>
                                          <p:spTgt spid="15">
                                            <p:txEl>
                                              <p:pRg st="0" end="0"/>
                                            </p:txEl>
                                          </p:spTgt>
                                        </p:tgtEl>
                                        <p:attrNameLst>
                                          <p:attrName>style.visibility</p:attrName>
                                        </p:attrNameLst>
                                      </p:cBhvr>
                                      <p:to>
                                        <p:strVal val="visible"/>
                                      </p:to>
                                    </p:set>
                                    <p:anim calcmode="lin" valueType="num">
                                      <p:cBhvr>
                                        <p:cTn id="51" dur="500" fill="hold"/>
                                        <p:tgtEl>
                                          <p:spTgt spid="15">
                                            <p:txEl>
                                              <p:pRg st="0" end="0"/>
                                            </p:txEl>
                                          </p:spTgt>
                                        </p:tgtEl>
                                        <p:attrNameLst>
                                          <p:attrName>ppt_w</p:attrName>
                                        </p:attrNameLst>
                                      </p:cBhvr>
                                      <p:tavLst>
                                        <p:tav tm="0">
                                          <p:val>
                                            <p:fltVal val="0"/>
                                          </p:val>
                                        </p:tav>
                                        <p:tav tm="100000">
                                          <p:val>
                                            <p:strVal val="#ppt_w"/>
                                          </p:val>
                                        </p:tav>
                                      </p:tavLst>
                                    </p:anim>
                                    <p:anim calcmode="lin" valueType="num">
                                      <p:cBhvr>
                                        <p:cTn id="52" dur="500" fill="hold"/>
                                        <p:tgtEl>
                                          <p:spTgt spid="15">
                                            <p:txEl>
                                              <p:pRg st="0" end="0"/>
                                            </p:txEl>
                                          </p:spTgt>
                                        </p:tgtEl>
                                        <p:attrNameLst>
                                          <p:attrName>ppt_h</p:attrName>
                                        </p:attrNameLst>
                                      </p:cBhvr>
                                      <p:tavLst>
                                        <p:tav tm="0">
                                          <p:val>
                                            <p:fltVal val="0"/>
                                          </p:val>
                                        </p:tav>
                                        <p:tav tm="100000">
                                          <p:val>
                                            <p:strVal val="#ppt_h"/>
                                          </p:val>
                                        </p:tav>
                                      </p:tavLst>
                                    </p:anim>
                                    <p:animEffect transition="in" filter="fade">
                                      <p:cBhvr>
                                        <p:cTn id="53" dur="500"/>
                                        <p:tgtEl>
                                          <p:spTgt spid="15">
                                            <p:txEl>
                                              <p:pRg st="0" end="0"/>
                                            </p:txEl>
                                          </p:spTgt>
                                        </p:tgtEl>
                                      </p:cBhvr>
                                    </p:animEffect>
                                  </p:childTnLst>
                                </p:cTn>
                              </p:par>
                            </p:childTnLst>
                          </p:cTn>
                        </p:par>
                        <p:par>
                          <p:cTn id="54" fill="hold">
                            <p:stCondLst>
                              <p:cond delay="4500"/>
                            </p:stCondLst>
                            <p:childTnLst>
                              <p:par>
                                <p:cTn id="55" presetID="42" presetClass="entr" presetSubtype="0" fill="hold" grpId="0" nodeType="afterEffect" nodePh="1">
                                  <p:stCondLst>
                                    <p:cond delay="0"/>
                                  </p:stCondLst>
                                  <p:endCondLst>
                                    <p:cond evt="begin" delay="0">
                                      <p:tn val="55"/>
                                    </p:cond>
                                  </p:endCondLst>
                                  <p:childTnLst>
                                    <p:set>
                                      <p:cBhvr>
                                        <p:cTn id="56" dur="1" fill="hold">
                                          <p:stCondLst>
                                            <p:cond delay="0"/>
                                          </p:stCondLst>
                                        </p:cTn>
                                        <p:tgtEl>
                                          <p:spTgt spid="22">
                                            <p:txEl>
                                              <p:pRg st="0" end="0"/>
                                            </p:txEl>
                                          </p:spTgt>
                                        </p:tgtEl>
                                        <p:attrNameLst>
                                          <p:attrName>style.visibility</p:attrName>
                                        </p:attrNameLst>
                                      </p:cBhvr>
                                      <p:to>
                                        <p:strVal val="visible"/>
                                      </p:to>
                                    </p:set>
                                    <p:animEffect transition="in" filter="fade">
                                      <p:cBhvr>
                                        <p:cTn id="57" dur="500"/>
                                        <p:tgtEl>
                                          <p:spTgt spid="22">
                                            <p:txEl>
                                              <p:pRg st="0" end="0"/>
                                            </p:txEl>
                                          </p:spTgt>
                                        </p:tgtEl>
                                      </p:cBhvr>
                                    </p:animEffect>
                                    <p:anim calcmode="lin" valueType="num">
                                      <p:cBhvr>
                                        <p:cTn id="58" dur="500" fill="hold"/>
                                        <p:tgtEl>
                                          <p:spTgt spid="22">
                                            <p:txEl>
                                              <p:pRg st="0" end="0"/>
                                            </p:txEl>
                                          </p:spTgt>
                                        </p:tgtEl>
                                        <p:attrNameLst>
                                          <p:attrName>ppt_x</p:attrName>
                                        </p:attrNameLst>
                                      </p:cBhvr>
                                      <p:tavLst>
                                        <p:tav tm="0">
                                          <p:val>
                                            <p:strVal val="#ppt_x"/>
                                          </p:val>
                                        </p:tav>
                                        <p:tav tm="100000">
                                          <p:val>
                                            <p:strVal val="#ppt_x"/>
                                          </p:val>
                                        </p:tav>
                                      </p:tavLst>
                                    </p:anim>
                                    <p:anim calcmode="lin" valueType="num">
                                      <p:cBhvr>
                                        <p:cTn id="59" dur="500" fill="hold"/>
                                        <p:tgtEl>
                                          <p:spTgt spid="22">
                                            <p:txEl>
                                              <p:pRg st="0" end="0"/>
                                            </p:txEl>
                                          </p:spTgt>
                                        </p:tgtEl>
                                        <p:attrNameLst>
                                          <p:attrName>ppt_y</p:attrName>
                                        </p:attrNameLst>
                                      </p:cBhvr>
                                      <p:tavLst>
                                        <p:tav tm="0">
                                          <p:val>
                                            <p:strVal val="#ppt_y+.1"/>
                                          </p:val>
                                        </p:tav>
                                        <p:tav tm="100000">
                                          <p:val>
                                            <p:strVal val="#ppt_y"/>
                                          </p:val>
                                        </p:tav>
                                      </p:tavLst>
                                    </p:anim>
                                  </p:childTnLst>
                                </p:cTn>
                              </p:par>
                            </p:childTnLst>
                          </p:cTn>
                        </p:par>
                        <p:par>
                          <p:cTn id="60" fill="hold">
                            <p:stCondLst>
                              <p:cond delay="5000"/>
                            </p:stCondLst>
                            <p:childTnLst>
                              <p:par>
                                <p:cTn id="61" presetID="53" presetClass="entr" presetSubtype="16" fill="hold" nodeType="afterEffect">
                                  <p:stCondLst>
                                    <p:cond delay="0"/>
                                  </p:stCondLst>
                                  <p:childTnLst>
                                    <p:set>
                                      <p:cBhvr>
                                        <p:cTn id="62" dur="1" fill="hold">
                                          <p:stCondLst>
                                            <p:cond delay="0"/>
                                          </p:stCondLst>
                                        </p:cTn>
                                        <p:tgtEl>
                                          <p:spTgt spid="40"/>
                                        </p:tgtEl>
                                        <p:attrNameLst>
                                          <p:attrName>style.visibility</p:attrName>
                                        </p:attrNameLst>
                                      </p:cBhvr>
                                      <p:to>
                                        <p:strVal val="visible"/>
                                      </p:to>
                                    </p:set>
                                    <p:anim calcmode="lin" valueType="num">
                                      <p:cBhvr>
                                        <p:cTn id="63" dur="500" fill="hold"/>
                                        <p:tgtEl>
                                          <p:spTgt spid="40"/>
                                        </p:tgtEl>
                                        <p:attrNameLst>
                                          <p:attrName>ppt_w</p:attrName>
                                        </p:attrNameLst>
                                      </p:cBhvr>
                                      <p:tavLst>
                                        <p:tav tm="0">
                                          <p:val>
                                            <p:fltVal val="0"/>
                                          </p:val>
                                        </p:tav>
                                        <p:tav tm="100000">
                                          <p:val>
                                            <p:strVal val="#ppt_w"/>
                                          </p:val>
                                        </p:tav>
                                      </p:tavLst>
                                    </p:anim>
                                    <p:anim calcmode="lin" valueType="num">
                                      <p:cBhvr>
                                        <p:cTn id="64" dur="500" fill="hold"/>
                                        <p:tgtEl>
                                          <p:spTgt spid="40"/>
                                        </p:tgtEl>
                                        <p:attrNameLst>
                                          <p:attrName>ppt_h</p:attrName>
                                        </p:attrNameLst>
                                      </p:cBhvr>
                                      <p:tavLst>
                                        <p:tav tm="0">
                                          <p:val>
                                            <p:fltVal val="0"/>
                                          </p:val>
                                        </p:tav>
                                        <p:tav tm="100000">
                                          <p:val>
                                            <p:strVal val="#ppt_h"/>
                                          </p:val>
                                        </p:tav>
                                      </p:tavLst>
                                    </p:anim>
                                    <p:animEffect transition="in" filter="fade">
                                      <p:cBhvr>
                                        <p:cTn id="65" dur="500"/>
                                        <p:tgtEl>
                                          <p:spTgt spid="40"/>
                                        </p:tgtEl>
                                      </p:cBhvr>
                                    </p:animEffect>
                                  </p:childTnLst>
                                </p:cTn>
                              </p:par>
                            </p:childTnLst>
                          </p:cTn>
                        </p:par>
                        <p:par>
                          <p:cTn id="66" fill="hold">
                            <p:stCondLst>
                              <p:cond delay="5500"/>
                            </p:stCondLst>
                            <p:childTnLst>
                              <p:par>
                                <p:cTn id="67" presetID="42" presetClass="entr" presetSubtype="0" fill="hold" grpId="0" nodeType="afterEffect">
                                  <p:stCondLst>
                                    <p:cond delay="0"/>
                                  </p:stCondLst>
                                  <p:childTnLst>
                                    <p:set>
                                      <p:cBhvr>
                                        <p:cTn id="68" dur="1" fill="hold">
                                          <p:stCondLst>
                                            <p:cond delay="0"/>
                                          </p:stCondLst>
                                        </p:cTn>
                                        <p:tgtEl>
                                          <p:spTgt spid="35"/>
                                        </p:tgtEl>
                                        <p:attrNameLst>
                                          <p:attrName>style.visibility</p:attrName>
                                        </p:attrNameLst>
                                      </p:cBhvr>
                                      <p:to>
                                        <p:strVal val="visible"/>
                                      </p:to>
                                    </p:set>
                                    <p:animEffect transition="in" filter="fade">
                                      <p:cBhvr>
                                        <p:cTn id="69" dur="500"/>
                                        <p:tgtEl>
                                          <p:spTgt spid="35"/>
                                        </p:tgtEl>
                                      </p:cBhvr>
                                    </p:animEffect>
                                    <p:anim calcmode="lin" valueType="num">
                                      <p:cBhvr>
                                        <p:cTn id="70" dur="500" fill="hold"/>
                                        <p:tgtEl>
                                          <p:spTgt spid="35"/>
                                        </p:tgtEl>
                                        <p:attrNameLst>
                                          <p:attrName>ppt_x</p:attrName>
                                        </p:attrNameLst>
                                      </p:cBhvr>
                                      <p:tavLst>
                                        <p:tav tm="0">
                                          <p:val>
                                            <p:strVal val="#ppt_x"/>
                                          </p:val>
                                        </p:tav>
                                        <p:tav tm="100000">
                                          <p:val>
                                            <p:strVal val="#ppt_x"/>
                                          </p:val>
                                        </p:tav>
                                      </p:tavLst>
                                    </p:anim>
                                    <p:anim calcmode="lin" valueType="num">
                                      <p:cBhvr>
                                        <p:cTn id="71" dur="500" fill="hold"/>
                                        <p:tgtEl>
                                          <p:spTgt spid="35"/>
                                        </p:tgtEl>
                                        <p:attrNameLst>
                                          <p:attrName>ppt_y</p:attrName>
                                        </p:attrNameLst>
                                      </p:cBhvr>
                                      <p:tavLst>
                                        <p:tav tm="0">
                                          <p:val>
                                            <p:strVal val="#ppt_y+.1"/>
                                          </p:val>
                                        </p:tav>
                                        <p:tav tm="100000">
                                          <p:val>
                                            <p:strVal val="#ppt_y"/>
                                          </p:val>
                                        </p:tav>
                                      </p:tavLst>
                                    </p:anim>
                                  </p:childTnLst>
                                </p:cTn>
                              </p:par>
                            </p:childTnLst>
                          </p:cTn>
                        </p:par>
                        <p:par>
                          <p:cTn id="72" fill="hold">
                            <p:stCondLst>
                              <p:cond delay="6000"/>
                            </p:stCondLst>
                            <p:childTnLst>
                              <p:par>
                                <p:cTn id="73" presetID="53" presetClass="entr" presetSubtype="16" fill="hold" grpId="0" nodeType="afterEffect" nodePh="1">
                                  <p:stCondLst>
                                    <p:cond delay="0"/>
                                  </p:stCondLst>
                                  <p:endCondLst>
                                    <p:cond evt="begin" delay="0">
                                      <p:tn val="73"/>
                                    </p:cond>
                                  </p:endCondLst>
                                  <p:childTnLst>
                                    <p:set>
                                      <p:cBhvr>
                                        <p:cTn id="74" dur="1" fill="hold">
                                          <p:stCondLst>
                                            <p:cond delay="0"/>
                                          </p:stCondLst>
                                        </p:cTn>
                                        <p:tgtEl>
                                          <p:spTgt spid="17">
                                            <p:txEl>
                                              <p:pRg st="0" end="0"/>
                                            </p:txEl>
                                          </p:spTgt>
                                        </p:tgtEl>
                                        <p:attrNameLst>
                                          <p:attrName>style.visibility</p:attrName>
                                        </p:attrNameLst>
                                      </p:cBhvr>
                                      <p:to>
                                        <p:strVal val="visible"/>
                                      </p:to>
                                    </p:set>
                                    <p:anim calcmode="lin" valueType="num">
                                      <p:cBhvr>
                                        <p:cTn id="75" dur="500" fill="hold"/>
                                        <p:tgtEl>
                                          <p:spTgt spid="17">
                                            <p:txEl>
                                              <p:pRg st="0" end="0"/>
                                            </p:txEl>
                                          </p:spTgt>
                                        </p:tgtEl>
                                        <p:attrNameLst>
                                          <p:attrName>ppt_w</p:attrName>
                                        </p:attrNameLst>
                                      </p:cBhvr>
                                      <p:tavLst>
                                        <p:tav tm="0">
                                          <p:val>
                                            <p:fltVal val="0"/>
                                          </p:val>
                                        </p:tav>
                                        <p:tav tm="100000">
                                          <p:val>
                                            <p:strVal val="#ppt_w"/>
                                          </p:val>
                                        </p:tav>
                                      </p:tavLst>
                                    </p:anim>
                                    <p:anim calcmode="lin" valueType="num">
                                      <p:cBhvr>
                                        <p:cTn id="76" dur="500" fill="hold"/>
                                        <p:tgtEl>
                                          <p:spTgt spid="17">
                                            <p:txEl>
                                              <p:pRg st="0" end="0"/>
                                            </p:txEl>
                                          </p:spTgt>
                                        </p:tgtEl>
                                        <p:attrNameLst>
                                          <p:attrName>ppt_h</p:attrName>
                                        </p:attrNameLst>
                                      </p:cBhvr>
                                      <p:tavLst>
                                        <p:tav tm="0">
                                          <p:val>
                                            <p:fltVal val="0"/>
                                          </p:val>
                                        </p:tav>
                                        <p:tav tm="100000">
                                          <p:val>
                                            <p:strVal val="#ppt_h"/>
                                          </p:val>
                                        </p:tav>
                                      </p:tavLst>
                                    </p:anim>
                                    <p:animEffect transition="in" filter="fade">
                                      <p:cBhvr>
                                        <p:cTn id="77" dur="500"/>
                                        <p:tgtEl>
                                          <p:spTgt spid="17">
                                            <p:txEl>
                                              <p:pRg st="0" end="0"/>
                                            </p:txEl>
                                          </p:spTgt>
                                        </p:tgtEl>
                                      </p:cBhvr>
                                    </p:animEffect>
                                  </p:childTnLst>
                                </p:cTn>
                              </p:par>
                            </p:childTnLst>
                          </p:cTn>
                        </p:par>
                        <p:par>
                          <p:cTn id="78" fill="hold">
                            <p:stCondLst>
                              <p:cond delay="6500"/>
                            </p:stCondLst>
                            <p:childTnLst>
                              <p:par>
                                <p:cTn id="79" presetID="42" presetClass="entr" presetSubtype="0" fill="hold" grpId="0" nodeType="afterEffect" nodePh="1">
                                  <p:stCondLst>
                                    <p:cond delay="0"/>
                                  </p:stCondLst>
                                  <p:endCondLst>
                                    <p:cond evt="begin" delay="0">
                                      <p:tn val="79"/>
                                    </p:cond>
                                  </p:endCondLst>
                                  <p:childTnLst>
                                    <p:set>
                                      <p:cBhvr>
                                        <p:cTn id="80" dur="1" fill="hold">
                                          <p:stCondLst>
                                            <p:cond delay="0"/>
                                          </p:stCondLst>
                                        </p:cTn>
                                        <p:tgtEl>
                                          <p:spTgt spid="23">
                                            <p:txEl>
                                              <p:pRg st="0" end="0"/>
                                            </p:txEl>
                                          </p:spTgt>
                                        </p:tgtEl>
                                        <p:attrNameLst>
                                          <p:attrName>style.visibility</p:attrName>
                                        </p:attrNameLst>
                                      </p:cBhvr>
                                      <p:to>
                                        <p:strVal val="visible"/>
                                      </p:to>
                                    </p:set>
                                    <p:animEffect transition="in" filter="fade">
                                      <p:cBhvr>
                                        <p:cTn id="81" dur="500"/>
                                        <p:tgtEl>
                                          <p:spTgt spid="23">
                                            <p:txEl>
                                              <p:pRg st="0" end="0"/>
                                            </p:txEl>
                                          </p:spTgt>
                                        </p:tgtEl>
                                      </p:cBhvr>
                                    </p:animEffect>
                                    <p:anim calcmode="lin" valueType="num">
                                      <p:cBhvr>
                                        <p:cTn id="82" dur="500" fill="hold"/>
                                        <p:tgtEl>
                                          <p:spTgt spid="23">
                                            <p:txEl>
                                              <p:pRg st="0" end="0"/>
                                            </p:txEl>
                                          </p:spTgt>
                                        </p:tgtEl>
                                        <p:attrNameLst>
                                          <p:attrName>ppt_x</p:attrName>
                                        </p:attrNameLst>
                                      </p:cBhvr>
                                      <p:tavLst>
                                        <p:tav tm="0">
                                          <p:val>
                                            <p:strVal val="#ppt_x"/>
                                          </p:val>
                                        </p:tav>
                                        <p:tav tm="100000">
                                          <p:val>
                                            <p:strVal val="#ppt_x"/>
                                          </p:val>
                                        </p:tav>
                                      </p:tavLst>
                                    </p:anim>
                                    <p:anim calcmode="lin" valueType="num">
                                      <p:cBhvr>
                                        <p:cTn id="83" dur="500" fill="hold"/>
                                        <p:tgtEl>
                                          <p:spTgt spid="23">
                                            <p:txEl>
                                              <p:pRg st="0" end="0"/>
                                            </p:txEl>
                                          </p:spTgt>
                                        </p:tgtEl>
                                        <p:attrNameLst>
                                          <p:attrName>ppt_y</p:attrName>
                                        </p:attrNameLst>
                                      </p:cBhvr>
                                      <p:tavLst>
                                        <p:tav tm="0">
                                          <p:val>
                                            <p:strVal val="#ppt_y+.1"/>
                                          </p:val>
                                        </p:tav>
                                        <p:tav tm="100000">
                                          <p:val>
                                            <p:strVal val="#ppt_y"/>
                                          </p:val>
                                        </p:tav>
                                      </p:tavLst>
                                    </p:anim>
                                  </p:childTnLst>
                                </p:cTn>
                              </p:par>
                            </p:childTnLst>
                          </p:cTn>
                        </p:par>
                        <p:par>
                          <p:cTn id="84" fill="hold">
                            <p:stCondLst>
                              <p:cond delay="7000"/>
                            </p:stCondLst>
                            <p:childTnLst>
                              <p:par>
                                <p:cTn id="85" presetID="53" presetClass="entr" presetSubtype="16" fill="hold" nodeType="afterEffect">
                                  <p:stCondLst>
                                    <p:cond delay="0"/>
                                  </p:stCondLst>
                                  <p:childTnLst>
                                    <p:set>
                                      <p:cBhvr>
                                        <p:cTn id="86" dur="1" fill="hold">
                                          <p:stCondLst>
                                            <p:cond delay="0"/>
                                          </p:stCondLst>
                                        </p:cTn>
                                        <p:tgtEl>
                                          <p:spTgt spid="47"/>
                                        </p:tgtEl>
                                        <p:attrNameLst>
                                          <p:attrName>style.visibility</p:attrName>
                                        </p:attrNameLst>
                                      </p:cBhvr>
                                      <p:to>
                                        <p:strVal val="visible"/>
                                      </p:to>
                                    </p:set>
                                    <p:anim calcmode="lin" valueType="num">
                                      <p:cBhvr>
                                        <p:cTn id="87" dur="500" fill="hold"/>
                                        <p:tgtEl>
                                          <p:spTgt spid="47"/>
                                        </p:tgtEl>
                                        <p:attrNameLst>
                                          <p:attrName>ppt_w</p:attrName>
                                        </p:attrNameLst>
                                      </p:cBhvr>
                                      <p:tavLst>
                                        <p:tav tm="0">
                                          <p:val>
                                            <p:fltVal val="0"/>
                                          </p:val>
                                        </p:tav>
                                        <p:tav tm="100000">
                                          <p:val>
                                            <p:strVal val="#ppt_w"/>
                                          </p:val>
                                        </p:tav>
                                      </p:tavLst>
                                    </p:anim>
                                    <p:anim calcmode="lin" valueType="num">
                                      <p:cBhvr>
                                        <p:cTn id="88" dur="500" fill="hold"/>
                                        <p:tgtEl>
                                          <p:spTgt spid="47"/>
                                        </p:tgtEl>
                                        <p:attrNameLst>
                                          <p:attrName>ppt_h</p:attrName>
                                        </p:attrNameLst>
                                      </p:cBhvr>
                                      <p:tavLst>
                                        <p:tav tm="0">
                                          <p:val>
                                            <p:fltVal val="0"/>
                                          </p:val>
                                        </p:tav>
                                        <p:tav tm="100000">
                                          <p:val>
                                            <p:strVal val="#ppt_h"/>
                                          </p:val>
                                        </p:tav>
                                      </p:tavLst>
                                    </p:anim>
                                    <p:animEffect transition="in" filter="fade">
                                      <p:cBhvr>
                                        <p:cTn id="89" dur="500"/>
                                        <p:tgtEl>
                                          <p:spTgt spid="47"/>
                                        </p:tgtEl>
                                      </p:cBhvr>
                                    </p:animEffect>
                                  </p:childTnLst>
                                </p:cTn>
                              </p:par>
                            </p:childTnLst>
                          </p:cTn>
                        </p:par>
                        <p:par>
                          <p:cTn id="90" fill="hold">
                            <p:stCondLst>
                              <p:cond delay="7500"/>
                            </p:stCondLst>
                            <p:childTnLst>
                              <p:par>
                                <p:cTn id="91" presetID="42" presetClass="entr" presetSubtype="0" fill="hold" grpId="0" nodeType="afterEffect">
                                  <p:stCondLst>
                                    <p:cond delay="0"/>
                                  </p:stCondLst>
                                  <p:childTnLst>
                                    <p:set>
                                      <p:cBhvr>
                                        <p:cTn id="92" dur="1" fill="hold">
                                          <p:stCondLst>
                                            <p:cond delay="0"/>
                                          </p:stCondLst>
                                        </p:cTn>
                                        <p:tgtEl>
                                          <p:spTgt spid="37"/>
                                        </p:tgtEl>
                                        <p:attrNameLst>
                                          <p:attrName>style.visibility</p:attrName>
                                        </p:attrNameLst>
                                      </p:cBhvr>
                                      <p:to>
                                        <p:strVal val="visible"/>
                                      </p:to>
                                    </p:set>
                                    <p:animEffect transition="in" filter="fade">
                                      <p:cBhvr>
                                        <p:cTn id="93" dur="500"/>
                                        <p:tgtEl>
                                          <p:spTgt spid="37"/>
                                        </p:tgtEl>
                                      </p:cBhvr>
                                    </p:animEffect>
                                    <p:anim calcmode="lin" valueType="num">
                                      <p:cBhvr>
                                        <p:cTn id="94" dur="500" fill="hold"/>
                                        <p:tgtEl>
                                          <p:spTgt spid="37"/>
                                        </p:tgtEl>
                                        <p:attrNameLst>
                                          <p:attrName>ppt_x</p:attrName>
                                        </p:attrNameLst>
                                      </p:cBhvr>
                                      <p:tavLst>
                                        <p:tav tm="0">
                                          <p:val>
                                            <p:strVal val="#ppt_x"/>
                                          </p:val>
                                        </p:tav>
                                        <p:tav tm="100000">
                                          <p:val>
                                            <p:strVal val="#ppt_x"/>
                                          </p:val>
                                        </p:tav>
                                      </p:tavLst>
                                    </p:anim>
                                    <p:anim calcmode="lin" valueType="num">
                                      <p:cBhvr>
                                        <p:cTn id="95" dur="500" fill="hold"/>
                                        <p:tgtEl>
                                          <p:spTgt spid="37"/>
                                        </p:tgtEl>
                                        <p:attrNameLst>
                                          <p:attrName>ppt_y</p:attrName>
                                        </p:attrNameLst>
                                      </p:cBhvr>
                                      <p:tavLst>
                                        <p:tav tm="0">
                                          <p:val>
                                            <p:strVal val="#ppt_y+.1"/>
                                          </p:val>
                                        </p:tav>
                                        <p:tav tm="100000">
                                          <p:val>
                                            <p:strVal val="#ppt_y"/>
                                          </p:val>
                                        </p:tav>
                                      </p:tavLst>
                                    </p:anim>
                                  </p:childTnLst>
                                </p:cTn>
                              </p:par>
                            </p:childTnLst>
                          </p:cTn>
                        </p:par>
                        <p:par>
                          <p:cTn id="96" fill="hold">
                            <p:stCondLst>
                              <p:cond delay="8000"/>
                            </p:stCondLst>
                            <p:childTnLst>
                              <p:par>
                                <p:cTn id="97" presetID="53" presetClass="entr" presetSubtype="16" fill="hold" grpId="0" nodeType="afterEffect" nodePh="1">
                                  <p:stCondLst>
                                    <p:cond delay="0"/>
                                  </p:stCondLst>
                                  <p:endCondLst>
                                    <p:cond evt="begin" delay="0">
                                      <p:tn val="97"/>
                                    </p:cond>
                                  </p:endCondLst>
                                  <p:childTnLst>
                                    <p:set>
                                      <p:cBhvr>
                                        <p:cTn id="98" dur="1" fill="hold">
                                          <p:stCondLst>
                                            <p:cond delay="0"/>
                                          </p:stCondLst>
                                        </p:cTn>
                                        <p:tgtEl>
                                          <p:spTgt spid="19">
                                            <p:txEl>
                                              <p:pRg st="0" end="0"/>
                                            </p:txEl>
                                          </p:spTgt>
                                        </p:tgtEl>
                                        <p:attrNameLst>
                                          <p:attrName>style.visibility</p:attrName>
                                        </p:attrNameLst>
                                      </p:cBhvr>
                                      <p:to>
                                        <p:strVal val="visible"/>
                                      </p:to>
                                    </p:set>
                                    <p:anim calcmode="lin" valueType="num">
                                      <p:cBhvr>
                                        <p:cTn id="99" dur="500" fill="hold"/>
                                        <p:tgtEl>
                                          <p:spTgt spid="19">
                                            <p:txEl>
                                              <p:pRg st="0" end="0"/>
                                            </p:txEl>
                                          </p:spTgt>
                                        </p:tgtEl>
                                        <p:attrNameLst>
                                          <p:attrName>ppt_w</p:attrName>
                                        </p:attrNameLst>
                                      </p:cBhvr>
                                      <p:tavLst>
                                        <p:tav tm="0">
                                          <p:val>
                                            <p:fltVal val="0"/>
                                          </p:val>
                                        </p:tav>
                                        <p:tav tm="100000">
                                          <p:val>
                                            <p:strVal val="#ppt_w"/>
                                          </p:val>
                                        </p:tav>
                                      </p:tavLst>
                                    </p:anim>
                                    <p:anim calcmode="lin" valueType="num">
                                      <p:cBhvr>
                                        <p:cTn id="100" dur="500" fill="hold"/>
                                        <p:tgtEl>
                                          <p:spTgt spid="19">
                                            <p:txEl>
                                              <p:pRg st="0" end="0"/>
                                            </p:txEl>
                                          </p:spTgt>
                                        </p:tgtEl>
                                        <p:attrNameLst>
                                          <p:attrName>ppt_h</p:attrName>
                                        </p:attrNameLst>
                                      </p:cBhvr>
                                      <p:tavLst>
                                        <p:tav tm="0">
                                          <p:val>
                                            <p:fltVal val="0"/>
                                          </p:val>
                                        </p:tav>
                                        <p:tav tm="100000">
                                          <p:val>
                                            <p:strVal val="#ppt_h"/>
                                          </p:val>
                                        </p:tav>
                                      </p:tavLst>
                                    </p:anim>
                                    <p:animEffect transition="in" filter="fade">
                                      <p:cBhvr>
                                        <p:cTn id="101" dur="500"/>
                                        <p:tgtEl>
                                          <p:spTgt spid="19">
                                            <p:txEl>
                                              <p:pRg st="0" end="0"/>
                                            </p:txEl>
                                          </p:spTgt>
                                        </p:tgtEl>
                                      </p:cBhvr>
                                    </p:animEffect>
                                  </p:childTnLst>
                                </p:cTn>
                              </p:par>
                            </p:childTnLst>
                          </p:cTn>
                        </p:par>
                        <p:par>
                          <p:cTn id="102" fill="hold">
                            <p:stCondLst>
                              <p:cond delay="8500"/>
                            </p:stCondLst>
                            <p:childTnLst>
                              <p:par>
                                <p:cTn id="103" presetID="42" presetClass="entr" presetSubtype="0" fill="hold" grpId="0" nodeType="afterEffect" nodePh="1">
                                  <p:stCondLst>
                                    <p:cond delay="0"/>
                                  </p:stCondLst>
                                  <p:endCondLst>
                                    <p:cond evt="begin" delay="0">
                                      <p:tn val="103"/>
                                    </p:cond>
                                  </p:endCondLst>
                                  <p:childTnLst>
                                    <p:set>
                                      <p:cBhvr>
                                        <p:cTn id="104" dur="1" fill="hold">
                                          <p:stCondLst>
                                            <p:cond delay="0"/>
                                          </p:stCondLst>
                                        </p:cTn>
                                        <p:tgtEl>
                                          <p:spTgt spid="24">
                                            <p:txEl>
                                              <p:pRg st="0" end="0"/>
                                            </p:txEl>
                                          </p:spTgt>
                                        </p:tgtEl>
                                        <p:attrNameLst>
                                          <p:attrName>style.visibility</p:attrName>
                                        </p:attrNameLst>
                                      </p:cBhvr>
                                      <p:to>
                                        <p:strVal val="visible"/>
                                      </p:to>
                                    </p:set>
                                    <p:animEffect transition="in" filter="fade">
                                      <p:cBhvr>
                                        <p:cTn id="105" dur="500"/>
                                        <p:tgtEl>
                                          <p:spTgt spid="24">
                                            <p:txEl>
                                              <p:pRg st="0" end="0"/>
                                            </p:txEl>
                                          </p:spTgt>
                                        </p:tgtEl>
                                      </p:cBhvr>
                                    </p:animEffect>
                                    <p:anim calcmode="lin" valueType="num">
                                      <p:cBhvr>
                                        <p:cTn id="106"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p:cTn id="107" dur="500" fill="hold"/>
                                        <p:tgtEl>
                                          <p:spTgt spid="24">
                                            <p:txEl>
                                              <p:pRg st="0" end="0"/>
                                            </p:txEl>
                                          </p:spTgt>
                                        </p:tgtEl>
                                        <p:attrNameLst>
                                          <p:attrName>ppt_y</p:attrName>
                                        </p:attrNameLst>
                                      </p:cBhvr>
                                      <p:tavLst>
                                        <p:tav tm="0">
                                          <p:val>
                                            <p:strVal val="#ppt_y+.1"/>
                                          </p:val>
                                        </p:tav>
                                        <p:tav tm="100000">
                                          <p:val>
                                            <p:strVal val="#ppt_y"/>
                                          </p:val>
                                        </p:tav>
                                      </p:tavLst>
                                    </p:anim>
                                  </p:childTnLst>
                                </p:cTn>
                              </p:par>
                            </p:childTnLst>
                          </p:cTn>
                        </p:par>
                        <p:par>
                          <p:cTn id="108" fill="hold">
                            <p:stCondLst>
                              <p:cond delay="9000"/>
                            </p:stCondLst>
                            <p:childTnLst>
                              <p:par>
                                <p:cTn id="109" presetID="53" presetClass="entr" presetSubtype="16" fill="hold" nodeType="afterEffect">
                                  <p:stCondLst>
                                    <p:cond delay="0"/>
                                  </p:stCondLst>
                                  <p:childTnLst>
                                    <p:set>
                                      <p:cBhvr>
                                        <p:cTn id="110" dur="1" fill="hold">
                                          <p:stCondLst>
                                            <p:cond delay="0"/>
                                          </p:stCondLst>
                                        </p:cTn>
                                        <p:tgtEl>
                                          <p:spTgt spid="54"/>
                                        </p:tgtEl>
                                        <p:attrNameLst>
                                          <p:attrName>style.visibility</p:attrName>
                                        </p:attrNameLst>
                                      </p:cBhvr>
                                      <p:to>
                                        <p:strVal val="visible"/>
                                      </p:to>
                                    </p:set>
                                    <p:anim calcmode="lin" valueType="num">
                                      <p:cBhvr>
                                        <p:cTn id="111" dur="500" fill="hold"/>
                                        <p:tgtEl>
                                          <p:spTgt spid="54"/>
                                        </p:tgtEl>
                                        <p:attrNameLst>
                                          <p:attrName>ppt_w</p:attrName>
                                        </p:attrNameLst>
                                      </p:cBhvr>
                                      <p:tavLst>
                                        <p:tav tm="0">
                                          <p:val>
                                            <p:fltVal val="0"/>
                                          </p:val>
                                        </p:tav>
                                        <p:tav tm="100000">
                                          <p:val>
                                            <p:strVal val="#ppt_w"/>
                                          </p:val>
                                        </p:tav>
                                      </p:tavLst>
                                    </p:anim>
                                    <p:anim calcmode="lin" valueType="num">
                                      <p:cBhvr>
                                        <p:cTn id="112" dur="500" fill="hold"/>
                                        <p:tgtEl>
                                          <p:spTgt spid="54"/>
                                        </p:tgtEl>
                                        <p:attrNameLst>
                                          <p:attrName>ppt_h</p:attrName>
                                        </p:attrNameLst>
                                      </p:cBhvr>
                                      <p:tavLst>
                                        <p:tav tm="0">
                                          <p:val>
                                            <p:fltVal val="0"/>
                                          </p:val>
                                        </p:tav>
                                        <p:tav tm="100000">
                                          <p:val>
                                            <p:strVal val="#ppt_h"/>
                                          </p:val>
                                        </p:tav>
                                      </p:tavLst>
                                    </p:anim>
                                    <p:animEffect transition="in" filter="fade">
                                      <p:cBhvr>
                                        <p:cTn id="113" dur="500"/>
                                        <p:tgtEl>
                                          <p:spTgt spid="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13"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3"/>
                        </p:tgtEl>
                        <p:attrNameLst>
                          <p:attrName>style.visibility</p:attrName>
                        </p:attrNameLst>
                      </p:cBhvr>
                      <p:to>
                        <p:strVal val="visible"/>
                      </p:to>
                    </p:set>
                    <p:anim calcmode="lin" valueType="num">
                      <p:cBhvr>
                        <p:cTn dur="500" fill="hold"/>
                        <p:tgtEl>
                          <p:spTgt spid="13"/>
                        </p:tgtEl>
                        <p:attrNameLst>
                          <p:attrName>ppt_w</p:attrName>
                        </p:attrNameLst>
                      </p:cBhvr>
                      <p:tavLst>
                        <p:tav tm="0">
                          <p:val>
                            <p:fltVal val="0"/>
                          </p:val>
                        </p:tav>
                        <p:tav tm="100000">
                          <p:val>
                            <p:strVal val="#ppt_w"/>
                          </p:val>
                        </p:tav>
                      </p:tavLst>
                    </p:anim>
                    <p:anim calcmode="lin" valueType="num">
                      <p:cBhvr>
                        <p:cTn dur="500" fill="hold"/>
                        <p:tgtEl>
                          <p:spTgt spid="13"/>
                        </p:tgtEl>
                        <p:attrNameLst>
                          <p:attrName>ppt_h</p:attrName>
                        </p:attrNameLst>
                      </p:cBhvr>
                      <p:tavLst>
                        <p:tav tm="0">
                          <p:val>
                            <p:fltVal val="0"/>
                          </p:val>
                        </p:tav>
                        <p:tav tm="100000">
                          <p:val>
                            <p:strVal val="#ppt_h"/>
                          </p:val>
                        </p:tav>
                      </p:tavLst>
                    </p:anim>
                    <p:animEffect transition="in" filter="fade">
                      <p:cBhvr>
                        <p:cTn dur="500"/>
                        <p:tgtEl>
                          <p:spTgt spid="13"/>
                        </p:tgtEl>
                      </p:cBhvr>
                    </p:animEffect>
                  </p:childTnLst>
                </p:cTn>
              </p:par>
            </p:tnLst>
          </p:tmpl>
        </p:tmplLst>
      </p:bldP>
      <p:bldP spid="15"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5"/>
                        </p:tgtEl>
                        <p:attrNameLst>
                          <p:attrName>style.visibility</p:attrName>
                        </p:attrNameLst>
                      </p:cBhvr>
                      <p:to>
                        <p:strVal val="visible"/>
                      </p:to>
                    </p:set>
                    <p:anim calcmode="lin" valueType="num">
                      <p:cBhvr>
                        <p:cTn dur="500" fill="hold"/>
                        <p:tgtEl>
                          <p:spTgt spid="15"/>
                        </p:tgtEl>
                        <p:attrNameLst>
                          <p:attrName>ppt_w</p:attrName>
                        </p:attrNameLst>
                      </p:cBhvr>
                      <p:tavLst>
                        <p:tav tm="0">
                          <p:val>
                            <p:fltVal val="0"/>
                          </p:val>
                        </p:tav>
                        <p:tav tm="100000">
                          <p:val>
                            <p:strVal val="#ppt_w"/>
                          </p:val>
                        </p:tav>
                      </p:tavLst>
                    </p:anim>
                    <p:anim calcmode="lin" valueType="num">
                      <p:cBhvr>
                        <p:cTn dur="500" fill="hold"/>
                        <p:tgtEl>
                          <p:spTgt spid="15"/>
                        </p:tgtEl>
                        <p:attrNameLst>
                          <p:attrName>ppt_h</p:attrName>
                        </p:attrNameLst>
                      </p:cBhvr>
                      <p:tavLst>
                        <p:tav tm="0">
                          <p:val>
                            <p:fltVal val="0"/>
                          </p:val>
                        </p:tav>
                        <p:tav tm="100000">
                          <p:val>
                            <p:strVal val="#ppt_h"/>
                          </p:val>
                        </p:tav>
                      </p:tavLst>
                    </p:anim>
                    <p:animEffect transition="in" filter="fade">
                      <p:cBhvr>
                        <p:cTn dur="500"/>
                        <p:tgtEl>
                          <p:spTgt spid="15"/>
                        </p:tgtEl>
                      </p:cBhvr>
                    </p:animEffect>
                  </p:childTnLst>
                </p:cTn>
              </p:par>
            </p:tnLst>
          </p:tmpl>
        </p:tmplLst>
      </p:bldP>
      <p:bldP spid="17"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7"/>
                        </p:tgtEl>
                        <p:attrNameLst>
                          <p:attrName>style.visibility</p:attrName>
                        </p:attrNameLst>
                      </p:cBhvr>
                      <p:to>
                        <p:strVal val="visible"/>
                      </p:to>
                    </p:set>
                    <p:anim calcmode="lin" valueType="num">
                      <p:cBhvr>
                        <p:cTn dur="500" fill="hold"/>
                        <p:tgtEl>
                          <p:spTgt spid="17"/>
                        </p:tgtEl>
                        <p:attrNameLst>
                          <p:attrName>ppt_w</p:attrName>
                        </p:attrNameLst>
                      </p:cBhvr>
                      <p:tavLst>
                        <p:tav tm="0">
                          <p:val>
                            <p:fltVal val="0"/>
                          </p:val>
                        </p:tav>
                        <p:tav tm="100000">
                          <p:val>
                            <p:strVal val="#ppt_w"/>
                          </p:val>
                        </p:tav>
                      </p:tavLst>
                    </p:anim>
                    <p:anim calcmode="lin" valueType="num">
                      <p:cBhvr>
                        <p:cTn dur="500" fill="hold"/>
                        <p:tgtEl>
                          <p:spTgt spid="17"/>
                        </p:tgtEl>
                        <p:attrNameLst>
                          <p:attrName>ppt_h</p:attrName>
                        </p:attrNameLst>
                      </p:cBhvr>
                      <p:tavLst>
                        <p:tav tm="0">
                          <p:val>
                            <p:fltVal val="0"/>
                          </p:val>
                        </p:tav>
                        <p:tav tm="100000">
                          <p:val>
                            <p:strVal val="#ppt_h"/>
                          </p:val>
                        </p:tav>
                      </p:tavLst>
                    </p:anim>
                    <p:animEffect transition="in" filter="fade">
                      <p:cBhvr>
                        <p:cTn dur="500"/>
                        <p:tgtEl>
                          <p:spTgt spid="17"/>
                        </p:tgtEl>
                      </p:cBhvr>
                    </p:animEffect>
                  </p:childTnLst>
                </p:cTn>
              </p:par>
            </p:tnLst>
          </p:tmpl>
        </p:tmplLst>
      </p:bldP>
      <p:bldP spid="19"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9"/>
                        </p:tgtEl>
                        <p:attrNameLst>
                          <p:attrName>style.visibility</p:attrName>
                        </p:attrNameLst>
                      </p:cBhvr>
                      <p:to>
                        <p:strVal val="visible"/>
                      </p:to>
                    </p:set>
                    <p:anim calcmode="lin" valueType="num">
                      <p:cBhvr>
                        <p:cTn dur="500" fill="hold"/>
                        <p:tgtEl>
                          <p:spTgt spid="19"/>
                        </p:tgtEl>
                        <p:attrNameLst>
                          <p:attrName>ppt_w</p:attrName>
                        </p:attrNameLst>
                      </p:cBhvr>
                      <p:tavLst>
                        <p:tav tm="0">
                          <p:val>
                            <p:fltVal val="0"/>
                          </p:val>
                        </p:tav>
                        <p:tav tm="100000">
                          <p:val>
                            <p:strVal val="#ppt_w"/>
                          </p:val>
                        </p:tav>
                      </p:tavLst>
                    </p:anim>
                    <p:anim calcmode="lin" valueType="num">
                      <p:cBhvr>
                        <p:cTn dur="500" fill="hold"/>
                        <p:tgtEl>
                          <p:spTgt spid="19"/>
                        </p:tgtEl>
                        <p:attrNameLst>
                          <p:attrName>ppt_h</p:attrName>
                        </p:attrNameLst>
                      </p:cBhvr>
                      <p:tavLst>
                        <p:tav tm="0">
                          <p:val>
                            <p:fltVal val="0"/>
                          </p:val>
                        </p:tav>
                        <p:tav tm="100000">
                          <p:val>
                            <p:strVal val="#ppt_h"/>
                          </p:val>
                        </p:tav>
                      </p:tavLst>
                    </p:anim>
                    <p:animEffect transition="in" filter="fade">
                      <p:cBhvr>
                        <p:cTn dur="500"/>
                        <p:tgtEl>
                          <p:spTgt spid="19"/>
                        </p:tgtEl>
                      </p:cBhvr>
                    </p:animEffect>
                  </p:childTnLst>
                </p:cTn>
              </p:par>
            </p:tnLst>
          </p:tmpl>
        </p:tmplLst>
      </p:bldP>
      <p:bldP spid="21"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1"/>
                        </p:tgtEl>
                        <p:attrNameLst>
                          <p:attrName>style.visibility</p:attrName>
                        </p:attrNameLst>
                      </p:cBhvr>
                      <p:to>
                        <p:strVal val="visible"/>
                      </p:to>
                    </p:set>
                    <p:animEffect transition="in" filter="fade">
                      <p:cBhvr>
                        <p:cTn dur="500"/>
                        <p:tgtEl>
                          <p:spTgt spid="21"/>
                        </p:tgtEl>
                      </p:cBhvr>
                    </p:animEffect>
                    <p:anim calcmode="lin" valueType="num">
                      <p:cBhvr>
                        <p:cTn dur="500" fill="hold"/>
                        <p:tgtEl>
                          <p:spTgt spid="21"/>
                        </p:tgtEl>
                        <p:attrNameLst>
                          <p:attrName>ppt_x</p:attrName>
                        </p:attrNameLst>
                      </p:cBhvr>
                      <p:tavLst>
                        <p:tav tm="0">
                          <p:val>
                            <p:strVal val="#ppt_x"/>
                          </p:val>
                        </p:tav>
                        <p:tav tm="100000">
                          <p:val>
                            <p:strVal val="#ppt_x"/>
                          </p:val>
                        </p:tav>
                      </p:tavLst>
                    </p:anim>
                    <p:anim calcmode="lin" valueType="num">
                      <p:cBhvr>
                        <p:cTn dur="500" fill="hold"/>
                        <p:tgtEl>
                          <p:spTgt spid="21"/>
                        </p:tgtEl>
                        <p:attrNameLst>
                          <p:attrName>ppt_y</p:attrName>
                        </p:attrNameLst>
                      </p:cBhvr>
                      <p:tavLst>
                        <p:tav tm="0">
                          <p:val>
                            <p:strVal val="#ppt_y+.1"/>
                          </p:val>
                        </p:tav>
                        <p:tav tm="100000">
                          <p:val>
                            <p:strVal val="#ppt_y"/>
                          </p:val>
                        </p:tav>
                      </p:tavLst>
                    </p:anim>
                  </p:childTnLst>
                </p:cTn>
              </p:par>
            </p:tnLst>
          </p:tmpl>
        </p:tmplLst>
      </p:bldP>
      <p:bldP spid="22"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2"/>
                        </p:tgtEl>
                        <p:attrNameLst>
                          <p:attrName>style.visibility</p:attrName>
                        </p:attrNameLst>
                      </p:cBhvr>
                      <p:to>
                        <p:strVal val="visible"/>
                      </p:to>
                    </p:set>
                    <p:animEffect transition="in" filter="fade">
                      <p:cBhvr>
                        <p:cTn dur="500"/>
                        <p:tgtEl>
                          <p:spTgt spid="22"/>
                        </p:tgtEl>
                      </p:cBhvr>
                    </p:animEffect>
                    <p:anim calcmode="lin" valueType="num">
                      <p:cBhvr>
                        <p:cTn dur="500" fill="hold"/>
                        <p:tgtEl>
                          <p:spTgt spid="22"/>
                        </p:tgtEl>
                        <p:attrNameLst>
                          <p:attrName>ppt_x</p:attrName>
                        </p:attrNameLst>
                      </p:cBhvr>
                      <p:tavLst>
                        <p:tav tm="0">
                          <p:val>
                            <p:strVal val="#ppt_x"/>
                          </p:val>
                        </p:tav>
                        <p:tav tm="100000">
                          <p:val>
                            <p:strVal val="#ppt_x"/>
                          </p:val>
                        </p:tav>
                      </p:tavLst>
                    </p:anim>
                    <p:anim calcmode="lin" valueType="num">
                      <p:cBhvr>
                        <p:cTn dur="500" fill="hold"/>
                        <p:tgtEl>
                          <p:spTgt spid="22"/>
                        </p:tgtEl>
                        <p:attrNameLst>
                          <p:attrName>ppt_y</p:attrName>
                        </p:attrNameLst>
                      </p:cBhvr>
                      <p:tavLst>
                        <p:tav tm="0">
                          <p:val>
                            <p:strVal val="#ppt_y+.1"/>
                          </p:val>
                        </p:tav>
                        <p:tav tm="100000">
                          <p:val>
                            <p:strVal val="#ppt_y"/>
                          </p:val>
                        </p:tav>
                      </p:tavLst>
                    </p:anim>
                  </p:childTnLst>
                </p:cTn>
              </p:par>
            </p:tnLst>
          </p:tmpl>
        </p:tmplLst>
      </p:bldP>
      <p:bldP spid="23"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3"/>
                        </p:tgtEl>
                        <p:attrNameLst>
                          <p:attrName>style.visibility</p:attrName>
                        </p:attrNameLst>
                      </p:cBhvr>
                      <p:to>
                        <p:strVal val="visible"/>
                      </p:to>
                    </p:set>
                    <p:animEffect transition="in" filter="fade">
                      <p:cBhvr>
                        <p:cTn dur="500"/>
                        <p:tgtEl>
                          <p:spTgt spid="23"/>
                        </p:tgtEl>
                      </p:cBhvr>
                    </p:animEffect>
                    <p:anim calcmode="lin" valueType="num">
                      <p:cBhvr>
                        <p:cTn dur="500" fill="hold"/>
                        <p:tgtEl>
                          <p:spTgt spid="23"/>
                        </p:tgtEl>
                        <p:attrNameLst>
                          <p:attrName>ppt_x</p:attrName>
                        </p:attrNameLst>
                      </p:cBhvr>
                      <p:tavLst>
                        <p:tav tm="0">
                          <p:val>
                            <p:strVal val="#ppt_x"/>
                          </p:val>
                        </p:tav>
                        <p:tav tm="100000">
                          <p:val>
                            <p:strVal val="#ppt_x"/>
                          </p:val>
                        </p:tav>
                      </p:tavLst>
                    </p:anim>
                    <p:anim calcmode="lin" valueType="num">
                      <p:cBhvr>
                        <p:cTn dur="500" fill="hold"/>
                        <p:tgtEl>
                          <p:spTgt spid="23"/>
                        </p:tgtEl>
                        <p:attrNameLst>
                          <p:attrName>ppt_y</p:attrName>
                        </p:attrNameLst>
                      </p:cBhvr>
                      <p:tavLst>
                        <p:tav tm="0">
                          <p:val>
                            <p:strVal val="#ppt_y+.1"/>
                          </p:val>
                        </p:tav>
                        <p:tav tm="100000">
                          <p:val>
                            <p:strVal val="#ppt_y"/>
                          </p:val>
                        </p:tav>
                      </p:tavLst>
                    </p:anim>
                  </p:childTnLst>
                </p:cTn>
              </p:par>
            </p:tnLst>
          </p:tmpl>
        </p:tmplLst>
      </p:bldP>
      <p:bldP spid="24"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4"/>
                        </p:tgtEl>
                        <p:attrNameLst>
                          <p:attrName>style.visibility</p:attrName>
                        </p:attrNameLst>
                      </p:cBhvr>
                      <p:to>
                        <p:strVal val="visible"/>
                      </p:to>
                    </p:set>
                    <p:animEffect transition="in" filter="fade">
                      <p:cBhvr>
                        <p:cTn dur="500"/>
                        <p:tgtEl>
                          <p:spTgt spid="24"/>
                        </p:tgtEl>
                      </p:cBhvr>
                    </p:animEffect>
                    <p:anim calcmode="lin" valueType="num">
                      <p:cBhvr>
                        <p:cTn dur="500" fill="hold"/>
                        <p:tgtEl>
                          <p:spTgt spid="24"/>
                        </p:tgtEl>
                        <p:attrNameLst>
                          <p:attrName>ppt_x</p:attrName>
                        </p:attrNameLst>
                      </p:cBhvr>
                      <p:tavLst>
                        <p:tav tm="0">
                          <p:val>
                            <p:strVal val="#ppt_x"/>
                          </p:val>
                        </p:tav>
                        <p:tav tm="100000">
                          <p:val>
                            <p:strVal val="#ppt_x"/>
                          </p:val>
                        </p:tav>
                      </p:tavLst>
                    </p:anim>
                    <p:anim calcmode="lin" valueType="num">
                      <p:cBhvr>
                        <p:cTn dur="500" fill="hold"/>
                        <p:tgtEl>
                          <p:spTgt spid="24"/>
                        </p:tgtEl>
                        <p:attrNameLst>
                          <p:attrName>ppt_y</p:attrName>
                        </p:attrNameLst>
                      </p:cBhvr>
                      <p:tavLst>
                        <p:tav tm="0">
                          <p:val>
                            <p:strVal val="#ppt_y+.1"/>
                          </p:val>
                        </p:tav>
                        <p:tav tm="100000">
                          <p:val>
                            <p:strVal val="#ppt_y"/>
                          </p:val>
                        </p:tav>
                      </p:tavLst>
                    </p:anim>
                  </p:childTnLst>
                </p:cTn>
              </p:par>
            </p:tnLst>
          </p:tmpl>
        </p:tmplLst>
      </p:bldP>
      <p:bldP spid="31" grpId="0" animBg="1"/>
      <p:bldP spid="33" grpId="0" animBg="1"/>
      <p:bldP spid="35" grpId="0" animBg="1"/>
      <p:bldP spid="37" grpId="0" animBg="1"/>
    </p:bldLst>
  </p:timing>
</p:sldLayout>
</file>

<file path=ppt/slideLayouts/slideLayout591.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13" name="Text Placeholder 21"/>
          <p:cNvSpPr>
            <a:spLocks noGrp="1"/>
          </p:cNvSpPr>
          <p:nvPr>
            <p:ph type="body" sz="quarter" idx="20"/>
          </p:nvPr>
        </p:nvSpPr>
        <p:spPr>
          <a:xfrm>
            <a:off x="8153400" y="5316142"/>
            <a:ext cx="2492492" cy="256811"/>
          </a:xfrm>
        </p:spPr>
        <p:txBody>
          <a:bodyPr>
            <a:noAutofit/>
          </a:bodyPr>
          <a:lstStyle>
            <a:lvl1pPr algn="ctr">
              <a:defRPr sz="14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1" name="Text Placeholder 21"/>
          <p:cNvSpPr>
            <a:spLocks noGrp="1"/>
          </p:cNvSpPr>
          <p:nvPr>
            <p:ph type="body" sz="quarter" idx="29"/>
          </p:nvPr>
        </p:nvSpPr>
        <p:spPr>
          <a:xfrm>
            <a:off x="8153400" y="5593818"/>
            <a:ext cx="2492492" cy="330467"/>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1" name="Picture Placeholder 30"/>
          <p:cNvSpPr>
            <a:spLocks noGrp="1"/>
          </p:cNvSpPr>
          <p:nvPr>
            <p:ph type="pic" sz="quarter" idx="33" hasCustomPrompt="1"/>
          </p:nvPr>
        </p:nvSpPr>
        <p:spPr>
          <a:xfrm>
            <a:off x="8153400" y="1898601"/>
            <a:ext cx="2492492" cy="3145782"/>
          </a:xfrm>
          <a:solidFill>
            <a:schemeClr val="bg1">
              <a:lumMod val="85000"/>
            </a:schemeClr>
          </a:solidFill>
        </p:spPr>
        <p:txBody>
          <a:bodyPr/>
          <a:lstStyle>
            <a:lvl1pPr>
              <a:defRPr/>
            </a:lvl1pPr>
          </a:lstStyle>
          <a:p>
            <a:r>
              <a:rPr lang="id-ID" dirty="0" smtClean="0"/>
              <a:t>Pic here</a:t>
            </a:r>
            <a:endParaRPr lang="en-AU" dirty="0"/>
          </a:p>
        </p:txBody>
      </p:sp>
      <p:sp>
        <p:nvSpPr>
          <p:cNvPr id="25" name="Text Placeholder 21"/>
          <p:cNvSpPr>
            <a:spLocks noGrp="1"/>
          </p:cNvSpPr>
          <p:nvPr>
            <p:ph type="body" sz="quarter" idx="34"/>
          </p:nvPr>
        </p:nvSpPr>
        <p:spPr>
          <a:xfrm>
            <a:off x="479425" y="2048885"/>
            <a:ext cx="5616575" cy="360363"/>
          </a:xfrm>
        </p:spPr>
        <p:txBody>
          <a:bodyPr/>
          <a:lstStyle>
            <a:lvl1pP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6" name="Text Placeholder 21"/>
          <p:cNvSpPr>
            <a:spLocks noGrp="1"/>
          </p:cNvSpPr>
          <p:nvPr>
            <p:ph type="body" sz="quarter" idx="21"/>
          </p:nvPr>
        </p:nvSpPr>
        <p:spPr>
          <a:xfrm>
            <a:off x="479425" y="2457996"/>
            <a:ext cx="5616575" cy="971004"/>
          </a:xfrm>
        </p:spPr>
        <p:txBody>
          <a:bodyPr>
            <a:normAutofit/>
          </a:bodyPr>
          <a:lstStyle>
            <a:lvl1pP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Tree>
    <p:extLst>
      <p:ext uri="{BB962C8B-B14F-4D97-AF65-F5344CB8AC3E}">
        <p14:creationId xmlns:p14="http://schemas.microsoft.com/office/powerpoint/2010/main" val="89152386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42" presetClass="entr" presetSubtype="0" fill="hold" grpId="0" nodeType="afterEffect">
                                  <p:stCondLst>
                                    <p:cond delay="0"/>
                                  </p:stCondLst>
                                  <p:childTnLst>
                                    <p:set>
                                      <p:cBhvr>
                                        <p:cTn id="20" dur="1" fill="hold">
                                          <p:stCondLst>
                                            <p:cond delay="0"/>
                                          </p:stCondLst>
                                        </p:cTn>
                                        <p:tgtEl>
                                          <p:spTgt spid="31"/>
                                        </p:tgtEl>
                                        <p:attrNameLst>
                                          <p:attrName>style.visibility</p:attrName>
                                        </p:attrNameLst>
                                      </p:cBhvr>
                                      <p:to>
                                        <p:strVal val="visible"/>
                                      </p:to>
                                    </p:set>
                                    <p:animEffect transition="in" filter="fade">
                                      <p:cBhvr>
                                        <p:cTn id="21" dur="500"/>
                                        <p:tgtEl>
                                          <p:spTgt spid="31"/>
                                        </p:tgtEl>
                                      </p:cBhvr>
                                    </p:animEffect>
                                    <p:anim calcmode="lin" valueType="num">
                                      <p:cBhvr>
                                        <p:cTn id="22" dur="500" fill="hold"/>
                                        <p:tgtEl>
                                          <p:spTgt spid="31"/>
                                        </p:tgtEl>
                                        <p:attrNameLst>
                                          <p:attrName>ppt_x</p:attrName>
                                        </p:attrNameLst>
                                      </p:cBhvr>
                                      <p:tavLst>
                                        <p:tav tm="0">
                                          <p:val>
                                            <p:strVal val="#ppt_x"/>
                                          </p:val>
                                        </p:tav>
                                        <p:tav tm="100000">
                                          <p:val>
                                            <p:strVal val="#ppt_x"/>
                                          </p:val>
                                        </p:tav>
                                      </p:tavLst>
                                    </p:anim>
                                    <p:anim calcmode="lin" valueType="num">
                                      <p:cBhvr>
                                        <p:cTn id="23" dur="500" fill="hold"/>
                                        <p:tgtEl>
                                          <p:spTgt spid="31"/>
                                        </p:tgtEl>
                                        <p:attrNameLst>
                                          <p:attrName>ppt_y</p:attrName>
                                        </p:attrNameLst>
                                      </p:cBhvr>
                                      <p:tavLst>
                                        <p:tav tm="0">
                                          <p:val>
                                            <p:strVal val="#ppt_y+.1"/>
                                          </p:val>
                                        </p:tav>
                                        <p:tav tm="100000">
                                          <p:val>
                                            <p:strVal val="#ppt_y"/>
                                          </p:val>
                                        </p:tav>
                                      </p:tavLst>
                                    </p:anim>
                                  </p:childTnLst>
                                </p:cTn>
                              </p:par>
                            </p:childTnLst>
                          </p:cTn>
                        </p:par>
                        <p:par>
                          <p:cTn id="24" fill="hold">
                            <p:stCondLst>
                              <p:cond delay="2000"/>
                            </p:stCondLst>
                            <p:childTnLst>
                              <p:par>
                                <p:cTn id="25" presetID="53" presetClass="entr" presetSubtype="16" fill="hold" grpId="0" nodeType="afterEffect" nodePh="1">
                                  <p:stCondLst>
                                    <p:cond delay="0"/>
                                  </p:stCondLst>
                                  <p:endCondLst>
                                    <p:cond evt="begin" delay="0">
                                      <p:tn val="25"/>
                                    </p:cond>
                                  </p:endCondLst>
                                  <p:childTnLst>
                                    <p:set>
                                      <p:cBhvr>
                                        <p:cTn id="26" dur="1" fill="hold">
                                          <p:stCondLst>
                                            <p:cond delay="0"/>
                                          </p:stCondLst>
                                        </p:cTn>
                                        <p:tgtEl>
                                          <p:spTgt spid="13">
                                            <p:txEl>
                                              <p:pRg st="0" end="0"/>
                                            </p:txEl>
                                          </p:spTgt>
                                        </p:tgtEl>
                                        <p:attrNameLst>
                                          <p:attrName>style.visibility</p:attrName>
                                        </p:attrNameLst>
                                      </p:cBhvr>
                                      <p:to>
                                        <p:strVal val="visible"/>
                                      </p:to>
                                    </p:set>
                                    <p:anim calcmode="lin" valueType="num">
                                      <p:cBhvr>
                                        <p:cTn id="27" dur="500" fill="hold"/>
                                        <p:tgtEl>
                                          <p:spTgt spid="13">
                                            <p:txEl>
                                              <p:pRg st="0" end="0"/>
                                            </p:txEl>
                                          </p:spTgt>
                                        </p:tgtEl>
                                        <p:attrNameLst>
                                          <p:attrName>ppt_w</p:attrName>
                                        </p:attrNameLst>
                                      </p:cBhvr>
                                      <p:tavLst>
                                        <p:tav tm="0">
                                          <p:val>
                                            <p:fltVal val="0"/>
                                          </p:val>
                                        </p:tav>
                                        <p:tav tm="100000">
                                          <p:val>
                                            <p:strVal val="#ppt_w"/>
                                          </p:val>
                                        </p:tav>
                                      </p:tavLst>
                                    </p:anim>
                                    <p:anim calcmode="lin" valueType="num">
                                      <p:cBhvr>
                                        <p:cTn id="28" dur="500" fill="hold"/>
                                        <p:tgtEl>
                                          <p:spTgt spid="13">
                                            <p:txEl>
                                              <p:pRg st="0" end="0"/>
                                            </p:txEl>
                                          </p:spTgt>
                                        </p:tgtEl>
                                        <p:attrNameLst>
                                          <p:attrName>ppt_h</p:attrName>
                                        </p:attrNameLst>
                                      </p:cBhvr>
                                      <p:tavLst>
                                        <p:tav tm="0">
                                          <p:val>
                                            <p:fltVal val="0"/>
                                          </p:val>
                                        </p:tav>
                                        <p:tav tm="100000">
                                          <p:val>
                                            <p:strVal val="#ppt_h"/>
                                          </p:val>
                                        </p:tav>
                                      </p:tavLst>
                                    </p:anim>
                                    <p:animEffect transition="in" filter="fade">
                                      <p:cBhvr>
                                        <p:cTn id="29" dur="500"/>
                                        <p:tgtEl>
                                          <p:spTgt spid="13">
                                            <p:txEl>
                                              <p:pRg st="0" end="0"/>
                                            </p:txEl>
                                          </p:spTgt>
                                        </p:tgtEl>
                                      </p:cBhvr>
                                    </p:animEffect>
                                  </p:childTnLst>
                                </p:cTn>
                              </p:par>
                            </p:childTnLst>
                          </p:cTn>
                        </p:par>
                        <p:par>
                          <p:cTn id="30" fill="hold">
                            <p:stCondLst>
                              <p:cond delay="2500"/>
                            </p:stCondLst>
                            <p:childTnLst>
                              <p:par>
                                <p:cTn id="31" presetID="42" presetClass="entr" presetSubtype="0" fill="hold" grpId="0" nodeType="afterEffect" nodePh="1">
                                  <p:stCondLst>
                                    <p:cond delay="0"/>
                                  </p:stCondLst>
                                  <p:endCondLst>
                                    <p:cond evt="begin" delay="0">
                                      <p:tn val="31"/>
                                    </p:cond>
                                  </p:endCondLst>
                                  <p:childTnLst>
                                    <p:set>
                                      <p:cBhvr>
                                        <p:cTn id="32" dur="1" fill="hold">
                                          <p:stCondLst>
                                            <p:cond delay="0"/>
                                          </p:stCondLst>
                                        </p:cTn>
                                        <p:tgtEl>
                                          <p:spTgt spid="21">
                                            <p:txEl>
                                              <p:pRg st="0" end="0"/>
                                            </p:txEl>
                                          </p:spTgt>
                                        </p:tgtEl>
                                        <p:attrNameLst>
                                          <p:attrName>style.visibility</p:attrName>
                                        </p:attrNameLst>
                                      </p:cBhvr>
                                      <p:to>
                                        <p:strVal val="visible"/>
                                      </p:to>
                                    </p:set>
                                    <p:animEffect transition="in" filter="fade">
                                      <p:cBhvr>
                                        <p:cTn id="33" dur="500"/>
                                        <p:tgtEl>
                                          <p:spTgt spid="21">
                                            <p:txEl>
                                              <p:pRg st="0" end="0"/>
                                            </p:txEl>
                                          </p:spTgt>
                                        </p:tgtEl>
                                      </p:cBhvr>
                                    </p:animEffect>
                                    <p:anim calcmode="lin" valueType="num">
                                      <p:cBhvr>
                                        <p:cTn id="34" dur="500" fill="hold"/>
                                        <p:tgtEl>
                                          <p:spTgt spid="21">
                                            <p:txEl>
                                              <p:pRg st="0" end="0"/>
                                            </p:txEl>
                                          </p:spTgt>
                                        </p:tgtEl>
                                        <p:attrNameLst>
                                          <p:attrName>ppt_x</p:attrName>
                                        </p:attrNameLst>
                                      </p:cBhvr>
                                      <p:tavLst>
                                        <p:tav tm="0">
                                          <p:val>
                                            <p:strVal val="#ppt_x"/>
                                          </p:val>
                                        </p:tav>
                                        <p:tav tm="100000">
                                          <p:val>
                                            <p:strVal val="#ppt_x"/>
                                          </p:val>
                                        </p:tav>
                                      </p:tavLst>
                                    </p:anim>
                                    <p:anim calcmode="lin" valueType="num">
                                      <p:cBhvr>
                                        <p:cTn id="35" dur="500" fill="hold"/>
                                        <p:tgtEl>
                                          <p:spTgt spid="21">
                                            <p:txEl>
                                              <p:pRg st="0" end="0"/>
                                            </p:txEl>
                                          </p:spTgt>
                                        </p:tgtEl>
                                        <p:attrNameLst>
                                          <p:attrName>ppt_y</p:attrName>
                                        </p:attrNameLst>
                                      </p:cBhvr>
                                      <p:tavLst>
                                        <p:tav tm="0">
                                          <p:val>
                                            <p:strVal val="#ppt_y+.1"/>
                                          </p:val>
                                        </p:tav>
                                        <p:tav tm="100000">
                                          <p:val>
                                            <p:strVal val="#ppt_y"/>
                                          </p:val>
                                        </p:tav>
                                      </p:tavLst>
                                    </p:anim>
                                  </p:childTnLst>
                                </p:cTn>
                              </p:par>
                            </p:childTnLst>
                          </p:cTn>
                        </p:par>
                        <p:par>
                          <p:cTn id="36" fill="hold">
                            <p:stCondLst>
                              <p:cond delay="3000"/>
                            </p:stCondLst>
                            <p:childTnLst>
                              <p:par>
                                <p:cTn id="37" presetID="53" presetClass="entr" presetSubtype="16" fill="hold" grpId="0" nodeType="afterEffect" nodePh="1">
                                  <p:stCondLst>
                                    <p:cond delay="0"/>
                                  </p:stCondLst>
                                  <p:endCondLst>
                                    <p:cond evt="begin" delay="0">
                                      <p:tn val="37"/>
                                    </p:cond>
                                  </p:endCondLst>
                                  <p:childTnLst>
                                    <p:set>
                                      <p:cBhvr>
                                        <p:cTn id="38" dur="1" fill="hold">
                                          <p:stCondLst>
                                            <p:cond delay="0"/>
                                          </p:stCondLst>
                                        </p:cTn>
                                        <p:tgtEl>
                                          <p:spTgt spid="25">
                                            <p:txEl>
                                              <p:pRg st="0" end="0"/>
                                            </p:txEl>
                                          </p:spTgt>
                                        </p:tgtEl>
                                        <p:attrNameLst>
                                          <p:attrName>style.visibility</p:attrName>
                                        </p:attrNameLst>
                                      </p:cBhvr>
                                      <p:to>
                                        <p:strVal val="visible"/>
                                      </p:to>
                                    </p:set>
                                    <p:anim calcmode="lin" valueType="num">
                                      <p:cBhvr>
                                        <p:cTn id="39" dur="500" fill="hold"/>
                                        <p:tgtEl>
                                          <p:spTgt spid="25">
                                            <p:txEl>
                                              <p:pRg st="0" end="0"/>
                                            </p:txEl>
                                          </p:spTgt>
                                        </p:tgtEl>
                                        <p:attrNameLst>
                                          <p:attrName>ppt_w</p:attrName>
                                        </p:attrNameLst>
                                      </p:cBhvr>
                                      <p:tavLst>
                                        <p:tav tm="0">
                                          <p:val>
                                            <p:fltVal val="0"/>
                                          </p:val>
                                        </p:tav>
                                        <p:tav tm="100000">
                                          <p:val>
                                            <p:strVal val="#ppt_w"/>
                                          </p:val>
                                        </p:tav>
                                      </p:tavLst>
                                    </p:anim>
                                    <p:anim calcmode="lin" valueType="num">
                                      <p:cBhvr>
                                        <p:cTn id="40" dur="500" fill="hold"/>
                                        <p:tgtEl>
                                          <p:spTgt spid="25">
                                            <p:txEl>
                                              <p:pRg st="0" end="0"/>
                                            </p:txEl>
                                          </p:spTgt>
                                        </p:tgtEl>
                                        <p:attrNameLst>
                                          <p:attrName>ppt_h</p:attrName>
                                        </p:attrNameLst>
                                      </p:cBhvr>
                                      <p:tavLst>
                                        <p:tav tm="0">
                                          <p:val>
                                            <p:fltVal val="0"/>
                                          </p:val>
                                        </p:tav>
                                        <p:tav tm="100000">
                                          <p:val>
                                            <p:strVal val="#ppt_h"/>
                                          </p:val>
                                        </p:tav>
                                      </p:tavLst>
                                    </p:anim>
                                    <p:animEffect transition="in" filter="fade">
                                      <p:cBhvr>
                                        <p:cTn id="41" dur="500"/>
                                        <p:tgtEl>
                                          <p:spTgt spid="25">
                                            <p:txEl>
                                              <p:pRg st="0" end="0"/>
                                            </p:txEl>
                                          </p:spTgt>
                                        </p:tgtEl>
                                      </p:cBhvr>
                                    </p:animEffect>
                                  </p:childTnLst>
                                </p:cTn>
                              </p:par>
                            </p:childTnLst>
                          </p:cTn>
                        </p:par>
                        <p:par>
                          <p:cTn id="42" fill="hold">
                            <p:stCondLst>
                              <p:cond delay="3500"/>
                            </p:stCondLst>
                            <p:childTnLst>
                              <p:par>
                                <p:cTn id="43" presetID="42" presetClass="entr" presetSubtype="0" fill="hold" grpId="0" nodeType="afterEffect" nodePh="1">
                                  <p:stCondLst>
                                    <p:cond delay="0"/>
                                  </p:stCondLst>
                                  <p:endCondLst>
                                    <p:cond evt="begin" delay="0">
                                      <p:tn val="43"/>
                                    </p:cond>
                                  </p:endCondLst>
                                  <p:childTnLst>
                                    <p:set>
                                      <p:cBhvr>
                                        <p:cTn id="44" dur="1" fill="hold">
                                          <p:stCondLst>
                                            <p:cond delay="0"/>
                                          </p:stCondLst>
                                        </p:cTn>
                                        <p:tgtEl>
                                          <p:spTgt spid="26">
                                            <p:txEl>
                                              <p:pRg st="0" end="0"/>
                                            </p:txEl>
                                          </p:spTgt>
                                        </p:tgtEl>
                                        <p:attrNameLst>
                                          <p:attrName>style.visibility</p:attrName>
                                        </p:attrNameLst>
                                      </p:cBhvr>
                                      <p:to>
                                        <p:strVal val="visible"/>
                                      </p:to>
                                    </p:set>
                                    <p:animEffect transition="in" filter="fade">
                                      <p:cBhvr>
                                        <p:cTn id="45" dur="500"/>
                                        <p:tgtEl>
                                          <p:spTgt spid="26">
                                            <p:txEl>
                                              <p:pRg st="0" end="0"/>
                                            </p:txEl>
                                          </p:spTgt>
                                        </p:tgtEl>
                                      </p:cBhvr>
                                    </p:animEffect>
                                    <p:anim calcmode="lin" valueType="num">
                                      <p:cBhvr>
                                        <p:cTn id="46" dur="500" fill="hold"/>
                                        <p:tgtEl>
                                          <p:spTgt spid="26">
                                            <p:txEl>
                                              <p:pRg st="0" end="0"/>
                                            </p:txEl>
                                          </p:spTgt>
                                        </p:tgtEl>
                                        <p:attrNameLst>
                                          <p:attrName>ppt_x</p:attrName>
                                        </p:attrNameLst>
                                      </p:cBhvr>
                                      <p:tavLst>
                                        <p:tav tm="0">
                                          <p:val>
                                            <p:strVal val="#ppt_x"/>
                                          </p:val>
                                        </p:tav>
                                        <p:tav tm="100000">
                                          <p:val>
                                            <p:strVal val="#ppt_x"/>
                                          </p:val>
                                        </p:tav>
                                      </p:tavLst>
                                    </p:anim>
                                    <p:anim calcmode="lin" valueType="num">
                                      <p:cBhvr>
                                        <p:cTn id="47" dur="500" fill="hold"/>
                                        <p:tgtEl>
                                          <p:spTgt spid="26">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13"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3"/>
                        </p:tgtEl>
                        <p:attrNameLst>
                          <p:attrName>style.visibility</p:attrName>
                        </p:attrNameLst>
                      </p:cBhvr>
                      <p:to>
                        <p:strVal val="visible"/>
                      </p:to>
                    </p:set>
                    <p:anim calcmode="lin" valueType="num">
                      <p:cBhvr>
                        <p:cTn dur="500" fill="hold"/>
                        <p:tgtEl>
                          <p:spTgt spid="13"/>
                        </p:tgtEl>
                        <p:attrNameLst>
                          <p:attrName>ppt_w</p:attrName>
                        </p:attrNameLst>
                      </p:cBhvr>
                      <p:tavLst>
                        <p:tav tm="0">
                          <p:val>
                            <p:fltVal val="0"/>
                          </p:val>
                        </p:tav>
                        <p:tav tm="100000">
                          <p:val>
                            <p:strVal val="#ppt_w"/>
                          </p:val>
                        </p:tav>
                      </p:tavLst>
                    </p:anim>
                    <p:anim calcmode="lin" valueType="num">
                      <p:cBhvr>
                        <p:cTn dur="500" fill="hold"/>
                        <p:tgtEl>
                          <p:spTgt spid="13"/>
                        </p:tgtEl>
                        <p:attrNameLst>
                          <p:attrName>ppt_h</p:attrName>
                        </p:attrNameLst>
                      </p:cBhvr>
                      <p:tavLst>
                        <p:tav tm="0">
                          <p:val>
                            <p:fltVal val="0"/>
                          </p:val>
                        </p:tav>
                        <p:tav tm="100000">
                          <p:val>
                            <p:strVal val="#ppt_h"/>
                          </p:val>
                        </p:tav>
                      </p:tavLst>
                    </p:anim>
                    <p:animEffect transition="in" filter="fade">
                      <p:cBhvr>
                        <p:cTn dur="500"/>
                        <p:tgtEl>
                          <p:spTgt spid="13"/>
                        </p:tgtEl>
                      </p:cBhvr>
                    </p:animEffect>
                  </p:childTnLst>
                </p:cTn>
              </p:par>
            </p:tnLst>
          </p:tmpl>
        </p:tmplLst>
      </p:bldP>
      <p:bldP spid="21"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1"/>
                        </p:tgtEl>
                        <p:attrNameLst>
                          <p:attrName>style.visibility</p:attrName>
                        </p:attrNameLst>
                      </p:cBhvr>
                      <p:to>
                        <p:strVal val="visible"/>
                      </p:to>
                    </p:set>
                    <p:animEffect transition="in" filter="fade">
                      <p:cBhvr>
                        <p:cTn dur="500"/>
                        <p:tgtEl>
                          <p:spTgt spid="21"/>
                        </p:tgtEl>
                      </p:cBhvr>
                    </p:animEffect>
                    <p:anim calcmode="lin" valueType="num">
                      <p:cBhvr>
                        <p:cTn dur="500" fill="hold"/>
                        <p:tgtEl>
                          <p:spTgt spid="21"/>
                        </p:tgtEl>
                        <p:attrNameLst>
                          <p:attrName>ppt_x</p:attrName>
                        </p:attrNameLst>
                      </p:cBhvr>
                      <p:tavLst>
                        <p:tav tm="0">
                          <p:val>
                            <p:strVal val="#ppt_x"/>
                          </p:val>
                        </p:tav>
                        <p:tav tm="100000">
                          <p:val>
                            <p:strVal val="#ppt_x"/>
                          </p:val>
                        </p:tav>
                      </p:tavLst>
                    </p:anim>
                    <p:anim calcmode="lin" valueType="num">
                      <p:cBhvr>
                        <p:cTn dur="500" fill="hold"/>
                        <p:tgtEl>
                          <p:spTgt spid="21"/>
                        </p:tgtEl>
                        <p:attrNameLst>
                          <p:attrName>ppt_y</p:attrName>
                        </p:attrNameLst>
                      </p:cBhvr>
                      <p:tavLst>
                        <p:tav tm="0">
                          <p:val>
                            <p:strVal val="#ppt_y+.1"/>
                          </p:val>
                        </p:tav>
                        <p:tav tm="100000">
                          <p:val>
                            <p:strVal val="#ppt_y"/>
                          </p:val>
                        </p:tav>
                      </p:tavLst>
                    </p:anim>
                  </p:childTnLst>
                </p:cTn>
              </p:par>
            </p:tnLst>
          </p:tmpl>
        </p:tmplLst>
      </p:bldP>
      <p:bldP spid="31" grpId="0" animBg="1"/>
      <p:bldP spid="25"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5"/>
                        </p:tgtEl>
                        <p:attrNameLst>
                          <p:attrName>style.visibility</p:attrName>
                        </p:attrNameLst>
                      </p:cBhvr>
                      <p:to>
                        <p:strVal val="visible"/>
                      </p:to>
                    </p:set>
                    <p:anim calcmode="lin" valueType="num">
                      <p:cBhvr>
                        <p:cTn dur="500" fill="hold"/>
                        <p:tgtEl>
                          <p:spTgt spid="25"/>
                        </p:tgtEl>
                        <p:attrNameLst>
                          <p:attrName>ppt_w</p:attrName>
                        </p:attrNameLst>
                      </p:cBhvr>
                      <p:tavLst>
                        <p:tav tm="0">
                          <p:val>
                            <p:fltVal val="0"/>
                          </p:val>
                        </p:tav>
                        <p:tav tm="100000">
                          <p:val>
                            <p:strVal val="#ppt_w"/>
                          </p:val>
                        </p:tav>
                      </p:tavLst>
                    </p:anim>
                    <p:anim calcmode="lin" valueType="num">
                      <p:cBhvr>
                        <p:cTn dur="500" fill="hold"/>
                        <p:tgtEl>
                          <p:spTgt spid="25"/>
                        </p:tgtEl>
                        <p:attrNameLst>
                          <p:attrName>ppt_h</p:attrName>
                        </p:attrNameLst>
                      </p:cBhvr>
                      <p:tavLst>
                        <p:tav tm="0">
                          <p:val>
                            <p:fltVal val="0"/>
                          </p:val>
                        </p:tav>
                        <p:tav tm="100000">
                          <p:val>
                            <p:strVal val="#ppt_h"/>
                          </p:val>
                        </p:tav>
                      </p:tavLst>
                    </p:anim>
                    <p:animEffect transition="in" filter="fade">
                      <p:cBhvr>
                        <p:cTn dur="500"/>
                        <p:tgtEl>
                          <p:spTgt spid="25"/>
                        </p:tgtEl>
                      </p:cBhvr>
                    </p:animEffect>
                  </p:childTnLst>
                </p:cTn>
              </p:par>
            </p:tnLst>
          </p:tmpl>
        </p:tmplLst>
      </p:bldP>
      <p:bldP spid="26"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6"/>
                        </p:tgtEl>
                        <p:attrNameLst>
                          <p:attrName>style.visibility</p:attrName>
                        </p:attrNameLst>
                      </p:cBhvr>
                      <p:to>
                        <p:strVal val="visible"/>
                      </p:to>
                    </p:set>
                    <p:animEffect transition="in" filter="fade">
                      <p:cBhvr>
                        <p:cTn dur="500"/>
                        <p:tgtEl>
                          <p:spTgt spid="26"/>
                        </p:tgtEl>
                      </p:cBhvr>
                    </p:animEffect>
                    <p:anim calcmode="lin" valueType="num">
                      <p:cBhvr>
                        <p:cTn dur="500" fill="hold"/>
                        <p:tgtEl>
                          <p:spTgt spid="26"/>
                        </p:tgtEl>
                        <p:attrNameLst>
                          <p:attrName>ppt_x</p:attrName>
                        </p:attrNameLst>
                      </p:cBhvr>
                      <p:tavLst>
                        <p:tav tm="0">
                          <p:val>
                            <p:strVal val="#ppt_x"/>
                          </p:val>
                        </p:tav>
                        <p:tav tm="100000">
                          <p:val>
                            <p:strVal val="#ppt_x"/>
                          </p:val>
                        </p:tav>
                      </p:tavLst>
                    </p:anim>
                    <p:anim calcmode="lin" valueType="num">
                      <p:cBhvr>
                        <p:cTn dur="500" fill="hold"/>
                        <p:tgtEl>
                          <p:spTgt spid="26"/>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592.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14" name="Picture Placeholder 7"/>
          <p:cNvSpPr>
            <a:spLocks noGrp="1"/>
          </p:cNvSpPr>
          <p:nvPr>
            <p:ph type="pic" sz="quarter" idx="14" hasCustomPrompt="1"/>
          </p:nvPr>
        </p:nvSpPr>
        <p:spPr>
          <a:xfrm>
            <a:off x="0" y="0"/>
            <a:ext cx="12192000" cy="6858000"/>
          </a:xfrm>
          <a:solidFill>
            <a:schemeClr val="bg1">
              <a:lumMod val="85000"/>
            </a:schemeClr>
          </a:solidFill>
        </p:spPr>
        <p:txBody>
          <a:bodyPr>
            <a:normAutofit/>
          </a:bodyPr>
          <a:lstStyle>
            <a:lvl1pPr>
              <a:defRPr sz="1000" baseline="0"/>
            </a:lvl1pPr>
          </a:lstStyle>
          <a:p>
            <a:r>
              <a:rPr lang="id-ID" dirty="0" smtClean="0"/>
              <a:t>Pic here</a:t>
            </a:r>
            <a:endParaRPr lang="en-AU" dirty="0"/>
          </a:p>
        </p:txBody>
      </p:sp>
      <p:sp>
        <p:nvSpPr>
          <p:cNvPr id="17" name="Picture Placeholder 16"/>
          <p:cNvSpPr>
            <a:spLocks noGrp="1"/>
          </p:cNvSpPr>
          <p:nvPr>
            <p:ph type="pic" sz="quarter" idx="35" hasCustomPrompt="1"/>
          </p:nvPr>
        </p:nvSpPr>
        <p:spPr>
          <a:xfrm>
            <a:off x="-228600" y="-247650"/>
            <a:ext cx="7616332" cy="7296150"/>
          </a:xfrm>
          <a:custGeom>
            <a:avLst/>
            <a:gdLst>
              <a:gd name="connsiteX0" fmla="*/ 0 w 7373178"/>
              <a:gd name="connsiteY0" fmla="*/ 0 h 6858000"/>
              <a:gd name="connsiteX1" fmla="*/ 6921578 w 7373178"/>
              <a:gd name="connsiteY1" fmla="*/ 0 h 6858000"/>
              <a:gd name="connsiteX2" fmla="*/ 6822196 w 7373178"/>
              <a:gd name="connsiteY2" fmla="*/ 188338 h 6858000"/>
              <a:gd name="connsiteX3" fmla="*/ 6788524 w 7373178"/>
              <a:gd name="connsiteY3" fmla="*/ 5808780 h 6858000"/>
              <a:gd name="connsiteX4" fmla="*/ 7247696 w 7373178"/>
              <a:gd name="connsiteY4" fmla="*/ 6667831 h 6858000"/>
              <a:gd name="connsiteX5" fmla="*/ 7373178 w 7373178"/>
              <a:gd name="connsiteY5" fmla="*/ 6858000 h 6858000"/>
              <a:gd name="connsiteX6" fmla="*/ 0 w 7373178"/>
              <a:gd name="connsiteY6"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73178" h="6858000">
                <a:moveTo>
                  <a:pt x="0" y="0"/>
                </a:moveTo>
                <a:lnTo>
                  <a:pt x="6921578" y="0"/>
                </a:lnTo>
                <a:lnTo>
                  <a:pt x="6822196" y="188338"/>
                </a:lnTo>
                <a:cubicBezTo>
                  <a:pt x="6006786" y="1830158"/>
                  <a:pt x="5931281" y="3899984"/>
                  <a:pt x="6788524" y="5808780"/>
                </a:cubicBezTo>
                <a:cubicBezTo>
                  <a:pt x="6923879" y="6110169"/>
                  <a:pt x="7077682" y="6396843"/>
                  <a:pt x="7247696" y="6667831"/>
                </a:cubicBezTo>
                <a:lnTo>
                  <a:pt x="7373178" y="6858000"/>
                </a:lnTo>
                <a:lnTo>
                  <a:pt x="0" y="6858000"/>
                </a:lnTo>
                <a:close/>
              </a:path>
            </a:pathLst>
          </a:custGeom>
          <a:solidFill>
            <a:schemeClr val="accent4">
              <a:alpha val="35000"/>
            </a:schemeClr>
          </a:solidFill>
          <a:ln w="76200">
            <a:solidFill>
              <a:schemeClr val="bg1"/>
            </a:solidFill>
          </a:ln>
        </p:spPr>
        <p:txBody>
          <a:bodyPr wrap="square">
            <a:noAutofit/>
          </a:bodyPr>
          <a:lstStyle>
            <a:lvl1pPr>
              <a:defRPr sz="1000" baseline="0"/>
            </a:lvl1pPr>
          </a:lstStyle>
          <a:p>
            <a:r>
              <a:rPr lang="id-ID" dirty="0" smtClean="0"/>
              <a:t>Pic here</a:t>
            </a:r>
            <a:endParaRPr lang="en-AU" dirty="0"/>
          </a:p>
        </p:txBody>
      </p:sp>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13" name="Text Placeholder 21"/>
          <p:cNvSpPr>
            <a:spLocks noGrp="1"/>
          </p:cNvSpPr>
          <p:nvPr>
            <p:ph type="body" sz="quarter" idx="20"/>
          </p:nvPr>
        </p:nvSpPr>
        <p:spPr>
          <a:xfrm>
            <a:off x="8303907" y="5417740"/>
            <a:ext cx="2492492" cy="256811"/>
          </a:xfrm>
        </p:spPr>
        <p:txBody>
          <a:bodyPr>
            <a:noAutofit/>
          </a:bodyPr>
          <a:lstStyle>
            <a:lvl1pPr algn="ctr">
              <a:defRPr sz="14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1" name="Text Placeholder 21"/>
          <p:cNvSpPr>
            <a:spLocks noGrp="1"/>
          </p:cNvSpPr>
          <p:nvPr>
            <p:ph type="body" sz="quarter" idx="29"/>
          </p:nvPr>
        </p:nvSpPr>
        <p:spPr>
          <a:xfrm>
            <a:off x="8303907" y="5695416"/>
            <a:ext cx="2492492" cy="330467"/>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5" name="Text Placeholder 21"/>
          <p:cNvSpPr>
            <a:spLocks noGrp="1"/>
          </p:cNvSpPr>
          <p:nvPr>
            <p:ph type="body" sz="quarter" idx="34"/>
          </p:nvPr>
        </p:nvSpPr>
        <p:spPr>
          <a:xfrm>
            <a:off x="479425" y="2048885"/>
            <a:ext cx="5616575" cy="360363"/>
          </a:xfrm>
        </p:spPr>
        <p:txBody>
          <a:bodyPr/>
          <a:lstStyle>
            <a:lvl1pP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6" name="Text Placeholder 21"/>
          <p:cNvSpPr>
            <a:spLocks noGrp="1"/>
          </p:cNvSpPr>
          <p:nvPr>
            <p:ph type="body" sz="quarter" idx="21"/>
          </p:nvPr>
        </p:nvSpPr>
        <p:spPr>
          <a:xfrm>
            <a:off x="479425" y="2457996"/>
            <a:ext cx="5616575" cy="1285330"/>
          </a:xfrm>
        </p:spPr>
        <p:txBody>
          <a:bodyPr>
            <a:normAutofit/>
          </a:bodyPr>
          <a:lstStyle>
            <a:lvl1pP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Tree>
    <p:extLst>
      <p:ext uri="{BB962C8B-B14F-4D97-AF65-F5344CB8AC3E}">
        <p14:creationId xmlns:p14="http://schemas.microsoft.com/office/powerpoint/2010/main" val="225197818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53" presetClass="entr" presetSubtype="16" fill="hold" grpId="0" nodeType="afterEffect">
                                  <p:stCondLst>
                                    <p:cond delay="0"/>
                                  </p:stCondLst>
                                  <p:childTnLst>
                                    <p:set>
                                      <p:cBhvr>
                                        <p:cTn id="20" dur="1" fill="hold">
                                          <p:stCondLst>
                                            <p:cond delay="0"/>
                                          </p:stCondLst>
                                        </p:cTn>
                                        <p:tgtEl>
                                          <p:spTgt spid="14"/>
                                        </p:tgtEl>
                                        <p:attrNameLst>
                                          <p:attrName>style.visibility</p:attrName>
                                        </p:attrNameLst>
                                      </p:cBhvr>
                                      <p:to>
                                        <p:strVal val="visible"/>
                                      </p:to>
                                    </p:set>
                                    <p:anim calcmode="lin" valueType="num">
                                      <p:cBhvr>
                                        <p:cTn id="21" dur="500" fill="hold"/>
                                        <p:tgtEl>
                                          <p:spTgt spid="14"/>
                                        </p:tgtEl>
                                        <p:attrNameLst>
                                          <p:attrName>ppt_w</p:attrName>
                                        </p:attrNameLst>
                                      </p:cBhvr>
                                      <p:tavLst>
                                        <p:tav tm="0">
                                          <p:val>
                                            <p:fltVal val="0"/>
                                          </p:val>
                                        </p:tav>
                                        <p:tav tm="100000">
                                          <p:val>
                                            <p:strVal val="#ppt_w"/>
                                          </p:val>
                                        </p:tav>
                                      </p:tavLst>
                                    </p:anim>
                                    <p:anim calcmode="lin" valueType="num">
                                      <p:cBhvr>
                                        <p:cTn id="22" dur="500" fill="hold"/>
                                        <p:tgtEl>
                                          <p:spTgt spid="14"/>
                                        </p:tgtEl>
                                        <p:attrNameLst>
                                          <p:attrName>ppt_h</p:attrName>
                                        </p:attrNameLst>
                                      </p:cBhvr>
                                      <p:tavLst>
                                        <p:tav tm="0">
                                          <p:val>
                                            <p:fltVal val="0"/>
                                          </p:val>
                                        </p:tav>
                                        <p:tav tm="100000">
                                          <p:val>
                                            <p:strVal val="#ppt_h"/>
                                          </p:val>
                                        </p:tav>
                                      </p:tavLst>
                                    </p:anim>
                                    <p:animEffect transition="in" filter="fade">
                                      <p:cBhvr>
                                        <p:cTn id="23" dur="500"/>
                                        <p:tgtEl>
                                          <p:spTgt spid="14"/>
                                        </p:tgtEl>
                                      </p:cBhvr>
                                    </p:animEffect>
                                  </p:childTnLst>
                                </p:cTn>
                              </p:par>
                            </p:childTnLst>
                          </p:cTn>
                        </p:par>
                        <p:par>
                          <p:cTn id="24" fill="hold">
                            <p:stCondLst>
                              <p:cond delay="2000"/>
                            </p:stCondLst>
                            <p:childTnLst>
                              <p:par>
                                <p:cTn id="25" presetID="22" presetClass="entr" presetSubtype="8" fill="hold" grpId="0" nodeType="afterEffect">
                                  <p:stCondLst>
                                    <p:cond delay="0"/>
                                  </p:stCondLst>
                                  <p:childTnLst>
                                    <p:set>
                                      <p:cBhvr>
                                        <p:cTn id="26" dur="1" fill="hold">
                                          <p:stCondLst>
                                            <p:cond delay="0"/>
                                          </p:stCondLst>
                                        </p:cTn>
                                        <p:tgtEl>
                                          <p:spTgt spid="17"/>
                                        </p:tgtEl>
                                        <p:attrNameLst>
                                          <p:attrName>style.visibility</p:attrName>
                                        </p:attrNameLst>
                                      </p:cBhvr>
                                      <p:to>
                                        <p:strVal val="visible"/>
                                      </p:to>
                                    </p:set>
                                    <p:animEffect transition="in" filter="wipe(left)">
                                      <p:cBhvr>
                                        <p:cTn id="27" dur="500"/>
                                        <p:tgtEl>
                                          <p:spTgt spid="17"/>
                                        </p:tgtEl>
                                      </p:cBhvr>
                                    </p:animEffect>
                                  </p:childTnLst>
                                </p:cTn>
                              </p:par>
                            </p:childTnLst>
                          </p:cTn>
                        </p:par>
                        <p:par>
                          <p:cTn id="28" fill="hold">
                            <p:stCondLst>
                              <p:cond delay="2500"/>
                            </p:stCondLst>
                            <p:childTnLst>
                              <p:par>
                                <p:cTn id="29" presetID="53" presetClass="entr" presetSubtype="16" fill="hold" grpId="0" nodeType="afterEffect" nodePh="1">
                                  <p:stCondLst>
                                    <p:cond delay="0"/>
                                  </p:stCondLst>
                                  <p:endCondLst>
                                    <p:cond evt="begin" delay="0">
                                      <p:tn val="29"/>
                                    </p:cond>
                                  </p:endCondLst>
                                  <p:childTnLst>
                                    <p:set>
                                      <p:cBhvr>
                                        <p:cTn id="30" dur="1" fill="hold">
                                          <p:stCondLst>
                                            <p:cond delay="0"/>
                                          </p:stCondLst>
                                        </p:cTn>
                                        <p:tgtEl>
                                          <p:spTgt spid="13">
                                            <p:txEl>
                                              <p:pRg st="0" end="0"/>
                                            </p:txEl>
                                          </p:spTgt>
                                        </p:tgtEl>
                                        <p:attrNameLst>
                                          <p:attrName>style.visibility</p:attrName>
                                        </p:attrNameLst>
                                      </p:cBhvr>
                                      <p:to>
                                        <p:strVal val="visible"/>
                                      </p:to>
                                    </p:set>
                                    <p:anim calcmode="lin" valueType="num">
                                      <p:cBhvr>
                                        <p:cTn id="31" dur="500" fill="hold"/>
                                        <p:tgtEl>
                                          <p:spTgt spid="13">
                                            <p:txEl>
                                              <p:pRg st="0" end="0"/>
                                            </p:txEl>
                                          </p:spTgt>
                                        </p:tgtEl>
                                        <p:attrNameLst>
                                          <p:attrName>ppt_w</p:attrName>
                                        </p:attrNameLst>
                                      </p:cBhvr>
                                      <p:tavLst>
                                        <p:tav tm="0">
                                          <p:val>
                                            <p:fltVal val="0"/>
                                          </p:val>
                                        </p:tav>
                                        <p:tav tm="100000">
                                          <p:val>
                                            <p:strVal val="#ppt_w"/>
                                          </p:val>
                                        </p:tav>
                                      </p:tavLst>
                                    </p:anim>
                                    <p:anim calcmode="lin" valueType="num">
                                      <p:cBhvr>
                                        <p:cTn id="32" dur="500" fill="hold"/>
                                        <p:tgtEl>
                                          <p:spTgt spid="13">
                                            <p:txEl>
                                              <p:pRg st="0" end="0"/>
                                            </p:txEl>
                                          </p:spTgt>
                                        </p:tgtEl>
                                        <p:attrNameLst>
                                          <p:attrName>ppt_h</p:attrName>
                                        </p:attrNameLst>
                                      </p:cBhvr>
                                      <p:tavLst>
                                        <p:tav tm="0">
                                          <p:val>
                                            <p:fltVal val="0"/>
                                          </p:val>
                                        </p:tav>
                                        <p:tav tm="100000">
                                          <p:val>
                                            <p:strVal val="#ppt_h"/>
                                          </p:val>
                                        </p:tav>
                                      </p:tavLst>
                                    </p:anim>
                                    <p:animEffect transition="in" filter="fade">
                                      <p:cBhvr>
                                        <p:cTn id="33" dur="500"/>
                                        <p:tgtEl>
                                          <p:spTgt spid="13">
                                            <p:txEl>
                                              <p:pRg st="0" end="0"/>
                                            </p:txEl>
                                          </p:spTgt>
                                        </p:tgtEl>
                                      </p:cBhvr>
                                    </p:animEffect>
                                  </p:childTnLst>
                                </p:cTn>
                              </p:par>
                            </p:childTnLst>
                          </p:cTn>
                        </p:par>
                        <p:par>
                          <p:cTn id="34" fill="hold">
                            <p:stCondLst>
                              <p:cond delay="3000"/>
                            </p:stCondLst>
                            <p:childTnLst>
                              <p:par>
                                <p:cTn id="35" presetID="42" presetClass="entr" presetSubtype="0" fill="hold" grpId="0" nodeType="afterEffect" nodePh="1">
                                  <p:stCondLst>
                                    <p:cond delay="0"/>
                                  </p:stCondLst>
                                  <p:endCondLst>
                                    <p:cond evt="begin" delay="0">
                                      <p:tn val="35"/>
                                    </p:cond>
                                  </p:endCondLst>
                                  <p:childTnLst>
                                    <p:set>
                                      <p:cBhvr>
                                        <p:cTn id="36" dur="1" fill="hold">
                                          <p:stCondLst>
                                            <p:cond delay="0"/>
                                          </p:stCondLst>
                                        </p:cTn>
                                        <p:tgtEl>
                                          <p:spTgt spid="21">
                                            <p:txEl>
                                              <p:pRg st="0" end="0"/>
                                            </p:txEl>
                                          </p:spTgt>
                                        </p:tgtEl>
                                        <p:attrNameLst>
                                          <p:attrName>style.visibility</p:attrName>
                                        </p:attrNameLst>
                                      </p:cBhvr>
                                      <p:to>
                                        <p:strVal val="visible"/>
                                      </p:to>
                                    </p:set>
                                    <p:animEffect transition="in" filter="fade">
                                      <p:cBhvr>
                                        <p:cTn id="37" dur="500"/>
                                        <p:tgtEl>
                                          <p:spTgt spid="21">
                                            <p:txEl>
                                              <p:pRg st="0" end="0"/>
                                            </p:txEl>
                                          </p:spTgt>
                                        </p:tgtEl>
                                      </p:cBhvr>
                                    </p:animEffect>
                                    <p:anim calcmode="lin" valueType="num">
                                      <p:cBhvr>
                                        <p:cTn id="38" dur="500" fill="hold"/>
                                        <p:tgtEl>
                                          <p:spTgt spid="21">
                                            <p:txEl>
                                              <p:pRg st="0" end="0"/>
                                            </p:txEl>
                                          </p:spTgt>
                                        </p:tgtEl>
                                        <p:attrNameLst>
                                          <p:attrName>ppt_x</p:attrName>
                                        </p:attrNameLst>
                                      </p:cBhvr>
                                      <p:tavLst>
                                        <p:tav tm="0">
                                          <p:val>
                                            <p:strVal val="#ppt_x"/>
                                          </p:val>
                                        </p:tav>
                                        <p:tav tm="100000">
                                          <p:val>
                                            <p:strVal val="#ppt_x"/>
                                          </p:val>
                                        </p:tav>
                                      </p:tavLst>
                                    </p:anim>
                                    <p:anim calcmode="lin" valueType="num">
                                      <p:cBhvr>
                                        <p:cTn id="39" dur="500" fill="hold"/>
                                        <p:tgtEl>
                                          <p:spTgt spid="21">
                                            <p:txEl>
                                              <p:pRg st="0" end="0"/>
                                            </p:txEl>
                                          </p:spTgt>
                                        </p:tgtEl>
                                        <p:attrNameLst>
                                          <p:attrName>ppt_y</p:attrName>
                                        </p:attrNameLst>
                                      </p:cBhvr>
                                      <p:tavLst>
                                        <p:tav tm="0">
                                          <p:val>
                                            <p:strVal val="#ppt_y+.1"/>
                                          </p:val>
                                        </p:tav>
                                        <p:tav tm="100000">
                                          <p:val>
                                            <p:strVal val="#ppt_y"/>
                                          </p:val>
                                        </p:tav>
                                      </p:tavLst>
                                    </p:anim>
                                  </p:childTnLst>
                                </p:cTn>
                              </p:par>
                            </p:childTnLst>
                          </p:cTn>
                        </p:par>
                        <p:par>
                          <p:cTn id="40" fill="hold">
                            <p:stCondLst>
                              <p:cond delay="3500"/>
                            </p:stCondLst>
                            <p:childTnLst>
                              <p:par>
                                <p:cTn id="41" presetID="53" presetClass="entr" presetSubtype="16" fill="hold" grpId="0" nodeType="afterEffect" nodePh="1">
                                  <p:stCondLst>
                                    <p:cond delay="0"/>
                                  </p:stCondLst>
                                  <p:endCondLst>
                                    <p:cond evt="begin" delay="0">
                                      <p:tn val="41"/>
                                    </p:cond>
                                  </p:endCondLst>
                                  <p:childTnLst>
                                    <p:set>
                                      <p:cBhvr>
                                        <p:cTn id="42" dur="1" fill="hold">
                                          <p:stCondLst>
                                            <p:cond delay="0"/>
                                          </p:stCondLst>
                                        </p:cTn>
                                        <p:tgtEl>
                                          <p:spTgt spid="25">
                                            <p:txEl>
                                              <p:pRg st="0" end="0"/>
                                            </p:txEl>
                                          </p:spTgt>
                                        </p:tgtEl>
                                        <p:attrNameLst>
                                          <p:attrName>style.visibility</p:attrName>
                                        </p:attrNameLst>
                                      </p:cBhvr>
                                      <p:to>
                                        <p:strVal val="visible"/>
                                      </p:to>
                                    </p:set>
                                    <p:anim calcmode="lin" valueType="num">
                                      <p:cBhvr>
                                        <p:cTn id="43" dur="500" fill="hold"/>
                                        <p:tgtEl>
                                          <p:spTgt spid="25">
                                            <p:txEl>
                                              <p:pRg st="0" end="0"/>
                                            </p:txEl>
                                          </p:spTgt>
                                        </p:tgtEl>
                                        <p:attrNameLst>
                                          <p:attrName>ppt_w</p:attrName>
                                        </p:attrNameLst>
                                      </p:cBhvr>
                                      <p:tavLst>
                                        <p:tav tm="0">
                                          <p:val>
                                            <p:fltVal val="0"/>
                                          </p:val>
                                        </p:tav>
                                        <p:tav tm="100000">
                                          <p:val>
                                            <p:strVal val="#ppt_w"/>
                                          </p:val>
                                        </p:tav>
                                      </p:tavLst>
                                    </p:anim>
                                    <p:anim calcmode="lin" valueType="num">
                                      <p:cBhvr>
                                        <p:cTn id="44" dur="500" fill="hold"/>
                                        <p:tgtEl>
                                          <p:spTgt spid="25">
                                            <p:txEl>
                                              <p:pRg st="0" end="0"/>
                                            </p:txEl>
                                          </p:spTgt>
                                        </p:tgtEl>
                                        <p:attrNameLst>
                                          <p:attrName>ppt_h</p:attrName>
                                        </p:attrNameLst>
                                      </p:cBhvr>
                                      <p:tavLst>
                                        <p:tav tm="0">
                                          <p:val>
                                            <p:fltVal val="0"/>
                                          </p:val>
                                        </p:tav>
                                        <p:tav tm="100000">
                                          <p:val>
                                            <p:strVal val="#ppt_h"/>
                                          </p:val>
                                        </p:tav>
                                      </p:tavLst>
                                    </p:anim>
                                    <p:animEffect transition="in" filter="fade">
                                      <p:cBhvr>
                                        <p:cTn id="45" dur="500"/>
                                        <p:tgtEl>
                                          <p:spTgt spid="25">
                                            <p:txEl>
                                              <p:pRg st="0" end="0"/>
                                            </p:txEl>
                                          </p:spTgt>
                                        </p:tgtEl>
                                      </p:cBhvr>
                                    </p:animEffect>
                                  </p:childTnLst>
                                </p:cTn>
                              </p:par>
                            </p:childTnLst>
                          </p:cTn>
                        </p:par>
                        <p:par>
                          <p:cTn id="46" fill="hold">
                            <p:stCondLst>
                              <p:cond delay="4000"/>
                            </p:stCondLst>
                            <p:childTnLst>
                              <p:par>
                                <p:cTn id="47" presetID="42" presetClass="entr" presetSubtype="0" fill="hold" grpId="0" nodeType="afterEffect" nodePh="1">
                                  <p:stCondLst>
                                    <p:cond delay="0"/>
                                  </p:stCondLst>
                                  <p:endCondLst>
                                    <p:cond evt="begin" delay="0">
                                      <p:tn val="47"/>
                                    </p:cond>
                                  </p:endCondLst>
                                  <p:childTnLst>
                                    <p:set>
                                      <p:cBhvr>
                                        <p:cTn id="48" dur="1" fill="hold">
                                          <p:stCondLst>
                                            <p:cond delay="0"/>
                                          </p:stCondLst>
                                        </p:cTn>
                                        <p:tgtEl>
                                          <p:spTgt spid="26">
                                            <p:txEl>
                                              <p:pRg st="0" end="0"/>
                                            </p:txEl>
                                          </p:spTgt>
                                        </p:tgtEl>
                                        <p:attrNameLst>
                                          <p:attrName>style.visibility</p:attrName>
                                        </p:attrNameLst>
                                      </p:cBhvr>
                                      <p:to>
                                        <p:strVal val="visible"/>
                                      </p:to>
                                    </p:set>
                                    <p:animEffect transition="in" filter="fade">
                                      <p:cBhvr>
                                        <p:cTn id="49" dur="500"/>
                                        <p:tgtEl>
                                          <p:spTgt spid="26">
                                            <p:txEl>
                                              <p:pRg st="0" end="0"/>
                                            </p:txEl>
                                          </p:spTgt>
                                        </p:tgtEl>
                                      </p:cBhvr>
                                    </p:animEffect>
                                    <p:anim calcmode="lin" valueType="num">
                                      <p:cBhvr>
                                        <p:cTn id="50" dur="500" fill="hold"/>
                                        <p:tgtEl>
                                          <p:spTgt spid="26">
                                            <p:txEl>
                                              <p:pRg st="0" end="0"/>
                                            </p:txEl>
                                          </p:spTgt>
                                        </p:tgtEl>
                                        <p:attrNameLst>
                                          <p:attrName>ppt_x</p:attrName>
                                        </p:attrNameLst>
                                      </p:cBhvr>
                                      <p:tavLst>
                                        <p:tav tm="0">
                                          <p:val>
                                            <p:strVal val="#ppt_x"/>
                                          </p:val>
                                        </p:tav>
                                        <p:tav tm="100000">
                                          <p:val>
                                            <p:strVal val="#ppt_x"/>
                                          </p:val>
                                        </p:tav>
                                      </p:tavLst>
                                    </p:anim>
                                    <p:anim calcmode="lin" valueType="num">
                                      <p:cBhvr>
                                        <p:cTn id="51" dur="500" fill="hold"/>
                                        <p:tgtEl>
                                          <p:spTgt spid="26">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7" grpId="0" animBg="1"/>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13"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3"/>
                        </p:tgtEl>
                        <p:attrNameLst>
                          <p:attrName>style.visibility</p:attrName>
                        </p:attrNameLst>
                      </p:cBhvr>
                      <p:to>
                        <p:strVal val="visible"/>
                      </p:to>
                    </p:set>
                    <p:anim calcmode="lin" valueType="num">
                      <p:cBhvr>
                        <p:cTn dur="500" fill="hold"/>
                        <p:tgtEl>
                          <p:spTgt spid="13"/>
                        </p:tgtEl>
                        <p:attrNameLst>
                          <p:attrName>ppt_w</p:attrName>
                        </p:attrNameLst>
                      </p:cBhvr>
                      <p:tavLst>
                        <p:tav tm="0">
                          <p:val>
                            <p:fltVal val="0"/>
                          </p:val>
                        </p:tav>
                        <p:tav tm="100000">
                          <p:val>
                            <p:strVal val="#ppt_w"/>
                          </p:val>
                        </p:tav>
                      </p:tavLst>
                    </p:anim>
                    <p:anim calcmode="lin" valueType="num">
                      <p:cBhvr>
                        <p:cTn dur="500" fill="hold"/>
                        <p:tgtEl>
                          <p:spTgt spid="13"/>
                        </p:tgtEl>
                        <p:attrNameLst>
                          <p:attrName>ppt_h</p:attrName>
                        </p:attrNameLst>
                      </p:cBhvr>
                      <p:tavLst>
                        <p:tav tm="0">
                          <p:val>
                            <p:fltVal val="0"/>
                          </p:val>
                        </p:tav>
                        <p:tav tm="100000">
                          <p:val>
                            <p:strVal val="#ppt_h"/>
                          </p:val>
                        </p:tav>
                      </p:tavLst>
                    </p:anim>
                    <p:animEffect transition="in" filter="fade">
                      <p:cBhvr>
                        <p:cTn dur="500"/>
                        <p:tgtEl>
                          <p:spTgt spid="13"/>
                        </p:tgtEl>
                      </p:cBhvr>
                    </p:animEffect>
                  </p:childTnLst>
                </p:cTn>
              </p:par>
            </p:tnLst>
          </p:tmpl>
        </p:tmplLst>
      </p:bldP>
      <p:bldP spid="21"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1"/>
                        </p:tgtEl>
                        <p:attrNameLst>
                          <p:attrName>style.visibility</p:attrName>
                        </p:attrNameLst>
                      </p:cBhvr>
                      <p:to>
                        <p:strVal val="visible"/>
                      </p:to>
                    </p:set>
                    <p:animEffect transition="in" filter="fade">
                      <p:cBhvr>
                        <p:cTn dur="500"/>
                        <p:tgtEl>
                          <p:spTgt spid="21"/>
                        </p:tgtEl>
                      </p:cBhvr>
                    </p:animEffect>
                    <p:anim calcmode="lin" valueType="num">
                      <p:cBhvr>
                        <p:cTn dur="500" fill="hold"/>
                        <p:tgtEl>
                          <p:spTgt spid="21"/>
                        </p:tgtEl>
                        <p:attrNameLst>
                          <p:attrName>ppt_x</p:attrName>
                        </p:attrNameLst>
                      </p:cBhvr>
                      <p:tavLst>
                        <p:tav tm="0">
                          <p:val>
                            <p:strVal val="#ppt_x"/>
                          </p:val>
                        </p:tav>
                        <p:tav tm="100000">
                          <p:val>
                            <p:strVal val="#ppt_x"/>
                          </p:val>
                        </p:tav>
                      </p:tavLst>
                    </p:anim>
                    <p:anim calcmode="lin" valueType="num">
                      <p:cBhvr>
                        <p:cTn dur="500" fill="hold"/>
                        <p:tgtEl>
                          <p:spTgt spid="21"/>
                        </p:tgtEl>
                        <p:attrNameLst>
                          <p:attrName>ppt_y</p:attrName>
                        </p:attrNameLst>
                      </p:cBhvr>
                      <p:tavLst>
                        <p:tav tm="0">
                          <p:val>
                            <p:strVal val="#ppt_y+.1"/>
                          </p:val>
                        </p:tav>
                        <p:tav tm="100000">
                          <p:val>
                            <p:strVal val="#ppt_y"/>
                          </p:val>
                        </p:tav>
                      </p:tavLst>
                    </p:anim>
                  </p:childTnLst>
                </p:cTn>
              </p:par>
            </p:tnLst>
          </p:tmpl>
        </p:tmplLst>
      </p:bldP>
      <p:bldP spid="25"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5"/>
                        </p:tgtEl>
                        <p:attrNameLst>
                          <p:attrName>style.visibility</p:attrName>
                        </p:attrNameLst>
                      </p:cBhvr>
                      <p:to>
                        <p:strVal val="visible"/>
                      </p:to>
                    </p:set>
                    <p:anim calcmode="lin" valueType="num">
                      <p:cBhvr>
                        <p:cTn dur="500" fill="hold"/>
                        <p:tgtEl>
                          <p:spTgt spid="25"/>
                        </p:tgtEl>
                        <p:attrNameLst>
                          <p:attrName>ppt_w</p:attrName>
                        </p:attrNameLst>
                      </p:cBhvr>
                      <p:tavLst>
                        <p:tav tm="0">
                          <p:val>
                            <p:fltVal val="0"/>
                          </p:val>
                        </p:tav>
                        <p:tav tm="100000">
                          <p:val>
                            <p:strVal val="#ppt_w"/>
                          </p:val>
                        </p:tav>
                      </p:tavLst>
                    </p:anim>
                    <p:anim calcmode="lin" valueType="num">
                      <p:cBhvr>
                        <p:cTn dur="500" fill="hold"/>
                        <p:tgtEl>
                          <p:spTgt spid="25"/>
                        </p:tgtEl>
                        <p:attrNameLst>
                          <p:attrName>ppt_h</p:attrName>
                        </p:attrNameLst>
                      </p:cBhvr>
                      <p:tavLst>
                        <p:tav tm="0">
                          <p:val>
                            <p:fltVal val="0"/>
                          </p:val>
                        </p:tav>
                        <p:tav tm="100000">
                          <p:val>
                            <p:strVal val="#ppt_h"/>
                          </p:val>
                        </p:tav>
                      </p:tavLst>
                    </p:anim>
                    <p:animEffect transition="in" filter="fade">
                      <p:cBhvr>
                        <p:cTn dur="500"/>
                        <p:tgtEl>
                          <p:spTgt spid="25"/>
                        </p:tgtEl>
                      </p:cBhvr>
                    </p:animEffect>
                  </p:childTnLst>
                </p:cTn>
              </p:par>
            </p:tnLst>
          </p:tmpl>
        </p:tmplLst>
      </p:bldP>
      <p:bldP spid="26"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6"/>
                        </p:tgtEl>
                        <p:attrNameLst>
                          <p:attrName>style.visibility</p:attrName>
                        </p:attrNameLst>
                      </p:cBhvr>
                      <p:to>
                        <p:strVal val="visible"/>
                      </p:to>
                    </p:set>
                    <p:animEffect transition="in" filter="fade">
                      <p:cBhvr>
                        <p:cTn dur="500"/>
                        <p:tgtEl>
                          <p:spTgt spid="26"/>
                        </p:tgtEl>
                      </p:cBhvr>
                    </p:animEffect>
                    <p:anim calcmode="lin" valueType="num">
                      <p:cBhvr>
                        <p:cTn dur="500" fill="hold"/>
                        <p:tgtEl>
                          <p:spTgt spid="26"/>
                        </p:tgtEl>
                        <p:attrNameLst>
                          <p:attrName>ppt_x</p:attrName>
                        </p:attrNameLst>
                      </p:cBhvr>
                      <p:tavLst>
                        <p:tav tm="0">
                          <p:val>
                            <p:strVal val="#ppt_x"/>
                          </p:val>
                        </p:tav>
                        <p:tav tm="100000">
                          <p:val>
                            <p:strVal val="#ppt_x"/>
                          </p:val>
                        </p:tav>
                      </p:tavLst>
                    </p:anim>
                    <p:anim calcmode="lin" valueType="num">
                      <p:cBhvr>
                        <p:cTn dur="500" fill="hold"/>
                        <p:tgtEl>
                          <p:spTgt spid="26"/>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593.xml><?xml version="1.0" encoding="utf-8"?>
<p:sldLayout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39" name="Picture Placeholder 38"/>
          <p:cNvSpPr>
            <a:spLocks noGrp="1"/>
          </p:cNvSpPr>
          <p:nvPr>
            <p:ph type="pic" sz="quarter" idx="14"/>
          </p:nvPr>
        </p:nvSpPr>
        <p:spPr>
          <a:xfrm>
            <a:off x="1031972" y="2625206"/>
            <a:ext cx="1919046" cy="1872751"/>
          </a:xfrm>
          <a:custGeom>
            <a:avLst/>
            <a:gdLst>
              <a:gd name="connsiteX0" fmla="*/ 661920 w 1782809"/>
              <a:gd name="connsiteY0" fmla="*/ 0 h 1739801"/>
              <a:gd name="connsiteX1" fmla="*/ 872621 w 1782809"/>
              <a:gd name="connsiteY1" fmla="*/ 112029 h 1739801"/>
              <a:gd name="connsiteX2" fmla="*/ 878174 w 1782809"/>
              <a:gd name="connsiteY2" fmla="*/ 122259 h 1739801"/>
              <a:gd name="connsiteX3" fmla="*/ 888662 w 1782809"/>
              <a:gd name="connsiteY3" fmla="*/ 120659 h 1739801"/>
              <a:gd name="connsiteX4" fmla="*/ 965961 w 1782809"/>
              <a:gd name="connsiteY4" fmla="*/ 116755 h 1739801"/>
              <a:gd name="connsiteX5" fmla="*/ 1326326 w 1782809"/>
              <a:gd name="connsiteY5" fmla="*/ 208003 h 1739801"/>
              <a:gd name="connsiteX6" fmla="*/ 1367203 w 1782809"/>
              <a:gd name="connsiteY6" fmla="*/ 232837 h 1739801"/>
              <a:gd name="connsiteX7" fmla="*/ 1376243 w 1782809"/>
              <a:gd name="connsiteY7" fmla="*/ 225379 h 1739801"/>
              <a:gd name="connsiteX8" fmla="*/ 1518310 w 1782809"/>
              <a:gd name="connsiteY8" fmla="*/ 181983 h 1739801"/>
              <a:gd name="connsiteX9" fmla="*/ 1772407 w 1782809"/>
              <a:gd name="connsiteY9" fmla="*/ 436079 h 1739801"/>
              <a:gd name="connsiteX10" fmla="*/ 1697983 w 1782809"/>
              <a:gd name="connsiteY10" fmla="*/ 615753 h 1739801"/>
              <a:gd name="connsiteX11" fmla="*/ 1681257 w 1782809"/>
              <a:gd name="connsiteY11" fmla="*/ 629554 h 1739801"/>
              <a:gd name="connsiteX12" fmla="*/ 1687993 w 1782809"/>
              <a:gd name="connsiteY12" fmla="*/ 647960 h 1739801"/>
              <a:gd name="connsiteX13" fmla="*/ 1721982 w 1782809"/>
              <a:gd name="connsiteY13" fmla="*/ 872777 h 1739801"/>
              <a:gd name="connsiteX14" fmla="*/ 1718079 w 1782809"/>
              <a:gd name="connsiteY14" fmla="*/ 950076 h 1739801"/>
              <a:gd name="connsiteX15" fmla="*/ 1708911 w 1782809"/>
              <a:gd name="connsiteY15" fmla="*/ 1010143 h 1739801"/>
              <a:gd name="connsiteX16" fmla="*/ 1739413 w 1782809"/>
              <a:gd name="connsiteY16" fmla="*/ 1047112 h 1739801"/>
              <a:gd name="connsiteX17" fmla="*/ 1782809 w 1782809"/>
              <a:gd name="connsiteY17" fmla="*/ 1189180 h 1739801"/>
              <a:gd name="connsiteX18" fmla="*/ 1528713 w 1782809"/>
              <a:gd name="connsiteY18" fmla="*/ 1443276 h 1739801"/>
              <a:gd name="connsiteX19" fmla="*/ 1477504 w 1782809"/>
              <a:gd name="connsiteY19" fmla="*/ 1438114 h 1739801"/>
              <a:gd name="connsiteX20" fmla="*/ 1469464 w 1782809"/>
              <a:gd name="connsiteY20" fmla="*/ 1435618 h 1739801"/>
              <a:gd name="connsiteX21" fmla="*/ 1446861 w 1782809"/>
              <a:gd name="connsiteY21" fmla="*/ 1456160 h 1739801"/>
              <a:gd name="connsiteX22" fmla="*/ 1033711 w 1782809"/>
              <a:gd name="connsiteY22" fmla="*/ 1625805 h 1739801"/>
              <a:gd name="connsiteX23" fmla="*/ 972376 w 1782809"/>
              <a:gd name="connsiteY23" fmla="*/ 1628515 h 1739801"/>
              <a:gd name="connsiteX24" fmla="*/ 941962 w 1782809"/>
              <a:gd name="connsiteY24" fmla="*/ 1665378 h 1739801"/>
              <a:gd name="connsiteX25" fmla="*/ 762288 w 1782809"/>
              <a:gd name="connsiteY25" fmla="*/ 1739801 h 1739801"/>
              <a:gd name="connsiteX26" fmla="*/ 508192 w 1782809"/>
              <a:gd name="connsiteY26" fmla="*/ 1485705 h 1739801"/>
              <a:gd name="connsiteX27" fmla="*/ 509460 w 1782809"/>
              <a:gd name="connsiteY27" fmla="*/ 1473124 h 1739801"/>
              <a:gd name="connsiteX28" fmla="*/ 457628 w 1782809"/>
              <a:gd name="connsiteY28" fmla="*/ 1432399 h 1739801"/>
              <a:gd name="connsiteX29" fmla="*/ 269351 w 1782809"/>
              <a:gd name="connsiteY29" fmla="*/ 1167055 h 1739801"/>
              <a:gd name="connsiteX30" fmla="*/ 256837 w 1782809"/>
              <a:gd name="connsiteY30" fmla="*/ 1132864 h 1739801"/>
              <a:gd name="connsiteX31" fmla="*/ 254096 w 1782809"/>
              <a:gd name="connsiteY31" fmla="*/ 1133141 h 1739801"/>
              <a:gd name="connsiteX32" fmla="*/ 0 w 1782809"/>
              <a:gd name="connsiteY32" fmla="*/ 879044 h 1739801"/>
              <a:gd name="connsiteX33" fmla="*/ 202887 w 1782809"/>
              <a:gd name="connsiteY33" fmla="*/ 630110 h 1739801"/>
              <a:gd name="connsiteX34" fmla="*/ 252284 w 1782809"/>
              <a:gd name="connsiteY34" fmla="*/ 625130 h 1739801"/>
              <a:gd name="connsiteX35" fmla="*/ 269351 w 1782809"/>
              <a:gd name="connsiteY35" fmla="*/ 578499 h 1739801"/>
              <a:gd name="connsiteX36" fmla="*/ 339055 w 1782809"/>
              <a:gd name="connsiteY36" fmla="*/ 450078 h 1739801"/>
              <a:gd name="connsiteX37" fmla="*/ 425429 w 1782809"/>
              <a:gd name="connsiteY37" fmla="*/ 345392 h 1739801"/>
              <a:gd name="connsiteX38" fmla="*/ 412986 w 1782809"/>
              <a:gd name="connsiteY38" fmla="*/ 305306 h 1739801"/>
              <a:gd name="connsiteX39" fmla="*/ 407824 w 1782809"/>
              <a:gd name="connsiteY39" fmla="*/ 254096 h 1739801"/>
              <a:gd name="connsiteX40" fmla="*/ 661920 w 1782809"/>
              <a:gd name="connsiteY40" fmla="*/ 0 h 1739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782809" h="1739801">
                <a:moveTo>
                  <a:pt x="661920" y="0"/>
                </a:moveTo>
                <a:cubicBezTo>
                  <a:pt x="749628" y="0"/>
                  <a:pt x="826958" y="44438"/>
                  <a:pt x="872621" y="112029"/>
                </a:cubicBezTo>
                <a:lnTo>
                  <a:pt x="878174" y="122259"/>
                </a:lnTo>
                <a:lnTo>
                  <a:pt x="888662" y="120659"/>
                </a:lnTo>
                <a:cubicBezTo>
                  <a:pt x="914077" y="118078"/>
                  <a:pt x="939864" y="116755"/>
                  <a:pt x="965961" y="116755"/>
                </a:cubicBezTo>
                <a:cubicBezTo>
                  <a:pt x="1096442" y="116755"/>
                  <a:pt x="1219202" y="149810"/>
                  <a:pt x="1326326" y="208003"/>
                </a:cubicBezTo>
                <a:lnTo>
                  <a:pt x="1367203" y="232837"/>
                </a:lnTo>
                <a:lnTo>
                  <a:pt x="1376243" y="225379"/>
                </a:lnTo>
                <a:cubicBezTo>
                  <a:pt x="1416796" y="197981"/>
                  <a:pt x="1465685" y="181983"/>
                  <a:pt x="1518310" y="181983"/>
                </a:cubicBezTo>
                <a:cubicBezTo>
                  <a:pt x="1658644" y="181983"/>
                  <a:pt x="1772407" y="295746"/>
                  <a:pt x="1772407" y="436079"/>
                </a:cubicBezTo>
                <a:cubicBezTo>
                  <a:pt x="1772407" y="506246"/>
                  <a:pt x="1743966" y="569770"/>
                  <a:pt x="1697983" y="615753"/>
                </a:cubicBezTo>
                <a:lnTo>
                  <a:pt x="1681257" y="629554"/>
                </a:lnTo>
                <a:lnTo>
                  <a:pt x="1687993" y="647960"/>
                </a:lnTo>
                <a:cubicBezTo>
                  <a:pt x="1710083" y="718979"/>
                  <a:pt x="1721982" y="794489"/>
                  <a:pt x="1721982" y="872777"/>
                </a:cubicBezTo>
                <a:cubicBezTo>
                  <a:pt x="1721982" y="898874"/>
                  <a:pt x="1720660" y="924661"/>
                  <a:pt x="1718079" y="950076"/>
                </a:cubicBezTo>
                <a:lnTo>
                  <a:pt x="1708911" y="1010143"/>
                </a:lnTo>
                <a:lnTo>
                  <a:pt x="1739413" y="1047112"/>
                </a:lnTo>
                <a:cubicBezTo>
                  <a:pt x="1766811" y="1087666"/>
                  <a:pt x="1782809" y="1136555"/>
                  <a:pt x="1782809" y="1189180"/>
                </a:cubicBezTo>
                <a:cubicBezTo>
                  <a:pt x="1782809" y="1329513"/>
                  <a:pt x="1669046" y="1443276"/>
                  <a:pt x="1528713" y="1443276"/>
                </a:cubicBezTo>
                <a:cubicBezTo>
                  <a:pt x="1511171" y="1443276"/>
                  <a:pt x="1494045" y="1441498"/>
                  <a:pt x="1477504" y="1438114"/>
                </a:cubicBezTo>
                <a:lnTo>
                  <a:pt x="1469464" y="1435618"/>
                </a:lnTo>
                <a:lnTo>
                  <a:pt x="1446861" y="1456160"/>
                </a:lnTo>
                <a:cubicBezTo>
                  <a:pt x="1332511" y="1550530"/>
                  <a:pt x="1189943" y="1611930"/>
                  <a:pt x="1033711" y="1625805"/>
                </a:cubicBezTo>
                <a:lnTo>
                  <a:pt x="972376" y="1628515"/>
                </a:lnTo>
                <a:lnTo>
                  <a:pt x="941962" y="1665378"/>
                </a:lnTo>
                <a:cubicBezTo>
                  <a:pt x="895980" y="1711361"/>
                  <a:pt x="832455" y="1739801"/>
                  <a:pt x="762288" y="1739801"/>
                </a:cubicBezTo>
                <a:cubicBezTo>
                  <a:pt x="621955" y="1739801"/>
                  <a:pt x="508192" y="1626038"/>
                  <a:pt x="508192" y="1485705"/>
                </a:cubicBezTo>
                <a:lnTo>
                  <a:pt x="509460" y="1473124"/>
                </a:lnTo>
                <a:lnTo>
                  <a:pt x="457628" y="1432399"/>
                </a:lnTo>
                <a:cubicBezTo>
                  <a:pt x="377073" y="1359182"/>
                  <a:pt x="312390" y="1268811"/>
                  <a:pt x="269351" y="1167055"/>
                </a:cubicBezTo>
                <a:lnTo>
                  <a:pt x="256837" y="1132864"/>
                </a:lnTo>
                <a:lnTo>
                  <a:pt x="254096" y="1133141"/>
                </a:lnTo>
                <a:cubicBezTo>
                  <a:pt x="113763" y="1133141"/>
                  <a:pt x="0" y="1019378"/>
                  <a:pt x="0" y="879044"/>
                </a:cubicBezTo>
                <a:cubicBezTo>
                  <a:pt x="0" y="756252"/>
                  <a:pt x="87099" y="653803"/>
                  <a:pt x="202887" y="630110"/>
                </a:cubicBezTo>
                <a:lnTo>
                  <a:pt x="252284" y="625130"/>
                </a:lnTo>
                <a:lnTo>
                  <a:pt x="269351" y="578499"/>
                </a:lnTo>
                <a:cubicBezTo>
                  <a:pt x="288479" y="533275"/>
                  <a:pt x="311883" y="490299"/>
                  <a:pt x="339055" y="450078"/>
                </a:cubicBezTo>
                <a:lnTo>
                  <a:pt x="425429" y="345392"/>
                </a:lnTo>
                <a:lnTo>
                  <a:pt x="412986" y="305306"/>
                </a:lnTo>
                <a:cubicBezTo>
                  <a:pt x="409601" y="288764"/>
                  <a:pt x="407824" y="271638"/>
                  <a:pt x="407824" y="254096"/>
                </a:cubicBezTo>
                <a:cubicBezTo>
                  <a:pt x="407824" y="113763"/>
                  <a:pt x="521586" y="0"/>
                  <a:pt x="661920" y="0"/>
                </a:cubicBezTo>
                <a:close/>
              </a:path>
            </a:pathLst>
          </a:custGeom>
          <a:solidFill>
            <a:schemeClr val="bg1">
              <a:lumMod val="85000"/>
            </a:schemeClr>
          </a:solidFill>
        </p:spPr>
        <p:txBody>
          <a:bodyPr wrap="square">
            <a:noAutofit/>
          </a:bodyPr>
          <a:lstStyle/>
          <a:p>
            <a:endParaRPr lang="en-AU"/>
          </a:p>
        </p:txBody>
      </p:sp>
      <p:sp>
        <p:nvSpPr>
          <p:cNvPr id="40" name="Picture Placeholder 39"/>
          <p:cNvSpPr>
            <a:spLocks noGrp="1"/>
          </p:cNvSpPr>
          <p:nvPr>
            <p:ph type="pic" sz="quarter" idx="15"/>
          </p:nvPr>
        </p:nvSpPr>
        <p:spPr>
          <a:xfrm flipH="1">
            <a:off x="3913909" y="5105241"/>
            <a:ext cx="1004455" cy="980224"/>
          </a:xfrm>
          <a:custGeom>
            <a:avLst/>
            <a:gdLst>
              <a:gd name="connsiteX0" fmla="*/ 661920 w 1782809"/>
              <a:gd name="connsiteY0" fmla="*/ 0 h 1739801"/>
              <a:gd name="connsiteX1" fmla="*/ 872621 w 1782809"/>
              <a:gd name="connsiteY1" fmla="*/ 112029 h 1739801"/>
              <a:gd name="connsiteX2" fmla="*/ 878174 w 1782809"/>
              <a:gd name="connsiteY2" fmla="*/ 122259 h 1739801"/>
              <a:gd name="connsiteX3" fmla="*/ 888662 w 1782809"/>
              <a:gd name="connsiteY3" fmla="*/ 120659 h 1739801"/>
              <a:gd name="connsiteX4" fmla="*/ 965961 w 1782809"/>
              <a:gd name="connsiteY4" fmla="*/ 116755 h 1739801"/>
              <a:gd name="connsiteX5" fmla="*/ 1326326 w 1782809"/>
              <a:gd name="connsiteY5" fmla="*/ 208003 h 1739801"/>
              <a:gd name="connsiteX6" fmla="*/ 1367203 w 1782809"/>
              <a:gd name="connsiteY6" fmla="*/ 232837 h 1739801"/>
              <a:gd name="connsiteX7" fmla="*/ 1376243 w 1782809"/>
              <a:gd name="connsiteY7" fmla="*/ 225379 h 1739801"/>
              <a:gd name="connsiteX8" fmla="*/ 1518310 w 1782809"/>
              <a:gd name="connsiteY8" fmla="*/ 181983 h 1739801"/>
              <a:gd name="connsiteX9" fmla="*/ 1772407 w 1782809"/>
              <a:gd name="connsiteY9" fmla="*/ 436079 h 1739801"/>
              <a:gd name="connsiteX10" fmla="*/ 1697983 w 1782809"/>
              <a:gd name="connsiteY10" fmla="*/ 615753 h 1739801"/>
              <a:gd name="connsiteX11" fmla="*/ 1681257 w 1782809"/>
              <a:gd name="connsiteY11" fmla="*/ 629554 h 1739801"/>
              <a:gd name="connsiteX12" fmla="*/ 1687993 w 1782809"/>
              <a:gd name="connsiteY12" fmla="*/ 647960 h 1739801"/>
              <a:gd name="connsiteX13" fmla="*/ 1721982 w 1782809"/>
              <a:gd name="connsiteY13" fmla="*/ 872777 h 1739801"/>
              <a:gd name="connsiteX14" fmla="*/ 1718079 w 1782809"/>
              <a:gd name="connsiteY14" fmla="*/ 950076 h 1739801"/>
              <a:gd name="connsiteX15" fmla="*/ 1708911 w 1782809"/>
              <a:gd name="connsiteY15" fmla="*/ 1010143 h 1739801"/>
              <a:gd name="connsiteX16" fmla="*/ 1739413 w 1782809"/>
              <a:gd name="connsiteY16" fmla="*/ 1047112 h 1739801"/>
              <a:gd name="connsiteX17" fmla="*/ 1782809 w 1782809"/>
              <a:gd name="connsiteY17" fmla="*/ 1189180 h 1739801"/>
              <a:gd name="connsiteX18" fmla="*/ 1528713 w 1782809"/>
              <a:gd name="connsiteY18" fmla="*/ 1443276 h 1739801"/>
              <a:gd name="connsiteX19" fmla="*/ 1477504 w 1782809"/>
              <a:gd name="connsiteY19" fmla="*/ 1438114 h 1739801"/>
              <a:gd name="connsiteX20" fmla="*/ 1469464 w 1782809"/>
              <a:gd name="connsiteY20" fmla="*/ 1435618 h 1739801"/>
              <a:gd name="connsiteX21" fmla="*/ 1446861 w 1782809"/>
              <a:gd name="connsiteY21" fmla="*/ 1456160 h 1739801"/>
              <a:gd name="connsiteX22" fmla="*/ 1033711 w 1782809"/>
              <a:gd name="connsiteY22" fmla="*/ 1625805 h 1739801"/>
              <a:gd name="connsiteX23" fmla="*/ 972376 w 1782809"/>
              <a:gd name="connsiteY23" fmla="*/ 1628515 h 1739801"/>
              <a:gd name="connsiteX24" fmla="*/ 941962 w 1782809"/>
              <a:gd name="connsiteY24" fmla="*/ 1665378 h 1739801"/>
              <a:gd name="connsiteX25" fmla="*/ 762288 w 1782809"/>
              <a:gd name="connsiteY25" fmla="*/ 1739801 h 1739801"/>
              <a:gd name="connsiteX26" fmla="*/ 508192 w 1782809"/>
              <a:gd name="connsiteY26" fmla="*/ 1485705 h 1739801"/>
              <a:gd name="connsiteX27" fmla="*/ 509460 w 1782809"/>
              <a:gd name="connsiteY27" fmla="*/ 1473124 h 1739801"/>
              <a:gd name="connsiteX28" fmla="*/ 457628 w 1782809"/>
              <a:gd name="connsiteY28" fmla="*/ 1432399 h 1739801"/>
              <a:gd name="connsiteX29" fmla="*/ 269351 w 1782809"/>
              <a:gd name="connsiteY29" fmla="*/ 1167055 h 1739801"/>
              <a:gd name="connsiteX30" fmla="*/ 256837 w 1782809"/>
              <a:gd name="connsiteY30" fmla="*/ 1132864 h 1739801"/>
              <a:gd name="connsiteX31" fmla="*/ 254096 w 1782809"/>
              <a:gd name="connsiteY31" fmla="*/ 1133141 h 1739801"/>
              <a:gd name="connsiteX32" fmla="*/ 0 w 1782809"/>
              <a:gd name="connsiteY32" fmla="*/ 879044 h 1739801"/>
              <a:gd name="connsiteX33" fmla="*/ 202887 w 1782809"/>
              <a:gd name="connsiteY33" fmla="*/ 630110 h 1739801"/>
              <a:gd name="connsiteX34" fmla="*/ 252284 w 1782809"/>
              <a:gd name="connsiteY34" fmla="*/ 625130 h 1739801"/>
              <a:gd name="connsiteX35" fmla="*/ 269351 w 1782809"/>
              <a:gd name="connsiteY35" fmla="*/ 578499 h 1739801"/>
              <a:gd name="connsiteX36" fmla="*/ 339055 w 1782809"/>
              <a:gd name="connsiteY36" fmla="*/ 450078 h 1739801"/>
              <a:gd name="connsiteX37" fmla="*/ 425429 w 1782809"/>
              <a:gd name="connsiteY37" fmla="*/ 345392 h 1739801"/>
              <a:gd name="connsiteX38" fmla="*/ 412986 w 1782809"/>
              <a:gd name="connsiteY38" fmla="*/ 305306 h 1739801"/>
              <a:gd name="connsiteX39" fmla="*/ 407824 w 1782809"/>
              <a:gd name="connsiteY39" fmla="*/ 254096 h 1739801"/>
              <a:gd name="connsiteX40" fmla="*/ 661920 w 1782809"/>
              <a:gd name="connsiteY40" fmla="*/ 0 h 1739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782809" h="1739801">
                <a:moveTo>
                  <a:pt x="661920" y="0"/>
                </a:moveTo>
                <a:cubicBezTo>
                  <a:pt x="749628" y="0"/>
                  <a:pt x="826958" y="44438"/>
                  <a:pt x="872621" y="112029"/>
                </a:cubicBezTo>
                <a:lnTo>
                  <a:pt x="878174" y="122259"/>
                </a:lnTo>
                <a:lnTo>
                  <a:pt x="888662" y="120659"/>
                </a:lnTo>
                <a:cubicBezTo>
                  <a:pt x="914077" y="118078"/>
                  <a:pt x="939864" y="116755"/>
                  <a:pt x="965961" y="116755"/>
                </a:cubicBezTo>
                <a:cubicBezTo>
                  <a:pt x="1096442" y="116755"/>
                  <a:pt x="1219202" y="149810"/>
                  <a:pt x="1326326" y="208003"/>
                </a:cubicBezTo>
                <a:lnTo>
                  <a:pt x="1367203" y="232837"/>
                </a:lnTo>
                <a:lnTo>
                  <a:pt x="1376243" y="225379"/>
                </a:lnTo>
                <a:cubicBezTo>
                  <a:pt x="1416796" y="197981"/>
                  <a:pt x="1465685" y="181983"/>
                  <a:pt x="1518310" y="181983"/>
                </a:cubicBezTo>
                <a:cubicBezTo>
                  <a:pt x="1658644" y="181983"/>
                  <a:pt x="1772407" y="295746"/>
                  <a:pt x="1772407" y="436079"/>
                </a:cubicBezTo>
                <a:cubicBezTo>
                  <a:pt x="1772407" y="506246"/>
                  <a:pt x="1743966" y="569770"/>
                  <a:pt x="1697983" y="615753"/>
                </a:cubicBezTo>
                <a:lnTo>
                  <a:pt x="1681257" y="629554"/>
                </a:lnTo>
                <a:lnTo>
                  <a:pt x="1687993" y="647960"/>
                </a:lnTo>
                <a:cubicBezTo>
                  <a:pt x="1710083" y="718979"/>
                  <a:pt x="1721982" y="794489"/>
                  <a:pt x="1721982" y="872777"/>
                </a:cubicBezTo>
                <a:cubicBezTo>
                  <a:pt x="1721982" y="898874"/>
                  <a:pt x="1720660" y="924661"/>
                  <a:pt x="1718079" y="950076"/>
                </a:cubicBezTo>
                <a:lnTo>
                  <a:pt x="1708911" y="1010143"/>
                </a:lnTo>
                <a:lnTo>
                  <a:pt x="1739413" y="1047112"/>
                </a:lnTo>
                <a:cubicBezTo>
                  <a:pt x="1766811" y="1087666"/>
                  <a:pt x="1782809" y="1136555"/>
                  <a:pt x="1782809" y="1189180"/>
                </a:cubicBezTo>
                <a:cubicBezTo>
                  <a:pt x="1782809" y="1329513"/>
                  <a:pt x="1669046" y="1443276"/>
                  <a:pt x="1528713" y="1443276"/>
                </a:cubicBezTo>
                <a:cubicBezTo>
                  <a:pt x="1511171" y="1443276"/>
                  <a:pt x="1494045" y="1441498"/>
                  <a:pt x="1477504" y="1438114"/>
                </a:cubicBezTo>
                <a:lnTo>
                  <a:pt x="1469464" y="1435618"/>
                </a:lnTo>
                <a:lnTo>
                  <a:pt x="1446861" y="1456160"/>
                </a:lnTo>
                <a:cubicBezTo>
                  <a:pt x="1332511" y="1550530"/>
                  <a:pt x="1189943" y="1611930"/>
                  <a:pt x="1033711" y="1625805"/>
                </a:cubicBezTo>
                <a:lnTo>
                  <a:pt x="972376" y="1628515"/>
                </a:lnTo>
                <a:lnTo>
                  <a:pt x="941962" y="1665378"/>
                </a:lnTo>
                <a:cubicBezTo>
                  <a:pt x="895980" y="1711361"/>
                  <a:pt x="832455" y="1739801"/>
                  <a:pt x="762288" y="1739801"/>
                </a:cubicBezTo>
                <a:cubicBezTo>
                  <a:pt x="621955" y="1739801"/>
                  <a:pt x="508192" y="1626038"/>
                  <a:pt x="508192" y="1485705"/>
                </a:cubicBezTo>
                <a:lnTo>
                  <a:pt x="509460" y="1473124"/>
                </a:lnTo>
                <a:lnTo>
                  <a:pt x="457628" y="1432399"/>
                </a:lnTo>
                <a:cubicBezTo>
                  <a:pt x="377073" y="1359182"/>
                  <a:pt x="312390" y="1268811"/>
                  <a:pt x="269351" y="1167055"/>
                </a:cubicBezTo>
                <a:lnTo>
                  <a:pt x="256837" y="1132864"/>
                </a:lnTo>
                <a:lnTo>
                  <a:pt x="254096" y="1133141"/>
                </a:lnTo>
                <a:cubicBezTo>
                  <a:pt x="113763" y="1133141"/>
                  <a:pt x="0" y="1019378"/>
                  <a:pt x="0" y="879044"/>
                </a:cubicBezTo>
                <a:cubicBezTo>
                  <a:pt x="0" y="756252"/>
                  <a:pt x="87099" y="653803"/>
                  <a:pt x="202887" y="630110"/>
                </a:cubicBezTo>
                <a:lnTo>
                  <a:pt x="252284" y="625130"/>
                </a:lnTo>
                <a:lnTo>
                  <a:pt x="269351" y="578499"/>
                </a:lnTo>
                <a:cubicBezTo>
                  <a:pt x="288479" y="533275"/>
                  <a:pt x="311883" y="490299"/>
                  <a:pt x="339055" y="450078"/>
                </a:cubicBezTo>
                <a:lnTo>
                  <a:pt x="425429" y="345392"/>
                </a:lnTo>
                <a:lnTo>
                  <a:pt x="412986" y="305306"/>
                </a:lnTo>
                <a:cubicBezTo>
                  <a:pt x="409601" y="288764"/>
                  <a:pt x="407824" y="271638"/>
                  <a:pt x="407824" y="254096"/>
                </a:cubicBezTo>
                <a:cubicBezTo>
                  <a:pt x="407824" y="113763"/>
                  <a:pt x="521586" y="0"/>
                  <a:pt x="661920" y="0"/>
                </a:cubicBezTo>
                <a:close/>
              </a:path>
            </a:pathLst>
          </a:custGeom>
          <a:solidFill>
            <a:schemeClr val="bg1">
              <a:lumMod val="85000"/>
            </a:schemeClr>
          </a:solidFill>
        </p:spPr>
        <p:txBody>
          <a:bodyPr wrap="square">
            <a:noAutofit/>
          </a:bodyPr>
          <a:lstStyle/>
          <a:p>
            <a:endParaRPr lang="en-AU"/>
          </a:p>
        </p:txBody>
      </p:sp>
      <p:sp>
        <p:nvSpPr>
          <p:cNvPr id="41" name="Picture Placeholder 40"/>
          <p:cNvSpPr>
            <a:spLocks noGrp="1"/>
          </p:cNvSpPr>
          <p:nvPr>
            <p:ph type="pic" sz="quarter" idx="16"/>
          </p:nvPr>
        </p:nvSpPr>
        <p:spPr>
          <a:xfrm flipH="1">
            <a:off x="3913908" y="1877961"/>
            <a:ext cx="1004455" cy="980224"/>
          </a:xfrm>
          <a:custGeom>
            <a:avLst/>
            <a:gdLst>
              <a:gd name="connsiteX0" fmla="*/ 661920 w 1782809"/>
              <a:gd name="connsiteY0" fmla="*/ 0 h 1739801"/>
              <a:gd name="connsiteX1" fmla="*/ 872621 w 1782809"/>
              <a:gd name="connsiteY1" fmla="*/ 112029 h 1739801"/>
              <a:gd name="connsiteX2" fmla="*/ 878174 w 1782809"/>
              <a:gd name="connsiteY2" fmla="*/ 122259 h 1739801"/>
              <a:gd name="connsiteX3" fmla="*/ 888662 w 1782809"/>
              <a:gd name="connsiteY3" fmla="*/ 120659 h 1739801"/>
              <a:gd name="connsiteX4" fmla="*/ 965961 w 1782809"/>
              <a:gd name="connsiteY4" fmla="*/ 116755 h 1739801"/>
              <a:gd name="connsiteX5" fmla="*/ 1326326 w 1782809"/>
              <a:gd name="connsiteY5" fmla="*/ 208003 h 1739801"/>
              <a:gd name="connsiteX6" fmla="*/ 1367203 w 1782809"/>
              <a:gd name="connsiteY6" fmla="*/ 232837 h 1739801"/>
              <a:gd name="connsiteX7" fmla="*/ 1376243 w 1782809"/>
              <a:gd name="connsiteY7" fmla="*/ 225379 h 1739801"/>
              <a:gd name="connsiteX8" fmla="*/ 1518310 w 1782809"/>
              <a:gd name="connsiteY8" fmla="*/ 181983 h 1739801"/>
              <a:gd name="connsiteX9" fmla="*/ 1772407 w 1782809"/>
              <a:gd name="connsiteY9" fmla="*/ 436079 h 1739801"/>
              <a:gd name="connsiteX10" fmla="*/ 1697983 w 1782809"/>
              <a:gd name="connsiteY10" fmla="*/ 615753 h 1739801"/>
              <a:gd name="connsiteX11" fmla="*/ 1681257 w 1782809"/>
              <a:gd name="connsiteY11" fmla="*/ 629554 h 1739801"/>
              <a:gd name="connsiteX12" fmla="*/ 1687993 w 1782809"/>
              <a:gd name="connsiteY12" fmla="*/ 647960 h 1739801"/>
              <a:gd name="connsiteX13" fmla="*/ 1721982 w 1782809"/>
              <a:gd name="connsiteY13" fmla="*/ 872777 h 1739801"/>
              <a:gd name="connsiteX14" fmla="*/ 1718079 w 1782809"/>
              <a:gd name="connsiteY14" fmla="*/ 950076 h 1739801"/>
              <a:gd name="connsiteX15" fmla="*/ 1708911 w 1782809"/>
              <a:gd name="connsiteY15" fmla="*/ 1010143 h 1739801"/>
              <a:gd name="connsiteX16" fmla="*/ 1739413 w 1782809"/>
              <a:gd name="connsiteY16" fmla="*/ 1047112 h 1739801"/>
              <a:gd name="connsiteX17" fmla="*/ 1782809 w 1782809"/>
              <a:gd name="connsiteY17" fmla="*/ 1189180 h 1739801"/>
              <a:gd name="connsiteX18" fmla="*/ 1528713 w 1782809"/>
              <a:gd name="connsiteY18" fmla="*/ 1443276 h 1739801"/>
              <a:gd name="connsiteX19" fmla="*/ 1477504 w 1782809"/>
              <a:gd name="connsiteY19" fmla="*/ 1438114 h 1739801"/>
              <a:gd name="connsiteX20" fmla="*/ 1469464 w 1782809"/>
              <a:gd name="connsiteY20" fmla="*/ 1435618 h 1739801"/>
              <a:gd name="connsiteX21" fmla="*/ 1446861 w 1782809"/>
              <a:gd name="connsiteY21" fmla="*/ 1456160 h 1739801"/>
              <a:gd name="connsiteX22" fmla="*/ 1033711 w 1782809"/>
              <a:gd name="connsiteY22" fmla="*/ 1625805 h 1739801"/>
              <a:gd name="connsiteX23" fmla="*/ 972376 w 1782809"/>
              <a:gd name="connsiteY23" fmla="*/ 1628515 h 1739801"/>
              <a:gd name="connsiteX24" fmla="*/ 941962 w 1782809"/>
              <a:gd name="connsiteY24" fmla="*/ 1665378 h 1739801"/>
              <a:gd name="connsiteX25" fmla="*/ 762288 w 1782809"/>
              <a:gd name="connsiteY25" fmla="*/ 1739801 h 1739801"/>
              <a:gd name="connsiteX26" fmla="*/ 508192 w 1782809"/>
              <a:gd name="connsiteY26" fmla="*/ 1485705 h 1739801"/>
              <a:gd name="connsiteX27" fmla="*/ 509460 w 1782809"/>
              <a:gd name="connsiteY27" fmla="*/ 1473124 h 1739801"/>
              <a:gd name="connsiteX28" fmla="*/ 457628 w 1782809"/>
              <a:gd name="connsiteY28" fmla="*/ 1432399 h 1739801"/>
              <a:gd name="connsiteX29" fmla="*/ 269351 w 1782809"/>
              <a:gd name="connsiteY29" fmla="*/ 1167055 h 1739801"/>
              <a:gd name="connsiteX30" fmla="*/ 256837 w 1782809"/>
              <a:gd name="connsiteY30" fmla="*/ 1132864 h 1739801"/>
              <a:gd name="connsiteX31" fmla="*/ 254096 w 1782809"/>
              <a:gd name="connsiteY31" fmla="*/ 1133141 h 1739801"/>
              <a:gd name="connsiteX32" fmla="*/ 0 w 1782809"/>
              <a:gd name="connsiteY32" fmla="*/ 879044 h 1739801"/>
              <a:gd name="connsiteX33" fmla="*/ 202887 w 1782809"/>
              <a:gd name="connsiteY33" fmla="*/ 630110 h 1739801"/>
              <a:gd name="connsiteX34" fmla="*/ 252284 w 1782809"/>
              <a:gd name="connsiteY34" fmla="*/ 625130 h 1739801"/>
              <a:gd name="connsiteX35" fmla="*/ 269351 w 1782809"/>
              <a:gd name="connsiteY35" fmla="*/ 578499 h 1739801"/>
              <a:gd name="connsiteX36" fmla="*/ 339055 w 1782809"/>
              <a:gd name="connsiteY36" fmla="*/ 450078 h 1739801"/>
              <a:gd name="connsiteX37" fmla="*/ 425429 w 1782809"/>
              <a:gd name="connsiteY37" fmla="*/ 345392 h 1739801"/>
              <a:gd name="connsiteX38" fmla="*/ 412986 w 1782809"/>
              <a:gd name="connsiteY38" fmla="*/ 305306 h 1739801"/>
              <a:gd name="connsiteX39" fmla="*/ 407824 w 1782809"/>
              <a:gd name="connsiteY39" fmla="*/ 254096 h 1739801"/>
              <a:gd name="connsiteX40" fmla="*/ 661920 w 1782809"/>
              <a:gd name="connsiteY40" fmla="*/ 0 h 1739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782809" h="1739801">
                <a:moveTo>
                  <a:pt x="661920" y="0"/>
                </a:moveTo>
                <a:cubicBezTo>
                  <a:pt x="749628" y="0"/>
                  <a:pt x="826958" y="44438"/>
                  <a:pt x="872621" y="112029"/>
                </a:cubicBezTo>
                <a:lnTo>
                  <a:pt x="878174" y="122259"/>
                </a:lnTo>
                <a:lnTo>
                  <a:pt x="888662" y="120659"/>
                </a:lnTo>
                <a:cubicBezTo>
                  <a:pt x="914077" y="118078"/>
                  <a:pt x="939864" y="116755"/>
                  <a:pt x="965961" y="116755"/>
                </a:cubicBezTo>
                <a:cubicBezTo>
                  <a:pt x="1096442" y="116755"/>
                  <a:pt x="1219202" y="149810"/>
                  <a:pt x="1326326" y="208003"/>
                </a:cubicBezTo>
                <a:lnTo>
                  <a:pt x="1367203" y="232837"/>
                </a:lnTo>
                <a:lnTo>
                  <a:pt x="1376243" y="225379"/>
                </a:lnTo>
                <a:cubicBezTo>
                  <a:pt x="1416796" y="197981"/>
                  <a:pt x="1465685" y="181983"/>
                  <a:pt x="1518310" y="181983"/>
                </a:cubicBezTo>
                <a:cubicBezTo>
                  <a:pt x="1658644" y="181983"/>
                  <a:pt x="1772407" y="295746"/>
                  <a:pt x="1772407" y="436079"/>
                </a:cubicBezTo>
                <a:cubicBezTo>
                  <a:pt x="1772407" y="506246"/>
                  <a:pt x="1743966" y="569770"/>
                  <a:pt x="1697983" y="615753"/>
                </a:cubicBezTo>
                <a:lnTo>
                  <a:pt x="1681257" y="629554"/>
                </a:lnTo>
                <a:lnTo>
                  <a:pt x="1687993" y="647960"/>
                </a:lnTo>
                <a:cubicBezTo>
                  <a:pt x="1710083" y="718979"/>
                  <a:pt x="1721982" y="794489"/>
                  <a:pt x="1721982" y="872777"/>
                </a:cubicBezTo>
                <a:cubicBezTo>
                  <a:pt x="1721982" y="898874"/>
                  <a:pt x="1720660" y="924661"/>
                  <a:pt x="1718079" y="950076"/>
                </a:cubicBezTo>
                <a:lnTo>
                  <a:pt x="1708911" y="1010143"/>
                </a:lnTo>
                <a:lnTo>
                  <a:pt x="1739413" y="1047112"/>
                </a:lnTo>
                <a:cubicBezTo>
                  <a:pt x="1766811" y="1087666"/>
                  <a:pt x="1782809" y="1136555"/>
                  <a:pt x="1782809" y="1189180"/>
                </a:cubicBezTo>
                <a:cubicBezTo>
                  <a:pt x="1782809" y="1329513"/>
                  <a:pt x="1669046" y="1443276"/>
                  <a:pt x="1528713" y="1443276"/>
                </a:cubicBezTo>
                <a:cubicBezTo>
                  <a:pt x="1511171" y="1443276"/>
                  <a:pt x="1494045" y="1441498"/>
                  <a:pt x="1477504" y="1438114"/>
                </a:cubicBezTo>
                <a:lnTo>
                  <a:pt x="1469464" y="1435618"/>
                </a:lnTo>
                <a:lnTo>
                  <a:pt x="1446861" y="1456160"/>
                </a:lnTo>
                <a:cubicBezTo>
                  <a:pt x="1332511" y="1550530"/>
                  <a:pt x="1189943" y="1611930"/>
                  <a:pt x="1033711" y="1625805"/>
                </a:cubicBezTo>
                <a:lnTo>
                  <a:pt x="972376" y="1628515"/>
                </a:lnTo>
                <a:lnTo>
                  <a:pt x="941962" y="1665378"/>
                </a:lnTo>
                <a:cubicBezTo>
                  <a:pt x="895980" y="1711361"/>
                  <a:pt x="832455" y="1739801"/>
                  <a:pt x="762288" y="1739801"/>
                </a:cubicBezTo>
                <a:cubicBezTo>
                  <a:pt x="621955" y="1739801"/>
                  <a:pt x="508192" y="1626038"/>
                  <a:pt x="508192" y="1485705"/>
                </a:cubicBezTo>
                <a:lnTo>
                  <a:pt x="509460" y="1473124"/>
                </a:lnTo>
                <a:lnTo>
                  <a:pt x="457628" y="1432399"/>
                </a:lnTo>
                <a:cubicBezTo>
                  <a:pt x="377073" y="1359182"/>
                  <a:pt x="312390" y="1268811"/>
                  <a:pt x="269351" y="1167055"/>
                </a:cubicBezTo>
                <a:lnTo>
                  <a:pt x="256837" y="1132864"/>
                </a:lnTo>
                <a:lnTo>
                  <a:pt x="254096" y="1133141"/>
                </a:lnTo>
                <a:cubicBezTo>
                  <a:pt x="113763" y="1133141"/>
                  <a:pt x="0" y="1019378"/>
                  <a:pt x="0" y="879044"/>
                </a:cubicBezTo>
                <a:cubicBezTo>
                  <a:pt x="0" y="756252"/>
                  <a:pt x="87099" y="653803"/>
                  <a:pt x="202887" y="630110"/>
                </a:cubicBezTo>
                <a:lnTo>
                  <a:pt x="252284" y="625130"/>
                </a:lnTo>
                <a:lnTo>
                  <a:pt x="269351" y="578499"/>
                </a:lnTo>
                <a:cubicBezTo>
                  <a:pt x="288479" y="533275"/>
                  <a:pt x="311883" y="490299"/>
                  <a:pt x="339055" y="450078"/>
                </a:cubicBezTo>
                <a:lnTo>
                  <a:pt x="425429" y="345392"/>
                </a:lnTo>
                <a:lnTo>
                  <a:pt x="412986" y="305306"/>
                </a:lnTo>
                <a:cubicBezTo>
                  <a:pt x="409601" y="288764"/>
                  <a:pt x="407824" y="271638"/>
                  <a:pt x="407824" y="254096"/>
                </a:cubicBezTo>
                <a:cubicBezTo>
                  <a:pt x="407824" y="113763"/>
                  <a:pt x="521586" y="0"/>
                  <a:pt x="661920" y="0"/>
                </a:cubicBezTo>
                <a:close/>
              </a:path>
            </a:pathLst>
          </a:custGeom>
          <a:solidFill>
            <a:schemeClr val="bg1">
              <a:lumMod val="85000"/>
            </a:schemeClr>
          </a:solidFill>
        </p:spPr>
        <p:txBody>
          <a:bodyPr wrap="square">
            <a:noAutofit/>
          </a:bodyPr>
          <a:lstStyle/>
          <a:p>
            <a:endParaRPr lang="en-AU" dirty="0"/>
          </a:p>
        </p:txBody>
      </p:sp>
      <p:sp>
        <p:nvSpPr>
          <p:cNvPr id="42" name="Picture Placeholder 41"/>
          <p:cNvSpPr>
            <a:spLocks noGrp="1"/>
          </p:cNvSpPr>
          <p:nvPr>
            <p:ph type="pic" sz="quarter" idx="17"/>
          </p:nvPr>
        </p:nvSpPr>
        <p:spPr>
          <a:xfrm flipH="1">
            <a:off x="4191001" y="3495474"/>
            <a:ext cx="1004455" cy="980224"/>
          </a:xfrm>
          <a:custGeom>
            <a:avLst/>
            <a:gdLst>
              <a:gd name="connsiteX0" fmla="*/ 661920 w 1782809"/>
              <a:gd name="connsiteY0" fmla="*/ 0 h 1739801"/>
              <a:gd name="connsiteX1" fmla="*/ 872621 w 1782809"/>
              <a:gd name="connsiteY1" fmla="*/ 112029 h 1739801"/>
              <a:gd name="connsiteX2" fmla="*/ 878174 w 1782809"/>
              <a:gd name="connsiteY2" fmla="*/ 122259 h 1739801"/>
              <a:gd name="connsiteX3" fmla="*/ 888662 w 1782809"/>
              <a:gd name="connsiteY3" fmla="*/ 120659 h 1739801"/>
              <a:gd name="connsiteX4" fmla="*/ 965961 w 1782809"/>
              <a:gd name="connsiteY4" fmla="*/ 116755 h 1739801"/>
              <a:gd name="connsiteX5" fmla="*/ 1326326 w 1782809"/>
              <a:gd name="connsiteY5" fmla="*/ 208003 h 1739801"/>
              <a:gd name="connsiteX6" fmla="*/ 1367203 w 1782809"/>
              <a:gd name="connsiteY6" fmla="*/ 232837 h 1739801"/>
              <a:gd name="connsiteX7" fmla="*/ 1376243 w 1782809"/>
              <a:gd name="connsiteY7" fmla="*/ 225379 h 1739801"/>
              <a:gd name="connsiteX8" fmla="*/ 1518310 w 1782809"/>
              <a:gd name="connsiteY8" fmla="*/ 181983 h 1739801"/>
              <a:gd name="connsiteX9" fmla="*/ 1772407 w 1782809"/>
              <a:gd name="connsiteY9" fmla="*/ 436079 h 1739801"/>
              <a:gd name="connsiteX10" fmla="*/ 1697983 w 1782809"/>
              <a:gd name="connsiteY10" fmla="*/ 615753 h 1739801"/>
              <a:gd name="connsiteX11" fmla="*/ 1681257 w 1782809"/>
              <a:gd name="connsiteY11" fmla="*/ 629554 h 1739801"/>
              <a:gd name="connsiteX12" fmla="*/ 1687993 w 1782809"/>
              <a:gd name="connsiteY12" fmla="*/ 647960 h 1739801"/>
              <a:gd name="connsiteX13" fmla="*/ 1721982 w 1782809"/>
              <a:gd name="connsiteY13" fmla="*/ 872777 h 1739801"/>
              <a:gd name="connsiteX14" fmla="*/ 1718079 w 1782809"/>
              <a:gd name="connsiteY14" fmla="*/ 950076 h 1739801"/>
              <a:gd name="connsiteX15" fmla="*/ 1708911 w 1782809"/>
              <a:gd name="connsiteY15" fmla="*/ 1010143 h 1739801"/>
              <a:gd name="connsiteX16" fmla="*/ 1739413 w 1782809"/>
              <a:gd name="connsiteY16" fmla="*/ 1047112 h 1739801"/>
              <a:gd name="connsiteX17" fmla="*/ 1782809 w 1782809"/>
              <a:gd name="connsiteY17" fmla="*/ 1189180 h 1739801"/>
              <a:gd name="connsiteX18" fmla="*/ 1528713 w 1782809"/>
              <a:gd name="connsiteY18" fmla="*/ 1443276 h 1739801"/>
              <a:gd name="connsiteX19" fmla="*/ 1477504 w 1782809"/>
              <a:gd name="connsiteY19" fmla="*/ 1438114 h 1739801"/>
              <a:gd name="connsiteX20" fmla="*/ 1469464 w 1782809"/>
              <a:gd name="connsiteY20" fmla="*/ 1435618 h 1739801"/>
              <a:gd name="connsiteX21" fmla="*/ 1446861 w 1782809"/>
              <a:gd name="connsiteY21" fmla="*/ 1456160 h 1739801"/>
              <a:gd name="connsiteX22" fmla="*/ 1033711 w 1782809"/>
              <a:gd name="connsiteY22" fmla="*/ 1625805 h 1739801"/>
              <a:gd name="connsiteX23" fmla="*/ 972376 w 1782809"/>
              <a:gd name="connsiteY23" fmla="*/ 1628515 h 1739801"/>
              <a:gd name="connsiteX24" fmla="*/ 941962 w 1782809"/>
              <a:gd name="connsiteY24" fmla="*/ 1665378 h 1739801"/>
              <a:gd name="connsiteX25" fmla="*/ 762288 w 1782809"/>
              <a:gd name="connsiteY25" fmla="*/ 1739801 h 1739801"/>
              <a:gd name="connsiteX26" fmla="*/ 508192 w 1782809"/>
              <a:gd name="connsiteY26" fmla="*/ 1485705 h 1739801"/>
              <a:gd name="connsiteX27" fmla="*/ 509460 w 1782809"/>
              <a:gd name="connsiteY27" fmla="*/ 1473124 h 1739801"/>
              <a:gd name="connsiteX28" fmla="*/ 457628 w 1782809"/>
              <a:gd name="connsiteY28" fmla="*/ 1432399 h 1739801"/>
              <a:gd name="connsiteX29" fmla="*/ 269351 w 1782809"/>
              <a:gd name="connsiteY29" fmla="*/ 1167055 h 1739801"/>
              <a:gd name="connsiteX30" fmla="*/ 256837 w 1782809"/>
              <a:gd name="connsiteY30" fmla="*/ 1132864 h 1739801"/>
              <a:gd name="connsiteX31" fmla="*/ 254096 w 1782809"/>
              <a:gd name="connsiteY31" fmla="*/ 1133141 h 1739801"/>
              <a:gd name="connsiteX32" fmla="*/ 0 w 1782809"/>
              <a:gd name="connsiteY32" fmla="*/ 879044 h 1739801"/>
              <a:gd name="connsiteX33" fmla="*/ 202887 w 1782809"/>
              <a:gd name="connsiteY33" fmla="*/ 630110 h 1739801"/>
              <a:gd name="connsiteX34" fmla="*/ 252284 w 1782809"/>
              <a:gd name="connsiteY34" fmla="*/ 625130 h 1739801"/>
              <a:gd name="connsiteX35" fmla="*/ 269351 w 1782809"/>
              <a:gd name="connsiteY35" fmla="*/ 578499 h 1739801"/>
              <a:gd name="connsiteX36" fmla="*/ 339055 w 1782809"/>
              <a:gd name="connsiteY36" fmla="*/ 450078 h 1739801"/>
              <a:gd name="connsiteX37" fmla="*/ 425429 w 1782809"/>
              <a:gd name="connsiteY37" fmla="*/ 345392 h 1739801"/>
              <a:gd name="connsiteX38" fmla="*/ 412986 w 1782809"/>
              <a:gd name="connsiteY38" fmla="*/ 305306 h 1739801"/>
              <a:gd name="connsiteX39" fmla="*/ 407824 w 1782809"/>
              <a:gd name="connsiteY39" fmla="*/ 254096 h 1739801"/>
              <a:gd name="connsiteX40" fmla="*/ 661920 w 1782809"/>
              <a:gd name="connsiteY40" fmla="*/ 0 h 1739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782809" h="1739801">
                <a:moveTo>
                  <a:pt x="661920" y="0"/>
                </a:moveTo>
                <a:cubicBezTo>
                  <a:pt x="749628" y="0"/>
                  <a:pt x="826958" y="44438"/>
                  <a:pt x="872621" y="112029"/>
                </a:cubicBezTo>
                <a:lnTo>
                  <a:pt x="878174" y="122259"/>
                </a:lnTo>
                <a:lnTo>
                  <a:pt x="888662" y="120659"/>
                </a:lnTo>
                <a:cubicBezTo>
                  <a:pt x="914077" y="118078"/>
                  <a:pt x="939864" y="116755"/>
                  <a:pt x="965961" y="116755"/>
                </a:cubicBezTo>
                <a:cubicBezTo>
                  <a:pt x="1096442" y="116755"/>
                  <a:pt x="1219202" y="149810"/>
                  <a:pt x="1326326" y="208003"/>
                </a:cubicBezTo>
                <a:lnTo>
                  <a:pt x="1367203" y="232837"/>
                </a:lnTo>
                <a:lnTo>
                  <a:pt x="1376243" y="225379"/>
                </a:lnTo>
                <a:cubicBezTo>
                  <a:pt x="1416796" y="197981"/>
                  <a:pt x="1465685" y="181983"/>
                  <a:pt x="1518310" y="181983"/>
                </a:cubicBezTo>
                <a:cubicBezTo>
                  <a:pt x="1658644" y="181983"/>
                  <a:pt x="1772407" y="295746"/>
                  <a:pt x="1772407" y="436079"/>
                </a:cubicBezTo>
                <a:cubicBezTo>
                  <a:pt x="1772407" y="506246"/>
                  <a:pt x="1743966" y="569770"/>
                  <a:pt x="1697983" y="615753"/>
                </a:cubicBezTo>
                <a:lnTo>
                  <a:pt x="1681257" y="629554"/>
                </a:lnTo>
                <a:lnTo>
                  <a:pt x="1687993" y="647960"/>
                </a:lnTo>
                <a:cubicBezTo>
                  <a:pt x="1710083" y="718979"/>
                  <a:pt x="1721982" y="794489"/>
                  <a:pt x="1721982" y="872777"/>
                </a:cubicBezTo>
                <a:cubicBezTo>
                  <a:pt x="1721982" y="898874"/>
                  <a:pt x="1720660" y="924661"/>
                  <a:pt x="1718079" y="950076"/>
                </a:cubicBezTo>
                <a:lnTo>
                  <a:pt x="1708911" y="1010143"/>
                </a:lnTo>
                <a:lnTo>
                  <a:pt x="1739413" y="1047112"/>
                </a:lnTo>
                <a:cubicBezTo>
                  <a:pt x="1766811" y="1087666"/>
                  <a:pt x="1782809" y="1136555"/>
                  <a:pt x="1782809" y="1189180"/>
                </a:cubicBezTo>
                <a:cubicBezTo>
                  <a:pt x="1782809" y="1329513"/>
                  <a:pt x="1669046" y="1443276"/>
                  <a:pt x="1528713" y="1443276"/>
                </a:cubicBezTo>
                <a:cubicBezTo>
                  <a:pt x="1511171" y="1443276"/>
                  <a:pt x="1494045" y="1441498"/>
                  <a:pt x="1477504" y="1438114"/>
                </a:cubicBezTo>
                <a:lnTo>
                  <a:pt x="1469464" y="1435618"/>
                </a:lnTo>
                <a:lnTo>
                  <a:pt x="1446861" y="1456160"/>
                </a:lnTo>
                <a:cubicBezTo>
                  <a:pt x="1332511" y="1550530"/>
                  <a:pt x="1189943" y="1611930"/>
                  <a:pt x="1033711" y="1625805"/>
                </a:cubicBezTo>
                <a:lnTo>
                  <a:pt x="972376" y="1628515"/>
                </a:lnTo>
                <a:lnTo>
                  <a:pt x="941962" y="1665378"/>
                </a:lnTo>
                <a:cubicBezTo>
                  <a:pt x="895980" y="1711361"/>
                  <a:pt x="832455" y="1739801"/>
                  <a:pt x="762288" y="1739801"/>
                </a:cubicBezTo>
                <a:cubicBezTo>
                  <a:pt x="621955" y="1739801"/>
                  <a:pt x="508192" y="1626038"/>
                  <a:pt x="508192" y="1485705"/>
                </a:cubicBezTo>
                <a:lnTo>
                  <a:pt x="509460" y="1473124"/>
                </a:lnTo>
                <a:lnTo>
                  <a:pt x="457628" y="1432399"/>
                </a:lnTo>
                <a:cubicBezTo>
                  <a:pt x="377073" y="1359182"/>
                  <a:pt x="312390" y="1268811"/>
                  <a:pt x="269351" y="1167055"/>
                </a:cubicBezTo>
                <a:lnTo>
                  <a:pt x="256837" y="1132864"/>
                </a:lnTo>
                <a:lnTo>
                  <a:pt x="254096" y="1133141"/>
                </a:lnTo>
                <a:cubicBezTo>
                  <a:pt x="113763" y="1133141"/>
                  <a:pt x="0" y="1019378"/>
                  <a:pt x="0" y="879044"/>
                </a:cubicBezTo>
                <a:cubicBezTo>
                  <a:pt x="0" y="756252"/>
                  <a:pt x="87099" y="653803"/>
                  <a:pt x="202887" y="630110"/>
                </a:cubicBezTo>
                <a:lnTo>
                  <a:pt x="252284" y="625130"/>
                </a:lnTo>
                <a:lnTo>
                  <a:pt x="269351" y="578499"/>
                </a:lnTo>
                <a:cubicBezTo>
                  <a:pt x="288479" y="533275"/>
                  <a:pt x="311883" y="490299"/>
                  <a:pt x="339055" y="450078"/>
                </a:cubicBezTo>
                <a:lnTo>
                  <a:pt x="425429" y="345392"/>
                </a:lnTo>
                <a:lnTo>
                  <a:pt x="412986" y="305306"/>
                </a:lnTo>
                <a:cubicBezTo>
                  <a:pt x="409601" y="288764"/>
                  <a:pt x="407824" y="271638"/>
                  <a:pt x="407824" y="254096"/>
                </a:cubicBezTo>
                <a:cubicBezTo>
                  <a:pt x="407824" y="113763"/>
                  <a:pt x="521586" y="0"/>
                  <a:pt x="661920" y="0"/>
                </a:cubicBezTo>
                <a:close/>
              </a:path>
            </a:pathLst>
          </a:custGeom>
          <a:solidFill>
            <a:schemeClr val="bg1">
              <a:lumMod val="85000"/>
            </a:schemeClr>
          </a:solidFill>
        </p:spPr>
        <p:txBody>
          <a:bodyPr wrap="square">
            <a:noAutofit/>
          </a:bodyPr>
          <a:lstStyle/>
          <a:p>
            <a:endParaRPr lang="en-AU" dirty="0"/>
          </a:p>
        </p:txBody>
      </p:sp>
      <p:cxnSp>
        <p:nvCxnSpPr>
          <p:cNvPr id="12" name="Curved Connector 11"/>
          <p:cNvCxnSpPr/>
          <p:nvPr userDrawn="1"/>
        </p:nvCxnSpPr>
        <p:spPr>
          <a:xfrm flipV="1">
            <a:off x="3016827" y="2482812"/>
            <a:ext cx="831271" cy="750746"/>
          </a:xfrm>
          <a:prstGeom prst="curvedConnector3">
            <a:avLst>
              <a:gd name="adj1" fmla="val 42552"/>
            </a:avLst>
          </a:prstGeom>
          <a:ln w="63500">
            <a:tailEnd type="triangle" w="med" len="med"/>
          </a:ln>
        </p:spPr>
        <p:style>
          <a:lnRef idx="1">
            <a:schemeClr val="accent1"/>
          </a:lnRef>
          <a:fillRef idx="0">
            <a:schemeClr val="accent1"/>
          </a:fillRef>
          <a:effectRef idx="0">
            <a:schemeClr val="accent1"/>
          </a:effectRef>
          <a:fontRef idx="minor">
            <a:schemeClr val="tx1"/>
          </a:fontRef>
        </p:style>
      </p:cxnSp>
      <p:cxnSp>
        <p:nvCxnSpPr>
          <p:cNvPr id="43" name="Curved Connector 42"/>
          <p:cNvCxnSpPr/>
          <p:nvPr userDrawn="1"/>
        </p:nvCxnSpPr>
        <p:spPr>
          <a:xfrm>
            <a:off x="3054763" y="3447034"/>
            <a:ext cx="1052417" cy="466216"/>
          </a:xfrm>
          <a:prstGeom prst="curvedConnector3">
            <a:avLst>
              <a:gd name="adj1" fmla="val 50000"/>
            </a:avLst>
          </a:prstGeom>
          <a:ln w="63500">
            <a:solidFill>
              <a:schemeClr val="accent2"/>
            </a:solidFill>
            <a:tailEnd type="triangle" w="med" len="med"/>
          </a:ln>
        </p:spPr>
        <p:style>
          <a:lnRef idx="1">
            <a:schemeClr val="accent1"/>
          </a:lnRef>
          <a:fillRef idx="0">
            <a:schemeClr val="accent1"/>
          </a:fillRef>
          <a:effectRef idx="0">
            <a:schemeClr val="accent1"/>
          </a:effectRef>
          <a:fontRef idx="minor">
            <a:schemeClr val="tx1"/>
          </a:fontRef>
        </p:style>
      </p:cxnSp>
      <p:cxnSp>
        <p:nvCxnSpPr>
          <p:cNvPr id="47" name="Curved Connector 46"/>
          <p:cNvCxnSpPr/>
          <p:nvPr userDrawn="1"/>
        </p:nvCxnSpPr>
        <p:spPr>
          <a:xfrm rot="16200000" flipH="1">
            <a:off x="2903902" y="3831001"/>
            <a:ext cx="1285559" cy="983837"/>
          </a:xfrm>
          <a:prstGeom prst="curvedConnector3">
            <a:avLst>
              <a:gd name="adj1" fmla="val 50000"/>
            </a:avLst>
          </a:prstGeom>
          <a:ln w="63500">
            <a:solidFill>
              <a:schemeClr val="accent3"/>
            </a:solidFill>
            <a:tailEnd type="triangle" w="med" len="med"/>
          </a:ln>
        </p:spPr>
        <p:style>
          <a:lnRef idx="1">
            <a:schemeClr val="accent1"/>
          </a:lnRef>
          <a:fillRef idx="0">
            <a:schemeClr val="accent1"/>
          </a:fillRef>
          <a:effectRef idx="0">
            <a:schemeClr val="accent1"/>
          </a:effectRef>
          <a:fontRef idx="minor">
            <a:schemeClr val="tx1"/>
          </a:fontRef>
        </p:style>
      </p:cxnSp>
      <p:sp>
        <p:nvSpPr>
          <p:cNvPr id="15" name="Text Placeholder 21"/>
          <p:cNvSpPr>
            <a:spLocks noGrp="1"/>
          </p:cNvSpPr>
          <p:nvPr>
            <p:ph type="body" sz="quarter" idx="20"/>
          </p:nvPr>
        </p:nvSpPr>
        <p:spPr>
          <a:xfrm>
            <a:off x="727364" y="4731063"/>
            <a:ext cx="2492492" cy="256811"/>
          </a:xfrm>
        </p:spPr>
        <p:txBody>
          <a:bodyPr>
            <a:noAutofit/>
          </a:bodyPr>
          <a:lstStyle>
            <a:lvl1pPr algn="ctr">
              <a:defRPr sz="14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6" name="Text Placeholder 21"/>
          <p:cNvSpPr>
            <a:spLocks noGrp="1"/>
          </p:cNvSpPr>
          <p:nvPr>
            <p:ph type="body" sz="quarter" idx="29"/>
          </p:nvPr>
        </p:nvSpPr>
        <p:spPr>
          <a:xfrm>
            <a:off x="727364" y="5008739"/>
            <a:ext cx="2492492" cy="330467"/>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7" name="Text Placeholder 21"/>
          <p:cNvSpPr>
            <a:spLocks noGrp="1"/>
          </p:cNvSpPr>
          <p:nvPr>
            <p:ph type="body" sz="quarter" idx="30"/>
          </p:nvPr>
        </p:nvSpPr>
        <p:spPr>
          <a:xfrm>
            <a:off x="4984173" y="1985429"/>
            <a:ext cx="1950027" cy="256811"/>
          </a:xfrm>
        </p:spPr>
        <p:txBody>
          <a:bodyPr>
            <a:noAutofit/>
          </a:bodyPr>
          <a:lstStyle>
            <a:lvl1pPr algn="ctr">
              <a:defRPr sz="14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8" name="Text Placeholder 21"/>
          <p:cNvSpPr>
            <a:spLocks noGrp="1"/>
          </p:cNvSpPr>
          <p:nvPr>
            <p:ph type="body" sz="quarter" idx="31"/>
          </p:nvPr>
        </p:nvSpPr>
        <p:spPr>
          <a:xfrm>
            <a:off x="4984173" y="2263105"/>
            <a:ext cx="1950027" cy="330467"/>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9" name="Text Placeholder 21"/>
          <p:cNvSpPr>
            <a:spLocks noGrp="1"/>
          </p:cNvSpPr>
          <p:nvPr>
            <p:ph type="body" sz="quarter" idx="32"/>
          </p:nvPr>
        </p:nvSpPr>
        <p:spPr>
          <a:xfrm>
            <a:off x="5347857" y="3720474"/>
            <a:ext cx="1959723" cy="228072"/>
          </a:xfrm>
        </p:spPr>
        <p:txBody>
          <a:bodyPr>
            <a:noAutofit/>
          </a:bodyPr>
          <a:lstStyle>
            <a:lvl1pPr algn="ctr">
              <a:defRPr sz="14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0" name="Text Placeholder 21"/>
          <p:cNvSpPr>
            <a:spLocks noGrp="1"/>
          </p:cNvSpPr>
          <p:nvPr>
            <p:ph type="body" sz="quarter" idx="33"/>
          </p:nvPr>
        </p:nvSpPr>
        <p:spPr>
          <a:xfrm>
            <a:off x="5347857" y="3998149"/>
            <a:ext cx="1959723" cy="29348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8" name="Text Placeholder 21"/>
          <p:cNvSpPr>
            <a:spLocks noGrp="1"/>
          </p:cNvSpPr>
          <p:nvPr>
            <p:ph type="body" sz="quarter" idx="34"/>
          </p:nvPr>
        </p:nvSpPr>
        <p:spPr>
          <a:xfrm>
            <a:off x="4984173" y="5377600"/>
            <a:ext cx="1950027" cy="256811"/>
          </a:xfrm>
        </p:spPr>
        <p:txBody>
          <a:bodyPr>
            <a:noAutofit/>
          </a:bodyPr>
          <a:lstStyle>
            <a:lvl1pPr algn="ctr">
              <a:defRPr sz="14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9" name="Text Placeholder 21"/>
          <p:cNvSpPr>
            <a:spLocks noGrp="1"/>
          </p:cNvSpPr>
          <p:nvPr>
            <p:ph type="body" sz="quarter" idx="35"/>
          </p:nvPr>
        </p:nvSpPr>
        <p:spPr>
          <a:xfrm>
            <a:off x="4984173" y="5655276"/>
            <a:ext cx="1950027" cy="330467"/>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cxnSp>
        <p:nvCxnSpPr>
          <p:cNvPr id="31" name="Curved Connector 30"/>
          <p:cNvCxnSpPr/>
          <p:nvPr userDrawn="1"/>
        </p:nvCxnSpPr>
        <p:spPr>
          <a:xfrm flipV="1">
            <a:off x="7470570" y="2732683"/>
            <a:ext cx="1396339" cy="1062006"/>
          </a:xfrm>
          <a:prstGeom prst="curvedConnector3">
            <a:avLst>
              <a:gd name="adj1" fmla="val 50000"/>
            </a:avLst>
          </a:prstGeom>
          <a:ln w="63500">
            <a:solidFill>
              <a:schemeClr val="accent5"/>
            </a:solidFill>
            <a:tailEnd type="triangle" w="med" len="med"/>
          </a:ln>
        </p:spPr>
        <p:style>
          <a:lnRef idx="1">
            <a:schemeClr val="accent1"/>
          </a:lnRef>
          <a:fillRef idx="0">
            <a:schemeClr val="accent1"/>
          </a:fillRef>
          <a:effectRef idx="0">
            <a:schemeClr val="accent1"/>
          </a:effectRef>
          <a:fontRef idx="minor">
            <a:schemeClr val="tx1"/>
          </a:fontRef>
        </p:style>
      </p:cxnSp>
      <p:cxnSp>
        <p:nvCxnSpPr>
          <p:cNvPr id="32" name="Curved Connector 31"/>
          <p:cNvCxnSpPr/>
          <p:nvPr userDrawn="1"/>
        </p:nvCxnSpPr>
        <p:spPr>
          <a:xfrm>
            <a:off x="7459981" y="3998149"/>
            <a:ext cx="1140030" cy="0"/>
          </a:xfrm>
          <a:prstGeom prst="straightConnector1">
            <a:avLst/>
          </a:prstGeom>
          <a:ln w="63500">
            <a:solidFill>
              <a:schemeClr val="accent4"/>
            </a:solidFill>
            <a:tailEnd type="triangle" w="med" len="med"/>
          </a:ln>
        </p:spPr>
        <p:style>
          <a:lnRef idx="1">
            <a:schemeClr val="accent1"/>
          </a:lnRef>
          <a:fillRef idx="0">
            <a:schemeClr val="accent1"/>
          </a:fillRef>
          <a:effectRef idx="0">
            <a:schemeClr val="accent1"/>
          </a:effectRef>
          <a:fontRef idx="minor">
            <a:schemeClr val="tx1"/>
          </a:fontRef>
        </p:style>
      </p:cxnSp>
      <p:cxnSp>
        <p:nvCxnSpPr>
          <p:cNvPr id="35" name="Curved Connector 34"/>
          <p:cNvCxnSpPr/>
          <p:nvPr userDrawn="1"/>
        </p:nvCxnSpPr>
        <p:spPr>
          <a:xfrm>
            <a:off x="7455230" y="4220040"/>
            <a:ext cx="1396339" cy="1062006"/>
          </a:xfrm>
          <a:prstGeom prst="curvedConnector3">
            <a:avLst>
              <a:gd name="adj1" fmla="val 50000"/>
            </a:avLst>
          </a:prstGeom>
          <a:ln w="63500">
            <a:solidFill>
              <a:schemeClr val="accent6"/>
            </a:solidFill>
            <a:tailEnd type="triangle" w="med" len="med"/>
          </a:ln>
        </p:spPr>
        <p:style>
          <a:lnRef idx="1">
            <a:schemeClr val="accent1"/>
          </a:lnRef>
          <a:fillRef idx="0">
            <a:schemeClr val="accent1"/>
          </a:fillRef>
          <a:effectRef idx="0">
            <a:schemeClr val="accent1"/>
          </a:effectRef>
          <a:fontRef idx="minor">
            <a:schemeClr val="tx1"/>
          </a:fontRef>
        </p:style>
      </p:cxnSp>
      <p:sp>
        <p:nvSpPr>
          <p:cNvPr id="36" name="Picture Placeholder 40"/>
          <p:cNvSpPr>
            <a:spLocks noGrp="1"/>
          </p:cNvSpPr>
          <p:nvPr>
            <p:ph type="pic" sz="quarter" idx="36"/>
          </p:nvPr>
        </p:nvSpPr>
        <p:spPr>
          <a:xfrm flipH="1">
            <a:off x="8891349" y="1938226"/>
            <a:ext cx="1004455" cy="980224"/>
          </a:xfrm>
          <a:custGeom>
            <a:avLst/>
            <a:gdLst>
              <a:gd name="connsiteX0" fmla="*/ 661920 w 1782809"/>
              <a:gd name="connsiteY0" fmla="*/ 0 h 1739801"/>
              <a:gd name="connsiteX1" fmla="*/ 872621 w 1782809"/>
              <a:gd name="connsiteY1" fmla="*/ 112029 h 1739801"/>
              <a:gd name="connsiteX2" fmla="*/ 878174 w 1782809"/>
              <a:gd name="connsiteY2" fmla="*/ 122259 h 1739801"/>
              <a:gd name="connsiteX3" fmla="*/ 888662 w 1782809"/>
              <a:gd name="connsiteY3" fmla="*/ 120659 h 1739801"/>
              <a:gd name="connsiteX4" fmla="*/ 965961 w 1782809"/>
              <a:gd name="connsiteY4" fmla="*/ 116755 h 1739801"/>
              <a:gd name="connsiteX5" fmla="*/ 1326326 w 1782809"/>
              <a:gd name="connsiteY5" fmla="*/ 208003 h 1739801"/>
              <a:gd name="connsiteX6" fmla="*/ 1367203 w 1782809"/>
              <a:gd name="connsiteY6" fmla="*/ 232837 h 1739801"/>
              <a:gd name="connsiteX7" fmla="*/ 1376243 w 1782809"/>
              <a:gd name="connsiteY7" fmla="*/ 225379 h 1739801"/>
              <a:gd name="connsiteX8" fmla="*/ 1518310 w 1782809"/>
              <a:gd name="connsiteY8" fmla="*/ 181983 h 1739801"/>
              <a:gd name="connsiteX9" fmla="*/ 1772407 w 1782809"/>
              <a:gd name="connsiteY9" fmla="*/ 436079 h 1739801"/>
              <a:gd name="connsiteX10" fmla="*/ 1697983 w 1782809"/>
              <a:gd name="connsiteY10" fmla="*/ 615753 h 1739801"/>
              <a:gd name="connsiteX11" fmla="*/ 1681257 w 1782809"/>
              <a:gd name="connsiteY11" fmla="*/ 629554 h 1739801"/>
              <a:gd name="connsiteX12" fmla="*/ 1687993 w 1782809"/>
              <a:gd name="connsiteY12" fmla="*/ 647960 h 1739801"/>
              <a:gd name="connsiteX13" fmla="*/ 1721982 w 1782809"/>
              <a:gd name="connsiteY13" fmla="*/ 872777 h 1739801"/>
              <a:gd name="connsiteX14" fmla="*/ 1718079 w 1782809"/>
              <a:gd name="connsiteY14" fmla="*/ 950076 h 1739801"/>
              <a:gd name="connsiteX15" fmla="*/ 1708911 w 1782809"/>
              <a:gd name="connsiteY15" fmla="*/ 1010143 h 1739801"/>
              <a:gd name="connsiteX16" fmla="*/ 1739413 w 1782809"/>
              <a:gd name="connsiteY16" fmla="*/ 1047112 h 1739801"/>
              <a:gd name="connsiteX17" fmla="*/ 1782809 w 1782809"/>
              <a:gd name="connsiteY17" fmla="*/ 1189180 h 1739801"/>
              <a:gd name="connsiteX18" fmla="*/ 1528713 w 1782809"/>
              <a:gd name="connsiteY18" fmla="*/ 1443276 h 1739801"/>
              <a:gd name="connsiteX19" fmla="*/ 1477504 w 1782809"/>
              <a:gd name="connsiteY19" fmla="*/ 1438114 h 1739801"/>
              <a:gd name="connsiteX20" fmla="*/ 1469464 w 1782809"/>
              <a:gd name="connsiteY20" fmla="*/ 1435618 h 1739801"/>
              <a:gd name="connsiteX21" fmla="*/ 1446861 w 1782809"/>
              <a:gd name="connsiteY21" fmla="*/ 1456160 h 1739801"/>
              <a:gd name="connsiteX22" fmla="*/ 1033711 w 1782809"/>
              <a:gd name="connsiteY22" fmla="*/ 1625805 h 1739801"/>
              <a:gd name="connsiteX23" fmla="*/ 972376 w 1782809"/>
              <a:gd name="connsiteY23" fmla="*/ 1628515 h 1739801"/>
              <a:gd name="connsiteX24" fmla="*/ 941962 w 1782809"/>
              <a:gd name="connsiteY24" fmla="*/ 1665378 h 1739801"/>
              <a:gd name="connsiteX25" fmla="*/ 762288 w 1782809"/>
              <a:gd name="connsiteY25" fmla="*/ 1739801 h 1739801"/>
              <a:gd name="connsiteX26" fmla="*/ 508192 w 1782809"/>
              <a:gd name="connsiteY26" fmla="*/ 1485705 h 1739801"/>
              <a:gd name="connsiteX27" fmla="*/ 509460 w 1782809"/>
              <a:gd name="connsiteY27" fmla="*/ 1473124 h 1739801"/>
              <a:gd name="connsiteX28" fmla="*/ 457628 w 1782809"/>
              <a:gd name="connsiteY28" fmla="*/ 1432399 h 1739801"/>
              <a:gd name="connsiteX29" fmla="*/ 269351 w 1782809"/>
              <a:gd name="connsiteY29" fmla="*/ 1167055 h 1739801"/>
              <a:gd name="connsiteX30" fmla="*/ 256837 w 1782809"/>
              <a:gd name="connsiteY30" fmla="*/ 1132864 h 1739801"/>
              <a:gd name="connsiteX31" fmla="*/ 254096 w 1782809"/>
              <a:gd name="connsiteY31" fmla="*/ 1133141 h 1739801"/>
              <a:gd name="connsiteX32" fmla="*/ 0 w 1782809"/>
              <a:gd name="connsiteY32" fmla="*/ 879044 h 1739801"/>
              <a:gd name="connsiteX33" fmla="*/ 202887 w 1782809"/>
              <a:gd name="connsiteY33" fmla="*/ 630110 h 1739801"/>
              <a:gd name="connsiteX34" fmla="*/ 252284 w 1782809"/>
              <a:gd name="connsiteY34" fmla="*/ 625130 h 1739801"/>
              <a:gd name="connsiteX35" fmla="*/ 269351 w 1782809"/>
              <a:gd name="connsiteY35" fmla="*/ 578499 h 1739801"/>
              <a:gd name="connsiteX36" fmla="*/ 339055 w 1782809"/>
              <a:gd name="connsiteY36" fmla="*/ 450078 h 1739801"/>
              <a:gd name="connsiteX37" fmla="*/ 425429 w 1782809"/>
              <a:gd name="connsiteY37" fmla="*/ 345392 h 1739801"/>
              <a:gd name="connsiteX38" fmla="*/ 412986 w 1782809"/>
              <a:gd name="connsiteY38" fmla="*/ 305306 h 1739801"/>
              <a:gd name="connsiteX39" fmla="*/ 407824 w 1782809"/>
              <a:gd name="connsiteY39" fmla="*/ 254096 h 1739801"/>
              <a:gd name="connsiteX40" fmla="*/ 661920 w 1782809"/>
              <a:gd name="connsiteY40" fmla="*/ 0 h 1739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782809" h="1739801">
                <a:moveTo>
                  <a:pt x="661920" y="0"/>
                </a:moveTo>
                <a:cubicBezTo>
                  <a:pt x="749628" y="0"/>
                  <a:pt x="826958" y="44438"/>
                  <a:pt x="872621" y="112029"/>
                </a:cubicBezTo>
                <a:lnTo>
                  <a:pt x="878174" y="122259"/>
                </a:lnTo>
                <a:lnTo>
                  <a:pt x="888662" y="120659"/>
                </a:lnTo>
                <a:cubicBezTo>
                  <a:pt x="914077" y="118078"/>
                  <a:pt x="939864" y="116755"/>
                  <a:pt x="965961" y="116755"/>
                </a:cubicBezTo>
                <a:cubicBezTo>
                  <a:pt x="1096442" y="116755"/>
                  <a:pt x="1219202" y="149810"/>
                  <a:pt x="1326326" y="208003"/>
                </a:cubicBezTo>
                <a:lnTo>
                  <a:pt x="1367203" y="232837"/>
                </a:lnTo>
                <a:lnTo>
                  <a:pt x="1376243" y="225379"/>
                </a:lnTo>
                <a:cubicBezTo>
                  <a:pt x="1416796" y="197981"/>
                  <a:pt x="1465685" y="181983"/>
                  <a:pt x="1518310" y="181983"/>
                </a:cubicBezTo>
                <a:cubicBezTo>
                  <a:pt x="1658644" y="181983"/>
                  <a:pt x="1772407" y="295746"/>
                  <a:pt x="1772407" y="436079"/>
                </a:cubicBezTo>
                <a:cubicBezTo>
                  <a:pt x="1772407" y="506246"/>
                  <a:pt x="1743966" y="569770"/>
                  <a:pt x="1697983" y="615753"/>
                </a:cubicBezTo>
                <a:lnTo>
                  <a:pt x="1681257" y="629554"/>
                </a:lnTo>
                <a:lnTo>
                  <a:pt x="1687993" y="647960"/>
                </a:lnTo>
                <a:cubicBezTo>
                  <a:pt x="1710083" y="718979"/>
                  <a:pt x="1721982" y="794489"/>
                  <a:pt x="1721982" y="872777"/>
                </a:cubicBezTo>
                <a:cubicBezTo>
                  <a:pt x="1721982" y="898874"/>
                  <a:pt x="1720660" y="924661"/>
                  <a:pt x="1718079" y="950076"/>
                </a:cubicBezTo>
                <a:lnTo>
                  <a:pt x="1708911" y="1010143"/>
                </a:lnTo>
                <a:lnTo>
                  <a:pt x="1739413" y="1047112"/>
                </a:lnTo>
                <a:cubicBezTo>
                  <a:pt x="1766811" y="1087666"/>
                  <a:pt x="1782809" y="1136555"/>
                  <a:pt x="1782809" y="1189180"/>
                </a:cubicBezTo>
                <a:cubicBezTo>
                  <a:pt x="1782809" y="1329513"/>
                  <a:pt x="1669046" y="1443276"/>
                  <a:pt x="1528713" y="1443276"/>
                </a:cubicBezTo>
                <a:cubicBezTo>
                  <a:pt x="1511171" y="1443276"/>
                  <a:pt x="1494045" y="1441498"/>
                  <a:pt x="1477504" y="1438114"/>
                </a:cubicBezTo>
                <a:lnTo>
                  <a:pt x="1469464" y="1435618"/>
                </a:lnTo>
                <a:lnTo>
                  <a:pt x="1446861" y="1456160"/>
                </a:lnTo>
                <a:cubicBezTo>
                  <a:pt x="1332511" y="1550530"/>
                  <a:pt x="1189943" y="1611930"/>
                  <a:pt x="1033711" y="1625805"/>
                </a:cubicBezTo>
                <a:lnTo>
                  <a:pt x="972376" y="1628515"/>
                </a:lnTo>
                <a:lnTo>
                  <a:pt x="941962" y="1665378"/>
                </a:lnTo>
                <a:cubicBezTo>
                  <a:pt x="895980" y="1711361"/>
                  <a:pt x="832455" y="1739801"/>
                  <a:pt x="762288" y="1739801"/>
                </a:cubicBezTo>
                <a:cubicBezTo>
                  <a:pt x="621955" y="1739801"/>
                  <a:pt x="508192" y="1626038"/>
                  <a:pt x="508192" y="1485705"/>
                </a:cubicBezTo>
                <a:lnTo>
                  <a:pt x="509460" y="1473124"/>
                </a:lnTo>
                <a:lnTo>
                  <a:pt x="457628" y="1432399"/>
                </a:lnTo>
                <a:cubicBezTo>
                  <a:pt x="377073" y="1359182"/>
                  <a:pt x="312390" y="1268811"/>
                  <a:pt x="269351" y="1167055"/>
                </a:cubicBezTo>
                <a:lnTo>
                  <a:pt x="256837" y="1132864"/>
                </a:lnTo>
                <a:lnTo>
                  <a:pt x="254096" y="1133141"/>
                </a:lnTo>
                <a:cubicBezTo>
                  <a:pt x="113763" y="1133141"/>
                  <a:pt x="0" y="1019378"/>
                  <a:pt x="0" y="879044"/>
                </a:cubicBezTo>
                <a:cubicBezTo>
                  <a:pt x="0" y="756252"/>
                  <a:pt x="87099" y="653803"/>
                  <a:pt x="202887" y="630110"/>
                </a:cubicBezTo>
                <a:lnTo>
                  <a:pt x="252284" y="625130"/>
                </a:lnTo>
                <a:lnTo>
                  <a:pt x="269351" y="578499"/>
                </a:lnTo>
                <a:cubicBezTo>
                  <a:pt x="288479" y="533275"/>
                  <a:pt x="311883" y="490299"/>
                  <a:pt x="339055" y="450078"/>
                </a:cubicBezTo>
                <a:lnTo>
                  <a:pt x="425429" y="345392"/>
                </a:lnTo>
                <a:lnTo>
                  <a:pt x="412986" y="305306"/>
                </a:lnTo>
                <a:cubicBezTo>
                  <a:pt x="409601" y="288764"/>
                  <a:pt x="407824" y="271638"/>
                  <a:pt x="407824" y="254096"/>
                </a:cubicBezTo>
                <a:cubicBezTo>
                  <a:pt x="407824" y="113763"/>
                  <a:pt x="521586" y="0"/>
                  <a:pt x="661920" y="0"/>
                </a:cubicBezTo>
                <a:close/>
              </a:path>
            </a:pathLst>
          </a:custGeom>
          <a:solidFill>
            <a:schemeClr val="bg1">
              <a:lumMod val="85000"/>
            </a:schemeClr>
          </a:solidFill>
        </p:spPr>
        <p:txBody>
          <a:bodyPr wrap="square">
            <a:noAutofit/>
          </a:bodyPr>
          <a:lstStyle/>
          <a:p>
            <a:endParaRPr lang="en-AU" dirty="0"/>
          </a:p>
        </p:txBody>
      </p:sp>
      <p:sp>
        <p:nvSpPr>
          <p:cNvPr id="37" name="Picture Placeholder 40"/>
          <p:cNvSpPr>
            <a:spLocks noGrp="1"/>
          </p:cNvSpPr>
          <p:nvPr>
            <p:ph type="pic" sz="quarter" idx="37"/>
          </p:nvPr>
        </p:nvSpPr>
        <p:spPr>
          <a:xfrm flipH="1">
            <a:off x="8860669" y="3517733"/>
            <a:ext cx="1004455" cy="980224"/>
          </a:xfrm>
          <a:custGeom>
            <a:avLst/>
            <a:gdLst>
              <a:gd name="connsiteX0" fmla="*/ 661920 w 1782809"/>
              <a:gd name="connsiteY0" fmla="*/ 0 h 1739801"/>
              <a:gd name="connsiteX1" fmla="*/ 872621 w 1782809"/>
              <a:gd name="connsiteY1" fmla="*/ 112029 h 1739801"/>
              <a:gd name="connsiteX2" fmla="*/ 878174 w 1782809"/>
              <a:gd name="connsiteY2" fmla="*/ 122259 h 1739801"/>
              <a:gd name="connsiteX3" fmla="*/ 888662 w 1782809"/>
              <a:gd name="connsiteY3" fmla="*/ 120659 h 1739801"/>
              <a:gd name="connsiteX4" fmla="*/ 965961 w 1782809"/>
              <a:gd name="connsiteY4" fmla="*/ 116755 h 1739801"/>
              <a:gd name="connsiteX5" fmla="*/ 1326326 w 1782809"/>
              <a:gd name="connsiteY5" fmla="*/ 208003 h 1739801"/>
              <a:gd name="connsiteX6" fmla="*/ 1367203 w 1782809"/>
              <a:gd name="connsiteY6" fmla="*/ 232837 h 1739801"/>
              <a:gd name="connsiteX7" fmla="*/ 1376243 w 1782809"/>
              <a:gd name="connsiteY7" fmla="*/ 225379 h 1739801"/>
              <a:gd name="connsiteX8" fmla="*/ 1518310 w 1782809"/>
              <a:gd name="connsiteY8" fmla="*/ 181983 h 1739801"/>
              <a:gd name="connsiteX9" fmla="*/ 1772407 w 1782809"/>
              <a:gd name="connsiteY9" fmla="*/ 436079 h 1739801"/>
              <a:gd name="connsiteX10" fmla="*/ 1697983 w 1782809"/>
              <a:gd name="connsiteY10" fmla="*/ 615753 h 1739801"/>
              <a:gd name="connsiteX11" fmla="*/ 1681257 w 1782809"/>
              <a:gd name="connsiteY11" fmla="*/ 629554 h 1739801"/>
              <a:gd name="connsiteX12" fmla="*/ 1687993 w 1782809"/>
              <a:gd name="connsiteY12" fmla="*/ 647960 h 1739801"/>
              <a:gd name="connsiteX13" fmla="*/ 1721982 w 1782809"/>
              <a:gd name="connsiteY13" fmla="*/ 872777 h 1739801"/>
              <a:gd name="connsiteX14" fmla="*/ 1718079 w 1782809"/>
              <a:gd name="connsiteY14" fmla="*/ 950076 h 1739801"/>
              <a:gd name="connsiteX15" fmla="*/ 1708911 w 1782809"/>
              <a:gd name="connsiteY15" fmla="*/ 1010143 h 1739801"/>
              <a:gd name="connsiteX16" fmla="*/ 1739413 w 1782809"/>
              <a:gd name="connsiteY16" fmla="*/ 1047112 h 1739801"/>
              <a:gd name="connsiteX17" fmla="*/ 1782809 w 1782809"/>
              <a:gd name="connsiteY17" fmla="*/ 1189180 h 1739801"/>
              <a:gd name="connsiteX18" fmla="*/ 1528713 w 1782809"/>
              <a:gd name="connsiteY18" fmla="*/ 1443276 h 1739801"/>
              <a:gd name="connsiteX19" fmla="*/ 1477504 w 1782809"/>
              <a:gd name="connsiteY19" fmla="*/ 1438114 h 1739801"/>
              <a:gd name="connsiteX20" fmla="*/ 1469464 w 1782809"/>
              <a:gd name="connsiteY20" fmla="*/ 1435618 h 1739801"/>
              <a:gd name="connsiteX21" fmla="*/ 1446861 w 1782809"/>
              <a:gd name="connsiteY21" fmla="*/ 1456160 h 1739801"/>
              <a:gd name="connsiteX22" fmla="*/ 1033711 w 1782809"/>
              <a:gd name="connsiteY22" fmla="*/ 1625805 h 1739801"/>
              <a:gd name="connsiteX23" fmla="*/ 972376 w 1782809"/>
              <a:gd name="connsiteY23" fmla="*/ 1628515 h 1739801"/>
              <a:gd name="connsiteX24" fmla="*/ 941962 w 1782809"/>
              <a:gd name="connsiteY24" fmla="*/ 1665378 h 1739801"/>
              <a:gd name="connsiteX25" fmla="*/ 762288 w 1782809"/>
              <a:gd name="connsiteY25" fmla="*/ 1739801 h 1739801"/>
              <a:gd name="connsiteX26" fmla="*/ 508192 w 1782809"/>
              <a:gd name="connsiteY26" fmla="*/ 1485705 h 1739801"/>
              <a:gd name="connsiteX27" fmla="*/ 509460 w 1782809"/>
              <a:gd name="connsiteY27" fmla="*/ 1473124 h 1739801"/>
              <a:gd name="connsiteX28" fmla="*/ 457628 w 1782809"/>
              <a:gd name="connsiteY28" fmla="*/ 1432399 h 1739801"/>
              <a:gd name="connsiteX29" fmla="*/ 269351 w 1782809"/>
              <a:gd name="connsiteY29" fmla="*/ 1167055 h 1739801"/>
              <a:gd name="connsiteX30" fmla="*/ 256837 w 1782809"/>
              <a:gd name="connsiteY30" fmla="*/ 1132864 h 1739801"/>
              <a:gd name="connsiteX31" fmla="*/ 254096 w 1782809"/>
              <a:gd name="connsiteY31" fmla="*/ 1133141 h 1739801"/>
              <a:gd name="connsiteX32" fmla="*/ 0 w 1782809"/>
              <a:gd name="connsiteY32" fmla="*/ 879044 h 1739801"/>
              <a:gd name="connsiteX33" fmla="*/ 202887 w 1782809"/>
              <a:gd name="connsiteY33" fmla="*/ 630110 h 1739801"/>
              <a:gd name="connsiteX34" fmla="*/ 252284 w 1782809"/>
              <a:gd name="connsiteY34" fmla="*/ 625130 h 1739801"/>
              <a:gd name="connsiteX35" fmla="*/ 269351 w 1782809"/>
              <a:gd name="connsiteY35" fmla="*/ 578499 h 1739801"/>
              <a:gd name="connsiteX36" fmla="*/ 339055 w 1782809"/>
              <a:gd name="connsiteY36" fmla="*/ 450078 h 1739801"/>
              <a:gd name="connsiteX37" fmla="*/ 425429 w 1782809"/>
              <a:gd name="connsiteY37" fmla="*/ 345392 h 1739801"/>
              <a:gd name="connsiteX38" fmla="*/ 412986 w 1782809"/>
              <a:gd name="connsiteY38" fmla="*/ 305306 h 1739801"/>
              <a:gd name="connsiteX39" fmla="*/ 407824 w 1782809"/>
              <a:gd name="connsiteY39" fmla="*/ 254096 h 1739801"/>
              <a:gd name="connsiteX40" fmla="*/ 661920 w 1782809"/>
              <a:gd name="connsiteY40" fmla="*/ 0 h 1739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782809" h="1739801">
                <a:moveTo>
                  <a:pt x="661920" y="0"/>
                </a:moveTo>
                <a:cubicBezTo>
                  <a:pt x="749628" y="0"/>
                  <a:pt x="826958" y="44438"/>
                  <a:pt x="872621" y="112029"/>
                </a:cubicBezTo>
                <a:lnTo>
                  <a:pt x="878174" y="122259"/>
                </a:lnTo>
                <a:lnTo>
                  <a:pt x="888662" y="120659"/>
                </a:lnTo>
                <a:cubicBezTo>
                  <a:pt x="914077" y="118078"/>
                  <a:pt x="939864" y="116755"/>
                  <a:pt x="965961" y="116755"/>
                </a:cubicBezTo>
                <a:cubicBezTo>
                  <a:pt x="1096442" y="116755"/>
                  <a:pt x="1219202" y="149810"/>
                  <a:pt x="1326326" y="208003"/>
                </a:cubicBezTo>
                <a:lnTo>
                  <a:pt x="1367203" y="232837"/>
                </a:lnTo>
                <a:lnTo>
                  <a:pt x="1376243" y="225379"/>
                </a:lnTo>
                <a:cubicBezTo>
                  <a:pt x="1416796" y="197981"/>
                  <a:pt x="1465685" y="181983"/>
                  <a:pt x="1518310" y="181983"/>
                </a:cubicBezTo>
                <a:cubicBezTo>
                  <a:pt x="1658644" y="181983"/>
                  <a:pt x="1772407" y="295746"/>
                  <a:pt x="1772407" y="436079"/>
                </a:cubicBezTo>
                <a:cubicBezTo>
                  <a:pt x="1772407" y="506246"/>
                  <a:pt x="1743966" y="569770"/>
                  <a:pt x="1697983" y="615753"/>
                </a:cubicBezTo>
                <a:lnTo>
                  <a:pt x="1681257" y="629554"/>
                </a:lnTo>
                <a:lnTo>
                  <a:pt x="1687993" y="647960"/>
                </a:lnTo>
                <a:cubicBezTo>
                  <a:pt x="1710083" y="718979"/>
                  <a:pt x="1721982" y="794489"/>
                  <a:pt x="1721982" y="872777"/>
                </a:cubicBezTo>
                <a:cubicBezTo>
                  <a:pt x="1721982" y="898874"/>
                  <a:pt x="1720660" y="924661"/>
                  <a:pt x="1718079" y="950076"/>
                </a:cubicBezTo>
                <a:lnTo>
                  <a:pt x="1708911" y="1010143"/>
                </a:lnTo>
                <a:lnTo>
                  <a:pt x="1739413" y="1047112"/>
                </a:lnTo>
                <a:cubicBezTo>
                  <a:pt x="1766811" y="1087666"/>
                  <a:pt x="1782809" y="1136555"/>
                  <a:pt x="1782809" y="1189180"/>
                </a:cubicBezTo>
                <a:cubicBezTo>
                  <a:pt x="1782809" y="1329513"/>
                  <a:pt x="1669046" y="1443276"/>
                  <a:pt x="1528713" y="1443276"/>
                </a:cubicBezTo>
                <a:cubicBezTo>
                  <a:pt x="1511171" y="1443276"/>
                  <a:pt x="1494045" y="1441498"/>
                  <a:pt x="1477504" y="1438114"/>
                </a:cubicBezTo>
                <a:lnTo>
                  <a:pt x="1469464" y="1435618"/>
                </a:lnTo>
                <a:lnTo>
                  <a:pt x="1446861" y="1456160"/>
                </a:lnTo>
                <a:cubicBezTo>
                  <a:pt x="1332511" y="1550530"/>
                  <a:pt x="1189943" y="1611930"/>
                  <a:pt x="1033711" y="1625805"/>
                </a:cubicBezTo>
                <a:lnTo>
                  <a:pt x="972376" y="1628515"/>
                </a:lnTo>
                <a:lnTo>
                  <a:pt x="941962" y="1665378"/>
                </a:lnTo>
                <a:cubicBezTo>
                  <a:pt x="895980" y="1711361"/>
                  <a:pt x="832455" y="1739801"/>
                  <a:pt x="762288" y="1739801"/>
                </a:cubicBezTo>
                <a:cubicBezTo>
                  <a:pt x="621955" y="1739801"/>
                  <a:pt x="508192" y="1626038"/>
                  <a:pt x="508192" y="1485705"/>
                </a:cubicBezTo>
                <a:lnTo>
                  <a:pt x="509460" y="1473124"/>
                </a:lnTo>
                <a:lnTo>
                  <a:pt x="457628" y="1432399"/>
                </a:lnTo>
                <a:cubicBezTo>
                  <a:pt x="377073" y="1359182"/>
                  <a:pt x="312390" y="1268811"/>
                  <a:pt x="269351" y="1167055"/>
                </a:cubicBezTo>
                <a:lnTo>
                  <a:pt x="256837" y="1132864"/>
                </a:lnTo>
                <a:lnTo>
                  <a:pt x="254096" y="1133141"/>
                </a:lnTo>
                <a:cubicBezTo>
                  <a:pt x="113763" y="1133141"/>
                  <a:pt x="0" y="1019378"/>
                  <a:pt x="0" y="879044"/>
                </a:cubicBezTo>
                <a:cubicBezTo>
                  <a:pt x="0" y="756252"/>
                  <a:pt x="87099" y="653803"/>
                  <a:pt x="202887" y="630110"/>
                </a:cubicBezTo>
                <a:lnTo>
                  <a:pt x="252284" y="625130"/>
                </a:lnTo>
                <a:lnTo>
                  <a:pt x="269351" y="578499"/>
                </a:lnTo>
                <a:cubicBezTo>
                  <a:pt x="288479" y="533275"/>
                  <a:pt x="311883" y="490299"/>
                  <a:pt x="339055" y="450078"/>
                </a:cubicBezTo>
                <a:lnTo>
                  <a:pt x="425429" y="345392"/>
                </a:lnTo>
                <a:lnTo>
                  <a:pt x="412986" y="305306"/>
                </a:lnTo>
                <a:cubicBezTo>
                  <a:pt x="409601" y="288764"/>
                  <a:pt x="407824" y="271638"/>
                  <a:pt x="407824" y="254096"/>
                </a:cubicBezTo>
                <a:cubicBezTo>
                  <a:pt x="407824" y="113763"/>
                  <a:pt x="521586" y="0"/>
                  <a:pt x="661920" y="0"/>
                </a:cubicBezTo>
                <a:close/>
              </a:path>
            </a:pathLst>
          </a:custGeom>
          <a:solidFill>
            <a:schemeClr val="bg1">
              <a:lumMod val="85000"/>
            </a:schemeClr>
          </a:solidFill>
        </p:spPr>
        <p:txBody>
          <a:bodyPr wrap="square">
            <a:noAutofit/>
          </a:bodyPr>
          <a:lstStyle/>
          <a:p>
            <a:endParaRPr lang="en-AU" dirty="0"/>
          </a:p>
        </p:txBody>
      </p:sp>
      <p:sp>
        <p:nvSpPr>
          <p:cNvPr id="38" name="Picture Placeholder 40"/>
          <p:cNvSpPr>
            <a:spLocks noGrp="1"/>
          </p:cNvSpPr>
          <p:nvPr>
            <p:ph type="pic" sz="quarter" idx="38"/>
          </p:nvPr>
        </p:nvSpPr>
        <p:spPr>
          <a:xfrm flipH="1">
            <a:off x="8891349" y="5189755"/>
            <a:ext cx="1004455" cy="980224"/>
          </a:xfrm>
          <a:custGeom>
            <a:avLst/>
            <a:gdLst>
              <a:gd name="connsiteX0" fmla="*/ 661920 w 1782809"/>
              <a:gd name="connsiteY0" fmla="*/ 0 h 1739801"/>
              <a:gd name="connsiteX1" fmla="*/ 872621 w 1782809"/>
              <a:gd name="connsiteY1" fmla="*/ 112029 h 1739801"/>
              <a:gd name="connsiteX2" fmla="*/ 878174 w 1782809"/>
              <a:gd name="connsiteY2" fmla="*/ 122259 h 1739801"/>
              <a:gd name="connsiteX3" fmla="*/ 888662 w 1782809"/>
              <a:gd name="connsiteY3" fmla="*/ 120659 h 1739801"/>
              <a:gd name="connsiteX4" fmla="*/ 965961 w 1782809"/>
              <a:gd name="connsiteY4" fmla="*/ 116755 h 1739801"/>
              <a:gd name="connsiteX5" fmla="*/ 1326326 w 1782809"/>
              <a:gd name="connsiteY5" fmla="*/ 208003 h 1739801"/>
              <a:gd name="connsiteX6" fmla="*/ 1367203 w 1782809"/>
              <a:gd name="connsiteY6" fmla="*/ 232837 h 1739801"/>
              <a:gd name="connsiteX7" fmla="*/ 1376243 w 1782809"/>
              <a:gd name="connsiteY7" fmla="*/ 225379 h 1739801"/>
              <a:gd name="connsiteX8" fmla="*/ 1518310 w 1782809"/>
              <a:gd name="connsiteY8" fmla="*/ 181983 h 1739801"/>
              <a:gd name="connsiteX9" fmla="*/ 1772407 w 1782809"/>
              <a:gd name="connsiteY9" fmla="*/ 436079 h 1739801"/>
              <a:gd name="connsiteX10" fmla="*/ 1697983 w 1782809"/>
              <a:gd name="connsiteY10" fmla="*/ 615753 h 1739801"/>
              <a:gd name="connsiteX11" fmla="*/ 1681257 w 1782809"/>
              <a:gd name="connsiteY11" fmla="*/ 629554 h 1739801"/>
              <a:gd name="connsiteX12" fmla="*/ 1687993 w 1782809"/>
              <a:gd name="connsiteY12" fmla="*/ 647960 h 1739801"/>
              <a:gd name="connsiteX13" fmla="*/ 1721982 w 1782809"/>
              <a:gd name="connsiteY13" fmla="*/ 872777 h 1739801"/>
              <a:gd name="connsiteX14" fmla="*/ 1718079 w 1782809"/>
              <a:gd name="connsiteY14" fmla="*/ 950076 h 1739801"/>
              <a:gd name="connsiteX15" fmla="*/ 1708911 w 1782809"/>
              <a:gd name="connsiteY15" fmla="*/ 1010143 h 1739801"/>
              <a:gd name="connsiteX16" fmla="*/ 1739413 w 1782809"/>
              <a:gd name="connsiteY16" fmla="*/ 1047112 h 1739801"/>
              <a:gd name="connsiteX17" fmla="*/ 1782809 w 1782809"/>
              <a:gd name="connsiteY17" fmla="*/ 1189180 h 1739801"/>
              <a:gd name="connsiteX18" fmla="*/ 1528713 w 1782809"/>
              <a:gd name="connsiteY18" fmla="*/ 1443276 h 1739801"/>
              <a:gd name="connsiteX19" fmla="*/ 1477504 w 1782809"/>
              <a:gd name="connsiteY19" fmla="*/ 1438114 h 1739801"/>
              <a:gd name="connsiteX20" fmla="*/ 1469464 w 1782809"/>
              <a:gd name="connsiteY20" fmla="*/ 1435618 h 1739801"/>
              <a:gd name="connsiteX21" fmla="*/ 1446861 w 1782809"/>
              <a:gd name="connsiteY21" fmla="*/ 1456160 h 1739801"/>
              <a:gd name="connsiteX22" fmla="*/ 1033711 w 1782809"/>
              <a:gd name="connsiteY22" fmla="*/ 1625805 h 1739801"/>
              <a:gd name="connsiteX23" fmla="*/ 972376 w 1782809"/>
              <a:gd name="connsiteY23" fmla="*/ 1628515 h 1739801"/>
              <a:gd name="connsiteX24" fmla="*/ 941962 w 1782809"/>
              <a:gd name="connsiteY24" fmla="*/ 1665378 h 1739801"/>
              <a:gd name="connsiteX25" fmla="*/ 762288 w 1782809"/>
              <a:gd name="connsiteY25" fmla="*/ 1739801 h 1739801"/>
              <a:gd name="connsiteX26" fmla="*/ 508192 w 1782809"/>
              <a:gd name="connsiteY26" fmla="*/ 1485705 h 1739801"/>
              <a:gd name="connsiteX27" fmla="*/ 509460 w 1782809"/>
              <a:gd name="connsiteY27" fmla="*/ 1473124 h 1739801"/>
              <a:gd name="connsiteX28" fmla="*/ 457628 w 1782809"/>
              <a:gd name="connsiteY28" fmla="*/ 1432399 h 1739801"/>
              <a:gd name="connsiteX29" fmla="*/ 269351 w 1782809"/>
              <a:gd name="connsiteY29" fmla="*/ 1167055 h 1739801"/>
              <a:gd name="connsiteX30" fmla="*/ 256837 w 1782809"/>
              <a:gd name="connsiteY30" fmla="*/ 1132864 h 1739801"/>
              <a:gd name="connsiteX31" fmla="*/ 254096 w 1782809"/>
              <a:gd name="connsiteY31" fmla="*/ 1133141 h 1739801"/>
              <a:gd name="connsiteX32" fmla="*/ 0 w 1782809"/>
              <a:gd name="connsiteY32" fmla="*/ 879044 h 1739801"/>
              <a:gd name="connsiteX33" fmla="*/ 202887 w 1782809"/>
              <a:gd name="connsiteY33" fmla="*/ 630110 h 1739801"/>
              <a:gd name="connsiteX34" fmla="*/ 252284 w 1782809"/>
              <a:gd name="connsiteY34" fmla="*/ 625130 h 1739801"/>
              <a:gd name="connsiteX35" fmla="*/ 269351 w 1782809"/>
              <a:gd name="connsiteY35" fmla="*/ 578499 h 1739801"/>
              <a:gd name="connsiteX36" fmla="*/ 339055 w 1782809"/>
              <a:gd name="connsiteY36" fmla="*/ 450078 h 1739801"/>
              <a:gd name="connsiteX37" fmla="*/ 425429 w 1782809"/>
              <a:gd name="connsiteY37" fmla="*/ 345392 h 1739801"/>
              <a:gd name="connsiteX38" fmla="*/ 412986 w 1782809"/>
              <a:gd name="connsiteY38" fmla="*/ 305306 h 1739801"/>
              <a:gd name="connsiteX39" fmla="*/ 407824 w 1782809"/>
              <a:gd name="connsiteY39" fmla="*/ 254096 h 1739801"/>
              <a:gd name="connsiteX40" fmla="*/ 661920 w 1782809"/>
              <a:gd name="connsiteY40" fmla="*/ 0 h 1739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782809" h="1739801">
                <a:moveTo>
                  <a:pt x="661920" y="0"/>
                </a:moveTo>
                <a:cubicBezTo>
                  <a:pt x="749628" y="0"/>
                  <a:pt x="826958" y="44438"/>
                  <a:pt x="872621" y="112029"/>
                </a:cubicBezTo>
                <a:lnTo>
                  <a:pt x="878174" y="122259"/>
                </a:lnTo>
                <a:lnTo>
                  <a:pt x="888662" y="120659"/>
                </a:lnTo>
                <a:cubicBezTo>
                  <a:pt x="914077" y="118078"/>
                  <a:pt x="939864" y="116755"/>
                  <a:pt x="965961" y="116755"/>
                </a:cubicBezTo>
                <a:cubicBezTo>
                  <a:pt x="1096442" y="116755"/>
                  <a:pt x="1219202" y="149810"/>
                  <a:pt x="1326326" y="208003"/>
                </a:cubicBezTo>
                <a:lnTo>
                  <a:pt x="1367203" y="232837"/>
                </a:lnTo>
                <a:lnTo>
                  <a:pt x="1376243" y="225379"/>
                </a:lnTo>
                <a:cubicBezTo>
                  <a:pt x="1416796" y="197981"/>
                  <a:pt x="1465685" y="181983"/>
                  <a:pt x="1518310" y="181983"/>
                </a:cubicBezTo>
                <a:cubicBezTo>
                  <a:pt x="1658644" y="181983"/>
                  <a:pt x="1772407" y="295746"/>
                  <a:pt x="1772407" y="436079"/>
                </a:cubicBezTo>
                <a:cubicBezTo>
                  <a:pt x="1772407" y="506246"/>
                  <a:pt x="1743966" y="569770"/>
                  <a:pt x="1697983" y="615753"/>
                </a:cubicBezTo>
                <a:lnTo>
                  <a:pt x="1681257" y="629554"/>
                </a:lnTo>
                <a:lnTo>
                  <a:pt x="1687993" y="647960"/>
                </a:lnTo>
                <a:cubicBezTo>
                  <a:pt x="1710083" y="718979"/>
                  <a:pt x="1721982" y="794489"/>
                  <a:pt x="1721982" y="872777"/>
                </a:cubicBezTo>
                <a:cubicBezTo>
                  <a:pt x="1721982" y="898874"/>
                  <a:pt x="1720660" y="924661"/>
                  <a:pt x="1718079" y="950076"/>
                </a:cubicBezTo>
                <a:lnTo>
                  <a:pt x="1708911" y="1010143"/>
                </a:lnTo>
                <a:lnTo>
                  <a:pt x="1739413" y="1047112"/>
                </a:lnTo>
                <a:cubicBezTo>
                  <a:pt x="1766811" y="1087666"/>
                  <a:pt x="1782809" y="1136555"/>
                  <a:pt x="1782809" y="1189180"/>
                </a:cubicBezTo>
                <a:cubicBezTo>
                  <a:pt x="1782809" y="1329513"/>
                  <a:pt x="1669046" y="1443276"/>
                  <a:pt x="1528713" y="1443276"/>
                </a:cubicBezTo>
                <a:cubicBezTo>
                  <a:pt x="1511171" y="1443276"/>
                  <a:pt x="1494045" y="1441498"/>
                  <a:pt x="1477504" y="1438114"/>
                </a:cubicBezTo>
                <a:lnTo>
                  <a:pt x="1469464" y="1435618"/>
                </a:lnTo>
                <a:lnTo>
                  <a:pt x="1446861" y="1456160"/>
                </a:lnTo>
                <a:cubicBezTo>
                  <a:pt x="1332511" y="1550530"/>
                  <a:pt x="1189943" y="1611930"/>
                  <a:pt x="1033711" y="1625805"/>
                </a:cubicBezTo>
                <a:lnTo>
                  <a:pt x="972376" y="1628515"/>
                </a:lnTo>
                <a:lnTo>
                  <a:pt x="941962" y="1665378"/>
                </a:lnTo>
                <a:cubicBezTo>
                  <a:pt x="895980" y="1711361"/>
                  <a:pt x="832455" y="1739801"/>
                  <a:pt x="762288" y="1739801"/>
                </a:cubicBezTo>
                <a:cubicBezTo>
                  <a:pt x="621955" y="1739801"/>
                  <a:pt x="508192" y="1626038"/>
                  <a:pt x="508192" y="1485705"/>
                </a:cubicBezTo>
                <a:lnTo>
                  <a:pt x="509460" y="1473124"/>
                </a:lnTo>
                <a:lnTo>
                  <a:pt x="457628" y="1432399"/>
                </a:lnTo>
                <a:cubicBezTo>
                  <a:pt x="377073" y="1359182"/>
                  <a:pt x="312390" y="1268811"/>
                  <a:pt x="269351" y="1167055"/>
                </a:cubicBezTo>
                <a:lnTo>
                  <a:pt x="256837" y="1132864"/>
                </a:lnTo>
                <a:lnTo>
                  <a:pt x="254096" y="1133141"/>
                </a:lnTo>
                <a:cubicBezTo>
                  <a:pt x="113763" y="1133141"/>
                  <a:pt x="0" y="1019378"/>
                  <a:pt x="0" y="879044"/>
                </a:cubicBezTo>
                <a:cubicBezTo>
                  <a:pt x="0" y="756252"/>
                  <a:pt x="87099" y="653803"/>
                  <a:pt x="202887" y="630110"/>
                </a:cubicBezTo>
                <a:lnTo>
                  <a:pt x="252284" y="625130"/>
                </a:lnTo>
                <a:lnTo>
                  <a:pt x="269351" y="578499"/>
                </a:lnTo>
                <a:cubicBezTo>
                  <a:pt x="288479" y="533275"/>
                  <a:pt x="311883" y="490299"/>
                  <a:pt x="339055" y="450078"/>
                </a:cubicBezTo>
                <a:lnTo>
                  <a:pt x="425429" y="345392"/>
                </a:lnTo>
                <a:lnTo>
                  <a:pt x="412986" y="305306"/>
                </a:lnTo>
                <a:cubicBezTo>
                  <a:pt x="409601" y="288764"/>
                  <a:pt x="407824" y="271638"/>
                  <a:pt x="407824" y="254096"/>
                </a:cubicBezTo>
                <a:cubicBezTo>
                  <a:pt x="407824" y="113763"/>
                  <a:pt x="521586" y="0"/>
                  <a:pt x="661920" y="0"/>
                </a:cubicBezTo>
                <a:close/>
              </a:path>
            </a:pathLst>
          </a:custGeom>
          <a:solidFill>
            <a:schemeClr val="bg1">
              <a:lumMod val="85000"/>
            </a:schemeClr>
          </a:solidFill>
        </p:spPr>
        <p:txBody>
          <a:bodyPr wrap="square">
            <a:noAutofit/>
          </a:bodyPr>
          <a:lstStyle/>
          <a:p>
            <a:endParaRPr lang="en-AU" dirty="0"/>
          </a:p>
        </p:txBody>
      </p:sp>
      <p:sp>
        <p:nvSpPr>
          <p:cNvPr id="44" name="Text Placeholder 21"/>
          <p:cNvSpPr>
            <a:spLocks noGrp="1"/>
          </p:cNvSpPr>
          <p:nvPr>
            <p:ph type="body" sz="quarter" idx="39"/>
          </p:nvPr>
        </p:nvSpPr>
        <p:spPr>
          <a:xfrm>
            <a:off x="9975125" y="2355972"/>
            <a:ext cx="1950027" cy="256811"/>
          </a:xfrm>
        </p:spPr>
        <p:txBody>
          <a:bodyPr>
            <a:noAutofit/>
          </a:bodyPr>
          <a:lstStyle>
            <a:lvl1pPr algn="ctr">
              <a:defRPr sz="14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5" name="Text Placeholder 21"/>
          <p:cNvSpPr>
            <a:spLocks noGrp="1"/>
          </p:cNvSpPr>
          <p:nvPr>
            <p:ph type="body" sz="quarter" idx="40"/>
          </p:nvPr>
        </p:nvSpPr>
        <p:spPr>
          <a:xfrm>
            <a:off x="9975125" y="2633648"/>
            <a:ext cx="1950027" cy="330467"/>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6" name="Text Placeholder 21"/>
          <p:cNvSpPr>
            <a:spLocks noGrp="1"/>
          </p:cNvSpPr>
          <p:nvPr>
            <p:ph type="body" sz="quarter" idx="41"/>
          </p:nvPr>
        </p:nvSpPr>
        <p:spPr>
          <a:xfrm>
            <a:off x="9975125" y="3907067"/>
            <a:ext cx="1950027" cy="256811"/>
          </a:xfrm>
        </p:spPr>
        <p:txBody>
          <a:bodyPr>
            <a:noAutofit/>
          </a:bodyPr>
          <a:lstStyle>
            <a:lvl1pPr algn="ctr">
              <a:defRPr sz="14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8" name="Text Placeholder 21"/>
          <p:cNvSpPr>
            <a:spLocks noGrp="1"/>
          </p:cNvSpPr>
          <p:nvPr>
            <p:ph type="body" sz="quarter" idx="42"/>
          </p:nvPr>
        </p:nvSpPr>
        <p:spPr>
          <a:xfrm>
            <a:off x="9975125" y="4184743"/>
            <a:ext cx="1950027" cy="330467"/>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9" name="Text Placeholder 21"/>
          <p:cNvSpPr>
            <a:spLocks noGrp="1"/>
          </p:cNvSpPr>
          <p:nvPr>
            <p:ph type="body" sz="quarter" idx="43"/>
          </p:nvPr>
        </p:nvSpPr>
        <p:spPr>
          <a:xfrm>
            <a:off x="9975125" y="5398106"/>
            <a:ext cx="1950027" cy="256811"/>
          </a:xfrm>
        </p:spPr>
        <p:txBody>
          <a:bodyPr>
            <a:noAutofit/>
          </a:bodyPr>
          <a:lstStyle>
            <a:lvl1pPr algn="ctr">
              <a:defRPr sz="14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50" name="Text Placeholder 21"/>
          <p:cNvSpPr>
            <a:spLocks noGrp="1"/>
          </p:cNvSpPr>
          <p:nvPr>
            <p:ph type="body" sz="quarter" idx="44"/>
          </p:nvPr>
        </p:nvSpPr>
        <p:spPr>
          <a:xfrm>
            <a:off x="9975125" y="5675782"/>
            <a:ext cx="1950027" cy="330467"/>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Tree>
    <p:extLst>
      <p:ext uri="{BB962C8B-B14F-4D97-AF65-F5344CB8AC3E}">
        <p14:creationId xmlns:p14="http://schemas.microsoft.com/office/powerpoint/2010/main" val="223553395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53" presetClass="entr" presetSubtype="16" fill="hold" grpId="0" nodeType="afterEffect">
                                  <p:stCondLst>
                                    <p:cond delay="0"/>
                                  </p:stCondLst>
                                  <p:childTnLst>
                                    <p:set>
                                      <p:cBhvr>
                                        <p:cTn id="20" dur="1" fill="hold">
                                          <p:stCondLst>
                                            <p:cond delay="0"/>
                                          </p:stCondLst>
                                        </p:cTn>
                                        <p:tgtEl>
                                          <p:spTgt spid="39"/>
                                        </p:tgtEl>
                                        <p:attrNameLst>
                                          <p:attrName>style.visibility</p:attrName>
                                        </p:attrNameLst>
                                      </p:cBhvr>
                                      <p:to>
                                        <p:strVal val="visible"/>
                                      </p:to>
                                    </p:set>
                                    <p:anim calcmode="lin" valueType="num">
                                      <p:cBhvr>
                                        <p:cTn id="21" dur="500" fill="hold"/>
                                        <p:tgtEl>
                                          <p:spTgt spid="39"/>
                                        </p:tgtEl>
                                        <p:attrNameLst>
                                          <p:attrName>ppt_w</p:attrName>
                                        </p:attrNameLst>
                                      </p:cBhvr>
                                      <p:tavLst>
                                        <p:tav tm="0">
                                          <p:val>
                                            <p:fltVal val="0"/>
                                          </p:val>
                                        </p:tav>
                                        <p:tav tm="100000">
                                          <p:val>
                                            <p:strVal val="#ppt_w"/>
                                          </p:val>
                                        </p:tav>
                                      </p:tavLst>
                                    </p:anim>
                                    <p:anim calcmode="lin" valueType="num">
                                      <p:cBhvr>
                                        <p:cTn id="22" dur="500" fill="hold"/>
                                        <p:tgtEl>
                                          <p:spTgt spid="39"/>
                                        </p:tgtEl>
                                        <p:attrNameLst>
                                          <p:attrName>ppt_h</p:attrName>
                                        </p:attrNameLst>
                                      </p:cBhvr>
                                      <p:tavLst>
                                        <p:tav tm="0">
                                          <p:val>
                                            <p:fltVal val="0"/>
                                          </p:val>
                                        </p:tav>
                                        <p:tav tm="100000">
                                          <p:val>
                                            <p:strVal val="#ppt_h"/>
                                          </p:val>
                                        </p:tav>
                                      </p:tavLst>
                                    </p:anim>
                                    <p:animEffect transition="in" filter="fade">
                                      <p:cBhvr>
                                        <p:cTn id="23" dur="500"/>
                                        <p:tgtEl>
                                          <p:spTgt spid="39"/>
                                        </p:tgtEl>
                                      </p:cBhvr>
                                    </p:animEffect>
                                  </p:childTnLst>
                                </p:cTn>
                              </p:par>
                            </p:childTnLst>
                          </p:cTn>
                        </p:par>
                        <p:par>
                          <p:cTn id="24" fill="hold">
                            <p:stCondLst>
                              <p:cond delay="2000"/>
                            </p:stCondLst>
                            <p:childTnLst>
                              <p:par>
                                <p:cTn id="25" presetID="53" presetClass="entr" presetSubtype="16" fill="hold" grpId="0" nodeType="afterEffect" nodePh="1">
                                  <p:stCondLst>
                                    <p:cond delay="0"/>
                                  </p:stCondLst>
                                  <p:endCondLst>
                                    <p:cond evt="begin" delay="0">
                                      <p:tn val="25"/>
                                    </p:cond>
                                  </p:endCondLst>
                                  <p:childTnLst>
                                    <p:set>
                                      <p:cBhvr>
                                        <p:cTn id="26" dur="1" fill="hold">
                                          <p:stCondLst>
                                            <p:cond delay="0"/>
                                          </p:stCondLst>
                                        </p:cTn>
                                        <p:tgtEl>
                                          <p:spTgt spid="15">
                                            <p:txEl>
                                              <p:pRg st="0" end="0"/>
                                            </p:txEl>
                                          </p:spTgt>
                                        </p:tgtEl>
                                        <p:attrNameLst>
                                          <p:attrName>style.visibility</p:attrName>
                                        </p:attrNameLst>
                                      </p:cBhvr>
                                      <p:to>
                                        <p:strVal val="visible"/>
                                      </p:to>
                                    </p:set>
                                    <p:anim calcmode="lin" valueType="num">
                                      <p:cBhvr>
                                        <p:cTn id="27" dur="500" fill="hold"/>
                                        <p:tgtEl>
                                          <p:spTgt spid="15">
                                            <p:txEl>
                                              <p:pRg st="0" end="0"/>
                                            </p:txEl>
                                          </p:spTgt>
                                        </p:tgtEl>
                                        <p:attrNameLst>
                                          <p:attrName>ppt_w</p:attrName>
                                        </p:attrNameLst>
                                      </p:cBhvr>
                                      <p:tavLst>
                                        <p:tav tm="0">
                                          <p:val>
                                            <p:fltVal val="0"/>
                                          </p:val>
                                        </p:tav>
                                        <p:tav tm="100000">
                                          <p:val>
                                            <p:strVal val="#ppt_w"/>
                                          </p:val>
                                        </p:tav>
                                      </p:tavLst>
                                    </p:anim>
                                    <p:anim calcmode="lin" valueType="num">
                                      <p:cBhvr>
                                        <p:cTn id="28" dur="500" fill="hold"/>
                                        <p:tgtEl>
                                          <p:spTgt spid="15">
                                            <p:txEl>
                                              <p:pRg st="0" end="0"/>
                                            </p:txEl>
                                          </p:spTgt>
                                        </p:tgtEl>
                                        <p:attrNameLst>
                                          <p:attrName>ppt_h</p:attrName>
                                        </p:attrNameLst>
                                      </p:cBhvr>
                                      <p:tavLst>
                                        <p:tav tm="0">
                                          <p:val>
                                            <p:fltVal val="0"/>
                                          </p:val>
                                        </p:tav>
                                        <p:tav tm="100000">
                                          <p:val>
                                            <p:strVal val="#ppt_h"/>
                                          </p:val>
                                        </p:tav>
                                      </p:tavLst>
                                    </p:anim>
                                    <p:animEffect transition="in" filter="fade">
                                      <p:cBhvr>
                                        <p:cTn id="29" dur="500"/>
                                        <p:tgtEl>
                                          <p:spTgt spid="15">
                                            <p:txEl>
                                              <p:pRg st="0" end="0"/>
                                            </p:txEl>
                                          </p:spTgt>
                                        </p:tgtEl>
                                      </p:cBhvr>
                                    </p:animEffect>
                                  </p:childTnLst>
                                </p:cTn>
                              </p:par>
                            </p:childTnLst>
                          </p:cTn>
                        </p:par>
                        <p:par>
                          <p:cTn id="30" fill="hold">
                            <p:stCondLst>
                              <p:cond delay="2500"/>
                            </p:stCondLst>
                            <p:childTnLst>
                              <p:par>
                                <p:cTn id="31" presetID="42" presetClass="entr" presetSubtype="0" fill="hold" grpId="0" nodeType="afterEffect" nodePh="1">
                                  <p:stCondLst>
                                    <p:cond delay="0"/>
                                  </p:stCondLst>
                                  <p:endCondLst>
                                    <p:cond evt="begin" delay="0">
                                      <p:tn val="31"/>
                                    </p:cond>
                                  </p:endCondLst>
                                  <p:childTnLst>
                                    <p:set>
                                      <p:cBhvr>
                                        <p:cTn id="32" dur="1" fill="hold">
                                          <p:stCondLst>
                                            <p:cond delay="0"/>
                                          </p:stCondLst>
                                        </p:cTn>
                                        <p:tgtEl>
                                          <p:spTgt spid="16">
                                            <p:txEl>
                                              <p:pRg st="0" end="0"/>
                                            </p:txEl>
                                          </p:spTgt>
                                        </p:tgtEl>
                                        <p:attrNameLst>
                                          <p:attrName>style.visibility</p:attrName>
                                        </p:attrNameLst>
                                      </p:cBhvr>
                                      <p:to>
                                        <p:strVal val="visible"/>
                                      </p:to>
                                    </p:set>
                                    <p:animEffect transition="in" filter="fade">
                                      <p:cBhvr>
                                        <p:cTn id="33" dur="500"/>
                                        <p:tgtEl>
                                          <p:spTgt spid="16">
                                            <p:txEl>
                                              <p:pRg st="0" end="0"/>
                                            </p:txEl>
                                          </p:spTgt>
                                        </p:tgtEl>
                                      </p:cBhvr>
                                    </p:animEffect>
                                    <p:anim calcmode="lin" valueType="num">
                                      <p:cBhvr>
                                        <p:cTn id="34" dur="500" fill="hold"/>
                                        <p:tgtEl>
                                          <p:spTgt spid="16">
                                            <p:txEl>
                                              <p:pRg st="0" end="0"/>
                                            </p:txEl>
                                          </p:spTgt>
                                        </p:tgtEl>
                                        <p:attrNameLst>
                                          <p:attrName>ppt_x</p:attrName>
                                        </p:attrNameLst>
                                      </p:cBhvr>
                                      <p:tavLst>
                                        <p:tav tm="0">
                                          <p:val>
                                            <p:strVal val="#ppt_x"/>
                                          </p:val>
                                        </p:tav>
                                        <p:tav tm="100000">
                                          <p:val>
                                            <p:strVal val="#ppt_x"/>
                                          </p:val>
                                        </p:tav>
                                      </p:tavLst>
                                    </p:anim>
                                    <p:anim calcmode="lin" valueType="num">
                                      <p:cBhvr>
                                        <p:cTn id="35" dur="500" fill="hold"/>
                                        <p:tgtEl>
                                          <p:spTgt spid="16">
                                            <p:txEl>
                                              <p:pRg st="0" end="0"/>
                                            </p:txEl>
                                          </p:spTgt>
                                        </p:tgtEl>
                                        <p:attrNameLst>
                                          <p:attrName>ppt_y</p:attrName>
                                        </p:attrNameLst>
                                      </p:cBhvr>
                                      <p:tavLst>
                                        <p:tav tm="0">
                                          <p:val>
                                            <p:strVal val="#ppt_y+.1"/>
                                          </p:val>
                                        </p:tav>
                                        <p:tav tm="100000">
                                          <p:val>
                                            <p:strVal val="#ppt_y"/>
                                          </p:val>
                                        </p:tav>
                                      </p:tavLst>
                                    </p:anim>
                                  </p:childTnLst>
                                </p:cTn>
                              </p:par>
                            </p:childTnLst>
                          </p:cTn>
                        </p:par>
                        <p:par>
                          <p:cTn id="36" fill="hold">
                            <p:stCondLst>
                              <p:cond delay="3000"/>
                            </p:stCondLst>
                            <p:childTnLst>
                              <p:par>
                                <p:cTn id="37" presetID="22" presetClass="entr" presetSubtype="8" fill="hold" nodeType="afterEffect">
                                  <p:stCondLst>
                                    <p:cond delay="0"/>
                                  </p:stCondLst>
                                  <p:childTnLst>
                                    <p:set>
                                      <p:cBhvr>
                                        <p:cTn id="38" dur="1" fill="hold">
                                          <p:stCondLst>
                                            <p:cond delay="0"/>
                                          </p:stCondLst>
                                        </p:cTn>
                                        <p:tgtEl>
                                          <p:spTgt spid="12"/>
                                        </p:tgtEl>
                                        <p:attrNameLst>
                                          <p:attrName>style.visibility</p:attrName>
                                        </p:attrNameLst>
                                      </p:cBhvr>
                                      <p:to>
                                        <p:strVal val="visible"/>
                                      </p:to>
                                    </p:set>
                                    <p:animEffect transition="in" filter="wipe(left)">
                                      <p:cBhvr>
                                        <p:cTn id="39" dur="500"/>
                                        <p:tgtEl>
                                          <p:spTgt spid="12"/>
                                        </p:tgtEl>
                                      </p:cBhvr>
                                    </p:animEffect>
                                  </p:childTnLst>
                                </p:cTn>
                              </p:par>
                            </p:childTnLst>
                          </p:cTn>
                        </p:par>
                        <p:par>
                          <p:cTn id="40" fill="hold">
                            <p:stCondLst>
                              <p:cond delay="3500"/>
                            </p:stCondLst>
                            <p:childTnLst>
                              <p:par>
                                <p:cTn id="41" presetID="10" presetClass="entr" presetSubtype="0" fill="hold" grpId="0" nodeType="afterEffect">
                                  <p:stCondLst>
                                    <p:cond delay="0"/>
                                  </p:stCondLst>
                                  <p:childTnLst>
                                    <p:set>
                                      <p:cBhvr>
                                        <p:cTn id="42" dur="1" fill="hold">
                                          <p:stCondLst>
                                            <p:cond delay="0"/>
                                          </p:stCondLst>
                                        </p:cTn>
                                        <p:tgtEl>
                                          <p:spTgt spid="41"/>
                                        </p:tgtEl>
                                        <p:attrNameLst>
                                          <p:attrName>style.visibility</p:attrName>
                                        </p:attrNameLst>
                                      </p:cBhvr>
                                      <p:to>
                                        <p:strVal val="visible"/>
                                      </p:to>
                                    </p:set>
                                    <p:animEffect transition="in" filter="fade">
                                      <p:cBhvr>
                                        <p:cTn id="43" dur="500"/>
                                        <p:tgtEl>
                                          <p:spTgt spid="41"/>
                                        </p:tgtEl>
                                      </p:cBhvr>
                                    </p:animEffect>
                                  </p:childTnLst>
                                </p:cTn>
                              </p:par>
                            </p:childTnLst>
                          </p:cTn>
                        </p:par>
                        <p:par>
                          <p:cTn id="44" fill="hold">
                            <p:stCondLst>
                              <p:cond delay="4000"/>
                            </p:stCondLst>
                            <p:childTnLst>
                              <p:par>
                                <p:cTn id="45" presetID="53" presetClass="entr" presetSubtype="16" fill="hold" grpId="0" nodeType="afterEffect" nodePh="1">
                                  <p:stCondLst>
                                    <p:cond delay="0"/>
                                  </p:stCondLst>
                                  <p:endCondLst>
                                    <p:cond evt="begin" delay="0">
                                      <p:tn val="45"/>
                                    </p:cond>
                                  </p:endCondLst>
                                  <p:childTnLst>
                                    <p:set>
                                      <p:cBhvr>
                                        <p:cTn id="46" dur="1" fill="hold">
                                          <p:stCondLst>
                                            <p:cond delay="0"/>
                                          </p:stCondLst>
                                        </p:cTn>
                                        <p:tgtEl>
                                          <p:spTgt spid="17">
                                            <p:txEl>
                                              <p:pRg st="0" end="0"/>
                                            </p:txEl>
                                          </p:spTgt>
                                        </p:tgtEl>
                                        <p:attrNameLst>
                                          <p:attrName>style.visibility</p:attrName>
                                        </p:attrNameLst>
                                      </p:cBhvr>
                                      <p:to>
                                        <p:strVal val="visible"/>
                                      </p:to>
                                    </p:set>
                                    <p:anim calcmode="lin" valueType="num">
                                      <p:cBhvr>
                                        <p:cTn id="47" dur="500" fill="hold"/>
                                        <p:tgtEl>
                                          <p:spTgt spid="17">
                                            <p:txEl>
                                              <p:pRg st="0" end="0"/>
                                            </p:txEl>
                                          </p:spTgt>
                                        </p:tgtEl>
                                        <p:attrNameLst>
                                          <p:attrName>ppt_w</p:attrName>
                                        </p:attrNameLst>
                                      </p:cBhvr>
                                      <p:tavLst>
                                        <p:tav tm="0">
                                          <p:val>
                                            <p:fltVal val="0"/>
                                          </p:val>
                                        </p:tav>
                                        <p:tav tm="100000">
                                          <p:val>
                                            <p:strVal val="#ppt_w"/>
                                          </p:val>
                                        </p:tav>
                                      </p:tavLst>
                                    </p:anim>
                                    <p:anim calcmode="lin" valueType="num">
                                      <p:cBhvr>
                                        <p:cTn id="48" dur="500" fill="hold"/>
                                        <p:tgtEl>
                                          <p:spTgt spid="17">
                                            <p:txEl>
                                              <p:pRg st="0" end="0"/>
                                            </p:txEl>
                                          </p:spTgt>
                                        </p:tgtEl>
                                        <p:attrNameLst>
                                          <p:attrName>ppt_h</p:attrName>
                                        </p:attrNameLst>
                                      </p:cBhvr>
                                      <p:tavLst>
                                        <p:tav tm="0">
                                          <p:val>
                                            <p:fltVal val="0"/>
                                          </p:val>
                                        </p:tav>
                                        <p:tav tm="100000">
                                          <p:val>
                                            <p:strVal val="#ppt_h"/>
                                          </p:val>
                                        </p:tav>
                                      </p:tavLst>
                                    </p:anim>
                                    <p:animEffect transition="in" filter="fade">
                                      <p:cBhvr>
                                        <p:cTn id="49" dur="500"/>
                                        <p:tgtEl>
                                          <p:spTgt spid="17">
                                            <p:txEl>
                                              <p:pRg st="0" end="0"/>
                                            </p:txEl>
                                          </p:spTgt>
                                        </p:tgtEl>
                                      </p:cBhvr>
                                    </p:animEffect>
                                  </p:childTnLst>
                                </p:cTn>
                              </p:par>
                            </p:childTnLst>
                          </p:cTn>
                        </p:par>
                        <p:par>
                          <p:cTn id="50" fill="hold">
                            <p:stCondLst>
                              <p:cond delay="4500"/>
                            </p:stCondLst>
                            <p:childTnLst>
                              <p:par>
                                <p:cTn id="51" presetID="42" presetClass="entr" presetSubtype="0" fill="hold" grpId="0" nodeType="afterEffect" nodePh="1">
                                  <p:stCondLst>
                                    <p:cond delay="0"/>
                                  </p:stCondLst>
                                  <p:endCondLst>
                                    <p:cond evt="begin" delay="0">
                                      <p:tn val="51"/>
                                    </p:cond>
                                  </p:endCondLst>
                                  <p:childTnLst>
                                    <p:set>
                                      <p:cBhvr>
                                        <p:cTn id="52" dur="1" fill="hold">
                                          <p:stCondLst>
                                            <p:cond delay="0"/>
                                          </p:stCondLst>
                                        </p:cTn>
                                        <p:tgtEl>
                                          <p:spTgt spid="18">
                                            <p:txEl>
                                              <p:pRg st="0" end="0"/>
                                            </p:txEl>
                                          </p:spTgt>
                                        </p:tgtEl>
                                        <p:attrNameLst>
                                          <p:attrName>style.visibility</p:attrName>
                                        </p:attrNameLst>
                                      </p:cBhvr>
                                      <p:to>
                                        <p:strVal val="visible"/>
                                      </p:to>
                                    </p:set>
                                    <p:animEffect transition="in" filter="fade">
                                      <p:cBhvr>
                                        <p:cTn id="53" dur="500"/>
                                        <p:tgtEl>
                                          <p:spTgt spid="18">
                                            <p:txEl>
                                              <p:pRg st="0" end="0"/>
                                            </p:txEl>
                                          </p:spTgt>
                                        </p:tgtEl>
                                      </p:cBhvr>
                                    </p:animEffect>
                                    <p:anim calcmode="lin" valueType="num">
                                      <p:cBhvr>
                                        <p:cTn id="54" dur="500" fill="hold"/>
                                        <p:tgtEl>
                                          <p:spTgt spid="18">
                                            <p:txEl>
                                              <p:pRg st="0" end="0"/>
                                            </p:txEl>
                                          </p:spTgt>
                                        </p:tgtEl>
                                        <p:attrNameLst>
                                          <p:attrName>ppt_x</p:attrName>
                                        </p:attrNameLst>
                                      </p:cBhvr>
                                      <p:tavLst>
                                        <p:tav tm="0">
                                          <p:val>
                                            <p:strVal val="#ppt_x"/>
                                          </p:val>
                                        </p:tav>
                                        <p:tav tm="100000">
                                          <p:val>
                                            <p:strVal val="#ppt_x"/>
                                          </p:val>
                                        </p:tav>
                                      </p:tavLst>
                                    </p:anim>
                                    <p:anim calcmode="lin" valueType="num">
                                      <p:cBhvr>
                                        <p:cTn id="55" dur="500" fill="hold"/>
                                        <p:tgtEl>
                                          <p:spTgt spid="18">
                                            <p:txEl>
                                              <p:pRg st="0" end="0"/>
                                            </p:txEl>
                                          </p:spTgt>
                                        </p:tgtEl>
                                        <p:attrNameLst>
                                          <p:attrName>ppt_y</p:attrName>
                                        </p:attrNameLst>
                                      </p:cBhvr>
                                      <p:tavLst>
                                        <p:tav tm="0">
                                          <p:val>
                                            <p:strVal val="#ppt_y+.1"/>
                                          </p:val>
                                        </p:tav>
                                        <p:tav tm="100000">
                                          <p:val>
                                            <p:strVal val="#ppt_y"/>
                                          </p:val>
                                        </p:tav>
                                      </p:tavLst>
                                    </p:anim>
                                  </p:childTnLst>
                                </p:cTn>
                              </p:par>
                            </p:childTnLst>
                          </p:cTn>
                        </p:par>
                        <p:par>
                          <p:cTn id="56" fill="hold">
                            <p:stCondLst>
                              <p:cond delay="5000"/>
                            </p:stCondLst>
                            <p:childTnLst>
                              <p:par>
                                <p:cTn id="57" presetID="22" presetClass="entr" presetSubtype="8" fill="hold" nodeType="afterEffect">
                                  <p:stCondLst>
                                    <p:cond delay="0"/>
                                  </p:stCondLst>
                                  <p:childTnLst>
                                    <p:set>
                                      <p:cBhvr>
                                        <p:cTn id="58" dur="1" fill="hold">
                                          <p:stCondLst>
                                            <p:cond delay="0"/>
                                          </p:stCondLst>
                                        </p:cTn>
                                        <p:tgtEl>
                                          <p:spTgt spid="43"/>
                                        </p:tgtEl>
                                        <p:attrNameLst>
                                          <p:attrName>style.visibility</p:attrName>
                                        </p:attrNameLst>
                                      </p:cBhvr>
                                      <p:to>
                                        <p:strVal val="visible"/>
                                      </p:to>
                                    </p:set>
                                    <p:animEffect transition="in" filter="wipe(left)">
                                      <p:cBhvr>
                                        <p:cTn id="59" dur="500"/>
                                        <p:tgtEl>
                                          <p:spTgt spid="43"/>
                                        </p:tgtEl>
                                      </p:cBhvr>
                                    </p:animEffect>
                                  </p:childTnLst>
                                </p:cTn>
                              </p:par>
                            </p:childTnLst>
                          </p:cTn>
                        </p:par>
                        <p:par>
                          <p:cTn id="60" fill="hold">
                            <p:stCondLst>
                              <p:cond delay="5500"/>
                            </p:stCondLst>
                            <p:childTnLst>
                              <p:par>
                                <p:cTn id="61" presetID="10" presetClass="entr" presetSubtype="0" fill="hold" grpId="0" nodeType="afterEffect">
                                  <p:stCondLst>
                                    <p:cond delay="0"/>
                                  </p:stCondLst>
                                  <p:childTnLst>
                                    <p:set>
                                      <p:cBhvr>
                                        <p:cTn id="62" dur="1" fill="hold">
                                          <p:stCondLst>
                                            <p:cond delay="0"/>
                                          </p:stCondLst>
                                        </p:cTn>
                                        <p:tgtEl>
                                          <p:spTgt spid="42"/>
                                        </p:tgtEl>
                                        <p:attrNameLst>
                                          <p:attrName>style.visibility</p:attrName>
                                        </p:attrNameLst>
                                      </p:cBhvr>
                                      <p:to>
                                        <p:strVal val="visible"/>
                                      </p:to>
                                    </p:set>
                                    <p:animEffect transition="in" filter="fade">
                                      <p:cBhvr>
                                        <p:cTn id="63" dur="500"/>
                                        <p:tgtEl>
                                          <p:spTgt spid="42"/>
                                        </p:tgtEl>
                                      </p:cBhvr>
                                    </p:animEffect>
                                  </p:childTnLst>
                                </p:cTn>
                              </p:par>
                            </p:childTnLst>
                          </p:cTn>
                        </p:par>
                        <p:par>
                          <p:cTn id="64" fill="hold">
                            <p:stCondLst>
                              <p:cond delay="6000"/>
                            </p:stCondLst>
                            <p:childTnLst>
                              <p:par>
                                <p:cTn id="65" presetID="53" presetClass="entr" presetSubtype="16" fill="hold" grpId="0" nodeType="afterEffect" nodePh="1">
                                  <p:stCondLst>
                                    <p:cond delay="0"/>
                                  </p:stCondLst>
                                  <p:endCondLst>
                                    <p:cond evt="begin" delay="0">
                                      <p:tn val="65"/>
                                    </p:cond>
                                  </p:endCondLst>
                                  <p:childTnLst>
                                    <p:set>
                                      <p:cBhvr>
                                        <p:cTn id="66" dur="1" fill="hold">
                                          <p:stCondLst>
                                            <p:cond delay="0"/>
                                          </p:stCondLst>
                                        </p:cTn>
                                        <p:tgtEl>
                                          <p:spTgt spid="19">
                                            <p:txEl>
                                              <p:pRg st="0" end="0"/>
                                            </p:txEl>
                                          </p:spTgt>
                                        </p:tgtEl>
                                        <p:attrNameLst>
                                          <p:attrName>style.visibility</p:attrName>
                                        </p:attrNameLst>
                                      </p:cBhvr>
                                      <p:to>
                                        <p:strVal val="visible"/>
                                      </p:to>
                                    </p:set>
                                    <p:anim calcmode="lin" valueType="num">
                                      <p:cBhvr>
                                        <p:cTn id="67" dur="500" fill="hold"/>
                                        <p:tgtEl>
                                          <p:spTgt spid="19">
                                            <p:txEl>
                                              <p:pRg st="0" end="0"/>
                                            </p:txEl>
                                          </p:spTgt>
                                        </p:tgtEl>
                                        <p:attrNameLst>
                                          <p:attrName>ppt_w</p:attrName>
                                        </p:attrNameLst>
                                      </p:cBhvr>
                                      <p:tavLst>
                                        <p:tav tm="0">
                                          <p:val>
                                            <p:fltVal val="0"/>
                                          </p:val>
                                        </p:tav>
                                        <p:tav tm="100000">
                                          <p:val>
                                            <p:strVal val="#ppt_w"/>
                                          </p:val>
                                        </p:tav>
                                      </p:tavLst>
                                    </p:anim>
                                    <p:anim calcmode="lin" valueType="num">
                                      <p:cBhvr>
                                        <p:cTn id="68" dur="500" fill="hold"/>
                                        <p:tgtEl>
                                          <p:spTgt spid="19">
                                            <p:txEl>
                                              <p:pRg st="0" end="0"/>
                                            </p:txEl>
                                          </p:spTgt>
                                        </p:tgtEl>
                                        <p:attrNameLst>
                                          <p:attrName>ppt_h</p:attrName>
                                        </p:attrNameLst>
                                      </p:cBhvr>
                                      <p:tavLst>
                                        <p:tav tm="0">
                                          <p:val>
                                            <p:fltVal val="0"/>
                                          </p:val>
                                        </p:tav>
                                        <p:tav tm="100000">
                                          <p:val>
                                            <p:strVal val="#ppt_h"/>
                                          </p:val>
                                        </p:tav>
                                      </p:tavLst>
                                    </p:anim>
                                    <p:animEffect transition="in" filter="fade">
                                      <p:cBhvr>
                                        <p:cTn id="69" dur="500"/>
                                        <p:tgtEl>
                                          <p:spTgt spid="19">
                                            <p:txEl>
                                              <p:pRg st="0" end="0"/>
                                            </p:txEl>
                                          </p:spTgt>
                                        </p:tgtEl>
                                      </p:cBhvr>
                                    </p:animEffect>
                                  </p:childTnLst>
                                </p:cTn>
                              </p:par>
                            </p:childTnLst>
                          </p:cTn>
                        </p:par>
                        <p:par>
                          <p:cTn id="70" fill="hold">
                            <p:stCondLst>
                              <p:cond delay="6500"/>
                            </p:stCondLst>
                            <p:childTnLst>
                              <p:par>
                                <p:cTn id="71" presetID="42" presetClass="entr" presetSubtype="0" fill="hold" grpId="0" nodeType="afterEffect" nodePh="1">
                                  <p:stCondLst>
                                    <p:cond delay="0"/>
                                  </p:stCondLst>
                                  <p:endCondLst>
                                    <p:cond evt="begin" delay="0">
                                      <p:tn val="71"/>
                                    </p:cond>
                                  </p:endCondLst>
                                  <p:childTnLst>
                                    <p:set>
                                      <p:cBhvr>
                                        <p:cTn id="72" dur="1" fill="hold">
                                          <p:stCondLst>
                                            <p:cond delay="0"/>
                                          </p:stCondLst>
                                        </p:cTn>
                                        <p:tgtEl>
                                          <p:spTgt spid="20">
                                            <p:txEl>
                                              <p:pRg st="0" end="0"/>
                                            </p:txEl>
                                          </p:spTgt>
                                        </p:tgtEl>
                                        <p:attrNameLst>
                                          <p:attrName>style.visibility</p:attrName>
                                        </p:attrNameLst>
                                      </p:cBhvr>
                                      <p:to>
                                        <p:strVal val="visible"/>
                                      </p:to>
                                    </p:set>
                                    <p:animEffect transition="in" filter="fade">
                                      <p:cBhvr>
                                        <p:cTn id="73" dur="500"/>
                                        <p:tgtEl>
                                          <p:spTgt spid="20">
                                            <p:txEl>
                                              <p:pRg st="0" end="0"/>
                                            </p:txEl>
                                          </p:spTgt>
                                        </p:tgtEl>
                                      </p:cBhvr>
                                    </p:animEffect>
                                    <p:anim calcmode="lin" valueType="num">
                                      <p:cBhvr>
                                        <p:cTn id="74" dur="500" fill="hold"/>
                                        <p:tgtEl>
                                          <p:spTgt spid="20">
                                            <p:txEl>
                                              <p:pRg st="0" end="0"/>
                                            </p:txEl>
                                          </p:spTgt>
                                        </p:tgtEl>
                                        <p:attrNameLst>
                                          <p:attrName>ppt_x</p:attrName>
                                        </p:attrNameLst>
                                      </p:cBhvr>
                                      <p:tavLst>
                                        <p:tav tm="0">
                                          <p:val>
                                            <p:strVal val="#ppt_x"/>
                                          </p:val>
                                        </p:tav>
                                        <p:tav tm="100000">
                                          <p:val>
                                            <p:strVal val="#ppt_x"/>
                                          </p:val>
                                        </p:tav>
                                      </p:tavLst>
                                    </p:anim>
                                    <p:anim calcmode="lin" valueType="num">
                                      <p:cBhvr>
                                        <p:cTn id="75" dur="500" fill="hold"/>
                                        <p:tgtEl>
                                          <p:spTgt spid="20">
                                            <p:txEl>
                                              <p:pRg st="0" end="0"/>
                                            </p:txEl>
                                          </p:spTgt>
                                        </p:tgtEl>
                                        <p:attrNameLst>
                                          <p:attrName>ppt_y</p:attrName>
                                        </p:attrNameLst>
                                      </p:cBhvr>
                                      <p:tavLst>
                                        <p:tav tm="0">
                                          <p:val>
                                            <p:strVal val="#ppt_y+.1"/>
                                          </p:val>
                                        </p:tav>
                                        <p:tav tm="100000">
                                          <p:val>
                                            <p:strVal val="#ppt_y"/>
                                          </p:val>
                                        </p:tav>
                                      </p:tavLst>
                                    </p:anim>
                                  </p:childTnLst>
                                </p:cTn>
                              </p:par>
                            </p:childTnLst>
                          </p:cTn>
                        </p:par>
                        <p:par>
                          <p:cTn id="76" fill="hold">
                            <p:stCondLst>
                              <p:cond delay="7000"/>
                            </p:stCondLst>
                            <p:childTnLst>
                              <p:par>
                                <p:cTn id="77" presetID="22" presetClass="entr" presetSubtype="8" fill="hold" nodeType="afterEffect">
                                  <p:stCondLst>
                                    <p:cond delay="0"/>
                                  </p:stCondLst>
                                  <p:childTnLst>
                                    <p:set>
                                      <p:cBhvr>
                                        <p:cTn id="78" dur="1" fill="hold">
                                          <p:stCondLst>
                                            <p:cond delay="0"/>
                                          </p:stCondLst>
                                        </p:cTn>
                                        <p:tgtEl>
                                          <p:spTgt spid="47"/>
                                        </p:tgtEl>
                                        <p:attrNameLst>
                                          <p:attrName>style.visibility</p:attrName>
                                        </p:attrNameLst>
                                      </p:cBhvr>
                                      <p:to>
                                        <p:strVal val="visible"/>
                                      </p:to>
                                    </p:set>
                                    <p:animEffect transition="in" filter="wipe(left)">
                                      <p:cBhvr>
                                        <p:cTn id="79" dur="500"/>
                                        <p:tgtEl>
                                          <p:spTgt spid="47"/>
                                        </p:tgtEl>
                                      </p:cBhvr>
                                    </p:animEffect>
                                  </p:childTnLst>
                                </p:cTn>
                              </p:par>
                            </p:childTnLst>
                          </p:cTn>
                        </p:par>
                        <p:par>
                          <p:cTn id="80" fill="hold">
                            <p:stCondLst>
                              <p:cond delay="7500"/>
                            </p:stCondLst>
                            <p:childTnLst>
                              <p:par>
                                <p:cTn id="81" presetID="10" presetClass="entr" presetSubtype="0" fill="hold" grpId="0" nodeType="afterEffect">
                                  <p:stCondLst>
                                    <p:cond delay="0"/>
                                  </p:stCondLst>
                                  <p:childTnLst>
                                    <p:set>
                                      <p:cBhvr>
                                        <p:cTn id="82" dur="1" fill="hold">
                                          <p:stCondLst>
                                            <p:cond delay="0"/>
                                          </p:stCondLst>
                                        </p:cTn>
                                        <p:tgtEl>
                                          <p:spTgt spid="40"/>
                                        </p:tgtEl>
                                        <p:attrNameLst>
                                          <p:attrName>style.visibility</p:attrName>
                                        </p:attrNameLst>
                                      </p:cBhvr>
                                      <p:to>
                                        <p:strVal val="visible"/>
                                      </p:to>
                                    </p:set>
                                    <p:animEffect transition="in" filter="fade">
                                      <p:cBhvr>
                                        <p:cTn id="83" dur="500"/>
                                        <p:tgtEl>
                                          <p:spTgt spid="40"/>
                                        </p:tgtEl>
                                      </p:cBhvr>
                                    </p:animEffect>
                                  </p:childTnLst>
                                </p:cTn>
                              </p:par>
                            </p:childTnLst>
                          </p:cTn>
                        </p:par>
                        <p:par>
                          <p:cTn id="84" fill="hold">
                            <p:stCondLst>
                              <p:cond delay="8000"/>
                            </p:stCondLst>
                            <p:childTnLst>
                              <p:par>
                                <p:cTn id="85" presetID="53" presetClass="entr" presetSubtype="16" fill="hold" grpId="0" nodeType="afterEffect" nodePh="1">
                                  <p:stCondLst>
                                    <p:cond delay="0"/>
                                  </p:stCondLst>
                                  <p:endCondLst>
                                    <p:cond evt="begin" delay="0">
                                      <p:tn val="85"/>
                                    </p:cond>
                                  </p:endCondLst>
                                  <p:childTnLst>
                                    <p:set>
                                      <p:cBhvr>
                                        <p:cTn id="86" dur="1" fill="hold">
                                          <p:stCondLst>
                                            <p:cond delay="0"/>
                                          </p:stCondLst>
                                        </p:cTn>
                                        <p:tgtEl>
                                          <p:spTgt spid="28">
                                            <p:txEl>
                                              <p:pRg st="0" end="0"/>
                                            </p:txEl>
                                          </p:spTgt>
                                        </p:tgtEl>
                                        <p:attrNameLst>
                                          <p:attrName>style.visibility</p:attrName>
                                        </p:attrNameLst>
                                      </p:cBhvr>
                                      <p:to>
                                        <p:strVal val="visible"/>
                                      </p:to>
                                    </p:set>
                                    <p:anim calcmode="lin" valueType="num">
                                      <p:cBhvr>
                                        <p:cTn id="87" dur="500" fill="hold"/>
                                        <p:tgtEl>
                                          <p:spTgt spid="28">
                                            <p:txEl>
                                              <p:pRg st="0" end="0"/>
                                            </p:txEl>
                                          </p:spTgt>
                                        </p:tgtEl>
                                        <p:attrNameLst>
                                          <p:attrName>ppt_w</p:attrName>
                                        </p:attrNameLst>
                                      </p:cBhvr>
                                      <p:tavLst>
                                        <p:tav tm="0">
                                          <p:val>
                                            <p:fltVal val="0"/>
                                          </p:val>
                                        </p:tav>
                                        <p:tav tm="100000">
                                          <p:val>
                                            <p:strVal val="#ppt_w"/>
                                          </p:val>
                                        </p:tav>
                                      </p:tavLst>
                                    </p:anim>
                                    <p:anim calcmode="lin" valueType="num">
                                      <p:cBhvr>
                                        <p:cTn id="88" dur="500" fill="hold"/>
                                        <p:tgtEl>
                                          <p:spTgt spid="28">
                                            <p:txEl>
                                              <p:pRg st="0" end="0"/>
                                            </p:txEl>
                                          </p:spTgt>
                                        </p:tgtEl>
                                        <p:attrNameLst>
                                          <p:attrName>ppt_h</p:attrName>
                                        </p:attrNameLst>
                                      </p:cBhvr>
                                      <p:tavLst>
                                        <p:tav tm="0">
                                          <p:val>
                                            <p:fltVal val="0"/>
                                          </p:val>
                                        </p:tav>
                                        <p:tav tm="100000">
                                          <p:val>
                                            <p:strVal val="#ppt_h"/>
                                          </p:val>
                                        </p:tav>
                                      </p:tavLst>
                                    </p:anim>
                                    <p:animEffect transition="in" filter="fade">
                                      <p:cBhvr>
                                        <p:cTn id="89" dur="500"/>
                                        <p:tgtEl>
                                          <p:spTgt spid="28">
                                            <p:txEl>
                                              <p:pRg st="0" end="0"/>
                                            </p:txEl>
                                          </p:spTgt>
                                        </p:tgtEl>
                                      </p:cBhvr>
                                    </p:animEffect>
                                  </p:childTnLst>
                                </p:cTn>
                              </p:par>
                            </p:childTnLst>
                          </p:cTn>
                        </p:par>
                        <p:par>
                          <p:cTn id="90" fill="hold">
                            <p:stCondLst>
                              <p:cond delay="8500"/>
                            </p:stCondLst>
                            <p:childTnLst>
                              <p:par>
                                <p:cTn id="91" presetID="42" presetClass="entr" presetSubtype="0" fill="hold" grpId="0" nodeType="afterEffect" nodePh="1">
                                  <p:stCondLst>
                                    <p:cond delay="0"/>
                                  </p:stCondLst>
                                  <p:endCondLst>
                                    <p:cond evt="begin" delay="0">
                                      <p:tn val="91"/>
                                    </p:cond>
                                  </p:endCondLst>
                                  <p:childTnLst>
                                    <p:set>
                                      <p:cBhvr>
                                        <p:cTn id="92" dur="1" fill="hold">
                                          <p:stCondLst>
                                            <p:cond delay="0"/>
                                          </p:stCondLst>
                                        </p:cTn>
                                        <p:tgtEl>
                                          <p:spTgt spid="29">
                                            <p:txEl>
                                              <p:pRg st="0" end="0"/>
                                            </p:txEl>
                                          </p:spTgt>
                                        </p:tgtEl>
                                        <p:attrNameLst>
                                          <p:attrName>style.visibility</p:attrName>
                                        </p:attrNameLst>
                                      </p:cBhvr>
                                      <p:to>
                                        <p:strVal val="visible"/>
                                      </p:to>
                                    </p:set>
                                    <p:animEffect transition="in" filter="fade">
                                      <p:cBhvr>
                                        <p:cTn id="93" dur="500"/>
                                        <p:tgtEl>
                                          <p:spTgt spid="29">
                                            <p:txEl>
                                              <p:pRg st="0" end="0"/>
                                            </p:txEl>
                                          </p:spTgt>
                                        </p:tgtEl>
                                      </p:cBhvr>
                                    </p:animEffect>
                                    <p:anim calcmode="lin" valueType="num">
                                      <p:cBhvr>
                                        <p:cTn id="94" dur="500" fill="hold"/>
                                        <p:tgtEl>
                                          <p:spTgt spid="29">
                                            <p:txEl>
                                              <p:pRg st="0" end="0"/>
                                            </p:txEl>
                                          </p:spTgt>
                                        </p:tgtEl>
                                        <p:attrNameLst>
                                          <p:attrName>ppt_x</p:attrName>
                                        </p:attrNameLst>
                                      </p:cBhvr>
                                      <p:tavLst>
                                        <p:tav tm="0">
                                          <p:val>
                                            <p:strVal val="#ppt_x"/>
                                          </p:val>
                                        </p:tav>
                                        <p:tav tm="100000">
                                          <p:val>
                                            <p:strVal val="#ppt_x"/>
                                          </p:val>
                                        </p:tav>
                                      </p:tavLst>
                                    </p:anim>
                                    <p:anim calcmode="lin" valueType="num">
                                      <p:cBhvr>
                                        <p:cTn id="95" dur="500" fill="hold"/>
                                        <p:tgtEl>
                                          <p:spTgt spid="29">
                                            <p:txEl>
                                              <p:pRg st="0" end="0"/>
                                            </p:txEl>
                                          </p:spTgt>
                                        </p:tgtEl>
                                        <p:attrNameLst>
                                          <p:attrName>ppt_y</p:attrName>
                                        </p:attrNameLst>
                                      </p:cBhvr>
                                      <p:tavLst>
                                        <p:tav tm="0">
                                          <p:val>
                                            <p:strVal val="#ppt_y+.1"/>
                                          </p:val>
                                        </p:tav>
                                        <p:tav tm="100000">
                                          <p:val>
                                            <p:strVal val="#ppt_y"/>
                                          </p:val>
                                        </p:tav>
                                      </p:tavLst>
                                    </p:anim>
                                  </p:childTnLst>
                                </p:cTn>
                              </p:par>
                            </p:childTnLst>
                          </p:cTn>
                        </p:par>
                        <p:par>
                          <p:cTn id="96" fill="hold">
                            <p:stCondLst>
                              <p:cond delay="9000"/>
                            </p:stCondLst>
                            <p:childTnLst>
                              <p:par>
                                <p:cTn id="97" presetID="22" presetClass="entr" presetSubtype="8" fill="hold" nodeType="afterEffect">
                                  <p:stCondLst>
                                    <p:cond delay="0"/>
                                  </p:stCondLst>
                                  <p:childTnLst>
                                    <p:set>
                                      <p:cBhvr>
                                        <p:cTn id="98" dur="1" fill="hold">
                                          <p:stCondLst>
                                            <p:cond delay="0"/>
                                          </p:stCondLst>
                                        </p:cTn>
                                        <p:tgtEl>
                                          <p:spTgt spid="31"/>
                                        </p:tgtEl>
                                        <p:attrNameLst>
                                          <p:attrName>style.visibility</p:attrName>
                                        </p:attrNameLst>
                                      </p:cBhvr>
                                      <p:to>
                                        <p:strVal val="visible"/>
                                      </p:to>
                                    </p:set>
                                    <p:animEffect transition="in" filter="wipe(left)">
                                      <p:cBhvr>
                                        <p:cTn id="99" dur="500"/>
                                        <p:tgtEl>
                                          <p:spTgt spid="31"/>
                                        </p:tgtEl>
                                      </p:cBhvr>
                                    </p:animEffect>
                                  </p:childTnLst>
                                </p:cTn>
                              </p:par>
                            </p:childTnLst>
                          </p:cTn>
                        </p:par>
                        <p:par>
                          <p:cTn id="100" fill="hold">
                            <p:stCondLst>
                              <p:cond delay="9500"/>
                            </p:stCondLst>
                            <p:childTnLst>
                              <p:par>
                                <p:cTn id="101" presetID="22" presetClass="entr" presetSubtype="8" fill="hold" nodeType="afterEffect">
                                  <p:stCondLst>
                                    <p:cond delay="0"/>
                                  </p:stCondLst>
                                  <p:childTnLst>
                                    <p:set>
                                      <p:cBhvr>
                                        <p:cTn id="102" dur="1" fill="hold">
                                          <p:stCondLst>
                                            <p:cond delay="0"/>
                                          </p:stCondLst>
                                        </p:cTn>
                                        <p:tgtEl>
                                          <p:spTgt spid="32"/>
                                        </p:tgtEl>
                                        <p:attrNameLst>
                                          <p:attrName>style.visibility</p:attrName>
                                        </p:attrNameLst>
                                      </p:cBhvr>
                                      <p:to>
                                        <p:strVal val="visible"/>
                                      </p:to>
                                    </p:set>
                                    <p:animEffect transition="in" filter="wipe(left)">
                                      <p:cBhvr>
                                        <p:cTn id="103" dur="500"/>
                                        <p:tgtEl>
                                          <p:spTgt spid="32"/>
                                        </p:tgtEl>
                                      </p:cBhvr>
                                    </p:animEffect>
                                  </p:childTnLst>
                                </p:cTn>
                              </p:par>
                            </p:childTnLst>
                          </p:cTn>
                        </p:par>
                        <p:par>
                          <p:cTn id="104" fill="hold">
                            <p:stCondLst>
                              <p:cond delay="10000"/>
                            </p:stCondLst>
                            <p:childTnLst>
                              <p:par>
                                <p:cTn id="105" presetID="22" presetClass="entr" presetSubtype="8" fill="hold" nodeType="afterEffect">
                                  <p:stCondLst>
                                    <p:cond delay="0"/>
                                  </p:stCondLst>
                                  <p:childTnLst>
                                    <p:set>
                                      <p:cBhvr>
                                        <p:cTn id="106" dur="1" fill="hold">
                                          <p:stCondLst>
                                            <p:cond delay="0"/>
                                          </p:stCondLst>
                                        </p:cTn>
                                        <p:tgtEl>
                                          <p:spTgt spid="35"/>
                                        </p:tgtEl>
                                        <p:attrNameLst>
                                          <p:attrName>style.visibility</p:attrName>
                                        </p:attrNameLst>
                                      </p:cBhvr>
                                      <p:to>
                                        <p:strVal val="visible"/>
                                      </p:to>
                                    </p:set>
                                    <p:animEffect transition="in" filter="wipe(left)">
                                      <p:cBhvr>
                                        <p:cTn id="107" dur="500"/>
                                        <p:tgtEl>
                                          <p:spTgt spid="35"/>
                                        </p:tgtEl>
                                      </p:cBhvr>
                                    </p:animEffect>
                                  </p:childTnLst>
                                </p:cTn>
                              </p:par>
                            </p:childTnLst>
                          </p:cTn>
                        </p:par>
                        <p:par>
                          <p:cTn id="108" fill="hold">
                            <p:stCondLst>
                              <p:cond delay="10500"/>
                            </p:stCondLst>
                            <p:childTnLst>
                              <p:par>
                                <p:cTn id="109" presetID="10" presetClass="entr" presetSubtype="0" fill="hold" grpId="0" nodeType="afterEffect">
                                  <p:stCondLst>
                                    <p:cond delay="0"/>
                                  </p:stCondLst>
                                  <p:childTnLst>
                                    <p:set>
                                      <p:cBhvr>
                                        <p:cTn id="110" dur="1" fill="hold">
                                          <p:stCondLst>
                                            <p:cond delay="0"/>
                                          </p:stCondLst>
                                        </p:cTn>
                                        <p:tgtEl>
                                          <p:spTgt spid="36"/>
                                        </p:tgtEl>
                                        <p:attrNameLst>
                                          <p:attrName>style.visibility</p:attrName>
                                        </p:attrNameLst>
                                      </p:cBhvr>
                                      <p:to>
                                        <p:strVal val="visible"/>
                                      </p:to>
                                    </p:set>
                                    <p:animEffect transition="in" filter="fade">
                                      <p:cBhvr>
                                        <p:cTn id="111" dur="500"/>
                                        <p:tgtEl>
                                          <p:spTgt spid="36"/>
                                        </p:tgtEl>
                                      </p:cBhvr>
                                    </p:animEffect>
                                  </p:childTnLst>
                                </p:cTn>
                              </p:par>
                            </p:childTnLst>
                          </p:cTn>
                        </p:par>
                        <p:par>
                          <p:cTn id="112" fill="hold">
                            <p:stCondLst>
                              <p:cond delay="11000"/>
                            </p:stCondLst>
                            <p:childTnLst>
                              <p:par>
                                <p:cTn id="113" presetID="53" presetClass="entr" presetSubtype="16" fill="hold" grpId="0" nodeType="afterEffect" nodePh="1">
                                  <p:stCondLst>
                                    <p:cond delay="0"/>
                                  </p:stCondLst>
                                  <p:endCondLst>
                                    <p:cond evt="begin" delay="0">
                                      <p:tn val="113"/>
                                    </p:cond>
                                  </p:endCondLst>
                                  <p:childTnLst>
                                    <p:set>
                                      <p:cBhvr>
                                        <p:cTn id="114" dur="1" fill="hold">
                                          <p:stCondLst>
                                            <p:cond delay="0"/>
                                          </p:stCondLst>
                                        </p:cTn>
                                        <p:tgtEl>
                                          <p:spTgt spid="44">
                                            <p:txEl>
                                              <p:pRg st="0" end="0"/>
                                            </p:txEl>
                                          </p:spTgt>
                                        </p:tgtEl>
                                        <p:attrNameLst>
                                          <p:attrName>style.visibility</p:attrName>
                                        </p:attrNameLst>
                                      </p:cBhvr>
                                      <p:to>
                                        <p:strVal val="visible"/>
                                      </p:to>
                                    </p:set>
                                    <p:anim calcmode="lin" valueType="num">
                                      <p:cBhvr>
                                        <p:cTn id="115" dur="500" fill="hold"/>
                                        <p:tgtEl>
                                          <p:spTgt spid="44">
                                            <p:txEl>
                                              <p:pRg st="0" end="0"/>
                                            </p:txEl>
                                          </p:spTgt>
                                        </p:tgtEl>
                                        <p:attrNameLst>
                                          <p:attrName>ppt_w</p:attrName>
                                        </p:attrNameLst>
                                      </p:cBhvr>
                                      <p:tavLst>
                                        <p:tav tm="0">
                                          <p:val>
                                            <p:fltVal val="0"/>
                                          </p:val>
                                        </p:tav>
                                        <p:tav tm="100000">
                                          <p:val>
                                            <p:strVal val="#ppt_w"/>
                                          </p:val>
                                        </p:tav>
                                      </p:tavLst>
                                    </p:anim>
                                    <p:anim calcmode="lin" valueType="num">
                                      <p:cBhvr>
                                        <p:cTn id="116" dur="500" fill="hold"/>
                                        <p:tgtEl>
                                          <p:spTgt spid="44">
                                            <p:txEl>
                                              <p:pRg st="0" end="0"/>
                                            </p:txEl>
                                          </p:spTgt>
                                        </p:tgtEl>
                                        <p:attrNameLst>
                                          <p:attrName>ppt_h</p:attrName>
                                        </p:attrNameLst>
                                      </p:cBhvr>
                                      <p:tavLst>
                                        <p:tav tm="0">
                                          <p:val>
                                            <p:fltVal val="0"/>
                                          </p:val>
                                        </p:tav>
                                        <p:tav tm="100000">
                                          <p:val>
                                            <p:strVal val="#ppt_h"/>
                                          </p:val>
                                        </p:tav>
                                      </p:tavLst>
                                    </p:anim>
                                    <p:animEffect transition="in" filter="fade">
                                      <p:cBhvr>
                                        <p:cTn id="117" dur="500"/>
                                        <p:tgtEl>
                                          <p:spTgt spid="44">
                                            <p:txEl>
                                              <p:pRg st="0" end="0"/>
                                            </p:txEl>
                                          </p:spTgt>
                                        </p:tgtEl>
                                      </p:cBhvr>
                                    </p:animEffect>
                                  </p:childTnLst>
                                </p:cTn>
                              </p:par>
                            </p:childTnLst>
                          </p:cTn>
                        </p:par>
                        <p:par>
                          <p:cTn id="118" fill="hold">
                            <p:stCondLst>
                              <p:cond delay="11500"/>
                            </p:stCondLst>
                            <p:childTnLst>
                              <p:par>
                                <p:cTn id="119" presetID="42" presetClass="entr" presetSubtype="0" fill="hold" grpId="0" nodeType="afterEffect" nodePh="1">
                                  <p:stCondLst>
                                    <p:cond delay="0"/>
                                  </p:stCondLst>
                                  <p:endCondLst>
                                    <p:cond evt="begin" delay="0">
                                      <p:tn val="119"/>
                                    </p:cond>
                                  </p:endCondLst>
                                  <p:childTnLst>
                                    <p:set>
                                      <p:cBhvr>
                                        <p:cTn id="120" dur="1" fill="hold">
                                          <p:stCondLst>
                                            <p:cond delay="0"/>
                                          </p:stCondLst>
                                        </p:cTn>
                                        <p:tgtEl>
                                          <p:spTgt spid="45">
                                            <p:txEl>
                                              <p:pRg st="0" end="0"/>
                                            </p:txEl>
                                          </p:spTgt>
                                        </p:tgtEl>
                                        <p:attrNameLst>
                                          <p:attrName>style.visibility</p:attrName>
                                        </p:attrNameLst>
                                      </p:cBhvr>
                                      <p:to>
                                        <p:strVal val="visible"/>
                                      </p:to>
                                    </p:set>
                                    <p:animEffect transition="in" filter="fade">
                                      <p:cBhvr>
                                        <p:cTn id="121" dur="500"/>
                                        <p:tgtEl>
                                          <p:spTgt spid="45">
                                            <p:txEl>
                                              <p:pRg st="0" end="0"/>
                                            </p:txEl>
                                          </p:spTgt>
                                        </p:tgtEl>
                                      </p:cBhvr>
                                    </p:animEffect>
                                    <p:anim calcmode="lin" valueType="num">
                                      <p:cBhvr>
                                        <p:cTn id="122" dur="500" fill="hold"/>
                                        <p:tgtEl>
                                          <p:spTgt spid="45">
                                            <p:txEl>
                                              <p:pRg st="0" end="0"/>
                                            </p:txEl>
                                          </p:spTgt>
                                        </p:tgtEl>
                                        <p:attrNameLst>
                                          <p:attrName>ppt_x</p:attrName>
                                        </p:attrNameLst>
                                      </p:cBhvr>
                                      <p:tavLst>
                                        <p:tav tm="0">
                                          <p:val>
                                            <p:strVal val="#ppt_x"/>
                                          </p:val>
                                        </p:tav>
                                        <p:tav tm="100000">
                                          <p:val>
                                            <p:strVal val="#ppt_x"/>
                                          </p:val>
                                        </p:tav>
                                      </p:tavLst>
                                    </p:anim>
                                    <p:anim calcmode="lin" valueType="num">
                                      <p:cBhvr>
                                        <p:cTn id="123" dur="500" fill="hold"/>
                                        <p:tgtEl>
                                          <p:spTgt spid="45">
                                            <p:txEl>
                                              <p:pRg st="0" end="0"/>
                                            </p:txEl>
                                          </p:spTgt>
                                        </p:tgtEl>
                                        <p:attrNameLst>
                                          <p:attrName>ppt_y</p:attrName>
                                        </p:attrNameLst>
                                      </p:cBhvr>
                                      <p:tavLst>
                                        <p:tav tm="0">
                                          <p:val>
                                            <p:strVal val="#ppt_y+.1"/>
                                          </p:val>
                                        </p:tav>
                                        <p:tav tm="100000">
                                          <p:val>
                                            <p:strVal val="#ppt_y"/>
                                          </p:val>
                                        </p:tav>
                                      </p:tavLst>
                                    </p:anim>
                                  </p:childTnLst>
                                </p:cTn>
                              </p:par>
                            </p:childTnLst>
                          </p:cTn>
                        </p:par>
                        <p:par>
                          <p:cTn id="124" fill="hold">
                            <p:stCondLst>
                              <p:cond delay="12000"/>
                            </p:stCondLst>
                            <p:childTnLst>
                              <p:par>
                                <p:cTn id="125" presetID="10" presetClass="entr" presetSubtype="0" fill="hold" grpId="0" nodeType="afterEffect">
                                  <p:stCondLst>
                                    <p:cond delay="0"/>
                                  </p:stCondLst>
                                  <p:childTnLst>
                                    <p:set>
                                      <p:cBhvr>
                                        <p:cTn id="126" dur="1" fill="hold">
                                          <p:stCondLst>
                                            <p:cond delay="0"/>
                                          </p:stCondLst>
                                        </p:cTn>
                                        <p:tgtEl>
                                          <p:spTgt spid="37"/>
                                        </p:tgtEl>
                                        <p:attrNameLst>
                                          <p:attrName>style.visibility</p:attrName>
                                        </p:attrNameLst>
                                      </p:cBhvr>
                                      <p:to>
                                        <p:strVal val="visible"/>
                                      </p:to>
                                    </p:set>
                                    <p:animEffect transition="in" filter="fade">
                                      <p:cBhvr>
                                        <p:cTn id="127" dur="500"/>
                                        <p:tgtEl>
                                          <p:spTgt spid="37"/>
                                        </p:tgtEl>
                                      </p:cBhvr>
                                    </p:animEffect>
                                  </p:childTnLst>
                                </p:cTn>
                              </p:par>
                            </p:childTnLst>
                          </p:cTn>
                        </p:par>
                        <p:par>
                          <p:cTn id="128" fill="hold">
                            <p:stCondLst>
                              <p:cond delay="12500"/>
                            </p:stCondLst>
                            <p:childTnLst>
                              <p:par>
                                <p:cTn id="129" presetID="53" presetClass="entr" presetSubtype="16" fill="hold" grpId="0" nodeType="afterEffect" nodePh="1">
                                  <p:stCondLst>
                                    <p:cond delay="0"/>
                                  </p:stCondLst>
                                  <p:endCondLst>
                                    <p:cond evt="begin" delay="0">
                                      <p:tn val="129"/>
                                    </p:cond>
                                  </p:endCondLst>
                                  <p:childTnLst>
                                    <p:set>
                                      <p:cBhvr>
                                        <p:cTn id="130" dur="1" fill="hold">
                                          <p:stCondLst>
                                            <p:cond delay="0"/>
                                          </p:stCondLst>
                                        </p:cTn>
                                        <p:tgtEl>
                                          <p:spTgt spid="46">
                                            <p:txEl>
                                              <p:pRg st="0" end="0"/>
                                            </p:txEl>
                                          </p:spTgt>
                                        </p:tgtEl>
                                        <p:attrNameLst>
                                          <p:attrName>style.visibility</p:attrName>
                                        </p:attrNameLst>
                                      </p:cBhvr>
                                      <p:to>
                                        <p:strVal val="visible"/>
                                      </p:to>
                                    </p:set>
                                    <p:anim calcmode="lin" valueType="num">
                                      <p:cBhvr>
                                        <p:cTn id="131" dur="500" fill="hold"/>
                                        <p:tgtEl>
                                          <p:spTgt spid="46">
                                            <p:txEl>
                                              <p:pRg st="0" end="0"/>
                                            </p:txEl>
                                          </p:spTgt>
                                        </p:tgtEl>
                                        <p:attrNameLst>
                                          <p:attrName>ppt_w</p:attrName>
                                        </p:attrNameLst>
                                      </p:cBhvr>
                                      <p:tavLst>
                                        <p:tav tm="0">
                                          <p:val>
                                            <p:fltVal val="0"/>
                                          </p:val>
                                        </p:tav>
                                        <p:tav tm="100000">
                                          <p:val>
                                            <p:strVal val="#ppt_w"/>
                                          </p:val>
                                        </p:tav>
                                      </p:tavLst>
                                    </p:anim>
                                    <p:anim calcmode="lin" valueType="num">
                                      <p:cBhvr>
                                        <p:cTn id="132" dur="500" fill="hold"/>
                                        <p:tgtEl>
                                          <p:spTgt spid="46">
                                            <p:txEl>
                                              <p:pRg st="0" end="0"/>
                                            </p:txEl>
                                          </p:spTgt>
                                        </p:tgtEl>
                                        <p:attrNameLst>
                                          <p:attrName>ppt_h</p:attrName>
                                        </p:attrNameLst>
                                      </p:cBhvr>
                                      <p:tavLst>
                                        <p:tav tm="0">
                                          <p:val>
                                            <p:fltVal val="0"/>
                                          </p:val>
                                        </p:tav>
                                        <p:tav tm="100000">
                                          <p:val>
                                            <p:strVal val="#ppt_h"/>
                                          </p:val>
                                        </p:tav>
                                      </p:tavLst>
                                    </p:anim>
                                    <p:animEffect transition="in" filter="fade">
                                      <p:cBhvr>
                                        <p:cTn id="133" dur="500"/>
                                        <p:tgtEl>
                                          <p:spTgt spid="46">
                                            <p:txEl>
                                              <p:pRg st="0" end="0"/>
                                            </p:txEl>
                                          </p:spTgt>
                                        </p:tgtEl>
                                      </p:cBhvr>
                                    </p:animEffect>
                                  </p:childTnLst>
                                </p:cTn>
                              </p:par>
                            </p:childTnLst>
                          </p:cTn>
                        </p:par>
                        <p:par>
                          <p:cTn id="134" fill="hold">
                            <p:stCondLst>
                              <p:cond delay="13000"/>
                            </p:stCondLst>
                            <p:childTnLst>
                              <p:par>
                                <p:cTn id="135" presetID="42" presetClass="entr" presetSubtype="0" fill="hold" grpId="0" nodeType="afterEffect" nodePh="1">
                                  <p:stCondLst>
                                    <p:cond delay="0"/>
                                  </p:stCondLst>
                                  <p:endCondLst>
                                    <p:cond evt="begin" delay="0">
                                      <p:tn val="135"/>
                                    </p:cond>
                                  </p:endCondLst>
                                  <p:childTnLst>
                                    <p:set>
                                      <p:cBhvr>
                                        <p:cTn id="136" dur="1" fill="hold">
                                          <p:stCondLst>
                                            <p:cond delay="0"/>
                                          </p:stCondLst>
                                        </p:cTn>
                                        <p:tgtEl>
                                          <p:spTgt spid="48">
                                            <p:txEl>
                                              <p:pRg st="0" end="0"/>
                                            </p:txEl>
                                          </p:spTgt>
                                        </p:tgtEl>
                                        <p:attrNameLst>
                                          <p:attrName>style.visibility</p:attrName>
                                        </p:attrNameLst>
                                      </p:cBhvr>
                                      <p:to>
                                        <p:strVal val="visible"/>
                                      </p:to>
                                    </p:set>
                                    <p:animEffect transition="in" filter="fade">
                                      <p:cBhvr>
                                        <p:cTn id="137" dur="500"/>
                                        <p:tgtEl>
                                          <p:spTgt spid="48">
                                            <p:txEl>
                                              <p:pRg st="0" end="0"/>
                                            </p:txEl>
                                          </p:spTgt>
                                        </p:tgtEl>
                                      </p:cBhvr>
                                    </p:animEffect>
                                    <p:anim calcmode="lin" valueType="num">
                                      <p:cBhvr>
                                        <p:cTn id="138" dur="500" fill="hold"/>
                                        <p:tgtEl>
                                          <p:spTgt spid="48">
                                            <p:txEl>
                                              <p:pRg st="0" end="0"/>
                                            </p:txEl>
                                          </p:spTgt>
                                        </p:tgtEl>
                                        <p:attrNameLst>
                                          <p:attrName>ppt_x</p:attrName>
                                        </p:attrNameLst>
                                      </p:cBhvr>
                                      <p:tavLst>
                                        <p:tav tm="0">
                                          <p:val>
                                            <p:strVal val="#ppt_x"/>
                                          </p:val>
                                        </p:tav>
                                        <p:tav tm="100000">
                                          <p:val>
                                            <p:strVal val="#ppt_x"/>
                                          </p:val>
                                        </p:tav>
                                      </p:tavLst>
                                    </p:anim>
                                    <p:anim calcmode="lin" valueType="num">
                                      <p:cBhvr>
                                        <p:cTn id="139" dur="500" fill="hold"/>
                                        <p:tgtEl>
                                          <p:spTgt spid="48">
                                            <p:txEl>
                                              <p:pRg st="0" end="0"/>
                                            </p:txEl>
                                          </p:spTgt>
                                        </p:tgtEl>
                                        <p:attrNameLst>
                                          <p:attrName>ppt_y</p:attrName>
                                        </p:attrNameLst>
                                      </p:cBhvr>
                                      <p:tavLst>
                                        <p:tav tm="0">
                                          <p:val>
                                            <p:strVal val="#ppt_y+.1"/>
                                          </p:val>
                                        </p:tav>
                                        <p:tav tm="100000">
                                          <p:val>
                                            <p:strVal val="#ppt_y"/>
                                          </p:val>
                                        </p:tav>
                                      </p:tavLst>
                                    </p:anim>
                                  </p:childTnLst>
                                </p:cTn>
                              </p:par>
                            </p:childTnLst>
                          </p:cTn>
                        </p:par>
                        <p:par>
                          <p:cTn id="140" fill="hold">
                            <p:stCondLst>
                              <p:cond delay="13500"/>
                            </p:stCondLst>
                            <p:childTnLst>
                              <p:par>
                                <p:cTn id="141" presetID="10" presetClass="entr" presetSubtype="0" fill="hold" grpId="0" nodeType="afterEffect">
                                  <p:stCondLst>
                                    <p:cond delay="0"/>
                                  </p:stCondLst>
                                  <p:childTnLst>
                                    <p:set>
                                      <p:cBhvr>
                                        <p:cTn id="142" dur="1" fill="hold">
                                          <p:stCondLst>
                                            <p:cond delay="0"/>
                                          </p:stCondLst>
                                        </p:cTn>
                                        <p:tgtEl>
                                          <p:spTgt spid="38"/>
                                        </p:tgtEl>
                                        <p:attrNameLst>
                                          <p:attrName>style.visibility</p:attrName>
                                        </p:attrNameLst>
                                      </p:cBhvr>
                                      <p:to>
                                        <p:strVal val="visible"/>
                                      </p:to>
                                    </p:set>
                                    <p:animEffect transition="in" filter="fade">
                                      <p:cBhvr>
                                        <p:cTn id="143" dur="500"/>
                                        <p:tgtEl>
                                          <p:spTgt spid="38"/>
                                        </p:tgtEl>
                                      </p:cBhvr>
                                    </p:animEffect>
                                  </p:childTnLst>
                                </p:cTn>
                              </p:par>
                            </p:childTnLst>
                          </p:cTn>
                        </p:par>
                        <p:par>
                          <p:cTn id="144" fill="hold">
                            <p:stCondLst>
                              <p:cond delay="14000"/>
                            </p:stCondLst>
                            <p:childTnLst>
                              <p:par>
                                <p:cTn id="145" presetID="53" presetClass="entr" presetSubtype="16" fill="hold" grpId="0" nodeType="afterEffect" nodePh="1">
                                  <p:stCondLst>
                                    <p:cond delay="0"/>
                                  </p:stCondLst>
                                  <p:endCondLst>
                                    <p:cond evt="begin" delay="0">
                                      <p:tn val="145"/>
                                    </p:cond>
                                  </p:endCondLst>
                                  <p:childTnLst>
                                    <p:set>
                                      <p:cBhvr>
                                        <p:cTn id="146" dur="1" fill="hold">
                                          <p:stCondLst>
                                            <p:cond delay="0"/>
                                          </p:stCondLst>
                                        </p:cTn>
                                        <p:tgtEl>
                                          <p:spTgt spid="49">
                                            <p:txEl>
                                              <p:pRg st="0" end="0"/>
                                            </p:txEl>
                                          </p:spTgt>
                                        </p:tgtEl>
                                        <p:attrNameLst>
                                          <p:attrName>style.visibility</p:attrName>
                                        </p:attrNameLst>
                                      </p:cBhvr>
                                      <p:to>
                                        <p:strVal val="visible"/>
                                      </p:to>
                                    </p:set>
                                    <p:anim calcmode="lin" valueType="num">
                                      <p:cBhvr>
                                        <p:cTn id="147" dur="500" fill="hold"/>
                                        <p:tgtEl>
                                          <p:spTgt spid="49">
                                            <p:txEl>
                                              <p:pRg st="0" end="0"/>
                                            </p:txEl>
                                          </p:spTgt>
                                        </p:tgtEl>
                                        <p:attrNameLst>
                                          <p:attrName>ppt_w</p:attrName>
                                        </p:attrNameLst>
                                      </p:cBhvr>
                                      <p:tavLst>
                                        <p:tav tm="0">
                                          <p:val>
                                            <p:fltVal val="0"/>
                                          </p:val>
                                        </p:tav>
                                        <p:tav tm="100000">
                                          <p:val>
                                            <p:strVal val="#ppt_w"/>
                                          </p:val>
                                        </p:tav>
                                      </p:tavLst>
                                    </p:anim>
                                    <p:anim calcmode="lin" valueType="num">
                                      <p:cBhvr>
                                        <p:cTn id="148" dur="500" fill="hold"/>
                                        <p:tgtEl>
                                          <p:spTgt spid="49">
                                            <p:txEl>
                                              <p:pRg st="0" end="0"/>
                                            </p:txEl>
                                          </p:spTgt>
                                        </p:tgtEl>
                                        <p:attrNameLst>
                                          <p:attrName>ppt_h</p:attrName>
                                        </p:attrNameLst>
                                      </p:cBhvr>
                                      <p:tavLst>
                                        <p:tav tm="0">
                                          <p:val>
                                            <p:fltVal val="0"/>
                                          </p:val>
                                        </p:tav>
                                        <p:tav tm="100000">
                                          <p:val>
                                            <p:strVal val="#ppt_h"/>
                                          </p:val>
                                        </p:tav>
                                      </p:tavLst>
                                    </p:anim>
                                    <p:animEffect transition="in" filter="fade">
                                      <p:cBhvr>
                                        <p:cTn id="149" dur="500"/>
                                        <p:tgtEl>
                                          <p:spTgt spid="49">
                                            <p:txEl>
                                              <p:pRg st="0" end="0"/>
                                            </p:txEl>
                                          </p:spTgt>
                                        </p:tgtEl>
                                      </p:cBhvr>
                                    </p:animEffect>
                                  </p:childTnLst>
                                </p:cTn>
                              </p:par>
                            </p:childTnLst>
                          </p:cTn>
                        </p:par>
                        <p:par>
                          <p:cTn id="150" fill="hold">
                            <p:stCondLst>
                              <p:cond delay="14500"/>
                            </p:stCondLst>
                            <p:childTnLst>
                              <p:par>
                                <p:cTn id="151" presetID="42" presetClass="entr" presetSubtype="0" fill="hold" grpId="0" nodeType="afterEffect" nodePh="1">
                                  <p:stCondLst>
                                    <p:cond delay="0"/>
                                  </p:stCondLst>
                                  <p:endCondLst>
                                    <p:cond evt="begin" delay="0">
                                      <p:tn val="151"/>
                                    </p:cond>
                                  </p:endCondLst>
                                  <p:childTnLst>
                                    <p:set>
                                      <p:cBhvr>
                                        <p:cTn id="152" dur="1" fill="hold">
                                          <p:stCondLst>
                                            <p:cond delay="0"/>
                                          </p:stCondLst>
                                        </p:cTn>
                                        <p:tgtEl>
                                          <p:spTgt spid="50">
                                            <p:txEl>
                                              <p:pRg st="0" end="0"/>
                                            </p:txEl>
                                          </p:spTgt>
                                        </p:tgtEl>
                                        <p:attrNameLst>
                                          <p:attrName>style.visibility</p:attrName>
                                        </p:attrNameLst>
                                      </p:cBhvr>
                                      <p:to>
                                        <p:strVal val="visible"/>
                                      </p:to>
                                    </p:set>
                                    <p:animEffect transition="in" filter="fade">
                                      <p:cBhvr>
                                        <p:cTn id="153" dur="500"/>
                                        <p:tgtEl>
                                          <p:spTgt spid="50">
                                            <p:txEl>
                                              <p:pRg st="0" end="0"/>
                                            </p:txEl>
                                          </p:spTgt>
                                        </p:tgtEl>
                                      </p:cBhvr>
                                    </p:animEffect>
                                    <p:anim calcmode="lin" valueType="num">
                                      <p:cBhvr>
                                        <p:cTn id="154" dur="500" fill="hold"/>
                                        <p:tgtEl>
                                          <p:spTgt spid="50">
                                            <p:txEl>
                                              <p:pRg st="0" end="0"/>
                                            </p:txEl>
                                          </p:spTgt>
                                        </p:tgtEl>
                                        <p:attrNameLst>
                                          <p:attrName>ppt_x</p:attrName>
                                        </p:attrNameLst>
                                      </p:cBhvr>
                                      <p:tavLst>
                                        <p:tav tm="0">
                                          <p:val>
                                            <p:strVal val="#ppt_x"/>
                                          </p:val>
                                        </p:tav>
                                        <p:tav tm="100000">
                                          <p:val>
                                            <p:strVal val="#ppt_x"/>
                                          </p:val>
                                        </p:tav>
                                      </p:tavLst>
                                    </p:anim>
                                    <p:anim calcmode="lin" valueType="num">
                                      <p:cBhvr>
                                        <p:cTn id="155" dur="500" fill="hold"/>
                                        <p:tgtEl>
                                          <p:spTgt spid="50">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39" grpId="0" animBg="1"/>
      <p:bldP spid="40" grpId="0" animBg="1"/>
      <p:bldP spid="41" grpId="0" animBg="1"/>
      <p:bldP spid="42" grpId="0" animBg="1"/>
      <p:bldP spid="15"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5"/>
                        </p:tgtEl>
                        <p:attrNameLst>
                          <p:attrName>style.visibility</p:attrName>
                        </p:attrNameLst>
                      </p:cBhvr>
                      <p:to>
                        <p:strVal val="visible"/>
                      </p:to>
                    </p:set>
                    <p:anim calcmode="lin" valueType="num">
                      <p:cBhvr>
                        <p:cTn dur="500" fill="hold"/>
                        <p:tgtEl>
                          <p:spTgt spid="15"/>
                        </p:tgtEl>
                        <p:attrNameLst>
                          <p:attrName>ppt_w</p:attrName>
                        </p:attrNameLst>
                      </p:cBhvr>
                      <p:tavLst>
                        <p:tav tm="0">
                          <p:val>
                            <p:fltVal val="0"/>
                          </p:val>
                        </p:tav>
                        <p:tav tm="100000">
                          <p:val>
                            <p:strVal val="#ppt_w"/>
                          </p:val>
                        </p:tav>
                      </p:tavLst>
                    </p:anim>
                    <p:anim calcmode="lin" valueType="num">
                      <p:cBhvr>
                        <p:cTn dur="500" fill="hold"/>
                        <p:tgtEl>
                          <p:spTgt spid="15"/>
                        </p:tgtEl>
                        <p:attrNameLst>
                          <p:attrName>ppt_h</p:attrName>
                        </p:attrNameLst>
                      </p:cBhvr>
                      <p:tavLst>
                        <p:tav tm="0">
                          <p:val>
                            <p:fltVal val="0"/>
                          </p:val>
                        </p:tav>
                        <p:tav tm="100000">
                          <p:val>
                            <p:strVal val="#ppt_h"/>
                          </p:val>
                        </p:tav>
                      </p:tavLst>
                    </p:anim>
                    <p:animEffect transition="in" filter="fade">
                      <p:cBhvr>
                        <p:cTn dur="500"/>
                        <p:tgtEl>
                          <p:spTgt spid="15"/>
                        </p:tgtEl>
                      </p:cBhvr>
                    </p:animEffect>
                  </p:childTnLst>
                </p:cTn>
              </p:par>
            </p:tnLst>
          </p:tmpl>
        </p:tmplLst>
      </p:bldP>
      <p:bldP spid="16"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6"/>
                        </p:tgtEl>
                        <p:attrNameLst>
                          <p:attrName>style.visibility</p:attrName>
                        </p:attrNameLst>
                      </p:cBhvr>
                      <p:to>
                        <p:strVal val="visible"/>
                      </p:to>
                    </p:set>
                    <p:animEffect transition="in" filter="fade">
                      <p:cBhvr>
                        <p:cTn dur="500"/>
                        <p:tgtEl>
                          <p:spTgt spid="16"/>
                        </p:tgtEl>
                      </p:cBhvr>
                    </p:animEffect>
                    <p:anim calcmode="lin" valueType="num">
                      <p:cBhvr>
                        <p:cTn dur="500" fill="hold"/>
                        <p:tgtEl>
                          <p:spTgt spid="16"/>
                        </p:tgtEl>
                        <p:attrNameLst>
                          <p:attrName>ppt_x</p:attrName>
                        </p:attrNameLst>
                      </p:cBhvr>
                      <p:tavLst>
                        <p:tav tm="0">
                          <p:val>
                            <p:strVal val="#ppt_x"/>
                          </p:val>
                        </p:tav>
                        <p:tav tm="100000">
                          <p:val>
                            <p:strVal val="#ppt_x"/>
                          </p:val>
                        </p:tav>
                      </p:tavLst>
                    </p:anim>
                    <p:anim calcmode="lin" valueType="num">
                      <p:cBhvr>
                        <p:cTn dur="500" fill="hold"/>
                        <p:tgtEl>
                          <p:spTgt spid="16"/>
                        </p:tgtEl>
                        <p:attrNameLst>
                          <p:attrName>ppt_y</p:attrName>
                        </p:attrNameLst>
                      </p:cBhvr>
                      <p:tavLst>
                        <p:tav tm="0">
                          <p:val>
                            <p:strVal val="#ppt_y+.1"/>
                          </p:val>
                        </p:tav>
                        <p:tav tm="100000">
                          <p:val>
                            <p:strVal val="#ppt_y"/>
                          </p:val>
                        </p:tav>
                      </p:tavLst>
                    </p:anim>
                  </p:childTnLst>
                </p:cTn>
              </p:par>
            </p:tnLst>
          </p:tmpl>
        </p:tmplLst>
      </p:bldP>
      <p:bldP spid="17"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7"/>
                        </p:tgtEl>
                        <p:attrNameLst>
                          <p:attrName>style.visibility</p:attrName>
                        </p:attrNameLst>
                      </p:cBhvr>
                      <p:to>
                        <p:strVal val="visible"/>
                      </p:to>
                    </p:set>
                    <p:anim calcmode="lin" valueType="num">
                      <p:cBhvr>
                        <p:cTn dur="500" fill="hold"/>
                        <p:tgtEl>
                          <p:spTgt spid="17"/>
                        </p:tgtEl>
                        <p:attrNameLst>
                          <p:attrName>ppt_w</p:attrName>
                        </p:attrNameLst>
                      </p:cBhvr>
                      <p:tavLst>
                        <p:tav tm="0">
                          <p:val>
                            <p:fltVal val="0"/>
                          </p:val>
                        </p:tav>
                        <p:tav tm="100000">
                          <p:val>
                            <p:strVal val="#ppt_w"/>
                          </p:val>
                        </p:tav>
                      </p:tavLst>
                    </p:anim>
                    <p:anim calcmode="lin" valueType="num">
                      <p:cBhvr>
                        <p:cTn dur="500" fill="hold"/>
                        <p:tgtEl>
                          <p:spTgt spid="17"/>
                        </p:tgtEl>
                        <p:attrNameLst>
                          <p:attrName>ppt_h</p:attrName>
                        </p:attrNameLst>
                      </p:cBhvr>
                      <p:tavLst>
                        <p:tav tm="0">
                          <p:val>
                            <p:fltVal val="0"/>
                          </p:val>
                        </p:tav>
                        <p:tav tm="100000">
                          <p:val>
                            <p:strVal val="#ppt_h"/>
                          </p:val>
                        </p:tav>
                      </p:tavLst>
                    </p:anim>
                    <p:animEffect transition="in" filter="fade">
                      <p:cBhvr>
                        <p:cTn dur="500"/>
                        <p:tgtEl>
                          <p:spTgt spid="17"/>
                        </p:tgtEl>
                      </p:cBhvr>
                    </p:animEffect>
                  </p:childTnLst>
                </p:cTn>
              </p:par>
            </p:tnLst>
          </p:tmpl>
        </p:tmplLst>
      </p:bldP>
      <p:bldP spid="18"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8"/>
                        </p:tgtEl>
                        <p:attrNameLst>
                          <p:attrName>style.visibility</p:attrName>
                        </p:attrNameLst>
                      </p:cBhvr>
                      <p:to>
                        <p:strVal val="visible"/>
                      </p:to>
                    </p:set>
                    <p:animEffect transition="in" filter="fade">
                      <p:cBhvr>
                        <p:cTn dur="500"/>
                        <p:tgtEl>
                          <p:spTgt spid="18"/>
                        </p:tgtEl>
                      </p:cBhvr>
                    </p:animEffect>
                    <p:anim calcmode="lin" valueType="num">
                      <p:cBhvr>
                        <p:cTn dur="500" fill="hold"/>
                        <p:tgtEl>
                          <p:spTgt spid="18"/>
                        </p:tgtEl>
                        <p:attrNameLst>
                          <p:attrName>ppt_x</p:attrName>
                        </p:attrNameLst>
                      </p:cBhvr>
                      <p:tavLst>
                        <p:tav tm="0">
                          <p:val>
                            <p:strVal val="#ppt_x"/>
                          </p:val>
                        </p:tav>
                        <p:tav tm="100000">
                          <p:val>
                            <p:strVal val="#ppt_x"/>
                          </p:val>
                        </p:tav>
                      </p:tavLst>
                    </p:anim>
                    <p:anim calcmode="lin" valueType="num">
                      <p:cBhvr>
                        <p:cTn dur="500" fill="hold"/>
                        <p:tgtEl>
                          <p:spTgt spid="18"/>
                        </p:tgtEl>
                        <p:attrNameLst>
                          <p:attrName>ppt_y</p:attrName>
                        </p:attrNameLst>
                      </p:cBhvr>
                      <p:tavLst>
                        <p:tav tm="0">
                          <p:val>
                            <p:strVal val="#ppt_y+.1"/>
                          </p:val>
                        </p:tav>
                        <p:tav tm="100000">
                          <p:val>
                            <p:strVal val="#ppt_y"/>
                          </p:val>
                        </p:tav>
                      </p:tavLst>
                    </p:anim>
                  </p:childTnLst>
                </p:cTn>
              </p:par>
            </p:tnLst>
          </p:tmpl>
        </p:tmplLst>
      </p:bldP>
      <p:bldP spid="19"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9"/>
                        </p:tgtEl>
                        <p:attrNameLst>
                          <p:attrName>style.visibility</p:attrName>
                        </p:attrNameLst>
                      </p:cBhvr>
                      <p:to>
                        <p:strVal val="visible"/>
                      </p:to>
                    </p:set>
                    <p:anim calcmode="lin" valueType="num">
                      <p:cBhvr>
                        <p:cTn dur="500" fill="hold"/>
                        <p:tgtEl>
                          <p:spTgt spid="19"/>
                        </p:tgtEl>
                        <p:attrNameLst>
                          <p:attrName>ppt_w</p:attrName>
                        </p:attrNameLst>
                      </p:cBhvr>
                      <p:tavLst>
                        <p:tav tm="0">
                          <p:val>
                            <p:fltVal val="0"/>
                          </p:val>
                        </p:tav>
                        <p:tav tm="100000">
                          <p:val>
                            <p:strVal val="#ppt_w"/>
                          </p:val>
                        </p:tav>
                      </p:tavLst>
                    </p:anim>
                    <p:anim calcmode="lin" valueType="num">
                      <p:cBhvr>
                        <p:cTn dur="500" fill="hold"/>
                        <p:tgtEl>
                          <p:spTgt spid="19"/>
                        </p:tgtEl>
                        <p:attrNameLst>
                          <p:attrName>ppt_h</p:attrName>
                        </p:attrNameLst>
                      </p:cBhvr>
                      <p:tavLst>
                        <p:tav tm="0">
                          <p:val>
                            <p:fltVal val="0"/>
                          </p:val>
                        </p:tav>
                        <p:tav tm="100000">
                          <p:val>
                            <p:strVal val="#ppt_h"/>
                          </p:val>
                        </p:tav>
                      </p:tavLst>
                    </p:anim>
                    <p:animEffect transition="in" filter="fade">
                      <p:cBhvr>
                        <p:cTn dur="500"/>
                        <p:tgtEl>
                          <p:spTgt spid="19"/>
                        </p:tgtEl>
                      </p:cBhvr>
                    </p:animEffect>
                  </p:childTnLst>
                </p:cTn>
              </p:par>
            </p:tnLst>
          </p:tmpl>
        </p:tmplLst>
      </p:bldP>
      <p:bldP spid="20"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0"/>
                        </p:tgtEl>
                        <p:attrNameLst>
                          <p:attrName>style.visibility</p:attrName>
                        </p:attrNameLst>
                      </p:cBhvr>
                      <p:to>
                        <p:strVal val="visible"/>
                      </p:to>
                    </p:set>
                    <p:animEffect transition="in" filter="fade">
                      <p:cBhvr>
                        <p:cTn dur="500"/>
                        <p:tgtEl>
                          <p:spTgt spid="20"/>
                        </p:tgtEl>
                      </p:cBhvr>
                    </p:animEffect>
                    <p:anim calcmode="lin" valueType="num">
                      <p:cBhvr>
                        <p:cTn dur="500" fill="hold"/>
                        <p:tgtEl>
                          <p:spTgt spid="20"/>
                        </p:tgtEl>
                        <p:attrNameLst>
                          <p:attrName>ppt_x</p:attrName>
                        </p:attrNameLst>
                      </p:cBhvr>
                      <p:tavLst>
                        <p:tav tm="0">
                          <p:val>
                            <p:strVal val="#ppt_x"/>
                          </p:val>
                        </p:tav>
                        <p:tav tm="100000">
                          <p:val>
                            <p:strVal val="#ppt_x"/>
                          </p:val>
                        </p:tav>
                      </p:tavLst>
                    </p:anim>
                    <p:anim calcmode="lin" valueType="num">
                      <p:cBhvr>
                        <p:cTn dur="500" fill="hold"/>
                        <p:tgtEl>
                          <p:spTgt spid="20"/>
                        </p:tgtEl>
                        <p:attrNameLst>
                          <p:attrName>ppt_y</p:attrName>
                        </p:attrNameLst>
                      </p:cBhvr>
                      <p:tavLst>
                        <p:tav tm="0">
                          <p:val>
                            <p:strVal val="#ppt_y+.1"/>
                          </p:val>
                        </p:tav>
                        <p:tav tm="100000">
                          <p:val>
                            <p:strVal val="#ppt_y"/>
                          </p:val>
                        </p:tav>
                      </p:tavLst>
                    </p:anim>
                  </p:childTnLst>
                </p:cTn>
              </p:par>
            </p:tnLst>
          </p:tmpl>
        </p:tmplLst>
      </p:bldP>
      <p:bldP spid="28"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8"/>
                        </p:tgtEl>
                        <p:attrNameLst>
                          <p:attrName>style.visibility</p:attrName>
                        </p:attrNameLst>
                      </p:cBhvr>
                      <p:to>
                        <p:strVal val="visible"/>
                      </p:to>
                    </p:set>
                    <p:anim calcmode="lin" valueType="num">
                      <p:cBhvr>
                        <p:cTn dur="500" fill="hold"/>
                        <p:tgtEl>
                          <p:spTgt spid="28"/>
                        </p:tgtEl>
                        <p:attrNameLst>
                          <p:attrName>ppt_w</p:attrName>
                        </p:attrNameLst>
                      </p:cBhvr>
                      <p:tavLst>
                        <p:tav tm="0">
                          <p:val>
                            <p:fltVal val="0"/>
                          </p:val>
                        </p:tav>
                        <p:tav tm="100000">
                          <p:val>
                            <p:strVal val="#ppt_w"/>
                          </p:val>
                        </p:tav>
                      </p:tavLst>
                    </p:anim>
                    <p:anim calcmode="lin" valueType="num">
                      <p:cBhvr>
                        <p:cTn dur="500" fill="hold"/>
                        <p:tgtEl>
                          <p:spTgt spid="28"/>
                        </p:tgtEl>
                        <p:attrNameLst>
                          <p:attrName>ppt_h</p:attrName>
                        </p:attrNameLst>
                      </p:cBhvr>
                      <p:tavLst>
                        <p:tav tm="0">
                          <p:val>
                            <p:fltVal val="0"/>
                          </p:val>
                        </p:tav>
                        <p:tav tm="100000">
                          <p:val>
                            <p:strVal val="#ppt_h"/>
                          </p:val>
                        </p:tav>
                      </p:tavLst>
                    </p:anim>
                    <p:animEffect transition="in" filter="fade">
                      <p:cBhvr>
                        <p:cTn dur="500"/>
                        <p:tgtEl>
                          <p:spTgt spid="28"/>
                        </p:tgtEl>
                      </p:cBhvr>
                    </p:animEffect>
                  </p:childTnLst>
                </p:cTn>
              </p:par>
            </p:tnLst>
          </p:tmpl>
        </p:tmplLst>
      </p:bldP>
      <p:bldP spid="29"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9"/>
                        </p:tgtEl>
                        <p:attrNameLst>
                          <p:attrName>style.visibility</p:attrName>
                        </p:attrNameLst>
                      </p:cBhvr>
                      <p:to>
                        <p:strVal val="visible"/>
                      </p:to>
                    </p:set>
                    <p:animEffect transition="in" filter="fade">
                      <p:cBhvr>
                        <p:cTn dur="500"/>
                        <p:tgtEl>
                          <p:spTgt spid="29"/>
                        </p:tgtEl>
                      </p:cBhvr>
                    </p:animEffect>
                    <p:anim calcmode="lin" valueType="num">
                      <p:cBhvr>
                        <p:cTn dur="500" fill="hold"/>
                        <p:tgtEl>
                          <p:spTgt spid="29"/>
                        </p:tgtEl>
                        <p:attrNameLst>
                          <p:attrName>ppt_x</p:attrName>
                        </p:attrNameLst>
                      </p:cBhvr>
                      <p:tavLst>
                        <p:tav tm="0">
                          <p:val>
                            <p:strVal val="#ppt_x"/>
                          </p:val>
                        </p:tav>
                        <p:tav tm="100000">
                          <p:val>
                            <p:strVal val="#ppt_x"/>
                          </p:val>
                        </p:tav>
                      </p:tavLst>
                    </p:anim>
                    <p:anim calcmode="lin" valueType="num">
                      <p:cBhvr>
                        <p:cTn dur="500" fill="hold"/>
                        <p:tgtEl>
                          <p:spTgt spid="29"/>
                        </p:tgtEl>
                        <p:attrNameLst>
                          <p:attrName>ppt_y</p:attrName>
                        </p:attrNameLst>
                      </p:cBhvr>
                      <p:tavLst>
                        <p:tav tm="0">
                          <p:val>
                            <p:strVal val="#ppt_y+.1"/>
                          </p:val>
                        </p:tav>
                        <p:tav tm="100000">
                          <p:val>
                            <p:strVal val="#ppt_y"/>
                          </p:val>
                        </p:tav>
                      </p:tavLst>
                    </p:anim>
                  </p:childTnLst>
                </p:cTn>
              </p:par>
            </p:tnLst>
          </p:tmpl>
        </p:tmplLst>
      </p:bldP>
      <p:bldP spid="36" grpId="0" animBg="1"/>
      <p:bldP spid="37" grpId="0" animBg="1"/>
      <p:bldP spid="38" grpId="0" animBg="1"/>
      <p:bldP spid="44"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44"/>
                        </p:tgtEl>
                        <p:attrNameLst>
                          <p:attrName>style.visibility</p:attrName>
                        </p:attrNameLst>
                      </p:cBhvr>
                      <p:to>
                        <p:strVal val="visible"/>
                      </p:to>
                    </p:set>
                    <p:anim calcmode="lin" valueType="num">
                      <p:cBhvr>
                        <p:cTn dur="500" fill="hold"/>
                        <p:tgtEl>
                          <p:spTgt spid="44"/>
                        </p:tgtEl>
                        <p:attrNameLst>
                          <p:attrName>ppt_w</p:attrName>
                        </p:attrNameLst>
                      </p:cBhvr>
                      <p:tavLst>
                        <p:tav tm="0">
                          <p:val>
                            <p:fltVal val="0"/>
                          </p:val>
                        </p:tav>
                        <p:tav tm="100000">
                          <p:val>
                            <p:strVal val="#ppt_w"/>
                          </p:val>
                        </p:tav>
                      </p:tavLst>
                    </p:anim>
                    <p:anim calcmode="lin" valueType="num">
                      <p:cBhvr>
                        <p:cTn dur="500" fill="hold"/>
                        <p:tgtEl>
                          <p:spTgt spid="44"/>
                        </p:tgtEl>
                        <p:attrNameLst>
                          <p:attrName>ppt_h</p:attrName>
                        </p:attrNameLst>
                      </p:cBhvr>
                      <p:tavLst>
                        <p:tav tm="0">
                          <p:val>
                            <p:fltVal val="0"/>
                          </p:val>
                        </p:tav>
                        <p:tav tm="100000">
                          <p:val>
                            <p:strVal val="#ppt_h"/>
                          </p:val>
                        </p:tav>
                      </p:tavLst>
                    </p:anim>
                    <p:animEffect transition="in" filter="fade">
                      <p:cBhvr>
                        <p:cTn dur="500"/>
                        <p:tgtEl>
                          <p:spTgt spid="44"/>
                        </p:tgtEl>
                      </p:cBhvr>
                    </p:animEffect>
                  </p:childTnLst>
                </p:cTn>
              </p:par>
            </p:tnLst>
          </p:tmpl>
        </p:tmplLst>
      </p:bldP>
      <p:bldP spid="45"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45"/>
                        </p:tgtEl>
                        <p:attrNameLst>
                          <p:attrName>style.visibility</p:attrName>
                        </p:attrNameLst>
                      </p:cBhvr>
                      <p:to>
                        <p:strVal val="visible"/>
                      </p:to>
                    </p:set>
                    <p:animEffect transition="in" filter="fade">
                      <p:cBhvr>
                        <p:cTn dur="500"/>
                        <p:tgtEl>
                          <p:spTgt spid="45"/>
                        </p:tgtEl>
                      </p:cBhvr>
                    </p:animEffect>
                    <p:anim calcmode="lin" valueType="num">
                      <p:cBhvr>
                        <p:cTn dur="500" fill="hold"/>
                        <p:tgtEl>
                          <p:spTgt spid="45"/>
                        </p:tgtEl>
                        <p:attrNameLst>
                          <p:attrName>ppt_x</p:attrName>
                        </p:attrNameLst>
                      </p:cBhvr>
                      <p:tavLst>
                        <p:tav tm="0">
                          <p:val>
                            <p:strVal val="#ppt_x"/>
                          </p:val>
                        </p:tav>
                        <p:tav tm="100000">
                          <p:val>
                            <p:strVal val="#ppt_x"/>
                          </p:val>
                        </p:tav>
                      </p:tavLst>
                    </p:anim>
                    <p:anim calcmode="lin" valueType="num">
                      <p:cBhvr>
                        <p:cTn dur="500" fill="hold"/>
                        <p:tgtEl>
                          <p:spTgt spid="45"/>
                        </p:tgtEl>
                        <p:attrNameLst>
                          <p:attrName>ppt_y</p:attrName>
                        </p:attrNameLst>
                      </p:cBhvr>
                      <p:tavLst>
                        <p:tav tm="0">
                          <p:val>
                            <p:strVal val="#ppt_y+.1"/>
                          </p:val>
                        </p:tav>
                        <p:tav tm="100000">
                          <p:val>
                            <p:strVal val="#ppt_y"/>
                          </p:val>
                        </p:tav>
                      </p:tavLst>
                    </p:anim>
                  </p:childTnLst>
                </p:cTn>
              </p:par>
            </p:tnLst>
          </p:tmpl>
        </p:tmplLst>
      </p:bldP>
      <p:bldP spid="46"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46"/>
                        </p:tgtEl>
                        <p:attrNameLst>
                          <p:attrName>style.visibility</p:attrName>
                        </p:attrNameLst>
                      </p:cBhvr>
                      <p:to>
                        <p:strVal val="visible"/>
                      </p:to>
                    </p:set>
                    <p:anim calcmode="lin" valueType="num">
                      <p:cBhvr>
                        <p:cTn dur="500" fill="hold"/>
                        <p:tgtEl>
                          <p:spTgt spid="46"/>
                        </p:tgtEl>
                        <p:attrNameLst>
                          <p:attrName>ppt_w</p:attrName>
                        </p:attrNameLst>
                      </p:cBhvr>
                      <p:tavLst>
                        <p:tav tm="0">
                          <p:val>
                            <p:fltVal val="0"/>
                          </p:val>
                        </p:tav>
                        <p:tav tm="100000">
                          <p:val>
                            <p:strVal val="#ppt_w"/>
                          </p:val>
                        </p:tav>
                      </p:tavLst>
                    </p:anim>
                    <p:anim calcmode="lin" valueType="num">
                      <p:cBhvr>
                        <p:cTn dur="500" fill="hold"/>
                        <p:tgtEl>
                          <p:spTgt spid="46"/>
                        </p:tgtEl>
                        <p:attrNameLst>
                          <p:attrName>ppt_h</p:attrName>
                        </p:attrNameLst>
                      </p:cBhvr>
                      <p:tavLst>
                        <p:tav tm="0">
                          <p:val>
                            <p:fltVal val="0"/>
                          </p:val>
                        </p:tav>
                        <p:tav tm="100000">
                          <p:val>
                            <p:strVal val="#ppt_h"/>
                          </p:val>
                        </p:tav>
                      </p:tavLst>
                    </p:anim>
                    <p:animEffect transition="in" filter="fade">
                      <p:cBhvr>
                        <p:cTn dur="500"/>
                        <p:tgtEl>
                          <p:spTgt spid="46"/>
                        </p:tgtEl>
                      </p:cBhvr>
                    </p:animEffect>
                  </p:childTnLst>
                </p:cTn>
              </p:par>
            </p:tnLst>
          </p:tmpl>
        </p:tmplLst>
      </p:bldP>
      <p:bldP spid="48"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48"/>
                        </p:tgtEl>
                        <p:attrNameLst>
                          <p:attrName>style.visibility</p:attrName>
                        </p:attrNameLst>
                      </p:cBhvr>
                      <p:to>
                        <p:strVal val="visible"/>
                      </p:to>
                    </p:set>
                    <p:animEffect transition="in" filter="fade">
                      <p:cBhvr>
                        <p:cTn dur="500"/>
                        <p:tgtEl>
                          <p:spTgt spid="48"/>
                        </p:tgtEl>
                      </p:cBhvr>
                    </p:animEffect>
                    <p:anim calcmode="lin" valueType="num">
                      <p:cBhvr>
                        <p:cTn dur="500" fill="hold"/>
                        <p:tgtEl>
                          <p:spTgt spid="48"/>
                        </p:tgtEl>
                        <p:attrNameLst>
                          <p:attrName>ppt_x</p:attrName>
                        </p:attrNameLst>
                      </p:cBhvr>
                      <p:tavLst>
                        <p:tav tm="0">
                          <p:val>
                            <p:strVal val="#ppt_x"/>
                          </p:val>
                        </p:tav>
                        <p:tav tm="100000">
                          <p:val>
                            <p:strVal val="#ppt_x"/>
                          </p:val>
                        </p:tav>
                      </p:tavLst>
                    </p:anim>
                    <p:anim calcmode="lin" valueType="num">
                      <p:cBhvr>
                        <p:cTn dur="500" fill="hold"/>
                        <p:tgtEl>
                          <p:spTgt spid="48"/>
                        </p:tgtEl>
                        <p:attrNameLst>
                          <p:attrName>ppt_y</p:attrName>
                        </p:attrNameLst>
                      </p:cBhvr>
                      <p:tavLst>
                        <p:tav tm="0">
                          <p:val>
                            <p:strVal val="#ppt_y+.1"/>
                          </p:val>
                        </p:tav>
                        <p:tav tm="100000">
                          <p:val>
                            <p:strVal val="#ppt_y"/>
                          </p:val>
                        </p:tav>
                      </p:tavLst>
                    </p:anim>
                  </p:childTnLst>
                </p:cTn>
              </p:par>
            </p:tnLst>
          </p:tmpl>
        </p:tmplLst>
      </p:bldP>
      <p:bldP spid="49"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49"/>
                        </p:tgtEl>
                        <p:attrNameLst>
                          <p:attrName>style.visibility</p:attrName>
                        </p:attrNameLst>
                      </p:cBhvr>
                      <p:to>
                        <p:strVal val="visible"/>
                      </p:to>
                    </p:set>
                    <p:anim calcmode="lin" valueType="num">
                      <p:cBhvr>
                        <p:cTn dur="500" fill="hold"/>
                        <p:tgtEl>
                          <p:spTgt spid="49"/>
                        </p:tgtEl>
                        <p:attrNameLst>
                          <p:attrName>ppt_w</p:attrName>
                        </p:attrNameLst>
                      </p:cBhvr>
                      <p:tavLst>
                        <p:tav tm="0">
                          <p:val>
                            <p:fltVal val="0"/>
                          </p:val>
                        </p:tav>
                        <p:tav tm="100000">
                          <p:val>
                            <p:strVal val="#ppt_w"/>
                          </p:val>
                        </p:tav>
                      </p:tavLst>
                    </p:anim>
                    <p:anim calcmode="lin" valueType="num">
                      <p:cBhvr>
                        <p:cTn dur="500" fill="hold"/>
                        <p:tgtEl>
                          <p:spTgt spid="49"/>
                        </p:tgtEl>
                        <p:attrNameLst>
                          <p:attrName>ppt_h</p:attrName>
                        </p:attrNameLst>
                      </p:cBhvr>
                      <p:tavLst>
                        <p:tav tm="0">
                          <p:val>
                            <p:fltVal val="0"/>
                          </p:val>
                        </p:tav>
                        <p:tav tm="100000">
                          <p:val>
                            <p:strVal val="#ppt_h"/>
                          </p:val>
                        </p:tav>
                      </p:tavLst>
                    </p:anim>
                    <p:animEffect transition="in" filter="fade">
                      <p:cBhvr>
                        <p:cTn dur="500"/>
                        <p:tgtEl>
                          <p:spTgt spid="49"/>
                        </p:tgtEl>
                      </p:cBhvr>
                    </p:animEffect>
                  </p:childTnLst>
                </p:cTn>
              </p:par>
            </p:tnLst>
          </p:tmpl>
        </p:tmplLst>
      </p:bldP>
      <p:bldP spid="50"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50"/>
                        </p:tgtEl>
                        <p:attrNameLst>
                          <p:attrName>style.visibility</p:attrName>
                        </p:attrNameLst>
                      </p:cBhvr>
                      <p:to>
                        <p:strVal val="visible"/>
                      </p:to>
                    </p:set>
                    <p:animEffect transition="in" filter="fade">
                      <p:cBhvr>
                        <p:cTn dur="500"/>
                        <p:tgtEl>
                          <p:spTgt spid="50"/>
                        </p:tgtEl>
                      </p:cBhvr>
                    </p:animEffect>
                    <p:anim calcmode="lin" valueType="num">
                      <p:cBhvr>
                        <p:cTn dur="500" fill="hold"/>
                        <p:tgtEl>
                          <p:spTgt spid="50"/>
                        </p:tgtEl>
                        <p:attrNameLst>
                          <p:attrName>ppt_x</p:attrName>
                        </p:attrNameLst>
                      </p:cBhvr>
                      <p:tavLst>
                        <p:tav tm="0">
                          <p:val>
                            <p:strVal val="#ppt_x"/>
                          </p:val>
                        </p:tav>
                        <p:tav tm="100000">
                          <p:val>
                            <p:strVal val="#ppt_x"/>
                          </p:val>
                        </p:tav>
                      </p:tavLst>
                    </p:anim>
                    <p:anim calcmode="lin" valueType="num">
                      <p:cBhvr>
                        <p:cTn dur="500" fill="hold"/>
                        <p:tgtEl>
                          <p:spTgt spid="50"/>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594.xml><?xml version="1.0" encoding="utf-8"?>
<p:sldLayout xmlns:a="http://schemas.openxmlformats.org/drawingml/2006/main" xmlns:r="http://schemas.openxmlformats.org/officeDocument/2006/relationships" xmlns:p="http://schemas.openxmlformats.org/presentationml/2006/main" preserve="1" userDrawn="1">
  <p:cSld name="10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6" name="Rectangle 5"/>
          <p:cNvSpPr/>
          <p:nvPr userDrawn="1"/>
        </p:nvSpPr>
        <p:spPr>
          <a:xfrm rot="20700000">
            <a:off x="1558637" y="2070541"/>
            <a:ext cx="1510146" cy="18288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9" name="Rectangle 8"/>
          <p:cNvSpPr/>
          <p:nvPr userDrawn="1"/>
        </p:nvSpPr>
        <p:spPr>
          <a:xfrm rot="900000">
            <a:off x="1558636" y="2070541"/>
            <a:ext cx="1510146" cy="18288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18" name="Picture Placeholder 17"/>
          <p:cNvSpPr>
            <a:spLocks noGrp="1"/>
          </p:cNvSpPr>
          <p:nvPr>
            <p:ph type="pic" sz="quarter" idx="15"/>
          </p:nvPr>
        </p:nvSpPr>
        <p:spPr>
          <a:xfrm>
            <a:off x="1558637" y="2042755"/>
            <a:ext cx="1510148" cy="1828800"/>
          </a:xfrm>
          <a:custGeom>
            <a:avLst/>
            <a:gdLst>
              <a:gd name="connsiteX0" fmla="*/ 0 w 1510148"/>
              <a:gd name="connsiteY0" fmla="*/ 0 h 1828800"/>
              <a:gd name="connsiteX1" fmla="*/ 1510148 w 1510148"/>
              <a:gd name="connsiteY1" fmla="*/ 0 h 1828800"/>
              <a:gd name="connsiteX2" fmla="*/ 1510148 w 1510148"/>
              <a:gd name="connsiteY2" fmla="*/ 1828800 h 1828800"/>
              <a:gd name="connsiteX3" fmla="*/ 0 w 1510148"/>
              <a:gd name="connsiteY3" fmla="*/ 1828800 h 1828800"/>
            </a:gdLst>
            <a:ahLst/>
            <a:cxnLst>
              <a:cxn ang="0">
                <a:pos x="connsiteX0" y="connsiteY0"/>
              </a:cxn>
              <a:cxn ang="0">
                <a:pos x="connsiteX1" y="connsiteY1"/>
              </a:cxn>
              <a:cxn ang="0">
                <a:pos x="connsiteX2" y="connsiteY2"/>
              </a:cxn>
              <a:cxn ang="0">
                <a:pos x="connsiteX3" y="connsiteY3"/>
              </a:cxn>
            </a:cxnLst>
            <a:rect l="l" t="t" r="r" b="b"/>
            <a:pathLst>
              <a:path w="1510148" h="1828800">
                <a:moveTo>
                  <a:pt x="0" y="0"/>
                </a:moveTo>
                <a:lnTo>
                  <a:pt x="1510148" y="0"/>
                </a:lnTo>
                <a:lnTo>
                  <a:pt x="1510148" y="1828800"/>
                </a:lnTo>
                <a:lnTo>
                  <a:pt x="0" y="1828800"/>
                </a:lnTo>
                <a:close/>
              </a:path>
            </a:pathLst>
          </a:custGeom>
          <a:solidFill>
            <a:schemeClr val="bg1">
              <a:lumMod val="85000"/>
            </a:schemeClr>
          </a:solidFill>
        </p:spPr>
        <p:txBody>
          <a:bodyPr wrap="square">
            <a:noAutofit/>
          </a:bodyPr>
          <a:lstStyle/>
          <a:p>
            <a:endParaRPr lang="en-AU"/>
          </a:p>
        </p:txBody>
      </p:sp>
      <p:sp>
        <p:nvSpPr>
          <p:cNvPr id="19" name="Rectangle 18"/>
          <p:cNvSpPr/>
          <p:nvPr userDrawn="1"/>
        </p:nvSpPr>
        <p:spPr>
          <a:xfrm rot="20700000">
            <a:off x="5346295" y="2070541"/>
            <a:ext cx="1510146" cy="18288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0" name="Rectangle 19"/>
          <p:cNvSpPr/>
          <p:nvPr userDrawn="1"/>
        </p:nvSpPr>
        <p:spPr>
          <a:xfrm rot="900000">
            <a:off x="5346294" y="2070541"/>
            <a:ext cx="1510146" cy="18288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1" name="Picture Placeholder 20"/>
          <p:cNvSpPr>
            <a:spLocks noGrp="1"/>
          </p:cNvSpPr>
          <p:nvPr>
            <p:ph type="pic" sz="quarter" idx="16"/>
          </p:nvPr>
        </p:nvSpPr>
        <p:spPr>
          <a:xfrm>
            <a:off x="5346295" y="2042755"/>
            <a:ext cx="1510148" cy="1828800"/>
          </a:xfrm>
          <a:custGeom>
            <a:avLst/>
            <a:gdLst>
              <a:gd name="connsiteX0" fmla="*/ 0 w 1510148"/>
              <a:gd name="connsiteY0" fmla="*/ 0 h 1828800"/>
              <a:gd name="connsiteX1" fmla="*/ 1510148 w 1510148"/>
              <a:gd name="connsiteY1" fmla="*/ 0 h 1828800"/>
              <a:gd name="connsiteX2" fmla="*/ 1510148 w 1510148"/>
              <a:gd name="connsiteY2" fmla="*/ 1828800 h 1828800"/>
              <a:gd name="connsiteX3" fmla="*/ 0 w 1510148"/>
              <a:gd name="connsiteY3" fmla="*/ 1828800 h 1828800"/>
            </a:gdLst>
            <a:ahLst/>
            <a:cxnLst>
              <a:cxn ang="0">
                <a:pos x="connsiteX0" y="connsiteY0"/>
              </a:cxn>
              <a:cxn ang="0">
                <a:pos x="connsiteX1" y="connsiteY1"/>
              </a:cxn>
              <a:cxn ang="0">
                <a:pos x="connsiteX2" y="connsiteY2"/>
              </a:cxn>
              <a:cxn ang="0">
                <a:pos x="connsiteX3" y="connsiteY3"/>
              </a:cxn>
            </a:cxnLst>
            <a:rect l="l" t="t" r="r" b="b"/>
            <a:pathLst>
              <a:path w="1510148" h="1828800">
                <a:moveTo>
                  <a:pt x="0" y="0"/>
                </a:moveTo>
                <a:lnTo>
                  <a:pt x="1510148" y="0"/>
                </a:lnTo>
                <a:lnTo>
                  <a:pt x="1510148" y="1828800"/>
                </a:lnTo>
                <a:lnTo>
                  <a:pt x="0" y="1828800"/>
                </a:lnTo>
                <a:close/>
              </a:path>
            </a:pathLst>
          </a:custGeom>
          <a:solidFill>
            <a:schemeClr val="bg1">
              <a:lumMod val="85000"/>
            </a:schemeClr>
          </a:solidFill>
        </p:spPr>
        <p:txBody>
          <a:bodyPr wrap="square">
            <a:noAutofit/>
          </a:bodyPr>
          <a:lstStyle/>
          <a:p>
            <a:endParaRPr lang="en-AU"/>
          </a:p>
        </p:txBody>
      </p:sp>
      <p:sp>
        <p:nvSpPr>
          <p:cNvPr id="22" name="Rectangle 21"/>
          <p:cNvSpPr/>
          <p:nvPr userDrawn="1"/>
        </p:nvSpPr>
        <p:spPr>
          <a:xfrm rot="20700000">
            <a:off x="9133955" y="2049759"/>
            <a:ext cx="1510146" cy="182880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3" name="Rectangle 22"/>
          <p:cNvSpPr/>
          <p:nvPr userDrawn="1"/>
        </p:nvSpPr>
        <p:spPr>
          <a:xfrm rot="900000">
            <a:off x="9133954" y="2049759"/>
            <a:ext cx="1510146" cy="18288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4" name="Picture Placeholder 23"/>
          <p:cNvSpPr>
            <a:spLocks noGrp="1"/>
          </p:cNvSpPr>
          <p:nvPr>
            <p:ph type="pic" sz="quarter" idx="17"/>
          </p:nvPr>
        </p:nvSpPr>
        <p:spPr>
          <a:xfrm>
            <a:off x="9133955" y="2021973"/>
            <a:ext cx="1510148" cy="1828800"/>
          </a:xfrm>
          <a:custGeom>
            <a:avLst/>
            <a:gdLst>
              <a:gd name="connsiteX0" fmla="*/ 0 w 1510148"/>
              <a:gd name="connsiteY0" fmla="*/ 0 h 1828800"/>
              <a:gd name="connsiteX1" fmla="*/ 1510148 w 1510148"/>
              <a:gd name="connsiteY1" fmla="*/ 0 h 1828800"/>
              <a:gd name="connsiteX2" fmla="*/ 1510148 w 1510148"/>
              <a:gd name="connsiteY2" fmla="*/ 1828800 h 1828800"/>
              <a:gd name="connsiteX3" fmla="*/ 0 w 1510148"/>
              <a:gd name="connsiteY3" fmla="*/ 1828800 h 1828800"/>
            </a:gdLst>
            <a:ahLst/>
            <a:cxnLst>
              <a:cxn ang="0">
                <a:pos x="connsiteX0" y="connsiteY0"/>
              </a:cxn>
              <a:cxn ang="0">
                <a:pos x="connsiteX1" y="connsiteY1"/>
              </a:cxn>
              <a:cxn ang="0">
                <a:pos x="connsiteX2" y="connsiteY2"/>
              </a:cxn>
              <a:cxn ang="0">
                <a:pos x="connsiteX3" y="connsiteY3"/>
              </a:cxn>
            </a:cxnLst>
            <a:rect l="l" t="t" r="r" b="b"/>
            <a:pathLst>
              <a:path w="1510148" h="1828800">
                <a:moveTo>
                  <a:pt x="0" y="0"/>
                </a:moveTo>
                <a:lnTo>
                  <a:pt x="1510148" y="0"/>
                </a:lnTo>
                <a:lnTo>
                  <a:pt x="1510148" y="1828800"/>
                </a:lnTo>
                <a:lnTo>
                  <a:pt x="0" y="1828800"/>
                </a:lnTo>
                <a:close/>
              </a:path>
            </a:pathLst>
          </a:custGeom>
          <a:solidFill>
            <a:schemeClr val="bg1">
              <a:lumMod val="85000"/>
            </a:schemeClr>
          </a:solidFill>
        </p:spPr>
        <p:txBody>
          <a:bodyPr wrap="square">
            <a:noAutofit/>
          </a:bodyPr>
          <a:lstStyle/>
          <a:p>
            <a:endParaRPr lang="en-AU"/>
          </a:p>
        </p:txBody>
      </p:sp>
      <p:sp>
        <p:nvSpPr>
          <p:cNvPr id="25" name="Text Placeholder 21"/>
          <p:cNvSpPr>
            <a:spLocks noGrp="1"/>
          </p:cNvSpPr>
          <p:nvPr>
            <p:ph type="body" sz="quarter" idx="20"/>
          </p:nvPr>
        </p:nvSpPr>
        <p:spPr>
          <a:xfrm>
            <a:off x="1347700" y="4415134"/>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6" name="Text Placeholder 21"/>
          <p:cNvSpPr>
            <a:spLocks noGrp="1"/>
          </p:cNvSpPr>
          <p:nvPr>
            <p:ph type="body" sz="quarter" idx="29"/>
          </p:nvPr>
        </p:nvSpPr>
        <p:spPr>
          <a:xfrm>
            <a:off x="1347700" y="4721838"/>
            <a:ext cx="1814513"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8" name="Text Placeholder 21"/>
          <p:cNvSpPr>
            <a:spLocks noGrp="1"/>
          </p:cNvSpPr>
          <p:nvPr>
            <p:ph type="body" sz="quarter" idx="30"/>
          </p:nvPr>
        </p:nvSpPr>
        <p:spPr>
          <a:xfrm>
            <a:off x="5188743" y="4415134"/>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9" name="Text Placeholder 21"/>
          <p:cNvSpPr>
            <a:spLocks noGrp="1"/>
          </p:cNvSpPr>
          <p:nvPr>
            <p:ph type="body" sz="quarter" idx="31"/>
          </p:nvPr>
        </p:nvSpPr>
        <p:spPr>
          <a:xfrm>
            <a:off x="5188743" y="4721838"/>
            <a:ext cx="1814513"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0" name="Text Placeholder 21"/>
          <p:cNvSpPr>
            <a:spLocks noGrp="1"/>
          </p:cNvSpPr>
          <p:nvPr>
            <p:ph type="body" sz="quarter" idx="32"/>
          </p:nvPr>
        </p:nvSpPr>
        <p:spPr>
          <a:xfrm>
            <a:off x="9029786" y="4415134"/>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1" name="Text Placeholder 21"/>
          <p:cNvSpPr>
            <a:spLocks noGrp="1"/>
          </p:cNvSpPr>
          <p:nvPr>
            <p:ph type="body" sz="quarter" idx="33"/>
          </p:nvPr>
        </p:nvSpPr>
        <p:spPr>
          <a:xfrm>
            <a:off x="9029786" y="4721838"/>
            <a:ext cx="1814513"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Tree>
    <p:extLst>
      <p:ext uri="{BB962C8B-B14F-4D97-AF65-F5344CB8AC3E}">
        <p14:creationId xmlns:p14="http://schemas.microsoft.com/office/powerpoint/2010/main" val="408282181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10" presetClass="entr" presetSubtype="0" fill="hold" grpId="0" nodeType="afterEffect">
                                  <p:stCondLst>
                                    <p:cond delay="0"/>
                                  </p:stCondLst>
                                  <p:childTnLst>
                                    <p:set>
                                      <p:cBhvr>
                                        <p:cTn id="20" dur="1" fill="hold">
                                          <p:stCondLst>
                                            <p:cond delay="0"/>
                                          </p:stCondLst>
                                        </p:cTn>
                                        <p:tgtEl>
                                          <p:spTgt spid="6"/>
                                        </p:tgtEl>
                                        <p:attrNameLst>
                                          <p:attrName>style.visibility</p:attrName>
                                        </p:attrNameLst>
                                      </p:cBhvr>
                                      <p:to>
                                        <p:strVal val="visible"/>
                                      </p:to>
                                    </p:set>
                                    <p:animEffect transition="in" filter="fade">
                                      <p:cBhvr>
                                        <p:cTn id="21" dur="500"/>
                                        <p:tgtEl>
                                          <p:spTgt spid="6"/>
                                        </p:tgtEl>
                                      </p:cBhvr>
                                    </p:animEffect>
                                  </p:childTnLst>
                                </p:cTn>
                              </p:par>
                            </p:childTnLst>
                          </p:cTn>
                        </p:par>
                        <p:par>
                          <p:cTn id="22" fill="hold">
                            <p:stCondLst>
                              <p:cond delay="2000"/>
                            </p:stCondLst>
                            <p:childTnLst>
                              <p:par>
                                <p:cTn id="23" presetID="10" presetClass="entr" presetSubtype="0" fill="hold" grpId="0" nodeType="afterEffect">
                                  <p:stCondLst>
                                    <p:cond delay="0"/>
                                  </p:stCondLst>
                                  <p:childTnLst>
                                    <p:set>
                                      <p:cBhvr>
                                        <p:cTn id="24" dur="1" fill="hold">
                                          <p:stCondLst>
                                            <p:cond delay="0"/>
                                          </p:stCondLst>
                                        </p:cTn>
                                        <p:tgtEl>
                                          <p:spTgt spid="9"/>
                                        </p:tgtEl>
                                        <p:attrNameLst>
                                          <p:attrName>style.visibility</p:attrName>
                                        </p:attrNameLst>
                                      </p:cBhvr>
                                      <p:to>
                                        <p:strVal val="visible"/>
                                      </p:to>
                                    </p:set>
                                    <p:animEffect transition="in" filter="fade">
                                      <p:cBhvr>
                                        <p:cTn id="25" dur="500"/>
                                        <p:tgtEl>
                                          <p:spTgt spid="9"/>
                                        </p:tgtEl>
                                      </p:cBhvr>
                                    </p:animEffect>
                                  </p:childTnLst>
                                </p:cTn>
                              </p:par>
                            </p:childTnLst>
                          </p:cTn>
                        </p:par>
                        <p:par>
                          <p:cTn id="26" fill="hold">
                            <p:stCondLst>
                              <p:cond delay="2500"/>
                            </p:stCondLst>
                            <p:childTnLst>
                              <p:par>
                                <p:cTn id="27" presetID="53" presetClass="entr" presetSubtype="16" fill="hold" grpId="0" nodeType="afterEffect">
                                  <p:stCondLst>
                                    <p:cond delay="0"/>
                                  </p:stCondLst>
                                  <p:childTnLst>
                                    <p:set>
                                      <p:cBhvr>
                                        <p:cTn id="28" dur="1" fill="hold">
                                          <p:stCondLst>
                                            <p:cond delay="0"/>
                                          </p:stCondLst>
                                        </p:cTn>
                                        <p:tgtEl>
                                          <p:spTgt spid="18"/>
                                        </p:tgtEl>
                                        <p:attrNameLst>
                                          <p:attrName>style.visibility</p:attrName>
                                        </p:attrNameLst>
                                      </p:cBhvr>
                                      <p:to>
                                        <p:strVal val="visible"/>
                                      </p:to>
                                    </p:set>
                                    <p:anim calcmode="lin" valueType="num">
                                      <p:cBhvr>
                                        <p:cTn id="29" dur="500" fill="hold"/>
                                        <p:tgtEl>
                                          <p:spTgt spid="18"/>
                                        </p:tgtEl>
                                        <p:attrNameLst>
                                          <p:attrName>ppt_w</p:attrName>
                                        </p:attrNameLst>
                                      </p:cBhvr>
                                      <p:tavLst>
                                        <p:tav tm="0">
                                          <p:val>
                                            <p:fltVal val="0"/>
                                          </p:val>
                                        </p:tav>
                                        <p:tav tm="100000">
                                          <p:val>
                                            <p:strVal val="#ppt_w"/>
                                          </p:val>
                                        </p:tav>
                                      </p:tavLst>
                                    </p:anim>
                                    <p:anim calcmode="lin" valueType="num">
                                      <p:cBhvr>
                                        <p:cTn id="30" dur="500" fill="hold"/>
                                        <p:tgtEl>
                                          <p:spTgt spid="18"/>
                                        </p:tgtEl>
                                        <p:attrNameLst>
                                          <p:attrName>ppt_h</p:attrName>
                                        </p:attrNameLst>
                                      </p:cBhvr>
                                      <p:tavLst>
                                        <p:tav tm="0">
                                          <p:val>
                                            <p:fltVal val="0"/>
                                          </p:val>
                                        </p:tav>
                                        <p:tav tm="100000">
                                          <p:val>
                                            <p:strVal val="#ppt_h"/>
                                          </p:val>
                                        </p:tav>
                                      </p:tavLst>
                                    </p:anim>
                                    <p:animEffect transition="in" filter="fade">
                                      <p:cBhvr>
                                        <p:cTn id="31" dur="500"/>
                                        <p:tgtEl>
                                          <p:spTgt spid="18"/>
                                        </p:tgtEl>
                                      </p:cBhvr>
                                    </p:animEffect>
                                  </p:childTnLst>
                                </p:cTn>
                              </p:par>
                            </p:childTnLst>
                          </p:cTn>
                        </p:par>
                        <p:par>
                          <p:cTn id="32" fill="hold">
                            <p:stCondLst>
                              <p:cond delay="3000"/>
                            </p:stCondLst>
                            <p:childTnLst>
                              <p:par>
                                <p:cTn id="33" presetID="53" presetClass="entr" presetSubtype="16" fill="hold" grpId="0" nodeType="afterEffect" nodePh="1">
                                  <p:stCondLst>
                                    <p:cond delay="0"/>
                                  </p:stCondLst>
                                  <p:endCondLst>
                                    <p:cond evt="begin" delay="0">
                                      <p:tn val="33"/>
                                    </p:cond>
                                  </p:endCondLst>
                                  <p:childTnLst>
                                    <p:set>
                                      <p:cBhvr>
                                        <p:cTn id="34" dur="1" fill="hold">
                                          <p:stCondLst>
                                            <p:cond delay="0"/>
                                          </p:stCondLst>
                                        </p:cTn>
                                        <p:tgtEl>
                                          <p:spTgt spid="25">
                                            <p:txEl>
                                              <p:pRg st="0" end="0"/>
                                            </p:txEl>
                                          </p:spTgt>
                                        </p:tgtEl>
                                        <p:attrNameLst>
                                          <p:attrName>style.visibility</p:attrName>
                                        </p:attrNameLst>
                                      </p:cBhvr>
                                      <p:to>
                                        <p:strVal val="visible"/>
                                      </p:to>
                                    </p:set>
                                    <p:anim calcmode="lin" valueType="num">
                                      <p:cBhvr>
                                        <p:cTn id="35" dur="500" fill="hold"/>
                                        <p:tgtEl>
                                          <p:spTgt spid="25">
                                            <p:txEl>
                                              <p:pRg st="0" end="0"/>
                                            </p:txEl>
                                          </p:spTgt>
                                        </p:tgtEl>
                                        <p:attrNameLst>
                                          <p:attrName>ppt_w</p:attrName>
                                        </p:attrNameLst>
                                      </p:cBhvr>
                                      <p:tavLst>
                                        <p:tav tm="0">
                                          <p:val>
                                            <p:fltVal val="0"/>
                                          </p:val>
                                        </p:tav>
                                        <p:tav tm="100000">
                                          <p:val>
                                            <p:strVal val="#ppt_w"/>
                                          </p:val>
                                        </p:tav>
                                      </p:tavLst>
                                    </p:anim>
                                    <p:anim calcmode="lin" valueType="num">
                                      <p:cBhvr>
                                        <p:cTn id="36" dur="500" fill="hold"/>
                                        <p:tgtEl>
                                          <p:spTgt spid="25">
                                            <p:txEl>
                                              <p:pRg st="0" end="0"/>
                                            </p:txEl>
                                          </p:spTgt>
                                        </p:tgtEl>
                                        <p:attrNameLst>
                                          <p:attrName>ppt_h</p:attrName>
                                        </p:attrNameLst>
                                      </p:cBhvr>
                                      <p:tavLst>
                                        <p:tav tm="0">
                                          <p:val>
                                            <p:fltVal val="0"/>
                                          </p:val>
                                        </p:tav>
                                        <p:tav tm="100000">
                                          <p:val>
                                            <p:strVal val="#ppt_h"/>
                                          </p:val>
                                        </p:tav>
                                      </p:tavLst>
                                    </p:anim>
                                    <p:animEffect transition="in" filter="fade">
                                      <p:cBhvr>
                                        <p:cTn id="37" dur="500"/>
                                        <p:tgtEl>
                                          <p:spTgt spid="25">
                                            <p:txEl>
                                              <p:pRg st="0" end="0"/>
                                            </p:txEl>
                                          </p:spTgt>
                                        </p:tgtEl>
                                      </p:cBhvr>
                                    </p:animEffect>
                                  </p:childTnLst>
                                </p:cTn>
                              </p:par>
                            </p:childTnLst>
                          </p:cTn>
                        </p:par>
                        <p:par>
                          <p:cTn id="38" fill="hold">
                            <p:stCondLst>
                              <p:cond delay="3500"/>
                            </p:stCondLst>
                            <p:childTnLst>
                              <p:par>
                                <p:cTn id="39" presetID="42" presetClass="entr" presetSubtype="0" fill="hold" grpId="0" nodeType="afterEffect" nodePh="1">
                                  <p:stCondLst>
                                    <p:cond delay="0"/>
                                  </p:stCondLst>
                                  <p:endCondLst>
                                    <p:cond evt="begin" delay="0">
                                      <p:tn val="39"/>
                                    </p:cond>
                                  </p:endCondLst>
                                  <p:childTnLst>
                                    <p:set>
                                      <p:cBhvr>
                                        <p:cTn id="40" dur="1" fill="hold">
                                          <p:stCondLst>
                                            <p:cond delay="0"/>
                                          </p:stCondLst>
                                        </p:cTn>
                                        <p:tgtEl>
                                          <p:spTgt spid="26">
                                            <p:txEl>
                                              <p:pRg st="0" end="0"/>
                                            </p:txEl>
                                          </p:spTgt>
                                        </p:tgtEl>
                                        <p:attrNameLst>
                                          <p:attrName>style.visibility</p:attrName>
                                        </p:attrNameLst>
                                      </p:cBhvr>
                                      <p:to>
                                        <p:strVal val="visible"/>
                                      </p:to>
                                    </p:set>
                                    <p:animEffect transition="in" filter="fade">
                                      <p:cBhvr>
                                        <p:cTn id="41" dur="500"/>
                                        <p:tgtEl>
                                          <p:spTgt spid="26">
                                            <p:txEl>
                                              <p:pRg st="0" end="0"/>
                                            </p:txEl>
                                          </p:spTgt>
                                        </p:tgtEl>
                                      </p:cBhvr>
                                    </p:animEffect>
                                    <p:anim calcmode="lin" valueType="num">
                                      <p:cBhvr>
                                        <p:cTn id="42" dur="500" fill="hold"/>
                                        <p:tgtEl>
                                          <p:spTgt spid="26">
                                            <p:txEl>
                                              <p:pRg st="0" end="0"/>
                                            </p:txEl>
                                          </p:spTgt>
                                        </p:tgtEl>
                                        <p:attrNameLst>
                                          <p:attrName>ppt_x</p:attrName>
                                        </p:attrNameLst>
                                      </p:cBhvr>
                                      <p:tavLst>
                                        <p:tav tm="0">
                                          <p:val>
                                            <p:strVal val="#ppt_x"/>
                                          </p:val>
                                        </p:tav>
                                        <p:tav tm="100000">
                                          <p:val>
                                            <p:strVal val="#ppt_x"/>
                                          </p:val>
                                        </p:tav>
                                      </p:tavLst>
                                    </p:anim>
                                    <p:anim calcmode="lin" valueType="num">
                                      <p:cBhvr>
                                        <p:cTn id="43" dur="500" fill="hold"/>
                                        <p:tgtEl>
                                          <p:spTgt spid="26">
                                            <p:txEl>
                                              <p:pRg st="0" end="0"/>
                                            </p:txEl>
                                          </p:spTgt>
                                        </p:tgtEl>
                                        <p:attrNameLst>
                                          <p:attrName>ppt_y</p:attrName>
                                        </p:attrNameLst>
                                      </p:cBhvr>
                                      <p:tavLst>
                                        <p:tav tm="0">
                                          <p:val>
                                            <p:strVal val="#ppt_y+.1"/>
                                          </p:val>
                                        </p:tav>
                                        <p:tav tm="100000">
                                          <p:val>
                                            <p:strVal val="#ppt_y"/>
                                          </p:val>
                                        </p:tav>
                                      </p:tavLst>
                                    </p:anim>
                                  </p:childTnLst>
                                </p:cTn>
                              </p:par>
                            </p:childTnLst>
                          </p:cTn>
                        </p:par>
                        <p:par>
                          <p:cTn id="44" fill="hold">
                            <p:stCondLst>
                              <p:cond delay="4000"/>
                            </p:stCondLst>
                            <p:childTnLst>
                              <p:par>
                                <p:cTn id="45" presetID="10" presetClass="entr" presetSubtype="0" fill="hold" grpId="0" nodeType="afterEffect">
                                  <p:stCondLst>
                                    <p:cond delay="0"/>
                                  </p:stCondLst>
                                  <p:childTnLst>
                                    <p:set>
                                      <p:cBhvr>
                                        <p:cTn id="46" dur="1" fill="hold">
                                          <p:stCondLst>
                                            <p:cond delay="0"/>
                                          </p:stCondLst>
                                        </p:cTn>
                                        <p:tgtEl>
                                          <p:spTgt spid="19"/>
                                        </p:tgtEl>
                                        <p:attrNameLst>
                                          <p:attrName>style.visibility</p:attrName>
                                        </p:attrNameLst>
                                      </p:cBhvr>
                                      <p:to>
                                        <p:strVal val="visible"/>
                                      </p:to>
                                    </p:set>
                                    <p:animEffect transition="in" filter="fade">
                                      <p:cBhvr>
                                        <p:cTn id="47" dur="500"/>
                                        <p:tgtEl>
                                          <p:spTgt spid="19"/>
                                        </p:tgtEl>
                                      </p:cBhvr>
                                    </p:animEffect>
                                  </p:childTnLst>
                                </p:cTn>
                              </p:par>
                            </p:childTnLst>
                          </p:cTn>
                        </p:par>
                        <p:par>
                          <p:cTn id="48" fill="hold">
                            <p:stCondLst>
                              <p:cond delay="4500"/>
                            </p:stCondLst>
                            <p:childTnLst>
                              <p:par>
                                <p:cTn id="49" presetID="10" presetClass="entr" presetSubtype="0" fill="hold" grpId="0" nodeType="afterEffect">
                                  <p:stCondLst>
                                    <p:cond delay="0"/>
                                  </p:stCondLst>
                                  <p:childTnLst>
                                    <p:set>
                                      <p:cBhvr>
                                        <p:cTn id="50" dur="1" fill="hold">
                                          <p:stCondLst>
                                            <p:cond delay="0"/>
                                          </p:stCondLst>
                                        </p:cTn>
                                        <p:tgtEl>
                                          <p:spTgt spid="20"/>
                                        </p:tgtEl>
                                        <p:attrNameLst>
                                          <p:attrName>style.visibility</p:attrName>
                                        </p:attrNameLst>
                                      </p:cBhvr>
                                      <p:to>
                                        <p:strVal val="visible"/>
                                      </p:to>
                                    </p:set>
                                    <p:animEffect transition="in" filter="fade">
                                      <p:cBhvr>
                                        <p:cTn id="51" dur="500"/>
                                        <p:tgtEl>
                                          <p:spTgt spid="20"/>
                                        </p:tgtEl>
                                      </p:cBhvr>
                                    </p:animEffect>
                                  </p:childTnLst>
                                </p:cTn>
                              </p:par>
                            </p:childTnLst>
                          </p:cTn>
                        </p:par>
                        <p:par>
                          <p:cTn id="52" fill="hold">
                            <p:stCondLst>
                              <p:cond delay="5000"/>
                            </p:stCondLst>
                            <p:childTnLst>
                              <p:par>
                                <p:cTn id="53" presetID="53" presetClass="entr" presetSubtype="16" fill="hold" grpId="0" nodeType="afterEffect">
                                  <p:stCondLst>
                                    <p:cond delay="0"/>
                                  </p:stCondLst>
                                  <p:childTnLst>
                                    <p:set>
                                      <p:cBhvr>
                                        <p:cTn id="54" dur="1" fill="hold">
                                          <p:stCondLst>
                                            <p:cond delay="0"/>
                                          </p:stCondLst>
                                        </p:cTn>
                                        <p:tgtEl>
                                          <p:spTgt spid="21"/>
                                        </p:tgtEl>
                                        <p:attrNameLst>
                                          <p:attrName>style.visibility</p:attrName>
                                        </p:attrNameLst>
                                      </p:cBhvr>
                                      <p:to>
                                        <p:strVal val="visible"/>
                                      </p:to>
                                    </p:set>
                                    <p:anim calcmode="lin" valueType="num">
                                      <p:cBhvr>
                                        <p:cTn id="55" dur="500" fill="hold"/>
                                        <p:tgtEl>
                                          <p:spTgt spid="21"/>
                                        </p:tgtEl>
                                        <p:attrNameLst>
                                          <p:attrName>ppt_w</p:attrName>
                                        </p:attrNameLst>
                                      </p:cBhvr>
                                      <p:tavLst>
                                        <p:tav tm="0">
                                          <p:val>
                                            <p:fltVal val="0"/>
                                          </p:val>
                                        </p:tav>
                                        <p:tav tm="100000">
                                          <p:val>
                                            <p:strVal val="#ppt_w"/>
                                          </p:val>
                                        </p:tav>
                                      </p:tavLst>
                                    </p:anim>
                                    <p:anim calcmode="lin" valueType="num">
                                      <p:cBhvr>
                                        <p:cTn id="56" dur="500" fill="hold"/>
                                        <p:tgtEl>
                                          <p:spTgt spid="21"/>
                                        </p:tgtEl>
                                        <p:attrNameLst>
                                          <p:attrName>ppt_h</p:attrName>
                                        </p:attrNameLst>
                                      </p:cBhvr>
                                      <p:tavLst>
                                        <p:tav tm="0">
                                          <p:val>
                                            <p:fltVal val="0"/>
                                          </p:val>
                                        </p:tav>
                                        <p:tav tm="100000">
                                          <p:val>
                                            <p:strVal val="#ppt_h"/>
                                          </p:val>
                                        </p:tav>
                                      </p:tavLst>
                                    </p:anim>
                                    <p:animEffect transition="in" filter="fade">
                                      <p:cBhvr>
                                        <p:cTn id="57" dur="500"/>
                                        <p:tgtEl>
                                          <p:spTgt spid="21"/>
                                        </p:tgtEl>
                                      </p:cBhvr>
                                    </p:animEffect>
                                  </p:childTnLst>
                                </p:cTn>
                              </p:par>
                            </p:childTnLst>
                          </p:cTn>
                        </p:par>
                        <p:par>
                          <p:cTn id="58" fill="hold">
                            <p:stCondLst>
                              <p:cond delay="5500"/>
                            </p:stCondLst>
                            <p:childTnLst>
                              <p:par>
                                <p:cTn id="59" presetID="53" presetClass="entr" presetSubtype="16" fill="hold" grpId="0" nodeType="afterEffect" nodePh="1">
                                  <p:stCondLst>
                                    <p:cond delay="0"/>
                                  </p:stCondLst>
                                  <p:endCondLst>
                                    <p:cond evt="begin" delay="0">
                                      <p:tn val="59"/>
                                    </p:cond>
                                  </p:endCondLst>
                                  <p:childTnLst>
                                    <p:set>
                                      <p:cBhvr>
                                        <p:cTn id="60" dur="1" fill="hold">
                                          <p:stCondLst>
                                            <p:cond delay="0"/>
                                          </p:stCondLst>
                                        </p:cTn>
                                        <p:tgtEl>
                                          <p:spTgt spid="28">
                                            <p:txEl>
                                              <p:pRg st="0" end="0"/>
                                            </p:txEl>
                                          </p:spTgt>
                                        </p:tgtEl>
                                        <p:attrNameLst>
                                          <p:attrName>style.visibility</p:attrName>
                                        </p:attrNameLst>
                                      </p:cBhvr>
                                      <p:to>
                                        <p:strVal val="visible"/>
                                      </p:to>
                                    </p:set>
                                    <p:anim calcmode="lin" valueType="num">
                                      <p:cBhvr>
                                        <p:cTn id="61" dur="500" fill="hold"/>
                                        <p:tgtEl>
                                          <p:spTgt spid="28">
                                            <p:txEl>
                                              <p:pRg st="0" end="0"/>
                                            </p:txEl>
                                          </p:spTgt>
                                        </p:tgtEl>
                                        <p:attrNameLst>
                                          <p:attrName>ppt_w</p:attrName>
                                        </p:attrNameLst>
                                      </p:cBhvr>
                                      <p:tavLst>
                                        <p:tav tm="0">
                                          <p:val>
                                            <p:fltVal val="0"/>
                                          </p:val>
                                        </p:tav>
                                        <p:tav tm="100000">
                                          <p:val>
                                            <p:strVal val="#ppt_w"/>
                                          </p:val>
                                        </p:tav>
                                      </p:tavLst>
                                    </p:anim>
                                    <p:anim calcmode="lin" valueType="num">
                                      <p:cBhvr>
                                        <p:cTn id="62" dur="500" fill="hold"/>
                                        <p:tgtEl>
                                          <p:spTgt spid="28">
                                            <p:txEl>
                                              <p:pRg st="0" end="0"/>
                                            </p:txEl>
                                          </p:spTgt>
                                        </p:tgtEl>
                                        <p:attrNameLst>
                                          <p:attrName>ppt_h</p:attrName>
                                        </p:attrNameLst>
                                      </p:cBhvr>
                                      <p:tavLst>
                                        <p:tav tm="0">
                                          <p:val>
                                            <p:fltVal val="0"/>
                                          </p:val>
                                        </p:tav>
                                        <p:tav tm="100000">
                                          <p:val>
                                            <p:strVal val="#ppt_h"/>
                                          </p:val>
                                        </p:tav>
                                      </p:tavLst>
                                    </p:anim>
                                    <p:animEffect transition="in" filter="fade">
                                      <p:cBhvr>
                                        <p:cTn id="63" dur="500"/>
                                        <p:tgtEl>
                                          <p:spTgt spid="28">
                                            <p:txEl>
                                              <p:pRg st="0" end="0"/>
                                            </p:txEl>
                                          </p:spTgt>
                                        </p:tgtEl>
                                      </p:cBhvr>
                                    </p:animEffect>
                                  </p:childTnLst>
                                </p:cTn>
                              </p:par>
                            </p:childTnLst>
                          </p:cTn>
                        </p:par>
                        <p:par>
                          <p:cTn id="64" fill="hold">
                            <p:stCondLst>
                              <p:cond delay="6000"/>
                            </p:stCondLst>
                            <p:childTnLst>
                              <p:par>
                                <p:cTn id="65" presetID="42" presetClass="entr" presetSubtype="0" fill="hold" grpId="0" nodeType="afterEffect" nodePh="1">
                                  <p:stCondLst>
                                    <p:cond delay="0"/>
                                  </p:stCondLst>
                                  <p:endCondLst>
                                    <p:cond evt="begin" delay="0">
                                      <p:tn val="65"/>
                                    </p:cond>
                                  </p:endCondLst>
                                  <p:childTnLst>
                                    <p:set>
                                      <p:cBhvr>
                                        <p:cTn id="66" dur="1" fill="hold">
                                          <p:stCondLst>
                                            <p:cond delay="0"/>
                                          </p:stCondLst>
                                        </p:cTn>
                                        <p:tgtEl>
                                          <p:spTgt spid="29">
                                            <p:txEl>
                                              <p:pRg st="0" end="0"/>
                                            </p:txEl>
                                          </p:spTgt>
                                        </p:tgtEl>
                                        <p:attrNameLst>
                                          <p:attrName>style.visibility</p:attrName>
                                        </p:attrNameLst>
                                      </p:cBhvr>
                                      <p:to>
                                        <p:strVal val="visible"/>
                                      </p:to>
                                    </p:set>
                                    <p:animEffect transition="in" filter="fade">
                                      <p:cBhvr>
                                        <p:cTn id="67" dur="500"/>
                                        <p:tgtEl>
                                          <p:spTgt spid="29">
                                            <p:txEl>
                                              <p:pRg st="0" end="0"/>
                                            </p:txEl>
                                          </p:spTgt>
                                        </p:tgtEl>
                                      </p:cBhvr>
                                    </p:animEffect>
                                    <p:anim calcmode="lin" valueType="num">
                                      <p:cBhvr>
                                        <p:cTn id="68" dur="500" fill="hold"/>
                                        <p:tgtEl>
                                          <p:spTgt spid="29">
                                            <p:txEl>
                                              <p:pRg st="0" end="0"/>
                                            </p:txEl>
                                          </p:spTgt>
                                        </p:tgtEl>
                                        <p:attrNameLst>
                                          <p:attrName>ppt_x</p:attrName>
                                        </p:attrNameLst>
                                      </p:cBhvr>
                                      <p:tavLst>
                                        <p:tav tm="0">
                                          <p:val>
                                            <p:strVal val="#ppt_x"/>
                                          </p:val>
                                        </p:tav>
                                        <p:tav tm="100000">
                                          <p:val>
                                            <p:strVal val="#ppt_x"/>
                                          </p:val>
                                        </p:tav>
                                      </p:tavLst>
                                    </p:anim>
                                    <p:anim calcmode="lin" valueType="num">
                                      <p:cBhvr>
                                        <p:cTn id="69" dur="500" fill="hold"/>
                                        <p:tgtEl>
                                          <p:spTgt spid="29">
                                            <p:txEl>
                                              <p:pRg st="0" end="0"/>
                                            </p:txEl>
                                          </p:spTgt>
                                        </p:tgtEl>
                                        <p:attrNameLst>
                                          <p:attrName>ppt_y</p:attrName>
                                        </p:attrNameLst>
                                      </p:cBhvr>
                                      <p:tavLst>
                                        <p:tav tm="0">
                                          <p:val>
                                            <p:strVal val="#ppt_y+.1"/>
                                          </p:val>
                                        </p:tav>
                                        <p:tav tm="100000">
                                          <p:val>
                                            <p:strVal val="#ppt_y"/>
                                          </p:val>
                                        </p:tav>
                                      </p:tavLst>
                                    </p:anim>
                                  </p:childTnLst>
                                </p:cTn>
                              </p:par>
                            </p:childTnLst>
                          </p:cTn>
                        </p:par>
                        <p:par>
                          <p:cTn id="70" fill="hold">
                            <p:stCondLst>
                              <p:cond delay="6500"/>
                            </p:stCondLst>
                            <p:childTnLst>
                              <p:par>
                                <p:cTn id="71" presetID="10" presetClass="entr" presetSubtype="0" fill="hold" grpId="0" nodeType="afterEffect">
                                  <p:stCondLst>
                                    <p:cond delay="0"/>
                                  </p:stCondLst>
                                  <p:childTnLst>
                                    <p:set>
                                      <p:cBhvr>
                                        <p:cTn id="72" dur="1" fill="hold">
                                          <p:stCondLst>
                                            <p:cond delay="0"/>
                                          </p:stCondLst>
                                        </p:cTn>
                                        <p:tgtEl>
                                          <p:spTgt spid="22"/>
                                        </p:tgtEl>
                                        <p:attrNameLst>
                                          <p:attrName>style.visibility</p:attrName>
                                        </p:attrNameLst>
                                      </p:cBhvr>
                                      <p:to>
                                        <p:strVal val="visible"/>
                                      </p:to>
                                    </p:set>
                                    <p:animEffect transition="in" filter="fade">
                                      <p:cBhvr>
                                        <p:cTn id="73" dur="500"/>
                                        <p:tgtEl>
                                          <p:spTgt spid="22"/>
                                        </p:tgtEl>
                                      </p:cBhvr>
                                    </p:animEffect>
                                  </p:childTnLst>
                                </p:cTn>
                              </p:par>
                            </p:childTnLst>
                          </p:cTn>
                        </p:par>
                        <p:par>
                          <p:cTn id="74" fill="hold">
                            <p:stCondLst>
                              <p:cond delay="7000"/>
                            </p:stCondLst>
                            <p:childTnLst>
                              <p:par>
                                <p:cTn id="75" presetID="10" presetClass="entr" presetSubtype="0" fill="hold" grpId="0" nodeType="afterEffect">
                                  <p:stCondLst>
                                    <p:cond delay="0"/>
                                  </p:stCondLst>
                                  <p:childTnLst>
                                    <p:set>
                                      <p:cBhvr>
                                        <p:cTn id="76" dur="1" fill="hold">
                                          <p:stCondLst>
                                            <p:cond delay="0"/>
                                          </p:stCondLst>
                                        </p:cTn>
                                        <p:tgtEl>
                                          <p:spTgt spid="23"/>
                                        </p:tgtEl>
                                        <p:attrNameLst>
                                          <p:attrName>style.visibility</p:attrName>
                                        </p:attrNameLst>
                                      </p:cBhvr>
                                      <p:to>
                                        <p:strVal val="visible"/>
                                      </p:to>
                                    </p:set>
                                    <p:animEffect transition="in" filter="fade">
                                      <p:cBhvr>
                                        <p:cTn id="77" dur="500"/>
                                        <p:tgtEl>
                                          <p:spTgt spid="23"/>
                                        </p:tgtEl>
                                      </p:cBhvr>
                                    </p:animEffect>
                                  </p:childTnLst>
                                </p:cTn>
                              </p:par>
                            </p:childTnLst>
                          </p:cTn>
                        </p:par>
                        <p:par>
                          <p:cTn id="78" fill="hold">
                            <p:stCondLst>
                              <p:cond delay="7500"/>
                            </p:stCondLst>
                            <p:childTnLst>
                              <p:par>
                                <p:cTn id="79" presetID="53" presetClass="entr" presetSubtype="16" fill="hold" grpId="0" nodeType="afterEffect">
                                  <p:stCondLst>
                                    <p:cond delay="0"/>
                                  </p:stCondLst>
                                  <p:childTnLst>
                                    <p:set>
                                      <p:cBhvr>
                                        <p:cTn id="80" dur="1" fill="hold">
                                          <p:stCondLst>
                                            <p:cond delay="0"/>
                                          </p:stCondLst>
                                        </p:cTn>
                                        <p:tgtEl>
                                          <p:spTgt spid="24"/>
                                        </p:tgtEl>
                                        <p:attrNameLst>
                                          <p:attrName>style.visibility</p:attrName>
                                        </p:attrNameLst>
                                      </p:cBhvr>
                                      <p:to>
                                        <p:strVal val="visible"/>
                                      </p:to>
                                    </p:set>
                                    <p:anim calcmode="lin" valueType="num">
                                      <p:cBhvr>
                                        <p:cTn id="81" dur="500" fill="hold"/>
                                        <p:tgtEl>
                                          <p:spTgt spid="24"/>
                                        </p:tgtEl>
                                        <p:attrNameLst>
                                          <p:attrName>ppt_w</p:attrName>
                                        </p:attrNameLst>
                                      </p:cBhvr>
                                      <p:tavLst>
                                        <p:tav tm="0">
                                          <p:val>
                                            <p:fltVal val="0"/>
                                          </p:val>
                                        </p:tav>
                                        <p:tav tm="100000">
                                          <p:val>
                                            <p:strVal val="#ppt_w"/>
                                          </p:val>
                                        </p:tav>
                                      </p:tavLst>
                                    </p:anim>
                                    <p:anim calcmode="lin" valueType="num">
                                      <p:cBhvr>
                                        <p:cTn id="82" dur="500" fill="hold"/>
                                        <p:tgtEl>
                                          <p:spTgt spid="24"/>
                                        </p:tgtEl>
                                        <p:attrNameLst>
                                          <p:attrName>ppt_h</p:attrName>
                                        </p:attrNameLst>
                                      </p:cBhvr>
                                      <p:tavLst>
                                        <p:tav tm="0">
                                          <p:val>
                                            <p:fltVal val="0"/>
                                          </p:val>
                                        </p:tav>
                                        <p:tav tm="100000">
                                          <p:val>
                                            <p:strVal val="#ppt_h"/>
                                          </p:val>
                                        </p:tav>
                                      </p:tavLst>
                                    </p:anim>
                                    <p:animEffect transition="in" filter="fade">
                                      <p:cBhvr>
                                        <p:cTn id="83" dur="500"/>
                                        <p:tgtEl>
                                          <p:spTgt spid="24"/>
                                        </p:tgtEl>
                                      </p:cBhvr>
                                    </p:animEffect>
                                  </p:childTnLst>
                                </p:cTn>
                              </p:par>
                            </p:childTnLst>
                          </p:cTn>
                        </p:par>
                        <p:par>
                          <p:cTn id="84" fill="hold">
                            <p:stCondLst>
                              <p:cond delay="8000"/>
                            </p:stCondLst>
                            <p:childTnLst>
                              <p:par>
                                <p:cTn id="85" presetID="53" presetClass="entr" presetSubtype="16" fill="hold" grpId="0" nodeType="afterEffect" nodePh="1">
                                  <p:stCondLst>
                                    <p:cond delay="0"/>
                                  </p:stCondLst>
                                  <p:endCondLst>
                                    <p:cond evt="begin" delay="0">
                                      <p:tn val="85"/>
                                    </p:cond>
                                  </p:endCondLst>
                                  <p:childTnLst>
                                    <p:set>
                                      <p:cBhvr>
                                        <p:cTn id="86" dur="1" fill="hold">
                                          <p:stCondLst>
                                            <p:cond delay="0"/>
                                          </p:stCondLst>
                                        </p:cTn>
                                        <p:tgtEl>
                                          <p:spTgt spid="30">
                                            <p:txEl>
                                              <p:pRg st="0" end="0"/>
                                            </p:txEl>
                                          </p:spTgt>
                                        </p:tgtEl>
                                        <p:attrNameLst>
                                          <p:attrName>style.visibility</p:attrName>
                                        </p:attrNameLst>
                                      </p:cBhvr>
                                      <p:to>
                                        <p:strVal val="visible"/>
                                      </p:to>
                                    </p:set>
                                    <p:anim calcmode="lin" valueType="num">
                                      <p:cBhvr>
                                        <p:cTn id="87" dur="500" fill="hold"/>
                                        <p:tgtEl>
                                          <p:spTgt spid="30">
                                            <p:txEl>
                                              <p:pRg st="0" end="0"/>
                                            </p:txEl>
                                          </p:spTgt>
                                        </p:tgtEl>
                                        <p:attrNameLst>
                                          <p:attrName>ppt_w</p:attrName>
                                        </p:attrNameLst>
                                      </p:cBhvr>
                                      <p:tavLst>
                                        <p:tav tm="0">
                                          <p:val>
                                            <p:fltVal val="0"/>
                                          </p:val>
                                        </p:tav>
                                        <p:tav tm="100000">
                                          <p:val>
                                            <p:strVal val="#ppt_w"/>
                                          </p:val>
                                        </p:tav>
                                      </p:tavLst>
                                    </p:anim>
                                    <p:anim calcmode="lin" valueType="num">
                                      <p:cBhvr>
                                        <p:cTn id="88" dur="500" fill="hold"/>
                                        <p:tgtEl>
                                          <p:spTgt spid="30">
                                            <p:txEl>
                                              <p:pRg st="0" end="0"/>
                                            </p:txEl>
                                          </p:spTgt>
                                        </p:tgtEl>
                                        <p:attrNameLst>
                                          <p:attrName>ppt_h</p:attrName>
                                        </p:attrNameLst>
                                      </p:cBhvr>
                                      <p:tavLst>
                                        <p:tav tm="0">
                                          <p:val>
                                            <p:fltVal val="0"/>
                                          </p:val>
                                        </p:tav>
                                        <p:tav tm="100000">
                                          <p:val>
                                            <p:strVal val="#ppt_h"/>
                                          </p:val>
                                        </p:tav>
                                      </p:tavLst>
                                    </p:anim>
                                    <p:animEffect transition="in" filter="fade">
                                      <p:cBhvr>
                                        <p:cTn id="89" dur="500"/>
                                        <p:tgtEl>
                                          <p:spTgt spid="30">
                                            <p:txEl>
                                              <p:pRg st="0" end="0"/>
                                            </p:txEl>
                                          </p:spTgt>
                                        </p:tgtEl>
                                      </p:cBhvr>
                                    </p:animEffect>
                                  </p:childTnLst>
                                </p:cTn>
                              </p:par>
                            </p:childTnLst>
                          </p:cTn>
                        </p:par>
                        <p:par>
                          <p:cTn id="90" fill="hold">
                            <p:stCondLst>
                              <p:cond delay="8500"/>
                            </p:stCondLst>
                            <p:childTnLst>
                              <p:par>
                                <p:cTn id="91" presetID="42" presetClass="entr" presetSubtype="0" fill="hold" grpId="0" nodeType="afterEffect" nodePh="1">
                                  <p:stCondLst>
                                    <p:cond delay="0"/>
                                  </p:stCondLst>
                                  <p:endCondLst>
                                    <p:cond evt="begin" delay="0">
                                      <p:tn val="91"/>
                                    </p:cond>
                                  </p:endCondLst>
                                  <p:childTnLst>
                                    <p:set>
                                      <p:cBhvr>
                                        <p:cTn id="92" dur="1" fill="hold">
                                          <p:stCondLst>
                                            <p:cond delay="0"/>
                                          </p:stCondLst>
                                        </p:cTn>
                                        <p:tgtEl>
                                          <p:spTgt spid="31">
                                            <p:txEl>
                                              <p:pRg st="0" end="0"/>
                                            </p:txEl>
                                          </p:spTgt>
                                        </p:tgtEl>
                                        <p:attrNameLst>
                                          <p:attrName>style.visibility</p:attrName>
                                        </p:attrNameLst>
                                      </p:cBhvr>
                                      <p:to>
                                        <p:strVal val="visible"/>
                                      </p:to>
                                    </p:set>
                                    <p:animEffect transition="in" filter="fade">
                                      <p:cBhvr>
                                        <p:cTn id="93" dur="500"/>
                                        <p:tgtEl>
                                          <p:spTgt spid="31">
                                            <p:txEl>
                                              <p:pRg st="0" end="0"/>
                                            </p:txEl>
                                          </p:spTgt>
                                        </p:tgtEl>
                                      </p:cBhvr>
                                    </p:animEffect>
                                    <p:anim calcmode="lin" valueType="num">
                                      <p:cBhvr>
                                        <p:cTn id="94" dur="500" fill="hold"/>
                                        <p:tgtEl>
                                          <p:spTgt spid="31">
                                            <p:txEl>
                                              <p:pRg st="0" end="0"/>
                                            </p:txEl>
                                          </p:spTgt>
                                        </p:tgtEl>
                                        <p:attrNameLst>
                                          <p:attrName>ppt_x</p:attrName>
                                        </p:attrNameLst>
                                      </p:cBhvr>
                                      <p:tavLst>
                                        <p:tav tm="0">
                                          <p:val>
                                            <p:strVal val="#ppt_x"/>
                                          </p:val>
                                        </p:tav>
                                        <p:tav tm="100000">
                                          <p:val>
                                            <p:strVal val="#ppt_x"/>
                                          </p:val>
                                        </p:tav>
                                      </p:tavLst>
                                    </p:anim>
                                    <p:anim calcmode="lin" valueType="num">
                                      <p:cBhvr>
                                        <p:cTn id="95" dur="500" fill="hold"/>
                                        <p:tgtEl>
                                          <p:spTgt spid="31">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6" grpId="0" animBg="1"/>
      <p:bldP spid="9" grpId="0" animBg="1"/>
      <p:bldP spid="18" grpId="0" animBg="1"/>
      <p:bldP spid="19" grpId="0" animBg="1"/>
      <p:bldP spid="20" grpId="0" animBg="1"/>
      <p:bldP spid="21" grpId="0" animBg="1"/>
      <p:bldP spid="22" grpId="0" animBg="1"/>
      <p:bldP spid="23" grpId="0" animBg="1"/>
      <p:bldP spid="24" grpId="0" animBg="1"/>
      <p:bldP spid="25"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5"/>
                        </p:tgtEl>
                        <p:attrNameLst>
                          <p:attrName>style.visibility</p:attrName>
                        </p:attrNameLst>
                      </p:cBhvr>
                      <p:to>
                        <p:strVal val="visible"/>
                      </p:to>
                    </p:set>
                    <p:anim calcmode="lin" valueType="num">
                      <p:cBhvr>
                        <p:cTn dur="500" fill="hold"/>
                        <p:tgtEl>
                          <p:spTgt spid="25"/>
                        </p:tgtEl>
                        <p:attrNameLst>
                          <p:attrName>ppt_w</p:attrName>
                        </p:attrNameLst>
                      </p:cBhvr>
                      <p:tavLst>
                        <p:tav tm="0">
                          <p:val>
                            <p:fltVal val="0"/>
                          </p:val>
                        </p:tav>
                        <p:tav tm="100000">
                          <p:val>
                            <p:strVal val="#ppt_w"/>
                          </p:val>
                        </p:tav>
                      </p:tavLst>
                    </p:anim>
                    <p:anim calcmode="lin" valueType="num">
                      <p:cBhvr>
                        <p:cTn dur="500" fill="hold"/>
                        <p:tgtEl>
                          <p:spTgt spid="25"/>
                        </p:tgtEl>
                        <p:attrNameLst>
                          <p:attrName>ppt_h</p:attrName>
                        </p:attrNameLst>
                      </p:cBhvr>
                      <p:tavLst>
                        <p:tav tm="0">
                          <p:val>
                            <p:fltVal val="0"/>
                          </p:val>
                        </p:tav>
                        <p:tav tm="100000">
                          <p:val>
                            <p:strVal val="#ppt_h"/>
                          </p:val>
                        </p:tav>
                      </p:tavLst>
                    </p:anim>
                    <p:animEffect transition="in" filter="fade">
                      <p:cBhvr>
                        <p:cTn dur="500"/>
                        <p:tgtEl>
                          <p:spTgt spid="25"/>
                        </p:tgtEl>
                      </p:cBhvr>
                    </p:animEffect>
                  </p:childTnLst>
                </p:cTn>
              </p:par>
            </p:tnLst>
          </p:tmpl>
        </p:tmplLst>
      </p:bldP>
      <p:bldP spid="26"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6"/>
                        </p:tgtEl>
                        <p:attrNameLst>
                          <p:attrName>style.visibility</p:attrName>
                        </p:attrNameLst>
                      </p:cBhvr>
                      <p:to>
                        <p:strVal val="visible"/>
                      </p:to>
                    </p:set>
                    <p:animEffect transition="in" filter="fade">
                      <p:cBhvr>
                        <p:cTn dur="500"/>
                        <p:tgtEl>
                          <p:spTgt spid="26"/>
                        </p:tgtEl>
                      </p:cBhvr>
                    </p:animEffect>
                    <p:anim calcmode="lin" valueType="num">
                      <p:cBhvr>
                        <p:cTn dur="500" fill="hold"/>
                        <p:tgtEl>
                          <p:spTgt spid="26"/>
                        </p:tgtEl>
                        <p:attrNameLst>
                          <p:attrName>ppt_x</p:attrName>
                        </p:attrNameLst>
                      </p:cBhvr>
                      <p:tavLst>
                        <p:tav tm="0">
                          <p:val>
                            <p:strVal val="#ppt_x"/>
                          </p:val>
                        </p:tav>
                        <p:tav tm="100000">
                          <p:val>
                            <p:strVal val="#ppt_x"/>
                          </p:val>
                        </p:tav>
                      </p:tavLst>
                    </p:anim>
                    <p:anim calcmode="lin" valueType="num">
                      <p:cBhvr>
                        <p:cTn dur="500" fill="hold"/>
                        <p:tgtEl>
                          <p:spTgt spid="26"/>
                        </p:tgtEl>
                        <p:attrNameLst>
                          <p:attrName>ppt_y</p:attrName>
                        </p:attrNameLst>
                      </p:cBhvr>
                      <p:tavLst>
                        <p:tav tm="0">
                          <p:val>
                            <p:strVal val="#ppt_y+.1"/>
                          </p:val>
                        </p:tav>
                        <p:tav tm="100000">
                          <p:val>
                            <p:strVal val="#ppt_y"/>
                          </p:val>
                        </p:tav>
                      </p:tavLst>
                    </p:anim>
                  </p:childTnLst>
                </p:cTn>
              </p:par>
            </p:tnLst>
          </p:tmpl>
        </p:tmplLst>
      </p:bldP>
      <p:bldP spid="28"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8"/>
                        </p:tgtEl>
                        <p:attrNameLst>
                          <p:attrName>style.visibility</p:attrName>
                        </p:attrNameLst>
                      </p:cBhvr>
                      <p:to>
                        <p:strVal val="visible"/>
                      </p:to>
                    </p:set>
                    <p:anim calcmode="lin" valueType="num">
                      <p:cBhvr>
                        <p:cTn dur="500" fill="hold"/>
                        <p:tgtEl>
                          <p:spTgt spid="28"/>
                        </p:tgtEl>
                        <p:attrNameLst>
                          <p:attrName>ppt_w</p:attrName>
                        </p:attrNameLst>
                      </p:cBhvr>
                      <p:tavLst>
                        <p:tav tm="0">
                          <p:val>
                            <p:fltVal val="0"/>
                          </p:val>
                        </p:tav>
                        <p:tav tm="100000">
                          <p:val>
                            <p:strVal val="#ppt_w"/>
                          </p:val>
                        </p:tav>
                      </p:tavLst>
                    </p:anim>
                    <p:anim calcmode="lin" valueType="num">
                      <p:cBhvr>
                        <p:cTn dur="500" fill="hold"/>
                        <p:tgtEl>
                          <p:spTgt spid="28"/>
                        </p:tgtEl>
                        <p:attrNameLst>
                          <p:attrName>ppt_h</p:attrName>
                        </p:attrNameLst>
                      </p:cBhvr>
                      <p:tavLst>
                        <p:tav tm="0">
                          <p:val>
                            <p:fltVal val="0"/>
                          </p:val>
                        </p:tav>
                        <p:tav tm="100000">
                          <p:val>
                            <p:strVal val="#ppt_h"/>
                          </p:val>
                        </p:tav>
                      </p:tavLst>
                    </p:anim>
                    <p:animEffect transition="in" filter="fade">
                      <p:cBhvr>
                        <p:cTn dur="500"/>
                        <p:tgtEl>
                          <p:spTgt spid="28"/>
                        </p:tgtEl>
                      </p:cBhvr>
                    </p:animEffect>
                  </p:childTnLst>
                </p:cTn>
              </p:par>
            </p:tnLst>
          </p:tmpl>
        </p:tmplLst>
      </p:bldP>
      <p:bldP spid="29"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9"/>
                        </p:tgtEl>
                        <p:attrNameLst>
                          <p:attrName>style.visibility</p:attrName>
                        </p:attrNameLst>
                      </p:cBhvr>
                      <p:to>
                        <p:strVal val="visible"/>
                      </p:to>
                    </p:set>
                    <p:animEffect transition="in" filter="fade">
                      <p:cBhvr>
                        <p:cTn dur="500"/>
                        <p:tgtEl>
                          <p:spTgt spid="29"/>
                        </p:tgtEl>
                      </p:cBhvr>
                    </p:animEffect>
                    <p:anim calcmode="lin" valueType="num">
                      <p:cBhvr>
                        <p:cTn dur="500" fill="hold"/>
                        <p:tgtEl>
                          <p:spTgt spid="29"/>
                        </p:tgtEl>
                        <p:attrNameLst>
                          <p:attrName>ppt_x</p:attrName>
                        </p:attrNameLst>
                      </p:cBhvr>
                      <p:tavLst>
                        <p:tav tm="0">
                          <p:val>
                            <p:strVal val="#ppt_x"/>
                          </p:val>
                        </p:tav>
                        <p:tav tm="100000">
                          <p:val>
                            <p:strVal val="#ppt_x"/>
                          </p:val>
                        </p:tav>
                      </p:tavLst>
                    </p:anim>
                    <p:anim calcmode="lin" valueType="num">
                      <p:cBhvr>
                        <p:cTn dur="500" fill="hold"/>
                        <p:tgtEl>
                          <p:spTgt spid="29"/>
                        </p:tgtEl>
                        <p:attrNameLst>
                          <p:attrName>ppt_y</p:attrName>
                        </p:attrNameLst>
                      </p:cBhvr>
                      <p:tavLst>
                        <p:tav tm="0">
                          <p:val>
                            <p:strVal val="#ppt_y+.1"/>
                          </p:val>
                        </p:tav>
                        <p:tav tm="100000">
                          <p:val>
                            <p:strVal val="#ppt_y"/>
                          </p:val>
                        </p:tav>
                      </p:tavLst>
                    </p:anim>
                  </p:childTnLst>
                </p:cTn>
              </p:par>
            </p:tnLst>
          </p:tmpl>
        </p:tmplLst>
      </p:bldP>
      <p:bldP spid="30"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30"/>
                        </p:tgtEl>
                        <p:attrNameLst>
                          <p:attrName>style.visibility</p:attrName>
                        </p:attrNameLst>
                      </p:cBhvr>
                      <p:to>
                        <p:strVal val="visible"/>
                      </p:to>
                    </p:set>
                    <p:anim calcmode="lin" valueType="num">
                      <p:cBhvr>
                        <p:cTn dur="500" fill="hold"/>
                        <p:tgtEl>
                          <p:spTgt spid="30"/>
                        </p:tgtEl>
                        <p:attrNameLst>
                          <p:attrName>ppt_w</p:attrName>
                        </p:attrNameLst>
                      </p:cBhvr>
                      <p:tavLst>
                        <p:tav tm="0">
                          <p:val>
                            <p:fltVal val="0"/>
                          </p:val>
                        </p:tav>
                        <p:tav tm="100000">
                          <p:val>
                            <p:strVal val="#ppt_w"/>
                          </p:val>
                        </p:tav>
                      </p:tavLst>
                    </p:anim>
                    <p:anim calcmode="lin" valueType="num">
                      <p:cBhvr>
                        <p:cTn dur="500" fill="hold"/>
                        <p:tgtEl>
                          <p:spTgt spid="30"/>
                        </p:tgtEl>
                        <p:attrNameLst>
                          <p:attrName>ppt_h</p:attrName>
                        </p:attrNameLst>
                      </p:cBhvr>
                      <p:tavLst>
                        <p:tav tm="0">
                          <p:val>
                            <p:fltVal val="0"/>
                          </p:val>
                        </p:tav>
                        <p:tav tm="100000">
                          <p:val>
                            <p:strVal val="#ppt_h"/>
                          </p:val>
                        </p:tav>
                      </p:tavLst>
                    </p:anim>
                    <p:animEffect transition="in" filter="fade">
                      <p:cBhvr>
                        <p:cTn dur="500"/>
                        <p:tgtEl>
                          <p:spTgt spid="30"/>
                        </p:tgtEl>
                      </p:cBhvr>
                    </p:animEffect>
                  </p:childTnLst>
                </p:cTn>
              </p:par>
            </p:tnLst>
          </p:tmpl>
        </p:tmplLst>
      </p:bldP>
      <p:bldP spid="31"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31"/>
                        </p:tgtEl>
                        <p:attrNameLst>
                          <p:attrName>style.visibility</p:attrName>
                        </p:attrNameLst>
                      </p:cBhvr>
                      <p:to>
                        <p:strVal val="visible"/>
                      </p:to>
                    </p:set>
                    <p:animEffect transition="in" filter="fade">
                      <p:cBhvr>
                        <p:cTn dur="500"/>
                        <p:tgtEl>
                          <p:spTgt spid="31"/>
                        </p:tgtEl>
                      </p:cBhvr>
                    </p:animEffect>
                    <p:anim calcmode="lin" valueType="num">
                      <p:cBhvr>
                        <p:cTn dur="500" fill="hold"/>
                        <p:tgtEl>
                          <p:spTgt spid="31"/>
                        </p:tgtEl>
                        <p:attrNameLst>
                          <p:attrName>ppt_x</p:attrName>
                        </p:attrNameLst>
                      </p:cBhvr>
                      <p:tavLst>
                        <p:tav tm="0">
                          <p:val>
                            <p:strVal val="#ppt_x"/>
                          </p:val>
                        </p:tav>
                        <p:tav tm="100000">
                          <p:val>
                            <p:strVal val="#ppt_x"/>
                          </p:val>
                        </p:tav>
                      </p:tavLst>
                    </p:anim>
                    <p:anim calcmode="lin" valueType="num">
                      <p:cBhvr>
                        <p:cTn dur="500" fill="hold"/>
                        <p:tgtEl>
                          <p:spTgt spid="31"/>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595.xml><?xml version="1.0" encoding="utf-8"?>
<p:sldLayout xmlns:a="http://schemas.openxmlformats.org/drawingml/2006/main" xmlns:r="http://schemas.openxmlformats.org/officeDocument/2006/relationships" xmlns:p="http://schemas.openxmlformats.org/presentationml/2006/main" preserve="1" userDrawn="1">
  <p:cSld name="11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23" name="Freeform 22"/>
          <p:cNvSpPr/>
          <p:nvPr userDrawn="1"/>
        </p:nvSpPr>
        <p:spPr>
          <a:xfrm>
            <a:off x="713492" y="2456421"/>
            <a:ext cx="1964841" cy="1945159"/>
          </a:xfrm>
          <a:custGeom>
            <a:avLst/>
            <a:gdLst>
              <a:gd name="connsiteX0" fmla="*/ 1150436 w 1964841"/>
              <a:gd name="connsiteY0" fmla="*/ 0 h 1945159"/>
              <a:gd name="connsiteX1" fmla="*/ 1610594 w 1964841"/>
              <a:gd name="connsiteY1" fmla="*/ 305013 h 1945159"/>
              <a:gd name="connsiteX2" fmla="*/ 1633316 w 1964841"/>
              <a:gd name="connsiteY2" fmla="*/ 378214 h 1945159"/>
              <a:gd name="connsiteX3" fmla="*/ 1659828 w 1964841"/>
              <a:gd name="connsiteY3" fmla="*/ 386444 h 1945159"/>
              <a:gd name="connsiteX4" fmla="*/ 1964841 w 1964841"/>
              <a:gd name="connsiteY4" fmla="*/ 846601 h 1945159"/>
              <a:gd name="connsiteX5" fmla="*/ 1925596 w 1964841"/>
              <a:gd name="connsiteY5" fmla="*/ 1040991 h 1945159"/>
              <a:gd name="connsiteX6" fmla="*/ 1919536 w 1964841"/>
              <a:gd name="connsiteY6" fmla="*/ 1052155 h 1945159"/>
              <a:gd name="connsiteX7" fmla="*/ 1920944 w 1964841"/>
              <a:gd name="connsiteY7" fmla="*/ 1059512 h 1945159"/>
              <a:gd name="connsiteX8" fmla="*/ 1924956 w 1964841"/>
              <a:gd name="connsiteY8" fmla="*/ 1123118 h 1945159"/>
              <a:gd name="connsiteX9" fmla="*/ 1778684 w 1964841"/>
              <a:gd name="connsiteY9" fmla="*/ 1476249 h 1945159"/>
              <a:gd name="connsiteX10" fmla="*/ 1761362 w 1964841"/>
              <a:gd name="connsiteY10" fmla="*/ 1490542 h 1945159"/>
              <a:gd name="connsiteX11" fmla="*/ 1757309 w 1964841"/>
              <a:gd name="connsiteY11" fmla="*/ 1530745 h 1945159"/>
              <a:gd name="connsiteX12" fmla="*/ 1268052 w 1964841"/>
              <a:gd name="connsiteY12" fmla="*/ 1929501 h 1945159"/>
              <a:gd name="connsiteX13" fmla="*/ 1073662 w 1964841"/>
              <a:gd name="connsiteY13" fmla="*/ 1890256 h 1945159"/>
              <a:gd name="connsiteX14" fmla="*/ 1039885 w 1964841"/>
              <a:gd name="connsiteY14" fmla="*/ 1871923 h 1945159"/>
              <a:gd name="connsiteX15" fmla="*/ 998147 w 1964841"/>
              <a:gd name="connsiteY15" fmla="*/ 1895913 h 1945159"/>
              <a:gd name="connsiteX16" fmla="*/ 781635 w 1964841"/>
              <a:gd name="connsiteY16" fmla="*/ 1945159 h 1945159"/>
              <a:gd name="connsiteX17" fmla="*/ 321477 w 1964841"/>
              <a:gd name="connsiteY17" fmla="*/ 1640147 h 1945159"/>
              <a:gd name="connsiteX18" fmla="*/ 300660 w 1964841"/>
              <a:gd name="connsiteY18" fmla="*/ 1573084 h 1945159"/>
              <a:gd name="connsiteX19" fmla="*/ 220182 w 1964841"/>
              <a:gd name="connsiteY19" fmla="*/ 1529402 h 1945159"/>
              <a:gd name="connsiteX20" fmla="*/ 0 w 1964841"/>
              <a:gd name="connsiteY20" fmla="*/ 1115289 h 1945159"/>
              <a:gd name="connsiteX21" fmla="*/ 146272 w 1964841"/>
              <a:gd name="connsiteY21" fmla="*/ 762158 h 1945159"/>
              <a:gd name="connsiteX22" fmla="*/ 151038 w 1964841"/>
              <a:gd name="connsiteY22" fmla="*/ 758225 h 1945159"/>
              <a:gd name="connsiteX23" fmla="*/ 133236 w 1964841"/>
              <a:gd name="connsiteY23" fmla="*/ 700876 h 1945159"/>
              <a:gd name="connsiteX24" fmla="*/ 123090 w 1964841"/>
              <a:gd name="connsiteY24" fmla="*/ 600229 h 1945159"/>
              <a:gd name="connsiteX25" fmla="*/ 622493 w 1964841"/>
              <a:gd name="connsiteY25" fmla="*/ 100826 h 1945159"/>
              <a:gd name="connsiteX26" fmla="*/ 723140 w 1964841"/>
              <a:gd name="connsiteY26" fmla="*/ 110972 h 1945159"/>
              <a:gd name="connsiteX27" fmla="*/ 808117 w 1964841"/>
              <a:gd name="connsiteY27" fmla="*/ 137351 h 1945159"/>
              <a:gd name="connsiteX28" fmla="*/ 871215 w 1964841"/>
              <a:gd name="connsiteY28" fmla="*/ 85290 h 1945159"/>
              <a:gd name="connsiteX29" fmla="*/ 1150436 w 1964841"/>
              <a:gd name="connsiteY29" fmla="*/ 0 h 1945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964841" h="1945159">
                <a:moveTo>
                  <a:pt x="1150436" y="0"/>
                </a:moveTo>
                <a:cubicBezTo>
                  <a:pt x="1357296" y="0"/>
                  <a:pt x="1534780" y="125770"/>
                  <a:pt x="1610594" y="305013"/>
                </a:cubicBezTo>
                <a:lnTo>
                  <a:pt x="1633316" y="378214"/>
                </a:lnTo>
                <a:lnTo>
                  <a:pt x="1659828" y="386444"/>
                </a:lnTo>
                <a:cubicBezTo>
                  <a:pt x="1839072" y="462257"/>
                  <a:pt x="1964841" y="639741"/>
                  <a:pt x="1964841" y="846601"/>
                </a:cubicBezTo>
                <a:cubicBezTo>
                  <a:pt x="1964841" y="915554"/>
                  <a:pt x="1950867" y="981244"/>
                  <a:pt x="1925596" y="1040991"/>
                </a:cubicBezTo>
                <a:lnTo>
                  <a:pt x="1919536" y="1052155"/>
                </a:lnTo>
                <a:lnTo>
                  <a:pt x="1920944" y="1059512"/>
                </a:lnTo>
                <a:cubicBezTo>
                  <a:pt x="1923591" y="1080341"/>
                  <a:pt x="1924956" y="1101570"/>
                  <a:pt x="1924956" y="1123118"/>
                </a:cubicBezTo>
                <a:cubicBezTo>
                  <a:pt x="1924956" y="1261025"/>
                  <a:pt x="1869059" y="1385875"/>
                  <a:pt x="1778684" y="1476249"/>
                </a:cubicBezTo>
                <a:lnTo>
                  <a:pt x="1761362" y="1490542"/>
                </a:lnTo>
                <a:lnTo>
                  <a:pt x="1757309" y="1530745"/>
                </a:lnTo>
                <a:cubicBezTo>
                  <a:pt x="1710742" y="1758315"/>
                  <a:pt x="1509388" y="1929501"/>
                  <a:pt x="1268052" y="1929501"/>
                </a:cubicBezTo>
                <a:cubicBezTo>
                  <a:pt x="1199099" y="1929501"/>
                  <a:pt x="1133410" y="1915527"/>
                  <a:pt x="1073662" y="1890256"/>
                </a:cubicBezTo>
                <a:lnTo>
                  <a:pt x="1039885" y="1871923"/>
                </a:lnTo>
                <a:lnTo>
                  <a:pt x="998147" y="1895913"/>
                </a:lnTo>
                <a:cubicBezTo>
                  <a:pt x="932649" y="1927473"/>
                  <a:pt x="859208" y="1945159"/>
                  <a:pt x="781635" y="1945159"/>
                </a:cubicBezTo>
                <a:cubicBezTo>
                  <a:pt x="574775" y="1945159"/>
                  <a:pt x="397291" y="1819390"/>
                  <a:pt x="321477" y="1640147"/>
                </a:cubicBezTo>
                <a:lnTo>
                  <a:pt x="300660" y="1573084"/>
                </a:lnTo>
                <a:lnTo>
                  <a:pt x="220182" y="1529402"/>
                </a:lnTo>
                <a:cubicBezTo>
                  <a:pt x="87340" y="1439656"/>
                  <a:pt x="0" y="1287672"/>
                  <a:pt x="0" y="1115289"/>
                </a:cubicBezTo>
                <a:cubicBezTo>
                  <a:pt x="0" y="977383"/>
                  <a:pt x="55897" y="852532"/>
                  <a:pt x="146272" y="762158"/>
                </a:cubicBezTo>
                <a:lnTo>
                  <a:pt x="151038" y="758225"/>
                </a:lnTo>
                <a:lnTo>
                  <a:pt x="133236" y="700876"/>
                </a:lnTo>
                <a:cubicBezTo>
                  <a:pt x="126584" y="668366"/>
                  <a:pt x="123090" y="634706"/>
                  <a:pt x="123090" y="600229"/>
                </a:cubicBezTo>
                <a:cubicBezTo>
                  <a:pt x="123090" y="324416"/>
                  <a:pt x="346680" y="100826"/>
                  <a:pt x="622493" y="100826"/>
                </a:cubicBezTo>
                <a:cubicBezTo>
                  <a:pt x="656970" y="100826"/>
                  <a:pt x="690630" y="104320"/>
                  <a:pt x="723140" y="110972"/>
                </a:cubicBezTo>
                <a:lnTo>
                  <a:pt x="808117" y="137351"/>
                </a:lnTo>
                <a:lnTo>
                  <a:pt x="871215" y="85290"/>
                </a:lnTo>
                <a:cubicBezTo>
                  <a:pt x="950920" y="31443"/>
                  <a:pt x="1047006" y="0"/>
                  <a:pt x="1150436"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17" name="Picture Placeholder 16"/>
          <p:cNvSpPr>
            <a:spLocks noGrp="1"/>
          </p:cNvSpPr>
          <p:nvPr>
            <p:ph type="pic" sz="quarter" idx="13"/>
          </p:nvPr>
        </p:nvSpPr>
        <p:spPr>
          <a:xfrm>
            <a:off x="809647" y="2542735"/>
            <a:ext cx="1772530" cy="1772530"/>
          </a:xfrm>
          <a:custGeom>
            <a:avLst/>
            <a:gdLst>
              <a:gd name="connsiteX0" fmla="*/ 886265 w 1772530"/>
              <a:gd name="connsiteY0" fmla="*/ 0 h 1772530"/>
              <a:gd name="connsiteX1" fmla="*/ 1772530 w 1772530"/>
              <a:gd name="connsiteY1" fmla="*/ 886265 h 1772530"/>
              <a:gd name="connsiteX2" fmla="*/ 886265 w 1772530"/>
              <a:gd name="connsiteY2" fmla="*/ 1772530 h 1772530"/>
              <a:gd name="connsiteX3" fmla="*/ 0 w 1772530"/>
              <a:gd name="connsiteY3" fmla="*/ 886265 h 1772530"/>
              <a:gd name="connsiteX4" fmla="*/ 886265 w 1772530"/>
              <a:gd name="connsiteY4" fmla="*/ 0 h 17725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2530" h="1772530">
                <a:moveTo>
                  <a:pt x="886265" y="0"/>
                </a:moveTo>
                <a:cubicBezTo>
                  <a:pt x="1375736" y="0"/>
                  <a:pt x="1772530" y="396794"/>
                  <a:pt x="1772530" y="886265"/>
                </a:cubicBezTo>
                <a:cubicBezTo>
                  <a:pt x="1772530" y="1375736"/>
                  <a:pt x="1375736" y="1772530"/>
                  <a:pt x="886265" y="1772530"/>
                </a:cubicBezTo>
                <a:cubicBezTo>
                  <a:pt x="396794" y="1772530"/>
                  <a:pt x="0" y="1375736"/>
                  <a:pt x="0" y="886265"/>
                </a:cubicBezTo>
                <a:cubicBezTo>
                  <a:pt x="0" y="396794"/>
                  <a:pt x="396794" y="0"/>
                  <a:pt x="886265" y="0"/>
                </a:cubicBezTo>
                <a:close/>
              </a:path>
            </a:pathLst>
          </a:custGeom>
          <a:solidFill>
            <a:schemeClr val="bg1">
              <a:lumMod val="85000"/>
            </a:schemeClr>
          </a:solidFill>
        </p:spPr>
        <p:txBody>
          <a:bodyPr wrap="square">
            <a:noAutofit/>
          </a:bodyPr>
          <a:lstStyle/>
          <a:p>
            <a:endParaRPr lang="en-AU"/>
          </a:p>
        </p:txBody>
      </p:sp>
      <p:sp>
        <p:nvSpPr>
          <p:cNvPr id="24" name="Freeform 23"/>
          <p:cNvSpPr/>
          <p:nvPr userDrawn="1"/>
        </p:nvSpPr>
        <p:spPr>
          <a:xfrm>
            <a:off x="3663045" y="2456420"/>
            <a:ext cx="1964841" cy="1945159"/>
          </a:xfrm>
          <a:custGeom>
            <a:avLst/>
            <a:gdLst>
              <a:gd name="connsiteX0" fmla="*/ 1150436 w 1964841"/>
              <a:gd name="connsiteY0" fmla="*/ 0 h 1945159"/>
              <a:gd name="connsiteX1" fmla="*/ 1610594 w 1964841"/>
              <a:gd name="connsiteY1" fmla="*/ 305013 h 1945159"/>
              <a:gd name="connsiteX2" fmla="*/ 1633316 w 1964841"/>
              <a:gd name="connsiteY2" fmla="*/ 378214 h 1945159"/>
              <a:gd name="connsiteX3" fmla="*/ 1659828 w 1964841"/>
              <a:gd name="connsiteY3" fmla="*/ 386444 h 1945159"/>
              <a:gd name="connsiteX4" fmla="*/ 1964841 w 1964841"/>
              <a:gd name="connsiteY4" fmla="*/ 846601 h 1945159"/>
              <a:gd name="connsiteX5" fmla="*/ 1925596 w 1964841"/>
              <a:gd name="connsiteY5" fmla="*/ 1040991 h 1945159"/>
              <a:gd name="connsiteX6" fmla="*/ 1919536 w 1964841"/>
              <a:gd name="connsiteY6" fmla="*/ 1052155 h 1945159"/>
              <a:gd name="connsiteX7" fmla="*/ 1920944 w 1964841"/>
              <a:gd name="connsiteY7" fmla="*/ 1059512 h 1945159"/>
              <a:gd name="connsiteX8" fmla="*/ 1924956 w 1964841"/>
              <a:gd name="connsiteY8" fmla="*/ 1123118 h 1945159"/>
              <a:gd name="connsiteX9" fmla="*/ 1778684 w 1964841"/>
              <a:gd name="connsiteY9" fmla="*/ 1476249 h 1945159"/>
              <a:gd name="connsiteX10" fmla="*/ 1761362 w 1964841"/>
              <a:gd name="connsiteY10" fmla="*/ 1490542 h 1945159"/>
              <a:gd name="connsiteX11" fmla="*/ 1757309 w 1964841"/>
              <a:gd name="connsiteY11" fmla="*/ 1530745 h 1945159"/>
              <a:gd name="connsiteX12" fmla="*/ 1268052 w 1964841"/>
              <a:gd name="connsiteY12" fmla="*/ 1929501 h 1945159"/>
              <a:gd name="connsiteX13" fmla="*/ 1073662 w 1964841"/>
              <a:gd name="connsiteY13" fmla="*/ 1890256 h 1945159"/>
              <a:gd name="connsiteX14" fmla="*/ 1039885 w 1964841"/>
              <a:gd name="connsiteY14" fmla="*/ 1871923 h 1945159"/>
              <a:gd name="connsiteX15" fmla="*/ 998147 w 1964841"/>
              <a:gd name="connsiteY15" fmla="*/ 1895913 h 1945159"/>
              <a:gd name="connsiteX16" fmla="*/ 781635 w 1964841"/>
              <a:gd name="connsiteY16" fmla="*/ 1945159 h 1945159"/>
              <a:gd name="connsiteX17" fmla="*/ 321477 w 1964841"/>
              <a:gd name="connsiteY17" fmla="*/ 1640147 h 1945159"/>
              <a:gd name="connsiteX18" fmla="*/ 300660 w 1964841"/>
              <a:gd name="connsiteY18" fmla="*/ 1573084 h 1945159"/>
              <a:gd name="connsiteX19" fmla="*/ 220182 w 1964841"/>
              <a:gd name="connsiteY19" fmla="*/ 1529402 h 1945159"/>
              <a:gd name="connsiteX20" fmla="*/ 0 w 1964841"/>
              <a:gd name="connsiteY20" fmla="*/ 1115289 h 1945159"/>
              <a:gd name="connsiteX21" fmla="*/ 146272 w 1964841"/>
              <a:gd name="connsiteY21" fmla="*/ 762158 h 1945159"/>
              <a:gd name="connsiteX22" fmla="*/ 151038 w 1964841"/>
              <a:gd name="connsiteY22" fmla="*/ 758225 h 1945159"/>
              <a:gd name="connsiteX23" fmla="*/ 133236 w 1964841"/>
              <a:gd name="connsiteY23" fmla="*/ 700876 h 1945159"/>
              <a:gd name="connsiteX24" fmla="*/ 123090 w 1964841"/>
              <a:gd name="connsiteY24" fmla="*/ 600229 h 1945159"/>
              <a:gd name="connsiteX25" fmla="*/ 622493 w 1964841"/>
              <a:gd name="connsiteY25" fmla="*/ 100826 h 1945159"/>
              <a:gd name="connsiteX26" fmla="*/ 723140 w 1964841"/>
              <a:gd name="connsiteY26" fmla="*/ 110972 h 1945159"/>
              <a:gd name="connsiteX27" fmla="*/ 808117 w 1964841"/>
              <a:gd name="connsiteY27" fmla="*/ 137351 h 1945159"/>
              <a:gd name="connsiteX28" fmla="*/ 871215 w 1964841"/>
              <a:gd name="connsiteY28" fmla="*/ 85290 h 1945159"/>
              <a:gd name="connsiteX29" fmla="*/ 1150436 w 1964841"/>
              <a:gd name="connsiteY29" fmla="*/ 0 h 1945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964841" h="1945159">
                <a:moveTo>
                  <a:pt x="1150436" y="0"/>
                </a:moveTo>
                <a:cubicBezTo>
                  <a:pt x="1357296" y="0"/>
                  <a:pt x="1534780" y="125770"/>
                  <a:pt x="1610594" y="305013"/>
                </a:cubicBezTo>
                <a:lnTo>
                  <a:pt x="1633316" y="378214"/>
                </a:lnTo>
                <a:lnTo>
                  <a:pt x="1659828" y="386444"/>
                </a:lnTo>
                <a:cubicBezTo>
                  <a:pt x="1839072" y="462257"/>
                  <a:pt x="1964841" y="639741"/>
                  <a:pt x="1964841" y="846601"/>
                </a:cubicBezTo>
                <a:cubicBezTo>
                  <a:pt x="1964841" y="915554"/>
                  <a:pt x="1950867" y="981244"/>
                  <a:pt x="1925596" y="1040991"/>
                </a:cubicBezTo>
                <a:lnTo>
                  <a:pt x="1919536" y="1052155"/>
                </a:lnTo>
                <a:lnTo>
                  <a:pt x="1920944" y="1059512"/>
                </a:lnTo>
                <a:cubicBezTo>
                  <a:pt x="1923591" y="1080341"/>
                  <a:pt x="1924956" y="1101570"/>
                  <a:pt x="1924956" y="1123118"/>
                </a:cubicBezTo>
                <a:cubicBezTo>
                  <a:pt x="1924956" y="1261025"/>
                  <a:pt x="1869059" y="1385875"/>
                  <a:pt x="1778684" y="1476249"/>
                </a:cubicBezTo>
                <a:lnTo>
                  <a:pt x="1761362" y="1490542"/>
                </a:lnTo>
                <a:lnTo>
                  <a:pt x="1757309" y="1530745"/>
                </a:lnTo>
                <a:cubicBezTo>
                  <a:pt x="1710742" y="1758315"/>
                  <a:pt x="1509388" y="1929501"/>
                  <a:pt x="1268052" y="1929501"/>
                </a:cubicBezTo>
                <a:cubicBezTo>
                  <a:pt x="1199099" y="1929501"/>
                  <a:pt x="1133410" y="1915527"/>
                  <a:pt x="1073662" y="1890256"/>
                </a:cubicBezTo>
                <a:lnTo>
                  <a:pt x="1039885" y="1871923"/>
                </a:lnTo>
                <a:lnTo>
                  <a:pt x="998147" y="1895913"/>
                </a:lnTo>
                <a:cubicBezTo>
                  <a:pt x="932649" y="1927473"/>
                  <a:pt x="859208" y="1945159"/>
                  <a:pt x="781635" y="1945159"/>
                </a:cubicBezTo>
                <a:cubicBezTo>
                  <a:pt x="574775" y="1945159"/>
                  <a:pt x="397291" y="1819390"/>
                  <a:pt x="321477" y="1640147"/>
                </a:cubicBezTo>
                <a:lnTo>
                  <a:pt x="300660" y="1573084"/>
                </a:lnTo>
                <a:lnTo>
                  <a:pt x="220182" y="1529402"/>
                </a:lnTo>
                <a:cubicBezTo>
                  <a:pt x="87340" y="1439656"/>
                  <a:pt x="0" y="1287672"/>
                  <a:pt x="0" y="1115289"/>
                </a:cubicBezTo>
                <a:cubicBezTo>
                  <a:pt x="0" y="977383"/>
                  <a:pt x="55897" y="852532"/>
                  <a:pt x="146272" y="762158"/>
                </a:cubicBezTo>
                <a:lnTo>
                  <a:pt x="151038" y="758225"/>
                </a:lnTo>
                <a:lnTo>
                  <a:pt x="133236" y="700876"/>
                </a:lnTo>
                <a:cubicBezTo>
                  <a:pt x="126584" y="668366"/>
                  <a:pt x="123090" y="634706"/>
                  <a:pt x="123090" y="600229"/>
                </a:cubicBezTo>
                <a:cubicBezTo>
                  <a:pt x="123090" y="324416"/>
                  <a:pt x="346680" y="100826"/>
                  <a:pt x="622493" y="100826"/>
                </a:cubicBezTo>
                <a:cubicBezTo>
                  <a:pt x="656970" y="100826"/>
                  <a:pt x="690630" y="104320"/>
                  <a:pt x="723140" y="110972"/>
                </a:cubicBezTo>
                <a:lnTo>
                  <a:pt x="808117" y="137351"/>
                </a:lnTo>
                <a:lnTo>
                  <a:pt x="871215" y="85290"/>
                </a:lnTo>
                <a:cubicBezTo>
                  <a:pt x="950920" y="31443"/>
                  <a:pt x="1047006" y="0"/>
                  <a:pt x="1150436"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5" name="Picture Placeholder 24"/>
          <p:cNvSpPr>
            <a:spLocks noGrp="1"/>
          </p:cNvSpPr>
          <p:nvPr>
            <p:ph type="pic" sz="quarter" idx="14"/>
          </p:nvPr>
        </p:nvSpPr>
        <p:spPr>
          <a:xfrm>
            <a:off x="3759200" y="2542734"/>
            <a:ext cx="1772530" cy="1772530"/>
          </a:xfrm>
          <a:custGeom>
            <a:avLst/>
            <a:gdLst>
              <a:gd name="connsiteX0" fmla="*/ 886265 w 1772530"/>
              <a:gd name="connsiteY0" fmla="*/ 0 h 1772530"/>
              <a:gd name="connsiteX1" fmla="*/ 1772530 w 1772530"/>
              <a:gd name="connsiteY1" fmla="*/ 886265 h 1772530"/>
              <a:gd name="connsiteX2" fmla="*/ 886265 w 1772530"/>
              <a:gd name="connsiteY2" fmla="*/ 1772530 h 1772530"/>
              <a:gd name="connsiteX3" fmla="*/ 0 w 1772530"/>
              <a:gd name="connsiteY3" fmla="*/ 886265 h 1772530"/>
              <a:gd name="connsiteX4" fmla="*/ 886265 w 1772530"/>
              <a:gd name="connsiteY4" fmla="*/ 0 h 17725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2530" h="1772530">
                <a:moveTo>
                  <a:pt x="886265" y="0"/>
                </a:moveTo>
                <a:cubicBezTo>
                  <a:pt x="1375736" y="0"/>
                  <a:pt x="1772530" y="396794"/>
                  <a:pt x="1772530" y="886265"/>
                </a:cubicBezTo>
                <a:cubicBezTo>
                  <a:pt x="1772530" y="1375736"/>
                  <a:pt x="1375736" y="1772530"/>
                  <a:pt x="886265" y="1772530"/>
                </a:cubicBezTo>
                <a:cubicBezTo>
                  <a:pt x="396794" y="1772530"/>
                  <a:pt x="0" y="1375736"/>
                  <a:pt x="0" y="886265"/>
                </a:cubicBezTo>
                <a:cubicBezTo>
                  <a:pt x="0" y="396794"/>
                  <a:pt x="396794" y="0"/>
                  <a:pt x="886265" y="0"/>
                </a:cubicBezTo>
                <a:close/>
              </a:path>
            </a:pathLst>
          </a:custGeom>
          <a:solidFill>
            <a:schemeClr val="bg1">
              <a:lumMod val="85000"/>
            </a:schemeClr>
          </a:solidFill>
        </p:spPr>
        <p:txBody>
          <a:bodyPr wrap="square">
            <a:noAutofit/>
          </a:bodyPr>
          <a:lstStyle/>
          <a:p>
            <a:endParaRPr lang="en-AU"/>
          </a:p>
        </p:txBody>
      </p:sp>
      <p:sp>
        <p:nvSpPr>
          <p:cNvPr id="26" name="Freeform 25"/>
          <p:cNvSpPr/>
          <p:nvPr userDrawn="1"/>
        </p:nvSpPr>
        <p:spPr>
          <a:xfrm>
            <a:off x="9562151" y="2453684"/>
            <a:ext cx="1964841" cy="1945159"/>
          </a:xfrm>
          <a:custGeom>
            <a:avLst/>
            <a:gdLst>
              <a:gd name="connsiteX0" fmla="*/ 1150436 w 1964841"/>
              <a:gd name="connsiteY0" fmla="*/ 0 h 1945159"/>
              <a:gd name="connsiteX1" fmla="*/ 1610594 w 1964841"/>
              <a:gd name="connsiteY1" fmla="*/ 305013 h 1945159"/>
              <a:gd name="connsiteX2" fmla="*/ 1633316 w 1964841"/>
              <a:gd name="connsiteY2" fmla="*/ 378214 h 1945159"/>
              <a:gd name="connsiteX3" fmla="*/ 1659828 w 1964841"/>
              <a:gd name="connsiteY3" fmla="*/ 386444 h 1945159"/>
              <a:gd name="connsiteX4" fmla="*/ 1964841 w 1964841"/>
              <a:gd name="connsiteY4" fmla="*/ 846601 h 1945159"/>
              <a:gd name="connsiteX5" fmla="*/ 1925596 w 1964841"/>
              <a:gd name="connsiteY5" fmla="*/ 1040991 h 1945159"/>
              <a:gd name="connsiteX6" fmla="*/ 1919536 w 1964841"/>
              <a:gd name="connsiteY6" fmla="*/ 1052155 h 1945159"/>
              <a:gd name="connsiteX7" fmla="*/ 1920944 w 1964841"/>
              <a:gd name="connsiteY7" fmla="*/ 1059512 h 1945159"/>
              <a:gd name="connsiteX8" fmla="*/ 1924956 w 1964841"/>
              <a:gd name="connsiteY8" fmla="*/ 1123118 h 1945159"/>
              <a:gd name="connsiteX9" fmla="*/ 1778684 w 1964841"/>
              <a:gd name="connsiteY9" fmla="*/ 1476249 h 1945159"/>
              <a:gd name="connsiteX10" fmla="*/ 1761362 w 1964841"/>
              <a:gd name="connsiteY10" fmla="*/ 1490542 h 1945159"/>
              <a:gd name="connsiteX11" fmla="*/ 1757309 w 1964841"/>
              <a:gd name="connsiteY11" fmla="*/ 1530745 h 1945159"/>
              <a:gd name="connsiteX12" fmla="*/ 1268052 w 1964841"/>
              <a:gd name="connsiteY12" fmla="*/ 1929501 h 1945159"/>
              <a:gd name="connsiteX13" fmla="*/ 1073662 w 1964841"/>
              <a:gd name="connsiteY13" fmla="*/ 1890256 h 1945159"/>
              <a:gd name="connsiteX14" fmla="*/ 1039885 w 1964841"/>
              <a:gd name="connsiteY14" fmla="*/ 1871923 h 1945159"/>
              <a:gd name="connsiteX15" fmla="*/ 998147 w 1964841"/>
              <a:gd name="connsiteY15" fmla="*/ 1895913 h 1945159"/>
              <a:gd name="connsiteX16" fmla="*/ 781635 w 1964841"/>
              <a:gd name="connsiteY16" fmla="*/ 1945159 h 1945159"/>
              <a:gd name="connsiteX17" fmla="*/ 321477 w 1964841"/>
              <a:gd name="connsiteY17" fmla="*/ 1640147 h 1945159"/>
              <a:gd name="connsiteX18" fmla="*/ 300660 w 1964841"/>
              <a:gd name="connsiteY18" fmla="*/ 1573084 h 1945159"/>
              <a:gd name="connsiteX19" fmla="*/ 220182 w 1964841"/>
              <a:gd name="connsiteY19" fmla="*/ 1529402 h 1945159"/>
              <a:gd name="connsiteX20" fmla="*/ 0 w 1964841"/>
              <a:gd name="connsiteY20" fmla="*/ 1115289 h 1945159"/>
              <a:gd name="connsiteX21" fmla="*/ 146272 w 1964841"/>
              <a:gd name="connsiteY21" fmla="*/ 762158 h 1945159"/>
              <a:gd name="connsiteX22" fmla="*/ 151038 w 1964841"/>
              <a:gd name="connsiteY22" fmla="*/ 758225 h 1945159"/>
              <a:gd name="connsiteX23" fmla="*/ 133236 w 1964841"/>
              <a:gd name="connsiteY23" fmla="*/ 700876 h 1945159"/>
              <a:gd name="connsiteX24" fmla="*/ 123090 w 1964841"/>
              <a:gd name="connsiteY24" fmla="*/ 600229 h 1945159"/>
              <a:gd name="connsiteX25" fmla="*/ 622493 w 1964841"/>
              <a:gd name="connsiteY25" fmla="*/ 100826 h 1945159"/>
              <a:gd name="connsiteX26" fmla="*/ 723140 w 1964841"/>
              <a:gd name="connsiteY26" fmla="*/ 110972 h 1945159"/>
              <a:gd name="connsiteX27" fmla="*/ 808117 w 1964841"/>
              <a:gd name="connsiteY27" fmla="*/ 137351 h 1945159"/>
              <a:gd name="connsiteX28" fmla="*/ 871215 w 1964841"/>
              <a:gd name="connsiteY28" fmla="*/ 85290 h 1945159"/>
              <a:gd name="connsiteX29" fmla="*/ 1150436 w 1964841"/>
              <a:gd name="connsiteY29" fmla="*/ 0 h 1945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964841" h="1945159">
                <a:moveTo>
                  <a:pt x="1150436" y="0"/>
                </a:moveTo>
                <a:cubicBezTo>
                  <a:pt x="1357296" y="0"/>
                  <a:pt x="1534780" y="125770"/>
                  <a:pt x="1610594" y="305013"/>
                </a:cubicBezTo>
                <a:lnTo>
                  <a:pt x="1633316" y="378214"/>
                </a:lnTo>
                <a:lnTo>
                  <a:pt x="1659828" y="386444"/>
                </a:lnTo>
                <a:cubicBezTo>
                  <a:pt x="1839072" y="462257"/>
                  <a:pt x="1964841" y="639741"/>
                  <a:pt x="1964841" y="846601"/>
                </a:cubicBezTo>
                <a:cubicBezTo>
                  <a:pt x="1964841" y="915554"/>
                  <a:pt x="1950867" y="981244"/>
                  <a:pt x="1925596" y="1040991"/>
                </a:cubicBezTo>
                <a:lnTo>
                  <a:pt x="1919536" y="1052155"/>
                </a:lnTo>
                <a:lnTo>
                  <a:pt x="1920944" y="1059512"/>
                </a:lnTo>
                <a:cubicBezTo>
                  <a:pt x="1923591" y="1080341"/>
                  <a:pt x="1924956" y="1101570"/>
                  <a:pt x="1924956" y="1123118"/>
                </a:cubicBezTo>
                <a:cubicBezTo>
                  <a:pt x="1924956" y="1261025"/>
                  <a:pt x="1869059" y="1385875"/>
                  <a:pt x="1778684" y="1476249"/>
                </a:cubicBezTo>
                <a:lnTo>
                  <a:pt x="1761362" y="1490542"/>
                </a:lnTo>
                <a:lnTo>
                  <a:pt x="1757309" y="1530745"/>
                </a:lnTo>
                <a:cubicBezTo>
                  <a:pt x="1710742" y="1758315"/>
                  <a:pt x="1509388" y="1929501"/>
                  <a:pt x="1268052" y="1929501"/>
                </a:cubicBezTo>
                <a:cubicBezTo>
                  <a:pt x="1199099" y="1929501"/>
                  <a:pt x="1133410" y="1915527"/>
                  <a:pt x="1073662" y="1890256"/>
                </a:cubicBezTo>
                <a:lnTo>
                  <a:pt x="1039885" y="1871923"/>
                </a:lnTo>
                <a:lnTo>
                  <a:pt x="998147" y="1895913"/>
                </a:lnTo>
                <a:cubicBezTo>
                  <a:pt x="932649" y="1927473"/>
                  <a:pt x="859208" y="1945159"/>
                  <a:pt x="781635" y="1945159"/>
                </a:cubicBezTo>
                <a:cubicBezTo>
                  <a:pt x="574775" y="1945159"/>
                  <a:pt x="397291" y="1819390"/>
                  <a:pt x="321477" y="1640147"/>
                </a:cubicBezTo>
                <a:lnTo>
                  <a:pt x="300660" y="1573084"/>
                </a:lnTo>
                <a:lnTo>
                  <a:pt x="220182" y="1529402"/>
                </a:lnTo>
                <a:cubicBezTo>
                  <a:pt x="87340" y="1439656"/>
                  <a:pt x="0" y="1287672"/>
                  <a:pt x="0" y="1115289"/>
                </a:cubicBezTo>
                <a:cubicBezTo>
                  <a:pt x="0" y="977383"/>
                  <a:pt x="55897" y="852532"/>
                  <a:pt x="146272" y="762158"/>
                </a:cubicBezTo>
                <a:lnTo>
                  <a:pt x="151038" y="758225"/>
                </a:lnTo>
                <a:lnTo>
                  <a:pt x="133236" y="700876"/>
                </a:lnTo>
                <a:cubicBezTo>
                  <a:pt x="126584" y="668366"/>
                  <a:pt x="123090" y="634706"/>
                  <a:pt x="123090" y="600229"/>
                </a:cubicBezTo>
                <a:cubicBezTo>
                  <a:pt x="123090" y="324416"/>
                  <a:pt x="346680" y="100826"/>
                  <a:pt x="622493" y="100826"/>
                </a:cubicBezTo>
                <a:cubicBezTo>
                  <a:pt x="656970" y="100826"/>
                  <a:pt x="690630" y="104320"/>
                  <a:pt x="723140" y="110972"/>
                </a:cubicBezTo>
                <a:lnTo>
                  <a:pt x="808117" y="137351"/>
                </a:lnTo>
                <a:lnTo>
                  <a:pt x="871215" y="85290"/>
                </a:lnTo>
                <a:cubicBezTo>
                  <a:pt x="950920" y="31443"/>
                  <a:pt x="1047006" y="0"/>
                  <a:pt x="1150436"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7" name="Picture Placeholder 26"/>
          <p:cNvSpPr>
            <a:spLocks noGrp="1"/>
          </p:cNvSpPr>
          <p:nvPr>
            <p:ph type="pic" sz="quarter" idx="15"/>
          </p:nvPr>
        </p:nvSpPr>
        <p:spPr>
          <a:xfrm>
            <a:off x="9658306" y="2539998"/>
            <a:ext cx="1772530" cy="1772530"/>
          </a:xfrm>
          <a:custGeom>
            <a:avLst/>
            <a:gdLst>
              <a:gd name="connsiteX0" fmla="*/ 886265 w 1772530"/>
              <a:gd name="connsiteY0" fmla="*/ 0 h 1772530"/>
              <a:gd name="connsiteX1" fmla="*/ 1772530 w 1772530"/>
              <a:gd name="connsiteY1" fmla="*/ 886265 h 1772530"/>
              <a:gd name="connsiteX2" fmla="*/ 886265 w 1772530"/>
              <a:gd name="connsiteY2" fmla="*/ 1772530 h 1772530"/>
              <a:gd name="connsiteX3" fmla="*/ 0 w 1772530"/>
              <a:gd name="connsiteY3" fmla="*/ 886265 h 1772530"/>
              <a:gd name="connsiteX4" fmla="*/ 886265 w 1772530"/>
              <a:gd name="connsiteY4" fmla="*/ 0 h 17725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2530" h="1772530">
                <a:moveTo>
                  <a:pt x="886265" y="0"/>
                </a:moveTo>
                <a:cubicBezTo>
                  <a:pt x="1375736" y="0"/>
                  <a:pt x="1772530" y="396794"/>
                  <a:pt x="1772530" y="886265"/>
                </a:cubicBezTo>
                <a:cubicBezTo>
                  <a:pt x="1772530" y="1375736"/>
                  <a:pt x="1375736" y="1772530"/>
                  <a:pt x="886265" y="1772530"/>
                </a:cubicBezTo>
                <a:cubicBezTo>
                  <a:pt x="396794" y="1772530"/>
                  <a:pt x="0" y="1375736"/>
                  <a:pt x="0" y="886265"/>
                </a:cubicBezTo>
                <a:cubicBezTo>
                  <a:pt x="0" y="396794"/>
                  <a:pt x="396794" y="0"/>
                  <a:pt x="886265" y="0"/>
                </a:cubicBezTo>
                <a:close/>
              </a:path>
            </a:pathLst>
          </a:custGeom>
          <a:solidFill>
            <a:schemeClr val="bg1">
              <a:lumMod val="85000"/>
            </a:schemeClr>
          </a:solidFill>
        </p:spPr>
        <p:txBody>
          <a:bodyPr wrap="square">
            <a:noAutofit/>
          </a:bodyPr>
          <a:lstStyle/>
          <a:p>
            <a:endParaRPr lang="en-AU" dirty="0"/>
          </a:p>
        </p:txBody>
      </p:sp>
      <p:sp>
        <p:nvSpPr>
          <p:cNvPr id="28" name="Freeform 27"/>
          <p:cNvSpPr/>
          <p:nvPr userDrawn="1"/>
        </p:nvSpPr>
        <p:spPr>
          <a:xfrm>
            <a:off x="6612598" y="2456420"/>
            <a:ext cx="1964841" cy="1945159"/>
          </a:xfrm>
          <a:custGeom>
            <a:avLst/>
            <a:gdLst>
              <a:gd name="connsiteX0" fmla="*/ 1150436 w 1964841"/>
              <a:gd name="connsiteY0" fmla="*/ 0 h 1945159"/>
              <a:gd name="connsiteX1" fmla="*/ 1610594 w 1964841"/>
              <a:gd name="connsiteY1" fmla="*/ 305013 h 1945159"/>
              <a:gd name="connsiteX2" fmla="*/ 1633316 w 1964841"/>
              <a:gd name="connsiteY2" fmla="*/ 378214 h 1945159"/>
              <a:gd name="connsiteX3" fmla="*/ 1659828 w 1964841"/>
              <a:gd name="connsiteY3" fmla="*/ 386444 h 1945159"/>
              <a:gd name="connsiteX4" fmla="*/ 1964841 w 1964841"/>
              <a:gd name="connsiteY4" fmla="*/ 846601 h 1945159"/>
              <a:gd name="connsiteX5" fmla="*/ 1925596 w 1964841"/>
              <a:gd name="connsiteY5" fmla="*/ 1040991 h 1945159"/>
              <a:gd name="connsiteX6" fmla="*/ 1919536 w 1964841"/>
              <a:gd name="connsiteY6" fmla="*/ 1052155 h 1945159"/>
              <a:gd name="connsiteX7" fmla="*/ 1920944 w 1964841"/>
              <a:gd name="connsiteY7" fmla="*/ 1059512 h 1945159"/>
              <a:gd name="connsiteX8" fmla="*/ 1924956 w 1964841"/>
              <a:gd name="connsiteY8" fmla="*/ 1123118 h 1945159"/>
              <a:gd name="connsiteX9" fmla="*/ 1778684 w 1964841"/>
              <a:gd name="connsiteY9" fmla="*/ 1476249 h 1945159"/>
              <a:gd name="connsiteX10" fmla="*/ 1761362 w 1964841"/>
              <a:gd name="connsiteY10" fmla="*/ 1490542 h 1945159"/>
              <a:gd name="connsiteX11" fmla="*/ 1757309 w 1964841"/>
              <a:gd name="connsiteY11" fmla="*/ 1530745 h 1945159"/>
              <a:gd name="connsiteX12" fmla="*/ 1268052 w 1964841"/>
              <a:gd name="connsiteY12" fmla="*/ 1929501 h 1945159"/>
              <a:gd name="connsiteX13" fmla="*/ 1073662 w 1964841"/>
              <a:gd name="connsiteY13" fmla="*/ 1890256 h 1945159"/>
              <a:gd name="connsiteX14" fmla="*/ 1039885 w 1964841"/>
              <a:gd name="connsiteY14" fmla="*/ 1871923 h 1945159"/>
              <a:gd name="connsiteX15" fmla="*/ 998147 w 1964841"/>
              <a:gd name="connsiteY15" fmla="*/ 1895913 h 1945159"/>
              <a:gd name="connsiteX16" fmla="*/ 781635 w 1964841"/>
              <a:gd name="connsiteY16" fmla="*/ 1945159 h 1945159"/>
              <a:gd name="connsiteX17" fmla="*/ 321477 w 1964841"/>
              <a:gd name="connsiteY17" fmla="*/ 1640147 h 1945159"/>
              <a:gd name="connsiteX18" fmla="*/ 300660 w 1964841"/>
              <a:gd name="connsiteY18" fmla="*/ 1573084 h 1945159"/>
              <a:gd name="connsiteX19" fmla="*/ 220182 w 1964841"/>
              <a:gd name="connsiteY19" fmla="*/ 1529402 h 1945159"/>
              <a:gd name="connsiteX20" fmla="*/ 0 w 1964841"/>
              <a:gd name="connsiteY20" fmla="*/ 1115289 h 1945159"/>
              <a:gd name="connsiteX21" fmla="*/ 146272 w 1964841"/>
              <a:gd name="connsiteY21" fmla="*/ 762158 h 1945159"/>
              <a:gd name="connsiteX22" fmla="*/ 151038 w 1964841"/>
              <a:gd name="connsiteY22" fmla="*/ 758225 h 1945159"/>
              <a:gd name="connsiteX23" fmla="*/ 133236 w 1964841"/>
              <a:gd name="connsiteY23" fmla="*/ 700876 h 1945159"/>
              <a:gd name="connsiteX24" fmla="*/ 123090 w 1964841"/>
              <a:gd name="connsiteY24" fmla="*/ 600229 h 1945159"/>
              <a:gd name="connsiteX25" fmla="*/ 622493 w 1964841"/>
              <a:gd name="connsiteY25" fmla="*/ 100826 h 1945159"/>
              <a:gd name="connsiteX26" fmla="*/ 723140 w 1964841"/>
              <a:gd name="connsiteY26" fmla="*/ 110972 h 1945159"/>
              <a:gd name="connsiteX27" fmla="*/ 808117 w 1964841"/>
              <a:gd name="connsiteY27" fmla="*/ 137351 h 1945159"/>
              <a:gd name="connsiteX28" fmla="*/ 871215 w 1964841"/>
              <a:gd name="connsiteY28" fmla="*/ 85290 h 1945159"/>
              <a:gd name="connsiteX29" fmla="*/ 1150436 w 1964841"/>
              <a:gd name="connsiteY29" fmla="*/ 0 h 1945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964841" h="1945159">
                <a:moveTo>
                  <a:pt x="1150436" y="0"/>
                </a:moveTo>
                <a:cubicBezTo>
                  <a:pt x="1357296" y="0"/>
                  <a:pt x="1534780" y="125770"/>
                  <a:pt x="1610594" y="305013"/>
                </a:cubicBezTo>
                <a:lnTo>
                  <a:pt x="1633316" y="378214"/>
                </a:lnTo>
                <a:lnTo>
                  <a:pt x="1659828" y="386444"/>
                </a:lnTo>
                <a:cubicBezTo>
                  <a:pt x="1839072" y="462257"/>
                  <a:pt x="1964841" y="639741"/>
                  <a:pt x="1964841" y="846601"/>
                </a:cubicBezTo>
                <a:cubicBezTo>
                  <a:pt x="1964841" y="915554"/>
                  <a:pt x="1950867" y="981244"/>
                  <a:pt x="1925596" y="1040991"/>
                </a:cubicBezTo>
                <a:lnTo>
                  <a:pt x="1919536" y="1052155"/>
                </a:lnTo>
                <a:lnTo>
                  <a:pt x="1920944" y="1059512"/>
                </a:lnTo>
                <a:cubicBezTo>
                  <a:pt x="1923591" y="1080341"/>
                  <a:pt x="1924956" y="1101570"/>
                  <a:pt x="1924956" y="1123118"/>
                </a:cubicBezTo>
                <a:cubicBezTo>
                  <a:pt x="1924956" y="1261025"/>
                  <a:pt x="1869059" y="1385875"/>
                  <a:pt x="1778684" y="1476249"/>
                </a:cubicBezTo>
                <a:lnTo>
                  <a:pt x="1761362" y="1490542"/>
                </a:lnTo>
                <a:lnTo>
                  <a:pt x="1757309" y="1530745"/>
                </a:lnTo>
                <a:cubicBezTo>
                  <a:pt x="1710742" y="1758315"/>
                  <a:pt x="1509388" y="1929501"/>
                  <a:pt x="1268052" y="1929501"/>
                </a:cubicBezTo>
                <a:cubicBezTo>
                  <a:pt x="1199099" y="1929501"/>
                  <a:pt x="1133410" y="1915527"/>
                  <a:pt x="1073662" y="1890256"/>
                </a:cubicBezTo>
                <a:lnTo>
                  <a:pt x="1039885" y="1871923"/>
                </a:lnTo>
                <a:lnTo>
                  <a:pt x="998147" y="1895913"/>
                </a:lnTo>
                <a:cubicBezTo>
                  <a:pt x="932649" y="1927473"/>
                  <a:pt x="859208" y="1945159"/>
                  <a:pt x="781635" y="1945159"/>
                </a:cubicBezTo>
                <a:cubicBezTo>
                  <a:pt x="574775" y="1945159"/>
                  <a:pt x="397291" y="1819390"/>
                  <a:pt x="321477" y="1640147"/>
                </a:cubicBezTo>
                <a:lnTo>
                  <a:pt x="300660" y="1573084"/>
                </a:lnTo>
                <a:lnTo>
                  <a:pt x="220182" y="1529402"/>
                </a:lnTo>
                <a:cubicBezTo>
                  <a:pt x="87340" y="1439656"/>
                  <a:pt x="0" y="1287672"/>
                  <a:pt x="0" y="1115289"/>
                </a:cubicBezTo>
                <a:cubicBezTo>
                  <a:pt x="0" y="977383"/>
                  <a:pt x="55897" y="852532"/>
                  <a:pt x="146272" y="762158"/>
                </a:cubicBezTo>
                <a:lnTo>
                  <a:pt x="151038" y="758225"/>
                </a:lnTo>
                <a:lnTo>
                  <a:pt x="133236" y="700876"/>
                </a:lnTo>
                <a:cubicBezTo>
                  <a:pt x="126584" y="668366"/>
                  <a:pt x="123090" y="634706"/>
                  <a:pt x="123090" y="600229"/>
                </a:cubicBezTo>
                <a:cubicBezTo>
                  <a:pt x="123090" y="324416"/>
                  <a:pt x="346680" y="100826"/>
                  <a:pt x="622493" y="100826"/>
                </a:cubicBezTo>
                <a:cubicBezTo>
                  <a:pt x="656970" y="100826"/>
                  <a:pt x="690630" y="104320"/>
                  <a:pt x="723140" y="110972"/>
                </a:cubicBezTo>
                <a:lnTo>
                  <a:pt x="808117" y="137351"/>
                </a:lnTo>
                <a:lnTo>
                  <a:pt x="871215" y="85290"/>
                </a:lnTo>
                <a:cubicBezTo>
                  <a:pt x="950920" y="31443"/>
                  <a:pt x="1047006" y="0"/>
                  <a:pt x="1150436"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9" name="Picture Placeholder 28"/>
          <p:cNvSpPr>
            <a:spLocks noGrp="1"/>
          </p:cNvSpPr>
          <p:nvPr>
            <p:ph type="pic" sz="quarter" idx="16"/>
          </p:nvPr>
        </p:nvSpPr>
        <p:spPr>
          <a:xfrm>
            <a:off x="6708753" y="2542734"/>
            <a:ext cx="1772530" cy="1772530"/>
          </a:xfrm>
          <a:custGeom>
            <a:avLst/>
            <a:gdLst>
              <a:gd name="connsiteX0" fmla="*/ 886265 w 1772530"/>
              <a:gd name="connsiteY0" fmla="*/ 0 h 1772530"/>
              <a:gd name="connsiteX1" fmla="*/ 1772530 w 1772530"/>
              <a:gd name="connsiteY1" fmla="*/ 886265 h 1772530"/>
              <a:gd name="connsiteX2" fmla="*/ 886265 w 1772530"/>
              <a:gd name="connsiteY2" fmla="*/ 1772530 h 1772530"/>
              <a:gd name="connsiteX3" fmla="*/ 0 w 1772530"/>
              <a:gd name="connsiteY3" fmla="*/ 886265 h 1772530"/>
              <a:gd name="connsiteX4" fmla="*/ 886265 w 1772530"/>
              <a:gd name="connsiteY4" fmla="*/ 0 h 17725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2530" h="1772530">
                <a:moveTo>
                  <a:pt x="886265" y="0"/>
                </a:moveTo>
                <a:cubicBezTo>
                  <a:pt x="1375736" y="0"/>
                  <a:pt x="1772530" y="396794"/>
                  <a:pt x="1772530" y="886265"/>
                </a:cubicBezTo>
                <a:cubicBezTo>
                  <a:pt x="1772530" y="1375736"/>
                  <a:pt x="1375736" y="1772530"/>
                  <a:pt x="886265" y="1772530"/>
                </a:cubicBezTo>
                <a:cubicBezTo>
                  <a:pt x="396794" y="1772530"/>
                  <a:pt x="0" y="1375736"/>
                  <a:pt x="0" y="886265"/>
                </a:cubicBezTo>
                <a:cubicBezTo>
                  <a:pt x="0" y="396794"/>
                  <a:pt x="396794" y="0"/>
                  <a:pt x="886265" y="0"/>
                </a:cubicBezTo>
                <a:close/>
              </a:path>
            </a:pathLst>
          </a:custGeom>
          <a:solidFill>
            <a:schemeClr val="bg1">
              <a:lumMod val="85000"/>
            </a:schemeClr>
          </a:solidFill>
        </p:spPr>
        <p:txBody>
          <a:bodyPr wrap="square">
            <a:noAutofit/>
          </a:bodyPr>
          <a:lstStyle/>
          <a:p>
            <a:endParaRPr lang="en-AU" dirty="0"/>
          </a:p>
        </p:txBody>
      </p:sp>
      <p:sp>
        <p:nvSpPr>
          <p:cNvPr id="15" name="Text Placeholder 21"/>
          <p:cNvSpPr>
            <a:spLocks noGrp="1"/>
          </p:cNvSpPr>
          <p:nvPr>
            <p:ph type="body" sz="quarter" idx="20"/>
          </p:nvPr>
        </p:nvSpPr>
        <p:spPr>
          <a:xfrm>
            <a:off x="713492" y="4547044"/>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6" name="Text Placeholder 21"/>
          <p:cNvSpPr>
            <a:spLocks noGrp="1"/>
          </p:cNvSpPr>
          <p:nvPr>
            <p:ph type="body" sz="quarter" idx="29"/>
          </p:nvPr>
        </p:nvSpPr>
        <p:spPr>
          <a:xfrm>
            <a:off x="713492" y="4853748"/>
            <a:ext cx="1814513"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8" name="Text Placeholder 21"/>
          <p:cNvSpPr>
            <a:spLocks noGrp="1"/>
          </p:cNvSpPr>
          <p:nvPr>
            <p:ph type="body" sz="quarter" idx="30"/>
          </p:nvPr>
        </p:nvSpPr>
        <p:spPr>
          <a:xfrm>
            <a:off x="3717217" y="4547044"/>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9" name="Text Placeholder 21"/>
          <p:cNvSpPr>
            <a:spLocks noGrp="1"/>
          </p:cNvSpPr>
          <p:nvPr>
            <p:ph type="body" sz="quarter" idx="31"/>
          </p:nvPr>
        </p:nvSpPr>
        <p:spPr>
          <a:xfrm>
            <a:off x="3717217" y="4853748"/>
            <a:ext cx="1814513"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0" name="Text Placeholder 21"/>
          <p:cNvSpPr>
            <a:spLocks noGrp="1"/>
          </p:cNvSpPr>
          <p:nvPr>
            <p:ph type="body" sz="quarter" idx="32"/>
          </p:nvPr>
        </p:nvSpPr>
        <p:spPr>
          <a:xfrm>
            <a:off x="6720942" y="4547044"/>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1" name="Text Placeholder 21"/>
          <p:cNvSpPr>
            <a:spLocks noGrp="1"/>
          </p:cNvSpPr>
          <p:nvPr>
            <p:ph type="body" sz="quarter" idx="33"/>
          </p:nvPr>
        </p:nvSpPr>
        <p:spPr>
          <a:xfrm>
            <a:off x="6720942" y="4853748"/>
            <a:ext cx="1814513"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2" name="Text Placeholder 21"/>
          <p:cNvSpPr>
            <a:spLocks noGrp="1"/>
          </p:cNvSpPr>
          <p:nvPr>
            <p:ph type="body" sz="quarter" idx="34"/>
          </p:nvPr>
        </p:nvSpPr>
        <p:spPr>
          <a:xfrm>
            <a:off x="9724667" y="4546572"/>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0" name="Text Placeholder 21"/>
          <p:cNvSpPr>
            <a:spLocks noGrp="1"/>
          </p:cNvSpPr>
          <p:nvPr>
            <p:ph type="body" sz="quarter" idx="35"/>
          </p:nvPr>
        </p:nvSpPr>
        <p:spPr>
          <a:xfrm>
            <a:off x="9724667" y="4853276"/>
            <a:ext cx="1814513"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Tree>
    <p:extLst>
      <p:ext uri="{BB962C8B-B14F-4D97-AF65-F5344CB8AC3E}">
        <p14:creationId xmlns:p14="http://schemas.microsoft.com/office/powerpoint/2010/main" val="70514826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42" presetClass="entr" presetSubtype="0" fill="hold" grpId="0" nodeType="afterEffect">
                                  <p:stCondLst>
                                    <p:cond delay="0"/>
                                  </p:stCondLst>
                                  <p:childTnLst>
                                    <p:set>
                                      <p:cBhvr>
                                        <p:cTn id="10" dur="1" fill="hold">
                                          <p:stCondLst>
                                            <p:cond delay="0"/>
                                          </p:stCondLst>
                                        </p:cTn>
                                        <p:tgtEl>
                                          <p:spTgt spid="8">
                                            <p:txEl>
                                              <p:pRg st="0" end="0"/>
                                            </p:txEl>
                                          </p:spTgt>
                                        </p:tgtEl>
                                        <p:attrNameLst>
                                          <p:attrName>style.visibility</p:attrName>
                                        </p:attrNameLst>
                                      </p:cBhvr>
                                      <p:to>
                                        <p:strVal val="visible"/>
                                      </p:to>
                                    </p:set>
                                    <p:animEffect transition="in" filter="fade">
                                      <p:cBhvr>
                                        <p:cTn id="11" dur="500"/>
                                        <p:tgtEl>
                                          <p:spTgt spid="8">
                                            <p:txEl>
                                              <p:pRg st="0" end="0"/>
                                            </p:txEl>
                                          </p:spTgt>
                                        </p:tgtEl>
                                      </p:cBhvr>
                                    </p:animEffect>
                                    <p:anim calcmode="lin" valueType="num">
                                      <p:cBhvr>
                                        <p:cTn id="12"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4" fill="hold">
                            <p:stCondLst>
                              <p:cond delay="1000"/>
                            </p:stCondLst>
                            <p:childTnLst>
                              <p:par>
                                <p:cTn id="15" presetID="10" presetClass="entr" presetSubtype="0" fill="hold" grpId="0" nodeType="afterEffect">
                                  <p:stCondLst>
                                    <p:cond delay="0"/>
                                  </p:stCondLst>
                                  <p:childTnLst>
                                    <p:set>
                                      <p:cBhvr>
                                        <p:cTn id="16" dur="1" fill="hold">
                                          <p:stCondLst>
                                            <p:cond delay="0"/>
                                          </p:stCondLst>
                                        </p:cTn>
                                        <p:tgtEl>
                                          <p:spTgt spid="23"/>
                                        </p:tgtEl>
                                        <p:attrNameLst>
                                          <p:attrName>style.visibility</p:attrName>
                                        </p:attrNameLst>
                                      </p:cBhvr>
                                      <p:to>
                                        <p:strVal val="visible"/>
                                      </p:to>
                                    </p:set>
                                    <p:animEffect transition="in" filter="fade">
                                      <p:cBhvr>
                                        <p:cTn id="17" dur="500"/>
                                        <p:tgtEl>
                                          <p:spTgt spid="23"/>
                                        </p:tgtEl>
                                      </p:cBhvr>
                                    </p:animEffect>
                                  </p:childTnLst>
                                </p:cTn>
                              </p:par>
                            </p:childTnLst>
                          </p:cTn>
                        </p:par>
                        <p:par>
                          <p:cTn id="18" fill="hold">
                            <p:stCondLst>
                              <p:cond delay="1500"/>
                            </p:stCondLst>
                            <p:childTnLst>
                              <p:par>
                                <p:cTn id="19" presetID="53" presetClass="entr" presetSubtype="16" fill="hold" grpId="0" nodeType="afterEffect">
                                  <p:stCondLst>
                                    <p:cond delay="0"/>
                                  </p:stCondLst>
                                  <p:childTnLst>
                                    <p:set>
                                      <p:cBhvr>
                                        <p:cTn id="20" dur="1" fill="hold">
                                          <p:stCondLst>
                                            <p:cond delay="0"/>
                                          </p:stCondLst>
                                        </p:cTn>
                                        <p:tgtEl>
                                          <p:spTgt spid="17"/>
                                        </p:tgtEl>
                                        <p:attrNameLst>
                                          <p:attrName>style.visibility</p:attrName>
                                        </p:attrNameLst>
                                      </p:cBhvr>
                                      <p:to>
                                        <p:strVal val="visible"/>
                                      </p:to>
                                    </p:set>
                                    <p:anim calcmode="lin" valueType="num">
                                      <p:cBhvr>
                                        <p:cTn id="21" dur="500" fill="hold"/>
                                        <p:tgtEl>
                                          <p:spTgt spid="17"/>
                                        </p:tgtEl>
                                        <p:attrNameLst>
                                          <p:attrName>ppt_w</p:attrName>
                                        </p:attrNameLst>
                                      </p:cBhvr>
                                      <p:tavLst>
                                        <p:tav tm="0">
                                          <p:val>
                                            <p:fltVal val="0"/>
                                          </p:val>
                                        </p:tav>
                                        <p:tav tm="100000">
                                          <p:val>
                                            <p:strVal val="#ppt_w"/>
                                          </p:val>
                                        </p:tav>
                                      </p:tavLst>
                                    </p:anim>
                                    <p:anim calcmode="lin" valueType="num">
                                      <p:cBhvr>
                                        <p:cTn id="22" dur="500" fill="hold"/>
                                        <p:tgtEl>
                                          <p:spTgt spid="17"/>
                                        </p:tgtEl>
                                        <p:attrNameLst>
                                          <p:attrName>ppt_h</p:attrName>
                                        </p:attrNameLst>
                                      </p:cBhvr>
                                      <p:tavLst>
                                        <p:tav tm="0">
                                          <p:val>
                                            <p:fltVal val="0"/>
                                          </p:val>
                                        </p:tav>
                                        <p:tav tm="100000">
                                          <p:val>
                                            <p:strVal val="#ppt_h"/>
                                          </p:val>
                                        </p:tav>
                                      </p:tavLst>
                                    </p:anim>
                                    <p:animEffect transition="in" filter="fade">
                                      <p:cBhvr>
                                        <p:cTn id="23" dur="500"/>
                                        <p:tgtEl>
                                          <p:spTgt spid="17"/>
                                        </p:tgtEl>
                                      </p:cBhvr>
                                    </p:animEffect>
                                  </p:childTnLst>
                                </p:cTn>
                              </p:par>
                            </p:childTnLst>
                          </p:cTn>
                        </p:par>
                        <p:par>
                          <p:cTn id="24" fill="hold">
                            <p:stCondLst>
                              <p:cond delay="2000"/>
                            </p:stCondLst>
                            <p:childTnLst>
                              <p:par>
                                <p:cTn id="25" presetID="53" presetClass="entr" presetSubtype="16" fill="hold" grpId="0" nodeType="afterEffect" nodePh="1">
                                  <p:stCondLst>
                                    <p:cond delay="0"/>
                                  </p:stCondLst>
                                  <p:endCondLst>
                                    <p:cond evt="begin" delay="0">
                                      <p:tn val="25"/>
                                    </p:cond>
                                  </p:endCondLst>
                                  <p:childTnLst>
                                    <p:set>
                                      <p:cBhvr>
                                        <p:cTn id="26" dur="1" fill="hold">
                                          <p:stCondLst>
                                            <p:cond delay="0"/>
                                          </p:stCondLst>
                                        </p:cTn>
                                        <p:tgtEl>
                                          <p:spTgt spid="15">
                                            <p:txEl>
                                              <p:pRg st="0" end="0"/>
                                            </p:txEl>
                                          </p:spTgt>
                                        </p:tgtEl>
                                        <p:attrNameLst>
                                          <p:attrName>style.visibility</p:attrName>
                                        </p:attrNameLst>
                                      </p:cBhvr>
                                      <p:to>
                                        <p:strVal val="visible"/>
                                      </p:to>
                                    </p:set>
                                    <p:anim calcmode="lin" valueType="num">
                                      <p:cBhvr>
                                        <p:cTn id="27" dur="500" fill="hold"/>
                                        <p:tgtEl>
                                          <p:spTgt spid="15">
                                            <p:txEl>
                                              <p:pRg st="0" end="0"/>
                                            </p:txEl>
                                          </p:spTgt>
                                        </p:tgtEl>
                                        <p:attrNameLst>
                                          <p:attrName>ppt_w</p:attrName>
                                        </p:attrNameLst>
                                      </p:cBhvr>
                                      <p:tavLst>
                                        <p:tav tm="0">
                                          <p:val>
                                            <p:fltVal val="0"/>
                                          </p:val>
                                        </p:tav>
                                        <p:tav tm="100000">
                                          <p:val>
                                            <p:strVal val="#ppt_w"/>
                                          </p:val>
                                        </p:tav>
                                      </p:tavLst>
                                    </p:anim>
                                    <p:anim calcmode="lin" valueType="num">
                                      <p:cBhvr>
                                        <p:cTn id="28" dur="500" fill="hold"/>
                                        <p:tgtEl>
                                          <p:spTgt spid="15">
                                            <p:txEl>
                                              <p:pRg st="0" end="0"/>
                                            </p:txEl>
                                          </p:spTgt>
                                        </p:tgtEl>
                                        <p:attrNameLst>
                                          <p:attrName>ppt_h</p:attrName>
                                        </p:attrNameLst>
                                      </p:cBhvr>
                                      <p:tavLst>
                                        <p:tav tm="0">
                                          <p:val>
                                            <p:fltVal val="0"/>
                                          </p:val>
                                        </p:tav>
                                        <p:tav tm="100000">
                                          <p:val>
                                            <p:strVal val="#ppt_h"/>
                                          </p:val>
                                        </p:tav>
                                      </p:tavLst>
                                    </p:anim>
                                    <p:animEffect transition="in" filter="fade">
                                      <p:cBhvr>
                                        <p:cTn id="29" dur="500"/>
                                        <p:tgtEl>
                                          <p:spTgt spid="15">
                                            <p:txEl>
                                              <p:pRg st="0" end="0"/>
                                            </p:txEl>
                                          </p:spTgt>
                                        </p:tgtEl>
                                      </p:cBhvr>
                                    </p:animEffect>
                                  </p:childTnLst>
                                </p:cTn>
                              </p:par>
                            </p:childTnLst>
                          </p:cTn>
                        </p:par>
                        <p:par>
                          <p:cTn id="30" fill="hold">
                            <p:stCondLst>
                              <p:cond delay="2500"/>
                            </p:stCondLst>
                            <p:childTnLst>
                              <p:par>
                                <p:cTn id="31" presetID="42" presetClass="entr" presetSubtype="0" fill="hold" grpId="0" nodeType="afterEffect" nodePh="1">
                                  <p:stCondLst>
                                    <p:cond delay="0"/>
                                  </p:stCondLst>
                                  <p:endCondLst>
                                    <p:cond evt="begin" delay="0">
                                      <p:tn val="31"/>
                                    </p:cond>
                                  </p:endCondLst>
                                  <p:childTnLst>
                                    <p:set>
                                      <p:cBhvr>
                                        <p:cTn id="32" dur="1" fill="hold">
                                          <p:stCondLst>
                                            <p:cond delay="0"/>
                                          </p:stCondLst>
                                        </p:cTn>
                                        <p:tgtEl>
                                          <p:spTgt spid="16">
                                            <p:txEl>
                                              <p:pRg st="0" end="0"/>
                                            </p:txEl>
                                          </p:spTgt>
                                        </p:tgtEl>
                                        <p:attrNameLst>
                                          <p:attrName>style.visibility</p:attrName>
                                        </p:attrNameLst>
                                      </p:cBhvr>
                                      <p:to>
                                        <p:strVal val="visible"/>
                                      </p:to>
                                    </p:set>
                                    <p:animEffect transition="in" filter="fade">
                                      <p:cBhvr>
                                        <p:cTn id="33" dur="500"/>
                                        <p:tgtEl>
                                          <p:spTgt spid="16">
                                            <p:txEl>
                                              <p:pRg st="0" end="0"/>
                                            </p:txEl>
                                          </p:spTgt>
                                        </p:tgtEl>
                                      </p:cBhvr>
                                    </p:animEffect>
                                    <p:anim calcmode="lin" valueType="num">
                                      <p:cBhvr>
                                        <p:cTn id="34" dur="500" fill="hold"/>
                                        <p:tgtEl>
                                          <p:spTgt spid="16">
                                            <p:txEl>
                                              <p:pRg st="0" end="0"/>
                                            </p:txEl>
                                          </p:spTgt>
                                        </p:tgtEl>
                                        <p:attrNameLst>
                                          <p:attrName>ppt_x</p:attrName>
                                        </p:attrNameLst>
                                      </p:cBhvr>
                                      <p:tavLst>
                                        <p:tav tm="0">
                                          <p:val>
                                            <p:strVal val="#ppt_x"/>
                                          </p:val>
                                        </p:tav>
                                        <p:tav tm="100000">
                                          <p:val>
                                            <p:strVal val="#ppt_x"/>
                                          </p:val>
                                        </p:tav>
                                      </p:tavLst>
                                    </p:anim>
                                    <p:anim calcmode="lin" valueType="num">
                                      <p:cBhvr>
                                        <p:cTn id="35" dur="500" fill="hold"/>
                                        <p:tgtEl>
                                          <p:spTgt spid="16">
                                            <p:txEl>
                                              <p:pRg st="0" end="0"/>
                                            </p:txEl>
                                          </p:spTgt>
                                        </p:tgtEl>
                                        <p:attrNameLst>
                                          <p:attrName>ppt_y</p:attrName>
                                        </p:attrNameLst>
                                      </p:cBhvr>
                                      <p:tavLst>
                                        <p:tav tm="0">
                                          <p:val>
                                            <p:strVal val="#ppt_y+.1"/>
                                          </p:val>
                                        </p:tav>
                                        <p:tav tm="100000">
                                          <p:val>
                                            <p:strVal val="#ppt_y"/>
                                          </p:val>
                                        </p:tav>
                                      </p:tavLst>
                                    </p:anim>
                                  </p:childTnLst>
                                </p:cTn>
                              </p:par>
                            </p:childTnLst>
                          </p:cTn>
                        </p:par>
                        <p:par>
                          <p:cTn id="36" fill="hold">
                            <p:stCondLst>
                              <p:cond delay="3000"/>
                            </p:stCondLst>
                            <p:childTnLst>
                              <p:par>
                                <p:cTn id="37" presetID="10" presetClass="entr" presetSubtype="0" fill="hold" grpId="0" nodeType="afterEffect">
                                  <p:stCondLst>
                                    <p:cond delay="0"/>
                                  </p:stCondLst>
                                  <p:childTnLst>
                                    <p:set>
                                      <p:cBhvr>
                                        <p:cTn id="38" dur="1" fill="hold">
                                          <p:stCondLst>
                                            <p:cond delay="0"/>
                                          </p:stCondLst>
                                        </p:cTn>
                                        <p:tgtEl>
                                          <p:spTgt spid="24"/>
                                        </p:tgtEl>
                                        <p:attrNameLst>
                                          <p:attrName>style.visibility</p:attrName>
                                        </p:attrNameLst>
                                      </p:cBhvr>
                                      <p:to>
                                        <p:strVal val="visible"/>
                                      </p:to>
                                    </p:set>
                                    <p:animEffect transition="in" filter="fade">
                                      <p:cBhvr>
                                        <p:cTn id="39" dur="500"/>
                                        <p:tgtEl>
                                          <p:spTgt spid="24"/>
                                        </p:tgtEl>
                                      </p:cBhvr>
                                    </p:animEffect>
                                  </p:childTnLst>
                                </p:cTn>
                              </p:par>
                            </p:childTnLst>
                          </p:cTn>
                        </p:par>
                        <p:par>
                          <p:cTn id="40" fill="hold">
                            <p:stCondLst>
                              <p:cond delay="3500"/>
                            </p:stCondLst>
                            <p:childTnLst>
                              <p:par>
                                <p:cTn id="41" presetID="53" presetClass="entr" presetSubtype="16" fill="hold" grpId="0" nodeType="afterEffect">
                                  <p:stCondLst>
                                    <p:cond delay="0"/>
                                  </p:stCondLst>
                                  <p:childTnLst>
                                    <p:set>
                                      <p:cBhvr>
                                        <p:cTn id="42" dur="1" fill="hold">
                                          <p:stCondLst>
                                            <p:cond delay="0"/>
                                          </p:stCondLst>
                                        </p:cTn>
                                        <p:tgtEl>
                                          <p:spTgt spid="25"/>
                                        </p:tgtEl>
                                        <p:attrNameLst>
                                          <p:attrName>style.visibility</p:attrName>
                                        </p:attrNameLst>
                                      </p:cBhvr>
                                      <p:to>
                                        <p:strVal val="visible"/>
                                      </p:to>
                                    </p:set>
                                    <p:anim calcmode="lin" valueType="num">
                                      <p:cBhvr>
                                        <p:cTn id="43" dur="500" fill="hold"/>
                                        <p:tgtEl>
                                          <p:spTgt spid="25"/>
                                        </p:tgtEl>
                                        <p:attrNameLst>
                                          <p:attrName>ppt_w</p:attrName>
                                        </p:attrNameLst>
                                      </p:cBhvr>
                                      <p:tavLst>
                                        <p:tav tm="0">
                                          <p:val>
                                            <p:fltVal val="0"/>
                                          </p:val>
                                        </p:tav>
                                        <p:tav tm="100000">
                                          <p:val>
                                            <p:strVal val="#ppt_w"/>
                                          </p:val>
                                        </p:tav>
                                      </p:tavLst>
                                    </p:anim>
                                    <p:anim calcmode="lin" valueType="num">
                                      <p:cBhvr>
                                        <p:cTn id="44" dur="500" fill="hold"/>
                                        <p:tgtEl>
                                          <p:spTgt spid="25"/>
                                        </p:tgtEl>
                                        <p:attrNameLst>
                                          <p:attrName>ppt_h</p:attrName>
                                        </p:attrNameLst>
                                      </p:cBhvr>
                                      <p:tavLst>
                                        <p:tav tm="0">
                                          <p:val>
                                            <p:fltVal val="0"/>
                                          </p:val>
                                        </p:tav>
                                        <p:tav tm="100000">
                                          <p:val>
                                            <p:strVal val="#ppt_h"/>
                                          </p:val>
                                        </p:tav>
                                      </p:tavLst>
                                    </p:anim>
                                    <p:animEffect transition="in" filter="fade">
                                      <p:cBhvr>
                                        <p:cTn id="45" dur="500"/>
                                        <p:tgtEl>
                                          <p:spTgt spid="25"/>
                                        </p:tgtEl>
                                      </p:cBhvr>
                                    </p:animEffect>
                                  </p:childTnLst>
                                </p:cTn>
                              </p:par>
                            </p:childTnLst>
                          </p:cTn>
                        </p:par>
                        <p:par>
                          <p:cTn id="46" fill="hold">
                            <p:stCondLst>
                              <p:cond delay="4000"/>
                            </p:stCondLst>
                            <p:childTnLst>
                              <p:par>
                                <p:cTn id="47" presetID="53" presetClass="entr" presetSubtype="16" fill="hold" grpId="0" nodeType="afterEffect" nodePh="1">
                                  <p:stCondLst>
                                    <p:cond delay="0"/>
                                  </p:stCondLst>
                                  <p:endCondLst>
                                    <p:cond evt="begin" delay="0">
                                      <p:tn val="47"/>
                                    </p:cond>
                                  </p:endCondLst>
                                  <p:childTnLst>
                                    <p:set>
                                      <p:cBhvr>
                                        <p:cTn id="48" dur="1" fill="hold">
                                          <p:stCondLst>
                                            <p:cond delay="0"/>
                                          </p:stCondLst>
                                        </p:cTn>
                                        <p:tgtEl>
                                          <p:spTgt spid="18">
                                            <p:txEl>
                                              <p:pRg st="0" end="0"/>
                                            </p:txEl>
                                          </p:spTgt>
                                        </p:tgtEl>
                                        <p:attrNameLst>
                                          <p:attrName>style.visibility</p:attrName>
                                        </p:attrNameLst>
                                      </p:cBhvr>
                                      <p:to>
                                        <p:strVal val="visible"/>
                                      </p:to>
                                    </p:set>
                                    <p:anim calcmode="lin" valueType="num">
                                      <p:cBhvr>
                                        <p:cTn id="49" dur="500" fill="hold"/>
                                        <p:tgtEl>
                                          <p:spTgt spid="18">
                                            <p:txEl>
                                              <p:pRg st="0" end="0"/>
                                            </p:txEl>
                                          </p:spTgt>
                                        </p:tgtEl>
                                        <p:attrNameLst>
                                          <p:attrName>ppt_w</p:attrName>
                                        </p:attrNameLst>
                                      </p:cBhvr>
                                      <p:tavLst>
                                        <p:tav tm="0">
                                          <p:val>
                                            <p:fltVal val="0"/>
                                          </p:val>
                                        </p:tav>
                                        <p:tav tm="100000">
                                          <p:val>
                                            <p:strVal val="#ppt_w"/>
                                          </p:val>
                                        </p:tav>
                                      </p:tavLst>
                                    </p:anim>
                                    <p:anim calcmode="lin" valueType="num">
                                      <p:cBhvr>
                                        <p:cTn id="50" dur="500" fill="hold"/>
                                        <p:tgtEl>
                                          <p:spTgt spid="18">
                                            <p:txEl>
                                              <p:pRg st="0" end="0"/>
                                            </p:txEl>
                                          </p:spTgt>
                                        </p:tgtEl>
                                        <p:attrNameLst>
                                          <p:attrName>ppt_h</p:attrName>
                                        </p:attrNameLst>
                                      </p:cBhvr>
                                      <p:tavLst>
                                        <p:tav tm="0">
                                          <p:val>
                                            <p:fltVal val="0"/>
                                          </p:val>
                                        </p:tav>
                                        <p:tav tm="100000">
                                          <p:val>
                                            <p:strVal val="#ppt_h"/>
                                          </p:val>
                                        </p:tav>
                                      </p:tavLst>
                                    </p:anim>
                                    <p:animEffect transition="in" filter="fade">
                                      <p:cBhvr>
                                        <p:cTn id="51" dur="500"/>
                                        <p:tgtEl>
                                          <p:spTgt spid="18">
                                            <p:txEl>
                                              <p:pRg st="0" end="0"/>
                                            </p:txEl>
                                          </p:spTgt>
                                        </p:tgtEl>
                                      </p:cBhvr>
                                    </p:animEffect>
                                  </p:childTnLst>
                                </p:cTn>
                              </p:par>
                            </p:childTnLst>
                          </p:cTn>
                        </p:par>
                        <p:par>
                          <p:cTn id="52" fill="hold">
                            <p:stCondLst>
                              <p:cond delay="4500"/>
                            </p:stCondLst>
                            <p:childTnLst>
                              <p:par>
                                <p:cTn id="53" presetID="42" presetClass="entr" presetSubtype="0" fill="hold" grpId="0" nodeType="afterEffect" nodePh="1">
                                  <p:stCondLst>
                                    <p:cond delay="0"/>
                                  </p:stCondLst>
                                  <p:endCondLst>
                                    <p:cond evt="begin" delay="0">
                                      <p:tn val="53"/>
                                    </p:cond>
                                  </p:endCondLst>
                                  <p:childTnLst>
                                    <p:set>
                                      <p:cBhvr>
                                        <p:cTn id="54" dur="1" fill="hold">
                                          <p:stCondLst>
                                            <p:cond delay="0"/>
                                          </p:stCondLst>
                                        </p:cTn>
                                        <p:tgtEl>
                                          <p:spTgt spid="19">
                                            <p:txEl>
                                              <p:pRg st="0" end="0"/>
                                            </p:txEl>
                                          </p:spTgt>
                                        </p:tgtEl>
                                        <p:attrNameLst>
                                          <p:attrName>style.visibility</p:attrName>
                                        </p:attrNameLst>
                                      </p:cBhvr>
                                      <p:to>
                                        <p:strVal val="visible"/>
                                      </p:to>
                                    </p:set>
                                    <p:animEffect transition="in" filter="fade">
                                      <p:cBhvr>
                                        <p:cTn id="55" dur="500"/>
                                        <p:tgtEl>
                                          <p:spTgt spid="19">
                                            <p:txEl>
                                              <p:pRg st="0" end="0"/>
                                            </p:txEl>
                                          </p:spTgt>
                                        </p:tgtEl>
                                      </p:cBhvr>
                                    </p:animEffect>
                                    <p:anim calcmode="lin" valueType="num">
                                      <p:cBhvr>
                                        <p:cTn id="56" dur="500" fill="hold"/>
                                        <p:tgtEl>
                                          <p:spTgt spid="19">
                                            <p:txEl>
                                              <p:pRg st="0" end="0"/>
                                            </p:txEl>
                                          </p:spTgt>
                                        </p:tgtEl>
                                        <p:attrNameLst>
                                          <p:attrName>ppt_x</p:attrName>
                                        </p:attrNameLst>
                                      </p:cBhvr>
                                      <p:tavLst>
                                        <p:tav tm="0">
                                          <p:val>
                                            <p:strVal val="#ppt_x"/>
                                          </p:val>
                                        </p:tav>
                                        <p:tav tm="100000">
                                          <p:val>
                                            <p:strVal val="#ppt_x"/>
                                          </p:val>
                                        </p:tav>
                                      </p:tavLst>
                                    </p:anim>
                                    <p:anim calcmode="lin" valueType="num">
                                      <p:cBhvr>
                                        <p:cTn id="57" dur="500" fill="hold"/>
                                        <p:tgtEl>
                                          <p:spTgt spid="19">
                                            <p:txEl>
                                              <p:pRg st="0" end="0"/>
                                            </p:txEl>
                                          </p:spTgt>
                                        </p:tgtEl>
                                        <p:attrNameLst>
                                          <p:attrName>ppt_y</p:attrName>
                                        </p:attrNameLst>
                                      </p:cBhvr>
                                      <p:tavLst>
                                        <p:tav tm="0">
                                          <p:val>
                                            <p:strVal val="#ppt_y+.1"/>
                                          </p:val>
                                        </p:tav>
                                        <p:tav tm="100000">
                                          <p:val>
                                            <p:strVal val="#ppt_y"/>
                                          </p:val>
                                        </p:tav>
                                      </p:tavLst>
                                    </p:anim>
                                  </p:childTnLst>
                                </p:cTn>
                              </p:par>
                            </p:childTnLst>
                          </p:cTn>
                        </p:par>
                        <p:par>
                          <p:cTn id="58" fill="hold">
                            <p:stCondLst>
                              <p:cond delay="5000"/>
                            </p:stCondLst>
                            <p:childTnLst>
                              <p:par>
                                <p:cTn id="59" presetID="10" presetClass="entr" presetSubtype="0" fill="hold" grpId="0" nodeType="afterEffect">
                                  <p:stCondLst>
                                    <p:cond delay="0"/>
                                  </p:stCondLst>
                                  <p:childTnLst>
                                    <p:set>
                                      <p:cBhvr>
                                        <p:cTn id="60" dur="1" fill="hold">
                                          <p:stCondLst>
                                            <p:cond delay="0"/>
                                          </p:stCondLst>
                                        </p:cTn>
                                        <p:tgtEl>
                                          <p:spTgt spid="28"/>
                                        </p:tgtEl>
                                        <p:attrNameLst>
                                          <p:attrName>style.visibility</p:attrName>
                                        </p:attrNameLst>
                                      </p:cBhvr>
                                      <p:to>
                                        <p:strVal val="visible"/>
                                      </p:to>
                                    </p:set>
                                    <p:animEffect transition="in" filter="fade">
                                      <p:cBhvr>
                                        <p:cTn id="61" dur="500"/>
                                        <p:tgtEl>
                                          <p:spTgt spid="28"/>
                                        </p:tgtEl>
                                      </p:cBhvr>
                                    </p:animEffect>
                                  </p:childTnLst>
                                </p:cTn>
                              </p:par>
                            </p:childTnLst>
                          </p:cTn>
                        </p:par>
                        <p:par>
                          <p:cTn id="62" fill="hold">
                            <p:stCondLst>
                              <p:cond delay="5500"/>
                            </p:stCondLst>
                            <p:childTnLst>
                              <p:par>
                                <p:cTn id="63" presetID="53" presetClass="entr" presetSubtype="16" fill="hold" grpId="0" nodeType="afterEffect">
                                  <p:stCondLst>
                                    <p:cond delay="0"/>
                                  </p:stCondLst>
                                  <p:childTnLst>
                                    <p:set>
                                      <p:cBhvr>
                                        <p:cTn id="64" dur="1" fill="hold">
                                          <p:stCondLst>
                                            <p:cond delay="0"/>
                                          </p:stCondLst>
                                        </p:cTn>
                                        <p:tgtEl>
                                          <p:spTgt spid="29"/>
                                        </p:tgtEl>
                                        <p:attrNameLst>
                                          <p:attrName>style.visibility</p:attrName>
                                        </p:attrNameLst>
                                      </p:cBhvr>
                                      <p:to>
                                        <p:strVal val="visible"/>
                                      </p:to>
                                    </p:set>
                                    <p:anim calcmode="lin" valueType="num">
                                      <p:cBhvr>
                                        <p:cTn id="65" dur="500" fill="hold"/>
                                        <p:tgtEl>
                                          <p:spTgt spid="29"/>
                                        </p:tgtEl>
                                        <p:attrNameLst>
                                          <p:attrName>ppt_w</p:attrName>
                                        </p:attrNameLst>
                                      </p:cBhvr>
                                      <p:tavLst>
                                        <p:tav tm="0">
                                          <p:val>
                                            <p:fltVal val="0"/>
                                          </p:val>
                                        </p:tav>
                                        <p:tav tm="100000">
                                          <p:val>
                                            <p:strVal val="#ppt_w"/>
                                          </p:val>
                                        </p:tav>
                                      </p:tavLst>
                                    </p:anim>
                                    <p:anim calcmode="lin" valueType="num">
                                      <p:cBhvr>
                                        <p:cTn id="66" dur="500" fill="hold"/>
                                        <p:tgtEl>
                                          <p:spTgt spid="29"/>
                                        </p:tgtEl>
                                        <p:attrNameLst>
                                          <p:attrName>ppt_h</p:attrName>
                                        </p:attrNameLst>
                                      </p:cBhvr>
                                      <p:tavLst>
                                        <p:tav tm="0">
                                          <p:val>
                                            <p:fltVal val="0"/>
                                          </p:val>
                                        </p:tav>
                                        <p:tav tm="100000">
                                          <p:val>
                                            <p:strVal val="#ppt_h"/>
                                          </p:val>
                                        </p:tav>
                                      </p:tavLst>
                                    </p:anim>
                                    <p:animEffect transition="in" filter="fade">
                                      <p:cBhvr>
                                        <p:cTn id="67" dur="500"/>
                                        <p:tgtEl>
                                          <p:spTgt spid="29"/>
                                        </p:tgtEl>
                                      </p:cBhvr>
                                    </p:animEffect>
                                  </p:childTnLst>
                                </p:cTn>
                              </p:par>
                            </p:childTnLst>
                          </p:cTn>
                        </p:par>
                        <p:par>
                          <p:cTn id="68" fill="hold">
                            <p:stCondLst>
                              <p:cond delay="6000"/>
                            </p:stCondLst>
                            <p:childTnLst>
                              <p:par>
                                <p:cTn id="69" presetID="53" presetClass="entr" presetSubtype="16" fill="hold" grpId="0" nodeType="afterEffect" nodePh="1">
                                  <p:stCondLst>
                                    <p:cond delay="0"/>
                                  </p:stCondLst>
                                  <p:endCondLst>
                                    <p:cond evt="begin" delay="0">
                                      <p:tn val="69"/>
                                    </p:cond>
                                  </p:endCondLst>
                                  <p:childTnLst>
                                    <p:set>
                                      <p:cBhvr>
                                        <p:cTn id="70" dur="1" fill="hold">
                                          <p:stCondLst>
                                            <p:cond delay="0"/>
                                          </p:stCondLst>
                                        </p:cTn>
                                        <p:tgtEl>
                                          <p:spTgt spid="20">
                                            <p:txEl>
                                              <p:pRg st="0" end="0"/>
                                            </p:txEl>
                                          </p:spTgt>
                                        </p:tgtEl>
                                        <p:attrNameLst>
                                          <p:attrName>style.visibility</p:attrName>
                                        </p:attrNameLst>
                                      </p:cBhvr>
                                      <p:to>
                                        <p:strVal val="visible"/>
                                      </p:to>
                                    </p:set>
                                    <p:anim calcmode="lin" valueType="num">
                                      <p:cBhvr>
                                        <p:cTn id="71" dur="500" fill="hold"/>
                                        <p:tgtEl>
                                          <p:spTgt spid="20">
                                            <p:txEl>
                                              <p:pRg st="0" end="0"/>
                                            </p:txEl>
                                          </p:spTgt>
                                        </p:tgtEl>
                                        <p:attrNameLst>
                                          <p:attrName>ppt_w</p:attrName>
                                        </p:attrNameLst>
                                      </p:cBhvr>
                                      <p:tavLst>
                                        <p:tav tm="0">
                                          <p:val>
                                            <p:fltVal val="0"/>
                                          </p:val>
                                        </p:tav>
                                        <p:tav tm="100000">
                                          <p:val>
                                            <p:strVal val="#ppt_w"/>
                                          </p:val>
                                        </p:tav>
                                      </p:tavLst>
                                    </p:anim>
                                    <p:anim calcmode="lin" valueType="num">
                                      <p:cBhvr>
                                        <p:cTn id="72" dur="500" fill="hold"/>
                                        <p:tgtEl>
                                          <p:spTgt spid="20">
                                            <p:txEl>
                                              <p:pRg st="0" end="0"/>
                                            </p:txEl>
                                          </p:spTgt>
                                        </p:tgtEl>
                                        <p:attrNameLst>
                                          <p:attrName>ppt_h</p:attrName>
                                        </p:attrNameLst>
                                      </p:cBhvr>
                                      <p:tavLst>
                                        <p:tav tm="0">
                                          <p:val>
                                            <p:fltVal val="0"/>
                                          </p:val>
                                        </p:tav>
                                        <p:tav tm="100000">
                                          <p:val>
                                            <p:strVal val="#ppt_h"/>
                                          </p:val>
                                        </p:tav>
                                      </p:tavLst>
                                    </p:anim>
                                    <p:animEffect transition="in" filter="fade">
                                      <p:cBhvr>
                                        <p:cTn id="73" dur="500"/>
                                        <p:tgtEl>
                                          <p:spTgt spid="20">
                                            <p:txEl>
                                              <p:pRg st="0" end="0"/>
                                            </p:txEl>
                                          </p:spTgt>
                                        </p:tgtEl>
                                      </p:cBhvr>
                                    </p:animEffect>
                                  </p:childTnLst>
                                </p:cTn>
                              </p:par>
                            </p:childTnLst>
                          </p:cTn>
                        </p:par>
                        <p:par>
                          <p:cTn id="74" fill="hold">
                            <p:stCondLst>
                              <p:cond delay="6500"/>
                            </p:stCondLst>
                            <p:childTnLst>
                              <p:par>
                                <p:cTn id="75" presetID="42" presetClass="entr" presetSubtype="0" fill="hold" grpId="0" nodeType="afterEffect" nodePh="1">
                                  <p:stCondLst>
                                    <p:cond delay="0"/>
                                  </p:stCondLst>
                                  <p:endCondLst>
                                    <p:cond evt="begin" delay="0">
                                      <p:tn val="75"/>
                                    </p:cond>
                                  </p:endCondLst>
                                  <p:childTnLst>
                                    <p:set>
                                      <p:cBhvr>
                                        <p:cTn id="76" dur="1" fill="hold">
                                          <p:stCondLst>
                                            <p:cond delay="0"/>
                                          </p:stCondLst>
                                        </p:cTn>
                                        <p:tgtEl>
                                          <p:spTgt spid="21">
                                            <p:txEl>
                                              <p:pRg st="0" end="0"/>
                                            </p:txEl>
                                          </p:spTgt>
                                        </p:tgtEl>
                                        <p:attrNameLst>
                                          <p:attrName>style.visibility</p:attrName>
                                        </p:attrNameLst>
                                      </p:cBhvr>
                                      <p:to>
                                        <p:strVal val="visible"/>
                                      </p:to>
                                    </p:set>
                                    <p:animEffect transition="in" filter="fade">
                                      <p:cBhvr>
                                        <p:cTn id="77" dur="500"/>
                                        <p:tgtEl>
                                          <p:spTgt spid="21">
                                            <p:txEl>
                                              <p:pRg st="0" end="0"/>
                                            </p:txEl>
                                          </p:spTgt>
                                        </p:tgtEl>
                                      </p:cBhvr>
                                    </p:animEffect>
                                    <p:anim calcmode="lin" valueType="num">
                                      <p:cBhvr>
                                        <p:cTn id="78" dur="500" fill="hold"/>
                                        <p:tgtEl>
                                          <p:spTgt spid="21">
                                            <p:txEl>
                                              <p:pRg st="0" end="0"/>
                                            </p:txEl>
                                          </p:spTgt>
                                        </p:tgtEl>
                                        <p:attrNameLst>
                                          <p:attrName>ppt_x</p:attrName>
                                        </p:attrNameLst>
                                      </p:cBhvr>
                                      <p:tavLst>
                                        <p:tav tm="0">
                                          <p:val>
                                            <p:strVal val="#ppt_x"/>
                                          </p:val>
                                        </p:tav>
                                        <p:tav tm="100000">
                                          <p:val>
                                            <p:strVal val="#ppt_x"/>
                                          </p:val>
                                        </p:tav>
                                      </p:tavLst>
                                    </p:anim>
                                    <p:anim calcmode="lin" valueType="num">
                                      <p:cBhvr>
                                        <p:cTn id="79" dur="500" fill="hold"/>
                                        <p:tgtEl>
                                          <p:spTgt spid="21">
                                            <p:txEl>
                                              <p:pRg st="0" end="0"/>
                                            </p:txEl>
                                          </p:spTgt>
                                        </p:tgtEl>
                                        <p:attrNameLst>
                                          <p:attrName>ppt_y</p:attrName>
                                        </p:attrNameLst>
                                      </p:cBhvr>
                                      <p:tavLst>
                                        <p:tav tm="0">
                                          <p:val>
                                            <p:strVal val="#ppt_y+.1"/>
                                          </p:val>
                                        </p:tav>
                                        <p:tav tm="100000">
                                          <p:val>
                                            <p:strVal val="#ppt_y"/>
                                          </p:val>
                                        </p:tav>
                                      </p:tavLst>
                                    </p:anim>
                                  </p:childTnLst>
                                </p:cTn>
                              </p:par>
                            </p:childTnLst>
                          </p:cTn>
                        </p:par>
                        <p:par>
                          <p:cTn id="80" fill="hold">
                            <p:stCondLst>
                              <p:cond delay="7000"/>
                            </p:stCondLst>
                            <p:childTnLst>
                              <p:par>
                                <p:cTn id="81" presetID="10" presetClass="entr" presetSubtype="0" fill="hold" grpId="0" nodeType="afterEffect">
                                  <p:stCondLst>
                                    <p:cond delay="0"/>
                                  </p:stCondLst>
                                  <p:childTnLst>
                                    <p:set>
                                      <p:cBhvr>
                                        <p:cTn id="82" dur="1" fill="hold">
                                          <p:stCondLst>
                                            <p:cond delay="0"/>
                                          </p:stCondLst>
                                        </p:cTn>
                                        <p:tgtEl>
                                          <p:spTgt spid="26"/>
                                        </p:tgtEl>
                                        <p:attrNameLst>
                                          <p:attrName>style.visibility</p:attrName>
                                        </p:attrNameLst>
                                      </p:cBhvr>
                                      <p:to>
                                        <p:strVal val="visible"/>
                                      </p:to>
                                    </p:set>
                                    <p:animEffect transition="in" filter="fade">
                                      <p:cBhvr>
                                        <p:cTn id="83" dur="500"/>
                                        <p:tgtEl>
                                          <p:spTgt spid="26"/>
                                        </p:tgtEl>
                                      </p:cBhvr>
                                    </p:animEffect>
                                  </p:childTnLst>
                                </p:cTn>
                              </p:par>
                            </p:childTnLst>
                          </p:cTn>
                        </p:par>
                        <p:par>
                          <p:cTn id="84" fill="hold">
                            <p:stCondLst>
                              <p:cond delay="7500"/>
                            </p:stCondLst>
                            <p:childTnLst>
                              <p:par>
                                <p:cTn id="85" presetID="53" presetClass="entr" presetSubtype="16" fill="hold" grpId="0" nodeType="afterEffect">
                                  <p:stCondLst>
                                    <p:cond delay="0"/>
                                  </p:stCondLst>
                                  <p:childTnLst>
                                    <p:set>
                                      <p:cBhvr>
                                        <p:cTn id="86" dur="1" fill="hold">
                                          <p:stCondLst>
                                            <p:cond delay="0"/>
                                          </p:stCondLst>
                                        </p:cTn>
                                        <p:tgtEl>
                                          <p:spTgt spid="27"/>
                                        </p:tgtEl>
                                        <p:attrNameLst>
                                          <p:attrName>style.visibility</p:attrName>
                                        </p:attrNameLst>
                                      </p:cBhvr>
                                      <p:to>
                                        <p:strVal val="visible"/>
                                      </p:to>
                                    </p:set>
                                    <p:anim calcmode="lin" valueType="num">
                                      <p:cBhvr>
                                        <p:cTn id="87" dur="500" fill="hold"/>
                                        <p:tgtEl>
                                          <p:spTgt spid="27"/>
                                        </p:tgtEl>
                                        <p:attrNameLst>
                                          <p:attrName>ppt_w</p:attrName>
                                        </p:attrNameLst>
                                      </p:cBhvr>
                                      <p:tavLst>
                                        <p:tav tm="0">
                                          <p:val>
                                            <p:fltVal val="0"/>
                                          </p:val>
                                        </p:tav>
                                        <p:tav tm="100000">
                                          <p:val>
                                            <p:strVal val="#ppt_w"/>
                                          </p:val>
                                        </p:tav>
                                      </p:tavLst>
                                    </p:anim>
                                    <p:anim calcmode="lin" valueType="num">
                                      <p:cBhvr>
                                        <p:cTn id="88" dur="500" fill="hold"/>
                                        <p:tgtEl>
                                          <p:spTgt spid="27"/>
                                        </p:tgtEl>
                                        <p:attrNameLst>
                                          <p:attrName>ppt_h</p:attrName>
                                        </p:attrNameLst>
                                      </p:cBhvr>
                                      <p:tavLst>
                                        <p:tav tm="0">
                                          <p:val>
                                            <p:fltVal val="0"/>
                                          </p:val>
                                        </p:tav>
                                        <p:tav tm="100000">
                                          <p:val>
                                            <p:strVal val="#ppt_h"/>
                                          </p:val>
                                        </p:tav>
                                      </p:tavLst>
                                    </p:anim>
                                    <p:animEffect transition="in" filter="fade">
                                      <p:cBhvr>
                                        <p:cTn id="89" dur="500"/>
                                        <p:tgtEl>
                                          <p:spTgt spid="27"/>
                                        </p:tgtEl>
                                      </p:cBhvr>
                                    </p:animEffect>
                                  </p:childTnLst>
                                </p:cTn>
                              </p:par>
                            </p:childTnLst>
                          </p:cTn>
                        </p:par>
                        <p:par>
                          <p:cTn id="90" fill="hold">
                            <p:stCondLst>
                              <p:cond delay="8000"/>
                            </p:stCondLst>
                            <p:childTnLst>
                              <p:par>
                                <p:cTn id="91" presetID="53" presetClass="entr" presetSubtype="16" fill="hold" grpId="0" nodeType="afterEffect" nodePh="1">
                                  <p:stCondLst>
                                    <p:cond delay="0"/>
                                  </p:stCondLst>
                                  <p:endCondLst>
                                    <p:cond evt="begin" delay="0">
                                      <p:tn val="91"/>
                                    </p:cond>
                                  </p:endCondLst>
                                  <p:childTnLst>
                                    <p:set>
                                      <p:cBhvr>
                                        <p:cTn id="92" dur="1" fill="hold">
                                          <p:stCondLst>
                                            <p:cond delay="0"/>
                                          </p:stCondLst>
                                        </p:cTn>
                                        <p:tgtEl>
                                          <p:spTgt spid="22">
                                            <p:txEl>
                                              <p:pRg st="0" end="0"/>
                                            </p:txEl>
                                          </p:spTgt>
                                        </p:tgtEl>
                                        <p:attrNameLst>
                                          <p:attrName>style.visibility</p:attrName>
                                        </p:attrNameLst>
                                      </p:cBhvr>
                                      <p:to>
                                        <p:strVal val="visible"/>
                                      </p:to>
                                    </p:set>
                                    <p:anim calcmode="lin" valueType="num">
                                      <p:cBhvr>
                                        <p:cTn id="93" dur="500" fill="hold"/>
                                        <p:tgtEl>
                                          <p:spTgt spid="22">
                                            <p:txEl>
                                              <p:pRg st="0" end="0"/>
                                            </p:txEl>
                                          </p:spTgt>
                                        </p:tgtEl>
                                        <p:attrNameLst>
                                          <p:attrName>ppt_w</p:attrName>
                                        </p:attrNameLst>
                                      </p:cBhvr>
                                      <p:tavLst>
                                        <p:tav tm="0">
                                          <p:val>
                                            <p:fltVal val="0"/>
                                          </p:val>
                                        </p:tav>
                                        <p:tav tm="100000">
                                          <p:val>
                                            <p:strVal val="#ppt_w"/>
                                          </p:val>
                                        </p:tav>
                                      </p:tavLst>
                                    </p:anim>
                                    <p:anim calcmode="lin" valueType="num">
                                      <p:cBhvr>
                                        <p:cTn id="94" dur="500" fill="hold"/>
                                        <p:tgtEl>
                                          <p:spTgt spid="22">
                                            <p:txEl>
                                              <p:pRg st="0" end="0"/>
                                            </p:txEl>
                                          </p:spTgt>
                                        </p:tgtEl>
                                        <p:attrNameLst>
                                          <p:attrName>ppt_h</p:attrName>
                                        </p:attrNameLst>
                                      </p:cBhvr>
                                      <p:tavLst>
                                        <p:tav tm="0">
                                          <p:val>
                                            <p:fltVal val="0"/>
                                          </p:val>
                                        </p:tav>
                                        <p:tav tm="100000">
                                          <p:val>
                                            <p:strVal val="#ppt_h"/>
                                          </p:val>
                                        </p:tav>
                                      </p:tavLst>
                                    </p:anim>
                                    <p:animEffect transition="in" filter="fade">
                                      <p:cBhvr>
                                        <p:cTn id="95" dur="500"/>
                                        <p:tgtEl>
                                          <p:spTgt spid="22">
                                            <p:txEl>
                                              <p:pRg st="0" end="0"/>
                                            </p:txEl>
                                          </p:spTgt>
                                        </p:tgtEl>
                                      </p:cBhvr>
                                    </p:animEffect>
                                  </p:childTnLst>
                                </p:cTn>
                              </p:par>
                            </p:childTnLst>
                          </p:cTn>
                        </p:par>
                        <p:par>
                          <p:cTn id="96" fill="hold">
                            <p:stCondLst>
                              <p:cond delay="8500"/>
                            </p:stCondLst>
                            <p:childTnLst>
                              <p:par>
                                <p:cTn id="97" presetID="42" presetClass="entr" presetSubtype="0" fill="hold" grpId="0" nodeType="afterEffect" nodePh="1">
                                  <p:stCondLst>
                                    <p:cond delay="0"/>
                                  </p:stCondLst>
                                  <p:endCondLst>
                                    <p:cond evt="begin" delay="0">
                                      <p:tn val="97"/>
                                    </p:cond>
                                  </p:endCondLst>
                                  <p:childTnLst>
                                    <p:set>
                                      <p:cBhvr>
                                        <p:cTn id="98" dur="1" fill="hold">
                                          <p:stCondLst>
                                            <p:cond delay="0"/>
                                          </p:stCondLst>
                                        </p:cTn>
                                        <p:tgtEl>
                                          <p:spTgt spid="30">
                                            <p:txEl>
                                              <p:pRg st="0" end="0"/>
                                            </p:txEl>
                                          </p:spTgt>
                                        </p:tgtEl>
                                        <p:attrNameLst>
                                          <p:attrName>style.visibility</p:attrName>
                                        </p:attrNameLst>
                                      </p:cBhvr>
                                      <p:to>
                                        <p:strVal val="visible"/>
                                      </p:to>
                                    </p:set>
                                    <p:animEffect transition="in" filter="fade">
                                      <p:cBhvr>
                                        <p:cTn id="99" dur="500"/>
                                        <p:tgtEl>
                                          <p:spTgt spid="30">
                                            <p:txEl>
                                              <p:pRg st="0" end="0"/>
                                            </p:txEl>
                                          </p:spTgt>
                                        </p:tgtEl>
                                      </p:cBhvr>
                                    </p:animEffect>
                                    <p:anim calcmode="lin" valueType="num">
                                      <p:cBhvr>
                                        <p:cTn id="100" dur="500" fill="hold"/>
                                        <p:tgtEl>
                                          <p:spTgt spid="30">
                                            <p:txEl>
                                              <p:pRg st="0" end="0"/>
                                            </p:txEl>
                                          </p:spTgt>
                                        </p:tgtEl>
                                        <p:attrNameLst>
                                          <p:attrName>ppt_x</p:attrName>
                                        </p:attrNameLst>
                                      </p:cBhvr>
                                      <p:tavLst>
                                        <p:tav tm="0">
                                          <p:val>
                                            <p:strVal val="#ppt_x"/>
                                          </p:val>
                                        </p:tav>
                                        <p:tav tm="100000">
                                          <p:val>
                                            <p:strVal val="#ppt_x"/>
                                          </p:val>
                                        </p:tav>
                                      </p:tavLst>
                                    </p:anim>
                                    <p:anim calcmode="lin" valueType="num">
                                      <p:cBhvr>
                                        <p:cTn id="101" dur="500" fill="hold"/>
                                        <p:tgtEl>
                                          <p:spTgt spid="30">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23" grpId="0" animBg="1"/>
      <p:bldP spid="17" grpId="0" animBg="1"/>
      <p:bldP spid="24" grpId="0" animBg="1"/>
      <p:bldP spid="25" grpId="0" animBg="1"/>
      <p:bldP spid="26" grpId="0" animBg="1"/>
      <p:bldP spid="27" grpId="0" animBg="1"/>
      <p:bldP spid="28" grpId="0" animBg="1"/>
      <p:bldP spid="29" grpId="0" animBg="1"/>
      <p:bldP spid="15"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5"/>
                        </p:tgtEl>
                        <p:attrNameLst>
                          <p:attrName>style.visibility</p:attrName>
                        </p:attrNameLst>
                      </p:cBhvr>
                      <p:to>
                        <p:strVal val="visible"/>
                      </p:to>
                    </p:set>
                    <p:anim calcmode="lin" valueType="num">
                      <p:cBhvr>
                        <p:cTn dur="500" fill="hold"/>
                        <p:tgtEl>
                          <p:spTgt spid="15"/>
                        </p:tgtEl>
                        <p:attrNameLst>
                          <p:attrName>ppt_w</p:attrName>
                        </p:attrNameLst>
                      </p:cBhvr>
                      <p:tavLst>
                        <p:tav tm="0">
                          <p:val>
                            <p:fltVal val="0"/>
                          </p:val>
                        </p:tav>
                        <p:tav tm="100000">
                          <p:val>
                            <p:strVal val="#ppt_w"/>
                          </p:val>
                        </p:tav>
                      </p:tavLst>
                    </p:anim>
                    <p:anim calcmode="lin" valueType="num">
                      <p:cBhvr>
                        <p:cTn dur="500" fill="hold"/>
                        <p:tgtEl>
                          <p:spTgt spid="15"/>
                        </p:tgtEl>
                        <p:attrNameLst>
                          <p:attrName>ppt_h</p:attrName>
                        </p:attrNameLst>
                      </p:cBhvr>
                      <p:tavLst>
                        <p:tav tm="0">
                          <p:val>
                            <p:fltVal val="0"/>
                          </p:val>
                        </p:tav>
                        <p:tav tm="100000">
                          <p:val>
                            <p:strVal val="#ppt_h"/>
                          </p:val>
                        </p:tav>
                      </p:tavLst>
                    </p:anim>
                    <p:animEffect transition="in" filter="fade">
                      <p:cBhvr>
                        <p:cTn dur="500"/>
                        <p:tgtEl>
                          <p:spTgt spid="15"/>
                        </p:tgtEl>
                      </p:cBhvr>
                    </p:animEffect>
                  </p:childTnLst>
                </p:cTn>
              </p:par>
            </p:tnLst>
          </p:tmpl>
        </p:tmplLst>
      </p:bldP>
      <p:bldP spid="16"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6"/>
                        </p:tgtEl>
                        <p:attrNameLst>
                          <p:attrName>style.visibility</p:attrName>
                        </p:attrNameLst>
                      </p:cBhvr>
                      <p:to>
                        <p:strVal val="visible"/>
                      </p:to>
                    </p:set>
                    <p:animEffect transition="in" filter="fade">
                      <p:cBhvr>
                        <p:cTn dur="500"/>
                        <p:tgtEl>
                          <p:spTgt spid="16"/>
                        </p:tgtEl>
                      </p:cBhvr>
                    </p:animEffect>
                    <p:anim calcmode="lin" valueType="num">
                      <p:cBhvr>
                        <p:cTn dur="500" fill="hold"/>
                        <p:tgtEl>
                          <p:spTgt spid="16"/>
                        </p:tgtEl>
                        <p:attrNameLst>
                          <p:attrName>ppt_x</p:attrName>
                        </p:attrNameLst>
                      </p:cBhvr>
                      <p:tavLst>
                        <p:tav tm="0">
                          <p:val>
                            <p:strVal val="#ppt_x"/>
                          </p:val>
                        </p:tav>
                        <p:tav tm="100000">
                          <p:val>
                            <p:strVal val="#ppt_x"/>
                          </p:val>
                        </p:tav>
                      </p:tavLst>
                    </p:anim>
                    <p:anim calcmode="lin" valueType="num">
                      <p:cBhvr>
                        <p:cTn dur="500" fill="hold"/>
                        <p:tgtEl>
                          <p:spTgt spid="16"/>
                        </p:tgtEl>
                        <p:attrNameLst>
                          <p:attrName>ppt_y</p:attrName>
                        </p:attrNameLst>
                      </p:cBhvr>
                      <p:tavLst>
                        <p:tav tm="0">
                          <p:val>
                            <p:strVal val="#ppt_y+.1"/>
                          </p:val>
                        </p:tav>
                        <p:tav tm="100000">
                          <p:val>
                            <p:strVal val="#ppt_y"/>
                          </p:val>
                        </p:tav>
                      </p:tavLst>
                    </p:anim>
                  </p:childTnLst>
                </p:cTn>
              </p:par>
            </p:tnLst>
          </p:tmpl>
        </p:tmplLst>
      </p:bldP>
      <p:bldP spid="18"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8"/>
                        </p:tgtEl>
                        <p:attrNameLst>
                          <p:attrName>style.visibility</p:attrName>
                        </p:attrNameLst>
                      </p:cBhvr>
                      <p:to>
                        <p:strVal val="visible"/>
                      </p:to>
                    </p:set>
                    <p:anim calcmode="lin" valueType="num">
                      <p:cBhvr>
                        <p:cTn dur="500" fill="hold"/>
                        <p:tgtEl>
                          <p:spTgt spid="18"/>
                        </p:tgtEl>
                        <p:attrNameLst>
                          <p:attrName>ppt_w</p:attrName>
                        </p:attrNameLst>
                      </p:cBhvr>
                      <p:tavLst>
                        <p:tav tm="0">
                          <p:val>
                            <p:fltVal val="0"/>
                          </p:val>
                        </p:tav>
                        <p:tav tm="100000">
                          <p:val>
                            <p:strVal val="#ppt_w"/>
                          </p:val>
                        </p:tav>
                      </p:tavLst>
                    </p:anim>
                    <p:anim calcmode="lin" valueType="num">
                      <p:cBhvr>
                        <p:cTn dur="500" fill="hold"/>
                        <p:tgtEl>
                          <p:spTgt spid="18"/>
                        </p:tgtEl>
                        <p:attrNameLst>
                          <p:attrName>ppt_h</p:attrName>
                        </p:attrNameLst>
                      </p:cBhvr>
                      <p:tavLst>
                        <p:tav tm="0">
                          <p:val>
                            <p:fltVal val="0"/>
                          </p:val>
                        </p:tav>
                        <p:tav tm="100000">
                          <p:val>
                            <p:strVal val="#ppt_h"/>
                          </p:val>
                        </p:tav>
                      </p:tavLst>
                    </p:anim>
                    <p:animEffect transition="in" filter="fade">
                      <p:cBhvr>
                        <p:cTn dur="500"/>
                        <p:tgtEl>
                          <p:spTgt spid="18"/>
                        </p:tgtEl>
                      </p:cBhvr>
                    </p:animEffect>
                  </p:childTnLst>
                </p:cTn>
              </p:par>
            </p:tnLst>
          </p:tmpl>
        </p:tmplLst>
      </p:bldP>
      <p:bldP spid="19"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9"/>
                        </p:tgtEl>
                        <p:attrNameLst>
                          <p:attrName>style.visibility</p:attrName>
                        </p:attrNameLst>
                      </p:cBhvr>
                      <p:to>
                        <p:strVal val="visible"/>
                      </p:to>
                    </p:set>
                    <p:animEffect transition="in" filter="fade">
                      <p:cBhvr>
                        <p:cTn dur="500"/>
                        <p:tgtEl>
                          <p:spTgt spid="19"/>
                        </p:tgtEl>
                      </p:cBhvr>
                    </p:animEffect>
                    <p:anim calcmode="lin" valueType="num">
                      <p:cBhvr>
                        <p:cTn dur="500" fill="hold"/>
                        <p:tgtEl>
                          <p:spTgt spid="19"/>
                        </p:tgtEl>
                        <p:attrNameLst>
                          <p:attrName>ppt_x</p:attrName>
                        </p:attrNameLst>
                      </p:cBhvr>
                      <p:tavLst>
                        <p:tav tm="0">
                          <p:val>
                            <p:strVal val="#ppt_x"/>
                          </p:val>
                        </p:tav>
                        <p:tav tm="100000">
                          <p:val>
                            <p:strVal val="#ppt_x"/>
                          </p:val>
                        </p:tav>
                      </p:tavLst>
                    </p:anim>
                    <p:anim calcmode="lin" valueType="num">
                      <p:cBhvr>
                        <p:cTn dur="500" fill="hold"/>
                        <p:tgtEl>
                          <p:spTgt spid="19"/>
                        </p:tgtEl>
                        <p:attrNameLst>
                          <p:attrName>ppt_y</p:attrName>
                        </p:attrNameLst>
                      </p:cBhvr>
                      <p:tavLst>
                        <p:tav tm="0">
                          <p:val>
                            <p:strVal val="#ppt_y+.1"/>
                          </p:val>
                        </p:tav>
                        <p:tav tm="100000">
                          <p:val>
                            <p:strVal val="#ppt_y"/>
                          </p:val>
                        </p:tav>
                      </p:tavLst>
                    </p:anim>
                  </p:childTnLst>
                </p:cTn>
              </p:par>
            </p:tnLst>
          </p:tmpl>
        </p:tmplLst>
      </p:bldP>
      <p:bldP spid="20"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0"/>
                        </p:tgtEl>
                        <p:attrNameLst>
                          <p:attrName>style.visibility</p:attrName>
                        </p:attrNameLst>
                      </p:cBhvr>
                      <p:to>
                        <p:strVal val="visible"/>
                      </p:to>
                    </p:set>
                    <p:anim calcmode="lin" valueType="num">
                      <p:cBhvr>
                        <p:cTn dur="500" fill="hold"/>
                        <p:tgtEl>
                          <p:spTgt spid="20"/>
                        </p:tgtEl>
                        <p:attrNameLst>
                          <p:attrName>ppt_w</p:attrName>
                        </p:attrNameLst>
                      </p:cBhvr>
                      <p:tavLst>
                        <p:tav tm="0">
                          <p:val>
                            <p:fltVal val="0"/>
                          </p:val>
                        </p:tav>
                        <p:tav tm="100000">
                          <p:val>
                            <p:strVal val="#ppt_w"/>
                          </p:val>
                        </p:tav>
                      </p:tavLst>
                    </p:anim>
                    <p:anim calcmode="lin" valueType="num">
                      <p:cBhvr>
                        <p:cTn dur="500" fill="hold"/>
                        <p:tgtEl>
                          <p:spTgt spid="20"/>
                        </p:tgtEl>
                        <p:attrNameLst>
                          <p:attrName>ppt_h</p:attrName>
                        </p:attrNameLst>
                      </p:cBhvr>
                      <p:tavLst>
                        <p:tav tm="0">
                          <p:val>
                            <p:fltVal val="0"/>
                          </p:val>
                        </p:tav>
                        <p:tav tm="100000">
                          <p:val>
                            <p:strVal val="#ppt_h"/>
                          </p:val>
                        </p:tav>
                      </p:tavLst>
                    </p:anim>
                    <p:animEffect transition="in" filter="fade">
                      <p:cBhvr>
                        <p:cTn dur="500"/>
                        <p:tgtEl>
                          <p:spTgt spid="20"/>
                        </p:tgtEl>
                      </p:cBhvr>
                    </p:animEffect>
                  </p:childTnLst>
                </p:cTn>
              </p:par>
            </p:tnLst>
          </p:tmpl>
        </p:tmplLst>
      </p:bldP>
      <p:bldP spid="21"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1"/>
                        </p:tgtEl>
                        <p:attrNameLst>
                          <p:attrName>style.visibility</p:attrName>
                        </p:attrNameLst>
                      </p:cBhvr>
                      <p:to>
                        <p:strVal val="visible"/>
                      </p:to>
                    </p:set>
                    <p:animEffect transition="in" filter="fade">
                      <p:cBhvr>
                        <p:cTn dur="500"/>
                        <p:tgtEl>
                          <p:spTgt spid="21"/>
                        </p:tgtEl>
                      </p:cBhvr>
                    </p:animEffect>
                    <p:anim calcmode="lin" valueType="num">
                      <p:cBhvr>
                        <p:cTn dur="500" fill="hold"/>
                        <p:tgtEl>
                          <p:spTgt spid="21"/>
                        </p:tgtEl>
                        <p:attrNameLst>
                          <p:attrName>ppt_x</p:attrName>
                        </p:attrNameLst>
                      </p:cBhvr>
                      <p:tavLst>
                        <p:tav tm="0">
                          <p:val>
                            <p:strVal val="#ppt_x"/>
                          </p:val>
                        </p:tav>
                        <p:tav tm="100000">
                          <p:val>
                            <p:strVal val="#ppt_x"/>
                          </p:val>
                        </p:tav>
                      </p:tavLst>
                    </p:anim>
                    <p:anim calcmode="lin" valueType="num">
                      <p:cBhvr>
                        <p:cTn dur="500" fill="hold"/>
                        <p:tgtEl>
                          <p:spTgt spid="21"/>
                        </p:tgtEl>
                        <p:attrNameLst>
                          <p:attrName>ppt_y</p:attrName>
                        </p:attrNameLst>
                      </p:cBhvr>
                      <p:tavLst>
                        <p:tav tm="0">
                          <p:val>
                            <p:strVal val="#ppt_y+.1"/>
                          </p:val>
                        </p:tav>
                        <p:tav tm="100000">
                          <p:val>
                            <p:strVal val="#ppt_y"/>
                          </p:val>
                        </p:tav>
                      </p:tavLst>
                    </p:anim>
                  </p:childTnLst>
                </p:cTn>
              </p:par>
            </p:tnLst>
          </p:tmpl>
        </p:tmplLst>
      </p:bldP>
      <p:bldP spid="22"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2"/>
                        </p:tgtEl>
                        <p:attrNameLst>
                          <p:attrName>style.visibility</p:attrName>
                        </p:attrNameLst>
                      </p:cBhvr>
                      <p:to>
                        <p:strVal val="visible"/>
                      </p:to>
                    </p:set>
                    <p:anim calcmode="lin" valueType="num">
                      <p:cBhvr>
                        <p:cTn dur="500" fill="hold"/>
                        <p:tgtEl>
                          <p:spTgt spid="22"/>
                        </p:tgtEl>
                        <p:attrNameLst>
                          <p:attrName>ppt_w</p:attrName>
                        </p:attrNameLst>
                      </p:cBhvr>
                      <p:tavLst>
                        <p:tav tm="0">
                          <p:val>
                            <p:fltVal val="0"/>
                          </p:val>
                        </p:tav>
                        <p:tav tm="100000">
                          <p:val>
                            <p:strVal val="#ppt_w"/>
                          </p:val>
                        </p:tav>
                      </p:tavLst>
                    </p:anim>
                    <p:anim calcmode="lin" valueType="num">
                      <p:cBhvr>
                        <p:cTn dur="500" fill="hold"/>
                        <p:tgtEl>
                          <p:spTgt spid="22"/>
                        </p:tgtEl>
                        <p:attrNameLst>
                          <p:attrName>ppt_h</p:attrName>
                        </p:attrNameLst>
                      </p:cBhvr>
                      <p:tavLst>
                        <p:tav tm="0">
                          <p:val>
                            <p:fltVal val="0"/>
                          </p:val>
                        </p:tav>
                        <p:tav tm="100000">
                          <p:val>
                            <p:strVal val="#ppt_h"/>
                          </p:val>
                        </p:tav>
                      </p:tavLst>
                    </p:anim>
                    <p:animEffect transition="in" filter="fade">
                      <p:cBhvr>
                        <p:cTn dur="500"/>
                        <p:tgtEl>
                          <p:spTgt spid="22"/>
                        </p:tgtEl>
                      </p:cBhvr>
                    </p:animEffect>
                  </p:childTnLst>
                </p:cTn>
              </p:par>
            </p:tnLst>
          </p:tmpl>
        </p:tmplLst>
      </p:bldP>
      <p:bldP spid="30"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30"/>
                        </p:tgtEl>
                        <p:attrNameLst>
                          <p:attrName>style.visibility</p:attrName>
                        </p:attrNameLst>
                      </p:cBhvr>
                      <p:to>
                        <p:strVal val="visible"/>
                      </p:to>
                    </p:set>
                    <p:animEffect transition="in" filter="fade">
                      <p:cBhvr>
                        <p:cTn dur="500"/>
                        <p:tgtEl>
                          <p:spTgt spid="30"/>
                        </p:tgtEl>
                      </p:cBhvr>
                    </p:animEffect>
                    <p:anim calcmode="lin" valueType="num">
                      <p:cBhvr>
                        <p:cTn dur="500" fill="hold"/>
                        <p:tgtEl>
                          <p:spTgt spid="30"/>
                        </p:tgtEl>
                        <p:attrNameLst>
                          <p:attrName>ppt_x</p:attrName>
                        </p:attrNameLst>
                      </p:cBhvr>
                      <p:tavLst>
                        <p:tav tm="0">
                          <p:val>
                            <p:strVal val="#ppt_x"/>
                          </p:val>
                        </p:tav>
                        <p:tav tm="100000">
                          <p:val>
                            <p:strVal val="#ppt_x"/>
                          </p:val>
                        </p:tav>
                      </p:tavLst>
                    </p:anim>
                    <p:anim calcmode="lin" valueType="num">
                      <p:cBhvr>
                        <p:cTn dur="500" fill="hold"/>
                        <p:tgtEl>
                          <p:spTgt spid="30"/>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596.xml><?xml version="1.0" encoding="utf-8"?>
<p:sldLayout xmlns:a="http://schemas.openxmlformats.org/drawingml/2006/main" xmlns:r="http://schemas.openxmlformats.org/officeDocument/2006/relationships" xmlns:p="http://schemas.openxmlformats.org/presentationml/2006/main" preserve="1" userDrawn="1">
  <p:cSld name="12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31" name="Picture Placeholder 30"/>
          <p:cNvSpPr>
            <a:spLocks noGrp="1"/>
          </p:cNvSpPr>
          <p:nvPr>
            <p:ph type="pic" sz="quarter" idx="33" hasCustomPrompt="1"/>
          </p:nvPr>
        </p:nvSpPr>
        <p:spPr>
          <a:xfrm>
            <a:off x="308985" y="1987212"/>
            <a:ext cx="3773920" cy="2183006"/>
          </a:xfrm>
          <a:solidFill>
            <a:schemeClr val="bg1">
              <a:lumMod val="85000"/>
            </a:schemeClr>
          </a:solidFill>
        </p:spPr>
        <p:txBody>
          <a:bodyPr/>
          <a:lstStyle>
            <a:lvl1pPr>
              <a:defRPr/>
            </a:lvl1pPr>
          </a:lstStyle>
          <a:p>
            <a:r>
              <a:rPr lang="id-ID" dirty="0" smtClean="0"/>
              <a:t>Pic here</a:t>
            </a:r>
            <a:endParaRPr lang="en-AU" dirty="0"/>
          </a:p>
        </p:txBody>
      </p:sp>
      <p:sp>
        <p:nvSpPr>
          <p:cNvPr id="25" name="Picture Placeholder 30"/>
          <p:cNvSpPr>
            <a:spLocks noGrp="1"/>
          </p:cNvSpPr>
          <p:nvPr>
            <p:ph type="pic" sz="quarter" idx="34" hasCustomPrompt="1"/>
          </p:nvPr>
        </p:nvSpPr>
        <p:spPr>
          <a:xfrm>
            <a:off x="308985" y="4300488"/>
            <a:ext cx="3773920" cy="2183006"/>
          </a:xfrm>
          <a:solidFill>
            <a:schemeClr val="bg1">
              <a:lumMod val="85000"/>
            </a:schemeClr>
          </a:solidFill>
        </p:spPr>
        <p:txBody>
          <a:bodyPr/>
          <a:lstStyle>
            <a:lvl1pPr>
              <a:defRPr/>
            </a:lvl1pPr>
          </a:lstStyle>
          <a:p>
            <a:r>
              <a:rPr lang="id-ID" dirty="0" smtClean="0"/>
              <a:t>Pic here</a:t>
            </a:r>
            <a:endParaRPr lang="en-AU" dirty="0"/>
          </a:p>
        </p:txBody>
      </p:sp>
      <p:sp>
        <p:nvSpPr>
          <p:cNvPr id="42" name="Picture Placeholder 30"/>
          <p:cNvSpPr>
            <a:spLocks noGrp="1"/>
          </p:cNvSpPr>
          <p:nvPr>
            <p:ph type="pic" sz="quarter" idx="35" hasCustomPrompt="1"/>
          </p:nvPr>
        </p:nvSpPr>
        <p:spPr>
          <a:xfrm>
            <a:off x="4209040" y="1987212"/>
            <a:ext cx="3773920" cy="2183006"/>
          </a:xfrm>
          <a:solidFill>
            <a:schemeClr val="bg1">
              <a:lumMod val="85000"/>
            </a:schemeClr>
          </a:solidFill>
        </p:spPr>
        <p:txBody>
          <a:bodyPr/>
          <a:lstStyle>
            <a:lvl1pPr>
              <a:defRPr/>
            </a:lvl1pPr>
          </a:lstStyle>
          <a:p>
            <a:r>
              <a:rPr lang="id-ID" dirty="0" smtClean="0"/>
              <a:t>Pic here</a:t>
            </a:r>
            <a:endParaRPr lang="en-AU" dirty="0"/>
          </a:p>
        </p:txBody>
      </p:sp>
      <p:sp>
        <p:nvSpPr>
          <p:cNvPr id="43" name="Picture Placeholder 30"/>
          <p:cNvSpPr>
            <a:spLocks noGrp="1"/>
          </p:cNvSpPr>
          <p:nvPr>
            <p:ph type="pic" sz="quarter" idx="36" hasCustomPrompt="1"/>
          </p:nvPr>
        </p:nvSpPr>
        <p:spPr>
          <a:xfrm>
            <a:off x="4209040" y="4300488"/>
            <a:ext cx="3773920" cy="2183006"/>
          </a:xfrm>
          <a:solidFill>
            <a:schemeClr val="bg1">
              <a:lumMod val="85000"/>
            </a:schemeClr>
          </a:solidFill>
        </p:spPr>
        <p:txBody>
          <a:bodyPr/>
          <a:lstStyle>
            <a:lvl1pPr>
              <a:defRPr/>
            </a:lvl1pPr>
          </a:lstStyle>
          <a:p>
            <a:r>
              <a:rPr lang="id-ID" dirty="0" smtClean="0"/>
              <a:t>Pic here</a:t>
            </a:r>
            <a:endParaRPr lang="en-AU" dirty="0"/>
          </a:p>
        </p:txBody>
      </p:sp>
      <p:sp>
        <p:nvSpPr>
          <p:cNvPr id="44" name="Picture Placeholder 30"/>
          <p:cNvSpPr>
            <a:spLocks noGrp="1"/>
          </p:cNvSpPr>
          <p:nvPr>
            <p:ph type="pic" sz="quarter" idx="37" hasCustomPrompt="1"/>
          </p:nvPr>
        </p:nvSpPr>
        <p:spPr>
          <a:xfrm>
            <a:off x="8109095" y="1987212"/>
            <a:ext cx="3773920" cy="2183006"/>
          </a:xfrm>
          <a:solidFill>
            <a:schemeClr val="bg1">
              <a:lumMod val="85000"/>
            </a:schemeClr>
          </a:solidFill>
        </p:spPr>
        <p:txBody>
          <a:bodyPr/>
          <a:lstStyle>
            <a:lvl1pPr>
              <a:defRPr/>
            </a:lvl1pPr>
          </a:lstStyle>
          <a:p>
            <a:r>
              <a:rPr lang="id-ID" dirty="0" smtClean="0"/>
              <a:t>Pic here</a:t>
            </a:r>
            <a:endParaRPr lang="en-AU" dirty="0"/>
          </a:p>
        </p:txBody>
      </p:sp>
      <p:sp>
        <p:nvSpPr>
          <p:cNvPr id="45" name="Picture Placeholder 30"/>
          <p:cNvSpPr>
            <a:spLocks noGrp="1"/>
          </p:cNvSpPr>
          <p:nvPr>
            <p:ph type="pic" sz="quarter" idx="38" hasCustomPrompt="1"/>
          </p:nvPr>
        </p:nvSpPr>
        <p:spPr>
          <a:xfrm>
            <a:off x="8109095" y="4300488"/>
            <a:ext cx="3773920" cy="2183006"/>
          </a:xfrm>
          <a:solidFill>
            <a:schemeClr val="bg1">
              <a:lumMod val="85000"/>
            </a:schemeClr>
          </a:solidFill>
        </p:spPr>
        <p:txBody>
          <a:bodyPr/>
          <a:lstStyle>
            <a:lvl1pPr>
              <a:defRPr/>
            </a:lvl1pPr>
          </a:lstStyle>
          <a:p>
            <a:r>
              <a:rPr lang="id-ID" dirty="0" smtClean="0"/>
              <a:t>Pic here</a:t>
            </a:r>
            <a:endParaRPr lang="en-AU" dirty="0"/>
          </a:p>
        </p:txBody>
      </p:sp>
    </p:spTree>
    <p:extLst>
      <p:ext uri="{BB962C8B-B14F-4D97-AF65-F5344CB8AC3E}">
        <p14:creationId xmlns:p14="http://schemas.microsoft.com/office/powerpoint/2010/main" val="100219724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42" presetClass="entr" presetSubtype="0" fill="hold" grpId="0" nodeType="afterEffect">
                                  <p:stCondLst>
                                    <p:cond delay="0"/>
                                  </p:stCondLst>
                                  <p:childTnLst>
                                    <p:set>
                                      <p:cBhvr>
                                        <p:cTn id="20" dur="1" fill="hold">
                                          <p:stCondLst>
                                            <p:cond delay="0"/>
                                          </p:stCondLst>
                                        </p:cTn>
                                        <p:tgtEl>
                                          <p:spTgt spid="31"/>
                                        </p:tgtEl>
                                        <p:attrNameLst>
                                          <p:attrName>style.visibility</p:attrName>
                                        </p:attrNameLst>
                                      </p:cBhvr>
                                      <p:to>
                                        <p:strVal val="visible"/>
                                      </p:to>
                                    </p:set>
                                    <p:animEffect transition="in" filter="fade">
                                      <p:cBhvr>
                                        <p:cTn id="21" dur="500"/>
                                        <p:tgtEl>
                                          <p:spTgt spid="31"/>
                                        </p:tgtEl>
                                      </p:cBhvr>
                                    </p:animEffect>
                                    <p:anim calcmode="lin" valueType="num">
                                      <p:cBhvr>
                                        <p:cTn id="22" dur="500" fill="hold"/>
                                        <p:tgtEl>
                                          <p:spTgt spid="31"/>
                                        </p:tgtEl>
                                        <p:attrNameLst>
                                          <p:attrName>ppt_x</p:attrName>
                                        </p:attrNameLst>
                                      </p:cBhvr>
                                      <p:tavLst>
                                        <p:tav tm="0">
                                          <p:val>
                                            <p:strVal val="#ppt_x"/>
                                          </p:val>
                                        </p:tav>
                                        <p:tav tm="100000">
                                          <p:val>
                                            <p:strVal val="#ppt_x"/>
                                          </p:val>
                                        </p:tav>
                                      </p:tavLst>
                                    </p:anim>
                                    <p:anim calcmode="lin" valueType="num">
                                      <p:cBhvr>
                                        <p:cTn id="23" dur="500" fill="hold"/>
                                        <p:tgtEl>
                                          <p:spTgt spid="31"/>
                                        </p:tgtEl>
                                        <p:attrNameLst>
                                          <p:attrName>ppt_y</p:attrName>
                                        </p:attrNameLst>
                                      </p:cBhvr>
                                      <p:tavLst>
                                        <p:tav tm="0">
                                          <p:val>
                                            <p:strVal val="#ppt_y+.1"/>
                                          </p:val>
                                        </p:tav>
                                        <p:tav tm="100000">
                                          <p:val>
                                            <p:strVal val="#ppt_y"/>
                                          </p:val>
                                        </p:tav>
                                      </p:tavLst>
                                    </p:anim>
                                  </p:childTnLst>
                                </p:cTn>
                              </p:par>
                            </p:childTnLst>
                          </p:cTn>
                        </p:par>
                        <p:par>
                          <p:cTn id="24" fill="hold">
                            <p:stCondLst>
                              <p:cond delay="2000"/>
                            </p:stCondLst>
                            <p:childTnLst>
                              <p:par>
                                <p:cTn id="25" presetID="42" presetClass="entr" presetSubtype="0" fill="hold" grpId="0" nodeType="afterEffect">
                                  <p:stCondLst>
                                    <p:cond delay="0"/>
                                  </p:stCondLst>
                                  <p:childTnLst>
                                    <p:set>
                                      <p:cBhvr>
                                        <p:cTn id="26" dur="1" fill="hold">
                                          <p:stCondLst>
                                            <p:cond delay="0"/>
                                          </p:stCondLst>
                                        </p:cTn>
                                        <p:tgtEl>
                                          <p:spTgt spid="25"/>
                                        </p:tgtEl>
                                        <p:attrNameLst>
                                          <p:attrName>style.visibility</p:attrName>
                                        </p:attrNameLst>
                                      </p:cBhvr>
                                      <p:to>
                                        <p:strVal val="visible"/>
                                      </p:to>
                                    </p:set>
                                    <p:animEffect transition="in" filter="fade">
                                      <p:cBhvr>
                                        <p:cTn id="27" dur="500"/>
                                        <p:tgtEl>
                                          <p:spTgt spid="25"/>
                                        </p:tgtEl>
                                      </p:cBhvr>
                                    </p:animEffect>
                                    <p:anim calcmode="lin" valueType="num">
                                      <p:cBhvr>
                                        <p:cTn id="28" dur="500" fill="hold"/>
                                        <p:tgtEl>
                                          <p:spTgt spid="25"/>
                                        </p:tgtEl>
                                        <p:attrNameLst>
                                          <p:attrName>ppt_x</p:attrName>
                                        </p:attrNameLst>
                                      </p:cBhvr>
                                      <p:tavLst>
                                        <p:tav tm="0">
                                          <p:val>
                                            <p:strVal val="#ppt_x"/>
                                          </p:val>
                                        </p:tav>
                                        <p:tav tm="100000">
                                          <p:val>
                                            <p:strVal val="#ppt_x"/>
                                          </p:val>
                                        </p:tav>
                                      </p:tavLst>
                                    </p:anim>
                                    <p:anim calcmode="lin" valueType="num">
                                      <p:cBhvr>
                                        <p:cTn id="29" dur="500" fill="hold"/>
                                        <p:tgtEl>
                                          <p:spTgt spid="25"/>
                                        </p:tgtEl>
                                        <p:attrNameLst>
                                          <p:attrName>ppt_y</p:attrName>
                                        </p:attrNameLst>
                                      </p:cBhvr>
                                      <p:tavLst>
                                        <p:tav tm="0">
                                          <p:val>
                                            <p:strVal val="#ppt_y+.1"/>
                                          </p:val>
                                        </p:tav>
                                        <p:tav tm="100000">
                                          <p:val>
                                            <p:strVal val="#ppt_y"/>
                                          </p:val>
                                        </p:tav>
                                      </p:tavLst>
                                    </p:anim>
                                  </p:childTnLst>
                                </p:cTn>
                              </p:par>
                            </p:childTnLst>
                          </p:cTn>
                        </p:par>
                        <p:par>
                          <p:cTn id="30" fill="hold">
                            <p:stCondLst>
                              <p:cond delay="2500"/>
                            </p:stCondLst>
                            <p:childTnLst>
                              <p:par>
                                <p:cTn id="31" presetID="42" presetClass="entr" presetSubtype="0" fill="hold" grpId="0" nodeType="afterEffect">
                                  <p:stCondLst>
                                    <p:cond delay="0"/>
                                  </p:stCondLst>
                                  <p:childTnLst>
                                    <p:set>
                                      <p:cBhvr>
                                        <p:cTn id="32" dur="1" fill="hold">
                                          <p:stCondLst>
                                            <p:cond delay="0"/>
                                          </p:stCondLst>
                                        </p:cTn>
                                        <p:tgtEl>
                                          <p:spTgt spid="42"/>
                                        </p:tgtEl>
                                        <p:attrNameLst>
                                          <p:attrName>style.visibility</p:attrName>
                                        </p:attrNameLst>
                                      </p:cBhvr>
                                      <p:to>
                                        <p:strVal val="visible"/>
                                      </p:to>
                                    </p:set>
                                    <p:animEffect transition="in" filter="fade">
                                      <p:cBhvr>
                                        <p:cTn id="33" dur="500"/>
                                        <p:tgtEl>
                                          <p:spTgt spid="42"/>
                                        </p:tgtEl>
                                      </p:cBhvr>
                                    </p:animEffect>
                                    <p:anim calcmode="lin" valueType="num">
                                      <p:cBhvr>
                                        <p:cTn id="34" dur="500" fill="hold"/>
                                        <p:tgtEl>
                                          <p:spTgt spid="42"/>
                                        </p:tgtEl>
                                        <p:attrNameLst>
                                          <p:attrName>ppt_x</p:attrName>
                                        </p:attrNameLst>
                                      </p:cBhvr>
                                      <p:tavLst>
                                        <p:tav tm="0">
                                          <p:val>
                                            <p:strVal val="#ppt_x"/>
                                          </p:val>
                                        </p:tav>
                                        <p:tav tm="100000">
                                          <p:val>
                                            <p:strVal val="#ppt_x"/>
                                          </p:val>
                                        </p:tav>
                                      </p:tavLst>
                                    </p:anim>
                                    <p:anim calcmode="lin" valueType="num">
                                      <p:cBhvr>
                                        <p:cTn id="35" dur="500" fill="hold"/>
                                        <p:tgtEl>
                                          <p:spTgt spid="42"/>
                                        </p:tgtEl>
                                        <p:attrNameLst>
                                          <p:attrName>ppt_y</p:attrName>
                                        </p:attrNameLst>
                                      </p:cBhvr>
                                      <p:tavLst>
                                        <p:tav tm="0">
                                          <p:val>
                                            <p:strVal val="#ppt_y+.1"/>
                                          </p:val>
                                        </p:tav>
                                        <p:tav tm="100000">
                                          <p:val>
                                            <p:strVal val="#ppt_y"/>
                                          </p:val>
                                        </p:tav>
                                      </p:tavLst>
                                    </p:anim>
                                  </p:childTnLst>
                                </p:cTn>
                              </p:par>
                            </p:childTnLst>
                          </p:cTn>
                        </p:par>
                        <p:par>
                          <p:cTn id="36" fill="hold">
                            <p:stCondLst>
                              <p:cond delay="3000"/>
                            </p:stCondLst>
                            <p:childTnLst>
                              <p:par>
                                <p:cTn id="37" presetID="42" presetClass="entr" presetSubtype="0" fill="hold" grpId="0" nodeType="afterEffect">
                                  <p:stCondLst>
                                    <p:cond delay="0"/>
                                  </p:stCondLst>
                                  <p:childTnLst>
                                    <p:set>
                                      <p:cBhvr>
                                        <p:cTn id="38" dur="1" fill="hold">
                                          <p:stCondLst>
                                            <p:cond delay="0"/>
                                          </p:stCondLst>
                                        </p:cTn>
                                        <p:tgtEl>
                                          <p:spTgt spid="43"/>
                                        </p:tgtEl>
                                        <p:attrNameLst>
                                          <p:attrName>style.visibility</p:attrName>
                                        </p:attrNameLst>
                                      </p:cBhvr>
                                      <p:to>
                                        <p:strVal val="visible"/>
                                      </p:to>
                                    </p:set>
                                    <p:animEffect transition="in" filter="fade">
                                      <p:cBhvr>
                                        <p:cTn id="39" dur="500"/>
                                        <p:tgtEl>
                                          <p:spTgt spid="43"/>
                                        </p:tgtEl>
                                      </p:cBhvr>
                                    </p:animEffect>
                                    <p:anim calcmode="lin" valueType="num">
                                      <p:cBhvr>
                                        <p:cTn id="40" dur="500" fill="hold"/>
                                        <p:tgtEl>
                                          <p:spTgt spid="43"/>
                                        </p:tgtEl>
                                        <p:attrNameLst>
                                          <p:attrName>ppt_x</p:attrName>
                                        </p:attrNameLst>
                                      </p:cBhvr>
                                      <p:tavLst>
                                        <p:tav tm="0">
                                          <p:val>
                                            <p:strVal val="#ppt_x"/>
                                          </p:val>
                                        </p:tav>
                                        <p:tav tm="100000">
                                          <p:val>
                                            <p:strVal val="#ppt_x"/>
                                          </p:val>
                                        </p:tav>
                                      </p:tavLst>
                                    </p:anim>
                                    <p:anim calcmode="lin" valueType="num">
                                      <p:cBhvr>
                                        <p:cTn id="41" dur="500" fill="hold"/>
                                        <p:tgtEl>
                                          <p:spTgt spid="43"/>
                                        </p:tgtEl>
                                        <p:attrNameLst>
                                          <p:attrName>ppt_y</p:attrName>
                                        </p:attrNameLst>
                                      </p:cBhvr>
                                      <p:tavLst>
                                        <p:tav tm="0">
                                          <p:val>
                                            <p:strVal val="#ppt_y+.1"/>
                                          </p:val>
                                        </p:tav>
                                        <p:tav tm="100000">
                                          <p:val>
                                            <p:strVal val="#ppt_y"/>
                                          </p:val>
                                        </p:tav>
                                      </p:tavLst>
                                    </p:anim>
                                  </p:childTnLst>
                                </p:cTn>
                              </p:par>
                            </p:childTnLst>
                          </p:cTn>
                        </p:par>
                        <p:par>
                          <p:cTn id="42" fill="hold">
                            <p:stCondLst>
                              <p:cond delay="3500"/>
                            </p:stCondLst>
                            <p:childTnLst>
                              <p:par>
                                <p:cTn id="43" presetID="42" presetClass="entr" presetSubtype="0" fill="hold" grpId="0" nodeType="afterEffect">
                                  <p:stCondLst>
                                    <p:cond delay="0"/>
                                  </p:stCondLst>
                                  <p:childTnLst>
                                    <p:set>
                                      <p:cBhvr>
                                        <p:cTn id="44" dur="1" fill="hold">
                                          <p:stCondLst>
                                            <p:cond delay="0"/>
                                          </p:stCondLst>
                                        </p:cTn>
                                        <p:tgtEl>
                                          <p:spTgt spid="44"/>
                                        </p:tgtEl>
                                        <p:attrNameLst>
                                          <p:attrName>style.visibility</p:attrName>
                                        </p:attrNameLst>
                                      </p:cBhvr>
                                      <p:to>
                                        <p:strVal val="visible"/>
                                      </p:to>
                                    </p:set>
                                    <p:animEffect transition="in" filter="fade">
                                      <p:cBhvr>
                                        <p:cTn id="45" dur="500"/>
                                        <p:tgtEl>
                                          <p:spTgt spid="44"/>
                                        </p:tgtEl>
                                      </p:cBhvr>
                                    </p:animEffect>
                                    <p:anim calcmode="lin" valueType="num">
                                      <p:cBhvr>
                                        <p:cTn id="46" dur="500" fill="hold"/>
                                        <p:tgtEl>
                                          <p:spTgt spid="44"/>
                                        </p:tgtEl>
                                        <p:attrNameLst>
                                          <p:attrName>ppt_x</p:attrName>
                                        </p:attrNameLst>
                                      </p:cBhvr>
                                      <p:tavLst>
                                        <p:tav tm="0">
                                          <p:val>
                                            <p:strVal val="#ppt_x"/>
                                          </p:val>
                                        </p:tav>
                                        <p:tav tm="100000">
                                          <p:val>
                                            <p:strVal val="#ppt_x"/>
                                          </p:val>
                                        </p:tav>
                                      </p:tavLst>
                                    </p:anim>
                                    <p:anim calcmode="lin" valueType="num">
                                      <p:cBhvr>
                                        <p:cTn id="47" dur="500" fill="hold"/>
                                        <p:tgtEl>
                                          <p:spTgt spid="44"/>
                                        </p:tgtEl>
                                        <p:attrNameLst>
                                          <p:attrName>ppt_y</p:attrName>
                                        </p:attrNameLst>
                                      </p:cBhvr>
                                      <p:tavLst>
                                        <p:tav tm="0">
                                          <p:val>
                                            <p:strVal val="#ppt_y+.1"/>
                                          </p:val>
                                        </p:tav>
                                        <p:tav tm="100000">
                                          <p:val>
                                            <p:strVal val="#ppt_y"/>
                                          </p:val>
                                        </p:tav>
                                      </p:tavLst>
                                    </p:anim>
                                  </p:childTnLst>
                                </p:cTn>
                              </p:par>
                            </p:childTnLst>
                          </p:cTn>
                        </p:par>
                        <p:par>
                          <p:cTn id="48" fill="hold">
                            <p:stCondLst>
                              <p:cond delay="4000"/>
                            </p:stCondLst>
                            <p:childTnLst>
                              <p:par>
                                <p:cTn id="49" presetID="42" presetClass="entr" presetSubtype="0" fill="hold" grpId="0" nodeType="afterEffect">
                                  <p:stCondLst>
                                    <p:cond delay="0"/>
                                  </p:stCondLst>
                                  <p:childTnLst>
                                    <p:set>
                                      <p:cBhvr>
                                        <p:cTn id="50" dur="1" fill="hold">
                                          <p:stCondLst>
                                            <p:cond delay="0"/>
                                          </p:stCondLst>
                                        </p:cTn>
                                        <p:tgtEl>
                                          <p:spTgt spid="45"/>
                                        </p:tgtEl>
                                        <p:attrNameLst>
                                          <p:attrName>style.visibility</p:attrName>
                                        </p:attrNameLst>
                                      </p:cBhvr>
                                      <p:to>
                                        <p:strVal val="visible"/>
                                      </p:to>
                                    </p:set>
                                    <p:animEffect transition="in" filter="fade">
                                      <p:cBhvr>
                                        <p:cTn id="51" dur="500"/>
                                        <p:tgtEl>
                                          <p:spTgt spid="45"/>
                                        </p:tgtEl>
                                      </p:cBhvr>
                                    </p:animEffect>
                                    <p:anim calcmode="lin" valueType="num">
                                      <p:cBhvr>
                                        <p:cTn id="52" dur="500" fill="hold"/>
                                        <p:tgtEl>
                                          <p:spTgt spid="45"/>
                                        </p:tgtEl>
                                        <p:attrNameLst>
                                          <p:attrName>ppt_x</p:attrName>
                                        </p:attrNameLst>
                                      </p:cBhvr>
                                      <p:tavLst>
                                        <p:tav tm="0">
                                          <p:val>
                                            <p:strVal val="#ppt_x"/>
                                          </p:val>
                                        </p:tav>
                                        <p:tav tm="100000">
                                          <p:val>
                                            <p:strVal val="#ppt_x"/>
                                          </p:val>
                                        </p:tav>
                                      </p:tavLst>
                                    </p:anim>
                                    <p:anim calcmode="lin" valueType="num">
                                      <p:cBhvr>
                                        <p:cTn id="53" dur="500" fill="hold"/>
                                        <p:tgtEl>
                                          <p:spTgt spid="4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31" grpId="0" animBg="1"/>
      <p:bldP spid="25" grpId="0" animBg="1"/>
      <p:bldP spid="42" grpId="0" animBg="1"/>
      <p:bldP spid="43" grpId="0" animBg="1"/>
      <p:bldP spid="44" grpId="0" animBg="1"/>
      <p:bldP spid="45" grpId="0" animBg="1"/>
    </p:bldLst>
  </p:timing>
</p:sldLayout>
</file>

<file path=ppt/slideLayouts/slideLayout597.xml><?xml version="1.0" encoding="utf-8"?>
<p:sldLayout xmlns:a="http://schemas.openxmlformats.org/drawingml/2006/main" xmlns:r="http://schemas.openxmlformats.org/officeDocument/2006/relationships" xmlns:p="http://schemas.openxmlformats.org/presentationml/2006/main" preserve="1" userDrawn="1">
  <p:cSld name="14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42" name="Picture Placeholder 30"/>
          <p:cNvSpPr>
            <a:spLocks noGrp="1"/>
          </p:cNvSpPr>
          <p:nvPr>
            <p:ph type="pic" sz="quarter" idx="35" hasCustomPrompt="1"/>
          </p:nvPr>
        </p:nvSpPr>
        <p:spPr>
          <a:xfrm>
            <a:off x="507135" y="1983474"/>
            <a:ext cx="5519593" cy="2183006"/>
          </a:xfrm>
          <a:solidFill>
            <a:schemeClr val="bg1">
              <a:lumMod val="85000"/>
            </a:schemeClr>
          </a:solidFill>
        </p:spPr>
        <p:txBody>
          <a:bodyPr/>
          <a:lstStyle>
            <a:lvl1pPr>
              <a:defRPr/>
            </a:lvl1pPr>
          </a:lstStyle>
          <a:p>
            <a:r>
              <a:rPr lang="id-ID" dirty="0" smtClean="0"/>
              <a:t>Pic here</a:t>
            </a:r>
            <a:endParaRPr lang="en-AU" dirty="0"/>
          </a:p>
        </p:txBody>
      </p:sp>
      <p:sp>
        <p:nvSpPr>
          <p:cNvPr id="43" name="Picture Placeholder 30"/>
          <p:cNvSpPr>
            <a:spLocks noGrp="1"/>
          </p:cNvSpPr>
          <p:nvPr>
            <p:ph type="pic" sz="quarter" idx="36" hasCustomPrompt="1"/>
          </p:nvPr>
        </p:nvSpPr>
        <p:spPr>
          <a:xfrm>
            <a:off x="507134" y="4342054"/>
            <a:ext cx="5519593" cy="2183006"/>
          </a:xfrm>
          <a:solidFill>
            <a:schemeClr val="bg1">
              <a:lumMod val="85000"/>
            </a:schemeClr>
          </a:solidFill>
        </p:spPr>
        <p:txBody>
          <a:bodyPr/>
          <a:lstStyle>
            <a:lvl1pPr>
              <a:defRPr/>
            </a:lvl1pPr>
          </a:lstStyle>
          <a:p>
            <a:r>
              <a:rPr lang="id-ID" dirty="0" smtClean="0"/>
              <a:t>Pic here</a:t>
            </a:r>
            <a:endParaRPr lang="en-AU" dirty="0"/>
          </a:p>
        </p:txBody>
      </p:sp>
      <p:sp>
        <p:nvSpPr>
          <p:cNvPr id="16" name="Picture Placeholder 30"/>
          <p:cNvSpPr>
            <a:spLocks noGrp="1"/>
          </p:cNvSpPr>
          <p:nvPr>
            <p:ph type="pic" sz="quarter" idx="37" hasCustomPrompt="1"/>
          </p:nvPr>
        </p:nvSpPr>
        <p:spPr>
          <a:xfrm>
            <a:off x="6179133" y="1983474"/>
            <a:ext cx="5519593" cy="2183006"/>
          </a:xfrm>
          <a:solidFill>
            <a:schemeClr val="bg1">
              <a:lumMod val="85000"/>
            </a:schemeClr>
          </a:solidFill>
        </p:spPr>
        <p:txBody>
          <a:bodyPr/>
          <a:lstStyle>
            <a:lvl1pPr>
              <a:defRPr/>
            </a:lvl1pPr>
          </a:lstStyle>
          <a:p>
            <a:r>
              <a:rPr lang="id-ID" dirty="0" smtClean="0"/>
              <a:t>Pic here</a:t>
            </a:r>
            <a:endParaRPr lang="en-AU" dirty="0"/>
          </a:p>
        </p:txBody>
      </p:sp>
      <p:sp>
        <p:nvSpPr>
          <p:cNvPr id="17" name="Picture Placeholder 30"/>
          <p:cNvSpPr>
            <a:spLocks noGrp="1"/>
          </p:cNvSpPr>
          <p:nvPr>
            <p:ph type="pic" sz="quarter" idx="38" hasCustomPrompt="1"/>
          </p:nvPr>
        </p:nvSpPr>
        <p:spPr>
          <a:xfrm>
            <a:off x="6179132" y="4342054"/>
            <a:ext cx="5519593" cy="2183006"/>
          </a:xfrm>
          <a:solidFill>
            <a:schemeClr val="bg1">
              <a:lumMod val="85000"/>
            </a:schemeClr>
          </a:solidFill>
        </p:spPr>
        <p:txBody>
          <a:bodyPr/>
          <a:lstStyle>
            <a:lvl1pPr>
              <a:defRPr/>
            </a:lvl1pPr>
          </a:lstStyle>
          <a:p>
            <a:r>
              <a:rPr lang="id-ID" dirty="0" smtClean="0"/>
              <a:t>Pic here</a:t>
            </a:r>
            <a:endParaRPr lang="en-AU" dirty="0"/>
          </a:p>
        </p:txBody>
      </p:sp>
      <p:sp>
        <p:nvSpPr>
          <p:cNvPr id="21" name="Picture Placeholder 20"/>
          <p:cNvSpPr>
            <a:spLocks noGrp="1"/>
          </p:cNvSpPr>
          <p:nvPr>
            <p:ph type="pic" sz="quarter" idx="39" hasCustomPrompt="1"/>
          </p:nvPr>
        </p:nvSpPr>
        <p:spPr>
          <a:xfrm>
            <a:off x="4731330" y="2893088"/>
            <a:ext cx="2743200" cy="2743200"/>
          </a:xfrm>
          <a:custGeom>
            <a:avLst/>
            <a:gdLst>
              <a:gd name="connsiteX0" fmla="*/ 1371600 w 2743200"/>
              <a:gd name="connsiteY0" fmla="*/ 0 h 2743200"/>
              <a:gd name="connsiteX1" fmla="*/ 2743200 w 2743200"/>
              <a:gd name="connsiteY1" fmla="*/ 1371600 h 2743200"/>
              <a:gd name="connsiteX2" fmla="*/ 1371600 w 2743200"/>
              <a:gd name="connsiteY2" fmla="*/ 2743200 h 2743200"/>
              <a:gd name="connsiteX3" fmla="*/ 0 w 2743200"/>
              <a:gd name="connsiteY3" fmla="*/ 1371600 h 2743200"/>
              <a:gd name="connsiteX4" fmla="*/ 1371600 w 2743200"/>
              <a:gd name="connsiteY4" fmla="*/ 0 h 2743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2743200">
                <a:moveTo>
                  <a:pt x="1371600" y="0"/>
                </a:moveTo>
                <a:cubicBezTo>
                  <a:pt x="2129114" y="0"/>
                  <a:pt x="2743200" y="614086"/>
                  <a:pt x="2743200" y="1371600"/>
                </a:cubicBezTo>
                <a:cubicBezTo>
                  <a:pt x="2743200" y="2129114"/>
                  <a:pt x="2129114" y="2743200"/>
                  <a:pt x="1371600" y="2743200"/>
                </a:cubicBezTo>
                <a:cubicBezTo>
                  <a:pt x="614086" y="2743200"/>
                  <a:pt x="0" y="2129114"/>
                  <a:pt x="0" y="1371600"/>
                </a:cubicBezTo>
                <a:cubicBezTo>
                  <a:pt x="0" y="614086"/>
                  <a:pt x="614086" y="0"/>
                  <a:pt x="1371600" y="0"/>
                </a:cubicBezTo>
                <a:close/>
              </a:path>
            </a:pathLst>
          </a:custGeom>
          <a:solidFill>
            <a:schemeClr val="accent4"/>
          </a:solidFill>
        </p:spPr>
        <p:txBody>
          <a:bodyPr wrap="square">
            <a:noAutofit/>
          </a:bodyPr>
          <a:lstStyle>
            <a:lvl1pPr algn="r">
              <a:defRPr sz="1000"/>
            </a:lvl1pPr>
          </a:lstStyle>
          <a:p>
            <a:r>
              <a:rPr lang="id-ID" dirty="0" smtClean="0"/>
              <a:t>Nopic</a:t>
            </a:r>
            <a:endParaRPr lang="en-AU" dirty="0"/>
          </a:p>
        </p:txBody>
      </p:sp>
      <p:sp>
        <p:nvSpPr>
          <p:cNvPr id="22" name="Text Placeholder 21"/>
          <p:cNvSpPr>
            <a:spLocks noGrp="1"/>
          </p:cNvSpPr>
          <p:nvPr>
            <p:ph type="body" sz="quarter" idx="20"/>
          </p:nvPr>
        </p:nvSpPr>
        <p:spPr>
          <a:xfrm>
            <a:off x="4731331" y="3492745"/>
            <a:ext cx="2743200" cy="256811"/>
          </a:xfrm>
        </p:spPr>
        <p:txBody>
          <a:bodyPr/>
          <a:lstStyle>
            <a:lvl1pPr algn="ctr">
              <a:defRPr>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3" name="Text Placeholder 21"/>
          <p:cNvSpPr>
            <a:spLocks noGrp="1"/>
          </p:cNvSpPr>
          <p:nvPr>
            <p:ph type="body" sz="quarter" idx="29"/>
          </p:nvPr>
        </p:nvSpPr>
        <p:spPr>
          <a:xfrm>
            <a:off x="4731331" y="3799449"/>
            <a:ext cx="2743200" cy="1304045"/>
          </a:xfrm>
        </p:spPr>
        <p:txBody>
          <a:bodyPr>
            <a:normAutofit/>
          </a:bodyPr>
          <a:lstStyle>
            <a:lvl1pPr algn="ctr">
              <a:defRPr sz="120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Tree>
    <p:extLst>
      <p:ext uri="{BB962C8B-B14F-4D97-AF65-F5344CB8AC3E}">
        <p14:creationId xmlns:p14="http://schemas.microsoft.com/office/powerpoint/2010/main" val="118482123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42" presetClass="entr" presetSubtype="0" fill="hold" grpId="0" nodeType="afterEffect">
                                  <p:stCondLst>
                                    <p:cond delay="0"/>
                                  </p:stCondLst>
                                  <p:childTnLst>
                                    <p:set>
                                      <p:cBhvr>
                                        <p:cTn id="20" dur="1" fill="hold">
                                          <p:stCondLst>
                                            <p:cond delay="0"/>
                                          </p:stCondLst>
                                        </p:cTn>
                                        <p:tgtEl>
                                          <p:spTgt spid="42"/>
                                        </p:tgtEl>
                                        <p:attrNameLst>
                                          <p:attrName>style.visibility</p:attrName>
                                        </p:attrNameLst>
                                      </p:cBhvr>
                                      <p:to>
                                        <p:strVal val="visible"/>
                                      </p:to>
                                    </p:set>
                                    <p:animEffect transition="in" filter="fade">
                                      <p:cBhvr>
                                        <p:cTn id="21" dur="500"/>
                                        <p:tgtEl>
                                          <p:spTgt spid="42"/>
                                        </p:tgtEl>
                                      </p:cBhvr>
                                    </p:animEffect>
                                    <p:anim calcmode="lin" valueType="num">
                                      <p:cBhvr>
                                        <p:cTn id="22" dur="500" fill="hold"/>
                                        <p:tgtEl>
                                          <p:spTgt spid="42"/>
                                        </p:tgtEl>
                                        <p:attrNameLst>
                                          <p:attrName>ppt_x</p:attrName>
                                        </p:attrNameLst>
                                      </p:cBhvr>
                                      <p:tavLst>
                                        <p:tav tm="0">
                                          <p:val>
                                            <p:strVal val="#ppt_x"/>
                                          </p:val>
                                        </p:tav>
                                        <p:tav tm="100000">
                                          <p:val>
                                            <p:strVal val="#ppt_x"/>
                                          </p:val>
                                        </p:tav>
                                      </p:tavLst>
                                    </p:anim>
                                    <p:anim calcmode="lin" valueType="num">
                                      <p:cBhvr>
                                        <p:cTn id="23" dur="500" fill="hold"/>
                                        <p:tgtEl>
                                          <p:spTgt spid="42"/>
                                        </p:tgtEl>
                                        <p:attrNameLst>
                                          <p:attrName>ppt_y</p:attrName>
                                        </p:attrNameLst>
                                      </p:cBhvr>
                                      <p:tavLst>
                                        <p:tav tm="0">
                                          <p:val>
                                            <p:strVal val="#ppt_y+.1"/>
                                          </p:val>
                                        </p:tav>
                                        <p:tav tm="100000">
                                          <p:val>
                                            <p:strVal val="#ppt_y"/>
                                          </p:val>
                                        </p:tav>
                                      </p:tavLst>
                                    </p:anim>
                                  </p:childTnLst>
                                </p:cTn>
                              </p:par>
                            </p:childTnLst>
                          </p:cTn>
                        </p:par>
                        <p:par>
                          <p:cTn id="24" fill="hold">
                            <p:stCondLst>
                              <p:cond delay="2000"/>
                            </p:stCondLst>
                            <p:childTnLst>
                              <p:par>
                                <p:cTn id="25" presetID="42" presetClass="entr" presetSubtype="0" fill="hold" grpId="0" nodeType="afterEffect">
                                  <p:stCondLst>
                                    <p:cond delay="0"/>
                                  </p:stCondLst>
                                  <p:childTnLst>
                                    <p:set>
                                      <p:cBhvr>
                                        <p:cTn id="26" dur="1" fill="hold">
                                          <p:stCondLst>
                                            <p:cond delay="0"/>
                                          </p:stCondLst>
                                        </p:cTn>
                                        <p:tgtEl>
                                          <p:spTgt spid="43"/>
                                        </p:tgtEl>
                                        <p:attrNameLst>
                                          <p:attrName>style.visibility</p:attrName>
                                        </p:attrNameLst>
                                      </p:cBhvr>
                                      <p:to>
                                        <p:strVal val="visible"/>
                                      </p:to>
                                    </p:set>
                                    <p:animEffect transition="in" filter="fade">
                                      <p:cBhvr>
                                        <p:cTn id="27" dur="500"/>
                                        <p:tgtEl>
                                          <p:spTgt spid="43"/>
                                        </p:tgtEl>
                                      </p:cBhvr>
                                    </p:animEffect>
                                    <p:anim calcmode="lin" valueType="num">
                                      <p:cBhvr>
                                        <p:cTn id="28" dur="500" fill="hold"/>
                                        <p:tgtEl>
                                          <p:spTgt spid="43"/>
                                        </p:tgtEl>
                                        <p:attrNameLst>
                                          <p:attrName>ppt_x</p:attrName>
                                        </p:attrNameLst>
                                      </p:cBhvr>
                                      <p:tavLst>
                                        <p:tav tm="0">
                                          <p:val>
                                            <p:strVal val="#ppt_x"/>
                                          </p:val>
                                        </p:tav>
                                        <p:tav tm="100000">
                                          <p:val>
                                            <p:strVal val="#ppt_x"/>
                                          </p:val>
                                        </p:tav>
                                      </p:tavLst>
                                    </p:anim>
                                    <p:anim calcmode="lin" valueType="num">
                                      <p:cBhvr>
                                        <p:cTn id="29" dur="500" fill="hold"/>
                                        <p:tgtEl>
                                          <p:spTgt spid="43"/>
                                        </p:tgtEl>
                                        <p:attrNameLst>
                                          <p:attrName>ppt_y</p:attrName>
                                        </p:attrNameLst>
                                      </p:cBhvr>
                                      <p:tavLst>
                                        <p:tav tm="0">
                                          <p:val>
                                            <p:strVal val="#ppt_y+.1"/>
                                          </p:val>
                                        </p:tav>
                                        <p:tav tm="100000">
                                          <p:val>
                                            <p:strVal val="#ppt_y"/>
                                          </p:val>
                                        </p:tav>
                                      </p:tavLst>
                                    </p:anim>
                                  </p:childTnLst>
                                </p:cTn>
                              </p:par>
                            </p:childTnLst>
                          </p:cTn>
                        </p:par>
                        <p:par>
                          <p:cTn id="30" fill="hold">
                            <p:stCondLst>
                              <p:cond delay="2500"/>
                            </p:stCondLst>
                            <p:childTnLst>
                              <p:par>
                                <p:cTn id="31" presetID="42" presetClass="entr" presetSubtype="0" fill="hold" grpId="0" nodeType="afterEffect">
                                  <p:stCondLst>
                                    <p:cond delay="0"/>
                                  </p:stCondLst>
                                  <p:childTnLst>
                                    <p:set>
                                      <p:cBhvr>
                                        <p:cTn id="32" dur="1" fill="hold">
                                          <p:stCondLst>
                                            <p:cond delay="0"/>
                                          </p:stCondLst>
                                        </p:cTn>
                                        <p:tgtEl>
                                          <p:spTgt spid="16"/>
                                        </p:tgtEl>
                                        <p:attrNameLst>
                                          <p:attrName>style.visibility</p:attrName>
                                        </p:attrNameLst>
                                      </p:cBhvr>
                                      <p:to>
                                        <p:strVal val="visible"/>
                                      </p:to>
                                    </p:set>
                                    <p:animEffect transition="in" filter="fade">
                                      <p:cBhvr>
                                        <p:cTn id="33" dur="500"/>
                                        <p:tgtEl>
                                          <p:spTgt spid="16"/>
                                        </p:tgtEl>
                                      </p:cBhvr>
                                    </p:animEffect>
                                    <p:anim calcmode="lin" valueType="num">
                                      <p:cBhvr>
                                        <p:cTn id="34" dur="500" fill="hold"/>
                                        <p:tgtEl>
                                          <p:spTgt spid="16"/>
                                        </p:tgtEl>
                                        <p:attrNameLst>
                                          <p:attrName>ppt_x</p:attrName>
                                        </p:attrNameLst>
                                      </p:cBhvr>
                                      <p:tavLst>
                                        <p:tav tm="0">
                                          <p:val>
                                            <p:strVal val="#ppt_x"/>
                                          </p:val>
                                        </p:tav>
                                        <p:tav tm="100000">
                                          <p:val>
                                            <p:strVal val="#ppt_x"/>
                                          </p:val>
                                        </p:tav>
                                      </p:tavLst>
                                    </p:anim>
                                    <p:anim calcmode="lin" valueType="num">
                                      <p:cBhvr>
                                        <p:cTn id="35" dur="500" fill="hold"/>
                                        <p:tgtEl>
                                          <p:spTgt spid="16"/>
                                        </p:tgtEl>
                                        <p:attrNameLst>
                                          <p:attrName>ppt_y</p:attrName>
                                        </p:attrNameLst>
                                      </p:cBhvr>
                                      <p:tavLst>
                                        <p:tav tm="0">
                                          <p:val>
                                            <p:strVal val="#ppt_y+.1"/>
                                          </p:val>
                                        </p:tav>
                                        <p:tav tm="100000">
                                          <p:val>
                                            <p:strVal val="#ppt_y"/>
                                          </p:val>
                                        </p:tav>
                                      </p:tavLst>
                                    </p:anim>
                                  </p:childTnLst>
                                </p:cTn>
                              </p:par>
                            </p:childTnLst>
                          </p:cTn>
                        </p:par>
                        <p:par>
                          <p:cTn id="36" fill="hold">
                            <p:stCondLst>
                              <p:cond delay="3000"/>
                            </p:stCondLst>
                            <p:childTnLst>
                              <p:par>
                                <p:cTn id="37" presetID="42" presetClass="entr" presetSubtype="0" fill="hold" grpId="0" nodeType="afterEffect">
                                  <p:stCondLst>
                                    <p:cond delay="0"/>
                                  </p:stCondLst>
                                  <p:childTnLst>
                                    <p:set>
                                      <p:cBhvr>
                                        <p:cTn id="38" dur="1" fill="hold">
                                          <p:stCondLst>
                                            <p:cond delay="0"/>
                                          </p:stCondLst>
                                        </p:cTn>
                                        <p:tgtEl>
                                          <p:spTgt spid="17"/>
                                        </p:tgtEl>
                                        <p:attrNameLst>
                                          <p:attrName>style.visibility</p:attrName>
                                        </p:attrNameLst>
                                      </p:cBhvr>
                                      <p:to>
                                        <p:strVal val="visible"/>
                                      </p:to>
                                    </p:set>
                                    <p:animEffect transition="in" filter="fade">
                                      <p:cBhvr>
                                        <p:cTn id="39" dur="500"/>
                                        <p:tgtEl>
                                          <p:spTgt spid="17"/>
                                        </p:tgtEl>
                                      </p:cBhvr>
                                    </p:animEffect>
                                    <p:anim calcmode="lin" valueType="num">
                                      <p:cBhvr>
                                        <p:cTn id="40" dur="500" fill="hold"/>
                                        <p:tgtEl>
                                          <p:spTgt spid="17"/>
                                        </p:tgtEl>
                                        <p:attrNameLst>
                                          <p:attrName>ppt_x</p:attrName>
                                        </p:attrNameLst>
                                      </p:cBhvr>
                                      <p:tavLst>
                                        <p:tav tm="0">
                                          <p:val>
                                            <p:strVal val="#ppt_x"/>
                                          </p:val>
                                        </p:tav>
                                        <p:tav tm="100000">
                                          <p:val>
                                            <p:strVal val="#ppt_x"/>
                                          </p:val>
                                        </p:tav>
                                      </p:tavLst>
                                    </p:anim>
                                    <p:anim calcmode="lin" valueType="num">
                                      <p:cBhvr>
                                        <p:cTn id="41" dur="500" fill="hold"/>
                                        <p:tgtEl>
                                          <p:spTgt spid="17"/>
                                        </p:tgtEl>
                                        <p:attrNameLst>
                                          <p:attrName>ppt_y</p:attrName>
                                        </p:attrNameLst>
                                      </p:cBhvr>
                                      <p:tavLst>
                                        <p:tav tm="0">
                                          <p:val>
                                            <p:strVal val="#ppt_y+.1"/>
                                          </p:val>
                                        </p:tav>
                                        <p:tav tm="100000">
                                          <p:val>
                                            <p:strVal val="#ppt_y"/>
                                          </p:val>
                                        </p:tav>
                                      </p:tavLst>
                                    </p:anim>
                                  </p:childTnLst>
                                </p:cTn>
                              </p:par>
                            </p:childTnLst>
                          </p:cTn>
                        </p:par>
                        <p:par>
                          <p:cTn id="42" fill="hold">
                            <p:stCondLst>
                              <p:cond delay="3500"/>
                            </p:stCondLst>
                            <p:childTnLst>
                              <p:par>
                                <p:cTn id="43" presetID="10" presetClass="entr" presetSubtype="0" fill="hold" grpId="0" nodeType="afterEffect">
                                  <p:stCondLst>
                                    <p:cond delay="0"/>
                                  </p:stCondLst>
                                  <p:childTnLst>
                                    <p:set>
                                      <p:cBhvr>
                                        <p:cTn id="44" dur="1" fill="hold">
                                          <p:stCondLst>
                                            <p:cond delay="0"/>
                                          </p:stCondLst>
                                        </p:cTn>
                                        <p:tgtEl>
                                          <p:spTgt spid="21"/>
                                        </p:tgtEl>
                                        <p:attrNameLst>
                                          <p:attrName>style.visibility</p:attrName>
                                        </p:attrNameLst>
                                      </p:cBhvr>
                                      <p:to>
                                        <p:strVal val="visible"/>
                                      </p:to>
                                    </p:set>
                                    <p:animEffect transition="in" filter="fade">
                                      <p:cBhvr>
                                        <p:cTn id="45" dur="500"/>
                                        <p:tgtEl>
                                          <p:spTgt spid="21"/>
                                        </p:tgtEl>
                                      </p:cBhvr>
                                    </p:animEffect>
                                  </p:childTnLst>
                                </p:cTn>
                              </p:par>
                            </p:childTnLst>
                          </p:cTn>
                        </p:par>
                        <p:par>
                          <p:cTn id="46" fill="hold">
                            <p:stCondLst>
                              <p:cond delay="4000"/>
                            </p:stCondLst>
                            <p:childTnLst>
                              <p:par>
                                <p:cTn id="47" presetID="53" presetClass="entr" presetSubtype="16" fill="hold" grpId="0" nodeType="afterEffect" nodePh="1">
                                  <p:stCondLst>
                                    <p:cond delay="0"/>
                                  </p:stCondLst>
                                  <p:endCondLst>
                                    <p:cond evt="begin" delay="0">
                                      <p:tn val="47"/>
                                    </p:cond>
                                  </p:endCondLst>
                                  <p:childTnLst>
                                    <p:set>
                                      <p:cBhvr>
                                        <p:cTn id="48" dur="1" fill="hold">
                                          <p:stCondLst>
                                            <p:cond delay="0"/>
                                          </p:stCondLst>
                                        </p:cTn>
                                        <p:tgtEl>
                                          <p:spTgt spid="22">
                                            <p:txEl>
                                              <p:pRg st="0" end="0"/>
                                            </p:txEl>
                                          </p:spTgt>
                                        </p:tgtEl>
                                        <p:attrNameLst>
                                          <p:attrName>style.visibility</p:attrName>
                                        </p:attrNameLst>
                                      </p:cBhvr>
                                      <p:to>
                                        <p:strVal val="visible"/>
                                      </p:to>
                                    </p:set>
                                    <p:anim calcmode="lin" valueType="num">
                                      <p:cBhvr>
                                        <p:cTn id="49" dur="500" fill="hold"/>
                                        <p:tgtEl>
                                          <p:spTgt spid="22">
                                            <p:txEl>
                                              <p:pRg st="0" end="0"/>
                                            </p:txEl>
                                          </p:spTgt>
                                        </p:tgtEl>
                                        <p:attrNameLst>
                                          <p:attrName>ppt_w</p:attrName>
                                        </p:attrNameLst>
                                      </p:cBhvr>
                                      <p:tavLst>
                                        <p:tav tm="0">
                                          <p:val>
                                            <p:fltVal val="0"/>
                                          </p:val>
                                        </p:tav>
                                        <p:tav tm="100000">
                                          <p:val>
                                            <p:strVal val="#ppt_w"/>
                                          </p:val>
                                        </p:tav>
                                      </p:tavLst>
                                    </p:anim>
                                    <p:anim calcmode="lin" valueType="num">
                                      <p:cBhvr>
                                        <p:cTn id="50" dur="500" fill="hold"/>
                                        <p:tgtEl>
                                          <p:spTgt spid="22">
                                            <p:txEl>
                                              <p:pRg st="0" end="0"/>
                                            </p:txEl>
                                          </p:spTgt>
                                        </p:tgtEl>
                                        <p:attrNameLst>
                                          <p:attrName>ppt_h</p:attrName>
                                        </p:attrNameLst>
                                      </p:cBhvr>
                                      <p:tavLst>
                                        <p:tav tm="0">
                                          <p:val>
                                            <p:fltVal val="0"/>
                                          </p:val>
                                        </p:tav>
                                        <p:tav tm="100000">
                                          <p:val>
                                            <p:strVal val="#ppt_h"/>
                                          </p:val>
                                        </p:tav>
                                      </p:tavLst>
                                    </p:anim>
                                    <p:animEffect transition="in" filter="fade">
                                      <p:cBhvr>
                                        <p:cTn id="51" dur="500"/>
                                        <p:tgtEl>
                                          <p:spTgt spid="22">
                                            <p:txEl>
                                              <p:pRg st="0" end="0"/>
                                            </p:txEl>
                                          </p:spTgt>
                                        </p:tgtEl>
                                      </p:cBhvr>
                                    </p:animEffect>
                                  </p:childTnLst>
                                </p:cTn>
                              </p:par>
                            </p:childTnLst>
                          </p:cTn>
                        </p:par>
                        <p:par>
                          <p:cTn id="52" fill="hold">
                            <p:stCondLst>
                              <p:cond delay="4500"/>
                            </p:stCondLst>
                            <p:childTnLst>
                              <p:par>
                                <p:cTn id="53" presetID="42" presetClass="entr" presetSubtype="0" fill="hold" grpId="0" nodeType="afterEffect" nodePh="1">
                                  <p:stCondLst>
                                    <p:cond delay="0"/>
                                  </p:stCondLst>
                                  <p:endCondLst>
                                    <p:cond evt="begin" delay="0">
                                      <p:tn val="53"/>
                                    </p:cond>
                                  </p:endCondLst>
                                  <p:childTnLst>
                                    <p:set>
                                      <p:cBhvr>
                                        <p:cTn id="54" dur="1" fill="hold">
                                          <p:stCondLst>
                                            <p:cond delay="0"/>
                                          </p:stCondLst>
                                        </p:cTn>
                                        <p:tgtEl>
                                          <p:spTgt spid="23">
                                            <p:txEl>
                                              <p:pRg st="0" end="0"/>
                                            </p:txEl>
                                          </p:spTgt>
                                        </p:tgtEl>
                                        <p:attrNameLst>
                                          <p:attrName>style.visibility</p:attrName>
                                        </p:attrNameLst>
                                      </p:cBhvr>
                                      <p:to>
                                        <p:strVal val="visible"/>
                                      </p:to>
                                    </p:set>
                                    <p:animEffect transition="in" filter="fade">
                                      <p:cBhvr>
                                        <p:cTn id="55" dur="500"/>
                                        <p:tgtEl>
                                          <p:spTgt spid="23">
                                            <p:txEl>
                                              <p:pRg st="0" end="0"/>
                                            </p:txEl>
                                          </p:spTgt>
                                        </p:tgtEl>
                                      </p:cBhvr>
                                    </p:animEffect>
                                    <p:anim calcmode="lin" valueType="num">
                                      <p:cBhvr>
                                        <p:cTn id="56" dur="500" fill="hold"/>
                                        <p:tgtEl>
                                          <p:spTgt spid="23">
                                            <p:txEl>
                                              <p:pRg st="0" end="0"/>
                                            </p:txEl>
                                          </p:spTgt>
                                        </p:tgtEl>
                                        <p:attrNameLst>
                                          <p:attrName>ppt_x</p:attrName>
                                        </p:attrNameLst>
                                      </p:cBhvr>
                                      <p:tavLst>
                                        <p:tav tm="0">
                                          <p:val>
                                            <p:strVal val="#ppt_x"/>
                                          </p:val>
                                        </p:tav>
                                        <p:tav tm="100000">
                                          <p:val>
                                            <p:strVal val="#ppt_x"/>
                                          </p:val>
                                        </p:tav>
                                      </p:tavLst>
                                    </p:anim>
                                    <p:anim calcmode="lin" valueType="num">
                                      <p:cBhvr>
                                        <p:cTn id="57" dur="500" fill="hold"/>
                                        <p:tgtEl>
                                          <p:spTgt spid="23">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42" grpId="0" animBg="1"/>
      <p:bldP spid="43" grpId="0" animBg="1"/>
      <p:bldP spid="16" grpId="0" animBg="1"/>
      <p:bldP spid="17" grpId="0" animBg="1"/>
      <p:bldP spid="21" grpId="0" animBg="1"/>
      <p:bldP spid="22"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2"/>
                        </p:tgtEl>
                        <p:attrNameLst>
                          <p:attrName>style.visibility</p:attrName>
                        </p:attrNameLst>
                      </p:cBhvr>
                      <p:to>
                        <p:strVal val="visible"/>
                      </p:to>
                    </p:set>
                    <p:anim calcmode="lin" valueType="num">
                      <p:cBhvr>
                        <p:cTn dur="500" fill="hold"/>
                        <p:tgtEl>
                          <p:spTgt spid="22"/>
                        </p:tgtEl>
                        <p:attrNameLst>
                          <p:attrName>ppt_w</p:attrName>
                        </p:attrNameLst>
                      </p:cBhvr>
                      <p:tavLst>
                        <p:tav tm="0">
                          <p:val>
                            <p:fltVal val="0"/>
                          </p:val>
                        </p:tav>
                        <p:tav tm="100000">
                          <p:val>
                            <p:strVal val="#ppt_w"/>
                          </p:val>
                        </p:tav>
                      </p:tavLst>
                    </p:anim>
                    <p:anim calcmode="lin" valueType="num">
                      <p:cBhvr>
                        <p:cTn dur="500" fill="hold"/>
                        <p:tgtEl>
                          <p:spTgt spid="22"/>
                        </p:tgtEl>
                        <p:attrNameLst>
                          <p:attrName>ppt_h</p:attrName>
                        </p:attrNameLst>
                      </p:cBhvr>
                      <p:tavLst>
                        <p:tav tm="0">
                          <p:val>
                            <p:fltVal val="0"/>
                          </p:val>
                        </p:tav>
                        <p:tav tm="100000">
                          <p:val>
                            <p:strVal val="#ppt_h"/>
                          </p:val>
                        </p:tav>
                      </p:tavLst>
                    </p:anim>
                    <p:animEffect transition="in" filter="fade">
                      <p:cBhvr>
                        <p:cTn dur="500"/>
                        <p:tgtEl>
                          <p:spTgt spid="22"/>
                        </p:tgtEl>
                      </p:cBhvr>
                    </p:animEffect>
                  </p:childTnLst>
                </p:cTn>
              </p:par>
            </p:tnLst>
          </p:tmpl>
        </p:tmplLst>
      </p:bldP>
      <p:bldP spid="23"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3"/>
                        </p:tgtEl>
                        <p:attrNameLst>
                          <p:attrName>style.visibility</p:attrName>
                        </p:attrNameLst>
                      </p:cBhvr>
                      <p:to>
                        <p:strVal val="visible"/>
                      </p:to>
                    </p:set>
                    <p:animEffect transition="in" filter="fade">
                      <p:cBhvr>
                        <p:cTn dur="500"/>
                        <p:tgtEl>
                          <p:spTgt spid="23"/>
                        </p:tgtEl>
                      </p:cBhvr>
                    </p:animEffect>
                    <p:anim calcmode="lin" valueType="num">
                      <p:cBhvr>
                        <p:cTn dur="500" fill="hold"/>
                        <p:tgtEl>
                          <p:spTgt spid="23"/>
                        </p:tgtEl>
                        <p:attrNameLst>
                          <p:attrName>ppt_x</p:attrName>
                        </p:attrNameLst>
                      </p:cBhvr>
                      <p:tavLst>
                        <p:tav tm="0">
                          <p:val>
                            <p:strVal val="#ppt_x"/>
                          </p:val>
                        </p:tav>
                        <p:tav tm="100000">
                          <p:val>
                            <p:strVal val="#ppt_x"/>
                          </p:val>
                        </p:tav>
                      </p:tavLst>
                    </p:anim>
                    <p:anim calcmode="lin" valueType="num">
                      <p:cBhvr>
                        <p:cTn dur="500" fill="hold"/>
                        <p:tgtEl>
                          <p:spTgt spid="23"/>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598.xml><?xml version="1.0" encoding="utf-8"?>
<p:sldLayout xmlns:a="http://schemas.openxmlformats.org/drawingml/2006/main" xmlns:r="http://schemas.openxmlformats.org/officeDocument/2006/relationships" xmlns:p="http://schemas.openxmlformats.org/presentationml/2006/main" preserve="1" userDrawn="1">
  <p:cSld name="15_Custom Layout">
    <p:spTree>
      <p:nvGrpSpPr>
        <p:cNvPr id="1" name=""/>
        <p:cNvGrpSpPr/>
        <p:nvPr/>
      </p:nvGrpSpPr>
      <p:grpSpPr>
        <a:xfrm>
          <a:off x="0" y="0"/>
          <a:ext cx="0" cy="0"/>
          <a:chOff x="0" y="0"/>
          <a:chExt cx="0" cy="0"/>
        </a:xfrm>
      </p:grpSpPr>
      <p:sp>
        <p:nvSpPr>
          <p:cNvPr id="31" name="Rounded Rectangle 30"/>
          <p:cNvSpPr/>
          <p:nvPr userDrawn="1"/>
        </p:nvSpPr>
        <p:spPr>
          <a:xfrm>
            <a:off x="8372331" y="4003119"/>
            <a:ext cx="2762538" cy="2022764"/>
          </a:xfrm>
          <a:prstGeom prst="round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0" name="Rounded Rectangle 29"/>
          <p:cNvSpPr/>
          <p:nvPr userDrawn="1"/>
        </p:nvSpPr>
        <p:spPr>
          <a:xfrm>
            <a:off x="4714731" y="4003119"/>
            <a:ext cx="2762538" cy="2022764"/>
          </a:xfrm>
          <a:prstGeom prst="round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6" name="Rounded Rectangle 5"/>
          <p:cNvSpPr/>
          <p:nvPr userDrawn="1"/>
        </p:nvSpPr>
        <p:spPr>
          <a:xfrm>
            <a:off x="1057131" y="4003119"/>
            <a:ext cx="2762538" cy="2022764"/>
          </a:xfrm>
          <a:prstGeom prst="round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43" name="Picture Placeholder 30"/>
          <p:cNvSpPr>
            <a:spLocks noGrp="1"/>
          </p:cNvSpPr>
          <p:nvPr>
            <p:ph type="pic" sz="quarter" idx="36" hasCustomPrompt="1"/>
          </p:nvPr>
        </p:nvSpPr>
        <p:spPr>
          <a:xfrm>
            <a:off x="1057131" y="2078182"/>
            <a:ext cx="2762538" cy="2701636"/>
          </a:xfrm>
          <a:solidFill>
            <a:schemeClr val="bg1">
              <a:lumMod val="85000"/>
            </a:schemeClr>
          </a:solidFill>
        </p:spPr>
        <p:txBody>
          <a:bodyPr/>
          <a:lstStyle>
            <a:lvl1pPr>
              <a:defRPr/>
            </a:lvl1pPr>
          </a:lstStyle>
          <a:p>
            <a:r>
              <a:rPr lang="id-ID" dirty="0" smtClean="0"/>
              <a:t>Pic here</a:t>
            </a:r>
            <a:endParaRPr lang="en-AU" dirty="0"/>
          </a:p>
        </p:txBody>
      </p:sp>
      <p:sp>
        <p:nvSpPr>
          <p:cNvPr id="15"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1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19" name="Picture Placeholder 30"/>
          <p:cNvSpPr>
            <a:spLocks noGrp="1"/>
          </p:cNvSpPr>
          <p:nvPr>
            <p:ph type="pic" sz="quarter" idx="37" hasCustomPrompt="1"/>
          </p:nvPr>
        </p:nvSpPr>
        <p:spPr>
          <a:xfrm>
            <a:off x="4714731" y="2078182"/>
            <a:ext cx="2762538" cy="2701636"/>
          </a:xfrm>
          <a:solidFill>
            <a:schemeClr val="bg1">
              <a:lumMod val="85000"/>
            </a:schemeClr>
          </a:solidFill>
        </p:spPr>
        <p:txBody>
          <a:bodyPr/>
          <a:lstStyle>
            <a:lvl1pPr>
              <a:defRPr/>
            </a:lvl1pPr>
          </a:lstStyle>
          <a:p>
            <a:r>
              <a:rPr lang="id-ID" dirty="0" smtClean="0"/>
              <a:t>Pic here</a:t>
            </a:r>
            <a:endParaRPr lang="en-AU" dirty="0"/>
          </a:p>
        </p:txBody>
      </p:sp>
      <p:sp>
        <p:nvSpPr>
          <p:cNvPr id="20" name="Picture Placeholder 30"/>
          <p:cNvSpPr>
            <a:spLocks noGrp="1"/>
          </p:cNvSpPr>
          <p:nvPr>
            <p:ph type="pic" sz="quarter" idx="38" hasCustomPrompt="1"/>
          </p:nvPr>
        </p:nvSpPr>
        <p:spPr>
          <a:xfrm>
            <a:off x="8372331" y="2078182"/>
            <a:ext cx="2762538" cy="2701636"/>
          </a:xfrm>
          <a:solidFill>
            <a:schemeClr val="bg1">
              <a:lumMod val="85000"/>
            </a:schemeClr>
          </a:solidFill>
        </p:spPr>
        <p:txBody>
          <a:bodyPr/>
          <a:lstStyle>
            <a:lvl1pPr>
              <a:defRPr/>
            </a:lvl1pPr>
          </a:lstStyle>
          <a:p>
            <a:r>
              <a:rPr lang="id-ID" dirty="0" smtClean="0"/>
              <a:t>Pic here</a:t>
            </a:r>
            <a:endParaRPr lang="en-AU" dirty="0"/>
          </a:p>
        </p:txBody>
      </p:sp>
      <p:sp>
        <p:nvSpPr>
          <p:cNvPr id="24" name="Picture Placeholder 30"/>
          <p:cNvSpPr>
            <a:spLocks noGrp="1"/>
          </p:cNvSpPr>
          <p:nvPr>
            <p:ph type="pic" sz="quarter" idx="39" hasCustomPrompt="1"/>
          </p:nvPr>
        </p:nvSpPr>
        <p:spPr>
          <a:xfrm>
            <a:off x="1057131" y="4142509"/>
            <a:ext cx="2762538" cy="637309"/>
          </a:xfrm>
          <a:solidFill>
            <a:schemeClr val="accent1"/>
          </a:solidFill>
        </p:spPr>
        <p:txBody>
          <a:bodyPr>
            <a:normAutofit/>
          </a:bodyPr>
          <a:lstStyle>
            <a:lvl1pPr algn="r">
              <a:defRPr sz="1050"/>
            </a:lvl1pPr>
          </a:lstStyle>
          <a:p>
            <a:r>
              <a:rPr lang="id-ID" dirty="0" smtClean="0"/>
              <a:t>Nopic</a:t>
            </a:r>
            <a:endParaRPr lang="en-AU" dirty="0"/>
          </a:p>
        </p:txBody>
      </p:sp>
      <p:sp>
        <p:nvSpPr>
          <p:cNvPr id="25" name="Picture Placeholder 30"/>
          <p:cNvSpPr>
            <a:spLocks noGrp="1"/>
          </p:cNvSpPr>
          <p:nvPr>
            <p:ph type="pic" sz="quarter" idx="40" hasCustomPrompt="1"/>
          </p:nvPr>
        </p:nvSpPr>
        <p:spPr>
          <a:xfrm>
            <a:off x="4714731" y="4142509"/>
            <a:ext cx="2762538" cy="637309"/>
          </a:xfrm>
          <a:solidFill>
            <a:schemeClr val="accent2"/>
          </a:solidFill>
        </p:spPr>
        <p:txBody>
          <a:bodyPr>
            <a:normAutofit/>
          </a:bodyPr>
          <a:lstStyle>
            <a:lvl1pPr algn="r">
              <a:defRPr sz="1050"/>
            </a:lvl1pPr>
          </a:lstStyle>
          <a:p>
            <a:r>
              <a:rPr lang="id-ID" dirty="0" smtClean="0"/>
              <a:t>Nopic</a:t>
            </a:r>
            <a:endParaRPr lang="en-AU" dirty="0"/>
          </a:p>
        </p:txBody>
      </p:sp>
      <p:sp>
        <p:nvSpPr>
          <p:cNvPr id="26" name="Picture Placeholder 30"/>
          <p:cNvSpPr>
            <a:spLocks noGrp="1"/>
          </p:cNvSpPr>
          <p:nvPr>
            <p:ph type="pic" sz="quarter" idx="41" hasCustomPrompt="1"/>
          </p:nvPr>
        </p:nvSpPr>
        <p:spPr>
          <a:xfrm>
            <a:off x="8372331" y="4142509"/>
            <a:ext cx="2762538" cy="637309"/>
          </a:xfrm>
          <a:solidFill>
            <a:schemeClr val="accent4"/>
          </a:solidFill>
        </p:spPr>
        <p:txBody>
          <a:bodyPr>
            <a:normAutofit/>
          </a:bodyPr>
          <a:lstStyle>
            <a:lvl1pPr algn="r">
              <a:defRPr sz="1050"/>
            </a:lvl1pPr>
          </a:lstStyle>
          <a:p>
            <a:r>
              <a:rPr lang="id-ID" dirty="0" smtClean="0"/>
              <a:t>Nopic</a:t>
            </a:r>
            <a:endParaRPr lang="en-AU" dirty="0"/>
          </a:p>
        </p:txBody>
      </p:sp>
      <p:sp>
        <p:nvSpPr>
          <p:cNvPr id="27" name="Text Placeholder 21"/>
          <p:cNvSpPr>
            <a:spLocks noGrp="1"/>
          </p:cNvSpPr>
          <p:nvPr>
            <p:ph type="body" sz="quarter" idx="20"/>
          </p:nvPr>
        </p:nvSpPr>
        <p:spPr>
          <a:xfrm>
            <a:off x="1057131" y="4332757"/>
            <a:ext cx="2743200" cy="256811"/>
          </a:xfrm>
        </p:spPr>
        <p:txBody>
          <a:bodyPr/>
          <a:lstStyle>
            <a:lvl1pPr algn="ctr">
              <a:defRPr>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8" name="Text Placeholder 21"/>
          <p:cNvSpPr>
            <a:spLocks noGrp="1"/>
          </p:cNvSpPr>
          <p:nvPr>
            <p:ph type="body" sz="quarter" idx="42"/>
          </p:nvPr>
        </p:nvSpPr>
        <p:spPr>
          <a:xfrm>
            <a:off x="4734069" y="4332756"/>
            <a:ext cx="2743200" cy="256811"/>
          </a:xfrm>
        </p:spPr>
        <p:txBody>
          <a:bodyPr/>
          <a:lstStyle>
            <a:lvl1pPr algn="ctr">
              <a:defRPr>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9" name="Text Placeholder 21"/>
          <p:cNvSpPr>
            <a:spLocks noGrp="1"/>
          </p:cNvSpPr>
          <p:nvPr>
            <p:ph type="body" sz="quarter" idx="43"/>
          </p:nvPr>
        </p:nvSpPr>
        <p:spPr>
          <a:xfrm>
            <a:off x="8372331" y="4332756"/>
            <a:ext cx="2743200" cy="256811"/>
          </a:xfrm>
        </p:spPr>
        <p:txBody>
          <a:bodyPr/>
          <a:lstStyle>
            <a:lvl1pPr algn="ctr">
              <a:defRPr>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3" name="Text Placeholder 21"/>
          <p:cNvSpPr>
            <a:spLocks noGrp="1"/>
          </p:cNvSpPr>
          <p:nvPr>
            <p:ph type="body" sz="quarter" idx="44"/>
          </p:nvPr>
        </p:nvSpPr>
        <p:spPr>
          <a:xfrm>
            <a:off x="1057131" y="5014501"/>
            <a:ext cx="2743200" cy="682675"/>
          </a:xfrm>
        </p:spPr>
        <p:txBody>
          <a:bodyPr>
            <a:noAutofit/>
          </a:bodyPr>
          <a:lstStyle>
            <a:lvl1pPr algn="ctr">
              <a:defRPr sz="120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4" name="Text Placeholder 21"/>
          <p:cNvSpPr>
            <a:spLocks noGrp="1"/>
          </p:cNvSpPr>
          <p:nvPr>
            <p:ph type="body" sz="quarter" idx="45"/>
          </p:nvPr>
        </p:nvSpPr>
        <p:spPr>
          <a:xfrm>
            <a:off x="4695393" y="5014500"/>
            <a:ext cx="2743200" cy="682675"/>
          </a:xfrm>
        </p:spPr>
        <p:txBody>
          <a:bodyPr>
            <a:noAutofit/>
          </a:bodyPr>
          <a:lstStyle>
            <a:lvl1pPr algn="ctr">
              <a:defRPr sz="120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5" name="Text Placeholder 21"/>
          <p:cNvSpPr>
            <a:spLocks noGrp="1"/>
          </p:cNvSpPr>
          <p:nvPr>
            <p:ph type="body" sz="quarter" idx="46"/>
          </p:nvPr>
        </p:nvSpPr>
        <p:spPr>
          <a:xfrm>
            <a:off x="8380703" y="5014500"/>
            <a:ext cx="2743200" cy="682675"/>
          </a:xfrm>
        </p:spPr>
        <p:txBody>
          <a:bodyPr>
            <a:noAutofit/>
          </a:bodyPr>
          <a:lstStyle>
            <a:lvl1pPr algn="ctr">
              <a:defRPr sz="120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Tree>
    <p:extLst>
      <p:ext uri="{BB962C8B-B14F-4D97-AF65-F5344CB8AC3E}">
        <p14:creationId xmlns:p14="http://schemas.microsoft.com/office/powerpoint/2010/main" val="151958502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500"/>
                            </p:stCondLst>
                            <p:childTnLst>
                              <p:par>
                                <p:cTn id="5" presetID="10" presetClass="entr" presetSubtype="0" fill="hold" grpId="0" nodeType="after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500"/>
                                        <p:tgtEl>
                                          <p:spTgt spid="15"/>
                                        </p:tgtEl>
                                      </p:cBhvr>
                                    </p:animEffect>
                                  </p:childTnLst>
                                </p:cTn>
                              </p:par>
                            </p:childTnLst>
                          </p:cTn>
                        </p:par>
                        <p:par>
                          <p:cTn id="8" fill="hold">
                            <p:stCondLst>
                              <p:cond delay="1000"/>
                            </p:stCondLst>
                            <p:childTnLst>
                              <p:par>
                                <p:cTn id="9" presetID="42" presetClass="entr" presetSubtype="0" fill="hold" grpId="0" nodeType="afterEffect">
                                  <p:stCondLst>
                                    <p:cond delay="0"/>
                                  </p:stCondLst>
                                  <p:childTnLst>
                                    <p:set>
                                      <p:cBhvr>
                                        <p:cTn id="10" dur="1" fill="hold">
                                          <p:stCondLst>
                                            <p:cond delay="0"/>
                                          </p:stCondLst>
                                        </p:cTn>
                                        <p:tgtEl>
                                          <p:spTgt spid="18">
                                            <p:txEl>
                                              <p:pRg st="0" end="0"/>
                                            </p:txEl>
                                          </p:spTgt>
                                        </p:tgtEl>
                                        <p:attrNameLst>
                                          <p:attrName>style.visibility</p:attrName>
                                        </p:attrNameLst>
                                      </p:cBhvr>
                                      <p:to>
                                        <p:strVal val="visible"/>
                                      </p:to>
                                    </p:set>
                                    <p:animEffect transition="in" filter="fade">
                                      <p:cBhvr>
                                        <p:cTn id="11" dur="500"/>
                                        <p:tgtEl>
                                          <p:spTgt spid="18">
                                            <p:txEl>
                                              <p:pRg st="0" end="0"/>
                                            </p:txEl>
                                          </p:spTgt>
                                        </p:tgtEl>
                                      </p:cBhvr>
                                    </p:animEffect>
                                    <p:anim calcmode="lin" valueType="num">
                                      <p:cBhvr>
                                        <p:cTn id="12" dur="500" fill="hold"/>
                                        <p:tgtEl>
                                          <p:spTgt spid="18">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18">
                                            <p:txEl>
                                              <p:pRg st="0" end="0"/>
                                            </p:txEl>
                                          </p:spTgt>
                                        </p:tgtEl>
                                        <p:attrNameLst>
                                          <p:attrName>ppt_y</p:attrName>
                                        </p:attrNameLst>
                                      </p:cBhvr>
                                      <p:tavLst>
                                        <p:tav tm="0">
                                          <p:val>
                                            <p:strVal val="#ppt_y+.1"/>
                                          </p:val>
                                        </p:tav>
                                        <p:tav tm="100000">
                                          <p:val>
                                            <p:strVal val="#ppt_y"/>
                                          </p:val>
                                        </p:tav>
                                      </p:tavLst>
                                    </p:anim>
                                  </p:childTnLst>
                                </p:cTn>
                              </p:par>
                            </p:childTnLst>
                          </p:cTn>
                        </p:par>
                        <p:par>
                          <p:cTn id="14" fill="hold">
                            <p:stCondLst>
                              <p:cond delay="1500"/>
                            </p:stCondLst>
                            <p:childTnLst>
                              <p:par>
                                <p:cTn id="15" presetID="42" presetClass="entr" presetSubtype="0" fill="hold" grpId="0" nodeType="afterEffect">
                                  <p:stCondLst>
                                    <p:cond delay="0"/>
                                  </p:stCondLst>
                                  <p:childTnLst>
                                    <p:set>
                                      <p:cBhvr>
                                        <p:cTn id="16" dur="1" fill="hold">
                                          <p:stCondLst>
                                            <p:cond delay="0"/>
                                          </p:stCondLst>
                                        </p:cTn>
                                        <p:tgtEl>
                                          <p:spTgt spid="43"/>
                                        </p:tgtEl>
                                        <p:attrNameLst>
                                          <p:attrName>style.visibility</p:attrName>
                                        </p:attrNameLst>
                                      </p:cBhvr>
                                      <p:to>
                                        <p:strVal val="visible"/>
                                      </p:to>
                                    </p:set>
                                    <p:animEffect transition="in" filter="fade">
                                      <p:cBhvr>
                                        <p:cTn id="17" dur="500"/>
                                        <p:tgtEl>
                                          <p:spTgt spid="43"/>
                                        </p:tgtEl>
                                      </p:cBhvr>
                                    </p:animEffect>
                                    <p:anim calcmode="lin" valueType="num">
                                      <p:cBhvr>
                                        <p:cTn id="18" dur="500" fill="hold"/>
                                        <p:tgtEl>
                                          <p:spTgt spid="43"/>
                                        </p:tgtEl>
                                        <p:attrNameLst>
                                          <p:attrName>ppt_x</p:attrName>
                                        </p:attrNameLst>
                                      </p:cBhvr>
                                      <p:tavLst>
                                        <p:tav tm="0">
                                          <p:val>
                                            <p:strVal val="#ppt_x"/>
                                          </p:val>
                                        </p:tav>
                                        <p:tav tm="100000">
                                          <p:val>
                                            <p:strVal val="#ppt_x"/>
                                          </p:val>
                                        </p:tav>
                                      </p:tavLst>
                                    </p:anim>
                                    <p:anim calcmode="lin" valueType="num">
                                      <p:cBhvr>
                                        <p:cTn id="19" dur="500" fill="hold"/>
                                        <p:tgtEl>
                                          <p:spTgt spid="43"/>
                                        </p:tgtEl>
                                        <p:attrNameLst>
                                          <p:attrName>ppt_y</p:attrName>
                                        </p:attrNameLst>
                                      </p:cBhvr>
                                      <p:tavLst>
                                        <p:tav tm="0">
                                          <p:val>
                                            <p:strVal val="#ppt_y+.1"/>
                                          </p:val>
                                        </p:tav>
                                        <p:tav tm="100000">
                                          <p:val>
                                            <p:strVal val="#ppt_y"/>
                                          </p:val>
                                        </p:tav>
                                      </p:tavLst>
                                    </p:anim>
                                  </p:childTnLst>
                                </p:cTn>
                              </p:par>
                            </p:childTnLst>
                          </p:cTn>
                        </p:par>
                        <p:par>
                          <p:cTn id="20" fill="hold">
                            <p:stCondLst>
                              <p:cond delay="2000"/>
                            </p:stCondLst>
                            <p:childTnLst>
                              <p:par>
                                <p:cTn id="21" presetID="42" presetClass="entr" presetSubtype="0" fill="hold" grpId="0" nodeType="afterEffect">
                                  <p:stCondLst>
                                    <p:cond delay="0"/>
                                  </p:stCondLst>
                                  <p:childTnLst>
                                    <p:set>
                                      <p:cBhvr>
                                        <p:cTn id="22" dur="1" fill="hold">
                                          <p:stCondLst>
                                            <p:cond delay="0"/>
                                          </p:stCondLst>
                                        </p:cTn>
                                        <p:tgtEl>
                                          <p:spTgt spid="19"/>
                                        </p:tgtEl>
                                        <p:attrNameLst>
                                          <p:attrName>style.visibility</p:attrName>
                                        </p:attrNameLst>
                                      </p:cBhvr>
                                      <p:to>
                                        <p:strVal val="visible"/>
                                      </p:to>
                                    </p:set>
                                    <p:animEffect transition="in" filter="fade">
                                      <p:cBhvr>
                                        <p:cTn id="23" dur="500"/>
                                        <p:tgtEl>
                                          <p:spTgt spid="19"/>
                                        </p:tgtEl>
                                      </p:cBhvr>
                                    </p:animEffect>
                                    <p:anim calcmode="lin" valueType="num">
                                      <p:cBhvr>
                                        <p:cTn id="24" dur="500" fill="hold"/>
                                        <p:tgtEl>
                                          <p:spTgt spid="19"/>
                                        </p:tgtEl>
                                        <p:attrNameLst>
                                          <p:attrName>ppt_x</p:attrName>
                                        </p:attrNameLst>
                                      </p:cBhvr>
                                      <p:tavLst>
                                        <p:tav tm="0">
                                          <p:val>
                                            <p:strVal val="#ppt_x"/>
                                          </p:val>
                                        </p:tav>
                                        <p:tav tm="100000">
                                          <p:val>
                                            <p:strVal val="#ppt_x"/>
                                          </p:val>
                                        </p:tav>
                                      </p:tavLst>
                                    </p:anim>
                                    <p:anim calcmode="lin" valueType="num">
                                      <p:cBhvr>
                                        <p:cTn id="25" dur="500" fill="hold"/>
                                        <p:tgtEl>
                                          <p:spTgt spid="19"/>
                                        </p:tgtEl>
                                        <p:attrNameLst>
                                          <p:attrName>ppt_y</p:attrName>
                                        </p:attrNameLst>
                                      </p:cBhvr>
                                      <p:tavLst>
                                        <p:tav tm="0">
                                          <p:val>
                                            <p:strVal val="#ppt_y+.1"/>
                                          </p:val>
                                        </p:tav>
                                        <p:tav tm="100000">
                                          <p:val>
                                            <p:strVal val="#ppt_y"/>
                                          </p:val>
                                        </p:tav>
                                      </p:tavLst>
                                    </p:anim>
                                  </p:childTnLst>
                                </p:cTn>
                              </p:par>
                            </p:childTnLst>
                          </p:cTn>
                        </p:par>
                        <p:par>
                          <p:cTn id="26" fill="hold">
                            <p:stCondLst>
                              <p:cond delay="2500"/>
                            </p:stCondLst>
                            <p:childTnLst>
                              <p:par>
                                <p:cTn id="27" presetID="42" presetClass="entr" presetSubtype="0" fill="hold" grpId="0" nodeType="afterEffect">
                                  <p:stCondLst>
                                    <p:cond delay="0"/>
                                  </p:stCondLst>
                                  <p:childTnLst>
                                    <p:set>
                                      <p:cBhvr>
                                        <p:cTn id="28" dur="1" fill="hold">
                                          <p:stCondLst>
                                            <p:cond delay="0"/>
                                          </p:stCondLst>
                                        </p:cTn>
                                        <p:tgtEl>
                                          <p:spTgt spid="20"/>
                                        </p:tgtEl>
                                        <p:attrNameLst>
                                          <p:attrName>style.visibility</p:attrName>
                                        </p:attrNameLst>
                                      </p:cBhvr>
                                      <p:to>
                                        <p:strVal val="visible"/>
                                      </p:to>
                                    </p:set>
                                    <p:animEffect transition="in" filter="fade">
                                      <p:cBhvr>
                                        <p:cTn id="29" dur="500"/>
                                        <p:tgtEl>
                                          <p:spTgt spid="20"/>
                                        </p:tgtEl>
                                      </p:cBhvr>
                                    </p:animEffect>
                                    <p:anim calcmode="lin" valueType="num">
                                      <p:cBhvr>
                                        <p:cTn id="30" dur="500" fill="hold"/>
                                        <p:tgtEl>
                                          <p:spTgt spid="20"/>
                                        </p:tgtEl>
                                        <p:attrNameLst>
                                          <p:attrName>ppt_x</p:attrName>
                                        </p:attrNameLst>
                                      </p:cBhvr>
                                      <p:tavLst>
                                        <p:tav tm="0">
                                          <p:val>
                                            <p:strVal val="#ppt_x"/>
                                          </p:val>
                                        </p:tav>
                                        <p:tav tm="100000">
                                          <p:val>
                                            <p:strVal val="#ppt_x"/>
                                          </p:val>
                                        </p:tav>
                                      </p:tavLst>
                                    </p:anim>
                                    <p:anim calcmode="lin" valueType="num">
                                      <p:cBhvr>
                                        <p:cTn id="31" dur="500" fill="hold"/>
                                        <p:tgtEl>
                                          <p:spTgt spid="20"/>
                                        </p:tgtEl>
                                        <p:attrNameLst>
                                          <p:attrName>ppt_y</p:attrName>
                                        </p:attrNameLst>
                                      </p:cBhvr>
                                      <p:tavLst>
                                        <p:tav tm="0">
                                          <p:val>
                                            <p:strVal val="#ppt_y+.1"/>
                                          </p:val>
                                        </p:tav>
                                        <p:tav tm="100000">
                                          <p:val>
                                            <p:strVal val="#ppt_y"/>
                                          </p:val>
                                        </p:tav>
                                      </p:tavLst>
                                    </p:anim>
                                  </p:childTnLst>
                                </p:cTn>
                              </p:par>
                            </p:childTnLst>
                          </p:cTn>
                        </p:par>
                        <p:par>
                          <p:cTn id="32" fill="hold">
                            <p:stCondLst>
                              <p:cond delay="3000"/>
                            </p:stCondLst>
                            <p:childTnLst>
                              <p:par>
                                <p:cTn id="33" presetID="42" presetClass="entr" presetSubtype="0" fill="hold" grpId="0" nodeType="afterEffect">
                                  <p:stCondLst>
                                    <p:cond delay="0"/>
                                  </p:stCondLst>
                                  <p:childTnLst>
                                    <p:set>
                                      <p:cBhvr>
                                        <p:cTn id="34" dur="1" fill="hold">
                                          <p:stCondLst>
                                            <p:cond delay="0"/>
                                          </p:stCondLst>
                                        </p:cTn>
                                        <p:tgtEl>
                                          <p:spTgt spid="24"/>
                                        </p:tgtEl>
                                        <p:attrNameLst>
                                          <p:attrName>style.visibility</p:attrName>
                                        </p:attrNameLst>
                                      </p:cBhvr>
                                      <p:to>
                                        <p:strVal val="visible"/>
                                      </p:to>
                                    </p:set>
                                    <p:animEffect transition="in" filter="fade">
                                      <p:cBhvr>
                                        <p:cTn id="35" dur="500"/>
                                        <p:tgtEl>
                                          <p:spTgt spid="24"/>
                                        </p:tgtEl>
                                      </p:cBhvr>
                                    </p:animEffect>
                                    <p:anim calcmode="lin" valueType="num">
                                      <p:cBhvr>
                                        <p:cTn id="36" dur="500" fill="hold"/>
                                        <p:tgtEl>
                                          <p:spTgt spid="24"/>
                                        </p:tgtEl>
                                        <p:attrNameLst>
                                          <p:attrName>ppt_x</p:attrName>
                                        </p:attrNameLst>
                                      </p:cBhvr>
                                      <p:tavLst>
                                        <p:tav tm="0">
                                          <p:val>
                                            <p:strVal val="#ppt_x"/>
                                          </p:val>
                                        </p:tav>
                                        <p:tav tm="100000">
                                          <p:val>
                                            <p:strVal val="#ppt_x"/>
                                          </p:val>
                                        </p:tav>
                                      </p:tavLst>
                                    </p:anim>
                                    <p:anim calcmode="lin" valueType="num">
                                      <p:cBhvr>
                                        <p:cTn id="37" dur="500" fill="hold"/>
                                        <p:tgtEl>
                                          <p:spTgt spid="24"/>
                                        </p:tgtEl>
                                        <p:attrNameLst>
                                          <p:attrName>ppt_y</p:attrName>
                                        </p:attrNameLst>
                                      </p:cBhvr>
                                      <p:tavLst>
                                        <p:tav tm="0">
                                          <p:val>
                                            <p:strVal val="#ppt_y+.1"/>
                                          </p:val>
                                        </p:tav>
                                        <p:tav tm="100000">
                                          <p:val>
                                            <p:strVal val="#ppt_y"/>
                                          </p:val>
                                        </p:tav>
                                      </p:tavLst>
                                    </p:anim>
                                  </p:childTnLst>
                                </p:cTn>
                              </p:par>
                            </p:childTnLst>
                          </p:cTn>
                        </p:par>
                        <p:par>
                          <p:cTn id="38" fill="hold">
                            <p:stCondLst>
                              <p:cond delay="3500"/>
                            </p:stCondLst>
                            <p:childTnLst>
                              <p:par>
                                <p:cTn id="39" presetID="42" presetClass="entr" presetSubtype="0" fill="hold" grpId="0" nodeType="afterEffect">
                                  <p:stCondLst>
                                    <p:cond delay="0"/>
                                  </p:stCondLst>
                                  <p:childTnLst>
                                    <p:set>
                                      <p:cBhvr>
                                        <p:cTn id="40" dur="1" fill="hold">
                                          <p:stCondLst>
                                            <p:cond delay="0"/>
                                          </p:stCondLst>
                                        </p:cTn>
                                        <p:tgtEl>
                                          <p:spTgt spid="25"/>
                                        </p:tgtEl>
                                        <p:attrNameLst>
                                          <p:attrName>style.visibility</p:attrName>
                                        </p:attrNameLst>
                                      </p:cBhvr>
                                      <p:to>
                                        <p:strVal val="visible"/>
                                      </p:to>
                                    </p:set>
                                    <p:animEffect transition="in" filter="fade">
                                      <p:cBhvr>
                                        <p:cTn id="41" dur="500"/>
                                        <p:tgtEl>
                                          <p:spTgt spid="25"/>
                                        </p:tgtEl>
                                      </p:cBhvr>
                                    </p:animEffect>
                                    <p:anim calcmode="lin" valueType="num">
                                      <p:cBhvr>
                                        <p:cTn id="42" dur="500" fill="hold"/>
                                        <p:tgtEl>
                                          <p:spTgt spid="25"/>
                                        </p:tgtEl>
                                        <p:attrNameLst>
                                          <p:attrName>ppt_x</p:attrName>
                                        </p:attrNameLst>
                                      </p:cBhvr>
                                      <p:tavLst>
                                        <p:tav tm="0">
                                          <p:val>
                                            <p:strVal val="#ppt_x"/>
                                          </p:val>
                                        </p:tav>
                                        <p:tav tm="100000">
                                          <p:val>
                                            <p:strVal val="#ppt_x"/>
                                          </p:val>
                                        </p:tav>
                                      </p:tavLst>
                                    </p:anim>
                                    <p:anim calcmode="lin" valueType="num">
                                      <p:cBhvr>
                                        <p:cTn id="43" dur="500" fill="hold"/>
                                        <p:tgtEl>
                                          <p:spTgt spid="25"/>
                                        </p:tgtEl>
                                        <p:attrNameLst>
                                          <p:attrName>ppt_y</p:attrName>
                                        </p:attrNameLst>
                                      </p:cBhvr>
                                      <p:tavLst>
                                        <p:tav tm="0">
                                          <p:val>
                                            <p:strVal val="#ppt_y+.1"/>
                                          </p:val>
                                        </p:tav>
                                        <p:tav tm="100000">
                                          <p:val>
                                            <p:strVal val="#ppt_y"/>
                                          </p:val>
                                        </p:tav>
                                      </p:tavLst>
                                    </p:anim>
                                  </p:childTnLst>
                                </p:cTn>
                              </p:par>
                            </p:childTnLst>
                          </p:cTn>
                        </p:par>
                        <p:par>
                          <p:cTn id="44" fill="hold">
                            <p:stCondLst>
                              <p:cond delay="4000"/>
                            </p:stCondLst>
                            <p:childTnLst>
                              <p:par>
                                <p:cTn id="45" presetID="42" presetClass="entr" presetSubtype="0" fill="hold" grpId="0" nodeType="afterEffect">
                                  <p:stCondLst>
                                    <p:cond delay="0"/>
                                  </p:stCondLst>
                                  <p:childTnLst>
                                    <p:set>
                                      <p:cBhvr>
                                        <p:cTn id="46" dur="1" fill="hold">
                                          <p:stCondLst>
                                            <p:cond delay="0"/>
                                          </p:stCondLst>
                                        </p:cTn>
                                        <p:tgtEl>
                                          <p:spTgt spid="26"/>
                                        </p:tgtEl>
                                        <p:attrNameLst>
                                          <p:attrName>style.visibility</p:attrName>
                                        </p:attrNameLst>
                                      </p:cBhvr>
                                      <p:to>
                                        <p:strVal val="visible"/>
                                      </p:to>
                                    </p:set>
                                    <p:animEffect transition="in" filter="fade">
                                      <p:cBhvr>
                                        <p:cTn id="47" dur="500"/>
                                        <p:tgtEl>
                                          <p:spTgt spid="26"/>
                                        </p:tgtEl>
                                      </p:cBhvr>
                                    </p:animEffect>
                                    <p:anim calcmode="lin" valueType="num">
                                      <p:cBhvr>
                                        <p:cTn id="48" dur="500" fill="hold"/>
                                        <p:tgtEl>
                                          <p:spTgt spid="26"/>
                                        </p:tgtEl>
                                        <p:attrNameLst>
                                          <p:attrName>ppt_x</p:attrName>
                                        </p:attrNameLst>
                                      </p:cBhvr>
                                      <p:tavLst>
                                        <p:tav tm="0">
                                          <p:val>
                                            <p:strVal val="#ppt_x"/>
                                          </p:val>
                                        </p:tav>
                                        <p:tav tm="100000">
                                          <p:val>
                                            <p:strVal val="#ppt_x"/>
                                          </p:val>
                                        </p:tav>
                                      </p:tavLst>
                                    </p:anim>
                                    <p:anim calcmode="lin" valueType="num">
                                      <p:cBhvr>
                                        <p:cTn id="49" dur="500" fill="hold"/>
                                        <p:tgtEl>
                                          <p:spTgt spid="26"/>
                                        </p:tgtEl>
                                        <p:attrNameLst>
                                          <p:attrName>ppt_y</p:attrName>
                                        </p:attrNameLst>
                                      </p:cBhvr>
                                      <p:tavLst>
                                        <p:tav tm="0">
                                          <p:val>
                                            <p:strVal val="#ppt_y+.1"/>
                                          </p:val>
                                        </p:tav>
                                        <p:tav tm="100000">
                                          <p:val>
                                            <p:strVal val="#ppt_y"/>
                                          </p:val>
                                        </p:tav>
                                      </p:tavLst>
                                    </p:anim>
                                  </p:childTnLst>
                                </p:cTn>
                              </p:par>
                            </p:childTnLst>
                          </p:cTn>
                        </p:par>
                        <p:par>
                          <p:cTn id="50" fill="hold">
                            <p:stCondLst>
                              <p:cond delay="4500"/>
                            </p:stCondLst>
                            <p:childTnLst>
                              <p:par>
                                <p:cTn id="51" presetID="53" presetClass="entr" presetSubtype="16" fill="hold" grpId="0" nodeType="afterEffect" nodePh="1">
                                  <p:stCondLst>
                                    <p:cond delay="0"/>
                                  </p:stCondLst>
                                  <p:endCondLst>
                                    <p:cond evt="begin" delay="0">
                                      <p:tn val="51"/>
                                    </p:cond>
                                  </p:endCondLst>
                                  <p:childTnLst>
                                    <p:set>
                                      <p:cBhvr>
                                        <p:cTn id="52" dur="1" fill="hold">
                                          <p:stCondLst>
                                            <p:cond delay="0"/>
                                          </p:stCondLst>
                                        </p:cTn>
                                        <p:tgtEl>
                                          <p:spTgt spid="27">
                                            <p:txEl>
                                              <p:pRg st="0" end="0"/>
                                            </p:txEl>
                                          </p:spTgt>
                                        </p:tgtEl>
                                        <p:attrNameLst>
                                          <p:attrName>style.visibility</p:attrName>
                                        </p:attrNameLst>
                                      </p:cBhvr>
                                      <p:to>
                                        <p:strVal val="visible"/>
                                      </p:to>
                                    </p:set>
                                    <p:anim calcmode="lin" valueType="num">
                                      <p:cBhvr>
                                        <p:cTn id="53" dur="500" fill="hold"/>
                                        <p:tgtEl>
                                          <p:spTgt spid="27">
                                            <p:txEl>
                                              <p:pRg st="0" end="0"/>
                                            </p:txEl>
                                          </p:spTgt>
                                        </p:tgtEl>
                                        <p:attrNameLst>
                                          <p:attrName>ppt_w</p:attrName>
                                        </p:attrNameLst>
                                      </p:cBhvr>
                                      <p:tavLst>
                                        <p:tav tm="0">
                                          <p:val>
                                            <p:fltVal val="0"/>
                                          </p:val>
                                        </p:tav>
                                        <p:tav tm="100000">
                                          <p:val>
                                            <p:strVal val="#ppt_w"/>
                                          </p:val>
                                        </p:tav>
                                      </p:tavLst>
                                    </p:anim>
                                    <p:anim calcmode="lin" valueType="num">
                                      <p:cBhvr>
                                        <p:cTn id="54" dur="500" fill="hold"/>
                                        <p:tgtEl>
                                          <p:spTgt spid="27">
                                            <p:txEl>
                                              <p:pRg st="0" end="0"/>
                                            </p:txEl>
                                          </p:spTgt>
                                        </p:tgtEl>
                                        <p:attrNameLst>
                                          <p:attrName>ppt_h</p:attrName>
                                        </p:attrNameLst>
                                      </p:cBhvr>
                                      <p:tavLst>
                                        <p:tav tm="0">
                                          <p:val>
                                            <p:fltVal val="0"/>
                                          </p:val>
                                        </p:tav>
                                        <p:tav tm="100000">
                                          <p:val>
                                            <p:strVal val="#ppt_h"/>
                                          </p:val>
                                        </p:tav>
                                      </p:tavLst>
                                    </p:anim>
                                    <p:animEffect transition="in" filter="fade">
                                      <p:cBhvr>
                                        <p:cTn id="55" dur="500"/>
                                        <p:tgtEl>
                                          <p:spTgt spid="27">
                                            <p:txEl>
                                              <p:pRg st="0" end="0"/>
                                            </p:txEl>
                                          </p:spTgt>
                                        </p:tgtEl>
                                      </p:cBhvr>
                                    </p:animEffect>
                                  </p:childTnLst>
                                </p:cTn>
                              </p:par>
                            </p:childTnLst>
                          </p:cTn>
                        </p:par>
                        <p:par>
                          <p:cTn id="56" fill="hold">
                            <p:stCondLst>
                              <p:cond delay="5000"/>
                            </p:stCondLst>
                            <p:childTnLst>
                              <p:par>
                                <p:cTn id="57" presetID="53" presetClass="entr" presetSubtype="16" fill="hold" grpId="0" nodeType="afterEffect" nodePh="1">
                                  <p:stCondLst>
                                    <p:cond delay="0"/>
                                  </p:stCondLst>
                                  <p:endCondLst>
                                    <p:cond evt="begin" delay="0">
                                      <p:tn val="57"/>
                                    </p:cond>
                                  </p:endCondLst>
                                  <p:childTnLst>
                                    <p:set>
                                      <p:cBhvr>
                                        <p:cTn id="58" dur="1" fill="hold">
                                          <p:stCondLst>
                                            <p:cond delay="0"/>
                                          </p:stCondLst>
                                        </p:cTn>
                                        <p:tgtEl>
                                          <p:spTgt spid="28">
                                            <p:txEl>
                                              <p:pRg st="0" end="0"/>
                                            </p:txEl>
                                          </p:spTgt>
                                        </p:tgtEl>
                                        <p:attrNameLst>
                                          <p:attrName>style.visibility</p:attrName>
                                        </p:attrNameLst>
                                      </p:cBhvr>
                                      <p:to>
                                        <p:strVal val="visible"/>
                                      </p:to>
                                    </p:set>
                                    <p:anim calcmode="lin" valueType="num">
                                      <p:cBhvr>
                                        <p:cTn id="59" dur="500" fill="hold"/>
                                        <p:tgtEl>
                                          <p:spTgt spid="28">
                                            <p:txEl>
                                              <p:pRg st="0" end="0"/>
                                            </p:txEl>
                                          </p:spTgt>
                                        </p:tgtEl>
                                        <p:attrNameLst>
                                          <p:attrName>ppt_w</p:attrName>
                                        </p:attrNameLst>
                                      </p:cBhvr>
                                      <p:tavLst>
                                        <p:tav tm="0">
                                          <p:val>
                                            <p:fltVal val="0"/>
                                          </p:val>
                                        </p:tav>
                                        <p:tav tm="100000">
                                          <p:val>
                                            <p:strVal val="#ppt_w"/>
                                          </p:val>
                                        </p:tav>
                                      </p:tavLst>
                                    </p:anim>
                                    <p:anim calcmode="lin" valueType="num">
                                      <p:cBhvr>
                                        <p:cTn id="60" dur="500" fill="hold"/>
                                        <p:tgtEl>
                                          <p:spTgt spid="28">
                                            <p:txEl>
                                              <p:pRg st="0" end="0"/>
                                            </p:txEl>
                                          </p:spTgt>
                                        </p:tgtEl>
                                        <p:attrNameLst>
                                          <p:attrName>ppt_h</p:attrName>
                                        </p:attrNameLst>
                                      </p:cBhvr>
                                      <p:tavLst>
                                        <p:tav tm="0">
                                          <p:val>
                                            <p:fltVal val="0"/>
                                          </p:val>
                                        </p:tav>
                                        <p:tav tm="100000">
                                          <p:val>
                                            <p:strVal val="#ppt_h"/>
                                          </p:val>
                                        </p:tav>
                                      </p:tavLst>
                                    </p:anim>
                                    <p:animEffect transition="in" filter="fade">
                                      <p:cBhvr>
                                        <p:cTn id="61" dur="500"/>
                                        <p:tgtEl>
                                          <p:spTgt spid="28">
                                            <p:txEl>
                                              <p:pRg st="0" end="0"/>
                                            </p:txEl>
                                          </p:spTgt>
                                        </p:tgtEl>
                                      </p:cBhvr>
                                    </p:animEffect>
                                  </p:childTnLst>
                                </p:cTn>
                              </p:par>
                            </p:childTnLst>
                          </p:cTn>
                        </p:par>
                        <p:par>
                          <p:cTn id="62" fill="hold">
                            <p:stCondLst>
                              <p:cond delay="5500"/>
                            </p:stCondLst>
                            <p:childTnLst>
                              <p:par>
                                <p:cTn id="63" presetID="53" presetClass="entr" presetSubtype="16" fill="hold" grpId="0" nodeType="afterEffect" nodePh="1">
                                  <p:stCondLst>
                                    <p:cond delay="0"/>
                                  </p:stCondLst>
                                  <p:endCondLst>
                                    <p:cond evt="begin" delay="0">
                                      <p:tn val="63"/>
                                    </p:cond>
                                  </p:endCondLst>
                                  <p:childTnLst>
                                    <p:set>
                                      <p:cBhvr>
                                        <p:cTn id="64" dur="1" fill="hold">
                                          <p:stCondLst>
                                            <p:cond delay="0"/>
                                          </p:stCondLst>
                                        </p:cTn>
                                        <p:tgtEl>
                                          <p:spTgt spid="29">
                                            <p:txEl>
                                              <p:pRg st="0" end="0"/>
                                            </p:txEl>
                                          </p:spTgt>
                                        </p:tgtEl>
                                        <p:attrNameLst>
                                          <p:attrName>style.visibility</p:attrName>
                                        </p:attrNameLst>
                                      </p:cBhvr>
                                      <p:to>
                                        <p:strVal val="visible"/>
                                      </p:to>
                                    </p:set>
                                    <p:anim calcmode="lin" valueType="num">
                                      <p:cBhvr>
                                        <p:cTn id="65" dur="500" fill="hold"/>
                                        <p:tgtEl>
                                          <p:spTgt spid="29">
                                            <p:txEl>
                                              <p:pRg st="0" end="0"/>
                                            </p:txEl>
                                          </p:spTgt>
                                        </p:tgtEl>
                                        <p:attrNameLst>
                                          <p:attrName>ppt_w</p:attrName>
                                        </p:attrNameLst>
                                      </p:cBhvr>
                                      <p:tavLst>
                                        <p:tav tm="0">
                                          <p:val>
                                            <p:fltVal val="0"/>
                                          </p:val>
                                        </p:tav>
                                        <p:tav tm="100000">
                                          <p:val>
                                            <p:strVal val="#ppt_w"/>
                                          </p:val>
                                        </p:tav>
                                      </p:tavLst>
                                    </p:anim>
                                    <p:anim calcmode="lin" valueType="num">
                                      <p:cBhvr>
                                        <p:cTn id="66" dur="500" fill="hold"/>
                                        <p:tgtEl>
                                          <p:spTgt spid="29">
                                            <p:txEl>
                                              <p:pRg st="0" end="0"/>
                                            </p:txEl>
                                          </p:spTgt>
                                        </p:tgtEl>
                                        <p:attrNameLst>
                                          <p:attrName>ppt_h</p:attrName>
                                        </p:attrNameLst>
                                      </p:cBhvr>
                                      <p:tavLst>
                                        <p:tav tm="0">
                                          <p:val>
                                            <p:fltVal val="0"/>
                                          </p:val>
                                        </p:tav>
                                        <p:tav tm="100000">
                                          <p:val>
                                            <p:strVal val="#ppt_h"/>
                                          </p:val>
                                        </p:tav>
                                      </p:tavLst>
                                    </p:anim>
                                    <p:animEffect transition="in" filter="fade">
                                      <p:cBhvr>
                                        <p:cTn id="67" dur="500"/>
                                        <p:tgtEl>
                                          <p:spTgt spid="29">
                                            <p:txEl>
                                              <p:pRg st="0" end="0"/>
                                            </p:txEl>
                                          </p:spTgt>
                                        </p:tgtEl>
                                      </p:cBhvr>
                                    </p:animEffect>
                                  </p:childTnLst>
                                </p:cTn>
                              </p:par>
                            </p:childTnLst>
                          </p:cTn>
                        </p:par>
                        <p:par>
                          <p:cTn id="68" fill="hold">
                            <p:stCondLst>
                              <p:cond delay="6000"/>
                            </p:stCondLst>
                            <p:childTnLst>
                              <p:par>
                                <p:cTn id="69" presetID="10" presetClass="entr" presetSubtype="0" fill="hold" grpId="0" nodeType="afterEffect">
                                  <p:stCondLst>
                                    <p:cond delay="0"/>
                                  </p:stCondLst>
                                  <p:childTnLst>
                                    <p:set>
                                      <p:cBhvr>
                                        <p:cTn id="70" dur="1" fill="hold">
                                          <p:stCondLst>
                                            <p:cond delay="0"/>
                                          </p:stCondLst>
                                        </p:cTn>
                                        <p:tgtEl>
                                          <p:spTgt spid="6"/>
                                        </p:tgtEl>
                                        <p:attrNameLst>
                                          <p:attrName>style.visibility</p:attrName>
                                        </p:attrNameLst>
                                      </p:cBhvr>
                                      <p:to>
                                        <p:strVal val="visible"/>
                                      </p:to>
                                    </p:set>
                                    <p:animEffect transition="in" filter="fade">
                                      <p:cBhvr>
                                        <p:cTn id="71" dur="500"/>
                                        <p:tgtEl>
                                          <p:spTgt spid="6"/>
                                        </p:tgtEl>
                                      </p:cBhvr>
                                    </p:animEffect>
                                  </p:childTnLst>
                                </p:cTn>
                              </p:par>
                            </p:childTnLst>
                          </p:cTn>
                        </p:par>
                        <p:par>
                          <p:cTn id="72" fill="hold">
                            <p:stCondLst>
                              <p:cond delay="6500"/>
                            </p:stCondLst>
                            <p:childTnLst>
                              <p:par>
                                <p:cTn id="73" presetID="53" presetClass="entr" presetSubtype="16" fill="hold" grpId="0" nodeType="afterEffect" nodePh="1">
                                  <p:stCondLst>
                                    <p:cond delay="0"/>
                                  </p:stCondLst>
                                  <p:endCondLst>
                                    <p:cond evt="begin" delay="0">
                                      <p:tn val="73"/>
                                    </p:cond>
                                  </p:endCondLst>
                                  <p:childTnLst>
                                    <p:set>
                                      <p:cBhvr>
                                        <p:cTn id="74" dur="1" fill="hold">
                                          <p:stCondLst>
                                            <p:cond delay="0"/>
                                          </p:stCondLst>
                                        </p:cTn>
                                        <p:tgtEl>
                                          <p:spTgt spid="33">
                                            <p:txEl>
                                              <p:pRg st="0" end="0"/>
                                            </p:txEl>
                                          </p:spTgt>
                                        </p:tgtEl>
                                        <p:attrNameLst>
                                          <p:attrName>style.visibility</p:attrName>
                                        </p:attrNameLst>
                                      </p:cBhvr>
                                      <p:to>
                                        <p:strVal val="visible"/>
                                      </p:to>
                                    </p:set>
                                    <p:anim calcmode="lin" valueType="num">
                                      <p:cBhvr>
                                        <p:cTn id="75" dur="500" fill="hold"/>
                                        <p:tgtEl>
                                          <p:spTgt spid="33">
                                            <p:txEl>
                                              <p:pRg st="0" end="0"/>
                                            </p:txEl>
                                          </p:spTgt>
                                        </p:tgtEl>
                                        <p:attrNameLst>
                                          <p:attrName>ppt_w</p:attrName>
                                        </p:attrNameLst>
                                      </p:cBhvr>
                                      <p:tavLst>
                                        <p:tav tm="0">
                                          <p:val>
                                            <p:fltVal val="0"/>
                                          </p:val>
                                        </p:tav>
                                        <p:tav tm="100000">
                                          <p:val>
                                            <p:strVal val="#ppt_w"/>
                                          </p:val>
                                        </p:tav>
                                      </p:tavLst>
                                    </p:anim>
                                    <p:anim calcmode="lin" valueType="num">
                                      <p:cBhvr>
                                        <p:cTn id="76" dur="500" fill="hold"/>
                                        <p:tgtEl>
                                          <p:spTgt spid="33">
                                            <p:txEl>
                                              <p:pRg st="0" end="0"/>
                                            </p:txEl>
                                          </p:spTgt>
                                        </p:tgtEl>
                                        <p:attrNameLst>
                                          <p:attrName>ppt_h</p:attrName>
                                        </p:attrNameLst>
                                      </p:cBhvr>
                                      <p:tavLst>
                                        <p:tav tm="0">
                                          <p:val>
                                            <p:fltVal val="0"/>
                                          </p:val>
                                        </p:tav>
                                        <p:tav tm="100000">
                                          <p:val>
                                            <p:strVal val="#ppt_h"/>
                                          </p:val>
                                        </p:tav>
                                      </p:tavLst>
                                    </p:anim>
                                    <p:animEffect transition="in" filter="fade">
                                      <p:cBhvr>
                                        <p:cTn id="77" dur="500"/>
                                        <p:tgtEl>
                                          <p:spTgt spid="33">
                                            <p:txEl>
                                              <p:pRg st="0" end="0"/>
                                            </p:txEl>
                                          </p:spTgt>
                                        </p:tgtEl>
                                      </p:cBhvr>
                                    </p:animEffect>
                                  </p:childTnLst>
                                </p:cTn>
                              </p:par>
                            </p:childTnLst>
                          </p:cTn>
                        </p:par>
                        <p:par>
                          <p:cTn id="78" fill="hold">
                            <p:stCondLst>
                              <p:cond delay="7000"/>
                            </p:stCondLst>
                            <p:childTnLst>
                              <p:par>
                                <p:cTn id="79" presetID="10" presetClass="entr" presetSubtype="0" fill="hold" grpId="0" nodeType="afterEffect">
                                  <p:stCondLst>
                                    <p:cond delay="0"/>
                                  </p:stCondLst>
                                  <p:childTnLst>
                                    <p:set>
                                      <p:cBhvr>
                                        <p:cTn id="80" dur="1" fill="hold">
                                          <p:stCondLst>
                                            <p:cond delay="0"/>
                                          </p:stCondLst>
                                        </p:cTn>
                                        <p:tgtEl>
                                          <p:spTgt spid="30"/>
                                        </p:tgtEl>
                                        <p:attrNameLst>
                                          <p:attrName>style.visibility</p:attrName>
                                        </p:attrNameLst>
                                      </p:cBhvr>
                                      <p:to>
                                        <p:strVal val="visible"/>
                                      </p:to>
                                    </p:set>
                                    <p:animEffect transition="in" filter="fade">
                                      <p:cBhvr>
                                        <p:cTn id="81" dur="500"/>
                                        <p:tgtEl>
                                          <p:spTgt spid="30"/>
                                        </p:tgtEl>
                                      </p:cBhvr>
                                    </p:animEffect>
                                  </p:childTnLst>
                                </p:cTn>
                              </p:par>
                            </p:childTnLst>
                          </p:cTn>
                        </p:par>
                        <p:par>
                          <p:cTn id="82" fill="hold">
                            <p:stCondLst>
                              <p:cond delay="7500"/>
                            </p:stCondLst>
                            <p:childTnLst>
                              <p:par>
                                <p:cTn id="83" presetID="53" presetClass="entr" presetSubtype="16" fill="hold" grpId="0" nodeType="afterEffect" nodePh="1">
                                  <p:stCondLst>
                                    <p:cond delay="0"/>
                                  </p:stCondLst>
                                  <p:endCondLst>
                                    <p:cond evt="begin" delay="0">
                                      <p:tn val="83"/>
                                    </p:cond>
                                  </p:endCondLst>
                                  <p:childTnLst>
                                    <p:set>
                                      <p:cBhvr>
                                        <p:cTn id="84" dur="1" fill="hold">
                                          <p:stCondLst>
                                            <p:cond delay="0"/>
                                          </p:stCondLst>
                                        </p:cTn>
                                        <p:tgtEl>
                                          <p:spTgt spid="34">
                                            <p:txEl>
                                              <p:pRg st="0" end="0"/>
                                            </p:txEl>
                                          </p:spTgt>
                                        </p:tgtEl>
                                        <p:attrNameLst>
                                          <p:attrName>style.visibility</p:attrName>
                                        </p:attrNameLst>
                                      </p:cBhvr>
                                      <p:to>
                                        <p:strVal val="visible"/>
                                      </p:to>
                                    </p:set>
                                    <p:anim calcmode="lin" valueType="num">
                                      <p:cBhvr>
                                        <p:cTn id="85" dur="500" fill="hold"/>
                                        <p:tgtEl>
                                          <p:spTgt spid="34">
                                            <p:txEl>
                                              <p:pRg st="0" end="0"/>
                                            </p:txEl>
                                          </p:spTgt>
                                        </p:tgtEl>
                                        <p:attrNameLst>
                                          <p:attrName>ppt_w</p:attrName>
                                        </p:attrNameLst>
                                      </p:cBhvr>
                                      <p:tavLst>
                                        <p:tav tm="0">
                                          <p:val>
                                            <p:fltVal val="0"/>
                                          </p:val>
                                        </p:tav>
                                        <p:tav tm="100000">
                                          <p:val>
                                            <p:strVal val="#ppt_w"/>
                                          </p:val>
                                        </p:tav>
                                      </p:tavLst>
                                    </p:anim>
                                    <p:anim calcmode="lin" valueType="num">
                                      <p:cBhvr>
                                        <p:cTn id="86" dur="500" fill="hold"/>
                                        <p:tgtEl>
                                          <p:spTgt spid="34">
                                            <p:txEl>
                                              <p:pRg st="0" end="0"/>
                                            </p:txEl>
                                          </p:spTgt>
                                        </p:tgtEl>
                                        <p:attrNameLst>
                                          <p:attrName>ppt_h</p:attrName>
                                        </p:attrNameLst>
                                      </p:cBhvr>
                                      <p:tavLst>
                                        <p:tav tm="0">
                                          <p:val>
                                            <p:fltVal val="0"/>
                                          </p:val>
                                        </p:tav>
                                        <p:tav tm="100000">
                                          <p:val>
                                            <p:strVal val="#ppt_h"/>
                                          </p:val>
                                        </p:tav>
                                      </p:tavLst>
                                    </p:anim>
                                    <p:animEffect transition="in" filter="fade">
                                      <p:cBhvr>
                                        <p:cTn id="87" dur="500"/>
                                        <p:tgtEl>
                                          <p:spTgt spid="34">
                                            <p:txEl>
                                              <p:pRg st="0" end="0"/>
                                            </p:txEl>
                                          </p:spTgt>
                                        </p:tgtEl>
                                      </p:cBhvr>
                                    </p:animEffect>
                                  </p:childTnLst>
                                </p:cTn>
                              </p:par>
                            </p:childTnLst>
                          </p:cTn>
                        </p:par>
                        <p:par>
                          <p:cTn id="88" fill="hold">
                            <p:stCondLst>
                              <p:cond delay="8000"/>
                            </p:stCondLst>
                            <p:childTnLst>
                              <p:par>
                                <p:cTn id="89" presetID="10" presetClass="entr" presetSubtype="0" fill="hold" grpId="0" nodeType="afterEffect">
                                  <p:stCondLst>
                                    <p:cond delay="0"/>
                                  </p:stCondLst>
                                  <p:childTnLst>
                                    <p:set>
                                      <p:cBhvr>
                                        <p:cTn id="90" dur="1" fill="hold">
                                          <p:stCondLst>
                                            <p:cond delay="0"/>
                                          </p:stCondLst>
                                        </p:cTn>
                                        <p:tgtEl>
                                          <p:spTgt spid="31"/>
                                        </p:tgtEl>
                                        <p:attrNameLst>
                                          <p:attrName>style.visibility</p:attrName>
                                        </p:attrNameLst>
                                      </p:cBhvr>
                                      <p:to>
                                        <p:strVal val="visible"/>
                                      </p:to>
                                    </p:set>
                                    <p:animEffect transition="in" filter="fade">
                                      <p:cBhvr>
                                        <p:cTn id="91" dur="500"/>
                                        <p:tgtEl>
                                          <p:spTgt spid="31"/>
                                        </p:tgtEl>
                                      </p:cBhvr>
                                    </p:animEffect>
                                  </p:childTnLst>
                                </p:cTn>
                              </p:par>
                            </p:childTnLst>
                          </p:cTn>
                        </p:par>
                        <p:par>
                          <p:cTn id="92" fill="hold">
                            <p:stCondLst>
                              <p:cond delay="8500"/>
                            </p:stCondLst>
                            <p:childTnLst>
                              <p:par>
                                <p:cTn id="93" presetID="53" presetClass="entr" presetSubtype="16" fill="hold" grpId="0" nodeType="afterEffect" nodePh="1">
                                  <p:stCondLst>
                                    <p:cond delay="0"/>
                                  </p:stCondLst>
                                  <p:endCondLst>
                                    <p:cond evt="begin" delay="0">
                                      <p:tn val="93"/>
                                    </p:cond>
                                  </p:endCondLst>
                                  <p:childTnLst>
                                    <p:set>
                                      <p:cBhvr>
                                        <p:cTn id="94" dur="1" fill="hold">
                                          <p:stCondLst>
                                            <p:cond delay="0"/>
                                          </p:stCondLst>
                                        </p:cTn>
                                        <p:tgtEl>
                                          <p:spTgt spid="35">
                                            <p:txEl>
                                              <p:pRg st="0" end="0"/>
                                            </p:txEl>
                                          </p:spTgt>
                                        </p:tgtEl>
                                        <p:attrNameLst>
                                          <p:attrName>style.visibility</p:attrName>
                                        </p:attrNameLst>
                                      </p:cBhvr>
                                      <p:to>
                                        <p:strVal val="visible"/>
                                      </p:to>
                                    </p:set>
                                    <p:anim calcmode="lin" valueType="num">
                                      <p:cBhvr>
                                        <p:cTn id="95" dur="500" fill="hold"/>
                                        <p:tgtEl>
                                          <p:spTgt spid="35">
                                            <p:txEl>
                                              <p:pRg st="0" end="0"/>
                                            </p:txEl>
                                          </p:spTgt>
                                        </p:tgtEl>
                                        <p:attrNameLst>
                                          <p:attrName>ppt_w</p:attrName>
                                        </p:attrNameLst>
                                      </p:cBhvr>
                                      <p:tavLst>
                                        <p:tav tm="0">
                                          <p:val>
                                            <p:fltVal val="0"/>
                                          </p:val>
                                        </p:tav>
                                        <p:tav tm="100000">
                                          <p:val>
                                            <p:strVal val="#ppt_w"/>
                                          </p:val>
                                        </p:tav>
                                      </p:tavLst>
                                    </p:anim>
                                    <p:anim calcmode="lin" valueType="num">
                                      <p:cBhvr>
                                        <p:cTn id="96" dur="500" fill="hold"/>
                                        <p:tgtEl>
                                          <p:spTgt spid="35">
                                            <p:txEl>
                                              <p:pRg st="0" end="0"/>
                                            </p:txEl>
                                          </p:spTgt>
                                        </p:tgtEl>
                                        <p:attrNameLst>
                                          <p:attrName>ppt_h</p:attrName>
                                        </p:attrNameLst>
                                      </p:cBhvr>
                                      <p:tavLst>
                                        <p:tav tm="0">
                                          <p:val>
                                            <p:fltVal val="0"/>
                                          </p:val>
                                        </p:tav>
                                        <p:tav tm="100000">
                                          <p:val>
                                            <p:strVal val="#ppt_h"/>
                                          </p:val>
                                        </p:tav>
                                      </p:tavLst>
                                    </p:anim>
                                    <p:animEffect transition="in" filter="fade">
                                      <p:cBhvr>
                                        <p:cTn id="97" dur="500"/>
                                        <p:tgtEl>
                                          <p:spTgt spid="35">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30" grpId="0" animBg="1"/>
      <p:bldP spid="6" grpId="0" animBg="1"/>
      <p:bldP spid="43" grpId="0" animBg="1"/>
      <p:bldP spid="15" grpId="0"/>
      <p:bldP spid="18" grpId="0" build="p">
        <p:tmplLst>
          <p:tmpl lvl="1">
            <p:tnLst>
              <p:par>
                <p:cTn presetID="42" presetClass="entr" presetSubtype="0" fill="hold" nodeType="afterEffect">
                  <p:stCondLst>
                    <p:cond delay="0"/>
                  </p:stCondLst>
                  <p:childTnLst>
                    <p:set>
                      <p:cBhvr>
                        <p:cTn dur="1" fill="hold">
                          <p:stCondLst>
                            <p:cond delay="0"/>
                          </p:stCondLst>
                        </p:cTn>
                        <p:tgtEl>
                          <p:spTgt spid="18"/>
                        </p:tgtEl>
                        <p:attrNameLst>
                          <p:attrName>style.visibility</p:attrName>
                        </p:attrNameLst>
                      </p:cBhvr>
                      <p:to>
                        <p:strVal val="visible"/>
                      </p:to>
                    </p:set>
                    <p:animEffect transition="in" filter="fade">
                      <p:cBhvr>
                        <p:cTn dur="500"/>
                        <p:tgtEl>
                          <p:spTgt spid="18"/>
                        </p:tgtEl>
                      </p:cBhvr>
                    </p:animEffect>
                    <p:anim calcmode="lin" valueType="num">
                      <p:cBhvr>
                        <p:cTn dur="500" fill="hold"/>
                        <p:tgtEl>
                          <p:spTgt spid="18"/>
                        </p:tgtEl>
                        <p:attrNameLst>
                          <p:attrName>ppt_x</p:attrName>
                        </p:attrNameLst>
                      </p:cBhvr>
                      <p:tavLst>
                        <p:tav tm="0">
                          <p:val>
                            <p:strVal val="#ppt_x"/>
                          </p:val>
                        </p:tav>
                        <p:tav tm="100000">
                          <p:val>
                            <p:strVal val="#ppt_x"/>
                          </p:val>
                        </p:tav>
                      </p:tavLst>
                    </p:anim>
                    <p:anim calcmode="lin" valueType="num">
                      <p:cBhvr>
                        <p:cTn dur="500" fill="hold"/>
                        <p:tgtEl>
                          <p:spTgt spid="18"/>
                        </p:tgtEl>
                        <p:attrNameLst>
                          <p:attrName>ppt_y</p:attrName>
                        </p:attrNameLst>
                      </p:cBhvr>
                      <p:tavLst>
                        <p:tav tm="0">
                          <p:val>
                            <p:strVal val="#ppt_y+.1"/>
                          </p:val>
                        </p:tav>
                        <p:tav tm="100000">
                          <p:val>
                            <p:strVal val="#ppt_y"/>
                          </p:val>
                        </p:tav>
                      </p:tavLst>
                    </p:anim>
                  </p:childTnLst>
                </p:cTn>
              </p:par>
            </p:tnLst>
          </p:tmpl>
        </p:tmplLst>
      </p:bldP>
      <p:bldP spid="19" grpId="0" animBg="1"/>
      <p:bldP spid="20" grpId="0" animBg="1"/>
      <p:bldP spid="24" grpId="0" animBg="1"/>
      <p:bldP spid="25" grpId="0" animBg="1"/>
      <p:bldP spid="26" grpId="0" animBg="1"/>
      <p:bldP spid="27"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7"/>
                        </p:tgtEl>
                        <p:attrNameLst>
                          <p:attrName>style.visibility</p:attrName>
                        </p:attrNameLst>
                      </p:cBhvr>
                      <p:to>
                        <p:strVal val="visible"/>
                      </p:to>
                    </p:set>
                    <p:anim calcmode="lin" valueType="num">
                      <p:cBhvr>
                        <p:cTn dur="500" fill="hold"/>
                        <p:tgtEl>
                          <p:spTgt spid="27"/>
                        </p:tgtEl>
                        <p:attrNameLst>
                          <p:attrName>ppt_w</p:attrName>
                        </p:attrNameLst>
                      </p:cBhvr>
                      <p:tavLst>
                        <p:tav tm="0">
                          <p:val>
                            <p:fltVal val="0"/>
                          </p:val>
                        </p:tav>
                        <p:tav tm="100000">
                          <p:val>
                            <p:strVal val="#ppt_w"/>
                          </p:val>
                        </p:tav>
                      </p:tavLst>
                    </p:anim>
                    <p:anim calcmode="lin" valueType="num">
                      <p:cBhvr>
                        <p:cTn dur="500" fill="hold"/>
                        <p:tgtEl>
                          <p:spTgt spid="27"/>
                        </p:tgtEl>
                        <p:attrNameLst>
                          <p:attrName>ppt_h</p:attrName>
                        </p:attrNameLst>
                      </p:cBhvr>
                      <p:tavLst>
                        <p:tav tm="0">
                          <p:val>
                            <p:fltVal val="0"/>
                          </p:val>
                        </p:tav>
                        <p:tav tm="100000">
                          <p:val>
                            <p:strVal val="#ppt_h"/>
                          </p:val>
                        </p:tav>
                      </p:tavLst>
                    </p:anim>
                    <p:animEffect transition="in" filter="fade">
                      <p:cBhvr>
                        <p:cTn dur="500"/>
                        <p:tgtEl>
                          <p:spTgt spid="27"/>
                        </p:tgtEl>
                      </p:cBhvr>
                    </p:animEffect>
                  </p:childTnLst>
                </p:cTn>
              </p:par>
            </p:tnLst>
          </p:tmpl>
        </p:tmplLst>
      </p:bldP>
      <p:bldP spid="28"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8"/>
                        </p:tgtEl>
                        <p:attrNameLst>
                          <p:attrName>style.visibility</p:attrName>
                        </p:attrNameLst>
                      </p:cBhvr>
                      <p:to>
                        <p:strVal val="visible"/>
                      </p:to>
                    </p:set>
                    <p:anim calcmode="lin" valueType="num">
                      <p:cBhvr>
                        <p:cTn dur="500" fill="hold"/>
                        <p:tgtEl>
                          <p:spTgt spid="28"/>
                        </p:tgtEl>
                        <p:attrNameLst>
                          <p:attrName>ppt_w</p:attrName>
                        </p:attrNameLst>
                      </p:cBhvr>
                      <p:tavLst>
                        <p:tav tm="0">
                          <p:val>
                            <p:fltVal val="0"/>
                          </p:val>
                        </p:tav>
                        <p:tav tm="100000">
                          <p:val>
                            <p:strVal val="#ppt_w"/>
                          </p:val>
                        </p:tav>
                      </p:tavLst>
                    </p:anim>
                    <p:anim calcmode="lin" valueType="num">
                      <p:cBhvr>
                        <p:cTn dur="500" fill="hold"/>
                        <p:tgtEl>
                          <p:spTgt spid="28"/>
                        </p:tgtEl>
                        <p:attrNameLst>
                          <p:attrName>ppt_h</p:attrName>
                        </p:attrNameLst>
                      </p:cBhvr>
                      <p:tavLst>
                        <p:tav tm="0">
                          <p:val>
                            <p:fltVal val="0"/>
                          </p:val>
                        </p:tav>
                        <p:tav tm="100000">
                          <p:val>
                            <p:strVal val="#ppt_h"/>
                          </p:val>
                        </p:tav>
                      </p:tavLst>
                    </p:anim>
                    <p:animEffect transition="in" filter="fade">
                      <p:cBhvr>
                        <p:cTn dur="500"/>
                        <p:tgtEl>
                          <p:spTgt spid="28"/>
                        </p:tgtEl>
                      </p:cBhvr>
                    </p:animEffect>
                  </p:childTnLst>
                </p:cTn>
              </p:par>
            </p:tnLst>
          </p:tmpl>
        </p:tmplLst>
      </p:bldP>
      <p:bldP spid="29"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9"/>
                        </p:tgtEl>
                        <p:attrNameLst>
                          <p:attrName>style.visibility</p:attrName>
                        </p:attrNameLst>
                      </p:cBhvr>
                      <p:to>
                        <p:strVal val="visible"/>
                      </p:to>
                    </p:set>
                    <p:anim calcmode="lin" valueType="num">
                      <p:cBhvr>
                        <p:cTn dur="500" fill="hold"/>
                        <p:tgtEl>
                          <p:spTgt spid="29"/>
                        </p:tgtEl>
                        <p:attrNameLst>
                          <p:attrName>ppt_w</p:attrName>
                        </p:attrNameLst>
                      </p:cBhvr>
                      <p:tavLst>
                        <p:tav tm="0">
                          <p:val>
                            <p:fltVal val="0"/>
                          </p:val>
                        </p:tav>
                        <p:tav tm="100000">
                          <p:val>
                            <p:strVal val="#ppt_w"/>
                          </p:val>
                        </p:tav>
                      </p:tavLst>
                    </p:anim>
                    <p:anim calcmode="lin" valueType="num">
                      <p:cBhvr>
                        <p:cTn dur="500" fill="hold"/>
                        <p:tgtEl>
                          <p:spTgt spid="29"/>
                        </p:tgtEl>
                        <p:attrNameLst>
                          <p:attrName>ppt_h</p:attrName>
                        </p:attrNameLst>
                      </p:cBhvr>
                      <p:tavLst>
                        <p:tav tm="0">
                          <p:val>
                            <p:fltVal val="0"/>
                          </p:val>
                        </p:tav>
                        <p:tav tm="100000">
                          <p:val>
                            <p:strVal val="#ppt_h"/>
                          </p:val>
                        </p:tav>
                      </p:tavLst>
                    </p:anim>
                    <p:animEffect transition="in" filter="fade">
                      <p:cBhvr>
                        <p:cTn dur="500"/>
                        <p:tgtEl>
                          <p:spTgt spid="29"/>
                        </p:tgtEl>
                      </p:cBhvr>
                    </p:animEffect>
                  </p:childTnLst>
                </p:cTn>
              </p:par>
            </p:tnLst>
          </p:tmpl>
        </p:tmplLst>
      </p:bldP>
      <p:bldP spid="33"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33"/>
                        </p:tgtEl>
                        <p:attrNameLst>
                          <p:attrName>style.visibility</p:attrName>
                        </p:attrNameLst>
                      </p:cBhvr>
                      <p:to>
                        <p:strVal val="visible"/>
                      </p:to>
                    </p:set>
                    <p:anim calcmode="lin" valueType="num">
                      <p:cBhvr>
                        <p:cTn dur="500" fill="hold"/>
                        <p:tgtEl>
                          <p:spTgt spid="33"/>
                        </p:tgtEl>
                        <p:attrNameLst>
                          <p:attrName>ppt_w</p:attrName>
                        </p:attrNameLst>
                      </p:cBhvr>
                      <p:tavLst>
                        <p:tav tm="0">
                          <p:val>
                            <p:fltVal val="0"/>
                          </p:val>
                        </p:tav>
                        <p:tav tm="100000">
                          <p:val>
                            <p:strVal val="#ppt_w"/>
                          </p:val>
                        </p:tav>
                      </p:tavLst>
                    </p:anim>
                    <p:anim calcmode="lin" valueType="num">
                      <p:cBhvr>
                        <p:cTn dur="500" fill="hold"/>
                        <p:tgtEl>
                          <p:spTgt spid="33"/>
                        </p:tgtEl>
                        <p:attrNameLst>
                          <p:attrName>ppt_h</p:attrName>
                        </p:attrNameLst>
                      </p:cBhvr>
                      <p:tavLst>
                        <p:tav tm="0">
                          <p:val>
                            <p:fltVal val="0"/>
                          </p:val>
                        </p:tav>
                        <p:tav tm="100000">
                          <p:val>
                            <p:strVal val="#ppt_h"/>
                          </p:val>
                        </p:tav>
                      </p:tavLst>
                    </p:anim>
                    <p:animEffect transition="in" filter="fade">
                      <p:cBhvr>
                        <p:cTn dur="500"/>
                        <p:tgtEl>
                          <p:spTgt spid="33"/>
                        </p:tgtEl>
                      </p:cBhvr>
                    </p:animEffect>
                  </p:childTnLst>
                </p:cTn>
              </p:par>
            </p:tnLst>
          </p:tmpl>
        </p:tmplLst>
      </p:bldP>
      <p:bldP spid="34"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34"/>
                        </p:tgtEl>
                        <p:attrNameLst>
                          <p:attrName>style.visibility</p:attrName>
                        </p:attrNameLst>
                      </p:cBhvr>
                      <p:to>
                        <p:strVal val="visible"/>
                      </p:to>
                    </p:set>
                    <p:anim calcmode="lin" valueType="num">
                      <p:cBhvr>
                        <p:cTn dur="500" fill="hold"/>
                        <p:tgtEl>
                          <p:spTgt spid="34"/>
                        </p:tgtEl>
                        <p:attrNameLst>
                          <p:attrName>ppt_w</p:attrName>
                        </p:attrNameLst>
                      </p:cBhvr>
                      <p:tavLst>
                        <p:tav tm="0">
                          <p:val>
                            <p:fltVal val="0"/>
                          </p:val>
                        </p:tav>
                        <p:tav tm="100000">
                          <p:val>
                            <p:strVal val="#ppt_w"/>
                          </p:val>
                        </p:tav>
                      </p:tavLst>
                    </p:anim>
                    <p:anim calcmode="lin" valueType="num">
                      <p:cBhvr>
                        <p:cTn dur="500" fill="hold"/>
                        <p:tgtEl>
                          <p:spTgt spid="34"/>
                        </p:tgtEl>
                        <p:attrNameLst>
                          <p:attrName>ppt_h</p:attrName>
                        </p:attrNameLst>
                      </p:cBhvr>
                      <p:tavLst>
                        <p:tav tm="0">
                          <p:val>
                            <p:fltVal val="0"/>
                          </p:val>
                        </p:tav>
                        <p:tav tm="100000">
                          <p:val>
                            <p:strVal val="#ppt_h"/>
                          </p:val>
                        </p:tav>
                      </p:tavLst>
                    </p:anim>
                    <p:animEffect transition="in" filter="fade">
                      <p:cBhvr>
                        <p:cTn dur="500"/>
                        <p:tgtEl>
                          <p:spTgt spid="34"/>
                        </p:tgtEl>
                      </p:cBhvr>
                    </p:animEffect>
                  </p:childTnLst>
                </p:cTn>
              </p:par>
            </p:tnLst>
          </p:tmpl>
        </p:tmplLst>
      </p:bldP>
      <p:bldP spid="35"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35"/>
                        </p:tgtEl>
                        <p:attrNameLst>
                          <p:attrName>style.visibility</p:attrName>
                        </p:attrNameLst>
                      </p:cBhvr>
                      <p:to>
                        <p:strVal val="visible"/>
                      </p:to>
                    </p:set>
                    <p:anim calcmode="lin" valueType="num">
                      <p:cBhvr>
                        <p:cTn dur="500" fill="hold"/>
                        <p:tgtEl>
                          <p:spTgt spid="35"/>
                        </p:tgtEl>
                        <p:attrNameLst>
                          <p:attrName>ppt_w</p:attrName>
                        </p:attrNameLst>
                      </p:cBhvr>
                      <p:tavLst>
                        <p:tav tm="0">
                          <p:val>
                            <p:fltVal val="0"/>
                          </p:val>
                        </p:tav>
                        <p:tav tm="100000">
                          <p:val>
                            <p:strVal val="#ppt_w"/>
                          </p:val>
                        </p:tav>
                      </p:tavLst>
                    </p:anim>
                    <p:anim calcmode="lin" valueType="num">
                      <p:cBhvr>
                        <p:cTn dur="500" fill="hold"/>
                        <p:tgtEl>
                          <p:spTgt spid="35"/>
                        </p:tgtEl>
                        <p:attrNameLst>
                          <p:attrName>ppt_h</p:attrName>
                        </p:attrNameLst>
                      </p:cBhvr>
                      <p:tavLst>
                        <p:tav tm="0">
                          <p:val>
                            <p:fltVal val="0"/>
                          </p:val>
                        </p:tav>
                        <p:tav tm="100000">
                          <p:val>
                            <p:strVal val="#ppt_h"/>
                          </p:val>
                        </p:tav>
                      </p:tavLst>
                    </p:anim>
                    <p:animEffect transition="in" filter="fade">
                      <p:cBhvr>
                        <p:cTn dur="500"/>
                        <p:tgtEl>
                          <p:spTgt spid="35"/>
                        </p:tgtEl>
                      </p:cBhvr>
                    </p:animEffect>
                  </p:childTnLst>
                </p:cTn>
              </p:par>
            </p:tnLst>
          </p:tmpl>
        </p:tmplLst>
      </p:bldP>
    </p:bldLst>
  </p:timing>
</p:sldLayout>
</file>

<file path=ppt/slideLayouts/slideLayout599.xml><?xml version="1.0" encoding="utf-8"?>
<p:sldLayout xmlns:a="http://schemas.openxmlformats.org/drawingml/2006/main" xmlns:r="http://schemas.openxmlformats.org/officeDocument/2006/relationships" xmlns:p="http://schemas.openxmlformats.org/presentationml/2006/main" preserve="1" userDrawn="1">
  <p:cSld name="16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43" name="Picture Placeholder 30"/>
          <p:cNvSpPr>
            <a:spLocks noGrp="1"/>
          </p:cNvSpPr>
          <p:nvPr>
            <p:ph type="pic" sz="quarter" idx="36" hasCustomPrompt="1"/>
          </p:nvPr>
        </p:nvSpPr>
        <p:spPr>
          <a:xfrm>
            <a:off x="590262" y="1729839"/>
            <a:ext cx="2762538" cy="2064325"/>
          </a:xfrm>
          <a:solidFill>
            <a:schemeClr val="bg1">
              <a:lumMod val="85000"/>
            </a:schemeClr>
          </a:solidFill>
        </p:spPr>
        <p:txBody>
          <a:bodyPr/>
          <a:lstStyle>
            <a:lvl1pPr>
              <a:defRPr/>
            </a:lvl1pPr>
          </a:lstStyle>
          <a:p>
            <a:r>
              <a:rPr lang="id-ID" dirty="0" smtClean="0"/>
              <a:t>Pic here</a:t>
            </a:r>
            <a:endParaRPr lang="en-AU" dirty="0"/>
          </a:p>
        </p:txBody>
      </p:sp>
      <p:sp>
        <p:nvSpPr>
          <p:cNvPr id="15"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1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24" name="Picture Placeholder 30"/>
          <p:cNvSpPr>
            <a:spLocks noGrp="1"/>
          </p:cNvSpPr>
          <p:nvPr>
            <p:ph type="pic" sz="quarter" idx="39" hasCustomPrompt="1"/>
          </p:nvPr>
        </p:nvSpPr>
        <p:spPr>
          <a:xfrm>
            <a:off x="590262" y="3794166"/>
            <a:ext cx="2762538" cy="637309"/>
          </a:xfrm>
          <a:solidFill>
            <a:schemeClr val="accent1"/>
          </a:solidFill>
        </p:spPr>
        <p:txBody>
          <a:bodyPr>
            <a:normAutofit/>
          </a:bodyPr>
          <a:lstStyle>
            <a:lvl1pPr algn="r">
              <a:defRPr sz="1050"/>
            </a:lvl1pPr>
          </a:lstStyle>
          <a:p>
            <a:r>
              <a:rPr lang="id-ID" dirty="0" smtClean="0"/>
              <a:t>Nopic</a:t>
            </a:r>
            <a:endParaRPr lang="en-AU" dirty="0"/>
          </a:p>
        </p:txBody>
      </p:sp>
      <p:sp>
        <p:nvSpPr>
          <p:cNvPr id="27" name="Text Placeholder 21"/>
          <p:cNvSpPr>
            <a:spLocks noGrp="1"/>
          </p:cNvSpPr>
          <p:nvPr>
            <p:ph type="body" sz="quarter" idx="20"/>
          </p:nvPr>
        </p:nvSpPr>
        <p:spPr>
          <a:xfrm>
            <a:off x="590262" y="3984414"/>
            <a:ext cx="2743200" cy="256811"/>
          </a:xfrm>
        </p:spPr>
        <p:txBody>
          <a:bodyPr/>
          <a:lstStyle>
            <a:lvl1pPr algn="ctr">
              <a:defRPr>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3" name="Picture Placeholder 30"/>
          <p:cNvSpPr>
            <a:spLocks noGrp="1"/>
          </p:cNvSpPr>
          <p:nvPr>
            <p:ph type="pic" sz="quarter" idx="40" hasCustomPrompt="1"/>
          </p:nvPr>
        </p:nvSpPr>
        <p:spPr>
          <a:xfrm>
            <a:off x="3352800" y="3794166"/>
            <a:ext cx="2762538" cy="637309"/>
          </a:xfrm>
          <a:solidFill>
            <a:schemeClr val="accent2"/>
          </a:solidFill>
        </p:spPr>
        <p:txBody>
          <a:bodyPr>
            <a:normAutofit/>
          </a:bodyPr>
          <a:lstStyle>
            <a:lvl1pPr algn="r">
              <a:defRPr sz="1050"/>
            </a:lvl1pPr>
          </a:lstStyle>
          <a:p>
            <a:r>
              <a:rPr lang="id-ID" dirty="0" smtClean="0"/>
              <a:t>Nopic</a:t>
            </a:r>
            <a:endParaRPr lang="en-AU" dirty="0"/>
          </a:p>
        </p:txBody>
      </p:sp>
      <p:sp>
        <p:nvSpPr>
          <p:cNvPr id="32" name="Text Placeholder 21"/>
          <p:cNvSpPr>
            <a:spLocks noGrp="1"/>
          </p:cNvSpPr>
          <p:nvPr>
            <p:ph type="body" sz="quarter" idx="41"/>
          </p:nvPr>
        </p:nvSpPr>
        <p:spPr>
          <a:xfrm>
            <a:off x="3352800" y="3984414"/>
            <a:ext cx="2743200" cy="256811"/>
          </a:xfrm>
        </p:spPr>
        <p:txBody>
          <a:bodyPr/>
          <a:lstStyle>
            <a:lvl1pPr algn="ctr">
              <a:defRPr>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6" name="Picture Placeholder 30"/>
          <p:cNvSpPr>
            <a:spLocks noGrp="1"/>
          </p:cNvSpPr>
          <p:nvPr>
            <p:ph type="pic" sz="quarter" idx="42" hasCustomPrompt="1"/>
          </p:nvPr>
        </p:nvSpPr>
        <p:spPr>
          <a:xfrm>
            <a:off x="6115338" y="3782703"/>
            <a:ext cx="2762538" cy="637309"/>
          </a:xfrm>
          <a:solidFill>
            <a:schemeClr val="accent3"/>
          </a:solidFill>
        </p:spPr>
        <p:txBody>
          <a:bodyPr>
            <a:normAutofit/>
          </a:bodyPr>
          <a:lstStyle>
            <a:lvl1pPr algn="r">
              <a:defRPr sz="1050"/>
            </a:lvl1pPr>
          </a:lstStyle>
          <a:p>
            <a:r>
              <a:rPr lang="id-ID" dirty="0" smtClean="0"/>
              <a:t>Nopic</a:t>
            </a:r>
            <a:endParaRPr lang="en-AU" dirty="0"/>
          </a:p>
        </p:txBody>
      </p:sp>
      <p:sp>
        <p:nvSpPr>
          <p:cNvPr id="37" name="Text Placeholder 21"/>
          <p:cNvSpPr>
            <a:spLocks noGrp="1"/>
          </p:cNvSpPr>
          <p:nvPr>
            <p:ph type="body" sz="quarter" idx="43"/>
          </p:nvPr>
        </p:nvSpPr>
        <p:spPr>
          <a:xfrm>
            <a:off x="6115338" y="3972951"/>
            <a:ext cx="2743200" cy="256811"/>
          </a:xfrm>
        </p:spPr>
        <p:txBody>
          <a:bodyPr/>
          <a:lstStyle>
            <a:lvl1pPr algn="ctr">
              <a:defRPr>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8" name="Picture Placeholder 30"/>
          <p:cNvSpPr>
            <a:spLocks noGrp="1"/>
          </p:cNvSpPr>
          <p:nvPr>
            <p:ph type="pic" sz="quarter" idx="44" hasCustomPrompt="1"/>
          </p:nvPr>
        </p:nvSpPr>
        <p:spPr>
          <a:xfrm>
            <a:off x="3352800" y="4431473"/>
            <a:ext cx="2762538" cy="2064325"/>
          </a:xfrm>
          <a:solidFill>
            <a:schemeClr val="bg1">
              <a:lumMod val="85000"/>
            </a:schemeClr>
          </a:solidFill>
        </p:spPr>
        <p:txBody>
          <a:bodyPr/>
          <a:lstStyle>
            <a:lvl1pPr>
              <a:defRPr/>
            </a:lvl1pPr>
          </a:lstStyle>
          <a:p>
            <a:r>
              <a:rPr lang="id-ID" dirty="0" smtClean="0"/>
              <a:t>Pic here</a:t>
            </a:r>
            <a:endParaRPr lang="en-AU" dirty="0"/>
          </a:p>
        </p:txBody>
      </p:sp>
      <p:sp>
        <p:nvSpPr>
          <p:cNvPr id="39" name="Picture Placeholder 30"/>
          <p:cNvSpPr>
            <a:spLocks noGrp="1"/>
          </p:cNvSpPr>
          <p:nvPr>
            <p:ph type="pic" sz="quarter" idx="45" hasCustomPrompt="1"/>
          </p:nvPr>
        </p:nvSpPr>
        <p:spPr>
          <a:xfrm>
            <a:off x="6115338" y="1726630"/>
            <a:ext cx="2762538" cy="2064325"/>
          </a:xfrm>
          <a:solidFill>
            <a:schemeClr val="bg1">
              <a:lumMod val="85000"/>
            </a:schemeClr>
          </a:solidFill>
        </p:spPr>
        <p:txBody>
          <a:bodyPr/>
          <a:lstStyle>
            <a:lvl1pPr>
              <a:defRPr/>
            </a:lvl1pPr>
          </a:lstStyle>
          <a:p>
            <a:r>
              <a:rPr lang="id-ID" dirty="0" smtClean="0"/>
              <a:t>Pic here</a:t>
            </a:r>
            <a:endParaRPr lang="en-AU" dirty="0"/>
          </a:p>
        </p:txBody>
      </p:sp>
      <p:sp>
        <p:nvSpPr>
          <p:cNvPr id="40" name="Picture Placeholder 30"/>
          <p:cNvSpPr>
            <a:spLocks noGrp="1"/>
          </p:cNvSpPr>
          <p:nvPr>
            <p:ph type="pic" sz="quarter" idx="46" hasCustomPrompt="1"/>
          </p:nvPr>
        </p:nvSpPr>
        <p:spPr>
          <a:xfrm>
            <a:off x="8858538" y="3782703"/>
            <a:ext cx="2762538" cy="637309"/>
          </a:xfrm>
          <a:solidFill>
            <a:schemeClr val="accent4"/>
          </a:solidFill>
        </p:spPr>
        <p:txBody>
          <a:bodyPr>
            <a:normAutofit/>
          </a:bodyPr>
          <a:lstStyle>
            <a:lvl1pPr algn="r">
              <a:defRPr sz="1050"/>
            </a:lvl1pPr>
          </a:lstStyle>
          <a:p>
            <a:r>
              <a:rPr lang="id-ID" dirty="0" smtClean="0"/>
              <a:t>Nopic</a:t>
            </a:r>
            <a:endParaRPr lang="en-AU" dirty="0"/>
          </a:p>
        </p:txBody>
      </p:sp>
      <p:sp>
        <p:nvSpPr>
          <p:cNvPr id="41" name="Text Placeholder 21"/>
          <p:cNvSpPr>
            <a:spLocks noGrp="1"/>
          </p:cNvSpPr>
          <p:nvPr>
            <p:ph type="body" sz="quarter" idx="47"/>
          </p:nvPr>
        </p:nvSpPr>
        <p:spPr>
          <a:xfrm>
            <a:off x="8858538" y="3972951"/>
            <a:ext cx="2743200" cy="256811"/>
          </a:xfrm>
        </p:spPr>
        <p:txBody>
          <a:bodyPr/>
          <a:lstStyle>
            <a:lvl1pPr algn="ctr">
              <a:defRPr>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2" name="Picture Placeholder 30"/>
          <p:cNvSpPr>
            <a:spLocks noGrp="1"/>
          </p:cNvSpPr>
          <p:nvPr>
            <p:ph type="pic" sz="quarter" idx="48" hasCustomPrompt="1"/>
          </p:nvPr>
        </p:nvSpPr>
        <p:spPr>
          <a:xfrm>
            <a:off x="8848869" y="4408547"/>
            <a:ext cx="2762538" cy="2064325"/>
          </a:xfrm>
          <a:solidFill>
            <a:schemeClr val="bg1">
              <a:lumMod val="85000"/>
            </a:schemeClr>
          </a:solidFill>
        </p:spPr>
        <p:txBody>
          <a:bodyPr/>
          <a:lstStyle>
            <a:lvl1pPr>
              <a:defRPr/>
            </a:lvl1pPr>
          </a:lstStyle>
          <a:p>
            <a:r>
              <a:rPr lang="id-ID" dirty="0" smtClean="0"/>
              <a:t>Pic here</a:t>
            </a:r>
            <a:endParaRPr lang="en-AU" dirty="0"/>
          </a:p>
        </p:txBody>
      </p:sp>
      <p:sp>
        <p:nvSpPr>
          <p:cNvPr id="44" name="Text Placeholder 21"/>
          <p:cNvSpPr>
            <a:spLocks noGrp="1"/>
          </p:cNvSpPr>
          <p:nvPr>
            <p:ph type="body" sz="quarter" idx="49"/>
          </p:nvPr>
        </p:nvSpPr>
        <p:spPr>
          <a:xfrm>
            <a:off x="628994" y="4555101"/>
            <a:ext cx="2376072"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5" name="Text Placeholder 21"/>
          <p:cNvSpPr>
            <a:spLocks noGrp="1"/>
          </p:cNvSpPr>
          <p:nvPr>
            <p:ph type="body" sz="quarter" idx="29"/>
          </p:nvPr>
        </p:nvSpPr>
        <p:spPr>
          <a:xfrm>
            <a:off x="628994" y="4861805"/>
            <a:ext cx="2376072"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6" name="Text Placeholder 21"/>
          <p:cNvSpPr>
            <a:spLocks noGrp="1"/>
          </p:cNvSpPr>
          <p:nvPr>
            <p:ph type="body" sz="quarter" idx="50"/>
          </p:nvPr>
        </p:nvSpPr>
        <p:spPr>
          <a:xfrm>
            <a:off x="3536364" y="1936648"/>
            <a:ext cx="2376072"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7" name="Text Placeholder 21"/>
          <p:cNvSpPr>
            <a:spLocks noGrp="1"/>
          </p:cNvSpPr>
          <p:nvPr>
            <p:ph type="body" sz="quarter" idx="51"/>
          </p:nvPr>
        </p:nvSpPr>
        <p:spPr>
          <a:xfrm>
            <a:off x="3536364" y="2243352"/>
            <a:ext cx="2376072"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8" name="Text Placeholder 21"/>
          <p:cNvSpPr>
            <a:spLocks noGrp="1"/>
          </p:cNvSpPr>
          <p:nvPr>
            <p:ph type="body" sz="quarter" idx="52"/>
          </p:nvPr>
        </p:nvSpPr>
        <p:spPr>
          <a:xfrm>
            <a:off x="6294067" y="4555101"/>
            <a:ext cx="2376072"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9" name="Text Placeholder 21"/>
          <p:cNvSpPr>
            <a:spLocks noGrp="1"/>
          </p:cNvSpPr>
          <p:nvPr>
            <p:ph type="body" sz="quarter" idx="53"/>
          </p:nvPr>
        </p:nvSpPr>
        <p:spPr>
          <a:xfrm>
            <a:off x="6294067" y="4861805"/>
            <a:ext cx="2376072"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50" name="Text Placeholder 21"/>
          <p:cNvSpPr>
            <a:spLocks noGrp="1"/>
          </p:cNvSpPr>
          <p:nvPr>
            <p:ph type="body" sz="quarter" idx="54"/>
          </p:nvPr>
        </p:nvSpPr>
        <p:spPr>
          <a:xfrm>
            <a:off x="9061440" y="1936648"/>
            <a:ext cx="2376072"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51" name="Text Placeholder 21"/>
          <p:cNvSpPr>
            <a:spLocks noGrp="1"/>
          </p:cNvSpPr>
          <p:nvPr>
            <p:ph type="body" sz="quarter" idx="55"/>
          </p:nvPr>
        </p:nvSpPr>
        <p:spPr>
          <a:xfrm>
            <a:off x="9061440" y="2243352"/>
            <a:ext cx="2376072"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Tree>
    <p:extLst>
      <p:ext uri="{BB962C8B-B14F-4D97-AF65-F5344CB8AC3E}">
        <p14:creationId xmlns:p14="http://schemas.microsoft.com/office/powerpoint/2010/main" val="91904733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500"/>
                            </p:stCondLst>
                            <p:childTnLst>
                              <p:par>
                                <p:cTn id="5" presetID="10" presetClass="entr" presetSubtype="0" fill="hold" grpId="0" nodeType="after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500"/>
                                        <p:tgtEl>
                                          <p:spTgt spid="15"/>
                                        </p:tgtEl>
                                      </p:cBhvr>
                                    </p:animEffect>
                                  </p:childTnLst>
                                </p:cTn>
                              </p:par>
                            </p:childTnLst>
                          </p:cTn>
                        </p:par>
                        <p:par>
                          <p:cTn id="8" fill="hold">
                            <p:stCondLst>
                              <p:cond delay="1000"/>
                            </p:stCondLst>
                            <p:childTnLst>
                              <p:par>
                                <p:cTn id="9" presetID="42" presetClass="entr" presetSubtype="0" fill="hold" grpId="0" nodeType="afterEffect">
                                  <p:stCondLst>
                                    <p:cond delay="0"/>
                                  </p:stCondLst>
                                  <p:childTnLst>
                                    <p:set>
                                      <p:cBhvr>
                                        <p:cTn id="10" dur="1" fill="hold">
                                          <p:stCondLst>
                                            <p:cond delay="0"/>
                                          </p:stCondLst>
                                        </p:cTn>
                                        <p:tgtEl>
                                          <p:spTgt spid="18">
                                            <p:txEl>
                                              <p:pRg st="0" end="0"/>
                                            </p:txEl>
                                          </p:spTgt>
                                        </p:tgtEl>
                                        <p:attrNameLst>
                                          <p:attrName>style.visibility</p:attrName>
                                        </p:attrNameLst>
                                      </p:cBhvr>
                                      <p:to>
                                        <p:strVal val="visible"/>
                                      </p:to>
                                    </p:set>
                                    <p:animEffect transition="in" filter="fade">
                                      <p:cBhvr>
                                        <p:cTn id="11" dur="500"/>
                                        <p:tgtEl>
                                          <p:spTgt spid="18">
                                            <p:txEl>
                                              <p:pRg st="0" end="0"/>
                                            </p:txEl>
                                          </p:spTgt>
                                        </p:tgtEl>
                                      </p:cBhvr>
                                    </p:animEffect>
                                    <p:anim calcmode="lin" valueType="num">
                                      <p:cBhvr>
                                        <p:cTn id="12" dur="500" fill="hold"/>
                                        <p:tgtEl>
                                          <p:spTgt spid="18">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18">
                                            <p:txEl>
                                              <p:pRg st="0" end="0"/>
                                            </p:txEl>
                                          </p:spTgt>
                                        </p:tgtEl>
                                        <p:attrNameLst>
                                          <p:attrName>ppt_y</p:attrName>
                                        </p:attrNameLst>
                                      </p:cBhvr>
                                      <p:tavLst>
                                        <p:tav tm="0">
                                          <p:val>
                                            <p:strVal val="#ppt_y+.1"/>
                                          </p:val>
                                        </p:tav>
                                        <p:tav tm="100000">
                                          <p:val>
                                            <p:strVal val="#ppt_y"/>
                                          </p:val>
                                        </p:tav>
                                      </p:tavLst>
                                    </p:anim>
                                  </p:childTnLst>
                                </p:cTn>
                              </p:par>
                            </p:childTnLst>
                          </p:cTn>
                        </p:par>
                        <p:par>
                          <p:cTn id="14" fill="hold">
                            <p:stCondLst>
                              <p:cond delay="1500"/>
                            </p:stCondLst>
                            <p:childTnLst>
                              <p:par>
                                <p:cTn id="15" presetID="42" presetClass="entr" presetSubtype="0" fill="hold" grpId="0" nodeType="afterEffect">
                                  <p:stCondLst>
                                    <p:cond delay="0"/>
                                  </p:stCondLst>
                                  <p:childTnLst>
                                    <p:set>
                                      <p:cBhvr>
                                        <p:cTn id="16" dur="1" fill="hold">
                                          <p:stCondLst>
                                            <p:cond delay="0"/>
                                          </p:stCondLst>
                                        </p:cTn>
                                        <p:tgtEl>
                                          <p:spTgt spid="24"/>
                                        </p:tgtEl>
                                        <p:attrNameLst>
                                          <p:attrName>style.visibility</p:attrName>
                                        </p:attrNameLst>
                                      </p:cBhvr>
                                      <p:to>
                                        <p:strVal val="visible"/>
                                      </p:to>
                                    </p:set>
                                    <p:animEffect transition="in" filter="fade">
                                      <p:cBhvr>
                                        <p:cTn id="17" dur="500"/>
                                        <p:tgtEl>
                                          <p:spTgt spid="24"/>
                                        </p:tgtEl>
                                      </p:cBhvr>
                                    </p:animEffect>
                                    <p:anim calcmode="lin" valueType="num">
                                      <p:cBhvr>
                                        <p:cTn id="18" dur="500" fill="hold"/>
                                        <p:tgtEl>
                                          <p:spTgt spid="24"/>
                                        </p:tgtEl>
                                        <p:attrNameLst>
                                          <p:attrName>ppt_x</p:attrName>
                                        </p:attrNameLst>
                                      </p:cBhvr>
                                      <p:tavLst>
                                        <p:tav tm="0">
                                          <p:val>
                                            <p:strVal val="#ppt_x"/>
                                          </p:val>
                                        </p:tav>
                                        <p:tav tm="100000">
                                          <p:val>
                                            <p:strVal val="#ppt_x"/>
                                          </p:val>
                                        </p:tav>
                                      </p:tavLst>
                                    </p:anim>
                                    <p:anim calcmode="lin" valueType="num">
                                      <p:cBhvr>
                                        <p:cTn id="19" dur="500" fill="hold"/>
                                        <p:tgtEl>
                                          <p:spTgt spid="24"/>
                                        </p:tgtEl>
                                        <p:attrNameLst>
                                          <p:attrName>ppt_y</p:attrName>
                                        </p:attrNameLst>
                                      </p:cBhvr>
                                      <p:tavLst>
                                        <p:tav tm="0">
                                          <p:val>
                                            <p:strVal val="#ppt_y+.1"/>
                                          </p:val>
                                        </p:tav>
                                        <p:tav tm="100000">
                                          <p:val>
                                            <p:strVal val="#ppt_y"/>
                                          </p:val>
                                        </p:tav>
                                      </p:tavLst>
                                    </p:anim>
                                  </p:childTnLst>
                                </p:cTn>
                              </p:par>
                            </p:childTnLst>
                          </p:cTn>
                        </p:par>
                        <p:par>
                          <p:cTn id="20" fill="hold">
                            <p:stCondLst>
                              <p:cond delay="2000"/>
                            </p:stCondLst>
                            <p:childTnLst>
                              <p:par>
                                <p:cTn id="21" presetID="53" presetClass="entr" presetSubtype="16" fill="hold" grpId="0" nodeType="afterEffect" nodePh="1">
                                  <p:stCondLst>
                                    <p:cond delay="0"/>
                                  </p:stCondLst>
                                  <p:endCondLst>
                                    <p:cond evt="begin" delay="0">
                                      <p:tn val="21"/>
                                    </p:cond>
                                  </p:endCondLst>
                                  <p:childTnLst>
                                    <p:set>
                                      <p:cBhvr>
                                        <p:cTn id="22" dur="1" fill="hold">
                                          <p:stCondLst>
                                            <p:cond delay="0"/>
                                          </p:stCondLst>
                                        </p:cTn>
                                        <p:tgtEl>
                                          <p:spTgt spid="27">
                                            <p:txEl>
                                              <p:pRg st="0" end="0"/>
                                            </p:txEl>
                                          </p:spTgt>
                                        </p:tgtEl>
                                        <p:attrNameLst>
                                          <p:attrName>style.visibility</p:attrName>
                                        </p:attrNameLst>
                                      </p:cBhvr>
                                      <p:to>
                                        <p:strVal val="visible"/>
                                      </p:to>
                                    </p:set>
                                    <p:anim calcmode="lin" valueType="num">
                                      <p:cBhvr>
                                        <p:cTn id="23" dur="500" fill="hold"/>
                                        <p:tgtEl>
                                          <p:spTgt spid="27">
                                            <p:txEl>
                                              <p:pRg st="0" end="0"/>
                                            </p:txEl>
                                          </p:spTgt>
                                        </p:tgtEl>
                                        <p:attrNameLst>
                                          <p:attrName>ppt_w</p:attrName>
                                        </p:attrNameLst>
                                      </p:cBhvr>
                                      <p:tavLst>
                                        <p:tav tm="0">
                                          <p:val>
                                            <p:fltVal val="0"/>
                                          </p:val>
                                        </p:tav>
                                        <p:tav tm="100000">
                                          <p:val>
                                            <p:strVal val="#ppt_w"/>
                                          </p:val>
                                        </p:tav>
                                      </p:tavLst>
                                    </p:anim>
                                    <p:anim calcmode="lin" valueType="num">
                                      <p:cBhvr>
                                        <p:cTn id="24" dur="500" fill="hold"/>
                                        <p:tgtEl>
                                          <p:spTgt spid="27">
                                            <p:txEl>
                                              <p:pRg st="0" end="0"/>
                                            </p:txEl>
                                          </p:spTgt>
                                        </p:tgtEl>
                                        <p:attrNameLst>
                                          <p:attrName>ppt_h</p:attrName>
                                        </p:attrNameLst>
                                      </p:cBhvr>
                                      <p:tavLst>
                                        <p:tav tm="0">
                                          <p:val>
                                            <p:fltVal val="0"/>
                                          </p:val>
                                        </p:tav>
                                        <p:tav tm="100000">
                                          <p:val>
                                            <p:strVal val="#ppt_h"/>
                                          </p:val>
                                        </p:tav>
                                      </p:tavLst>
                                    </p:anim>
                                    <p:animEffect transition="in" filter="fade">
                                      <p:cBhvr>
                                        <p:cTn id="25" dur="500"/>
                                        <p:tgtEl>
                                          <p:spTgt spid="27">
                                            <p:txEl>
                                              <p:pRg st="0" end="0"/>
                                            </p:txEl>
                                          </p:spTgt>
                                        </p:tgtEl>
                                      </p:cBhvr>
                                    </p:animEffect>
                                  </p:childTnLst>
                                </p:cTn>
                              </p:par>
                            </p:childTnLst>
                          </p:cTn>
                        </p:par>
                        <p:par>
                          <p:cTn id="26" fill="hold">
                            <p:stCondLst>
                              <p:cond delay="2500"/>
                            </p:stCondLst>
                            <p:childTnLst>
                              <p:par>
                                <p:cTn id="27" presetID="42" presetClass="entr" presetSubtype="0" fill="hold" grpId="0" nodeType="afterEffect">
                                  <p:stCondLst>
                                    <p:cond delay="0"/>
                                  </p:stCondLst>
                                  <p:childTnLst>
                                    <p:set>
                                      <p:cBhvr>
                                        <p:cTn id="28" dur="1" fill="hold">
                                          <p:stCondLst>
                                            <p:cond delay="0"/>
                                          </p:stCondLst>
                                        </p:cTn>
                                        <p:tgtEl>
                                          <p:spTgt spid="43"/>
                                        </p:tgtEl>
                                        <p:attrNameLst>
                                          <p:attrName>style.visibility</p:attrName>
                                        </p:attrNameLst>
                                      </p:cBhvr>
                                      <p:to>
                                        <p:strVal val="visible"/>
                                      </p:to>
                                    </p:set>
                                    <p:animEffect transition="in" filter="fade">
                                      <p:cBhvr>
                                        <p:cTn id="29" dur="500"/>
                                        <p:tgtEl>
                                          <p:spTgt spid="43"/>
                                        </p:tgtEl>
                                      </p:cBhvr>
                                    </p:animEffect>
                                    <p:anim calcmode="lin" valueType="num">
                                      <p:cBhvr>
                                        <p:cTn id="30" dur="500" fill="hold"/>
                                        <p:tgtEl>
                                          <p:spTgt spid="43"/>
                                        </p:tgtEl>
                                        <p:attrNameLst>
                                          <p:attrName>ppt_x</p:attrName>
                                        </p:attrNameLst>
                                      </p:cBhvr>
                                      <p:tavLst>
                                        <p:tav tm="0">
                                          <p:val>
                                            <p:strVal val="#ppt_x"/>
                                          </p:val>
                                        </p:tav>
                                        <p:tav tm="100000">
                                          <p:val>
                                            <p:strVal val="#ppt_x"/>
                                          </p:val>
                                        </p:tav>
                                      </p:tavLst>
                                    </p:anim>
                                    <p:anim calcmode="lin" valueType="num">
                                      <p:cBhvr>
                                        <p:cTn id="31" dur="500" fill="hold"/>
                                        <p:tgtEl>
                                          <p:spTgt spid="43"/>
                                        </p:tgtEl>
                                        <p:attrNameLst>
                                          <p:attrName>ppt_y</p:attrName>
                                        </p:attrNameLst>
                                      </p:cBhvr>
                                      <p:tavLst>
                                        <p:tav tm="0">
                                          <p:val>
                                            <p:strVal val="#ppt_y+.1"/>
                                          </p:val>
                                        </p:tav>
                                        <p:tav tm="100000">
                                          <p:val>
                                            <p:strVal val="#ppt_y"/>
                                          </p:val>
                                        </p:tav>
                                      </p:tavLst>
                                    </p:anim>
                                  </p:childTnLst>
                                </p:cTn>
                              </p:par>
                            </p:childTnLst>
                          </p:cTn>
                        </p:par>
                        <p:par>
                          <p:cTn id="32" fill="hold">
                            <p:stCondLst>
                              <p:cond delay="3000"/>
                            </p:stCondLst>
                            <p:childTnLst>
                              <p:par>
                                <p:cTn id="33" presetID="53" presetClass="entr" presetSubtype="16" fill="hold" grpId="0" nodeType="afterEffect" nodePh="1">
                                  <p:stCondLst>
                                    <p:cond delay="0"/>
                                  </p:stCondLst>
                                  <p:endCondLst>
                                    <p:cond evt="begin" delay="0">
                                      <p:tn val="33"/>
                                    </p:cond>
                                  </p:endCondLst>
                                  <p:childTnLst>
                                    <p:set>
                                      <p:cBhvr>
                                        <p:cTn id="34" dur="1" fill="hold">
                                          <p:stCondLst>
                                            <p:cond delay="0"/>
                                          </p:stCondLst>
                                        </p:cTn>
                                        <p:tgtEl>
                                          <p:spTgt spid="44">
                                            <p:txEl>
                                              <p:pRg st="0" end="0"/>
                                            </p:txEl>
                                          </p:spTgt>
                                        </p:tgtEl>
                                        <p:attrNameLst>
                                          <p:attrName>style.visibility</p:attrName>
                                        </p:attrNameLst>
                                      </p:cBhvr>
                                      <p:to>
                                        <p:strVal val="visible"/>
                                      </p:to>
                                    </p:set>
                                    <p:anim calcmode="lin" valueType="num">
                                      <p:cBhvr>
                                        <p:cTn id="35" dur="500" fill="hold"/>
                                        <p:tgtEl>
                                          <p:spTgt spid="44">
                                            <p:txEl>
                                              <p:pRg st="0" end="0"/>
                                            </p:txEl>
                                          </p:spTgt>
                                        </p:tgtEl>
                                        <p:attrNameLst>
                                          <p:attrName>ppt_w</p:attrName>
                                        </p:attrNameLst>
                                      </p:cBhvr>
                                      <p:tavLst>
                                        <p:tav tm="0">
                                          <p:val>
                                            <p:fltVal val="0"/>
                                          </p:val>
                                        </p:tav>
                                        <p:tav tm="100000">
                                          <p:val>
                                            <p:strVal val="#ppt_w"/>
                                          </p:val>
                                        </p:tav>
                                      </p:tavLst>
                                    </p:anim>
                                    <p:anim calcmode="lin" valueType="num">
                                      <p:cBhvr>
                                        <p:cTn id="36" dur="500" fill="hold"/>
                                        <p:tgtEl>
                                          <p:spTgt spid="44">
                                            <p:txEl>
                                              <p:pRg st="0" end="0"/>
                                            </p:txEl>
                                          </p:spTgt>
                                        </p:tgtEl>
                                        <p:attrNameLst>
                                          <p:attrName>ppt_h</p:attrName>
                                        </p:attrNameLst>
                                      </p:cBhvr>
                                      <p:tavLst>
                                        <p:tav tm="0">
                                          <p:val>
                                            <p:fltVal val="0"/>
                                          </p:val>
                                        </p:tav>
                                        <p:tav tm="100000">
                                          <p:val>
                                            <p:strVal val="#ppt_h"/>
                                          </p:val>
                                        </p:tav>
                                      </p:tavLst>
                                    </p:anim>
                                    <p:animEffect transition="in" filter="fade">
                                      <p:cBhvr>
                                        <p:cTn id="37" dur="500"/>
                                        <p:tgtEl>
                                          <p:spTgt spid="44">
                                            <p:txEl>
                                              <p:pRg st="0" end="0"/>
                                            </p:txEl>
                                          </p:spTgt>
                                        </p:tgtEl>
                                      </p:cBhvr>
                                    </p:animEffect>
                                  </p:childTnLst>
                                </p:cTn>
                              </p:par>
                            </p:childTnLst>
                          </p:cTn>
                        </p:par>
                        <p:par>
                          <p:cTn id="38" fill="hold">
                            <p:stCondLst>
                              <p:cond delay="3500"/>
                            </p:stCondLst>
                            <p:childTnLst>
                              <p:par>
                                <p:cTn id="39" presetID="42" presetClass="entr" presetSubtype="0" fill="hold" grpId="0" nodeType="afterEffect" nodePh="1">
                                  <p:stCondLst>
                                    <p:cond delay="0"/>
                                  </p:stCondLst>
                                  <p:endCondLst>
                                    <p:cond evt="begin" delay="0">
                                      <p:tn val="39"/>
                                    </p:cond>
                                  </p:endCondLst>
                                  <p:childTnLst>
                                    <p:set>
                                      <p:cBhvr>
                                        <p:cTn id="40" dur="1" fill="hold">
                                          <p:stCondLst>
                                            <p:cond delay="0"/>
                                          </p:stCondLst>
                                        </p:cTn>
                                        <p:tgtEl>
                                          <p:spTgt spid="45">
                                            <p:txEl>
                                              <p:pRg st="0" end="0"/>
                                            </p:txEl>
                                          </p:spTgt>
                                        </p:tgtEl>
                                        <p:attrNameLst>
                                          <p:attrName>style.visibility</p:attrName>
                                        </p:attrNameLst>
                                      </p:cBhvr>
                                      <p:to>
                                        <p:strVal val="visible"/>
                                      </p:to>
                                    </p:set>
                                    <p:animEffect transition="in" filter="fade">
                                      <p:cBhvr>
                                        <p:cTn id="41" dur="500"/>
                                        <p:tgtEl>
                                          <p:spTgt spid="45">
                                            <p:txEl>
                                              <p:pRg st="0" end="0"/>
                                            </p:txEl>
                                          </p:spTgt>
                                        </p:tgtEl>
                                      </p:cBhvr>
                                    </p:animEffect>
                                    <p:anim calcmode="lin" valueType="num">
                                      <p:cBhvr>
                                        <p:cTn id="42" dur="500" fill="hold"/>
                                        <p:tgtEl>
                                          <p:spTgt spid="45">
                                            <p:txEl>
                                              <p:pRg st="0" end="0"/>
                                            </p:txEl>
                                          </p:spTgt>
                                        </p:tgtEl>
                                        <p:attrNameLst>
                                          <p:attrName>ppt_x</p:attrName>
                                        </p:attrNameLst>
                                      </p:cBhvr>
                                      <p:tavLst>
                                        <p:tav tm="0">
                                          <p:val>
                                            <p:strVal val="#ppt_x"/>
                                          </p:val>
                                        </p:tav>
                                        <p:tav tm="100000">
                                          <p:val>
                                            <p:strVal val="#ppt_x"/>
                                          </p:val>
                                        </p:tav>
                                      </p:tavLst>
                                    </p:anim>
                                    <p:anim calcmode="lin" valueType="num">
                                      <p:cBhvr>
                                        <p:cTn id="43" dur="500" fill="hold"/>
                                        <p:tgtEl>
                                          <p:spTgt spid="45">
                                            <p:txEl>
                                              <p:pRg st="0" end="0"/>
                                            </p:txEl>
                                          </p:spTgt>
                                        </p:tgtEl>
                                        <p:attrNameLst>
                                          <p:attrName>ppt_y</p:attrName>
                                        </p:attrNameLst>
                                      </p:cBhvr>
                                      <p:tavLst>
                                        <p:tav tm="0">
                                          <p:val>
                                            <p:strVal val="#ppt_y+.1"/>
                                          </p:val>
                                        </p:tav>
                                        <p:tav tm="100000">
                                          <p:val>
                                            <p:strVal val="#ppt_y"/>
                                          </p:val>
                                        </p:tav>
                                      </p:tavLst>
                                    </p:anim>
                                  </p:childTnLst>
                                </p:cTn>
                              </p:par>
                            </p:childTnLst>
                          </p:cTn>
                        </p:par>
                        <p:par>
                          <p:cTn id="44" fill="hold">
                            <p:stCondLst>
                              <p:cond delay="4000"/>
                            </p:stCondLst>
                            <p:childTnLst>
                              <p:par>
                                <p:cTn id="45" presetID="42" presetClass="entr" presetSubtype="0" fill="hold" grpId="0" nodeType="afterEffect">
                                  <p:stCondLst>
                                    <p:cond delay="0"/>
                                  </p:stCondLst>
                                  <p:childTnLst>
                                    <p:set>
                                      <p:cBhvr>
                                        <p:cTn id="46" dur="1" fill="hold">
                                          <p:stCondLst>
                                            <p:cond delay="0"/>
                                          </p:stCondLst>
                                        </p:cTn>
                                        <p:tgtEl>
                                          <p:spTgt spid="23"/>
                                        </p:tgtEl>
                                        <p:attrNameLst>
                                          <p:attrName>style.visibility</p:attrName>
                                        </p:attrNameLst>
                                      </p:cBhvr>
                                      <p:to>
                                        <p:strVal val="visible"/>
                                      </p:to>
                                    </p:set>
                                    <p:animEffect transition="in" filter="fade">
                                      <p:cBhvr>
                                        <p:cTn id="47" dur="500"/>
                                        <p:tgtEl>
                                          <p:spTgt spid="23"/>
                                        </p:tgtEl>
                                      </p:cBhvr>
                                    </p:animEffect>
                                    <p:anim calcmode="lin" valueType="num">
                                      <p:cBhvr>
                                        <p:cTn id="48" dur="500" fill="hold"/>
                                        <p:tgtEl>
                                          <p:spTgt spid="23"/>
                                        </p:tgtEl>
                                        <p:attrNameLst>
                                          <p:attrName>ppt_x</p:attrName>
                                        </p:attrNameLst>
                                      </p:cBhvr>
                                      <p:tavLst>
                                        <p:tav tm="0">
                                          <p:val>
                                            <p:strVal val="#ppt_x"/>
                                          </p:val>
                                        </p:tav>
                                        <p:tav tm="100000">
                                          <p:val>
                                            <p:strVal val="#ppt_x"/>
                                          </p:val>
                                        </p:tav>
                                      </p:tavLst>
                                    </p:anim>
                                    <p:anim calcmode="lin" valueType="num">
                                      <p:cBhvr>
                                        <p:cTn id="49" dur="500" fill="hold"/>
                                        <p:tgtEl>
                                          <p:spTgt spid="23"/>
                                        </p:tgtEl>
                                        <p:attrNameLst>
                                          <p:attrName>ppt_y</p:attrName>
                                        </p:attrNameLst>
                                      </p:cBhvr>
                                      <p:tavLst>
                                        <p:tav tm="0">
                                          <p:val>
                                            <p:strVal val="#ppt_y+.1"/>
                                          </p:val>
                                        </p:tav>
                                        <p:tav tm="100000">
                                          <p:val>
                                            <p:strVal val="#ppt_y"/>
                                          </p:val>
                                        </p:tav>
                                      </p:tavLst>
                                    </p:anim>
                                  </p:childTnLst>
                                </p:cTn>
                              </p:par>
                            </p:childTnLst>
                          </p:cTn>
                        </p:par>
                        <p:par>
                          <p:cTn id="50" fill="hold">
                            <p:stCondLst>
                              <p:cond delay="4500"/>
                            </p:stCondLst>
                            <p:childTnLst>
                              <p:par>
                                <p:cTn id="51" presetID="53" presetClass="entr" presetSubtype="16" fill="hold" grpId="0" nodeType="afterEffect" nodePh="1">
                                  <p:stCondLst>
                                    <p:cond delay="0"/>
                                  </p:stCondLst>
                                  <p:endCondLst>
                                    <p:cond evt="begin" delay="0">
                                      <p:tn val="51"/>
                                    </p:cond>
                                  </p:endCondLst>
                                  <p:childTnLst>
                                    <p:set>
                                      <p:cBhvr>
                                        <p:cTn id="52" dur="1" fill="hold">
                                          <p:stCondLst>
                                            <p:cond delay="0"/>
                                          </p:stCondLst>
                                        </p:cTn>
                                        <p:tgtEl>
                                          <p:spTgt spid="32">
                                            <p:txEl>
                                              <p:pRg st="0" end="0"/>
                                            </p:txEl>
                                          </p:spTgt>
                                        </p:tgtEl>
                                        <p:attrNameLst>
                                          <p:attrName>style.visibility</p:attrName>
                                        </p:attrNameLst>
                                      </p:cBhvr>
                                      <p:to>
                                        <p:strVal val="visible"/>
                                      </p:to>
                                    </p:set>
                                    <p:anim calcmode="lin" valueType="num">
                                      <p:cBhvr>
                                        <p:cTn id="53" dur="500" fill="hold"/>
                                        <p:tgtEl>
                                          <p:spTgt spid="32">
                                            <p:txEl>
                                              <p:pRg st="0" end="0"/>
                                            </p:txEl>
                                          </p:spTgt>
                                        </p:tgtEl>
                                        <p:attrNameLst>
                                          <p:attrName>ppt_w</p:attrName>
                                        </p:attrNameLst>
                                      </p:cBhvr>
                                      <p:tavLst>
                                        <p:tav tm="0">
                                          <p:val>
                                            <p:fltVal val="0"/>
                                          </p:val>
                                        </p:tav>
                                        <p:tav tm="100000">
                                          <p:val>
                                            <p:strVal val="#ppt_w"/>
                                          </p:val>
                                        </p:tav>
                                      </p:tavLst>
                                    </p:anim>
                                    <p:anim calcmode="lin" valueType="num">
                                      <p:cBhvr>
                                        <p:cTn id="54" dur="500" fill="hold"/>
                                        <p:tgtEl>
                                          <p:spTgt spid="32">
                                            <p:txEl>
                                              <p:pRg st="0" end="0"/>
                                            </p:txEl>
                                          </p:spTgt>
                                        </p:tgtEl>
                                        <p:attrNameLst>
                                          <p:attrName>ppt_h</p:attrName>
                                        </p:attrNameLst>
                                      </p:cBhvr>
                                      <p:tavLst>
                                        <p:tav tm="0">
                                          <p:val>
                                            <p:fltVal val="0"/>
                                          </p:val>
                                        </p:tav>
                                        <p:tav tm="100000">
                                          <p:val>
                                            <p:strVal val="#ppt_h"/>
                                          </p:val>
                                        </p:tav>
                                      </p:tavLst>
                                    </p:anim>
                                    <p:animEffect transition="in" filter="fade">
                                      <p:cBhvr>
                                        <p:cTn id="55" dur="500"/>
                                        <p:tgtEl>
                                          <p:spTgt spid="32">
                                            <p:txEl>
                                              <p:pRg st="0" end="0"/>
                                            </p:txEl>
                                          </p:spTgt>
                                        </p:tgtEl>
                                      </p:cBhvr>
                                    </p:animEffect>
                                  </p:childTnLst>
                                </p:cTn>
                              </p:par>
                            </p:childTnLst>
                          </p:cTn>
                        </p:par>
                        <p:par>
                          <p:cTn id="56" fill="hold">
                            <p:stCondLst>
                              <p:cond delay="5000"/>
                            </p:stCondLst>
                            <p:childTnLst>
                              <p:par>
                                <p:cTn id="57" presetID="47" presetClass="entr" presetSubtype="0" fill="hold" grpId="0" nodeType="afterEffect">
                                  <p:stCondLst>
                                    <p:cond delay="0"/>
                                  </p:stCondLst>
                                  <p:childTnLst>
                                    <p:set>
                                      <p:cBhvr>
                                        <p:cTn id="58" dur="1" fill="hold">
                                          <p:stCondLst>
                                            <p:cond delay="0"/>
                                          </p:stCondLst>
                                        </p:cTn>
                                        <p:tgtEl>
                                          <p:spTgt spid="38"/>
                                        </p:tgtEl>
                                        <p:attrNameLst>
                                          <p:attrName>style.visibility</p:attrName>
                                        </p:attrNameLst>
                                      </p:cBhvr>
                                      <p:to>
                                        <p:strVal val="visible"/>
                                      </p:to>
                                    </p:set>
                                    <p:animEffect transition="in" filter="fade">
                                      <p:cBhvr>
                                        <p:cTn id="59" dur="500"/>
                                        <p:tgtEl>
                                          <p:spTgt spid="38"/>
                                        </p:tgtEl>
                                      </p:cBhvr>
                                    </p:animEffect>
                                    <p:anim calcmode="lin" valueType="num">
                                      <p:cBhvr>
                                        <p:cTn id="60" dur="500" fill="hold"/>
                                        <p:tgtEl>
                                          <p:spTgt spid="38"/>
                                        </p:tgtEl>
                                        <p:attrNameLst>
                                          <p:attrName>ppt_x</p:attrName>
                                        </p:attrNameLst>
                                      </p:cBhvr>
                                      <p:tavLst>
                                        <p:tav tm="0">
                                          <p:val>
                                            <p:strVal val="#ppt_x"/>
                                          </p:val>
                                        </p:tav>
                                        <p:tav tm="100000">
                                          <p:val>
                                            <p:strVal val="#ppt_x"/>
                                          </p:val>
                                        </p:tav>
                                      </p:tavLst>
                                    </p:anim>
                                    <p:anim calcmode="lin" valueType="num">
                                      <p:cBhvr>
                                        <p:cTn id="61" dur="500" fill="hold"/>
                                        <p:tgtEl>
                                          <p:spTgt spid="38"/>
                                        </p:tgtEl>
                                        <p:attrNameLst>
                                          <p:attrName>ppt_y</p:attrName>
                                        </p:attrNameLst>
                                      </p:cBhvr>
                                      <p:tavLst>
                                        <p:tav tm="0">
                                          <p:val>
                                            <p:strVal val="#ppt_y-.1"/>
                                          </p:val>
                                        </p:tav>
                                        <p:tav tm="100000">
                                          <p:val>
                                            <p:strVal val="#ppt_y"/>
                                          </p:val>
                                        </p:tav>
                                      </p:tavLst>
                                    </p:anim>
                                  </p:childTnLst>
                                </p:cTn>
                              </p:par>
                            </p:childTnLst>
                          </p:cTn>
                        </p:par>
                        <p:par>
                          <p:cTn id="62" fill="hold">
                            <p:stCondLst>
                              <p:cond delay="5500"/>
                            </p:stCondLst>
                            <p:childTnLst>
                              <p:par>
                                <p:cTn id="63" presetID="53" presetClass="entr" presetSubtype="16" fill="hold" grpId="0" nodeType="afterEffect" nodePh="1">
                                  <p:stCondLst>
                                    <p:cond delay="0"/>
                                  </p:stCondLst>
                                  <p:endCondLst>
                                    <p:cond evt="begin" delay="0">
                                      <p:tn val="63"/>
                                    </p:cond>
                                  </p:endCondLst>
                                  <p:childTnLst>
                                    <p:set>
                                      <p:cBhvr>
                                        <p:cTn id="64" dur="1" fill="hold">
                                          <p:stCondLst>
                                            <p:cond delay="0"/>
                                          </p:stCondLst>
                                        </p:cTn>
                                        <p:tgtEl>
                                          <p:spTgt spid="46">
                                            <p:txEl>
                                              <p:pRg st="0" end="0"/>
                                            </p:txEl>
                                          </p:spTgt>
                                        </p:tgtEl>
                                        <p:attrNameLst>
                                          <p:attrName>style.visibility</p:attrName>
                                        </p:attrNameLst>
                                      </p:cBhvr>
                                      <p:to>
                                        <p:strVal val="visible"/>
                                      </p:to>
                                    </p:set>
                                    <p:anim calcmode="lin" valueType="num">
                                      <p:cBhvr>
                                        <p:cTn id="65" dur="500" fill="hold"/>
                                        <p:tgtEl>
                                          <p:spTgt spid="46">
                                            <p:txEl>
                                              <p:pRg st="0" end="0"/>
                                            </p:txEl>
                                          </p:spTgt>
                                        </p:tgtEl>
                                        <p:attrNameLst>
                                          <p:attrName>ppt_w</p:attrName>
                                        </p:attrNameLst>
                                      </p:cBhvr>
                                      <p:tavLst>
                                        <p:tav tm="0">
                                          <p:val>
                                            <p:fltVal val="0"/>
                                          </p:val>
                                        </p:tav>
                                        <p:tav tm="100000">
                                          <p:val>
                                            <p:strVal val="#ppt_w"/>
                                          </p:val>
                                        </p:tav>
                                      </p:tavLst>
                                    </p:anim>
                                    <p:anim calcmode="lin" valueType="num">
                                      <p:cBhvr>
                                        <p:cTn id="66" dur="500" fill="hold"/>
                                        <p:tgtEl>
                                          <p:spTgt spid="46">
                                            <p:txEl>
                                              <p:pRg st="0" end="0"/>
                                            </p:txEl>
                                          </p:spTgt>
                                        </p:tgtEl>
                                        <p:attrNameLst>
                                          <p:attrName>ppt_h</p:attrName>
                                        </p:attrNameLst>
                                      </p:cBhvr>
                                      <p:tavLst>
                                        <p:tav tm="0">
                                          <p:val>
                                            <p:fltVal val="0"/>
                                          </p:val>
                                        </p:tav>
                                        <p:tav tm="100000">
                                          <p:val>
                                            <p:strVal val="#ppt_h"/>
                                          </p:val>
                                        </p:tav>
                                      </p:tavLst>
                                    </p:anim>
                                    <p:animEffect transition="in" filter="fade">
                                      <p:cBhvr>
                                        <p:cTn id="67" dur="500"/>
                                        <p:tgtEl>
                                          <p:spTgt spid="46">
                                            <p:txEl>
                                              <p:pRg st="0" end="0"/>
                                            </p:txEl>
                                          </p:spTgt>
                                        </p:tgtEl>
                                      </p:cBhvr>
                                    </p:animEffect>
                                  </p:childTnLst>
                                </p:cTn>
                              </p:par>
                            </p:childTnLst>
                          </p:cTn>
                        </p:par>
                        <p:par>
                          <p:cTn id="68" fill="hold">
                            <p:stCondLst>
                              <p:cond delay="6000"/>
                            </p:stCondLst>
                            <p:childTnLst>
                              <p:par>
                                <p:cTn id="69" presetID="42" presetClass="entr" presetSubtype="0" fill="hold" grpId="0" nodeType="afterEffect" nodePh="1">
                                  <p:stCondLst>
                                    <p:cond delay="0"/>
                                  </p:stCondLst>
                                  <p:endCondLst>
                                    <p:cond evt="begin" delay="0">
                                      <p:tn val="69"/>
                                    </p:cond>
                                  </p:endCondLst>
                                  <p:childTnLst>
                                    <p:set>
                                      <p:cBhvr>
                                        <p:cTn id="70" dur="1" fill="hold">
                                          <p:stCondLst>
                                            <p:cond delay="0"/>
                                          </p:stCondLst>
                                        </p:cTn>
                                        <p:tgtEl>
                                          <p:spTgt spid="47">
                                            <p:txEl>
                                              <p:pRg st="0" end="0"/>
                                            </p:txEl>
                                          </p:spTgt>
                                        </p:tgtEl>
                                        <p:attrNameLst>
                                          <p:attrName>style.visibility</p:attrName>
                                        </p:attrNameLst>
                                      </p:cBhvr>
                                      <p:to>
                                        <p:strVal val="visible"/>
                                      </p:to>
                                    </p:set>
                                    <p:animEffect transition="in" filter="fade">
                                      <p:cBhvr>
                                        <p:cTn id="71" dur="500"/>
                                        <p:tgtEl>
                                          <p:spTgt spid="47">
                                            <p:txEl>
                                              <p:pRg st="0" end="0"/>
                                            </p:txEl>
                                          </p:spTgt>
                                        </p:tgtEl>
                                      </p:cBhvr>
                                    </p:animEffect>
                                    <p:anim calcmode="lin" valueType="num">
                                      <p:cBhvr>
                                        <p:cTn id="72" dur="500" fill="hold"/>
                                        <p:tgtEl>
                                          <p:spTgt spid="47">
                                            <p:txEl>
                                              <p:pRg st="0" end="0"/>
                                            </p:txEl>
                                          </p:spTgt>
                                        </p:tgtEl>
                                        <p:attrNameLst>
                                          <p:attrName>ppt_x</p:attrName>
                                        </p:attrNameLst>
                                      </p:cBhvr>
                                      <p:tavLst>
                                        <p:tav tm="0">
                                          <p:val>
                                            <p:strVal val="#ppt_x"/>
                                          </p:val>
                                        </p:tav>
                                        <p:tav tm="100000">
                                          <p:val>
                                            <p:strVal val="#ppt_x"/>
                                          </p:val>
                                        </p:tav>
                                      </p:tavLst>
                                    </p:anim>
                                    <p:anim calcmode="lin" valueType="num">
                                      <p:cBhvr>
                                        <p:cTn id="73" dur="500" fill="hold"/>
                                        <p:tgtEl>
                                          <p:spTgt spid="47">
                                            <p:txEl>
                                              <p:pRg st="0" end="0"/>
                                            </p:txEl>
                                          </p:spTgt>
                                        </p:tgtEl>
                                        <p:attrNameLst>
                                          <p:attrName>ppt_y</p:attrName>
                                        </p:attrNameLst>
                                      </p:cBhvr>
                                      <p:tavLst>
                                        <p:tav tm="0">
                                          <p:val>
                                            <p:strVal val="#ppt_y+.1"/>
                                          </p:val>
                                        </p:tav>
                                        <p:tav tm="100000">
                                          <p:val>
                                            <p:strVal val="#ppt_y"/>
                                          </p:val>
                                        </p:tav>
                                      </p:tavLst>
                                    </p:anim>
                                  </p:childTnLst>
                                </p:cTn>
                              </p:par>
                            </p:childTnLst>
                          </p:cTn>
                        </p:par>
                        <p:par>
                          <p:cTn id="74" fill="hold">
                            <p:stCondLst>
                              <p:cond delay="6500"/>
                            </p:stCondLst>
                            <p:childTnLst>
                              <p:par>
                                <p:cTn id="75" presetID="42" presetClass="entr" presetSubtype="0" fill="hold" grpId="0" nodeType="afterEffect">
                                  <p:stCondLst>
                                    <p:cond delay="0"/>
                                  </p:stCondLst>
                                  <p:childTnLst>
                                    <p:set>
                                      <p:cBhvr>
                                        <p:cTn id="76" dur="1" fill="hold">
                                          <p:stCondLst>
                                            <p:cond delay="0"/>
                                          </p:stCondLst>
                                        </p:cTn>
                                        <p:tgtEl>
                                          <p:spTgt spid="36"/>
                                        </p:tgtEl>
                                        <p:attrNameLst>
                                          <p:attrName>style.visibility</p:attrName>
                                        </p:attrNameLst>
                                      </p:cBhvr>
                                      <p:to>
                                        <p:strVal val="visible"/>
                                      </p:to>
                                    </p:set>
                                    <p:animEffect transition="in" filter="fade">
                                      <p:cBhvr>
                                        <p:cTn id="77" dur="500"/>
                                        <p:tgtEl>
                                          <p:spTgt spid="36"/>
                                        </p:tgtEl>
                                      </p:cBhvr>
                                    </p:animEffect>
                                    <p:anim calcmode="lin" valueType="num">
                                      <p:cBhvr>
                                        <p:cTn id="78" dur="500" fill="hold"/>
                                        <p:tgtEl>
                                          <p:spTgt spid="36"/>
                                        </p:tgtEl>
                                        <p:attrNameLst>
                                          <p:attrName>ppt_x</p:attrName>
                                        </p:attrNameLst>
                                      </p:cBhvr>
                                      <p:tavLst>
                                        <p:tav tm="0">
                                          <p:val>
                                            <p:strVal val="#ppt_x"/>
                                          </p:val>
                                        </p:tav>
                                        <p:tav tm="100000">
                                          <p:val>
                                            <p:strVal val="#ppt_x"/>
                                          </p:val>
                                        </p:tav>
                                      </p:tavLst>
                                    </p:anim>
                                    <p:anim calcmode="lin" valueType="num">
                                      <p:cBhvr>
                                        <p:cTn id="79" dur="500" fill="hold"/>
                                        <p:tgtEl>
                                          <p:spTgt spid="36"/>
                                        </p:tgtEl>
                                        <p:attrNameLst>
                                          <p:attrName>ppt_y</p:attrName>
                                        </p:attrNameLst>
                                      </p:cBhvr>
                                      <p:tavLst>
                                        <p:tav tm="0">
                                          <p:val>
                                            <p:strVal val="#ppt_y+.1"/>
                                          </p:val>
                                        </p:tav>
                                        <p:tav tm="100000">
                                          <p:val>
                                            <p:strVal val="#ppt_y"/>
                                          </p:val>
                                        </p:tav>
                                      </p:tavLst>
                                    </p:anim>
                                  </p:childTnLst>
                                </p:cTn>
                              </p:par>
                            </p:childTnLst>
                          </p:cTn>
                        </p:par>
                        <p:par>
                          <p:cTn id="80" fill="hold">
                            <p:stCondLst>
                              <p:cond delay="7000"/>
                            </p:stCondLst>
                            <p:childTnLst>
                              <p:par>
                                <p:cTn id="81" presetID="53" presetClass="entr" presetSubtype="16" fill="hold" grpId="0" nodeType="afterEffect" nodePh="1">
                                  <p:stCondLst>
                                    <p:cond delay="0"/>
                                  </p:stCondLst>
                                  <p:endCondLst>
                                    <p:cond evt="begin" delay="0">
                                      <p:tn val="81"/>
                                    </p:cond>
                                  </p:endCondLst>
                                  <p:childTnLst>
                                    <p:set>
                                      <p:cBhvr>
                                        <p:cTn id="82" dur="1" fill="hold">
                                          <p:stCondLst>
                                            <p:cond delay="0"/>
                                          </p:stCondLst>
                                        </p:cTn>
                                        <p:tgtEl>
                                          <p:spTgt spid="37">
                                            <p:txEl>
                                              <p:pRg st="0" end="0"/>
                                            </p:txEl>
                                          </p:spTgt>
                                        </p:tgtEl>
                                        <p:attrNameLst>
                                          <p:attrName>style.visibility</p:attrName>
                                        </p:attrNameLst>
                                      </p:cBhvr>
                                      <p:to>
                                        <p:strVal val="visible"/>
                                      </p:to>
                                    </p:set>
                                    <p:anim calcmode="lin" valueType="num">
                                      <p:cBhvr>
                                        <p:cTn id="83" dur="500" fill="hold"/>
                                        <p:tgtEl>
                                          <p:spTgt spid="37">
                                            <p:txEl>
                                              <p:pRg st="0" end="0"/>
                                            </p:txEl>
                                          </p:spTgt>
                                        </p:tgtEl>
                                        <p:attrNameLst>
                                          <p:attrName>ppt_w</p:attrName>
                                        </p:attrNameLst>
                                      </p:cBhvr>
                                      <p:tavLst>
                                        <p:tav tm="0">
                                          <p:val>
                                            <p:fltVal val="0"/>
                                          </p:val>
                                        </p:tav>
                                        <p:tav tm="100000">
                                          <p:val>
                                            <p:strVal val="#ppt_w"/>
                                          </p:val>
                                        </p:tav>
                                      </p:tavLst>
                                    </p:anim>
                                    <p:anim calcmode="lin" valueType="num">
                                      <p:cBhvr>
                                        <p:cTn id="84" dur="500" fill="hold"/>
                                        <p:tgtEl>
                                          <p:spTgt spid="37">
                                            <p:txEl>
                                              <p:pRg st="0" end="0"/>
                                            </p:txEl>
                                          </p:spTgt>
                                        </p:tgtEl>
                                        <p:attrNameLst>
                                          <p:attrName>ppt_h</p:attrName>
                                        </p:attrNameLst>
                                      </p:cBhvr>
                                      <p:tavLst>
                                        <p:tav tm="0">
                                          <p:val>
                                            <p:fltVal val="0"/>
                                          </p:val>
                                        </p:tav>
                                        <p:tav tm="100000">
                                          <p:val>
                                            <p:strVal val="#ppt_h"/>
                                          </p:val>
                                        </p:tav>
                                      </p:tavLst>
                                    </p:anim>
                                    <p:animEffect transition="in" filter="fade">
                                      <p:cBhvr>
                                        <p:cTn id="85" dur="500"/>
                                        <p:tgtEl>
                                          <p:spTgt spid="37">
                                            <p:txEl>
                                              <p:pRg st="0" end="0"/>
                                            </p:txEl>
                                          </p:spTgt>
                                        </p:tgtEl>
                                      </p:cBhvr>
                                    </p:animEffect>
                                  </p:childTnLst>
                                </p:cTn>
                              </p:par>
                            </p:childTnLst>
                          </p:cTn>
                        </p:par>
                        <p:par>
                          <p:cTn id="86" fill="hold">
                            <p:stCondLst>
                              <p:cond delay="7500"/>
                            </p:stCondLst>
                            <p:childTnLst>
                              <p:par>
                                <p:cTn id="87" presetID="42" presetClass="entr" presetSubtype="0" fill="hold" grpId="0" nodeType="afterEffect">
                                  <p:stCondLst>
                                    <p:cond delay="0"/>
                                  </p:stCondLst>
                                  <p:childTnLst>
                                    <p:set>
                                      <p:cBhvr>
                                        <p:cTn id="88" dur="1" fill="hold">
                                          <p:stCondLst>
                                            <p:cond delay="0"/>
                                          </p:stCondLst>
                                        </p:cTn>
                                        <p:tgtEl>
                                          <p:spTgt spid="39"/>
                                        </p:tgtEl>
                                        <p:attrNameLst>
                                          <p:attrName>style.visibility</p:attrName>
                                        </p:attrNameLst>
                                      </p:cBhvr>
                                      <p:to>
                                        <p:strVal val="visible"/>
                                      </p:to>
                                    </p:set>
                                    <p:animEffect transition="in" filter="fade">
                                      <p:cBhvr>
                                        <p:cTn id="89" dur="500"/>
                                        <p:tgtEl>
                                          <p:spTgt spid="39"/>
                                        </p:tgtEl>
                                      </p:cBhvr>
                                    </p:animEffect>
                                    <p:anim calcmode="lin" valueType="num">
                                      <p:cBhvr>
                                        <p:cTn id="90" dur="500" fill="hold"/>
                                        <p:tgtEl>
                                          <p:spTgt spid="39"/>
                                        </p:tgtEl>
                                        <p:attrNameLst>
                                          <p:attrName>ppt_x</p:attrName>
                                        </p:attrNameLst>
                                      </p:cBhvr>
                                      <p:tavLst>
                                        <p:tav tm="0">
                                          <p:val>
                                            <p:strVal val="#ppt_x"/>
                                          </p:val>
                                        </p:tav>
                                        <p:tav tm="100000">
                                          <p:val>
                                            <p:strVal val="#ppt_x"/>
                                          </p:val>
                                        </p:tav>
                                      </p:tavLst>
                                    </p:anim>
                                    <p:anim calcmode="lin" valueType="num">
                                      <p:cBhvr>
                                        <p:cTn id="91" dur="500" fill="hold"/>
                                        <p:tgtEl>
                                          <p:spTgt spid="39"/>
                                        </p:tgtEl>
                                        <p:attrNameLst>
                                          <p:attrName>ppt_y</p:attrName>
                                        </p:attrNameLst>
                                      </p:cBhvr>
                                      <p:tavLst>
                                        <p:tav tm="0">
                                          <p:val>
                                            <p:strVal val="#ppt_y+.1"/>
                                          </p:val>
                                        </p:tav>
                                        <p:tav tm="100000">
                                          <p:val>
                                            <p:strVal val="#ppt_y"/>
                                          </p:val>
                                        </p:tav>
                                      </p:tavLst>
                                    </p:anim>
                                  </p:childTnLst>
                                </p:cTn>
                              </p:par>
                            </p:childTnLst>
                          </p:cTn>
                        </p:par>
                        <p:par>
                          <p:cTn id="92" fill="hold">
                            <p:stCondLst>
                              <p:cond delay="8000"/>
                            </p:stCondLst>
                            <p:childTnLst>
                              <p:par>
                                <p:cTn id="93" presetID="53" presetClass="entr" presetSubtype="16" fill="hold" grpId="0" nodeType="afterEffect" nodePh="1">
                                  <p:stCondLst>
                                    <p:cond delay="0"/>
                                  </p:stCondLst>
                                  <p:endCondLst>
                                    <p:cond evt="begin" delay="0">
                                      <p:tn val="93"/>
                                    </p:cond>
                                  </p:endCondLst>
                                  <p:childTnLst>
                                    <p:set>
                                      <p:cBhvr>
                                        <p:cTn id="94" dur="1" fill="hold">
                                          <p:stCondLst>
                                            <p:cond delay="0"/>
                                          </p:stCondLst>
                                        </p:cTn>
                                        <p:tgtEl>
                                          <p:spTgt spid="48">
                                            <p:txEl>
                                              <p:pRg st="0" end="0"/>
                                            </p:txEl>
                                          </p:spTgt>
                                        </p:tgtEl>
                                        <p:attrNameLst>
                                          <p:attrName>style.visibility</p:attrName>
                                        </p:attrNameLst>
                                      </p:cBhvr>
                                      <p:to>
                                        <p:strVal val="visible"/>
                                      </p:to>
                                    </p:set>
                                    <p:anim calcmode="lin" valueType="num">
                                      <p:cBhvr>
                                        <p:cTn id="95" dur="500" fill="hold"/>
                                        <p:tgtEl>
                                          <p:spTgt spid="48">
                                            <p:txEl>
                                              <p:pRg st="0" end="0"/>
                                            </p:txEl>
                                          </p:spTgt>
                                        </p:tgtEl>
                                        <p:attrNameLst>
                                          <p:attrName>ppt_w</p:attrName>
                                        </p:attrNameLst>
                                      </p:cBhvr>
                                      <p:tavLst>
                                        <p:tav tm="0">
                                          <p:val>
                                            <p:fltVal val="0"/>
                                          </p:val>
                                        </p:tav>
                                        <p:tav tm="100000">
                                          <p:val>
                                            <p:strVal val="#ppt_w"/>
                                          </p:val>
                                        </p:tav>
                                      </p:tavLst>
                                    </p:anim>
                                    <p:anim calcmode="lin" valueType="num">
                                      <p:cBhvr>
                                        <p:cTn id="96" dur="500" fill="hold"/>
                                        <p:tgtEl>
                                          <p:spTgt spid="48">
                                            <p:txEl>
                                              <p:pRg st="0" end="0"/>
                                            </p:txEl>
                                          </p:spTgt>
                                        </p:tgtEl>
                                        <p:attrNameLst>
                                          <p:attrName>ppt_h</p:attrName>
                                        </p:attrNameLst>
                                      </p:cBhvr>
                                      <p:tavLst>
                                        <p:tav tm="0">
                                          <p:val>
                                            <p:fltVal val="0"/>
                                          </p:val>
                                        </p:tav>
                                        <p:tav tm="100000">
                                          <p:val>
                                            <p:strVal val="#ppt_h"/>
                                          </p:val>
                                        </p:tav>
                                      </p:tavLst>
                                    </p:anim>
                                    <p:animEffect transition="in" filter="fade">
                                      <p:cBhvr>
                                        <p:cTn id="97" dur="500"/>
                                        <p:tgtEl>
                                          <p:spTgt spid="48">
                                            <p:txEl>
                                              <p:pRg st="0" end="0"/>
                                            </p:txEl>
                                          </p:spTgt>
                                        </p:tgtEl>
                                      </p:cBhvr>
                                    </p:animEffect>
                                  </p:childTnLst>
                                </p:cTn>
                              </p:par>
                            </p:childTnLst>
                          </p:cTn>
                        </p:par>
                        <p:par>
                          <p:cTn id="98" fill="hold">
                            <p:stCondLst>
                              <p:cond delay="8500"/>
                            </p:stCondLst>
                            <p:childTnLst>
                              <p:par>
                                <p:cTn id="99" presetID="42" presetClass="entr" presetSubtype="0" fill="hold" grpId="0" nodeType="afterEffect" nodePh="1">
                                  <p:stCondLst>
                                    <p:cond delay="0"/>
                                  </p:stCondLst>
                                  <p:endCondLst>
                                    <p:cond evt="begin" delay="0">
                                      <p:tn val="99"/>
                                    </p:cond>
                                  </p:endCondLst>
                                  <p:childTnLst>
                                    <p:set>
                                      <p:cBhvr>
                                        <p:cTn id="100" dur="1" fill="hold">
                                          <p:stCondLst>
                                            <p:cond delay="0"/>
                                          </p:stCondLst>
                                        </p:cTn>
                                        <p:tgtEl>
                                          <p:spTgt spid="49">
                                            <p:txEl>
                                              <p:pRg st="0" end="0"/>
                                            </p:txEl>
                                          </p:spTgt>
                                        </p:tgtEl>
                                        <p:attrNameLst>
                                          <p:attrName>style.visibility</p:attrName>
                                        </p:attrNameLst>
                                      </p:cBhvr>
                                      <p:to>
                                        <p:strVal val="visible"/>
                                      </p:to>
                                    </p:set>
                                    <p:animEffect transition="in" filter="fade">
                                      <p:cBhvr>
                                        <p:cTn id="101" dur="500"/>
                                        <p:tgtEl>
                                          <p:spTgt spid="49">
                                            <p:txEl>
                                              <p:pRg st="0" end="0"/>
                                            </p:txEl>
                                          </p:spTgt>
                                        </p:tgtEl>
                                      </p:cBhvr>
                                    </p:animEffect>
                                    <p:anim calcmode="lin" valueType="num">
                                      <p:cBhvr>
                                        <p:cTn id="102" dur="500" fill="hold"/>
                                        <p:tgtEl>
                                          <p:spTgt spid="49">
                                            <p:txEl>
                                              <p:pRg st="0" end="0"/>
                                            </p:txEl>
                                          </p:spTgt>
                                        </p:tgtEl>
                                        <p:attrNameLst>
                                          <p:attrName>ppt_x</p:attrName>
                                        </p:attrNameLst>
                                      </p:cBhvr>
                                      <p:tavLst>
                                        <p:tav tm="0">
                                          <p:val>
                                            <p:strVal val="#ppt_x"/>
                                          </p:val>
                                        </p:tav>
                                        <p:tav tm="100000">
                                          <p:val>
                                            <p:strVal val="#ppt_x"/>
                                          </p:val>
                                        </p:tav>
                                      </p:tavLst>
                                    </p:anim>
                                    <p:anim calcmode="lin" valueType="num">
                                      <p:cBhvr>
                                        <p:cTn id="103" dur="500" fill="hold"/>
                                        <p:tgtEl>
                                          <p:spTgt spid="49">
                                            <p:txEl>
                                              <p:pRg st="0" end="0"/>
                                            </p:txEl>
                                          </p:spTgt>
                                        </p:tgtEl>
                                        <p:attrNameLst>
                                          <p:attrName>ppt_y</p:attrName>
                                        </p:attrNameLst>
                                      </p:cBhvr>
                                      <p:tavLst>
                                        <p:tav tm="0">
                                          <p:val>
                                            <p:strVal val="#ppt_y+.1"/>
                                          </p:val>
                                        </p:tav>
                                        <p:tav tm="100000">
                                          <p:val>
                                            <p:strVal val="#ppt_y"/>
                                          </p:val>
                                        </p:tav>
                                      </p:tavLst>
                                    </p:anim>
                                  </p:childTnLst>
                                </p:cTn>
                              </p:par>
                            </p:childTnLst>
                          </p:cTn>
                        </p:par>
                        <p:par>
                          <p:cTn id="104" fill="hold">
                            <p:stCondLst>
                              <p:cond delay="9000"/>
                            </p:stCondLst>
                            <p:childTnLst>
                              <p:par>
                                <p:cTn id="105" presetID="42" presetClass="entr" presetSubtype="0" fill="hold" grpId="0" nodeType="afterEffect">
                                  <p:stCondLst>
                                    <p:cond delay="0"/>
                                  </p:stCondLst>
                                  <p:childTnLst>
                                    <p:set>
                                      <p:cBhvr>
                                        <p:cTn id="106" dur="1" fill="hold">
                                          <p:stCondLst>
                                            <p:cond delay="0"/>
                                          </p:stCondLst>
                                        </p:cTn>
                                        <p:tgtEl>
                                          <p:spTgt spid="40"/>
                                        </p:tgtEl>
                                        <p:attrNameLst>
                                          <p:attrName>style.visibility</p:attrName>
                                        </p:attrNameLst>
                                      </p:cBhvr>
                                      <p:to>
                                        <p:strVal val="visible"/>
                                      </p:to>
                                    </p:set>
                                    <p:animEffect transition="in" filter="fade">
                                      <p:cBhvr>
                                        <p:cTn id="107" dur="500"/>
                                        <p:tgtEl>
                                          <p:spTgt spid="40"/>
                                        </p:tgtEl>
                                      </p:cBhvr>
                                    </p:animEffect>
                                    <p:anim calcmode="lin" valueType="num">
                                      <p:cBhvr>
                                        <p:cTn id="108" dur="500" fill="hold"/>
                                        <p:tgtEl>
                                          <p:spTgt spid="40"/>
                                        </p:tgtEl>
                                        <p:attrNameLst>
                                          <p:attrName>ppt_x</p:attrName>
                                        </p:attrNameLst>
                                      </p:cBhvr>
                                      <p:tavLst>
                                        <p:tav tm="0">
                                          <p:val>
                                            <p:strVal val="#ppt_x"/>
                                          </p:val>
                                        </p:tav>
                                        <p:tav tm="100000">
                                          <p:val>
                                            <p:strVal val="#ppt_x"/>
                                          </p:val>
                                        </p:tav>
                                      </p:tavLst>
                                    </p:anim>
                                    <p:anim calcmode="lin" valueType="num">
                                      <p:cBhvr>
                                        <p:cTn id="109" dur="500" fill="hold"/>
                                        <p:tgtEl>
                                          <p:spTgt spid="40"/>
                                        </p:tgtEl>
                                        <p:attrNameLst>
                                          <p:attrName>ppt_y</p:attrName>
                                        </p:attrNameLst>
                                      </p:cBhvr>
                                      <p:tavLst>
                                        <p:tav tm="0">
                                          <p:val>
                                            <p:strVal val="#ppt_y+.1"/>
                                          </p:val>
                                        </p:tav>
                                        <p:tav tm="100000">
                                          <p:val>
                                            <p:strVal val="#ppt_y"/>
                                          </p:val>
                                        </p:tav>
                                      </p:tavLst>
                                    </p:anim>
                                  </p:childTnLst>
                                </p:cTn>
                              </p:par>
                            </p:childTnLst>
                          </p:cTn>
                        </p:par>
                        <p:par>
                          <p:cTn id="110" fill="hold">
                            <p:stCondLst>
                              <p:cond delay="9500"/>
                            </p:stCondLst>
                            <p:childTnLst>
                              <p:par>
                                <p:cTn id="111" presetID="53" presetClass="entr" presetSubtype="16" fill="hold" grpId="0" nodeType="afterEffect" nodePh="1">
                                  <p:stCondLst>
                                    <p:cond delay="0"/>
                                  </p:stCondLst>
                                  <p:endCondLst>
                                    <p:cond evt="begin" delay="0">
                                      <p:tn val="111"/>
                                    </p:cond>
                                  </p:endCondLst>
                                  <p:childTnLst>
                                    <p:set>
                                      <p:cBhvr>
                                        <p:cTn id="112" dur="1" fill="hold">
                                          <p:stCondLst>
                                            <p:cond delay="0"/>
                                          </p:stCondLst>
                                        </p:cTn>
                                        <p:tgtEl>
                                          <p:spTgt spid="41">
                                            <p:txEl>
                                              <p:pRg st="0" end="0"/>
                                            </p:txEl>
                                          </p:spTgt>
                                        </p:tgtEl>
                                        <p:attrNameLst>
                                          <p:attrName>style.visibility</p:attrName>
                                        </p:attrNameLst>
                                      </p:cBhvr>
                                      <p:to>
                                        <p:strVal val="visible"/>
                                      </p:to>
                                    </p:set>
                                    <p:anim calcmode="lin" valueType="num">
                                      <p:cBhvr>
                                        <p:cTn id="113" dur="500" fill="hold"/>
                                        <p:tgtEl>
                                          <p:spTgt spid="41">
                                            <p:txEl>
                                              <p:pRg st="0" end="0"/>
                                            </p:txEl>
                                          </p:spTgt>
                                        </p:tgtEl>
                                        <p:attrNameLst>
                                          <p:attrName>ppt_w</p:attrName>
                                        </p:attrNameLst>
                                      </p:cBhvr>
                                      <p:tavLst>
                                        <p:tav tm="0">
                                          <p:val>
                                            <p:fltVal val="0"/>
                                          </p:val>
                                        </p:tav>
                                        <p:tav tm="100000">
                                          <p:val>
                                            <p:strVal val="#ppt_w"/>
                                          </p:val>
                                        </p:tav>
                                      </p:tavLst>
                                    </p:anim>
                                    <p:anim calcmode="lin" valueType="num">
                                      <p:cBhvr>
                                        <p:cTn id="114" dur="500" fill="hold"/>
                                        <p:tgtEl>
                                          <p:spTgt spid="41">
                                            <p:txEl>
                                              <p:pRg st="0" end="0"/>
                                            </p:txEl>
                                          </p:spTgt>
                                        </p:tgtEl>
                                        <p:attrNameLst>
                                          <p:attrName>ppt_h</p:attrName>
                                        </p:attrNameLst>
                                      </p:cBhvr>
                                      <p:tavLst>
                                        <p:tav tm="0">
                                          <p:val>
                                            <p:fltVal val="0"/>
                                          </p:val>
                                        </p:tav>
                                        <p:tav tm="100000">
                                          <p:val>
                                            <p:strVal val="#ppt_h"/>
                                          </p:val>
                                        </p:tav>
                                      </p:tavLst>
                                    </p:anim>
                                    <p:animEffect transition="in" filter="fade">
                                      <p:cBhvr>
                                        <p:cTn id="115" dur="500"/>
                                        <p:tgtEl>
                                          <p:spTgt spid="41">
                                            <p:txEl>
                                              <p:pRg st="0" end="0"/>
                                            </p:txEl>
                                          </p:spTgt>
                                        </p:tgtEl>
                                      </p:cBhvr>
                                    </p:animEffect>
                                  </p:childTnLst>
                                </p:cTn>
                              </p:par>
                            </p:childTnLst>
                          </p:cTn>
                        </p:par>
                        <p:par>
                          <p:cTn id="116" fill="hold">
                            <p:stCondLst>
                              <p:cond delay="10000"/>
                            </p:stCondLst>
                            <p:childTnLst>
                              <p:par>
                                <p:cTn id="117" presetID="47" presetClass="entr" presetSubtype="0" fill="hold" grpId="0" nodeType="afterEffect">
                                  <p:stCondLst>
                                    <p:cond delay="0"/>
                                  </p:stCondLst>
                                  <p:childTnLst>
                                    <p:set>
                                      <p:cBhvr>
                                        <p:cTn id="118" dur="1" fill="hold">
                                          <p:stCondLst>
                                            <p:cond delay="0"/>
                                          </p:stCondLst>
                                        </p:cTn>
                                        <p:tgtEl>
                                          <p:spTgt spid="42"/>
                                        </p:tgtEl>
                                        <p:attrNameLst>
                                          <p:attrName>style.visibility</p:attrName>
                                        </p:attrNameLst>
                                      </p:cBhvr>
                                      <p:to>
                                        <p:strVal val="visible"/>
                                      </p:to>
                                    </p:set>
                                    <p:animEffect transition="in" filter="fade">
                                      <p:cBhvr>
                                        <p:cTn id="119" dur="500"/>
                                        <p:tgtEl>
                                          <p:spTgt spid="42"/>
                                        </p:tgtEl>
                                      </p:cBhvr>
                                    </p:animEffect>
                                    <p:anim calcmode="lin" valueType="num">
                                      <p:cBhvr>
                                        <p:cTn id="120" dur="500" fill="hold"/>
                                        <p:tgtEl>
                                          <p:spTgt spid="42"/>
                                        </p:tgtEl>
                                        <p:attrNameLst>
                                          <p:attrName>ppt_x</p:attrName>
                                        </p:attrNameLst>
                                      </p:cBhvr>
                                      <p:tavLst>
                                        <p:tav tm="0">
                                          <p:val>
                                            <p:strVal val="#ppt_x"/>
                                          </p:val>
                                        </p:tav>
                                        <p:tav tm="100000">
                                          <p:val>
                                            <p:strVal val="#ppt_x"/>
                                          </p:val>
                                        </p:tav>
                                      </p:tavLst>
                                    </p:anim>
                                    <p:anim calcmode="lin" valueType="num">
                                      <p:cBhvr>
                                        <p:cTn id="121" dur="500" fill="hold"/>
                                        <p:tgtEl>
                                          <p:spTgt spid="42"/>
                                        </p:tgtEl>
                                        <p:attrNameLst>
                                          <p:attrName>ppt_y</p:attrName>
                                        </p:attrNameLst>
                                      </p:cBhvr>
                                      <p:tavLst>
                                        <p:tav tm="0">
                                          <p:val>
                                            <p:strVal val="#ppt_y-.1"/>
                                          </p:val>
                                        </p:tav>
                                        <p:tav tm="100000">
                                          <p:val>
                                            <p:strVal val="#ppt_y"/>
                                          </p:val>
                                        </p:tav>
                                      </p:tavLst>
                                    </p:anim>
                                  </p:childTnLst>
                                </p:cTn>
                              </p:par>
                            </p:childTnLst>
                          </p:cTn>
                        </p:par>
                        <p:par>
                          <p:cTn id="122" fill="hold">
                            <p:stCondLst>
                              <p:cond delay="10500"/>
                            </p:stCondLst>
                            <p:childTnLst>
                              <p:par>
                                <p:cTn id="123" presetID="53" presetClass="entr" presetSubtype="16" fill="hold" grpId="0" nodeType="afterEffect" nodePh="1">
                                  <p:stCondLst>
                                    <p:cond delay="0"/>
                                  </p:stCondLst>
                                  <p:endCondLst>
                                    <p:cond evt="begin" delay="0">
                                      <p:tn val="123"/>
                                    </p:cond>
                                  </p:endCondLst>
                                  <p:childTnLst>
                                    <p:set>
                                      <p:cBhvr>
                                        <p:cTn id="124" dur="1" fill="hold">
                                          <p:stCondLst>
                                            <p:cond delay="0"/>
                                          </p:stCondLst>
                                        </p:cTn>
                                        <p:tgtEl>
                                          <p:spTgt spid="50">
                                            <p:txEl>
                                              <p:pRg st="0" end="0"/>
                                            </p:txEl>
                                          </p:spTgt>
                                        </p:tgtEl>
                                        <p:attrNameLst>
                                          <p:attrName>style.visibility</p:attrName>
                                        </p:attrNameLst>
                                      </p:cBhvr>
                                      <p:to>
                                        <p:strVal val="visible"/>
                                      </p:to>
                                    </p:set>
                                    <p:anim calcmode="lin" valueType="num">
                                      <p:cBhvr>
                                        <p:cTn id="125" dur="500" fill="hold"/>
                                        <p:tgtEl>
                                          <p:spTgt spid="50">
                                            <p:txEl>
                                              <p:pRg st="0" end="0"/>
                                            </p:txEl>
                                          </p:spTgt>
                                        </p:tgtEl>
                                        <p:attrNameLst>
                                          <p:attrName>ppt_w</p:attrName>
                                        </p:attrNameLst>
                                      </p:cBhvr>
                                      <p:tavLst>
                                        <p:tav tm="0">
                                          <p:val>
                                            <p:fltVal val="0"/>
                                          </p:val>
                                        </p:tav>
                                        <p:tav tm="100000">
                                          <p:val>
                                            <p:strVal val="#ppt_w"/>
                                          </p:val>
                                        </p:tav>
                                      </p:tavLst>
                                    </p:anim>
                                    <p:anim calcmode="lin" valueType="num">
                                      <p:cBhvr>
                                        <p:cTn id="126" dur="500" fill="hold"/>
                                        <p:tgtEl>
                                          <p:spTgt spid="50">
                                            <p:txEl>
                                              <p:pRg st="0" end="0"/>
                                            </p:txEl>
                                          </p:spTgt>
                                        </p:tgtEl>
                                        <p:attrNameLst>
                                          <p:attrName>ppt_h</p:attrName>
                                        </p:attrNameLst>
                                      </p:cBhvr>
                                      <p:tavLst>
                                        <p:tav tm="0">
                                          <p:val>
                                            <p:fltVal val="0"/>
                                          </p:val>
                                        </p:tav>
                                        <p:tav tm="100000">
                                          <p:val>
                                            <p:strVal val="#ppt_h"/>
                                          </p:val>
                                        </p:tav>
                                      </p:tavLst>
                                    </p:anim>
                                    <p:animEffect transition="in" filter="fade">
                                      <p:cBhvr>
                                        <p:cTn id="127" dur="500"/>
                                        <p:tgtEl>
                                          <p:spTgt spid="50">
                                            <p:txEl>
                                              <p:pRg st="0" end="0"/>
                                            </p:txEl>
                                          </p:spTgt>
                                        </p:tgtEl>
                                      </p:cBhvr>
                                    </p:animEffect>
                                  </p:childTnLst>
                                </p:cTn>
                              </p:par>
                            </p:childTnLst>
                          </p:cTn>
                        </p:par>
                        <p:par>
                          <p:cTn id="128" fill="hold">
                            <p:stCondLst>
                              <p:cond delay="11000"/>
                            </p:stCondLst>
                            <p:childTnLst>
                              <p:par>
                                <p:cTn id="129" presetID="42" presetClass="entr" presetSubtype="0" fill="hold" grpId="0" nodeType="afterEffect" nodePh="1">
                                  <p:stCondLst>
                                    <p:cond delay="0"/>
                                  </p:stCondLst>
                                  <p:endCondLst>
                                    <p:cond evt="begin" delay="0">
                                      <p:tn val="129"/>
                                    </p:cond>
                                  </p:endCondLst>
                                  <p:childTnLst>
                                    <p:set>
                                      <p:cBhvr>
                                        <p:cTn id="130" dur="1" fill="hold">
                                          <p:stCondLst>
                                            <p:cond delay="0"/>
                                          </p:stCondLst>
                                        </p:cTn>
                                        <p:tgtEl>
                                          <p:spTgt spid="51">
                                            <p:txEl>
                                              <p:pRg st="0" end="0"/>
                                            </p:txEl>
                                          </p:spTgt>
                                        </p:tgtEl>
                                        <p:attrNameLst>
                                          <p:attrName>style.visibility</p:attrName>
                                        </p:attrNameLst>
                                      </p:cBhvr>
                                      <p:to>
                                        <p:strVal val="visible"/>
                                      </p:to>
                                    </p:set>
                                    <p:animEffect transition="in" filter="fade">
                                      <p:cBhvr>
                                        <p:cTn id="131" dur="500"/>
                                        <p:tgtEl>
                                          <p:spTgt spid="51">
                                            <p:txEl>
                                              <p:pRg st="0" end="0"/>
                                            </p:txEl>
                                          </p:spTgt>
                                        </p:tgtEl>
                                      </p:cBhvr>
                                    </p:animEffect>
                                    <p:anim calcmode="lin" valueType="num">
                                      <p:cBhvr>
                                        <p:cTn id="132" dur="500" fill="hold"/>
                                        <p:tgtEl>
                                          <p:spTgt spid="51">
                                            <p:txEl>
                                              <p:pRg st="0" end="0"/>
                                            </p:txEl>
                                          </p:spTgt>
                                        </p:tgtEl>
                                        <p:attrNameLst>
                                          <p:attrName>ppt_x</p:attrName>
                                        </p:attrNameLst>
                                      </p:cBhvr>
                                      <p:tavLst>
                                        <p:tav tm="0">
                                          <p:val>
                                            <p:strVal val="#ppt_x"/>
                                          </p:val>
                                        </p:tav>
                                        <p:tav tm="100000">
                                          <p:val>
                                            <p:strVal val="#ppt_x"/>
                                          </p:val>
                                        </p:tav>
                                      </p:tavLst>
                                    </p:anim>
                                    <p:anim calcmode="lin" valueType="num">
                                      <p:cBhvr>
                                        <p:cTn id="133" dur="500" fill="hold"/>
                                        <p:tgtEl>
                                          <p:spTgt spid="51">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animBg="1"/>
      <p:bldP spid="15" grpId="0"/>
      <p:bldP spid="18" grpId="0" build="p">
        <p:tmplLst>
          <p:tmpl lvl="1">
            <p:tnLst>
              <p:par>
                <p:cTn presetID="42" presetClass="entr" presetSubtype="0" fill="hold" nodeType="afterEffect">
                  <p:stCondLst>
                    <p:cond delay="0"/>
                  </p:stCondLst>
                  <p:childTnLst>
                    <p:set>
                      <p:cBhvr>
                        <p:cTn dur="1" fill="hold">
                          <p:stCondLst>
                            <p:cond delay="0"/>
                          </p:stCondLst>
                        </p:cTn>
                        <p:tgtEl>
                          <p:spTgt spid="18"/>
                        </p:tgtEl>
                        <p:attrNameLst>
                          <p:attrName>style.visibility</p:attrName>
                        </p:attrNameLst>
                      </p:cBhvr>
                      <p:to>
                        <p:strVal val="visible"/>
                      </p:to>
                    </p:set>
                    <p:animEffect transition="in" filter="fade">
                      <p:cBhvr>
                        <p:cTn dur="500"/>
                        <p:tgtEl>
                          <p:spTgt spid="18"/>
                        </p:tgtEl>
                      </p:cBhvr>
                    </p:animEffect>
                    <p:anim calcmode="lin" valueType="num">
                      <p:cBhvr>
                        <p:cTn dur="500" fill="hold"/>
                        <p:tgtEl>
                          <p:spTgt spid="18"/>
                        </p:tgtEl>
                        <p:attrNameLst>
                          <p:attrName>ppt_x</p:attrName>
                        </p:attrNameLst>
                      </p:cBhvr>
                      <p:tavLst>
                        <p:tav tm="0">
                          <p:val>
                            <p:strVal val="#ppt_x"/>
                          </p:val>
                        </p:tav>
                        <p:tav tm="100000">
                          <p:val>
                            <p:strVal val="#ppt_x"/>
                          </p:val>
                        </p:tav>
                      </p:tavLst>
                    </p:anim>
                    <p:anim calcmode="lin" valueType="num">
                      <p:cBhvr>
                        <p:cTn dur="500" fill="hold"/>
                        <p:tgtEl>
                          <p:spTgt spid="18"/>
                        </p:tgtEl>
                        <p:attrNameLst>
                          <p:attrName>ppt_y</p:attrName>
                        </p:attrNameLst>
                      </p:cBhvr>
                      <p:tavLst>
                        <p:tav tm="0">
                          <p:val>
                            <p:strVal val="#ppt_y+.1"/>
                          </p:val>
                        </p:tav>
                        <p:tav tm="100000">
                          <p:val>
                            <p:strVal val="#ppt_y"/>
                          </p:val>
                        </p:tav>
                      </p:tavLst>
                    </p:anim>
                  </p:childTnLst>
                </p:cTn>
              </p:par>
            </p:tnLst>
          </p:tmpl>
        </p:tmplLst>
      </p:bldP>
      <p:bldP spid="24" grpId="0" animBg="1"/>
      <p:bldP spid="27"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7"/>
                        </p:tgtEl>
                        <p:attrNameLst>
                          <p:attrName>style.visibility</p:attrName>
                        </p:attrNameLst>
                      </p:cBhvr>
                      <p:to>
                        <p:strVal val="visible"/>
                      </p:to>
                    </p:set>
                    <p:anim calcmode="lin" valueType="num">
                      <p:cBhvr>
                        <p:cTn dur="500" fill="hold"/>
                        <p:tgtEl>
                          <p:spTgt spid="27"/>
                        </p:tgtEl>
                        <p:attrNameLst>
                          <p:attrName>ppt_w</p:attrName>
                        </p:attrNameLst>
                      </p:cBhvr>
                      <p:tavLst>
                        <p:tav tm="0">
                          <p:val>
                            <p:fltVal val="0"/>
                          </p:val>
                        </p:tav>
                        <p:tav tm="100000">
                          <p:val>
                            <p:strVal val="#ppt_w"/>
                          </p:val>
                        </p:tav>
                      </p:tavLst>
                    </p:anim>
                    <p:anim calcmode="lin" valueType="num">
                      <p:cBhvr>
                        <p:cTn dur="500" fill="hold"/>
                        <p:tgtEl>
                          <p:spTgt spid="27"/>
                        </p:tgtEl>
                        <p:attrNameLst>
                          <p:attrName>ppt_h</p:attrName>
                        </p:attrNameLst>
                      </p:cBhvr>
                      <p:tavLst>
                        <p:tav tm="0">
                          <p:val>
                            <p:fltVal val="0"/>
                          </p:val>
                        </p:tav>
                        <p:tav tm="100000">
                          <p:val>
                            <p:strVal val="#ppt_h"/>
                          </p:val>
                        </p:tav>
                      </p:tavLst>
                    </p:anim>
                    <p:animEffect transition="in" filter="fade">
                      <p:cBhvr>
                        <p:cTn dur="500"/>
                        <p:tgtEl>
                          <p:spTgt spid="27"/>
                        </p:tgtEl>
                      </p:cBhvr>
                    </p:animEffect>
                  </p:childTnLst>
                </p:cTn>
              </p:par>
            </p:tnLst>
          </p:tmpl>
        </p:tmplLst>
      </p:bldP>
      <p:bldP spid="23" grpId="0" animBg="1"/>
      <p:bldP spid="32"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32"/>
                        </p:tgtEl>
                        <p:attrNameLst>
                          <p:attrName>style.visibility</p:attrName>
                        </p:attrNameLst>
                      </p:cBhvr>
                      <p:to>
                        <p:strVal val="visible"/>
                      </p:to>
                    </p:set>
                    <p:anim calcmode="lin" valueType="num">
                      <p:cBhvr>
                        <p:cTn dur="500" fill="hold"/>
                        <p:tgtEl>
                          <p:spTgt spid="32"/>
                        </p:tgtEl>
                        <p:attrNameLst>
                          <p:attrName>ppt_w</p:attrName>
                        </p:attrNameLst>
                      </p:cBhvr>
                      <p:tavLst>
                        <p:tav tm="0">
                          <p:val>
                            <p:fltVal val="0"/>
                          </p:val>
                        </p:tav>
                        <p:tav tm="100000">
                          <p:val>
                            <p:strVal val="#ppt_w"/>
                          </p:val>
                        </p:tav>
                      </p:tavLst>
                    </p:anim>
                    <p:anim calcmode="lin" valueType="num">
                      <p:cBhvr>
                        <p:cTn dur="500" fill="hold"/>
                        <p:tgtEl>
                          <p:spTgt spid="32"/>
                        </p:tgtEl>
                        <p:attrNameLst>
                          <p:attrName>ppt_h</p:attrName>
                        </p:attrNameLst>
                      </p:cBhvr>
                      <p:tavLst>
                        <p:tav tm="0">
                          <p:val>
                            <p:fltVal val="0"/>
                          </p:val>
                        </p:tav>
                        <p:tav tm="100000">
                          <p:val>
                            <p:strVal val="#ppt_h"/>
                          </p:val>
                        </p:tav>
                      </p:tavLst>
                    </p:anim>
                    <p:animEffect transition="in" filter="fade">
                      <p:cBhvr>
                        <p:cTn dur="500"/>
                        <p:tgtEl>
                          <p:spTgt spid="32"/>
                        </p:tgtEl>
                      </p:cBhvr>
                    </p:animEffect>
                  </p:childTnLst>
                </p:cTn>
              </p:par>
            </p:tnLst>
          </p:tmpl>
        </p:tmplLst>
      </p:bldP>
      <p:bldP spid="36" grpId="0" animBg="1"/>
      <p:bldP spid="37"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37"/>
                        </p:tgtEl>
                        <p:attrNameLst>
                          <p:attrName>style.visibility</p:attrName>
                        </p:attrNameLst>
                      </p:cBhvr>
                      <p:to>
                        <p:strVal val="visible"/>
                      </p:to>
                    </p:set>
                    <p:anim calcmode="lin" valueType="num">
                      <p:cBhvr>
                        <p:cTn dur="500" fill="hold"/>
                        <p:tgtEl>
                          <p:spTgt spid="37"/>
                        </p:tgtEl>
                        <p:attrNameLst>
                          <p:attrName>ppt_w</p:attrName>
                        </p:attrNameLst>
                      </p:cBhvr>
                      <p:tavLst>
                        <p:tav tm="0">
                          <p:val>
                            <p:fltVal val="0"/>
                          </p:val>
                        </p:tav>
                        <p:tav tm="100000">
                          <p:val>
                            <p:strVal val="#ppt_w"/>
                          </p:val>
                        </p:tav>
                      </p:tavLst>
                    </p:anim>
                    <p:anim calcmode="lin" valueType="num">
                      <p:cBhvr>
                        <p:cTn dur="500" fill="hold"/>
                        <p:tgtEl>
                          <p:spTgt spid="37"/>
                        </p:tgtEl>
                        <p:attrNameLst>
                          <p:attrName>ppt_h</p:attrName>
                        </p:attrNameLst>
                      </p:cBhvr>
                      <p:tavLst>
                        <p:tav tm="0">
                          <p:val>
                            <p:fltVal val="0"/>
                          </p:val>
                        </p:tav>
                        <p:tav tm="100000">
                          <p:val>
                            <p:strVal val="#ppt_h"/>
                          </p:val>
                        </p:tav>
                      </p:tavLst>
                    </p:anim>
                    <p:animEffect transition="in" filter="fade">
                      <p:cBhvr>
                        <p:cTn dur="500"/>
                        <p:tgtEl>
                          <p:spTgt spid="37"/>
                        </p:tgtEl>
                      </p:cBhvr>
                    </p:animEffect>
                  </p:childTnLst>
                </p:cTn>
              </p:par>
            </p:tnLst>
          </p:tmpl>
        </p:tmplLst>
      </p:bldP>
      <p:bldP spid="38" grpId="0" animBg="1"/>
      <p:bldP spid="39" grpId="0" animBg="1"/>
      <p:bldP spid="40" grpId="0" animBg="1"/>
      <p:bldP spid="41"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41"/>
                        </p:tgtEl>
                        <p:attrNameLst>
                          <p:attrName>style.visibility</p:attrName>
                        </p:attrNameLst>
                      </p:cBhvr>
                      <p:to>
                        <p:strVal val="visible"/>
                      </p:to>
                    </p:set>
                    <p:anim calcmode="lin" valueType="num">
                      <p:cBhvr>
                        <p:cTn dur="500" fill="hold"/>
                        <p:tgtEl>
                          <p:spTgt spid="41"/>
                        </p:tgtEl>
                        <p:attrNameLst>
                          <p:attrName>ppt_w</p:attrName>
                        </p:attrNameLst>
                      </p:cBhvr>
                      <p:tavLst>
                        <p:tav tm="0">
                          <p:val>
                            <p:fltVal val="0"/>
                          </p:val>
                        </p:tav>
                        <p:tav tm="100000">
                          <p:val>
                            <p:strVal val="#ppt_w"/>
                          </p:val>
                        </p:tav>
                      </p:tavLst>
                    </p:anim>
                    <p:anim calcmode="lin" valueType="num">
                      <p:cBhvr>
                        <p:cTn dur="500" fill="hold"/>
                        <p:tgtEl>
                          <p:spTgt spid="41"/>
                        </p:tgtEl>
                        <p:attrNameLst>
                          <p:attrName>ppt_h</p:attrName>
                        </p:attrNameLst>
                      </p:cBhvr>
                      <p:tavLst>
                        <p:tav tm="0">
                          <p:val>
                            <p:fltVal val="0"/>
                          </p:val>
                        </p:tav>
                        <p:tav tm="100000">
                          <p:val>
                            <p:strVal val="#ppt_h"/>
                          </p:val>
                        </p:tav>
                      </p:tavLst>
                    </p:anim>
                    <p:animEffect transition="in" filter="fade">
                      <p:cBhvr>
                        <p:cTn dur="500"/>
                        <p:tgtEl>
                          <p:spTgt spid="41"/>
                        </p:tgtEl>
                      </p:cBhvr>
                    </p:animEffect>
                  </p:childTnLst>
                </p:cTn>
              </p:par>
            </p:tnLst>
          </p:tmpl>
        </p:tmplLst>
      </p:bldP>
      <p:bldP spid="42" grpId="0" animBg="1"/>
      <p:bldP spid="44"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44"/>
                        </p:tgtEl>
                        <p:attrNameLst>
                          <p:attrName>style.visibility</p:attrName>
                        </p:attrNameLst>
                      </p:cBhvr>
                      <p:to>
                        <p:strVal val="visible"/>
                      </p:to>
                    </p:set>
                    <p:anim calcmode="lin" valueType="num">
                      <p:cBhvr>
                        <p:cTn dur="500" fill="hold"/>
                        <p:tgtEl>
                          <p:spTgt spid="44"/>
                        </p:tgtEl>
                        <p:attrNameLst>
                          <p:attrName>ppt_w</p:attrName>
                        </p:attrNameLst>
                      </p:cBhvr>
                      <p:tavLst>
                        <p:tav tm="0">
                          <p:val>
                            <p:fltVal val="0"/>
                          </p:val>
                        </p:tav>
                        <p:tav tm="100000">
                          <p:val>
                            <p:strVal val="#ppt_w"/>
                          </p:val>
                        </p:tav>
                      </p:tavLst>
                    </p:anim>
                    <p:anim calcmode="lin" valueType="num">
                      <p:cBhvr>
                        <p:cTn dur="500" fill="hold"/>
                        <p:tgtEl>
                          <p:spTgt spid="44"/>
                        </p:tgtEl>
                        <p:attrNameLst>
                          <p:attrName>ppt_h</p:attrName>
                        </p:attrNameLst>
                      </p:cBhvr>
                      <p:tavLst>
                        <p:tav tm="0">
                          <p:val>
                            <p:fltVal val="0"/>
                          </p:val>
                        </p:tav>
                        <p:tav tm="100000">
                          <p:val>
                            <p:strVal val="#ppt_h"/>
                          </p:val>
                        </p:tav>
                      </p:tavLst>
                    </p:anim>
                    <p:animEffect transition="in" filter="fade">
                      <p:cBhvr>
                        <p:cTn dur="500"/>
                        <p:tgtEl>
                          <p:spTgt spid="44"/>
                        </p:tgtEl>
                      </p:cBhvr>
                    </p:animEffect>
                  </p:childTnLst>
                </p:cTn>
              </p:par>
            </p:tnLst>
          </p:tmpl>
        </p:tmplLst>
      </p:bldP>
      <p:bldP spid="45"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45"/>
                        </p:tgtEl>
                        <p:attrNameLst>
                          <p:attrName>style.visibility</p:attrName>
                        </p:attrNameLst>
                      </p:cBhvr>
                      <p:to>
                        <p:strVal val="visible"/>
                      </p:to>
                    </p:set>
                    <p:animEffect transition="in" filter="fade">
                      <p:cBhvr>
                        <p:cTn dur="500"/>
                        <p:tgtEl>
                          <p:spTgt spid="45"/>
                        </p:tgtEl>
                      </p:cBhvr>
                    </p:animEffect>
                    <p:anim calcmode="lin" valueType="num">
                      <p:cBhvr>
                        <p:cTn dur="500" fill="hold"/>
                        <p:tgtEl>
                          <p:spTgt spid="45"/>
                        </p:tgtEl>
                        <p:attrNameLst>
                          <p:attrName>ppt_x</p:attrName>
                        </p:attrNameLst>
                      </p:cBhvr>
                      <p:tavLst>
                        <p:tav tm="0">
                          <p:val>
                            <p:strVal val="#ppt_x"/>
                          </p:val>
                        </p:tav>
                        <p:tav tm="100000">
                          <p:val>
                            <p:strVal val="#ppt_x"/>
                          </p:val>
                        </p:tav>
                      </p:tavLst>
                    </p:anim>
                    <p:anim calcmode="lin" valueType="num">
                      <p:cBhvr>
                        <p:cTn dur="500" fill="hold"/>
                        <p:tgtEl>
                          <p:spTgt spid="45"/>
                        </p:tgtEl>
                        <p:attrNameLst>
                          <p:attrName>ppt_y</p:attrName>
                        </p:attrNameLst>
                      </p:cBhvr>
                      <p:tavLst>
                        <p:tav tm="0">
                          <p:val>
                            <p:strVal val="#ppt_y+.1"/>
                          </p:val>
                        </p:tav>
                        <p:tav tm="100000">
                          <p:val>
                            <p:strVal val="#ppt_y"/>
                          </p:val>
                        </p:tav>
                      </p:tavLst>
                    </p:anim>
                  </p:childTnLst>
                </p:cTn>
              </p:par>
            </p:tnLst>
          </p:tmpl>
        </p:tmplLst>
      </p:bldP>
      <p:bldP spid="46"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46"/>
                        </p:tgtEl>
                        <p:attrNameLst>
                          <p:attrName>style.visibility</p:attrName>
                        </p:attrNameLst>
                      </p:cBhvr>
                      <p:to>
                        <p:strVal val="visible"/>
                      </p:to>
                    </p:set>
                    <p:anim calcmode="lin" valueType="num">
                      <p:cBhvr>
                        <p:cTn dur="500" fill="hold"/>
                        <p:tgtEl>
                          <p:spTgt spid="46"/>
                        </p:tgtEl>
                        <p:attrNameLst>
                          <p:attrName>ppt_w</p:attrName>
                        </p:attrNameLst>
                      </p:cBhvr>
                      <p:tavLst>
                        <p:tav tm="0">
                          <p:val>
                            <p:fltVal val="0"/>
                          </p:val>
                        </p:tav>
                        <p:tav tm="100000">
                          <p:val>
                            <p:strVal val="#ppt_w"/>
                          </p:val>
                        </p:tav>
                      </p:tavLst>
                    </p:anim>
                    <p:anim calcmode="lin" valueType="num">
                      <p:cBhvr>
                        <p:cTn dur="500" fill="hold"/>
                        <p:tgtEl>
                          <p:spTgt spid="46"/>
                        </p:tgtEl>
                        <p:attrNameLst>
                          <p:attrName>ppt_h</p:attrName>
                        </p:attrNameLst>
                      </p:cBhvr>
                      <p:tavLst>
                        <p:tav tm="0">
                          <p:val>
                            <p:fltVal val="0"/>
                          </p:val>
                        </p:tav>
                        <p:tav tm="100000">
                          <p:val>
                            <p:strVal val="#ppt_h"/>
                          </p:val>
                        </p:tav>
                      </p:tavLst>
                    </p:anim>
                    <p:animEffect transition="in" filter="fade">
                      <p:cBhvr>
                        <p:cTn dur="500"/>
                        <p:tgtEl>
                          <p:spTgt spid="46"/>
                        </p:tgtEl>
                      </p:cBhvr>
                    </p:animEffect>
                  </p:childTnLst>
                </p:cTn>
              </p:par>
            </p:tnLst>
          </p:tmpl>
        </p:tmplLst>
      </p:bldP>
      <p:bldP spid="47"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47"/>
                        </p:tgtEl>
                        <p:attrNameLst>
                          <p:attrName>style.visibility</p:attrName>
                        </p:attrNameLst>
                      </p:cBhvr>
                      <p:to>
                        <p:strVal val="visible"/>
                      </p:to>
                    </p:set>
                    <p:animEffect transition="in" filter="fade">
                      <p:cBhvr>
                        <p:cTn dur="500"/>
                        <p:tgtEl>
                          <p:spTgt spid="47"/>
                        </p:tgtEl>
                      </p:cBhvr>
                    </p:animEffect>
                    <p:anim calcmode="lin" valueType="num">
                      <p:cBhvr>
                        <p:cTn dur="500" fill="hold"/>
                        <p:tgtEl>
                          <p:spTgt spid="47"/>
                        </p:tgtEl>
                        <p:attrNameLst>
                          <p:attrName>ppt_x</p:attrName>
                        </p:attrNameLst>
                      </p:cBhvr>
                      <p:tavLst>
                        <p:tav tm="0">
                          <p:val>
                            <p:strVal val="#ppt_x"/>
                          </p:val>
                        </p:tav>
                        <p:tav tm="100000">
                          <p:val>
                            <p:strVal val="#ppt_x"/>
                          </p:val>
                        </p:tav>
                      </p:tavLst>
                    </p:anim>
                    <p:anim calcmode="lin" valueType="num">
                      <p:cBhvr>
                        <p:cTn dur="500" fill="hold"/>
                        <p:tgtEl>
                          <p:spTgt spid="47"/>
                        </p:tgtEl>
                        <p:attrNameLst>
                          <p:attrName>ppt_y</p:attrName>
                        </p:attrNameLst>
                      </p:cBhvr>
                      <p:tavLst>
                        <p:tav tm="0">
                          <p:val>
                            <p:strVal val="#ppt_y+.1"/>
                          </p:val>
                        </p:tav>
                        <p:tav tm="100000">
                          <p:val>
                            <p:strVal val="#ppt_y"/>
                          </p:val>
                        </p:tav>
                      </p:tavLst>
                    </p:anim>
                  </p:childTnLst>
                </p:cTn>
              </p:par>
            </p:tnLst>
          </p:tmpl>
        </p:tmplLst>
      </p:bldP>
      <p:bldP spid="48"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48"/>
                        </p:tgtEl>
                        <p:attrNameLst>
                          <p:attrName>style.visibility</p:attrName>
                        </p:attrNameLst>
                      </p:cBhvr>
                      <p:to>
                        <p:strVal val="visible"/>
                      </p:to>
                    </p:set>
                    <p:anim calcmode="lin" valueType="num">
                      <p:cBhvr>
                        <p:cTn dur="500" fill="hold"/>
                        <p:tgtEl>
                          <p:spTgt spid="48"/>
                        </p:tgtEl>
                        <p:attrNameLst>
                          <p:attrName>ppt_w</p:attrName>
                        </p:attrNameLst>
                      </p:cBhvr>
                      <p:tavLst>
                        <p:tav tm="0">
                          <p:val>
                            <p:fltVal val="0"/>
                          </p:val>
                        </p:tav>
                        <p:tav tm="100000">
                          <p:val>
                            <p:strVal val="#ppt_w"/>
                          </p:val>
                        </p:tav>
                      </p:tavLst>
                    </p:anim>
                    <p:anim calcmode="lin" valueType="num">
                      <p:cBhvr>
                        <p:cTn dur="500" fill="hold"/>
                        <p:tgtEl>
                          <p:spTgt spid="48"/>
                        </p:tgtEl>
                        <p:attrNameLst>
                          <p:attrName>ppt_h</p:attrName>
                        </p:attrNameLst>
                      </p:cBhvr>
                      <p:tavLst>
                        <p:tav tm="0">
                          <p:val>
                            <p:fltVal val="0"/>
                          </p:val>
                        </p:tav>
                        <p:tav tm="100000">
                          <p:val>
                            <p:strVal val="#ppt_h"/>
                          </p:val>
                        </p:tav>
                      </p:tavLst>
                    </p:anim>
                    <p:animEffect transition="in" filter="fade">
                      <p:cBhvr>
                        <p:cTn dur="500"/>
                        <p:tgtEl>
                          <p:spTgt spid="48"/>
                        </p:tgtEl>
                      </p:cBhvr>
                    </p:animEffect>
                  </p:childTnLst>
                </p:cTn>
              </p:par>
            </p:tnLst>
          </p:tmpl>
        </p:tmplLst>
      </p:bldP>
      <p:bldP spid="49"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49"/>
                        </p:tgtEl>
                        <p:attrNameLst>
                          <p:attrName>style.visibility</p:attrName>
                        </p:attrNameLst>
                      </p:cBhvr>
                      <p:to>
                        <p:strVal val="visible"/>
                      </p:to>
                    </p:set>
                    <p:animEffect transition="in" filter="fade">
                      <p:cBhvr>
                        <p:cTn dur="500"/>
                        <p:tgtEl>
                          <p:spTgt spid="49"/>
                        </p:tgtEl>
                      </p:cBhvr>
                    </p:animEffect>
                    <p:anim calcmode="lin" valueType="num">
                      <p:cBhvr>
                        <p:cTn dur="500" fill="hold"/>
                        <p:tgtEl>
                          <p:spTgt spid="49"/>
                        </p:tgtEl>
                        <p:attrNameLst>
                          <p:attrName>ppt_x</p:attrName>
                        </p:attrNameLst>
                      </p:cBhvr>
                      <p:tavLst>
                        <p:tav tm="0">
                          <p:val>
                            <p:strVal val="#ppt_x"/>
                          </p:val>
                        </p:tav>
                        <p:tav tm="100000">
                          <p:val>
                            <p:strVal val="#ppt_x"/>
                          </p:val>
                        </p:tav>
                      </p:tavLst>
                    </p:anim>
                    <p:anim calcmode="lin" valueType="num">
                      <p:cBhvr>
                        <p:cTn dur="500" fill="hold"/>
                        <p:tgtEl>
                          <p:spTgt spid="49"/>
                        </p:tgtEl>
                        <p:attrNameLst>
                          <p:attrName>ppt_y</p:attrName>
                        </p:attrNameLst>
                      </p:cBhvr>
                      <p:tavLst>
                        <p:tav tm="0">
                          <p:val>
                            <p:strVal val="#ppt_y+.1"/>
                          </p:val>
                        </p:tav>
                        <p:tav tm="100000">
                          <p:val>
                            <p:strVal val="#ppt_y"/>
                          </p:val>
                        </p:tav>
                      </p:tavLst>
                    </p:anim>
                  </p:childTnLst>
                </p:cTn>
              </p:par>
            </p:tnLst>
          </p:tmpl>
        </p:tmplLst>
      </p:bldP>
      <p:bldP spid="50"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50"/>
                        </p:tgtEl>
                        <p:attrNameLst>
                          <p:attrName>style.visibility</p:attrName>
                        </p:attrNameLst>
                      </p:cBhvr>
                      <p:to>
                        <p:strVal val="visible"/>
                      </p:to>
                    </p:set>
                    <p:anim calcmode="lin" valueType="num">
                      <p:cBhvr>
                        <p:cTn dur="500" fill="hold"/>
                        <p:tgtEl>
                          <p:spTgt spid="50"/>
                        </p:tgtEl>
                        <p:attrNameLst>
                          <p:attrName>ppt_w</p:attrName>
                        </p:attrNameLst>
                      </p:cBhvr>
                      <p:tavLst>
                        <p:tav tm="0">
                          <p:val>
                            <p:fltVal val="0"/>
                          </p:val>
                        </p:tav>
                        <p:tav tm="100000">
                          <p:val>
                            <p:strVal val="#ppt_w"/>
                          </p:val>
                        </p:tav>
                      </p:tavLst>
                    </p:anim>
                    <p:anim calcmode="lin" valueType="num">
                      <p:cBhvr>
                        <p:cTn dur="500" fill="hold"/>
                        <p:tgtEl>
                          <p:spTgt spid="50"/>
                        </p:tgtEl>
                        <p:attrNameLst>
                          <p:attrName>ppt_h</p:attrName>
                        </p:attrNameLst>
                      </p:cBhvr>
                      <p:tavLst>
                        <p:tav tm="0">
                          <p:val>
                            <p:fltVal val="0"/>
                          </p:val>
                        </p:tav>
                        <p:tav tm="100000">
                          <p:val>
                            <p:strVal val="#ppt_h"/>
                          </p:val>
                        </p:tav>
                      </p:tavLst>
                    </p:anim>
                    <p:animEffect transition="in" filter="fade">
                      <p:cBhvr>
                        <p:cTn dur="500"/>
                        <p:tgtEl>
                          <p:spTgt spid="50"/>
                        </p:tgtEl>
                      </p:cBhvr>
                    </p:animEffect>
                  </p:childTnLst>
                </p:cTn>
              </p:par>
            </p:tnLst>
          </p:tmpl>
        </p:tmplLst>
      </p:bldP>
      <p:bldP spid="51"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51"/>
                        </p:tgtEl>
                        <p:attrNameLst>
                          <p:attrName>style.visibility</p:attrName>
                        </p:attrNameLst>
                      </p:cBhvr>
                      <p:to>
                        <p:strVal val="visible"/>
                      </p:to>
                    </p:set>
                    <p:animEffect transition="in" filter="fade">
                      <p:cBhvr>
                        <p:cTn dur="500"/>
                        <p:tgtEl>
                          <p:spTgt spid="51"/>
                        </p:tgtEl>
                      </p:cBhvr>
                    </p:animEffect>
                    <p:anim calcmode="lin" valueType="num">
                      <p:cBhvr>
                        <p:cTn dur="500" fill="hold"/>
                        <p:tgtEl>
                          <p:spTgt spid="51"/>
                        </p:tgtEl>
                        <p:attrNameLst>
                          <p:attrName>ppt_x</p:attrName>
                        </p:attrNameLst>
                      </p:cBhvr>
                      <p:tavLst>
                        <p:tav tm="0">
                          <p:val>
                            <p:strVal val="#ppt_x"/>
                          </p:val>
                        </p:tav>
                        <p:tav tm="100000">
                          <p:val>
                            <p:strVal val="#ppt_x"/>
                          </p:val>
                        </p:tav>
                      </p:tavLst>
                    </p:anim>
                    <p:anim calcmode="lin" valueType="num">
                      <p:cBhvr>
                        <p:cTn dur="500" fill="hold"/>
                        <p:tgtEl>
                          <p:spTgt spid="51"/>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600.xml><?xml version="1.0" encoding="utf-8"?>
<p:sldLayout xmlns:a="http://schemas.openxmlformats.org/drawingml/2006/main" xmlns:r="http://schemas.openxmlformats.org/officeDocument/2006/relationships" xmlns:p="http://schemas.openxmlformats.org/presentationml/2006/main" preserve="1" userDrawn="1">
  <p:cSld name="17_Custom Layout">
    <p:spTree>
      <p:nvGrpSpPr>
        <p:cNvPr id="1" name=""/>
        <p:cNvGrpSpPr/>
        <p:nvPr/>
      </p:nvGrpSpPr>
      <p:grpSpPr>
        <a:xfrm>
          <a:off x="0" y="0"/>
          <a:ext cx="0" cy="0"/>
          <a:chOff x="0" y="0"/>
          <a:chExt cx="0" cy="0"/>
        </a:xfrm>
      </p:grpSpPr>
      <p:sp>
        <p:nvSpPr>
          <p:cNvPr id="9" name="Rectangle 8"/>
          <p:cNvSpPr/>
          <p:nvPr userDrawn="1"/>
        </p:nvSpPr>
        <p:spPr>
          <a:xfrm>
            <a:off x="-158750" y="2006600"/>
            <a:ext cx="12509500" cy="4159250"/>
          </a:xfrm>
          <a:prstGeom prst="rect">
            <a:avLst/>
          </a:prstGeom>
          <a:solidFill>
            <a:schemeClr val="tx1">
              <a:lumMod val="75000"/>
              <a:lumOff val="25000"/>
            </a:schemeClr>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 name="Title 1"/>
          <p:cNvSpPr>
            <a:spLocks noGrp="1"/>
          </p:cNvSpPr>
          <p:nvPr>
            <p:ph type="title" hasCustomPrompt="1"/>
          </p:nvPr>
        </p:nvSpPr>
        <p:spPr>
          <a:xfrm>
            <a:off x="479425" y="692150"/>
            <a:ext cx="11233150" cy="405130"/>
          </a:xfrm>
        </p:spPr>
        <p:txBody>
          <a:bodyPr/>
          <a:lstStyle>
            <a:lvl1pPr algn="ct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8" name="Text Placeholder 2"/>
          <p:cNvSpPr>
            <a:spLocks noGrp="1"/>
          </p:cNvSpPr>
          <p:nvPr>
            <p:ph type="body" idx="1"/>
          </p:nvPr>
        </p:nvSpPr>
        <p:spPr>
          <a:xfrm>
            <a:off x="479425" y="1154764"/>
            <a:ext cx="11233150" cy="272983"/>
          </a:xfrm>
        </p:spPr>
        <p:txBody>
          <a:bodyPr>
            <a:normAutofit/>
          </a:bodyPr>
          <a:lstStyle>
            <a:lvl1pPr marL="0" indent="0" algn="ctr">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7" name="Picture Placeholder 6"/>
          <p:cNvSpPr>
            <a:spLocks noGrp="1"/>
          </p:cNvSpPr>
          <p:nvPr>
            <p:ph type="pic" sz="quarter" idx="13"/>
          </p:nvPr>
        </p:nvSpPr>
        <p:spPr>
          <a:xfrm>
            <a:off x="3505200" y="2006600"/>
            <a:ext cx="5181600" cy="4159250"/>
          </a:xfrm>
          <a:solidFill>
            <a:schemeClr val="bg1">
              <a:lumMod val="85000"/>
            </a:schemeClr>
          </a:solidFill>
          <a:ln w="57150">
            <a:solidFill>
              <a:schemeClr val="bg1"/>
            </a:solidFill>
          </a:ln>
        </p:spPr>
        <p:txBody>
          <a:bodyPr/>
          <a:lstStyle/>
          <a:p>
            <a:endParaRPr lang="en-AU"/>
          </a:p>
        </p:txBody>
      </p:sp>
    </p:spTree>
    <p:extLst>
      <p:ext uri="{BB962C8B-B14F-4D97-AF65-F5344CB8AC3E}">
        <p14:creationId xmlns:p14="http://schemas.microsoft.com/office/powerpoint/2010/main" val="199326361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42" presetClass="entr" presetSubtype="0" fill="hold" grpId="0" nodeType="afterEffect">
                                  <p:stCondLst>
                                    <p:cond delay="0"/>
                                  </p:stCondLst>
                                  <p:childTnLst>
                                    <p:set>
                                      <p:cBhvr>
                                        <p:cTn id="10" dur="1" fill="hold">
                                          <p:stCondLst>
                                            <p:cond delay="0"/>
                                          </p:stCondLst>
                                        </p:cTn>
                                        <p:tgtEl>
                                          <p:spTgt spid="8">
                                            <p:txEl>
                                              <p:pRg st="0" end="0"/>
                                            </p:txEl>
                                          </p:spTgt>
                                        </p:tgtEl>
                                        <p:attrNameLst>
                                          <p:attrName>style.visibility</p:attrName>
                                        </p:attrNameLst>
                                      </p:cBhvr>
                                      <p:to>
                                        <p:strVal val="visible"/>
                                      </p:to>
                                    </p:set>
                                    <p:animEffect transition="in" filter="fade">
                                      <p:cBhvr>
                                        <p:cTn id="11" dur="500"/>
                                        <p:tgtEl>
                                          <p:spTgt spid="8">
                                            <p:txEl>
                                              <p:pRg st="0" end="0"/>
                                            </p:txEl>
                                          </p:spTgt>
                                        </p:tgtEl>
                                      </p:cBhvr>
                                    </p:animEffect>
                                    <p:anim calcmode="lin" valueType="num">
                                      <p:cBhvr>
                                        <p:cTn id="12"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4" fill="hold">
                            <p:stCondLst>
                              <p:cond delay="1000"/>
                            </p:stCondLst>
                            <p:childTnLst>
                              <p:par>
                                <p:cTn id="15" presetID="10" presetClass="entr" presetSubtype="0" fill="hold" grpId="0" nodeType="after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500"/>
                                        <p:tgtEl>
                                          <p:spTgt spid="9"/>
                                        </p:tgtEl>
                                      </p:cBhvr>
                                    </p:animEffect>
                                  </p:childTnLst>
                                </p:cTn>
                              </p:par>
                            </p:childTnLst>
                          </p:cTn>
                        </p:par>
                        <p:par>
                          <p:cTn id="18" fill="hold">
                            <p:stCondLst>
                              <p:cond delay="1500"/>
                            </p:stCondLst>
                            <p:childTnLst>
                              <p:par>
                                <p:cTn id="19" presetID="53" presetClass="entr" presetSubtype="16" fill="hold" grpId="0" nodeType="afterEffect">
                                  <p:stCondLst>
                                    <p:cond delay="0"/>
                                  </p:stCondLst>
                                  <p:childTnLst>
                                    <p:set>
                                      <p:cBhvr>
                                        <p:cTn id="20" dur="1" fill="hold">
                                          <p:stCondLst>
                                            <p:cond delay="0"/>
                                          </p:stCondLst>
                                        </p:cTn>
                                        <p:tgtEl>
                                          <p:spTgt spid="7"/>
                                        </p:tgtEl>
                                        <p:attrNameLst>
                                          <p:attrName>style.visibility</p:attrName>
                                        </p:attrNameLst>
                                      </p:cBhvr>
                                      <p:to>
                                        <p:strVal val="visible"/>
                                      </p:to>
                                    </p:set>
                                    <p:anim calcmode="lin" valueType="num">
                                      <p:cBhvr>
                                        <p:cTn id="21" dur="500" fill="hold"/>
                                        <p:tgtEl>
                                          <p:spTgt spid="7"/>
                                        </p:tgtEl>
                                        <p:attrNameLst>
                                          <p:attrName>ppt_w</p:attrName>
                                        </p:attrNameLst>
                                      </p:cBhvr>
                                      <p:tavLst>
                                        <p:tav tm="0">
                                          <p:val>
                                            <p:fltVal val="0"/>
                                          </p:val>
                                        </p:tav>
                                        <p:tav tm="100000">
                                          <p:val>
                                            <p:strVal val="#ppt_w"/>
                                          </p:val>
                                        </p:tav>
                                      </p:tavLst>
                                    </p:anim>
                                    <p:anim calcmode="lin" valueType="num">
                                      <p:cBhvr>
                                        <p:cTn id="22" dur="500" fill="hold"/>
                                        <p:tgtEl>
                                          <p:spTgt spid="7"/>
                                        </p:tgtEl>
                                        <p:attrNameLst>
                                          <p:attrName>ppt_h</p:attrName>
                                        </p:attrNameLst>
                                      </p:cBhvr>
                                      <p:tavLst>
                                        <p:tav tm="0">
                                          <p:val>
                                            <p:fltVal val="0"/>
                                          </p:val>
                                        </p:tav>
                                        <p:tav tm="100000">
                                          <p:val>
                                            <p:strVal val="#ppt_h"/>
                                          </p:val>
                                        </p:tav>
                                      </p:tavLst>
                                    </p:anim>
                                    <p:animEffect transition="in" filter="fade">
                                      <p:cBhvr>
                                        <p:cTn id="23"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2" grpId="0"/>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7" grpId="0" animBg="1"/>
    </p:bldLst>
  </p:timing>
</p:sldLayout>
</file>

<file path=ppt/slideLayouts/slideLayout601.xml><?xml version="1.0" encoding="utf-8"?>
<p:sldLayout xmlns:a="http://schemas.openxmlformats.org/drawingml/2006/main" xmlns:r="http://schemas.openxmlformats.org/officeDocument/2006/relationships" xmlns:p="http://schemas.openxmlformats.org/presentationml/2006/main" preserve="1" userDrawn="1">
  <p:cSld name="18_Custom Layout">
    <p:spTree>
      <p:nvGrpSpPr>
        <p:cNvPr id="1" name=""/>
        <p:cNvGrpSpPr/>
        <p:nvPr/>
      </p:nvGrpSpPr>
      <p:grpSpPr>
        <a:xfrm>
          <a:off x="0" y="0"/>
          <a:ext cx="0" cy="0"/>
          <a:chOff x="0" y="0"/>
          <a:chExt cx="0" cy="0"/>
        </a:xfrm>
      </p:grpSpPr>
      <p:sp>
        <p:nvSpPr>
          <p:cNvPr id="7" name="Picture Placeholder 6"/>
          <p:cNvSpPr>
            <a:spLocks noGrp="1"/>
          </p:cNvSpPr>
          <p:nvPr>
            <p:ph type="pic" sz="quarter" idx="13"/>
          </p:nvPr>
        </p:nvSpPr>
        <p:spPr>
          <a:xfrm>
            <a:off x="838200" y="692150"/>
            <a:ext cx="4687664" cy="3679952"/>
          </a:xfrm>
          <a:solidFill>
            <a:schemeClr val="bg1">
              <a:lumMod val="85000"/>
            </a:schemeClr>
          </a:solidFill>
          <a:ln w="57150">
            <a:solidFill>
              <a:schemeClr val="bg1"/>
            </a:solidFill>
          </a:ln>
        </p:spPr>
        <p:txBody>
          <a:bodyPr/>
          <a:lstStyle/>
          <a:p>
            <a:endParaRPr lang="en-AU" dirty="0"/>
          </a:p>
        </p:txBody>
      </p:sp>
      <p:sp>
        <p:nvSpPr>
          <p:cNvPr id="12" name="Picture Placeholder 6"/>
          <p:cNvSpPr>
            <a:spLocks noGrp="1"/>
          </p:cNvSpPr>
          <p:nvPr>
            <p:ph type="pic" sz="quarter" idx="14"/>
          </p:nvPr>
        </p:nvSpPr>
        <p:spPr>
          <a:xfrm>
            <a:off x="838200" y="4372102"/>
            <a:ext cx="1175430" cy="972340"/>
          </a:xfrm>
          <a:solidFill>
            <a:schemeClr val="bg1">
              <a:lumMod val="85000"/>
            </a:schemeClr>
          </a:solidFill>
          <a:ln w="57150">
            <a:solidFill>
              <a:schemeClr val="bg1"/>
            </a:solidFill>
          </a:ln>
        </p:spPr>
        <p:txBody>
          <a:bodyPr/>
          <a:lstStyle/>
          <a:p>
            <a:endParaRPr lang="en-AU"/>
          </a:p>
        </p:txBody>
      </p:sp>
      <p:sp>
        <p:nvSpPr>
          <p:cNvPr id="13" name="Picture Placeholder 6"/>
          <p:cNvSpPr>
            <a:spLocks noGrp="1"/>
          </p:cNvSpPr>
          <p:nvPr>
            <p:ph type="pic" sz="quarter" idx="15"/>
          </p:nvPr>
        </p:nvSpPr>
        <p:spPr>
          <a:xfrm>
            <a:off x="1999574" y="4372102"/>
            <a:ext cx="1175430" cy="972340"/>
          </a:xfrm>
          <a:solidFill>
            <a:schemeClr val="bg1">
              <a:lumMod val="85000"/>
            </a:schemeClr>
          </a:solidFill>
          <a:ln w="57150">
            <a:solidFill>
              <a:schemeClr val="bg1"/>
            </a:solidFill>
          </a:ln>
        </p:spPr>
        <p:txBody>
          <a:bodyPr/>
          <a:lstStyle/>
          <a:p>
            <a:endParaRPr lang="en-AU"/>
          </a:p>
        </p:txBody>
      </p:sp>
      <p:sp>
        <p:nvSpPr>
          <p:cNvPr id="2" name="Title 1"/>
          <p:cNvSpPr>
            <a:spLocks noGrp="1"/>
          </p:cNvSpPr>
          <p:nvPr>
            <p:ph type="title" hasCustomPrompt="1"/>
          </p:nvPr>
        </p:nvSpPr>
        <p:spPr>
          <a:xfrm>
            <a:off x="6096000" y="692150"/>
            <a:ext cx="5616574" cy="970396"/>
          </a:xfrm>
        </p:spPr>
        <p:txBody>
          <a:bodyPr/>
          <a:lstStyle>
            <a:lvl1pPr algn="l">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8" name="Text Placeholder 2"/>
          <p:cNvSpPr>
            <a:spLocks noGrp="1"/>
          </p:cNvSpPr>
          <p:nvPr>
            <p:ph type="body" idx="1"/>
          </p:nvPr>
        </p:nvSpPr>
        <p:spPr>
          <a:xfrm>
            <a:off x="6096000" y="1702911"/>
            <a:ext cx="5616575" cy="272983"/>
          </a:xfrm>
        </p:spPr>
        <p:txBody>
          <a:bodyPr>
            <a:normAutofit/>
          </a:bodyPr>
          <a:lstStyle>
            <a:lvl1pPr marL="0" indent="0" algn="l">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14" name="Picture Placeholder 6"/>
          <p:cNvSpPr>
            <a:spLocks noGrp="1"/>
          </p:cNvSpPr>
          <p:nvPr>
            <p:ph type="pic" sz="quarter" idx="16"/>
          </p:nvPr>
        </p:nvSpPr>
        <p:spPr>
          <a:xfrm>
            <a:off x="3175004" y="4372102"/>
            <a:ext cx="1175430" cy="972340"/>
          </a:xfrm>
          <a:solidFill>
            <a:schemeClr val="bg1">
              <a:lumMod val="85000"/>
            </a:schemeClr>
          </a:solidFill>
          <a:ln w="57150">
            <a:solidFill>
              <a:schemeClr val="bg1"/>
            </a:solidFill>
          </a:ln>
        </p:spPr>
        <p:txBody>
          <a:bodyPr/>
          <a:lstStyle/>
          <a:p>
            <a:endParaRPr lang="en-AU"/>
          </a:p>
        </p:txBody>
      </p:sp>
      <p:sp>
        <p:nvSpPr>
          <p:cNvPr id="15" name="Picture Placeholder 6"/>
          <p:cNvSpPr>
            <a:spLocks noGrp="1"/>
          </p:cNvSpPr>
          <p:nvPr>
            <p:ph type="pic" sz="quarter" idx="17"/>
          </p:nvPr>
        </p:nvSpPr>
        <p:spPr>
          <a:xfrm>
            <a:off x="4350434" y="4372102"/>
            <a:ext cx="1175430" cy="972340"/>
          </a:xfrm>
          <a:solidFill>
            <a:schemeClr val="bg1">
              <a:lumMod val="85000"/>
            </a:schemeClr>
          </a:solidFill>
          <a:ln w="57150">
            <a:solidFill>
              <a:schemeClr val="bg1"/>
            </a:solidFill>
          </a:ln>
        </p:spPr>
        <p:txBody>
          <a:bodyPr/>
          <a:lstStyle/>
          <a:p>
            <a:endParaRPr lang="en-AU"/>
          </a:p>
        </p:txBody>
      </p:sp>
      <p:sp>
        <p:nvSpPr>
          <p:cNvPr id="23" name="Text Placeholder 21"/>
          <p:cNvSpPr>
            <a:spLocks noGrp="1"/>
          </p:cNvSpPr>
          <p:nvPr>
            <p:ph type="body" sz="quarter" idx="34"/>
          </p:nvPr>
        </p:nvSpPr>
        <p:spPr>
          <a:xfrm>
            <a:off x="6099595" y="2959028"/>
            <a:ext cx="5616575" cy="360363"/>
          </a:xfrm>
        </p:spPr>
        <p:txBody>
          <a:bodyPr/>
          <a:lstStyle>
            <a:lvl1pP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4" name="Text Placeholder 21"/>
          <p:cNvSpPr>
            <a:spLocks noGrp="1"/>
          </p:cNvSpPr>
          <p:nvPr>
            <p:ph type="body" sz="quarter" idx="21"/>
          </p:nvPr>
        </p:nvSpPr>
        <p:spPr>
          <a:xfrm>
            <a:off x="6099595" y="3368138"/>
            <a:ext cx="5616575" cy="2674864"/>
          </a:xfrm>
        </p:spPr>
        <p:txBody>
          <a:bodyPr>
            <a:normAutofit/>
          </a:bodyPr>
          <a:lstStyle>
            <a:lvl1pP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6" name="Text Placeholder 21"/>
          <p:cNvSpPr>
            <a:spLocks noGrp="1"/>
          </p:cNvSpPr>
          <p:nvPr>
            <p:ph type="body" sz="quarter" idx="35" hasCustomPrompt="1"/>
          </p:nvPr>
        </p:nvSpPr>
        <p:spPr>
          <a:xfrm>
            <a:off x="2943025" y="2171676"/>
            <a:ext cx="478016" cy="720899"/>
          </a:xfrm>
        </p:spPr>
        <p:txBody>
          <a:bodyPr>
            <a:noAutofit/>
          </a:bodyPr>
          <a:lstStyle>
            <a:lvl1pPr>
              <a:defRPr sz="5400" b="1">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1</a:t>
            </a:r>
            <a:endParaRPr lang="en-AU" dirty="0"/>
          </a:p>
        </p:txBody>
      </p:sp>
      <p:sp>
        <p:nvSpPr>
          <p:cNvPr id="27" name="Text Placeholder 21"/>
          <p:cNvSpPr>
            <a:spLocks noGrp="1"/>
          </p:cNvSpPr>
          <p:nvPr>
            <p:ph type="body" sz="quarter" idx="36" hasCustomPrompt="1"/>
          </p:nvPr>
        </p:nvSpPr>
        <p:spPr>
          <a:xfrm>
            <a:off x="1186835" y="4644385"/>
            <a:ext cx="478016" cy="427774"/>
          </a:xfrm>
        </p:spPr>
        <p:txBody>
          <a:bodyPr>
            <a:noAutofit/>
          </a:bodyPr>
          <a:lstStyle>
            <a:lvl1pPr>
              <a:defRPr sz="3200" b="1">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2</a:t>
            </a:r>
            <a:endParaRPr lang="en-AU" dirty="0"/>
          </a:p>
        </p:txBody>
      </p:sp>
      <p:sp>
        <p:nvSpPr>
          <p:cNvPr id="28" name="Text Placeholder 21"/>
          <p:cNvSpPr>
            <a:spLocks noGrp="1"/>
          </p:cNvSpPr>
          <p:nvPr>
            <p:ph type="body" sz="quarter" idx="37" hasCustomPrompt="1"/>
          </p:nvPr>
        </p:nvSpPr>
        <p:spPr>
          <a:xfrm>
            <a:off x="2348209" y="4644385"/>
            <a:ext cx="478016" cy="427774"/>
          </a:xfrm>
        </p:spPr>
        <p:txBody>
          <a:bodyPr>
            <a:noAutofit/>
          </a:bodyPr>
          <a:lstStyle>
            <a:lvl1pPr>
              <a:defRPr sz="3200" b="1">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3</a:t>
            </a:r>
            <a:endParaRPr lang="en-AU" dirty="0"/>
          </a:p>
        </p:txBody>
      </p:sp>
      <p:sp>
        <p:nvSpPr>
          <p:cNvPr id="29" name="Text Placeholder 21"/>
          <p:cNvSpPr>
            <a:spLocks noGrp="1"/>
          </p:cNvSpPr>
          <p:nvPr>
            <p:ph type="body" sz="quarter" idx="38" hasCustomPrompt="1"/>
          </p:nvPr>
        </p:nvSpPr>
        <p:spPr>
          <a:xfrm>
            <a:off x="3518358" y="4644385"/>
            <a:ext cx="478016" cy="427774"/>
          </a:xfrm>
        </p:spPr>
        <p:txBody>
          <a:bodyPr>
            <a:noAutofit/>
          </a:bodyPr>
          <a:lstStyle>
            <a:lvl1pPr>
              <a:defRPr sz="3200" b="1">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4</a:t>
            </a:r>
            <a:endParaRPr lang="en-AU" dirty="0"/>
          </a:p>
        </p:txBody>
      </p:sp>
      <p:sp>
        <p:nvSpPr>
          <p:cNvPr id="30" name="Text Placeholder 21"/>
          <p:cNvSpPr>
            <a:spLocks noGrp="1"/>
          </p:cNvSpPr>
          <p:nvPr>
            <p:ph type="body" sz="quarter" idx="39" hasCustomPrompt="1"/>
          </p:nvPr>
        </p:nvSpPr>
        <p:spPr>
          <a:xfrm>
            <a:off x="4699141" y="4644385"/>
            <a:ext cx="478016" cy="427774"/>
          </a:xfrm>
        </p:spPr>
        <p:txBody>
          <a:bodyPr>
            <a:noAutofit/>
          </a:bodyPr>
          <a:lstStyle>
            <a:lvl1pPr>
              <a:defRPr sz="3200" b="1">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5</a:t>
            </a:r>
            <a:endParaRPr lang="en-AU" dirty="0"/>
          </a:p>
        </p:txBody>
      </p:sp>
    </p:spTree>
    <p:extLst>
      <p:ext uri="{BB962C8B-B14F-4D97-AF65-F5344CB8AC3E}">
        <p14:creationId xmlns:p14="http://schemas.microsoft.com/office/powerpoint/2010/main" val="246085340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42" presetClass="entr" presetSubtype="0" fill="hold" grpId="0" nodeType="afterEffect">
                                  <p:stCondLst>
                                    <p:cond delay="0"/>
                                  </p:stCondLst>
                                  <p:childTnLst>
                                    <p:set>
                                      <p:cBhvr>
                                        <p:cTn id="10" dur="1" fill="hold">
                                          <p:stCondLst>
                                            <p:cond delay="0"/>
                                          </p:stCondLst>
                                        </p:cTn>
                                        <p:tgtEl>
                                          <p:spTgt spid="8">
                                            <p:txEl>
                                              <p:pRg st="0" end="0"/>
                                            </p:txEl>
                                          </p:spTgt>
                                        </p:tgtEl>
                                        <p:attrNameLst>
                                          <p:attrName>style.visibility</p:attrName>
                                        </p:attrNameLst>
                                      </p:cBhvr>
                                      <p:to>
                                        <p:strVal val="visible"/>
                                      </p:to>
                                    </p:set>
                                    <p:animEffect transition="in" filter="fade">
                                      <p:cBhvr>
                                        <p:cTn id="11" dur="500"/>
                                        <p:tgtEl>
                                          <p:spTgt spid="8">
                                            <p:txEl>
                                              <p:pRg st="0" end="0"/>
                                            </p:txEl>
                                          </p:spTgt>
                                        </p:tgtEl>
                                      </p:cBhvr>
                                    </p:animEffect>
                                    <p:anim calcmode="lin" valueType="num">
                                      <p:cBhvr>
                                        <p:cTn id="12"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4" fill="hold">
                            <p:stCondLst>
                              <p:cond delay="1000"/>
                            </p:stCondLst>
                            <p:childTnLst>
                              <p:par>
                                <p:cTn id="15" presetID="53" presetClass="entr" presetSubtype="16" fill="hold" grpId="0" nodeType="afterEffect">
                                  <p:stCondLst>
                                    <p:cond delay="0"/>
                                  </p:stCondLst>
                                  <p:childTnLst>
                                    <p:set>
                                      <p:cBhvr>
                                        <p:cTn id="16" dur="1" fill="hold">
                                          <p:stCondLst>
                                            <p:cond delay="0"/>
                                          </p:stCondLst>
                                        </p:cTn>
                                        <p:tgtEl>
                                          <p:spTgt spid="7"/>
                                        </p:tgtEl>
                                        <p:attrNameLst>
                                          <p:attrName>style.visibility</p:attrName>
                                        </p:attrNameLst>
                                      </p:cBhvr>
                                      <p:to>
                                        <p:strVal val="visible"/>
                                      </p:to>
                                    </p:set>
                                    <p:anim calcmode="lin" valueType="num">
                                      <p:cBhvr>
                                        <p:cTn id="17" dur="500" fill="hold"/>
                                        <p:tgtEl>
                                          <p:spTgt spid="7"/>
                                        </p:tgtEl>
                                        <p:attrNameLst>
                                          <p:attrName>ppt_w</p:attrName>
                                        </p:attrNameLst>
                                      </p:cBhvr>
                                      <p:tavLst>
                                        <p:tav tm="0">
                                          <p:val>
                                            <p:fltVal val="0"/>
                                          </p:val>
                                        </p:tav>
                                        <p:tav tm="100000">
                                          <p:val>
                                            <p:strVal val="#ppt_w"/>
                                          </p:val>
                                        </p:tav>
                                      </p:tavLst>
                                    </p:anim>
                                    <p:anim calcmode="lin" valueType="num">
                                      <p:cBhvr>
                                        <p:cTn id="18" dur="500" fill="hold"/>
                                        <p:tgtEl>
                                          <p:spTgt spid="7"/>
                                        </p:tgtEl>
                                        <p:attrNameLst>
                                          <p:attrName>ppt_h</p:attrName>
                                        </p:attrNameLst>
                                      </p:cBhvr>
                                      <p:tavLst>
                                        <p:tav tm="0">
                                          <p:val>
                                            <p:fltVal val="0"/>
                                          </p:val>
                                        </p:tav>
                                        <p:tav tm="100000">
                                          <p:val>
                                            <p:strVal val="#ppt_h"/>
                                          </p:val>
                                        </p:tav>
                                      </p:tavLst>
                                    </p:anim>
                                    <p:animEffect transition="in" filter="fade">
                                      <p:cBhvr>
                                        <p:cTn id="19" dur="500"/>
                                        <p:tgtEl>
                                          <p:spTgt spid="7"/>
                                        </p:tgtEl>
                                      </p:cBhvr>
                                    </p:animEffect>
                                  </p:childTnLst>
                                </p:cTn>
                              </p:par>
                            </p:childTnLst>
                          </p:cTn>
                        </p:par>
                        <p:par>
                          <p:cTn id="20" fill="hold">
                            <p:stCondLst>
                              <p:cond delay="1500"/>
                            </p:stCondLst>
                            <p:childTnLst>
                              <p:par>
                                <p:cTn id="21" presetID="53" presetClass="entr" presetSubtype="16" fill="hold" grpId="0" nodeType="afterEffect">
                                  <p:stCondLst>
                                    <p:cond delay="0"/>
                                  </p:stCondLst>
                                  <p:childTnLst>
                                    <p:set>
                                      <p:cBhvr>
                                        <p:cTn id="22" dur="1" fill="hold">
                                          <p:stCondLst>
                                            <p:cond delay="0"/>
                                          </p:stCondLst>
                                        </p:cTn>
                                        <p:tgtEl>
                                          <p:spTgt spid="12"/>
                                        </p:tgtEl>
                                        <p:attrNameLst>
                                          <p:attrName>style.visibility</p:attrName>
                                        </p:attrNameLst>
                                      </p:cBhvr>
                                      <p:to>
                                        <p:strVal val="visible"/>
                                      </p:to>
                                    </p:set>
                                    <p:anim calcmode="lin" valueType="num">
                                      <p:cBhvr>
                                        <p:cTn id="23" dur="500" fill="hold"/>
                                        <p:tgtEl>
                                          <p:spTgt spid="12"/>
                                        </p:tgtEl>
                                        <p:attrNameLst>
                                          <p:attrName>ppt_w</p:attrName>
                                        </p:attrNameLst>
                                      </p:cBhvr>
                                      <p:tavLst>
                                        <p:tav tm="0">
                                          <p:val>
                                            <p:fltVal val="0"/>
                                          </p:val>
                                        </p:tav>
                                        <p:tav tm="100000">
                                          <p:val>
                                            <p:strVal val="#ppt_w"/>
                                          </p:val>
                                        </p:tav>
                                      </p:tavLst>
                                    </p:anim>
                                    <p:anim calcmode="lin" valueType="num">
                                      <p:cBhvr>
                                        <p:cTn id="24" dur="500" fill="hold"/>
                                        <p:tgtEl>
                                          <p:spTgt spid="12"/>
                                        </p:tgtEl>
                                        <p:attrNameLst>
                                          <p:attrName>ppt_h</p:attrName>
                                        </p:attrNameLst>
                                      </p:cBhvr>
                                      <p:tavLst>
                                        <p:tav tm="0">
                                          <p:val>
                                            <p:fltVal val="0"/>
                                          </p:val>
                                        </p:tav>
                                        <p:tav tm="100000">
                                          <p:val>
                                            <p:strVal val="#ppt_h"/>
                                          </p:val>
                                        </p:tav>
                                      </p:tavLst>
                                    </p:anim>
                                    <p:animEffect transition="in" filter="fade">
                                      <p:cBhvr>
                                        <p:cTn id="25" dur="500"/>
                                        <p:tgtEl>
                                          <p:spTgt spid="12"/>
                                        </p:tgtEl>
                                      </p:cBhvr>
                                    </p:animEffect>
                                  </p:childTnLst>
                                </p:cTn>
                              </p:par>
                            </p:childTnLst>
                          </p:cTn>
                        </p:par>
                        <p:par>
                          <p:cTn id="26" fill="hold">
                            <p:stCondLst>
                              <p:cond delay="2000"/>
                            </p:stCondLst>
                            <p:childTnLst>
                              <p:par>
                                <p:cTn id="27" presetID="53" presetClass="entr" presetSubtype="16" fill="hold" grpId="0" nodeType="afterEffect">
                                  <p:stCondLst>
                                    <p:cond delay="0"/>
                                  </p:stCondLst>
                                  <p:childTnLst>
                                    <p:set>
                                      <p:cBhvr>
                                        <p:cTn id="28" dur="1" fill="hold">
                                          <p:stCondLst>
                                            <p:cond delay="0"/>
                                          </p:stCondLst>
                                        </p:cTn>
                                        <p:tgtEl>
                                          <p:spTgt spid="13"/>
                                        </p:tgtEl>
                                        <p:attrNameLst>
                                          <p:attrName>style.visibility</p:attrName>
                                        </p:attrNameLst>
                                      </p:cBhvr>
                                      <p:to>
                                        <p:strVal val="visible"/>
                                      </p:to>
                                    </p:set>
                                    <p:anim calcmode="lin" valueType="num">
                                      <p:cBhvr>
                                        <p:cTn id="29" dur="500" fill="hold"/>
                                        <p:tgtEl>
                                          <p:spTgt spid="13"/>
                                        </p:tgtEl>
                                        <p:attrNameLst>
                                          <p:attrName>ppt_w</p:attrName>
                                        </p:attrNameLst>
                                      </p:cBhvr>
                                      <p:tavLst>
                                        <p:tav tm="0">
                                          <p:val>
                                            <p:fltVal val="0"/>
                                          </p:val>
                                        </p:tav>
                                        <p:tav tm="100000">
                                          <p:val>
                                            <p:strVal val="#ppt_w"/>
                                          </p:val>
                                        </p:tav>
                                      </p:tavLst>
                                    </p:anim>
                                    <p:anim calcmode="lin" valueType="num">
                                      <p:cBhvr>
                                        <p:cTn id="30" dur="500" fill="hold"/>
                                        <p:tgtEl>
                                          <p:spTgt spid="13"/>
                                        </p:tgtEl>
                                        <p:attrNameLst>
                                          <p:attrName>ppt_h</p:attrName>
                                        </p:attrNameLst>
                                      </p:cBhvr>
                                      <p:tavLst>
                                        <p:tav tm="0">
                                          <p:val>
                                            <p:fltVal val="0"/>
                                          </p:val>
                                        </p:tav>
                                        <p:tav tm="100000">
                                          <p:val>
                                            <p:strVal val="#ppt_h"/>
                                          </p:val>
                                        </p:tav>
                                      </p:tavLst>
                                    </p:anim>
                                    <p:animEffect transition="in" filter="fade">
                                      <p:cBhvr>
                                        <p:cTn id="31" dur="500"/>
                                        <p:tgtEl>
                                          <p:spTgt spid="13"/>
                                        </p:tgtEl>
                                      </p:cBhvr>
                                    </p:animEffect>
                                  </p:childTnLst>
                                </p:cTn>
                              </p:par>
                            </p:childTnLst>
                          </p:cTn>
                        </p:par>
                        <p:par>
                          <p:cTn id="32" fill="hold">
                            <p:stCondLst>
                              <p:cond delay="2500"/>
                            </p:stCondLst>
                            <p:childTnLst>
                              <p:par>
                                <p:cTn id="33" presetID="53" presetClass="entr" presetSubtype="16" fill="hold" grpId="0" nodeType="afterEffect">
                                  <p:stCondLst>
                                    <p:cond delay="0"/>
                                  </p:stCondLst>
                                  <p:childTnLst>
                                    <p:set>
                                      <p:cBhvr>
                                        <p:cTn id="34" dur="1" fill="hold">
                                          <p:stCondLst>
                                            <p:cond delay="0"/>
                                          </p:stCondLst>
                                        </p:cTn>
                                        <p:tgtEl>
                                          <p:spTgt spid="14"/>
                                        </p:tgtEl>
                                        <p:attrNameLst>
                                          <p:attrName>style.visibility</p:attrName>
                                        </p:attrNameLst>
                                      </p:cBhvr>
                                      <p:to>
                                        <p:strVal val="visible"/>
                                      </p:to>
                                    </p:set>
                                    <p:anim calcmode="lin" valueType="num">
                                      <p:cBhvr>
                                        <p:cTn id="35" dur="500" fill="hold"/>
                                        <p:tgtEl>
                                          <p:spTgt spid="14"/>
                                        </p:tgtEl>
                                        <p:attrNameLst>
                                          <p:attrName>ppt_w</p:attrName>
                                        </p:attrNameLst>
                                      </p:cBhvr>
                                      <p:tavLst>
                                        <p:tav tm="0">
                                          <p:val>
                                            <p:fltVal val="0"/>
                                          </p:val>
                                        </p:tav>
                                        <p:tav tm="100000">
                                          <p:val>
                                            <p:strVal val="#ppt_w"/>
                                          </p:val>
                                        </p:tav>
                                      </p:tavLst>
                                    </p:anim>
                                    <p:anim calcmode="lin" valueType="num">
                                      <p:cBhvr>
                                        <p:cTn id="36" dur="500" fill="hold"/>
                                        <p:tgtEl>
                                          <p:spTgt spid="14"/>
                                        </p:tgtEl>
                                        <p:attrNameLst>
                                          <p:attrName>ppt_h</p:attrName>
                                        </p:attrNameLst>
                                      </p:cBhvr>
                                      <p:tavLst>
                                        <p:tav tm="0">
                                          <p:val>
                                            <p:fltVal val="0"/>
                                          </p:val>
                                        </p:tav>
                                        <p:tav tm="100000">
                                          <p:val>
                                            <p:strVal val="#ppt_h"/>
                                          </p:val>
                                        </p:tav>
                                      </p:tavLst>
                                    </p:anim>
                                    <p:animEffect transition="in" filter="fade">
                                      <p:cBhvr>
                                        <p:cTn id="37" dur="500"/>
                                        <p:tgtEl>
                                          <p:spTgt spid="14"/>
                                        </p:tgtEl>
                                      </p:cBhvr>
                                    </p:animEffect>
                                  </p:childTnLst>
                                </p:cTn>
                              </p:par>
                            </p:childTnLst>
                          </p:cTn>
                        </p:par>
                        <p:par>
                          <p:cTn id="38" fill="hold">
                            <p:stCondLst>
                              <p:cond delay="3000"/>
                            </p:stCondLst>
                            <p:childTnLst>
                              <p:par>
                                <p:cTn id="39" presetID="53" presetClass="entr" presetSubtype="16" fill="hold" grpId="0" nodeType="afterEffect">
                                  <p:stCondLst>
                                    <p:cond delay="0"/>
                                  </p:stCondLst>
                                  <p:childTnLst>
                                    <p:set>
                                      <p:cBhvr>
                                        <p:cTn id="40" dur="1" fill="hold">
                                          <p:stCondLst>
                                            <p:cond delay="0"/>
                                          </p:stCondLst>
                                        </p:cTn>
                                        <p:tgtEl>
                                          <p:spTgt spid="15"/>
                                        </p:tgtEl>
                                        <p:attrNameLst>
                                          <p:attrName>style.visibility</p:attrName>
                                        </p:attrNameLst>
                                      </p:cBhvr>
                                      <p:to>
                                        <p:strVal val="visible"/>
                                      </p:to>
                                    </p:set>
                                    <p:anim calcmode="lin" valueType="num">
                                      <p:cBhvr>
                                        <p:cTn id="41" dur="500" fill="hold"/>
                                        <p:tgtEl>
                                          <p:spTgt spid="15"/>
                                        </p:tgtEl>
                                        <p:attrNameLst>
                                          <p:attrName>ppt_w</p:attrName>
                                        </p:attrNameLst>
                                      </p:cBhvr>
                                      <p:tavLst>
                                        <p:tav tm="0">
                                          <p:val>
                                            <p:fltVal val="0"/>
                                          </p:val>
                                        </p:tav>
                                        <p:tav tm="100000">
                                          <p:val>
                                            <p:strVal val="#ppt_w"/>
                                          </p:val>
                                        </p:tav>
                                      </p:tavLst>
                                    </p:anim>
                                    <p:anim calcmode="lin" valueType="num">
                                      <p:cBhvr>
                                        <p:cTn id="42" dur="500" fill="hold"/>
                                        <p:tgtEl>
                                          <p:spTgt spid="15"/>
                                        </p:tgtEl>
                                        <p:attrNameLst>
                                          <p:attrName>ppt_h</p:attrName>
                                        </p:attrNameLst>
                                      </p:cBhvr>
                                      <p:tavLst>
                                        <p:tav tm="0">
                                          <p:val>
                                            <p:fltVal val="0"/>
                                          </p:val>
                                        </p:tav>
                                        <p:tav tm="100000">
                                          <p:val>
                                            <p:strVal val="#ppt_h"/>
                                          </p:val>
                                        </p:tav>
                                      </p:tavLst>
                                    </p:anim>
                                    <p:animEffect transition="in" filter="fade">
                                      <p:cBhvr>
                                        <p:cTn id="43" dur="500"/>
                                        <p:tgtEl>
                                          <p:spTgt spid="15"/>
                                        </p:tgtEl>
                                      </p:cBhvr>
                                    </p:animEffect>
                                  </p:childTnLst>
                                </p:cTn>
                              </p:par>
                            </p:childTnLst>
                          </p:cTn>
                        </p:par>
                        <p:par>
                          <p:cTn id="44" fill="hold">
                            <p:stCondLst>
                              <p:cond delay="3500"/>
                            </p:stCondLst>
                            <p:childTnLst>
                              <p:par>
                                <p:cTn id="45" presetID="53" presetClass="entr" presetSubtype="16" fill="hold" grpId="0" nodeType="afterEffect" nodePh="1">
                                  <p:stCondLst>
                                    <p:cond delay="0"/>
                                  </p:stCondLst>
                                  <p:endCondLst>
                                    <p:cond evt="begin" delay="0">
                                      <p:tn val="45"/>
                                    </p:cond>
                                  </p:endCondLst>
                                  <p:childTnLst>
                                    <p:set>
                                      <p:cBhvr>
                                        <p:cTn id="46" dur="1" fill="hold">
                                          <p:stCondLst>
                                            <p:cond delay="0"/>
                                          </p:stCondLst>
                                        </p:cTn>
                                        <p:tgtEl>
                                          <p:spTgt spid="23">
                                            <p:txEl>
                                              <p:pRg st="0" end="0"/>
                                            </p:txEl>
                                          </p:spTgt>
                                        </p:tgtEl>
                                        <p:attrNameLst>
                                          <p:attrName>style.visibility</p:attrName>
                                        </p:attrNameLst>
                                      </p:cBhvr>
                                      <p:to>
                                        <p:strVal val="visible"/>
                                      </p:to>
                                    </p:set>
                                    <p:anim calcmode="lin" valueType="num">
                                      <p:cBhvr>
                                        <p:cTn id="47" dur="500" fill="hold"/>
                                        <p:tgtEl>
                                          <p:spTgt spid="23">
                                            <p:txEl>
                                              <p:pRg st="0" end="0"/>
                                            </p:txEl>
                                          </p:spTgt>
                                        </p:tgtEl>
                                        <p:attrNameLst>
                                          <p:attrName>ppt_w</p:attrName>
                                        </p:attrNameLst>
                                      </p:cBhvr>
                                      <p:tavLst>
                                        <p:tav tm="0">
                                          <p:val>
                                            <p:fltVal val="0"/>
                                          </p:val>
                                        </p:tav>
                                        <p:tav tm="100000">
                                          <p:val>
                                            <p:strVal val="#ppt_w"/>
                                          </p:val>
                                        </p:tav>
                                      </p:tavLst>
                                    </p:anim>
                                    <p:anim calcmode="lin" valueType="num">
                                      <p:cBhvr>
                                        <p:cTn id="48" dur="500" fill="hold"/>
                                        <p:tgtEl>
                                          <p:spTgt spid="23">
                                            <p:txEl>
                                              <p:pRg st="0" end="0"/>
                                            </p:txEl>
                                          </p:spTgt>
                                        </p:tgtEl>
                                        <p:attrNameLst>
                                          <p:attrName>ppt_h</p:attrName>
                                        </p:attrNameLst>
                                      </p:cBhvr>
                                      <p:tavLst>
                                        <p:tav tm="0">
                                          <p:val>
                                            <p:fltVal val="0"/>
                                          </p:val>
                                        </p:tav>
                                        <p:tav tm="100000">
                                          <p:val>
                                            <p:strVal val="#ppt_h"/>
                                          </p:val>
                                        </p:tav>
                                      </p:tavLst>
                                    </p:anim>
                                    <p:animEffect transition="in" filter="fade">
                                      <p:cBhvr>
                                        <p:cTn id="49" dur="500"/>
                                        <p:tgtEl>
                                          <p:spTgt spid="23">
                                            <p:txEl>
                                              <p:pRg st="0" end="0"/>
                                            </p:txEl>
                                          </p:spTgt>
                                        </p:tgtEl>
                                      </p:cBhvr>
                                    </p:animEffect>
                                  </p:childTnLst>
                                </p:cTn>
                              </p:par>
                            </p:childTnLst>
                          </p:cTn>
                        </p:par>
                        <p:par>
                          <p:cTn id="50" fill="hold">
                            <p:stCondLst>
                              <p:cond delay="4000"/>
                            </p:stCondLst>
                            <p:childTnLst>
                              <p:par>
                                <p:cTn id="51" presetID="42" presetClass="entr" presetSubtype="0" fill="hold" grpId="0" nodeType="afterEffect" nodePh="1">
                                  <p:stCondLst>
                                    <p:cond delay="0"/>
                                  </p:stCondLst>
                                  <p:endCondLst>
                                    <p:cond evt="begin" delay="0">
                                      <p:tn val="51"/>
                                    </p:cond>
                                  </p:endCondLst>
                                  <p:childTnLst>
                                    <p:set>
                                      <p:cBhvr>
                                        <p:cTn id="52" dur="1" fill="hold">
                                          <p:stCondLst>
                                            <p:cond delay="0"/>
                                          </p:stCondLst>
                                        </p:cTn>
                                        <p:tgtEl>
                                          <p:spTgt spid="24">
                                            <p:txEl>
                                              <p:pRg st="0" end="0"/>
                                            </p:txEl>
                                          </p:spTgt>
                                        </p:tgtEl>
                                        <p:attrNameLst>
                                          <p:attrName>style.visibility</p:attrName>
                                        </p:attrNameLst>
                                      </p:cBhvr>
                                      <p:to>
                                        <p:strVal val="visible"/>
                                      </p:to>
                                    </p:set>
                                    <p:animEffect transition="in" filter="fade">
                                      <p:cBhvr>
                                        <p:cTn id="53" dur="500"/>
                                        <p:tgtEl>
                                          <p:spTgt spid="24">
                                            <p:txEl>
                                              <p:pRg st="0" end="0"/>
                                            </p:txEl>
                                          </p:spTgt>
                                        </p:tgtEl>
                                      </p:cBhvr>
                                    </p:animEffect>
                                    <p:anim calcmode="lin" valueType="num">
                                      <p:cBhvr>
                                        <p:cTn id="54"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p:cTn id="55" dur="500" fill="hold"/>
                                        <p:tgtEl>
                                          <p:spTgt spid="24">
                                            <p:txEl>
                                              <p:pRg st="0" end="0"/>
                                            </p:txEl>
                                          </p:spTgt>
                                        </p:tgtEl>
                                        <p:attrNameLst>
                                          <p:attrName>ppt_y</p:attrName>
                                        </p:attrNameLst>
                                      </p:cBhvr>
                                      <p:tavLst>
                                        <p:tav tm="0">
                                          <p:val>
                                            <p:strVal val="#ppt_y+.1"/>
                                          </p:val>
                                        </p:tav>
                                        <p:tav tm="100000">
                                          <p:val>
                                            <p:strVal val="#ppt_y"/>
                                          </p:val>
                                        </p:tav>
                                      </p:tavLst>
                                    </p:anim>
                                  </p:childTnLst>
                                </p:cTn>
                              </p:par>
                            </p:childTnLst>
                          </p:cTn>
                        </p:par>
                        <p:par>
                          <p:cTn id="56" fill="hold">
                            <p:stCondLst>
                              <p:cond delay="4500"/>
                            </p:stCondLst>
                            <p:childTnLst>
                              <p:par>
                                <p:cTn id="57" presetID="53" presetClass="entr" presetSubtype="16" fill="hold" grpId="0" nodeType="afterEffect">
                                  <p:stCondLst>
                                    <p:cond delay="0"/>
                                  </p:stCondLst>
                                  <p:childTnLst>
                                    <p:set>
                                      <p:cBhvr>
                                        <p:cTn id="58" dur="1" fill="hold">
                                          <p:stCondLst>
                                            <p:cond delay="0"/>
                                          </p:stCondLst>
                                        </p:cTn>
                                        <p:tgtEl>
                                          <p:spTgt spid="26">
                                            <p:txEl>
                                              <p:pRg st="0" end="0"/>
                                            </p:txEl>
                                          </p:spTgt>
                                        </p:tgtEl>
                                        <p:attrNameLst>
                                          <p:attrName>style.visibility</p:attrName>
                                        </p:attrNameLst>
                                      </p:cBhvr>
                                      <p:to>
                                        <p:strVal val="visible"/>
                                      </p:to>
                                    </p:set>
                                    <p:anim calcmode="lin" valueType="num">
                                      <p:cBhvr>
                                        <p:cTn id="59" dur="500" fill="hold"/>
                                        <p:tgtEl>
                                          <p:spTgt spid="26">
                                            <p:txEl>
                                              <p:pRg st="0" end="0"/>
                                            </p:txEl>
                                          </p:spTgt>
                                        </p:tgtEl>
                                        <p:attrNameLst>
                                          <p:attrName>ppt_w</p:attrName>
                                        </p:attrNameLst>
                                      </p:cBhvr>
                                      <p:tavLst>
                                        <p:tav tm="0">
                                          <p:val>
                                            <p:fltVal val="0"/>
                                          </p:val>
                                        </p:tav>
                                        <p:tav tm="100000">
                                          <p:val>
                                            <p:strVal val="#ppt_w"/>
                                          </p:val>
                                        </p:tav>
                                      </p:tavLst>
                                    </p:anim>
                                    <p:anim calcmode="lin" valueType="num">
                                      <p:cBhvr>
                                        <p:cTn id="60" dur="500" fill="hold"/>
                                        <p:tgtEl>
                                          <p:spTgt spid="26">
                                            <p:txEl>
                                              <p:pRg st="0" end="0"/>
                                            </p:txEl>
                                          </p:spTgt>
                                        </p:tgtEl>
                                        <p:attrNameLst>
                                          <p:attrName>ppt_h</p:attrName>
                                        </p:attrNameLst>
                                      </p:cBhvr>
                                      <p:tavLst>
                                        <p:tav tm="0">
                                          <p:val>
                                            <p:fltVal val="0"/>
                                          </p:val>
                                        </p:tav>
                                        <p:tav tm="100000">
                                          <p:val>
                                            <p:strVal val="#ppt_h"/>
                                          </p:val>
                                        </p:tav>
                                      </p:tavLst>
                                    </p:anim>
                                    <p:animEffect transition="in" filter="fade">
                                      <p:cBhvr>
                                        <p:cTn id="61" dur="500"/>
                                        <p:tgtEl>
                                          <p:spTgt spid="26">
                                            <p:txEl>
                                              <p:pRg st="0" end="0"/>
                                            </p:txEl>
                                          </p:spTgt>
                                        </p:tgtEl>
                                      </p:cBhvr>
                                    </p:animEffect>
                                  </p:childTnLst>
                                </p:cTn>
                              </p:par>
                            </p:childTnLst>
                          </p:cTn>
                        </p:par>
                        <p:par>
                          <p:cTn id="62" fill="hold">
                            <p:stCondLst>
                              <p:cond delay="5000"/>
                            </p:stCondLst>
                            <p:childTnLst>
                              <p:par>
                                <p:cTn id="63" presetID="53" presetClass="entr" presetSubtype="16" fill="hold" grpId="0" nodeType="afterEffect">
                                  <p:stCondLst>
                                    <p:cond delay="0"/>
                                  </p:stCondLst>
                                  <p:childTnLst>
                                    <p:set>
                                      <p:cBhvr>
                                        <p:cTn id="64" dur="1" fill="hold">
                                          <p:stCondLst>
                                            <p:cond delay="0"/>
                                          </p:stCondLst>
                                        </p:cTn>
                                        <p:tgtEl>
                                          <p:spTgt spid="27">
                                            <p:txEl>
                                              <p:pRg st="0" end="0"/>
                                            </p:txEl>
                                          </p:spTgt>
                                        </p:tgtEl>
                                        <p:attrNameLst>
                                          <p:attrName>style.visibility</p:attrName>
                                        </p:attrNameLst>
                                      </p:cBhvr>
                                      <p:to>
                                        <p:strVal val="visible"/>
                                      </p:to>
                                    </p:set>
                                    <p:anim calcmode="lin" valueType="num">
                                      <p:cBhvr>
                                        <p:cTn id="65" dur="500" fill="hold"/>
                                        <p:tgtEl>
                                          <p:spTgt spid="27">
                                            <p:txEl>
                                              <p:pRg st="0" end="0"/>
                                            </p:txEl>
                                          </p:spTgt>
                                        </p:tgtEl>
                                        <p:attrNameLst>
                                          <p:attrName>ppt_w</p:attrName>
                                        </p:attrNameLst>
                                      </p:cBhvr>
                                      <p:tavLst>
                                        <p:tav tm="0">
                                          <p:val>
                                            <p:fltVal val="0"/>
                                          </p:val>
                                        </p:tav>
                                        <p:tav tm="100000">
                                          <p:val>
                                            <p:strVal val="#ppt_w"/>
                                          </p:val>
                                        </p:tav>
                                      </p:tavLst>
                                    </p:anim>
                                    <p:anim calcmode="lin" valueType="num">
                                      <p:cBhvr>
                                        <p:cTn id="66" dur="500" fill="hold"/>
                                        <p:tgtEl>
                                          <p:spTgt spid="27">
                                            <p:txEl>
                                              <p:pRg st="0" end="0"/>
                                            </p:txEl>
                                          </p:spTgt>
                                        </p:tgtEl>
                                        <p:attrNameLst>
                                          <p:attrName>ppt_h</p:attrName>
                                        </p:attrNameLst>
                                      </p:cBhvr>
                                      <p:tavLst>
                                        <p:tav tm="0">
                                          <p:val>
                                            <p:fltVal val="0"/>
                                          </p:val>
                                        </p:tav>
                                        <p:tav tm="100000">
                                          <p:val>
                                            <p:strVal val="#ppt_h"/>
                                          </p:val>
                                        </p:tav>
                                      </p:tavLst>
                                    </p:anim>
                                    <p:animEffect transition="in" filter="fade">
                                      <p:cBhvr>
                                        <p:cTn id="67" dur="500"/>
                                        <p:tgtEl>
                                          <p:spTgt spid="27">
                                            <p:txEl>
                                              <p:pRg st="0" end="0"/>
                                            </p:txEl>
                                          </p:spTgt>
                                        </p:tgtEl>
                                      </p:cBhvr>
                                    </p:animEffect>
                                  </p:childTnLst>
                                </p:cTn>
                              </p:par>
                            </p:childTnLst>
                          </p:cTn>
                        </p:par>
                        <p:par>
                          <p:cTn id="68" fill="hold">
                            <p:stCondLst>
                              <p:cond delay="5500"/>
                            </p:stCondLst>
                            <p:childTnLst>
                              <p:par>
                                <p:cTn id="69" presetID="53" presetClass="entr" presetSubtype="16" fill="hold" grpId="0" nodeType="afterEffect">
                                  <p:stCondLst>
                                    <p:cond delay="0"/>
                                  </p:stCondLst>
                                  <p:childTnLst>
                                    <p:set>
                                      <p:cBhvr>
                                        <p:cTn id="70" dur="1" fill="hold">
                                          <p:stCondLst>
                                            <p:cond delay="0"/>
                                          </p:stCondLst>
                                        </p:cTn>
                                        <p:tgtEl>
                                          <p:spTgt spid="28">
                                            <p:txEl>
                                              <p:pRg st="0" end="0"/>
                                            </p:txEl>
                                          </p:spTgt>
                                        </p:tgtEl>
                                        <p:attrNameLst>
                                          <p:attrName>style.visibility</p:attrName>
                                        </p:attrNameLst>
                                      </p:cBhvr>
                                      <p:to>
                                        <p:strVal val="visible"/>
                                      </p:to>
                                    </p:set>
                                    <p:anim calcmode="lin" valueType="num">
                                      <p:cBhvr>
                                        <p:cTn id="71" dur="500" fill="hold"/>
                                        <p:tgtEl>
                                          <p:spTgt spid="28">
                                            <p:txEl>
                                              <p:pRg st="0" end="0"/>
                                            </p:txEl>
                                          </p:spTgt>
                                        </p:tgtEl>
                                        <p:attrNameLst>
                                          <p:attrName>ppt_w</p:attrName>
                                        </p:attrNameLst>
                                      </p:cBhvr>
                                      <p:tavLst>
                                        <p:tav tm="0">
                                          <p:val>
                                            <p:fltVal val="0"/>
                                          </p:val>
                                        </p:tav>
                                        <p:tav tm="100000">
                                          <p:val>
                                            <p:strVal val="#ppt_w"/>
                                          </p:val>
                                        </p:tav>
                                      </p:tavLst>
                                    </p:anim>
                                    <p:anim calcmode="lin" valueType="num">
                                      <p:cBhvr>
                                        <p:cTn id="72" dur="500" fill="hold"/>
                                        <p:tgtEl>
                                          <p:spTgt spid="28">
                                            <p:txEl>
                                              <p:pRg st="0" end="0"/>
                                            </p:txEl>
                                          </p:spTgt>
                                        </p:tgtEl>
                                        <p:attrNameLst>
                                          <p:attrName>ppt_h</p:attrName>
                                        </p:attrNameLst>
                                      </p:cBhvr>
                                      <p:tavLst>
                                        <p:tav tm="0">
                                          <p:val>
                                            <p:fltVal val="0"/>
                                          </p:val>
                                        </p:tav>
                                        <p:tav tm="100000">
                                          <p:val>
                                            <p:strVal val="#ppt_h"/>
                                          </p:val>
                                        </p:tav>
                                      </p:tavLst>
                                    </p:anim>
                                    <p:animEffect transition="in" filter="fade">
                                      <p:cBhvr>
                                        <p:cTn id="73" dur="500"/>
                                        <p:tgtEl>
                                          <p:spTgt spid="28">
                                            <p:txEl>
                                              <p:pRg st="0" end="0"/>
                                            </p:txEl>
                                          </p:spTgt>
                                        </p:tgtEl>
                                      </p:cBhvr>
                                    </p:animEffect>
                                  </p:childTnLst>
                                </p:cTn>
                              </p:par>
                            </p:childTnLst>
                          </p:cTn>
                        </p:par>
                        <p:par>
                          <p:cTn id="74" fill="hold">
                            <p:stCondLst>
                              <p:cond delay="6000"/>
                            </p:stCondLst>
                            <p:childTnLst>
                              <p:par>
                                <p:cTn id="75" presetID="53" presetClass="entr" presetSubtype="16" fill="hold" grpId="0" nodeType="afterEffect">
                                  <p:stCondLst>
                                    <p:cond delay="0"/>
                                  </p:stCondLst>
                                  <p:childTnLst>
                                    <p:set>
                                      <p:cBhvr>
                                        <p:cTn id="76" dur="1" fill="hold">
                                          <p:stCondLst>
                                            <p:cond delay="0"/>
                                          </p:stCondLst>
                                        </p:cTn>
                                        <p:tgtEl>
                                          <p:spTgt spid="29">
                                            <p:txEl>
                                              <p:pRg st="0" end="0"/>
                                            </p:txEl>
                                          </p:spTgt>
                                        </p:tgtEl>
                                        <p:attrNameLst>
                                          <p:attrName>style.visibility</p:attrName>
                                        </p:attrNameLst>
                                      </p:cBhvr>
                                      <p:to>
                                        <p:strVal val="visible"/>
                                      </p:to>
                                    </p:set>
                                    <p:anim calcmode="lin" valueType="num">
                                      <p:cBhvr>
                                        <p:cTn id="77" dur="500" fill="hold"/>
                                        <p:tgtEl>
                                          <p:spTgt spid="29">
                                            <p:txEl>
                                              <p:pRg st="0" end="0"/>
                                            </p:txEl>
                                          </p:spTgt>
                                        </p:tgtEl>
                                        <p:attrNameLst>
                                          <p:attrName>ppt_w</p:attrName>
                                        </p:attrNameLst>
                                      </p:cBhvr>
                                      <p:tavLst>
                                        <p:tav tm="0">
                                          <p:val>
                                            <p:fltVal val="0"/>
                                          </p:val>
                                        </p:tav>
                                        <p:tav tm="100000">
                                          <p:val>
                                            <p:strVal val="#ppt_w"/>
                                          </p:val>
                                        </p:tav>
                                      </p:tavLst>
                                    </p:anim>
                                    <p:anim calcmode="lin" valueType="num">
                                      <p:cBhvr>
                                        <p:cTn id="78" dur="500" fill="hold"/>
                                        <p:tgtEl>
                                          <p:spTgt spid="29">
                                            <p:txEl>
                                              <p:pRg st="0" end="0"/>
                                            </p:txEl>
                                          </p:spTgt>
                                        </p:tgtEl>
                                        <p:attrNameLst>
                                          <p:attrName>ppt_h</p:attrName>
                                        </p:attrNameLst>
                                      </p:cBhvr>
                                      <p:tavLst>
                                        <p:tav tm="0">
                                          <p:val>
                                            <p:fltVal val="0"/>
                                          </p:val>
                                        </p:tav>
                                        <p:tav tm="100000">
                                          <p:val>
                                            <p:strVal val="#ppt_h"/>
                                          </p:val>
                                        </p:tav>
                                      </p:tavLst>
                                    </p:anim>
                                    <p:animEffect transition="in" filter="fade">
                                      <p:cBhvr>
                                        <p:cTn id="79" dur="500"/>
                                        <p:tgtEl>
                                          <p:spTgt spid="29">
                                            <p:txEl>
                                              <p:pRg st="0" end="0"/>
                                            </p:txEl>
                                          </p:spTgt>
                                        </p:tgtEl>
                                      </p:cBhvr>
                                    </p:animEffect>
                                  </p:childTnLst>
                                </p:cTn>
                              </p:par>
                            </p:childTnLst>
                          </p:cTn>
                        </p:par>
                        <p:par>
                          <p:cTn id="80" fill="hold">
                            <p:stCondLst>
                              <p:cond delay="6500"/>
                            </p:stCondLst>
                            <p:childTnLst>
                              <p:par>
                                <p:cTn id="81" presetID="53" presetClass="entr" presetSubtype="16" fill="hold" grpId="0" nodeType="afterEffect">
                                  <p:stCondLst>
                                    <p:cond delay="0"/>
                                  </p:stCondLst>
                                  <p:childTnLst>
                                    <p:set>
                                      <p:cBhvr>
                                        <p:cTn id="82" dur="1" fill="hold">
                                          <p:stCondLst>
                                            <p:cond delay="0"/>
                                          </p:stCondLst>
                                        </p:cTn>
                                        <p:tgtEl>
                                          <p:spTgt spid="30">
                                            <p:txEl>
                                              <p:pRg st="0" end="0"/>
                                            </p:txEl>
                                          </p:spTgt>
                                        </p:tgtEl>
                                        <p:attrNameLst>
                                          <p:attrName>style.visibility</p:attrName>
                                        </p:attrNameLst>
                                      </p:cBhvr>
                                      <p:to>
                                        <p:strVal val="visible"/>
                                      </p:to>
                                    </p:set>
                                    <p:anim calcmode="lin" valueType="num">
                                      <p:cBhvr>
                                        <p:cTn id="83" dur="500" fill="hold"/>
                                        <p:tgtEl>
                                          <p:spTgt spid="30">
                                            <p:txEl>
                                              <p:pRg st="0" end="0"/>
                                            </p:txEl>
                                          </p:spTgt>
                                        </p:tgtEl>
                                        <p:attrNameLst>
                                          <p:attrName>ppt_w</p:attrName>
                                        </p:attrNameLst>
                                      </p:cBhvr>
                                      <p:tavLst>
                                        <p:tav tm="0">
                                          <p:val>
                                            <p:fltVal val="0"/>
                                          </p:val>
                                        </p:tav>
                                        <p:tav tm="100000">
                                          <p:val>
                                            <p:strVal val="#ppt_w"/>
                                          </p:val>
                                        </p:tav>
                                      </p:tavLst>
                                    </p:anim>
                                    <p:anim calcmode="lin" valueType="num">
                                      <p:cBhvr>
                                        <p:cTn id="84" dur="500" fill="hold"/>
                                        <p:tgtEl>
                                          <p:spTgt spid="30">
                                            <p:txEl>
                                              <p:pRg st="0" end="0"/>
                                            </p:txEl>
                                          </p:spTgt>
                                        </p:tgtEl>
                                        <p:attrNameLst>
                                          <p:attrName>ppt_h</p:attrName>
                                        </p:attrNameLst>
                                      </p:cBhvr>
                                      <p:tavLst>
                                        <p:tav tm="0">
                                          <p:val>
                                            <p:fltVal val="0"/>
                                          </p:val>
                                        </p:tav>
                                        <p:tav tm="100000">
                                          <p:val>
                                            <p:strVal val="#ppt_h"/>
                                          </p:val>
                                        </p:tav>
                                      </p:tavLst>
                                    </p:anim>
                                    <p:animEffect transition="in" filter="fade">
                                      <p:cBhvr>
                                        <p:cTn id="85" dur="500"/>
                                        <p:tgtEl>
                                          <p:spTgt spid="30">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12" grpId="0" animBg="1"/>
      <p:bldP spid="13" grpId="0" animBg="1"/>
      <p:bldP spid="2" grpId="0"/>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14" grpId="0" animBg="1"/>
      <p:bldP spid="15" grpId="0" animBg="1"/>
      <p:bldP spid="23"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3"/>
                        </p:tgtEl>
                        <p:attrNameLst>
                          <p:attrName>style.visibility</p:attrName>
                        </p:attrNameLst>
                      </p:cBhvr>
                      <p:to>
                        <p:strVal val="visible"/>
                      </p:to>
                    </p:set>
                    <p:anim calcmode="lin" valueType="num">
                      <p:cBhvr>
                        <p:cTn dur="500" fill="hold"/>
                        <p:tgtEl>
                          <p:spTgt spid="23"/>
                        </p:tgtEl>
                        <p:attrNameLst>
                          <p:attrName>ppt_w</p:attrName>
                        </p:attrNameLst>
                      </p:cBhvr>
                      <p:tavLst>
                        <p:tav tm="0">
                          <p:val>
                            <p:fltVal val="0"/>
                          </p:val>
                        </p:tav>
                        <p:tav tm="100000">
                          <p:val>
                            <p:strVal val="#ppt_w"/>
                          </p:val>
                        </p:tav>
                      </p:tavLst>
                    </p:anim>
                    <p:anim calcmode="lin" valueType="num">
                      <p:cBhvr>
                        <p:cTn dur="500" fill="hold"/>
                        <p:tgtEl>
                          <p:spTgt spid="23"/>
                        </p:tgtEl>
                        <p:attrNameLst>
                          <p:attrName>ppt_h</p:attrName>
                        </p:attrNameLst>
                      </p:cBhvr>
                      <p:tavLst>
                        <p:tav tm="0">
                          <p:val>
                            <p:fltVal val="0"/>
                          </p:val>
                        </p:tav>
                        <p:tav tm="100000">
                          <p:val>
                            <p:strVal val="#ppt_h"/>
                          </p:val>
                        </p:tav>
                      </p:tavLst>
                    </p:anim>
                    <p:animEffect transition="in" filter="fade">
                      <p:cBhvr>
                        <p:cTn dur="500"/>
                        <p:tgtEl>
                          <p:spTgt spid="23"/>
                        </p:tgtEl>
                      </p:cBhvr>
                    </p:animEffect>
                  </p:childTnLst>
                </p:cTn>
              </p:par>
            </p:tnLst>
          </p:tmpl>
        </p:tmplLst>
      </p:bldP>
      <p:bldP spid="24"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4"/>
                        </p:tgtEl>
                        <p:attrNameLst>
                          <p:attrName>style.visibility</p:attrName>
                        </p:attrNameLst>
                      </p:cBhvr>
                      <p:to>
                        <p:strVal val="visible"/>
                      </p:to>
                    </p:set>
                    <p:animEffect transition="in" filter="fade">
                      <p:cBhvr>
                        <p:cTn dur="500"/>
                        <p:tgtEl>
                          <p:spTgt spid="24"/>
                        </p:tgtEl>
                      </p:cBhvr>
                    </p:animEffect>
                    <p:anim calcmode="lin" valueType="num">
                      <p:cBhvr>
                        <p:cTn dur="500" fill="hold"/>
                        <p:tgtEl>
                          <p:spTgt spid="24"/>
                        </p:tgtEl>
                        <p:attrNameLst>
                          <p:attrName>ppt_x</p:attrName>
                        </p:attrNameLst>
                      </p:cBhvr>
                      <p:tavLst>
                        <p:tav tm="0">
                          <p:val>
                            <p:strVal val="#ppt_x"/>
                          </p:val>
                        </p:tav>
                        <p:tav tm="100000">
                          <p:val>
                            <p:strVal val="#ppt_x"/>
                          </p:val>
                        </p:tav>
                      </p:tavLst>
                    </p:anim>
                    <p:anim calcmode="lin" valueType="num">
                      <p:cBhvr>
                        <p:cTn dur="500" fill="hold"/>
                        <p:tgtEl>
                          <p:spTgt spid="24"/>
                        </p:tgtEl>
                        <p:attrNameLst>
                          <p:attrName>ppt_y</p:attrName>
                        </p:attrNameLst>
                      </p:cBhvr>
                      <p:tavLst>
                        <p:tav tm="0">
                          <p:val>
                            <p:strVal val="#ppt_y+.1"/>
                          </p:val>
                        </p:tav>
                        <p:tav tm="100000">
                          <p:val>
                            <p:strVal val="#ppt_y"/>
                          </p:val>
                        </p:tav>
                      </p:tavLst>
                    </p:anim>
                  </p:childTnLst>
                </p:cTn>
              </p:par>
            </p:tnLst>
          </p:tmpl>
        </p:tmplLst>
      </p:bldP>
      <p:bldP spid="26" grpId="0" build="p">
        <p:tmplLst>
          <p:tmpl lvl="1">
            <p:tnLst>
              <p:par>
                <p:cTn presetID="53" presetClass="entr" presetSubtype="16" fill="hold" nodeType="afterEffect">
                  <p:stCondLst>
                    <p:cond delay="0"/>
                  </p:stCondLst>
                  <p:childTnLst>
                    <p:set>
                      <p:cBhvr>
                        <p:cTn dur="1" fill="hold">
                          <p:stCondLst>
                            <p:cond delay="0"/>
                          </p:stCondLst>
                        </p:cTn>
                        <p:tgtEl>
                          <p:spTgt spid="26"/>
                        </p:tgtEl>
                        <p:attrNameLst>
                          <p:attrName>style.visibility</p:attrName>
                        </p:attrNameLst>
                      </p:cBhvr>
                      <p:to>
                        <p:strVal val="visible"/>
                      </p:to>
                    </p:set>
                    <p:anim calcmode="lin" valueType="num">
                      <p:cBhvr>
                        <p:cTn dur="500" fill="hold"/>
                        <p:tgtEl>
                          <p:spTgt spid="26"/>
                        </p:tgtEl>
                        <p:attrNameLst>
                          <p:attrName>ppt_w</p:attrName>
                        </p:attrNameLst>
                      </p:cBhvr>
                      <p:tavLst>
                        <p:tav tm="0">
                          <p:val>
                            <p:fltVal val="0"/>
                          </p:val>
                        </p:tav>
                        <p:tav tm="100000">
                          <p:val>
                            <p:strVal val="#ppt_w"/>
                          </p:val>
                        </p:tav>
                      </p:tavLst>
                    </p:anim>
                    <p:anim calcmode="lin" valueType="num">
                      <p:cBhvr>
                        <p:cTn dur="500" fill="hold"/>
                        <p:tgtEl>
                          <p:spTgt spid="26"/>
                        </p:tgtEl>
                        <p:attrNameLst>
                          <p:attrName>ppt_h</p:attrName>
                        </p:attrNameLst>
                      </p:cBhvr>
                      <p:tavLst>
                        <p:tav tm="0">
                          <p:val>
                            <p:fltVal val="0"/>
                          </p:val>
                        </p:tav>
                        <p:tav tm="100000">
                          <p:val>
                            <p:strVal val="#ppt_h"/>
                          </p:val>
                        </p:tav>
                      </p:tavLst>
                    </p:anim>
                    <p:animEffect transition="in" filter="fade">
                      <p:cBhvr>
                        <p:cTn dur="500"/>
                        <p:tgtEl>
                          <p:spTgt spid="26"/>
                        </p:tgtEl>
                      </p:cBhvr>
                    </p:animEffect>
                  </p:childTnLst>
                </p:cTn>
              </p:par>
            </p:tnLst>
          </p:tmpl>
        </p:tmplLst>
      </p:bldP>
      <p:bldP spid="27" grpId="0" build="p">
        <p:tmplLst>
          <p:tmpl lvl="1">
            <p:tnLst>
              <p:par>
                <p:cTn presetID="53" presetClass="entr" presetSubtype="16" fill="hold" nodeType="afterEffect">
                  <p:stCondLst>
                    <p:cond delay="0"/>
                  </p:stCondLst>
                  <p:childTnLst>
                    <p:set>
                      <p:cBhvr>
                        <p:cTn dur="1" fill="hold">
                          <p:stCondLst>
                            <p:cond delay="0"/>
                          </p:stCondLst>
                        </p:cTn>
                        <p:tgtEl>
                          <p:spTgt spid="27"/>
                        </p:tgtEl>
                        <p:attrNameLst>
                          <p:attrName>style.visibility</p:attrName>
                        </p:attrNameLst>
                      </p:cBhvr>
                      <p:to>
                        <p:strVal val="visible"/>
                      </p:to>
                    </p:set>
                    <p:anim calcmode="lin" valueType="num">
                      <p:cBhvr>
                        <p:cTn dur="500" fill="hold"/>
                        <p:tgtEl>
                          <p:spTgt spid="27"/>
                        </p:tgtEl>
                        <p:attrNameLst>
                          <p:attrName>ppt_w</p:attrName>
                        </p:attrNameLst>
                      </p:cBhvr>
                      <p:tavLst>
                        <p:tav tm="0">
                          <p:val>
                            <p:fltVal val="0"/>
                          </p:val>
                        </p:tav>
                        <p:tav tm="100000">
                          <p:val>
                            <p:strVal val="#ppt_w"/>
                          </p:val>
                        </p:tav>
                      </p:tavLst>
                    </p:anim>
                    <p:anim calcmode="lin" valueType="num">
                      <p:cBhvr>
                        <p:cTn dur="500" fill="hold"/>
                        <p:tgtEl>
                          <p:spTgt spid="27"/>
                        </p:tgtEl>
                        <p:attrNameLst>
                          <p:attrName>ppt_h</p:attrName>
                        </p:attrNameLst>
                      </p:cBhvr>
                      <p:tavLst>
                        <p:tav tm="0">
                          <p:val>
                            <p:fltVal val="0"/>
                          </p:val>
                        </p:tav>
                        <p:tav tm="100000">
                          <p:val>
                            <p:strVal val="#ppt_h"/>
                          </p:val>
                        </p:tav>
                      </p:tavLst>
                    </p:anim>
                    <p:animEffect transition="in" filter="fade">
                      <p:cBhvr>
                        <p:cTn dur="500"/>
                        <p:tgtEl>
                          <p:spTgt spid="27"/>
                        </p:tgtEl>
                      </p:cBhvr>
                    </p:animEffect>
                  </p:childTnLst>
                </p:cTn>
              </p:par>
            </p:tnLst>
          </p:tmpl>
        </p:tmplLst>
      </p:bldP>
      <p:bldP spid="28" grpId="0" build="p">
        <p:tmplLst>
          <p:tmpl lvl="1">
            <p:tnLst>
              <p:par>
                <p:cTn presetID="53" presetClass="entr" presetSubtype="16" fill="hold" nodeType="afterEffect">
                  <p:stCondLst>
                    <p:cond delay="0"/>
                  </p:stCondLst>
                  <p:childTnLst>
                    <p:set>
                      <p:cBhvr>
                        <p:cTn dur="1" fill="hold">
                          <p:stCondLst>
                            <p:cond delay="0"/>
                          </p:stCondLst>
                        </p:cTn>
                        <p:tgtEl>
                          <p:spTgt spid="28"/>
                        </p:tgtEl>
                        <p:attrNameLst>
                          <p:attrName>style.visibility</p:attrName>
                        </p:attrNameLst>
                      </p:cBhvr>
                      <p:to>
                        <p:strVal val="visible"/>
                      </p:to>
                    </p:set>
                    <p:anim calcmode="lin" valueType="num">
                      <p:cBhvr>
                        <p:cTn dur="500" fill="hold"/>
                        <p:tgtEl>
                          <p:spTgt spid="28"/>
                        </p:tgtEl>
                        <p:attrNameLst>
                          <p:attrName>ppt_w</p:attrName>
                        </p:attrNameLst>
                      </p:cBhvr>
                      <p:tavLst>
                        <p:tav tm="0">
                          <p:val>
                            <p:fltVal val="0"/>
                          </p:val>
                        </p:tav>
                        <p:tav tm="100000">
                          <p:val>
                            <p:strVal val="#ppt_w"/>
                          </p:val>
                        </p:tav>
                      </p:tavLst>
                    </p:anim>
                    <p:anim calcmode="lin" valueType="num">
                      <p:cBhvr>
                        <p:cTn dur="500" fill="hold"/>
                        <p:tgtEl>
                          <p:spTgt spid="28"/>
                        </p:tgtEl>
                        <p:attrNameLst>
                          <p:attrName>ppt_h</p:attrName>
                        </p:attrNameLst>
                      </p:cBhvr>
                      <p:tavLst>
                        <p:tav tm="0">
                          <p:val>
                            <p:fltVal val="0"/>
                          </p:val>
                        </p:tav>
                        <p:tav tm="100000">
                          <p:val>
                            <p:strVal val="#ppt_h"/>
                          </p:val>
                        </p:tav>
                      </p:tavLst>
                    </p:anim>
                    <p:animEffect transition="in" filter="fade">
                      <p:cBhvr>
                        <p:cTn dur="500"/>
                        <p:tgtEl>
                          <p:spTgt spid="28"/>
                        </p:tgtEl>
                      </p:cBhvr>
                    </p:animEffect>
                  </p:childTnLst>
                </p:cTn>
              </p:par>
            </p:tnLst>
          </p:tmpl>
        </p:tmplLst>
      </p:bldP>
      <p:bldP spid="29" grpId="0" build="p">
        <p:tmplLst>
          <p:tmpl lvl="1">
            <p:tnLst>
              <p:par>
                <p:cTn presetID="53" presetClass="entr" presetSubtype="16" fill="hold" nodeType="afterEffect">
                  <p:stCondLst>
                    <p:cond delay="0"/>
                  </p:stCondLst>
                  <p:childTnLst>
                    <p:set>
                      <p:cBhvr>
                        <p:cTn dur="1" fill="hold">
                          <p:stCondLst>
                            <p:cond delay="0"/>
                          </p:stCondLst>
                        </p:cTn>
                        <p:tgtEl>
                          <p:spTgt spid="29"/>
                        </p:tgtEl>
                        <p:attrNameLst>
                          <p:attrName>style.visibility</p:attrName>
                        </p:attrNameLst>
                      </p:cBhvr>
                      <p:to>
                        <p:strVal val="visible"/>
                      </p:to>
                    </p:set>
                    <p:anim calcmode="lin" valueType="num">
                      <p:cBhvr>
                        <p:cTn dur="500" fill="hold"/>
                        <p:tgtEl>
                          <p:spTgt spid="29"/>
                        </p:tgtEl>
                        <p:attrNameLst>
                          <p:attrName>ppt_w</p:attrName>
                        </p:attrNameLst>
                      </p:cBhvr>
                      <p:tavLst>
                        <p:tav tm="0">
                          <p:val>
                            <p:fltVal val="0"/>
                          </p:val>
                        </p:tav>
                        <p:tav tm="100000">
                          <p:val>
                            <p:strVal val="#ppt_w"/>
                          </p:val>
                        </p:tav>
                      </p:tavLst>
                    </p:anim>
                    <p:anim calcmode="lin" valueType="num">
                      <p:cBhvr>
                        <p:cTn dur="500" fill="hold"/>
                        <p:tgtEl>
                          <p:spTgt spid="29"/>
                        </p:tgtEl>
                        <p:attrNameLst>
                          <p:attrName>ppt_h</p:attrName>
                        </p:attrNameLst>
                      </p:cBhvr>
                      <p:tavLst>
                        <p:tav tm="0">
                          <p:val>
                            <p:fltVal val="0"/>
                          </p:val>
                        </p:tav>
                        <p:tav tm="100000">
                          <p:val>
                            <p:strVal val="#ppt_h"/>
                          </p:val>
                        </p:tav>
                      </p:tavLst>
                    </p:anim>
                    <p:animEffect transition="in" filter="fade">
                      <p:cBhvr>
                        <p:cTn dur="500"/>
                        <p:tgtEl>
                          <p:spTgt spid="29"/>
                        </p:tgtEl>
                      </p:cBhvr>
                    </p:animEffect>
                  </p:childTnLst>
                </p:cTn>
              </p:par>
            </p:tnLst>
          </p:tmpl>
        </p:tmplLst>
      </p:bldP>
      <p:bldP spid="30" grpId="0" build="p">
        <p:tmplLst>
          <p:tmpl lvl="1">
            <p:tnLst>
              <p:par>
                <p:cTn presetID="53" presetClass="entr" presetSubtype="16" fill="hold" nodeType="afterEffect">
                  <p:stCondLst>
                    <p:cond delay="0"/>
                  </p:stCondLst>
                  <p:childTnLst>
                    <p:set>
                      <p:cBhvr>
                        <p:cTn dur="1" fill="hold">
                          <p:stCondLst>
                            <p:cond delay="0"/>
                          </p:stCondLst>
                        </p:cTn>
                        <p:tgtEl>
                          <p:spTgt spid="30"/>
                        </p:tgtEl>
                        <p:attrNameLst>
                          <p:attrName>style.visibility</p:attrName>
                        </p:attrNameLst>
                      </p:cBhvr>
                      <p:to>
                        <p:strVal val="visible"/>
                      </p:to>
                    </p:set>
                    <p:anim calcmode="lin" valueType="num">
                      <p:cBhvr>
                        <p:cTn dur="500" fill="hold"/>
                        <p:tgtEl>
                          <p:spTgt spid="30"/>
                        </p:tgtEl>
                        <p:attrNameLst>
                          <p:attrName>ppt_w</p:attrName>
                        </p:attrNameLst>
                      </p:cBhvr>
                      <p:tavLst>
                        <p:tav tm="0">
                          <p:val>
                            <p:fltVal val="0"/>
                          </p:val>
                        </p:tav>
                        <p:tav tm="100000">
                          <p:val>
                            <p:strVal val="#ppt_w"/>
                          </p:val>
                        </p:tav>
                      </p:tavLst>
                    </p:anim>
                    <p:anim calcmode="lin" valueType="num">
                      <p:cBhvr>
                        <p:cTn dur="500" fill="hold"/>
                        <p:tgtEl>
                          <p:spTgt spid="30"/>
                        </p:tgtEl>
                        <p:attrNameLst>
                          <p:attrName>ppt_h</p:attrName>
                        </p:attrNameLst>
                      </p:cBhvr>
                      <p:tavLst>
                        <p:tav tm="0">
                          <p:val>
                            <p:fltVal val="0"/>
                          </p:val>
                        </p:tav>
                        <p:tav tm="100000">
                          <p:val>
                            <p:strVal val="#ppt_h"/>
                          </p:val>
                        </p:tav>
                      </p:tavLst>
                    </p:anim>
                    <p:animEffect transition="in" filter="fade">
                      <p:cBhvr>
                        <p:cTn dur="500"/>
                        <p:tgtEl>
                          <p:spTgt spid="30"/>
                        </p:tgtEl>
                      </p:cBhvr>
                    </p:animEffect>
                  </p:childTnLst>
                </p:cTn>
              </p:par>
            </p:tnLst>
          </p:tmpl>
        </p:tmplLst>
      </p:bldP>
    </p:bldLst>
  </p:timing>
</p:sldLayout>
</file>

<file path=ppt/slideLayouts/slideLayout602.xml><?xml version="1.0" encoding="utf-8"?>
<p:sldLayout xmlns:a="http://schemas.openxmlformats.org/drawingml/2006/main" xmlns:r="http://schemas.openxmlformats.org/officeDocument/2006/relationships" xmlns:p="http://schemas.openxmlformats.org/presentationml/2006/main" preserve="1" userDrawn="1">
  <p:cSld name="13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2673352"/>
            <a:ext cx="4605193" cy="1559213"/>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4" y="2394613"/>
            <a:ext cx="2164273" cy="458854"/>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4" y="4418436"/>
            <a:ext cx="4605193"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Tree>
    <p:extLst>
      <p:ext uri="{BB962C8B-B14F-4D97-AF65-F5344CB8AC3E}">
        <p14:creationId xmlns:p14="http://schemas.microsoft.com/office/powerpoint/2010/main" val="36956849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603.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7" name="Rectangle 6"/>
          <p:cNvSpPr/>
          <p:nvPr userDrawn="1"/>
        </p:nvSpPr>
        <p:spPr>
          <a:xfrm>
            <a:off x="1714500" y="1695450"/>
            <a:ext cx="10477500" cy="72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9" name="Isosceles Triangle 8"/>
          <p:cNvSpPr/>
          <p:nvPr userDrawn="1"/>
        </p:nvSpPr>
        <p:spPr>
          <a:xfrm rot="10800000">
            <a:off x="1890032" y="1731450"/>
            <a:ext cx="516618" cy="252814"/>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10" name="Picture Placeholder 7"/>
          <p:cNvSpPr>
            <a:spLocks noGrp="1"/>
          </p:cNvSpPr>
          <p:nvPr>
            <p:ph type="pic" sz="quarter" idx="14" hasCustomPrompt="1"/>
          </p:nvPr>
        </p:nvSpPr>
        <p:spPr>
          <a:xfrm>
            <a:off x="0" y="2365620"/>
            <a:ext cx="5389418" cy="4492380"/>
          </a:xfrm>
          <a:solidFill>
            <a:schemeClr val="bg1">
              <a:lumMod val="85000"/>
            </a:schemeClr>
          </a:solidFill>
        </p:spPr>
        <p:txBody>
          <a:bodyPr>
            <a:normAutofit/>
          </a:bodyPr>
          <a:lstStyle>
            <a:lvl1pPr>
              <a:defRPr sz="1000" baseline="0"/>
            </a:lvl1pPr>
          </a:lstStyle>
          <a:p>
            <a:r>
              <a:rPr lang="id-ID" dirty="0" smtClean="0"/>
              <a:t>Pic here</a:t>
            </a:r>
            <a:endParaRPr lang="en-AU" dirty="0"/>
          </a:p>
        </p:txBody>
      </p:sp>
      <p:sp>
        <p:nvSpPr>
          <p:cNvPr id="13" name="Picture Placeholder 12"/>
          <p:cNvSpPr>
            <a:spLocks noGrp="1"/>
          </p:cNvSpPr>
          <p:nvPr>
            <p:ph type="pic" sz="quarter" idx="15" hasCustomPrompt="1"/>
          </p:nvPr>
        </p:nvSpPr>
        <p:spPr>
          <a:xfrm>
            <a:off x="4905829" y="2931885"/>
            <a:ext cx="878115" cy="878115"/>
          </a:xfrm>
          <a:custGeom>
            <a:avLst/>
            <a:gdLst>
              <a:gd name="connsiteX0" fmla="*/ 595086 w 1190172"/>
              <a:gd name="connsiteY0" fmla="*/ 0 h 1190172"/>
              <a:gd name="connsiteX1" fmla="*/ 1190172 w 1190172"/>
              <a:gd name="connsiteY1" fmla="*/ 595086 h 1190172"/>
              <a:gd name="connsiteX2" fmla="*/ 595086 w 1190172"/>
              <a:gd name="connsiteY2" fmla="*/ 1190172 h 1190172"/>
              <a:gd name="connsiteX3" fmla="*/ 0 w 1190172"/>
              <a:gd name="connsiteY3" fmla="*/ 595086 h 1190172"/>
              <a:gd name="connsiteX4" fmla="*/ 595086 w 1190172"/>
              <a:gd name="connsiteY4" fmla="*/ 0 h 11901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0172" h="1190172">
                <a:moveTo>
                  <a:pt x="595086" y="0"/>
                </a:moveTo>
                <a:cubicBezTo>
                  <a:pt x="923743" y="0"/>
                  <a:pt x="1190172" y="266429"/>
                  <a:pt x="1190172" y="595086"/>
                </a:cubicBezTo>
                <a:cubicBezTo>
                  <a:pt x="1190172" y="923743"/>
                  <a:pt x="923743" y="1190172"/>
                  <a:pt x="595086" y="1190172"/>
                </a:cubicBezTo>
                <a:cubicBezTo>
                  <a:pt x="266429" y="1190172"/>
                  <a:pt x="0" y="923743"/>
                  <a:pt x="0" y="595086"/>
                </a:cubicBezTo>
                <a:cubicBezTo>
                  <a:pt x="0" y="266429"/>
                  <a:pt x="266429" y="0"/>
                  <a:pt x="595086" y="0"/>
                </a:cubicBezTo>
                <a:close/>
              </a:path>
            </a:pathLst>
          </a:custGeom>
          <a:solidFill>
            <a:schemeClr val="accent4"/>
          </a:solidFill>
          <a:ln w="76200">
            <a:solidFill>
              <a:schemeClr val="bg1"/>
            </a:solidFill>
          </a:ln>
          <a:effectLst>
            <a:outerShdw blurRad="50800" dist="38100" dir="8100000" algn="tr" rotWithShape="0">
              <a:prstClr val="black">
                <a:alpha val="40000"/>
              </a:prstClr>
            </a:outerShdw>
          </a:effectLst>
        </p:spPr>
        <p:txBody>
          <a:bodyPr wrap="square">
            <a:noAutofit/>
          </a:bodyPr>
          <a:lstStyle>
            <a:lvl1pPr>
              <a:defRPr sz="1000"/>
            </a:lvl1pPr>
          </a:lstStyle>
          <a:p>
            <a:r>
              <a:rPr lang="id-ID" dirty="0" smtClean="0"/>
              <a:t>Nopic</a:t>
            </a:r>
            <a:endParaRPr lang="en-AU" dirty="0"/>
          </a:p>
        </p:txBody>
      </p:sp>
      <p:sp>
        <p:nvSpPr>
          <p:cNvPr id="15" name="Text Placeholder 21"/>
          <p:cNvSpPr>
            <a:spLocks noGrp="1"/>
          </p:cNvSpPr>
          <p:nvPr>
            <p:ph type="body" sz="quarter" idx="20"/>
          </p:nvPr>
        </p:nvSpPr>
        <p:spPr>
          <a:xfrm>
            <a:off x="6096000" y="2934950"/>
            <a:ext cx="5616575" cy="360363"/>
          </a:xfrm>
        </p:spPr>
        <p:txBody>
          <a:bodyPr/>
          <a:lstStyle>
            <a:lvl1pPr>
              <a:defRPr baseline="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6" name="Text Placeholder 21"/>
          <p:cNvSpPr>
            <a:spLocks noGrp="1"/>
          </p:cNvSpPr>
          <p:nvPr>
            <p:ph type="body" sz="quarter" idx="21"/>
          </p:nvPr>
        </p:nvSpPr>
        <p:spPr>
          <a:xfrm>
            <a:off x="6096000" y="3344061"/>
            <a:ext cx="5616575" cy="1391908"/>
          </a:xfrm>
        </p:spPr>
        <p:txBody>
          <a:bodyPr>
            <a:normAutofit/>
          </a:bodyPr>
          <a:lstStyle>
            <a:lvl1pP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grpSp>
        <p:nvGrpSpPr>
          <p:cNvPr id="21" name="Group 20"/>
          <p:cNvGrpSpPr/>
          <p:nvPr userDrawn="1"/>
        </p:nvGrpSpPr>
        <p:grpSpPr>
          <a:xfrm>
            <a:off x="0" y="2256968"/>
            <a:ext cx="5389418" cy="108652"/>
            <a:chOff x="0" y="2256968"/>
            <a:chExt cx="5721120" cy="108652"/>
          </a:xfrm>
        </p:grpSpPr>
        <p:sp>
          <p:nvSpPr>
            <p:cNvPr id="17" name="Rectangle 16"/>
            <p:cNvSpPr/>
            <p:nvPr userDrawn="1"/>
          </p:nvSpPr>
          <p:spPr>
            <a:xfrm>
              <a:off x="0" y="2257620"/>
              <a:ext cx="1447800" cy="10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18" name="Rectangle 17"/>
            <p:cNvSpPr/>
            <p:nvPr userDrawn="1"/>
          </p:nvSpPr>
          <p:spPr>
            <a:xfrm>
              <a:off x="1424440" y="2257620"/>
              <a:ext cx="1447800" cy="1080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19" name="Rectangle 18"/>
            <p:cNvSpPr/>
            <p:nvPr userDrawn="1"/>
          </p:nvSpPr>
          <p:spPr>
            <a:xfrm>
              <a:off x="2872240" y="2256968"/>
              <a:ext cx="1447800" cy="108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0" name="Rectangle 19"/>
            <p:cNvSpPr/>
            <p:nvPr userDrawn="1"/>
          </p:nvSpPr>
          <p:spPr>
            <a:xfrm>
              <a:off x="4273320" y="2256968"/>
              <a:ext cx="1447800" cy="10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grpSp>
    </p:spTree>
    <p:extLst>
      <p:ext uri="{BB962C8B-B14F-4D97-AF65-F5344CB8AC3E}">
        <p14:creationId xmlns:p14="http://schemas.microsoft.com/office/powerpoint/2010/main" val="28738620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42" presetClass="entr" presetSubtype="0" fill="hold" grpId="0" nodeType="afterEffect">
                                  <p:stCondLst>
                                    <p:cond delay="0"/>
                                  </p:stCondLst>
                                  <p:childTnLst>
                                    <p:set>
                                      <p:cBhvr>
                                        <p:cTn id="10" dur="1" fill="hold">
                                          <p:stCondLst>
                                            <p:cond delay="0"/>
                                          </p:stCondLst>
                                        </p:cTn>
                                        <p:tgtEl>
                                          <p:spTgt spid="8">
                                            <p:txEl>
                                              <p:pRg st="0" end="0"/>
                                            </p:txEl>
                                          </p:spTgt>
                                        </p:tgtEl>
                                        <p:attrNameLst>
                                          <p:attrName>style.visibility</p:attrName>
                                        </p:attrNameLst>
                                      </p:cBhvr>
                                      <p:to>
                                        <p:strVal val="visible"/>
                                      </p:to>
                                    </p:set>
                                    <p:animEffect transition="in" filter="fade">
                                      <p:cBhvr>
                                        <p:cTn id="11" dur="500"/>
                                        <p:tgtEl>
                                          <p:spTgt spid="8">
                                            <p:txEl>
                                              <p:pRg st="0" end="0"/>
                                            </p:txEl>
                                          </p:spTgt>
                                        </p:tgtEl>
                                      </p:cBhvr>
                                    </p:animEffect>
                                    <p:anim calcmode="lin" valueType="num">
                                      <p:cBhvr>
                                        <p:cTn id="12"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4" fill="hold">
                            <p:stCondLst>
                              <p:cond delay="1000"/>
                            </p:stCondLst>
                            <p:childTnLst>
                              <p:par>
                                <p:cTn id="15" presetID="22" presetClass="entr" presetSubtype="2" fill="hold" grpId="0" nodeType="after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wipe(right)">
                                      <p:cBhvr>
                                        <p:cTn id="17" dur="500"/>
                                        <p:tgtEl>
                                          <p:spTgt spid="7"/>
                                        </p:tgtEl>
                                      </p:cBhvr>
                                    </p:animEffect>
                                  </p:childTnLst>
                                </p:cTn>
                              </p:par>
                            </p:childTnLst>
                          </p:cTn>
                        </p:par>
                        <p:par>
                          <p:cTn id="18" fill="hold">
                            <p:stCondLst>
                              <p:cond delay="1500"/>
                            </p:stCondLst>
                            <p:childTnLst>
                              <p:par>
                                <p:cTn id="19" presetID="10" presetClass="entr" presetSubtype="0" fill="hold" grpId="0" nodeType="afterEffect">
                                  <p:stCondLst>
                                    <p:cond delay="0"/>
                                  </p:stCondLst>
                                  <p:childTnLst>
                                    <p:set>
                                      <p:cBhvr>
                                        <p:cTn id="20" dur="1" fill="hold">
                                          <p:stCondLst>
                                            <p:cond delay="0"/>
                                          </p:stCondLst>
                                        </p:cTn>
                                        <p:tgtEl>
                                          <p:spTgt spid="9"/>
                                        </p:tgtEl>
                                        <p:attrNameLst>
                                          <p:attrName>style.visibility</p:attrName>
                                        </p:attrNameLst>
                                      </p:cBhvr>
                                      <p:to>
                                        <p:strVal val="visible"/>
                                      </p:to>
                                    </p:set>
                                    <p:animEffect transition="in" filter="fade">
                                      <p:cBhvr>
                                        <p:cTn id="21" dur="500"/>
                                        <p:tgtEl>
                                          <p:spTgt spid="9"/>
                                        </p:tgtEl>
                                      </p:cBhvr>
                                    </p:animEffect>
                                  </p:childTnLst>
                                </p:cTn>
                              </p:par>
                            </p:childTnLst>
                          </p:cTn>
                        </p:par>
                        <p:par>
                          <p:cTn id="22" fill="hold">
                            <p:stCondLst>
                              <p:cond delay="2000"/>
                            </p:stCondLst>
                            <p:childTnLst>
                              <p:par>
                                <p:cTn id="23" presetID="10" presetClass="entr" presetSubtype="0" fill="hold" nodeType="afterEffect">
                                  <p:stCondLst>
                                    <p:cond delay="0"/>
                                  </p:stCondLst>
                                  <p:childTnLst>
                                    <p:set>
                                      <p:cBhvr>
                                        <p:cTn id="24" dur="1" fill="hold">
                                          <p:stCondLst>
                                            <p:cond delay="0"/>
                                          </p:stCondLst>
                                        </p:cTn>
                                        <p:tgtEl>
                                          <p:spTgt spid="21"/>
                                        </p:tgtEl>
                                        <p:attrNameLst>
                                          <p:attrName>style.visibility</p:attrName>
                                        </p:attrNameLst>
                                      </p:cBhvr>
                                      <p:to>
                                        <p:strVal val="visible"/>
                                      </p:to>
                                    </p:set>
                                    <p:animEffect transition="in" filter="fade">
                                      <p:cBhvr>
                                        <p:cTn id="25" dur="500"/>
                                        <p:tgtEl>
                                          <p:spTgt spid="21"/>
                                        </p:tgtEl>
                                      </p:cBhvr>
                                    </p:animEffect>
                                  </p:childTnLst>
                                </p:cTn>
                              </p:par>
                            </p:childTnLst>
                          </p:cTn>
                        </p:par>
                        <p:par>
                          <p:cTn id="26" fill="hold">
                            <p:stCondLst>
                              <p:cond delay="2500"/>
                            </p:stCondLst>
                            <p:childTnLst>
                              <p:par>
                                <p:cTn id="27" presetID="53" presetClass="entr" presetSubtype="16" fill="hold" grpId="0" nodeType="afterEffect">
                                  <p:stCondLst>
                                    <p:cond delay="0"/>
                                  </p:stCondLst>
                                  <p:childTnLst>
                                    <p:set>
                                      <p:cBhvr>
                                        <p:cTn id="28" dur="1" fill="hold">
                                          <p:stCondLst>
                                            <p:cond delay="0"/>
                                          </p:stCondLst>
                                        </p:cTn>
                                        <p:tgtEl>
                                          <p:spTgt spid="10"/>
                                        </p:tgtEl>
                                        <p:attrNameLst>
                                          <p:attrName>style.visibility</p:attrName>
                                        </p:attrNameLst>
                                      </p:cBhvr>
                                      <p:to>
                                        <p:strVal val="visible"/>
                                      </p:to>
                                    </p:set>
                                    <p:anim calcmode="lin" valueType="num">
                                      <p:cBhvr>
                                        <p:cTn id="29" dur="500" fill="hold"/>
                                        <p:tgtEl>
                                          <p:spTgt spid="10"/>
                                        </p:tgtEl>
                                        <p:attrNameLst>
                                          <p:attrName>ppt_w</p:attrName>
                                        </p:attrNameLst>
                                      </p:cBhvr>
                                      <p:tavLst>
                                        <p:tav tm="0">
                                          <p:val>
                                            <p:fltVal val="0"/>
                                          </p:val>
                                        </p:tav>
                                        <p:tav tm="100000">
                                          <p:val>
                                            <p:strVal val="#ppt_w"/>
                                          </p:val>
                                        </p:tav>
                                      </p:tavLst>
                                    </p:anim>
                                    <p:anim calcmode="lin" valueType="num">
                                      <p:cBhvr>
                                        <p:cTn id="30" dur="500" fill="hold"/>
                                        <p:tgtEl>
                                          <p:spTgt spid="10"/>
                                        </p:tgtEl>
                                        <p:attrNameLst>
                                          <p:attrName>ppt_h</p:attrName>
                                        </p:attrNameLst>
                                      </p:cBhvr>
                                      <p:tavLst>
                                        <p:tav tm="0">
                                          <p:val>
                                            <p:fltVal val="0"/>
                                          </p:val>
                                        </p:tav>
                                        <p:tav tm="100000">
                                          <p:val>
                                            <p:strVal val="#ppt_h"/>
                                          </p:val>
                                        </p:tav>
                                      </p:tavLst>
                                    </p:anim>
                                    <p:animEffect transition="in" filter="fade">
                                      <p:cBhvr>
                                        <p:cTn id="31" dur="500"/>
                                        <p:tgtEl>
                                          <p:spTgt spid="10"/>
                                        </p:tgtEl>
                                      </p:cBhvr>
                                    </p:animEffect>
                                  </p:childTnLst>
                                </p:cTn>
                              </p:par>
                            </p:childTnLst>
                          </p:cTn>
                        </p:par>
                        <p:par>
                          <p:cTn id="32" fill="hold">
                            <p:stCondLst>
                              <p:cond delay="3000"/>
                            </p:stCondLst>
                            <p:childTnLst>
                              <p:par>
                                <p:cTn id="33" presetID="10" presetClass="entr" presetSubtype="0" fill="hold" grpId="0" nodeType="afterEffect">
                                  <p:stCondLst>
                                    <p:cond delay="0"/>
                                  </p:stCondLst>
                                  <p:childTnLst>
                                    <p:set>
                                      <p:cBhvr>
                                        <p:cTn id="34" dur="1" fill="hold">
                                          <p:stCondLst>
                                            <p:cond delay="0"/>
                                          </p:stCondLst>
                                        </p:cTn>
                                        <p:tgtEl>
                                          <p:spTgt spid="13"/>
                                        </p:tgtEl>
                                        <p:attrNameLst>
                                          <p:attrName>style.visibility</p:attrName>
                                        </p:attrNameLst>
                                      </p:cBhvr>
                                      <p:to>
                                        <p:strVal val="visible"/>
                                      </p:to>
                                    </p:set>
                                    <p:animEffect transition="in" filter="fade">
                                      <p:cBhvr>
                                        <p:cTn id="35" dur="500"/>
                                        <p:tgtEl>
                                          <p:spTgt spid="13"/>
                                        </p:tgtEl>
                                      </p:cBhvr>
                                    </p:animEffect>
                                  </p:childTnLst>
                                </p:cTn>
                              </p:par>
                            </p:childTnLst>
                          </p:cTn>
                        </p:par>
                        <p:par>
                          <p:cTn id="36" fill="hold">
                            <p:stCondLst>
                              <p:cond delay="3500"/>
                            </p:stCondLst>
                            <p:childTnLst>
                              <p:par>
                                <p:cTn id="37" presetID="53" presetClass="entr" presetSubtype="16" fill="hold" grpId="0" nodeType="afterEffect" nodePh="1">
                                  <p:stCondLst>
                                    <p:cond delay="0"/>
                                  </p:stCondLst>
                                  <p:endCondLst>
                                    <p:cond evt="begin" delay="0">
                                      <p:tn val="37"/>
                                    </p:cond>
                                  </p:endCondLst>
                                  <p:childTnLst>
                                    <p:set>
                                      <p:cBhvr>
                                        <p:cTn id="38" dur="1" fill="hold">
                                          <p:stCondLst>
                                            <p:cond delay="0"/>
                                          </p:stCondLst>
                                        </p:cTn>
                                        <p:tgtEl>
                                          <p:spTgt spid="15">
                                            <p:txEl>
                                              <p:pRg st="0" end="0"/>
                                            </p:txEl>
                                          </p:spTgt>
                                        </p:tgtEl>
                                        <p:attrNameLst>
                                          <p:attrName>style.visibility</p:attrName>
                                        </p:attrNameLst>
                                      </p:cBhvr>
                                      <p:to>
                                        <p:strVal val="visible"/>
                                      </p:to>
                                    </p:set>
                                    <p:anim calcmode="lin" valueType="num">
                                      <p:cBhvr>
                                        <p:cTn id="39" dur="500" fill="hold"/>
                                        <p:tgtEl>
                                          <p:spTgt spid="15">
                                            <p:txEl>
                                              <p:pRg st="0" end="0"/>
                                            </p:txEl>
                                          </p:spTgt>
                                        </p:tgtEl>
                                        <p:attrNameLst>
                                          <p:attrName>ppt_w</p:attrName>
                                        </p:attrNameLst>
                                      </p:cBhvr>
                                      <p:tavLst>
                                        <p:tav tm="0">
                                          <p:val>
                                            <p:fltVal val="0"/>
                                          </p:val>
                                        </p:tav>
                                        <p:tav tm="100000">
                                          <p:val>
                                            <p:strVal val="#ppt_w"/>
                                          </p:val>
                                        </p:tav>
                                      </p:tavLst>
                                    </p:anim>
                                    <p:anim calcmode="lin" valueType="num">
                                      <p:cBhvr>
                                        <p:cTn id="40" dur="500" fill="hold"/>
                                        <p:tgtEl>
                                          <p:spTgt spid="15">
                                            <p:txEl>
                                              <p:pRg st="0" end="0"/>
                                            </p:txEl>
                                          </p:spTgt>
                                        </p:tgtEl>
                                        <p:attrNameLst>
                                          <p:attrName>ppt_h</p:attrName>
                                        </p:attrNameLst>
                                      </p:cBhvr>
                                      <p:tavLst>
                                        <p:tav tm="0">
                                          <p:val>
                                            <p:fltVal val="0"/>
                                          </p:val>
                                        </p:tav>
                                        <p:tav tm="100000">
                                          <p:val>
                                            <p:strVal val="#ppt_h"/>
                                          </p:val>
                                        </p:tav>
                                      </p:tavLst>
                                    </p:anim>
                                    <p:animEffect transition="in" filter="fade">
                                      <p:cBhvr>
                                        <p:cTn id="41" dur="500"/>
                                        <p:tgtEl>
                                          <p:spTgt spid="15">
                                            <p:txEl>
                                              <p:pRg st="0" end="0"/>
                                            </p:txEl>
                                          </p:spTgt>
                                        </p:tgtEl>
                                      </p:cBhvr>
                                    </p:animEffect>
                                  </p:childTnLst>
                                </p:cTn>
                              </p:par>
                            </p:childTnLst>
                          </p:cTn>
                        </p:par>
                        <p:par>
                          <p:cTn id="42" fill="hold">
                            <p:stCondLst>
                              <p:cond delay="4000"/>
                            </p:stCondLst>
                            <p:childTnLst>
                              <p:par>
                                <p:cTn id="43" presetID="42" presetClass="entr" presetSubtype="0" fill="hold" grpId="0" nodeType="afterEffect" nodePh="1">
                                  <p:stCondLst>
                                    <p:cond delay="0"/>
                                  </p:stCondLst>
                                  <p:endCondLst>
                                    <p:cond evt="begin" delay="0">
                                      <p:tn val="43"/>
                                    </p:cond>
                                  </p:endCondLst>
                                  <p:childTnLst>
                                    <p:set>
                                      <p:cBhvr>
                                        <p:cTn id="44" dur="1" fill="hold">
                                          <p:stCondLst>
                                            <p:cond delay="0"/>
                                          </p:stCondLst>
                                        </p:cTn>
                                        <p:tgtEl>
                                          <p:spTgt spid="16">
                                            <p:txEl>
                                              <p:pRg st="0" end="0"/>
                                            </p:txEl>
                                          </p:spTgt>
                                        </p:tgtEl>
                                        <p:attrNameLst>
                                          <p:attrName>style.visibility</p:attrName>
                                        </p:attrNameLst>
                                      </p:cBhvr>
                                      <p:to>
                                        <p:strVal val="visible"/>
                                      </p:to>
                                    </p:set>
                                    <p:animEffect transition="in" filter="fade">
                                      <p:cBhvr>
                                        <p:cTn id="45" dur="500"/>
                                        <p:tgtEl>
                                          <p:spTgt spid="16">
                                            <p:txEl>
                                              <p:pRg st="0" end="0"/>
                                            </p:txEl>
                                          </p:spTgt>
                                        </p:tgtEl>
                                      </p:cBhvr>
                                    </p:animEffect>
                                    <p:anim calcmode="lin" valueType="num">
                                      <p:cBhvr>
                                        <p:cTn id="46" dur="500" fill="hold"/>
                                        <p:tgtEl>
                                          <p:spTgt spid="16">
                                            <p:txEl>
                                              <p:pRg st="0" end="0"/>
                                            </p:txEl>
                                          </p:spTgt>
                                        </p:tgtEl>
                                        <p:attrNameLst>
                                          <p:attrName>ppt_x</p:attrName>
                                        </p:attrNameLst>
                                      </p:cBhvr>
                                      <p:tavLst>
                                        <p:tav tm="0">
                                          <p:val>
                                            <p:strVal val="#ppt_x"/>
                                          </p:val>
                                        </p:tav>
                                        <p:tav tm="100000">
                                          <p:val>
                                            <p:strVal val="#ppt_x"/>
                                          </p:val>
                                        </p:tav>
                                      </p:tavLst>
                                    </p:anim>
                                    <p:anim calcmode="lin" valueType="num">
                                      <p:cBhvr>
                                        <p:cTn id="47" dur="500" fill="hold"/>
                                        <p:tgtEl>
                                          <p:spTgt spid="16">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7" grpId="0" animBg="1"/>
      <p:bldP spid="9" grpId="0" animBg="1"/>
      <p:bldP spid="10" grpId="0" animBg="1"/>
      <p:bldP spid="13" grpId="0" animBg="1"/>
      <p:bldP spid="15"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5"/>
                        </p:tgtEl>
                        <p:attrNameLst>
                          <p:attrName>style.visibility</p:attrName>
                        </p:attrNameLst>
                      </p:cBhvr>
                      <p:to>
                        <p:strVal val="visible"/>
                      </p:to>
                    </p:set>
                    <p:anim calcmode="lin" valueType="num">
                      <p:cBhvr>
                        <p:cTn dur="500" fill="hold"/>
                        <p:tgtEl>
                          <p:spTgt spid="15"/>
                        </p:tgtEl>
                        <p:attrNameLst>
                          <p:attrName>ppt_w</p:attrName>
                        </p:attrNameLst>
                      </p:cBhvr>
                      <p:tavLst>
                        <p:tav tm="0">
                          <p:val>
                            <p:fltVal val="0"/>
                          </p:val>
                        </p:tav>
                        <p:tav tm="100000">
                          <p:val>
                            <p:strVal val="#ppt_w"/>
                          </p:val>
                        </p:tav>
                      </p:tavLst>
                    </p:anim>
                    <p:anim calcmode="lin" valueType="num">
                      <p:cBhvr>
                        <p:cTn dur="500" fill="hold"/>
                        <p:tgtEl>
                          <p:spTgt spid="15"/>
                        </p:tgtEl>
                        <p:attrNameLst>
                          <p:attrName>ppt_h</p:attrName>
                        </p:attrNameLst>
                      </p:cBhvr>
                      <p:tavLst>
                        <p:tav tm="0">
                          <p:val>
                            <p:fltVal val="0"/>
                          </p:val>
                        </p:tav>
                        <p:tav tm="100000">
                          <p:val>
                            <p:strVal val="#ppt_h"/>
                          </p:val>
                        </p:tav>
                      </p:tavLst>
                    </p:anim>
                    <p:animEffect transition="in" filter="fade">
                      <p:cBhvr>
                        <p:cTn dur="500"/>
                        <p:tgtEl>
                          <p:spTgt spid="15"/>
                        </p:tgtEl>
                      </p:cBhvr>
                    </p:animEffect>
                  </p:childTnLst>
                </p:cTn>
              </p:par>
            </p:tnLst>
          </p:tmpl>
        </p:tmplLst>
      </p:bldP>
      <p:bldP spid="16"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6"/>
                        </p:tgtEl>
                        <p:attrNameLst>
                          <p:attrName>style.visibility</p:attrName>
                        </p:attrNameLst>
                      </p:cBhvr>
                      <p:to>
                        <p:strVal val="visible"/>
                      </p:to>
                    </p:set>
                    <p:animEffect transition="in" filter="fade">
                      <p:cBhvr>
                        <p:cTn dur="500"/>
                        <p:tgtEl>
                          <p:spTgt spid="16"/>
                        </p:tgtEl>
                      </p:cBhvr>
                    </p:animEffect>
                    <p:anim calcmode="lin" valueType="num">
                      <p:cBhvr>
                        <p:cTn dur="500" fill="hold"/>
                        <p:tgtEl>
                          <p:spTgt spid="16"/>
                        </p:tgtEl>
                        <p:attrNameLst>
                          <p:attrName>ppt_x</p:attrName>
                        </p:attrNameLst>
                      </p:cBhvr>
                      <p:tavLst>
                        <p:tav tm="0">
                          <p:val>
                            <p:strVal val="#ppt_x"/>
                          </p:val>
                        </p:tav>
                        <p:tav tm="100000">
                          <p:val>
                            <p:strVal val="#ppt_x"/>
                          </p:val>
                        </p:tav>
                      </p:tavLst>
                    </p:anim>
                    <p:anim calcmode="lin" valueType="num">
                      <p:cBhvr>
                        <p:cTn dur="500" fill="hold"/>
                        <p:tgtEl>
                          <p:spTgt spid="16"/>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604.xml><?xml version="1.0" encoding="utf-8"?>
<p:sldLayout xmlns:a="http://schemas.openxmlformats.org/drawingml/2006/main" xmlns:r="http://schemas.openxmlformats.org/officeDocument/2006/relationships" xmlns:p="http://schemas.openxmlformats.org/presentationml/2006/main" preserve="1" userDrawn="1">
  <p:cSld name="20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grpSp>
        <p:nvGrpSpPr>
          <p:cNvPr id="6" name="Group 5"/>
          <p:cNvGrpSpPr/>
          <p:nvPr userDrawn="1"/>
        </p:nvGrpSpPr>
        <p:grpSpPr>
          <a:xfrm>
            <a:off x="0" y="2827606"/>
            <a:ext cx="6136175" cy="4030394"/>
            <a:chOff x="1017405" y="2693983"/>
            <a:chExt cx="6794663" cy="4462905"/>
          </a:xfrm>
        </p:grpSpPr>
        <p:grpSp>
          <p:nvGrpSpPr>
            <p:cNvPr id="7" name="Group 6"/>
            <p:cNvGrpSpPr/>
            <p:nvPr/>
          </p:nvGrpSpPr>
          <p:grpSpPr>
            <a:xfrm>
              <a:off x="1017405" y="2693983"/>
              <a:ext cx="6794663" cy="4462905"/>
              <a:chOff x="1017405" y="2693983"/>
              <a:chExt cx="6794663" cy="4462905"/>
            </a:xfrm>
          </p:grpSpPr>
          <p:sp>
            <p:nvSpPr>
              <p:cNvPr id="9" name="AutoShape 1"/>
              <p:cNvSpPr>
                <a:spLocks/>
              </p:cNvSpPr>
              <p:nvPr/>
            </p:nvSpPr>
            <p:spPr bwMode="auto">
              <a:xfrm>
                <a:off x="1017405" y="2693983"/>
                <a:ext cx="6794663" cy="4462905"/>
              </a:xfrm>
              <a:prstGeom prst="roundRect">
                <a:avLst>
                  <a:gd name="adj" fmla="val 1292"/>
                </a:avLst>
              </a:prstGeom>
              <a:solidFill>
                <a:srgbClr val="343434"/>
              </a:solidFill>
              <a:ln w="25400" cap="flat">
                <a:noFill/>
                <a:prstDash val="solid"/>
                <a:miter lim="800000"/>
                <a:headEnd type="none" w="med" len="med"/>
                <a:tailEnd type="none" w="med" len="med"/>
              </a:ln>
              <a:effectLst>
                <a:outerShdw blurRad="254000" dist="114299" dir="5340024" algn="ctr" rotWithShape="0">
                  <a:schemeClr val="bg2">
                    <a:alpha val="39000"/>
                  </a:schemeClr>
                </a:outerShdw>
              </a:effectLst>
            </p:spPr>
            <p:txBody>
              <a:bodyPr lIns="0" tIns="0" rIns="0" bIns="0"/>
              <a:lstStyle/>
              <a:p>
                <a:pPr fontAlgn="auto">
                  <a:spcBef>
                    <a:spcPts val="0"/>
                  </a:spcBef>
                  <a:spcAft>
                    <a:spcPts val="0"/>
                  </a:spcAft>
                </a:pPr>
                <a:endParaRPr lang="id-ID">
                  <a:solidFill>
                    <a:prstClr val="black"/>
                  </a:solidFill>
                  <a:latin typeface="Roboto Lt"/>
                  <a:cs typeface="+mn-cs"/>
                </a:endParaRPr>
              </a:p>
            </p:txBody>
          </p:sp>
          <p:sp>
            <p:nvSpPr>
              <p:cNvPr id="10" name="Rectangle 2"/>
              <p:cNvSpPr>
                <a:spLocks/>
              </p:cNvSpPr>
              <p:nvPr/>
            </p:nvSpPr>
            <p:spPr bwMode="auto">
              <a:xfrm>
                <a:off x="1017405" y="3024940"/>
                <a:ext cx="6794663" cy="315914"/>
              </a:xfrm>
              <a:prstGeom prst="rect">
                <a:avLst/>
              </a:prstGeom>
              <a:solidFill>
                <a:srgbClr val="CDCDCD"/>
              </a:solidFill>
              <a:ln w="25400" cap="flat">
                <a:solidFill>
                  <a:srgbClr val="CDCDCD"/>
                </a:solidFill>
                <a:prstDash val="solid"/>
                <a:miter lim="800000"/>
                <a:headEnd type="none" w="med" len="med"/>
                <a:tailEnd type="none" w="med" len="med"/>
              </a:ln>
            </p:spPr>
            <p:txBody>
              <a:bodyPr lIns="0" tIns="0" rIns="0" bIns="0"/>
              <a:lstStyle/>
              <a:p>
                <a:pPr fontAlgn="auto">
                  <a:spcBef>
                    <a:spcPts val="0"/>
                  </a:spcBef>
                  <a:spcAft>
                    <a:spcPts val="0"/>
                  </a:spcAft>
                </a:pPr>
                <a:endParaRPr lang="id-ID">
                  <a:solidFill>
                    <a:prstClr val="black"/>
                  </a:solidFill>
                  <a:latin typeface="Roboto Lt"/>
                  <a:cs typeface="+mn-cs"/>
                </a:endParaRPr>
              </a:p>
            </p:txBody>
          </p:sp>
          <p:sp>
            <p:nvSpPr>
              <p:cNvPr id="11" name="AutoShape 3"/>
              <p:cNvSpPr>
                <a:spLocks/>
              </p:cNvSpPr>
              <p:nvPr/>
            </p:nvSpPr>
            <p:spPr bwMode="auto">
              <a:xfrm>
                <a:off x="2035351" y="2779231"/>
                <a:ext cx="2064459" cy="561624"/>
              </a:xfrm>
              <a:prstGeom prst="roundRect">
                <a:avLst>
                  <a:gd name="adj" fmla="val 11986"/>
                </a:avLst>
              </a:prstGeom>
              <a:solidFill>
                <a:srgbClr val="CDCDCD"/>
              </a:solidFill>
              <a:ln w="25400" cap="flat">
                <a:solidFill>
                  <a:srgbClr val="CDCDCD"/>
                </a:solidFill>
                <a:prstDash val="solid"/>
                <a:miter lim="800000"/>
                <a:headEnd type="none" w="med" len="med"/>
                <a:tailEnd type="none" w="med" len="med"/>
              </a:ln>
            </p:spPr>
            <p:txBody>
              <a:bodyPr lIns="0" tIns="0" rIns="0" bIns="0"/>
              <a:lstStyle/>
              <a:p>
                <a:pPr fontAlgn="auto">
                  <a:spcBef>
                    <a:spcPts val="0"/>
                  </a:spcBef>
                  <a:spcAft>
                    <a:spcPts val="0"/>
                  </a:spcAft>
                </a:pPr>
                <a:endParaRPr lang="id-ID">
                  <a:solidFill>
                    <a:prstClr val="black"/>
                  </a:solidFill>
                  <a:latin typeface="Roboto Lt"/>
                  <a:cs typeface="+mn-cs"/>
                </a:endParaRPr>
              </a:p>
            </p:txBody>
          </p:sp>
          <p:sp>
            <p:nvSpPr>
              <p:cNvPr id="12" name="Oval 4"/>
              <p:cNvSpPr>
                <a:spLocks/>
              </p:cNvSpPr>
              <p:nvPr/>
            </p:nvSpPr>
            <p:spPr bwMode="auto">
              <a:xfrm>
                <a:off x="1137753" y="2814331"/>
                <a:ext cx="95903" cy="95276"/>
              </a:xfrm>
              <a:prstGeom prst="ellipse">
                <a:avLst/>
              </a:prstGeom>
              <a:solidFill>
                <a:schemeClr val="accent1"/>
              </a:solidFill>
              <a:ln w="25400" cap="flat">
                <a:noFill/>
                <a:prstDash val="solid"/>
                <a:miter lim="800000"/>
                <a:headEnd type="none" w="med" len="med"/>
                <a:tailEnd type="none" w="med" len="med"/>
              </a:ln>
            </p:spPr>
            <p:txBody>
              <a:bodyPr lIns="0" tIns="0" rIns="0" bIns="0"/>
              <a:lstStyle/>
              <a:p>
                <a:pPr fontAlgn="auto">
                  <a:spcBef>
                    <a:spcPts val="0"/>
                  </a:spcBef>
                  <a:spcAft>
                    <a:spcPts val="0"/>
                  </a:spcAft>
                </a:pPr>
                <a:endParaRPr lang="id-ID">
                  <a:solidFill>
                    <a:prstClr val="black"/>
                  </a:solidFill>
                  <a:latin typeface="Roboto Lt"/>
                  <a:cs typeface="+mn-cs"/>
                </a:endParaRPr>
              </a:p>
            </p:txBody>
          </p:sp>
          <p:sp>
            <p:nvSpPr>
              <p:cNvPr id="13" name="Oval 5"/>
              <p:cNvSpPr>
                <a:spLocks/>
              </p:cNvSpPr>
              <p:nvPr/>
            </p:nvSpPr>
            <p:spPr bwMode="auto">
              <a:xfrm>
                <a:off x="1307620" y="2814331"/>
                <a:ext cx="95903" cy="95276"/>
              </a:xfrm>
              <a:prstGeom prst="ellipse">
                <a:avLst/>
              </a:prstGeom>
              <a:solidFill>
                <a:schemeClr val="accent2"/>
              </a:solidFill>
              <a:ln w="25400" cap="flat">
                <a:noFill/>
                <a:prstDash val="solid"/>
                <a:miter lim="800000"/>
                <a:headEnd type="none" w="med" len="med"/>
                <a:tailEnd type="none" w="med" len="med"/>
              </a:ln>
            </p:spPr>
            <p:txBody>
              <a:bodyPr lIns="0" tIns="0" rIns="0" bIns="0"/>
              <a:lstStyle/>
              <a:p>
                <a:pPr fontAlgn="auto">
                  <a:spcBef>
                    <a:spcPts val="0"/>
                  </a:spcBef>
                  <a:spcAft>
                    <a:spcPts val="0"/>
                  </a:spcAft>
                </a:pPr>
                <a:endParaRPr lang="id-ID">
                  <a:solidFill>
                    <a:prstClr val="black"/>
                  </a:solidFill>
                  <a:latin typeface="Roboto Lt"/>
                  <a:cs typeface="+mn-cs"/>
                </a:endParaRPr>
              </a:p>
            </p:txBody>
          </p:sp>
          <p:sp>
            <p:nvSpPr>
              <p:cNvPr id="14" name="Oval 6"/>
              <p:cNvSpPr>
                <a:spLocks/>
              </p:cNvSpPr>
              <p:nvPr/>
            </p:nvSpPr>
            <p:spPr bwMode="auto">
              <a:xfrm>
                <a:off x="1477486" y="2814331"/>
                <a:ext cx="95903" cy="95276"/>
              </a:xfrm>
              <a:prstGeom prst="ellipse">
                <a:avLst/>
              </a:prstGeom>
              <a:solidFill>
                <a:schemeClr val="accent4"/>
              </a:solidFill>
              <a:ln w="25400" cap="flat">
                <a:noFill/>
                <a:prstDash val="solid"/>
                <a:miter lim="800000"/>
                <a:headEnd type="none" w="med" len="med"/>
                <a:tailEnd type="none" w="med" len="med"/>
              </a:ln>
            </p:spPr>
            <p:txBody>
              <a:bodyPr lIns="0" tIns="0" rIns="0" bIns="0"/>
              <a:lstStyle/>
              <a:p>
                <a:pPr fontAlgn="auto">
                  <a:spcBef>
                    <a:spcPts val="0"/>
                  </a:spcBef>
                  <a:spcAft>
                    <a:spcPts val="0"/>
                  </a:spcAft>
                </a:pPr>
                <a:endParaRPr lang="id-ID">
                  <a:solidFill>
                    <a:prstClr val="black"/>
                  </a:solidFill>
                  <a:latin typeface="Roboto Lt"/>
                  <a:cs typeface="+mn-cs"/>
                </a:endParaRPr>
              </a:p>
            </p:txBody>
          </p:sp>
          <p:sp>
            <p:nvSpPr>
              <p:cNvPr id="15" name="Rectangle 11"/>
              <p:cNvSpPr>
                <a:spLocks/>
              </p:cNvSpPr>
              <p:nvPr/>
            </p:nvSpPr>
            <p:spPr bwMode="auto">
              <a:xfrm>
                <a:off x="2205844" y="3085114"/>
                <a:ext cx="5104773" cy="200580"/>
              </a:xfrm>
              <a:prstGeom prst="rect">
                <a:avLst/>
              </a:prstGeom>
              <a:solidFill>
                <a:srgbClr val="FFFFFF"/>
              </a:solidFill>
              <a:ln w="25400" cap="flat">
                <a:solidFill>
                  <a:srgbClr val="B3B3B3"/>
                </a:solidFill>
                <a:prstDash val="solid"/>
                <a:miter lim="800000"/>
                <a:headEnd type="none" w="med" len="med"/>
                <a:tailEnd type="none" w="med" len="med"/>
              </a:ln>
            </p:spPr>
            <p:txBody>
              <a:bodyPr lIns="0" tIns="0" rIns="0" bIns="0"/>
              <a:lstStyle/>
              <a:p>
                <a:pPr fontAlgn="auto">
                  <a:spcBef>
                    <a:spcPts val="0"/>
                  </a:spcBef>
                  <a:spcAft>
                    <a:spcPts val="0"/>
                  </a:spcAft>
                </a:pPr>
                <a:endParaRPr lang="id-ID" dirty="0">
                  <a:solidFill>
                    <a:prstClr val="black"/>
                  </a:solidFill>
                  <a:latin typeface="Roboto Lt"/>
                  <a:cs typeface="+mn-cs"/>
                </a:endParaRPr>
              </a:p>
            </p:txBody>
          </p:sp>
          <p:sp>
            <p:nvSpPr>
              <p:cNvPr id="16" name="Freeform 9"/>
              <p:cNvSpPr>
                <a:spLocks/>
              </p:cNvSpPr>
              <p:nvPr/>
            </p:nvSpPr>
            <p:spPr bwMode="auto">
              <a:xfrm rot="18900000">
                <a:off x="3964946" y="2855903"/>
                <a:ext cx="99496" cy="99498"/>
              </a:xfrm>
              <a:custGeom>
                <a:avLst/>
                <a:gdLst>
                  <a:gd name="T0" fmla="*/ 42 w 64"/>
                  <a:gd name="T1" fmla="*/ 0 h 64"/>
                  <a:gd name="T2" fmla="*/ 21 w 64"/>
                  <a:gd name="T3" fmla="*/ 0 h 64"/>
                  <a:gd name="T4" fmla="*/ 21 w 64"/>
                  <a:gd name="T5" fmla="*/ 21 h 64"/>
                  <a:gd name="T6" fmla="*/ 0 w 64"/>
                  <a:gd name="T7" fmla="*/ 21 h 64"/>
                  <a:gd name="T8" fmla="*/ 0 w 64"/>
                  <a:gd name="T9" fmla="*/ 42 h 64"/>
                  <a:gd name="T10" fmla="*/ 21 w 64"/>
                  <a:gd name="T11" fmla="*/ 42 h 64"/>
                  <a:gd name="T12" fmla="*/ 21 w 64"/>
                  <a:gd name="T13" fmla="*/ 64 h 64"/>
                  <a:gd name="T14" fmla="*/ 42 w 64"/>
                  <a:gd name="T15" fmla="*/ 64 h 64"/>
                  <a:gd name="T16" fmla="*/ 42 w 64"/>
                  <a:gd name="T17" fmla="*/ 42 h 64"/>
                  <a:gd name="T18" fmla="*/ 64 w 64"/>
                  <a:gd name="T19" fmla="*/ 42 h 64"/>
                  <a:gd name="T20" fmla="*/ 64 w 64"/>
                  <a:gd name="T21" fmla="*/ 21 h 64"/>
                  <a:gd name="T22" fmla="*/ 42 w 64"/>
                  <a:gd name="T23" fmla="*/ 21 h 64"/>
                  <a:gd name="T24" fmla="*/ 42 w 64"/>
                  <a:gd name="T25"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4" h="64">
                    <a:moveTo>
                      <a:pt x="42" y="0"/>
                    </a:moveTo>
                    <a:lnTo>
                      <a:pt x="21" y="0"/>
                    </a:lnTo>
                    <a:lnTo>
                      <a:pt x="21" y="21"/>
                    </a:lnTo>
                    <a:lnTo>
                      <a:pt x="0" y="21"/>
                    </a:lnTo>
                    <a:lnTo>
                      <a:pt x="0" y="42"/>
                    </a:lnTo>
                    <a:lnTo>
                      <a:pt x="21" y="42"/>
                    </a:lnTo>
                    <a:lnTo>
                      <a:pt x="21" y="64"/>
                    </a:lnTo>
                    <a:lnTo>
                      <a:pt x="42" y="64"/>
                    </a:lnTo>
                    <a:lnTo>
                      <a:pt x="42" y="42"/>
                    </a:lnTo>
                    <a:lnTo>
                      <a:pt x="64" y="42"/>
                    </a:lnTo>
                    <a:lnTo>
                      <a:pt x="64" y="21"/>
                    </a:lnTo>
                    <a:lnTo>
                      <a:pt x="42" y="21"/>
                    </a:lnTo>
                    <a:lnTo>
                      <a:pt x="42" y="0"/>
                    </a:lnTo>
                    <a:close/>
                  </a:path>
                </a:pathLst>
              </a:custGeom>
              <a:solidFill>
                <a:schemeClr val="bg1">
                  <a:lumMod val="5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grpSp>
            <p:nvGrpSpPr>
              <p:cNvPr id="17" name="Group 16"/>
              <p:cNvGrpSpPr/>
              <p:nvPr/>
            </p:nvGrpSpPr>
            <p:grpSpPr>
              <a:xfrm>
                <a:off x="7494380" y="2779230"/>
                <a:ext cx="155357" cy="155272"/>
                <a:chOff x="4763" y="0"/>
                <a:chExt cx="2900362" cy="2898775"/>
              </a:xfrm>
              <a:solidFill>
                <a:schemeClr val="bg1">
                  <a:lumMod val="50000"/>
                </a:schemeClr>
              </a:solidFill>
            </p:grpSpPr>
            <p:sp>
              <p:nvSpPr>
                <p:cNvPr id="20" name="Freeform 13"/>
                <p:cNvSpPr>
                  <a:spLocks/>
                </p:cNvSpPr>
                <p:nvPr/>
              </p:nvSpPr>
              <p:spPr bwMode="auto">
                <a:xfrm>
                  <a:off x="4763" y="0"/>
                  <a:ext cx="727075" cy="722313"/>
                </a:xfrm>
                <a:custGeom>
                  <a:avLst/>
                  <a:gdLst>
                    <a:gd name="T0" fmla="*/ 168 w 193"/>
                    <a:gd name="T1" fmla="*/ 0 h 192"/>
                    <a:gd name="T2" fmla="*/ 24 w 193"/>
                    <a:gd name="T3" fmla="*/ 0 h 192"/>
                    <a:gd name="T4" fmla="*/ 0 w 193"/>
                    <a:gd name="T5" fmla="*/ 24 h 192"/>
                    <a:gd name="T6" fmla="*/ 0 w 193"/>
                    <a:gd name="T7" fmla="*/ 168 h 192"/>
                    <a:gd name="T8" fmla="*/ 24 w 193"/>
                    <a:gd name="T9" fmla="*/ 192 h 192"/>
                    <a:gd name="T10" fmla="*/ 168 w 193"/>
                    <a:gd name="T11" fmla="*/ 192 h 192"/>
                    <a:gd name="T12" fmla="*/ 193 w 193"/>
                    <a:gd name="T13" fmla="*/ 168 h 192"/>
                    <a:gd name="T14" fmla="*/ 193 w 193"/>
                    <a:gd name="T15" fmla="*/ 24 h 192"/>
                    <a:gd name="T16" fmla="*/ 168 w 193"/>
                    <a:gd name="T17"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3" h="192">
                      <a:moveTo>
                        <a:pt x="168" y="0"/>
                      </a:moveTo>
                      <a:cubicBezTo>
                        <a:pt x="24" y="0"/>
                        <a:pt x="24" y="0"/>
                        <a:pt x="24" y="0"/>
                      </a:cubicBezTo>
                      <a:cubicBezTo>
                        <a:pt x="11" y="0"/>
                        <a:pt x="0" y="11"/>
                        <a:pt x="0" y="24"/>
                      </a:cubicBezTo>
                      <a:cubicBezTo>
                        <a:pt x="0" y="168"/>
                        <a:pt x="0" y="168"/>
                        <a:pt x="0" y="168"/>
                      </a:cubicBezTo>
                      <a:cubicBezTo>
                        <a:pt x="0" y="182"/>
                        <a:pt x="11" y="192"/>
                        <a:pt x="24" y="192"/>
                      </a:cubicBezTo>
                      <a:cubicBezTo>
                        <a:pt x="168" y="192"/>
                        <a:pt x="168" y="192"/>
                        <a:pt x="168" y="192"/>
                      </a:cubicBezTo>
                      <a:cubicBezTo>
                        <a:pt x="182" y="192"/>
                        <a:pt x="193" y="182"/>
                        <a:pt x="193" y="168"/>
                      </a:cubicBezTo>
                      <a:cubicBezTo>
                        <a:pt x="193" y="24"/>
                        <a:pt x="193" y="24"/>
                        <a:pt x="193" y="24"/>
                      </a:cubicBezTo>
                      <a:cubicBezTo>
                        <a:pt x="193" y="11"/>
                        <a:pt x="182" y="0"/>
                        <a:pt x="168"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sp>
              <p:nvSpPr>
                <p:cNvPr id="21" name="Freeform 14"/>
                <p:cNvSpPr>
                  <a:spLocks/>
                </p:cNvSpPr>
                <p:nvPr/>
              </p:nvSpPr>
              <p:spPr bwMode="auto">
                <a:xfrm>
                  <a:off x="4763" y="1087438"/>
                  <a:ext cx="727075" cy="722313"/>
                </a:xfrm>
                <a:custGeom>
                  <a:avLst/>
                  <a:gdLst>
                    <a:gd name="T0" fmla="*/ 168 w 193"/>
                    <a:gd name="T1" fmla="*/ 0 h 192"/>
                    <a:gd name="T2" fmla="*/ 24 w 193"/>
                    <a:gd name="T3" fmla="*/ 0 h 192"/>
                    <a:gd name="T4" fmla="*/ 0 w 193"/>
                    <a:gd name="T5" fmla="*/ 24 h 192"/>
                    <a:gd name="T6" fmla="*/ 0 w 193"/>
                    <a:gd name="T7" fmla="*/ 168 h 192"/>
                    <a:gd name="T8" fmla="*/ 24 w 193"/>
                    <a:gd name="T9" fmla="*/ 192 h 192"/>
                    <a:gd name="T10" fmla="*/ 168 w 193"/>
                    <a:gd name="T11" fmla="*/ 192 h 192"/>
                    <a:gd name="T12" fmla="*/ 193 w 193"/>
                    <a:gd name="T13" fmla="*/ 168 h 192"/>
                    <a:gd name="T14" fmla="*/ 193 w 193"/>
                    <a:gd name="T15" fmla="*/ 24 h 192"/>
                    <a:gd name="T16" fmla="*/ 168 w 193"/>
                    <a:gd name="T17"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3" h="192">
                      <a:moveTo>
                        <a:pt x="168" y="0"/>
                      </a:moveTo>
                      <a:cubicBezTo>
                        <a:pt x="24" y="0"/>
                        <a:pt x="24" y="0"/>
                        <a:pt x="24" y="0"/>
                      </a:cubicBezTo>
                      <a:cubicBezTo>
                        <a:pt x="11" y="0"/>
                        <a:pt x="0" y="11"/>
                        <a:pt x="0" y="24"/>
                      </a:cubicBezTo>
                      <a:cubicBezTo>
                        <a:pt x="0" y="168"/>
                        <a:pt x="0" y="168"/>
                        <a:pt x="0" y="168"/>
                      </a:cubicBezTo>
                      <a:cubicBezTo>
                        <a:pt x="0" y="181"/>
                        <a:pt x="11" y="192"/>
                        <a:pt x="24" y="192"/>
                      </a:cubicBezTo>
                      <a:cubicBezTo>
                        <a:pt x="168" y="192"/>
                        <a:pt x="168" y="192"/>
                        <a:pt x="168" y="192"/>
                      </a:cubicBezTo>
                      <a:cubicBezTo>
                        <a:pt x="182" y="192"/>
                        <a:pt x="193" y="181"/>
                        <a:pt x="193" y="168"/>
                      </a:cubicBezTo>
                      <a:cubicBezTo>
                        <a:pt x="193" y="24"/>
                        <a:pt x="193" y="24"/>
                        <a:pt x="193" y="24"/>
                      </a:cubicBezTo>
                      <a:cubicBezTo>
                        <a:pt x="193" y="11"/>
                        <a:pt x="182" y="0"/>
                        <a:pt x="168"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sp>
              <p:nvSpPr>
                <p:cNvPr id="22" name="Freeform 15"/>
                <p:cNvSpPr>
                  <a:spLocks/>
                </p:cNvSpPr>
                <p:nvPr/>
              </p:nvSpPr>
              <p:spPr bwMode="auto">
                <a:xfrm>
                  <a:off x="4763" y="2171700"/>
                  <a:ext cx="727075" cy="727075"/>
                </a:xfrm>
                <a:custGeom>
                  <a:avLst/>
                  <a:gdLst>
                    <a:gd name="T0" fmla="*/ 168 w 193"/>
                    <a:gd name="T1" fmla="*/ 0 h 193"/>
                    <a:gd name="T2" fmla="*/ 24 w 193"/>
                    <a:gd name="T3" fmla="*/ 0 h 193"/>
                    <a:gd name="T4" fmla="*/ 0 w 193"/>
                    <a:gd name="T5" fmla="*/ 25 h 193"/>
                    <a:gd name="T6" fmla="*/ 0 w 193"/>
                    <a:gd name="T7" fmla="*/ 169 h 193"/>
                    <a:gd name="T8" fmla="*/ 24 w 193"/>
                    <a:gd name="T9" fmla="*/ 193 h 193"/>
                    <a:gd name="T10" fmla="*/ 168 w 193"/>
                    <a:gd name="T11" fmla="*/ 193 h 193"/>
                    <a:gd name="T12" fmla="*/ 193 w 193"/>
                    <a:gd name="T13" fmla="*/ 169 h 193"/>
                    <a:gd name="T14" fmla="*/ 193 w 193"/>
                    <a:gd name="T15" fmla="*/ 25 h 193"/>
                    <a:gd name="T16" fmla="*/ 168 w 193"/>
                    <a:gd name="T17" fmla="*/ 0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3" h="193">
                      <a:moveTo>
                        <a:pt x="168" y="0"/>
                      </a:moveTo>
                      <a:cubicBezTo>
                        <a:pt x="24" y="0"/>
                        <a:pt x="24" y="0"/>
                        <a:pt x="24" y="0"/>
                      </a:cubicBezTo>
                      <a:cubicBezTo>
                        <a:pt x="11" y="0"/>
                        <a:pt x="0" y="11"/>
                        <a:pt x="0" y="25"/>
                      </a:cubicBezTo>
                      <a:cubicBezTo>
                        <a:pt x="0" y="169"/>
                        <a:pt x="0" y="169"/>
                        <a:pt x="0" y="169"/>
                      </a:cubicBezTo>
                      <a:cubicBezTo>
                        <a:pt x="0" y="182"/>
                        <a:pt x="11" y="193"/>
                        <a:pt x="24" y="193"/>
                      </a:cubicBezTo>
                      <a:cubicBezTo>
                        <a:pt x="168" y="193"/>
                        <a:pt x="168" y="193"/>
                        <a:pt x="168" y="193"/>
                      </a:cubicBezTo>
                      <a:cubicBezTo>
                        <a:pt x="182" y="193"/>
                        <a:pt x="193" y="182"/>
                        <a:pt x="193" y="169"/>
                      </a:cubicBezTo>
                      <a:cubicBezTo>
                        <a:pt x="193" y="25"/>
                        <a:pt x="193" y="25"/>
                        <a:pt x="193" y="25"/>
                      </a:cubicBezTo>
                      <a:cubicBezTo>
                        <a:pt x="193" y="11"/>
                        <a:pt x="182" y="0"/>
                        <a:pt x="168"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sp>
              <p:nvSpPr>
                <p:cNvPr id="23" name="Freeform 16"/>
                <p:cNvSpPr>
                  <a:spLocks/>
                </p:cNvSpPr>
                <p:nvPr/>
              </p:nvSpPr>
              <p:spPr bwMode="auto">
                <a:xfrm>
                  <a:off x="1093788" y="0"/>
                  <a:ext cx="722312" cy="722313"/>
                </a:xfrm>
                <a:custGeom>
                  <a:avLst/>
                  <a:gdLst>
                    <a:gd name="T0" fmla="*/ 168 w 192"/>
                    <a:gd name="T1" fmla="*/ 0 h 192"/>
                    <a:gd name="T2" fmla="*/ 24 w 192"/>
                    <a:gd name="T3" fmla="*/ 0 h 192"/>
                    <a:gd name="T4" fmla="*/ 0 w 192"/>
                    <a:gd name="T5" fmla="*/ 24 h 192"/>
                    <a:gd name="T6" fmla="*/ 0 w 192"/>
                    <a:gd name="T7" fmla="*/ 168 h 192"/>
                    <a:gd name="T8" fmla="*/ 24 w 192"/>
                    <a:gd name="T9" fmla="*/ 192 h 192"/>
                    <a:gd name="T10" fmla="*/ 168 w 192"/>
                    <a:gd name="T11" fmla="*/ 192 h 192"/>
                    <a:gd name="T12" fmla="*/ 192 w 192"/>
                    <a:gd name="T13" fmla="*/ 168 h 192"/>
                    <a:gd name="T14" fmla="*/ 192 w 192"/>
                    <a:gd name="T15" fmla="*/ 24 h 192"/>
                    <a:gd name="T16" fmla="*/ 168 w 192"/>
                    <a:gd name="T17"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192">
                      <a:moveTo>
                        <a:pt x="168" y="0"/>
                      </a:moveTo>
                      <a:cubicBezTo>
                        <a:pt x="24" y="0"/>
                        <a:pt x="24" y="0"/>
                        <a:pt x="24" y="0"/>
                      </a:cubicBezTo>
                      <a:cubicBezTo>
                        <a:pt x="11" y="0"/>
                        <a:pt x="0" y="11"/>
                        <a:pt x="0" y="24"/>
                      </a:cubicBezTo>
                      <a:cubicBezTo>
                        <a:pt x="0" y="168"/>
                        <a:pt x="0" y="168"/>
                        <a:pt x="0" y="168"/>
                      </a:cubicBezTo>
                      <a:cubicBezTo>
                        <a:pt x="0" y="182"/>
                        <a:pt x="11" y="192"/>
                        <a:pt x="24" y="192"/>
                      </a:cubicBezTo>
                      <a:cubicBezTo>
                        <a:pt x="168" y="192"/>
                        <a:pt x="168" y="192"/>
                        <a:pt x="168" y="192"/>
                      </a:cubicBezTo>
                      <a:cubicBezTo>
                        <a:pt x="181" y="192"/>
                        <a:pt x="192" y="182"/>
                        <a:pt x="192" y="168"/>
                      </a:cubicBezTo>
                      <a:cubicBezTo>
                        <a:pt x="192" y="24"/>
                        <a:pt x="192" y="24"/>
                        <a:pt x="192" y="24"/>
                      </a:cubicBezTo>
                      <a:cubicBezTo>
                        <a:pt x="192" y="11"/>
                        <a:pt x="181" y="0"/>
                        <a:pt x="168"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sp>
              <p:nvSpPr>
                <p:cNvPr id="24" name="Freeform 17"/>
                <p:cNvSpPr>
                  <a:spLocks/>
                </p:cNvSpPr>
                <p:nvPr/>
              </p:nvSpPr>
              <p:spPr bwMode="auto">
                <a:xfrm>
                  <a:off x="1093788" y="1087438"/>
                  <a:ext cx="722312" cy="722313"/>
                </a:xfrm>
                <a:custGeom>
                  <a:avLst/>
                  <a:gdLst>
                    <a:gd name="T0" fmla="*/ 168 w 192"/>
                    <a:gd name="T1" fmla="*/ 0 h 192"/>
                    <a:gd name="T2" fmla="*/ 24 w 192"/>
                    <a:gd name="T3" fmla="*/ 0 h 192"/>
                    <a:gd name="T4" fmla="*/ 0 w 192"/>
                    <a:gd name="T5" fmla="*/ 24 h 192"/>
                    <a:gd name="T6" fmla="*/ 0 w 192"/>
                    <a:gd name="T7" fmla="*/ 168 h 192"/>
                    <a:gd name="T8" fmla="*/ 24 w 192"/>
                    <a:gd name="T9" fmla="*/ 192 h 192"/>
                    <a:gd name="T10" fmla="*/ 168 w 192"/>
                    <a:gd name="T11" fmla="*/ 192 h 192"/>
                    <a:gd name="T12" fmla="*/ 192 w 192"/>
                    <a:gd name="T13" fmla="*/ 168 h 192"/>
                    <a:gd name="T14" fmla="*/ 192 w 192"/>
                    <a:gd name="T15" fmla="*/ 24 h 192"/>
                    <a:gd name="T16" fmla="*/ 168 w 192"/>
                    <a:gd name="T17"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192">
                      <a:moveTo>
                        <a:pt x="168" y="0"/>
                      </a:moveTo>
                      <a:cubicBezTo>
                        <a:pt x="24" y="0"/>
                        <a:pt x="24" y="0"/>
                        <a:pt x="24" y="0"/>
                      </a:cubicBezTo>
                      <a:cubicBezTo>
                        <a:pt x="11" y="0"/>
                        <a:pt x="0" y="11"/>
                        <a:pt x="0" y="24"/>
                      </a:cubicBezTo>
                      <a:cubicBezTo>
                        <a:pt x="0" y="168"/>
                        <a:pt x="0" y="168"/>
                        <a:pt x="0" y="168"/>
                      </a:cubicBezTo>
                      <a:cubicBezTo>
                        <a:pt x="0" y="181"/>
                        <a:pt x="11" y="192"/>
                        <a:pt x="24" y="192"/>
                      </a:cubicBezTo>
                      <a:cubicBezTo>
                        <a:pt x="168" y="192"/>
                        <a:pt x="168" y="192"/>
                        <a:pt x="168" y="192"/>
                      </a:cubicBezTo>
                      <a:cubicBezTo>
                        <a:pt x="181" y="192"/>
                        <a:pt x="192" y="181"/>
                        <a:pt x="192" y="168"/>
                      </a:cubicBezTo>
                      <a:cubicBezTo>
                        <a:pt x="192" y="24"/>
                        <a:pt x="192" y="24"/>
                        <a:pt x="192" y="24"/>
                      </a:cubicBezTo>
                      <a:cubicBezTo>
                        <a:pt x="192" y="11"/>
                        <a:pt x="181" y="0"/>
                        <a:pt x="168"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sp>
              <p:nvSpPr>
                <p:cNvPr id="25" name="Freeform 18"/>
                <p:cNvSpPr>
                  <a:spLocks/>
                </p:cNvSpPr>
                <p:nvPr/>
              </p:nvSpPr>
              <p:spPr bwMode="auto">
                <a:xfrm>
                  <a:off x="1093788" y="2171700"/>
                  <a:ext cx="722312" cy="727075"/>
                </a:xfrm>
                <a:custGeom>
                  <a:avLst/>
                  <a:gdLst>
                    <a:gd name="T0" fmla="*/ 168 w 192"/>
                    <a:gd name="T1" fmla="*/ 0 h 193"/>
                    <a:gd name="T2" fmla="*/ 24 w 192"/>
                    <a:gd name="T3" fmla="*/ 0 h 193"/>
                    <a:gd name="T4" fmla="*/ 0 w 192"/>
                    <a:gd name="T5" fmla="*/ 25 h 193"/>
                    <a:gd name="T6" fmla="*/ 0 w 192"/>
                    <a:gd name="T7" fmla="*/ 169 h 193"/>
                    <a:gd name="T8" fmla="*/ 24 w 192"/>
                    <a:gd name="T9" fmla="*/ 193 h 193"/>
                    <a:gd name="T10" fmla="*/ 168 w 192"/>
                    <a:gd name="T11" fmla="*/ 193 h 193"/>
                    <a:gd name="T12" fmla="*/ 192 w 192"/>
                    <a:gd name="T13" fmla="*/ 169 h 193"/>
                    <a:gd name="T14" fmla="*/ 192 w 192"/>
                    <a:gd name="T15" fmla="*/ 25 h 193"/>
                    <a:gd name="T16" fmla="*/ 168 w 192"/>
                    <a:gd name="T17" fmla="*/ 0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193">
                      <a:moveTo>
                        <a:pt x="168" y="0"/>
                      </a:moveTo>
                      <a:cubicBezTo>
                        <a:pt x="24" y="0"/>
                        <a:pt x="24" y="0"/>
                        <a:pt x="24" y="0"/>
                      </a:cubicBezTo>
                      <a:cubicBezTo>
                        <a:pt x="11" y="0"/>
                        <a:pt x="0" y="11"/>
                        <a:pt x="0" y="25"/>
                      </a:cubicBezTo>
                      <a:cubicBezTo>
                        <a:pt x="0" y="169"/>
                        <a:pt x="0" y="169"/>
                        <a:pt x="0" y="169"/>
                      </a:cubicBezTo>
                      <a:cubicBezTo>
                        <a:pt x="0" y="182"/>
                        <a:pt x="11" y="193"/>
                        <a:pt x="24" y="193"/>
                      </a:cubicBezTo>
                      <a:cubicBezTo>
                        <a:pt x="168" y="193"/>
                        <a:pt x="168" y="193"/>
                        <a:pt x="168" y="193"/>
                      </a:cubicBezTo>
                      <a:cubicBezTo>
                        <a:pt x="181" y="193"/>
                        <a:pt x="192" y="182"/>
                        <a:pt x="192" y="169"/>
                      </a:cubicBezTo>
                      <a:cubicBezTo>
                        <a:pt x="192" y="25"/>
                        <a:pt x="192" y="25"/>
                        <a:pt x="192" y="25"/>
                      </a:cubicBezTo>
                      <a:cubicBezTo>
                        <a:pt x="192" y="11"/>
                        <a:pt x="181" y="0"/>
                        <a:pt x="168"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sp>
              <p:nvSpPr>
                <p:cNvPr id="26" name="Freeform 19"/>
                <p:cNvSpPr>
                  <a:spLocks/>
                </p:cNvSpPr>
                <p:nvPr/>
              </p:nvSpPr>
              <p:spPr bwMode="auto">
                <a:xfrm>
                  <a:off x="2181225" y="0"/>
                  <a:ext cx="723900" cy="722313"/>
                </a:xfrm>
                <a:custGeom>
                  <a:avLst/>
                  <a:gdLst>
                    <a:gd name="T0" fmla="*/ 168 w 192"/>
                    <a:gd name="T1" fmla="*/ 0 h 192"/>
                    <a:gd name="T2" fmla="*/ 24 w 192"/>
                    <a:gd name="T3" fmla="*/ 0 h 192"/>
                    <a:gd name="T4" fmla="*/ 0 w 192"/>
                    <a:gd name="T5" fmla="*/ 24 h 192"/>
                    <a:gd name="T6" fmla="*/ 0 w 192"/>
                    <a:gd name="T7" fmla="*/ 168 h 192"/>
                    <a:gd name="T8" fmla="*/ 24 w 192"/>
                    <a:gd name="T9" fmla="*/ 192 h 192"/>
                    <a:gd name="T10" fmla="*/ 168 w 192"/>
                    <a:gd name="T11" fmla="*/ 192 h 192"/>
                    <a:gd name="T12" fmla="*/ 192 w 192"/>
                    <a:gd name="T13" fmla="*/ 168 h 192"/>
                    <a:gd name="T14" fmla="*/ 192 w 192"/>
                    <a:gd name="T15" fmla="*/ 24 h 192"/>
                    <a:gd name="T16" fmla="*/ 168 w 192"/>
                    <a:gd name="T17"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192">
                      <a:moveTo>
                        <a:pt x="168" y="0"/>
                      </a:moveTo>
                      <a:cubicBezTo>
                        <a:pt x="24" y="0"/>
                        <a:pt x="24" y="0"/>
                        <a:pt x="24" y="0"/>
                      </a:cubicBezTo>
                      <a:cubicBezTo>
                        <a:pt x="10" y="0"/>
                        <a:pt x="0" y="11"/>
                        <a:pt x="0" y="24"/>
                      </a:cubicBezTo>
                      <a:cubicBezTo>
                        <a:pt x="0" y="168"/>
                        <a:pt x="0" y="168"/>
                        <a:pt x="0" y="168"/>
                      </a:cubicBezTo>
                      <a:cubicBezTo>
                        <a:pt x="0" y="182"/>
                        <a:pt x="10" y="192"/>
                        <a:pt x="24" y="192"/>
                      </a:cubicBezTo>
                      <a:cubicBezTo>
                        <a:pt x="168" y="192"/>
                        <a:pt x="168" y="192"/>
                        <a:pt x="168" y="192"/>
                      </a:cubicBezTo>
                      <a:cubicBezTo>
                        <a:pt x="181" y="192"/>
                        <a:pt x="192" y="182"/>
                        <a:pt x="192" y="168"/>
                      </a:cubicBezTo>
                      <a:cubicBezTo>
                        <a:pt x="192" y="24"/>
                        <a:pt x="192" y="24"/>
                        <a:pt x="192" y="24"/>
                      </a:cubicBezTo>
                      <a:cubicBezTo>
                        <a:pt x="192" y="11"/>
                        <a:pt x="181" y="0"/>
                        <a:pt x="168"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sp>
              <p:nvSpPr>
                <p:cNvPr id="27" name="Freeform 20"/>
                <p:cNvSpPr>
                  <a:spLocks/>
                </p:cNvSpPr>
                <p:nvPr/>
              </p:nvSpPr>
              <p:spPr bwMode="auto">
                <a:xfrm>
                  <a:off x="2181225" y="1087438"/>
                  <a:ext cx="723900" cy="722313"/>
                </a:xfrm>
                <a:custGeom>
                  <a:avLst/>
                  <a:gdLst>
                    <a:gd name="T0" fmla="*/ 168 w 192"/>
                    <a:gd name="T1" fmla="*/ 0 h 192"/>
                    <a:gd name="T2" fmla="*/ 24 w 192"/>
                    <a:gd name="T3" fmla="*/ 0 h 192"/>
                    <a:gd name="T4" fmla="*/ 0 w 192"/>
                    <a:gd name="T5" fmla="*/ 24 h 192"/>
                    <a:gd name="T6" fmla="*/ 0 w 192"/>
                    <a:gd name="T7" fmla="*/ 168 h 192"/>
                    <a:gd name="T8" fmla="*/ 24 w 192"/>
                    <a:gd name="T9" fmla="*/ 192 h 192"/>
                    <a:gd name="T10" fmla="*/ 168 w 192"/>
                    <a:gd name="T11" fmla="*/ 192 h 192"/>
                    <a:gd name="T12" fmla="*/ 192 w 192"/>
                    <a:gd name="T13" fmla="*/ 168 h 192"/>
                    <a:gd name="T14" fmla="*/ 192 w 192"/>
                    <a:gd name="T15" fmla="*/ 24 h 192"/>
                    <a:gd name="T16" fmla="*/ 168 w 192"/>
                    <a:gd name="T17"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192">
                      <a:moveTo>
                        <a:pt x="168" y="0"/>
                      </a:moveTo>
                      <a:cubicBezTo>
                        <a:pt x="24" y="0"/>
                        <a:pt x="24" y="0"/>
                        <a:pt x="24" y="0"/>
                      </a:cubicBezTo>
                      <a:cubicBezTo>
                        <a:pt x="10" y="0"/>
                        <a:pt x="0" y="11"/>
                        <a:pt x="0" y="24"/>
                      </a:cubicBezTo>
                      <a:cubicBezTo>
                        <a:pt x="0" y="168"/>
                        <a:pt x="0" y="168"/>
                        <a:pt x="0" y="168"/>
                      </a:cubicBezTo>
                      <a:cubicBezTo>
                        <a:pt x="0" y="181"/>
                        <a:pt x="10" y="192"/>
                        <a:pt x="24" y="192"/>
                      </a:cubicBezTo>
                      <a:cubicBezTo>
                        <a:pt x="168" y="192"/>
                        <a:pt x="168" y="192"/>
                        <a:pt x="168" y="192"/>
                      </a:cubicBezTo>
                      <a:cubicBezTo>
                        <a:pt x="181" y="192"/>
                        <a:pt x="192" y="181"/>
                        <a:pt x="192" y="168"/>
                      </a:cubicBezTo>
                      <a:cubicBezTo>
                        <a:pt x="192" y="24"/>
                        <a:pt x="192" y="24"/>
                        <a:pt x="192" y="24"/>
                      </a:cubicBezTo>
                      <a:cubicBezTo>
                        <a:pt x="192" y="11"/>
                        <a:pt x="181" y="0"/>
                        <a:pt x="168"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sp>
              <p:nvSpPr>
                <p:cNvPr id="28" name="Freeform 21"/>
                <p:cNvSpPr>
                  <a:spLocks/>
                </p:cNvSpPr>
                <p:nvPr/>
              </p:nvSpPr>
              <p:spPr bwMode="auto">
                <a:xfrm>
                  <a:off x="2181225" y="2171700"/>
                  <a:ext cx="723900" cy="727075"/>
                </a:xfrm>
                <a:custGeom>
                  <a:avLst/>
                  <a:gdLst>
                    <a:gd name="T0" fmla="*/ 168 w 192"/>
                    <a:gd name="T1" fmla="*/ 0 h 193"/>
                    <a:gd name="T2" fmla="*/ 24 w 192"/>
                    <a:gd name="T3" fmla="*/ 0 h 193"/>
                    <a:gd name="T4" fmla="*/ 0 w 192"/>
                    <a:gd name="T5" fmla="*/ 25 h 193"/>
                    <a:gd name="T6" fmla="*/ 0 w 192"/>
                    <a:gd name="T7" fmla="*/ 169 h 193"/>
                    <a:gd name="T8" fmla="*/ 24 w 192"/>
                    <a:gd name="T9" fmla="*/ 193 h 193"/>
                    <a:gd name="T10" fmla="*/ 168 w 192"/>
                    <a:gd name="T11" fmla="*/ 193 h 193"/>
                    <a:gd name="T12" fmla="*/ 192 w 192"/>
                    <a:gd name="T13" fmla="*/ 169 h 193"/>
                    <a:gd name="T14" fmla="*/ 192 w 192"/>
                    <a:gd name="T15" fmla="*/ 25 h 193"/>
                    <a:gd name="T16" fmla="*/ 168 w 192"/>
                    <a:gd name="T17" fmla="*/ 0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193">
                      <a:moveTo>
                        <a:pt x="168" y="0"/>
                      </a:moveTo>
                      <a:cubicBezTo>
                        <a:pt x="24" y="0"/>
                        <a:pt x="24" y="0"/>
                        <a:pt x="24" y="0"/>
                      </a:cubicBezTo>
                      <a:cubicBezTo>
                        <a:pt x="10" y="0"/>
                        <a:pt x="0" y="11"/>
                        <a:pt x="0" y="25"/>
                      </a:cubicBezTo>
                      <a:cubicBezTo>
                        <a:pt x="0" y="169"/>
                        <a:pt x="0" y="169"/>
                        <a:pt x="0" y="169"/>
                      </a:cubicBezTo>
                      <a:cubicBezTo>
                        <a:pt x="0" y="182"/>
                        <a:pt x="10" y="193"/>
                        <a:pt x="24" y="193"/>
                      </a:cubicBezTo>
                      <a:cubicBezTo>
                        <a:pt x="168" y="193"/>
                        <a:pt x="168" y="193"/>
                        <a:pt x="168" y="193"/>
                      </a:cubicBezTo>
                      <a:cubicBezTo>
                        <a:pt x="181" y="193"/>
                        <a:pt x="192" y="182"/>
                        <a:pt x="192" y="169"/>
                      </a:cubicBezTo>
                      <a:cubicBezTo>
                        <a:pt x="192" y="25"/>
                        <a:pt x="192" y="25"/>
                        <a:pt x="192" y="25"/>
                      </a:cubicBezTo>
                      <a:cubicBezTo>
                        <a:pt x="192" y="11"/>
                        <a:pt x="181" y="0"/>
                        <a:pt x="168"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grpSp>
          <p:sp>
            <p:nvSpPr>
              <p:cNvPr id="18" name="Freeform 25"/>
              <p:cNvSpPr>
                <a:spLocks/>
              </p:cNvSpPr>
              <p:nvPr/>
            </p:nvSpPr>
            <p:spPr bwMode="auto">
              <a:xfrm rot="5400000">
                <a:off x="7497092" y="3115886"/>
                <a:ext cx="146921" cy="128651"/>
              </a:xfrm>
              <a:custGeom>
                <a:avLst/>
                <a:gdLst>
                  <a:gd name="T0" fmla="*/ 504 w 896"/>
                  <a:gd name="T1" fmla="*/ 0 h 784"/>
                  <a:gd name="T2" fmla="*/ 116 w 896"/>
                  <a:gd name="T3" fmla="*/ 336 h 784"/>
                  <a:gd name="T4" fmla="*/ 0 w 896"/>
                  <a:gd name="T5" fmla="*/ 336 h 784"/>
                  <a:gd name="T6" fmla="*/ 168 w 896"/>
                  <a:gd name="T7" fmla="*/ 560 h 784"/>
                  <a:gd name="T8" fmla="*/ 336 w 896"/>
                  <a:gd name="T9" fmla="*/ 336 h 784"/>
                  <a:gd name="T10" fmla="*/ 230 w 896"/>
                  <a:gd name="T11" fmla="*/ 336 h 784"/>
                  <a:gd name="T12" fmla="*/ 504 w 896"/>
                  <a:gd name="T13" fmla="*/ 112 h 784"/>
                  <a:gd name="T14" fmla="*/ 784 w 896"/>
                  <a:gd name="T15" fmla="*/ 392 h 784"/>
                  <a:gd name="T16" fmla="*/ 504 w 896"/>
                  <a:gd name="T17" fmla="*/ 672 h 784"/>
                  <a:gd name="T18" fmla="*/ 504 w 896"/>
                  <a:gd name="T19" fmla="*/ 784 h 784"/>
                  <a:gd name="T20" fmla="*/ 896 w 896"/>
                  <a:gd name="T21" fmla="*/ 392 h 784"/>
                  <a:gd name="T22" fmla="*/ 504 w 896"/>
                  <a:gd name="T23" fmla="*/ 0 h 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96" h="784">
                    <a:moveTo>
                      <a:pt x="504" y="0"/>
                    </a:moveTo>
                    <a:cubicBezTo>
                      <a:pt x="307" y="0"/>
                      <a:pt x="144" y="146"/>
                      <a:pt x="116" y="336"/>
                    </a:cubicBezTo>
                    <a:cubicBezTo>
                      <a:pt x="0" y="336"/>
                      <a:pt x="0" y="336"/>
                      <a:pt x="0" y="336"/>
                    </a:cubicBezTo>
                    <a:cubicBezTo>
                      <a:pt x="168" y="560"/>
                      <a:pt x="168" y="560"/>
                      <a:pt x="168" y="560"/>
                    </a:cubicBezTo>
                    <a:cubicBezTo>
                      <a:pt x="336" y="336"/>
                      <a:pt x="336" y="336"/>
                      <a:pt x="336" y="336"/>
                    </a:cubicBezTo>
                    <a:cubicBezTo>
                      <a:pt x="230" y="336"/>
                      <a:pt x="230" y="336"/>
                      <a:pt x="230" y="336"/>
                    </a:cubicBezTo>
                    <a:cubicBezTo>
                      <a:pt x="256" y="208"/>
                      <a:pt x="369" y="112"/>
                      <a:pt x="504" y="112"/>
                    </a:cubicBezTo>
                    <a:cubicBezTo>
                      <a:pt x="658" y="112"/>
                      <a:pt x="784" y="238"/>
                      <a:pt x="784" y="392"/>
                    </a:cubicBezTo>
                    <a:cubicBezTo>
                      <a:pt x="784" y="546"/>
                      <a:pt x="658" y="672"/>
                      <a:pt x="504" y="672"/>
                    </a:cubicBezTo>
                    <a:cubicBezTo>
                      <a:pt x="504" y="784"/>
                      <a:pt x="504" y="784"/>
                      <a:pt x="504" y="784"/>
                    </a:cubicBezTo>
                    <a:cubicBezTo>
                      <a:pt x="721" y="784"/>
                      <a:pt x="896" y="609"/>
                      <a:pt x="896" y="392"/>
                    </a:cubicBezTo>
                    <a:cubicBezTo>
                      <a:pt x="896" y="175"/>
                      <a:pt x="721" y="0"/>
                      <a:pt x="504" y="0"/>
                    </a:cubicBezTo>
                    <a:close/>
                  </a:path>
                </a:pathLst>
              </a:custGeom>
              <a:solidFill>
                <a:schemeClr val="bg1">
                  <a:lumMod val="5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sp>
            <p:nvSpPr>
              <p:cNvPr id="19" name="Oval 6"/>
              <p:cNvSpPr>
                <a:spLocks/>
              </p:cNvSpPr>
              <p:nvPr/>
            </p:nvSpPr>
            <p:spPr bwMode="auto">
              <a:xfrm>
                <a:off x="1655635" y="2814331"/>
                <a:ext cx="95903" cy="95276"/>
              </a:xfrm>
              <a:prstGeom prst="ellipse">
                <a:avLst/>
              </a:prstGeom>
              <a:solidFill>
                <a:schemeClr val="accent5"/>
              </a:solidFill>
              <a:ln w="25400" cap="flat">
                <a:noFill/>
                <a:prstDash val="solid"/>
                <a:miter lim="800000"/>
                <a:headEnd type="none" w="med" len="med"/>
                <a:tailEnd type="none" w="med" len="med"/>
              </a:ln>
            </p:spPr>
            <p:txBody>
              <a:bodyPr lIns="0" tIns="0" rIns="0" bIns="0"/>
              <a:lstStyle/>
              <a:p>
                <a:pPr fontAlgn="auto">
                  <a:spcBef>
                    <a:spcPts val="0"/>
                  </a:spcBef>
                  <a:spcAft>
                    <a:spcPts val="0"/>
                  </a:spcAft>
                </a:pPr>
                <a:endParaRPr lang="id-ID">
                  <a:solidFill>
                    <a:prstClr val="black"/>
                  </a:solidFill>
                  <a:latin typeface="Roboto Lt"/>
                  <a:cs typeface="+mn-cs"/>
                </a:endParaRPr>
              </a:p>
            </p:txBody>
          </p:sp>
        </p:grpSp>
        <p:sp>
          <p:nvSpPr>
            <p:cNvPr id="8" name="TextBox 7"/>
            <p:cNvSpPr txBox="1"/>
            <p:nvPr/>
          </p:nvSpPr>
          <p:spPr>
            <a:xfrm>
              <a:off x="2353072" y="3063038"/>
              <a:ext cx="1372295" cy="223997"/>
            </a:xfrm>
            <a:prstGeom prst="rect">
              <a:avLst/>
            </a:prstGeom>
            <a:noFill/>
          </p:spPr>
          <p:txBody>
            <a:bodyPr wrap="none" rtlCol="0">
              <a:spAutoFit/>
            </a:bodyPr>
            <a:lstStyle/>
            <a:p>
              <a:pPr fontAlgn="auto">
                <a:spcBef>
                  <a:spcPts val="0"/>
                </a:spcBef>
                <a:spcAft>
                  <a:spcPts val="0"/>
                </a:spcAft>
              </a:pPr>
              <a:r>
                <a:rPr lang="id-ID" sz="900" dirty="0" smtClean="0">
                  <a:solidFill>
                    <a:prstClr val="white">
                      <a:lumMod val="65000"/>
                    </a:prstClr>
                  </a:solidFill>
                  <a:latin typeface="Roboto"/>
                  <a:cs typeface="+mn-cs"/>
                </a:rPr>
                <a:t>www.designcorner.com</a:t>
              </a:r>
              <a:endParaRPr lang="id-ID" sz="900" dirty="0">
                <a:solidFill>
                  <a:prstClr val="white">
                    <a:lumMod val="65000"/>
                  </a:prstClr>
                </a:solidFill>
                <a:latin typeface="Roboto"/>
                <a:cs typeface="+mn-cs"/>
              </a:endParaRPr>
            </a:p>
          </p:txBody>
        </p:sp>
      </p:grpSp>
      <p:sp>
        <p:nvSpPr>
          <p:cNvPr id="29"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0"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31"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32" name="Picture Placeholder 30"/>
          <p:cNvSpPr>
            <a:spLocks noGrp="1"/>
          </p:cNvSpPr>
          <p:nvPr>
            <p:ph type="pic" sz="quarter" idx="36" hasCustomPrompt="1"/>
          </p:nvPr>
        </p:nvSpPr>
        <p:spPr>
          <a:xfrm>
            <a:off x="-1" y="3411787"/>
            <a:ext cx="6136175" cy="3446213"/>
          </a:xfrm>
          <a:solidFill>
            <a:schemeClr val="bg1">
              <a:lumMod val="85000"/>
            </a:schemeClr>
          </a:solidFill>
        </p:spPr>
        <p:txBody>
          <a:bodyPr/>
          <a:lstStyle>
            <a:lvl1pPr>
              <a:defRPr/>
            </a:lvl1pPr>
          </a:lstStyle>
          <a:p>
            <a:r>
              <a:rPr lang="id-ID" dirty="0" smtClean="0"/>
              <a:t>Pic here</a:t>
            </a:r>
            <a:endParaRPr lang="en-AU" dirty="0"/>
          </a:p>
        </p:txBody>
      </p:sp>
    </p:spTree>
    <p:extLst>
      <p:ext uri="{BB962C8B-B14F-4D97-AF65-F5344CB8AC3E}">
        <p14:creationId xmlns:p14="http://schemas.microsoft.com/office/powerpoint/2010/main" val="107477112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100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30">
                                            <p:txEl>
                                              <p:pRg st="0" end="0"/>
                                            </p:txEl>
                                          </p:spTgt>
                                        </p:tgtEl>
                                        <p:attrNameLst>
                                          <p:attrName>style.visibility</p:attrName>
                                        </p:attrNameLst>
                                      </p:cBhvr>
                                      <p:to>
                                        <p:strVal val="visible"/>
                                      </p:to>
                                    </p:set>
                                    <p:animEffect transition="in" filter="fade">
                                      <p:cBhvr>
                                        <p:cTn id="7" dur="500"/>
                                        <p:tgtEl>
                                          <p:spTgt spid="30">
                                            <p:txEl>
                                              <p:pRg st="0" end="0"/>
                                            </p:txEl>
                                          </p:spTgt>
                                        </p:tgtEl>
                                      </p:cBhvr>
                                    </p:animEffect>
                                  </p:childTnLst>
                                </p:cTn>
                              </p:par>
                            </p:childTnLst>
                          </p:cTn>
                        </p:par>
                        <p:par>
                          <p:cTn id="8" fill="hold">
                            <p:stCondLst>
                              <p:cond delay="1500"/>
                            </p:stCondLst>
                            <p:childTnLst>
                              <p:par>
                                <p:cTn id="9" presetID="10" presetClass="entr" presetSubtype="0" fill="hold" grpId="0" nodeType="afterEffect">
                                  <p:stCondLst>
                                    <p:cond delay="0"/>
                                  </p:stCondLst>
                                  <p:childTnLst>
                                    <p:set>
                                      <p:cBhvr>
                                        <p:cTn id="10" dur="1" fill="hold">
                                          <p:stCondLst>
                                            <p:cond delay="0"/>
                                          </p:stCondLst>
                                        </p:cTn>
                                        <p:tgtEl>
                                          <p:spTgt spid="29"/>
                                        </p:tgtEl>
                                        <p:attrNameLst>
                                          <p:attrName>style.visibility</p:attrName>
                                        </p:attrNameLst>
                                      </p:cBhvr>
                                      <p:to>
                                        <p:strVal val="visible"/>
                                      </p:to>
                                    </p:set>
                                    <p:animEffect transition="in" filter="fade">
                                      <p:cBhvr>
                                        <p:cTn id="11" dur="500"/>
                                        <p:tgtEl>
                                          <p:spTgt spid="29"/>
                                        </p:tgtEl>
                                      </p:cBhvr>
                                    </p:animEffect>
                                  </p:childTnLst>
                                </p:cTn>
                              </p:par>
                            </p:childTnLst>
                          </p:cTn>
                        </p:par>
                        <p:par>
                          <p:cTn id="12" fill="hold">
                            <p:stCondLst>
                              <p:cond delay="2000"/>
                            </p:stCondLst>
                            <p:childTnLst>
                              <p:par>
                                <p:cTn id="13" presetID="42" presetClass="entr" presetSubtype="0" fill="hold" grpId="0" nodeType="afterEffect">
                                  <p:stCondLst>
                                    <p:cond delay="0"/>
                                  </p:stCondLst>
                                  <p:childTnLst>
                                    <p:set>
                                      <p:cBhvr>
                                        <p:cTn id="14" dur="1" fill="hold">
                                          <p:stCondLst>
                                            <p:cond delay="0"/>
                                          </p:stCondLst>
                                        </p:cTn>
                                        <p:tgtEl>
                                          <p:spTgt spid="31">
                                            <p:txEl>
                                              <p:pRg st="0" end="0"/>
                                            </p:txEl>
                                          </p:spTgt>
                                        </p:tgtEl>
                                        <p:attrNameLst>
                                          <p:attrName>style.visibility</p:attrName>
                                        </p:attrNameLst>
                                      </p:cBhvr>
                                      <p:to>
                                        <p:strVal val="visible"/>
                                      </p:to>
                                    </p:set>
                                    <p:animEffect transition="in" filter="fade">
                                      <p:cBhvr>
                                        <p:cTn id="15" dur="500"/>
                                        <p:tgtEl>
                                          <p:spTgt spid="31">
                                            <p:txEl>
                                              <p:pRg st="0" end="0"/>
                                            </p:txEl>
                                          </p:spTgt>
                                        </p:tgtEl>
                                      </p:cBhvr>
                                    </p:animEffect>
                                    <p:anim calcmode="lin" valueType="num">
                                      <p:cBhvr>
                                        <p:cTn id="16" dur="500" fill="hold"/>
                                        <p:tgtEl>
                                          <p:spTgt spid="31">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31">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2500"/>
                            </p:stCondLst>
                            <p:childTnLst>
                              <p:par>
                                <p:cTn id="19" presetID="42" presetClass="entr" presetSubtype="0" fill="hold" nodeType="afterEffect">
                                  <p:stCondLst>
                                    <p:cond delay="0"/>
                                  </p:stCondLst>
                                  <p:childTnLst>
                                    <p:set>
                                      <p:cBhvr>
                                        <p:cTn id="20" dur="1" fill="hold">
                                          <p:stCondLst>
                                            <p:cond delay="0"/>
                                          </p:stCondLst>
                                        </p:cTn>
                                        <p:tgtEl>
                                          <p:spTgt spid="6"/>
                                        </p:tgtEl>
                                        <p:attrNameLst>
                                          <p:attrName>style.visibility</p:attrName>
                                        </p:attrNameLst>
                                      </p:cBhvr>
                                      <p:to>
                                        <p:strVal val="visible"/>
                                      </p:to>
                                    </p:set>
                                    <p:animEffect transition="in" filter="fade">
                                      <p:cBhvr>
                                        <p:cTn id="21" dur="1000"/>
                                        <p:tgtEl>
                                          <p:spTgt spid="6"/>
                                        </p:tgtEl>
                                      </p:cBhvr>
                                    </p:animEffect>
                                    <p:anim calcmode="lin" valueType="num">
                                      <p:cBhvr>
                                        <p:cTn id="22" dur="1000" fill="hold"/>
                                        <p:tgtEl>
                                          <p:spTgt spid="6"/>
                                        </p:tgtEl>
                                        <p:attrNameLst>
                                          <p:attrName>ppt_x</p:attrName>
                                        </p:attrNameLst>
                                      </p:cBhvr>
                                      <p:tavLst>
                                        <p:tav tm="0">
                                          <p:val>
                                            <p:strVal val="#ppt_x"/>
                                          </p:val>
                                        </p:tav>
                                        <p:tav tm="100000">
                                          <p:val>
                                            <p:strVal val="#ppt_x"/>
                                          </p:val>
                                        </p:tav>
                                      </p:tavLst>
                                    </p:anim>
                                    <p:anim calcmode="lin" valueType="num">
                                      <p:cBhvr>
                                        <p:cTn id="23" dur="1000" fill="hold"/>
                                        <p:tgtEl>
                                          <p:spTgt spid="6"/>
                                        </p:tgtEl>
                                        <p:attrNameLst>
                                          <p:attrName>ppt_y</p:attrName>
                                        </p:attrNameLst>
                                      </p:cBhvr>
                                      <p:tavLst>
                                        <p:tav tm="0">
                                          <p:val>
                                            <p:strVal val="#ppt_y+.1"/>
                                          </p:val>
                                        </p:tav>
                                        <p:tav tm="100000">
                                          <p:val>
                                            <p:strVal val="#ppt_y"/>
                                          </p:val>
                                        </p:tav>
                                      </p:tavLst>
                                    </p:anim>
                                  </p:childTnLst>
                                </p:cTn>
                              </p:par>
                            </p:childTnLst>
                          </p:cTn>
                        </p:par>
                        <p:par>
                          <p:cTn id="24" fill="hold">
                            <p:stCondLst>
                              <p:cond delay="3500"/>
                            </p:stCondLst>
                            <p:childTnLst>
                              <p:par>
                                <p:cTn id="25" presetID="42" presetClass="entr" presetSubtype="0" fill="hold" grpId="0" nodeType="afterEffect">
                                  <p:stCondLst>
                                    <p:cond delay="0"/>
                                  </p:stCondLst>
                                  <p:childTnLst>
                                    <p:set>
                                      <p:cBhvr>
                                        <p:cTn id="26" dur="1" fill="hold">
                                          <p:stCondLst>
                                            <p:cond delay="0"/>
                                          </p:stCondLst>
                                        </p:cTn>
                                        <p:tgtEl>
                                          <p:spTgt spid="32"/>
                                        </p:tgtEl>
                                        <p:attrNameLst>
                                          <p:attrName>style.visibility</p:attrName>
                                        </p:attrNameLst>
                                      </p:cBhvr>
                                      <p:to>
                                        <p:strVal val="visible"/>
                                      </p:to>
                                    </p:set>
                                    <p:animEffect transition="in" filter="fade">
                                      <p:cBhvr>
                                        <p:cTn id="27" dur="500"/>
                                        <p:tgtEl>
                                          <p:spTgt spid="32"/>
                                        </p:tgtEl>
                                      </p:cBhvr>
                                    </p:animEffect>
                                    <p:anim calcmode="lin" valueType="num">
                                      <p:cBhvr>
                                        <p:cTn id="28" dur="500" fill="hold"/>
                                        <p:tgtEl>
                                          <p:spTgt spid="32"/>
                                        </p:tgtEl>
                                        <p:attrNameLst>
                                          <p:attrName>ppt_x</p:attrName>
                                        </p:attrNameLst>
                                      </p:cBhvr>
                                      <p:tavLst>
                                        <p:tav tm="0">
                                          <p:val>
                                            <p:strVal val="#ppt_x"/>
                                          </p:val>
                                        </p:tav>
                                        <p:tav tm="100000">
                                          <p:val>
                                            <p:strVal val="#ppt_x"/>
                                          </p:val>
                                        </p:tav>
                                      </p:tavLst>
                                    </p:anim>
                                    <p:anim calcmode="lin" valueType="num">
                                      <p:cBhvr>
                                        <p:cTn id="29" dur="500" fill="hold"/>
                                        <p:tgtEl>
                                          <p:spTgt spid="3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p:bldP spid="30"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30"/>
                        </p:tgtEl>
                        <p:attrNameLst>
                          <p:attrName>style.visibility</p:attrName>
                        </p:attrNameLst>
                      </p:cBhvr>
                      <p:to>
                        <p:strVal val="visible"/>
                      </p:to>
                    </p:set>
                    <p:animEffect transition="in" filter="fade">
                      <p:cBhvr>
                        <p:cTn dur="500"/>
                        <p:tgtEl>
                          <p:spTgt spid="30"/>
                        </p:tgtEl>
                      </p:cBhvr>
                    </p:animEffect>
                  </p:childTnLst>
                </p:cTn>
              </p:par>
            </p:tnLst>
          </p:tmpl>
        </p:tmplLst>
      </p:bldP>
      <p:bldP spid="31" grpId="0" build="p">
        <p:tmplLst>
          <p:tmpl lvl="1">
            <p:tnLst>
              <p:par>
                <p:cTn presetID="42" presetClass="entr" presetSubtype="0" fill="hold" nodeType="afterEffect">
                  <p:stCondLst>
                    <p:cond delay="0"/>
                  </p:stCondLst>
                  <p:childTnLst>
                    <p:set>
                      <p:cBhvr>
                        <p:cTn dur="1" fill="hold">
                          <p:stCondLst>
                            <p:cond delay="0"/>
                          </p:stCondLst>
                        </p:cTn>
                        <p:tgtEl>
                          <p:spTgt spid="31"/>
                        </p:tgtEl>
                        <p:attrNameLst>
                          <p:attrName>style.visibility</p:attrName>
                        </p:attrNameLst>
                      </p:cBhvr>
                      <p:to>
                        <p:strVal val="visible"/>
                      </p:to>
                    </p:set>
                    <p:animEffect transition="in" filter="fade">
                      <p:cBhvr>
                        <p:cTn dur="500"/>
                        <p:tgtEl>
                          <p:spTgt spid="31"/>
                        </p:tgtEl>
                      </p:cBhvr>
                    </p:animEffect>
                    <p:anim calcmode="lin" valueType="num">
                      <p:cBhvr>
                        <p:cTn dur="500" fill="hold"/>
                        <p:tgtEl>
                          <p:spTgt spid="31"/>
                        </p:tgtEl>
                        <p:attrNameLst>
                          <p:attrName>ppt_x</p:attrName>
                        </p:attrNameLst>
                      </p:cBhvr>
                      <p:tavLst>
                        <p:tav tm="0">
                          <p:val>
                            <p:strVal val="#ppt_x"/>
                          </p:val>
                        </p:tav>
                        <p:tav tm="100000">
                          <p:val>
                            <p:strVal val="#ppt_x"/>
                          </p:val>
                        </p:tav>
                      </p:tavLst>
                    </p:anim>
                    <p:anim calcmode="lin" valueType="num">
                      <p:cBhvr>
                        <p:cTn dur="500" fill="hold"/>
                        <p:tgtEl>
                          <p:spTgt spid="31"/>
                        </p:tgtEl>
                        <p:attrNameLst>
                          <p:attrName>ppt_y</p:attrName>
                        </p:attrNameLst>
                      </p:cBhvr>
                      <p:tavLst>
                        <p:tav tm="0">
                          <p:val>
                            <p:strVal val="#ppt_y+.1"/>
                          </p:val>
                        </p:tav>
                        <p:tav tm="100000">
                          <p:val>
                            <p:strVal val="#ppt_y"/>
                          </p:val>
                        </p:tav>
                      </p:tavLst>
                    </p:anim>
                  </p:childTnLst>
                </p:cTn>
              </p:par>
            </p:tnLst>
          </p:tmpl>
        </p:tmplLst>
      </p:bldP>
      <p:bldP spid="32" grpId="0" animBg="1"/>
    </p:bldLst>
  </p:timing>
</p:sldLayout>
</file>

<file path=ppt/slideLayouts/slideLayout605.xml><?xml version="1.0" encoding="utf-8"?>
<p:sldLayout xmlns:a="http://schemas.openxmlformats.org/drawingml/2006/main" xmlns:r="http://schemas.openxmlformats.org/officeDocument/2006/relationships" xmlns:p="http://schemas.openxmlformats.org/presentationml/2006/main" preserve="1" userDrawn="1">
  <p:cSld name="21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15"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1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28" name="Picture Placeholder 30"/>
          <p:cNvSpPr>
            <a:spLocks noGrp="1"/>
          </p:cNvSpPr>
          <p:nvPr>
            <p:ph type="pic" sz="quarter" idx="36" hasCustomPrompt="1"/>
          </p:nvPr>
        </p:nvSpPr>
        <p:spPr>
          <a:xfrm>
            <a:off x="1" y="2071466"/>
            <a:ext cx="4038600" cy="2393267"/>
          </a:xfrm>
          <a:solidFill>
            <a:schemeClr val="bg1">
              <a:lumMod val="85000"/>
            </a:schemeClr>
          </a:solidFill>
        </p:spPr>
        <p:txBody>
          <a:bodyPr/>
          <a:lstStyle>
            <a:lvl1pPr>
              <a:defRPr/>
            </a:lvl1pPr>
          </a:lstStyle>
          <a:p>
            <a:r>
              <a:rPr lang="id-ID" dirty="0" smtClean="0"/>
              <a:t>Pic here</a:t>
            </a:r>
            <a:endParaRPr lang="en-AU" dirty="0"/>
          </a:p>
        </p:txBody>
      </p:sp>
      <p:sp>
        <p:nvSpPr>
          <p:cNvPr id="29" name="Picture Placeholder 30"/>
          <p:cNvSpPr>
            <a:spLocks noGrp="1"/>
          </p:cNvSpPr>
          <p:nvPr>
            <p:ph type="pic" sz="quarter" idx="37" hasCustomPrompt="1"/>
          </p:nvPr>
        </p:nvSpPr>
        <p:spPr>
          <a:xfrm>
            <a:off x="0" y="4464733"/>
            <a:ext cx="4038600" cy="2393267"/>
          </a:xfrm>
          <a:solidFill>
            <a:schemeClr val="bg1">
              <a:lumMod val="85000"/>
            </a:schemeClr>
          </a:solidFill>
        </p:spPr>
        <p:txBody>
          <a:bodyPr/>
          <a:lstStyle>
            <a:lvl1pPr>
              <a:defRPr/>
            </a:lvl1pPr>
          </a:lstStyle>
          <a:p>
            <a:r>
              <a:rPr lang="id-ID" dirty="0" smtClean="0"/>
              <a:t>Pic here</a:t>
            </a:r>
            <a:endParaRPr lang="en-AU" dirty="0"/>
          </a:p>
        </p:txBody>
      </p:sp>
      <p:sp>
        <p:nvSpPr>
          <p:cNvPr id="30" name="Picture Placeholder 30"/>
          <p:cNvSpPr>
            <a:spLocks noGrp="1"/>
          </p:cNvSpPr>
          <p:nvPr>
            <p:ph type="pic" sz="quarter" idx="38" hasCustomPrompt="1"/>
          </p:nvPr>
        </p:nvSpPr>
        <p:spPr>
          <a:xfrm>
            <a:off x="4038600" y="2071466"/>
            <a:ext cx="4038600" cy="2393267"/>
          </a:xfrm>
          <a:solidFill>
            <a:schemeClr val="bg1">
              <a:lumMod val="85000"/>
            </a:schemeClr>
          </a:solidFill>
        </p:spPr>
        <p:txBody>
          <a:bodyPr/>
          <a:lstStyle>
            <a:lvl1pPr>
              <a:defRPr/>
            </a:lvl1pPr>
          </a:lstStyle>
          <a:p>
            <a:r>
              <a:rPr lang="id-ID" dirty="0" smtClean="0"/>
              <a:t>Pic here</a:t>
            </a:r>
            <a:endParaRPr lang="en-AU" dirty="0"/>
          </a:p>
        </p:txBody>
      </p:sp>
      <p:sp>
        <p:nvSpPr>
          <p:cNvPr id="31" name="Picture Placeholder 30"/>
          <p:cNvSpPr>
            <a:spLocks noGrp="1"/>
          </p:cNvSpPr>
          <p:nvPr>
            <p:ph type="pic" sz="quarter" idx="39" hasCustomPrompt="1"/>
          </p:nvPr>
        </p:nvSpPr>
        <p:spPr>
          <a:xfrm>
            <a:off x="4038599" y="4464733"/>
            <a:ext cx="4038600" cy="2393267"/>
          </a:xfrm>
          <a:solidFill>
            <a:schemeClr val="bg1">
              <a:lumMod val="85000"/>
            </a:schemeClr>
          </a:solidFill>
        </p:spPr>
        <p:txBody>
          <a:bodyPr/>
          <a:lstStyle>
            <a:lvl1pPr>
              <a:defRPr/>
            </a:lvl1pPr>
          </a:lstStyle>
          <a:p>
            <a:r>
              <a:rPr lang="id-ID" dirty="0" smtClean="0"/>
              <a:t>Pic here</a:t>
            </a:r>
            <a:endParaRPr lang="en-AU" dirty="0"/>
          </a:p>
        </p:txBody>
      </p:sp>
      <p:grpSp>
        <p:nvGrpSpPr>
          <p:cNvPr id="6" name="Group 5"/>
          <p:cNvGrpSpPr/>
          <p:nvPr userDrawn="1"/>
        </p:nvGrpSpPr>
        <p:grpSpPr>
          <a:xfrm>
            <a:off x="8077197" y="2071466"/>
            <a:ext cx="4114803" cy="4786534"/>
            <a:chOff x="8077197" y="2071466"/>
            <a:chExt cx="4114803" cy="3172804"/>
          </a:xfrm>
        </p:grpSpPr>
        <p:sp>
          <p:nvSpPr>
            <p:cNvPr id="2" name="Rectangle 1"/>
            <p:cNvSpPr/>
            <p:nvPr userDrawn="1"/>
          </p:nvSpPr>
          <p:spPr>
            <a:xfrm>
              <a:off x="8077199" y="2071466"/>
              <a:ext cx="4114801" cy="80236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3" name="Rectangle 32"/>
            <p:cNvSpPr/>
            <p:nvPr userDrawn="1"/>
          </p:nvSpPr>
          <p:spPr>
            <a:xfrm>
              <a:off x="8077198" y="2866917"/>
              <a:ext cx="4114801" cy="80236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4" name="Rectangle 33"/>
            <p:cNvSpPr/>
            <p:nvPr userDrawn="1"/>
          </p:nvSpPr>
          <p:spPr>
            <a:xfrm>
              <a:off x="8077197" y="3657868"/>
              <a:ext cx="4114801" cy="802363"/>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5" name="Rectangle 34"/>
            <p:cNvSpPr/>
            <p:nvPr userDrawn="1"/>
          </p:nvSpPr>
          <p:spPr>
            <a:xfrm>
              <a:off x="8077199" y="4441907"/>
              <a:ext cx="4114801" cy="80236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grpSp>
    </p:spTree>
    <p:extLst>
      <p:ext uri="{BB962C8B-B14F-4D97-AF65-F5344CB8AC3E}">
        <p14:creationId xmlns:p14="http://schemas.microsoft.com/office/powerpoint/2010/main" val="409471029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500"/>
                                        <p:tgtEl>
                                          <p:spTgt spid="15"/>
                                        </p:tgtEl>
                                      </p:cBhvr>
                                    </p:animEffect>
                                  </p:childTnLst>
                                </p:cTn>
                              </p:par>
                            </p:childTnLst>
                          </p:cTn>
                        </p:par>
                        <p:par>
                          <p:cTn id="8" fill="hold">
                            <p:stCondLst>
                              <p:cond delay="500"/>
                            </p:stCondLst>
                            <p:childTnLst>
                              <p:par>
                                <p:cTn id="9" presetID="42" presetClass="entr" presetSubtype="0" fill="hold" grpId="0" nodeType="afterEffect">
                                  <p:stCondLst>
                                    <p:cond delay="0"/>
                                  </p:stCondLst>
                                  <p:childTnLst>
                                    <p:set>
                                      <p:cBhvr>
                                        <p:cTn id="10" dur="1" fill="hold">
                                          <p:stCondLst>
                                            <p:cond delay="0"/>
                                          </p:stCondLst>
                                        </p:cTn>
                                        <p:tgtEl>
                                          <p:spTgt spid="18">
                                            <p:txEl>
                                              <p:pRg st="0" end="0"/>
                                            </p:txEl>
                                          </p:spTgt>
                                        </p:tgtEl>
                                        <p:attrNameLst>
                                          <p:attrName>style.visibility</p:attrName>
                                        </p:attrNameLst>
                                      </p:cBhvr>
                                      <p:to>
                                        <p:strVal val="visible"/>
                                      </p:to>
                                    </p:set>
                                    <p:animEffect transition="in" filter="fade">
                                      <p:cBhvr>
                                        <p:cTn id="11" dur="500"/>
                                        <p:tgtEl>
                                          <p:spTgt spid="18">
                                            <p:txEl>
                                              <p:pRg st="0" end="0"/>
                                            </p:txEl>
                                          </p:spTgt>
                                        </p:tgtEl>
                                      </p:cBhvr>
                                    </p:animEffect>
                                    <p:anim calcmode="lin" valueType="num">
                                      <p:cBhvr>
                                        <p:cTn id="12" dur="500" fill="hold"/>
                                        <p:tgtEl>
                                          <p:spTgt spid="18">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18">
                                            <p:txEl>
                                              <p:pRg st="0" end="0"/>
                                            </p:txEl>
                                          </p:spTgt>
                                        </p:tgtEl>
                                        <p:attrNameLst>
                                          <p:attrName>ppt_y</p:attrName>
                                        </p:attrNameLst>
                                      </p:cBhvr>
                                      <p:tavLst>
                                        <p:tav tm="0">
                                          <p:val>
                                            <p:strVal val="#ppt_y+.1"/>
                                          </p:val>
                                        </p:tav>
                                        <p:tav tm="100000">
                                          <p:val>
                                            <p:strVal val="#ppt_y"/>
                                          </p:val>
                                        </p:tav>
                                      </p:tavLst>
                                    </p:anim>
                                  </p:childTnLst>
                                </p:cTn>
                              </p:par>
                            </p:childTnLst>
                          </p:cTn>
                        </p:par>
                        <p:par>
                          <p:cTn id="14" fill="hold">
                            <p:stCondLst>
                              <p:cond delay="1000"/>
                            </p:stCondLst>
                            <p:childTnLst>
                              <p:par>
                                <p:cTn id="15" presetID="42" presetClass="entr" presetSubtype="0" fill="hold" grpId="0" nodeType="afterEffect">
                                  <p:stCondLst>
                                    <p:cond delay="0"/>
                                  </p:stCondLst>
                                  <p:childTnLst>
                                    <p:set>
                                      <p:cBhvr>
                                        <p:cTn id="16" dur="1" fill="hold">
                                          <p:stCondLst>
                                            <p:cond delay="0"/>
                                          </p:stCondLst>
                                        </p:cTn>
                                        <p:tgtEl>
                                          <p:spTgt spid="28"/>
                                        </p:tgtEl>
                                        <p:attrNameLst>
                                          <p:attrName>style.visibility</p:attrName>
                                        </p:attrNameLst>
                                      </p:cBhvr>
                                      <p:to>
                                        <p:strVal val="visible"/>
                                      </p:to>
                                    </p:set>
                                    <p:animEffect transition="in" filter="fade">
                                      <p:cBhvr>
                                        <p:cTn id="17" dur="500"/>
                                        <p:tgtEl>
                                          <p:spTgt spid="28"/>
                                        </p:tgtEl>
                                      </p:cBhvr>
                                    </p:animEffect>
                                    <p:anim calcmode="lin" valueType="num">
                                      <p:cBhvr>
                                        <p:cTn id="18" dur="500" fill="hold"/>
                                        <p:tgtEl>
                                          <p:spTgt spid="28"/>
                                        </p:tgtEl>
                                        <p:attrNameLst>
                                          <p:attrName>ppt_x</p:attrName>
                                        </p:attrNameLst>
                                      </p:cBhvr>
                                      <p:tavLst>
                                        <p:tav tm="0">
                                          <p:val>
                                            <p:strVal val="#ppt_x"/>
                                          </p:val>
                                        </p:tav>
                                        <p:tav tm="100000">
                                          <p:val>
                                            <p:strVal val="#ppt_x"/>
                                          </p:val>
                                        </p:tav>
                                      </p:tavLst>
                                    </p:anim>
                                    <p:anim calcmode="lin" valueType="num">
                                      <p:cBhvr>
                                        <p:cTn id="19" dur="500" fill="hold"/>
                                        <p:tgtEl>
                                          <p:spTgt spid="28"/>
                                        </p:tgtEl>
                                        <p:attrNameLst>
                                          <p:attrName>ppt_y</p:attrName>
                                        </p:attrNameLst>
                                      </p:cBhvr>
                                      <p:tavLst>
                                        <p:tav tm="0">
                                          <p:val>
                                            <p:strVal val="#ppt_y+.1"/>
                                          </p:val>
                                        </p:tav>
                                        <p:tav tm="100000">
                                          <p:val>
                                            <p:strVal val="#ppt_y"/>
                                          </p:val>
                                        </p:tav>
                                      </p:tavLst>
                                    </p:anim>
                                  </p:childTnLst>
                                </p:cTn>
                              </p:par>
                            </p:childTnLst>
                          </p:cTn>
                        </p:par>
                        <p:par>
                          <p:cTn id="20" fill="hold">
                            <p:stCondLst>
                              <p:cond delay="1500"/>
                            </p:stCondLst>
                            <p:childTnLst>
                              <p:par>
                                <p:cTn id="21" presetID="42" presetClass="entr" presetSubtype="0" fill="hold" grpId="0" nodeType="afterEffect">
                                  <p:stCondLst>
                                    <p:cond delay="0"/>
                                  </p:stCondLst>
                                  <p:childTnLst>
                                    <p:set>
                                      <p:cBhvr>
                                        <p:cTn id="22" dur="1" fill="hold">
                                          <p:stCondLst>
                                            <p:cond delay="0"/>
                                          </p:stCondLst>
                                        </p:cTn>
                                        <p:tgtEl>
                                          <p:spTgt spid="29"/>
                                        </p:tgtEl>
                                        <p:attrNameLst>
                                          <p:attrName>style.visibility</p:attrName>
                                        </p:attrNameLst>
                                      </p:cBhvr>
                                      <p:to>
                                        <p:strVal val="visible"/>
                                      </p:to>
                                    </p:set>
                                    <p:animEffect transition="in" filter="fade">
                                      <p:cBhvr>
                                        <p:cTn id="23" dur="500"/>
                                        <p:tgtEl>
                                          <p:spTgt spid="29"/>
                                        </p:tgtEl>
                                      </p:cBhvr>
                                    </p:animEffect>
                                    <p:anim calcmode="lin" valueType="num">
                                      <p:cBhvr>
                                        <p:cTn id="24" dur="500" fill="hold"/>
                                        <p:tgtEl>
                                          <p:spTgt spid="29"/>
                                        </p:tgtEl>
                                        <p:attrNameLst>
                                          <p:attrName>ppt_x</p:attrName>
                                        </p:attrNameLst>
                                      </p:cBhvr>
                                      <p:tavLst>
                                        <p:tav tm="0">
                                          <p:val>
                                            <p:strVal val="#ppt_x"/>
                                          </p:val>
                                        </p:tav>
                                        <p:tav tm="100000">
                                          <p:val>
                                            <p:strVal val="#ppt_x"/>
                                          </p:val>
                                        </p:tav>
                                      </p:tavLst>
                                    </p:anim>
                                    <p:anim calcmode="lin" valueType="num">
                                      <p:cBhvr>
                                        <p:cTn id="25" dur="500" fill="hold"/>
                                        <p:tgtEl>
                                          <p:spTgt spid="29"/>
                                        </p:tgtEl>
                                        <p:attrNameLst>
                                          <p:attrName>ppt_y</p:attrName>
                                        </p:attrNameLst>
                                      </p:cBhvr>
                                      <p:tavLst>
                                        <p:tav tm="0">
                                          <p:val>
                                            <p:strVal val="#ppt_y+.1"/>
                                          </p:val>
                                        </p:tav>
                                        <p:tav tm="100000">
                                          <p:val>
                                            <p:strVal val="#ppt_y"/>
                                          </p:val>
                                        </p:tav>
                                      </p:tavLst>
                                    </p:anim>
                                  </p:childTnLst>
                                </p:cTn>
                              </p:par>
                            </p:childTnLst>
                          </p:cTn>
                        </p:par>
                        <p:par>
                          <p:cTn id="26" fill="hold">
                            <p:stCondLst>
                              <p:cond delay="2000"/>
                            </p:stCondLst>
                            <p:childTnLst>
                              <p:par>
                                <p:cTn id="27" presetID="42" presetClass="entr" presetSubtype="0" fill="hold" grpId="0" nodeType="afterEffect">
                                  <p:stCondLst>
                                    <p:cond delay="0"/>
                                  </p:stCondLst>
                                  <p:childTnLst>
                                    <p:set>
                                      <p:cBhvr>
                                        <p:cTn id="28" dur="1" fill="hold">
                                          <p:stCondLst>
                                            <p:cond delay="0"/>
                                          </p:stCondLst>
                                        </p:cTn>
                                        <p:tgtEl>
                                          <p:spTgt spid="30"/>
                                        </p:tgtEl>
                                        <p:attrNameLst>
                                          <p:attrName>style.visibility</p:attrName>
                                        </p:attrNameLst>
                                      </p:cBhvr>
                                      <p:to>
                                        <p:strVal val="visible"/>
                                      </p:to>
                                    </p:set>
                                    <p:animEffect transition="in" filter="fade">
                                      <p:cBhvr>
                                        <p:cTn id="29" dur="500"/>
                                        <p:tgtEl>
                                          <p:spTgt spid="30"/>
                                        </p:tgtEl>
                                      </p:cBhvr>
                                    </p:animEffect>
                                    <p:anim calcmode="lin" valueType="num">
                                      <p:cBhvr>
                                        <p:cTn id="30" dur="500" fill="hold"/>
                                        <p:tgtEl>
                                          <p:spTgt spid="30"/>
                                        </p:tgtEl>
                                        <p:attrNameLst>
                                          <p:attrName>ppt_x</p:attrName>
                                        </p:attrNameLst>
                                      </p:cBhvr>
                                      <p:tavLst>
                                        <p:tav tm="0">
                                          <p:val>
                                            <p:strVal val="#ppt_x"/>
                                          </p:val>
                                        </p:tav>
                                        <p:tav tm="100000">
                                          <p:val>
                                            <p:strVal val="#ppt_x"/>
                                          </p:val>
                                        </p:tav>
                                      </p:tavLst>
                                    </p:anim>
                                    <p:anim calcmode="lin" valueType="num">
                                      <p:cBhvr>
                                        <p:cTn id="31" dur="500" fill="hold"/>
                                        <p:tgtEl>
                                          <p:spTgt spid="30"/>
                                        </p:tgtEl>
                                        <p:attrNameLst>
                                          <p:attrName>ppt_y</p:attrName>
                                        </p:attrNameLst>
                                      </p:cBhvr>
                                      <p:tavLst>
                                        <p:tav tm="0">
                                          <p:val>
                                            <p:strVal val="#ppt_y+.1"/>
                                          </p:val>
                                        </p:tav>
                                        <p:tav tm="100000">
                                          <p:val>
                                            <p:strVal val="#ppt_y"/>
                                          </p:val>
                                        </p:tav>
                                      </p:tavLst>
                                    </p:anim>
                                  </p:childTnLst>
                                </p:cTn>
                              </p:par>
                            </p:childTnLst>
                          </p:cTn>
                        </p:par>
                        <p:par>
                          <p:cTn id="32" fill="hold">
                            <p:stCondLst>
                              <p:cond delay="2500"/>
                            </p:stCondLst>
                            <p:childTnLst>
                              <p:par>
                                <p:cTn id="33" presetID="42" presetClass="entr" presetSubtype="0" fill="hold" grpId="0" nodeType="afterEffect">
                                  <p:stCondLst>
                                    <p:cond delay="0"/>
                                  </p:stCondLst>
                                  <p:childTnLst>
                                    <p:set>
                                      <p:cBhvr>
                                        <p:cTn id="34" dur="1" fill="hold">
                                          <p:stCondLst>
                                            <p:cond delay="0"/>
                                          </p:stCondLst>
                                        </p:cTn>
                                        <p:tgtEl>
                                          <p:spTgt spid="31"/>
                                        </p:tgtEl>
                                        <p:attrNameLst>
                                          <p:attrName>style.visibility</p:attrName>
                                        </p:attrNameLst>
                                      </p:cBhvr>
                                      <p:to>
                                        <p:strVal val="visible"/>
                                      </p:to>
                                    </p:set>
                                    <p:animEffect transition="in" filter="fade">
                                      <p:cBhvr>
                                        <p:cTn id="35" dur="500"/>
                                        <p:tgtEl>
                                          <p:spTgt spid="31"/>
                                        </p:tgtEl>
                                      </p:cBhvr>
                                    </p:animEffect>
                                    <p:anim calcmode="lin" valueType="num">
                                      <p:cBhvr>
                                        <p:cTn id="36" dur="500" fill="hold"/>
                                        <p:tgtEl>
                                          <p:spTgt spid="31"/>
                                        </p:tgtEl>
                                        <p:attrNameLst>
                                          <p:attrName>ppt_x</p:attrName>
                                        </p:attrNameLst>
                                      </p:cBhvr>
                                      <p:tavLst>
                                        <p:tav tm="0">
                                          <p:val>
                                            <p:strVal val="#ppt_x"/>
                                          </p:val>
                                        </p:tav>
                                        <p:tav tm="100000">
                                          <p:val>
                                            <p:strVal val="#ppt_x"/>
                                          </p:val>
                                        </p:tav>
                                      </p:tavLst>
                                    </p:anim>
                                    <p:anim calcmode="lin" valueType="num">
                                      <p:cBhvr>
                                        <p:cTn id="37" dur="500" fill="hold"/>
                                        <p:tgtEl>
                                          <p:spTgt spid="31"/>
                                        </p:tgtEl>
                                        <p:attrNameLst>
                                          <p:attrName>ppt_y</p:attrName>
                                        </p:attrNameLst>
                                      </p:cBhvr>
                                      <p:tavLst>
                                        <p:tav tm="0">
                                          <p:val>
                                            <p:strVal val="#ppt_y+.1"/>
                                          </p:val>
                                        </p:tav>
                                        <p:tav tm="100000">
                                          <p:val>
                                            <p:strVal val="#ppt_y"/>
                                          </p:val>
                                        </p:tav>
                                      </p:tavLst>
                                    </p:anim>
                                  </p:childTnLst>
                                </p:cTn>
                              </p:par>
                            </p:childTnLst>
                          </p:cTn>
                        </p:par>
                        <p:par>
                          <p:cTn id="38" fill="hold">
                            <p:stCondLst>
                              <p:cond delay="3000"/>
                            </p:stCondLst>
                            <p:childTnLst>
                              <p:par>
                                <p:cTn id="39" presetID="22" presetClass="entr" presetSubtype="8" fill="hold" nodeType="afterEffect">
                                  <p:stCondLst>
                                    <p:cond delay="0"/>
                                  </p:stCondLst>
                                  <p:childTnLst>
                                    <p:set>
                                      <p:cBhvr>
                                        <p:cTn id="40" dur="1" fill="hold">
                                          <p:stCondLst>
                                            <p:cond delay="0"/>
                                          </p:stCondLst>
                                        </p:cTn>
                                        <p:tgtEl>
                                          <p:spTgt spid="6"/>
                                        </p:tgtEl>
                                        <p:attrNameLst>
                                          <p:attrName>style.visibility</p:attrName>
                                        </p:attrNameLst>
                                      </p:cBhvr>
                                      <p:to>
                                        <p:strVal val="visible"/>
                                      </p:to>
                                    </p:set>
                                    <p:animEffect transition="in" filter="wipe(left)">
                                      <p:cBhvr>
                                        <p:cTn id="41"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18" grpId="0" build="p">
        <p:tmplLst>
          <p:tmpl lvl="1">
            <p:tnLst>
              <p:par>
                <p:cTn presetID="42" presetClass="entr" presetSubtype="0" fill="hold" nodeType="afterEffect">
                  <p:stCondLst>
                    <p:cond delay="0"/>
                  </p:stCondLst>
                  <p:childTnLst>
                    <p:set>
                      <p:cBhvr>
                        <p:cTn dur="1" fill="hold">
                          <p:stCondLst>
                            <p:cond delay="0"/>
                          </p:stCondLst>
                        </p:cTn>
                        <p:tgtEl>
                          <p:spTgt spid="18"/>
                        </p:tgtEl>
                        <p:attrNameLst>
                          <p:attrName>style.visibility</p:attrName>
                        </p:attrNameLst>
                      </p:cBhvr>
                      <p:to>
                        <p:strVal val="visible"/>
                      </p:to>
                    </p:set>
                    <p:animEffect transition="in" filter="fade">
                      <p:cBhvr>
                        <p:cTn dur="500"/>
                        <p:tgtEl>
                          <p:spTgt spid="18"/>
                        </p:tgtEl>
                      </p:cBhvr>
                    </p:animEffect>
                    <p:anim calcmode="lin" valueType="num">
                      <p:cBhvr>
                        <p:cTn dur="500" fill="hold"/>
                        <p:tgtEl>
                          <p:spTgt spid="18"/>
                        </p:tgtEl>
                        <p:attrNameLst>
                          <p:attrName>ppt_x</p:attrName>
                        </p:attrNameLst>
                      </p:cBhvr>
                      <p:tavLst>
                        <p:tav tm="0">
                          <p:val>
                            <p:strVal val="#ppt_x"/>
                          </p:val>
                        </p:tav>
                        <p:tav tm="100000">
                          <p:val>
                            <p:strVal val="#ppt_x"/>
                          </p:val>
                        </p:tav>
                      </p:tavLst>
                    </p:anim>
                    <p:anim calcmode="lin" valueType="num">
                      <p:cBhvr>
                        <p:cTn dur="500" fill="hold"/>
                        <p:tgtEl>
                          <p:spTgt spid="18"/>
                        </p:tgtEl>
                        <p:attrNameLst>
                          <p:attrName>ppt_y</p:attrName>
                        </p:attrNameLst>
                      </p:cBhvr>
                      <p:tavLst>
                        <p:tav tm="0">
                          <p:val>
                            <p:strVal val="#ppt_y+.1"/>
                          </p:val>
                        </p:tav>
                        <p:tav tm="100000">
                          <p:val>
                            <p:strVal val="#ppt_y"/>
                          </p:val>
                        </p:tav>
                      </p:tavLst>
                    </p:anim>
                  </p:childTnLst>
                </p:cTn>
              </p:par>
            </p:tnLst>
          </p:tmpl>
        </p:tmplLst>
      </p:bldP>
      <p:bldP spid="28" grpId="0" animBg="1"/>
      <p:bldP spid="29" grpId="0" animBg="1"/>
      <p:bldP spid="30" grpId="0" animBg="1"/>
      <p:bldP spid="31" grpId="0" animBg="1"/>
    </p:bldLst>
  </p:timing>
</p:sldLayout>
</file>

<file path=ppt/slideLayouts/slideLayout606.xml><?xml version="1.0" encoding="utf-8"?>
<p:sldLayout xmlns:a="http://schemas.openxmlformats.org/drawingml/2006/main" xmlns:r="http://schemas.openxmlformats.org/officeDocument/2006/relationships" xmlns:p="http://schemas.openxmlformats.org/presentationml/2006/main" preserve="1" userDrawn="1">
  <p:cSld name="19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2549236"/>
            <a:ext cx="4605193" cy="1683329"/>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8" name="Text Placeholder 2"/>
          <p:cNvSpPr>
            <a:spLocks noGrp="1"/>
          </p:cNvSpPr>
          <p:nvPr>
            <p:ph type="body" idx="1"/>
          </p:nvPr>
        </p:nvSpPr>
        <p:spPr>
          <a:xfrm>
            <a:off x="479424" y="4418436"/>
            <a:ext cx="4605193"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Tree>
    <p:extLst>
      <p:ext uri="{BB962C8B-B14F-4D97-AF65-F5344CB8AC3E}">
        <p14:creationId xmlns:p14="http://schemas.microsoft.com/office/powerpoint/2010/main" val="396933746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42" presetClass="entr" presetSubtype="0" fill="hold" grpId="0" nodeType="afterEffect">
                                  <p:stCondLst>
                                    <p:cond delay="0"/>
                                  </p:stCondLst>
                                  <p:childTnLst>
                                    <p:set>
                                      <p:cBhvr>
                                        <p:cTn id="10" dur="1" fill="hold">
                                          <p:stCondLst>
                                            <p:cond delay="0"/>
                                          </p:stCondLst>
                                        </p:cTn>
                                        <p:tgtEl>
                                          <p:spTgt spid="8">
                                            <p:txEl>
                                              <p:pRg st="0" end="0"/>
                                            </p:txEl>
                                          </p:spTgt>
                                        </p:tgtEl>
                                        <p:attrNameLst>
                                          <p:attrName>style.visibility</p:attrName>
                                        </p:attrNameLst>
                                      </p:cBhvr>
                                      <p:to>
                                        <p:strVal val="visible"/>
                                      </p:to>
                                    </p:set>
                                    <p:animEffect transition="in" filter="fade">
                                      <p:cBhvr>
                                        <p:cTn id="11" dur="500"/>
                                        <p:tgtEl>
                                          <p:spTgt spid="8">
                                            <p:txEl>
                                              <p:pRg st="0" end="0"/>
                                            </p:txEl>
                                          </p:spTgt>
                                        </p:tgtEl>
                                      </p:cBhvr>
                                    </p:animEffect>
                                    <p:anim calcmode="lin" valueType="num">
                                      <p:cBhvr>
                                        <p:cTn id="12"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60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smtClean="0"/>
              <a:t>Click to edit Master title style</a:t>
            </a:r>
            <a:endParaRPr lang="en-AU"/>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5" name="Footer Placeholder 4"/>
          <p:cNvSpPr>
            <a:spLocks noGrp="1"/>
          </p:cNvSpPr>
          <p:nvPr>
            <p:ph type="ftr" sz="quarter" idx="11"/>
          </p:nvPr>
        </p:nvSpPr>
        <p:spPr/>
        <p:txBody>
          <a:bodyPr/>
          <a:lstStyle/>
          <a:p>
            <a:endParaRPr lang="en-AU">
              <a:solidFill>
                <a:prstClr val="black">
                  <a:tint val="75000"/>
                </a:prstClr>
              </a:solidFill>
            </a:endParaRPr>
          </a:p>
        </p:txBody>
      </p:sp>
      <p:sp>
        <p:nvSpPr>
          <p:cNvPr id="6" name="Slide Number Placeholder 5"/>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82434055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60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AU"/>
          </a:p>
        </p:txBody>
      </p:sp>
      <p:sp>
        <p:nvSpPr>
          <p:cNvPr id="3" name="Content Placeholder 2"/>
          <p:cNvSpPr>
            <a:spLocks noGrp="1"/>
          </p:cNvSpPr>
          <p:nvPr>
            <p:ph sz="half" idx="1"/>
          </p:nvPr>
        </p:nvSpPr>
        <p:spPr>
          <a:xfrm>
            <a:off x="838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4" name="Content Placeholder 3"/>
          <p:cNvSpPr>
            <a:spLocks noGrp="1"/>
          </p:cNvSpPr>
          <p:nvPr>
            <p:ph sz="half" idx="2"/>
          </p:nvPr>
        </p:nvSpPr>
        <p:spPr>
          <a:xfrm>
            <a:off x="6172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5" name="Date Placeholder 4"/>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6" name="Footer Placeholder 5"/>
          <p:cNvSpPr>
            <a:spLocks noGrp="1"/>
          </p:cNvSpPr>
          <p:nvPr>
            <p:ph type="ftr" sz="quarter" idx="11"/>
          </p:nvPr>
        </p:nvSpPr>
        <p:spPr/>
        <p:txBody>
          <a:bodyPr/>
          <a:lstStyle/>
          <a:p>
            <a:endParaRPr lang="en-AU">
              <a:solidFill>
                <a:prstClr val="black">
                  <a:tint val="75000"/>
                </a:prstClr>
              </a:solidFill>
            </a:endParaRPr>
          </a:p>
        </p:txBody>
      </p:sp>
      <p:sp>
        <p:nvSpPr>
          <p:cNvPr id="7" name="Slide Number Placeholder 6"/>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84878145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60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smtClean="0"/>
              <a:t>Click to edit Master title style</a:t>
            </a:r>
            <a:endParaRPr lang="en-AU"/>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7" name="Date Placeholder 6"/>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8" name="Footer Placeholder 7"/>
          <p:cNvSpPr>
            <a:spLocks noGrp="1"/>
          </p:cNvSpPr>
          <p:nvPr>
            <p:ph type="ftr" sz="quarter" idx="11"/>
          </p:nvPr>
        </p:nvSpPr>
        <p:spPr/>
        <p:txBody>
          <a:bodyPr/>
          <a:lstStyle/>
          <a:p>
            <a:endParaRPr lang="en-AU">
              <a:solidFill>
                <a:prstClr val="black">
                  <a:tint val="75000"/>
                </a:prstClr>
              </a:solidFill>
            </a:endParaRPr>
          </a:p>
        </p:txBody>
      </p:sp>
      <p:sp>
        <p:nvSpPr>
          <p:cNvPr id="9" name="Slide Number Placeholder 8"/>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245530702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61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AU"/>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345008100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61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3" name="Footer Placeholder 2"/>
          <p:cNvSpPr>
            <a:spLocks noGrp="1"/>
          </p:cNvSpPr>
          <p:nvPr>
            <p:ph type="ftr" sz="quarter" idx="11"/>
          </p:nvPr>
        </p:nvSpPr>
        <p:spPr/>
        <p:txBody>
          <a:bodyPr/>
          <a:lstStyle/>
          <a:p>
            <a:endParaRPr lang="en-AU">
              <a:solidFill>
                <a:prstClr val="black">
                  <a:tint val="75000"/>
                </a:prstClr>
              </a:solidFill>
            </a:endParaRPr>
          </a:p>
        </p:txBody>
      </p:sp>
      <p:sp>
        <p:nvSpPr>
          <p:cNvPr id="4" name="Slide Number Placeholder 3"/>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142151158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61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AU"/>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6" name="Footer Placeholder 5"/>
          <p:cNvSpPr>
            <a:spLocks noGrp="1"/>
          </p:cNvSpPr>
          <p:nvPr>
            <p:ph type="ftr" sz="quarter" idx="11"/>
          </p:nvPr>
        </p:nvSpPr>
        <p:spPr/>
        <p:txBody>
          <a:bodyPr/>
          <a:lstStyle/>
          <a:p>
            <a:endParaRPr lang="en-AU">
              <a:solidFill>
                <a:prstClr val="black">
                  <a:tint val="75000"/>
                </a:prstClr>
              </a:solidFill>
            </a:endParaRPr>
          </a:p>
        </p:txBody>
      </p:sp>
      <p:sp>
        <p:nvSpPr>
          <p:cNvPr id="7" name="Slide Number Placeholder 6"/>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250579700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61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AU"/>
          </a:p>
        </p:txBody>
      </p:sp>
      <p:sp>
        <p:nvSpPr>
          <p:cNvPr id="3" name="Picture Placeholder 2"/>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AU"/>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6" name="Footer Placeholder 5"/>
          <p:cNvSpPr>
            <a:spLocks noGrp="1"/>
          </p:cNvSpPr>
          <p:nvPr>
            <p:ph type="ftr" sz="quarter" idx="11"/>
          </p:nvPr>
        </p:nvSpPr>
        <p:spPr/>
        <p:txBody>
          <a:bodyPr/>
          <a:lstStyle/>
          <a:p>
            <a:endParaRPr lang="en-AU">
              <a:solidFill>
                <a:prstClr val="black">
                  <a:tint val="75000"/>
                </a:prstClr>
              </a:solidFill>
            </a:endParaRPr>
          </a:p>
        </p:txBody>
      </p:sp>
      <p:sp>
        <p:nvSpPr>
          <p:cNvPr id="7" name="Slide Number Placeholder 6"/>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19995892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61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AU"/>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4" name="Date Placeholder 3"/>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5" name="Footer Placeholder 4"/>
          <p:cNvSpPr>
            <a:spLocks noGrp="1"/>
          </p:cNvSpPr>
          <p:nvPr>
            <p:ph type="ftr" sz="quarter" idx="11"/>
          </p:nvPr>
        </p:nvSpPr>
        <p:spPr/>
        <p:txBody>
          <a:bodyPr/>
          <a:lstStyle/>
          <a:p>
            <a:endParaRPr lang="en-AU">
              <a:solidFill>
                <a:prstClr val="black">
                  <a:tint val="75000"/>
                </a:prstClr>
              </a:solidFill>
            </a:endParaRPr>
          </a:p>
        </p:txBody>
      </p:sp>
      <p:sp>
        <p:nvSpPr>
          <p:cNvPr id="6" name="Slide Number Placeholder 5"/>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340719054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61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smtClean="0"/>
              <a:t>Click to edit Master title style</a:t>
            </a:r>
            <a:endParaRPr lang="en-AU"/>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4" name="Date Placeholder 3"/>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5" name="Footer Placeholder 4"/>
          <p:cNvSpPr>
            <a:spLocks noGrp="1"/>
          </p:cNvSpPr>
          <p:nvPr>
            <p:ph type="ftr" sz="quarter" idx="11"/>
          </p:nvPr>
        </p:nvSpPr>
        <p:spPr/>
        <p:txBody>
          <a:bodyPr/>
          <a:lstStyle/>
          <a:p>
            <a:endParaRPr lang="en-AU">
              <a:solidFill>
                <a:prstClr val="black">
                  <a:tint val="75000"/>
                </a:prstClr>
              </a:solidFill>
            </a:endParaRPr>
          </a:p>
        </p:txBody>
      </p:sp>
      <p:sp>
        <p:nvSpPr>
          <p:cNvPr id="6" name="Slide Number Placeholder 5"/>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157512801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616.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
        <p:nvSpPr>
          <p:cNvPr id="8" name="Picture Placeholder 7"/>
          <p:cNvSpPr>
            <a:spLocks noGrp="1"/>
          </p:cNvSpPr>
          <p:nvPr>
            <p:ph type="pic" sz="quarter" idx="13"/>
          </p:nvPr>
        </p:nvSpPr>
        <p:spPr>
          <a:xfrm>
            <a:off x="0" y="0"/>
            <a:ext cx="12192000" cy="6858000"/>
          </a:xfrm>
          <a:solidFill>
            <a:schemeClr val="bg1">
              <a:lumMod val="85000"/>
            </a:schemeClr>
          </a:solidFill>
        </p:spPr>
        <p:txBody>
          <a:bodyPr/>
          <a:lstStyle/>
          <a:p>
            <a:endParaRPr lang="en-AU"/>
          </a:p>
        </p:txBody>
      </p:sp>
      <p:sp>
        <p:nvSpPr>
          <p:cNvPr id="9" name="Picture Placeholder 7"/>
          <p:cNvSpPr>
            <a:spLocks noGrp="1"/>
          </p:cNvSpPr>
          <p:nvPr>
            <p:ph type="pic" sz="quarter" idx="14"/>
          </p:nvPr>
        </p:nvSpPr>
        <p:spPr>
          <a:xfrm>
            <a:off x="3028950" y="1943100"/>
            <a:ext cx="6096000" cy="4914900"/>
          </a:xfrm>
          <a:solidFill>
            <a:schemeClr val="bg2">
              <a:lumMod val="25000"/>
            </a:schemeClr>
          </a:solidFill>
        </p:spPr>
        <p:txBody>
          <a:bodyPr/>
          <a:lstStyle/>
          <a:p>
            <a:endParaRPr lang="en-AU"/>
          </a:p>
        </p:txBody>
      </p:sp>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smtClean="0"/>
              <a:t>Click to edit Master title style</a:t>
            </a:r>
            <a:endParaRPr lang="en-AU"/>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smtClean="0"/>
              <a:t>Click to edit Master subtitle style</a:t>
            </a:r>
            <a:endParaRPr lang="en-AU" dirty="0"/>
          </a:p>
        </p:txBody>
      </p:sp>
      <p:sp>
        <p:nvSpPr>
          <p:cNvPr id="4" name="Date Placeholder 3"/>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5" name="Footer Placeholder 4"/>
          <p:cNvSpPr>
            <a:spLocks noGrp="1"/>
          </p:cNvSpPr>
          <p:nvPr>
            <p:ph type="ftr" sz="quarter" idx="11"/>
          </p:nvPr>
        </p:nvSpPr>
        <p:spPr/>
        <p:txBody>
          <a:bodyPr/>
          <a:lstStyle/>
          <a:p>
            <a:endParaRPr lang="en-AU">
              <a:solidFill>
                <a:prstClr val="black">
                  <a:tint val="75000"/>
                </a:prstClr>
              </a:solidFill>
            </a:endParaRPr>
          </a:p>
        </p:txBody>
      </p:sp>
      <p:sp>
        <p:nvSpPr>
          <p:cNvPr id="6" name="Slide Number Placeholder 5"/>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186660514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after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wipe(down)">
                                      <p:cBhvr>
                                        <p:cTn id="7" dur="500"/>
                                        <p:tgtEl>
                                          <p:spTgt spid="9"/>
                                        </p:tgtEl>
                                      </p:cBhvr>
                                    </p:animEffect>
                                  </p:childTnLst>
                                </p:cTn>
                              </p:par>
                            </p:childTnLst>
                          </p:cTn>
                        </p:par>
                        <p:par>
                          <p:cTn id="8" fill="hold">
                            <p:stCondLst>
                              <p:cond delay="500"/>
                            </p:stCondLst>
                            <p:childTnLst>
                              <p:par>
                                <p:cTn id="9" presetID="42"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anim calcmode="lin" valueType="num">
                                      <p:cBhvr>
                                        <p:cTn id="12" dur="500" fill="hold"/>
                                        <p:tgtEl>
                                          <p:spTgt spid="2"/>
                                        </p:tgtEl>
                                        <p:attrNameLst>
                                          <p:attrName>ppt_x</p:attrName>
                                        </p:attrNameLst>
                                      </p:cBhvr>
                                      <p:tavLst>
                                        <p:tav tm="0">
                                          <p:val>
                                            <p:strVal val="#ppt_x"/>
                                          </p:val>
                                        </p:tav>
                                        <p:tav tm="100000">
                                          <p:val>
                                            <p:strVal val="#ppt_x"/>
                                          </p:val>
                                        </p:tav>
                                      </p:tavLst>
                                    </p:anim>
                                    <p:anim calcmode="lin" valueType="num">
                                      <p:cBhvr>
                                        <p:cTn id="13" dur="500" fill="hold"/>
                                        <p:tgtEl>
                                          <p:spTgt spid="2"/>
                                        </p:tgtEl>
                                        <p:attrNameLst>
                                          <p:attrName>ppt_y</p:attrName>
                                        </p:attrNameLst>
                                      </p:cBhvr>
                                      <p:tavLst>
                                        <p:tav tm="0">
                                          <p:val>
                                            <p:strVal val="#ppt_y+.1"/>
                                          </p:val>
                                        </p:tav>
                                        <p:tav tm="100000">
                                          <p:val>
                                            <p:strVal val="#ppt_y"/>
                                          </p:val>
                                        </p:tav>
                                      </p:tavLst>
                                    </p:anim>
                                  </p:childTnLst>
                                </p:cTn>
                              </p:par>
                            </p:childTnLst>
                          </p:cTn>
                        </p:par>
                        <p:par>
                          <p:cTn id="14" fill="hold">
                            <p:stCondLst>
                              <p:cond delay="1000"/>
                            </p:stCondLst>
                            <p:childTnLst>
                              <p:par>
                                <p:cTn id="15" presetID="10" presetClass="entr" presetSubtype="0" fill="hold" grpId="0" nodeType="afterEffect">
                                  <p:stCondLst>
                                    <p:cond delay="0"/>
                                  </p:stCondLst>
                                  <p:childTnLst>
                                    <p:set>
                                      <p:cBhvr>
                                        <p:cTn id="16" dur="1" fill="hold">
                                          <p:stCondLst>
                                            <p:cond delay="0"/>
                                          </p:stCondLst>
                                        </p:cTn>
                                        <p:tgtEl>
                                          <p:spTgt spid="3">
                                            <p:txEl>
                                              <p:pRg st="0" end="0"/>
                                            </p:txEl>
                                          </p:spTgt>
                                        </p:tgtEl>
                                        <p:attrNameLst>
                                          <p:attrName>style.visibility</p:attrName>
                                        </p:attrNameLst>
                                      </p:cBhvr>
                                      <p:to>
                                        <p:strVal val="visible"/>
                                      </p:to>
                                    </p:set>
                                    <p:animEffect transition="in" filter="fade">
                                      <p:cBhvr>
                                        <p:cTn id="17" dur="500"/>
                                        <p:tgtEl>
                                          <p:spTgt spid="3">
                                            <p:txEl>
                                              <p:pRg st="0" end="0"/>
                                            </p:txEl>
                                          </p:spTgt>
                                        </p:tgtEl>
                                      </p:cBhvr>
                                    </p:animEffect>
                                  </p:childTnLst>
                                </p:cTn>
                              </p:par>
                            </p:childTnLst>
                          </p:cTn>
                        </p:par>
                        <p:par>
                          <p:cTn id="18" fill="hold">
                            <p:stCondLst>
                              <p:cond delay="1500"/>
                            </p:stCondLst>
                            <p:childTnLst>
                              <p:par>
                                <p:cTn id="19" presetID="53" presetClass="entr" presetSubtype="16" fill="hold" grpId="0" nodeType="afterEffect">
                                  <p:stCondLst>
                                    <p:cond delay="0"/>
                                  </p:stCondLst>
                                  <p:childTnLst>
                                    <p:set>
                                      <p:cBhvr>
                                        <p:cTn id="20" dur="1" fill="hold">
                                          <p:stCondLst>
                                            <p:cond delay="0"/>
                                          </p:stCondLst>
                                        </p:cTn>
                                        <p:tgtEl>
                                          <p:spTgt spid="8"/>
                                        </p:tgtEl>
                                        <p:attrNameLst>
                                          <p:attrName>style.visibility</p:attrName>
                                        </p:attrNameLst>
                                      </p:cBhvr>
                                      <p:to>
                                        <p:strVal val="visible"/>
                                      </p:to>
                                    </p:set>
                                    <p:anim calcmode="lin" valueType="num">
                                      <p:cBhvr>
                                        <p:cTn id="21" dur="500" fill="hold"/>
                                        <p:tgtEl>
                                          <p:spTgt spid="8"/>
                                        </p:tgtEl>
                                        <p:attrNameLst>
                                          <p:attrName>ppt_w</p:attrName>
                                        </p:attrNameLst>
                                      </p:cBhvr>
                                      <p:tavLst>
                                        <p:tav tm="0">
                                          <p:val>
                                            <p:fltVal val="0"/>
                                          </p:val>
                                        </p:tav>
                                        <p:tav tm="100000">
                                          <p:val>
                                            <p:strVal val="#ppt_w"/>
                                          </p:val>
                                        </p:tav>
                                      </p:tavLst>
                                    </p:anim>
                                    <p:anim calcmode="lin" valueType="num">
                                      <p:cBhvr>
                                        <p:cTn id="22" dur="500" fill="hold"/>
                                        <p:tgtEl>
                                          <p:spTgt spid="8"/>
                                        </p:tgtEl>
                                        <p:attrNameLst>
                                          <p:attrName>ppt_h</p:attrName>
                                        </p:attrNameLst>
                                      </p:cBhvr>
                                      <p:tavLst>
                                        <p:tav tm="0">
                                          <p:val>
                                            <p:fltVal val="0"/>
                                          </p:val>
                                        </p:tav>
                                        <p:tav tm="100000">
                                          <p:val>
                                            <p:strVal val="#ppt_h"/>
                                          </p:val>
                                        </p:tav>
                                      </p:tavLst>
                                    </p:anim>
                                    <p:animEffect transition="in" filter="fade">
                                      <p:cBhvr>
                                        <p:cTn id="23"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P spid="2" grpId="0"/>
      <p:bldP spid="3" grpId="0" build="p">
        <p:tmplLst>
          <p:tmpl lvl="1">
            <p:tnLst>
              <p:par>
                <p:cTn presetID="10" presetClass="entr" presetSubtype="0" fill="hold" nodeType="afterEffect">
                  <p:stCondLst>
                    <p:cond delay="0"/>
                  </p:stCondLst>
                  <p:childTnLst>
                    <p:set>
                      <p:cBhvr>
                        <p:cTn dur="1" fill="hold">
                          <p:stCondLst>
                            <p:cond delay="0"/>
                          </p:stCondLst>
                        </p:cTn>
                        <p:tgtEl>
                          <p:spTgt spid="3"/>
                        </p:tgtEl>
                        <p:attrNameLst>
                          <p:attrName>style.visibility</p:attrName>
                        </p:attrNameLst>
                      </p:cBhvr>
                      <p:to>
                        <p:strVal val="visible"/>
                      </p:to>
                    </p:set>
                    <p:animEffect transition="in" filter="fade">
                      <p:cBhvr>
                        <p:cTn dur="500"/>
                        <p:tgtEl>
                          <p:spTgt spid="3"/>
                        </p:tgtEl>
                      </p:cBhvr>
                    </p:animEffect>
                  </p:childTnLst>
                </p:cTn>
              </p:par>
            </p:tnLst>
          </p:tmpl>
        </p:tmplLst>
      </p:bldP>
    </p:bldLst>
  </p:timing>
</p:sldLayout>
</file>

<file path=ppt/slideLayouts/slideLayout617.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1778000" y="1996719"/>
            <a:ext cx="4307472" cy="839020"/>
          </a:xfrm>
        </p:spPr>
        <p:txBody>
          <a:bodyPr>
            <a:noAutofit/>
          </a:bodyPr>
          <a:lstStyle>
            <a:lvl1pPr algn="r">
              <a:defRPr sz="6000">
                <a:solidFill>
                  <a:schemeClr val="tx1">
                    <a:lumMod val="75000"/>
                    <a:lumOff val="25000"/>
                  </a:schemeClr>
                </a:solidFill>
              </a:defRPr>
            </a:lvl1pPr>
          </a:lstStyle>
          <a:p>
            <a:r>
              <a:rPr lang="id-ID" dirty="0" smtClean="0"/>
              <a:t>TITLE</a:t>
            </a:r>
            <a:endParaRPr lang="en-AU" dirty="0"/>
          </a:p>
        </p:txBody>
      </p:sp>
      <p:sp>
        <p:nvSpPr>
          <p:cNvPr id="3" name="Content Placeholder 2"/>
          <p:cNvSpPr>
            <a:spLocks noGrp="1"/>
          </p:cNvSpPr>
          <p:nvPr>
            <p:ph idx="1"/>
          </p:nvPr>
        </p:nvSpPr>
        <p:spPr>
          <a:xfrm>
            <a:off x="1788528" y="2758235"/>
            <a:ext cx="4307472" cy="1425158"/>
          </a:xfrm>
        </p:spPr>
        <p:txBody>
          <a:bodyPr>
            <a:normAutofit/>
          </a:bodyPr>
          <a:lstStyle>
            <a:lvl1pPr algn="r">
              <a:defRPr sz="2000">
                <a:solidFill>
                  <a:schemeClr val="tx1">
                    <a:lumMod val="50000"/>
                    <a:lumOff val="50000"/>
                  </a:schemeClr>
                </a:solidFill>
              </a:defRPr>
            </a:lvl1pPr>
          </a:lstStyle>
          <a:p>
            <a:pPr lvl="0"/>
            <a:r>
              <a:rPr lang="en-US" dirty="0" smtClean="0"/>
              <a:t>Click to edit Master text styles</a:t>
            </a:r>
          </a:p>
        </p:txBody>
      </p:sp>
      <p:sp>
        <p:nvSpPr>
          <p:cNvPr id="4" name="Date Placeholder 3"/>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5" name="Footer Placeholder 4"/>
          <p:cNvSpPr>
            <a:spLocks noGrp="1"/>
          </p:cNvSpPr>
          <p:nvPr>
            <p:ph type="ftr" sz="quarter" idx="11"/>
          </p:nvPr>
        </p:nvSpPr>
        <p:spPr/>
        <p:txBody>
          <a:bodyPr/>
          <a:lstStyle/>
          <a:p>
            <a:endParaRPr lang="en-AU">
              <a:solidFill>
                <a:prstClr val="black">
                  <a:tint val="75000"/>
                </a:prstClr>
              </a:solidFill>
            </a:endParaRPr>
          </a:p>
        </p:txBody>
      </p:sp>
      <p:sp>
        <p:nvSpPr>
          <p:cNvPr id="6" name="Slide Number Placeholder 5"/>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8" name="Picture Placeholder 7"/>
          <p:cNvSpPr>
            <a:spLocks noGrp="1"/>
          </p:cNvSpPr>
          <p:nvPr>
            <p:ph type="pic" sz="quarter" idx="13" hasCustomPrompt="1"/>
          </p:nvPr>
        </p:nvSpPr>
        <p:spPr>
          <a:xfrm>
            <a:off x="0" y="0"/>
            <a:ext cx="12192000" cy="1989138"/>
          </a:xfrm>
          <a:solidFill>
            <a:schemeClr val="bg1">
              <a:lumMod val="85000"/>
            </a:schemeClr>
          </a:solidFill>
        </p:spPr>
        <p:txBody>
          <a:bodyPr>
            <a:normAutofit/>
          </a:bodyPr>
          <a:lstStyle>
            <a:lvl1pPr>
              <a:defRPr sz="1000"/>
            </a:lvl1pPr>
          </a:lstStyle>
          <a:p>
            <a:r>
              <a:rPr lang="id-ID" dirty="0" smtClean="0"/>
              <a:t>Pic here</a:t>
            </a:r>
            <a:endParaRPr lang="en-AU" dirty="0"/>
          </a:p>
        </p:txBody>
      </p:sp>
      <p:sp>
        <p:nvSpPr>
          <p:cNvPr id="10" name="Picture Placeholder 9"/>
          <p:cNvSpPr>
            <a:spLocks noGrp="1"/>
          </p:cNvSpPr>
          <p:nvPr>
            <p:ph type="pic" sz="quarter" idx="14"/>
          </p:nvPr>
        </p:nvSpPr>
        <p:spPr>
          <a:xfrm rot="21079909">
            <a:off x="7010400" y="1587500"/>
            <a:ext cx="1976438" cy="1976438"/>
          </a:xfrm>
          <a:solidFill>
            <a:schemeClr val="bg1">
              <a:lumMod val="75000"/>
            </a:schemeClr>
          </a:solidFill>
        </p:spPr>
        <p:txBody>
          <a:bodyPr/>
          <a:lstStyle/>
          <a:p>
            <a:endParaRPr lang="en-AU"/>
          </a:p>
        </p:txBody>
      </p:sp>
      <p:sp>
        <p:nvSpPr>
          <p:cNvPr id="16" name="Picture Placeholder 15"/>
          <p:cNvSpPr>
            <a:spLocks noGrp="1"/>
          </p:cNvSpPr>
          <p:nvPr>
            <p:ph type="pic" sz="quarter" idx="16" hasCustomPrompt="1"/>
          </p:nvPr>
        </p:nvSpPr>
        <p:spPr>
          <a:xfrm>
            <a:off x="7010400" y="1583575"/>
            <a:ext cx="1976438" cy="63291"/>
          </a:xfrm>
          <a:solidFill>
            <a:schemeClr val="accent1"/>
          </a:solidFill>
        </p:spPr>
        <p:txBody>
          <a:bodyPr>
            <a:noAutofit/>
          </a:bodyPr>
          <a:lstStyle>
            <a:lvl1pPr algn="r">
              <a:defRPr sz="500"/>
            </a:lvl1pPr>
          </a:lstStyle>
          <a:p>
            <a:r>
              <a:rPr lang="id-ID" dirty="0" smtClean="0"/>
              <a:t>Nopic</a:t>
            </a:r>
            <a:endParaRPr lang="en-AU" dirty="0"/>
          </a:p>
        </p:txBody>
      </p:sp>
      <p:sp>
        <p:nvSpPr>
          <p:cNvPr id="18" name="Picture Placeholder 15"/>
          <p:cNvSpPr>
            <a:spLocks noGrp="1"/>
          </p:cNvSpPr>
          <p:nvPr>
            <p:ph type="pic" sz="quarter" idx="17" hasCustomPrompt="1"/>
          </p:nvPr>
        </p:nvSpPr>
        <p:spPr>
          <a:xfrm rot="16200000">
            <a:off x="6053827" y="2538457"/>
            <a:ext cx="1976438" cy="63291"/>
          </a:xfrm>
          <a:solidFill>
            <a:schemeClr val="accent2"/>
          </a:solidFill>
        </p:spPr>
        <p:txBody>
          <a:bodyPr>
            <a:noAutofit/>
          </a:bodyPr>
          <a:lstStyle>
            <a:lvl1pPr algn="r">
              <a:defRPr sz="500"/>
            </a:lvl1pPr>
          </a:lstStyle>
          <a:p>
            <a:r>
              <a:rPr lang="id-ID" dirty="0" smtClean="0"/>
              <a:t>Nopic</a:t>
            </a:r>
            <a:endParaRPr lang="en-AU" dirty="0"/>
          </a:p>
        </p:txBody>
      </p:sp>
      <p:sp>
        <p:nvSpPr>
          <p:cNvPr id="19" name="Picture Placeholder 15"/>
          <p:cNvSpPr>
            <a:spLocks noGrp="1"/>
          </p:cNvSpPr>
          <p:nvPr>
            <p:ph type="pic" sz="quarter" idx="18" hasCustomPrompt="1"/>
          </p:nvPr>
        </p:nvSpPr>
        <p:spPr>
          <a:xfrm rot="16200000">
            <a:off x="7966974" y="2538458"/>
            <a:ext cx="1976438" cy="63291"/>
          </a:xfrm>
          <a:solidFill>
            <a:schemeClr val="accent4"/>
          </a:solidFill>
        </p:spPr>
        <p:txBody>
          <a:bodyPr>
            <a:noAutofit/>
          </a:bodyPr>
          <a:lstStyle>
            <a:lvl1pPr algn="r">
              <a:defRPr sz="500"/>
            </a:lvl1pPr>
          </a:lstStyle>
          <a:p>
            <a:r>
              <a:rPr lang="id-ID" dirty="0" smtClean="0"/>
              <a:t>Nopic</a:t>
            </a:r>
            <a:endParaRPr lang="en-AU" dirty="0"/>
          </a:p>
        </p:txBody>
      </p:sp>
      <p:sp>
        <p:nvSpPr>
          <p:cNvPr id="20" name="Picture Placeholder 15"/>
          <p:cNvSpPr>
            <a:spLocks noGrp="1"/>
          </p:cNvSpPr>
          <p:nvPr>
            <p:ph type="pic" sz="quarter" idx="19" hasCustomPrompt="1"/>
          </p:nvPr>
        </p:nvSpPr>
        <p:spPr>
          <a:xfrm>
            <a:off x="7010400" y="3523186"/>
            <a:ext cx="1976438" cy="63291"/>
          </a:xfrm>
          <a:solidFill>
            <a:schemeClr val="accent5"/>
          </a:solidFill>
        </p:spPr>
        <p:txBody>
          <a:bodyPr>
            <a:noAutofit/>
          </a:bodyPr>
          <a:lstStyle>
            <a:lvl1pPr algn="r">
              <a:defRPr sz="500"/>
            </a:lvl1pPr>
          </a:lstStyle>
          <a:p>
            <a:r>
              <a:rPr lang="id-ID" dirty="0" smtClean="0"/>
              <a:t>Nopic</a:t>
            </a:r>
            <a:endParaRPr lang="en-AU" dirty="0"/>
          </a:p>
        </p:txBody>
      </p:sp>
      <p:sp>
        <p:nvSpPr>
          <p:cNvPr id="22" name="Text Placeholder 21"/>
          <p:cNvSpPr>
            <a:spLocks noGrp="1"/>
          </p:cNvSpPr>
          <p:nvPr>
            <p:ph type="body" sz="quarter" idx="20"/>
          </p:nvPr>
        </p:nvSpPr>
        <p:spPr>
          <a:xfrm>
            <a:off x="6872288" y="4073525"/>
            <a:ext cx="3109912" cy="360363"/>
          </a:xfrm>
        </p:spPr>
        <p:txBody>
          <a:bodyPr/>
          <a:lstStyle>
            <a:lvl1pP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3" name="Text Placeholder 21"/>
          <p:cNvSpPr>
            <a:spLocks noGrp="1"/>
          </p:cNvSpPr>
          <p:nvPr>
            <p:ph type="body" sz="quarter" idx="21"/>
          </p:nvPr>
        </p:nvSpPr>
        <p:spPr>
          <a:xfrm>
            <a:off x="6872288" y="4482636"/>
            <a:ext cx="3109912" cy="1391908"/>
          </a:xfrm>
        </p:spPr>
        <p:txBody>
          <a:bodyPr>
            <a:normAutofit/>
          </a:bodyPr>
          <a:lstStyle>
            <a:lvl1pP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4" name="Text Placeholder 6"/>
          <p:cNvSpPr>
            <a:spLocks noGrp="1"/>
          </p:cNvSpPr>
          <p:nvPr>
            <p:ph type="body" sz="quarter" idx="22"/>
          </p:nvPr>
        </p:nvSpPr>
        <p:spPr>
          <a:xfrm>
            <a:off x="2526297" y="1603582"/>
            <a:ext cx="3559175" cy="372856"/>
          </a:xfrm>
        </p:spPr>
        <p:txBody>
          <a:bodyPr>
            <a:noAutofit/>
          </a:bodyPr>
          <a:lstStyle>
            <a:lvl1pPr algn="r">
              <a:defRPr sz="2800">
                <a:solidFill>
                  <a:schemeClr val="tx1">
                    <a:lumMod val="65000"/>
                    <a:lumOff val="35000"/>
                  </a:schemeClr>
                </a:solidFill>
                <a:latin typeface="+mj-lt"/>
              </a:defRPr>
            </a:lvl1pPr>
          </a:lstStyle>
          <a:p>
            <a:pPr lvl="0"/>
            <a:endParaRPr lang="en-AU" dirty="0"/>
          </a:p>
        </p:txBody>
      </p:sp>
    </p:spTree>
    <p:extLst>
      <p:ext uri="{BB962C8B-B14F-4D97-AF65-F5344CB8AC3E}">
        <p14:creationId xmlns:p14="http://schemas.microsoft.com/office/powerpoint/2010/main" val="162954221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after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p:cTn id="7" dur="500" fill="hold"/>
                                        <p:tgtEl>
                                          <p:spTgt spid="8"/>
                                        </p:tgtEl>
                                        <p:attrNameLst>
                                          <p:attrName>ppt_w</p:attrName>
                                        </p:attrNameLst>
                                      </p:cBhvr>
                                      <p:tavLst>
                                        <p:tav tm="0">
                                          <p:val>
                                            <p:fltVal val="0"/>
                                          </p:val>
                                        </p:tav>
                                        <p:tav tm="100000">
                                          <p:val>
                                            <p:strVal val="#ppt_w"/>
                                          </p:val>
                                        </p:tav>
                                      </p:tavLst>
                                    </p:anim>
                                    <p:anim calcmode="lin" valueType="num">
                                      <p:cBhvr>
                                        <p:cTn id="8" dur="500" fill="hold"/>
                                        <p:tgtEl>
                                          <p:spTgt spid="8"/>
                                        </p:tgtEl>
                                        <p:attrNameLst>
                                          <p:attrName>ppt_h</p:attrName>
                                        </p:attrNameLst>
                                      </p:cBhvr>
                                      <p:tavLst>
                                        <p:tav tm="0">
                                          <p:val>
                                            <p:fltVal val="0"/>
                                          </p:val>
                                        </p:tav>
                                        <p:tav tm="100000">
                                          <p:val>
                                            <p:strVal val="#ppt_h"/>
                                          </p:val>
                                        </p:tav>
                                      </p:tavLst>
                                    </p:anim>
                                    <p:animEffect transition="in" filter="fade">
                                      <p:cBhvr>
                                        <p:cTn id="9" dur="500"/>
                                        <p:tgtEl>
                                          <p:spTgt spid="8"/>
                                        </p:tgtEl>
                                      </p:cBhvr>
                                    </p:animEffect>
                                  </p:childTnLst>
                                </p:cTn>
                              </p:par>
                            </p:childTnLst>
                          </p:cTn>
                        </p:par>
                        <p:par>
                          <p:cTn id="10" fill="hold">
                            <p:stCondLst>
                              <p:cond delay="500"/>
                            </p:stCondLst>
                            <p:childTnLst>
                              <p:par>
                                <p:cTn id="11" presetID="10" presetClass="entr" presetSubtype="0" fill="hold" grpId="0" nodeType="afterEffect" nodePh="1">
                                  <p:stCondLst>
                                    <p:cond delay="0"/>
                                  </p:stCondLst>
                                  <p:endCondLst>
                                    <p:cond evt="begin" delay="0">
                                      <p:tn val="11"/>
                                    </p:cond>
                                  </p:endCondLst>
                                  <p:childTnLst>
                                    <p:set>
                                      <p:cBhvr>
                                        <p:cTn id="12" dur="1" fill="hold">
                                          <p:stCondLst>
                                            <p:cond delay="0"/>
                                          </p:stCondLst>
                                        </p:cTn>
                                        <p:tgtEl>
                                          <p:spTgt spid="24">
                                            <p:txEl>
                                              <p:pRg st="0" end="0"/>
                                            </p:txEl>
                                          </p:spTgt>
                                        </p:tgtEl>
                                        <p:attrNameLst>
                                          <p:attrName>style.visibility</p:attrName>
                                        </p:attrNameLst>
                                      </p:cBhvr>
                                      <p:to>
                                        <p:strVal val="visible"/>
                                      </p:to>
                                    </p:set>
                                    <p:animEffect transition="in" filter="fade">
                                      <p:cBhvr>
                                        <p:cTn id="13" dur="500"/>
                                        <p:tgtEl>
                                          <p:spTgt spid="24">
                                            <p:txEl>
                                              <p:pRg st="0" end="0"/>
                                            </p:txEl>
                                          </p:spTgt>
                                        </p:tgtEl>
                                      </p:cBhvr>
                                    </p:animEffect>
                                  </p:childTnLst>
                                </p:cTn>
                              </p:par>
                            </p:childTnLst>
                          </p:cTn>
                        </p:par>
                        <p:par>
                          <p:cTn id="14" fill="hold">
                            <p:stCondLst>
                              <p:cond delay="1000"/>
                            </p:stCondLst>
                            <p:childTnLst>
                              <p:par>
                                <p:cTn id="15" presetID="42" presetClass="entr" presetSubtype="0" fill="hold" grpId="0" nodeType="afterEffect">
                                  <p:stCondLst>
                                    <p:cond delay="0"/>
                                  </p:stCondLst>
                                  <p:childTnLst>
                                    <p:set>
                                      <p:cBhvr>
                                        <p:cTn id="16" dur="1" fill="hold">
                                          <p:stCondLst>
                                            <p:cond delay="0"/>
                                          </p:stCondLst>
                                        </p:cTn>
                                        <p:tgtEl>
                                          <p:spTgt spid="2"/>
                                        </p:tgtEl>
                                        <p:attrNameLst>
                                          <p:attrName>style.visibility</p:attrName>
                                        </p:attrNameLst>
                                      </p:cBhvr>
                                      <p:to>
                                        <p:strVal val="visible"/>
                                      </p:to>
                                    </p:set>
                                    <p:animEffect transition="in" filter="fade">
                                      <p:cBhvr>
                                        <p:cTn id="17" dur="500"/>
                                        <p:tgtEl>
                                          <p:spTgt spid="2"/>
                                        </p:tgtEl>
                                      </p:cBhvr>
                                    </p:animEffect>
                                    <p:anim calcmode="lin" valueType="num">
                                      <p:cBhvr>
                                        <p:cTn id="18" dur="500" fill="hold"/>
                                        <p:tgtEl>
                                          <p:spTgt spid="2"/>
                                        </p:tgtEl>
                                        <p:attrNameLst>
                                          <p:attrName>ppt_x</p:attrName>
                                        </p:attrNameLst>
                                      </p:cBhvr>
                                      <p:tavLst>
                                        <p:tav tm="0">
                                          <p:val>
                                            <p:strVal val="#ppt_x"/>
                                          </p:val>
                                        </p:tav>
                                        <p:tav tm="100000">
                                          <p:val>
                                            <p:strVal val="#ppt_x"/>
                                          </p:val>
                                        </p:tav>
                                      </p:tavLst>
                                    </p:anim>
                                    <p:anim calcmode="lin" valueType="num">
                                      <p:cBhvr>
                                        <p:cTn id="19" dur="500" fill="hold"/>
                                        <p:tgtEl>
                                          <p:spTgt spid="2"/>
                                        </p:tgtEl>
                                        <p:attrNameLst>
                                          <p:attrName>ppt_y</p:attrName>
                                        </p:attrNameLst>
                                      </p:cBhvr>
                                      <p:tavLst>
                                        <p:tav tm="0">
                                          <p:val>
                                            <p:strVal val="#ppt_y+.1"/>
                                          </p:val>
                                        </p:tav>
                                        <p:tav tm="100000">
                                          <p:val>
                                            <p:strVal val="#ppt_y"/>
                                          </p:val>
                                        </p:tav>
                                      </p:tavLst>
                                    </p:anim>
                                  </p:childTnLst>
                                </p:cTn>
                              </p:par>
                            </p:childTnLst>
                          </p:cTn>
                        </p:par>
                        <p:par>
                          <p:cTn id="20" fill="hold">
                            <p:stCondLst>
                              <p:cond delay="1500"/>
                            </p:stCondLst>
                            <p:childTnLst>
                              <p:par>
                                <p:cTn id="21" presetID="10" presetClass="entr" presetSubtype="0" fill="hold" grpId="0" nodeType="afterEffect">
                                  <p:stCondLst>
                                    <p:cond delay="0"/>
                                  </p:stCondLst>
                                  <p:childTnLst>
                                    <p:set>
                                      <p:cBhvr>
                                        <p:cTn id="22" dur="1" fill="hold">
                                          <p:stCondLst>
                                            <p:cond delay="0"/>
                                          </p:stCondLst>
                                        </p:cTn>
                                        <p:tgtEl>
                                          <p:spTgt spid="3">
                                            <p:txEl>
                                              <p:pRg st="0" end="0"/>
                                            </p:txEl>
                                          </p:spTgt>
                                        </p:tgtEl>
                                        <p:attrNameLst>
                                          <p:attrName>style.visibility</p:attrName>
                                        </p:attrNameLst>
                                      </p:cBhvr>
                                      <p:to>
                                        <p:strVal val="visible"/>
                                      </p:to>
                                    </p:set>
                                    <p:animEffect transition="in" filter="fade">
                                      <p:cBhvr>
                                        <p:cTn id="23" dur="500"/>
                                        <p:tgtEl>
                                          <p:spTgt spid="3">
                                            <p:txEl>
                                              <p:pRg st="0" end="0"/>
                                            </p:txEl>
                                          </p:spTgt>
                                        </p:tgtEl>
                                      </p:cBhvr>
                                    </p:animEffect>
                                  </p:childTnLst>
                                </p:cTn>
                              </p:par>
                            </p:childTnLst>
                          </p:cTn>
                        </p:par>
                        <p:par>
                          <p:cTn id="24" fill="hold">
                            <p:stCondLst>
                              <p:cond delay="2000"/>
                            </p:stCondLst>
                            <p:childTnLst>
                              <p:par>
                                <p:cTn id="25" presetID="10" presetClass="entr" presetSubtype="0" fill="hold" grpId="0" nodeType="after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fade">
                                      <p:cBhvr>
                                        <p:cTn id="27" dur="500"/>
                                        <p:tgtEl>
                                          <p:spTgt spid="10"/>
                                        </p:tgtEl>
                                      </p:cBhvr>
                                    </p:animEffect>
                                  </p:childTnLst>
                                </p:cTn>
                              </p:par>
                            </p:childTnLst>
                          </p:cTn>
                        </p:par>
                        <p:par>
                          <p:cTn id="28" fill="hold">
                            <p:stCondLst>
                              <p:cond delay="2500"/>
                            </p:stCondLst>
                            <p:childTnLst>
                              <p:par>
                                <p:cTn id="29" presetID="22" presetClass="entr" presetSubtype="8" fill="hold" grpId="0" nodeType="afterEffect">
                                  <p:stCondLst>
                                    <p:cond delay="0"/>
                                  </p:stCondLst>
                                  <p:childTnLst>
                                    <p:set>
                                      <p:cBhvr>
                                        <p:cTn id="30" dur="1" fill="hold">
                                          <p:stCondLst>
                                            <p:cond delay="0"/>
                                          </p:stCondLst>
                                        </p:cTn>
                                        <p:tgtEl>
                                          <p:spTgt spid="16"/>
                                        </p:tgtEl>
                                        <p:attrNameLst>
                                          <p:attrName>style.visibility</p:attrName>
                                        </p:attrNameLst>
                                      </p:cBhvr>
                                      <p:to>
                                        <p:strVal val="visible"/>
                                      </p:to>
                                    </p:set>
                                    <p:animEffect transition="in" filter="wipe(left)">
                                      <p:cBhvr>
                                        <p:cTn id="31" dur="500"/>
                                        <p:tgtEl>
                                          <p:spTgt spid="16"/>
                                        </p:tgtEl>
                                      </p:cBhvr>
                                    </p:animEffect>
                                  </p:childTnLst>
                                </p:cTn>
                              </p:par>
                              <p:par>
                                <p:cTn id="32" presetID="22" presetClass="entr" presetSubtype="1" fill="hold" grpId="0" nodeType="withEffect">
                                  <p:stCondLst>
                                    <p:cond delay="0"/>
                                  </p:stCondLst>
                                  <p:childTnLst>
                                    <p:set>
                                      <p:cBhvr>
                                        <p:cTn id="33" dur="1" fill="hold">
                                          <p:stCondLst>
                                            <p:cond delay="0"/>
                                          </p:stCondLst>
                                        </p:cTn>
                                        <p:tgtEl>
                                          <p:spTgt spid="19"/>
                                        </p:tgtEl>
                                        <p:attrNameLst>
                                          <p:attrName>style.visibility</p:attrName>
                                        </p:attrNameLst>
                                      </p:cBhvr>
                                      <p:to>
                                        <p:strVal val="visible"/>
                                      </p:to>
                                    </p:set>
                                    <p:animEffect transition="in" filter="wipe(up)">
                                      <p:cBhvr>
                                        <p:cTn id="34" dur="500"/>
                                        <p:tgtEl>
                                          <p:spTgt spid="19"/>
                                        </p:tgtEl>
                                      </p:cBhvr>
                                    </p:animEffect>
                                  </p:childTnLst>
                                </p:cTn>
                              </p:par>
                              <p:par>
                                <p:cTn id="35" presetID="22" presetClass="entr" presetSubtype="2" fill="hold" grpId="0" nodeType="withEffect">
                                  <p:stCondLst>
                                    <p:cond delay="0"/>
                                  </p:stCondLst>
                                  <p:childTnLst>
                                    <p:set>
                                      <p:cBhvr>
                                        <p:cTn id="36" dur="1" fill="hold">
                                          <p:stCondLst>
                                            <p:cond delay="0"/>
                                          </p:stCondLst>
                                        </p:cTn>
                                        <p:tgtEl>
                                          <p:spTgt spid="20"/>
                                        </p:tgtEl>
                                        <p:attrNameLst>
                                          <p:attrName>style.visibility</p:attrName>
                                        </p:attrNameLst>
                                      </p:cBhvr>
                                      <p:to>
                                        <p:strVal val="visible"/>
                                      </p:to>
                                    </p:set>
                                    <p:animEffect transition="in" filter="wipe(right)">
                                      <p:cBhvr>
                                        <p:cTn id="37" dur="500"/>
                                        <p:tgtEl>
                                          <p:spTgt spid="20"/>
                                        </p:tgtEl>
                                      </p:cBhvr>
                                    </p:animEffect>
                                  </p:childTnLst>
                                </p:cTn>
                              </p:par>
                              <p:par>
                                <p:cTn id="38" presetID="22" presetClass="entr" presetSubtype="4" fill="hold" grpId="0" nodeType="withEffect">
                                  <p:stCondLst>
                                    <p:cond delay="0"/>
                                  </p:stCondLst>
                                  <p:childTnLst>
                                    <p:set>
                                      <p:cBhvr>
                                        <p:cTn id="39" dur="1" fill="hold">
                                          <p:stCondLst>
                                            <p:cond delay="0"/>
                                          </p:stCondLst>
                                        </p:cTn>
                                        <p:tgtEl>
                                          <p:spTgt spid="18"/>
                                        </p:tgtEl>
                                        <p:attrNameLst>
                                          <p:attrName>style.visibility</p:attrName>
                                        </p:attrNameLst>
                                      </p:cBhvr>
                                      <p:to>
                                        <p:strVal val="visible"/>
                                      </p:to>
                                    </p:set>
                                    <p:animEffect transition="in" filter="wipe(down)">
                                      <p:cBhvr>
                                        <p:cTn id="40" dur="500"/>
                                        <p:tgtEl>
                                          <p:spTgt spid="18"/>
                                        </p:tgtEl>
                                      </p:cBhvr>
                                    </p:animEffect>
                                  </p:childTnLst>
                                </p:cTn>
                              </p:par>
                            </p:childTnLst>
                          </p:cTn>
                        </p:par>
                        <p:par>
                          <p:cTn id="41" fill="hold">
                            <p:stCondLst>
                              <p:cond delay="3000"/>
                            </p:stCondLst>
                            <p:childTnLst>
                              <p:par>
                                <p:cTn id="42" presetID="53" presetClass="entr" presetSubtype="16" fill="hold" grpId="0" nodeType="afterEffect" nodePh="1">
                                  <p:stCondLst>
                                    <p:cond delay="0"/>
                                  </p:stCondLst>
                                  <p:endCondLst>
                                    <p:cond evt="begin" delay="0">
                                      <p:tn val="42"/>
                                    </p:cond>
                                  </p:endCondLst>
                                  <p:childTnLst>
                                    <p:set>
                                      <p:cBhvr>
                                        <p:cTn id="43" dur="1" fill="hold">
                                          <p:stCondLst>
                                            <p:cond delay="0"/>
                                          </p:stCondLst>
                                        </p:cTn>
                                        <p:tgtEl>
                                          <p:spTgt spid="22">
                                            <p:txEl>
                                              <p:pRg st="0" end="0"/>
                                            </p:txEl>
                                          </p:spTgt>
                                        </p:tgtEl>
                                        <p:attrNameLst>
                                          <p:attrName>style.visibility</p:attrName>
                                        </p:attrNameLst>
                                      </p:cBhvr>
                                      <p:to>
                                        <p:strVal val="visible"/>
                                      </p:to>
                                    </p:set>
                                    <p:anim calcmode="lin" valueType="num">
                                      <p:cBhvr>
                                        <p:cTn id="44" dur="500" fill="hold"/>
                                        <p:tgtEl>
                                          <p:spTgt spid="22">
                                            <p:txEl>
                                              <p:pRg st="0" end="0"/>
                                            </p:txEl>
                                          </p:spTgt>
                                        </p:tgtEl>
                                        <p:attrNameLst>
                                          <p:attrName>ppt_w</p:attrName>
                                        </p:attrNameLst>
                                      </p:cBhvr>
                                      <p:tavLst>
                                        <p:tav tm="0">
                                          <p:val>
                                            <p:fltVal val="0"/>
                                          </p:val>
                                        </p:tav>
                                        <p:tav tm="100000">
                                          <p:val>
                                            <p:strVal val="#ppt_w"/>
                                          </p:val>
                                        </p:tav>
                                      </p:tavLst>
                                    </p:anim>
                                    <p:anim calcmode="lin" valueType="num">
                                      <p:cBhvr>
                                        <p:cTn id="45" dur="500" fill="hold"/>
                                        <p:tgtEl>
                                          <p:spTgt spid="22">
                                            <p:txEl>
                                              <p:pRg st="0" end="0"/>
                                            </p:txEl>
                                          </p:spTgt>
                                        </p:tgtEl>
                                        <p:attrNameLst>
                                          <p:attrName>ppt_h</p:attrName>
                                        </p:attrNameLst>
                                      </p:cBhvr>
                                      <p:tavLst>
                                        <p:tav tm="0">
                                          <p:val>
                                            <p:fltVal val="0"/>
                                          </p:val>
                                        </p:tav>
                                        <p:tav tm="100000">
                                          <p:val>
                                            <p:strVal val="#ppt_h"/>
                                          </p:val>
                                        </p:tav>
                                      </p:tavLst>
                                    </p:anim>
                                    <p:animEffect transition="in" filter="fade">
                                      <p:cBhvr>
                                        <p:cTn id="46" dur="500"/>
                                        <p:tgtEl>
                                          <p:spTgt spid="22">
                                            <p:txEl>
                                              <p:pRg st="0" end="0"/>
                                            </p:txEl>
                                          </p:spTgt>
                                        </p:tgtEl>
                                      </p:cBhvr>
                                    </p:animEffect>
                                  </p:childTnLst>
                                </p:cTn>
                              </p:par>
                            </p:childTnLst>
                          </p:cTn>
                        </p:par>
                        <p:par>
                          <p:cTn id="47" fill="hold">
                            <p:stCondLst>
                              <p:cond delay="3500"/>
                            </p:stCondLst>
                            <p:childTnLst>
                              <p:par>
                                <p:cTn id="48" presetID="42" presetClass="entr" presetSubtype="0" fill="hold" grpId="0" nodeType="afterEffect" nodePh="1">
                                  <p:stCondLst>
                                    <p:cond delay="0"/>
                                  </p:stCondLst>
                                  <p:endCondLst>
                                    <p:cond evt="begin" delay="0">
                                      <p:tn val="48"/>
                                    </p:cond>
                                  </p:endCondLst>
                                  <p:childTnLst>
                                    <p:set>
                                      <p:cBhvr>
                                        <p:cTn id="49" dur="1" fill="hold">
                                          <p:stCondLst>
                                            <p:cond delay="0"/>
                                          </p:stCondLst>
                                        </p:cTn>
                                        <p:tgtEl>
                                          <p:spTgt spid="23">
                                            <p:txEl>
                                              <p:pRg st="0" end="0"/>
                                            </p:txEl>
                                          </p:spTgt>
                                        </p:tgtEl>
                                        <p:attrNameLst>
                                          <p:attrName>style.visibility</p:attrName>
                                        </p:attrNameLst>
                                      </p:cBhvr>
                                      <p:to>
                                        <p:strVal val="visible"/>
                                      </p:to>
                                    </p:set>
                                    <p:animEffect transition="in" filter="fade">
                                      <p:cBhvr>
                                        <p:cTn id="50" dur="500"/>
                                        <p:tgtEl>
                                          <p:spTgt spid="23">
                                            <p:txEl>
                                              <p:pRg st="0" end="0"/>
                                            </p:txEl>
                                          </p:spTgt>
                                        </p:tgtEl>
                                      </p:cBhvr>
                                    </p:animEffect>
                                    <p:anim calcmode="lin" valueType="num">
                                      <p:cBhvr>
                                        <p:cTn id="51" dur="500" fill="hold"/>
                                        <p:tgtEl>
                                          <p:spTgt spid="23">
                                            <p:txEl>
                                              <p:pRg st="0" end="0"/>
                                            </p:txEl>
                                          </p:spTgt>
                                        </p:tgtEl>
                                        <p:attrNameLst>
                                          <p:attrName>ppt_x</p:attrName>
                                        </p:attrNameLst>
                                      </p:cBhvr>
                                      <p:tavLst>
                                        <p:tav tm="0">
                                          <p:val>
                                            <p:strVal val="#ppt_x"/>
                                          </p:val>
                                        </p:tav>
                                        <p:tav tm="100000">
                                          <p:val>
                                            <p:strVal val="#ppt_x"/>
                                          </p:val>
                                        </p:tav>
                                      </p:tavLst>
                                    </p:anim>
                                    <p:anim calcmode="lin" valueType="num">
                                      <p:cBhvr>
                                        <p:cTn id="52" dur="500" fill="hold"/>
                                        <p:tgtEl>
                                          <p:spTgt spid="23">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build="p">
        <p:tmplLst>
          <p:tmpl lvl="1">
            <p:tnLst>
              <p:par>
                <p:cTn presetID="10" presetClass="entr" presetSubtype="0" fill="hold" nodeType="afterEffect">
                  <p:stCondLst>
                    <p:cond delay="0"/>
                  </p:stCondLst>
                  <p:childTnLst>
                    <p:set>
                      <p:cBhvr>
                        <p:cTn dur="1" fill="hold">
                          <p:stCondLst>
                            <p:cond delay="0"/>
                          </p:stCondLst>
                        </p:cTn>
                        <p:tgtEl>
                          <p:spTgt spid="3"/>
                        </p:tgtEl>
                        <p:attrNameLst>
                          <p:attrName>style.visibility</p:attrName>
                        </p:attrNameLst>
                      </p:cBhvr>
                      <p:to>
                        <p:strVal val="visible"/>
                      </p:to>
                    </p:set>
                    <p:animEffect transition="in" filter="fade">
                      <p:cBhvr>
                        <p:cTn dur="500"/>
                        <p:tgtEl>
                          <p:spTgt spid="3"/>
                        </p:tgtEl>
                      </p:cBhvr>
                    </p:animEffect>
                  </p:childTnLst>
                </p:cTn>
              </p:par>
            </p:tnLst>
          </p:tmpl>
        </p:tmplLst>
      </p:bldP>
      <p:bldP spid="8" grpId="0" animBg="1"/>
      <p:bldP spid="10" grpId="0" animBg="1"/>
      <p:bldP spid="16" grpId="0" animBg="1"/>
      <p:bldP spid="18" grpId="0" animBg="1"/>
      <p:bldP spid="19" grpId="0" animBg="1"/>
      <p:bldP spid="20" grpId="0" animBg="1"/>
      <p:bldP spid="22"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2"/>
                        </p:tgtEl>
                        <p:attrNameLst>
                          <p:attrName>style.visibility</p:attrName>
                        </p:attrNameLst>
                      </p:cBhvr>
                      <p:to>
                        <p:strVal val="visible"/>
                      </p:to>
                    </p:set>
                    <p:anim calcmode="lin" valueType="num">
                      <p:cBhvr>
                        <p:cTn dur="500" fill="hold"/>
                        <p:tgtEl>
                          <p:spTgt spid="22"/>
                        </p:tgtEl>
                        <p:attrNameLst>
                          <p:attrName>ppt_w</p:attrName>
                        </p:attrNameLst>
                      </p:cBhvr>
                      <p:tavLst>
                        <p:tav tm="0">
                          <p:val>
                            <p:fltVal val="0"/>
                          </p:val>
                        </p:tav>
                        <p:tav tm="100000">
                          <p:val>
                            <p:strVal val="#ppt_w"/>
                          </p:val>
                        </p:tav>
                      </p:tavLst>
                    </p:anim>
                    <p:anim calcmode="lin" valueType="num">
                      <p:cBhvr>
                        <p:cTn dur="500" fill="hold"/>
                        <p:tgtEl>
                          <p:spTgt spid="22"/>
                        </p:tgtEl>
                        <p:attrNameLst>
                          <p:attrName>ppt_h</p:attrName>
                        </p:attrNameLst>
                      </p:cBhvr>
                      <p:tavLst>
                        <p:tav tm="0">
                          <p:val>
                            <p:fltVal val="0"/>
                          </p:val>
                        </p:tav>
                        <p:tav tm="100000">
                          <p:val>
                            <p:strVal val="#ppt_h"/>
                          </p:val>
                        </p:tav>
                      </p:tavLst>
                    </p:anim>
                    <p:animEffect transition="in" filter="fade">
                      <p:cBhvr>
                        <p:cTn dur="500"/>
                        <p:tgtEl>
                          <p:spTgt spid="22"/>
                        </p:tgtEl>
                      </p:cBhvr>
                    </p:animEffect>
                  </p:childTnLst>
                </p:cTn>
              </p:par>
            </p:tnLst>
          </p:tmpl>
        </p:tmplLst>
      </p:bldP>
      <p:bldP spid="23"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3"/>
                        </p:tgtEl>
                        <p:attrNameLst>
                          <p:attrName>style.visibility</p:attrName>
                        </p:attrNameLst>
                      </p:cBhvr>
                      <p:to>
                        <p:strVal val="visible"/>
                      </p:to>
                    </p:set>
                    <p:animEffect transition="in" filter="fade">
                      <p:cBhvr>
                        <p:cTn dur="500"/>
                        <p:tgtEl>
                          <p:spTgt spid="23"/>
                        </p:tgtEl>
                      </p:cBhvr>
                    </p:animEffect>
                    <p:anim calcmode="lin" valueType="num">
                      <p:cBhvr>
                        <p:cTn dur="500" fill="hold"/>
                        <p:tgtEl>
                          <p:spTgt spid="23"/>
                        </p:tgtEl>
                        <p:attrNameLst>
                          <p:attrName>ppt_x</p:attrName>
                        </p:attrNameLst>
                      </p:cBhvr>
                      <p:tavLst>
                        <p:tav tm="0">
                          <p:val>
                            <p:strVal val="#ppt_x"/>
                          </p:val>
                        </p:tav>
                        <p:tav tm="100000">
                          <p:val>
                            <p:strVal val="#ppt_x"/>
                          </p:val>
                        </p:tav>
                      </p:tavLst>
                    </p:anim>
                    <p:anim calcmode="lin" valueType="num">
                      <p:cBhvr>
                        <p:cTn dur="500" fill="hold"/>
                        <p:tgtEl>
                          <p:spTgt spid="23"/>
                        </p:tgtEl>
                        <p:attrNameLst>
                          <p:attrName>ppt_y</p:attrName>
                        </p:attrNameLst>
                      </p:cBhvr>
                      <p:tavLst>
                        <p:tav tm="0">
                          <p:val>
                            <p:strVal val="#ppt_y+.1"/>
                          </p:val>
                        </p:tav>
                        <p:tav tm="100000">
                          <p:val>
                            <p:strVal val="#ppt_y"/>
                          </p:val>
                        </p:tav>
                      </p:tavLst>
                    </p:anim>
                  </p:childTnLst>
                </p:cTn>
              </p:par>
            </p:tnLst>
          </p:tmpl>
        </p:tmplLst>
      </p:bldP>
      <p:bldP spid="24"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24"/>
                        </p:tgtEl>
                        <p:attrNameLst>
                          <p:attrName>style.visibility</p:attrName>
                        </p:attrNameLst>
                      </p:cBhvr>
                      <p:to>
                        <p:strVal val="visible"/>
                      </p:to>
                    </p:set>
                    <p:animEffect transition="in" filter="fade">
                      <p:cBhvr>
                        <p:cTn dur="500"/>
                        <p:tgtEl>
                          <p:spTgt spid="24"/>
                        </p:tgtEl>
                      </p:cBhvr>
                    </p:animEffect>
                  </p:childTnLst>
                </p:cTn>
              </p:par>
            </p:tnLst>
          </p:tmpl>
        </p:tmplLst>
      </p:bldP>
    </p:bldLst>
  </p:timing>
</p:sldLayout>
</file>

<file path=ppt/slideLayouts/slideLayout618.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Tree>
    <p:extLst>
      <p:ext uri="{BB962C8B-B14F-4D97-AF65-F5344CB8AC3E}">
        <p14:creationId xmlns:p14="http://schemas.microsoft.com/office/powerpoint/2010/main" val="165136876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619.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17" name="Picture Placeholder 16"/>
          <p:cNvSpPr>
            <a:spLocks noGrp="1"/>
          </p:cNvSpPr>
          <p:nvPr>
            <p:ph type="pic" sz="quarter" idx="14" hasCustomPrompt="1"/>
          </p:nvPr>
        </p:nvSpPr>
        <p:spPr>
          <a:xfrm>
            <a:off x="1839095" y="2048259"/>
            <a:ext cx="2886714" cy="3313449"/>
          </a:xfrm>
          <a:custGeom>
            <a:avLst/>
            <a:gdLst>
              <a:gd name="connsiteX0" fmla="*/ 947087 w 3533533"/>
              <a:gd name="connsiteY0" fmla="*/ 1224307 h 4055885"/>
              <a:gd name="connsiteX1" fmla="*/ 1170091 w 3533533"/>
              <a:gd name="connsiteY1" fmla="*/ 1352331 h 4055885"/>
              <a:gd name="connsiteX2" fmla="*/ 2355380 w 3533533"/>
              <a:gd name="connsiteY2" fmla="*/ 3719063 h 4055885"/>
              <a:gd name="connsiteX3" fmla="*/ 2251556 w 3533533"/>
              <a:gd name="connsiteY3" fmla="*/ 4031211 h 4055885"/>
              <a:gd name="connsiteX4" fmla="*/ 2251557 w 3533533"/>
              <a:gd name="connsiteY4" fmla="*/ 4031210 h 4055885"/>
              <a:gd name="connsiteX5" fmla="*/ 1939409 w 3533533"/>
              <a:gd name="connsiteY5" fmla="*/ 3927386 h 4055885"/>
              <a:gd name="connsiteX6" fmla="*/ 754120 w 3533533"/>
              <a:gd name="connsiteY6" fmla="*/ 1560655 h 4055885"/>
              <a:gd name="connsiteX7" fmla="*/ 857943 w 3533533"/>
              <a:gd name="connsiteY7" fmla="*/ 1248507 h 4055885"/>
              <a:gd name="connsiteX8" fmla="*/ 947087 w 3533533"/>
              <a:gd name="connsiteY8" fmla="*/ 1224307 h 4055885"/>
              <a:gd name="connsiteX9" fmla="*/ 217642 w 3533533"/>
              <a:gd name="connsiteY9" fmla="*/ 943467 h 4055885"/>
              <a:gd name="connsiteX10" fmla="*/ 440647 w 3533533"/>
              <a:gd name="connsiteY10" fmla="*/ 1071491 h 4055885"/>
              <a:gd name="connsiteX11" fmla="*/ 1625936 w 3533533"/>
              <a:gd name="connsiteY11" fmla="*/ 3438223 h 4055885"/>
              <a:gd name="connsiteX12" fmla="*/ 1522111 w 3533533"/>
              <a:gd name="connsiteY12" fmla="*/ 3750371 h 4055885"/>
              <a:gd name="connsiteX13" fmla="*/ 1522112 w 3533533"/>
              <a:gd name="connsiteY13" fmla="*/ 3750370 h 4055885"/>
              <a:gd name="connsiteX14" fmla="*/ 1209964 w 3533533"/>
              <a:gd name="connsiteY14" fmla="*/ 3646546 h 4055885"/>
              <a:gd name="connsiteX15" fmla="*/ 24675 w 3533533"/>
              <a:gd name="connsiteY15" fmla="*/ 1279815 h 4055885"/>
              <a:gd name="connsiteX16" fmla="*/ 128499 w 3533533"/>
              <a:gd name="connsiteY16" fmla="*/ 967667 h 4055885"/>
              <a:gd name="connsiteX17" fmla="*/ 217642 w 3533533"/>
              <a:gd name="connsiteY17" fmla="*/ 943467 h 4055885"/>
              <a:gd name="connsiteX18" fmla="*/ 1888548 w 3533533"/>
              <a:gd name="connsiteY18" fmla="*/ 752811 h 4055885"/>
              <a:gd name="connsiteX19" fmla="*/ 2111553 w 3533533"/>
              <a:gd name="connsiteY19" fmla="*/ 880835 h 4055885"/>
              <a:gd name="connsiteX20" fmla="*/ 3296841 w 3533533"/>
              <a:gd name="connsiteY20" fmla="*/ 3247567 h 4055885"/>
              <a:gd name="connsiteX21" fmla="*/ 3193017 w 3533533"/>
              <a:gd name="connsiteY21" fmla="*/ 3559715 h 4055885"/>
              <a:gd name="connsiteX22" fmla="*/ 3193018 w 3533533"/>
              <a:gd name="connsiteY22" fmla="*/ 3559714 h 4055885"/>
              <a:gd name="connsiteX23" fmla="*/ 2880870 w 3533533"/>
              <a:gd name="connsiteY23" fmla="*/ 3455890 h 4055885"/>
              <a:gd name="connsiteX24" fmla="*/ 1695581 w 3533533"/>
              <a:gd name="connsiteY24" fmla="*/ 1089159 h 4055885"/>
              <a:gd name="connsiteX25" fmla="*/ 1799405 w 3533533"/>
              <a:gd name="connsiteY25" fmla="*/ 777011 h 4055885"/>
              <a:gd name="connsiteX26" fmla="*/ 1888548 w 3533533"/>
              <a:gd name="connsiteY26" fmla="*/ 752811 h 4055885"/>
              <a:gd name="connsiteX27" fmla="*/ 1011122 w 3533533"/>
              <a:gd name="connsiteY27" fmla="*/ 176488 h 4055885"/>
              <a:gd name="connsiteX28" fmla="*/ 1234126 w 3533533"/>
              <a:gd name="connsiteY28" fmla="*/ 304512 h 4055885"/>
              <a:gd name="connsiteX29" fmla="*/ 2419415 w 3533533"/>
              <a:gd name="connsiteY29" fmla="*/ 2671244 h 4055885"/>
              <a:gd name="connsiteX30" fmla="*/ 2315591 w 3533533"/>
              <a:gd name="connsiteY30" fmla="*/ 2983392 h 4055885"/>
              <a:gd name="connsiteX31" fmla="*/ 2315592 w 3533533"/>
              <a:gd name="connsiteY31" fmla="*/ 2983391 h 4055885"/>
              <a:gd name="connsiteX32" fmla="*/ 2003444 w 3533533"/>
              <a:gd name="connsiteY32" fmla="*/ 2879567 h 4055885"/>
              <a:gd name="connsiteX33" fmla="*/ 818154 w 3533533"/>
              <a:gd name="connsiteY33" fmla="*/ 512836 h 4055885"/>
              <a:gd name="connsiteX34" fmla="*/ 921978 w 3533533"/>
              <a:gd name="connsiteY34" fmla="*/ 200688 h 4055885"/>
              <a:gd name="connsiteX35" fmla="*/ 1011122 w 3533533"/>
              <a:gd name="connsiteY35" fmla="*/ 176488 h 4055885"/>
              <a:gd name="connsiteX36" fmla="*/ 2100564 w 3533533"/>
              <a:gd name="connsiteY36" fmla="*/ 475 h 4055885"/>
              <a:gd name="connsiteX37" fmla="*/ 2323569 w 3533533"/>
              <a:gd name="connsiteY37" fmla="*/ 128499 h 4055885"/>
              <a:gd name="connsiteX38" fmla="*/ 3508858 w 3533533"/>
              <a:gd name="connsiteY38" fmla="*/ 2495231 h 4055885"/>
              <a:gd name="connsiteX39" fmla="*/ 3405034 w 3533533"/>
              <a:gd name="connsiteY39" fmla="*/ 2807379 h 4055885"/>
              <a:gd name="connsiteX40" fmla="*/ 3405034 w 3533533"/>
              <a:gd name="connsiteY40" fmla="*/ 2807378 h 4055885"/>
              <a:gd name="connsiteX41" fmla="*/ 3092887 w 3533533"/>
              <a:gd name="connsiteY41" fmla="*/ 2703554 h 4055885"/>
              <a:gd name="connsiteX42" fmla="*/ 1907597 w 3533533"/>
              <a:gd name="connsiteY42" fmla="*/ 336823 h 4055885"/>
              <a:gd name="connsiteX43" fmla="*/ 2011421 w 3533533"/>
              <a:gd name="connsiteY43" fmla="*/ 24675 h 4055885"/>
              <a:gd name="connsiteX44" fmla="*/ 2100564 w 3533533"/>
              <a:gd name="connsiteY44" fmla="*/ 475 h 4055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3533533" h="4055885">
                <a:moveTo>
                  <a:pt x="947087" y="1224307"/>
                </a:moveTo>
                <a:cubicBezTo>
                  <a:pt x="1037548" y="1218495"/>
                  <a:pt x="1126946" y="1266180"/>
                  <a:pt x="1170091" y="1352331"/>
                </a:cubicBezTo>
                <a:cubicBezTo>
                  <a:pt x="1565188" y="2141242"/>
                  <a:pt x="1960283" y="2930152"/>
                  <a:pt x="2355380" y="3719063"/>
                </a:cubicBezTo>
                <a:cubicBezTo>
                  <a:pt x="2412907" y="3833931"/>
                  <a:pt x="2366424" y="3973684"/>
                  <a:pt x="2251556" y="4031211"/>
                </a:cubicBezTo>
                <a:lnTo>
                  <a:pt x="2251557" y="4031210"/>
                </a:lnTo>
                <a:cubicBezTo>
                  <a:pt x="2136689" y="4088737"/>
                  <a:pt x="1996936" y="4042254"/>
                  <a:pt x="1939409" y="3927386"/>
                </a:cubicBezTo>
                <a:lnTo>
                  <a:pt x="754120" y="1560655"/>
                </a:lnTo>
                <a:cubicBezTo>
                  <a:pt x="696592" y="1445787"/>
                  <a:pt x="743075" y="1306034"/>
                  <a:pt x="857943" y="1248507"/>
                </a:cubicBezTo>
                <a:cubicBezTo>
                  <a:pt x="886660" y="1234125"/>
                  <a:pt x="916933" y="1226244"/>
                  <a:pt x="947087" y="1224307"/>
                </a:cubicBezTo>
                <a:close/>
                <a:moveTo>
                  <a:pt x="217642" y="943467"/>
                </a:moveTo>
                <a:cubicBezTo>
                  <a:pt x="308104" y="937655"/>
                  <a:pt x="397501" y="985340"/>
                  <a:pt x="440647" y="1071491"/>
                </a:cubicBezTo>
                <a:cubicBezTo>
                  <a:pt x="835743" y="1860402"/>
                  <a:pt x="1230839" y="2649312"/>
                  <a:pt x="1625936" y="3438223"/>
                </a:cubicBezTo>
                <a:cubicBezTo>
                  <a:pt x="1683463" y="3553091"/>
                  <a:pt x="1636980" y="3692844"/>
                  <a:pt x="1522111" y="3750371"/>
                </a:cubicBezTo>
                <a:lnTo>
                  <a:pt x="1522112" y="3750370"/>
                </a:lnTo>
                <a:cubicBezTo>
                  <a:pt x="1407244" y="3807897"/>
                  <a:pt x="1267491" y="3761414"/>
                  <a:pt x="1209964" y="3646546"/>
                </a:cubicBezTo>
                <a:lnTo>
                  <a:pt x="24675" y="1279815"/>
                </a:lnTo>
                <a:cubicBezTo>
                  <a:pt x="-32852" y="1164947"/>
                  <a:pt x="13631" y="1025194"/>
                  <a:pt x="128499" y="967667"/>
                </a:cubicBezTo>
                <a:cubicBezTo>
                  <a:pt x="157216" y="953285"/>
                  <a:pt x="187488" y="945404"/>
                  <a:pt x="217642" y="943467"/>
                </a:cubicBezTo>
                <a:close/>
                <a:moveTo>
                  <a:pt x="1888548" y="752811"/>
                </a:moveTo>
                <a:cubicBezTo>
                  <a:pt x="1979010" y="747000"/>
                  <a:pt x="2068407" y="794684"/>
                  <a:pt x="2111553" y="880835"/>
                </a:cubicBezTo>
                <a:cubicBezTo>
                  <a:pt x="2506649" y="1669746"/>
                  <a:pt x="2901745" y="2458656"/>
                  <a:pt x="3296841" y="3247567"/>
                </a:cubicBezTo>
                <a:cubicBezTo>
                  <a:pt x="3354369" y="3362435"/>
                  <a:pt x="3307885" y="3502188"/>
                  <a:pt x="3193017" y="3559715"/>
                </a:cubicBezTo>
                <a:lnTo>
                  <a:pt x="3193018" y="3559714"/>
                </a:lnTo>
                <a:cubicBezTo>
                  <a:pt x="3078150" y="3617241"/>
                  <a:pt x="2938397" y="3570758"/>
                  <a:pt x="2880870" y="3455890"/>
                </a:cubicBezTo>
                <a:lnTo>
                  <a:pt x="1695581" y="1089159"/>
                </a:lnTo>
                <a:cubicBezTo>
                  <a:pt x="1638053" y="974291"/>
                  <a:pt x="1684537" y="834539"/>
                  <a:pt x="1799405" y="777011"/>
                </a:cubicBezTo>
                <a:cubicBezTo>
                  <a:pt x="1828122" y="762629"/>
                  <a:pt x="1858394" y="754748"/>
                  <a:pt x="1888548" y="752811"/>
                </a:cubicBezTo>
                <a:close/>
                <a:moveTo>
                  <a:pt x="1011122" y="176488"/>
                </a:moveTo>
                <a:cubicBezTo>
                  <a:pt x="1101583" y="170677"/>
                  <a:pt x="1190981" y="218361"/>
                  <a:pt x="1234126" y="304512"/>
                </a:cubicBezTo>
                <a:cubicBezTo>
                  <a:pt x="1629223" y="1093423"/>
                  <a:pt x="2024319" y="1882334"/>
                  <a:pt x="2419415" y="2671244"/>
                </a:cubicBezTo>
                <a:cubicBezTo>
                  <a:pt x="2476943" y="2786112"/>
                  <a:pt x="2430459" y="2925865"/>
                  <a:pt x="2315591" y="2983392"/>
                </a:cubicBezTo>
                <a:lnTo>
                  <a:pt x="2315592" y="2983391"/>
                </a:lnTo>
                <a:cubicBezTo>
                  <a:pt x="2200724" y="3040918"/>
                  <a:pt x="2060971" y="2994435"/>
                  <a:pt x="2003444" y="2879567"/>
                </a:cubicBezTo>
                <a:lnTo>
                  <a:pt x="818154" y="512836"/>
                </a:lnTo>
                <a:cubicBezTo>
                  <a:pt x="760627" y="397969"/>
                  <a:pt x="807110" y="258216"/>
                  <a:pt x="921978" y="200688"/>
                </a:cubicBezTo>
                <a:cubicBezTo>
                  <a:pt x="950695" y="186307"/>
                  <a:pt x="980968" y="178425"/>
                  <a:pt x="1011122" y="176488"/>
                </a:cubicBezTo>
                <a:close/>
                <a:moveTo>
                  <a:pt x="2100564" y="475"/>
                </a:moveTo>
                <a:cubicBezTo>
                  <a:pt x="2191026" y="-5336"/>
                  <a:pt x="2280424" y="42348"/>
                  <a:pt x="2323569" y="128499"/>
                </a:cubicBezTo>
                <a:cubicBezTo>
                  <a:pt x="2718666" y="917410"/>
                  <a:pt x="3113761" y="1706320"/>
                  <a:pt x="3508858" y="2495231"/>
                </a:cubicBezTo>
                <a:cubicBezTo>
                  <a:pt x="3566385" y="2610099"/>
                  <a:pt x="3519902" y="2749852"/>
                  <a:pt x="3405034" y="2807379"/>
                </a:cubicBezTo>
                <a:lnTo>
                  <a:pt x="3405034" y="2807378"/>
                </a:lnTo>
                <a:cubicBezTo>
                  <a:pt x="3290167" y="2864905"/>
                  <a:pt x="3150414" y="2818422"/>
                  <a:pt x="3092887" y="2703554"/>
                </a:cubicBezTo>
                <a:lnTo>
                  <a:pt x="1907597" y="336823"/>
                </a:lnTo>
                <a:cubicBezTo>
                  <a:pt x="1850070" y="221955"/>
                  <a:pt x="1896553" y="82203"/>
                  <a:pt x="2011421" y="24675"/>
                </a:cubicBezTo>
                <a:cubicBezTo>
                  <a:pt x="2040138" y="10293"/>
                  <a:pt x="2070410" y="2412"/>
                  <a:pt x="2100564" y="475"/>
                </a:cubicBezTo>
                <a:close/>
              </a:path>
            </a:pathLst>
          </a:custGeom>
          <a:solidFill>
            <a:schemeClr val="bg1">
              <a:lumMod val="85000"/>
            </a:schemeClr>
          </a:solidFill>
        </p:spPr>
        <p:txBody>
          <a:bodyPr wrap="square">
            <a:noAutofit/>
          </a:bodyPr>
          <a:lstStyle>
            <a:lvl1pPr>
              <a:defRPr baseline="0"/>
            </a:lvl1pPr>
          </a:lstStyle>
          <a:p>
            <a:r>
              <a:rPr lang="id-ID" dirty="0" smtClean="0"/>
              <a:t>Pic here</a:t>
            </a:r>
            <a:endParaRPr lang="en-AU" dirty="0"/>
          </a:p>
        </p:txBody>
      </p:sp>
      <p:sp>
        <p:nvSpPr>
          <p:cNvPr id="18" name="Text Placeholder 21"/>
          <p:cNvSpPr>
            <a:spLocks noGrp="1"/>
          </p:cNvSpPr>
          <p:nvPr>
            <p:ph type="body" sz="quarter" idx="21"/>
          </p:nvPr>
        </p:nvSpPr>
        <p:spPr>
          <a:xfrm>
            <a:off x="1727496" y="5567867"/>
            <a:ext cx="3109912" cy="291162"/>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4" name="Text Placeholder 21"/>
          <p:cNvSpPr>
            <a:spLocks noGrp="1"/>
          </p:cNvSpPr>
          <p:nvPr>
            <p:ph type="body" sz="quarter" idx="20"/>
          </p:nvPr>
        </p:nvSpPr>
        <p:spPr>
          <a:xfrm>
            <a:off x="7315633" y="2417115"/>
            <a:ext cx="4396942" cy="256811"/>
          </a:xfrm>
        </p:spPr>
        <p:txBody>
          <a:bodyPr/>
          <a:lstStyle>
            <a:lvl1pP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5" name="Text Placeholder 21"/>
          <p:cNvSpPr>
            <a:spLocks noGrp="1"/>
          </p:cNvSpPr>
          <p:nvPr>
            <p:ph type="body" sz="quarter" idx="22"/>
          </p:nvPr>
        </p:nvSpPr>
        <p:spPr>
          <a:xfrm>
            <a:off x="7315633" y="2715386"/>
            <a:ext cx="4396942" cy="448573"/>
          </a:xfrm>
        </p:spPr>
        <p:txBody>
          <a:bodyPr>
            <a:normAutofit/>
          </a:bodyPr>
          <a:lstStyle>
            <a:lvl1pP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1" name="Text Placeholder 21"/>
          <p:cNvSpPr>
            <a:spLocks noGrp="1"/>
          </p:cNvSpPr>
          <p:nvPr>
            <p:ph type="body" sz="quarter" idx="23"/>
          </p:nvPr>
        </p:nvSpPr>
        <p:spPr>
          <a:xfrm>
            <a:off x="7315633" y="3436112"/>
            <a:ext cx="4396942" cy="256811"/>
          </a:xfrm>
        </p:spPr>
        <p:txBody>
          <a:bodyPr/>
          <a:lstStyle>
            <a:lvl1pP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2" name="Text Placeholder 21"/>
          <p:cNvSpPr>
            <a:spLocks noGrp="1"/>
          </p:cNvSpPr>
          <p:nvPr>
            <p:ph type="body" sz="quarter" idx="24"/>
          </p:nvPr>
        </p:nvSpPr>
        <p:spPr>
          <a:xfrm>
            <a:off x="7315633" y="3734383"/>
            <a:ext cx="4396942" cy="448573"/>
          </a:xfrm>
        </p:spPr>
        <p:txBody>
          <a:bodyPr>
            <a:normAutofit/>
          </a:bodyPr>
          <a:lstStyle>
            <a:lvl1pP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3" name="Text Placeholder 21"/>
          <p:cNvSpPr>
            <a:spLocks noGrp="1"/>
          </p:cNvSpPr>
          <p:nvPr>
            <p:ph type="body" sz="quarter" idx="25"/>
          </p:nvPr>
        </p:nvSpPr>
        <p:spPr>
          <a:xfrm>
            <a:off x="7315633" y="4449520"/>
            <a:ext cx="4396942" cy="256811"/>
          </a:xfrm>
        </p:spPr>
        <p:txBody>
          <a:bodyPr/>
          <a:lstStyle>
            <a:lvl1pP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4" name="Text Placeholder 21"/>
          <p:cNvSpPr>
            <a:spLocks noGrp="1"/>
          </p:cNvSpPr>
          <p:nvPr>
            <p:ph type="body" sz="quarter" idx="26"/>
          </p:nvPr>
        </p:nvSpPr>
        <p:spPr>
          <a:xfrm>
            <a:off x="7315633" y="4747791"/>
            <a:ext cx="4396942" cy="448573"/>
          </a:xfrm>
        </p:spPr>
        <p:txBody>
          <a:bodyPr>
            <a:normAutofit/>
          </a:bodyPr>
          <a:lstStyle>
            <a:lvl1pP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5" name="Oval 24"/>
          <p:cNvSpPr/>
          <p:nvPr userDrawn="1"/>
        </p:nvSpPr>
        <p:spPr>
          <a:xfrm>
            <a:off x="6059039" y="6567361"/>
            <a:ext cx="130810" cy="13081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6" name="Oval 25"/>
          <p:cNvSpPr/>
          <p:nvPr userDrawn="1"/>
        </p:nvSpPr>
        <p:spPr>
          <a:xfrm>
            <a:off x="5867450" y="6278852"/>
            <a:ext cx="196034" cy="196034"/>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7" name="Oval 26"/>
          <p:cNvSpPr/>
          <p:nvPr userDrawn="1"/>
        </p:nvSpPr>
        <p:spPr>
          <a:xfrm>
            <a:off x="6104759" y="6188934"/>
            <a:ext cx="130810" cy="13081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8" name="Oval 27"/>
          <p:cNvSpPr/>
          <p:nvPr userDrawn="1"/>
        </p:nvSpPr>
        <p:spPr>
          <a:xfrm>
            <a:off x="6276844" y="6207097"/>
            <a:ext cx="196034" cy="196034"/>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9" name="Oval 28"/>
          <p:cNvSpPr/>
          <p:nvPr userDrawn="1"/>
        </p:nvSpPr>
        <p:spPr>
          <a:xfrm>
            <a:off x="5932674" y="5972031"/>
            <a:ext cx="196034" cy="196034"/>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0" name="Oval 29"/>
          <p:cNvSpPr/>
          <p:nvPr userDrawn="1"/>
        </p:nvSpPr>
        <p:spPr>
          <a:xfrm>
            <a:off x="6194113" y="5651678"/>
            <a:ext cx="414701" cy="414701"/>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1" name="Oval 30"/>
          <p:cNvSpPr/>
          <p:nvPr userDrawn="1"/>
        </p:nvSpPr>
        <p:spPr>
          <a:xfrm>
            <a:off x="5655825" y="5288725"/>
            <a:ext cx="538288" cy="53828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Tree>
    <p:extLst>
      <p:ext uri="{BB962C8B-B14F-4D97-AF65-F5344CB8AC3E}">
        <p14:creationId xmlns:p14="http://schemas.microsoft.com/office/powerpoint/2010/main" val="283354886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10" presetClass="entr" presetSubtype="0" fill="hold" grpId="0" nodeType="afterEffect">
                                  <p:stCondLst>
                                    <p:cond delay="0"/>
                                  </p:stCondLst>
                                  <p:childTnLst>
                                    <p:set>
                                      <p:cBhvr>
                                        <p:cTn id="20" dur="1" fill="hold">
                                          <p:stCondLst>
                                            <p:cond delay="0"/>
                                          </p:stCondLst>
                                        </p:cTn>
                                        <p:tgtEl>
                                          <p:spTgt spid="17"/>
                                        </p:tgtEl>
                                        <p:attrNameLst>
                                          <p:attrName>style.visibility</p:attrName>
                                        </p:attrNameLst>
                                      </p:cBhvr>
                                      <p:to>
                                        <p:strVal val="visible"/>
                                      </p:to>
                                    </p:set>
                                    <p:animEffect transition="in" filter="fade">
                                      <p:cBhvr>
                                        <p:cTn id="21" dur="500"/>
                                        <p:tgtEl>
                                          <p:spTgt spid="17"/>
                                        </p:tgtEl>
                                      </p:cBhvr>
                                    </p:animEffect>
                                  </p:childTnLst>
                                </p:cTn>
                              </p:par>
                            </p:childTnLst>
                          </p:cTn>
                        </p:par>
                        <p:par>
                          <p:cTn id="22" fill="hold">
                            <p:stCondLst>
                              <p:cond delay="2000"/>
                            </p:stCondLst>
                            <p:childTnLst>
                              <p:par>
                                <p:cTn id="23" presetID="42" presetClass="entr" presetSubtype="0" fill="hold" grpId="0" nodeType="afterEffect" nodePh="1">
                                  <p:stCondLst>
                                    <p:cond delay="0"/>
                                  </p:stCondLst>
                                  <p:endCondLst>
                                    <p:cond evt="begin" delay="0">
                                      <p:tn val="23"/>
                                    </p:cond>
                                  </p:endCondLst>
                                  <p:childTnLst>
                                    <p:set>
                                      <p:cBhvr>
                                        <p:cTn id="24" dur="1" fill="hold">
                                          <p:stCondLst>
                                            <p:cond delay="0"/>
                                          </p:stCondLst>
                                        </p:cTn>
                                        <p:tgtEl>
                                          <p:spTgt spid="18">
                                            <p:txEl>
                                              <p:pRg st="0" end="0"/>
                                            </p:txEl>
                                          </p:spTgt>
                                        </p:tgtEl>
                                        <p:attrNameLst>
                                          <p:attrName>style.visibility</p:attrName>
                                        </p:attrNameLst>
                                      </p:cBhvr>
                                      <p:to>
                                        <p:strVal val="visible"/>
                                      </p:to>
                                    </p:set>
                                    <p:animEffect transition="in" filter="fade">
                                      <p:cBhvr>
                                        <p:cTn id="25" dur="500"/>
                                        <p:tgtEl>
                                          <p:spTgt spid="18">
                                            <p:txEl>
                                              <p:pRg st="0" end="0"/>
                                            </p:txEl>
                                          </p:spTgt>
                                        </p:tgtEl>
                                      </p:cBhvr>
                                    </p:animEffect>
                                    <p:anim calcmode="lin" valueType="num">
                                      <p:cBhvr>
                                        <p:cTn id="26" dur="500" fill="hold"/>
                                        <p:tgtEl>
                                          <p:spTgt spid="18">
                                            <p:txEl>
                                              <p:pRg st="0" end="0"/>
                                            </p:txEl>
                                          </p:spTgt>
                                        </p:tgtEl>
                                        <p:attrNameLst>
                                          <p:attrName>ppt_x</p:attrName>
                                        </p:attrNameLst>
                                      </p:cBhvr>
                                      <p:tavLst>
                                        <p:tav tm="0">
                                          <p:val>
                                            <p:strVal val="#ppt_x"/>
                                          </p:val>
                                        </p:tav>
                                        <p:tav tm="100000">
                                          <p:val>
                                            <p:strVal val="#ppt_x"/>
                                          </p:val>
                                        </p:tav>
                                      </p:tavLst>
                                    </p:anim>
                                    <p:anim calcmode="lin" valueType="num">
                                      <p:cBhvr>
                                        <p:cTn id="27" dur="500" fill="hold"/>
                                        <p:tgtEl>
                                          <p:spTgt spid="18">
                                            <p:txEl>
                                              <p:pRg st="0" end="0"/>
                                            </p:txEl>
                                          </p:spTgt>
                                        </p:tgtEl>
                                        <p:attrNameLst>
                                          <p:attrName>ppt_y</p:attrName>
                                        </p:attrNameLst>
                                      </p:cBhvr>
                                      <p:tavLst>
                                        <p:tav tm="0">
                                          <p:val>
                                            <p:strVal val="#ppt_y+.1"/>
                                          </p:val>
                                        </p:tav>
                                        <p:tav tm="100000">
                                          <p:val>
                                            <p:strVal val="#ppt_y"/>
                                          </p:val>
                                        </p:tav>
                                      </p:tavLst>
                                    </p:anim>
                                  </p:childTnLst>
                                </p:cTn>
                              </p:par>
                            </p:childTnLst>
                          </p:cTn>
                        </p:par>
                        <p:par>
                          <p:cTn id="28" fill="hold">
                            <p:stCondLst>
                              <p:cond delay="2500"/>
                            </p:stCondLst>
                            <p:childTnLst>
                              <p:par>
                                <p:cTn id="29" presetID="53" presetClass="entr" presetSubtype="16" fill="hold" grpId="0" nodeType="afterEffect" nodePh="1">
                                  <p:stCondLst>
                                    <p:cond delay="0"/>
                                  </p:stCondLst>
                                  <p:endCondLst>
                                    <p:cond evt="begin" delay="0">
                                      <p:tn val="29"/>
                                    </p:cond>
                                  </p:endCondLst>
                                  <p:childTnLst>
                                    <p:set>
                                      <p:cBhvr>
                                        <p:cTn id="30" dur="1" fill="hold">
                                          <p:stCondLst>
                                            <p:cond delay="0"/>
                                          </p:stCondLst>
                                        </p:cTn>
                                        <p:tgtEl>
                                          <p:spTgt spid="14">
                                            <p:txEl>
                                              <p:pRg st="0" end="0"/>
                                            </p:txEl>
                                          </p:spTgt>
                                        </p:tgtEl>
                                        <p:attrNameLst>
                                          <p:attrName>style.visibility</p:attrName>
                                        </p:attrNameLst>
                                      </p:cBhvr>
                                      <p:to>
                                        <p:strVal val="visible"/>
                                      </p:to>
                                    </p:set>
                                    <p:anim calcmode="lin" valueType="num">
                                      <p:cBhvr>
                                        <p:cTn id="31" dur="500" fill="hold"/>
                                        <p:tgtEl>
                                          <p:spTgt spid="14">
                                            <p:txEl>
                                              <p:pRg st="0" end="0"/>
                                            </p:txEl>
                                          </p:spTgt>
                                        </p:tgtEl>
                                        <p:attrNameLst>
                                          <p:attrName>ppt_w</p:attrName>
                                        </p:attrNameLst>
                                      </p:cBhvr>
                                      <p:tavLst>
                                        <p:tav tm="0">
                                          <p:val>
                                            <p:fltVal val="0"/>
                                          </p:val>
                                        </p:tav>
                                        <p:tav tm="100000">
                                          <p:val>
                                            <p:strVal val="#ppt_w"/>
                                          </p:val>
                                        </p:tav>
                                      </p:tavLst>
                                    </p:anim>
                                    <p:anim calcmode="lin" valueType="num">
                                      <p:cBhvr>
                                        <p:cTn id="32" dur="500" fill="hold"/>
                                        <p:tgtEl>
                                          <p:spTgt spid="14">
                                            <p:txEl>
                                              <p:pRg st="0" end="0"/>
                                            </p:txEl>
                                          </p:spTgt>
                                        </p:tgtEl>
                                        <p:attrNameLst>
                                          <p:attrName>ppt_h</p:attrName>
                                        </p:attrNameLst>
                                      </p:cBhvr>
                                      <p:tavLst>
                                        <p:tav tm="0">
                                          <p:val>
                                            <p:fltVal val="0"/>
                                          </p:val>
                                        </p:tav>
                                        <p:tav tm="100000">
                                          <p:val>
                                            <p:strVal val="#ppt_h"/>
                                          </p:val>
                                        </p:tav>
                                      </p:tavLst>
                                    </p:anim>
                                    <p:animEffect transition="in" filter="fade">
                                      <p:cBhvr>
                                        <p:cTn id="33" dur="500"/>
                                        <p:tgtEl>
                                          <p:spTgt spid="14">
                                            <p:txEl>
                                              <p:pRg st="0" end="0"/>
                                            </p:txEl>
                                          </p:spTgt>
                                        </p:tgtEl>
                                      </p:cBhvr>
                                    </p:animEffect>
                                  </p:childTnLst>
                                </p:cTn>
                              </p:par>
                            </p:childTnLst>
                          </p:cTn>
                        </p:par>
                        <p:par>
                          <p:cTn id="34" fill="hold">
                            <p:stCondLst>
                              <p:cond delay="3000"/>
                            </p:stCondLst>
                            <p:childTnLst>
                              <p:par>
                                <p:cTn id="35" presetID="42" presetClass="entr" presetSubtype="0" fill="hold" grpId="0" nodeType="afterEffect" nodePh="1">
                                  <p:stCondLst>
                                    <p:cond delay="0"/>
                                  </p:stCondLst>
                                  <p:endCondLst>
                                    <p:cond evt="begin" delay="0">
                                      <p:tn val="35"/>
                                    </p:cond>
                                  </p:endCondLst>
                                  <p:childTnLst>
                                    <p:set>
                                      <p:cBhvr>
                                        <p:cTn id="36" dur="1" fill="hold">
                                          <p:stCondLst>
                                            <p:cond delay="0"/>
                                          </p:stCondLst>
                                        </p:cTn>
                                        <p:tgtEl>
                                          <p:spTgt spid="15">
                                            <p:txEl>
                                              <p:pRg st="0" end="0"/>
                                            </p:txEl>
                                          </p:spTgt>
                                        </p:tgtEl>
                                        <p:attrNameLst>
                                          <p:attrName>style.visibility</p:attrName>
                                        </p:attrNameLst>
                                      </p:cBhvr>
                                      <p:to>
                                        <p:strVal val="visible"/>
                                      </p:to>
                                    </p:set>
                                    <p:animEffect transition="in" filter="fade">
                                      <p:cBhvr>
                                        <p:cTn id="37" dur="500"/>
                                        <p:tgtEl>
                                          <p:spTgt spid="15">
                                            <p:txEl>
                                              <p:pRg st="0" end="0"/>
                                            </p:txEl>
                                          </p:spTgt>
                                        </p:tgtEl>
                                      </p:cBhvr>
                                    </p:animEffect>
                                    <p:anim calcmode="lin" valueType="num">
                                      <p:cBhvr>
                                        <p:cTn id="38" dur="500" fill="hold"/>
                                        <p:tgtEl>
                                          <p:spTgt spid="15">
                                            <p:txEl>
                                              <p:pRg st="0" end="0"/>
                                            </p:txEl>
                                          </p:spTgt>
                                        </p:tgtEl>
                                        <p:attrNameLst>
                                          <p:attrName>ppt_x</p:attrName>
                                        </p:attrNameLst>
                                      </p:cBhvr>
                                      <p:tavLst>
                                        <p:tav tm="0">
                                          <p:val>
                                            <p:strVal val="#ppt_x"/>
                                          </p:val>
                                        </p:tav>
                                        <p:tav tm="100000">
                                          <p:val>
                                            <p:strVal val="#ppt_x"/>
                                          </p:val>
                                        </p:tav>
                                      </p:tavLst>
                                    </p:anim>
                                    <p:anim calcmode="lin" valueType="num">
                                      <p:cBhvr>
                                        <p:cTn id="39" dur="500" fill="hold"/>
                                        <p:tgtEl>
                                          <p:spTgt spid="15">
                                            <p:txEl>
                                              <p:pRg st="0" end="0"/>
                                            </p:txEl>
                                          </p:spTgt>
                                        </p:tgtEl>
                                        <p:attrNameLst>
                                          <p:attrName>ppt_y</p:attrName>
                                        </p:attrNameLst>
                                      </p:cBhvr>
                                      <p:tavLst>
                                        <p:tav tm="0">
                                          <p:val>
                                            <p:strVal val="#ppt_y+.1"/>
                                          </p:val>
                                        </p:tav>
                                        <p:tav tm="100000">
                                          <p:val>
                                            <p:strVal val="#ppt_y"/>
                                          </p:val>
                                        </p:tav>
                                      </p:tavLst>
                                    </p:anim>
                                  </p:childTnLst>
                                </p:cTn>
                              </p:par>
                            </p:childTnLst>
                          </p:cTn>
                        </p:par>
                        <p:par>
                          <p:cTn id="40" fill="hold">
                            <p:stCondLst>
                              <p:cond delay="3500"/>
                            </p:stCondLst>
                            <p:childTnLst>
                              <p:par>
                                <p:cTn id="41" presetID="53" presetClass="entr" presetSubtype="16" fill="hold" grpId="0" nodeType="afterEffect" nodePh="1">
                                  <p:stCondLst>
                                    <p:cond delay="0"/>
                                  </p:stCondLst>
                                  <p:endCondLst>
                                    <p:cond evt="begin" delay="0">
                                      <p:tn val="41"/>
                                    </p:cond>
                                  </p:endCondLst>
                                  <p:childTnLst>
                                    <p:set>
                                      <p:cBhvr>
                                        <p:cTn id="42" dur="1" fill="hold">
                                          <p:stCondLst>
                                            <p:cond delay="0"/>
                                          </p:stCondLst>
                                        </p:cTn>
                                        <p:tgtEl>
                                          <p:spTgt spid="21">
                                            <p:txEl>
                                              <p:pRg st="0" end="0"/>
                                            </p:txEl>
                                          </p:spTgt>
                                        </p:tgtEl>
                                        <p:attrNameLst>
                                          <p:attrName>style.visibility</p:attrName>
                                        </p:attrNameLst>
                                      </p:cBhvr>
                                      <p:to>
                                        <p:strVal val="visible"/>
                                      </p:to>
                                    </p:set>
                                    <p:anim calcmode="lin" valueType="num">
                                      <p:cBhvr>
                                        <p:cTn id="43" dur="500" fill="hold"/>
                                        <p:tgtEl>
                                          <p:spTgt spid="21">
                                            <p:txEl>
                                              <p:pRg st="0" end="0"/>
                                            </p:txEl>
                                          </p:spTgt>
                                        </p:tgtEl>
                                        <p:attrNameLst>
                                          <p:attrName>ppt_w</p:attrName>
                                        </p:attrNameLst>
                                      </p:cBhvr>
                                      <p:tavLst>
                                        <p:tav tm="0">
                                          <p:val>
                                            <p:fltVal val="0"/>
                                          </p:val>
                                        </p:tav>
                                        <p:tav tm="100000">
                                          <p:val>
                                            <p:strVal val="#ppt_w"/>
                                          </p:val>
                                        </p:tav>
                                      </p:tavLst>
                                    </p:anim>
                                    <p:anim calcmode="lin" valueType="num">
                                      <p:cBhvr>
                                        <p:cTn id="44" dur="500" fill="hold"/>
                                        <p:tgtEl>
                                          <p:spTgt spid="21">
                                            <p:txEl>
                                              <p:pRg st="0" end="0"/>
                                            </p:txEl>
                                          </p:spTgt>
                                        </p:tgtEl>
                                        <p:attrNameLst>
                                          <p:attrName>ppt_h</p:attrName>
                                        </p:attrNameLst>
                                      </p:cBhvr>
                                      <p:tavLst>
                                        <p:tav tm="0">
                                          <p:val>
                                            <p:fltVal val="0"/>
                                          </p:val>
                                        </p:tav>
                                        <p:tav tm="100000">
                                          <p:val>
                                            <p:strVal val="#ppt_h"/>
                                          </p:val>
                                        </p:tav>
                                      </p:tavLst>
                                    </p:anim>
                                    <p:animEffect transition="in" filter="fade">
                                      <p:cBhvr>
                                        <p:cTn id="45" dur="500"/>
                                        <p:tgtEl>
                                          <p:spTgt spid="21">
                                            <p:txEl>
                                              <p:pRg st="0" end="0"/>
                                            </p:txEl>
                                          </p:spTgt>
                                        </p:tgtEl>
                                      </p:cBhvr>
                                    </p:animEffect>
                                  </p:childTnLst>
                                </p:cTn>
                              </p:par>
                            </p:childTnLst>
                          </p:cTn>
                        </p:par>
                        <p:par>
                          <p:cTn id="46" fill="hold">
                            <p:stCondLst>
                              <p:cond delay="4000"/>
                            </p:stCondLst>
                            <p:childTnLst>
                              <p:par>
                                <p:cTn id="47" presetID="42" presetClass="entr" presetSubtype="0" fill="hold" grpId="0" nodeType="afterEffect" nodePh="1">
                                  <p:stCondLst>
                                    <p:cond delay="0"/>
                                  </p:stCondLst>
                                  <p:endCondLst>
                                    <p:cond evt="begin" delay="0">
                                      <p:tn val="47"/>
                                    </p:cond>
                                  </p:endCondLst>
                                  <p:childTnLst>
                                    <p:set>
                                      <p:cBhvr>
                                        <p:cTn id="48" dur="1" fill="hold">
                                          <p:stCondLst>
                                            <p:cond delay="0"/>
                                          </p:stCondLst>
                                        </p:cTn>
                                        <p:tgtEl>
                                          <p:spTgt spid="22">
                                            <p:txEl>
                                              <p:pRg st="0" end="0"/>
                                            </p:txEl>
                                          </p:spTgt>
                                        </p:tgtEl>
                                        <p:attrNameLst>
                                          <p:attrName>style.visibility</p:attrName>
                                        </p:attrNameLst>
                                      </p:cBhvr>
                                      <p:to>
                                        <p:strVal val="visible"/>
                                      </p:to>
                                    </p:set>
                                    <p:animEffect transition="in" filter="fade">
                                      <p:cBhvr>
                                        <p:cTn id="49" dur="500"/>
                                        <p:tgtEl>
                                          <p:spTgt spid="22">
                                            <p:txEl>
                                              <p:pRg st="0" end="0"/>
                                            </p:txEl>
                                          </p:spTgt>
                                        </p:tgtEl>
                                      </p:cBhvr>
                                    </p:animEffect>
                                    <p:anim calcmode="lin" valueType="num">
                                      <p:cBhvr>
                                        <p:cTn id="50" dur="500" fill="hold"/>
                                        <p:tgtEl>
                                          <p:spTgt spid="22">
                                            <p:txEl>
                                              <p:pRg st="0" end="0"/>
                                            </p:txEl>
                                          </p:spTgt>
                                        </p:tgtEl>
                                        <p:attrNameLst>
                                          <p:attrName>ppt_x</p:attrName>
                                        </p:attrNameLst>
                                      </p:cBhvr>
                                      <p:tavLst>
                                        <p:tav tm="0">
                                          <p:val>
                                            <p:strVal val="#ppt_x"/>
                                          </p:val>
                                        </p:tav>
                                        <p:tav tm="100000">
                                          <p:val>
                                            <p:strVal val="#ppt_x"/>
                                          </p:val>
                                        </p:tav>
                                      </p:tavLst>
                                    </p:anim>
                                    <p:anim calcmode="lin" valueType="num">
                                      <p:cBhvr>
                                        <p:cTn id="51" dur="500" fill="hold"/>
                                        <p:tgtEl>
                                          <p:spTgt spid="22">
                                            <p:txEl>
                                              <p:pRg st="0" end="0"/>
                                            </p:txEl>
                                          </p:spTgt>
                                        </p:tgtEl>
                                        <p:attrNameLst>
                                          <p:attrName>ppt_y</p:attrName>
                                        </p:attrNameLst>
                                      </p:cBhvr>
                                      <p:tavLst>
                                        <p:tav tm="0">
                                          <p:val>
                                            <p:strVal val="#ppt_y+.1"/>
                                          </p:val>
                                        </p:tav>
                                        <p:tav tm="100000">
                                          <p:val>
                                            <p:strVal val="#ppt_y"/>
                                          </p:val>
                                        </p:tav>
                                      </p:tavLst>
                                    </p:anim>
                                  </p:childTnLst>
                                </p:cTn>
                              </p:par>
                            </p:childTnLst>
                          </p:cTn>
                        </p:par>
                        <p:par>
                          <p:cTn id="52" fill="hold">
                            <p:stCondLst>
                              <p:cond delay="4500"/>
                            </p:stCondLst>
                            <p:childTnLst>
                              <p:par>
                                <p:cTn id="53" presetID="53" presetClass="entr" presetSubtype="16" fill="hold" grpId="0" nodeType="afterEffect" nodePh="1">
                                  <p:stCondLst>
                                    <p:cond delay="0"/>
                                  </p:stCondLst>
                                  <p:endCondLst>
                                    <p:cond evt="begin" delay="0">
                                      <p:tn val="53"/>
                                    </p:cond>
                                  </p:endCondLst>
                                  <p:childTnLst>
                                    <p:set>
                                      <p:cBhvr>
                                        <p:cTn id="54" dur="1" fill="hold">
                                          <p:stCondLst>
                                            <p:cond delay="0"/>
                                          </p:stCondLst>
                                        </p:cTn>
                                        <p:tgtEl>
                                          <p:spTgt spid="23">
                                            <p:txEl>
                                              <p:pRg st="0" end="0"/>
                                            </p:txEl>
                                          </p:spTgt>
                                        </p:tgtEl>
                                        <p:attrNameLst>
                                          <p:attrName>style.visibility</p:attrName>
                                        </p:attrNameLst>
                                      </p:cBhvr>
                                      <p:to>
                                        <p:strVal val="visible"/>
                                      </p:to>
                                    </p:set>
                                    <p:anim calcmode="lin" valueType="num">
                                      <p:cBhvr>
                                        <p:cTn id="55" dur="500" fill="hold"/>
                                        <p:tgtEl>
                                          <p:spTgt spid="23">
                                            <p:txEl>
                                              <p:pRg st="0" end="0"/>
                                            </p:txEl>
                                          </p:spTgt>
                                        </p:tgtEl>
                                        <p:attrNameLst>
                                          <p:attrName>ppt_w</p:attrName>
                                        </p:attrNameLst>
                                      </p:cBhvr>
                                      <p:tavLst>
                                        <p:tav tm="0">
                                          <p:val>
                                            <p:fltVal val="0"/>
                                          </p:val>
                                        </p:tav>
                                        <p:tav tm="100000">
                                          <p:val>
                                            <p:strVal val="#ppt_w"/>
                                          </p:val>
                                        </p:tav>
                                      </p:tavLst>
                                    </p:anim>
                                    <p:anim calcmode="lin" valueType="num">
                                      <p:cBhvr>
                                        <p:cTn id="56" dur="500" fill="hold"/>
                                        <p:tgtEl>
                                          <p:spTgt spid="23">
                                            <p:txEl>
                                              <p:pRg st="0" end="0"/>
                                            </p:txEl>
                                          </p:spTgt>
                                        </p:tgtEl>
                                        <p:attrNameLst>
                                          <p:attrName>ppt_h</p:attrName>
                                        </p:attrNameLst>
                                      </p:cBhvr>
                                      <p:tavLst>
                                        <p:tav tm="0">
                                          <p:val>
                                            <p:fltVal val="0"/>
                                          </p:val>
                                        </p:tav>
                                        <p:tav tm="100000">
                                          <p:val>
                                            <p:strVal val="#ppt_h"/>
                                          </p:val>
                                        </p:tav>
                                      </p:tavLst>
                                    </p:anim>
                                    <p:animEffect transition="in" filter="fade">
                                      <p:cBhvr>
                                        <p:cTn id="57" dur="500"/>
                                        <p:tgtEl>
                                          <p:spTgt spid="23">
                                            <p:txEl>
                                              <p:pRg st="0" end="0"/>
                                            </p:txEl>
                                          </p:spTgt>
                                        </p:tgtEl>
                                      </p:cBhvr>
                                    </p:animEffect>
                                  </p:childTnLst>
                                </p:cTn>
                              </p:par>
                            </p:childTnLst>
                          </p:cTn>
                        </p:par>
                        <p:par>
                          <p:cTn id="58" fill="hold">
                            <p:stCondLst>
                              <p:cond delay="5000"/>
                            </p:stCondLst>
                            <p:childTnLst>
                              <p:par>
                                <p:cTn id="59" presetID="42" presetClass="entr" presetSubtype="0" fill="hold" grpId="0" nodeType="afterEffect" nodePh="1">
                                  <p:stCondLst>
                                    <p:cond delay="0"/>
                                  </p:stCondLst>
                                  <p:endCondLst>
                                    <p:cond evt="begin" delay="0">
                                      <p:tn val="59"/>
                                    </p:cond>
                                  </p:endCondLst>
                                  <p:childTnLst>
                                    <p:set>
                                      <p:cBhvr>
                                        <p:cTn id="60" dur="1" fill="hold">
                                          <p:stCondLst>
                                            <p:cond delay="0"/>
                                          </p:stCondLst>
                                        </p:cTn>
                                        <p:tgtEl>
                                          <p:spTgt spid="24">
                                            <p:txEl>
                                              <p:pRg st="0" end="0"/>
                                            </p:txEl>
                                          </p:spTgt>
                                        </p:tgtEl>
                                        <p:attrNameLst>
                                          <p:attrName>style.visibility</p:attrName>
                                        </p:attrNameLst>
                                      </p:cBhvr>
                                      <p:to>
                                        <p:strVal val="visible"/>
                                      </p:to>
                                    </p:set>
                                    <p:animEffect transition="in" filter="fade">
                                      <p:cBhvr>
                                        <p:cTn id="61" dur="500"/>
                                        <p:tgtEl>
                                          <p:spTgt spid="24">
                                            <p:txEl>
                                              <p:pRg st="0" end="0"/>
                                            </p:txEl>
                                          </p:spTgt>
                                        </p:tgtEl>
                                      </p:cBhvr>
                                    </p:animEffect>
                                    <p:anim calcmode="lin" valueType="num">
                                      <p:cBhvr>
                                        <p:cTn id="62"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p:cTn id="63" dur="500" fill="hold"/>
                                        <p:tgtEl>
                                          <p:spTgt spid="24">
                                            <p:txEl>
                                              <p:pRg st="0" end="0"/>
                                            </p:txEl>
                                          </p:spTgt>
                                        </p:tgtEl>
                                        <p:attrNameLst>
                                          <p:attrName>ppt_y</p:attrName>
                                        </p:attrNameLst>
                                      </p:cBhvr>
                                      <p:tavLst>
                                        <p:tav tm="0">
                                          <p:val>
                                            <p:strVal val="#ppt_y+.1"/>
                                          </p:val>
                                        </p:tav>
                                        <p:tav tm="100000">
                                          <p:val>
                                            <p:strVal val="#ppt_y"/>
                                          </p:val>
                                        </p:tav>
                                      </p:tavLst>
                                    </p:anim>
                                  </p:childTnLst>
                                </p:cTn>
                              </p:par>
                            </p:childTnLst>
                          </p:cTn>
                        </p:par>
                        <p:par>
                          <p:cTn id="64" fill="hold">
                            <p:stCondLst>
                              <p:cond delay="5500"/>
                            </p:stCondLst>
                            <p:childTnLst>
                              <p:par>
                                <p:cTn id="65" presetID="42" presetClass="entr" presetSubtype="0" fill="hold" grpId="0" nodeType="afterEffect">
                                  <p:stCondLst>
                                    <p:cond delay="0"/>
                                  </p:stCondLst>
                                  <p:childTnLst>
                                    <p:set>
                                      <p:cBhvr>
                                        <p:cTn id="66" dur="1" fill="hold">
                                          <p:stCondLst>
                                            <p:cond delay="0"/>
                                          </p:stCondLst>
                                        </p:cTn>
                                        <p:tgtEl>
                                          <p:spTgt spid="25"/>
                                        </p:tgtEl>
                                        <p:attrNameLst>
                                          <p:attrName>style.visibility</p:attrName>
                                        </p:attrNameLst>
                                      </p:cBhvr>
                                      <p:to>
                                        <p:strVal val="visible"/>
                                      </p:to>
                                    </p:set>
                                    <p:animEffect transition="in" filter="fade">
                                      <p:cBhvr>
                                        <p:cTn id="67" dur="500"/>
                                        <p:tgtEl>
                                          <p:spTgt spid="25"/>
                                        </p:tgtEl>
                                      </p:cBhvr>
                                    </p:animEffect>
                                    <p:anim calcmode="lin" valueType="num">
                                      <p:cBhvr>
                                        <p:cTn id="68" dur="500" fill="hold"/>
                                        <p:tgtEl>
                                          <p:spTgt spid="25"/>
                                        </p:tgtEl>
                                        <p:attrNameLst>
                                          <p:attrName>ppt_x</p:attrName>
                                        </p:attrNameLst>
                                      </p:cBhvr>
                                      <p:tavLst>
                                        <p:tav tm="0">
                                          <p:val>
                                            <p:strVal val="#ppt_x"/>
                                          </p:val>
                                        </p:tav>
                                        <p:tav tm="100000">
                                          <p:val>
                                            <p:strVal val="#ppt_x"/>
                                          </p:val>
                                        </p:tav>
                                      </p:tavLst>
                                    </p:anim>
                                    <p:anim calcmode="lin" valueType="num">
                                      <p:cBhvr>
                                        <p:cTn id="69" dur="500" fill="hold"/>
                                        <p:tgtEl>
                                          <p:spTgt spid="25"/>
                                        </p:tgtEl>
                                        <p:attrNameLst>
                                          <p:attrName>ppt_y</p:attrName>
                                        </p:attrNameLst>
                                      </p:cBhvr>
                                      <p:tavLst>
                                        <p:tav tm="0">
                                          <p:val>
                                            <p:strVal val="#ppt_y+.1"/>
                                          </p:val>
                                        </p:tav>
                                        <p:tav tm="100000">
                                          <p:val>
                                            <p:strVal val="#ppt_y"/>
                                          </p:val>
                                        </p:tav>
                                      </p:tavLst>
                                    </p:anim>
                                  </p:childTnLst>
                                </p:cTn>
                              </p:par>
                              <p:par>
                                <p:cTn id="70" presetID="42" presetClass="entr" presetSubtype="0" fill="hold" grpId="0" nodeType="withEffect">
                                  <p:stCondLst>
                                    <p:cond delay="0"/>
                                  </p:stCondLst>
                                  <p:childTnLst>
                                    <p:set>
                                      <p:cBhvr>
                                        <p:cTn id="71" dur="1" fill="hold">
                                          <p:stCondLst>
                                            <p:cond delay="0"/>
                                          </p:stCondLst>
                                        </p:cTn>
                                        <p:tgtEl>
                                          <p:spTgt spid="26"/>
                                        </p:tgtEl>
                                        <p:attrNameLst>
                                          <p:attrName>style.visibility</p:attrName>
                                        </p:attrNameLst>
                                      </p:cBhvr>
                                      <p:to>
                                        <p:strVal val="visible"/>
                                      </p:to>
                                    </p:set>
                                    <p:animEffect transition="in" filter="fade">
                                      <p:cBhvr>
                                        <p:cTn id="72" dur="500"/>
                                        <p:tgtEl>
                                          <p:spTgt spid="26"/>
                                        </p:tgtEl>
                                      </p:cBhvr>
                                    </p:animEffect>
                                    <p:anim calcmode="lin" valueType="num">
                                      <p:cBhvr>
                                        <p:cTn id="73" dur="500" fill="hold"/>
                                        <p:tgtEl>
                                          <p:spTgt spid="26"/>
                                        </p:tgtEl>
                                        <p:attrNameLst>
                                          <p:attrName>ppt_x</p:attrName>
                                        </p:attrNameLst>
                                      </p:cBhvr>
                                      <p:tavLst>
                                        <p:tav tm="0">
                                          <p:val>
                                            <p:strVal val="#ppt_x"/>
                                          </p:val>
                                        </p:tav>
                                        <p:tav tm="100000">
                                          <p:val>
                                            <p:strVal val="#ppt_x"/>
                                          </p:val>
                                        </p:tav>
                                      </p:tavLst>
                                    </p:anim>
                                    <p:anim calcmode="lin" valueType="num">
                                      <p:cBhvr>
                                        <p:cTn id="74" dur="500" fill="hold"/>
                                        <p:tgtEl>
                                          <p:spTgt spid="26"/>
                                        </p:tgtEl>
                                        <p:attrNameLst>
                                          <p:attrName>ppt_y</p:attrName>
                                        </p:attrNameLst>
                                      </p:cBhvr>
                                      <p:tavLst>
                                        <p:tav tm="0">
                                          <p:val>
                                            <p:strVal val="#ppt_y+.1"/>
                                          </p:val>
                                        </p:tav>
                                        <p:tav tm="100000">
                                          <p:val>
                                            <p:strVal val="#ppt_y"/>
                                          </p:val>
                                        </p:tav>
                                      </p:tavLst>
                                    </p:anim>
                                  </p:childTnLst>
                                </p:cTn>
                              </p:par>
                              <p:par>
                                <p:cTn id="75" presetID="42" presetClass="entr" presetSubtype="0" fill="hold" grpId="0" nodeType="withEffect">
                                  <p:stCondLst>
                                    <p:cond delay="0"/>
                                  </p:stCondLst>
                                  <p:childTnLst>
                                    <p:set>
                                      <p:cBhvr>
                                        <p:cTn id="76" dur="1" fill="hold">
                                          <p:stCondLst>
                                            <p:cond delay="0"/>
                                          </p:stCondLst>
                                        </p:cTn>
                                        <p:tgtEl>
                                          <p:spTgt spid="27"/>
                                        </p:tgtEl>
                                        <p:attrNameLst>
                                          <p:attrName>style.visibility</p:attrName>
                                        </p:attrNameLst>
                                      </p:cBhvr>
                                      <p:to>
                                        <p:strVal val="visible"/>
                                      </p:to>
                                    </p:set>
                                    <p:animEffect transition="in" filter="fade">
                                      <p:cBhvr>
                                        <p:cTn id="77" dur="500"/>
                                        <p:tgtEl>
                                          <p:spTgt spid="27"/>
                                        </p:tgtEl>
                                      </p:cBhvr>
                                    </p:animEffect>
                                    <p:anim calcmode="lin" valueType="num">
                                      <p:cBhvr>
                                        <p:cTn id="78" dur="500" fill="hold"/>
                                        <p:tgtEl>
                                          <p:spTgt spid="27"/>
                                        </p:tgtEl>
                                        <p:attrNameLst>
                                          <p:attrName>ppt_x</p:attrName>
                                        </p:attrNameLst>
                                      </p:cBhvr>
                                      <p:tavLst>
                                        <p:tav tm="0">
                                          <p:val>
                                            <p:strVal val="#ppt_x"/>
                                          </p:val>
                                        </p:tav>
                                        <p:tav tm="100000">
                                          <p:val>
                                            <p:strVal val="#ppt_x"/>
                                          </p:val>
                                        </p:tav>
                                      </p:tavLst>
                                    </p:anim>
                                    <p:anim calcmode="lin" valueType="num">
                                      <p:cBhvr>
                                        <p:cTn id="79" dur="500" fill="hold"/>
                                        <p:tgtEl>
                                          <p:spTgt spid="27"/>
                                        </p:tgtEl>
                                        <p:attrNameLst>
                                          <p:attrName>ppt_y</p:attrName>
                                        </p:attrNameLst>
                                      </p:cBhvr>
                                      <p:tavLst>
                                        <p:tav tm="0">
                                          <p:val>
                                            <p:strVal val="#ppt_y+.1"/>
                                          </p:val>
                                        </p:tav>
                                        <p:tav tm="100000">
                                          <p:val>
                                            <p:strVal val="#ppt_y"/>
                                          </p:val>
                                        </p:tav>
                                      </p:tavLst>
                                    </p:anim>
                                  </p:childTnLst>
                                </p:cTn>
                              </p:par>
                              <p:par>
                                <p:cTn id="80" presetID="42" presetClass="entr" presetSubtype="0" fill="hold" grpId="0" nodeType="withEffect">
                                  <p:stCondLst>
                                    <p:cond delay="0"/>
                                  </p:stCondLst>
                                  <p:childTnLst>
                                    <p:set>
                                      <p:cBhvr>
                                        <p:cTn id="81" dur="1" fill="hold">
                                          <p:stCondLst>
                                            <p:cond delay="0"/>
                                          </p:stCondLst>
                                        </p:cTn>
                                        <p:tgtEl>
                                          <p:spTgt spid="28"/>
                                        </p:tgtEl>
                                        <p:attrNameLst>
                                          <p:attrName>style.visibility</p:attrName>
                                        </p:attrNameLst>
                                      </p:cBhvr>
                                      <p:to>
                                        <p:strVal val="visible"/>
                                      </p:to>
                                    </p:set>
                                    <p:animEffect transition="in" filter="fade">
                                      <p:cBhvr>
                                        <p:cTn id="82" dur="500"/>
                                        <p:tgtEl>
                                          <p:spTgt spid="28"/>
                                        </p:tgtEl>
                                      </p:cBhvr>
                                    </p:animEffect>
                                    <p:anim calcmode="lin" valueType="num">
                                      <p:cBhvr>
                                        <p:cTn id="83" dur="500" fill="hold"/>
                                        <p:tgtEl>
                                          <p:spTgt spid="28"/>
                                        </p:tgtEl>
                                        <p:attrNameLst>
                                          <p:attrName>ppt_x</p:attrName>
                                        </p:attrNameLst>
                                      </p:cBhvr>
                                      <p:tavLst>
                                        <p:tav tm="0">
                                          <p:val>
                                            <p:strVal val="#ppt_x"/>
                                          </p:val>
                                        </p:tav>
                                        <p:tav tm="100000">
                                          <p:val>
                                            <p:strVal val="#ppt_x"/>
                                          </p:val>
                                        </p:tav>
                                      </p:tavLst>
                                    </p:anim>
                                    <p:anim calcmode="lin" valueType="num">
                                      <p:cBhvr>
                                        <p:cTn id="84" dur="500" fill="hold"/>
                                        <p:tgtEl>
                                          <p:spTgt spid="28"/>
                                        </p:tgtEl>
                                        <p:attrNameLst>
                                          <p:attrName>ppt_y</p:attrName>
                                        </p:attrNameLst>
                                      </p:cBhvr>
                                      <p:tavLst>
                                        <p:tav tm="0">
                                          <p:val>
                                            <p:strVal val="#ppt_y+.1"/>
                                          </p:val>
                                        </p:tav>
                                        <p:tav tm="100000">
                                          <p:val>
                                            <p:strVal val="#ppt_y"/>
                                          </p:val>
                                        </p:tav>
                                      </p:tavLst>
                                    </p:anim>
                                  </p:childTnLst>
                                </p:cTn>
                              </p:par>
                              <p:par>
                                <p:cTn id="85" presetID="42" presetClass="entr" presetSubtype="0" fill="hold" grpId="0" nodeType="withEffect">
                                  <p:stCondLst>
                                    <p:cond delay="0"/>
                                  </p:stCondLst>
                                  <p:childTnLst>
                                    <p:set>
                                      <p:cBhvr>
                                        <p:cTn id="86" dur="1" fill="hold">
                                          <p:stCondLst>
                                            <p:cond delay="0"/>
                                          </p:stCondLst>
                                        </p:cTn>
                                        <p:tgtEl>
                                          <p:spTgt spid="29"/>
                                        </p:tgtEl>
                                        <p:attrNameLst>
                                          <p:attrName>style.visibility</p:attrName>
                                        </p:attrNameLst>
                                      </p:cBhvr>
                                      <p:to>
                                        <p:strVal val="visible"/>
                                      </p:to>
                                    </p:set>
                                    <p:animEffect transition="in" filter="fade">
                                      <p:cBhvr>
                                        <p:cTn id="87" dur="500"/>
                                        <p:tgtEl>
                                          <p:spTgt spid="29"/>
                                        </p:tgtEl>
                                      </p:cBhvr>
                                    </p:animEffect>
                                    <p:anim calcmode="lin" valueType="num">
                                      <p:cBhvr>
                                        <p:cTn id="88" dur="500" fill="hold"/>
                                        <p:tgtEl>
                                          <p:spTgt spid="29"/>
                                        </p:tgtEl>
                                        <p:attrNameLst>
                                          <p:attrName>ppt_x</p:attrName>
                                        </p:attrNameLst>
                                      </p:cBhvr>
                                      <p:tavLst>
                                        <p:tav tm="0">
                                          <p:val>
                                            <p:strVal val="#ppt_x"/>
                                          </p:val>
                                        </p:tav>
                                        <p:tav tm="100000">
                                          <p:val>
                                            <p:strVal val="#ppt_x"/>
                                          </p:val>
                                        </p:tav>
                                      </p:tavLst>
                                    </p:anim>
                                    <p:anim calcmode="lin" valueType="num">
                                      <p:cBhvr>
                                        <p:cTn id="89" dur="500" fill="hold"/>
                                        <p:tgtEl>
                                          <p:spTgt spid="29"/>
                                        </p:tgtEl>
                                        <p:attrNameLst>
                                          <p:attrName>ppt_y</p:attrName>
                                        </p:attrNameLst>
                                      </p:cBhvr>
                                      <p:tavLst>
                                        <p:tav tm="0">
                                          <p:val>
                                            <p:strVal val="#ppt_y+.1"/>
                                          </p:val>
                                        </p:tav>
                                        <p:tav tm="100000">
                                          <p:val>
                                            <p:strVal val="#ppt_y"/>
                                          </p:val>
                                        </p:tav>
                                      </p:tavLst>
                                    </p:anim>
                                  </p:childTnLst>
                                </p:cTn>
                              </p:par>
                              <p:par>
                                <p:cTn id="90" presetID="42" presetClass="entr" presetSubtype="0" fill="hold" grpId="0" nodeType="withEffect">
                                  <p:stCondLst>
                                    <p:cond delay="0"/>
                                  </p:stCondLst>
                                  <p:childTnLst>
                                    <p:set>
                                      <p:cBhvr>
                                        <p:cTn id="91" dur="1" fill="hold">
                                          <p:stCondLst>
                                            <p:cond delay="0"/>
                                          </p:stCondLst>
                                        </p:cTn>
                                        <p:tgtEl>
                                          <p:spTgt spid="30"/>
                                        </p:tgtEl>
                                        <p:attrNameLst>
                                          <p:attrName>style.visibility</p:attrName>
                                        </p:attrNameLst>
                                      </p:cBhvr>
                                      <p:to>
                                        <p:strVal val="visible"/>
                                      </p:to>
                                    </p:set>
                                    <p:animEffect transition="in" filter="fade">
                                      <p:cBhvr>
                                        <p:cTn id="92" dur="500"/>
                                        <p:tgtEl>
                                          <p:spTgt spid="30"/>
                                        </p:tgtEl>
                                      </p:cBhvr>
                                    </p:animEffect>
                                    <p:anim calcmode="lin" valueType="num">
                                      <p:cBhvr>
                                        <p:cTn id="93" dur="500" fill="hold"/>
                                        <p:tgtEl>
                                          <p:spTgt spid="30"/>
                                        </p:tgtEl>
                                        <p:attrNameLst>
                                          <p:attrName>ppt_x</p:attrName>
                                        </p:attrNameLst>
                                      </p:cBhvr>
                                      <p:tavLst>
                                        <p:tav tm="0">
                                          <p:val>
                                            <p:strVal val="#ppt_x"/>
                                          </p:val>
                                        </p:tav>
                                        <p:tav tm="100000">
                                          <p:val>
                                            <p:strVal val="#ppt_x"/>
                                          </p:val>
                                        </p:tav>
                                      </p:tavLst>
                                    </p:anim>
                                    <p:anim calcmode="lin" valueType="num">
                                      <p:cBhvr>
                                        <p:cTn id="94" dur="500" fill="hold"/>
                                        <p:tgtEl>
                                          <p:spTgt spid="30"/>
                                        </p:tgtEl>
                                        <p:attrNameLst>
                                          <p:attrName>ppt_y</p:attrName>
                                        </p:attrNameLst>
                                      </p:cBhvr>
                                      <p:tavLst>
                                        <p:tav tm="0">
                                          <p:val>
                                            <p:strVal val="#ppt_y+.1"/>
                                          </p:val>
                                        </p:tav>
                                        <p:tav tm="100000">
                                          <p:val>
                                            <p:strVal val="#ppt_y"/>
                                          </p:val>
                                        </p:tav>
                                      </p:tavLst>
                                    </p:anim>
                                  </p:childTnLst>
                                </p:cTn>
                              </p:par>
                              <p:par>
                                <p:cTn id="95" presetID="42" presetClass="entr" presetSubtype="0" fill="hold" grpId="0" nodeType="withEffect">
                                  <p:stCondLst>
                                    <p:cond delay="0"/>
                                  </p:stCondLst>
                                  <p:childTnLst>
                                    <p:set>
                                      <p:cBhvr>
                                        <p:cTn id="96" dur="1" fill="hold">
                                          <p:stCondLst>
                                            <p:cond delay="0"/>
                                          </p:stCondLst>
                                        </p:cTn>
                                        <p:tgtEl>
                                          <p:spTgt spid="31"/>
                                        </p:tgtEl>
                                        <p:attrNameLst>
                                          <p:attrName>style.visibility</p:attrName>
                                        </p:attrNameLst>
                                      </p:cBhvr>
                                      <p:to>
                                        <p:strVal val="visible"/>
                                      </p:to>
                                    </p:set>
                                    <p:animEffect transition="in" filter="fade">
                                      <p:cBhvr>
                                        <p:cTn id="97" dur="500"/>
                                        <p:tgtEl>
                                          <p:spTgt spid="31"/>
                                        </p:tgtEl>
                                      </p:cBhvr>
                                    </p:animEffect>
                                    <p:anim calcmode="lin" valueType="num">
                                      <p:cBhvr>
                                        <p:cTn id="98" dur="500" fill="hold"/>
                                        <p:tgtEl>
                                          <p:spTgt spid="31"/>
                                        </p:tgtEl>
                                        <p:attrNameLst>
                                          <p:attrName>ppt_x</p:attrName>
                                        </p:attrNameLst>
                                      </p:cBhvr>
                                      <p:tavLst>
                                        <p:tav tm="0">
                                          <p:val>
                                            <p:strVal val="#ppt_x"/>
                                          </p:val>
                                        </p:tav>
                                        <p:tav tm="100000">
                                          <p:val>
                                            <p:strVal val="#ppt_x"/>
                                          </p:val>
                                        </p:tav>
                                      </p:tavLst>
                                    </p:anim>
                                    <p:anim calcmode="lin" valueType="num">
                                      <p:cBhvr>
                                        <p:cTn id="99" dur="500" fill="hold"/>
                                        <p:tgtEl>
                                          <p:spTgt spid="3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17" grpId="0" animBg="1"/>
      <p:bldP spid="18"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8"/>
                        </p:tgtEl>
                        <p:attrNameLst>
                          <p:attrName>style.visibility</p:attrName>
                        </p:attrNameLst>
                      </p:cBhvr>
                      <p:to>
                        <p:strVal val="visible"/>
                      </p:to>
                    </p:set>
                    <p:animEffect transition="in" filter="fade">
                      <p:cBhvr>
                        <p:cTn dur="500"/>
                        <p:tgtEl>
                          <p:spTgt spid="18"/>
                        </p:tgtEl>
                      </p:cBhvr>
                    </p:animEffect>
                    <p:anim calcmode="lin" valueType="num">
                      <p:cBhvr>
                        <p:cTn dur="500" fill="hold"/>
                        <p:tgtEl>
                          <p:spTgt spid="18"/>
                        </p:tgtEl>
                        <p:attrNameLst>
                          <p:attrName>ppt_x</p:attrName>
                        </p:attrNameLst>
                      </p:cBhvr>
                      <p:tavLst>
                        <p:tav tm="0">
                          <p:val>
                            <p:strVal val="#ppt_x"/>
                          </p:val>
                        </p:tav>
                        <p:tav tm="100000">
                          <p:val>
                            <p:strVal val="#ppt_x"/>
                          </p:val>
                        </p:tav>
                      </p:tavLst>
                    </p:anim>
                    <p:anim calcmode="lin" valueType="num">
                      <p:cBhvr>
                        <p:cTn dur="500" fill="hold"/>
                        <p:tgtEl>
                          <p:spTgt spid="18"/>
                        </p:tgtEl>
                        <p:attrNameLst>
                          <p:attrName>ppt_y</p:attrName>
                        </p:attrNameLst>
                      </p:cBhvr>
                      <p:tavLst>
                        <p:tav tm="0">
                          <p:val>
                            <p:strVal val="#ppt_y+.1"/>
                          </p:val>
                        </p:tav>
                        <p:tav tm="100000">
                          <p:val>
                            <p:strVal val="#ppt_y"/>
                          </p:val>
                        </p:tav>
                      </p:tavLst>
                    </p:anim>
                  </p:childTnLst>
                </p:cTn>
              </p:par>
            </p:tnLst>
          </p:tmpl>
        </p:tmplLst>
      </p:bldP>
      <p:bldP spid="14"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4"/>
                        </p:tgtEl>
                        <p:attrNameLst>
                          <p:attrName>style.visibility</p:attrName>
                        </p:attrNameLst>
                      </p:cBhvr>
                      <p:to>
                        <p:strVal val="visible"/>
                      </p:to>
                    </p:set>
                    <p:anim calcmode="lin" valueType="num">
                      <p:cBhvr>
                        <p:cTn dur="500" fill="hold"/>
                        <p:tgtEl>
                          <p:spTgt spid="14"/>
                        </p:tgtEl>
                        <p:attrNameLst>
                          <p:attrName>ppt_w</p:attrName>
                        </p:attrNameLst>
                      </p:cBhvr>
                      <p:tavLst>
                        <p:tav tm="0">
                          <p:val>
                            <p:fltVal val="0"/>
                          </p:val>
                        </p:tav>
                        <p:tav tm="100000">
                          <p:val>
                            <p:strVal val="#ppt_w"/>
                          </p:val>
                        </p:tav>
                      </p:tavLst>
                    </p:anim>
                    <p:anim calcmode="lin" valueType="num">
                      <p:cBhvr>
                        <p:cTn dur="500" fill="hold"/>
                        <p:tgtEl>
                          <p:spTgt spid="14"/>
                        </p:tgtEl>
                        <p:attrNameLst>
                          <p:attrName>ppt_h</p:attrName>
                        </p:attrNameLst>
                      </p:cBhvr>
                      <p:tavLst>
                        <p:tav tm="0">
                          <p:val>
                            <p:fltVal val="0"/>
                          </p:val>
                        </p:tav>
                        <p:tav tm="100000">
                          <p:val>
                            <p:strVal val="#ppt_h"/>
                          </p:val>
                        </p:tav>
                      </p:tavLst>
                    </p:anim>
                    <p:animEffect transition="in" filter="fade">
                      <p:cBhvr>
                        <p:cTn dur="500"/>
                        <p:tgtEl>
                          <p:spTgt spid="14"/>
                        </p:tgtEl>
                      </p:cBhvr>
                    </p:animEffect>
                  </p:childTnLst>
                </p:cTn>
              </p:par>
            </p:tnLst>
          </p:tmpl>
        </p:tmplLst>
      </p:bldP>
      <p:bldP spid="15"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5"/>
                        </p:tgtEl>
                        <p:attrNameLst>
                          <p:attrName>style.visibility</p:attrName>
                        </p:attrNameLst>
                      </p:cBhvr>
                      <p:to>
                        <p:strVal val="visible"/>
                      </p:to>
                    </p:set>
                    <p:animEffect transition="in" filter="fade">
                      <p:cBhvr>
                        <p:cTn dur="500"/>
                        <p:tgtEl>
                          <p:spTgt spid="15"/>
                        </p:tgtEl>
                      </p:cBhvr>
                    </p:animEffect>
                    <p:anim calcmode="lin" valueType="num">
                      <p:cBhvr>
                        <p:cTn dur="500" fill="hold"/>
                        <p:tgtEl>
                          <p:spTgt spid="15"/>
                        </p:tgtEl>
                        <p:attrNameLst>
                          <p:attrName>ppt_x</p:attrName>
                        </p:attrNameLst>
                      </p:cBhvr>
                      <p:tavLst>
                        <p:tav tm="0">
                          <p:val>
                            <p:strVal val="#ppt_x"/>
                          </p:val>
                        </p:tav>
                        <p:tav tm="100000">
                          <p:val>
                            <p:strVal val="#ppt_x"/>
                          </p:val>
                        </p:tav>
                      </p:tavLst>
                    </p:anim>
                    <p:anim calcmode="lin" valueType="num">
                      <p:cBhvr>
                        <p:cTn dur="500" fill="hold"/>
                        <p:tgtEl>
                          <p:spTgt spid="15"/>
                        </p:tgtEl>
                        <p:attrNameLst>
                          <p:attrName>ppt_y</p:attrName>
                        </p:attrNameLst>
                      </p:cBhvr>
                      <p:tavLst>
                        <p:tav tm="0">
                          <p:val>
                            <p:strVal val="#ppt_y+.1"/>
                          </p:val>
                        </p:tav>
                        <p:tav tm="100000">
                          <p:val>
                            <p:strVal val="#ppt_y"/>
                          </p:val>
                        </p:tav>
                      </p:tavLst>
                    </p:anim>
                  </p:childTnLst>
                </p:cTn>
              </p:par>
            </p:tnLst>
          </p:tmpl>
        </p:tmplLst>
      </p:bldP>
      <p:bldP spid="21"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1"/>
                        </p:tgtEl>
                        <p:attrNameLst>
                          <p:attrName>style.visibility</p:attrName>
                        </p:attrNameLst>
                      </p:cBhvr>
                      <p:to>
                        <p:strVal val="visible"/>
                      </p:to>
                    </p:set>
                    <p:anim calcmode="lin" valueType="num">
                      <p:cBhvr>
                        <p:cTn dur="500" fill="hold"/>
                        <p:tgtEl>
                          <p:spTgt spid="21"/>
                        </p:tgtEl>
                        <p:attrNameLst>
                          <p:attrName>ppt_w</p:attrName>
                        </p:attrNameLst>
                      </p:cBhvr>
                      <p:tavLst>
                        <p:tav tm="0">
                          <p:val>
                            <p:fltVal val="0"/>
                          </p:val>
                        </p:tav>
                        <p:tav tm="100000">
                          <p:val>
                            <p:strVal val="#ppt_w"/>
                          </p:val>
                        </p:tav>
                      </p:tavLst>
                    </p:anim>
                    <p:anim calcmode="lin" valueType="num">
                      <p:cBhvr>
                        <p:cTn dur="500" fill="hold"/>
                        <p:tgtEl>
                          <p:spTgt spid="21"/>
                        </p:tgtEl>
                        <p:attrNameLst>
                          <p:attrName>ppt_h</p:attrName>
                        </p:attrNameLst>
                      </p:cBhvr>
                      <p:tavLst>
                        <p:tav tm="0">
                          <p:val>
                            <p:fltVal val="0"/>
                          </p:val>
                        </p:tav>
                        <p:tav tm="100000">
                          <p:val>
                            <p:strVal val="#ppt_h"/>
                          </p:val>
                        </p:tav>
                      </p:tavLst>
                    </p:anim>
                    <p:animEffect transition="in" filter="fade">
                      <p:cBhvr>
                        <p:cTn dur="500"/>
                        <p:tgtEl>
                          <p:spTgt spid="21"/>
                        </p:tgtEl>
                      </p:cBhvr>
                    </p:animEffect>
                  </p:childTnLst>
                </p:cTn>
              </p:par>
            </p:tnLst>
          </p:tmpl>
        </p:tmplLst>
      </p:bldP>
      <p:bldP spid="22"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2"/>
                        </p:tgtEl>
                        <p:attrNameLst>
                          <p:attrName>style.visibility</p:attrName>
                        </p:attrNameLst>
                      </p:cBhvr>
                      <p:to>
                        <p:strVal val="visible"/>
                      </p:to>
                    </p:set>
                    <p:animEffect transition="in" filter="fade">
                      <p:cBhvr>
                        <p:cTn dur="500"/>
                        <p:tgtEl>
                          <p:spTgt spid="22"/>
                        </p:tgtEl>
                      </p:cBhvr>
                    </p:animEffect>
                    <p:anim calcmode="lin" valueType="num">
                      <p:cBhvr>
                        <p:cTn dur="500" fill="hold"/>
                        <p:tgtEl>
                          <p:spTgt spid="22"/>
                        </p:tgtEl>
                        <p:attrNameLst>
                          <p:attrName>ppt_x</p:attrName>
                        </p:attrNameLst>
                      </p:cBhvr>
                      <p:tavLst>
                        <p:tav tm="0">
                          <p:val>
                            <p:strVal val="#ppt_x"/>
                          </p:val>
                        </p:tav>
                        <p:tav tm="100000">
                          <p:val>
                            <p:strVal val="#ppt_x"/>
                          </p:val>
                        </p:tav>
                      </p:tavLst>
                    </p:anim>
                    <p:anim calcmode="lin" valueType="num">
                      <p:cBhvr>
                        <p:cTn dur="500" fill="hold"/>
                        <p:tgtEl>
                          <p:spTgt spid="22"/>
                        </p:tgtEl>
                        <p:attrNameLst>
                          <p:attrName>ppt_y</p:attrName>
                        </p:attrNameLst>
                      </p:cBhvr>
                      <p:tavLst>
                        <p:tav tm="0">
                          <p:val>
                            <p:strVal val="#ppt_y+.1"/>
                          </p:val>
                        </p:tav>
                        <p:tav tm="100000">
                          <p:val>
                            <p:strVal val="#ppt_y"/>
                          </p:val>
                        </p:tav>
                      </p:tavLst>
                    </p:anim>
                  </p:childTnLst>
                </p:cTn>
              </p:par>
            </p:tnLst>
          </p:tmpl>
        </p:tmplLst>
      </p:bldP>
      <p:bldP spid="23"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3"/>
                        </p:tgtEl>
                        <p:attrNameLst>
                          <p:attrName>style.visibility</p:attrName>
                        </p:attrNameLst>
                      </p:cBhvr>
                      <p:to>
                        <p:strVal val="visible"/>
                      </p:to>
                    </p:set>
                    <p:anim calcmode="lin" valueType="num">
                      <p:cBhvr>
                        <p:cTn dur="500" fill="hold"/>
                        <p:tgtEl>
                          <p:spTgt spid="23"/>
                        </p:tgtEl>
                        <p:attrNameLst>
                          <p:attrName>ppt_w</p:attrName>
                        </p:attrNameLst>
                      </p:cBhvr>
                      <p:tavLst>
                        <p:tav tm="0">
                          <p:val>
                            <p:fltVal val="0"/>
                          </p:val>
                        </p:tav>
                        <p:tav tm="100000">
                          <p:val>
                            <p:strVal val="#ppt_w"/>
                          </p:val>
                        </p:tav>
                      </p:tavLst>
                    </p:anim>
                    <p:anim calcmode="lin" valueType="num">
                      <p:cBhvr>
                        <p:cTn dur="500" fill="hold"/>
                        <p:tgtEl>
                          <p:spTgt spid="23"/>
                        </p:tgtEl>
                        <p:attrNameLst>
                          <p:attrName>ppt_h</p:attrName>
                        </p:attrNameLst>
                      </p:cBhvr>
                      <p:tavLst>
                        <p:tav tm="0">
                          <p:val>
                            <p:fltVal val="0"/>
                          </p:val>
                        </p:tav>
                        <p:tav tm="100000">
                          <p:val>
                            <p:strVal val="#ppt_h"/>
                          </p:val>
                        </p:tav>
                      </p:tavLst>
                    </p:anim>
                    <p:animEffect transition="in" filter="fade">
                      <p:cBhvr>
                        <p:cTn dur="500"/>
                        <p:tgtEl>
                          <p:spTgt spid="23"/>
                        </p:tgtEl>
                      </p:cBhvr>
                    </p:animEffect>
                  </p:childTnLst>
                </p:cTn>
              </p:par>
            </p:tnLst>
          </p:tmpl>
        </p:tmplLst>
      </p:bldP>
      <p:bldP spid="24"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4"/>
                        </p:tgtEl>
                        <p:attrNameLst>
                          <p:attrName>style.visibility</p:attrName>
                        </p:attrNameLst>
                      </p:cBhvr>
                      <p:to>
                        <p:strVal val="visible"/>
                      </p:to>
                    </p:set>
                    <p:animEffect transition="in" filter="fade">
                      <p:cBhvr>
                        <p:cTn dur="500"/>
                        <p:tgtEl>
                          <p:spTgt spid="24"/>
                        </p:tgtEl>
                      </p:cBhvr>
                    </p:animEffect>
                    <p:anim calcmode="lin" valueType="num">
                      <p:cBhvr>
                        <p:cTn dur="500" fill="hold"/>
                        <p:tgtEl>
                          <p:spTgt spid="24"/>
                        </p:tgtEl>
                        <p:attrNameLst>
                          <p:attrName>ppt_x</p:attrName>
                        </p:attrNameLst>
                      </p:cBhvr>
                      <p:tavLst>
                        <p:tav tm="0">
                          <p:val>
                            <p:strVal val="#ppt_x"/>
                          </p:val>
                        </p:tav>
                        <p:tav tm="100000">
                          <p:val>
                            <p:strVal val="#ppt_x"/>
                          </p:val>
                        </p:tav>
                      </p:tavLst>
                    </p:anim>
                    <p:anim calcmode="lin" valueType="num">
                      <p:cBhvr>
                        <p:cTn dur="500" fill="hold"/>
                        <p:tgtEl>
                          <p:spTgt spid="24"/>
                        </p:tgtEl>
                        <p:attrNameLst>
                          <p:attrName>ppt_y</p:attrName>
                        </p:attrNameLst>
                      </p:cBhvr>
                      <p:tavLst>
                        <p:tav tm="0">
                          <p:val>
                            <p:strVal val="#ppt_y+.1"/>
                          </p:val>
                        </p:tav>
                        <p:tav tm="100000">
                          <p:val>
                            <p:strVal val="#ppt_y"/>
                          </p:val>
                        </p:tav>
                      </p:tavLst>
                    </p:anim>
                  </p:childTnLst>
                </p:cTn>
              </p:par>
            </p:tnLst>
          </p:tmpl>
        </p:tmplLst>
      </p:bldP>
      <p:bldP spid="25" grpId="0" animBg="1"/>
      <p:bldP spid="26" grpId="0" animBg="1"/>
      <p:bldP spid="27" grpId="0" animBg="1"/>
      <p:bldP spid="28" grpId="0" animBg="1"/>
      <p:bldP spid="29" grpId="0" animBg="1"/>
      <p:bldP spid="30" grpId="0" animBg="1"/>
      <p:bldP spid="31" grpId="0" animBg="1"/>
    </p:bldLst>
  </p:timing>
</p:sldLayout>
</file>

<file path=ppt/slideLayouts/slideLayout620.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Tree>
    <p:extLst>
      <p:ext uri="{BB962C8B-B14F-4D97-AF65-F5344CB8AC3E}">
        <p14:creationId xmlns:p14="http://schemas.microsoft.com/office/powerpoint/2010/main" val="119458676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42" presetClass="entr" presetSubtype="0" fill="hold" grpId="0" nodeType="afterEffect">
                                  <p:stCondLst>
                                    <p:cond delay="0"/>
                                  </p:stCondLst>
                                  <p:childTnLst>
                                    <p:set>
                                      <p:cBhvr>
                                        <p:cTn id="10" dur="1" fill="hold">
                                          <p:stCondLst>
                                            <p:cond delay="0"/>
                                          </p:stCondLst>
                                        </p:cTn>
                                        <p:tgtEl>
                                          <p:spTgt spid="8">
                                            <p:txEl>
                                              <p:pRg st="0" end="0"/>
                                            </p:txEl>
                                          </p:spTgt>
                                        </p:tgtEl>
                                        <p:attrNameLst>
                                          <p:attrName>style.visibility</p:attrName>
                                        </p:attrNameLst>
                                      </p:cBhvr>
                                      <p:to>
                                        <p:strVal val="visible"/>
                                      </p:to>
                                    </p:set>
                                    <p:animEffect transition="in" filter="fade">
                                      <p:cBhvr>
                                        <p:cTn id="11" dur="500"/>
                                        <p:tgtEl>
                                          <p:spTgt spid="8">
                                            <p:txEl>
                                              <p:pRg st="0" end="0"/>
                                            </p:txEl>
                                          </p:spTgt>
                                        </p:tgtEl>
                                      </p:cBhvr>
                                    </p:animEffect>
                                    <p:anim calcmode="lin" valueType="num">
                                      <p:cBhvr>
                                        <p:cTn id="12"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621.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9" name="Picture Placeholder 7"/>
          <p:cNvSpPr>
            <a:spLocks noGrp="1"/>
          </p:cNvSpPr>
          <p:nvPr>
            <p:ph type="pic" sz="quarter" idx="14" hasCustomPrompt="1"/>
          </p:nvPr>
        </p:nvSpPr>
        <p:spPr>
          <a:xfrm>
            <a:off x="0" y="0"/>
            <a:ext cx="4038600" cy="6858000"/>
          </a:xfrm>
          <a:solidFill>
            <a:schemeClr val="bg1">
              <a:lumMod val="85000"/>
            </a:schemeClr>
          </a:solidFill>
        </p:spPr>
        <p:txBody>
          <a:bodyPr>
            <a:normAutofit/>
          </a:bodyPr>
          <a:lstStyle>
            <a:lvl1pPr>
              <a:defRPr sz="1000" baseline="0"/>
            </a:lvl1pPr>
          </a:lstStyle>
          <a:p>
            <a:r>
              <a:rPr lang="id-ID" dirty="0" smtClean="0"/>
              <a:t>Pic here</a:t>
            </a:r>
            <a:endParaRPr lang="en-AU" dirty="0"/>
          </a:p>
        </p:txBody>
      </p:sp>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35" name="Picture Placeholder 34"/>
          <p:cNvSpPr>
            <a:spLocks noGrp="1"/>
          </p:cNvSpPr>
          <p:nvPr>
            <p:ph type="pic" sz="quarter" idx="15" hasCustomPrompt="1"/>
          </p:nvPr>
        </p:nvSpPr>
        <p:spPr>
          <a:xfrm>
            <a:off x="2768558" y="2247607"/>
            <a:ext cx="1435225" cy="1418415"/>
          </a:xfrm>
          <a:custGeom>
            <a:avLst/>
            <a:gdLst>
              <a:gd name="connsiteX0" fmla="*/ 1419184 w 1435225"/>
              <a:gd name="connsiteY0" fmla="*/ 0 h 1418415"/>
              <a:gd name="connsiteX1" fmla="*/ 1435225 w 1435225"/>
              <a:gd name="connsiteY1" fmla="*/ 810 h 1418415"/>
              <a:gd name="connsiteX2" fmla="*/ 1435225 w 1435225"/>
              <a:gd name="connsiteY2" fmla="*/ 138129 h 1418415"/>
              <a:gd name="connsiteX3" fmla="*/ 1419184 w 1435225"/>
              <a:gd name="connsiteY3" fmla="*/ 137319 h 1418415"/>
              <a:gd name="connsiteX4" fmla="*/ 143897 w 1435225"/>
              <a:gd name="connsiteY4" fmla="*/ 1288158 h 1418415"/>
              <a:gd name="connsiteX5" fmla="*/ 137319 w 1435225"/>
              <a:gd name="connsiteY5" fmla="*/ 1418415 h 1418415"/>
              <a:gd name="connsiteX6" fmla="*/ 0 w 1435225"/>
              <a:gd name="connsiteY6" fmla="*/ 1418415 h 1418415"/>
              <a:gd name="connsiteX7" fmla="*/ 7287 w 1435225"/>
              <a:gd name="connsiteY7" fmla="*/ 1274118 h 1418415"/>
              <a:gd name="connsiteX8" fmla="*/ 1419184 w 1435225"/>
              <a:gd name="connsiteY8" fmla="*/ 0 h 1418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5225" h="1418415">
                <a:moveTo>
                  <a:pt x="1419184" y="0"/>
                </a:moveTo>
                <a:lnTo>
                  <a:pt x="1435225" y="810"/>
                </a:lnTo>
                <a:lnTo>
                  <a:pt x="1435225" y="138129"/>
                </a:lnTo>
                <a:lnTo>
                  <a:pt x="1419184" y="137319"/>
                </a:lnTo>
                <a:cubicBezTo>
                  <a:pt x="755456" y="137319"/>
                  <a:pt x="209543" y="641749"/>
                  <a:pt x="143897" y="1288158"/>
                </a:cubicBezTo>
                <a:lnTo>
                  <a:pt x="137319" y="1418415"/>
                </a:lnTo>
                <a:lnTo>
                  <a:pt x="0" y="1418415"/>
                </a:lnTo>
                <a:lnTo>
                  <a:pt x="7287" y="1274118"/>
                </a:lnTo>
                <a:cubicBezTo>
                  <a:pt x="79965" y="558465"/>
                  <a:pt x="684357" y="0"/>
                  <a:pt x="1419184" y="0"/>
                </a:cubicBezTo>
                <a:close/>
              </a:path>
            </a:pathLst>
          </a:custGeom>
          <a:solidFill>
            <a:schemeClr val="accent2"/>
          </a:solidFill>
          <a:ln>
            <a:noFill/>
          </a:ln>
        </p:spPr>
        <p:txBody>
          <a:bodyPr wrap="square">
            <a:noAutofit/>
          </a:bodyPr>
          <a:lstStyle>
            <a:lvl1pPr>
              <a:defRPr sz="800"/>
            </a:lvl1pPr>
          </a:lstStyle>
          <a:p>
            <a:r>
              <a:rPr lang="id-ID" dirty="0" smtClean="0"/>
              <a:t>Nopic</a:t>
            </a:r>
            <a:endParaRPr lang="en-AU" dirty="0"/>
          </a:p>
        </p:txBody>
      </p:sp>
      <p:sp>
        <p:nvSpPr>
          <p:cNvPr id="40" name="Picture Placeholder 39"/>
          <p:cNvSpPr>
            <a:spLocks noGrp="1"/>
          </p:cNvSpPr>
          <p:nvPr>
            <p:ph type="pic" sz="quarter" idx="16" hasCustomPrompt="1"/>
          </p:nvPr>
        </p:nvSpPr>
        <p:spPr>
          <a:xfrm>
            <a:off x="4203783" y="2247608"/>
            <a:ext cx="1403184" cy="1418415"/>
          </a:xfrm>
          <a:custGeom>
            <a:avLst/>
            <a:gdLst>
              <a:gd name="connsiteX0" fmla="*/ 0 w 1403184"/>
              <a:gd name="connsiteY0" fmla="*/ 0 h 1418415"/>
              <a:gd name="connsiteX1" fmla="*/ 129067 w 1403184"/>
              <a:gd name="connsiteY1" fmla="*/ 6517 h 1418415"/>
              <a:gd name="connsiteX2" fmla="*/ 1403184 w 1403184"/>
              <a:gd name="connsiteY2" fmla="*/ 1418415 h 1418415"/>
              <a:gd name="connsiteX3" fmla="*/ 1265865 w 1403184"/>
              <a:gd name="connsiteY3" fmla="*/ 1418415 h 1418415"/>
              <a:gd name="connsiteX4" fmla="*/ 115027 w 1403184"/>
              <a:gd name="connsiteY4" fmla="*/ 143128 h 1418415"/>
              <a:gd name="connsiteX5" fmla="*/ 0 w 1403184"/>
              <a:gd name="connsiteY5" fmla="*/ 137319 h 1418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3184" h="1418415">
                <a:moveTo>
                  <a:pt x="0" y="0"/>
                </a:moveTo>
                <a:lnTo>
                  <a:pt x="129067" y="6517"/>
                </a:lnTo>
                <a:cubicBezTo>
                  <a:pt x="844719" y="79196"/>
                  <a:pt x="1403184" y="683588"/>
                  <a:pt x="1403184" y="1418415"/>
                </a:cubicBezTo>
                <a:lnTo>
                  <a:pt x="1265865" y="1418415"/>
                </a:lnTo>
                <a:cubicBezTo>
                  <a:pt x="1265865" y="754687"/>
                  <a:pt x="761435" y="208774"/>
                  <a:pt x="115027" y="143128"/>
                </a:cubicBezTo>
                <a:lnTo>
                  <a:pt x="0" y="137319"/>
                </a:lnTo>
                <a:close/>
              </a:path>
            </a:pathLst>
          </a:custGeom>
          <a:solidFill>
            <a:schemeClr val="accent4"/>
          </a:solidFill>
          <a:ln>
            <a:noFill/>
          </a:ln>
        </p:spPr>
        <p:txBody>
          <a:bodyPr wrap="square">
            <a:noAutofit/>
          </a:bodyPr>
          <a:lstStyle>
            <a:lvl1pPr algn="r">
              <a:defRPr sz="800"/>
            </a:lvl1pPr>
          </a:lstStyle>
          <a:p>
            <a:r>
              <a:rPr lang="id-ID" dirty="0" smtClean="0"/>
              <a:t>Nopic</a:t>
            </a:r>
            <a:endParaRPr lang="en-AU" dirty="0"/>
          </a:p>
        </p:txBody>
      </p:sp>
      <p:sp>
        <p:nvSpPr>
          <p:cNvPr id="43" name="Picture Placeholder 42"/>
          <p:cNvSpPr>
            <a:spLocks noGrp="1"/>
          </p:cNvSpPr>
          <p:nvPr>
            <p:ph type="pic" sz="quarter" idx="17" hasCustomPrompt="1"/>
          </p:nvPr>
        </p:nvSpPr>
        <p:spPr>
          <a:xfrm>
            <a:off x="2768517" y="3664402"/>
            <a:ext cx="1435266" cy="1420035"/>
          </a:xfrm>
          <a:custGeom>
            <a:avLst/>
            <a:gdLst>
              <a:gd name="connsiteX0" fmla="*/ 41 w 1435266"/>
              <a:gd name="connsiteY0" fmla="*/ 0 h 1420035"/>
              <a:gd name="connsiteX1" fmla="*/ 137360 w 1435266"/>
              <a:gd name="connsiteY1" fmla="*/ 0 h 1420035"/>
              <a:gd name="connsiteX2" fmla="*/ 137319 w 1435266"/>
              <a:gd name="connsiteY2" fmla="*/ 810 h 1420035"/>
              <a:gd name="connsiteX3" fmla="*/ 1419225 w 1435266"/>
              <a:gd name="connsiteY3" fmla="*/ 1282716 h 1420035"/>
              <a:gd name="connsiteX4" fmla="*/ 1435266 w 1435266"/>
              <a:gd name="connsiteY4" fmla="*/ 1281906 h 1420035"/>
              <a:gd name="connsiteX5" fmla="*/ 1435266 w 1435266"/>
              <a:gd name="connsiteY5" fmla="*/ 1419225 h 1420035"/>
              <a:gd name="connsiteX6" fmla="*/ 1419225 w 1435266"/>
              <a:gd name="connsiteY6" fmla="*/ 1420035 h 1420035"/>
              <a:gd name="connsiteX7" fmla="*/ 0 w 1435266"/>
              <a:gd name="connsiteY7" fmla="*/ 810 h 1420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35266" h="1420035">
                <a:moveTo>
                  <a:pt x="41" y="0"/>
                </a:moveTo>
                <a:lnTo>
                  <a:pt x="137360" y="0"/>
                </a:lnTo>
                <a:lnTo>
                  <a:pt x="137319" y="810"/>
                </a:lnTo>
                <a:cubicBezTo>
                  <a:pt x="137319" y="708787"/>
                  <a:pt x="711248" y="1282716"/>
                  <a:pt x="1419225" y="1282716"/>
                </a:cubicBezTo>
                <a:lnTo>
                  <a:pt x="1435266" y="1281906"/>
                </a:lnTo>
                <a:lnTo>
                  <a:pt x="1435266" y="1419225"/>
                </a:lnTo>
                <a:lnTo>
                  <a:pt x="1419225" y="1420035"/>
                </a:lnTo>
                <a:cubicBezTo>
                  <a:pt x="635409" y="1420035"/>
                  <a:pt x="0" y="784626"/>
                  <a:pt x="0" y="810"/>
                </a:cubicBezTo>
                <a:close/>
              </a:path>
            </a:pathLst>
          </a:custGeom>
          <a:solidFill>
            <a:schemeClr val="accent1"/>
          </a:solidFill>
          <a:ln>
            <a:noFill/>
          </a:ln>
        </p:spPr>
        <p:txBody>
          <a:bodyPr wrap="square">
            <a:noAutofit/>
          </a:bodyPr>
          <a:lstStyle>
            <a:lvl1pPr>
              <a:defRPr sz="800"/>
            </a:lvl1pPr>
          </a:lstStyle>
          <a:p>
            <a:r>
              <a:rPr lang="id-ID" dirty="0" smtClean="0"/>
              <a:t>Nopic</a:t>
            </a:r>
            <a:endParaRPr lang="en-AU" dirty="0"/>
          </a:p>
        </p:txBody>
      </p:sp>
      <p:sp>
        <p:nvSpPr>
          <p:cNvPr id="46" name="Picture Placeholder 45"/>
          <p:cNvSpPr>
            <a:spLocks noGrp="1"/>
          </p:cNvSpPr>
          <p:nvPr>
            <p:ph type="pic" sz="quarter" idx="18" hasCustomPrompt="1"/>
          </p:nvPr>
        </p:nvSpPr>
        <p:spPr>
          <a:xfrm>
            <a:off x="4203783" y="3666022"/>
            <a:ext cx="1403184" cy="1418415"/>
          </a:xfrm>
          <a:custGeom>
            <a:avLst/>
            <a:gdLst>
              <a:gd name="connsiteX0" fmla="*/ 1265865 w 1403184"/>
              <a:gd name="connsiteY0" fmla="*/ 0 h 1418415"/>
              <a:gd name="connsiteX1" fmla="*/ 1403184 w 1403184"/>
              <a:gd name="connsiteY1" fmla="*/ 0 h 1418415"/>
              <a:gd name="connsiteX2" fmla="*/ 129067 w 1403184"/>
              <a:gd name="connsiteY2" fmla="*/ 1411898 h 1418415"/>
              <a:gd name="connsiteX3" fmla="*/ 0 w 1403184"/>
              <a:gd name="connsiteY3" fmla="*/ 1418415 h 1418415"/>
              <a:gd name="connsiteX4" fmla="*/ 0 w 1403184"/>
              <a:gd name="connsiteY4" fmla="*/ 1281096 h 1418415"/>
              <a:gd name="connsiteX5" fmla="*/ 115027 w 1403184"/>
              <a:gd name="connsiteY5" fmla="*/ 1275288 h 1418415"/>
              <a:gd name="connsiteX6" fmla="*/ 1265865 w 1403184"/>
              <a:gd name="connsiteY6" fmla="*/ 0 h 1418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03184" h="1418415">
                <a:moveTo>
                  <a:pt x="1265865" y="0"/>
                </a:moveTo>
                <a:lnTo>
                  <a:pt x="1403184" y="0"/>
                </a:lnTo>
                <a:cubicBezTo>
                  <a:pt x="1403184" y="734828"/>
                  <a:pt x="844719" y="1339219"/>
                  <a:pt x="129067" y="1411898"/>
                </a:cubicBezTo>
                <a:lnTo>
                  <a:pt x="0" y="1418415"/>
                </a:lnTo>
                <a:lnTo>
                  <a:pt x="0" y="1281096"/>
                </a:lnTo>
                <a:lnTo>
                  <a:pt x="115027" y="1275288"/>
                </a:lnTo>
                <a:cubicBezTo>
                  <a:pt x="761435" y="1209641"/>
                  <a:pt x="1265865" y="663729"/>
                  <a:pt x="1265865" y="0"/>
                </a:cubicBezTo>
                <a:close/>
              </a:path>
            </a:pathLst>
          </a:custGeom>
          <a:solidFill>
            <a:schemeClr val="accent5"/>
          </a:solidFill>
          <a:ln>
            <a:noFill/>
          </a:ln>
        </p:spPr>
        <p:txBody>
          <a:bodyPr wrap="square">
            <a:noAutofit/>
          </a:bodyPr>
          <a:lstStyle>
            <a:lvl1pPr>
              <a:defRPr sz="800"/>
            </a:lvl1pPr>
          </a:lstStyle>
          <a:p>
            <a:r>
              <a:rPr lang="id-ID" dirty="0" smtClean="0"/>
              <a:t>Nopic</a:t>
            </a:r>
            <a:endParaRPr lang="en-AU" dirty="0"/>
          </a:p>
        </p:txBody>
      </p:sp>
      <p:sp>
        <p:nvSpPr>
          <p:cNvPr id="50" name="Picture Placeholder 49"/>
          <p:cNvSpPr>
            <a:spLocks noGrp="1"/>
          </p:cNvSpPr>
          <p:nvPr>
            <p:ph type="pic" sz="quarter" idx="19" hasCustomPrompt="1"/>
          </p:nvPr>
        </p:nvSpPr>
        <p:spPr>
          <a:xfrm>
            <a:off x="2941304" y="2416943"/>
            <a:ext cx="2492875" cy="2494587"/>
          </a:xfrm>
          <a:custGeom>
            <a:avLst/>
            <a:gdLst>
              <a:gd name="connsiteX0" fmla="*/ 1103672 w 2207344"/>
              <a:gd name="connsiteY0" fmla="*/ 0 h 2208860"/>
              <a:gd name="connsiteX1" fmla="*/ 2207344 w 2207344"/>
              <a:gd name="connsiteY1" fmla="*/ 1104430 h 2208860"/>
              <a:gd name="connsiteX2" fmla="*/ 1103672 w 2207344"/>
              <a:gd name="connsiteY2" fmla="*/ 2208860 h 2208860"/>
              <a:gd name="connsiteX3" fmla="*/ 0 w 2207344"/>
              <a:gd name="connsiteY3" fmla="*/ 1104430 h 2208860"/>
              <a:gd name="connsiteX4" fmla="*/ 1103672 w 2207344"/>
              <a:gd name="connsiteY4" fmla="*/ 0 h 2208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7344" h="2208860">
                <a:moveTo>
                  <a:pt x="1103672" y="0"/>
                </a:moveTo>
                <a:cubicBezTo>
                  <a:pt x="1713213" y="0"/>
                  <a:pt x="2207344" y="494470"/>
                  <a:pt x="2207344" y="1104430"/>
                </a:cubicBezTo>
                <a:cubicBezTo>
                  <a:pt x="2207344" y="1714390"/>
                  <a:pt x="1713213" y="2208860"/>
                  <a:pt x="1103672" y="2208860"/>
                </a:cubicBezTo>
                <a:cubicBezTo>
                  <a:pt x="494131" y="2208860"/>
                  <a:pt x="0" y="1714390"/>
                  <a:pt x="0" y="1104430"/>
                </a:cubicBezTo>
                <a:cubicBezTo>
                  <a:pt x="0" y="494470"/>
                  <a:pt x="494131" y="0"/>
                  <a:pt x="1103672" y="0"/>
                </a:cubicBezTo>
                <a:close/>
              </a:path>
            </a:pathLst>
          </a:custGeom>
          <a:solidFill>
            <a:schemeClr val="accent3"/>
          </a:solidFill>
        </p:spPr>
        <p:txBody>
          <a:bodyPr wrap="square">
            <a:noAutofit/>
          </a:bodyPr>
          <a:lstStyle>
            <a:lvl1pPr>
              <a:defRPr/>
            </a:lvl1pPr>
          </a:lstStyle>
          <a:p>
            <a:r>
              <a:rPr lang="id-ID" dirty="0" smtClean="0"/>
              <a:t>Nopic</a:t>
            </a:r>
            <a:endParaRPr lang="en-AU" dirty="0"/>
          </a:p>
        </p:txBody>
      </p:sp>
      <p:sp>
        <p:nvSpPr>
          <p:cNvPr id="51" name="Text Placeholder 21"/>
          <p:cNvSpPr>
            <a:spLocks noGrp="1"/>
          </p:cNvSpPr>
          <p:nvPr>
            <p:ph type="body" sz="quarter" idx="20"/>
          </p:nvPr>
        </p:nvSpPr>
        <p:spPr>
          <a:xfrm>
            <a:off x="6095999" y="1986588"/>
            <a:ext cx="5616575" cy="360363"/>
          </a:xfrm>
        </p:spPr>
        <p:txBody>
          <a:bodyPr/>
          <a:lstStyle>
            <a:lvl1pP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52" name="Text Placeholder 21"/>
          <p:cNvSpPr>
            <a:spLocks noGrp="1"/>
          </p:cNvSpPr>
          <p:nvPr>
            <p:ph type="body" sz="quarter" idx="21"/>
          </p:nvPr>
        </p:nvSpPr>
        <p:spPr>
          <a:xfrm>
            <a:off x="6095999" y="2395699"/>
            <a:ext cx="5616575" cy="1391908"/>
          </a:xfrm>
        </p:spPr>
        <p:txBody>
          <a:bodyPr>
            <a:normAutofit/>
          </a:bodyPr>
          <a:lstStyle>
            <a:lvl1pP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53" name="Text Placeholder 21"/>
          <p:cNvSpPr>
            <a:spLocks noGrp="1"/>
          </p:cNvSpPr>
          <p:nvPr>
            <p:ph type="body" sz="quarter" idx="22" hasCustomPrompt="1"/>
          </p:nvPr>
        </p:nvSpPr>
        <p:spPr>
          <a:xfrm>
            <a:off x="6122109" y="4374419"/>
            <a:ext cx="5616575" cy="360363"/>
          </a:xfrm>
        </p:spPr>
        <p:txBody>
          <a:bodyPr>
            <a:noAutofit/>
          </a:bodyPr>
          <a:lstStyle>
            <a:lvl1pPr>
              <a:defRPr sz="60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a:t>
            </a:r>
            <a:endParaRPr lang="en-AU" dirty="0"/>
          </a:p>
        </p:txBody>
      </p:sp>
      <p:sp>
        <p:nvSpPr>
          <p:cNvPr id="54" name="Text Placeholder 21"/>
          <p:cNvSpPr>
            <a:spLocks noGrp="1"/>
          </p:cNvSpPr>
          <p:nvPr>
            <p:ph type="body" sz="quarter" idx="23"/>
          </p:nvPr>
        </p:nvSpPr>
        <p:spPr>
          <a:xfrm>
            <a:off x="6122109" y="4828372"/>
            <a:ext cx="5616575" cy="1337478"/>
          </a:xfrm>
        </p:spPr>
        <p:txBody>
          <a:bodyPr>
            <a:normAutofit/>
          </a:bodyPr>
          <a:lstStyle>
            <a:lvl1pPr>
              <a:defRPr sz="1400" i="1">
                <a:solidFill>
                  <a:schemeClr val="tx1">
                    <a:lumMod val="75000"/>
                    <a:lumOff val="25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Tree>
    <p:extLst>
      <p:ext uri="{BB962C8B-B14F-4D97-AF65-F5344CB8AC3E}">
        <p14:creationId xmlns:p14="http://schemas.microsoft.com/office/powerpoint/2010/main" val="283016256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53" presetClass="entr" presetSubtype="16" fill="hold" grpId="0" nodeType="afterEffect">
                                  <p:stCondLst>
                                    <p:cond delay="0"/>
                                  </p:stCondLst>
                                  <p:childTnLst>
                                    <p:set>
                                      <p:cBhvr>
                                        <p:cTn id="20" dur="1" fill="hold">
                                          <p:stCondLst>
                                            <p:cond delay="0"/>
                                          </p:stCondLst>
                                        </p:cTn>
                                        <p:tgtEl>
                                          <p:spTgt spid="9"/>
                                        </p:tgtEl>
                                        <p:attrNameLst>
                                          <p:attrName>style.visibility</p:attrName>
                                        </p:attrNameLst>
                                      </p:cBhvr>
                                      <p:to>
                                        <p:strVal val="visible"/>
                                      </p:to>
                                    </p:set>
                                    <p:anim calcmode="lin" valueType="num">
                                      <p:cBhvr>
                                        <p:cTn id="21" dur="500" fill="hold"/>
                                        <p:tgtEl>
                                          <p:spTgt spid="9"/>
                                        </p:tgtEl>
                                        <p:attrNameLst>
                                          <p:attrName>ppt_w</p:attrName>
                                        </p:attrNameLst>
                                      </p:cBhvr>
                                      <p:tavLst>
                                        <p:tav tm="0">
                                          <p:val>
                                            <p:fltVal val="0"/>
                                          </p:val>
                                        </p:tav>
                                        <p:tav tm="100000">
                                          <p:val>
                                            <p:strVal val="#ppt_w"/>
                                          </p:val>
                                        </p:tav>
                                      </p:tavLst>
                                    </p:anim>
                                    <p:anim calcmode="lin" valueType="num">
                                      <p:cBhvr>
                                        <p:cTn id="22" dur="500" fill="hold"/>
                                        <p:tgtEl>
                                          <p:spTgt spid="9"/>
                                        </p:tgtEl>
                                        <p:attrNameLst>
                                          <p:attrName>ppt_h</p:attrName>
                                        </p:attrNameLst>
                                      </p:cBhvr>
                                      <p:tavLst>
                                        <p:tav tm="0">
                                          <p:val>
                                            <p:fltVal val="0"/>
                                          </p:val>
                                        </p:tav>
                                        <p:tav tm="100000">
                                          <p:val>
                                            <p:strVal val="#ppt_h"/>
                                          </p:val>
                                        </p:tav>
                                      </p:tavLst>
                                    </p:anim>
                                    <p:animEffect transition="in" filter="fade">
                                      <p:cBhvr>
                                        <p:cTn id="23" dur="500"/>
                                        <p:tgtEl>
                                          <p:spTgt spid="9"/>
                                        </p:tgtEl>
                                      </p:cBhvr>
                                    </p:animEffect>
                                  </p:childTnLst>
                                </p:cTn>
                              </p:par>
                            </p:childTnLst>
                          </p:cTn>
                        </p:par>
                        <p:par>
                          <p:cTn id="24" fill="hold">
                            <p:stCondLst>
                              <p:cond delay="2000"/>
                            </p:stCondLst>
                            <p:childTnLst>
                              <p:par>
                                <p:cTn id="25" presetID="10" presetClass="entr" presetSubtype="0" fill="hold" grpId="0" nodeType="afterEffect">
                                  <p:stCondLst>
                                    <p:cond delay="0"/>
                                  </p:stCondLst>
                                  <p:childTnLst>
                                    <p:set>
                                      <p:cBhvr>
                                        <p:cTn id="26" dur="1" fill="hold">
                                          <p:stCondLst>
                                            <p:cond delay="0"/>
                                          </p:stCondLst>
                                        </p:cTn>
                                        <p:tgtEl>
                                          <p:spTgt spid="50"/>
                                        </p:tgtEl>
                                        <p:attrNameLst>
                                          <p:attrName>style.visibility</p:attrName>
                                        </p:attrNameLst>
                                      </p:cBhvr>
                                      <p:to>
                                        <p:strVal val="visible"/>
                                      </p:to>
                                    </p:set>
                                    <p:animEffect transition="in" filter="fade">
                                      <p:cBhvr>
                                        <p:cTn id="27" dur="500"/>
                                        <p:tgtEl>
                                          <p:spTgt spid="50"/>
                                        </p:tgtEl>
                                      </p:cBhvr>
                                    </p:animEffect>
                                  </p:childTnLst>
                                </p:cTn>
                              </p:par>
                            </p:childTnLst>
                          </p:cTn>
                        </p:par>
                        <p:par>
                          <p:cTn id="28" fill="hold">
                            <p:stCondLst>
                              <p:cond delay="2500"/>
                            </p:stCondLst>
                            <p:childTnLst>
                              <p:par>
                                <p:cTn id="29" presetID="22" presetClass="entr" presetSubtype="4" fill="hold" grpId="0" nodeType="afterEffect">
                                  <p:stCondLst>
                                    <p:cond delay="0"/>
                                  </p:stCondLst>
                                  <p:childTnLst>
                                    <p:set>
                                      <p:cBhvr>
                                        <p:cTn id="30" dur="1" fill="hold">
                                          <p:stCondLst>
                                            <p:cond delay="0"/>
                                          </p:stCondLst>
                                        </p:cTn>
                                        <p:tgtEl>
                                          <p:spTgt spid="35"/>
                                        </p:tgtEl>
                                        <p:attrNameLst>
                                          <p:attrName>style.visibility</p:attrName>
                                        </p:attrNameLst>
                                      </p:cBhvr>
                                      <p:to>
                                        <p:strVal val="visible"/>
                                      </p:to>
                                    </p:set>
                                    <p:animEffect transition="in" filter="wipe(down)">
                                      <p:cBhvr>
                                        <p:cTn id="31" dur="500"/>
                                        <p:tgtEl>
                                          <p:spTgt spid="35"/>
                                        </p:tgtEl>
                                      </p:cBhvr>
                                    </p:animEffect>
                                  </p:childTnLst>
                                </p:cTn>
                              </p:par>
                              <p:par>
                                <p:cTn id="32" presetID="22" presetClass="entr" presetSubtype="1" fill="hold" grpId="0" nodeType="withEffect">
                                  <p:stCondLst>
                                    <p:cond delay="0"/>
                                  </p:stCondLst>
                                  <p:childTnLst>
                                    <p:set>
                                      <p:cBhvr>
                                        <p:cTn id="33" dur="1" fill="hold">
                                          <p:stCondLst>
                                            <p:cond delay="0"/>
                                          </p:stCondLst>
                                        </p:cTn>
                                        <p:tgtEl>
                                          <p:spTgt spid="40"/>
                                        </p:tgtEl>
                                        <p:attrNameLst>
                                          <p:attrName>style.visibility</p:attrName>
                                        </p:attrNameLst>
                                      </p:cBhvr>
                                      <p:to>
                                        <p:strVal val="visible"/>
                                      </p:to>
                                    </p:set>
                                    <p:animEffect transition="in" filter="wipe(up)">
                                      <p:cBhvr>
                                        <p:cTn id="34" dur="500"/>
                                        <p:tgtEl>
                                          <p:spTgt spid="40"/>
                                        </p:tgtEl>
                                      </p:cBhvr>
                                    </p:animEffect>
                                  </p:childTnLst>
                                </p:cTn>
                              </p:par>
                              <p:par>
                                <p:cTn id="35" presetID="22" presetClass="entr" presetSubtype="1" fill="hold" grpId="0" nodeType="withEffect">
                                  <p:stCondLst>
                                    <p:cond delay="0"/>
                                  </p:stCondLst>
                                  <p:childTnLst>
                                    <p:set>
                                      <p:cBhvr>
                                        <p:cTn id="36" dur="1" fill="hold">
                                          <p:stCondLst>
                                            <p:cond delay="0"/>
                                          </p:stCondLst>
                                        </p:cTn>
                                        <p:tgtEl>
                                          <p:spTgt spid="46"/>
                                        </p:tgtEl>
                                        <p:attrNameLst>
                                          <p:attrName>style.visibility</p:attrName>
                                        </p:attrNameLst>
                                      </p:cBhvr>
                                      <p:to>
                                        <p:strVal val="visible"/>
                                      </p:to>
                                    </p:set>
                                    <p:animEffect transition="in" filter="wipe(up)">
                                      <p:cBhvr>
                                        <p:cTn id="37" dur="500"/>
                                        <p:tgtEl>
                                          <p:spTgt spid="46"/>
                                        </p:tgtEl>
                                      </p:cBhvr>
                                    </p:animEffect>
                                  </p:childTnLst>
                                </p:cTn>
                              </p:par>
                              <p:par>
                                <p:cTn id="38" presetID="22" presetClass="entr" presetSubtype="4" fill="hold" grpId="0" nodeType="withEffect">
                                  <p:stCondLst>
                                    <p:cond delay="0"/>
                                  </p:stCondLst>
                                  <p:childTnLst>
                                    <p:set>
                                      <p:cBhvr>
                                        <p:cTn id="39" dur="1" fill="hold">
                                          <p:stCondLst>
                                            <p:cond delay="0"/>
                                          </p:stCondLst>
                                        </p:cTn>
                                        <p:tgtEl>
                                          <p:spTgt spid="43"/>
                                        </p:tgtEl>
                                        <p:attrNameLst>
                                          <p:attrName>style.visibility</p:attrName>
                                        </p:attrNameLst>
                                      </p:cBhvr>
                                      <p:to>
                                        <p:strVal val="visible"/>
                                      </p:to>
                                    </p:set>
                                    <p:animEffect transition="in" filter="wipe(down)">
                                      <p:cBhvr>
                                        <p:cTn id="40" dur="500"/>
                                        <p:tgtEl>
                                          <p:spTgt spid="43"/>
                                        </p:tgtEl>
                                      </p:cBhvr>
                                    </p:animEffect>
                                  </p:childTnLst>
                                </p:cTn>
                              </p:par>
                            </p:childTnLst>
                          </p:cTn>
                        </p:par>
                        <p:par>
                          <p:cTn id="41" fill="hold">
                            <p:stCondLst>
                              <p:cond delay="3000"/>
                            </p:stCondLst>
                            <p:childTnLst>
                              <p:par>
                                <p:cTn id="42" presetID="53" presetClass="entr" presetSubtype="16" fill="hold" grpId="0" nodeType="afterEffect" nodePh="1">
                                  <p:stCondLst>
                                    <p:cond delay="0"/>
                                  </p:stCondLst>
                                  <p:endCondLst>
                                    <p:cond evt="begin" delay="0">
                                      <p:tn val="42"/>
                                    </p:cond>
                                  </p:endCondLst>
                                  <p:childTnLst>
                                    <p:set>
                                      <p:cBhvr>
                                        <p:cTn id="43" dur="1" fill="hold">
                                          <p:stCondLst>
                                            <p:cond delay="0"/>
                                          </p:stCondLst>
                                        </p:cTn>
                                        <p:tgtEl>
                                          <p:spTgt spid="51">
                                            <p:txEl>
                                              <p:pRg st="0" end="0"/>
                                            </p:txEl>
                                          </p:spTgt>
                                        </p:tgtEl>
                                        <p:attrNameLst>
                                          <p:attrName>style.visibility</p:attrName>
                                        </p:attrNameLst>
                                      </p:cBhvr>
                                      <p:to>
                                        <p:strVal val="visible"/>
                                      </p:to>
                                    </p:set>
                                    <p:anim calcmode="lin" valueType="num">
                                      <p:cBhvr>
                                        <p:cTn id="44" dur="500" fill="hold"/>
                                        <p:tgtEl>
                                          <p:spTgt spid="51">
                                            <p:txEl>
                                              <p:pRg st="0" end="0"/>
                                            </p:txEl>
                                          </p:spTgt>
                                        </p:tgtEl>
                                        <p:attrNameLst>
                                          <p:attrName>ppt_w</p:attrName>
                                        </p:attrNameLst>
                                      </p:cBhvr>
                                      <p:tavLst>
                                        <p:tav tm="0">
                                          <p:val>
                                            <p:fltVal val="0"/>
                                          </p:val>
                                        </p:tav>
                                        <p:tav tm="100000">
                                          <p:val>
                                            <p:strVal val="#ppt_w"/>
                                          </p:val>
                                        </p:tav>
                                      </p:tavLst>
                                    </p:anim>
                                    <p:anim calcmode="lin" valueType="num">
                                      <p:cBhvr>
                                        <p:cTn id="45" dur="500" fill="hold"/>
                                        <p:tgtEl>
                                          <p:spTgt spid="51">
                                            <p:txEl>
                                              <p:pRg st="0" end="0"/>
                                            </p:txEl>
                                          </p:spTgt>
                                        </p:tgtEl>
                                        <p:attrNameLst>
                                          <p:attrName>ppt_h</p:attrName>
                                        </p:attrNameLst>
                                      </p:cBhvr>
                                      <p:tavLst>
                                        <p:tav tm="0">
                                          <p:val>
                                            <p:fltVal val="0"/>
                                          </p:val>
                                        </p:tav>
                                        <p:tav tm="100000">
                                          <p:val>
                                            <p:strVal val="#ppt_h"/>
                                          </p:val>
                                        </p:tav>
                                      </p:tavLst>
                                    </p:anim>
                                    <p:animEffect transition="in" filter="fade">
                                      <p:cBhvr>
                                        <p:cTn id="46" dur="500"/>
                                        <p:tgtEl>
                                          <p:spTgt spid="51">
                                            <p:txEl>
                                              <p:pRg st="0" end="0"/>
                                            </p:txEl>
                                          </p:spTgt>
                                        </p:tgtEl>
                                      </p:cBhvr>
                                    </p:animEffect>
                                  </p:childTnLst>
                                </p:cTn>
                              </p:par>
                            </p:childTnLst>
                          </p:cTn>
                        </p:par>
                        <p:par>
                          <p:cTn id="47" fill="hold">
                            <p:stCondLst>
                              <p:cond delay="3500"/>
                            </p:stCondLst>
                            <p:childTnLst>
                              <p:par>
                                <p:cTn id="48" presetID="42" presetClass="entr" presetSubtype="0" fill="hold" grpId="0" nodeType="afterEffect" nodePh="1">
                                  <p:stCondLst>
                                    <p:cond delay="0"/>
                                  </p:stCondLst>
                                  <p:endCondLst>
                                    <p:cond evt="begin" delay="0">
                                      <p:tn val="48"/>
                                    </p:cond>
                                  </p:endCondLst>
                                  <p:childTnLst>
                                    <p:set>
                                      <p:cBhvr>
                                        <p:cTn id="49" dur="1" fill="hold">
                                          <p:stCondLst>
                                            <p:cond delay="0"/>
                                          </p:stCondLst>
                                        </p:cTn>
                                        <p:tgtEl>
                                          <p:spTgt spid="52">
                                            <p:txEl>
                                              <p:pRg st="0" end="0"/>
                                            </p:txEl>
                                          </p:spTgt>
                                        </p:tgtEl>
                                        <p:attrNameLst>
                                          <p:attrName>style.visibility</p:attrName>
                                        </p:attrNameLst>
                                      </p:cBhvr>
                                      <p:to>
                                        <p:strVal val="visible"/>
                                      </p:to>
                                    </p:set>
                                    <p:animEffect transition="in" filter="fade">
                                      <p:cBhvr>
                                        <p:cTn id="50" dur="500"/>
                                        <p:tgtEl>
                                          <p:spTgt spid="52">
                                            <p:txEl>
                                              <p:pRg st="0" end="0"/>
                                            </p:txEl>
                                          </p:spTgt>
                                        </p:tgtEl>
                                      </p:cBhvr>
                                    </p:animEffect>
                                    <p:anim calcmode="lin" valueType="num">
                                      <p:cBhvr>
                                        <p:cTn id="51" dur="500" fill="hold"/>
                                        <p:tgtEl>
                                          <p:spTgt spid="52">
                                            <p:txEl>
                                              <p:pRg st="0" end="0"/>
                                            </p:txEl>
                                          </p:spTgt>
                                        </p:tgtEl>
                                        <p:attrNameLst>
                                          <p:attrName>ppt_x</p:attrName>
                                        </p:attrNameLst>
                                      </p:cBhvr>
                                      <p:tavLst>
                                        <p:tav tm="0">
                                          <p:val>
                                            <p:strVal val="#ppt_x"/>
                                          </p:val>
                                        </p:tav>
                                        <p:tav tm="100000">
                                          <p:val>
                                            <p:strVal val="#ppt_x"/>
                                          </p:val>
                                        </p:tav>
                                      </p:tavLst>
                                    </p:anim>
                                    <p:anim calcmode="lin" valueType="num">
                                      <p:cBhvr>
                                        <p:cTn id="52" dur="500" fill="hold"/>
                                        <p:tgtEl>
                                          <p:spTgt spid="52">
                                            <p:txEl>
                                              <p:pRg st="0" end="0"/>
                                            </p:txEl>
                                          </p:spTgt>
                                        </p:tgtEl>
                                        <p:attrNameLst>
                                          <p:attrName>ppt_y</p:attrName>
                                        </p:attrNameLst>
                                      </p:cBhvr>
                                      <p:tavLst>
                                        <p:tav tm="0">
                                          <p:val>
                                            <p:strVal val="#ppt_y+.1"/>
                                          </p:val>
                                        </p:tav>
                                        <p:tav tm="100000">
                                          <p:val>
                                            <p:strVal val="#ppt_y"/>
                                          </p:val>
                                        </p:tav>
                                      </p:tavLst>
                                    </p:anim>
                                  </p:childTnLst>
                                </p:cTn>
                              </p:par>
                            </p:childTnLst>
                          </p:cTn>
                        </p:par>
                        <p:par>
                          <p:cTn id="53" fill="hold">
                            <p:stCondLst>
                              <p:cond delay="4000"/>
                            </p:stCondLst>
                            <p:childTnLst>
                              <p:par>
                                <p:cTn id="54" presetID="53" presetClass="entr" presetSubtype="16" fill="hold" grpId="0" nodeType="afterEffect">
                                  <p:stCondLst>
                                    <p:cond delay="0"/>
                                  </p:stCondLst>
                                  <p:childTnLst>
                                    <p:set>
                                      <p:cBhvr>
                                        <p:cTn id="55" dur="1" fill="hold">
                                          <p:stCondLst>
                                            <p:cond delay="0"/>
                                          </p:stCondLst>
                                        </p:cTn>
                                        <p:tgtEl>
                                          <p:spTgt spid="53">
                                            <p:txEl>
                                              <p:pRg st="0" end="0"/>
                                            </p:txEl>
                                          </p:spTgt>
                                        </p:tgtEl>
                                        <p:attrNameLst>
                                          <p:attrName>style.visibility</p:attrName>
                                        </p:attrNameLst>
                                      </p:cBhvr>
                                      <p:to>
                                        <p:strVal val="visible"/>
                                      </p:to>
                                    </p:set>
                                    <p:anim calcmode="lin" valueType="num">
                                      <p:cBhvr>
                                        <p:cTn id="56" dur="500" fill="hold"/>
                                        <p:tgtEl>
                                          <p:spTgt spid="53">
                                            <p:txEl>
                                              <p:pRg st="0" end="0"/>
                                            </p:txEl>
                                          </p:spTgt>
                                        </p:tgtEl>
                                        <p:attrNameLst>
                                          <p:attrName>ppt_w</p:attrName>
                                        </p:attrNameLst>
                                      </p:cBhvr>
                                      <p:tavLst>
                                        <p:tav tm="0">
                                          <p:val>
                                            <p:fltVal val="0"/>
                                          </p:val>
                                        </p:tav>
                                        <p:tav tm="100000">
                                          <p:val>
                                            <p:strVal val="#ppt_w"/>
                                          </p:val>
                                        </p:tav>
                                      </p:tavLst>
                                    </p:anim>
                                    <p:anim calcmode="lin" valueType="num">
                                      <p:cBhvr>
                                        <p:cTn id="57" dur="500" fill="hold"/>
                                        <p:tgtEl>
                                          <p:spTgt spid="53">
                                            <p:txEl>
                                              <p:pRg st="0" end="0"/>
                                            </p:txEl>
                                          </p:spTgt>
                                        </p:tgtEl>
                                        <p:attrNameLst>
                                          <p:attrName>ppt_h</p:attrName>
                                        </p:attrNameLst>
                                      </p:cBhvr>
                                      <p:tavLst>
                                        <p:tav tm="0">
                                          <p:val>
                                            <p:fltVal val="0"/>
                                          </p:val>
                                        </p:tav>
                                        <p:tav tm="100000">
                                          <p:val>
                                            <p:strVal val="#ppt_h"/>
                                          </p:val>
                                        </p:tav>
                                      </p:tavLst>
                                    </p:anim>
                                    <p:animEffect transition="in" filter="fade">
                                      <p:cBhvr>
                                        <p:cTn id="58" dur="500"/>
                                        <p:tgtEl>
                                          <p:spTgt spid="53">
                                            <p:txEl>
                                              <p:pRg st="0" end="0"/>
                                            </p:txEl>
                                          </p:spTgt>
                                        </p:tgtEl>
                                      </p:cBhvr>
                                    </p:animEffect>
                                  </p:childTnLst>
                                </p:cTn>
                              </p:par>
                            </p:childTnLst>
                          </p:cTn>
                        </p:par>
                        <p:par>
                          <p:cTn id="59" fill="hold">
                            <p:stCondLst>
                              <p:cond delay="4500"/>
                            </p:stCondLst>
                            <p:childTnLst>
                              <p:par>
                                <p:cTn id="60" presetID="53" presetClass="entr" presetSubtype="16" fill="hold" grpId="0" nodeType="afterEffect" nodePh="1">
                                  <p:stCondLst>
                                    <p:cond delay="0"/>
                                  </p:stCondLst>
                                  <p:endCondLst>
                                    <p:cond evt="begin" delay="0">
                                      <p:tn val="60"/>
                                    </p:cond>
                                  </p:endCondLst>
                                  <p:childTnLst>
                                    <p:set>
                                      <p:cBhvr>
                                        <p:cTn id="61" dur="1" fill="hold">
                                          <p:stCondLst>
                                            <p:cond delay="0"/>
                                          </p:stCondLst>
                                        </p:cTn>
                                        <p:tgtEl>
                                          <p:spTgt spid="54">
                                            <p:txEl>
                                              <p:pRg st="0" end="0"/>
                                            </p:txEl>
                                          </p:spTgt>
                                        </p:tgtEl>
                                        <p:attrNameLst>
                                          <p:attrName>style.visibility</p:attrName>
                                        </p:attrNameLst>
                                      </p:cBhvr>
                                      <p:to>
                                        <p:strVal val="visible"/>
                                      </p:to>
                                    </p:set>
                                    <p:anim calcmode="lin" valueType="num">
                                      <p:cBhvr>
                                        <p:cTn id="62" dur="500" fill="hold"/>
                                        <p:tgtEl>
                                          <p:spTgt spid="54">
                                            <p:txEl>
                                              <p:pRg st="0" end="0"/>
                                            </p:txEl>
                                          </p:spTgt>
                                        </p:tgtEl>
                                        <p:attrNameLst>
                                          <p:attrName>ppt_w</p:attrName>
                                        </p:attrNameLst>
                                      </p:cBhvr>
                                      <p:tavLst>
                                        <p:tav tm="0">
                                          <p:val>
                                            <p:fltVal val="0"/>
                                          </p:val>
                                        </p:tav>
                                        <p:tav tm="100000">
                                          <p:val>
                                            <p:strVal val="#ppt_w"/>
                                          </p:val>
                                        </p:tav>
                                      </p:tavLst>
                                    </p:anim>
                                    <p:anim calcmode="lin" valueType="num">
                                      <p:cBhvr>
                                        <p:cTn id="63" dur="500" fill="hold"/>
                                        <p:tgtEl>
                                          <p:spTgt spid="54">
                                            <p:txEl>
                                              <p:pRg st="0" end="0"/>
                                            </p:txEl>
                                          </p:spTgt>
                                        </p:tgtEl>
                                        <p:attrNameLst>
                                          <p:attrName>ppt_h</p:attrName>
                                        </p:attrNameLst>
                                      </p:cBhvr>
                                      <p:tavLst>
                                        <p:tav tm="0">
                                          <p:val>
                                            <p:fltVal val="0"/>
                                          </p:val>
                                        </p:tav>
                                        <p:tav tm="100000">
                                          <p:val>
                                            <p:strVal val="#ppt_h"/>
                                          </p:val>
                                        </p:tav>
                                      </p:tavLst>
                                    </p:anim>
                                    <p:animEffect transition="in" filter="fade">
                                      <p:cBhvr>
                                        <p:cTn id="64" dur="500"/>
                                        <p:tgtEl>
                                          <p:spTgt spid="5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35" grpId="0" animBg="1"/>
      <p:bldP spid="40" grpId="0" animBg="1"/>
      <p:bldP spid="43" grpId="0" animBg="1"/>
      <p:bldP spid="46" grpId="0" animBg="1"/>
      <p:bldP spid="50" grpId="0" animBg="1"/>
      <p:bldP spid="51"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51"/>
                        </p:tgtEl>
                        <p:attrNameLst>
                          <p:attrName>style.visibility</p:attrName>
                        </p:attrNameLst>
                      </p:cBhvr>
                      <p:to>
                        <p:strVal val="visible"/>
                      </p:to>
                    </p:set>
                    <p:anim calcmode="lin" valueType="num">
                      <p:cBhvr>
                        <p:cTn dur="500" fill="hold"/>
                        <p:tgtEl>
                          <p:spTgt spid="51"/>
                        </p:tgtEl>
                        <p:attrNameLst>
                          <p:attrName>ppt_w</p:attrName>
                        </p:attrNameLst>
                      </p:cBhvr>
                      <p:tavLst>
                        <p:tav tm="0">
                          <p:val>
                            <p:fltVal val="0"/>
                          </p:val>
                        </p:tav>
                        <p:tav tm="100000">
                          <p:val>
                            <p:strVal val="#ppt_w"/>
                          </p:val>
                        </p:tav>
                      </p:tavLst>
                    </p:anim>
                    <p:anim calcmode="lin" valueType="num">
                      <p:cBhvr>
                        <p:cTn dur="500" fill="hold"/>
                        <p:tgtEl>
                          <p:spTgt spid="51"/>
                        </p:tgtEl>
                        <p:attrNameLst>
                          <p:attrName>ppt_h</p:attrName>
                        </p:attrNameLst>
                      </p:cBhvr>
                      <p:tavLst>
                        <p:tav tm="0">
                          <p:val>
                            <p:fltVal val="0"/>
                          </p:val>
                        </p:tav>
                        <p:tav tm="100000">
                          <p:val>
                            <p:strVal val="#ppt_h"/>
                          </p:val>
                        </p:tav>
                      </p:tavLst>
                    </p:anim>
                    <p:animEffect transition="in" filter="fade">
                      <p:cBhvr>
                        <p:cTn dur="500"/>
                        <p:tgtEl>
                          <p:spTgt spid="51"/>
                        </p:tgtEl>
                      </p:cBhvr>
                    </p:animEffect>
                  </p:childTnLst>
                </p:cTn>
              </p:par>
            </p:tnLst>
          </p:tmpl>
        </p:tmplLst>
      </p:bldP>
      <p:bldP spid="52"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52"/>
                        </p:tgtEl>
                        <p:attrNameLst>
                          <p:attrName>style.visibility</p:attrName>
                        </p:attrNameLst>
                      </p:cBhvr>
                      <p:to>
                        <p:strVal val="visible"/>
                      </p:to>
                    </p:set>
                    <p:animEffect transition="in" filter="fade">
                      <p:cBhvr>
                        <p:cTn dur="500"/>
                        <p:tgtEl>
                          <p:spTgt spid="52"/>
                        </p:tgtEl>
                      </p:cBhvr>
                    </p:animEffect>
                    <p:anim calcmode="lin" valueType="num">
                      <p:cBhvr>
                        <p:cTn dur="500" fill="hold"/>
                        <p:tgtEl>
                          <p:spTgt spid="52"/>
                        </p:tgtEl>
                        <p:attrNameLst>
                          <p:attrName>ppt_x</p:attrName>
                        </p:attrNameLst>
                      </p:cBhvr>
                      <p:tavLst>
                        <p:tav tm="0">
                          <p:val>
                            <p:strVal val="#ppt_x"/>
                          </p:val>
                        </p:tav>
                        <p:tav tm="100000">
                          <p:val>
                            <p:strVal val="#ppt_x"/>
                          </p:val>
                        </p:tav>
                      </p:tavLst>
                    </p:anim>
                    <p:anim calcmode="lin" valueType="num">
                      <p:cBhvr>
                        <p:cTn dur="500" fill="hold"/>
                        <p:tgtEl>
                          <p:spTgt spid="52"/>
                        </p:tgtEl>
                        <p:attrNameLst>
                          <p:attrName>ppt_y</p:attrName>
                        </p:attrNameLst>
                      </p:cBhvr>
                      <p:tavLst>
                        <p:tav tm="0">
                          <p:val>
                            <p:strVal val="#ppt_y+.1"/>
                          </p:val>
                        </p:tav>
                        <p:tav tm="100000">
                          <p:val>
                            <p:strVal val="#ppt_y"/>
                          </p:val>
                        </p:tav>
                      </p:tavLst>
                    </p:anim>
                  </p:childTnLst>
                </p:cTn>
              </p:par>
            </p:tnLst>
          </p:tmpl>
        </p:tmplLst>
      </p:bldP>
      <p:bldP spid="53" grpId="0" build="p">
        <p:tmplLst>
          <p:tmpl lvl="1">
            <p:tnLst>
              <p:par>
                <p:cTn presetID="53" presetClass="entr" presetSubtype="16" fill="hold" nodeType="afterEffect">
                  <p:stCondLst>
                    <p:cond delay="0"/>
                  </p:stCondLst>
                  <p:childTnLst>
                    <p:set>
                      <p:cBhvr>
                        <p:cTn dur="1" fill="hold">
                          <p:stCondLst>
                            <p:cond delay="0"/>
                          </p:stCondLst>
                        </p:cTn>
                        <p:tgtEl>
                          <p:spTgt spid="53"/>
                        </p:tgtEl>
                        <p:attrNameLst>
                          <p:attrName>style.visibility</p:attrName>
                        </p:attrNameLst>
                      </p:cBhvr>
                      <p:to>
                        <p:strVal val="visible"/>
                      </p:to>
                    </p:set>
                    <p:anim calcmode="lin" valueType="num">
                      <p:cBhvr>
                        <p:cTn dur="500" fill="hold"/>
                        <p:tgtEl>
                          <p:spTgt spid="53"/>
                        </p:tgtEl>
                        <p:attrNameLst>
                          <p:attrName>ppt_w</p:attrName>
                        </p:attrNameLst>
                      </p:cBhvr>
                      <p:tavLst>
                        <p:tav tm="0">
                          <p:val>
                            <p:fltVal val="0"/>
                          </p:val>
                        </p:tav>
                        <p:tav tm="100000">
                          <p:val>
                            <p:strVal val="#ppt_w"/>
                          </p:val>
                        </p:tav>
                      </p:tavLst>
                    </p:anim>
                    <p:anim calcmode="lin" valueType="num">
                      <p:cBhvr>
                        <p:cTn dur="500" fill="hold"/>
                        <p:tgtEl>
                          <p:spTgt spid="53"/>
                        </p:tgtEl>
                        <p:attrNameLst>
                          <p:attrName>ppt_h</p:attrName>
                        </p:attrNameLst>
                      </p:cBhvr>
                      <p:tavLst>
                        <p:tav tm="0">
                          <p:val>
                            <p:fltVal val="0"/>
                          </p:val>
                        </p:tav>
                        <p:tav tm="100000">
                          <p:val>
                            <p:strVal val="#ppt_h"/>
                          </p:val>
                        </p:tav>
                      </p:tavLst>
                    </p:anim>
                    <p:animEffect transition="in" filter="fade">
                      <p:cBhvr>
                        <p:cTn dur="500"/>
                        <p:tgtEl>
                          <p:spTgt spid="53"/>
                        </p:tgtEl>
                      </p:cBhvr>
                    </p:animEffect>
                  </p:childTnLst>
                </p:cTn>
              </p:par>
            </p:tnLst>
          </p:tmpl>
        </p:tmplLst>
      </p:bldP>
      <p:bldP spid="54"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54"/>
                        </p:tgtEl>
                        <p:attrNameLst>
                          <p:attrName>style.visibility</p:attrName>
                        </p:attrNameLst>
                      </p:cBhvr>
                      <p:to>
                        <p:strVal val="visible"/>
                      </p:to>
                    </p:set>
                    <p:anim calcmode="lin" valueType="num">
                      <p:cBhvr>
                        <p:cTn dur="500" fill="hold"/>
                        <p:tgtEl>
                          <p:spTgt spid="54"/>
                        </p:tgtEl>
                        <p:attrNameLst>
                          <p:attrName>ppt_w</p:attrName>
                        </p:attrNameLst>
                      </p:cBhvr>
                      <p:tavLst>
                        <p:tav tm="0">
                          <p:val>
                            <p:fltVal val="0"/>
                          </p:val>
                        </p:tav>
                        <p:tav tm="100000">
                          <p:val>
                            <p:strVal val="#ppt_w"/>
                          </p:val>
                        </p:tav>
                      </p:tavLst>
                    </p:anim>
                    <p:anim calcmode="lin" valueType="num">
                      <p:cBhvr>
                        <p:cTn dur="500" fill="hold"/>
                        <p:tgtEl>
                          <p:spTgt spid="54"/>
                        </p:tgtEl>
                        <p:attrNameLst>
                          <p:attrName>ppt_h</p:attrName>
                        </p:attrNameLst>
                      </p:cBhvr>
                      <p:tavLst>
                        <p:tav tm="0">
                          <p:val>
                            <p:fltVal val="0"/>
                          </p:val>
                        </p:tav>
                        <p:tav tm="100000">
                          <p:val>
                            <p:strVal val="#ppt_h"/>
                          </p:val>
                        </p:tav>
                      </p:tavLst>
                    </p:anim>
                    <p:animEffect transition="in" filter="fade">
                      <p:cBhvr>
                        <p:cTn dur="500"/>
                        <p:tgtEl>
                          <p:spTgt spid="54"/>
                        </p:tgtEl>
                      </p:cBhvr>
                    </p:animEffect>
                  </p:childTnLst>
                </p:cTn>
              </p:par>
            </p:tnLst>
          </p:tmpl>
        </p:tmplLst>
      </p:bldP>
    </p:bldLst>
  </p:timing>
</p:sldLayout>
</file>

<file path=ppt/slideLayouts/slideLayout622.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9" name="Picture Placeholder 24"/>
          <p:cNvSpPr>
            <a:spLocks noGrp="1"/>
          </p:cNvSpPr>
          <p:nvPr>
            <p:ph type="pic" sz="quarter" idx="14" hasCustomPrompt="1"/>
          </p:nvPr>
        </p:nvSpPr>
        <p:spPr>
          <a:xfrm>
            <a:off x="775852" y="1921135"/>
            <a:ext cx="2166842" cy="2166842"/>
          </a:xfrm>
          <a:custGeom>
            <a:avLst/>
            <a:gdLst>
              <a:gd name="connsiteX0" fmla="*/ 1342864 w 2685728"/>
              <a:gd name="connsiteY0" fmla="*/ 0 h 2685728"/>
              <a:gd name="connsiteX1" fmla="*/ 1590895 w 2685728"/>
              <a:gd name="connsiteY1" fmla="*/ 102738 h 2685728"/>
              <a:gd name="connsiteX2" fmla="*/ 2582990 w 2685728"/>
              <a:gd name="connsiteY2" fmla="*/ 1094833 h 2685728"/>
              <a:gd name="connsiteX3" fmla="*/ 2582990 w 2685728"/>
              <a:gd name="connsiteY3" fmla="*/ 1590895 h 2685728"/>
              <a:gd name="connsiteX4" fmla="*/ 1590895 w 2685728"/>
              <a:gd name="connsiteY4" fmla="*/ 2582990 h 2685728"/>
              <a:gd name="connsiteX5" fmla="*/ 1094833 w 2685728"/>
              <a:gd name="connsiteY5" fmla="*/ 2582990 h 2685728"/>
              <a:gd name="connsiteX6" fmla="*/ 102738 w 2685728"/>
              <a:gd name="connsiteY6" fmla="*/ 1590895 h 2685728"/>
              <a:gd name="connsiteX7" fmla="*/ 102738 w 2685728"/>
              <a:gd name="connsiteY7" fmla="*/ 1094833 h 2685728"/>
              <a:gd name="connsiteX8" fmla="*/ 1094833 w 2685728"/>
              <a:gd name="connsiteY8" fmla="*/ 102738 h 2685728"/>
              <a:gd name="connsiteX9" fmla="*/ 1342864 w 2685728"/>
              <a:gd name="connsiteY9" fmla="*/ 0 h 2685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5728" h="2685728">
                <a:moveTo>
                  <a:pt x="1342864" y="0"/>
                </a:moveTo>
                <a:cubicBezTo>
                  <a:pt x="1432634" y="0"/>
                  <a:pt x="1522403" y="34246"/>
                  <a:pt x="1590895" y="102738"/>
                </a:cubicBezTo>
                <a:lnTo>
                  <a:pt x="2582990" y="1094833"/>
                </a:lnTo>
                <a:cubicBezTo>
                  <a:pt x="2719974" y="1231817"/>
                  <a:pt x="2719974" y="1453912"/>
                  <a:pt x="2582990" y="1590895"/>
                </a:cubicBezTo>
                <a:lnTo>
                  <a:pt x="1590895" y="2582990"/>
                </a:lnTo>
                <a:cubicBezTo>
                  <a:pt x="1453912" y="2719974"/>
                  <a:pt x="1231817" y="2719974"/>
                  <a:pt x="1094833" y="2582990"/>
                </a:cubicBezTo>
                <a:lnTo>
                  <a:pt x="102738" y="1590895"/>
                </a:lnTo>
                <a:cubicBezTo>
                  <a:pt x="-34246" y="1453912"/>
                  <a:pt x="-34246" y="1231817"/>
                  <a:pt x="102738" y="1094833"/>
                </a:cubicBezTo>
                <a:lnTo>
                  <a:pt x="1094833" y="102738"/>
                </a:lnTo>
                <a:cubicBezTo>
                  <a:pt x="1163325" y="34246"/>
                  <a:pt x="1253094" y="0"/>
                  <a:pt x="1342864" y="0"/>
                </a:cubicBezTo>
                <a:close/>
              </a:path>
            </a:pathLst>
          </a:custGeom>
          <a:solidFill>
            <a:schemeClr val="bg1">
              <a:lumMod val="85000"/>
            </a:schemeClr>
          </a:solidFill>
          <a:ln w="76200">
            <a:solidFill>
              <a:schemeClr val="bg1"/>
            </a:solidFill>
          </a:ln>
          <a:effectLst>
            <a:outerShdw blurRad="50800" dist="38100" dir="2700000" algn="tl" rotWithShape="0">
              <a:prstClr val="black">
                <a:alpha val="40000"/>
              </a:prstClr>
            </a:outerShdw>
          </a:effectLst>
        </p:spPr>
        <p:txBody>
          <a:bodyPr wrap="square">
            <a:noAutofit/>
          </a:bodyPr>
          <a:lstStyle>
            <a:lvl1pPr>
              <a:defRPr baseline="0"/>
            </a:lvl1pPr>
          </a:lstStyle>
          <a:p>
            <a:r>
              <a:rPr lang="id-ID" dirty="0" smtClean="0"/>
              <a:t>Pic here</a:t>
            </a:r>
            <a:endParaRPr lang="en-AU" dirty="0"/>
          </a:p>
        </p:txBody>
      </p:sp>
      <p:sp>
        <p:nvSpPr>
          <p:cNvPr id="10" name="Picture Placeholder 24"/>
          <p:cNvSpPr>
            <a:spLocks noGrp="1"/>
          </p:cNvSpPr>
          <p:nvPr>
            <p:ph type="pic" sz="quarter" idx="15" hasCustomPrompt="1"/>
          </p:nvPr>
        </p:nvSpPr>
        <p:spPr>
          <a:xfrm>
            <a:off x="3595252" y="1921135"/>
            <a:ext cx="2166842" cy="2166842"/>
          </a:xfrm>
          <a:custGeom>
            <a:avLst/>
            <a:gdLst>
              <a:gd name="connsiteX0" fmla="*/ 1342864 w 2685728"/>
              <a:gd name="connsiteY0" fmla="*/ 0 h 2685728"/>
              <a:gd name="connsiteX1" fmla="*/ 1590895 w 2685728"/>
              <a:gd name="connsiteY1" fmla="*/ 102738 h 2685728"/>
              <a:gd name="connsiteX2" fmla="*/ 2582990 w 2685728"/>
              <a:gd name="connsiteY2" fmla="*/ 1094833 h 2685728"/>
              <a:gd name="connsiteX3" fmla="*/ 2582990 w 2685728"/>
              <a:gd name="connsiteY3" fmla="*/ 1590895 h 2685728"/>
              <a:gd name="connsiteX4" fmla="*/ 1590895 w 2685728"/>
              <a:gd name="connsiteY4" fmla="*/ 2582990 h 2685728"/>
              <a:gd name="connsiteX5" fmla="*/ 1094833 w 2685728"/>
              <a:gd name="connsiteY5" fmla="*/ 2582990 h 2685728"/>
              <a:gd name="connsiteX6" fmla="*/ 102738 w 2685728"/>
              <a:gd name="connsiteY6" fmla="*/ 1590895 h 2685728"/>
              <a:gd name="connsiteX7" fmla="*/ 102738 w 2685728"/>
              <a:gd name="connsiteY7" fmla="*/ 1094833 h 2685728"/>
              <a:gd name="connsiteX8" fmla="*/ 1094833 w 2685728"/>
              <a:gd name="connsiteY8" fmla="*/ 102738 h 2685728"/>
              <a:gd name="connsiteX9" fmla="*/ 1342864 w 2685728"/>
              <a:gd name="connsiteY9" fmla="*/ 0 h 2685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5728" h="2685728">
                <a:moveTo>
                  <a:pt x="1342864" y="0"/>
                </a:moveTo>
                <a:cubicBezTo>
                  <a:pt x="1432634" y="0"/>
                  <a:pt x="1522403" y="34246"/>
                  <a:pt x="1590895" y="102738"/>
                </a:cubicBezTo>
                <a:lnTo>
                  <a:pt x="2582990" y="1094833"/>
                </a:lnTo>
                <a:cubicBezTo>
                  <a:pt x="2719974" y="1231817"/>
                  <a:pt x="2719974" y="1453912"/>
                  <a:pt x="2582990" y="1590895"/>
                </a:cubicBezTo>
                <a:lnTo>
                  <a:pt x="1590895" y="2582990"/>
                </a:lnTo>
                <a:cubicBezTo>
                  <a:pt x="1453912" y="2719974"/>
                  <a:pt x="1231817" y="2719974"/>
                  <a:pt x="1094833" y="2582990"/>
                </a:cubicBezTo>
                <a:lnTo>
                  <a:pt x="102738" y="1590895"/>
                </a:lnTo>
                <a:cubicBezTo>
                  <a:pt x="-34246" y="1453912"/>
                  <a:pt x="-34246" y="1231817"/>
                  <a:pt x="102738" y="1094833"/>
                </a:cubicBezTo>
                <a:lnTo>
                  <a:pt x="1094833" y="102738"/>
                </a:lnTo>
                <a:cubicBezTo>
                  <a:pt x="1163325" y="34246"/>
                  <a:pt x="1253094" y="0"/>
                  <a:pt x="1342864" y="0"/>
                </a:cubicBezTo>
                <a:close/>
              </a:path>
            </a:pathLst>
          </a:custGeom>
          <a:solidFill>
            <a:schemeClr val="bg1">
              <a:lumMod val="85000"/>
            </a:schemeClr>
          </a:solidFill>
          <a:ln w="76200">
            <a:solidFill>
              <a:schemeClr val="bg1"/>
            </a:solidFill>
          </a:ln>
          <a:effectLst>
            <a:outerShdw blurRad="50800" dist="38100" dir="2700000" algn="tl" rotWithShape="0">
              <a:prstClr val="black">
                <a:alpha val="40000"/>
              </a:prstClr>
            </a:outerShdw>
          </a:effectLst>
        </p:spPr>
        <p:txBody>
          <a:bodyPr wrap="square">
            <a:noAutofit/>
          </a:bodyPr>
          <a:lstStyle>
            <a:lvl1pPr>
              <a:defRPr baseline="0"/>
            </a:lvl1pPr>
          </a:lstStyle>
          <a:p>
            <a:r>
              <a:rPr lang="id-ID" dirty="0" smtClean="0"/>
              <a:t>Pic here</a:t>
            </a:r>
            <a:endParaRPr lang="en-AU" dirty="0"/>
          </a:p>
        </p:txBody>
      </p:sp>
      <p:sp>
        <p:nvSpPr>
          <p:cNvPr id="11" name="Picture Placeholder 24"/>
          <p:cNvSpPr>
            <a:spLocks noGrp="1"/>
          </p:cNvSpPr>
          <p:nvPr>
            <p:ph type="pic" sz="quarter" idx="16" hasCustomPrompt="1"/>
          </p:nvPr>
        </p:nvSpPr>
        <p:spPr>
          <a:xfrm>
            <a:off x="6414652" y="1921135"/>
            <a:ext cx="2166842" cy="2166842"/>
          </a:xfrm>
          <a:custGeom>
            <a:avLst/>
            <a:gdLst>
              <a:gd name="connsiteX0" fmla="*/ 1342864 w 2685728"/>
              <a:gd name="connsiteY0" fmla="*/ 0 h 2685728"/>
              <a:gd name="connsiteX1" fmla="*/ 1590895 w 2685728"/>
              <a:gd name="connsiteY1" fmla="*/ 102738 h 2685728"/>
              <a:gd name="connsiteX2" fmla="*/ 2582990 w 2685728"/>
              <a:gd name="connsiteY2" fmla="*/ 1094833 h 2685728"/>
              <a:gd name="connsiteX3" fmla="*/ 2582990 w 2685728"/>
              <a:gd name="connsiteY3" fmla="*/ 1590895 h 2685728"/>
              <a:gd name="connsiteX4" fmla="*/ 1590895 w 2685728"/>
              <a:gd name="connsiteY4" fmla="*/ 2582990 h 2685728"/>
              <a:gd name="connsiteX5" fmla="*/ 1094833 w 2685728"/>
              <a:gd name="connsiteY5" fmla="*/ 2582990 h 2685728"/>
              <a:gd name="connsiteX6" fmla="*/ 102738 w 2685728"/>
              <a:gd name="connsiteY6" fmla="*/ 1590895 h 2685728"/>
              <a:gd name="connsiteX7" fmla="*/ 102738 w 2685728"/>
              <a:gd name="connsiteY7" fmla="*/ 1094833 h 2685728"/>
              <a:gd name="connsiteX8" fmla="*/ 1094833 w 2685728"/>
              <a:gd name="connsiteY8" fmla="*/ 102738 h 2685728"/>
              <a:gd name="connsiteX9" fmla="*/ 1342864 w 2685728"/>
              <a:gd name="connsiteY9" fmla="*/ 0 h 2685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5728" h="2685728">
                <a:moveTo>
                  <a:pt x="1342864" y="0"/>
                </a:moveTo>
                <a:cubicBezTo>
                  <a:pt x="1432634" y="0"/>
                  <a:pt x="1522403" y="34246"/>
                  <a:pt x="1590895" y="102738"/>
                </a:cubicBezTo>
                <a:lnTo>
                  <a:pt x="2582990" y="1094833"/>
                </a:lnTo>
                <a:cubicBezTo>
                  <a:pt x="2719974" y="1231817"/>
                  <a:pt x="2719974" y="1453912"/>
                  <a:pt x="2582990" y="1590895"/>
                </a:cubicBezTo>
                <a:lnTo>
                  <a:pt x="1590895" y="2582990"/>
                </a:lnTo>
                <a:cubicBezTo>
                  <a:pt x="1453912" y="2719974"/>
                  <a:pt x="1231817" y="2719974"/>
                  <a:pt x="1094833" y="2582990"/>
                </a:cubicBezTo>
                <a:lnTo>
                  <a:pt x="102738" y="1590895"/>
                </a:lnTo>
                <a:cubicBezTo>
                  <a:pt x="-34246" y="1453912"/>
                  <a:pt x="-34246" y="1231817"/>
                  <a:pt x="102738" y="1094833"/>
                </a:cubicBezTo>
                <a:lnTo>
                  <a:pt x="1094833" y="102738"/>
                </a:lnTo>
                <a:cubicBezTo>
                  <a:pt x="1163325" y="34246"/>
                  <a:pt x="1253094" y="0"/>
                  <a:pt x="1342864" y="0"/>
                </a:cubicBezTo>
                <a:close/>
              </a:path>
            </a:pathLst>
          </a:custGeom>
          <a:solidFill>
            <a:schemeClr val="bg1">
              <a:lumMod val="85000"/>
            </a:schemeClr>
          </a:solidFill>
          <a:ln w="76200">
            <a:solidFill>
              <a:schemeClr val="bg1"/>
            </a:solidFill>
          </a:ln>
          <a:effectLst>
            <a:outerShdw blurRad="50800" dist="38100" dir="2700000" algn="tl" rotWithShape="0">
              <a:prstClr val="black">
                <a:alpha val="40000"/>
              </a:prstClr>
            </a:outerShdw>
          </a:effectLst>
        </p:spPr>
        <p:txBody>
          <a:bodyPr wrap="square">
            <a:noAutofit/>
          </a:bodyPr>
          <a:lstStyle>
            <a:lvl1pPr>
              <a:defRPr baseline="0"/>
            </a:lvl1pPr>
          </a:lstStyle>
          <a:p>
            <a:r>
              <a:rPr lang="id-ID" dirty="0" smtClean="0"/>
              <a:t>Pic here</a:t>
            </a:r>
            <a:endParaRPr lang="en-AU" dirty="0"/>
          </a:p>
        </p:txBody>
      </p:sp>
      <p:sp>
        <p:nvSpPr>
          <p:cNvPr id="12" name="Picture Placeholder 24"/>
          <p:cNvSpPr>
            <a:spLocks noGrp="1"/>
          </p:cNvSpPr>
          <p:nvPr>
            <p:ph type="pic" sz="quarter" idx="17" hasCustomPrompt="1"/>
          </p:nvPr>
        </p:nvSpPr>
        <p:spPr>
          <a:xfrm>
            <a:off x="9234052" y="1921135"/>
            <a:ext cx="2166842" cy="2166842"/>
          </a:xfrm>
          <a:custGeom>
            <a:avLst/>
            <a:gdLst>
              <a:gd name="connsiteX0" fmla="*/ 1342864 w 2685728"/>
              <a:gd name="connsiteY0" fmla="*/ 0 h 2685728"/>
              <a:gd name="connsiteX1" fmla="*/ 1590895 w 2685728"/>
              <a:gd name="connsiteY1" fmla="*/ 102738 h 2685728"/>
              <a:gd name="connsiteX2" fmla="*/ 2582990 w 2685728"/>
              <a:gd name="connsiteY2" fmla="*/ 1094833 h 2685728"/>
              <a:gd name="connsiteX3" fmla="*/ 2582990 w 2685728"/>
              <a:gd name="connsiteY3" fmla="*/ 1590895 h 2685728"/>
              <a:gd name="connsiteX4" fmla="*/ 1590895 w 2685728"/>
              <a:gd name="connsiteY4" fmla="*/ 2582990 h 2685728"/>
              <a:gd name="connsiteX5" fmla="*/ 1094833 w 2685728"/>
              <a:gd name="connsiteY5" fmla="*/ 2582990 h 2685728"/>
              <a:gd name="connsiteX6" fmla="*/ 102738 w 2685728"/>
              <a:gd name="connsiteY6" fmla="*/ 1590895 h 2685728"/>
              <a:gd name="connsiteX7" fmla="*/ 102738 w 2685728"/>
              <a:gd name="connsiteY7" fmla="*/ 1094833 h 2685728"/>
              <a:gd name="connsiteX8" fmla="*/ 1094833 w 2685728"/>
              <a:gd name="connsiteY8" fmla="*/ 102738 h 2685728"/>
              <a:gd name="connsiteX9" fmla="*/ 1342864 w 2685728"/>
              <a:gd name="connsiteY9" fmla="*/ 0 h 2685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5728" h="2685728">
                <a:moveTo>
                  <a:pt x="1342864" y="0"/>
                </a:moveTo>
                <a:cubicBezTo>
                  <a:pt x="1432634" y="0"/>
                  <a:pt x="1522403" y="34246"/>
                  <a:pt x="1590895" y="102738"/>
                </a:cubicBezTo>
                <a:lnTo>
                  <a:pt x="2582990" y="1094833"/>
                </a:lnTo>
                <a:cubicBezTo>
                  <a:pt x="2719974" y="1231817"/>
                  <a:pt x="2719974" y="1453912"/>
                  <a:pt x="2582990" y="1590895"/>
                </a:cubicBezTo>
                <a:lnTo>
                  <a:pt x="1590895" y="2582990"/>
                </a:lnTo>
                <a:cubicBezTo>
                  <a:pt x="1453912" y="2719974"/>
                  <a:pt x="1231817" y="2719974"/>
                  <a:pt x="1094833" y="2582990"/>
                </a:cubicBezTo>
                <a:lnTo>
                  <a:pt x="102738" y="1590895"/>
                </a:lnTo>
                <a:cubicBezTo>
                  <a:pt x="-34246" y="1453912"/>
                  <a:pt x="-34246" y="1231817"/>
                  <a:pt x="102738" y="1094833"/>
                </a:cubicBezTo>
                <a:lnTo>
                  <a:pt x="1094833" y="102738"/>
                </a:lnTo>
                <a:cubicBezTo>
                  <a:pt x="1163325" y="34246"/>
                  <a:pt x="1253094" y="0"/>
                  <a:pt x="1342864" y="0"/>
                </a:cubicBezTo>
                <a:close/>
              </a:path>
            </a:pathLst>
          </a:custGeom>
          <a:solidFill>
            <a:schemeClr val="bg1">
              <a:lumMod val="85000"/>
            </a:schemeClr>
          </a:solidFill>
          <a:ln w="76200">
            <a:solidFill>
              <a:schemeClr val="bg1"/>
            </a:solidFill>
          </a:ln>
          <a:effectLst>
            <a:outerShdw blurRad="50800" dist="38100" dir="2700000" algn="tl" rotWithShape="0">
              <a:prstClr val="black">
                <a:alpha val="40000"/>
              </a:prstClr>
            </a:outerShdw>
          </a:effectLst>
        </p:spPr>
        <p:txBody>
          <a:bodyPr wrap="square">
            <a:noAutofit/>
          </a:bodyPr>
          <a:lstStyle>
            <a:lvl1pPr>
              <a:defRPr baseline="0"/>
            </a:lvl1pPr>
          </a:lstStyle>
          <a:p>
            <a:r>
              <a:rPr lang="id-ID" dirty="0" smtClean="0"/>
              <a:t>Pic here</a:t>
            </a:r>
            <a:endParaRPr lang="en-AU" dirty="0"/>
          </a:p>
        </p:txBody>
      </p:sp>
      <p:sp>
        <p:nvSpPr>
          <p:cNvPr id="13" name="Text Placeholder 21"/>
          <p:cNvSpPr>
            <a:spLocks noGrp="1"/>
          </p:cNvSpPr>
          <p:nvPr>
            <p:ph type="body" sz="quarter" idx="20"/>
          </p:nvPr>
        </p:nvSpPr>
        <p:spPr>
          <a:xfrm>
            <a:off x="928685" y="4388730"/>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4" name="Text Placeholder 21"/>
          <p:cNvSpPr>
            <a:spLocks noGrp="1"/>
          </p:cNvSpPr>
          <p:nvPr>
            <p:ph type="body" sz="quarter" idx="22"/>
          </p:nvPr>
        </p:nvSpPr>
        <p:spPr>
          <a:xfrm>
            <a:off x="928685" y="4687002"/>
            <a:ext cx="1814513" cy="284472"/>
          </a:xfrm>
        </p:spPr>
        <p:txBody>
          <a:bodyPr>
            <a:normAutofit/>
          </a:bodyPr>
          <a:lstStyle>
            <a:lvl1pPr algn="ctr">
              <a:defRPr sz="1000" b="1" i="1">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5" name="Text Placeholder 21"/>
          <p:cNvSpPr>
            <a:spLocks noGrp="1"/>
          </p:cNvSpPr>
          <p:nvPr>
            <p:ph type="body" sz="quarter" idx="23"/>
          </p:nvPr>
        </p:nvSpPr>
        <p:spPr>
          <a:xfrm>
            <a:off x="3741157" y="4388730"/>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6" name="Text Placeholder 21"/>
          <p:cNvSpPr>
            <a:spLocks noGrp="1"/>
          </p:cNvSpPr>
          <p:nvPr>
            <p:ph type="body" sz="quarter" idx="24"/>
          </p:nvPr>
        </p:nvSpPr>
        <p:spPr>
          <a:xfrm>
            <a:off x="3741157" y="4687002"/>
            <a:ext cx="1814513" cy="284472"/>
          </a:xfrm>
        </p:spPr>
        <p:txBody>
          <a:bodyPr>
            <a:normAutofit/>
          </a:bodyPr>
          <a:lstStyle>
            <a:lvl1pPr algn="ctr">
              <a:defRPr sz="1000" b="1" i="1">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7" name="Text Placeholder 21"/>
          <p:cNvSpPr>
            <a:spLocks noGrp="1"/>
          </p:cNvSpPr>
          <p:nvPr>
            <p:ph type="body" sz="quarter" idx="25"/>
          </p:nvPr>
        </p:nvSpPr>
        <p:spPr>
          <a:xfrm>
            <a:off x="6609049" y="4388730"/>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8" name="Text Placeholder 21"/>
          <p:cNvSpPr>
            <a:spLocks noGrp="1"/>
          </p:cNvSpPr>
          <p:nvPr>
            <p:ph type="body" sz="quarter" idx="26"/>
          </p:nvPr>
        </p:nvSpPr>
        <p:spPr>
          <a:xfrm>
            <a:off x="6609049" y="4687002"/>
            <a:ext cx="1814513" cy="284472"/>
          </a:xfrm>
        </p:spPr>
        <p:txBody>
          <a:bodyPr>
            <a:normAutofit/>
          </a:bodyPr>
          <a:lstStyle>
            <a:lvl1pPr algn="ctr">
              <a:defRPr sz="1000" b="1" i="1">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9" name="Text Placeholder 21"/>
          <p:cNvSpPr>
            <a:spLocks noGrp="1"/>
          </p:cNvSpPr>
          <p:nvPr>
            <p:ph type="body" sz="quarter" idx="27"/>
          </p:nvPr>
        </p:nvSpPr>
        <p:spPr>
          <a:xfrm>
            <a:off x="9428447" y="4388730"/>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0" name="Text Placeholder 21"/>
          <p:cNvSpPr>
            <a:spLocks noGrp="1"/>
          </p:cNvSpPr>
          <p:nvPr>
            <p:ph type="body" sz="quarter" idx="28"/>
          </p:nvPr>
        </p:nvSpPr>
        <p:spPr>
          <a:xfrm>
            <a:off x="9428447" y="4687002"/>
            <a:ext cx="1814513" cy="284472"/>
          </a:xfrm>
        </p:spPr>
        <p:txBody>
          <a:bodyPr>
            <a:normAutofit/>
          </a:bodyPr>
          <a:lstStyle>
            <a:lvl1pPr algn="ctr">
              <a:defRPr sz="1000" b="1" i="1">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1" name="Text Placeholder 21"/>
          <p:cNvSpPr>
            <a:spLocks noGrp="1"/>
          </p:cNvSpPr>
          <p:nvPr>
            <p:ph type="body" sz="quarter" idx="29"/>
          </p:nvPr>
        </p:nvSpPr>
        <p:spPr>
          <a:xfrm>
            <a:off x="928685" y="5012934"/>
            <a:ext cx="1814513" cy="87351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2" name="Text Placeholder 21"/>
          <p:cNvSpPr>
            <a:spLocks noGrp="1"/>
          </p:cNvSpPr>
          <p:nvPr>
            <p:ph type="body" sz="quarter" idx="30"/>
          </p:nvPr>
        </p:nvSpPr>
        <p:spPr>
          <a:xfrm>
            <a:off x="3741157" y="5012934"/>
            <a:ext cx="1814513" cy="87351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3" name="Text Placeholder 21"/>
          <p:cNvSpPr>
            <a:spLocks noGrp="1"/>
          </p:cNvSpPr>
          <p:nvPr>
            <p:ph type="body" sz="quarter" idx="31"/>
          </p:nvPr>
        </p:nvSpPr>
        <p:spPr>
          <a:xfrm>
            <a:off x="6609049" y="5012934"/>
            <a:ext cx="1814513" cy="87351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4" name="Text Placeholder 21"/>
          <p:cNvSpPr>
            <a:spLocks noGrp="1"/>
          </p:cNvSpPr>
          <p:nvPr>
            <p:ph type="body" sz="quarter" idx="32"/>
          </p:nvPr>
        </p:nvSpPr>
        <p:spPr>
          <a:xfrm>
            <a:off x="9428447" y="5012934"/>
            <a:ext cx="1814513" cy="87351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grpSp>
        <p:nvGrpSpPr>
          <p:cNvPr id="25" name="Group 24"/>
          <p:cNvGrpSpPr/>
          <p:nvPr userDrawn="1"/>
        </p:nvGrpSpPr>
        <p:grpSpPr>
          <a:xfrm>
            <a:off x="1548795" y="5922241"/>
            <a:ext cx="615286" cy="184176"/>
            <a:chOff x="3872969" y="5806923"/>
            <a:chExt cx="1724341" cy="516155"/>
          </a:xfrm>
        </p:grpSpPr>
        <p:sp>
          <p:nvSpPr>
            <p:cNvPr id="26" name="Oval 25"/>
            <p:cNvSpPr/>
            <p:nvPr/>
          </p:nvSpPr>
          <p:spPr>
            <a:xfrm>
              <a:off x="3872969"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27" name="Oval 26"/>
            <p:cNvSpPr/>
            <p:nvPr/>
          </p:nvSpPr>
          <p:spPr>
            <a:xfrm>
              <a:off x="4477062"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28" name="Oval 27"/>
            <p:cNvSpPr/>
            <p:nvPr/>
          </p:nvSpPr>
          <p:spPr>
            <a:xfrm>
              <a:off x="5081155"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29" name="Freeform 63"/>
            <p:cNvSpPr>
              <a:spLocks/>
            </p:cNvSpPr>
            <p:nvPr/>
          </p:nvSpPr>
          <p:spPr bwMode="auto">
            <a:xfrm>
              <a:off x="4576091" y="5937921"/>
              <a:ext cx="318095" cy="261714"/>
            </a:xfrm>
            <a:custGeom>
              <a:avLst/>
              <a:gdLst>
                <a:gd name="T0" fmla="*/ 160 w 160"/>
                <a:gd name="T1" fmla="*/ 16 h 131"/>
                <a:gd name="T2" fmla="*/ 159 w 160"/>
                <a:gd name="T3" fmla="*/ 16 h 131"/>
                <a:gd name="T4" fmla="*/ 144 w 160"/>
                <a:gd name="T5" fmla="*/ 20 h 131"/>
                <a:gd name="T6" fmla="*/ 156 w 160"/>
                <a:gd name="T7" fmla="*/ 4 h 131"/>
                <a:gd name="T8" fmla="*/ 156 w 160"/>
                <a:gd name="T9" fmla="*/ 3 h 131"/>
                <a:gd name="T10" fmla="*/ 155 w 160"/>
                <a:gd name="T11" fmla="*/ 3 h 131"/>
                <a:gd name="T12" fmla="*/ 135 w 160"/>
                <a:gd name="T13" fmla="*/ 11 h 131"/>
                <a:gd name="T14" fmla="*/ 111 w 160"/>
                <a:gd name="T15" fmla="*/ 0 h 131"/>
                <a:gd name="T16" fmla="*/ 77 w 160"/>
                <a:gd name="T17" fmla="*/ 34 h 131"/>
                <a:gd name="T18" fmla="*/ 78 w 160"/>
                <a:gd name="T19" fmla="*/ 40 h 131"/>
                <a:gd name="T20" fmla="*/ 12 w 160"/>
                <a:gd name="T21" fmla="*/ 7 h 131"/>
                <a:gd name="T22" fmla="*/ 12 w 160"/>
                <a:gd name="T23" fmla="*/ 6 h 131"/>
                <a:gd name="T24" fmla="*/ 11 w 160"/>
                <a:gd name="T25" fmla="*/ 7 h 131"/>
                <a:gd name="T26" fmla="*/ 7 w 160"/>
                <a:gd name="T27" fmla="*/ 23 h 131"/>
                <a:gd name="T28" fmla="*/ 19 w 160"/>
                <a:gd name="T29" fmla="*/ 50 h 131"/>
                <a:gd name="T30" fmla="*/ 7 w 160"/>
                <a:gd name="T31" fmla="*/ 46 h 131"/>
                <a:gd name="T32" fmla="*/ 7 w 160"/>
                <a:gd name="T33" fmla="*/ 46 h 131"/>
                <a:gd name="T34" fmla="*/ 6 w 160"/>
                <a:gd name="T35" fmla="*/ 47 h 131"/>
                <a:gd name="T36" fmla="*/ 6 w 160"/>
                <a:gd name="T37" fmla="*/ 47 h 131"/>
                <a:gd name="T38" fmla="*/ 30 w 160"/>
                <a:gd name="T39" fmla="*/ 79 h 131"/>
                <a:gd name="T40" fmla="*/ 19 w 160"/>
                <a:gd name="T41" fmla="*/ 79 h 131"/>
                <a:gd name="T42" fmla="*/ 18 w 160"/>
                <a:gd name="T43" fmla="*/ 79 h 131"/>
                <a:gd name="T44" fmla="*/ 18 w 160"/>
                <a:gd name="T45" fmla="*/ 80 h 131"/>
                <a:gd name="T46" fmla="*/ 47 w 160"/>
                <a:gd name="T47" fmla="*/ 103 h 131"/>
                <a:gd name="T48" fmla="*/ 8 w 160"/>
                <a:gd name="T49" fmla="*/ 115 h 131"/>
                <a:gd name="T50" fmla="*/ 1 w 160"/>
                <a:gd name="T51" fmla="*/ 115 h 131"/>
                <a:gd name="T52" fmla="*/ 0 w 160"/>
                <a:gd name="T53" fmla="*/ 115 h 131"/>
                <a:gd name="T54" fmla="*/ 0 w 160"/>
                <a:gd name="T55" fmla="*/ 116 h 131"/>
                <a:gd name="T56" fmla="*/ 51 w 160"/>
                <a:gd name="T57" fmla="*/ 131 h 131"/>
                <a:gd name="T58" fmla="*/ 144 w 160"/>
                <a:gd name="T59" fmla="*/ 38 h 131"/>
                <a:gd name="T60" fmla="*/ 144 w 160"/>
                <a:gd name="T61" fmla="*/ 34 h 131"/>
                <a:gd name="T62" fmla="*/ 160 w 160"/>
                <a:gd name="T63" fmla="*/ 17 h 131"/>
                <a:gd name="T64" fmla="*/ 160 w 160"/>
                <a:gd name="T65" fmla="*/ 1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0" h="131">
                  <a:moveTo>
                    <a:pt x="160" y="16"/>
                  </a:moveTo>
                  <a:cubicBezTo>
                    <a:pt x="160" y="16"/>
                    <a:pt x="160" y="16"/>
                    <a:pt x="159" y="16"/>
                  </a:cubicBezTo>
                  <a:cubicBezTo>
                    <a:pt x="154" y="18"/>
                    <a:pt x="149" y="19"/>
                    <a:pt x="144" y="20"/>
                  </a:cubicBezTo>
                  <a:cubicBezTo>
                    <a:pt x="150" y="16"/>
                    <a:pt x="154" y="10"/>
                    <a:pt x="156" y="4"/>
                  </a:cubicBezTo>
                  <a:cubicBezTo>
                    <a:pt x="156" y="3"/>
                    <a:pt x="156" y="3"/>
                    <a:pt x="156" y="3"/>
                  </a:cubicBezTo>
                  <a:cubicBezTo>
                    <a:pt x="155" y="3"/>
                    <a:pt x="155" y="3"/>
                    <a:pt x="155" y="3"/>
                  </a:cubicBezTo>
                  <a:cubicBezTo>
                    <a:pt x="149" y="7"/>
                    <a:pt x="142" y="9"/>
                    <a:pt x="135" y="11"/>
                  </a:cubicBezTo>
                  <a:cubicBezTo>
                    <a:pt x="128" y="4"/>
                    <a:pt x="120" y="0"/>
                    <a:pt x="111" y="0"/>
                  </a:cubicBezTo>
                  <a:cubicBezTo>
                    <a:pt x="92" y="0"/>
                    <a:pt x="77" y="15"/>
                    <a:pt x="77" y="34"/>
                  </a:cubicBezTo>
                  <a:cubicBezTo>
                    <a:pt x="77" y="36"/>
                    <a:pt x="77" y="38"/>
                    <a:pt x="78" y="40"/>
                  </a:cubicBezTo>
                  <a:cubicBezTo>
                    <a:pt x="52" y="39"/>
                    <a:pt x="29" y="26"/>
                    <a:pt x="12" y="7"/>
                  </a:cubicBezTo>
                  <a:cubicBezTo>
                    <a:pt x="12" y="6"/>
                    <a:pt x="12" y="6"/>
                    <a:pt x="12" y="6"/>
                  </a:cubicBezTo>
                  <a:cubicBezTo>
                    <a:pt x="11" y="6"/>
                    <a:pt x="11" y="6"/>
                    <a:pt x="11" y="7"/>
                  </a:cubicBezTo>
                  <a:cubicBezTo>
                    <a:pt x="8" y="12"/>
                    <a:pt x="7" y="18"/>
                    <a:pt x="7" y="23"/>
                  </a:cubicBezTo>
                  <a:cubicBezTo>
                    <a:pt x="7" y="34"/>
                    <a:pt x="11" y="43"/>
                    <a:pt x="19" y="50"/>
                  </a:cubicBezTo>
                  <a:cubicBezTo>
                    <a:pt x="15" y="49"/>
                    <a:pt x="11" y="48"/>
                    <a:pt x="7" y="46"/>
                  </a:cubicBezTo>
                  <a:cubicBezTo>
                    <a:pt x="7" y="46"/>
                    <a:pt x="7" y="46"/>
                    <a:pt x="7" y="46"/>
                  </a:cubicBezTo>
                  <a:cubicBezTo>
                    <a:pt x="6" y="46"/>
                    <a:pt x="6" y="46"/>
                    <a:pt x="6" y="47"/>
                  </a:cubicBezTo>
                  <a:cubicBezTo>
                    <a:pt x="6" y="47"/>
                    <a:pt x="6" y="47"/>
                    <a:pt x="6" y="47"/>
                  </a:cubicBezTo>
                  <a:cubicBezTo>
                    <a:pt x="6" y="62"/>
                    <a:pt x="16" y="75"/>
                    <a:pt x="30" y="79"/>
                  </a:cubicBezTo>
                  <a:cubicBezTo>
                    <a:pt x="26" y="79"/>
                    <a:pt x="22" y="79"/>
                    <a:pt x="19" y="79"/>
                  </a:cubicBezTo>
                  <a:cubicBezTo>
                    <a:pt x="18" y="79"/>
                    <a:pt x="18" y="79"/>
                    <a:pt x="18" y="79"/>
                  </a:cubicBezTo>
                  <a:cubicBezTo>
                    <a:pt x="18" y="79"/>
                    <a:pt x="18" y="79"/>
                    <a:pt x="18" y="80"/>
                  </a:cubicBezTo>
                  <a:cubicBezTo>
                    <a:pt x="22" y="93"/>
                    <a:pt x="33" y="102"/>
                    <a:pt x="47" y="103"/>
                  </a:cubicBezTo>
                  <a:cubicBezTo>
                    <a:pt x="36" y="111"/>
                    <a:pt x="22" y="115"/>
                    <a:pt x="8" y="115"/>
                  </a:cubicBezTo>
                  <a:cubicBezTo>
                    <a:pt x="6" y="115"/>
                    <a:pt x="3" y="115"/>
                    <a:pt x="1" y="115"/>
                  </a:cubicBezTo>
                  <a:cubicBezTo>
                    <a:pt x="0" y="115"/>
                    <a:pt x="0" y="115"/>
                    <a:pt x="0" y="115"/>
                  </a:cubicBezTo>
                  <a:cubicBezTo>
                    <a:pt x="0" y="116"/>
                    <a:pt x="0" y="116"/>
                    <a:pt x="0" y="116"/>
                  </a:cubicBezTo>
                  <a:cubicBezTo>
                    <a:pt x="15" y="126"/>
                    <a:pt x="33" y="131"/>
                    <a:pt x="51" y="131"/>
                  </a:cubicBezTo>
                  <a:cubicBezTo>
                    <a:pt x="109" y="131"/>
                    <a:pt x="144" y="83"/>
                    <a:pt x="144" y="38"/>
                  </a:cubicBezTo>
                  <a:cubicBezTo>
                    <a:pt x="144" y="36"/>
                    <a:pt x="144" y="35"/>
                    <a:pt x="144" y="34"/>
                  </a:cubicBezTo>
                  <a:cubicBezTo>
                    <a:pt x="150" y="29"/>
                    <a:pt x="156" y="23"/>
                    <a:pt x="160" y="17"/>
                  </a:cubicBezTo>
                  <a:cubicBezTo>
                    <a:pt x="160" y="17"/>
                    <a:pt x="160" y="16"/>
                    <a:pt x="160" y="16"/>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sp>
          <p:nvSpPr>
            <p:cNvPr id="30" name="Freeform 21"/>
            <p:cNvSpPr>
              <a:spLocks/>
            </p:cNvSpPr>
            <p:nvPr/>
          </p:nvSpPr>
          <p:spPr bwMode="auto">
            <a:xfrm>
              <a:off x="5235659" y="5934143"/>
              <a:ext cx="207145" cy="261714"/>
            </a:xfrm>
            <a:custGeom>
              <a:avLst/>
              <a:gdLst>
                <a:gd name="T0" fmla="*/ 129 w 323"/>
                <a:gd name="T1" fmla="*/ 272 h 408"/>
                <a:gd name="T2" fmla="*/ 68 w 323"/>
                <a:gd name="T3" fmla="*/ 408 h 408"/>
                <a:gd name="T4" fmla="*/ 98 w 323"/>
                <a:gd name="T5" fmla="*/ 196 h 408"/>
                <a:gd name="T6" fmla="*/ 149 w 323"/>
                <a:gd name="T7" fmla="*/ 99 h 408"/>
                <a:gd name="T8" fmla="*/ 172 w 323"/>
                <a:gd name="T9" fmla="*/ 257 h 408"/>
                <a:gd name="T10" fmla="*/ 234 w 323"/>
                <a:gd name="T11" fmla="*/ 73 h 408"/>
                <a:gd name="T12" fmla="*/ 47 w 323"/>
                <a:gd name="T13" fmla="*/ 173 h 408"/>
                <a:gd name="T14" fmla="*/ 57 w 323"/>
                <a:gd name="T15" fmla="*/ 239 h 408"/>
                <a:gd name="T16" fmla="*/ 1 w 323"/>
                <a:gd name="T17" fmla="*/ 147 h 408"/>
                <a:gd name="T18" fmla="*/ 137 w 323"/>
                <a:gd name="T19" fmla="*/ 9 h 408"/>
                <a:gd name="T20" fmla="*/ 310 w 323"/>
                <a:gd name="T21" fmla="*/ 119 h 408"/>
                <a:gd name="T22" fmla="*/ 183 w 323"/>
                <a:gd name="T23" fmla="*/ 298 h 408"/>
                <a:gd name="T24" fmla="*/ 129 w 323"/>
                <a:gd name="T25" fmla="*/ 272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3" h="408">
                  <a:moveTo>
                    <a:pt x="129" y="272"/>
                  </a:moveTo>
                  <a:cubicBezTo>
                    <a:pt x="118" y="328"/>
                    <a:pt x="106" y="380"/>
                    <a:pt x="68" y="408"/>
                  </a:cubicBezTo>
                  <a:cubicBezTo>
                    <a:pt x="56" y="325"/>
                    <a:pt x="85" y="262"/>
                    <a:pt x="98" y="196"/>
                  </a:cubicBezTo>
                  <a:cubicBezTo>
                    <a:pt x="75" y="157"/>
                    <a:pt x="101" y="80"/>
                    <a:pt x="149" y="99"/>
                  </a:cubicBezTo>
                  <a:cubicBezTo>
                    <a:pt x="209" y="122"/>
                    <a:pt x="98" y="242"/>
                    <a:pt x="172" y="257"/>
                  </a:cubicBezTo>
                  <a:cubicBezTo>
                    <a:pt x="250" y="273"/>
                    <a:pt x="282" y="122"/>
                    <a:pt x="234" y="73"/>
                  </a:cubicBezTo>
                  <a:cubicBezTo>
                    <a:pt x="164" y="2"/>
                    <a:pt x="31" y="72"/>
                    <a:pt x="47" y="173"/>
                  </a:cubicBezTo>
                  <a:cubicBezTo>
                    <a:pt x="51" y="198"/>
                    <a:pt x="77" y="205"/>
                    <a:pt x="57" y="239"/>
                  </a:cubicBezTo>
                  <a:cubicBezTo>
                    <a:pt x="13" y="229"/>
                    <a:pt x="0" y="194"/>
                    <a:pt x="1" y="147"/>
                  </a:cubicBezTo>
                  <a:cubicBezTo>
                    <a:pt x="4" y="70"/>
                    <a:pt x="70" y="17"/>
                    <a:pt x="137" y="9"/>
                  </a:cubicBezTo>
                  <a:cubicBezTo>
                    <a:pt x="221" y="0"/>
                    <a:pt x="300" y="40"/>
                    <a:pt x="310" y="119"/>
                  </a:cubicBezTo>
                  <a:cubicBezTo>
                    <a:pt x="323" y="208"/>
                    <a:pt x="273" y="305"/>
                    <a:pt x="183" y="298"/>
                  </a:cubicBezTo>
                  <a:cubicBezTo>
                    <a:pt x="158" y="296"/>
                    <a:pt x="148" y="284"/>
                    <a:pt x="129" y="272"/>
                  </a:cubicBezTo>
                  <a:close/>
                </a:path>
              </a:pathLst>
            </a:custGeom>
            <a:solidFill>
              <a:schemeClr val="bg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mn-cs"/>
              </a:endParaRPr>
            </a:p>
          </p:txBody>
        </p:sp>
        <p:sp>
          <p:nvSpPr>
            <p:cNvPr id="31" name="Freeform 62"/>
            <p:cNvSpPr>
              <a:spLocks/>
            </p:cNvSpPr>
            <p:nvPr/>
          </p:nvSpPr>
          <p:spPr bwMode="auto">
            <a:xfrm>
              <a:off x="4063583" y="5934143"/>
              <a:ext cx="134925" cy="261714"/>
            </a:xfrm>
            <a:custGeom>
              <a:avLst/>
              <a:gdLst>
                <a:gd name="T0" fmla="*/ 84 w 84"/>
                <a:gd name="T1" fmla="*/ 27 h 163"/>
                <a:gd name="T2" fmla="*/ 69 w 84"/>
                <a:gd name="T3" fmla="*/ 27 h 163"/>
                <a:gd name="T4" fmla="*/ 54 w 84"/>
                <a:gd name="T5" fmla="*/ 41 h 163"/>
                <a:gd name="T6" fmla="*/ 54 w 84"/>
                <a:gd name="T7" fmla="*/ 60 h 163"/>
                <a:gd name="T8" fmla="*/ 83 w 84"/>
                <a:gd name="T9" fmla="*/ 60 h 163"/>
                <a:gd name="T10" fmla="*/ 83 w 84"/>
                <a:gd name="T11" fmla="*/ 88 h 163"/>
                <a:gd name="T12" fmla="*/ 54 w 84"/>
                <a:gd name="T13" fmla="*/ 88 h 163"/>
                <a:gd name="T14" fmla="*/ 54 w 84"/>
                <a:gd name="T15" fmla="*/ 163 h 163"/>
                <a:gd name="T16" fmla="*/ 25 w 84"/>
                <a:gd name="T17" fmla="*/ 163 h 163"/>
                <a:gd name="T18" fmla="*/ 25 w 84"/>
                <a:gd name="T19" fmla="*/ 88 h 163"/>
                <a:gd name="T20" fmla="*/ 0 w 84"/>
                <a:gd name="T21" fmla="*/ 88 h 163"/>
                <a:gd name="T22" fmla="*/ 0 w 84"/>
                <a:gd name="T23" fmla="*/ 60 h 163"/>
                <a:gd name="T24" fmla="*/ 25 w 84"/>
                <a:gd name="T25" fmla="*/ 60 h 163"/>
                <a:gd name="T26" fmla="*/ 25 w 84"/>
                <a:gd name="T27" fmla="*/ 38 h 163"/>
                <a:gd name="T28" fmla="*/ 62 w 84"/>
                <a:gd name="T29" fmla="*/ 0 h 163"/>
                <a:gd name="T30" fmla="*/ 84 w 84"/>
                <a:gd name="T31" fmla="*/ 0 h 163"/>
                <a:gd name="T32" fmla="*/ 84 w 84"/>
                <a:gd name="T33" fmla="*/ 27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63">
                  <a:moveTo>
                    <a:pt x="84" y="27"/>
                  </a:moveTo>
                  <a:cubicBezTo>
                    <a:pt x="69" y="27"/>
                    <a:pt x="69" y="27"/>
                    <a:pt x="69" y="27"/>
                  </a:cubicBezTo>
                  <a:cubicBezTo>
                    <a:pt x="57" y="27"/>
                    <a:pt x="54" y="33"/>
                    <a:pt x="54" y="41"/>
                  </a:cubicBezTo>
                  <a:cubicBezTo>
                    <a:pt x="54" y="60"/>
                    <a:pt x="54" y="60"/>
                    <a:pt x="54" y="60"/>
                  </a:cubicBezTo>
                  <a:cubicBezTo>
                    <a:pt x="83" y="60"/>
                    <a:pt x="83" y="60"/>
                    <a:pt x="83" y="60"/>
                  </a:cubicBezTo>
                  <a:cubicBezTo>
                    <a:pt x="83" y="88"/>
                    <a:pt x="83" y="88"/>
                    <a:pt x="83" y="88"/>
                  </a:cubicBezTo>
                  <a:cubicBezTo>
                    <a:pt x="54" y="88"/>
                    <a:pt x="54" y="88"/>
                    <a:pt x="54" y="88"/>
                  </a:cubicBezTo>
                  <a:cubicBezTo>
                    <a:pt x="54" y="163"/>
                    <a:pt x="54" y="163"/>
                    <a:pt x="54" y="163"/>
                  </a:cubicBezTo>
                  <a:cubicBezTo>
                    <a:pt x="25" y="163"/>
                    <a:pt x="25" y="163"/>
                    <a:pt x="25" y="163"/>
                  </a:cubicBezTo>
                  <a:cubicBezTo>
                    <a:pt x="25" y="88"/>
                    <a:pt x="25" y="88"/>
                    <a:pt x="25" y="88"/>
                  </a:cubicBezTo>
                  <a:cubicBezTo>
                    <a:pt x="0" y="88"/>
                    <a:pt x="0" y="88"/>
                    <a:pt x="0" y="88"/>
                  </a:cubicBezTo>
                  <a:cubicBezTo>
                    <a:pt x="0" y="60"/>
                    <a:pt x="0" y="60"/>
                    <a:pt x="0" y="60"/>
                  </a:cubicBezTo>
                  <a:cubicBezTo>
                    <a:pt x="25" y="60"/>
                    <a:pt x="25" y="60"/>
                    <a:pt x="25" y="60"/>
                  </a:cubicBezTo>
                  <a:cubicBezTo>
                    <a:pt x="25" y="38"/>
                    <a:pt x="25" y="38"/>
                    <a:pt x="25" y="38"/>
                  </a:cubicBezTo>
                  <a:cubicBezTo>
                    <a:pt x="25" y="13"/>
                    <a:pt x="40" y="0"/>
                    <a:pt x="62" y="0"/>
                  </a:cubicBezTo>
                  <a:cubicBezTo>
                    <a:pt x="84" y="0"/>
                    <a:pt x="84" y="0"/>
                    <a:pt x="84" y="0"/>
                  </a:cubicBezTo>
                  <a:lnTo>
                    <a:pt x="84" y="27"/>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grpSp>
      <p:grpSp>
        <p:nvGrpSpPr>
          <p:cNvPr id="32" name="Group 31"/>
          <p:cNvGrpSpPr/>
          <p:nvPr userDrawn="1"/>
        </p:nvGrpSpPr>
        <p:grpSpPr>
          <a:xfrm>
            <a:off x="4371030" y="5929154"/>
            <a:ext cx="615286" cy="184176"/>
            <a:chOff x="3872969" y="5806923"/>
            <a:chExt cx="1724341" cy="516155"/>
          </a:xfrm>
        </p:grpSpPr>
        <p:sp>
          <p:nvSpPr>
            <p:cNvPr id="33" name="Oval 32"/>
            <p:cNvSpPr/>
            <p:nvPr/>
          </p:nvSpPr>
          <p:spPr>
            <a:xfrm>
              <a:off x="3872969"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34" name="Oval 33"/>
            <p:cNvSpPr/>
            <p:nvPr/>
          </p:nvSpPr>
          <p:spPr>
            <a:xfrm>
              <a:off x="4477062"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35" name="Oval 34"/>
            <p:cNvSpPr/>
            <p:nvPr/>
          </p:nvSpPr>
          <p:spPr>
            <a:xfrm>
              <a:off x="5081155"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36" name="Freeform 63"/>
            <p:cNvSpPr>
              <a:spLocks/>
            </p:cNvSpPr>
            <p:nvPr/>
          </p:nvSpPr>
          <p:spPr bwMode="auto">
            <a:xfrm>
              <a:off x="4576091" y="5937921"/>
              <a:ext cx="318095" cy="261714"/>
            </a:xfrm>
            <a:custGeom>
              <a:avLst/>
              <a:gdLst>
                <a:gd name="T0" fmla="*/ 160 w 160"/>
                <a:gd name="T1" fmla="*/ 16 h 131"/>
                <a:gd name="T2" fmla="*/ 159 w 160"/>
                <a:gd name="T3" fmla="*/ 16 h 131"/>
                <a:gd name="T4" fmla="*/ 144 w 160"/>
                <a:gd name="T5" fmla="*/ 20 h 131"/>
                <a:gd name="T6" fmla="*/ 156 w 160"/>
                <a:gd name="T7" fmla="*/ 4 h 131"/>
                <a:gd name="T8" fmla="*/ 156 w 160"/>
                <a:gd name="T9" fmla="*/ 3 h 131"/>
                <a:gd name="T10" fmla="*/ 155 w 160"/>
                <a:gd name="T11" fmla="*/ 3 h 131"/>
                <a:gd name="T12" fmla="*/ 135 w 160"/>
                <a:gd name="T13" fmla="*/ 11 h 131"/>
                <a:gd name="T14" fmla="*/ 111 w 160"/>
                <a:gd name="T15" fmla="*/ 0 h 131"/>
                <a:gd name="T16" fmla="*/ 77 w 160"/>
                <a:gd name="T17" fmla="*/ 34 h 131"/>
                <a:gd name="T18" fmla="*/ 78 w 160"/>
                <a:gd name="T19" fmla="*/ 40 h 131"/>
                <a:gd name="T20" fmla="*/ 12 w 160"/>
                <a:gd name="T21" fmla="*/ 7 h 131"/>
                <a:gd name="T22" fmla="*/ 12 w 160"/>
                <a:gd name="T23" fmla="*/ 6 h 131"/>
                <a:gd name="T24" fmla="*/ 11 w 160"/>
                <a:gd name="T25" fmla="*/ 7 h 131"/>
                <a:gd name="T26" fmla="*/ 7 w 160"/>
                <a:gd name="T27" fmla="*/ 23 h 131"/>
                <a:gd name="T28" fmla="*/ 19 w 160"/>
                <a:gd name="T29" fmla="*/ 50 h 131"/>
                <a:gd name="T30" fmla="*/ 7 w 160"/>
                <a:gd name="T31" fmla="*/ 46 h 131"/>
                <a:gd name="T32" fmla="*/ 7 w 160"/>
                <a:gd name="T33" fmla="*/ 46 h 131"/>
                <a:gd name="T34" fmla="*/ 6 w 160"/>
                <a:gd name="T35" fmla="*/ 47 h 131"/>
                <a:gd name="T36" fmla="*/ 6 w 160"/>
                <a:gd name="T37" fmla="*/ 47 h 131"/>
                <a:gd name="T38" fmla="*/ 30 w 160"/>
                <a:gd name="T39" fmla="*/ 79 h 131"/>
                <a:gd name="T40" fmla="*/ 19 w 160"/>
                <a:gd name="T41" fmla="*/ 79 h 131"/>
                <a:gd name="T42" fmla="*/ 18 w 160"/>
                <a:gd name="T43" fmla="*/ 79 h 131"/>
                <a:gd name="T44" fmla="*/ 18 w 160"/>
                <a:gd name="T45" fmla="*/ 80 h 131"/>
                <a:gd name="T46" fmla="*/ 47 w 160"/>
                <a:gd name="T47" fmla="*/ 103 h 131"/>
                <a:gd name="T48" fmla="*/ 8 w 160"/>
                <a:gd name="T49" fmla="*/ 115 h 131"/>
                <a:gd name="T50" fmla="*/ 1 w 160"/>
                <a:gd name="T51" fmla="*/ 115 h 131"/>
                <a:gd name="T52" fmla="*/ 0 w 160"/>
                <a:gd name="T53" fmla="*/ 115 h 131"/>
                <a:gd name="T54" fmla="*/ 0 w 160"/>
                <a:gd name="T55" fmla="*/ 116 h 131"/>
                <a:gd name="T56" fmla="*/ 51 w 160"/>
                <a:gd name="T57" fmla="*/ 131 h 131"/>
                <a:gd name="T58" fmla="*/ 144 w 160"/>
                <a:gd name="T59" fmla="*/ 38 h 131"/>
                <a:gd name="T60" fmla="*/ 144 w 160"/>
                <a:gd name="T61" fmla="*/ 34 h 131"/>
                <a:gd name="T62" fmla="*/ 160 w 160"/>
                <a:gd name="T63" fmla="*/ 17 h 131"/>
                <a:gd name="T64" fmla="*/ 160 w 160"/>
                <a:gd name="T65" fmla="*/ 1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0" h="131">
                  <a:moveTo>
                    <a:pt x="160" y="16"/>
                  </a:moveTo>
                  <a:cubicBezTo>
                    <a:pt x="160" y="16"/>
                    <a:pt x="160" y="16"/>
                    <a:pt x="159" y="16"/>
                  </a:cubicBezTo>
                  <a:cubicBezTo>
                    <a:pt x="154" y="18"/>
                    <a:pt x="149" y="19"/>
                    <a:pt x="144" y="20"/>
                  </a:cubicBezTo>
                  <a:cubicBezTo>
                    <a:pt x="150" y="16"/>
                    <a:pt x="154" y="10"/>
                    <a:pt x="156" y="4"/>
                  </a:cubicBezTo>
                  <a:cubicBezTo>
                    <a:pt x="156" y="3"/>
                    <a:pt x="156" y="3"/>
                    <a:pt x="156" y="3"/>
                  </a:cubicBezTo>
                  <a:cubicBezTo>
                    <a:pt x="155" y="3"/>
                    <a:pt x="155" y="3"/>
                    <a:pt x="155" y="3"/>
                  </a:cubicBezTo>
                  <a:cubicBezTo>
                    <a:pt x="149" y="7"/>
                    <a:pt x="142" y="9"/>
                    <a:pt x="135" y="11"/>
                  </a:cubicBezTo>
                  <a:cubicBezTo>
                    <a:pt x="128" y="4"/>
                    <a:pt x="120" y="0"/>
                    <a:pt x="111" y="0"/>
                  </a:cubicBezTo>
                  <a:cubicBezTo>
                    <a:pt x="92" y="0"/>
                    <a:pt x="77" y="15"/>
                    <a:pt x="77" y="34"/>
                  </a:cubicBezTo>
                  <a:cubicBezTo>
                    <a:pt x="77" y="36"/>
                    <a:pt x="77" y="38"/>
                    <a:pt x="78" y="40"/>
                  </a:cubicBezTo>
                  <a:cubicBezTo>
                    <a:pt x="52" y="39"/>
                    <a:pt x="29" y="26"/>
                    <a:pt x="12" y="7"/>
                  </a:cubicBezTo>
                  <a:cubicBezTo>
                    <a:pt x="12" y="6"/>
                    <a:pt x="12" y="6"/>
                    <a:pt x="12" y="6"/>
                  </a:cubicBezTo>
                  <a:cubicBezTo>
                    <a:pt x="11" y="6"/>
                    <a:pt x="11" y="6"/>
                    <a:pt x="11" y="7"/>
                  </a:cubicBezTo>
                  <a:cubicBezTo>
                    <a:pt x="8" y="12"/>
                    <a:pt x="7" y="18"/>
                    <a:pt x="7" y="23"/>
                  </a:cubicBezTo>
                  <a:cubicBezTo>
                    <a:pt x="7" y="34"/>
                    <a:pt x="11" y="43"/>
                    <a:pt x="19" y="50"/>
                  </a:cubicBezTo>
                  <a:cubicBezTo>
                    <a:pt x="15" y="49"/>
                    <a:pt x="11" y="48"/>
                    <a:pt x="7" y="46"/>
                  </a:cubicBezTo>
                  <a:cubicBezTo>
                    <a:pt x="7" y="46"/>
                    <a:pt x="7" y="46"/>
                    <a:pt x="7" y="46"/>
                  </a:cubicBezTo>
                  <a:cubicBezTo>
                    <a:pt x="6" y="46"/>
                    <a:pt x="6" y="46"/>
                    <a:pt x="6" y="47"/>
                  </a:cubicBezTo>
                  <a:cubicBezTo>
                    <a:pt x="6" y="47"/>
                    <a:pt x="6" y="47"/>
                    <a:pt x="6" y="47"/>
                  </a:cubicBezTo>
                  <a:cubicBezTo>
                    <a:pt x="6" y="62"/>
                    <a:pt x="16" y="75"/>
                    <a:pt x="30" y="79"/>
                  </a:cubicBezTo>
                  <a:cubicBezTo>
                    <a:pt x="26" y="79"/>
                    <a:pt x="22" y="79"/>
                    <a:pt x="19" y="79"/>
                  </a:cubicBezTo>
                  <a:cubicBezTo>
                    <a:pt x="18" y="79"/>
                    <a:pt x="18" y="79"/>
                    <a:pt x="18" y="79"/>
                  </a:cubicBezTo>
                  <a:cubicBezTo>
                    <a:pt x="18" y="79"/>
                    <a:pt x="18" y="79"/>
                    <a:pt x="18" y="80"/>
                  </a:cubicBezTo>
                  <a:cubicBezTo>
                    <a:pt x="22" y="93"/>
                    <a:pt x="33" y="102"/>
                    <a:pt x="47" y="103"/>
                  </a:cubicBezTo>
                  <a:cubicBezTo>
                    <a:pt x="36" y="111"/>
                    <a:pt x="22" y="115"/>
                    <a:pt x="8" y="115"/>
                  </a:cubicBezTo>
                  <a:cubicBezTo>
                    <a:pt x="6" y="115"/>
                    <a:pt x="3" y="115"/>
                    <a:pt x="1" y="115"/>
                  </a:cubicBezTo>
                  <a:cubicBezTo>
                    <a:pt x="0" y="115"/>
                    <a:pt x="0" y="115"/>
                    <a:pt x="0" y="115"/>
                  </a:cubicBezTo>
                  <a:cubicBezTo>
                    <a:pt x="0" y="116"/>
                    <a:pt x="0" y="116"/>
                    <a:pt x="0" y="116"/>
                  </a:cubicBezTo>
                  <a:cubicBezTo>
                    <a:pt x="15" y="126"/>
                    <a:pt x="33" y="131"/>
                    <a:pt x="51" y="131"/>
                  </a:cubicBezTo>
                  <a:cubicBezTo>
                    <a:pt x="109" y="131"/>
                    <a:pt x="144" y="83"/>
                    <a:pt x="144" y="38"/>
                  </a:cubicBezTo>
                  <a:cubicBezTo>
                    <a:pt x="144" y="36"/>
                    <a:pt x="144" y="35"/>
                    <a:pt x="144" y="34"/>
                  </a:cubicBezTo>
                  <a:cubicBezTo>
                    <a:pt x="150" y="29"/>
                    <a:pt x="156" y="23"/>
                    <a:pt x="160" y="17"/>
                  </a:cubicBezTo>
                  <a:cubicBezTo>
                    <a:pt x="160" y="17"/>
                    <a:pt x="160" y="16"/>
                    <a:pt x="160" y="16"/>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sp>
          <p:nvSpPr>
            <p:cNvPr id="37" name="Freeform 21"/>
            <p:cNvSpPr>
              <a:spLocks/>
            </p:cNvSpPr>
            <p:nvPr/>
          </p:nvSpPr>
          <p:spPr bwMode="auto">
            <a:xfrm>
              <a:off x="5235659" y="5934143"/>
              <a:ext cx="207145" cy="261714"/>
            </a:xfrm>
            <a:custGeom>
              <a:avLst/>
              <a:gdLst>
                <a:gd name="T0" fmla="*/ 129 w 323"/>
                <a:gd name="T1" fmla="*/ 272 h 408"/>
                <a:gd name="T2" fmla="*/ 68 w 323"/>
                <a:gd name="T3" fmla="*/ 408 h 408"/>
                <a:gd name="T4" fmla="*/ 98 w 323"/>
                <a:gd name="T5" fmla="*/ 196 h 408"/>
                <a:gd name="T6" fmla="*/ 149 w 323"/>
                <a:gd name="T7" fmla="*/ 99 h 408"/>
                <a:gd name="T8" fmla="*/ 172 w 323"/>
                <a:gd name="T9" fmla="*/ 257 h 408"/>
                <a:gd name="T10" fmla="*/ 234 w 323"/>
                <a:gd name="T11" fmla="*/ 73 h 408"/>
                <a:gd name="T12" fmla="*/ 47 w 323"/>
                <a:gd name="T13" fmla="*/ 173 h 408"/>
                <a:gd name="T14" fmla="*/ 57 w 323"/>
                <a:gd name="T15" fmla="*/ 239 h 408"/>
                <a:gd name="T16" fmla="*/ 1 w 323"/>
                <a:gd name="T17" fmla="*/ 147 h 408"/>
                <a:gd name="T18" fmla="*/ 137 w 323"/>
                <a:gd name="T19" fmla="*/ 9 h 408"/>
                <a:gd name="T20" fmla="*/ 310 w 323"/>
                <a:gd name="T21" fmla="*/ 119 h 408"/>
                <a:gd name="T22" fmla="*/ 183 w 323"/>
                <a:gd name="T23" fmla="*/ 298 h 408"/>
                <a:gd name="T24" fmla="*/ 129 w 323"/>
                <a:gd name="T25" fmla="*/ 272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3" h="408">
                  <a:moveTo>
                    <a:pt x="129" y="272"/>
                  </a:moveTo>
                  <a:cubicBezTo>
                    <a:pt x="118" y="328"/>
                    <a:pt x="106" y="380"/>
                    <a:pt x="68" y="408"/>
                  </a:cubicBezTo>
                  <a:cubicBezTo>
                    <a:pt x="56" y="325"/>
                    <a:pt x="85" y="262"/>
                    <a:pt x="98" y="196"/>
                  </a:cubicBezTo>
                  <a:cubicBezTo>
                    <a:pt x="75" y="157"/>
                    <a:pt x="101" y="80"/>
                    <a:pt x="149" y="99"/>
                  </a:cubicBezTo>
                  <a:cubicBezTo>
                    <a:pt x="209" y="122"/>
                    <a:pt x="98" y="242"/>
                    <a:pt x="172" y="257"/>
                  </a:cubicBezTo>
                  <a:cubicBezTo>
                    <a:pt x="250" y="273"/>
                    <a:pt x="282" y="122"/>
                    <a:pt x="234" y="73"/>
                  </a:cubicBezTo>
                  <a:cubicBezTo>
                    <a:pt x="164" y="2"/>
                    <a:pt x="31" y="72"/>
                    <a:pt x="47" y="173"/>
                  </a:cubicBezTo>
                  <a:cubicBezTo>
                    <a:pt x="51" y="198"/>
                    <a:pt x="77" y="205"/>
                    <a:pt x="57" y="239"/>
                  </a:cubicBezTo>
                  <a:cubicBezTo>
                    <a:pt x="13" y="229"/>
                    <a:pt x="0" y="194"/>
                    <a:pt x="1" y="147"/>
                  </a:cubicBezTo>
                  <a:cubicBezTo>
                    <a:pt x="4" y="70"/>
                    <a:pt x="70" y="17"/>
                    <a:pt x="137" y="9"/>
                  </a:cubicBezTo>
                  <a:cubicBezTo>
                    <a:pt x="221" y="0"/>
                    <a:pt x="300" y="40"/>
                    <a:pt x="310" y="119"/>
                  </a:cubicBezTo>
                  <a:cubicBezTo>
                    <a:pt x="323" y="208"/>
                    <a:pt x="273" y="305"/>
                    <a:pt x="183" y="298"/>
                  </a:cubicBezTo>
                  <a:cubicBezTo>
                    <a:pt x="158" y="296"/>
                    <a:pt x="148" y="284"/>
                    <a:pt x="129" y="272"/>
                  </a:cubicBezTo>
                  <a:close/>
                </a:path>
              </a:pathLst>
            </a:custGeom>
            <a:solidFill>
              <a:schemeClr val="bg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mn-cs"/>
              </a:endParaRPr>
            </a:p>
          </p:txBody>
        </p:sp>
        <p:sp>
          <p:nvSpPr>
            <p:cNvPr id="38" name="Freeform 62"/>
            <p:cNvSpPr>
              <a:spLocks/>
            </p:cNvSpPr>
            <p:nvPr/>
          </p:nvSpPr>
          <p:spPr bwMode="auto">
            <a:xfrm>
              <a:off x="4063583" y="5934143"/>
              <a:ext cx="134925" cy="261714"/>
            </a:xfrm>
            <a:custGeom>
              <a:avLst/>
              <a:gdLst>
                <a:gd name="T0" fmla="*/ 84 w 84"/>
                <a:gd name="T1" fmla="*/ 27 h 163"/>
                <a:gd name="T2" fmla="*/ 69 w 84"/>
                <a:gd name="T3" fmla="*/ 27 h 163"/>
                <a:gd name="T4" fmla="*/ 54 w 84"/>
                <a:gd name="T5" fmla="*/ 41 h 163"/>
                <a:gd name="T6" fmla="*/ 54 w 84"/>
                <a:gd name="T7" fmla="*/ 60 h 163"/>
                <a:gd name="T8" fmla="*/ 83 w 84"/>
                <a:gd name="T9" fmla="*/ 60 h 163"/>
                <a:gd name="T10" fmla="*/ 83 w 84"/>
                <a:gd name="T11" fmla="*/ 88 h 163"/>
                <a:gd name="T12" fmla="*/ 54 w 84"/>
                <a:gd name="T13" fmla="*/ 88 h 163"/>
                <a:gd name="T14" fmla="*/ 54 w 84"/>
                <a:gd name="T15" fmla="*/ 163 h 163"/>
                <a:gd name="T16" fmla="*/ 25 w 84"/>
                <a:gd name="T17" fmla="*/ 163 h 163"/>
                <a:gd name="T18" fmla="*/ 25 w 84"/>
                <a:gd name="T19" fmla="*/ 88 h 163"/>
                <a:gd name="T20" fmla="*/ 0 w 84"/>
                <a:gd name="T21" fmla="*/ 88 h 163"/>
                <a:gd name="T22" fmla="*/ 0 w 84"/>
                <a:gd name="T23" fmla="*/ 60 h 163"/>
                <a:gd name="T24" fmla="*/ 25 w 84"/>
                <a:gd name="T25" fmla="*/ 60 h 163"/>
                <a:gd name="T26" fmla="*/ 25 w 84"/>
                <a:gd name="T27" fmla="*/ 38 h 163"/>
                <a:gd name="T28" fmla="*/ 62 w 84"/>
                <a:gd name="T29" fmla="*/ 0 h 163"/>
                <a:gd name="T30" fmla="*/ 84 w 84"/>
                <a:gd name="T31" fmla="*/ 0 h 163"/>
                <a:gd name="T32" fmla="*/ 84 w 84"/>
                <a:gd name="T33" fmla="*/ 27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63">
                  <a:moveTo>
                    <a:pt x="84" y="27"/>
                  </a:moveTo>
                  <a:cubicBezTo>
                    <a:pt x="69" y="27"/>
                    <a:pt x="69" y="27"/>
                    <a:pt x="69" y="27"/>
                  </a:cubicBezTo>
                  <a:cubicBezTo>
                    <a:pt x="57" y="27"/>
                    <a:pt x="54" y="33"/>
                    <a:pt x="54" y="41"/>
                  </a:cubicBezTo>
                  <a:cubicBezTo>
                    <a:pt x="54" y="60"/>
                    <a:pt x="54" y="60"/>
                    <a:pt x="54" y="60"/>
                  </a:cubicBezTo>
                  <a:cubicBezTo>
                    <a:pt x="83" y="60"/>
                    <a:pt x="83" y="60"/>
                    <a:pt x="83" y="60"/>
                  </a:cubicBezTo>
                  <a:cubicBezTo>
                    <a:pt x="83" y="88"/>
                    <a:pt x="83" y="88"/>
                    <a:pt x="83" y="88"/>
                  </a:cubicBezTo>
                  <a:cubicBezTo>
                    <a:pt x="54" y="88"/>
                    <a:pt x="54" y="88"/>
                    <a:pt x="54" y="88"/>
                  </a:cubicBezTo>
                  <a:cubicBezTo>
                    <a:pt x="54" y="163"/>
                    <a:pt x="54" y="163"/>
                    <a:pt x="54" y="163"/>
                  </a:cubicBezTo>
                  <a:cubicBezTo>
                    <a:pt x="25" y="163"/>
                    <a:pt x="25" y="163"/>
                    <a:pt x="25" y="163"/>
                  </a:cubicBezTo>
                  <a:cubicBezTo>
                    <a:pt x="25" y="88"/>
                    <a:pt x="25" y="88"/>
                    <a:pt x="25" y="88"/>
                  </a:cubicBezTo>
                  <a:cubicBezTo>
                    <a:pt x="0" y="88"/>
                    <a:pt x="0" y="88"/>
                    <a:pt x="0" y="88"/>
                  </a:cubicBezTo>
                  <a:cubicBezTo>
                    <a:pt x="0" y="60"/>
                    <a:pt x="0" y="60"/>
                    <a:pt x="0" y="60"/>
                  </a:cubicBezTo>
                  <a:cubicBezTo>
                    <a:pt x="25" y="60"/>
                    <a:pt x="25" y="60"/>
                    <a:pt x="25" y="60"/>
                  </a:cubicBezTo>
                  <a:cubicBezTo>
                    <a:pt x="25" y="38"/>
                    <a:pt x="25" y="38"/>
                    <a:pt x="25" y="38"/>
                  </a:cubicBezTo>
                  <a:cubicBezTo>
                    <a:pt x="25" y="13"/>
                    <a:pt x="40" y="0"/>
                    <a:pt x="62" y="0"/>
                  </a:cubicBezTo>
                  <a:cubicBezTo>
                    <a:pt x="84" y="0"/>
                    <a:pt x="84" y="0"/>
                    <a:pt x="84" y="0"/>
                  </a:cubicBezTo>
                  <a:lnTo>
                    <a:pt x="84" y="27"/>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grpSp>
      <p:grpSp>
        <p:nvGrpSpPr>
          <p:cNvPr id="39" name="Group 38"/>
          <p:cNvGrpSpPr/>
          <p:nvPr userDrawn="1"/>
        </p:nvGrpSpPr>
        <p:grpSpPr>
          <a:xfrm>
            <a:off x="7190430" y="5922241"/>
            <a:ext cx="615286" cy="184176"/>
            <a:chOff x="3872969" y="5806923"/>
            <a:chExt cx="1724341" cy="516155"/>
          </a:xfrm>
        </p:grpSpPr>
        <p:sp>
          <p:nvSpPr>
            <p:cNvPr id="40" name="Oval 39"/>
            <p:cNvSpPr/>
            <p:nvPr/>
          </p:nvSpPr>
          <p:spPr>
            <a:xfrm>
              <a:off x="3872969"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1" name="Oval 40"/>
            <p:cNvSpPr/>
            <p:nvPr/>
          </p:nvSpPr>
          <p:spPr>
            <a:xfrm>
              <a:off x="4477062"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2" name="Oval 41"/>
            <p:cNvSpPr/>
            <p:nvPr/>
          </p:nvSpPr>
          <p:spPr>
            <a:xfrm>
              <a:off x="5081155"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3" name="Freeform 63"/>
            <p:cNvSpPr>
              <a:spLocks/>
            </p:cNvSpPr>
            <p:nvPr/>
          </p:nvSpPr>
          <p:spPr bwMode="auto">
            <a:xfrm>
              <a:off x="4576091" y="5937921"/>
              <a:ext cx="318095" cy="261714"/>
            </a:xfrm>
            <a:custGeom>
              <a:avLst/>
              <a:gdLst>
                <a:gd name="T0" fmla="*/ 160 w 160"/>
                <a:gd name="T1" fmla="*/ 16 h 131"/>
                <a:gd name="T2" fmla="*/ 159 w 160"/>
                <a:gd name="T3" fmla="*/ 16 h 131"/>
                <a:gd name="T4" fmla="*/ 144 w 160"/>
                <a:gd name="T5" fmla="*/ 20 h 131"/>
                <a:gd name="T6" fmla="*/ 156 w 160"/>
                <a:gd name="T7" fmla="*/ 4 h 131"/>
                <a:gd name="T8" fmla="*/ 156 w 160"/>
                <a:gd name="T9" fmla="*/ 3 h 131"/>
                <a:gd name="T10" fmla="*/ 155 w 160"/>
                <a:gd name="T11" fmla="*/ 3 h 131"/>
                <a:gd name="T12" fmla="*/ 135 w 160"/>
                <a:gd name="T13" fmla="*/ 11 h 131"/>
                <a:gd name="T14" fmla="*/ 111 w 160"/>
                <a:gd name="T15" fmla="*/ 0 h 131"/>
                <a:gd name="T16" fmla="*/ 77 w 160"/>
                <a:gd name="T17" fmla="*/ 34 h 131"/>
                <a:gd name="T18" fmla="*/ 78 w 160"/>
                <a:gd name="T19" fmla="*/ 40 h 131"/>
                <a:gd name="T20" fmla="*/ 12 w 160"/>
                <a:gd name="T21" fmla="*/ 7 h 131"/>
                <a:gd name="T22" fmla="*/ 12 w 160"/>
                <a:gd name="T23" fmla="*/ 6 h 131"/>
                <a:gd name="T24" fmla="*/ 11 w 160"/>
                <a:gd name="T25" fmla="*/ 7 h 131"/>
                <a:gd name="T26" fmla="*/ 7 w 160"/>
                <a:gd name="T27" fmla="*/ 23 h 131"/>
                <a:gd name="T28" fmla="*/ 19 w 160"/>
                <a:gd name="T29" fmla="*/ 50 h 131"/>
                <a:gd name="T30" fmla="*/ 7 w 160"/>
                <a:gd name="T31" fmla="*/ 46 h 131"/>
                <a:gd name="T32" fmla="*/ 7 w 160"/>
                <a:gd name="T33" fmla="*/ 46 h 131"/>
                <a:gd name="T34" fmla="*/ 6 w 160"/>
                <a:gd name="T35" fmla="*/ 47 h 131"/>
                <a:gd name="T36" fmla="*/ 6 w 160"/>
                <a:gd name="T37" fmla="*/ 47 h 131"/>
                <a:gd name="T38" fmla="*/ 30 w 160"/>
                <a:gd name="T39" fmla="*/ 79 h 131"/>
                <a:gd name="T40" fmla="*/ 19 w 160"/>
                <a:gd name="T41" fmla="*/ 79 h 131"/>
                <a:gd name="T42" fmla="*/ 18 w 160"/>
                <a:gd name="T43" fmla="*/ 79 h 131"/>
                <a:gd name="T44" fmla="*/ 18 w 160"/>
                <a:gd name="T45" fmla="*/ 80 h 131"/>
                <a:gd name="T46" fmla="*/ 47 w 160"/>
                <a:gd name="T47" fmla="*/ 103 h 131"/>
                <a:gd name="T48" fmla="*/ 8 w 160"/>
                <a:gd name="T49" fmla="*/ 115 h 131"/>
                <a:gd name="T50" fmla="*/ 1 w 160"/>
                <a:gd name="T51" fmla="*/ 115 h 131"/>
                <a:gd name="T52" fmla="*/ 0 w 160"/>
                <a:gd name="T53" fmla="*/ 115 h 131"/>
                <a:gd name="T54" fmla="*/ 0 w 160"/>
                <a:gd name="T55" fmla="*/ 116 h 131"/>
                <a:gd name="T56" fmla="*/ 51 w 160"/>
                <a:gd name="T57" fmla="*/ 131 h 131"/>
                <a:gd name="T58" fmla="*/ 144 w 160"/>
                <a:gd name="T59" fmla="*/ 38 h 131"/>
                <a:gd name="T60" fmla="*/ 144 w 160"/>
                <a:gd name="T61" fmla="*/ 34 h 131"/>
                <a:gd name="T62" fmla="*/ 160 w 160"/>
                <a:gd name="T63" fmla="*/ 17 h 131"/>
                <a:gd name="T64" fmla="*/ 160 w 160"/>
                <a:gd name="T65" fmla="*/ 1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0" h="131">
                  <a:moveTo>
                    <a:pt x="160" y="16"/>
                  </a:moveTo>
                  <a:cubicBezTo>
                    <a:pt x="160" y="16"/>
                    <a:pt x="160" y="16"/>
                    <a:pt x="159" y="16"/>
                  </a:cubicBezTo>
                  <a:cubicBezTo>
                    <a:pt x="154" y="18"/>
                    <a:pt x="149" y="19"/>
                    <a:pt x="144" y="20"/>
                  </a:cubicBezTo>
                  <a:cubicBezTo>
                    <a:pt x="150" y="16"/>
                    <a:pt x="154" y="10"/>
                    <a:pt x="156" y="4"/>
                  </a:cubicBezTo>
                  <a:cubicBezTo>
                    <a:pt x="156" y="3"/>
                    <a:pt x="156" y="3"/>
                    <a:pt x="156" y="3"/>
                  </a:cubicBezTo>
                  <a:cubicBezTo>
                    <a:pt x="155" y="3"/>
                    <a:pt x="155" y="3"/>
                    <a:pt x="155" y="3"/>
                  </a:cubicBezTo>
                  <a:cubicBezTo>
                    <a:pt x="149" y="7"/>
                    <a:pt x="142" y="9"/>
                    <a:pt x="135" y="11"/>
                  </a:cubicBezTo>
                  <a:cubicBezTo>
                    <a:pt x="128" y="4"/>
                    <a:pt x="120" y="0"/>
                    <a:pt x="111" y="0"/>
                  </a:cubicBezTo>
                  <a:cubicBezTo>
                    <a:pt x="92" y="0"/>
                    <a:pt x="77" y="15"/>
                    <a:pt x="77" y="34"/>
                  </a:cubicBezTo>
                  <a:cubicBezTo>
                    <a:pt x="77" y="36"/>
                    <a:pt x="77" y="38"/>
                    <a:pt x="78" y="40"/>
                  </a:cubicBezTo>
                  <a:cubicBezTo>
                    <a:pt x="52" y="39"/>
                    <a:pt x="29" y="26"/>
                    <a:pt x="12" y="7"/>
                  </a:cubicBezTo>
                  <a:cubicBezTo>
                    <a:pt x="12" y="6"/>
                    <a:pt x="12" y="6"/>
                    <a:pt x="12" y="6"/>
                  </a:cubicBezTo>
                  <a:cubicBezTo>
                    <a:pt x="11" y="6"/>
                    <a:pt x="11" y="6"/>
                    <a:pt x="11" y="7"/>
                  </a:cubicBezTo>
                  <a:cubicBezTo>
                    <a:pt x="8" y="12"/>
                    <a:pt x="7" y="18"/>
                    <a:pt x="7" y="23"/>
                  </a:cubicBezTo>
                  <a:cubicBezTo>
                    <a:pt x="7" y="34"/>
                    <a:pt x="11" y="43"/>
                    <a:pt x="19" y="50"/>
                  </a:cubicBezTo>
                  <a:cubicBezTo>
                    <a:pt x="15" y="49"/>
                    <a:pt x="11" y="48"/>
                    <a:pt x="7" y="46"/>
                  </a:cubicBezTo>
                  <a:cubicBezTo>
                    <a:pt x="7" y="46"/>
                    <a:pt x="7" y="46"/>
                    <a:pt x="7" y="46"/>
                  </a:cubicBezTo>
                  <a:cubicBezTo>
                    <a:pt x="6" y="46"/>
                    <a:pt x="6" y="46"/>
                    <a:pt x="6" y="47"/>
                  </a:cubicBezTo>
                  <a:cubicBezTo>
                    <a:pt x="6" y="47"/>
                    <a:pt x="6" y="47"/>
                    <a:pt x="6" y="47"/>
                  </a:cubicBezTo>
                  <a:cubicBezTo>
                    <a:pt x="6" y="62"/>
                    <a:pt x="16" y="75"/>
                    <a:pt x="30" y="79"/>
                  </a:cubicBezTo>
                  <a:cubicBezTo>
                    <a:pt x="26" y="79"/>
                    <a:pt x="22" y="79"/>
                    <a:pt x="19" y="79"/>
                  </a:cubicBezTo>
                  <a:cubicBezTo>
                    <a:pt x="18" y="79"/>
                    <a:pt x="18" y="79"/>
                    <a:pt x="18" y="79"/>
                  </a:cubicBezTo>
                  <a:cubicBezTo>
                    <a:pt x="18" y="79"/>
                    <a:pt x="18" y="79"/>
                    <a:pt x="18" y="80"/>
                  </a:cubicBezTo>
                  <a:cubicBezTo>
                    <a:pt x="22" y="93"/>
                    <a:pt x="33" y="102"/>
                    <a:pt x="47" y="103"/>
                  </a:cubicBezTo>
                  <a:cubicBezTo>
                    <a:pt x="36" y="111"/>
                    <a:pt x="22" y="115"/>
                    <a:pt x="8" y="115"/>
                  </a:cubicBezTo>
                  <a:cubicBezTo>
                    <a:pt x="6" y="115"/>
                    <a:pt x="3" y="115"/>
                    <a:pt x="1" y="115"/>
                  </a:cubicBezTo>
                  <a:cubicBezTo>
                    <a:pt x="0" y="115"/>
                    <a:pt x="0" y="115"/>
                    <a:pt x="0" y="115"/>
                  </a:cubicBezTo>
                  <a:cubicBezTo>
                    <a:pt x="0" y="116"/>
                    <a:pt x="0" y="116"/>
                    <a:pt x="0" y="116"/>
                  </a:cubicBezTo>
                  <a:cubicBezTo>
                    <a:pt x="15" y="126"/>
                    <a:pt x="33" y="131"/>
                    <a:pt x="51" y="131"/>
                  </a:cubicBezTo>
                  <a:cubicBezTo>
                    <a:pt x="109" y="131"/>
                    <a:pt x="144" y="83"/>
                    <a:pt x="144" y="38"/>
                  </a:cubicBezTo>
                  <a:cubicBezTo>
                    <a:pt x="144" y="36"/>
                    <a:pt x="144" y="35"/>
                    <a:pt x="144" y="34"/>
                  </a:cubicBezTo>
                  <a:cubicBezTo>
                    <a:pt x="150" y="29"/>
                    <a:pt x="156" y="23"/>
                    <a:pt x="160" y="17"/>
                  </a:cubicBezTo>
                  <a:cubicBezTo>
                    <a:pt x="160" y="17"/>
                    <a:pt x="160" y="16"/>
                    <a:pt x="160" y="16"/>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sp>
          <p:nvSpPr>
            <p:cNvPr id="44" name="Freeform 21"/>
            <p:cNvSpPr>
              <a:spLocks/>
            </p:cNvSpPr>
            <p:nvPr/>
          </p:nvSpPr>
          <p:spPr bwMode="auto">
            <a:xfrm>
              <a:off x="5235659" y="5934143"/>
              <a:ext cx="207145" cy="261714"/>
            </a:xfrm>
            <a:custGeom>
              <a:avLst/>
              <a:gdLst>
                <a:gd name="T0" fmla="*/ 129 w 323"/>
                <a:gd name="T1" fmla="*/ 272 h 408"/>
                <a:gd name="T2" fmla="*/ 68 w 323"/>
                <a:gd name="T3" fmla="*/ 408 h 408"/>
                <a:gd name="T4" fmla="*/ 98 w 323"/>
                <a:gd name="T5" fmla="*/ 196 h 408"/>
                <a:gd name="T6" fmla="*/ 149 w 323"/>
                <a:gd name="T7" fmla="*/ 99 h 408"/>
                <a:gd name="T8" fmla="*/ 172 w 323"/>
                <a:gd name="T9" fmla="*/ 257 h 408"/>
                <a:gd name="T10" fmla="*/ 234 w 323"/>
                <a:gd name="T11" fmla="*/ 73 h 408"/>
                <a:gd name="T12" fmla="*/ 47 w 323"/>
                <a:gd name="T13" fmla="*/ 173 h 408"/>
                <a:gd name="T14" fmla="*/ 57 w 323"/>
                <a:gd name="T15" fmla="*/ 239 h 408"/>
                <a:gd name="T16" fmla="*/ 1 w 323"/>
                <a:gd name="T17" fmla="*/ 147 h 408"/>
                <a:gd name="T18" fmla="*/ 137 w 323"/>
                <a:gd name="T19" fmla="*/ 9 h 408"/>
                <a:gd name="T20" fmla="*/ 310 w 323"/>
                <a:gd name="T21" fmla="*/ 119 h 408"/>
                <a:gd name="T22" fmla="*/ 183 w 323"/>
                <a:gd name="T23" fmla="*/ 298 h 408"/>
                <a:gd name="T24" fmla="*/ 129 w 323"/>
                <a:gd name="T25" fmla="*/ 272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3" h="408">
                  <a:moveTo>
                    <a:pt x="129" y="272"/>
                  </a:moveTo>
                  <a:cubicBezTo>
                    <a:pt x="118" y="328"/>
                    <a:pt x="106" y="380"/>
                    <a:pt x="68" y="408"/>
                  </a:cubicBezTo>
                  <a:cubicBezTo>
                    <a:pt x="56" y="325"/>
                    <a:pt x="85" y="262"/>
                    <a:pt x="98" y="196"/>
                  </a:cubicBezTo>
                  <a:cubicBezTo>
                    <a:pt x="75" y="157"/>
                    <a:pt x="101" y="80"/>
                    <a:pt x="149" y="99"/>
                  </a:cubicBezTo>
                  <a:cubicBezTo>
                    <a:pt x="209" y="122"/>
                    <a:pt x="98" y="242"/>
                    <a:pt x="172" y="257"/>
                  </a:cubicBezTo>
                  <a:cubicBezTo>
                    <a:pt x="250" y="273"/>
                    <a:pt x="282" y="122"/>
                    <a:pt x="234" y="73"/>
                  </a:cubicBezTo>
                  <a:cubicBezTo>
                    <a:pt x="164" y="2"/>
                    <a:pt x="31" y="72"/>
                    <a:pt x="47" y="173"/>
                  </a:cubicBezTo>
                  <a:cubicBezTo>
                    <a:pt x="51" y="198"/>
                    <a:pt x="77" y="205"/>
                    <a:pt x="57" y="239"/>
                  </a:cubicBezTo>
                  <a:cubicBezTo>
                    <a:pt x="13" y="229"/>
                    <a:pt x="0" y="194"/>
                    <a:pt x="1" y="147"/>
                  </a:cubicBezTo>
                  <a:cubicBezTo>
                    <a:pt x="4" y="70"/>
                    <a:pt x="70" y="17"/>
                    <a:pt x="137" y="9"/>
                  </a:cubicBezTo>
                  <a:cubicBezTo>
                    <a:pt x="221" y="0"/>
                    <a:pt x="300" y="40"/>
                    <a:pt x="310" y="119"/>
                  </a:cubicBezTo>
                  <a:cubicBezTo>
                    <a:pt x="323" y="208"/>
                    <a:pt x="273" y="305"/>
                    <a:pt x="183" y="298"/>
                  </a:cubicBezTo>
                  <a:cubicBezTo>
                    <a:pt x="158" y="296"/>
                    <a:pt x="148" y="284"/>
                    <a:pt x="129" y="272"/>
                  </a:cubicBezTo>
                  <a:close/>
                </a:path>
              </a:pathLst>
            </a:custGeom>
            <a:solidFill>
              <a:schemeClr val="bg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mn-cs"/>
              </a:endParaRPr>
            </a:p>
          </p:txBody>
        </p:sp>
        <p:sp>
          <p:nvSpPr>
            <p:cNvPr id="45" name="Freeform 62"/>
            <p:cNvSpPr>
              <a:spLocks/>
            </p:cNvSpPr>
            <p:nvPr/>
          </p:nvSpPr>
          <p:spPr bwMode="auto">
            <a:xfrm>
              <a:off x="4063583" y="5934143"/>
              <a:ext cx="134925" cy="261714"/>
            </a:xfrm>
            <a:custGeom>
              <a:avLst/>
              <a:gdLst>
                <a:gd name="T0" fmla="*/ 84 w 84"/>
                <a:gd name="T1" fmla="*/ 27 h 163"/>
                <a:gd name="T2" fmla="*/ 69 w 84"/>
                <a:gd name="T3" fmla="*/ 27 h 163"/>
                <a:gd name="T4" fmla="*/ 54 w 84"/>
                <a:gd name="T5" fmla="*/ 41 h 163"/>
                <a:gd name="T6" fmla="*/ 54 w 84"/>
                <a:gd name="T7" fmla="*/ 60 h 163"/>
                <a:gd name="T8" fmla="*/ 83 w 84"/>
                <a:gd name="T9" fmla="*/ 60 h 163"/>
                <a:gd name="T10" fmla="*/ 83 w 84"/>
                <a:gd name="T11" fmla="*/ 88 h 163"/>
                <a:gd name="T12" fmla="*/ 54 w 84"/>
                <a:gd name="T13" fmla="*/ 88 h 163"/>
                <a:gd name="T14" fmla="*/ 54 w 84"/>
                <a:gd name="T15" fmla="*/ 163 h 163"/>
                <a:gd name="T16" fmla="*/ 25 w 84"/>
                <a:gd name="T17" fmla="*/ 163 h 163"/>
                <a:gd name="T18" fmla="*/ 25 w 84"/>
                <a:gd name="T19" fmla="*/ 88 h 163"/>
                <a:gd name="T20" fmla="*/ 0 w 84"/>
                <a:gd name="T21" fmla="*/ 88 h 163"/>
                <a:gd name="T22" fmla="*/ 0 w 84"/>
                <a:gd name="T23" fmla="*/ 60 h 163"/>
                <a:gd name="T24" fmla="*/ 25 w 84"/>
                <a:gd name="T25" fmla="*/ 60 h 163"/>
                <a:gd name="T26" fmla="*/ 25 w 84"/>
                <a:gd name="T27" fmla="*/ 38 h 163"/>
                <a:gd name="T28" fmla="*/ 62 w 84"/>
                <a:gd name="T29" fmla="*/ 0 h 163"/>
                <a:gd name="T30" fmla="*/ 84 w 84"/>
                <a:gd name="T31" fmla="*/ 0 h 163"/>
                <a:gd name="T32" fmla="*/ 84 w 84"/>
                <a:gd name="T33" fmla="*/ 27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63">
                  <a:moveTo>
                    <a:pt x="84" y="27"/>
                  </a:moveTo>
                  <a:cubicBezTo>
                    <a:pt x="69" y="27"/>
                    <a:pt x="69" y="27"/>
                    <a:pt x="69" y="27"/>
                  </a:cubicBezTo>
                  <a:cubicBezTo>
                    <a:pt x="57" y="27"/>
                    <a:pt x="54" y="33"/>
                    <a:pt x="54" y="41"/>
                  </a:cubicBezTo>
                  <a:cubicBezTo>
                    <a:pt x="54" y="60"/>
                    <a:pt x="54" y="60"/>
                    <a:pt x="54" y="60"/>
                  </a:cubicBezTo>
                  <a:cubicBezTo>
                    <a:pt x="83" y="60"/>
                    <a:pt x="83" y="60"/>
                    <a:pt x="83" y="60"/>
                  </a:cubicBezTo>
                  <a:cubicBezTo>
                    <a:pt x="83" y="88"/>
                    <a:pt x="83" y="88"/>
                    <a:pt x="83" y="88"/>
                  </a:cubicBezTo>
                  <a:cubicBezTo>
                    <a:pt x="54" y="88"/>
                    <a:pt x="54" y="88"/>
                    <a:pt x="54" y="88"/>
                  </a:cubicBezTo>
                  <a:cubicBezTo>
                    <a:pt x="54" y="163"/>
                    <a:pt x="54" y="163"/>
                    <a:pt x="54" y="163"/>
                  </a:cubicBezTo>
                  <a:cubicBezTo>
                    <a:pt x="25" y="163"/>
                    <a:pt x="25" y="163"/>
                    <a:pt x="25" y="163"/>
                  </a:cubicBezTo>
                  <a:cubicBezTo>
                    <a:pt x="25" y="88"/>
                    <a:pt x="25" y="88"/>
                    <a:pt x="25" y="88"/>
                  </a:cubicBezTo>
                  <a:cubicBezTo>
                    <a:pt x="0" y="88"/>
                    <a:pt x="0" y="88"/>
                    <a:pt x="0" y="88"/>
                  </a:cubicBezTo>
                  <a:cubicBezTo>
                    <a:pt x="0" y="60"/>
                    <a:pt x="0" y="60"/>
                    <a:pt x="0" y="60"/>
                  </a:cubicBezTo>
                  <a:cubicBezTo>
                    <a:pt x="25" y="60"/>
                    <a:pt x="25" y="60"/>
                    <a:pt x="25" y="60"/>
                  </a:cubicBezTo>
                  <a:cubicBezTo>
                    <a:pt x="25" y="38"/>
                    <a:pt x="25" y="38"/>
                    <a:pt x="25" y="38"/>
                  </a:cubicBezTo>
                  <a:cubicBezTo>
                    <a:pt x="25" y="13"/>
                    <a:pt x="40" y="0"/>
                    <a:pt x="62" y="0"/>
                  </a:cubicBezTo>
                  <a:cubicBezTo>
                    <a:pt x="84" y="0"/>
                    <a:pt x="84" y="0"/>
                    <a:pt x="84" y="0"/>
                  </a:cubicBezTo>
                  <a:lnTo>
                    <a:pt x="84" y="27"/>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grpSp>
      <p:grpSp>
        <p:nvGrpSpPr>
          <p:cNvPr id="46" name="Group 45"/>
          <p:cNvGrpSpPr/>
          <p:nvPr userDrawn="1"/>
        </p:nvGrpSpPr>
        <p:grpSpPr>
          <a:xfrm>
            <a:off x="10028060" y="5922241"/>
            <a:ext cx="615286" cy="184176"/>
            <a:chOff x="3872969" y="5806923"/>
            <a:chExt cx="1724341" cy="516155"/>
          </a:xfrm>
        </p:grpSpPr>
        <p:sp>
          <p:nvSpPr>
            <p:cNvPr id="47" name="Oval 46"/>
            <p:cNvSpPr/>
            <p:nvPr/>
          </p:nvSpPr>
          <p:spPr>
            <a:xfrm>
              <a:off x="3872969"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8" name="Oval 47"/>
            <p:cNvSpPr/>
            <p:nvPr/>
          </p:nvSpPr>
          <p:spPr>
            <a:xfrm>
              <a:off x="4477062"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9" name="Oval 48"/>
            <p:cNvSpPr/>
            <p:nvPr/>
          </p:nvSpPr>
          <p:spPr>
            <a:xfrm>
              <a:off x="5081155"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50" name="Freeform 63"/>
            <p:cNvSpPr>
              <a:spLocks/>
            </p:cNvSpPr>
            <p:nvPr/>
          </p:nvSpPr>
          <p:spPr bwMode="auto">
            <a:xfrm>
              <a:off x="4576091" y="5937921"/>
              <a:ext cx="318095" cy="261714"/>
            </a:xfrm>
            <a:custGeom>
              <a:avLst/>
              <a:gdLst>
                <a:gd name="T0" fmla="*/ 160 w 160"/>
                <a:gd name="T1" fmla="*/ 16 h 131"/>
                <a:gd name="T2" fmla="*/ 159 w 160"/>
                <a:gd name="T3" fmla="*/ 16 h 131"/>
                <a:gd name="T4" fmla="*/ 144 w 160"/>
                <a:gd name="T5" fmla="*/ 20 h 131"/>
                <a:gd name="T6" fmla="*/ 156 w 160"/>
                <a:gd name="T7" fmla="*/ 4 h 131"/>
                <a:gd name="T8" fmla="*/ 156 w 160"/>
                <a:gd name="T9" fmla="*/ 3 h 131"/>
                <a:gd name="T10" fmla="*/ 155 w 160"/>
                <a:gd name="T11" fmla="*/ 3 h 131"/>
                <a:gd name="T12" fmla="*/ 135 w 160"/>
                <a:gd name="T13" fmla="*/ 11 h 131"/>
                <a:gd name="T14" fmla="*/ 111 w 160"/>
                <a:gd name="T15" fmla="*/ 0 h 131"/>
                <a:gd name="T16" fmla="*/ 77 w 160"/>
                <a:gd name="T17" fmla="*/ 34 h 131"/>
                <a:gd name="T18" fmla="*/ 78 w 160"/>
                <a:gd name="T19" fmla="*/ 40 h 131"/>
                <a:gd name="T20" fmla="*/ 12 w 160"/>
                <a:gd name="T21" fmla="*/ 7 h 131"/>
                <a:gd name="T22" fmla="*/ 12 w 160"/>
                <a:gd name="T23" fmla="*/ 6 h 131"/>
                <a:gd name="T24" fmla="*/ 11 w 160"/>
                <a:gd name="T25" fmla="*/ 7 h 131"/>
                <a:gd name="T26" fmla="*/ 7 w 160"/>
                <a:gd name="T27" fmla="*/ 23 h 131"/>
                <a:gd name="T28" fmla="*/ 19 w 160"/>
                <a:gd name="T29" fmla="*/ 50 h 131"/>
                <a:gd name="T30" fmla="*/ 7 w 160"/>
                <a:gd name="T31" fmla="*/ 46 h 131"/>
                <a:gd name="T32" fmla="*/ 7 w 160"/>
                <a:gd name="T33" fmla="*/ 46 h 131"/>
                <a:gd name="T34" fmla="*/ 6 w 160"/>
                <a:gd name="T35" fmla="*/ 47 h 131"/>
                <a:gd name="T36" fmla="*/ 6 w 160"/>
                <a:gd name="T37" fmla="*/ 47 h 131"/>
                <a:gd name="T38" fmla="*/ 30 w 160"/>
                <a:gd name="T39" fmla="*/ 79 h 131"/>
                <a:gd name="T40" fmla="*/ 19 w 160"/>
                <a:gd name="T41" fmla="*/ 79 h 131"/>
                <a:gd name="T42" fmla="*/ 18 w 160"/>
                <a:gd name="T43" fmla="*/ 79 h 131"/>
                <a:gd name="T44" fmla="*/ 18 w 160"/>
                <a:gd name="T45" fmla="*/ 80 h 131"/>
                <a:gd name="T46" fmla="*/ 47 w 160"/>
                <a:gd name="T47" fmla="*/ 103 h 131"/>
                <a:gd name="T48" fmla="*/ 8 w 160"/>
                <a:gd name="T49" fmla="*/ 115 h 131"/>
                <a:gd name="T50" fmla="*/ 1 w 160"/>
                <a:gd name="T51" fmla="*/ 115 h 131"/>
                <a:gd name="T52" fmla="*/ 0 w 160"/>
                <a:gd name="T53" fmla="*/ 115 h 131"/>
                <a:gd name="T54" fmla="*/ 0 w 160"/>
                <a:gd name="T55" fmla="*/ 116 h 131"/>
                <a:gd name="T56" fmla="*/ 51 w 160"/>
                <a:gd name="T57" fmla="*/ 131 h 131"/>
                <a:gd name="T58" fmla="*/ 144 w 160"/>
                <a:gd name="T59" fmla="*/ 38 h 131"/>
                <a:gd name="T60" fmla="*/ 144 w 160"/>
                <a:gd name="T61" fmla="*/ 34 h 131"/>
                <a:gd name="T62" fmla="*/ 160 w 160"/>
                <a:gd name="T63" fmla="*/ 17 h 131"/>
                <a:gd name="T64" fmla="*/ 160 w 160"/>
                <a:gd name="T65" fmla="*/ 1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0" h="131">
                  <a:moveTo>
                    <a:pt x="160" y="16"/>
                  </a:moveTo>
                  <a:cubicBezTo>
                    <a:pt x="160" y="16"/>
                    <a:pt x="160" y="16"/>
                    <a:pt x="159" y="16"/>
                  </a:cubicBezTo>
                  <a:cubicBezTo>
                    <a:pt x="154" y="18"/>
                    <a:pt x="149" y="19"/>
                    <a:pt x="144" y="20"/>
                  </a:cubicBezTo>
                  <a:cubicBezTo>
                    <a:pt x="150" y="16"/>
                    <a:pt x="154" y="10"/>
                    <a:pt x="156" y="4"/>
                  </a:cubicBezTo>
                  <a:cubicBezTo>
                    <a:pt x="156" y="3"/>
                    <a:pt x="156" y="3"/>
                    <a:pt x="156" y="3"/>
                  </a:cubicBezTo>
                  <a:cubicBezTo>
                    <a:pt x="155" y="3"/>
                    <a:pt x="155" y="3"/>
                    <a:pt x="155" y="3"/>
                  </a:cubicBezTo>
                  <a:cubicBezTo>
                    <a:pt x="149" y="7"/>
                    <a:pt x="142" y="9"/>
                    <a:pt x="135" y="11"/>
                  </a:cubicBezTo>
                  <a:cubicBezTo>
                    <a:pt x="128" y="4"/>
                    <a:pt x="120" y="0"/>
                    <a:pt x="111" y="0"/>
                  </a:cubicBezTo>
                  <a:cubicBezTo>
                    <a:pt x="92" y="0"/>
                    <a:pt x="77" y="15"/>
                    <a:pt x="77" y="34"/>
                  </a:cubicBezTo>
                  <a:cubicBezTo>
                    <a:pt x="77" y="36"/>
                    <a:pt x="77" y="38"/>
                    <a:pt x="78" y="40"/>
                  </a:cubicBezTo>
                  <a:cubicBezTo>
                    <a:pt x="52" y="39"/>
                    <a:pt x="29" y="26"/>
                    <a:pt x="12" y="7"/>
                  </a:cubicBezTo>
                  <a:cubicBezTo>
                    <a:pt x="12" y="6"/>
                    <a:pt x="12" y="6"/>
                    <a:pt x="12" y="6"/>
                  </a:cubicBezTo>
                  <a:cubicBezTo>
                    <a:pt x="11" y="6"/>
                    <a:pt x="11" y="6"/>
                    <a:pt x="11" y="7"/>
                  </a:cubicBezTo>
                  <a:cubicBezTo>
                    <a:pt x="8" y="12"/>
                    <a:pt x="7" y="18"/>
                    <a:pt x="7" y="23"/>
                  </a:cubicBezTo>
                  <a:cubicBezTo>
                    <a:pt x="7" y="34"/>
                    <a:pt x="11" y="43"/>
                    <a:pt x="19" y="50"/>
                  </a:cubicBezTo>
                  <a:cubicBezTo>
                    <a:pt x="15" y="49"/>
                    <a:pt x="11" y="48"/>
                    <a:pt x="7" y="46"/>
                  </a:cubicBezTo>
                  <a:cubicBezTo>
                    <a:pt x="7" y="46"/>
                    <a:pt x="7" y="46"/>
                    <a:pt x="7" y="46"/>
                  </a:cubicBezTo>
                  <a:cubicBezTo>
                    <a:pt x="6" y="46"/>
                    <a:pt x="6" y="46"/>
                    <a:pt x="6" y="47"/>
                  </a:cubicBezTo>
                  <a:cubicBezTo>
                    <a:pt x="6" y="47"/>
                    <a:pt x="6" y="47"/>
                    <a:pt x="6" y="47"/>
                  </a:cubicBezTo>
                  <a:cubicBezTo>
                    <a:pt x="6" y="62"/>
                    <a:pt x="16" y="75"/>
                    <a:pt x="30" y="79"/>
                  </a:cubicBezTo>
                  <a:cubicBezTo>
                    <a:pt x="26" y="79"/>
                    <a:pt x="22" y="79"/>
                    <a:pt x="19" y="79"/>
                  </a:cubicBezTo>
                  <a:cubicBezTo>
                    <a:pt x="18" y="79"/>
                    <a:pt x="18" y="79"/>
                    <a:pt x="18" y="79"/>
                  </a:cubicBezTo>
                  <a:cubicBezTo>
                    <a:pt x="18" y="79"/>
                    <a:pt x="18" y="79"/>
                    <a:pt x="18" y="80"/>
                  </a:cubicBezTo>
                  <a:cubicBezTo>
                    <a:pt x="22" y="93"/>
                    <a:pt x="33" y="102"/>
                    <a:pt x="47" y="103"/>
                  </a:cubicBezTo>
                  <a:cubicBezTo>
                    <a:pt x="36" y="111"/>
                    <a:pt x="22" y="115"/>
                    <a:pt x="8" y="115"/>
                  </a:cubicBezTo>
                  <a:cubicBezTo>
                    <a:pt x="6" y="115"/>
                    <a:pt x="3" y="115"/>
                    <a:pt x="1" y="115"/>
                  </a:cubicBezTo>
                  <a:cubicBezTo>
                    <a:pt x="0" y="115"/>
                    <a:pt x="0" y="115"/>
                    <a:pt x="0" y="115"/>
                  </a:cubicBezTo>
                  <a:cubicBezTo>
                    <a:pt x="0" y="116"/>
                    <a:pt x="0" y="116"/>
                    <a:pt x="0" y="116"/>
                  </a:cubicBezTo>
                  <a:cubicBezTo>
                    <a:pt x="15" y="126"/>
                    <a:pt x="33" y="131"/>
                    <a:pt x="51" y="131"/>
                  </a:cubicBezTo>
                  <a:cubicBezTo>
                    <a:pt x="109" y="131"/>
                    <a:pt x="144" y="83"/>
                    <a:pt x="144" y="38"/>
                  </a:cubicBezTo>
                  <a:cubicBezTo>
                    <a:pt x="144" y="36"/>
                    <a:pt x="144" y="35"/>
                    <a:pt x="144" y="34"/>
                  </a:cubicBezTo>
                  <a:cubicBezTo>
                    <a:pt x="150" y="29"/>
                    <a:pt x="156" y="23"/>
                    <a:pt x="160" y="17"/>
                  </a:cubicBezTo>
                  <a:cubicBezTo>
                    <a:pt x="160" y="17"/>
                    <a:pt x="160" y="16"/>
                    <a:pt x="160" y="16"/>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sp>
          <p:nvSpPr>
            <p:cNvPr id="51" name="Freeform 21"/>
            <p:cNvSpPr>
              <a:spLocks/>
            </p:cNvSpPr>
            <p:nvPr/>
          </p:nvSpPr>
          <p:spPr bwMode="auto">
            <a:xfrm>
              <a:off x="5235659" y="5934143"/>
              <a:ext cx="207145" cy="261714"/>
            </a:xfrm>
            <a:custGeom>
              <a:avLst/>
              <a:gdLst>
                <a:gd name="T0" fmla="*/ 129 w 323"/>
                <a:gd name="T1" fmla="*/ 272 h 408"/>
                <a:gd name="T2" fmla="*/ 68 w 323"/>
                <a:gd name="T3" fmla="*/ 408 h 408"/>
                <a:gd name="T4" fmla="*/ 98 w 323"/>
                <a:gd name="T5" fmla="*/ 196 h 408"/>
                <a:gd name="T6" fmla="*/ 149 w 323"/>
                <a:gd name="T7" fmla="*/ 99 h 408"/>
                <a:gd name="T8" fmla="*/ 172 w 323"/>
                <a:gd name="T9" fmla="*/ 257 h 408"/>
                <a:gd name="T10" fmla="*/ 234 w 323"/>
                <a:gd name="T11" fmla="*/ 73 h 408"/>
                <a:gd name="T12" fmla="*/ 47 w 323"/>
                <a:gd name="T13" fmla="*/ 173 h 408"/>
                <a:gd name="T14" fmla="*/ 57 w 323"/>
                <a:gd name="T15" fmla="*/ 239 h 408"/>
                <a:gd name="T16" fmla="*/ 1 w 323"/>
                <a:gd name="T17" fmla="*/ 147 h 408"/>
                <a:gd name="T18" fmla="*/ 137 w 323"/>
                <a:gd name="T19" fmla="*/ 9 h 408"/>
                <a:gd name="T20" fmla="*/ 310 w 323"/>
                <a:gd name="T21" fmla="*/ 119 h 408"/>
                <a:gd name="T22" fmla="*/ 183 w 323"/>
                <a:gd name="T23" fmla="*/ 298 h 408"/>
                <a:gd name="T24" fmla="*/ 129 w 323"/>
                <a:gd name="T25" fmla="*/ 272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3" h="408">
                  <a:moveTo>
                    <a:pt x="129" y="272"/>
                  </a:moveTo>
                  <a:cubicBezTo>
                    <a:pt x="118" y="328"/>
                    <a:pt x="106" y="380"/>
                    <a:pt x="68" y="408"/>
                  </a:cubicBezTo>
                  <a:cubicBezTo>
                    <a:pt x="56" y="325"/>
                    <a:pt x="85" y="262"/>
                    <a:pt x="98" y="196"/>
                  </a:cubicBezTo>
                  <a:cubicBezTo>
                    <a:pt x="75" y="157"/>
                    <a:pt x="101" y="80"/>
                    <a:pt x="149" y="99"/>
                  </a:cubicBezTo>
                  <a:cubicBezTo>
                    <a:pt x="209" y="122"/>
                    <a:pt x="98" y="242"/>
                    <a:pt x="172" y="257"/>
                  </a:cubicBezTo>
                  <a:cubicBezTo>
                    <a:pt x="250" y="273"/>
                    <a:pt x="282" y="122"/>
                    <a:pt x="234" y="73"/>
                  </a:cubicBezTo>
                  <a:cubicBezTo>
                    <a:pt x="164" y="2"/>
                    <a:pt x="31" y="72"/>
                    <a:pt x="47" y="173"/>
                  </a:cubicBezTo>
                  <a:cubicBezTo>
                    <a:pt x="51" y="198"/>
                    <a:pt x="77" y="205"/>
                    <a:pt x="57" y="239"/>
                  </a:cubicBezTo>
                  <a:cubicBezTo>
                    <a:pt x="13" y="229"/>
                    <a:pt x="0" y="194"/>
                    <a:pt x="1" y="147"/>
                  </a:cubicBezTo>
                  <a:cubicBezTo>
                    <a:pt x="4" y="70"/>
                    <a:pt x="70" y="17"/>
                    <a:pt x="137" y="9"/>
                  </a:cubicBezTo>
                  <a:cubicBezTo>
                    <a:pt x="221" y="0"/>
                    <a:pt x="300" y="40"/>
                    <a:pt x="310" y="119"/>
                  </a:cubicBezTo>
                  <a:cubicBezTo>
                    <a:pt x="323" y="208"/>
                    <a:pt x="273" y="305"/>
                    <a:pt x="183" y="298"/>
                  </a:cubicBezTo>
                  <a:cubicBezTo>
                    <a:pt x="158" y="296"/>
                    <a:pt x="148" y="284"/>
                    <a:pt x="129" y="272"/>
                  </a:cubicBezTo>
                  <a:close/>
                </a:path>
              </a:pathLst>
            </a:custGeom>
            <a:solidFill>
              <a:schemeClr val="bg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mn-cs"/>
              </a:endParaRPr>
            </a:p>
          </p:txBody>
        </p:sp>
        <p:sp>
          <p:nvSpPr>
            <p:cNvPr id="52" name="Freeform 62"/>
            <p:cNvSpPr>
              <a:spLocks/>
            </p:cNvSpPr>
            <p:nvPr/>
          </p:nvSpPr>
          <p:spPr bwMode="auto">
            <a:xfrm>
              <a:off x="4063583" y="5934143"/>
              <a:ext cx="134925" cy="261714"/>
            </a:xfrm>
            <a:custGeom>
              <a:avLst/>
              <a:gdLst>
                <a:gd name="T0" fmla="*/ 84 w 84"/>
                <a:gd name="T1" fmla="*/ 27 h 163"/>
                <a:gd name="T2" fmla="*/ 69 w 84"/>
                <a:gd name="T3" fmla="*/ 27 h 163"/>
                <a:gd name="T4" fmla="*/ 54 w 84"/>
                <a:gd name="T5" fmla="*/ 41 h 163"/>
                <a:gd name="T6" fmla="*/ 54 w 84"/>
                <a:gd name="T7" fmla="*/ 60 h 163"/>
                <a:gd name="T8" fmla="*/ 83 w 84"/>
                <a:gd name="T9" fmla="*/ 60 h 163"/>
                <a:gd name="T10" fmla="*/ 83 w 84"/>
                <a:gd name="T11" fmla="*/ 88 h 163"/>
                <a:gd name="T12" fmla="*/ 54 w 84"/>
                <a:gd name="T13" fmla="*/ 88 h 163"/>
                <a:gd name="T14" fmla="*/ 54 w 84"/>
                <a:gd name="T15" fmla="*/ 163 h 163"/>
                <a:gd name="T16" fmla="*/ 25 w 84"/>
                <a:gd name="T17" fmla="*/ 163 h 163"/>
                <a:gd name="T18" fmla="*/ 25 w 84"/>
                <a:gd name="T19" fmla="*/ 88 h 163"/>
                <a:gd name="T20" fmla="*/ 0 w 84"/>
                <a:gd name="T21" fmla="*/ 88 h 163"/>
                <a:gd name="T22" fmla="*/ 0 w 84"/>
                <a:gd name="T23" fmla="*/ 60 h 163"/>
                <a:gd name="T24" fmla="*/ 25 w 84"/>
                <a:gd name="T25" fmla="*/ 60 h 163"/>
                <a:gd name="T26" fmla="*/ 25 w 84"/>
                <a:gd name="T27" fmla="*/ 38 h 163"/>
                <a:gd name="T28" fmla="*/ 62 w 84"/>
                <a:gd name="T29" fmla="*/ 0 h 163"/>
                <a:gd name="T30" fmla="*/ 84 w 84"/>
                <a:gd name="T31" fmla="*/ 0 h 163"/>
                <a:gd name="T32" fmla="*/ 84 w 84"/>
                <a:gd name="T33" fmla="*/ 27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63">
                  <a:moveTo>
                    <a:pt x="84" y="27"/>
                  </a:moveTo>
                  <a:cubicBezTo>
                    <a:pt x="69" y="27"/>
                    <a:pt x="69" y="27"/>
                    <a:pt x="69" y="27"/>
                  </a:cubicBezTo>
                  <a:cubicBezTo>
                    <a:pt x="57" y="27"/>
                    <a:pt x="54" y="33"/>
                    <a:pt x="54" y="41"/>
                  </a:cubicBezTo>
                  <a:cubicBezTo>
                    <a:pt x="54" y="60"/>
                    <a:pt x="54" y="60"/>
                    <a:pt x="54" y="60"/>
                  </a:cubicBezTo>
                  <a:cubicBezTo>
                    <a:pt x="83" y="60"/>
                    <a:pt x="83" y="60"/>
                    <a:pt x="83" y="60"/>
                  </a:cubicBezTo>
                  <a:cubicBezTo>
                    <a:pt x="83" y="88"/>
                    <a:pt x="83" y="88"/>
                    <a:pt x="83" y="88"/>
                  </a:cubicBezTo>
                  <a:cubicBezTo>
                    <a:pt x="54" y="88"/>
                    <a:pt x="54" y="88"/>
                    <a:pt x="54" y="88"/>
                  </a:cubicBezTo>
                  <a:cubicBezTo>
                    <a:pt x="54" y="163"/>
                    <a:pt x="54" y="163"/>
                    <a:pt x="54" y="163"/>
                  </a:cubicBezTo>
                  <a:cubicBezTo>
                    <a:pt x="25" y="163"/>
                    <a:pt x="25" y="163"/>
                    <a:pt x="25" y="163"/>
                  </a:cubicBezTo>
                  <a:cubicBezTo>
                    <a:pt x="25" y="88"/>
                    <a:pt x="25" y="88"/>
                    <a:pt x="25" y="88"/>
                  </a:cubicBezTo>
                  <a:cubicBezTo>
                    <a:pt x="0" y="88"/>
                    <a:pt x="0" y="88"/>
                    <a:pt x="0" y="88"/>
                  </a:cubicBezTo>
                  <a:cubicBezTo>
                    <a:pt x="0" y="60"/>
                    <a:pt x="0" y="60"/>
                    <a:pt x="0" y="60"/>
                  </a:cubicBezTo>
                  <a:cubicBezTo>
                    <a:pt x="25" y="60"/>
                    <a:pt x="25" y="60"/>
                    <a:pt x="25" y="60"/>
                  </a:cubicBezTo>
                  <a:cubicBezTo>
                    <a:pt x="25" y="38"/>
                    <a:pt x="25" y="38"/>
                    <a:pt x="25" y="38"/>
                  </a:cubicBezTo>
                  <a:cubicBezTo>
                    <a:pt x="25" y="13"/>
                    <a:pt x="40" y="0"/>
                    <a:pt x="62" y="0"/>
                  </a:cubicBezTo>
                  <a:cubicBezTo>
                    <a:pt x="84" y="0"/>
                    <a:pt x="84" y="0"/>
                    <a:pt x="84" y="0"/>
                  </a:cubicBezTo>
                  <a:lnTo>
                    <a:pt x="84" y="27"/>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grpSp>
    </p:spTree>
    <p:extLst>
      <p:ext uri="{BB962C8B-B14F-4D97-AF65-F5344CB8AC3E}">
        <p14:creationId xmlns:p14="http://schemas.microsoft.com/office/powerpoint/2010/main" val="283605031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53" presetClass="entr" presetSubtype="16" fill="hold" grpId="0" nodeType="afterEffect">
                                  <p:stCondLst>
                                    <p:cond delay="0"/>
                                  </p:stCondLst>
                                  <p:childTnLst>
                                    <p:set>
                                      <p:cBhvr>
                                        <p:cTn id="20" dur="1" fill="hold">
                                          <p:stCondLst>
                                            <p:cond delay="0"/>
                                          </p:stCondLst>
                                        </p:cTn>
                                        <p:tgtEl>
                                          <p:spTgt spid="9"/>
                                        </p:tgtEl>
                                        <p:attrNameLst>
                                          <p:attrName>style.visibility</p:attrName>
                                        </p:attrNameLst>
                                      </p:cBhvr>
                                      <p:to>
                                        <p:strVal val="visible"/>
                                      </p:to>
                                    </p:set>
                                    <p:anim calcmode="lin" valueType="num">
                                      <p:cBhvr>
                                        <p:cTn id="21" dur="500" fill="hold"/>
                                        <p:tgtEl>
                                          <p:spTgt spid="9"/>
                                        </p:tgtEl>
                                        <p:attrNameLst>
                                          <p:attrName>ppt_w</p:attrName>
                                        </p:attrNameLst>
                                      </p:cBhvr>
                                      <p:tavLst>
                                        <p:tav tm="0">
                                          <p:val>
                                            <p:fltVal val="0"/>
                                          </p:val>
                                        </p:tav>
                                        <p:tav tm="100000">
                                          <p:val>
                                            <p:strVal val="#ppt_w"/>
                                          </p:val>
                                        </p:tav>
                                      </p:tavLst>
                                    </p:anim>
                                    <p:anim calcmode="lin" valueType="num">
                                      <p:cBhvr>
                                        <p:cTn id="22" dur="500" fill="hold"/>
                                        <p:tgtEl>
                                          <p:spTgt spid="9"/>
                                        </p:tgtEl>
                                        <p:attrNameLst>
                                          <p:attrName>ppt_h</p:attrName>
                                        </p:attrNameLst>
                                      </p:cBhvr>
                                      <p:tavLst>
                                        <p:tav tm="0">
                                          <p:val>
                                            <p:fltVal val="0"/>
                                          </p:val>
                                        </p:tav>
                                        <p:tav tm="100000">
                                          <p:val>
                                            <p:strVal val="#ppt_h"/>
                                          </p:val>
                                        </p:tav>
                                      </p:tavLst>
                                    </p:anim>
                                    <p:animEffect transition="in" filter="fade">
                                      <p:cBhvr>
                                        <p:cTn id="23" dur="500"/>
                                        <p:tgtEl>
                                          <p:spTgt spid="9"/>
                                        </p:tgtEl>
                                      </p:cBhvr>
                                    </p:animEffect>
                                  </p:childTnLst>
                                </p:cTn>
                              </p:par>
                            </p:childTnLst>
                          </p:cTn>
                        </p:par>
                        <p:par>
                          <p:cTn id="24" fill="hold">
                            <p:stCondLst>
                              <p:cond delay="2000"/>
                            </p:stCondLst>
                            <p:childTnLst>
                              <p:par>
                                <p:cTn id="25" presetID="53" presetClass="entr" presetSubtype="16" fill="hold" grpId="0" nodeType="afterEffect">
                                  <p:stCondLst>
                                    <p:cond delay="0"/>
                                  </p:stCondLst>
                                  <p:childTnLst>
                                    <p:set>
                                      <p:cBhvr>
                                        <p:cTn id="26" dur="1" fill="hold">
                                          <p:stCondLst>
                                            <p:cond delay="0"/>
                                          </p:stCondLst>
                                        </p:cTn>
                                        <p:tgtEl>
                                          <p:spTgt spid="10"/>
                                        </p:tgtEl>
                                        <p:attrNameLst>
                                          <p:attrName>style.visibility</p:attrName>
                                        </p:attrNameLst>
                                      </p:cBhvr>
                                      <p:to>
                                        <p:strVal val="visible"/>
                                      </p:to>
                                    </p:set>
                                    <p:anim calcmode="lin" valueType="num">
                                      <p:cBhvr>
                                        <p:cTn id="27" dur="500" fill="hold"/>
                                        <p:tgtEl>
                                          <p:spTgt spid="10"/>
                                        </p:tgtEl>
                                        <p:attrNameLst>
                                          <p:attrName>ppt_w</p:attrName>
                                        </p:attrNameLst>
                                      </p:cBhvr>
                                      <p:tavLst>
                                        <p:tav tm="0">
                                          <p:val>
                                            <p:fltVal val="0"/>
                                          </p:val>
                                        </p:tav>
                                        <p:tav tm="100000">
                                          <p:val>
                                            <p:strVal val="#ppt_w"/>
                                          </p:val>
                                        </p:tav>
                                      </p:tavLst>
                                    </p:anim>
                                    <p:anim calcmode="lin" valueType="num">
                                      <p:cBhvr>
                                        <p:cTn id="28" dur="500" fill="hold"/>
                                        <p:tgtEl>
                                          <p:spTgt spid="10"/>
                                        </p:tgtEl>
                                        <p:attrNameLst>
                                          <p:attrName>ppt_h</p:attrName>
                                        </p:attrNameLst>
                                      </p:cBhvr>
                                      <p:tavLst>
                                        <p:tav tm="0">
                                          <p:val>
                                            <p:fltVal val="0"/>
                                          </p:val>
                                        </p:tav>
                                        <p:tav tm="100000">
                                          <p:val>
                                            <p:strVal val="#ppt_h"/>
                                          </p:val>
                                        </p:tav>
                                      </p:tavLst>
                                    </p:anim>
                                    <p:animEffect transition="in" filter="fade">
                                      <p:cBhvr>
                                        <p:cTn id="29" dur="500"/>
                                        <p:tgtEl>
                                          <p:spTgt spid="10"/>
                                        </p:tgtEl>
                                      </p:cBhvr>
                                    </p:animEffect>
                                  </p:childTnLst>
                                </p:cTn>
                              </p:par>
                            </p:childTnLst>
                          </p:cTn>
                        </p:par>
                        <p:par>
                          <p:cTn id="30" fill="hold">
                            <p:stCondLst>
                              <p:cond delay="2500"/>
                            </p:stCondLst>
                            <p:childTnLst>
                              <p:par>
                                <p:cTn id="31" presetID="53" presetClass="entr" presetSubtype="16" fill="hold" grpId="0" nodeType="afterEffect">
                                  <p:stCondLst>
                                    <p:cond delay="0"/>
                                  </p:stCondLst>
                                  <p:childTnLst>
                                    <p:set>
                                      <p:cBhvr>
                                        <p:cTn id="32" dur="1" fill="hold">
                                          <p:stCondLst>
                                            <p:cond delay="0"/>
                                          </p:stCondLst>
                                        </p:cTn>
                                        <p:tgtEl>
                                          <p:spTgt spid="11"/>
                                        </p:tgtEl>
                                        <p:attrNameLst>
                                          <p:attrName>style.visibility</p:attrName>
                                        </p:attrNameLst>
                                      </p:cBhvr>
                                      <p:to>
                                        <p:strVal val="visible"/>
                                      </p:to>
                                    </p:set>
                                    <p:anim calcmode="lin" valueType="num">
                                      <p:cBhvr>
                                        <p:cTn id="33" dur="500" fill="hold"/>
                                        <p:tgtEl>
                                          <p:spTgt spid="11"/>
                                        </p:tgtEl>
                                        <p:attrNameLst>
                                          <p:attrName>ppt_w</p:attrName>
                                        </p:attrNameLst>
                                      </p:cBhvr>
                                      <p:tavLst>
                                        <p:tav tm="0">
                                          <p:val>
                                            <p:fltVal val="0"/>
                                          </p:val>
                                        </p:tav>
                                        <p:tav tm="100000">
                                          <p:val>
                                            <p:strVal val="#ppt_w"/>
                                          </p:val>
                                        </p:tav>
                                      </p:tavLst>
                                    </p:anim>
                                    <p:anim calcmode="lin" valueType="num">
                                      <p:cBhvr>
                                        <p:cTn id="34" dur="500" fill="hold"/>
                                        <p:tgtEl>
                                          <p:spTgt spid="11"/>
                                        </p:tgtEl>
                                        <p:attrNameLst>
                                          <p:attrName>ppt_h</p:attrName>
                                        </p:attrNameLst>
                                      </p:cBhvr>
                                      <p:tavLst>
                                        <p:tav tm="0">
                                          <p:val>
                                            <p:fltVal val="0"/>
                                          </p:val>
                                        </p:tav>
                                        <p:tav tm="100000">
                                          <p:val>
                                            <p:strVal val="#ppt_h"/>
                                          </p:val>
                                        </p:tav>
                                      </p:tavLst>
                                    </p:anim>
                                    <p:animEffect transition="in" filter="fade">
                                      <p:cBhvr>
                                        <p:cTn id="35" dur="500"/>
                                        <p:tgtEl>
                                          <p:spTgt spid="11"/>
                                        </p:tgtEl>
                                      </p:cBhvr>
                                    </p:animEffect>
                                  </p:childTnLst>
                                </p:cTn>
                              </p:par>
                            </p:childTnLst>
                          </p:cTn>
                        </p:par>
                        <p:par>
                          <p:cTn id="36" fill="hold">
                            <p:stCondLst>
                              <p:cond delay="3000"/>
                            </p:stCondLst>
                            <p:childTnLst>
                              <p:par>
                                <p:cTn id="37" presetID="53" presetClass="entr" presetSubtype="16" fill="hold" grpId="0" nodeType="afterEffect">
                                  <p:stCondLst>
                                    <p:cond delay="0"/>
                                  </p:stCondLst>
                                  <p:childTnLst>
                                    <p:set>
                                      <p:cBhvr>
                                        <p:cTn id="38" dur="1" fill="hold">
                                          <p:stCondLst>
                                            <p:cond delay="0"/>
                                          </p:stCondLst>
                                        </p:cTn>
                                        <p:tgtEl>
                                          <p:spTgt spid="12"/>
                                        </p:tgtEl>
                                        <p:attrNameLst>
                                          <p:attrName>style.visibility</p:attrName>
                                        </p:attrNameLst>
                                      </p:cBhvr>
                                      <p:to>
                                        <p:strVal val="visible"/>
                                      </p:to>
                                    </p:set>
                                    <p:anim calcmode="lin" valueType="num">
                                      <p:cBhvr>
                                        <p:cTn id="39" dur="500" fill="hold"/>
                                        <p:tgtEl>
                                          <p:spTgt spid="12"/>
                                        </p:tgtEl>
                                        <p:attrNameLst>
                                          <p:attrName>ppt_w</p:attrName>
                                        </p:attrNameLst>
                                      </p:cBhvr>
                                      <p:tavLst>
                                        <p:tav tm="0">
                                          <p:val>
                                            <p:fltVal val="0"/>
                                          </p:val>
                                        </p:tav>
                                        <p:tav tm="100000">
                                          <p:val>
                                            <p:strVal val="#ppt_w"/>
                                          </p:val>
                                        </p:tav>
                                      </p:tavLst>
                                    </p:anim>
                                    <p:anim calcmode="lin" valueType="num">
                                      <p:cBhvr>
                                        <p:cTn id="40" dur="500" fill="hold"/>
                                        <p:tgtEl>
                                          <p:spTgt spid="12"/>
                                        </p:tgtEl>
                                        <p:attrNameLst>
                                          <p:attrName>ppt_h</p:attrName>
                                        </p:attrNameLst>
                                      </p:cBhvr>
                                      <p:tavLst>
                                        <p:tav tm="0">
                                          <p:val>
                                            <p:fltVal val="0"/>
                                          </p:val>
                                        </p:tav>
                                        <p:tav tm="100000">
                                          <p:val>
                                            <p:strVal val="#ppt_h"/>
                                          </p:val>
                                        </p:tav>
                                      </p:tavLst>
                                    </p:anim>
                                    <p:animEffect transition="in" filter="fade">
                                      <p:cBhvr>
                                        <p:cTn id="41" dur="500"/>
                                        <p:tgtEl>
                                          <p:spTgt spid="12"/>
                                        </p:tgtEl>
                                      </p:cBhvr>
                                    </p:animEffect>
                                  </p:childTnLst>
                                </p:cTn>
                              </p:par>
                            </p:childTnLst>
                          </p:cTn>
                        </p:par>
                        <p:par>
                          <p:cTn id="42" fill="hold">
                            <p:stCondLst>
                              <p:cond delay="3500"/>
                            </p:stCondLst>
                            <p:childTnLst>
                              <p:par>
                                <p:cTn id="43" presetID="53" presetClass="entr" presetSubtype="16" fill="hold" grpId="0" nodeType="afterEffect" nodePh="1">
                                  <p:stCondLst>
                                    <p:cond delay="0"/>
                                  </p:stCondLst>
                                  <p:endCondLst>
                                    <p:cond evt="begin" delay="0">
                                      <p:tn val="43"/>
                                    </p:cond>
                                  </p:endCondLst>
                                  <p:childTnLst>
                                    <p:set>
                                      <p:cBhvr>
                                        <p:cTn id="44" dur="1" fill="hold">
                                          <p:stCondLst>
                                            <p:cond delay="0"/>
                                          </p:stCondLst>
                                        </p:cTn>
                                        <p:tgtEl>
                                          <p:spTgt spid="13">
                                            <p:txEl>
                                              <p:pRg st="0" end="0"/>
                                            </p:txEl>
                                          </p:spTgt>
                                        </p:tgtEl>
                                        <p:attrNameLst>
                                          <p:attrName>style.visibility</p:attrName>
                                        </p:attrNameLst>
                                      </p:cBhvr>
                                      <p:to>
                                        <p:strVal val="visible"/>
                                      </p:to>
                                    </p:set>
                                    <p:anim calcmode="lin" valueType="num">
                                      <p:cBhvr>
                                        <p:cTn id="45" dur="500" fill="hold"/>
                                        <p:tgtEl>
                                          <p:spTgt spid="13">
                                            <p:txEl>
                                              <p:pRg st="0" end="0"/>
                                            </p:txEl>
                                          </p:spTgt>
                                        </p:tgtEl>
                                        <p:attrNameLst>
                                          <p:attrName>ppt_w</p:attrName>
                                        </p:attrNameLst>
                                      </p:cBhvr>
                                      <p:tavLst>
                                        <p:tav tm="0">
                                          <p:val>
                                            <p:fltVal val="0"/>
                                          </p:val>
                                        </p:tav>
                                        <p:tav tm="100000">
                                          <p:val>
                                            <p:strVal val="#ppt_w"/>
                                          </p:val>
                                        </p:tav>
                                      </p:tavLst>
                                    </p:anim>
                                    <p:anim calcmode="lin" valueType="num">
                                      <p:cBhvr>
                                        <p:cTn id="46" dur="500" fill="hold"/>
                                        <p:tgtEl>
                                          <p:spTgt spid="13">
                                            <p:txEl>
                                              <p:pRg st="0" end="0"/>
                                            </p:txEl>
                                          </p:spTgt>
                                        </p:tgtEl>
                                        <p:attrNameLst>
                                          <p:attrName>ppt_h</p:attrName>
                                        </p:attrNameLst>
                                      </p:cBhvr>
                                      <p:tavLst>
                                        <p:tav tm="0">
                                          <p:val>
                                            <p:fltVal val="0"/>
                                          </p:val>
                                        </p:tav>
                                        <p:tav tm="100000">
                                          <p:val>
                                            <p:strVal val="#ppt_h"/>
                                          </p:val>
                                        </p:tav>
                                      </p:tavLst>
                                    </p:anim>
                                    <p:animEffect transition="in" filter="fade">
                                      <p:cBhvr>
                                        <p:cTn id="47" dur="500"/>
                                        <p:tgtEl>
                                          <p:spTgt spid="13">
                                            <p:txEl>
                                              <p:pRg st="0" end="0"/>
                                            </p:txEl>
                                          </p:spTgt>
                                        </p:tgtEl>
                                      </p:cBhvr>
                                    </p:animEffect>
                                  </p:childTnLst>
                                </p:cTn>
                              </p:par>
                            </p:childTnLst>
                          </p:cTn>
                        </p:par>
                        <p:par>
                          <p:cTn id="48" fill="hold">
                            <p:stCondLst>
                              <p:cond delay="4000"/>
                            </p:stCondLst>
                            <p:childTnLst>
                              <p:par>
                                <p:cTn id="49" presetID="42" presetClass="entr" presetSubtype="0" fill="hold" grpId="0" nodeType="afterEffect" nodePh="1">
                                  <p:stCondLst>
                                    <p:cond delay="0"/>
                                  </p:stCondLst>
                                  <p:endCondLst>
                                    <p:cond evt="begin" delay="0">
                                      <p:tn val="49"/>
                                    </p:cond>
                                  </p:endCondLst>
                                  <p:childTnLst>
                                    <p:set>
                                      <p:cBhvr>
                                        <p:cTn id="50" dur="1" fill="hold">
                                          <p:stCondLst>
                                            <p:cond delay="0"/>
                                          </p:stCondLst>
                                        </p:cTn>
                                        <p:tgtEl>
                                          <p:spTgt spid="14">
                                            <p:txEl>
                                              <p:pRg st="0" end="0"/>
                                            </p:txEl>
                                          </p:spTgt>
                                        </p:tgtEl>
                                        <p:attrNameLst>
                                          <p:attrName>style.visibility</p:attrName>
                                        </p:attrNameLst>
                                      </p:cBhvr>
                                      <p:to>
                                        <p:strVal val="visible"/>
                                      </p:to>
                                    </p:set>
                                    <p:animEffect transition="in" filter="fade">
                                      <p:cBhvr>
                                        <p:cTn id="51" dur="500"/>
                                        <p:tgtEl>
                                          <p:spTgt spid="14">
                                            <p:txEl>
                                              <p:pRg st="0" end="0"/>
                                            </p:txEl>
                                          </p:spTgt>
                                        </p:tgtEl>
                                      </p:cBhvr>
                                    </p:animEffect>
                                    <p:anim calcmode="lin" valueType="num">
                                      <p:cBhvr>
                                        <p:cTn id="52" dur="500" fill="hold"/>
                                        <p:tgtEl>
                                          <p:spTgt spid="14">
                                            <p:txEl>
                                              <p:pRg st="0" end="0"/>
                                            </p:txEl>
                                          </p:spTgt>
                                        </p:tgtEl>
                                        <p:attrNameLst>
                                          <p:attrName>ppt_x</p:attrName>
                                        </p:attrNameLst>
                                      </p:cBhvr>
                                      <p:tavLst>
                                        <p:tav tm="0">
                                          <p:val>
                                            <p:strVal val="#ppt_x"/>
                                          </p:val>
                                        </p:tav>
                                        <p:tav tm="100000">
                                          <p:val>
                                            <p:strVal val="#ppt_x"/>
                                          </p:val>
                                        </p:tav>
                                      </p:tavLst>
                                    </p:anim>
                                    <p:anim calcmode="lin" valueType="num">
                                      <p:cBhvr>
                                        <p:cTn id="53" dur="500" fill="hold"/>
                                        <p:tgtEl>
                                          <p:spTgt spid="14">
                                            <p:txEl>
                                              <p:pRg st="0" end="0"/>
                                            </p:txEl>
                                          </p:spTgt>
                                        </p:tgtEl>
                                        <p:attrNameLst>
                                          <p:attrName>ppt_y</p:attrName>
                                        </p:attrNameLst>
                                      </p:cBhvr>
                                      <p:tavLst>
                                        <p:tav tm="0">
                                          <p:val>
                                            <p:strVal val="#ppt_y+.1"/>
                                          </p:val>
                                        </p:tav>
                                        <p:tav tm="100000">
                                          <p:val>
                                            <p:strVal val="#ppt_y"/>
                                          </p:val>
                                        </p:tav>
                                      </p:tavLst>
                                    </p:anim>
                                  </p:childTnLst>
                                </p:cTn>
                              </p:par>
                            </p:childTnLst>
                          </p:cTn>
                        </p:par>
                        <p:par>
                          <p:cTn id="54" fill="hold">
                            <p:stCondLst>
                              <p:cond delay="4500"/>
                            </p:stCondLst>
                            <p:childTnLst>
                              <p:par>
                                <p:cTn id="55" presetID="42" presetClass="entr" presetSubtype="0" fill="hold" grpId="0" nodeType="afterEffect" nodePh="1">
                                  <p:stCondLst>
                                    <p:cond delay="0"/>
                                  </p:stCondLst>
                                  <p:endCondLst>
                                    <p:cond evt="begin" delay="0">
                                      <p:tn val="55"/>
                                    </p:cond>
                                  </p:endCondLst>
                                  <p:childTnLst>
                                    <p:set>
                                      <p:cBhvr>
                                        <p:cTn id="56" dur="1" fill="hold">
                                          <p:stCondLst>
                                            <p:cond delay="0"/>
                                          </p:stCondLst>
                                        </p:cTn>
                                        <p:tgtEl>
                                          <p:spTgt spid="21">
                                            <p:txEl>
                                              <p:pRg st="0" end="0"/>
                                            </p:txEl>
                                          </p:spTgt>
                                        </p:tgtEl>
                                        <p:attrNameLst>
                                          <p:attrName>style.visibility</p:attrName>
                                        </p:attrNameLst>
                                      </p:cBhvr>
                                      <p:to>
                                        <p:strVal val="visible"/>
                                      </p:to>
                                    </p:set>
                                    <p:animEffect transition="in" filter="fade">
                                      <p:cBhvr>
                                        <p:cTn id="57" dur="500"/>
                                        <p:tgtEl>
                                          <p:spTgt spid="21">
                                            <p:txEl>
                                              <p:pRg st="0" end="0"/>
                                            </p:txEl>
                                          </p:spTgt>
                                        </p:tgtEl>
                                      </p:cBhvr>
                                    </p:animEffect>
                                    <p:anim calcmode="lin" valueType="num">
                                      <p:cBhvr>
                                        <p:cTn id="58" dur="500" fill="hold"/>
                                        <p:tgtEl>
                                          <p:spTgt spid="21">
                                            <p:txEl>
                                              <p:pRg st="0" end="0"/>
                                            </p:txEl>
                                          </p:spTgt>
                                        </p:tgtEl>
                                        <p:attrNameLst>
                                          <p:attrName>ppt_x</p:attrName>
                                        </p:attrNameLst>
                                      </p:cBhvr>
                                      <p:tavLst>
                                        <p:tav tm="0">
                                          <p:val>
                                            <p:strVal val="#ppt_x"/>
                                          </p:val>
                                        </p:tav>
                                        <p:tav tm="100000">
                                          <p:val>
                                            <p:strVal val="#ppt_x"/>
                                          </p:val>
                                        </p:tav>
                                      </p:tavLst>
                                    </p:anim>
                                    <p:anim calcmode="lin" valueType="num">
                                      <p:cBhvr>
                                        <p:cTn id="59" dur="500" fill="hold"/>
                                        <p:tgtEl>
                                          <p:spTgt spid="21">
                                            <p:txEl>
                                              <p:pRg st="0" end="0"/>
                                            </p:txEl>
                                          </p:spTgt>
                                        </p:tgtEl>
                                        <p:attrNameLst>
                                          <p:attrName>ppt_y</p:attrName>
                                        </p:attrNameLst>
                                      </p:cBhvr>
                                      <p:tavLst>
                                        <p:tav tm="0">
                                          <p:val>
                                            <p:strVal val="#ppt_y+.1"/>
                                          </p:val>
                                        </p:tav>
                                        <p:tav tm="100000">
                                          <p:val>
                                            <p:strVal val="#ppt_y"/>
                                          </p:val>
                                        </p:tav>
                                      </p:tavLst>
                                    </p:anim>
                                  </p:childTnLst>
                                </p:cTn>
                              </p:par>
                            </p:childTnLst>
                          </p:cTn>
                        </p:par>
                        <p:par>
                          <p:cTn id="60" fill="hold">
                            <p:stCondLst>
                              <p:cond delay="5000"/>
                            </p:stCondLst>
                            <p:childTnLst>
                              <p:par>
                                <p:cTn id="61" presetID="10" presetClass="entr" presetSubtype="0" fill="hold" nodeType="afterEffect">
                                  <p:stCondLst>
                                    <p:cond delay="0"/>
                                  </p:stCondLst>
                                  <p:childTnLst>
                                    <p:set>
                                      <p:cBhvr>
                                        <p:cTn id="62" dur="1" fill="hold">
                                          <p:stCondLst>
                                            <p:cond delay="0"/>
                                          </p:stCondLst>
                                        </p:cTn>
                                        <p:tgtEl>
                                          <p:spTgt spid="25"/>
                                        </p:tgtEl>
                                        <p:attrNameLst>
                                          <p:attrName>style.visibility</p:attrName>
                                        </p:attrNameLst>
                                      </p:cBhvr>
                                      <p:to>
                                        <p:strVal val="visible"/>
                                      </p:to>
                                    </p:set>
                                    <p:animEffect transition="in" filter="fade">
                                      <p:cBhvr>
                                        <p:cTn id="63" dur="500"/>
                                        <p:tgtEl>
                                          <p:spTgt spid="25"/>
                                        </p:tgtEl>
                                      </p:cBhvr>
                                    </p:animEffect>
                                  </p:childTnLst>
                                </p:cTn>
                              </p:par>
                            </p:childTnLst>
                          </p:cTn>
                        </p:par>
                        <p:par>
                          <p:cTn id="64" fill="hold">
                            <p:stCondLst>
                              <p:cond delay="5500"/>
                            </p:stCondLst>
                            <p:childTnLst>
                              <p:par>
                                <p:cTn id="65" presetID="53" presetClass="entr" presetSubtype="16" fill="hold" grpId="0" nodeType="afterEffect" nodePh="1">
                                  <p:stCondLst>
                                    <p:cond delay="0"/>
                                  </p:stCondLst>
                                  <p:endCondLst>
                                    <p:cond evt="begin" delay="0">
                                      <p:tn val="65"/>
                                    </p:cond>
                                  </p:endCondLst>
                                  <p:childTnLst>
                                    <p:set>
                                      <p:cBhvr>
                                        <p:cTn id="66" dur="1" fill="hold">
                                          <p:stCondLst>
                                            <p:cond delay="0"/>
                                          </p:stCondLst>
                                        </p:cTn>
                                        <p:tgtEl>
                                          <p:spTgt spid="15">
                                            <p:txEl>
                                              <p:pRg st="0" end="0"/>
                                            </p:txEl>
                                          </p:spTgt>
                                        </p:tgtEl>
                                        <p:attrNameLst>
                                          <p:attrName>style.visibility</p:attrName>
                                        </p:attrNameLst>
                                      </p:cBhvr>
                                      <p:to>
                                        <p:strVal val="visible"/>
                                      </p:to>
                                    </p:set>
                                    <p:anim calcmode="lin" valueType="num">
                                      <p:cBhvr>
                                        <p:cTn id="67" dur="500" fill="hold"/>
                                        <p:tgtEl>
                                          <p:spTgt spid="15">
                                            <p:txEl>
                                              <p:pRg st="0" end="0"/>
                                            </p:txEl>
                                          </p:spTgt>
                                        </p:tgtEl>
                                        <p:attrNameLst>
                                          <p:attrName>ppt_w</p:attrName>
                                        </p:attrNameLst>
                                      </p:cBhvr>
                                      <p:tavLst>
                                        <p:tav tm="0">
                                          <p:val>
                                            <p:fltVal val="0"/>
                                          </p:val>
                                        </p:tav>
                                        <p:tav tm="100000">
                                          <p:val>
                                            <p:strVal val="#ppt_w"/>
                                          </p:val>
                                        </p:tav>
                                      </p:tavLst>
                                    </p:anim>
                                    <p:anim calcmode="lin" valueType="num">
                                      <p:cBhvr>
                                        <p:cTn id="68" dur="500" fill="hold"/>
                                        <p:tgtEl>
                                          <p:spTgt spid="15">
                                            <p:txEl>
                                              <p:pRg st="0" end="0"/>
                                            </p:txEl>
                                          </p:spTgt>
                                        </p:tgtEl>
                                        <p:attrNameLst>
                                          <p:attrName>ppt_h</p:attrName>
                                        </p:attrNameLst>
                                      </p:cBhvr>
                                      <p:tavLst>
                                        <p:tav tm="0">
                                          <p:val>
                                            <p:fltVal val="0"/>
                                          </p:val>
                                        </p:tav>
                                        <p:tav tm="100000">
                                          <p:val>
                                            <p:strVal val="#ppt_h"/>
                                          </p:val>
                                        </p:tav>
                                      </p:tavLst>
                                    </p:anim>
                                    <p:animEffect transition="in" filter="fade">
                                      <p:cBhvr>
                                        <p:cTn id="69" dur="500"/>
                                        <p:tgtEl>
                                          <p:spTgt spid="15">
                                            <p:txEl>
                                              <p:pRg st="0" end="0"/>
                                            </p:txEl>
                                          </p:spTgt>
                                        </p:tgtEl>
                                      </p:cBhvr>
                                    </p:animEffect>
                                  </p:childTnLst>
                                </p:cTn>
                              </p:par>
                            </p:childTnLst>
                          </p:cTn>
                        </p:par>
                        <p:par>
                          <p:cTn id="70" fill="hold">
                            <p:stCondLst>
                              <p:cond delay="6000"/>
                            </p:stCondLst>
                            <p:childTnLst>
                              <p:par>
                                <p:cTn id="71" presetID="42" presetClass="entr" presetSubtype="0" fill="hold" grpId="0" nodeType="afterEffect" nodePh="1">
                                  <p:stCondLst>
                                    <p:cond delay="0"/>
                                  </p:stCondLst>
                                  <p:endCondLst>
                                    <p:cond evt="begin" delay="0">
                                      <p:tn val="71"/>
                                    </p:cond>
                                  </p:endCondLst>
                                  <p:childTnLst>
                                    <p:set>
                                      <p:cBhvr>
                                        <p:cTn id="72" dur="1" fill="hold">
                                          <p:stCondLst>
                                            <p:cond delay="0"/>
                                          </p:stCondLst>
                                        </p:cTn>
                                        <p:tgtEl>
                                          <p:spTgt spid="16">
                                            <p:txEl>
                                              <p:pRg st="0" end="0"/>
                                            </p:txEl>
                                          </p:spTgt>
                                        </p:tgtEl>
                                        <p:attrNameLst>
                                          <p:attrName>style.visibility</p:attrName>
                                        </p:attrNameLst>
                                      </p:cBhvr>
                                      <p:to>
                                        <p:strVal val="visible"/>
                                      </p:to>
                                    </p:set>
                                    <p:animEffect transition="in" filter="fade">
                                      <p:cBhvr>
                                        <p:cTn id="73" dur="500"/>
                                        <p:tgtEl>
                                          <p:spTgt spid="16">
                                            <p:txEl>
                                              <p:pRg st="0" end="0"/>
                                            </p:txEl>
                                          </p:spTgt>
                                        </p:tgtEl>
                                      </p:cBhvr>
                                    </p:animEffect>
                                    <p:anim calcmode="lin" valueType="num">
                                      <p:cBhvr>
                                        <p:cTn id="74" dur="500" fill="hold"/>
                                        <p:tgtEl>
                                          <p:spTgt spid="16">
                                            <p:txEl>
                                              <p:pRg st="0" end="0"/>
                                            </p:txEl>
                                          </p:spTgt>
                                        </p:tgtEl>
                                        <p:attrNameLst>
                                          <p:attrName>ppt_x</p:attrName>
                                        </p:attrNameLst>
                                      </p:cBhvr>
                                      <p:tavLst>
                                        <p:tav tm="0">
                                          <p:val>
                                            <p:strVal val="#ppt_x"/>
                                          </p:val>
                                        </p:tav>
                                        <p:tav tm="100000">
                                          <p:val>
                                            <p:strVal val="#ppt_x"/>
                                          </p:val>
                                        </p:tav>
                                      </p:tavLst>
                                    </p:anim>
                                    <p:anim calcmode="lin" valueType="num">
                                      <p:cBhvr>
                                        <p:cTn id="75" dur="500" fill="hold"/>
                                        <p:tgtEl>
                                          <p:spTgt spid="16">
                                            <p:txEl>
                                              <p:pRg st="0" end="0"/>
                                            </p:txEl>
                                          </p:spTgt>
                                        </p:tgtEl>
                                        <p:attrNameLst>
                                          <p:attrName>ppt_y</p:attrName>
                                        </p:attrNameLst>
                                      </p:cBhvr>
                                      <p:tavLst>
                                        <p:tav tm="0">
                                          <p:val>
                                            <p:strVal val="#ppt_y+.1"/>
                                          </p:val>
                                        </p:tav>
                                        <p:tav tm="100000">
                                          <p:val>
                                            <p:strVal val="#ppt_y"/>
                                          </p:val>
                                        </p:tav>
                                      </p:tavLst>
                                    </p:anim>
                                  </p:childTnLst>
                                </p:cTn>
                              </p:par>
                            </p:childTnLst>
                          </p:cTn>
                        </p:par>
                        <p:par>
                          <p:cTn id="76" fill="hold">
                            <p:stCondLst>
                              <p:cond delay="6500"/>
                            </p:stCondLst>
                            <p:childTnLst>
                              <p:par>
                                <p:cTn id="77" presetID="42" presetClass="entr" presetSubtype="0" fill="hold" grpId="0" nodeType="afterEffect" nodePh="1">
                                  <p:stCondLst>
                                    <p:cond delay="0"/>
                                  </p:stCondLst>
                                  <p:endCondLst>
                                    <p:cond evt="begin" delay="0">
                                      <p:tn val="77"/>
                                    </p:cond>
                                  </p:endCondLst>
                                  <p:childTnLst>
                                    <p:set>
                                      <p:cBhvr>
                                        <p:cTn id="78" dur="1" fill="hold">
                                          <p:stCondLst>
                                            <p:cond delay="0"/>
                                          </p:stCondLst>
                                        </p:cTn>
                                        <p:tgtEl>
                                          <p:spTgt spid="22">
                                            <p:txEl>
                                              <p:pRg st="0" end="0"/>
                                            </p:txEl>
                                          </p:spTgt>
                                        </p:tgtEl>
                                        <p:attrNameLst>
                                          <p:attrName>style.visibility</p:attrName>
                                        </p:attrNameLst>
                                      </p:cBhvr>
                                      <p:to>
                                        <p:strVal val="visible"/>
                                      </p:to>
                                    </p:set>
                                    <p:animEffect transition="in" filter="fade">
                                      <p:cBhvr>
                                        <p:cTn id="79" dur="500"/>
                                        <p:tgtEl>
                                          <p:spTgt spid="22">
                                            <p:txEl>
                                              <p:pRg st="0" end="0"/>
                                            </p:txEl>
                                          </p:spTgt>
                                        </p:tgtEl>
                                      </p:cBhvr>
                                    </p:animEffect>
                                    <p:anim calcmode="lin" valueType="num">
                                      <p:cBhvr>
                                        <p:cTn id="80" dur="500" fill="hold"/>
                                        <p:tgtEl>
                                          <p:spTgt spid="22">
                                            <p:txEl>
                                              <p:pRg st="0" end="0"/>
                                            </p:txEl>
                                          </p:spTgt>
                                        </p:tgtEl>
                                        <p:attrNameLst>
                                          <p:attrName>ppt_x</p:attrName>
                                        </p:attrNameLst>
                                      </p:cBhvr>
                                      <p:tavLst>
                                        <p:tav tm="0">
                                          <p:val>
                                            <p:strVal val="#ppt_x"/>
                                          </p:val>
                                        </p:tav>
                                        <p:tav tm="100000">
                                          <p:val>
                                            <p:strVal val="#ppt_x"/>
                                          </p:val>
                                        </p:tav>
                                      </p:tavLst>
                                    </p:anim>
                                    <p:anim calcmode="lin" valueType="num">
                                      <p:cBhvr>
                                        <p:cTn id="81" dur="500" fill="hold"/>
                                        <p:tgtEl>
                                          <p:spTgt spid="22">
                                            <p:txEl>
                                              <p:pRg st="0" end="0"/>
                                            </p:txEl>
                                          </p:spTgt>
                                        </p:tgtEl>
                                        <p:attrNameLst>
                                          <p:attrName>ppt_y</p:attrName>
                                        </p:attrNameLst>
                                      </p:cBhvr>
                                      <p:tavLst>
                                        <p:tav tm="0">
                                          <p:val>
                                            <p:strVal val="#ppt_y+.1"/>
                                          </p:val>
                                        </p:tav>
                                        <p:tav tm="100000">
                                          <p:val>
                                            <p:strVal val="#ppt_y"/>
                                          </p:val>
                                        </p:tav>
                                      </p:tavLst>
                                    </p:anim>
                                  </p:childTnLst>
                                </p:cTn>
                              </p:par>
                            </p:childTnLst>
                          </p:cTn>
                        </p:par>
                        <p:par>
                          <p:cTn id="82" fill="hold">
                            <p:stCondLst>
                              <p:cond delay="7000"/>
                            </p:stCondLst>
                            <p:childTnLst>
                              <p:par>
                                <p:cTn id="83" presetID="10" presetClass="entr" presetSubtype="0" fill="hold" nodeType="afterEffect">
                                  <p:stCondLst>
                                    <p:cond delay="0"/>
                                  </p:stCondLst>
                                  <p:childTnLst>
                                    <p:set>
                                      <p:cBhvr>
                                        <p:cTn id="84" dur="1" fill="hold">
                                          <p:stCondLst>
                                            <p:cond delay="0"/>
                                          </p:stCondLst>
                                        </p:cTn>
                                        <p:tgtEl>
                                          <p:spTgt spid="32"/>
                                        </p:tgtEl>
                                        <p:attrNameLst>
                                          <p:attrName>style.visibility</p:attrName>
                                        </p:attrNameLst>
                                      </p:cBhvr>
                                      <p:to>
                                        <p:strVal val="visible"/>
                                      </p:to>
                                    </p:set>
                                    <p:animEffect transition="in" filter="fade">
                                      <p:cBhvr>
                                        <p:cTn id="85" dur="500"/>
                                        <p:tgtEl>
                                          <p:spTgt spid="32"/>
                                        </p:tgtEl>
                                      </p:cBhvr>
                                    </p:animEffect>
                                  </p:childTnLst>
                                </p:cTn>
                              </p:par>
                            </p:childTnLst>
                          </p:cTn>
                        </p:par>
                        <p:par>
                          <p:cTn id="86" fill="hold">
                            <p:stCondLst>
                              <p:cond delay="7500"/>
                            </p:stCondLst>
                            <p:childTnLst>
                              <p:par>
                                <p:cTn id="87" presetID="53" presetClass="entr" presetSubtype="16" fill="hold" grpId="0" nodeType="afterEffect" nodePh="1">
                                  <p:stCondLst>
                                    <p:cond delay="0"/>
                                  </p:stCondLst>
                                  <p:endCondLst>
                                    <p:cond evt="begin" delay="0">
                                      <p:tn val="87"/>
                                    </p:cond>
                                  </p:endCondLst>
                                  <p:childTnLst>
                                    <p:set>
                                      <p:cBhvr>
                                        <p:cTn id="88" dur="1" fill="hold">
                                          <p:stCondLst>
                                            <p:cond delay="0"/>
                                          </p:stCondLst>
                                        </p:cTn>
                                        <p:tgtEl>
                                          <p:spTgt spid="17">
                                            <p:txEl>
                                              <p:pRg st="0" end="0"/>
                                            </p:txEl>
                                          </p:spTgt>
                                        </p:tgtEl>
                                        <p:attrNameLst>
                                          <p:attrName>style.visibility</p:attrName>
                                        </p:attrNameLst>
                                      </p:cBhvr>
                                      <p:to>
                                        <p:strVal val="visible"/>
                                      </p:to>
                                    </p:set>
                                    <p:anim calcmode="lin" valueType="num">
                                      <p:cBhvr>
                                        <p:cTn id="89" dur="500" fill="hold"/>
                                        <p:tgtEl>
                                          <p:spTgt spid="17">
                                            <p:txEl>
                                              <p:pRg st="0" end="0"/>
                                            </p:txEl>
                                          </p:spTgt>
                                        </p:tgtEl>
                                        <p:attrNameLst>
                                          <p:attrName>ppt_w</p:attrName>
                                        </p:attrNameLst>
                                      </p:cBhvr>
                                      <p:tavLst>
                                        <p:tav tm="0">
                                          <p:val>
                                            <p:fltVal val="0"/>
                                          </p:val>
                                        </p:tav>
                                        <p:tav tm="100000">
                                          <p:val>
                                            <p:strVal val="#ppt_w"/>
                                          </p:val>
                                        </p:tav>
                                      </p:tavLst>
                                    </p:anim>
                                    <p:anim calcmode="lin" valueType="num">
                                      <p:cBhvr>
                                        <p:cTn id="90" dur="500" fill="hold"/>
                                        <p:tgtEl>
                                          <p:spTgt spid="17">
                                            <p:txEl>
                                              <p:pRg st="0" end="0"/>
                                            </p:txEl>
                                          </p:spTgt>
                                        </p:tgtEl>
                                        <p:attrNameLst>
                                          <p:attrName>ppt_h</p:attrName>
                                        </p:attrNameLst>
                                      </p:cBhvr>
                                      <p:tavLst>
                                        <p:tav tm="0">
                                          <p:val>
                                            <p:fltVal val="0"/>
                                          </p:val>
                                        </p:tav>
                                        <p:tav tm="100000">
                                          <p:val>
                                            <p:strVal val="#ppt_h"/>
                                          </p:val>
                                        </p:tav>
                                      </p:tavLst>
                                    </p:anim>
                                    <p:animEffect transition="in" filter="fade">
                                      <p:cBhvr>
                                        <p:cTn id="91" dur="500"/>
                                        <p:tgtEl>
                                          <p:spTgt spid="17">
                                            <p:txEl>
                                              <p:pRg st="0" end="0"/>
                                            </p:txEl>
                                          </p:spTgt>
                                        </p:tgtEl>
                                      </p:cBhvr>
                                    </p:animEffect>
                                  </p:childTnLst>
                                </p:cTn>
                              </p:par>
                            </p:childTnLst>
                          </p:cTn>
                        </p:par>
                        <p:par>
                          <p:cTn id="92" fill="hold">
                            <p:stCondLst>
                              <p:cond delay="8000"/>
                            </p:stCondLst>
                            <p:childTnLst>
                              <p:par>
                                <p:cTn id="93" presetID="42" presetClass="entr" presetSubtype="0" fill="hold" grpId="0" nodeType="afterEffect" nodePh="1">
                                  <p:stCondLst>
                                    <p:cond delay="0"/>
                                  </p:stCondLst>
                                  <p:endCondLst>
                                    <p:cond evt="begin" delay="0">
                                      <p:tn val="93"/>
                                    </p:cond>
                                  </p:endCondLst>
                                  <p:childTnLst>
                                    <p:set>
                                      <p:cBhvr>
                                        <p:cTn id="94" dur="1" fill="hold">
                                          <p:stCondLst>
                                            <p:cond delay="0"/>
                                          </p:stCondLst>
                                        </p:cTn>
                                        <p:tgtEl>
                                          <p:spTgt spid="18">
                                            <p:txEl>
                                              <p:pRg st="0" end="0"/>
                                            </p:txEl>
                                          </p:spTgt>
                                        </p:tgtEl>
                                        <p:attrNameLst>
                                          <p:attrName>style.visibility</p:attrName>
                                        </p:attrNameLst>
                                      </p:cBhvr>
                                      <p:to>
                                        <p:strVal val="visible"/>
                                      </p:to>
                                    </p:set>
                                    <p:animEffect transition="in" filter="fade">
                                      <p:cBhvr>
                                        <p:cTn id="95" dur="500"/>
                                        <p:tgtEl>
                                          <p:spTgt spid="18">
                                            <p:txEl>
                                              <p:pRg st="0" end="0"/>
                                            </p:txEl>
                                          </p:spTgt>
                                        </p:tgtEl>
                                      </p:cBhvr>
                                    </p:animEffect>
                                    <p:anim calcmode="lin" valueType="num">
                                      <p:cBhvr>
                                        <p:cTn id="96" dur="500" fill="hold"/>
                                        <p:tgtEl>
                                          <p:spTgt spid="18">
                                            <p:txEl>
                                              <p:pRg st="0" end="0"/>
                                            </p:txEl>
                                          </p:spTgt>
                                        </p:tgtEl>
                                        <p:attrNameLst>
                                          <p:attrName>ppt_x</p:attrName>
                                        </p:attrNameLst>
                                      </p:cBhvr>
                                      <p:tavLst>
                                        <p:tav tm="0">
                                          <p:val>
                                            <p:strVal val="#ppt_x"/>
                                          </p:val>
                                        </p:tav>
                                        <p:tav tm="100000">
                                          <p:val>
                                            <p:strVal val="#ppt_x"/>
                                          </p:val>
                                        </p:tav>
                                      </p:tavLst>
                                    </p:anim>
                                    <p:anim calcmode="lin" valueType="num">
                                      <p:cBhvr>
                                        <p:cTn id="97" dur="500" fill="hold"/>
                                        <p:tgtEl>
                                          <p:spTgt spid="18">
                                            <p:txEl>
                                              <p:pRg st="0" end="0"/>
                                            </p:txEl>
                                          </p:spTgt>
                                        </p:tgtEl>
                                        <p:attrNameLst>
                                          <p:attrName>ppt_y</p:attrName>
                                        </p:attrNameLst>
                                      </p:cBhvr>
                                      <p:tavLst>
                                        <p:tav tm="0">
                                          <p:val>
                                            <p:strVal val="#ppt_y+.1"/>
                                          </p:val>
                                        </p:tav>
                                        <p:tav tm="100000">
                                          <p:val>
                                            <p:strVal val="#ppt_y"/>
                                          </p:val>
                                        </p:tav>
                                      </p:tavLst>
                                    </p:anim>
                                  </p:childTnLst>
                                </p:cTn>
                              </p:par>
                            </p:childTnLst>
                          </p:cTn>
                        </p:par>
                        <p:par>
                          <p:cTn id="98" fill="hold">
                            <p:stCondLst>
                              <p:cond delay="8500"/>
                            </p:stCondLst>
                            <p:childTnLst>
                              <p:par>
                                <p:cTn id="99" presetID="42" presetClass="entr" presetSubtype="0" fill="hold" grpId="0" nodeType="afterEffect" nodePh="1">
                                  <p:stCondLst>
                                    <p:cond delay="0"/>
                                  </p:stCondLst>
                                  <p:endCondLst>
                                    <p:cond evt="begin" delay="0">
                                      <p:tn val="99"/>
                                    </p:cond>
                                  </p:endCondLst>
                                  <p:childTnLst>
                                    <p:set>
                                      <p:cBhvr>
                                        <p:cTn id="100" dur="1" fill="hold">
                                          <p:stCondLst>
                                            <p:cond delay="0"/>
                                          </p:stCondLst>
                                        </p:cTn>
                                        <p:tgtEl>
                                          <p:spTgt spid="23">
                                            <p:txEl>
                                              <p:pRg st="0" end="0"/>
                                            </p:txEl>
                                          </p:spTgt>
                                        </p:tgtEl>
                                        <p:attrNameLst>
                                          <p:attrName>style.visibility</p:attrName>
                                        </p:attrNameLst>
                                      </p:cBhvr>
                                      <p:to>
                                        <p:strVal val="visible"/>
                                      </p:to>
                                    </p:set>
                                    <p:animEffect transition="in" filter="fade">
                                      <p:cBhvr>
                                        <p:cTn id="101" dur="500"/>
                                        <p:tgtEl>
                                          <p:spTgt spid="23">
                                            <p:txEl>
                                              <p:pRg st="0" end="0"/>
                                            </p:txEl>
                                          </p:spTgt>
                                        </p:tgtEl>
                                      </p:cBhvr>
                                    </p:animEffect>
                                    <p:anim calcmode="lin" valueType="num">
                                      <p:cBhvr>
                                        <p:cTn id="102" dur="500" fill="hold"/>
                                        <p:tgtEl>
                                          <p:spTgt spid="23">
                                            <p:txEl>
                                              <p:pRg st="0" end="0"/>
                                            </p:txEl>
                                          </p:spTgt>
                                        </p:tgtEl>
                                        <p:attrNameLst>
                                          <p:attrName>ppt_x</p:attrName>
                                        </p:attrNameLst>
                                      </p:cBhvr>
                                      <p:tavLst>
                                        <p:tav tm="0">
                                          <p:val>
                                            <p:strVal val="#ppt_x"/>
                                          </p:val>
                                        </p:tav>
                                        <p:tav tm="100000">
                                          <p:val>
                                            <p:strVal val="#ppt_x"/>
                                          </p:val>
                                        </p:tav>
                                      </p:tavLst>
                                    </p:anim>
                                    <p:anim calcmode="lin" valueType="num">
                                      <p:cBhvr>
                                        <p:cTn id="103" dur="500" fill="hold"/>
                                        <p:tgtEl>
                                          <p:spTgt spid="23">
                                            <p:txEl>
                                              <p:pRg st="0" end="0"/>
                                            </p:txEl>
                                          </p:spTgt>
                                        </p:tgtEl>
                                        <p:attrNameLst>
                                          <p:attrName>ppt_y</p:attrName>
                                        </p:attrNameLst>
                                      </p:cBhvr>
                                      <p:tavLst>
                                        <p:tav tm="0">
                                          <p:val>
                                            <p:strVal val="#ppt_y+.1"/>
                                          </p:val>
                                        </p:tav>
                                        <p:tav tm="100000">
                                          <p:val>
                                            <p:strVal val="#ppt_y"/>
                                          </p:val>
                                        </p:tav>
                                      </p:tavLst>
                                    </p:anim>
                                  </p:childTnLst>
                                </p:cTn>
                              </p:par>
                            </p:childTnLst>
                          </p:cTn>
                        </p:par>
                        <p:par>
                          <p:cTn id="104" fill="hold">
                            <p:stCondLst>
                              <p:cond delay="9000"/>
                            </p:stCondLst>
                            <p:childTnLst>
                              <p:par>
                                <p:cTn id="105" presetID="10" presetClass="entr" presetSubtype="0" fill="hold" nodeType="afterEffect">
                                  <p:stCondLst>
                                    <p:cond delay="0"/>
                                  </p:stCondLst>
                                  <p:childTnLst>
                                    <p:set>
                                      <p:cBhvr>
                                        <p:cTn id="106" dur="1" fill="hold">
                                          <p:stCondLst>
                                            <p:cond delay="0"/>
                                          </p:stCondLst>
                                        </p:cTn>
                                        <p:tgtEl>
                                          <p:spTgt spid="39"/>
                                        </p:tgtEl>
                                        <p:attrNameLst>
                                          <p:attrName>style.visibility</p:attrName>
                                        </p:attrNameLst>
                                      </p:cBhvr>
                                      <p:to>
                                        <p:strVal val="visible"/>
                                      </p:to>
                                    </p:set>
                                    <p:animEffect transition="in" filter="fade">
                                      <p:cBhvr>
                                        <p:cTn id="107" dur="500"/>
                                        <p:tgtEl>
                                          <p:spTgt spid="39"/>
                                        </p:tgtEl>
                                      </p:cBhvr>
                                    </p:animEffect>
                                  </p:childTnLst>
                                </p:cTn>
                              </p:par>
                            </p:childTnLst>
                          </p:cTn>
                        </p:par>
                        <p:par>
                          <p:cTn id="108" fill="hold">
                            <p:stCondLst>
                              <p:cond delay="9500"/>
                            </p:stCondLst>
                            <p:childTnLst>
                              <p:par>
                                <p:cTn id="109" presetID="53" presetClass="entr" presetSubtype="16" fill="hold" grpId="0" nodeType="afterEffect" nodePh="1">
                                  <p:stCondLst>
                                    <p:cond delay="0"/>
                                  </p:stCondLst>
                                  <p:endCondLst>
                                    <p:cond evt="begin" delay="0">
                                      <p:tn val="109"/>
                                    </p:cond>
                                  </p:endCondLst>
                                  <p:childTnLst>
                                    <p:set>
                                      <p:cBhvr>
                                        <p:cTn id="110" dur="1" fill="hold">
                                          <p:stCondLst>
                                            <p:cond delay="0"/>
                                          </p:stCondLst>
                                        </p:cTn>
                                        <p:tgtEl>
                                          <p:spTgt spid="19">
                                            <p:txEl>
                                              <p:pRg st="0" end="0"/>
                                            </p:txEl>
                                          </p:spTgt>
                                        </p:tgtEl>
                                        <p:attrNameLst>
                                          <p:attrName>style.visibility</p:attrName>
                                        </p:attrNameLst>
                                      </p:cBhvr>
                                      <p:to>
                                        <p:strVal val="visible"/>
                                      </p:to>
                                    </p:set>
                                    <p:anim calcmode="lin" valueType="num">
                                      <p:cBhvr>
                                        <p:cTn id="111" dur="500" fill="hold"/>
                                        <p:tgtEl>
                                          <p:spTgt spid="19">
                                            <p:txEl>
                                              <p:pRg st="0" end="0"/>
                                            </p:txEl>
                                          </p:spTgt>
                                        </p:tgtEl>
                                        <p:attrNameLst>
                                          <p:attrName>ppt_w</p:attrName>
                                        </p:attrNameLst>
                                      </p:cBhvr>
                                      <p:tavLst>
                                        <p:tav tm="0">
                                          <p:val>
                                            <p:fltVal val="0"/>
                                          </p:val>
                                        </p:tav>
                                        <p:tav tm="100000">
                                          <p:val>
                                            <p:strVal val="#ppt_w"/>
                                          </p:val>
                                        </p:tav>
                                      </p:tavLst>
                                    </p:anim>
                                    <p:anim calcmode="lin" valueType="num">
                                      <p:cBhvr>
                                        <p:cTn id="112" dur="500" fill="hold"/>
                                        <p:tgtEl>
                                          <p:spTgt spid="19">
                                            <p:txEl>
                                              <p:pRg st="0" end="0"/>
                                            </p:txEl>
                                          </p:spTgt>
                                        </p:tgtEl>
                                        <p:attrNameLst>
                                          <p:attrName>ppt_h</p:attrName>
                                        </p:attrNameLst>
                                      </p:cBhvr>
                                      <p:tavLst>
                                        <p:tav tm="0">
                                          <p:val>
                                            <p:fltVal val="0"/>
                                          </p:val>
                                        </p:tav>
                                        <p:tav tm="100000">
                                          <p:val>
                                            <p:strVal val="#ppt_h"/>
                                          </p:val>
                                        </p:tav>
                                      </p:tavLst>
                                    </p:anim>
                                    <p:animEffect transition="in" filter="fade">
                                      <p:cBhvr>
                                        <p:cTn id="113" dur="500"/>
                                        <p:tgtEl>
                                          <p:spTgt spid="19">
                                            <p:txEl>
                                              <p:pRg st="0" end="0"/>
                                            </p:txEl>
                                          </p:spTgt>
                                        </p:tgtEl>
                                      </p:cBhvr>
                                    </p:animEffect>
                                  </p:childTnLst>
                                </p:cTn>
                              </p:par>
                            </p:childTnLst>
                          </p:cTn>
                        </p:par>
                        <p:par>
                          <p:cTn id="114" fill="hold">
                            <p:stCondLst>
                              <p:cond delay="10000"/>
                            </p:stCondLst>
                            <p:childTnLst>
                              <p:par>
                                <p:cTn id="115" presetID="42" presetClass="entr" presetSubtype="0" fill="hold" grpId="0" nodeType="afterEffect" nodePh="1">
                                  <p:stCondLst>
                                    <p:cond delay="0"/>
                                  </p:stCondLst>
                                  <p:endCondLst>
                                    <p:cond evt="begin" delay="0">
                                      <p:tn val="115"/>
                                    </p:cond>
                                  </p:endCondLst>
                                  <p:childTnLst>
                                    <p:set>
                                      <p:cBhvr>
                                        <p:cTn id="116" dur="1" fill="hold">
                                          <p:stCondLst>
                                            <p:cond delay="0"/>
                                          </p:stCondLst>
                                        </p:cTn>
                                        <p:tgtEl>
                                          <p:spTgt spid="20">
                                            <p:txEl>
                                              <p:pRg st="0" end="0"/>
                                            </p:txEl>
                                          </p:spTgt>
                                        </p:tgtEl>
                                        <p:attrNameLst>
                                          <p:attrName>style.visibility</p:attrName>
                                        </p:attrNameLst>
                                      </p:cBhvr>
                                      <p:to>
                                        <p:strVal val="visible"/>
                                      </p:to>
                                    </p:set>
                                    <p:animEffect transition="in" filter="fade">
                                      <p:cBhvr>
                                        <p:cTn id="117" dur="500"/>
                                        <p:tgtEl>
                                          <p:spTgt spid="20">
                                            <p:txEl>
                                              <p:pRg st="0" end="0"/>
                                            </p:txEl>
                                          </p:spTgt>
                                        </p:tgtEl>
                                      </p:cBhvr>
                                    </p:animEffect>
                                    <p:anim calcmode="lin" valueType="num">
                                      <p:cBhvr>
                                        <p:cTn id="118" dur="500" fill="hold"/>
                                        <p:tgtEl>
                                          <p:spTgt spid="20">
                                            <p:txEl>
                                              <p:pRg st="0" end="0"/>
                                            </p:txEl>
                                          </p:spTgt>
                                        </p:tgtEl>
                                        <p:attrNameLst>
                                          <p:attrName>ppt_x</p:attrName>
                                        </p:attrNameLst>
                                      </p:cBhvr>
                                      <p:tavLst>
                                        <p:tav tm="0">
                                          <p:val>
                                            <p:strVal val="#ppt_x"/>
                                          </p:val>
                                        </p:tav>
                                        <p:tav tm="100000">
                                          <p:val>
                                            <p:strVal val="#ppt_x"/>
                                          </p:val>
                                        </p:tav>
                                      </p:tavLst>
                                    </p:anim>
                                    <p:anim calcmode="lin" valueType="num">
                                      <p:cBhvr>
                                        <p:cTn id="119" dur="500" fill="hold"/>
                                        <p:tgtEl>
                                          <p:spTgt spid="20">
                                            <p:txEl>
                                              <p:pRg st="0" end="0"/>
                                            </p:txEl>
                                          </p:spTgt>
                                        </p:tgtEl>
                                        <p:attrNameLst>
                                          <p:attrName>ppt_y</p:attrName>
                                        </p:attrNameLst>
                                      </p:cBhvr>
                                      <p:tavLst>
                                        <p:tav tm="0">
                                          <p:val>
                                            <p:strVal val="#ppt_y+.1"/>
                                          </p:val>
                                        </p:tav>
                                        <p:tav tm="100000">
                                          <p:val>
                                            <p:strVal val="#ppt_y"/>
                                          </p:val>
                                        </p:tav>
                                      </p:tavLst>
                                    </p:anim>
                                  </p:childTnLst>
                                </p:cTn>
                              </p:par>
                            </p:childTnLst>
                          </p:cTn>
                        </p:par>
                        <p:par>
                          <p:cTn id="120" fill="hold">
                            <p:stCondLst>
                              <p:cond delay="10500"/>
                            </p:stCondLst>
                            <p:childTnLst>
                              <p:par>
                                <p:cTn id="121" presetID="42" presetClass="entr" presetSubtype="0" fill="hold" grpId="0" nodeType="afterEffect" nodePh="1">
                                  <p:stCondLst>
                                    <p:cond delay="0"/>
                                  </p:stCondLst>
                                  <p:endCondLst>
                                    <p:cond evt="begin" delay="0">
                                      <p:tn val="121"/>
                                    </p:cond>
                                  </p:endCondLst>
                                  <p:childTnLst>
                                    <p:set>
                                      <p:cBhvr>
                                        <p:cTn id="122" dur="1" fill="hold">
                                          <p:stCondLst>
                                            <p:cond delay="0"/>
                                          </p:stCondLst>
                                        </p:cTn>
                                        <p:tgtEl>
                                          <p:spTgt spid="24">
                                            <p:txEl>
                                              <p:pRg st="0" end="0"/>
                                            </p:txEl>
                                          </p:spTgt>
                                        </p:tgtEl>
                                        <p:attrNameLst>
                                          <p:attrName>style.visibility</p:attrName>
                                        </p:attrNameLst>
                                      </p:cBhvr>
                                      <p:to>
                                        <p:strVal val="visible"/>
                                      </p:to>
                                    </p:set>
                                    <p:animEffect transition="in" filter="fade">
                                      <p:cBhvr>
                                        <p:cTn id="123" dur="500"/>
                                        <p:tgtEl>
                                          <p:spTgt spid="24">
                                            <p:txEl>
                                              <p:pRg st="0" end="0"/>
                                            </p:txEl>
                                          </p:spTgt>
                                        </p:tgtEl>
                                      </p:cBhvr>
                                    </p:animEffect>
                                    <p:anim calcmode="lin" valueType="num">
                                      <p:cBhvr>
                                        <p:cTn id="124"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p:cTn id="125" dur="500" fill="hold"/>
                                        <p:tgtEl>
                                          <p:spTgt spid="24">
                                            <p:txEl>
                                              <p:pRg st="0" end="0"/>
                                            </p:txEl>
                                          </p:spTgt>
                                        </p:tgtEl>
                                        <p:attrNameLst>
                                          <p:attrName>ppt_y</p:attrName>
                                        </p:attrNameLst>
                                      </p:cBhvr>
                                      <p:tavLst>
                                        <p:tav tm="0">
                                          <p:val>
                                            <p:strVal val="#ppt_y+.1"/>
                                          </p:val>
                                        </p:tav>
                                        <p:tav tm="100000">
                                          <p:val>
                                            <p:strVal val="#ppt_y"/>
                                          </p:val>
                                        </p:tav>
                                      </p:tavLst>
                                    </p:anim>
                                  </p:childTnLst>
                                </p:cTn>
                              </p:par>
                            </p:childTnLst>
                          </p:cTn>
                        </p:par>
                        <p:par>
                          <p:cTn id="126" fill="hold">
                            <p:stCondLst>
                              <p:cond delay="11000"/>
                            </p:stCondLst>
                            <p:childTnLst>
                              <p:par>
                                <p:cTn id="127" presetID="10" presetClass="entr" presetSubtype="0" fill="hold" nodeType="afterEffect">
                                  <p:stCondLst>
                                    <p:cond delay="0"/>
                                  </p:stCondLst>
                                  <p:childTnLst>
                                    <p:set>
                                      <p:cBhvr>
                                        <p:cTn id="128" dur="1" fill="hold">
                                          <p:stCondLst>
                                            <p:cond delay="0"/>
                                          </p:stCondLst>
                                        </p:cTn>
                                        <p:tgtEl>
                                          <p:spTgt spid="46"/>
                                        </p:tgtEl>
                                        <p:attrNameLst>
                                          <p:attrName>style.visibility</p:attrName>
                                        </p:attrNameLst>
                                      </p:cBhvr>
                                      <p:to>
                                        <p:strVal val="visible"/>
                                      </p:to>
                                    </p:set>
                                    <p:animEffect transition="in" filter="fade">
                                      <p:cBhvr>
                                        <p:cTn id="129" dur="500"/>
                                        <p:tgtEl>
                                          <p:spTgt spid="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9" grpId="0" animBg="1"/>
      <p:bldP spid="10" grpId="0" animBg="1"/>
      <p:bldP spid="11" grpId="0" animBg="1"/>
      <p:bldP spid="12" grpId="0" animBg="1"/>
      <p:bldP spid="13"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3"/>
                        </p:tgtEl>
                        <p:attrNameLst>
                          <p:attrName>style.visibility</p:attrName>
                        </p:attrNameLst>
                      </p:cBhvr>
                      <p:to>
                        <p:strVal val="visible"/>
                      </p:to>
                    </p:set>
                    <p:anim calcmode="lin" valueType="num">
                      <p:cBhvr>
                        <p:cTn dur="500" fill="hold"/>
                        <p:tgtEl>
                          <p:spTgt spid="13"/>
                        </p:tgtEl>
                        <p:attrNameLst>
                          <p:attrName>ppt_w</p:attrName>
                        </p:attrNameLst>
                      </p:cBhvr>
                      <p:tavLst>
                        <p:tav tm="0">
                          <p:val>
                            <p:fltVal val="0"/>
                          </p:val>
                        </p:tav>
                        <p:tav tm="100000">
                          <p:val>
                            <p:strVal val="#ppt_w"/>
                          </p:val>
                        </p:tav>
                      </p:tavLst>
                    </p:anim>
                    <p:anim calcmode="lin" valueType="num">
                      <p:cBhvr>
                        <p:cTn dur="500" fill="hold"/>
                        <p:tgtEl>
                          <p:spTgt spid="13"/>
                        </p:tgtEl>
                        <p:attrNameLst>
                          <p:attrName>ppt_h</p:attrName>
                        </p:attrNameLst>
                      </p:cBhvr>
                      <p:tavLst>
                        <p:tav tm="0">
                          <p:val>
                            <p:fltVal val="0"/>
                          </p:val>
                        </p:tav>
                        <p:tav tm="100000">
                          <p:val>
                            <p:strVal val="#ppt_h"/>
                          </p:val>
                        </p:tav>
                      </p:tavLst>
                    </p:anim>
                    <p:animEffect transition="in" filter="fade">
                      <p:cBhvr>
                        <p:cTn dur="500"/>
                        <p:tgtEl>
                          <p:spTgt spid="13"/>
                        </p:tgtEl>
                      </p:cBhvr>
                    </p:animEffect>
                  </p:childTnLst>
                </p:cTn>
              </p:par>
            </p:tnLst>
          </p:tmpl>
        </p:tmplLst>
      </p:bldP>
      <p:bldP spid="14"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4"/>
                        </p:tgtEl>
                        <p:attrNameLst>
                          <p:attrName>style.visibility</p:attrName>
                        </p:attrNameLst>
                      </p:cBhvr>
                      <p:to>
                        <p:strVal val="visible"/>
                      </p:to>
                    </p:set>
                    <p:animEffect transition="in" filter="fade">
                      <p:cBhvr>
                        <p:cTn dur="500"/>
                        <p:tgtEl>
                          <p:spTgt spid="14"/>
                        </p:tgtEl>
                      </p:cBhvr>
                    </p:animEffect>
                    <p:anim calcmode="lin" valueType="num">
                      <p:cBhvr>
                        <p:cTn dur="500" fill="hold"/>
                        <p:tgtEl>
                          <p:spTgt spid="14"/>
                        </p:tgtEl>
                        <p:attrNameLst>
                          <p:attrName>ppt_x</p:attrName>
                        </p:attrNameLst>
                      </p:cBhvr>
                      <p:tavLst>
                        <p:tav tm="0">
                          <p:val>
                            <p:strVal val="#ppt_x"/>
                          </p:val>
                        </p:tav>
                        <p:tav tm="100000">
                          <p:val>
                            <p:strVal val="#ppt_x"/>
                          </p:val>
                        </p:tav>
                      </p:tavLst>
                    </p:anim>
                    <p:anim calcmode="lin" valueType="num">
                      <p:cBhvr>
                        <p:cTn dur="500" fill="hold"/>
                        <p:tgtEl>
                          <p:spTgt spid="14"/>
                        </p:tgtEl>
                        <p:attrNameLst>
                          <p:attrName>ppt_y</p:attrName>
                        </p:attrNameLst>
                      </p:cBhvr>
                      <p:tavLst>
                        <p:tav tm="0">
                          <p:val>
                            <p:strVal val="#ppt_y+.1"/>
                          </p:val>
                        </p:tav>
                        <p:tav tm="100000">
                          <p:val>
                            <p:strVal val="#ppt_y"/>
                          </p:val>
                        </p:tav>
                      </p:tavLst>
                    </p:anim>
                  </p:childTnLst>
                </p:cTn>
              </p:par>
            </p:tnLst>
          </p:tmpl>
        </p:tmplLst>
      </p:bldP>
      <p:bldP spid="15"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5"/>
                        </p:tgtEl>
                        <p:attrNameLst>
                          <p:attrName>style.visibility</p:attrName>
                        </p:attrNameLst>
                      </p:cBhvr>
                      <p:to>
                        <p:strVal val="visible"/>
                      </p:to>
                    </p:set>
                    <p:anim calcmode="lin" valueType="num">
                      <p:cBhvr>
                        <p:cTn dur="500" fill="hold"/>
                        <p:tgtEl>
                          <p:spTgt spid="15"/>
                        </p:tgtEl>
                        <p:attrNameLst>
                          <p:attrName>ppt_w</p:attrName>
                        </p:attrNameLst>
                      </p:cBhvr>
                      <p:tavLst>
                        <p:tav tm="0">
                          <p:val>
                            <p:fltVal val="0"/>
                          </p:val>
                        </p:tav>
                        <p:tav tm="100000">
                          <p:val>
                            <p:strVal val="#ppt_w"/>
                          </p:val>
                        </p:tav>
                      </p:tavLst>
                    </p:anim>
                    <p:anim calcmode="lin" valueType="num">
                      <p:cBhvr>
                        <p:cTn dur="500" fill="hold"/>
                        <p:tgtEl>
                          <p:spTgt spid="15"/>
                        </p:tgtEl>
                        <p:attrNameLst>
                          <p:attrName>ppt_h</p:attrName>
                        </p:attrNameLst>
                      </p:cBhvr>
                      <p:tavLst>
                        <p:tav tm="0">
                          <p:val>
                            <p:fltVal val="0"/>
                          </p:val>
                        </p:tav>
                        <p:tav tm="100000">
                          <p:val>
                            <p:strVal val="#ppt_h"/>
                          </p:val>
                        </p:tav>
                      </p:tavLst>
                    </p:anim>
                    <p:animEffect transition="in" filter="fade">
                      <p:cBhvr>
                        <p:cTn dur="500"/>
                        <p:tgtEl>
                          <p:spTgt spid="15"/>
                        </p:tgtEl>
                      </p:cBhvr>
                    </p:animEffect>
                  </p:childTnLst>
                </p:cTn>
              </p:par>
            </p:tnLst>
          </p:tmpl>
        </p:tmplLst>
      </p:bldP>
      <p:bldP spid="16"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6"/>
                        </p:tgtEl>
                        <p:attrNameLst>
                          <p:attrName>style.visibility</p:attrName>
                        </p:attrNameLst>
                      </p:cBhvr>
                      <p:to>
                        <p:strVal val="visible"/>
                      </p:to>
                    </p:set>
                    <p:animEffect transition="in" filter="fade">
                      <p:cBhvr>
                        <p:cTn dur="500"/>
                        <p:tgtEl>
                          <p:spTgt spid="16"/>
                        </p:tgtEl>
                      </p:cBhvr>
                    </p:animEffect>
                    <p:anim calcmode="lin" valueType="num">
                      <p:cBhvr>
                        <p:cTn dur="500" fill="hold"/>
                        <p:tgtEl>
                          <p:spTgt spid="16"/>
                        </p:tgtEl>
                        <p:attrNameLst>
                          <p:attrName>ppt_x</p:attrName>
                        </p:attrNameLst>
                      </p:cBhvr>
                      <p:tavLst>
                        <p:tav tm="0">
                          <p:val>
                            <p:strVal val="#ppt_x"/>
                          </p:val>
                        </p:tav>
                        <p:tav tm="100000">
                          <p:val>
                            <p:strVal val="#ppt_x"/>
                          </p:val>
                        </p:tav>
                      </p:tavLst>
                    </p:anim>
                    <p:anim calcmode="lin" valueType="num">
                      <p:cBhvr>
                        <p:cTn dur="500" fill="hold"/>
                        <p:tgtEl>
                          <p:spTgt spid="16"/>
                        </p:tgtEl>
                        <p:attrNameLst>
                          <p:attrName>ppt_y</p:attrName>
                        </p:attrNameLst>
                      </p:cBhvr>
                      <p:tavLst>
                        <p:tav tm="0">
                          <p:val>
                            <p:strVal val="#ppt_y+.1"/>
                          </p:val>
                        </p:tav>
                        <p:tav tm="100000">
                          <p:val>
                            <p:strVal val="#ppt_y"/>
                          </p:val>
                        </p:tav>
                      </p:tavLst>
                    </p:anim>
                  </p:childTnLst>
                </p:cTn>
              </p:par>
            </p:tnLst>
          </p:tmpl>
        </p:tmplLst>
      </p:bldP>
      <p:bldP spid="17"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7"/>
                        </p:tgtEl>
                        <p:attrNameLst>
                          <p:attrName>style.visibility</p:attrName>
                        </p:attrNameLst>
                      </p:cBhvr>
                      <p:to>
                        <p:strVal val="visible"/>
                      </p:to>
                    </p:set>
                    <p:anim calcmode="lin" valueType="num">
                      <p:cBhvr>
                        <p:cTn dur="500" fill="hold"/>
                        <p:tgtEl>
                          <p:spTgt spid="17"/>
                        </p:tgtEl>
                        <p:attrNameLst>
                          <p:attrName>ppt_w</p:attrName>
                        </p:attrNameLst>
                      </p:cBhvr>
                      <p:tavLst>
                        <p:tav tm="0">
                          <p:val>
                            <p:fltVal val="0"/>
                          </p:val>
                        </p:tav>
                        <p:tav tm="100000">
                          <p:val>
                            <p:strVal val="#ppt_w"/>
                          </p:val>
                        </p:tav>
                      </p:tavLst>
                    </p:anim>
                    <p:anim calcmode="lin" valueType="num">
                      <p:cBhvr>
                        <p:cTn dur="500" fill="hold"/>
                        <p:tgtEl>
                          <p:spTgt spid="17"/>
                        </p:tgtEl>
                        <p:attrNameLst>
                          <p:attrName>ppt_h</p:attrName>
                        </p:attrNameLst>
                      </p:cBhvr>
                      <p:tavLst>
                        <p:tav tm="0">
                          <p:val>
                            <p:fltVal val="0"/>
                          </p:val>
                        </p:tav>
                        <p:tav tm="100000">
                          <p:val>
                            <p:strVal val="#ppt_h"/>
                          </p:val>
                        </p:tav>
                      </p:tavLst>
                    </p:anim>
                    <p:animEffect transition="in" filter="fade">
                      <p:cBhvr>
                        <p:cTn dur="500"/>
                        <p:tgtEl>
                          <p:spTgt spid="17"/>
                        </p:tgtEl>
                      </p:cBhvr>
                    </p:animEffect>
                  </p:childTnLst>
                </p:cTn>
              </p:par>
            </p:tnLst>
          </p:tmpl>
        </p:tmplLst>
      </p:bldP>
      <p:bldP spid="18"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8"/>
                        </p:tgtEl>
                        <p:attrNameLst>
                          <p:attrName>style.visibility</p:attrName>
                        </p:attrNameLst>
                      </p:cBhvr>
                      <p:to>
                        <p:strVal val="visible"/>
                      </p:to>
                    </p:set>
                    <p:animEffect transition="in" filter="fade">
                      <p:cBhvr>
                        <p:cTn dur="500"/>
                        <p:tgtEl>
                          <p:spTgt spid="18"/>
                        </p:tgtEl>
                      </p:cBhvr>
                    </p:animEffect>
                    <p:anim calcmode="lin" valueType="num">
                      <p:cBhvr>
                        <p:cTn dur="500" fill="hold"/>
                        <p:tgtEl>
                          <p:spTgt spid="18"/>
                        </p:tgtEl>
                        <p:attrNameLst>
                          <p:attrName>ppt_x</p:attrName>
                        </p:attrNameLst>
                      </p:cBhvr>
                      <p:tavLst>
                        <p:tav tm="0">
                          <p:val>
                            <p:strVal val="#ppt_x"/>
                          </p:val>
                        </p:tav>
                        <p:tav tm="100000">
                          <p:val>
                            <p:strVal val="#ppt_x"/>
                          </p:val>
                        </p:tav>
                      </p:tavLst>
                    </p:anim>
                    <p:anim calcmode="lin" valueType="num">
                      <p:cBhvr>
                        <p:cTn dur="500" fill="hold"/>
                        <p:tgtEl>
                          <p:spTgt spid="18"/>
                        </p:tgtEl>
                        <p:attrNameLst>
                          <p:attrName>ppt_y</p:attrName>
                        </p:attrNameLst>
                      </p:cBhvr>
                      <p:tavLst>
                        <p:tav tm="0">
                          <p:val>
                            <p:strVal val="#ppt_y+.1"/>
                          </p:val>
                        </p:tav>
                        <p:tav tm="100000">
                          <p:val>
                            <p:strVal val="#ppt_y"/>
                          </p:val>
                        </p:tav>
                      </p:tavLst>
                    </p:anim>
                  </p:childTnLst>
                </p:cTn>
              </p:par>
            </p:tnLst>
          </p:tmpl>
        </p:tmplLst>
      </p:bldP>
      <p:bldP spid="19"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9"/>
                        </p:tgtEl>
                        <p:attrNameLst>
                          <p:attrName>style.visibility</p:attrName>
                        </p:attrNameLst>
                      </p:cBhvr>
                      <p:to>
                        <p:strVal val="visible"/>
                      </p:to>
                    </p:set>
                    <p:anim calcmode="lin" valueType="num">
                      <p:cBhvr>
                        <p:cTn dur="500" fill="hold"/>
                        <p:tgtEl>
                          <p:spTgt spid="19"/>
                        </p:tgtEl>
                        <p:attrNameLst>
                          <p:attrName>ppt_w</p:attrName>
                        </p:attrNameLst>
                      </p:cBhvr>
                      <p:tavLst>
                        <p:tav tm="0">
                          <p:val>
                            <p:fltVal val="0"/>
                          </p:val>
                        </p:tav>
                        <p:tav tm="100000">
                          <p:val>
                            <p:strVal val="#ppt_w"/>
                          </p:val>
                        </p:tav>
                      </p:tavLst>
                    </p:anim>
                    <p:anim calcmode="lin" valueType="num">
                      <p:cBhvr>
                        <p:cTn dur="500" fill="hold"/>
                        <p:tgtEl>
                          <p:spTgt spid="19"/>
                        </p:tgtEl>
                        <p:attrNameLst>
                          <p:attrName>ppt_h</p:attrName>
                        </p:attrNameLst>
                      </p:cBhvr>
                      <p:tavLst>
                        <p:tav tm="0">
                          <p:val>
                            <p:fltVal val="0"/>
                          </p:val>
                        </p:tav>
                        <p:tav tm="100000">
                          <p:val>
                            <p:strVal val="#ppt_h"/>
                          </p:val>
                        </p:tav>
                      </p:tavLst>
                    </p:anim>
                    <p:animEffect transition="in" filter="fade">
                      <p:cBhvr>
                        <p:cTn dur="500"/>
                        <p:tgtEl>
                          <p:spTgt spid="19"/>
                        </p:tgtEl>
                      </p:cBhvr>
                    </p:animEffect>
                  </p:childTnLst>
                </p:cTn>
              </p:par>
            </p:tnLst>
          </p:tmpl>
        </p:tmplLst>
      </p:bldP>
      <p:bldP spid="20"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0"/>
                        </p:tgtEl>
                        <p:attrNameLst>
                          <p:attrName>style.visibility</p:attrName>
                        </p:attrNameLst>
                      </p:cBhvr>
                      <p:to>
                        <p:strVal val="visible"/>
                      </p:to>
                    </p:set>
                    <p:animEffect transition="in" filter="fade">
                      <p:cBhvr>
                        <p:cTn dur="500"/>
                        <p:tgtEl>
                          <p:spTgt spid="20"/>
                        </p:tgtEl>
                      </p:cBhvr>
                    </p:animEffect>
                    <p:anim calcmode="lin" valueType="num">
                      <p:cBhvr>
                        <p:cTn dur="500" fill="hold"/>
                        <p:tgtEl>
                          <p:spTgt spid="20"/>
                        </p:tgtEl>
                        <p:attrNameLst>
                          <p:attrName>ppt_x</p:attrName>
                        </p:attrNameLst>
                      </p:cBhvr>
                      <p:tavLst>
                        <p:tav tm="0">
                          <p:val>
                            <p:strVal val="#ppt_x"/>
                          </p:val>
                        </p:tav>
                        <p:tav tm="100000">
                          <p:val>
                            <p:strVal val="#ppt_x"/>
                          </p:val>
                        </p:tav>
                      </p:tavLst>
                    </p:anim>
                    <p:anim calcmode="lin" valueType="num">
                      <p:cBhvr>
                        <p:cTn dur="500" fill="hold"/>
                        <p:tgtEl>
                          <p:spTgt spid="20"/>
                        </p:tgtEl>
                        <p:attrNameLst>
                          <p:attrName>ppt_y</p:attrName>
                        </p:attrNameLst>
                      </p:cBhvr>
                      <p:tavLst>
                        <p:tav tm="0">
                          <p:val>
                            <p:strVal val="#ppt_y+.1"/>
                          </p:val>
                        </p:tav>
                        <p:tav tm="100000">
                          <p:val>
                            <p:strVal val="#ppt_y"/>
                          </p:val>
                        </p:tav>
                      </p:tavLst>
                    </p:anim>
                  </p:childTnLst>
                </p:cTn>
              </p:par>
            </p:tnLst>
          </p:tmpl>
        </p:tmplLst>
      </p:bldP>
      <p:bldP spid="21"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1"/>
                        </p:tgtEl>
                        <p:attrNameLst>
                          <p:attrName>style.visibility</p:attrName>
                        </p:attrNameLst>
                      </p:cBhvr>
                      <p:to>
                        <p:strVal val="visible"/>
                      </p:to>
                    </p:set>
                    <p:animEffect transition="in" filter="fade">
                      <p:cBhvr>
                        <p:cTn dur="500"/>
                        <p:tgtEl>
                          <p:spTgt spid="21"/>
                        </p:tgtEl>
                      </p:cBhvr>
                    </p:animEffect>
                    <p:anim calcmode="lin" valueType="num">
                      <p:cBhvr>
                        <p:cTn dur="500" fill="hold"/>
                        <p:tgtEl>
                          <p:spTgt spid="21"/>
                        </p:tgtEl>
                        <p:attrNameLst>
                          <p:attrName>ppt_x</p:attrName>
                        </p:attrNameLst>
                      </p:cBhvr>
                      <p:tavLst>
                        <p:tav tm="0">
                          <p:val>
                            <p:strVal val="#ppt_x"/>
                          </p:val>
                        </p:tav>
                        <p:tav tm="100000">
                          <p:val>
                            <p:strVal val="#ppt_x"/>
                          </p:val>
                        </p:tav>
                      </p:tavLst>
                    </p:anim>
                    <p:anim calcmode="lin" valueType="num">
                      <p:cBhvr>
                        <p:cTn dur="500" fill="hold"/>
                        <p:tgtEl>
                          <p:spTgt spid="21"/>
                        </p:tgtEl>
                        <p:attrNameLst>
                          <p:attrName>ppt_y</p:attrName>
                        </p:attrNameLst>
                      </p:cBhvr>
                      <p:tavLst>
                        <p:tav tm="0">
                          <p:val>
                            <p:strVal val="#ppt_y+.1"/>
                          </p:val>
                        </p:tav>
                        <p:tav tm="100000">
                          <p:val>
                            <p:strVal val="#ppt_y"/>
                          </p:val>
                        </p:tav>
                      </p:tavLst>
                    </p:anim>
                  </p:childTnLst>
                </p:cTn>
              </p:par>
            </p:tnLst>
          </p:tmpl>
        </p:tmplLst>
      </p:bldP>
      <p:bldP spid="22"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2"/>
                        </p:tgtEl>
                        <p:attrNameLst>
                          <p:attrName>style.visibility</p:attrName>
                        </p:attrNameLst>
                      </p:cBhvr>
                      <p:to>
                        <p:strVal val="visible"/>
                      </p:to>
                    </p:set>
                    <p:animEffect transition="in" filter="fade">
                      <p:cBhvr>
                        <p:cTn dur="500"/>
                        <p:tgtEl>
                          <p:spTgt spid="22"/>
                        </p:tgtEl>
                      </p:cBhvr>
                    </p:animEffect>
                    <p:anim calcmode="lin" valueType="num">
                      <p:cBhvr>
                        <p:cTn dur="500" fill="hold"/>
                        <p:tgtEl>
                          <p:spTgt spid="22"/>
                        </p:tgtEl>
                        <p:attrNameLst>
                          <p:attrName>ppt_x</p:attrName>
                        </p:attrNameLst>
                      </p:cBhvr>
                      <p:tavLst>
                        <p:tav tm="0">
                          <p:val>
                            <p:strVal val="#ppt_x"/>
                          </p:val>
                        </p:tav>
                        <p:tav tm="100000">
                          <p:val>
                            <p:strVal val="#ppt_x"/>
                          </p:val>
                        </p:tav>
                      </p:tavLst>
                    </p:anim>
                    <p:anim calcmode="lin" valueType="num">
                      <p:cBhvr>
                        <p:cTn dur="500" fill="hold"/>
                        <p:tgtEl>
                          <p:spTgt spid="22"/>
                        </p:tgtEl>
                        <p:attrNameLst>
                          <p:attrName>ppt_y</p:attrName>
                        </p:attrNameLst>
                      </p:cBhvr>
                      <p:tavLst>
                        <p:tav tm="0">
                          <p:val>
                            <p:strVal val="#ppt_y+.1"/>
                          </p:val>
                        </p:tav>
                        <p:tav tm="100000">
                          <p:val>
                            <p:strVal val="#ppt_y"/>
                          </p:val>
                        </p:tav>
                      </p:tavLst>
                    </p:anim>
                  </p:childTnLst>
                </p:cTn>
              </p:par>
            </p:tnLst>
          </p:tmpl>
        </p:tmplLst>
      </p:bldP>
      <p:bldP spid="23"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3"/>
                        </p:tgtEl>
                        <p:attrNameLst>
                          <p:attrName>style.visibility</p:attrName>
                        </p:attrNameLst>
                      </p:cBhvr>
                      <p:to>
                        <p:strVal val="visible"/>
                      </p:to>
                    </p:set>
                    <p:animEffect transition="in" filter="fade">
                      <p:cBhvr>
                        <p:cTn dur="500"/>
                        <p:tgtEl>
                          <p:spTgt spid="23"/>
                        </p:tgtEl>
                      </p:cBhvr>
                    </p:animEffect>
                    <p:anim calcmode="lin" valueType="num">
                      <p:cBhvr>
                        <p:cTn dur="500" fill="hold"/>
                        <p:tgtEl>
                          <p:spTgt spid="23"/>
                        </p:tgtEl>
                        <p:attrNameLst>
                          <p:attrName>ppt_x</p:attrName>
                        </p:attrNameLst>
                      </p:cBhvr>
                      <p:tavLst>
                        <p:tav tm="0">
                          <p:val>
                            <p:strVal val="#ppt_x"/>
                          </p:val>
                        </p:tav>
                        <p:tav tm="100000">
                          <p:val>
                            <p:strVal val="#ppt_x"/>
                          </p:val>
                        </p:tav>
                      </p:tavLst>
                    </p:anim>
                    <p:anim calcmode="lin" valueType="num">
                      <p:cBhvr>
                        <p:cTn dur="500" fill="hold"/>
                        <p:tgtEl>
                          <p:spTgt spid="23"/>
                        </p:tgtEl>
                        <p:attrNameLst>
                          <p:attrName>ppt_y</p:attrName>
                        </p:attrNameLst>
                      </p:cBhvr>
                      <p:tavLst>
                        <p:tav tm="0">
                          <p:val>
                            <p:strVal val="#ppt_y+.1"/>
                          </p:val>
                        </p:tav>
                        <p:tav tm="100000">
                          <p:val>
                            <p:strVal val="#ppt_y"/>
                          </p:val>
                        </p:tav>
                      </p:tavLst>
                    </p:anim>
                  </p:childTnLst>
                </p:cTn>
              </p:par>
            </p:tnLst>
          </p:tmpl>
        </p:tmplLst>
      </p:bldP>
      <p:bldP spid="24"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4"/>
                        </p:tgtEl>
                        <p:attrNameLst>
                          <p:attrName>style.visibility</p:attrName>
                        </p:attrNameLst>
                      </p:cBhvr>
                      <p:to>
                        <p:strVal val="visible"/>
                      </p:to>
                    </p:set>
                    <p:animEffect transition="in" filter="fade">
                      <p:cBhvr>
                        <p:cTn dur="500"/>
                        <p:tgtEl>
                          <p:spTgt spid="24"/>
                        </p:tgtEl>
                      </p:cBhvr>
                    </p:animEffect>
                    <p:anim calcmode="lin" valueType="num">
                      <p:cBhvr>
                        <p:cTn dur="500" fill="hold"/>
                        <p:tgtEl>
                          <p:spTgt spid="24"/>
                        </p:tgtEl>
                        <p:attrNameLst>
                          <p:attrName>ppt_x</p:attrName>
                        </p:attrNameLst>
                      </p:cBhvr>
                      <p:tavLst>
                        <p:tav tm="0">
                          <p:val>
                            <p:strVal val="#ppt_x"/>
                          </p:val>
                        </p:tav>
                        <p:tav tm="100000">
                          <p:val>
                            <p:strVal val="#ppt_x"/>
                          </p:val>
                        </p:tav>
                      </p:tavLst>
                    </p:anim>
                    <p:anim calcmode="lin" valueType="num">
                      <p:cBhvr>
                        <p:cTn dur="500" fill="hold"/>
                        <p:tgtEl>
                          <p:spTgt spid="24"/>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623.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13" name="Text Placeholder 21"/>
          <p:cNvSpPr>
            <a:spLocks noGrp="1"/>
          </p:cNvSpPr>
          <p:nvPr>
            <p:ph type="body" sz="quarter" idx="20"/>
          </p:nvPr>
        </p:nvSpPr>
        <p:spPr>
          <a:xfrm>
            <a:off x="928685" y="4122030"/>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5" name="Text Placeholder 21"/>
          <p:cNvSpPr>
            <a:spLocks noGrp="1"/>
          </p:cNvSpPr>
          <p:nvPr>
            <p:ph type="body" sz="quarter" idx="23"/>
          </p:nvPr>
        </p:nvSpPr>
        <p:spPr>
          <a:xfrm>
            <a:off x="3741157" y="4122030"/>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7" name="Text Placeholder 21"/>
          <p:cNvSpPr>
            <a:spLocks noGrp="1"/>
          </p:cNvSpPr>
          <p:nvPr>
            <p:ph type="body" sz="quarter" idx="25"/>
          </p:nvPr>
        </p:nvSpPr>
        <p:spPr>
          <a:xfrm>
            <a:off x="6609049" y="4122030"/>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9" name="Text Placeholder 21"/>
          <p:cNvSpPr>
            <a:spLocks noGrp="1"/>
          </p:cNvSpPr>
          <p:nvPr>
            <p:ph type="body" sz="quarter" idx="27"/>
          </p:nvPr>
        </p:nvSpPr>
        <p:spPr>
          <a:xfrm>
            <a:off x="9428447" y="4122030"/>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1" name="Text Placeholder 21"/>
          <p:cNvSpPr>
            <a:spLocks noGrp="1"/>
          </p:cNvSpPr>
          <p:nvPr>
            <p:ph type="body" sz="quarter" idx="29"/>
          </p:nvPr>
        </p:nvSpPr>
        <p:spPr>
          <a:xfrm>
            <a:off x="928685" y="4428734"/>
            <a:ext cx="1814513" cy="87351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2" name="Text Placeholder 21"/>
          <p:cNvSpPr>
            <a:spLocks noGrp="1"/>
          </p:cNvSpPr>
          <p:nvPr>
            <p:ph type="body" sz="quarter" idx="30"/>
          </p:nvPr>
        </p:nvSpPr>
        <p:spPr>
          <a:xfrm>
            <a:off x="3741157" y="4428734"/>
            <a:ext cx="1814513" cy="87351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3" name="Text Placeholder 21"/>
          <p:cNvSpPr>
            <a:spLocks noGrp="1"/>
          </p:cNvSpPr>
          <p:nvPr>
            <p:ph type="body" sz="quarter" idx="31"/>
          </p:nvPr>
        </p:nvSpPr>
        <p:spPr>
          <a:xfrm>
            <a:off x="6609049" y="4428734"/>
            <a:ext cx="1814513" cy="87351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4" name="Text Placeholder 21"/>
          <p:cNvSpPr>
            <a:spLocks noGrp="1"/>
          </p:cNvSpPr>
          <p:nvPr>
            <p:ph type="body" sz="quarter" idx="32"/>
          </p:nvPr>
        </p:nvSpPr>
        <p:spPr>
          <a:xfrm>
            <a:off x="9428447" y="4428734"/>
            <a:ext cx="1814513" cy="87351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1" name="Picture Placeholder 30"/>
          <p:cNvSpPr>
            <a:spLocks noGrp="1"/>
          </p:cNvSpPr>
          <p:nvPr>
            <p:ph type="pic" sz="quarter" idx="33" hasCustomPrompt="1"/>
          </p:nvPr>
        </p:nvSpPr>
        <p:spPr>
          <a:xfrm>
            <a:off x="1246070" y="2009148"/>
            <a:ext cx="1233487" cy="1695450"/>
          </a:xfrm>
          <a:solidFill>
            <a:schemeClr val="bg1">
              <a:lumMod val="85000"/>
            </a:schemeClr>
          </a:solidFill>
        </p:spPr>
        <p:txBody>
          <a:bodyPr/>
          <a:lstStyle>
            <a:lvl1pPr>
              <a:defRPr/>
            </a:lvl1pPr>
          </a:lstStyle>
          <a:p>
            <a:r>
              <a:rPr lang="id-ID" dirty="0" smtClean="0"/>
              <a:t>Pic here</a:t>
            </a:r>
            <a:endParaRPr lang="en-AU" dirty="0"/>
          </a:p>
        </p:txBody>
      </p:sp>
      <p:sp>
        <p:nvSpPr>
          <p:cNvPr id="33" name="Picture Placeholder 30"/>
          <p:cNvSpPr>
            <a:spLocks noGrp="1"/>
          </p:cNvSpPr>
          <p:nvPr>
            <p:ph type="pic" sz="quarter" idx="34" hasCustomPrompt="1"/>
          </p:nvPr>
        </p:nvSpPr>
        <p:spPr>
          <a:xfrm>
            <a:off x="4038600" y="2009148"/>
            <a:ext cx="1233487" cy="1695450"/>
          </a:xfrm>
          <a:solidFill>
            <a:schemeClr val="bg1">
              <a:lumMod val="85000"/>
            </a:schemeClr>
          </a:solidFill>
        </p:spPr>
        <p:txBody>
          <a:bodyPr/>
          <a:lstStyle>
            <a:lvl1pPr>
              <a:defRPr/>
            </a:lvl1pPr>
          </a:lstStyle>
          <a:p>
            <a:r>
              <a:rPr lang="id-ID" dirty="0" smtClean="0"/>
              <a:t>Pic here</a:t>
            </a:r>
            <a:endParaRPr lang="en-AU" dirty="0"/>
          </a:p>
        </p:txBody>
      </p:sp>
      <p:sp>
        <p:nvSpPr>
          <p:cNvPr id="35" name="Picture Placeholder 30"/>
          <p:cNvSpPr>
            <a:spLocks noGrp="1"/>
          </p:cNvSpPr>
          <p:nvPr>
            <p:ph type="pic" sz="quarter" idx="35" hasCustomPrompt="1"/>
          </p:nvPr>
        </p:nvSpPr>
        <p:spPr>
          <a:xfrm>
            <a:off x="6834187" y="2009148"/>
            <a:ext cx="1233487" cy="1695450"/>
          </a:xfrm>
          <a:solidFill>
            <a:schemeClr val="bg1">
              <a:lumMod val="85000"/>
            </a:schemeClr>
          </a:solidFill>
        </p:spPr>
        <p:txBody>
          <a:bodyPr/>
          <a:lstStyle>
            <a:lvl1pPr>
              <a:defRPr/>
            </a:lvl1pPr>
          </a:lstStyle>
          <a:p>
            <a:r>
              <a:rPr lang="id-ID" dirty="0" smtClean="0"/>
              <a:t>Pic here</a:t>
            </a:r>
            <a:endParaRPr lang="en-AU" dirty="0"/>
          </a:p>
        </p:txBody>
      </p:sp>
      <p:sp>
        <p:nvSpPr>
          <p:cNvPr id="37" name="Picture Placeholder 30"/>
          <p:cNvSpPr>
            <a:spLocks noGrp="1"/>
          </p:cNvSpPr>
          <p:nvPr>
            <p:ph type="pic" sz="quarter" idx="36" hasCustomPrompt="1"/>
          </p:nvPr>
        </p:nvSpPr>
        <p:spPr>
          <a:xfrm>
            <a:off x="9712442" y="2009148"/>
            <a:ext cx="1233487" cy="1695450"/>
          </a:xfrm>
          <a:solidFill>
            <a:schemeClr val="bg1">
              <a:lumMod val="85000"/>
            </a:schemeClr>
          </a:solidFill>
        </p:spPr>
        <p:txBody>
          <a:bodyPr/>
          <a:lstStyle>
            <a:lvl1pPr>
              <a:defRPr/>
            </a:lvl1pPr>
          </a:lstStyle>
          <a:p>
            <a:r>
              <a:rPr lang="id-ID" dirty="0" smtClean="0"/>
              <a:t>Pic here</a:t>
            </a:r>
            <a:endParaRPr lang="en-AU" dirty="0"/>
          </a:p>
        </p:txBody>
      </p:sp>
      <p:grpSp>
        <p:nvGrpSpPr>
          <p:cNvPr id="25" name="Group 24"/>
          <p:cNvGrpSpPr/>
          <p:nvPr userDrawn="1"/>
        </p:nvGrpSpPr>
        <p:grpSpPr>
          <a:xfrm>
            <a:off x="973770" y="5352142"/>
            <a:ext cx="1724341" cy="516155"/>
            <a:chOff x="3872969" y="5806923"/>
            <a:chExt cx="1724341" cy="516155"/>
          </a:xfrm>
        </p:grpSpPr>
        <p:sp>
          <p:nvSpPr>
            <p:cNvPr id="26" name="Oval 25"/>
            <p:cNvSpPr/>
            <p:nvPr/>
          </p:nvSpPr>
          <p:spPr>
            <a:xfrm>
              <a:off x="3872969"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27" name="Oval 26"/>
            <p:cNvSpPr/>
            <p:nvPr/>
          </p:nvSpPr>
          <p:spPr>
            <a:xfrm>
              <a:off x="4477062"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28" name="Oval 27"/>
            <p:cNvSpPr/>
            <p:nvPr/>
          </p:nvSpPr>
          <p:spPr>
            <a:xfrm>
              <a:off x="5081155"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30" name="Freeform 63"/>
            <p:cNvSpPr>
              <a:spLocks/>
            </p:cNvSpPr>
            <p:nvPr/>
          </p:nvSpPr>
          <p:spPr bwMode="auto">
            <a:xfrm>
              <a:off x="4576091" y="5937921"/>
              <a:ext cx="318095" cy="261714"/>
            </a:xfrm>
            <a:custGeom>
              <a:avLst/>
              <a:gdLst>
                <a:gd name="T0" fmla="*/ 160 w 160"/>
                <a:gd name="T1" fmla="*/ 16 h 131"/>
                <a:gd name="T2" fmla="*/ 159 w 160"/>
                <a:gd name="T3" fmla="*/ 16 h 131"/>
                <a:gd name="T4" fmla="*/ 144 w 160"/>
                <a:gd name="T5" fmla="*/ 20 h 131"/>
                <a:gd name="T6" fmla="*/ 156 w 160"/>
                <a:gd name="T7" fmla="*/ 4 h 131"/>
                <a:gd name="T8" fmla="*/ 156 w 160"/>
                <a:gd name="T9" fmla="*/ 3 h 131"/>
                <a:gd name="T10" fmla="*/ 155 w 160"/>
                <a:gd name="T11" fmla="*/ 3 h 131"/>
                <a:gd name="T12" fmla="*/ 135 w 160"/>
                <a:gd name="T13" fmla="*/ 11 h 131"/>
                <a:gd name="T14" fmla="*/ 111 w 160"/>
                <a:gd name="T15" fmla="*/ 0 h 131"/>
                <a:gd name="T16" fmla="*/ 77 w 160"/>
                <a:gd name="T17" fmla="*/ 34 h 131"/>
                <a:gd name="T18" fmla="*/ 78 w 160"/>
                <a:gd name="T19" fmla="*/ 40 h 131"/>
                <a:gd name="T20" fmla="*/ 12 w 160"/>
                <a:gd name="T21" fmla="*/ 7 h 131"/>
                <a:gd name="T22" fmla="*/ 12 w 160"/>
                <a:gd name="T23" fmla="*/ 6 h 131"/>
                <a:gd name="T24" fmla="*/ 11 w 160"/>
                <a:gd name="T25" fmla="*/ 7 h 131"/>
                <a:gd name="T26" fmla="*/ 7 w 160"/>
                <a:gd name="T27" fmla="*/ 23 h 131"/>
                <a:gd name="T28" fmla="*/ 19 w 160"/>
                <a:gd name="T29" fmla="*/ 50 h 131"/>
                <a:gd name="T30" fmla="*/ 7 w 160"/>
                <a:gd name="T31" fmla="*/ 46 h 131"/>
                <a:gd name="T32" fmla="*/ 7 w 160"/>
                <a:gd name="T33" fmla="*/ 46 h 131"/>
                <a:gd name="T34" fmla="*/ 6 w 160"/>
                <a:gd name="T35" fmla="*/ 47 h 131"/>
                <a:gd name="T36" fmla="*/ 6 w 160"/>
                <a:gd name="T37" fmla="*/ 47 h 131"/>
                <a:gd name="T38" fmla="*/ 30 w 160"/>
                <a:gd name="T39" fmla="*/ 79 h 131"/>
                <a:gd name="T40" fmla="*/ 19 w 160"/>
                <a:gd name="T41" fmla="*/ 79 h 131"/>
                <a:gd name="T42" fmla="*/ 18 w 160"/>
                <a:gd name="T43" fmla="*/ 79 h 131"/>
                <a:gd name="T44" fmla="*/ 18 w 160"/>
                <a:gd name="T45" fmla="*/ 80 h 131"/>
                <a:gd name="T46" fmla="*/ 47 w 160"/>
                <a:gd name="T47" fmla="*/ 103 h 131"/>
                <a:gd name="T48" fmla="*/ 8 w 160"/>
                <a:gd name="T49" fmla="*/ 115 h 131"/>
                <a:gd name="T50" fmla="*/ 1 w 160"/>
                <a:gd name="T51" fmla="*/ 115 h 131"/>
                <a:gd name="T52" fmla="*/ 0 w 160"/>
                <a:gd name="T53" fmla="*/ 115 h 131"/>
                <a:gd name="T54" fmla="*/ 0 w 160"/>
                <a:gd name="T55" fmla="*/ 116 h 131"/>
                <a:gd name="T56" fmla="*/ 51 w 160"/>
                <a:gd name="T57" fmla="*/ 131 h 131"/>
                <a:gd name="T58" fmla="*/ 144 w 160"/>
                <a:gd name="T59" fmla="*/ 38 h 131"/>
                <a:gd name="T60" fmla="*/ 144 w 160"/>
                <a:gd name="T61" fmla="*/ 34 h 131"/>
                <a:gd name="T62" fmla="*/ 160 w 160"/>
                <a:gd name="T63" fmla="*/ 17 h 131"/>
                <a:gd name="T64" fmla="*/ 160 w 160"/>
                <a:gd name="T65" fmla="*/ 1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0" h="131">
                  <a:moveTo>
                    <a:pt x="160" y="16"/>
                  </a:moveTo>
                  <a:cubicBezTo>
                    <a:pt x="160" y="16"/>
                    <a:pt x="160" y="16"/>
                    <a:pt x="159" y="16"/>
                  </a:cubicBezTo>
                  <a:cubicBezTo>
                    <a:pt x="154" y="18"/>
                    <a:pt x="149" y="19"/>
                    <a:pt x="144" y="20"/>
                  </a:cubicBezTo>
                  <a:cubicBezTo>
                    <a:pt x="150" y="16"/>
                    <a:pt x="154" y="10"/>
                    <a:pt x="156" y="4"/>
                  </a:cubicBezTo>
                  <a:cubicBezTo>
                    <a:pt x="156" y="3"/>
                    <a:pt x="156" y="3"/>
                    <a:pt x="156" y="3"/>
                  </a:cubicBezTo>
                  <a:cubicBezTo>
                    <a:pt x="155" y="3"/>
                    <a:pt x="155" y="3"/>
                    <a:pt x="155" y="3"/>
                  </a:cubicBezTo>
                  <a:cubicBezTo>
                    <a:pt x="149" y="7"/>
                    <a:pt x="142" y="9"/>
                    <a:pt x="135" y="11"/>
                  </a:cubicBezTo>
                  <a:cubicBezTo>
                    <a:pt x="128" y="4"/>
                    <a:pt x="120" y="0"/>
                    <a:pt x="111" y="0"/>
                  </a:cubicBezTo>
                  <a:cubicBezTo>
                    <a:pt x="92" y="0"/>
                    <a:pt x="77" y="15"/>
                    <a:pt x="77" y="34"/>
                  </a:cubicBezTo>
                  <a:cubicBezTo>
                    <a:pt x="77" y="36"/>
                    <a:pt x="77" y="38"/>
                    <a:pt x="78" y="40"/>
                  </a:cubicBezTo>
                  <a:cubicBezTo>
                    <a:pt x="52" y="39"/>
                    <a:pt x="29" y="26"/>
                    <a:pt x="12" y="7"/>
                  </a:cubicBezTo>
                  <a:cubicBezTo>
                    <a:pt x="12" y="6"/>
                    <a:pt x="12" y="6"/>
                    <a:pt x="12" y="6"/>
                  </a:cubicBezTo>
                  <a:cubicBezTo>
                    <a:pt x="11" y="6"/>
                    <a:pt x="11" y="6"/>
                    <a:pt x="11" y="7"/>
                  </a:cubicBezTo>
                  <a:cubicBezTo>
                    <a:pt x="8" y="12"/>
                    <a:pt x="7" y="18"/>
                    <a:pt x="7" y="23"/>
                  </a:cubicBezTo>
                  <a:cubicBezTo>
                    <a:pt x="7" y="34"/>
                    <a:pt x="11" y="43"/>
                    <a:pt x="19" y="50"/>
                  </a:cubicBezTo>
                  <a:cubicBezTo>
                    <a:pt x="15" y="49"/>
                    <a:pt x="11" y="48"/>
                    <a:pt x="7" y="46"/>
                  </a:cubicBezTo>
                  <a:cubicBezTo>
                    <a:pt x="7" y="46"/>
                    <a:pt x="7" y="46"/>
                    <a:pt x="7" y="46"/>
                  </a:cubicBezTo>
                  <a:cubicBezTo>
                    <a:pt x="6" y="46"/>
                    <a:pt x="6" y="46"/>
                    <a:pt x="6" y="47"/>
                  </a:cubicBezTo>
                  <a:cubicBezTo>
                    <a:pt x="6" y="47"/>
                    <a:pt x="6" y="47"/>
                    <a:pt x="6" y="47"/>
                  </a:cubicBezTo>
                  <a:cubicBezTo>
                    <a:pt x="6" y="62"/>
                    <a:pt x="16" y="75"/>
                    <a:pt x="30" y="79"/>
                  </a:cubicBezTo>
                  <a:cubicBezTo>
                    <a:pt x="26" y="79"/>
                    <a:pt x="22" y="79"/>
                    <a:pt x="19" y="79"/>
                  </a:cubicBezTo>
                  <a:cubicBezTo>
                    <a:pt x="18" y="79"/>
                    <a:pt x="18" y="79"/>
                    <a:pt x="18" y="79"/>
                  </a:cubicBezTo>
                  <a:cubicBezTo>
                    <a:pt x="18" y="79"/>
                    <a:pt x="18" y="79"/>
                    <a:pt x="18" y="80"/>
                  </a:cubicBezTo>
                  <a:cubicBezTo>
                    <a:pt x="22" y="93"/>
                    <a:pt x="33" y="102"/>
                    <a:pt x="47" y="103"/>
                  </a:cubicBezTo>
                  <a:cubicBezTo>
                    <a:pt x="36" y="111"/>
                    <a:pt x="22" y="115"/>
                    <a:pt x="8" y="115"/>
                  </a:cubicBezTo>
                  <a:cubicBezTo>
                    <a:pt x="6" y="115"/>
                    <a:pt x="3" y="115"/>
                    <a:pt x="1" y="115"/>
                  </a:cubicBezTo>
                  <a:cubicBezTo>
                    <a:pt x="0" y="115"/>
                    <a:pt x="0" y="115"/>
                    <a:pt x="0" y="115"/>
                  </a:cubicBezTo>
                  <a:cubicBezTo>
                    <a:pt x="0" y="116"/>
                    <a:pt x="0" y="116"/>
                    <a:pt x="0" y="116"/>
                  </a:cubicBezTo>
                  <a:cubicBezTo>
                    <a:pt x="15" y="126"/>
                    <a:pt x="33" y="131"/>
                    <a:pt x="51" y="131"/>
                  </a:cubicBezTo>
                  <a:cubicBezTo>
                    <a:pt x="109" y="131"/>
                    <a:pt x="144" y="83"/>
                    <a:pt x="144" y="38"/>
                  </a:cubicBezTo>
                  <a:cubicBezTo>
                    <a:pt x="144" y="36"/>
                    <a:pt x="144" y="35"/>
                    <a:pt x="144" y="34"/>
                  </a:cubicBezTo>
                  <a:cubicBezTo>
                    <a:pt x="150" y="29"/>
                    <a:pt x="156" y="23"/>
                    <a:pt x="160" y="17"/>
                  </a:cubicBezTo>
                  <a:cubicBezTo>
                    <a:pt x="160" y="17"/>
                    <a:pt x="160" y="16"/>
                    <a:pt x="160" y="16"/>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sp>
          <p:nvSpPr>
            <p:cNvPr id="38" name="Freeform 21"/>
            <p:cNvSpPr>
              <a:spLocks/>
            </p:cNvSpPr>
            <p:nvPr/>
          </p:nvSpPr>
          <p:spPr bwMode="auto">
            <a:xfrm>
              <a:off x="5235659" y="5934143"/>
              <a:ext cx="207145" cy="261714"/>
            </a:xfrm>
            <a:custGeom>
              <a:avLst/>
              <a:gdLst>
                <a:gd name="T0" fmla="*/ 129 w 323"/>
                <a:gd name="T1" fmla="*/ 272 h 408"/>
                <a:gd name="T2" fmla="*/ 68 w 323"/>
                <a:gd name="T3" fmla="*/ 408 h 408"/>
                <a:gd name="T4" fmla="*/ 98 w 323"/>
                <a:gd name="T5" fmla="*/ 196 h 408"/>
                <a:gd name="T6" fmla="*/ 149 w 323"/>
                <a:gd name="T7" fmla="*/ 99 h 408"/>
                <a:gd name="T8" fmla="*/ 172 w 323"/>
                <a:gd name="T9" fmla="*/ 257 h 408"/>
                <a:gd name="T10" fmla="*/ 234 w 323"/>
                <a:gd name="T11" fmla="*/ 73 h 408"/>
                <a:gd name="T12" fmla="*/ 47 w 323"/>
                <a:gd name="T13" fmla="*/ 173 h 408"/>
                <a:gd name="T14" fmla="*/ 57 w 323"/>
                <a:gd name="T15" fmla="*/ 239 h 408"/>
                <a:gd name="T16" fmla="*/ 1 w 323"/>
                <a:gd name="T17" fmla="*/ 147 h 408"/>
                <a:gd name="T18" fmla="*/ 137 w 323"/>
                <a:gd name="T19" fmla="*/ 9 h 408"/>
                <a:gd name="T20" fmla="*/ 310 w 323"/>
                <a:gd name="T21" fmla="*/ 119 h 408"/>
                <a:gd name="T22" fmla="*/ 183 w 323"/>
                <a:gd name="T23" fmla="*/ 298 h 408"/>
                <a:gd name="T24" fmla="*/ 129 w 323"/>
                <a:gd name="T25" fmla="*/ 272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3" h="408">
                  <a:moveTo>
                    <a:pt x="129" y="272"/>
                  </a:moveTo>
                  <a:cubicBezTo>
                    <a:pt x="118" y="328"/>
                    <a:pt x="106" y="380"/>
                    <a:pt x="68" y="408"/>
                  </a:cubicBezTo>
                  <a:cubicBezTo>
                    <a:pt x="56" y="325"/>
                    <a:pt x="85" y="262"/>
                    <a:pt x="98" y="196"/>
                  </a:cubicBezTo>
                  <a:cubicBezTo>
                    <a:pt x="75" y="157"/>
                    <a:pt x="101" y="80"/>
                    <a:pt x="149" y="99"/>
                  </a:cubicBezTo>
                  <a:cubicBezTo>
                    <a:pt x="209" y="122"/>
                    <a:pt x="98" y="242"/>
                    <a:pt x="172" y="257"/>
                  </a:cubicBezTo>
                  <a:cubicBezTo>
                    <a:pt x="250" y="273"/>
                    <a:pt x="282" y="122"/>
                    <a:pt x="234" y="73"/>
                  </a:cubicBezTo>
                  <a:cubicBezTo>
                    <a:pt x="164" y="2"/>
                    <a:pt x="31" y="72"/>
                    <a:pt x="47" y="173"/>
                  </a:cubicBezTo>
                  <a:cubicBezTo>
                    <a:pt x="51" y="198"/>
                    <a:pt x="77" y="205"/>
                    <a:pt x="57" y="239"/>
                  </a:cubicBezTo>
                  <a:cubicBezTo>
                    <a:pt x="13" y="229"/>
                    <a:pt x="0" y="194"/>
                    <a:pt x="1" y="147"/>
                  </a:cubicBezTo>
                  <a:cubicBezTo>
                    <a:pt x="4" y="70"/>
                    <a:pt x="70" y="17"/>
                    <a:pt x="137" y="9"/>
                  </a:cubicBezTo>
                  <a:cubicBezTo>
                    <a:pt x="221" y="0"/>
                    <a:pt x="300" y="40"/>
                    <a:pt x="310" y="119"/>
                  </a:cubicBezTo>
                  <a:cubicBezTo>
                    <a:pt x="323" y="208"/>
                    <a:pt x="273" y="305"/>
                    <a:pt x="183" y="298"/>
                  </a:cubicBezTo>
                  <a:cubicBezTo>
                    <a:pt x="158" y="296"/>
                    <a:pt x="148" y="284"/>
                    <a:pt x="129" y="272"/>
                  </a:cubicBezTo>
                  <a:close/>
                </a:path>
              </a:pathLst>
            </a:custGeom>
            <a:solidFill>
              <a:schemeClr val="bg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mn-cs"/>
              </a:endParaRPr>
            </a:p>
          </p:txBody>
        </p:sp>
        <p:sp>
          <p:nvSpPr>
            <p:cNvPr id="39" name="Freeform 62"/>
            <p:cNvSpPr>
              <a:spLocks/>
            </p:cNvSpPr>
            <p:nvPr/>
          </p:nvSpPr>
          <p:spPr bwMode="auto">
            <a:xfrm>
              <a:off x="4063583" y="5934143"/>
              <a:ext cx="134925" cy="261714"/>
            </a:xfrm>
            <a:custGeom>
              <a:avLst/>
              <a:gdLst>
                <a:gd name="T0" fmla="*/ 84 w 84"/>
                <a:gd name="T1" fmla="*/ 27 h 163"/>
                <a:gd name="T2" fmla="*/ 69 w 84"/>
                <a:gd name="T3" fmla="*/ 27 h 163"/>
                <a:gd name="T4" fmla="*/ 54 w 84"/>
                <a:gd name="T5" fmla="*/ 41 h 163"/>
                <a:gd name="T6" fmla="*/ 54 w 84"/>
                <a:gd name="T7" fmla="*/ 60 h 163"/>
                <a:gd name="T8" fmla="*/ 83 w 84"/>
                <a:gd name="T9" fmla="*/ 60 h 163"/>
                <a:gd name="T10" fmla="*/ 83 w 84"/>
                <a:gd name="T11" fmla="*/ 88 h 163"/>
                <a:gd name="T12" fmla="*/ 54 w 84"/>
                <a:gd name="T13" fmla="*/ 88 h 163"/>
                <a:gd name="T14" fmla="*/ 54 w 84"/>
                <a:gd name="T15" fmla="*/ 163 h 163"/>
                <a:gd name="T16" fmla="*/ 25 w 84"/>
                <a:gd name="T17" fmla="*/ 163 h 163"/>
                <a:gd name="T18" fmla="*/ 25 w 84"/>
                <a:gd name="T19" fmla="*/ 88 h 163"/>
                <a:gd name="T20" fmla="*/ 0 w 84"/>
                <a:gd name="T21" fmla="*/ 88 h 163"/>
                <a:gd name="T22" fmla="*/ 0 w 84"/>
                <a:gd name="T23" fmla="*/ 60 h 163"/>
                <a:gd name="T24" fmla="*/ 25 w 84"/>
                <a:gd name="T25" fmla="*/ 60 h 163"/>
                <a:gd name="T26" fmla="*/ 25 w 84"/>
                <a:gd name="T27" fmla="*/ 38 h 163"/>
                <a:gd name="T28" fmla="*/ 62 w 84"/>
                <a:gd name="T29" fmla="*/ 0 h 163"/>
                <a:gd name="T30" fmla="*/ 84 w 84"/>
                <a:gd name="T31" fmla="*/ 0 h 163"/>
                <a:gd name="T32" fmla="*/ 84 w 84"/>
                <a:gd name="T33" fmla="*/ 27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63">
                  <a:moveTo>
                    <a:pt x="84" y="27"/>
                  </a:moveTo>
                  <a:cubicBezTo>
                    <a:pt x="69" y="27"/>
                    <a:pt x="69" y="27"/>
                    <a:pt x="69" y="27"/>
                  </a:cubicBezTo>
                  <a:cubicBezTo>
                    <a:pt x="57" y="27"/>
                    <a:pt x="54" y="33"/>
                    <a:pt x="54" y="41"/>
                  </a:cubicBezTo>
                  <a:cubicBezTo>
                    <a:pt x="54" y="60"/>
                    <a:pt x="54" y="60"/>
                    <a:pt x="54" y="60"/>
                  </a:cubicBezTo>
                  <a:cubicBezTo>
                    <a:pt x="83" y="60"/>
                    <a:pt x="83" y="60"/>
                    <a:pt x="83" y="60"/>
                  </a:cubicBezTo>
                  <a:cubicBezTo>
                    <a:pt x="83" y="88"/>
                    <a:pt x="83" y="88"/>
                    <a:pt x="83" y="88"/>
                  </a:cubicBezTo>
                  <a:cubicBezTo>
                    <a:pt x="54" y="88"/>
                    <a:pt x="54" y="88"/>
                    <a:pt x="54" y="88"/>
                  </a:cubicBezTo>
                  <a:cubicBezTo>
                    <a:pt x="54" y="163"/>
                    <a:pt x="54" y="163"/>
                    <a:pt x="54" y="163"/>
                  </a:cubicBezTo>
                  <a:cubicBezTo>
                    <a:pt x="25" y="163"/>
                    <a:pt x="25" y="163"/>
                    <a:pt x="25" y="163"/>
                  </a:cubicBezTo>
                  <a:cubicBezTo>
                    <a:pt x="25" y="88"/>
                    <a:pt x="25" y="88"/>
                    <a:pt x="25" y="88"/>
                  </a:cubicBezTo>
                  <a:cubicBezTo>
                    <a:pt x="0" y="88"/>
                    <a:pt x="0" y="88"/>
                    <a:pt x="0" y="88"/>
                  </a:cubicBezTo>
                  <a:cubicBezTo>
                    <a:pt x="0" y="60"/>
                    <a:pt x="0" y="60"/>
                    <a:pt x="0" y="60"/>
                  </a:cubicBezTo>
                  <a:cubicBezTo>
                    <a:pt x="25" y="60"/>
                    <a:pt x="25" y="60"/>
                    <a:pt x="25" y="60"/>
                  </a:cubicBezTo>
                  <a:cubicBezTo>
                    <a:pt x="25" y="38"/>
                    <a:pt x="25" y="38"/>
                    <a:pt x="25" y="38"/>
                  </a:cubicBezTo>
                  <a:cubicBezTo>
                    <a:pt x="25" y="13"/>
                    <a:pt x="40" y="0"/>
                    <a:pt x="62" y="0"/>
                  </a:cubicBezTo>
                  <a:cubicBezTo>
                    <a:pt x="84" y="0"/>
                    <a:pt x="84" y="0"/>
                    <a:pt x="84" y="0"/>
                  </a:cubicBezTo>
                  <a:lnTo>
                    <a:pt x="84" y="27"/>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grpSp>
      <p:grpSp>
        <p:nvGrpSpPr>
          <p:cNvPr id="40" name="Group 39"/>
          <p:cNvGrpSpPr/>
          <p:nvPr userDrawn="1"/>
        </p:nvGrpSpPr>
        <p:grpSpPr>
          <a:xfrm>
            <a:off x="3793172" y="5361672"/>
            <a:ext cx="1724341" cy="516155"/>
            <a:chOff x="3872969" y="5806923"/>
            <a:chExt cx="1724341" cy="516155"/>
          </a:xfrm>
        </p:grpSpPr>
        <p:sp>
          <p:nvSpPr>
            <p:cNvPr id="41" name="Oval 40"/>
            <p:cNvSpPr/>
            <p:nvPr/>
          </p:nvSpPr>
          <p:spPr>
            <a:xfrm>
              <a:off x="3872969"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2" name="Oval 41"/>
            <p:cNvSpPr/>
            <p:nvPr/>
          </p:nvSpPr>
          <p:spPr>
            <a:xfrm>
              <a:off x="4477062"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3" name="Oval 42"/>
            <p:cNvSpPr/>
            <p:nvPr/>
          </p:nvSpPr>
          <p:spPr>
            <a:xfrm>
              <a:off x="5081155"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4" name="Freeform 63"/>
            <p:cNvSpPr>
              <a:spLocks/>
            </p:cNvSpPr>
            <p:nvPr/>
          </p:nvSpPr>
          <p:spPr bwMode="auto">
            <a:xfrm>
              <a:off x="4576091" y="5937921"/>
              <a:ext cx="318095" cy="261714"/>
            </a:xfrm>
            <a:custGeom>
              <a:avLst/>
              <a:gdLst>
                <a:gd name="T0" fmla="*/ 160 w 160"/>
                <a:gd name="T1" fmla="*/ 16 h 131"/>
                <a:gd name="T2" fmla="*/ 159 w 160"/>
                <a:gd name="T3" fmla="*/ 16 h 131"/>
                <a:gd name="T4" fmla="*/ 144 w 160"/>
                <a:gd name="T5" fmla="*/ 20 h 131"/>
                <a:gd name="T6" fmla="*/ 156 w 160"/>
                <a:gd name="T7" fmla="*/ 4 h 131"/>
                <a:gd name="T8" fmla="*/ 156 w 160"/>
                <a:gd name="T9" fmla="*/ 3 h 131"/>
                <a:gd name="T10" fmla="*/ 155 w 160"/>
                <a:gd name="T11" fmla="*/ 3 h 131"/>
                <a:gd name="T12" fmla="*/ 135 w 160"/>
                <a:gd name="T13" fmla="*/ 11 h 131"/>
                <a:gd name="T14" fmla="*/ 111 w 160"/>
                <a:gd name="T15" fmla="*/ 0 h 131"/>
                <a:gd name="T16" fmla="*/ 77 w 160"/>
                <a:gd name="T17" fmla="*/ 34 h 131"/>
                <a:gd name="T18" fmla="*/ 78 w 160"/>
                <a:gd name="T19" fmla="*/ 40 h 131"/>
                <a:gd name="T20" fmla="*/ 12 w 160"/>
                <a:gd name="T21" fmla="*/ 7 h 131"/>
                <a:gd name="T22" fmla="*/ 12 w 160"/>
                <a:gd name="T23" fmla="*/ 6 h 131"/>
                <a:gd name="T24" fmla="*/ 11 w 160"/>
                <a:gd name="T25" fmla="*/ 7 h 131"/>
                <a:gd name="T26" fmla="*/ 7 w 160"/>
                <a:gd name="T27" fmla="*/ 23 h 131"/>
                <a:gd name="T28" fmla="*/ 19 w 160"/>
                <a:gd name="T29" fmla="*/ 50 h 131"/>
                <a:gd name="T30" fmla="*/ 7 w 160"/>
                <a:gd name="T31" fmla="*/ 46 h 131"/>
                <a:gd name="T32" fmla="*/ 7 w 160"/>
                <a:gd name="T33" fmla="*/ 46 h 131"/>
                <a:gd name="T34" fmla="*/ 6 w 160"/>
                <a:gd name="T35" fmla="*/ 47 h 131"/>
                <a:gd name="T36" fmla="*/ 6 w 160"/>
                <a:gd name="T37" fmla="*/ 47 h 131"/>
                <a:gd name="T38" fmla="*/ 30 w 160"/>
                <a:gd name="T39" fmla="*/ 79 h 131"/>
                <a:gd name="T40" fmla="*/ 19 w 160"/>
                <a:gd name="T41" fmla="*/ 79 h 131"/>
                <a:gd name="T42" fmla="*/ 18 w 160"/>
                <a:gd name="T43" fmla="*/ 79 h 131"/>
                <a:gd name="T44" fmla="*/ 18 w 160"/>
                <a:gd name="T45" fmla="*/ 80 h 131"/>
                <a:gd name="T46" fmla="*/ 47 w 160"/>
                <a:gd name="T47" fmla="*/ 103 h 131"/>
                <a:gd name="T48" fmla="*/ 8 w 160"/>
                <a:gd name="T49" fmla="*/ 115 h 131"/>
                <a:gd name="T50" fmla="*/ 1 w 160"/>
                <a:gd name="T51" fmla="*/ 115 h 131"/>
                <a:gd name="T52" fmla="*/ 0 w 160"/>
                <a:gd name="T53" fmla="*/ 115 h 131"/>
                <a:gd name="T54" fmla="*/ 0 w 160"/>
                <a:gd name="T55" fmla="*/ 116 h 131"/>
                <a:gd name="T56" fmla="*/ 51 w 160"/>
                <a:gd name="T57" fmla="*/ 131 h 131"/>
                <a:gd name="T58" fmla="*/ 144 w 160"/>
                <a:gd name="T59" fmla="*/ 38 h 131"/>
                <a:gd name="T60" fmla="*/ 144 w 160"/>
                <a:gd name="T61" fmla="*/ 34 h 131"/>
                <a:gd name="T62" fmla="*/ 160 w 160"/>
                <a:gd name="T63" fmla="*/ 17 h 131"/>
                <a:gd name="T64" fmla="*/ 160 w 160"/>
                <a:gd name="T65" fmla="*/ 1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0" h="131">
                  <a:moveTo>
                    <a:pt x="160" y="16"/>
                  </a:moveTo>
                  <a:cubicBezTo>
                    <a:pt x="160" y="16"/>
                    <a:pt x="160" y="16"/>
                    <a:pt x="159" y="16"/>
                  </a:cubicBezTo>
                  <a:cubicBezTo>
                    <a:pt x="154" y="18"/>
                    <a:pt x="149" y="19"/>
                    <a:pt x="144" y="20"/>
                  </a:cubicBezTo>
                  <a:cubicBezTo>
                    <a:pt x="150" y="16"/>
                    <a:pt x="154" y="10"/>
                    <a:pt x="156" y="4"/>
                  </a:cubicBezTo>
                  <a:cubicBezTo>
                    <a:pt x="156" y="3"/>
                    <a:pt x="156" y="3"/>
                    <a:pt x="156" y="3"/>
                  </a:cubicBezTo>
                  <a:cubicBezTo>
                    <a:pt x="155" y="3"/>
                    <a:pt x="155" y="3"/>
                    <a:pt x="155" y="3"/>
                  </a:cubicBezTo>
                  <a:cubicBezTo>
                    <a:pt x="149" y="7"/>
                    <a:pt x="142" y="9"/>
                    <a:pt x="135" y="11"/>
                  </a:cubicBezTo>
                  <a:cubicBezTo>
                    <a:pt x="128" y="4"/>
                    <a:pt x="120" y="0"/>
                    <a:pt x="111" y="0"/>
                  </a:cubicBezTo>
                  <a:cubicBezTo>
                    <a:pt x="92" y="0"/>
                    <a:pt x="77" y="15"/>
                    <a:pt x="77" y="34"/>
                  </a:cubicBezTo>
                  <a:cubicBezTo>
                    <a:pt x="77" y="36"/>
                    <a:pt x="77" y="38"/>
                    <a:pt x="78" y="40"/>
                  </a:cubicBezTo>
                  <a:cubicBezTo>
                    <a:pt x="52" y="39"/>
                    <a:pt x="29" y="26"/>
                    <a:pt x="12" y="7"/>
                  </a:cubicBezTo>
                  <a:cubicBezTo>
                    <a:pt x="12" y="6"/>
                    <a:pt x="12" y="6"/>
                    <a:pt x="12" y="6"/>
                  </a:cubicBezTo>
                  <a:cubicBezTo>
                    <a:pt x="11" y="6"/>
                    <a:pt x="11" y="6"/>
                    <a:pt x="11" y="7"/>
                  </a:cubicBezTo>
                  <a:cubicBezTo>
                    <a:pt x="8" y="12"/>
                    <a:pt x="7" y="18"/>
                    <a:pt x="7" y="23"/>
                  </a:cubicBezTo>
                  <a:cubicBezTo>
                    <a:pt x="7" y="34"/>
                    <a:pt x="11" y="43"/>
                    <a:pt x="19" y="50"/>
                  </a:cubicBezTo>
                  <a:cubicBezTo>
                    <a:pt x="15" y="49"/>
                    <a:pt x="11" y="48"/>
                    <a:pt x="7" y="46"/>
                  </a:cubicBezTo>
                  <a:cubicBezTo>
                    <a:pt x="7" y="46"/>
                    <a:pt x="7" y="46"/>
                    <a:pt x="7" y="46"/>
                  </a:cubicBezTo>
                  <a:cubicBezTo>
                    <a:pt x="6" y="46"/>
                    <a:pt x="6" y="46"/>
                    <a:pt x="6" y="47"/>
                  </a:cubicBezTo>
                  <a:cubicBezTo>
                    <a:pt x="6" y="47"/>
                    <a:pt x="6" y="47"/>
                    <a:pt x="6" y="47"/>
                  </a:cubicBezTo>
                  <a:cubicBezTo>
                    <a:pt x="6" y="62"/>
                    <a:pt x="16" y="75"/>
                    <a:pt x="30" y="79"/>
                  </a:cubicBezTo>
                  <a:cubicBezTo>
                    <a:pt x="26" y="79"/>
                    <a:pt x="22" y="79"/>
                    <a:pt x="19" y="79"/>
                  </a:cubicBezTo>
                  <a:cubicBezTo>
                    <a:pt x="18" y="79"/>
                    <a:pt x="18" y="79"/>
                    <a:pt x="18" y="79"/>
                  </a:cubicBezTo>
                  <a:cubicBezTo>
                    <a:pt x="18" y="79"/>
                    <a:pt x="18" y="79"/>
                    <a:pt x="18" y="80"/>
                  </a:cubicBezTo>
                  <a:cubicBezTo>
                    <a:pt x="22" y="93"/>
                    <a:pt x="33" y="102"/>
                    <a:pt x="47" y="103"/>
                  </a:cubicBezTo>
                  <a:cubicBezTo>
                    <a:pt x="36" y="111"/>
                    <a:pt x="22" y="115"/>
                    <a:pt x="8" y="115"/>
                  </a:cubicBezTo>
                  <a:cubicBezTo>
                    <a:pt x="6" y="115"/>
                    <a:pt x="3" y="115"/>
                    <a:pt x="1" y="115"/>
                  </a:cubicBezTo>
                  <a:cubicBezTo>
                    <a:pt x="0" y="115"/>
                    <a:pt x="0" y="115"/>
                    <a:pt x="0" y="115"/>
                  </a:cubicBezTo>
                  <a:cubicBezTo>
                    <a:pt x="0" y="116"/>
                    <a:pt x="0" y="116"/>
                    <a:pt x="0" y="116"/>
                  </a:cubicBezTo>
                  <a:cubicBezTo>
                    <a:pt x="15" y="126"/>
                    <a:pt x="33" y="131"/>
                    <a:pt x="51" y="131"/>
                  </a:cubicBezTo>
                  <a:cubicBezTo>
                    <a:pt x="109" y="131"/>
                    <a:pt x="144" y="83"/>
                    <a:pt x="144" y="38"/>
                  </a:cubicBezTo>
                  <a:cubicBezTo>
                    <a:pt x="144" y="36"/>
                    <a:pt x="144" y="35"/>
                    <a:pt x="144" y="34"/>
                  </a:cubicBezTo>
                  <a:cubicBezTo>
                    <a:pt x="150" y="29"/>
                    <a:pt x="156" y="23"/>
                    <a:pt x="160" y="17"/>
                  </a:cubicBezTo>
                  <a:cubicBezTo>
                    <a:pt x="160" y="17"/>
                    <a:pt x="160" y="16"/>
                    <a:pt x="160" y="16"/>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sp>
          <p:nvSpPr>
            <p:cNvPr id="45" name="Freeform 21"/>
            <p:cNvSpPr>
              <a:spLocks/>
            </p:cNvSpPr>
            <p:nvPr/>
          </p:nvSpPr>
          <p:spPr bwMode="auto">
            <a:xfrm>
              <a:off x="5235659" y="5934143"/>
              <a:ext cx="207145" cy="261714"/>
            </a:xfrm>
            <a:custGeom>
              <a:avLst/>
              <a:gdLst>
                <a:gd name="T0" fmla="*/ 129 w 323"/>
                <a:gd name="T1" fmla="*/ 272 h 408"/>
                <a:gd name="T2" fmla="*/ 68 w 323"/>
                <a:gd name="T3" fmla="*/ 408 h 408"/>
                <a:gd name="T4" fmla="*/ 98 w 323"/>
                <a:gd name="T5" fmla="*/ 196 h 408"/>
                <a:gd name="T6" fmla="*/ 149 w 323"/>
                <a:gd name="T7" fmla="*/ 99 h 408"/>
                <a:gd name="T8" fmla="*/ 172 w 323"/>
                <a:gd name="T9" fmla="*/ 257 h 408"/>
                <a:gd name="T10" fmla="*/ 234 w 323"/>
                <a:gd name="T11" fmla="*/ 73 h 408"/>
                <a:gd name="T12" fmla="*/ 47 w 323"/>
                <a:gd name="T13" fmla="*/ 173 h 408"/>
                <a:gd name="T14" fmla="*/ 57 w 323"/>
                <a:gd name="T15" fmla="*/ 239 h 408"/>
                <a:gd name="T16" fmla="*/ 1 w 323"/>
                <a:gd name="T17" fmla="*/ 147 h 408"/>
                <a:gd name="T18" fmla="*/ 137 w 323"/>
                <a:gd name="T19" fmla="*/ 9 h 408"/>
                <a:gd name="T20" fmla="*/ 310 w 323"/>
                <a:gd name="T21" fmla="*/ 119 h 408"/>
                <a:gd name="T22" fmla="*/ 183 w 323"/>
                <a:gd name="T23" fmla="*/ 298 h 408"/>
                <a:gd name="T24" fmla="*/ 129 w 323"/>
                <a:gd name="T25" fmla="*/ 272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3" h="408">
                  <a:moveTo>
                    <a:pt x="129" y="272"/>
                  </a:moveTo>
                  <a:cubicBezTo>
                    <a:pt x="118" y="328"/>
                    <a:pt x="106" y="380"/>
                    <a:pt x="68" y="408"/>
                  </a:cubicBezTo>
                  <a:cubicBezTo>
                    <a:pt x="56" y="325"/>
                    <a:pt x="85" y="262"/>
                    <a:pt x="98" y="196"/>
                  </a:cubicBezTo>
                  <a:cubicBezTo>
                    <a:pt x="75" y="157"/>
                    <a:pt x="101" y="80"/>
                    <a:pt x="149" y="99"/>
                  </a:cubicBezTo>
                  <a:cubicBezTo>
                    <a:pt x="209" y="122"/>
                    <a:pt x="98" y="242"/>
                    <a:pt x="172" y="257"/>
                  </a:cubicBezTo>
                  <a:cubicBezTo>
                    <a:pt x="250" y="273"/>
                    <a:pt x="282" y="122"/>
                    <a:pt x="234" y="73"/>
                  </a:cubicBezTo>
                  <a:cubicBezTo>
                    <a:pt x="164" y="2"/>
                    <a:pt x="31" y="72"/>
                    <a:pt x="47" y="173"/>
                  </a:cubicBezTo>
                  <a:cubicBezTo>
                    <a:pt x="51" y="198"/>
                    <a:pt x="77" y="205"/>
                    <a:pt x="57" y="239"/>
                  </a:cubicBezTo>
                  <a:cubicBezTo>
                    <a:pt x="13" y="229"/>
                    <a:pt x="0" y="194"/>
                    <a:pt x="1" y="147"/>
                  </a:cubicBezTo>
                  <a:cubicBezTo>
                    <a:pt x="4" y="70"/>
                    <a:pt x="70" y="17"/>
                    <a:pt x="137" y="9"/>
                  </a:cubicBezTo>
                  <a:cubicBezTo>
                    <a:pt x="221" y="0"/>
                    <a:pt x="300" y="40"/>
                    <a:pt x="310" y="119"/>
                  </a:cubicBezTo>
                  <a:cubicBezTo>
                    <a:pt x="323" y="208"/>
                    <a:pt x="273" y="305"/>
                    <a:pt x="183" y="298"/>
                  </a:cubicBezTo>
                  <a:cubicBezTo>
                    <a:pt x="158" y="296"/>
                    <a:pt x="148" y="284"/>
                    <a:pt x="129" y="272"/>
                  </a:cubicBezTo>
                  <a:close/>
                </a:path>
              </a:pathLst>
            </a:custGeom>
            <a:solidFill>
              <a:schemeClr val="bg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mn-cs"/>
              </a:endParaRPr>
            </a:p>
          </p:txBody>
        </p:sp>
        <p:sp>
          <p:nvSpPr>
            <p:cNvPr id="46" name="Freeform 62"/>
            <p:cNvSpPr>
              <a:spLocks/>
            </p:cNvSpPr>
            <p:nvPr/>
          </p:nvSpPr>
          <p:spPr bwMode="auto">
            <a:xfrm>
              <a:off x="4063583" y="5934143"/>
              <a:ext cx="134925" cy="261714"/>
            </a:xfrm>
            <a:custGeom>
              <a:avLst/>
              <a:gdLst>
                <a:gd name="T0" fmla="*/ 84 w 84"/>
                <a:gd name="T1" fmla="*/ 27 h 163"/>
                <a:gd name="T2" fmla="*/ 69 w 84"/>
                <a:gd name="T3" fmla="*/ 27 h 163"/>
                <a:gd name="T4" fmla="*/ 54 w 84"/>
                <a:gd name="T5" fmla="*/ 41 h 163"/>
                <a:gd name="T6" fmla="*/ 54 w 84"/>
                <a:gd name="T7" fmla="*/ 60 h 163"/>
                <a:gd name="T8" fmla="*/ 83 w 84"/>
                <a:gd name="T9" fmla="*/ 60 h 163"/>
                <a:gd name="T10" fmla="*/ 83 w 84"/>
                <a:gd name="T11" fmla="*/ 88 h 163"/>
                <a:gd name="T12" fmla="*/ 54 w 84"/>
                <a:gd name="T13" fmla="*/ 88 h 163"/>
                <a:gd name="T14" fmla="*/ 54 w 84"/>
                <a:gd name="T15" fmla="*/ 163 h 163"/>
                <a:gd name="T16" fmla="*/ 25 w 84"/>
                <a:gd name="T17" fmla="*/ 163 h 163"/>
                <a:gd name="T18" fmla="*/ 25 w 84"/>
                <a:gd name="T19" fmla="*/ 88 h 163"/>
                <a:gd name="T20" fmla="*/ 0 w 84"/>
                <a:gd name="T21" fmla="*/ 88 h 163"/>
                <a:gd name="T22" fmla="*/ 0 w 84"/>
                <a:gd name="T23" fmla="*/ 60 h 163"/>
                <a:gd name="T24" fmla="*/ 25 w 84"/>
                <a:gd name="T25" fmla="*/ 60 h 163"/>
                <a:gd name="T26" fmla="*/ 25 w 84"/>
                <a:gd name="T27" fmla="*/ 38 h 163"/>
                <a:gd name="T28" fmla="*/ 62 w 84"/>
                <a:gd name="T29" fmla="*/ 0 h 163"/>
                <a:gd name="T30" fmla="*/ 84 w 84"/>
                <a:gd name="T31" fmla="*/ 0 h 163"/>
                <a:gd name="T32" fmla="*/ 84 w 84"/>
                <a:gd name="T33" fmla="*/ 27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63">
                  <a:moveTo>
                    <a:pt x="84" y="27"/>
                  </a:moveTo>
                  <a:cubicBezTo>
                    <a:pt x="69" y="27"/>
                    <a:pt x="69" y="27"/>
                    <a:pt x="69" y="27"/>
                  </a:cubicBezTo>
                  <a:cubicBezTo>
                    <a:pt x="57" y="27"/>
                    <a:pt x="54" y="33"/>
                    <a:pt x="54" y="41"/>
                  </a:cubicBezTo>
                  <a:cubicBezTo>
                    <a:pt x="54" y="60"/>
                    <a:pt x="54" y="60"/>
                    <a:pt x="54" y="60"/>
                  </a:cubicBezTo>
                  <a:cubicBezTo>
                    <a:pt x="83" y="60"/>
                    <a:pt x="83" y="60"/>
                    <a:pt x="83" y="60"/>
                  </a:cubicBezTo>
                  <a:cubicBezTo>
                    <a:pt x="83" y="88"/>
                    <a:pt x="83" y="88"/>
                    <a:pt x="83" y="88"/>
                  </a:cubicBezTo>
                  <a:cubicBezTo>
                    <a:pt x="54" y="88"/>
                    <a:pt x="54" y="88"/>
                    <a:pt x="54" y="88"/>
                  </a:cubicBezTo>
                  <a:cubicBezTo>
                    <a:pt x="54" y="163"/>
                    <a:pt x="54" y="163"/>
                    <a:pt x="54" y="163"/>
                  </a:cubicBezTo>
                  <a:cubicBezTo>
                    <a:pt x="25" y="163"/>
                    <a:pt x="25" y="163"/>
                    <a:pt x="25" y="163"/>
                  </a:cubicBezTo>
                  <a:cubicBezTo>
                    <a:pt x="25" y="88"/>
                    <a:pt x="25" y="88"/>
                    <a:pt x="25" y="88"/>
                  </a:cubicBezTo>
                  <a:cubicBezTo>
                    <a:pt x="0" y="88"/>
                    <a:pt x="0" y="88"/>
                    <a:pt x="0" y="88"/>
                  </a:cubicBezTo>
                  <a:cubicBezTo>
                    <a:pt x="0" y="60"/>
                    <a:pt x="0" y="60"/>
                    <a:pt x="0" y="60"/>
                  </a:cubicBezTo>
                  <a:cubicBezTo>
                    <a:pt x="25" y="60"/>
                    <a:pt x="25" y="60"/>
                    <a:pt x="25" y="60"/>
                  </a:cubicBezTo>
                  <a:cubicBezTo>
                    <a:pt x="25" y="38"/>
                    <a:pt x="25" y="38"/>
                    <a:pt x="25" y="38"/>
                  </a:cubicBezTo>
                  <a:cubicBezTo>
                    <a:pt x="25" y="13"/>
                    <a:pt x="40" y="0"/>
                    <a:pt x="62" y="0"/>
                  </a:cubicBezTo>
                  <a:cubicBezTo>
                    <a:pt x="84" y="0"/>
                    <a:pt x="84" y="0"/>
                    <a:pt x="84" y="0"/>
                  </a:cubicBezTo>
                  <a:lnTo>
                    <a:pt x="84" y="27"/>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grpSp>
      <p:grpSp>
        <p:nvGrpSpPr>
          <p:cNvPr id="47" name="Group 46"/>
          <p:cNvGrpSpPr/>
          <p:nvPr userDrawn="1"/>
        </p:nvGrpSpPr>
        <p:grpSpPr>
          <a:xfrm>
            <a:off x="6654134" y="5352141"/>
            <a:ext cx="1724341" cy="516155"/>
            <a:chOff x="3872969" y="5806923"/>
            <a:chExt cx="1724341" cy="516155"/>
          </a:xfrm>
        </p:grpSpPr>
        <p:sp>
          <p:nvSpPr>
            <p:cNvPr id="48" name="Oval 47"/>
            <p:cNvSpPr/>
            <p:nvPr/>
          </p:nvSpPr>
          <p:spPr>
            <a:xfrm>
              <a:off x="3872969"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9" name="Oval 48"/>
            <p:cNvSpPr/>
            <p:nvPr/>
          </p:nvSpPr>
          <p:spPr>
            <a:xfrm>
              <a:off x="4477062"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50" name="Oval 49"/>
            <p:cNvSpPr/>
            <p:nvPr/>
          </p:nvSpPr>
          <p:spPr>
            <a:xfrm>
              <a:off x="5081155"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51" name="Freeform 63"/>
            <p:cNvSpPr>
              <a:spLocks/>
            </p:cNvSpPr>
            <p:nvPr/>
          </p:nvSpPr>
          <p:spPr bwMode="auto">
            <a:xfrm>
              <a:off x="4576091" y="5937921"/>
              <a:ext cx="318095" cy="261714"/>
            </a:xfrm>
            <a:custGeom>
              <a:avLst/>
              <a:gdLst>
                <a:gd name="T0" fmla="*/ 160 w 160"/>
                <a:gd name="T1" fmla="*/ 16 h 131"/>
                <a:gd name="T2" fmla="*/ 159 w 160"/>
                <a:gd name="T3" fmla="*/ 16 h 131"/>
                <a:gd name="T4" fmla="*/ 144 w 160"/>
                <a:gd name="T5" fmla="*/ 20 h 131"/>
                <a:gd name="T6" fmla="*/ 156 w 160"/>
                <a:gd name="T7" fmla="*/ 4 h 131"/>
                <a:gd name="T8" fmla="*/ 156 w 160"/>
                <a:gd name="T9" fmla="*/ 3 h 131"/>
                <a:gd name="T10" fmla="*/ 155 w 160"/>
                <a:gd name="T11" fmla="*/ 3 h 131"/>
                <a:gd name="T12" fmla="*/ 135 w 160"/>
                <a:gd name="T13" fmla="*/ 11 h 131"/>
                <a:gd name="T14" fmla="*/ 111 w 160"/>
                <a:gd name="T15" fmla="*/ 0 h 131"/>
                <a:gd name="T16" fmla="*/ 77 w 160"/>
                <a:gd name="T17" fmla="*/ 34 h 131"/>
                <a:gd name="T18" fmla="*/ 78 w 160"/>
                <a:gd name="T19" fmla="*/ 40 h 131"/>
                <a:gd name="T20" fmla="*/ 12 w 160"/>
                <a:gd name="T21" fmla="*/ 7 h 131"/>
                <a:gd name="T22" fmla="*/ 12 w 160"/>
                <a:gd name="T23" fmla="*/ 6 h 131"/>
                <a:gd name="T24" fmla="*/ 11 w 160"/>
                <a:gd name="T25" fmla="*/ 7 h 131"/>
                <a:gd name="T26" fmla="*/ 7 w 160"/>
                <a:gd name="T27" fmla="*/ 23 h 131"/>
                <a:gd name="T28" fmla="*/ 19 w 160"/>
                <a:gd name="T29" fmla="*/ 50 h 131"/>
                <a:gd name="T30" fmla="*/ 7 w 160"/>
                <a:gd name="T31" fmla="*/ 46 h 131"/>
                <a:gd name="T32" fmla="*/ 7 w 160"/>
                <a:gd name="T33" fmla="*/ 46 h 131"/>
                <a:gd name="T34" fmla="*/ 6 w 160"/>
                <a:gd name="T35" fmla="*/ 47 h 131"/>
                <a:gd name="T36" fmla="*/ 6 w 160"/>
                <a:gd name="T37" fmla="*/ 47 h 131"/>
                <a:gd name="T38" fmla="*/ 30 w 160"/>
                <a:gd name="T39" fmla="*/ 79 h 131"/>
                <a:gd name="T40" fmla="*/ 19 w 160"/>
                <a:gd name="T41" fmla="*/ 79 h 131"/>
                <a:gd name="T42" fmla="*/ 18 w 160"/>
                <a:gd name="T43" fmla="*/ 79 h 131"/>
                <a:gd name="T44" fmla="*/ 18 w 160"/>
                <a:gd name="T45" fmla="*/ 80 h 131"/>
                <a:gd name="T46" fmla="*/ 47 w 160"/>
                <a:gd name="T47" fmla="*/ 103 h 131"/>
                <a:gd name="T48" fmla="*/ 8 w 160"/>
                <a:gd name="T49" fmla="*/ 115 h 131"/>
                <a:gd name="T50" fmla="*/ 1 w 160"/>
                <a:gd name="T51" fmla="*/ 115 h 131"/>
                <a:gd name="T52" fmla="*/ 0 w 160"/>
                <a:gd name="T53" fmla="*/ 115 h 131"/>
                <a:gd name="T54" fmla="*/ 0 w 160"/>
                <a:gd name="T55" fmla="*/ 116 h 131"/>
                <a:gd name="T56" fmla="*/ 51 w 160"/>
                <a:gd name="T57" fmla="*/ 131 h 131"/>
                <a:gd name="T58" fmla="*/ 144 w 160"/>
                <a:gd name="T59" fmla="*/ 38 h 131"/>
                <a:gd name="T60" fmla="*/ 144 w 160"/>
                <a:gd name="T61" fmla="*/ 34 h 131"/>
                <a:gd name="T62" fmla="*/ 160 w 160"/>
                <a:gd name="T63" fmla="*/ 17 h 131"/>
                <a:gd name="T64" fmla="*/ 160 w 160"/>
                <a:gd name="T65" fmla="*/ 1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0" h="131">
                  <a:moveTo>
                    <a:pt x="160" y="16"/>
                  </a:moveTo>
                  <a:cubicBezTo>
                    <a:pt x="160" y="16"/>
                    <a:pt x="160" y="16"/>
                    <a:pt x="159" y="16"/>
                  </a:cubicBezTo>
                  <a:cubicBezTo>
                    <a:pt x="154" y="18"/>
                    <a:pt x="149" y="19"/>
                    <a:pt x="144" y="20"/>
                  </a:cubicBezTo>
                  <a:cubicBezTo>
                    <a:pt x="150" y="16"/>
                    <a:pt x="154" y="10"/>
                    <a:pt x="156" y="4"/>
                  </a:cubicBezTo>
                  <a:cubicBezTo>
                    <a:pt x="156" y="3"/>
                    <a:pt x="156" y="3"/>
                    <a:pt x="156" y="3"/>
                  </a:cubicBezTo>
                  <a:cubicBezTo>
                    <a:pt x="155" y="3"/>
                    <a:pt x="155" y="3"/>
                    <a:pt x="155" y="3"/>
                  </a:cubicBezTo>
                  <a:cubicBezTo>
                    <a:pt x="149" y="7"/>
                    <a:pt x="142" y="9"/>
                    <a:pt x="135" y="11"/>
                  </a:cubicBezTo>
                  <a:cubicBezTo>
                    <a:pt x="128" y="4"/>
                    <a:pt x="120" y="0"/>
                    <a:pt x="111" y="0"/>
                  </a:cubicBezTo>
                  <a:cubicBezTo>
                    <a:pt x="92" y="0"/>
                    <a:pt x="77" y="15"/>
                    <a:pt x="77" y="34"/>
                  </a:cubicBezTo>
                  <a:cubicBezTo>
                    <a:pt x="77" y="36"/>
                    <a:pt x="77" y="38"/>
                    <a:pt x="78" y="40"/>
                  </a:cubicBezTo>
                  <a:cubicBezTo>
                    <a:pt x="52" y="39"/>
                    <a:pt x="29" y="26"/>
                    <a:pt x="12" y="7"/>
                  </a:cubicBezTo>
                  <a:cubicBezTo>
                    <a:pt x="12" y="6"/>
                    <a:pt x="12" y="6"/>
                    <a:pt x="12" y="6"/>
                  </a:cubicBezTo>
                  <a:cubicBezTo>
                    <a:pt x="11" y="6"/>
                    <a:pt x="11" y="6"/>
                    <a:pt x="11" y="7"/>
                  </a:cubicBezTo>
                  <a:cubicBezTo>
                    <a:pt x="8" y="12"/>
                    <a:pt x="7" y="18"/>
                    <a:pt x="7" y="23"/>
                  </a:cubicBezTo>
                  <a:cubicBezTo>
                    <a:pt x="7" y="34"/>
                    <a:pt x="11" y="43"/>
                    <a:pt x="19" y="50"/>
                  </a:cubicBezTo>
                  <a:cubicBezTo>
                    <a:pt x="15" y="49"/>
                    <a:pt x="11" y="48"/>
                    <a:pt x="7" y="46"/>
                  </a:cubicBezTo>
                  <a:cubicBezTo>
                    <a:pt x="7" y="46"/>
                    <a:pt x="7" y="46"/>
                    <a:pt x="7" y="46"/>
                  </a:cubicBezTo>
                  <a:cubicBezTo>
                    <a:pt x="6" y="46"/>
                    <a:pt x="6" y="46"/>
                    <a:pt x="6" y="47"/>
                  </a:cubicBezTo>
                  <a:cubicBezTo>
                    <a:pt x="6" y="47"/>
                    <a:pt x="6" y="47"/>
                    <a:pt x="6" y="47"/>
                  </a:cubicBezTo>
                  <a:cubicBezTo>
                    <a:pt x="6" y="62"/>
                    <a:pt x="16" y="75"/>
                    <a:pt x="30" y="79"/>
                  </a:cubicBezTo>
                  <a:cubicBezTo>
                    <a:pt x="26" y="79"/>
                    <a:pt x="22" y="79"/>
                    <a:pt x="19" y="79"/>
                  </a:cubicBezTo>
                  <a:cubicBezTo>
                    <a:pt x="18" y="79"/>
                    <a:pt x="18" y="79"/>
                    <a:pt x="18" y="79"/>
                  </a:cubicBezTo>
                  <a:cubicBezTo>
                    <a:pt x="18" y="79"/>
                    <a:pt x="18" y="79"/>
                    <a:pt x="18" y="80"/>
                  </a:cubicBezTo>
                  <a:cubicBezTo>
                    <a:pt x="22" y="93"/>
                    <a:pt x="33" y="102"/>
                    <a:pt x="47" y="103"/>
                  </a:cubicBezTo>
                  <a:cubicBezTo>
                    <a:pt x="36" y="111"/>
                    <a:pt x="22" y="115"/>
                    <a:pt x="8" y="115"/>
                  </a:cubicBezTo>
                  <a:cubicBezTo>
                    <a:pt x="6" y="115"/>
                    <a:pt x="3" y="115"/>
                    <a:pt x="1" y="115"/>
                  </a:cubicBezTo>
                  <a:cubicBezTo>
                    <a:pt x="0" y="115"/>
                    <a:pt x="0" y="115"/>
                    <a:pt x="0" y="115"/>
                  </a:cubicBezTo>
                  <a:cubicBezTo>
                    <a:pt x="0" y="116"/>
                    <a:pt x="0" y="116"/>
                    <a:pt x="0" y="116"/>
                  </a:cubicBezTo>
                  <a:cubicBezTo>
                    <a:pt x="15" y="126"/>
                    <a:pt x="33" y="131"/>
                    <a:pt x="51" y="131"/>
                  </a:cubicBezTo>
                  <a:cubicBezTo>
                    <a:pt x="109" y="131"/>
                    <a:pt x="144" y="83"/>
                    <a:pt x="144" y="38"/>
                  </a:cubicBezTo>
                  <a:cubicBezTo>
                    <a:pt x="144" y="36"/>
                    <a:pt x="144" y="35"/>
                    <a:pt x="144" y="34"/>
                  </a:cubicBezTo>
                  <a:cubicBezTo>
                    <a:pt x="150" y="29"/>
                    <a:pt x="156" y="23"/>
                    <a:pt x="160" y="17"/>
                  </a:cubicBezTo>
                  <a:cubicBezTo>
                    <a:pt x="160" y="17"/>
                    <a:pt x="160" y="16"/>
                    <a:pt x="160" y="16"/>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sp>
          <p:nvSpPr>
            <p:cNvPr id="52" name="Freeform 21"/>
            <p:cNvSpPr>
              <a:spLocks/>
            </p:cNvSpPr>
            <p:nvPr/>
          </p:nvSpPr>
          <p:spPr bwMode="auto">
            <a:xfrm>
              <a:off x="5235659" y="5934143"/>
              <a:ext cx="207145" cy="261714"/>
            </a:xfrm>
            <a:custGeom>
              <a:avLst/>
              <a:gdLst>
                <a:gd name="T0" fmla="*/ 129 w 323"/>
                <a:gd name="T1" fmla="*/ 272 h 408"/>
                <a:gd name="T2" fmla="*/ 68 w 323"/>
                <a:gd name="T3" fmla="*/ 408 h 408"/>
                <a:gd name="T4" fmla="*/ 98 w 323"/>
                <a:gd name="T5" fmla="*/ 196 h 408"/>
                <a:gd name="T6" fmla="*/ 149 w 323"/>
                <a:gd name="T7" fmla="*/ 99 h 408"/>
                <a:gd name="T8" fmla="*/ 172 w 323"/>
                <a:gd name="T9" fmla="*/ 257 h 408"/>
                <a:gd name="T10" fmla="*/ 234 w 323"/>
                <a:gd name="T11" fmla="*/ 73 h 408"/>
                <a:gd name="T12" fmla="*/ 47 w 323"/>
                <a:gd name="T13" fmla="*/ 173 h 408"/>
                <a:gd name="T14" fmla="*/ 57 w 323"/>
                <a:gd name="T15" fmla="*/ 239 h 408"/>
                <a:gd name="T16" fmla="*/ 1 w 323"/>
                <a:gd name="T17" fmla="*/ 147 h 408"/>
                <a:gd name="T18" fmla="*/ 137 w 323"/>
                <a:gd name="T19" fmla="*/ 9 h 408"/>
                <a:gd name="T20" fmla="*/ 310 w 323"/>
                <a:gd name="T21" fmla="*/ 119 h 408"/>
                <a:gd name="T22" fmla="*/ 183 w 323"/>
                <a:gd name="T23" fmla="*/ 298 h 408"/>
                <a:gd name="T24" fmla="*/ 129 w 323"/>
                <a:gd name="T25" fmla="*/ 272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3" h="408">
                  <a:moveTo>
                    <a:pt x="129" y="272"/>
                  </a:moveTo>
                  <a:cubicBezTo>
                    <a:pt x="118" y="328"/>
                    <a:pt x="106" y="380"/>
                    <a:pt x="68" y="408"/>
                  </a:cubicBezTo>
                  <a:cubicBezTo>
                    <a:pt x="56" y="325"/>
                    <a:pt x="85" y="262"/>
                    <a:pt x="98" y="196"/>
                  </a:cubicBezTo>
                  <a:cubicBezTo>
                    <a:pt x="75" y="157"/>
                    <a:pt x="101" y="80"/>
                    <a:pt x="149" y="99"/>
                  </a:cubicBezTo>
                  <a:cubicBezTo>
                    <a:pt x="209" y="122"/>
                    <a:pt x="98" y="242"/>
                    <a:pt x="172" y="257"/>
                  </a:cubicBezTo>
                  <a:cubicBezTo>
                    <a:pt x="250" y="273"/>
                    <a:pt x="282" y="122"/>
                    <a:pt x="234" y="73"/>
                  </a:cubicBezTo>
                  <a:cubicBezTo>
                    <a:pt x="164" y="2"/>
                    <a:pt x="31" y="72"/>
                    <a:pt x="47" y="173"/>
                  </a:cubicBezTo>
                  <a:cubicBezTo>
                    <a:pt x="51" y="198"/>
                    <a:pt x="77" y="205"/>
                    <a:pt x="57" y="239"/>
                  </a:cubicBezTo>
                  <a:cubicBezTo>
                    <a:pt x="13" y="229"/>
                    <a:pt x="0" y="194"/>
                    <a:pt x="1" y="147"/>
                  </a:cubicBezTo>
                  <a:cubicBezTo>
                    <a:pt x="4" y="70"/>
                    <a:pt x="70" y="17"/>
                    <a:pt x="137" y="9"/>
                  </a:cubicBezTo>
                  <a:cubicBezTo>
                    <a:pt x="221" y="0"/>
                    <a:pt x="300" y="40"/>
                    <a:pt x="310" y="119"/>
                  </a:cubicBezTo>
                  <a:cubicBezTo>
                    <a:pt x="323" y="208"/>
                    <a:pt x="273" y="305"/>
                    <a:pt x="183" y="298"/>
                  </a:cubicBezTo>
                  <a:cubicBezTo>
                    <a:pt x="158" y="296"/>
                    <a:pt x="148" y="284"/>
                    <a:pt x="129" y="272"/>
                  </a:cubicBezTo>
                  <a:close/>
                </a:path>
              </a:pathLst>
            </a:custGeom>
            <a:solidFill>
              <a:schemeClr val="bg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mn-cs"/>
              </a:endParaRPr>
            </a:p>
          </p:txBody>
        </p:sp>
        <p:sp>
          <p:nvSpPr>
            <p:cNvPr id="53" name="Freeform 62"/>
            <p:cNvSpPr>
              <a:spLocks/>
            </p:cNvSpPr>
            <p:nvPr/>
          </p:nvSpPr>
          <p:spPr bwMode="auto">
            <a:xfrm>
              <a:off x="4063583" y="5934143"/>
              <a:ext cx="134925" cy="261714"/>
            </a:xfrm>
            <a:custGeom>
              <a:avLst/>
              <a:gdLst>
                <a:gd name="T0" fmla="*/ 84 w 84"/>
                <a:gd name="T1" fmla="*/ 27 h 163"/>
                <a:gd name="T2" fmla="*/ 69 w 84"/>
                <a:gd name="T3" fmla="*/ 27 h 163"/>
                <a:gd name="T4" fmla="*/ 54 w 84"/>
                <a:gd name="T5" fmla="*/ 41 h 163"/>
                <a:gd name="T6" fmla="*/ 54 w 84"/>
                <a:gd name="T7" fmla="*/ 60 h 163"/>
                <a:gd name="T8" fmla="*/ 83 w 84"/>
                <a:gd name="T9" fmla="*/ 60 h 163"/>
                <a:gd name="T10" fmla="*/ 83 w 84"/>
                <a:gd name="T11" fmla="*/ 88 h 163"/>
                <a:gd name="T12" fmla="*/ 54 w 84"/>
                <a:gd name="T13" fmla="*/ 88 h 163"/>
                <a:gd name="T14" fmla="*/ 54 w 84"/>
                <a:gd name="T15" fmla="*/ 163 h 163"/>
                <a:gd name="T16" fmla="*/ 25 w 84"/>
                <a:gd name="T17" fmla="*/ 163 h 163"/>
                <a:gd name="T18" fmla="*/ 25 w 84"/>
                <a:gd name="T19" fmla="*/ 88 h 163"/>
                <a:gd name="T20" fmla="*/ 0 w 84"/>
                <a:gd name="T21" fmla="*/ 88 h 163"/>
                <a:gd name="T22" fmla="*/ 0 w 84"/>
                <a:gd name="T23" fmla="*/ 60 h 163"/>
                <a:gd name="T24" fmla="*/ 25 w 84"/>
                <a:gd name="T25" fmla="*/ 60 h 163"/>
                <a:gd name="T26" fmla="*/ 25 w 84"/>
                <a:gd name="T27" fmla="*/ 38 h 163"/>
                <a:gd name="T28" fmla="*/ 62 w 84"/>
                <a:gd name="T29" fmla="*/ 0 h 163"/>
                <a:gd name="T30" fmla="*/ 84 w 84"/>
                <a:gd name="T31" fmla="*/ 0 h 163"/>
                <a:gd name="T32" fmla="*/ 84 w 84"/>
                <a:gd name="T33" fmla="*/ 27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63">
                  <a:moveTo>
                    <a:pt x="84" y="27"/>
                  </a:moveTo>
                  <a:cubicBezTo>
                    <a:pt x="69" y="27"/>
                    <a:pt x="69" y="27"/>
                    <a:pt x="69" y="27"/>
                  </a:cubicBezTo>
                  <a:cubicBezTo>
                    <a:pt x="57" y="27"/>
                    <a:pt x="54" y="33"/>
                    <a:pt x="54" y="41"/>
                  </a:cubicBezTo>
                  <a:cubicBezTo>
                    <a:pt x="54" y="60"/>
                    <a:pt x="54" y="60"/>
                    <a:pt x="54" y="60"/>
                  </a:cubicBezTo>
                  <a:cubicBezTo>
                    <a:pt x="83" y="60"/>
                    <a:pt x="83" y="60"/>
                    <a:pt x="83" y="60"/>
                  </a:cubicBezTo>
                  <a:cubicBezTo>
                    <a:pt x="83" y="88"/>
                    <a:pt x="83" y="88"/>
                    <a:pt x="83" y="88"/>
                  </a:cubicBezTo>
                  <a:cubicBezTo>
                    <a:pt x="54" y="88"/>
                    <a:pt x="54" y="88"/>
                    <a:pt x="54" y="88"/>
                  </a:cubicBezTo>
                  <a:cubicBezTo>
                    <a:pt x="54" y="163"/>
                    <a:pt x="54" y="163"/>
                    <a:pt x="54" y="163"/>
                  </a:cubicBezTo>
                  <a:cubicBezTo>
                    <a:pt x="25" y="163"/>
                    <a:pt x="25" y="163"/>
                    <a:pt x="25" y="163"/>
                  </a:cubicBezTo>
                  <a:cubicBezTo>
                    <a:pt x="25" y="88"/>
                    <a:pt x="25" y="88"/>
                    <a:pt x="25" y="88"/>
                  </a:cubicBezTo>
                  <a:cubicBezTo>
                    <a:pt x="0" y="88"/>
                    <a:pt x="0" y="88"/>
                    <a:pt x="0" y="88"/>
                  </a:cubicBezTo>
                  <a:cubicBezTo>
                    <a:pt x="0" y="60"/>
                    <a:pt x="0" y="60"/>
                    <a:pt x="0" y="60"/>
                  </a:cubicBezTo>
                  <a:cubicBezTo>
                    <a:pt x="25" y="60"/>
                    <a:pt x="25" y="60"/>
                    <a:pt x="25" y="60"/>
                  </a:cubicBezTo>
                  <a:cubicBezTo>
                    <a:pt x="25" y="38"/>
                    <a:pt x="25" y="38"/>
                    <a:pt x="25" y="38"/>
                  </a:cubicBezTo>
                  <a:cubicBezTo>
                    <a:pt x="25" y="13"/>
                    <a:pt x="40" y="0"/>
                    <a:pt x="62" y="0"/>
                  </a:cubicBezTo>
                  <a:cubicBezTo>
                    <a:pt x="84" y="0"/>
                    <a:pt x="84" y="0"/>
                    <a:pt x="84" y="0"/>
                  </a:cubicBezTo>
                  <a:lnTo>
                    <a:pt x="84" y="27"/>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grpSp>
      <p:grpSp>
        <p:nvGrpSpPr>
          <p:cNvPr id="54" name="Group 53"/>
          <p:cNvGrpSpPr/>
          <p:nvPr userDrawn="1"/>
        </p:nvGrpSpPr>
        <p:grpSpPr>
          <a:xfrm>
            <a:off x="9473536" y="5361672"/>
            <a:ext cx="1724341" cy="516155"/>
            <a:chOff x="3872969" y="5806923"/>
            <a:chExt cx="1724341" cy="516155"/>
          </a:xfrm>
        </p:grpSpPr>
        <p:sp>
          <p:nvSpPr>
            <p:cNvPr id="55" name="Oval 54"/>
            <p:cNvSpPr/>
            <p:nvPr/>
          </p:nvSpPr>
          <p:spPr>
            <a:xfrm>
              <a:off x="3872969"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56" name="Oval 55"/>
            <p:cNvSpPr/>
            <p:nvPr/>
          </p:nvSpPr>
          <p:spPr>
            <a:xfrm>
              <a:off x="4477062"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57" name="Oval 56"/>
            <p:cNvSpPr/>
            <p:nvPr/>
          </p:nvSpPr>
          <p:spPr>
            <a:xfrm>
              <a:off x="5081155"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58" name="Freeform 63"/>
            <p:cNvSpPr>
              <a:spLocks/>
            </p:cNvSpPr>
            <p:nvPr/>
          </p:nvSpPr>
          <p:spPr bwMode="auto">
            <a:xfrm>
              <a:off x="4576091" y="5937921"/>
              <a:ext cx="318095" cy="261714"/>
            </a:xfrm>
            <a:custGeom>
              <a:avLst/>
              <a:gdLst>
                <a:gd name="T0" fmla="*/ 160 w 160"/>
                <a:gd name="T1" fmla="*/ 16 h 131"/>
                <a:gd name="T2" fmla="*/ 159 w 160"/>
                <a:gd name="T3" fmla="*/ 16 h 131"/>
                <a:gd name="T4" fmla="*/ 144 w 160"/>
                <a:gd name="T5" fmla="*/ 20 h 131"/>
                <a:gd name="T6" fmla="*/ 156 w 160"/>
                <a:gd name="T7" fmla="*/ 4 h 131"/>
                <a:gd name="T8" fmla="*/ 156 w 160"/>
                <a:gd name="T9" fmla="*/ 3 h 131"/>
                <a:gd name="T10" fmla="*/ 155 w 160"/>
                <a:gd name="T11" fmla="*/ 3 h 131"/>
                <a:gd name="T12" fmla="*/ 135 w 160"/>
                <a:gd name="T13" fmla="*/ 11 h 131"/>
                <a:gd name="T14" fmla="*/ 111 w 160"/>
                <a:gd name="T15" fmla="*/ 0 h 131"/>
                <a:gd name="T16" fmla="*/ 77 w 160"/>
                <a:gd name="T17" fmla="*/ 34 h 131"/>
                <a:gd name="T18" fmla="*/ 78 w 160"/>
                <a:gd name="T19" fmla="*/ 40 h 131"/>
                <a:gd name="T20" fmla="*/ 12 w 160"/>
                <a:gd name="T21" fmla="*/ 7 h 131"/>
                <a:gd name="T22" fmla="*/ 12 w 160"/>
                <a:gd name="T23" fmla="*/ 6 h 131"/>
                <a:gd name="T24" fmla="*/ 11 w 160"/>
                <a:gd name="T25" fmla="*/ 7 h 131"/>
                <a:gd name="T26" fmla="*/ 7 w 160"/>
                <a:gd name="T27" fmla="*/ 23 h 131"/>
                <a:gd name="T28" fmla="*/ 19 w 160"/>
                <a:gd name="T29" fmla="*/ 50 h 131"/>
                <a:gd name="T30" fmla="*/ 7 w 160"/>
                <a:gd name="T31" fmla="*/ 46 h 131"/>
                <a:gd name="T32" fmla="*/ 7 w 160"/>
                <a:gd name="T33" fmla="*/ 46 h 131"/>
                <a:gd name="T34" fmla="*/ 6 w 160"/>
                <a:gd name="T35" fmla="*/ 47 h 131"/>
                <a:gd name="T36" fmla="*/ 6 w 160"/>
                <a:gd name="T37" fmla="*/ 47 h 131"/>
                <a:gd name="T38" fmla="*/ 30 w 160"/>
                <a:gd name="T39" fmla="*/ 79 h 131"/>
                <a:gd name="T40" fmla="*/ 19 w 160"/>
                <a:gd name="T41" fmla="*/ 79 h 131"/>
                <a:gd name="T42" fmla="*/ 18 w 160"/>
                <a:gd name="T43" fmla="*/ 79 h 131"/>
                <a:gd name="T44" fmla="*/ 18 w 160"/>
                <a:gd name="T45" fmla="*/ 80 h 131"/>
                <a:gd name="T46" fmla="*/ 47 w 160"/>
                <a:gd name="T47" fmla="*/ 103 h 131"/>
                <a:gd name="T48" fmla="*/ 8 w 160"/>
                <a:gd name="T49" fmla="*/ 115 h 131"/>
                <a:gd name="T50" fmla="*/ 1 w 160"/>
                <a:gd name="T51" fmla="*/ 115 h 131"/>
                <a:gd name="T52" fmla="*/ 0 w 160"/>
                <a:gd name="T53" fmla="*/ 115 h 131"/>
                <a:gd name="T54" fmla="*/ 0 w 160"/>
                <a:gd name="T55" fmla="*/ 116 h 131"/>
                <a:gd name="T56" fmla="*/ 51 w 160"/>
                <a:gd name="T57" fmla="*/ 131 h 131"/>
                <a:gd name="T58" fmla="*/ 144 w 160"/>
                <a:gd name="T59" fmla="*/ 38 h 131"/>
                <a:gd name="T60" fmla="*/ 144 w 160"/>
                <a:gd name="T61" fmla="*/ 34 h 131"/>
                <a:gd name="T62" fmla="*/ 160 w 160"/>
                <a:gd name="T63" fmla="*/ 17 h 131"/>
                <a:gd name="T64" fmla="*/ 160 w 160"/>
                <a:gd name="T65" fmla="*/ 1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0" h="131">
                  <a:moveTo>
                    <a:pt x="160" y="16"/>
                  </a:moveTo>
                  <a:cubicBezTo>
                    <a:pt x="160" y="16"/>
                    <a:pt x="160" y="16"/>
                    <a:pt x="159" y="16"/>
                  </a:cubicBezTo>
                  <a:cubicBezTo>
                    <a:pt x="154" y="18"/>
                    <a:pt x="149" y="19"/>
                    <a:pt x="144" y="20"/>
                  </a:cubicBezTo>
                  <a:cubicBezTo>
                    <a:pt x="150" y="16"/>
                    <a:pt x="154" y="10"/>
                    <a:pt x="156" y="4"/>
                  </a:cubicBezTo>
                  <a:cubicBezTo>
                    <a:pt x="156" y="3"/>
                    <a:pt x="156" y="3"/>
                    <a:pt x="156" y="3"/>
                  </a:cubicBezTo>
                  <a:cubicBezTo>
                    <a:pt x="155" y="3"/>
                    <a:pt x="155" y="3"/>
                    <a:pt x="155" y="3"/>
                  </a:cubicBezTo>
                  <a:cubicBezTo>
                    <a:pt x="149" y="7"/>
                    <a:pt x="142" y="9"/>
                    <a:pt x="135" y="11"/>
                  </a:cubicBezTo>
                  <a:cubicBezTo>
                    <a:pt x="128" y="4"/>
                    <a:pt x="120" y="0"/>
                    <a:pt x="111" y="0"/>
                  </a:cubicBezTo>
                  <a:cubicBezTo>
                    <a:pt x="92" y="0"/>
                    <a:pt x="77" y="15"/>
                    <a:pt x="77" y="34"/>
                  </a:cubicBezTo>
                  <a:cubicBezTo>
                    <a:pt x="77" y="36"/>
                    <a:pt x="77" y="38"/>
                    <a:pt x="78" y="40"/>
                  </a:cubicBezTo>
                  <a:cubicBezTo>
                    <a:pt x="52" y="39"/>
                    <a:pt x="29" y="26"/>
                    <a:pt x="12" y="7"/>
                  </a:cubicBezTo>
                  <a:cubicBezTo>
                    <a:pt x="12" y="6"/>
                    <a:pt x="12" y="6"/>
                    <a:pt x="12" y="6"/>
                  </a:cubicBezTo>
                  <a:cubicBezTo>
                    <a:pt x="11" y="6"/>
                    <a:pt x="11" y="6"/>
                    <a:pt x="11" y="7"/>
                  </a:cubicBezTo>
                  <a:cubicBezTo>
                    <a:pt x="8" y="12"/>
                    <a:pt x="7" y="18"/>
                    <a:pt x="7" y="23"/>
                  </a:cubicBezTo>
                  <a:cubicBezTo>
                    <a:pt x="7" y="34"/>
                    <a:pt x="11" y="43"/>
                    <a:pt x="19" y="50"/>
                  </a:cubicBezTo>
                  <a:cubicBezTo>
                    <a:pt x="15" y="49"/>
                    <a:pt x="11" y="48"/>
                    <a:pt x="7" y="46"/>
                  </a:cubicBezTo>
                  <a:cubicBezTo>
                    <a:pt x="7" y="46"/>
                    <a:pt x="7" y="46"/>
                    <a:pt x="7" y="46"/>
                  </a:cubicBezTo>
                  <a:cubicBezTo>
                    <a:pt x="6" y="46"/>
                    <a:pt x="6" y="46"/>
                    <a:pt x="6" y="47"/>
                  </a:cubicBezTo>
                  <a:cubicBezTo>
                    <a:pt x="6" y="47"/>
                    <a:pt x="6" y="47"/>
                    <a:pt x="6" y="47"/>
                  </a:cubicBezTo>
                  <a:cubicBezTo>
                    <a:pt x="6" y="62"/>
                    <a:pt x="16" y="75"/>
                    <a:pt x="30" y="79"/>
                  </a:cubicBezTo>
                  <a:cubicBezTo>
                    <a:pt x="26" y="79"/>
                    <a:pt x="22" y="79"/>
                    <a:pt x="19" y="79"/>
                  </a:cubicBezTo>
                  <a:cubicBezTo>
                    <a:pt x="18" y="79"/>
                    <a:pt x="18" y="79"/>
                    <a:pt x="18" y="79"/>
                  </a:cubicBezTo>
                  <a:cubicBezTo>
                    <a:pt x="18" y="79"/>
                    <a:pt x="18" y="79"/>
                    <a:pt x="18" y="80"/>
                  </a:cubicBezTo>
                  <a:cubicBezTo>
                    <a:pt x="22" y="93"/>
                    <a:pt x="33" y="102"/>
                    <a:pt x="47" y="103"/>
                  </a:cubicBezTo>
                  <a:cubicBezTo>
                    <a:pt x="36" y="111"/>
                    <a:pt x="22" y="115"/>
                    <a:pt x="8" y="115"/>
                  </a:cubicBezTo>
                  <a:cubicBezTo>
                    <a:pt x="6" y="115"/>
                    <a:pt x="3" y="115"/>
                    <a:pt x="1" y="115"/>
                  </a:cubicBezTo>
                  <a:cubicBezTo>
                    <a:pt x="0" y="115"/>
                    <a:pt x="0" y="115"/>
                    <a:pt x="0" y="115"/>
                  </a:cubicBezTo>
                  <a:cubicBezTo>
                    <a:pt x="0" y="116"/>
                    <a:pt x="0" y="116"/>
                    <a:pt x="0" y="116"/>
                  </a:cubicBezTo>
                  <a:cubicBezTo>
                    <a:pt x="15" y="126"/>
                    <a:pt x="33" y="131"/>
                    <a:pt x="51" y="131"/>
                  </a:cubicBezTo>
                  <a:cubicBezTo>
                    <a:pt x="109" y="131"/>
                    <a:pt x="144" y="83"/>
                    <a:pt x="144" y="38"/>
                  </a:cubicBezTo>
                  <a:cubicBezTo>
                    <a:pt x="144" y="36"/>
                    <a:pt x="144" y="35"/>
                    <a:pt x="144" y="34"/>
                  </a:cubicBezTo>
                  <a:cubicBezTo>
                    <a:pt x="150" y="29"/>
                    <a:pt x="156" y="23"/>
                    <a:pt x="160" y="17"/>
                  </a:cubicBezTo>
                  <a:cubicBezTo>
                    <a:pt x="160" y="17"/>
                    <a:pt x="160" y="16"/>
                    <a:pt x="160" y="16"/>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sp>
          <p:nvSpPr>
            <p:cNvPr id="59" name="Freeform 21"/>
            <p:cNvSpPr>
              <a:spLocks/>
            </p:cNvSpPr>
            <p:nvPr/>
          </p:nvSpPr>
          <p:spPr bwMode="auto">
            <a:xfrm>
              <a:off x="5235659" y="5934143"/>
              <a:ext cx="207145" cy="261714"/>
            </a:xfrm>
            <a:custGeom>
              <a:avLst/>
              <a:gdLst>
                <a:gd name="T0" fmla="*/ 129 w 323"/>
                <a:gd name="T1" fmla="*/ 272 h 408"/>
                <a:gd name="T2" fmla="*/ 68 w 323"/>
                <a:gd name="T3" fmla="*/ 408 h 408"/>
                <a:gd name="T4" fmla="*/ 98 w 323"/>
                <a:gd name="T5" fmla="*/ 196 h 408"/>
                <a:gd name="T6" fmla="*/ 149 w 323"/>
                <a:gd name="T7" fmla="*/ 99 h 408"/>
                <a:gd name="T8" fmla="*/ 172 w 323"/>
                <a:gd name="T9" fmla="*/ 257 h 408"/>
                <a:gd name="T10" fmla="*/ 234 w 323"/>
                <a:gd name="T11" fmla="*/ 73 h 408"/>
                <a:gd name="T12" fmla="*/ 47 w 323"/>
                <a:gd name="T13" fmla="*/ 173 h 408"/>
                <a:gd name="T14" fmla="*/ 57 w 323"/>
                <a:gd name="T15" fmla="*/ 239 h 408"/>
                <a:gd name="T16" fmla="*/ 1 w 323"/>
                <a:gd name="T17" fmla="*/ 147 h 408"/>
                <a:gd name="T18" fmla="*/ 137 w 323"/>
                <a:gd name="T19" fmla="*/ 9 h 408"/>
                <a:gd name="T20" fmla="*/ 310 w 323"/>
                <a:gd name="T21" fmla="*/ 119 h 408"/>
                <a:gd name="T22" fmla="*/ 183 w 323"/>
                <a:gd name="T23" fmla="*/ 298 h 408"/>
                <a:gd name="T24" fmla="*/ 129 w 323"/>
                <a:gd name="T25" fmla="*/ 272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3" h="408">
                  <a:moveTo>
                    <a:pt x="129" y="272"/>
                  </a:moveTo>
                  <a:cubicBezTo>
                    <a:pt x="118" y="328"/>
                    <a:pt x="106" y="380"/>
                    <a:pt x="68" y="408"/>
                  </a:cubicBezTo>
                  <a:cubicBezTo>
                    <a:pt x="56" y="325"/>
                    <a:pt x="85" y="262"/>
                    <a:pt x="98" y="196"/>
                  </a:cubicBezTo>
                  <a:cubicBezTo>
                    <a:pt x="75" y="157"/>
                    <a:pt x="101" y="80"/>
                    <a:pt x="149" y="99"/>
                  </a:cubicBezTo>
                  <a:cubicBezTo>
                    <a:pt x="209" y="122"/>
                    <a:pt x="98" y="242"/>
                    <a:pt x="172" y="257"/>
                  </a:cubicBezTo>
                  <a:cubicBezTo>
                    <a:pt x="250" y="273"/>
                    <a:pt x="282" y="122"/>
                    <a:pt x="234" y="73"/>
                  </a:cubicBezTo>
                  <a:cubicBezTo>
                    <a:pt x="164" y="2"/>
                    <a:pt x="31" y="72"/>
                    <a:pt x="47" y="173"/>
                  </a:cubicBezTo>
                  <a:cubicBezTo>
                    <a:pt x="51" y="198"/>
                    <a:pt x="77" y="205"/>
                    <a:pt x="57" y="239"/>
                  </a:cubicBezTo>
                  <a:cubicBezTo>
                    <a:pt x="13" y="229"/>
                    <a:pt x="0" y="194"/>
                    <a:pt x="1" y="147"/>
                  </a:cubicBezTo>
                  <a:cubicBezTo>
                    <a:pt x="4" y="70"/>
                    <a:pt x="70" y="17"/>
                    <a:pt x="137" y="9"/>
                  </a:cubicBezTo>
                  <a:cubicBezTo>
                    <a:pt x="221" y="0"/>
                    <a:pt x="300" y="40"/>
                    <a:pt x="310" y="119"/>
                  </a:cubicBezTo>
                  <a:cubicBezTo>
                    <a:pt x="323" y="208"/>
                    <a:pt x="273" y="305"/>
                    <a:pt x="183" y="298"/>
                  </a:cubicBezTo>
                  <a:cubicBezTo>
                    <a:pt x="158" y="296"/>
                    <a:pt x="148" y="284"/>
                    <a:pt x="129" y="272"/>
                  </a:cubicBezTo>
                  <a:close/>
                </a:path>
              </a:pathLst>
            </a:custGeom>
            <a:solidFill>
              <a:schemeClr val="bg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mn-cs"/>
              </a:endParaRPr>
            </a:p>
          </p:txBody>
        </p:sp>
        <p:sp>
          <p:nvSpPr>
            <p:cNvPr id="60" name="Freeform 62"/>
            <p:cNvSpPr>
              <a:spLocks/>
            </p:cNvSpPr>
            <p:nvPr/>
          </p:nvSpPr>
          <p:spPr bwMode="auto">
            <a:xfrm>
              <a:off x="4063583" y="5934143"/>
              <a:ext cx="134925" cy="261714"/>
            </a:xfrm>
            <a:custGeom>
              <a:avLst/>
              <a:gdLst>
                <a:gd name="T0" fmla="*/ 84 w 84"/>
                <a:gd name="T1" fmla="*/ 27 h 163"/>
                <a:gd name="T2" fmla="*/ 69 w 84"/>
                <a:gd name="T3" fmla="*/ 27 h 163"/>
                <a:gd name="T4" fmla="*/ 54 w 84"/>
                <a:gd name="T5" fmla="*/ 41 h 163"/>
                <a:gd name="T6" fmla="*/ 54 w 84"/>
                <a:gd name="T7" fmla="*/ 60 h 163"/>
                <a:gd name="T8" fmla="*/ 83 w 84"/>
                <a:gd name="T9" fmla="*/ 60 h 163"/>
                <a:gd name="T10" fmla="*/ 83 w 84"/>
                <a:gd name="T11" fmla="*/ 88 h 163"/>
                <a:gd name="T12" fmla="*/ 54 w 84"/>
                <a:gd name="T13" fmla="*/ 88 h 163"/>
                <a:gd name="T14" fmla="*/ 54 w 84"/>
                <a:gd name="T15" fmla="*/ 163 h 163"/>
                <a:gd name="T16" fmla="*/ 25 w 84"/>
                <a:gd name="T17" fmla="*/ 163 h 163"/>
                <a:gd name="T18" fmla="*/ 25 w 84"/>
                <a:gd name="T19" fmla="*/ 88 h 163"/>
                <a:gd name="T20" fmla="*/ 0 w 84"/>
                <a:gd name="T21" fmla="*/ 88 h 163"/>
                <a:gd name="T22" fmla="*/ 0 w 84"/>
                <a:gd name="T23" fmla="*/ 60 h 163"/>
                <a:gd name="T24" fmla="*/ 25 w 84"/>
                <a:gd name="T25" fmla="*/ 60 h 163"/>
                <a:gd name="T26" fmla="*/ 25 w 84"/>
                <a:gd name="T27" fmla="*/ 38 h 163"/>
                <a:gd name="T28" fmla="*/ 62 w 84"/>
                <a:gd name="T29" fmla="*/ 0 h 163"/>
                <a:gd name="T30" fmla="*/ 84 w 84"/>
                <a:gd name="T31" fmla="*/ 0 h 163"/>
                <a:gd name="T32" fmla="*/ 84 w 84"/>
                <a:gd name="T33" fmla="*/ 27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63">
                  <a:moveTo>
                    <a:pt x="84" y="27"/>
                  </a:moveTo>
                  <a:cubicBezTo>
                    <a:pt x="69" y="27"/>
                    <a:pt x="69" y="27"/>
                    <a:pt x="69" y="27"/>
                  </a:cubicBezTo>
                  <a:cubicBezTo>
                    <a:pt x="57" y="27"/>
                    <a:pt x="54" y="33"/>
                    <a:pt x="54" y="41"/>
                  </a:cubicBezTo>
                  <a:cubicBezTo>
                    <a:pt x="54" y="60"/>
                    <a:pt x="54" y="60"/>
                    <a:pt x="54" y="60"/>
                  </a:cubicBezTo>
                  <a:cubicBezTo>
                    <a:pt x="83" y="60"/>
                    <a:pt x="83" y="60"/>
                    <a:pt x="83" y="60"/>
                  </a:cubicBezTo>
                  <a:cubicBezTo>
                    <a:pt x="83" y="88"/>
                    <a:pt x="83" y="88"/>
                    <a:pt x="83" y="88"/>
                  </a:cubicBezTo>
                  <a:cubicBezTo>
                    <a:pt x="54" y="88"/>
                    <a:pt x="54" y="88"/>
                    <a:pt x="54" y="88"/>
                  </a:cubicBezTo>
                  <a:cubicBezTo>
                    <a:pt x="54" y="163"/>
                    <a:pt x="54" y="163"/>
                    <a:pt x="54" y="163"/>
                  </a:cubicBezTo>
                  <a:cubicBezTo>
                    <a:pt x="25" y="163"/>
                    <a:pt x="25" y="163"/>
                    <a:pt x="25" y="163"/>
                  </a:cubicBezTo>
                  <a:cubicBezTo>
                    <a:pt x="25" y="88"/>
                    <a:pt x="25" y="88"/>
                    <a:pt x="25" y="88"/>
                  </a:cubicBezTo>
                  <a:cubicBezTo>
                    <a:pt x="0" y="88"/>
                    <a:pt x="0" y="88"/>
                    <a:pt x="0" y="88"/>
                  </a:cubicBezTo>
                  <a:cubicBezTo>
                    <a:pt x="0" y="60"/>
                    <a:pt x="0" y="60"/>
                    <a:pt x="0" y="60"/>
                  </a:cubicBezTo>
                  <a:cubicBezTo>
                    <a:pt x="25" y="60"/>
                    <a:pt x="25" y="60"/>
                    <a:pt x="25" y="60"/>
                  </a:cubicBezTo>
                  <a:cubicBezTo>
                    <a:pt x="25" y="38"/>
                    <a:pt x="25" y="38"/>
                    <a:pt x="25" y="38"/>
                  </a:cubicBezTo>
                  <a:cubicBezTo>
                    <a:pt x="25" y="13"/>
                    <a:pt x="40" y="0"/>
                    <a:pt x="62" y="0"/>
                  </a:cubicBezTo>
                  <a:cubicBezTo>
                    <a:pt x="84" y="0"/>
                    <a:pt x="84" y="0"/>
                    <a:pt x="84" y="0"/>
                  </a:cubicBezTo>
                  <a:lnTo>
                    <a:pt x="84" y="27"/>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grpSp>
    </p:spTree>
    <p:extLst>
      <p:ext uri="{BB962C8B-B14F-4D97-AF65-F5344CB8AC3E}">
        <p14:creationId xmlns:p14="http://schemas.microsoft.com/office/powerpoint/2010/main" val="136388459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42" presetClass="entr" presetSubtype="0" fill="hold" grpId="0" nodeType="afterEffect">
                                  <p:stCondLst>
                                    <p:cond delay="0"/>
                                  </p:stCondLst>
                                  <p:childTnLst>
                                    <p:set>
                                      <p:cBhvr>
                                        <p:cTn id="20" dur="1" fill="hold">
                                          <p:stCondLst>
                                            <p:cond delay="0"/>
                                          </p:stCondLst>
                                        </p:cTn>
                                        <p:tgtEl>
                                          <p:spTgt spid="31"/>
                                        </p:tgtEl>
                                        <p:attrNameLst>
                                          <p:attrName>style.visibility</p:attrName>
                                        </p:attrNameLst>
                                      </p:cBhvr>
                                      <p:to>
                                        <p:strVal val="visible"/>
                                      </p:to>
                                    </p:set>
                                    <p:animEffect transition="in" filter="fade">
                                      <p:cBhvr>
                                        <p:cTn id="21" dur="500"/>
                                        <p:tgtEl>
                                          <p:spTgt spid="31"/>
                                        </p:tgtEl>
                                      </p:cBhvr>
                                    </p:animEffect>
                                    <p:anim calcmode="lin" valueType="num">
                                      <p:cBhvr>
                                        <p:cTn id="22" dur="500" fill="hold"/>
                                        <p:tgtEl>
                                          <p:spTgt spid="31"/>
                                        </p:tgtEl>
                                        <p:attrNameLst>
                                          <p:attrName>ppt_x</p:attrName>
                                        </p:attrNameLst>
                                      </p:cBhvr>
                                      <p:tavLst>
                                        <p:tav tm="0">
                                          <p:val>
                                            <p:strVal val="#ppt_x"/>
                                          </p:val>
                                        </p:tav>
                                        <p:tav tm="100000">
                                          <p:val>
                                            <p:strVal val="#ppt_x"/>
                                          </p:val>
                                        </p:tav>
                                      </p:tavLst>
                                    </p:anim>
                                    <p:anim calcmode="lin" valueType="num">
                                      <p:cBhvr>
                                        <p:cTn id="23" dur="500" fill="hold"/>
                                        <p:tgtEl>
                                          <p:spTgt spid="31"/>
                                        </p:tgtEl>
                                        <p:attrNameLst>
                                          <p:attrName>ppt_y</p:attrName>
                                        </p:attrNameLst>
                                      </p:cBhvr>
                                      <p:tavLst>
                                        <p:tav tm="0">
                                          <p:val>
                                            <p:strVal val="#ppt_y+.1"/>
                                          </p:val>
                                        </p:tav>
                                        <p:tav tm="100000">
                                          <p:val>
                                            <p:strVal val="#ppt_y"/>
                                          </p:val>
                                        </p:tav>
                                      </p:tavLst>
                                    </p:anim>
                                  </p:childTnLst>
                                </p:cTn>
                              </p:par>
                            </p:childTnLst>
                          </p:cTn>
                        </p:par>
                        <p:par>
                          <p:cTn id="24" fill="hold">
                            <p:stCondLst>
                              <p:cond delay="2000"/>
                            </p:stCondLst>
                            <p:childTnLst>
                              <p:par>
                                <p:cTn id="25" presetID="53" presetClass="entr" presetSubtype="16" fill="hold" grpId="0" nodeType="afterEffect" nodePh="1">
                                  <p:stCondLst>
                                    <p:cond delay="0"/>
                                  </p:stCondLst>
                                  <p:endCondLst>
                                    <p:cond evt="begin" delay="0">
                                      <p:tn val="25"/>
                                    </p:cond>
                                  </p:endCondLst>
                                  <p:childTnLst>
                                    <p:set>
                                      <p:cBhvr>
                                        <p:cTn id="26" dur="1" fill="hold">
                                          <p:stCondLst>
                                            <p:cond delay="0"/>
                                          </p:stCondLst>
                                        </p:cTn>
                                        <p:tgtEl>
                                          <p:spTgt spid="13">
                                            <p:txEl>
                                              <p:pRg st="0" end="0"/>
                                            </p:txEl>
                                          </p:spTgt>
                                        </p:tgtEl>
                                        <p:attrNameLst>
                                          <p:attrName>style.visibility</p:attrName>
                                        </p:attrNameLst>
                                      </p:cBhvr>
                                      <p:to>
                                        <p:strVal val="visible"/>
                                      </p:to>
                                    </p:set>
                                    <p:anim calcmode="lin" valueType="num">
                                      <p:cBhvr>
                                        <p:cTn id="27" dur="500" fill="hold"/>
                                        <p:tgtEl>
                                          <p:spTgt spid="13">
                                            <p:txEl>
                                              <p:pRg st="0" end="0"/>
                                            </p:txEl>
                                          </p:spTgt>
                                        </p:tgtEl>
                                        <p:attrNameLst>
                                          <p:attrName>ppt_w</p:attrName>
                                        </p:attrNameLst>
                                      </p:cBhvr>
                                      <p:tavLst>
                                        <p:tav tm="0">
                                          <p:val>
                                            <p:fltVal val="0"/>
                                          </p:val>
                                        </p:tav>
                                        <p:tav tm="100000">
                                          <p:val>
                                            <p:strVal val="#ppt_w"/>
                                          </p:val>
                                        </p:tav>
                                      </p:tavLst>
                                    </p:anim>
                                    <p:anim calcmode="lin" valueType="num">
                                      <p:cBhvr>
                                        <p:cTn id="28" dur="500" fill="hold"/>
                                        <p:tgtEl>
                                          <p:spTgt spid="13">
                                            <p:txEl>
                                              <p:pRg st="0" end="0"/>
                                            </p:txEl>
                                          </p:spTgt>
                                        </p:tgtEl>
                                        <p:attrNameLst>
                                          <p:attrName>ppt_h</p:attrName>
                                        </p:attrNameLst>
                                      </p:cBhvr>
                                      <p:tavLst>
                                        <p:tav tm="0">
                                          <p:val>
                                            <p:fltVal val="0"/>
                                          </p:val>
                                        </p:tav>
                                        <p:tav tm="100000">
                                          <p:val>
                                            <p:strVal val="#ppt_h"/>
                                          </p:val>
                                        </p:tav>
                                      </p:tavLst>
                                    </p:anim>
                                    <p:animEffect transition="in" filter="fade">
                                      <p:cBhvr>
                                        <p:cTn id="29" dur="500"/>
                                        <p:tgtEl>
                                          <p:spTgt spid="13">
                                            <p:txEl>
                                              <p:pRg st="0" end="0"/>
                                            </p:txEl>
                                          </p:spTgt>
                                        </p:tgtEl>
                                      </p:cBhvr>
                                    </p:animEffect>
                                  </p:childTnLst>
                                </p:cTn>
                              </p:par>
                            </p:childTnLst>
                          </p:cTn>
                        </p:par>
                        <p:par>
                          <p:cTn id="30" fill="hold">
                            <p:stCondLst>
                              <p:cond delay="2500"/>
                            </p:stCondLst>
                            <p:childTnLst>
                              <p:par>
                                <p:cTn id="31" presetID="42" presetClass="entr" presetSubtype="0" fill="hold" grpId="0" nodeType="afterEffect" nodePh="1">
                                  <p:stCondLst>
                                    <p:cond delay="0"/>
                                  </p:stCondLst>
                                  <p:endCondLst>
                                    <p:cond evt="begin" delay="0">
                                      <p:tn val="31"/>
                                    </p:cond>
                                  </p:endCondLst>
                                  <p:childTnLst>
                                    <p:set>
                                      <p:cBhvr>
                                        <p:cTn id="32" dur="1" fill="hold">
                                          <p:stCondLst>
                                            <p:cond delay="0"/>
                                          </p:stCondLst>
                                        </p:cTn>
                                        <p:tgtEl>
                                          <p:spTgt spid="21">
                                            <p:txEl>
                                              <p:pRg st="0" end="0"/>
                                            </p:txEl>
                                          </p:spTgt>
                                        </p:tgtEl>
                                        <p:attrNameLst>
                                          <p:attrName>style.visibility</p:attrName>
                                        </p:attrNameLst>
                                      </p:cBhvr>
                                      <p:to>
                                        <p:strVal val="visible"/>
                                      </p:to>
                                    </p:set>
                                    <p:animEffect transition="in" filter="fade">
                                      <p:cBhvr>
                                        <p:cTn id="33" dur="500"/>
                                        <p:tgtEl>
                                          <p:spTgt spid="21">
                                            <p:txEl>
                                              <p:pRg st="0" end="0"/>
                                            </p:txEl>
                                          </p:spTgt>
                                        </p:tgtEl>
                                      </p:cBhvr>
                                    </p:animEffect>
                                    <p:anim calcmode="lin" valueType="num">
                                      <p:cBhvr>
                                        <p:cTn id="34" dur="500" fill="hold"/>
                                        <p:tgtEl>
                                          <p:spTgt spid="21">
                                            <p:txEl>
                                              <p:pRg st="0" end="0"/>
                                            </p:txEl>
                                          </p:spTgt>
                                        </p:tgtEl>
                                        <p:attrNameLst>
                                          <p:attrName>ppt_x</p:attrName>
                                        </p:attrNameLst>
                                      </p:cBhvr>
                                      <p:tavLst>
                                        <p:tav tm="0">
                                          <p:val>
                                            <p:strVal val="#ppt_x"/>
                                          </p:val>
                                        </p:tav>
                                        <p:tav tm="100000">
                                          <p:val>
                                            <p:strVal val="#ppt_x"/>
                                          </p:val>
                                        </p:tav>
                                      </p:tavLst>
                                    </p:anim>
                                    <p:anim calcmode="lin" valueType="num">
                                      <p:cBhvr>
                                        <p:cTn id="35" dur="500" fill="hold"/>
                                        <p:tgtEl>
                                          <p:spTgt spid="21">
                                            <p:txEl>
                                              <p:pRg st="0" end="0"/>
                                            </p:txEl>
                                          </p:spTgt>
                                        </p:tgtEl>
                                        <p:attrNameLst>
                                          <p:attrName>ppt_y</p:attrName>
                                        </p:attrNameLst>
                                      </p:cBhvr>
                                      <p:tavLst>
                                        <p:tav tm="0">
                                          <p:val>
                                            <p:strVal val="#ppt_y+.1"/>
                                          </p:val>
                                        </p:tav>
                                        <p:tav tm="100000">
                                          <p:val>
                                            <p:strVal val="#ppt_y"/>
                                          </p:val>
                                        </p:tav>
                                      </p:tavLst>
                                    </p:anim>
                                  </p:childTnLst>
                                </p:cTn>
                              </p:par>
                            </p:childTnLst>
                          </p:cTn>
                        </p:par>
                        <p:par>
                          <p:cTn id="36" fill="hold">
                            <p:stCondLst>
                              <p:cond delay="3000"/>
                            </p:stCondLst>
                            <p:childTnLst>
                              <p:par>
                                <p:cTn id="37" presetID="53" presetClass="entr" presetSubtype="16" fill="hold" nodeType="afterEffect">
                                  <p:stCondLst>
                                    <p:cond delay="0"/>
                                  </p:stCondLst>
                                  <p:childTnLst>
                                    <p:set>
                                      <p:cBhvr>
                                        <p:cTn id="38" dur="1" fill="hold">
                                          <p:stCondLst>
                                            <p:cond delay="0"/>
                                          </p:stCondLst>
                                        </p:cTn>
                                        <p:tgtEl>
                                          <p:spTgt spid="25"/>
                                        </p:tgtEl>
                                        <p:attrNameLst>
                                          <p:attrName>style.visibility</p:attrName>
                                        </p:attrNameLst>
                                      </p:cBhvr>
                                      <p:to>
                                        <p:strVal val="visible"/>
                                      </p:to>
                                    </p:set>
                                    <p:anim calcmode="lin" valueType="num">
                                      <p:cBhvr>
                                        <p:cTn id="39" dur="500" fill="hold"/>
                                        <p:tgtEl>
                                          <p:spTgt spid="25"/>
                                        </p:tgtEl>
                                        <p:attrNameLst>
                                          <p:attrName>ppt_w</p:attrName>
                                        </p:attrNameLst>
                                      </p:cBhvr>
                                      <p:tavLst>
                                        <p:tav tm="0">
                                          <p:val>
                                            <p:fltVal val="0"/>
                                          </p:val>
                                        </p:tav>
                                        <p:tav tm="100000">
                                          <p:val>
                                            <p:strVal val="#ppt_w"/>
                                          </p:val>
                                        </p:tav>
                                      </p:tavLst>
                                    </p:anim>
                                    <p:anim calcmode="lin" valueType="num">
                                      <p:cBhvr>
                                        <p:cTn id="40" dur="500" fill="hold"/>
                                        <p:tgtEl>
                                          <p:spTgt spid="25"/>
                                        </p:tgtEl>
                                        <p:attrNameLst>
                                          <p:attrName>ppt_h</p:attrName>
                                        </p:attrNameLst>
                                      </p:cBhvr>
                                      <p:tavLst>
                                        <p:tav tm="0">
                                          <p:val>
                                            <p:fltVal val="0"/>
                                          </p:val>
                                        </p:tav>
                                        <p:tav tm="100000">
                                          <p:val>
                                            <p:strVal val="#ppt_h"/>
                                          </p:val>
                                        </p:tav>
                                      </p:tavLst>
                                    </p:anim>
                                    <p:animEffect transition="in" filter="fade">
                                      <p:cBhvr>
                                        <p:cTn id="41" dur="500"/>
                                        <p:tgtEl>
                                          <p:spTgt spid="25"/>
                                        </p:tgtEl>
                                      </p:cBhvr>
                                    </p:animEffect>
                                  </p:childTnLst>
                                </p:cTn>
                              </p:par>
                            </p:childTnLst>
                          </p:cTn>
                        </p:par>
                        <p:par>
                          <p:cTn id="42" fill="hold">
                            <p:stCondLst>
                              <p:cond delay="3500"/>
                            </p:stCondLst>
                            <p:childTnLst>
                              <p:par>
                                <p:cTn id="43" presetID="42" presetClass="entr" presetSubtype="0" fill="hold" grpId="0" nodeType="afterEffect">
                                  <p:stCondLst>
                                    <p:cond delay="0"/>
                                  </p:stCondLst>
                                  <p:childTnLst>
                                    <p:set>
                                      <p:cBhvr>
                                        <p:cTn id="44" dur="1" fill="hold">
                                          <p:stCondLst>
                                            <p:cond delay="0"/>
                                          </p:stCondLst>
                                        </p:cTn>
                                        <p:tgtEl>
                                          <p:spTgt spid="33"/>
                                        </p:tgtEl>
                                        <p:attrNameLst>
                                          <p:attrName>style.visibility</p:attrName>
                                        </p:attrNameLst>
                                      </p:cBhvr>
                                      <p:to>
                                        <p:strVal val="visible"/>
                                      </p:to>
                                    </p:set>
                                    <p:animEffect transition="in" filter="fade">
                                      <p:cBhvr>
                                        <p:cTn id="45" dur="500"/>
                                        <p:tgtEl>
                                          <p:spTgt spid="33"/>
                                        </p:tgtEl>
                                      </p:cBhvr>
                                    </p:animEffect>
                                    <p:anim calcmode="lin" valueType="num">
                                      <p:cBhvr>
                                        <p:cTn id="46" dur="500" fill="hold"/>
                                        <p:tgtEl>
                                          <p:spTgt spid="33"/>
                                        </p:tgtEl>
                                        <p:attrNameLst>
                                          <p:attrName>ppt_x</p:attrName>
                                        </p:attrNameLst>
                                      </p:cBhvr>
                                      <p:tavLst>
                                        <p:tav tm="0">
                                          <p:val>
                                            <p:strVal val="#ppt_x"/>
                                          </p:val>
                                        </p:tav>
                                        <p:tav tm="100000">
                                          <p:val>
                                            <p:strVal val="#ppt_x"/>
                                          </p:val>
                                        </p:tav>
                                      </p:tavLst>
                                    </p:anim>
                                    <p:anim calcmode="lin" valueType="num">
                                      <p:cBhvr>
                                        <p:cTn id="47" dur="500" fill="hold"/>
                                        <p:tgtEl>
                                          <p:spTgt spid="33"/>
                                        </p:tgtEl>
                                        <p:attrNameLst>
                                          <p:attrName>ppt_y</p:attrName>
                                        </p:attrNameLst>
                                      </p:cBhvr>
                                      <p:tavLst>
                                        <p:tav tm="0">
                                          <p:val>
                                            <p:strVal val="#ppt_y+.1"/>
                                          </p:val>
                                        </p:tav>
                                        <p:tav tm="100000">
                                          <p:val>
                                            <p:strVal val="#ppt_y"/>
                                          </p:val>
                                        </p:tav>
                                      </p:tavLst>
                                    </p:anim>
                                  </p:childTnLst>
                                </p:cTn>
                              </p:par>
                            </p:childTnLst>
                          </p:cTn>
                        </p:par>
                        <p:par>
                          <p:cTn id="48" fill="hold">
                            <p:stCondLst>
                              <p:cond delay="4000"/>
                            </p:stCondLst>
                            <p:childTnLst>
                              <p:par>
                                <p:cTn id="49" presetID="53" presetClass="entr" presetSubtype="16" fill="hold" grpId="0" nodeType="afterEffect" nodePh="1">
                                  <p:stCondLst>
                                    <p:cond delay="0"/>
                                  </p:stCondLst>
                                  <p:endCondLst>
                                    <p:cond evt="begin" delay="0">
                                      <p:tn val="49"/>
                                    </p:cond>
                                  </p:endCondLst>
                                  <p:childTnLst>
                                    <p:set>
                                      <p:cBhvr>
                                        <p:cTn id="50" dur="1" fill="hold">
                                          <p:stCondLst>
                                            <p:cond delay="0"/>
                                          </p:stCondLst>
                                        </p:cTn>
                                        <p:tgtEl>
                                          <p:spTgt spid="15">
                                            <p:txEl>
                                              <p:pRg st="0" end="0"/>
                                            </p:txEl>
                                          </p:spTgt>
                                        </p:tgtEl>
                                        <p:attrNameLst>
                                          <p:attrName>style.visibility</p:attrName>
                                        </p:attrNameLst>
                                      </p:cBhvr>
                                      <p:to>
                                        <p:strVal val="visible"/>
                                      </p:to>
                                    </p:set>
                                    <p:anim calcmode="lin" valueType="num">
                                      <p:cBhvr>
                                        <p:cTn id="51" dur="500" fill="hold"/>
                                        <p:tgtEl>
                                          <p:spTgt spid="15">
                                            <p:txEl>
                                              <p:pRg st="0" end="0"/>
                                            </p:txEl>
                                          </p:spTgt>
                                        </p:tgtEl>
                                        <p:attrNameLst>
                                          <p:attrName>ppt_w</p:attrName>
                                        </p:attrNameLst>
                                      </p:cBhvr>
                                      <p:tavLst>
                                        <p:tav tm="0">
                                          <p:val>
                                            <p:fltVal val="0"/>
                                          </p:val>
                                        </p:tav>
                                        <p:tav tm="100000">
                                          <p:val>
                                            <p:strVal val="#ppt_w"/>
                                          </p:val>
                                        </p:tav>
                                      </p:tavLst>
                                    </p:anim>
                                    <p:anim calcmode="lin" valueType="num">
                                      <p:cBhvr>
                                        <p:cTn id="52" dur="500" fill="hold"/>
                                        <p:tgtEl>
                                          <p:spTgt spid="15">
                                            <p:txEl>
                                              <p:pRg st="0" end="0"/>
                                            </p:txEl>
                                          </p:spTgt>
                                        </p:tgtEl>
                                        <p:attrNameLst>
                                          <p:attrName>ppt_h</p:attrName>
                                        </p:attrNameLst>
                                      </p:cBhvr>
                                      <p:tavLst>
                                        <p:tav tm="0">
                                          <p:val>
                                            <p:fltVal val="0"/>
                                          </p:val>
                                        </p:tav>
                                        <p:tav tm="100000">
                                          <p:val>
                                            <p:strVal val="#ppt_h"/>
                                          </p:val>
                                        </p:tav>
                                      </p:tavLst>
                                    </p:anim>
                                    <p:animEffect transition="in" filter="fade">
                                      <p:cBhvr>
                                        <p:cTn id="53" dur="500"/>
                                        <p:tgtEl>
                                          <p:spTgt spid="15">
                                            <p:txEl>
                                              <p:pRg st="0" end="0"/>
                                            </p:txEl>
                                          </p:spTgt>
                                        </p:tgtEl>
                                      </p:cBhvr>
                                    </p:animEffect>
                                  </p:childTnLst>
                                </p:cTn>
                              </p:par>
                            </p:childTnLst>
                          </p:cTn>
                        </p:par>
                        <p:par>
                          <p:cTn id="54" fill="hold">
                            <p:stCondLst>
                              <p:cond delay="4500"/>
                            </p:stCondLst>
                            <p:childTnLst>
                              <p:par>
                                <p:cTn id="55" presetID="42" presetClass="entr" presetSubtype="0" fill="hold" grpId="0" nodeType="afterEffect" nodePh="1">
                                  <p:stCondLst>
                                    <p:cond delay="0"/>
                                  </p:stCondLst>
                                  <p:endCondLst>
                                    <p:cond evt="begin" delay="0">
                                      <p:tn val="55"/>
                                    </p:cond>
                                  </p:endCondLst>
                                  <p:childTnLst>
                                    <p:set>
                                      <p:cBhvr>
                                        <p:cTn id="56" dur="1" fill="hold">
                                          <p:stCondLst>
                                            <p:cond delay="0"/>
                                          </p:stCondLst>
                                        </p:cTn>
                                        <p:tgtEl>
                                          <p:spTgt spid="22">
                                            <p:txEl>
                                              <p:pRg st="0" end="0"/>
                                            </p:txEl>
                                          </p:spTgt>
                                        </p:tgtEl>
                                        <p:attrNameLst>
                                          <p:attrName>style.visibility</p:attrName>
                                        </p:attrNameLst>
                                      </p:cBhvr>
                                      <p:to>
                                        <p:strVal val="visible"/>
                                      </p:to>
                                    </p:set>
                                    <p:animEffect transition="in" filter="fade">
                                      <p:cBhvr>
                                        <p:cTn id="57" dur="500"/>
                                        <p:tgtEl>
                                          <p:spTgt spid="22">
                                            <p:txEl>
                                              <p:pRg st="0" end="0"/>
                                            </p:txEl>
                                          </p:spTgt>
                                        </p:tgtEl>
                                      </p:cBhvr>
                                    </p:animEffect>
                                    <p:anim calcmode="lin" valueType="num">
                                      <p:cBhvr>
                                        <p:cTn id="58" dur="500" fill="hold"/>
                                        <p:tgtEl>
                                          <p:spTgt spid="22">
                                            <p:txEl>
                                              <p:pRg st="0" end="0"/>
                                            </p:txEl>
                                          </p:spTgt>
                                        </p:tgtEl>
                                        <p:attrNameLst>
                                          <p:attrName>ppt_x</p:attrName>
                                        </p:attrNameLst>
                                      </p:cBhvr>
                                      <p:tavLst>
                                        <p:tav tm="0">
                                          <p:val>
                                            <p:strVal val="#ppt_x"/>
                                          </p:val>
                                        </p:tav>
                                        <p:tav tm="100000">
                                          <p:val>
                                            <p:strVal val="#ppt_x"/>
                                          </p:val>
                                        </p:tav>
                                      </p:tavLst>
                                    </p:anim>
                                    <p:anim calcmode="lin" valueType="num">
                                      <p:cBhvr>
                                        <p:cTn id="59" dur="500" fill="hold"/>
                                        <p:tgtEl>
                                          <p:spTgt spid="22">
                                            <p:txEl>
                                              <p:pRg st="0" end="0"/>
                                            </p:txEl>
                                          </p:spTgt>
                                        </p:tgtEl>
                                        <p:attrNameLst>
                                          <p:attrName>ppt_y</p:attrName>
                                        </p:attrNameLst>
                                      </p:cBhvr>
                                      <p:tavLst>
                                        <p:tav tm="0">
                                          <p:val>
                                            <p:strVal val="#ppt_y+.1"/>
                                          </p:val>
                                        </p:tav>
                                        <p:tav tm="100000">
                                          <p:val>
                                            <p:strVal val="#ppt_y"/>
                                          </p:val>
                                        </p:tav>
                                      </p:tavLst>
                                    </p:anim>
                                  </p:childTnLst>
                                </p:cTn>
                              </p:par>
                            </p:childTnLst>
                          </p:cTn>
                        </p:par>
                        <p:par>
                          <p:cTn id="60" fill="hold">
                            <p:stCondLst>
                              <p:cond delay="5000"/>
                            </p:stCondLst>
                            <p:childTnLst>
                              <p:par>
                                <p:cTn id="61" presetID="53" presetClass="entr" presetSubtype="16" fill="hold" nodeType="afterEffect">
                                  <p:stCondLst>
                                    <p:cond delay="0"/>
                                  </p:stCondLst>
                                  <p:childTnLst>
                                    <p:set>
                                      <p:cBhvr>
                                        <p:cTn id="62" dur="1" fill="hold">
                                          <p:stCondLst>
                                            <p:cond delay="0"/>
                                          </p:stCondLst>
                                        </p:cTn>
                                        <p:tgtEl>
                                          <p:spTgt spid="40"/>
                                        </p:tgtEl>
                                        <p:attrNameLst>
                                          <p:attrName>style.visibility</p:attrName>
                                        </p:attrNameLst>
                                      </p:cBhvr>
                                      <p:to>
                                        <p:strVal val="visible"/>
                                      </p:to>
                                    </p:set>
                                    <p:anim calcmode="lin" valueType="num">
                                      <p:cBhvr>
                                        <p:cTn id="63" dur="500" fill="hold"/>
                                        <p:tgtEl>
                                          <p:spTgt spid="40"/>
                                        </p:tgtEl>
                                        <p:attrNameLst>
                                          <p:attrName>ppt_w</p:attrName>
                                        </p:attrNameLst>
                                      </p:cBhvr>
                                      <p:tavLst>
                                        <p:tav tm="0">
                                          <p:val>
                                            <p:fltVal val="0"/>
                                          </p:val>
                                        </p:tav>
                                        <p:tav tm="100000">
                                          <p:val>
                                            <p:strVal val="#ppt_w"/>
                                          </p:val>
                                        </p:tav>
                                      </p:tavLst>
                                    </p:anim>
                                    <p:anim calcmode="lin" valueType="num">
                                      <p:cBhvr>
                                        <p:cTn id="64" dur="500" fill="hold"/>
                                        <p:tgtEl>
                                          <p:spTgt spid="40"/>
                                        </p:tgtEl>
                                        <p:attrNameLst>
                                          <p:attrName>ppt_h</p:attrName>
                                        </p:attrNameLst>
                                      </p:cBhvr>
                                      <p:tavLst>
                                        <p:tav tm="0">
                                          <p:val>
                                            <p:fltVal val="0"/>
                                          </p:val>
                                        </p:tav>
                                        <p:tav tm="100000">
                                          <p:val>
                                            <p:strVal val="#ppt_h"/>
                                          </p:val>
                                        </p:tav>
                                      </p:tavLst>
                                    </p:anim>
                                    <p:animEffect transition="in" filter="fade">
                                      <p:cBhvr>
                                        <p:cTn id="65" dur="500"/>
                                        <p:tgtEl>
                                          <p:spTgt spid="40"/>
                                        </p:tgtEl>
                                      </p:cBhvr>
                                    </p:animEffect>
                                  </p:childTnLst>
                                </p:cTn>
                              </p:par>
                            </p:childTnLst>
                          </p:cTn>
                        </p:par>
                        <p:par>
                          <p:cTn id="66" fill="hold">
                            <p:stCondLst>
                              <p:cond delay="5500"/>
                            </p:stCondLst>
                            <p:childTnLst>
                              <p:par>
                                <p:cTn id="67" presetID="42" presetClass="entr" presetSubtype="0" fill="hold" grpId="0" nodeType="afterEffect">
                                  <p:stCondLst>
                                    <p:cond delay="0"/>
                                  </p:stCondLst>
                                  <p:childTnLst>
                                    <p:set>
                                      <p:cBhvr>
                                        <p:cTn id="68" dur="1" fill="hold">
                                          <p:stCondLst>
                                            <p:cond delay="0"/>
                                          </p:stCondLst>
                                        </p:cTn>
                                        <p:tgtEl>
                                          <p:spTgt spid="35"/>
                                        </p:tgtEl>
                                        <p:attrNameLst>
                                          <p:attrName>style.visibility</p:attrName>
                                        </p:attrNameLst>
                                      </p:cBhvr>
                                      <p:to>
                                        <p:strVal val="visible"/>
                                      </p:to>
                                    </p:set>
                                    <p:animEffect transition="in" filter="fade">
                                      <p:cBhvr>
                                        <p:cTn id="69" dur="500"/>
                                        <p:tgtEl>
                                          <p:spTgt spid="35"/>
                                        </p:tgtEl>
                                      </p:cBhvr>
                                    </p:animEffect>
                                    <p:anim calcmode="lin" valueType="num">
                                      <p:cBhvr>
                                        <p:cTn id="70" dur="500" fill="hold"/>
                                        <p:tgtEl>
                                          <p:spTgt spid="35"/>
                                        </p:tgtEl>
                                        <p:attrNameLst>
                                          <p:attrName>ppt_x</p:attrName>
                                        </p:attrNameLst>
                                      </p:cBhvr>
                                      <p:tavLst>
                                        <p:tav tm="0">
                                          <p:val>
                                            <p:strVal val="#ppt_x"/>
                                          </p:val>
                                        </p:tav>
                                        <p:tav tm="100000">
                                          <p:val>
                                            <p:strVal val="#ppt_x"/>
                                          </p:val>
                                        </p:tav>
                                      </p:tavLst>
                                    </p:anim>
                                    <p:anim calcmode="lin" valueType="num">
                                      <p:cBhvr>
                                        <p:cTn id="71" dur="500" fill="hold"/>
                                        <p:tgtEl>
                                          <p:spTgt spid="35"/>
                                        </p:tgtEl>
                                        <p:attrNameLst>
                                          <p:attrName>ppt_y</p:attrName>
                                        </p:attrNameLst>
                                      </p:cBhvr>
                                      <p:tavLst>
                                        <p:tav tm="0">
                                          <p:val>
                                            <p:strVal val="#ppt_y+.1"/>
                                          </p:val>
                                        </p:tav>
                                        <p:tav tm="100000">
                                          <p:val>
                                            <p:strVal val="#ppt_y"/>
                                          </p:val>
                                        </p:tav>
                                      </p:tavLst>
                                    </p:anim>
                                  </p:childTnLst>
                                </p:cTn>
                              </p:par>
                            </p:childTnLst>
                          </p:cTn>
                        </p:par>
                        <p:par>
                          <p:cTn id="72" fill="hold">
                            <p:stCondLst>
                              <p:cond delay="6000"/>
                            </p:stCondLst>
                            <p:childTnLst>
                              <p:par>
                                <p:cTn id="73" presetID="53" presetClass="entr" presetSubtype="16" fill="hold" grpId="0" nodeType="afterEffect" nodePh="1">
                                  <p:stCondLst>
                                    <p:cond delay="0"/>
                                  </p:stCondLst>
                                  <p:endCondLst>
                                    <p:cond evt="begin" delay="0">
                                      <p:tn val="73"/>
                                    </p:cond>
                                  </p:endCondLst>
                                  <p:childTnLst>
                                    <p:set>
                                      <p:cBhvr>
                                        <p:cTn id="74" dur="1" fill="hold">
                                          <p:stCondLst>
                                            <p:cond delay="0"/>
                                          </p:stCondLst>
                                        </p:cTn>
                                        <p:tgtEl>
                                          <p:spTgt spid="17">
                                            <p:txEl>
                                              <p:pRg st="0" end="0"/>
                                            </p:txEl>
                                          </p:spTgt>
                                        </p:tgtEl>
                                        <p:attrNameLst>
                                          <p:attrName>style.visibility</p:attrName>
                                        </p:attrNameLst>
                                      </p:cBhvr>
                                      <p:to>
                                        <p:strVal val="visible"/>
                                      </p:to>
                                    </p:set>
                                    <p:anim calcmode="lin" valueType="num">
                                      <p:cBhvr>
                                        <p:cTn id="75" dur="500" fill="hold"/>
                                        <p:tgtEl>
                                          <p:spTgt spid="17">
                                            <p:txEl>
                                              <p:pRg st="0" end="0"/>
                                            </p:txEl>
                                          </p:spTgt>
                                        </p:tgtEl>
                                        <p:attrNameLst>
                                          <p:attrName>ppt_w</p:attrName>
                                        </p:attrNameLst>
                                      </p:cBhvr>
                                      <p:tavLst>
                                        <p:tav tm="0">
                                          <p:val>
                                            <p:fltVal val="0"/>
                                          </p:val>
                                        </p:tav>
                                        <p:tav tm="100000">
                                          <p:val>
                                            <p:strVal val="#ppt_w"/>
                                          </p:val>
                                        </p:tav>
                                      </p:tavLst>
                                    </p:anim>
                                    <p:anim calcmode="lin" valueType="num">
                                      <p:cBhvr>
                                        <p:cTn id="76" dur="500" fill="hold"/>
                                        <p:tgtEl>
                                          <p:spTgt spid="17">
                                            <p:txEl>
                                              <p:pRg st="0" end="0"/>
                                            </p:txEl>
                                          </p:spTgt>
                                        </p:tgtEl>
                                        <p:attrNameLst>
                                          <p:attrName>ppt_h</p:attrName>
                                        </p:attrNameLst>
                                      </p:cBhvr>
                                      <p:tavLst>
                                        <p:tav tm="0">
                                          <p:val>
                                            <p:fltVal val="0"/>
                                          </p:val>
                                        </p:tav>
                                        <p:tav tm="100000">
                                          <p:val>
                                            <p:strVal val="#ppt_h"/>
                                          </p:val>
                                        </p:tav>
                                      </p:tavLst>
                                    </p:anim>
                                    <p:animEffect transition="in" filter="fade">
                                      <p:cBhvr>
                                        <p:cTn id="77" dur="500"/>
                                        <p:tgtEl>
                                          <p:spTgt spid="17">
                                            <p:txEl>
                                              <p:pRg st="0" end="0"/>
                                            </p:txEl>
                                          </p:spTgt>
                                        </p:tgtEl>
                                      </p:cBhvr>
                                    </p:animEffect>
                                  </p:childTnLst>
                                </p:cTn>
                              </p:par>
                            </p:childTnLst>
                          </p:cTn>
                        </p:par>
                        <p:par>
                          <p:cTn id="78" fill="hold">
                            <p:stCondLst>
                              <p:cond delay="6500"/>
                            </p:stCondLst>
                            <p:childTnLst>
                              <p:par>
                                <p:cTn id="79" presetID="42" presetClass="entr" presetSubtype="0" fill="hold" grpId="0" nodeType="afterEffect" nodePh="1">
                                  <p:stCondLst>
                                    <p:cond delay="0"/>
                                  </p:stCondLst>
                                  <p:endCondLst>
                                    <p:cond evt="begin" delay="0">
                                      <p:tn val="79"/>
                                    </p:cond>
                                  </p:endCondLst>
                                  <p:childTnLst>
                                    <p:set>
                                      <p:cBhvr>
                                        <p:cTn id="80" dur="1" fill="hold">
                                          <p:stCondLst>
                                            <p:cond delay="0"/>
                                          </p:stCondLst>
                                        </p:cTn>
                                        <p:tgtEl>
                                          <p:spTgt spid="23">
                                            <p:txEl>
                                              <p:pRg st="0" end="0"/>
                                            </p:txEl>
                                          </p:spTgt>
                                        </p:tgtEl>
                                        <p:attrNameLst>
                                          <p:attrName>style.visibility</p:attrName>
                                        </p:attrNameLst>
                                      </p:cBhvr>
                                      <p:to>
                                        <p:strVal val="visible"/>
                                      </p:to>
                                    </p:set>
                                    <p:animEffect transition="in" filter="fade">
                                      <p:cBhvr>
                                        <p:cTn id="81" dur="500"/>
                                        <p:tgtEl>
                                          <p:spTgt spid="23">
                                            <p:txEl>
                                              <p:pRg st="0" end="0"/>
                                            </p:txEl>
                                          </p:spTgt>
                                        </p:tgtEl>
                                      </p:cBhvr>
                                    </p:animEffect>
                                    <p:anim calcmode="lin" valueType="num">
                                      <p:cBhvr>
                                        <p:cTn id="82" dur="500" fill="hold"/>
                                        <p:tgtEl>
                                          <p:spTgt spid="23">
                                            <p:txEl>
                                              <p:pRg st="0" end="0"/>
                                            </p:txEl>
                                          </p:spTgt>
                                        </p:tgtEl>
                                        <p:attrNameLst>
                                          <p:attrName>ppt_x</p:attrName>
                                        </p:attrNameLst>
                                      </p:cBhvr>
                                      <p:tavLst>
                                        <p:tav tm="0">
                                          <p:val>
                                            <p:strVal val="#ppt_x"/>
                                          </p:val>
                                        </p:tav>
                                        <p:tav tm="100000">
                                          <p:val>
                                            <p:strVal val="#ppt_x"/>
                                          </p:val>
                                        </p:tav>
                                      </p:tavLst>
                                    </p:anim>
                                    <p:anim calcmode="lin" valueType="num">
                                      <p:cBhvr>
                                        <p:cTn id="83" dur="500" fill="hold"/>
                                        <p:tgtEl>
                                          <p:spTgt spid="23">
                                            <p:txEl>
                                              <p:pRg st="0" end="0"/>
                                            </p:txEl>
                                          </p:spTgt>
                                        </p:tgtEl>
                                        <p:attrNameLst>
                                          <p:attrName>ppt_y</p:attrName>
                                        </p:attrNameLst>
                                      </p:cBhvr>
                                      <p:tavLst>
                                        <p:tav tm="0">
                                          <p:val>
                                            <p:strVal val="#ppt_y+.1"/>
                                          </p:val>
                                        </p:tav>
                                        <p:tav tm="100000">
                                          <p:val>
                                            <p:strVal val="#ppt_y"/>
                                          </p:val>
                                        </p:tav>
                                      </p:tavLst>
                                    </p:anim>
                                  </p:childTnLst>
                                </p:cTn>
                              </p:par>
                            </p:childTnLst>
                          </p:cTn>
                        </p:par>
                        <p:par>
                          <p:cTn id="84" fill="hold">
                            <p:stCondLst>
                              <p:cond delay="7000"/>
                            </p:stCondLst>
                            <p:childTnLst>
                              <p:par>
                                <p:cTn id="85" presetID="53" presetClass="entr" presetSubtype="16" fill="hold" nodeType="afterEffect">
                                  <p:stCondLst>
                                    <p:cond delay="0"/>
                                  </p:stCondLst>
                                  <p:childTnLst>
                                    <p:set>
                                      <p:cBhvr>
                                        <p:cTn id="86" dur="1" fill="hold">
                                          <p:stCondLst>
                                            <p:cond delay="0"/>
                                          </p:stCondLst>
                                        </p:cTn>
                                        <p:tgtEl>
                                          <p:spTgt spid="47"/>
                                        </p:tgtEl>
                                        <p:attrNameLst>
                                          <p:attrName>style.visibility</p:attrName>
                                        </p:attrNameLst>
                                      </p:cBhvr>
                                      <p:to>
                                        <p:strVal val="visible"/>
                                      </p:to>
                                    </p:set>
                                    <p:anim calcmode="lin" valueType="num">
                                      <p:cBhvr>
                                        <p:cTn id="87" dur="500" fill="hold"/>
                                        <p:tgtEl>
                                          <p:spTgt spid="47"/>
                                        </p:tgtEl>
                                        <p:attrNameLst>
                                          <p:attrName>ppt_w</p:attrName>
                                        </p:attrNameLst>
                                      </p:cBhvr>
                                      <p:tavLst>
                                        <p:tav tm="0">
                                          <p:val>
                                            <p:fltVal val="0"/>
                                          </p:val>
                                        </p:tav>
                                        <p:tav tm="100000">
                                          <p:val>
                                            <p:strVal val="#ppt_w"/>
                                          </p:val>
                                        </p:tav>
                                      </p:tavLst>
                                    </p:anim>
                                    <p:anim calcmode="lin" valueType="num">
                                      <p:cBhvr>
                                        <p:cTn id="88" dur="500" fill="hold"/>
                                        <p:tgtEl>
                                          <p:spTgt spid="47"/>
                                        </p:tgtEl>
                                        <p:attrNameLst>
                                          <p:attrName>ppt_h</p:attrName>
                                        </p:attrNameLst>
                                      </p:cBhvr>
                                      <p:tavLst>
                                        <p:tav tm="0">
                                          <p:val>
                                            <p:fltVal val="0"/>
                                          </p:val>
                                        </p:tav>
                                        <p:tav tm="100000">
                                          <p:val>
                                            <p:strVal val="#ppt_h"/>
                                          </p:val>
                                        </p:tav>
                                      </p:tavLst>
                                    </p:anim>
                                    <p:animEffect transition="in" filter="fade">
                                      <p:cBhvr>
                                        <p:cTn id="89" dur="500"/>
                                        <p:tgtEl>
                                          <p:spTgt spid="47"/>
                                        </p:tgtEl>
                                      </p:cBhvr>
                                    </p:animEffect>
                                  </p:childTnLst>
                                </p:cTn>
                              </p:par>
                            </p:childTnLst>
                          </p:cTn>
                        </p:par>
                        <p:par>
                          <p:cTn id="90" fill="hold">
                            <p:stCondLst>
                              <p:cond delay="7500"/>
                            </p:stCondLst>
                            <p:childTnLst>
                              <p:par>
                                <p:cTn id="91" presetID="42" presetClass="entr" presetSubtype="0" fill="hold" grpId="0" nodeType="afterEffect">
                                  <p:stCondLst>
                                    <p:cond delay="0"/>
                                  </p:stCondLst>
                                  <p:childTnLst>
                                    <p:set>
                                      <p:cBhvr>
                                        <p:cTn id="92" dur="1" fill="hold">
                                          <p:stCondLst>
                                            <p:cond delay="0"/>
                                          </p:stCondLst>
                                        </p:cTn>
                                        <p:tgtEl>
                                          <p:spTgt spid="37"/>
                                        </p:tgtEl>
                                        <p:attrNameLst>
                                          <p:attrName>style.visibility</p:attrName>
                                        </p:attrNameLst>
                                      </p:cBhvr>
                                      <p:to>
                                        <p:strVal val="visible"/>
                                      </p:to>
                                    </p:set>
                                    <p:animEffect transition="in" filter="fade">
                                      <p:cBhvr>
                                        <p:cTn id="93" dur="500"/>
                                        <p:tgtEl>
                                          <p:spTgt spid="37"/>
                                        </p:tgtEl>
                                      </p:cBhvr>
                                    </p:animEffect>
                                    <p:anim calcmode="lin" valueType="num">
                                      <p:cBhvr>
                                        <p:cTn id="94" dur="500" fill="hold"/>
                                        <p:tgtEl>
                                          <p:spTgt spid="37"/>
                                        </p:tgtEl>
                                        <p:attrNameLst>
                                          <p:attrName>ppt_x</p:attrName>
                                        </p:attrNameLst>
                                      </p:cBhvr>
                                      <p:tavLst>
                                        <p:tav tm="0">
                                          <p:val>
                                            <p:strVal val="#ppt_x"/>
                                          </p:val>
                                        </p:tav>
                                        <p:tav tm="100000">
                                          <p:val>
                                            <p:strVal val="#ppt_x"/>
                                          </p:val>
                                        </p:tav>
                                      </p:tavLst>
                                    </p:anim>
                                    <p:anim calcmode="lin" valueType="num">
                                      <p:cBhvr>
                                        <p:cTn id="95" dur="500" fill="hold"/>
                                        <p:tgtEl>
                                          <p:spTgt spid="37"/>
                                        </p:tgtEl>
                                        <p:attrNameLst>
                                          <p:attrName>ppt_y</p:attrName>
                                        </p:attrNameLst>
                                      </p:cBhvr>
                                      <p:tavLst>
                                        <p:tav tm="0">
                                          <p:val>
                                            <p:strVal val="#ppt_y+.1"/>
                                          </p:val>
                                        </p:tav>
                                        <p:tav tm="100000">
                                          <p:val>
                                            <p:strVal val="#ppt_y"/>
                                          </p:val>
                                        </p:tav>
                                      </p:tavLst>
                                    </p:anim>
                                  </p:childTnLst>
                                </p:cTn>
                              </p:par>
                            </p:childTnLst>
                          </p:cTn>
                        </p:par>
                        <p:par>
                          <p:cTn id="96" fill="hold">
                            <p:stCondLst>
                              <p:cond delay="8000"/>
                            </p:stCondLst>
                            <p:childTnLst>
                              <p:par>
                                <p:cTn id="97" presetID="53" presetClass="entr" presetSubtype="16" fill="hold" grpId="0" nodeType="afterEffect" nodePh="1">
                                  <p:stCondLst>
                                    <p:cond delay="0"/>
                                  </p:stCondLst>
                                  <p:endCondLst>
                                    <p:cond evt="begin" delay="0">
                                      <p:tn val="97"/>
                                    </p:cond>
                                  </p:endCondLst>
                                  <p:childTnLst>
                                    <p:set>
                                      <p:cBhvr>
                                        <p:cTn id="98" dur="1" fill="hold">
                                          <p:stCondLst>
                                            <p:cond delay="0"/>
                                          </p:stCondLst>
                                        </p:cTn>
                                        <p:tgtEl>
                                          <p:spTgt spid="19">
                                            <p:txEl>
                                              <p:pRg st="0" end="0"/>
                                            </p:txEl>
                                          </p:spTgt>
                                        </p:tgtEl>
                                        <p:attrNameLst>
                                          <p:attrName>style.visibility</p:attrName>
                                        </p:attrNameLst>
                                      </p:cBhvr>
                                      <p:to>
                                        <p:strVal val="visible"/>
                                      </p:to>
                                    </p:set>
                                    <p:anim calcmode="lin" valueType="num">
                                      <p:cBhvr>
                                        <p:cTn id="99" dur="500" fill="hold"/>
                                        <p:tgtEl>
                                          <p:spTgt spid="19">
                                            <p:txEl>
                                              <p:pRg st="0" end="0"/>
                                            </p:txEl>
                                          </p:spTgt>
                                        </p:tgtEl>
                                        <p:attrNameLst>
                                          <p:attrName>ppt_w</p:attrName>
                                        </p:attrNameLst>
                                      </p:cBhvr>
                                      <p:tavLst>
                                        <p:tav tm="0">
                                          <p:val>
                                            <p:fltVal val="0"/>
                                          </p:val>
                                        </p:tav>
                                        <p:tav tm="100000">
                                          <p:val>
                                            <p:strVal val="#ppt_w"/>
                                          </p:val>
                                        </p:tav>
                                      </p:tavLst>
                                    </p:anim>
                                    <p:anim calcmode="lin" valueType="num">
                                      <p:cBhvr>
                                        <p:cTn id="100" dur="500" fill="hold"/>
                                        <p:tgtEl>
                                          <p:spTgt spid="19">
                                            <p:txEl>
                                              <p:pRg st="0" end="0"/>
                                            </p:txEl>
                                          </p:spTgt>
                                        </p:tgtEl>
                                        <p:attrNameLst>
                                          <p:attrName>ppt_h</p:attrName>
                                        </p:attrNameLst>
                                      </p:cBhvr>
                                      <p:tavLst>
                                        <p:tav tm="0">
                                          <p:val>
                                            <p:fltVal val="0"/>
                                          </p:val>
                                        </p:tav>
                                        <p:tav tm="100000">
                                          <p:val>
                                            <p:strVal val="#ppt_h"/>
                                          </p:val>
                                        </p:tav>
                                      </p:tavLst>
                                    </p:anim>
                                    <p:animEffect transition="in" filter="fade">
                                      <p:cBhvr>
                                        <p:cTn id="101" dur="500"/>
                                        <p:tgtEl>
                                          <p:spTgt spid="19">
                                            <p:txEl>
                                              <p:pRg st="0" end="0"/>
                                            </p:txEl>
                                          </p:spTgt>
                                        </p:tgtEl>
                                      </p:cBhvr>
                                    </p:animEffect>
                                  </p:childTnLst>
                                </p:cTn>
                              </p:par>
                            </p:childTnLst>
                          </p:cTn>
                        </p:par>
                        <p:par>
                          <p:cTn id="102" fill="hold">
                            <p:stCondLst>
                              <p:cond delay="8500"/>
                            </p:stCondLst>
                            <p:childTnLst>
                              <p:par>
                                <p:cTn id="103" presetID="42" presetClass="entr" presetSubtype="0" fill="hold" grpId="0" nodeType="afterEffect" nodePh="1">
                                  <p:stCondLst>
                                    <p:cond delay="0"/>
                                  </p:stCondLst>
                                  <p:endCondLst>
                                    <p:cond evt="begin" delay="0">
                                      <p:tn val="103"/>
                                    </p:cond>
                                  </p:endCondLst>
                                  <p:childTnLst>
                                    <p:set>
                                      <p:cBhvr>
                                        <p:cTn id="104" dur="1" fill="hold">
                                          <p:stCondLst>
                                            <p:cond delay="0"/>
                                          </p:stCondLst>
                                        </p:cTn>
                                        <p:tgtEl>
                                          <p:spTgt spid="24">
                                            <p:txEl>
                                              <p:pRg st="0" end="0"/>
                                            </p:txEl>
                                          </p:spTgt>
                                        </p:tgtEl>
                                        <p:attrNameLst>
                                          <p:attrName>style.visibility</p:attrName>
                                        </p:attrNameLst>
                                      </p:cBhvr>
                                      <p:to>
                                        <p:strVal val="visible"/>
                                      </p:to>
                                    </p:set>
                                    <p:animEffect transition="in" filter="fade">
                                      <p:cBhvr>
                                        <p:cTn id="105" dur="500"/>
                                        <p:tgtEl>
                                          <p:spTgt spid="24">
                                            <p:txEl>
                                              <p:pRg st="0" end="0"/>
                                            </p:txEl>
                                          </p:spTgt>
                                        </p:tgtEl>
                                      </p:cBhvr>
                                    </p:animEffect>
                                    <p:anim calcmode="lin" valueType="num">
                                      <p:cBhvr>
                                        <p:cTn id="106"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p:cTn id="107" dur="500" fill="hold"/>
                                        <p:tgtEl>
                                          <p:spTgt spid="24">
                                            <p:txEl>
                                              <p:pRg st="0" end="0"/>
                                            </p:txEl>
                                          </p:spTgt>
                                        </p:tgtEl>
                                        <p:attrNameLst>
                                          <p:attrName>ppt_y</p:attrName>
                                        </p:attrNameLst>
                                      </p:cBhvr>
                                      <p:tavLst>
                                        <p:tav tm="0">
                                          <p:val>
                                            <p:strVal val="#ppt_y+.1"/>
                                          </p:val>
                                        </p:tav>
                                        <p:tav tm="100000">
                                          <p:val>
                                            <p:strVal val="#ppt_y"/>
                                          </p:val>
                                        </p:tav>
                                      </p:tavLst>
                                    </p:anim>
                                  </p:childTnLst>
                                </p:cTn>
                              </p:par>
                            </p:childTnLst>
                          </p:cTn>
                        </p:par>
                        <p:par>
                          <p:cTn id="108" fill="hold">
                            <p:stCondLst>
                              <p:cond delay="9000"/>
                            </p:stCondLst>
                            <p:childTnLst>
                              <p:par>
                                <p:cTn id="109" presetID="53" presetClass="entr" presetSubtype="16" fill="hold" nodeType="afterEffect">
                                  <p:stCondLst>
                                    <p:cond delay="0"/>
                                  </p:stCondLst>
                                  <p:childTnLst>
                                    <p:set>
                                      <p:cBhvr>
                                        <p:cTn id="110" dur="1" fill="hold">
                                          <p:stCondLst>
                                            <p:cond delay="0"/>
                                          </p:stCondLst>
                                        </p:cTn>
                                        <p:tgtEl>
                                          <p:spTgt spid="54"/>
                                        </p:tgtEl>
                                        <p:attrNameLst>
                                          <p:attrName>style.visibility</p:attrName>
                                        </p:attrNameLst>
                                      </p:cBhvr>
                                      <p:to>
                                        <p:strVal val="visible"/>
                                      </p:to>
                                    </p:set>
                                    <p:anim calcmode="lin" valueType="num">
                                      <p:cBhvr>
                                        <p:cTn id="111" dur="500" fill="hold"/>
                                        <p:tgtEl>
                                          <p:spTgt spid="54"/>
                                        </p:tgtEl>
                                        <p:attrNameLst>
                                          <p:attrName>ppt_w</p:attrName>
                                        </p:attrNameLst>
                                      </p:cBhvr>
                                      <p:tavLst>
                                        <p:tav tm="0">
                                          <p:val>
                                            <p:fltVal val="0"/>
                                          </p:val>
                                        </p:tav>
                                        <p:tav tm="100000">
                                          <p:val>
                                            <p:strVal val="#ppt_w"/>
                                          </p:val>
                                        </p:tav>
                                      </p:tavLst>
                                    </p:anim>
                                    <p:anim calcmode="lin" valueType="num">
                                      <p:cBhvr>
                                        <p:cTn id="112" dur="500" fill="hold"/>
                                        <p:tgtEl>
                                          <p:spTgt spid="54"/>
                                        </p:tgtEl>
                                        <p:attrNameLst>
                                          <p:attrName>ppt_h</p:attrName>
                                        </p:attrNameLst>
                                      </p:cBhvr>
                                      <p:tavLst>
                                        <p:tav tm="0">
                                          <p:val>
                                            <p:fltVal val="0"/>
                                          </p:val>
                                        </p:tav>
                                        <p:tav tm="100000">
                                          <p:val>
                                            <p:strVal val="#ppt_h"/>
                                          </p:val>
                                        </p:tav>
                                      </p:tavLst>
                                    </p:anim>
                                    <p:animEffect transition="in" filter="fade">
                                      <p:cBhvr>
                                        <p:cTn id="113" dur="500"/>
                                        <p:tgtEl>
                                          <p:spTgt spid="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13"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3"/>
                        </p:tgtEl>
                        <p:attrNameLst>
                          <p:attrName>style.visibility</p:attrName>
                        </p:attrNameLst>
                      </p:cBhvr>
                      <p:to>
                        <p:strVal val="visible"/>
                      </p:to>
                    </p:set>
                    <p:anim calcmode="lin" valueType="num">
                      <p:cBhvr>
                        <p:cTn dur="500" fill="hold"/>
                        <p:tgtEl>
                          <p:spTgt spid="13"/>
                        </p:tgtEl>
                        <p:attrNameLst>
                          <p:attrName>ppt_w</p:attrName>
                        </p:attrNameLst>
                      </p:cBhvr>
                      <p:tavLst>
                        <p:tav tm="0">
                          <p:val>
                            <p:fltVal val="0"/>
                          </p:val>
                        </p:tav>
                        <p:tav tm="100000">
                          <p:val>
                            <p:strVal val="#ppt_w"/>
                          </p:val>
                        </p:tav>
                      </p:tavLst>
                    </p:anim>
                    <p:anim calcmode="lin" valueType="num">
                      <p:cBhvr>
                        <p:cTn dur="500" fill="hold"/>
                        <p:tgtEl>
                          <p:spTgt spid="13"/>
                        </p:tgtEl>
                        <p:attrNameLst>
                          <p:attrName>ppt_h</p:attrName>
                        </p:attrNameLst>
                      </p:cBhvr>
                      <p:tavLst>
                        <p:tav tm="0">
                          <p:val>
                            <p:fltVal val="0"/>
                          </p:val>
                        </p:tav>
                        <p:tav tm="100000">
                          <p:val>
                            <p:strVal val="#ppt_h"/>
                          </p:val>
                        </p:tav>
                      </p:tavLst>
                    </p:anim>
                    <p:animEffect transition="in" filter="fade">
                      <p:cBhvr>
                        <p:cTn dur="500"/>
                        <p:tgtEl>
                          <p:spTgt spid="13"/>
                        </p:tgtEl>
                      </p:cBhvr>
                    </p:animEffect>
                  </p:childTnLst>
                </p:cTn>
              </p:par>
            </p:tnLst>
          </p:tmpl>
        </p:tmplLst>
      </p:bldP>
      <p:bldP spid="15"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5"/>
                        </p:tgtEl>
                        <p:attrNameLst>
                          <p:attrName>style.visibility</p:attrName>
                        </p:attrNameLst>
                      </p:cBhvr>
                      <p:to>
                        <p:strVal val="visible"/>
                      </p:to>
                    </p:set>
                    <p:anim calcmode="lin" valueType="num">
                      <p:cBhvr>
                        <p:cTn dur="500" fill="hold"/>
                        <p:tgtEl>
                          <p:spTgt spid="15"/>
                        </p:tgtEl>
                        <p:attrNameLst>
                          <p:attrName>ppt_w</p:attrName>
                        </p:attrNameLst>
                      </p:cBhvr>
                      <p:tavLst>
                        <p:tav tm="0">
                          <p:val>
                            <p:fltVal val="0"/>
                          </p:val>
                        </p:tav>
                        <p:tav tm="100000">
                          <p:val>
                            <p:strVal val="#ppt_w"/>
                          </p:val>
                        </p:tav>
                      </p:tavLst>
                    </p:anim>
                    <p:anim calcmode="lin" valueType="num">
                      <p:cBhvr>
                        <p:cTn dur="500" fill="hold"/>
                        <p:tgtEl>
                          <p:spTgt spid="15"/>
                        </p:tgtEl>
                        <p:attrNameLst>
                          <p:attrName>ppt_h</p:attrName>
                        </p:attrNameLst>
                      </p:cBhvr>
                      <p:tavLst>
                        <p:tav tm="0">
                          <p:val>
                            <p:fltVal val="0"/>
                          </p:val>
                        </p:tav>
                        <p:tav tm="100000">
                          <p:val>
                            <p:strVal val="#ppt_h"/>
                          </p:val>
                        </p:tav>
                      </p:tavLst>
                    </p:anim>
                    <p:animEffect transition="in" filter="fade">
                      <p:cBhvr>
                        <p:cTn dur="500"/>
                        <p:tgtEl>
                          <p:spTgt spid="15"/>
                        </p:tgtEl>
                      </p:cBhvr>
                    </p:animEffect>
                  </p:childTnLst>
                </p:cTn>
              </p:par>
            </p:tnLst>
          </p:tmpl>
        </p:tmplLst>
      </p:bldP>
      <p:bldP spid="17"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7"/>
                        </p:tgtEl>
                        <p:attrNameLst>
                          <p:attrName>style.visibility</p:attrName>
                        </p:attrNameLst>
                      </p:cBhvr>
                      <p:to>
                        <p:strVal val="visible"/>
                      </p:to>
                    </p:set>
                    <p:anim calcmode="lin" valueType="num">
                      <p:cBhvr>
                        <p:cTn dur="500" fill="hold"/>
                        <p:tgtEl>
                          <p:spTgt spid="17"/>
                        </p:tgtEl>
                        <p:attrNameLst>
                          <p:attrName>ppt_w</p:attrName>
                        </p:attrNameLst>
                      </p:cBhvr>
                      <p:tavLst>
                        <p:tav tm="0">
                          <p:val>
                            <p:fltVal val="0"/>
                          </p:val>
                        </p:tav>
                        <p:tav tm="100000">
                          <p:val>
                            <p:strVal val="#ppt_w"/>
                          </p:val>
                        </p:tav>
                      </p:tavLst>
                    </p:anim>
                    <p:anim calcmode="lin" valueType="num">
                      <p:cBhvr>
                        <p:cTn dur="500" fill="hold"/>
                        <p:tgtEl>
                          <p:spTgt spid="17"/>
                        </p:tgtEl>
                        <p:attrNameLst>
                          <p:attrName>ppt_h</p:attrName>
                        </p:attrNameLst>
                      </p:cBhvr>
                      <p:tavLst>
                        <p:tav tm="0">
                          <p:val>
                            <p:fltVal val="0"/>
                          </p:val>
                        </p:tav>
                        <p:tav tm="100000">
                          <p:val>
                            <p:strVal val="#ppt_h"/>
                          </p:val>
                        </p:tav>
                      </p:tavLst>
                    </p:anim>
                    <p:animEffect transition="in" filter="fade">
                      <p:cBhvr>
                        <p:cTn dur="500"/>
                        <p:tgtEl>
                          <p:spTgt spid="17"/>
                        </p:tgtEl>
                      </p:cBhvr>
                    </p:animEffect>
                  </p:childTnLst>
                </p:cTn>
              </p:par>
            </p:tnLst>
          </p:tmpl>
        </p:tmplLst>
      </p:bldP>
      <p:bldP spid="19"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9"/>
                        </p:tgtEl>
                        <p:attrNameLst>
                          <p:attrName>style.visibility</p:attrName>
                        </p:attrNameLst>
                      </p:cBhvr>
                      <p:to>
                        <p:strVal val="visible"/>
                      </p:to>
                    </p:set>
                    <p:anim calcmode="lin" valueType="num">
                      <p:cBhvr>
                        <p:cTn dur="500" fill="hold"/>
                        <p:tgtEl>
                          <p:spTgt spid="19"/>
                        </p:tgtEl>
                        <p:attrNameLst>
                          <p:attrName>ppt_w</p:attrName>
                        </p:attrNameLst>
                      </p:cBhvr>
                      <p:tavLst>
                        <p:tav tm="0">
                          <p:val>
                            <p:fltVal val="0"/>
                          </p:val>
                        </p:tav>
                        <p:tav tm="100000">
                          <p:val>
                            <p:strVal val="#ppt_w"/>
                          </p:val>
                        </p:tav>
                      </p:tavLst>
                    </p:anim>
                    <p:anim calcmode="lin" valueType="num">
                      <p:cBhvr>
                        <p:cTn dur="500" fill="hold"/>
                        <p:tgtEl>
                          <p:spTgt spid="19"/>
                        </p:tgtEl>
                        <p:attrNameLst>
                          <p:attrName>ppt_h</p:attrName>
                        </p:attrNameLst>
                      </p:cBhvr>
                      <p:tavLst>
                        <p:tav tm="0">
                          <p:val>
                            <p:fltVal val="0"/>
                          </p:val>
                        </p:tav>
                        <p:tav tm="100000">
                          <p:val>
                            <p:strVal val="#ppt_h"/>
                          </p:val>
                        </p:tav>
                      </p:tavLst>
                    </p:anim>
                    <p:animEffect transition="in" filter="fade">
                      <p:cBhvr>
                        <p:cTn dur="500"/>
                        <p:tgtEl>
                          <p:spTgt spid="19"/>
                        </p:tgtEl>
                      </p:cBhvr>
                    </p:animEffect>
                  </p:childTnLst>
                </p:cTn>
              </p:par>
            </p:tnLst>
          </p:tmpl>
        </p:tmplLst>
      </p:bldP>
      <p:bldP spid="21"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1"/>
                        </p:tgtEl>
                        <p:attrNameLst>
                          <p:attrName>style.visibility</p:attrName>
                        </p:attrNameLst>
                      </p:cBhvr>
                      <p:to>
                        <p:strVal val="visible"/>
                      </p:to>
                    </p:set>
                    <p:animEffect transition="in" filter="fade">
                      <p:cBhvr>
                        <p:cTn dur="500"/>
                        <p:tgtEl>
                          <p:spTgt spid="21"/>
                        </p:tgtEl>
                      </p:cBhvr>
                    </p:animEffect>
                    <p:anim calcmode="lin" valueType="num">
                      <p:cBhvr>
                        <p:cTn dur="500" fill="hold"/>
                        <p:tgtEl>
                          <p:spTgt spid="21"/>
                        </p:tgtEl>
                        <p:attrNameLst>
                          <p:attrName>ppt_x</p:attrName>
                        </p:attrNameLst>
                      </p:cBhvr>
                      <p:tavLst>
                        <p:tav tm="0">
                          <p:val>
                            <p:strVal val="#ppt_x"/>
                          </p:val>
                        </p:tav>
                        <p:tav tm="100000">
                          <p:val>
                            <p:strVal val="#ppt_x"/>
                          </p:val>
                        </p:tav>
                      </p:tavLst>
                    </p:anim>
                    <p:anim calcmode="lin" valueType="num">
                      <p:cBhvr>
                        <p:cTn dur="500" fill="hold"/>
                        <p:tgtEl>
                          <p:spTgt spid="21"/>
                        </p:tgtEl>
                        <p:attrNameLst>
                          <p:attrName>ppt_y</p:attrName>
                        </p:attrNameLst>
                      </p:cBhvr>
                      <p:tavLst>
                        <p:tav tm="0">
                          <p:val>
                            <p:strVal val="#ppt_y+.1"/>
                          </p:val>
                        </p:tav>
                        <p:tav tm="100000">
                          <p:val>
                            <p:strVal val="#ppt_y"/>
                          </p:val>
                        </p:tav>
                      </p:tavLst>
                    </p:anim>
                  </p:childTnLst>
                </p:cTn>
              </p:par>
            </p:tnLst>
          </p:tmpl>
        </p:tmplLst>
      </p:bldP>
      <p:bldP spid="22"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2"/>
                        </p:tgtEl>
                        <p:attrNameLst>
                          <p:attrName>style.visibility</p:attrName>
                        </p:attrNameLst>
                      </p:cBhvr>
                      <p:to>
                        <p:strVal val="visible"/>
                      </p:to>
                    </p:set>
                    <p:animEffect transition="in" filter="fade">
                      <p:cBhvr>
                        <p:cTn dur="500"/>
                        <p:tgtEl>
                          <p:spTgt spid="22"/>
                        </p:tgtEl>
                      </p:cBhvr>
                    </p:animEffect>
                    <p:anim calcmode="lin" valueType="num">
                      <p:cBhvr>
                        <p:cTn dur="500" fill="hold"/>
                        <p:tgtEl>
                          <p:spTgt spid="22"/>
                        </p:tgtEl>
                        <p:attrNameLst>
                          <p:attrName>ppt_x</p:attrName>
                        </p:attrNameLst>
                      </p:cBhvr>
                      <p:tavLst>
                        <p:tav tm="0">
                          <p:val>
                            <p:strVal val="#ppt_x"/>
                          </p:val>
                        </p:tav>
                        <p:tav tm="100000">
                          <p:val>
                            <p:strVal val="#ppt_x"/>
                          </p:val>
                        </p:tav>
                      </p:tavLst>
                    </p:anim>
                    <p:anim calcmode="lin" valueType="num">
                      <p:cBhvr>
                        <p:cTn dur="500" fill="hold"/>
                        <p:tgtEl>
                          <p:spTgt spid="22"/>
                        </p:tgtEl>
                        <p:attrNameLst>
                          <p:attrName>ppt_y</p:attrName>
                        </p:attrNameLst>
                      </p:cBhvr>
                      <p:tavLst>
                        <p:tav tm="0">
                          <p:val>
                            <p:strVal val="#ppt_y+.1"/>
                          </p:val>
                        </p:tav>
                        <p:tav tm="100000">
                          <p:val>
                            <p:strVal val="#ppt_y"/>
                          </p:val>
                        </p:tav>
                      </p:tavLst>
                    </p:anim>
                  </p:childTnLst>
                </p:cTn>
              </p:par>
            </p:tnLst>
          </p:tmpl>
        </p:tmplLst>
      </p:bldP>
      <p:bldP spid="23"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3"/>
                        </p:tgtEl>
                        <p:attrNameLst>
                          <p:attrName>style.visibility</p:attrName>
                        </p:attrNameLst>
                      </p:cBhvr>
                      <p:to>
                        <p:strVal val="visible"/>
                      </p:to>
                    </p:set>
                    <p:animEffect transition="in" filter="fade">
                      <p:cBhvr>
                        <p:cTn dur="500"/>
                        <p:tgtEl>
                          <p:spTgt spid="23"/>
                        </p:tgtEl>
                      </p:cBhvr>
                    </p:animEffect>
                    <p:anim calcmode="lin" valueType="num">
                      <p:cBhvr>
                        <p:cTn dur="500" fill="hold"/>
                        <p:tgtEl>
                          <p:spTgt spid="23"/>
                        </p:tgtEl>
                        <p:attrNameLst>
                          <p:attrName>ppt_x</p:attrName>
                        </p:attrNameLst>
                      </p:cBhvr>
                      <p:tavLst>
                        <p:tav tm="0">
                          <p:val>
                            <p:strVal val="#ppt_x"/>
                          </p:val>
                        </p:tav>
                        <p:tav tm="100000">
                          <p:val>
                            <p:strVal val="#ppt_x"/>
                          </p:val>
                        </p:tav>
                      </p:tavLst>
                    </p:anim>
                    <p:anim calcmode="lin" valueType="num">
                      <p:cBhvr>
                        <p:cTn dur="500" fill="hold"/>
                        <p:tgtEl>
                          <p:spTgt spid="23"/>
                        </p:tgtEl>
                        <p:attrNameLst>
                          <p:attrName>ppt_y</p:attrName>
                        </p:attrNameLst>
                      </p:cBhvr>
                      <p:tavLst>
                        <p:tav tm="0">
                          <p:val>
                            <p:strVal val="#ppt_y+.1"/>
                          </p:val>
                        </p:tav>
                        <p:tav tm="100000">
                          <p:val>
                            <p:strVal val="#ppt_y"/>
                          </p:val>
                        </p:tav>
                      </p:tavLst>
                    </p:anim>
                  </p:childTnLst>
                </p:cTn>
              </p:par>
            </p:tnLst>
          </p:tmpl>
        </p:tmplLst>
      </p:bldP>
      <p:bldP spid="24"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4"/>
                        </p:tgtEl>
                        <p:attrNameLst>
                          <p:attrName>style.visibility</p:attrName>
                        </p:attrNameLst>
                      </p:cBhvr>
                      <p:to>
                        <p:strVal val="visible"/>
                      </p:to>
                    </p:set>
                    <p:animEffect transition="in" filter="fade">
                      <p:cBhvr>
                        <p:cTn dur="500"/>
                        <p:tgtEl>
                          <p:spTgt spid="24"/>
                        </p:tgtEl>
                      </p:cBhvr>
                    </p:animEffect>
                    <p:anim calcmode="lin" valueType="num">
                      <p:cBhvr>
                        <p:cTn dur="500" fill="hold"/>
                        <p:tgtEl>
                          <p:spTgt spid="24"/>
                        </p:tgtEl>
                        <p:attrNameLst>
                          <p:attrName>ppt_x</p:attrName>
                        </p:attrNameLst>
                      </p:cBhvr>
                      <p:tavLst>
                        <p:tav tm="0">
                          <p:val>
                            <p:strVal val="#ppt_x"/>
                          </p:val>
                        </p:tav>
                        <p:tav tm="100000">
                          <p:val>
                            <p:strVal val="#ppt_x"/>
                          </p:val>
                        </p:tav>
                      </p:tavLst>
                    </p:anim>
                    <p:anim calcmode="lin" valueType="num">
                      <p:cBhvr>
                        <p:cTn dur="500" fill="hold"/>
                        <p:tgtEl>
                          <p:spTgt spid="24"/>
                        </p:tgtEl>
                        <p:attrNameLst>
                          <p:attrName>ppt_y</p:attrName>
                        </p:attrNameLst>
                      </p:cBhvr>
                      <p:tavLst>
                        <p:tav tm="0">
                          <p:val>
                            <p:strVal val="#ppt_y+.1"/>
                          </p:val>
                        </p:tav>
                        <p:tav tm="100000">
                          <p:val>
                            <p:strVal val="#ppt_y"/>
                          </p:val>
                        </p:tav>
                      </p:tavLst>
                    </p:anim>
                  </p:childTnLst>
                </p:cTn>
              </p:par>
            </p:tnLst>
          </p:tmpl>
        </p:tmplLst>
      </p:bldP>
      <p:bldP spid="31" grpId="0" animBg="1"/>
      <p:bldP spid="33" grpId="0" animBg="1"/>
      <p:bldP spid="35" grpId="0" animBg="1"/>
      <p:bldP spid="37" grpId="0" animBg="1"/>
    </p:bldLst>
  </p:timing>
</p:sldLayout>
</file>

<file path=ppt/slideLayouts/slideLayout624.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13" name="Text Placeholder 21"/>
          <p:cNvSpPr>
            <a:spLocks noGrp="1"/>
          </p:cNvSpPr>
          <p:nvPr>
            <p:ph type="body" sz="quarter" idx="20"/>
          </p:nvPr>
        </p:nvSpPr>
        <p:spPr>
          <a:xfrm>
            <a:off x="8153400" y="5316142"/>
            <a:ext cx="2492492" cy="256811"/>
          </a:xfrm>
        </p:spPr>
        <p:txBody>
          <a:bodyPr>
            <a:noAutofit/>
          </a:bodyPr>
          <a:lstStyle>
            <a:lvl1pPr algn="ctr">
              <a:defRPr sz="14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1" name="Text Placeholder 21"/>
          <p:cNvSpPr>
            <a:spLocks noGrp="1"/>
          </p:cNvSpPr>
          <p:nvPr>
            <p:ph type="body" sz="quarter" idx="29"/>
          </p:nvPr>
        </p:nvSpPr>
        <p:spPr>
          <a:xfrm>
            <a:off x="8153400" y="5593818"/>
            <a:ext cx="2492492" cy="330467"/>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1" name="Picture Placeholder 30"/>
          <p:cNvSpPr>
            <a:spLocks noGrp="1"/>
          </p:cNvSpPr>
          <p:nvPr>
            <p:ph type="pic" sz="quarter" idx="33" hasCustomPrompt="1"/>
          </p:nvPr>
        </p:nvSpPr>
        <p:spPr>
          <a:xfrm>
            <a:off x="8153400" y="1898601"/>
            <a:ext cx="2492492" cy="3145782"/>
          </a:xfrm>
          <a:solidFill>
            <a:schemeClr val="bg1">
              <a:lumMod val="85000"/>
            </a:schemeClr>
          </a:solidFill>
        </p:spPr>
        <p:txBody>
          <a:bodyPr/>
          <a:lstStyle>
            <a:lvl1pPr>
              <a:defRPr/>
            </a:lvl1pPr>
          </a:lstStyle>
          <a:p>
            <a:r>
              <a:rPr lang="id-ID" dirty="0" smtClean="0"/>
              <a:t>Pic here</a:t>
            </a:r>
            <a:endParaRPr lang="en-AU" dirty="0"/>
          </a:p>
        </p:txBody>
      </p:sp>
      <p:sp>
        <p:nvSpPr>
          <p:cNvPr id="25" name="Text Placeholder 21"/>
          <p:cNvSpPr>
            <a:spLocks noGrp="1"/>
          </p:cNvSpPr>
          <p:nvPr>
            <p:ph type="body" sz="quarter" idx="34"/>
          </p:nvPr>
        </p:nvSpPr>
        <p:spPr>
          <a:xfrm>
            <a:off x="479425" y="2048885"/>
            <a:ext cx="5616575" cy="360363"/>
          </a:xfrm>
        </p:spPr>
        <p:txBody>
          <a:bodyPr/>
          <a:lstStyle>
            <a:lvl1pP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6" name="Text Placeholder 21"/>
          <p:cNvSpPr>
            <a:spLocks noGrp="1"/>
          </p:cNvSpPr>
          <p:nvPr>
            <p:ph type="body" sz="quarter" idx="21"/>
          </p:nvPr>
        </p:nvSpPr>
        <p:spPr>
          <a:xfrm>
            <a:off x="479425" y="2457996"/>
            <a:ext cx="5616575" cy="971004"/>
          </a:xfrm>
        </p:spPr>
        <p:txBody>
          <a:bodyPr>
            <a:normAutofit/>
          </a:bodyPr>
          <a:lstStyle>
            <a:lvl1pP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Tree>
    <p:extLst>
      <p:ext uri="{BB962C8B-B14F-4D97-AF65-F5344CB8AC3E}">
        <p14:creationId xmlns:p14="http://schemas.microsoft.com/office/powerpoint/2010/main" val="328528528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42" presetClass="entr" presetSubtype="0" fill="hold" grpId="0" nodeType="afterEffect">
                                  <p:stCondLst>
                                    <p:cond delay="0"/>
                                  </p:stCondLst>
                                  <p:childTnLst>
                                    <p:set>
                                      <p:cBhvr>
                                        <p:cTn id="20" dur="1" fill="hold">
                                          <p:stCondLst>
                                            <p:cond delay="0"/>
                                          </p:stCondLst>
                                        </p:cTn>
                                        <p:tgtEl>
                                          <p:spTgt spid="31"/>
                                        </p:tgtEl>
                                        <p:attrNameLst>
                                          <p:attrName>style.visibility</p:attrName>
                                        </p:attrNameLst>
                                      </p:cBhvr>
                                      <p:to>
                                        <p:strVal val="visible"/>
                                      </p:to>
                                    </p:set>
                                    <p:animEffect transition="in" filter="fade">
                                      <p:cBhvr>
                                        <p:cTn id="21" dur="500"/>
                                        <p:tgtEl>
                                          <p:spTgt spid="31"/>
                                        </p:tgtEl>
                                      </p:cBhvr>
                                    </p:animEffect>
                                    <p:anim calcmode="lin" valueType="num">
                                      <p:cBhvr>
                                        <p:cTn id="22" dur="500" fill="hold"/>
                                        <p:tgtEl>
                                          <p:spTgt spid="31"/>
                                        </p:tgtEl>
                                        <p:attrNameLst>
                                          <p:attrName>ppt_x</p:attrName>
                                        </p:attrNameLst>
                                      </p:cBhvr>
                                      <p:tavLst>
                                        <p:tav tm="0">
                                          <p:val>
                                            <p:strVal val="#ppt_x"/>
                                          </p:val>
                                        </p:tav>
                                        <p:tav tm="100000">
                                          <p:val>
                                            <p:strVal val="#ppt_x"/>
                                          </p:val>
                                        </p:tav>
                                      </p:tavLst>
                                    </p:anim>
                                    <p:anim calcmode="lin" valueType="num">
                                      <p:cBhvr>
                                        <p:cTn id="23" dur="500" fill="hold"/>
                                        <p:tgtEl>
                                          <p:spTgt spid="31"/>
                                        </p:tgtEl>
                                        <p:attrNameLst>
                                          <p:attrName>ppt_y</p:attrName>
                                        </p:attrNameLst>
                                      </p:cBhvr>
                                      <p:tavLst>
                                        <p:tav tm="0">
                                          <p:val>
                                            <p:strVal val="#ppt_y+.1"/>
                                          </p:val>
                                        </p:tav>
                                        <p:tav tm="100000">
                                          <p:val>
                                            <p:strVal val="#ppt_y"/>
                                          </p:val>
                                        </p:tav>
                                      </p:tavLst>
                                    </p:anim>
                                  </p:childTnLst>
                                </p:cTn>
                              </p:par>
                            </p:childTnLst>
                          </p:cTn>
                        </p:par>
                        <p:par>
                          <p:cTn id="24" fill="hold">
                            <p:stCondLst>
                              <p:cond delay="2000"/>
                            </p:stCondLst>
                            <p:childTnLst>
                              <p:par>
                                <p:cTn id="25" presetID="53" presetClass="entr" presetSubtype="16" fill="hold" grpId="0" nodeType="afterEffect" nodePh="1">
                                  <p:stCondLst>
                                    <p:cond delay="0"/>
                                  </p:stCondLst>
                                  <p:endCondLst>
                                    <p:cond evt="begin" delay="0">
                                      <p:tn val="25"/>
                                    </p:cond>
                                  </p:endCondLst>
                                  <p:childTnLst>
                                    <p:set>
                                      <p:cBhvr>
                                        <p:cTn id="26" dur="1" fill="hold">
                                          <p:stCondLst>
                                            <p:cond delay="0"/>
                                          </p:stCondLst>
                                        </p:cTn>
                                        <p:tgtEl>
                                          <p:spTgt spid="13">
                                            <p:txEl>
                                              <p:pRg st="0" end="0"/>
                                            </p:txEl>
                                          </p:spTgt>
                                        </p:tgtEl>
                                        <p:attrNameLst>
                                          <p:attrName>style.visibility</p:attrName>
                                        </p:attrNameLst>
                                      </p:cBhvr>
                                      <p:to>
                                        <p:strVal val="visible"/>
                                      </p:to>
                                    </p:set>
                                    <p:anim calcmode="lin" valueType="num">
                                      <p:cBhvr>
                                        <p:cTn id="27" dur="500" fill="hold"/>
                                        <p:tgtEl>
                                          <p:spTgt spid="13">
                                            <p:txEl>
                                              <p:pRg st="0" end="0"/>
                                            </p:txEl>
                                          </p:spTgt>
                                        </p:tgtEl>
                                        <p:attrNameLst>
                                          <p:attrName>ppt_w</p:attrName>
                                        </p:attrNameLst>
                                      </p:cBhvr>
                                      <p:tavLst>
                                        <p:tav tm="0">
                                          <p:val>
                                            <p:fltVal val="0"/>
                                          </p:val>
                                        </p:tav>
                                        <p:tav tm="100000">
                                          <p:val>
                                            <p:strVal val="#ppt_w"/>
                                          </p:val>
                                        </p:tav>
                                      </p:tavLst>
                                    </p:anim>
                                    <p:anim calcmode="lin" valueType="num">
                                      <p:cBhvr>
                                        <p:cTn id="28" dur="500" fill="hold"/>
                                        <p:tgtEl>
                                          <p:spTgt spid="13">
                                            <p:txEl>
                                              <p:pRg st="0" end="0"/>
                                            </p:txEl>
                                          </p:spTgt>
                                        </p:tgtEl>
                                        <p:attrNameLst>
                                          <p:attrName>ppt_h</p:attrName>
                                        </p:attrNameLst>
                                      </p:cBhvr>
                                      <p:tavLst>
                                        <p:tav tm="0">
                                          <p:val>
                                            <p:fltVal val="0"/>
                                          </p:val>
                                        </p:tav>
                                        <p:tav tm="100000">
                                          <p:val>
                                            <p:strVal val="#ppt_h"/>
                                          </p:val>
                                        </p:tav>
                                      </p:tavLst>
                                    </p:anim>
                                    <p:animEffect transition="in" filter="fade">
                                      <p:cBhvr>
                                        <p:cTn id="29" dur="500"/>
                                        <p:tgtEl>
                                          <p:spTgt spid="13">
                                            <p:txEl>
                                              <p:pRg st="0" end="0"/>
                                            </p:txEl>
                                          </p:spTgt>
                                        </p:tgtEl>
                                      </p:cBhvr>
                                    </p:animEffect>
                                  </p:childTnLst>
                                </p:cTn>
                              </p:par>
                            </p:childTnLst>
                          </p:cTn>
                        </p:par>
                        <p:par>
                          <p:cTn id="30" fill="hold">
                            <p:stCondLst>
                              <p:cond delay="2500"/>
                            </p:stCondLst>
                            <p:childTnLst>
                              <p:par>
                                <p:cTn id="31" presetID="42" presetClass="entr" presetSubtype="0" fill="hold" grpId="0" nodeType="afterEffect" nodePh="1">
                                  <p:stCondLst>
                                    <p:cond delay="0"/>
                                  </p:stCondLst>
                                  <p:endCondLst>
                                    <p:cond evt="begin" delay="0">
                                      <p:tn val="31"/>
                                    </p:cond>
                                  </p:endCondLst>
                                  <p:childTnLst>
                                    <p:set>
                                      <p:cBhvr>
                                        <p:cTn id="32" dur="1" fill="hold">
                                          <p:stCondLst>
                                            <p:cond delay="0"/>
                                          </p:stCondLst>
                                        </p:cTn>
                                        <p:tgtEl>
                                          <p:spTgt spid="21">
                                            <p:txEl>
                                              <p:pRg st="0" end="0"/>
                                            </p:txEl>
                                          </p:spTgt>
                                        </p:tgtEl>
                                        <p:attrNameLst>
                                          <p:attrName>style.visibility</p:attrName>
                                        </p:attrNameLst>
                                      </p:cBhvr>
                                      <p:to>
                                        <p:strVal val="visible"/>
                                      </p:to>
                                    </p:set>
                                    <p:animEffect transition="in" filter="fade">
                                      <p:cBhvr>
                                        <p:cTn id="33" dur="500"/>
                                        <p:tgtEl>
                                          <p:spTgt spid="21">
                                            <p:txEl>
                                              <p:pRg st="0" end="0"/>
                                            </p:txEl>
                                          </p:spTgt>
                                        </p:tgtEl>
                                      </p:cBhvr>
                                    </p:animEffect>
                                    <p:anim calcmode="lin" valueType="num">
                                      <p:cBhvr>
                                        <p:cTn id="34" dur="500" fill="hold"/>
                                        <p:tgtEl>
                                          <p:spTgt spid="21">
                                            <p:txEl>
                                              <p:pRg st="0" end="0"/>
                                            </p:txEl>
                                          </p:spTgt>
                                        </p:tgtEl>
                                        <p:attrNameLst>
                                          <p:attrName>ppt_x</p:attrName>
                                        </p:attrNameLst>
                                      </p:cBhvr>
                                      <p:tavLst>
                                        <p:tav tm="0">
                                          <p:val>
                                            <p:strVal val="#ppt_x"/>
                                          </p:val>
                                        </p:tav>
                                        <p:tav tm="100000">
                                          <p:val>
                                            <p:strVal val="#ppt_x"/>
                                          </p:val>
                                        </p:tav>
                                      </p:tavLst>
                                    </p:anim>
                                    <p:anim calcmode="lin" valueType="num">
                                      <p:cBhvr>
                                        <p:cTn id="35" dur="500" fill="hold"/>
                                        <p:tgtEl>
                                          <p:spTgt spid="21">
                                            <p:txEl>
                                              <p:pRg st="0" end="0"/>
                                            </p:txEl>
                                          </p:spTgt>
                                        </p:tgtEl>
                                        <p:attrNameLst>
                                          <p:attrName>ppt_y</p:attrName>
                                        </p:attrNameLst>
                                      </p:cBhvr>
                                      <p:tavLst>
                                        <p:tav tm="0">
                                          <p:val>
                                            <p:strVal val="#ppt_y+.1"/>
                                          </p:val>
                                        </p:tav>
                                        <p:tav tm="100000">
                                          <p:val>
                                            <p:strVal val="#ppt_y"/>
                                          </p:val>
                                        </p:tav>
                                      </p:tavLst>
                                    </p:anim>
                                  </p:childTnLst>
                                </p:cTn>
                              </p:par>
                            </p:childTnLst>
                          </p:cTn>
                        </p:par>
                        <p:par>
                          <p:cTn id="36" fill="hold">
                            <p:stCondLst>
                              <p:cond delay="3000"/>
                            </p:stCondLst>
                            <p:childTnLst>
                              <p:par>
                                <p:cTn id="37" presetID="53" presetClass="entr" presetSubtype="16" fill="hold" grpId="0" nodeType="afterEffect" nodePh="1">
                                  <p:stCondLst>
                                    <p:cond delay="0"/>
                                  </p:stCondLst>
                                  <p:endCondLst>
                                    <p:cond evt="begin" delay="0">
                                      <p:tn val="37"/>
                                    </p:cond>
                                  </p:endCondLst>
                                  <p:childTnLst>
                                    <p:set>
                                      <p:cBhvr>
                                        <p:cTn id="38" dur="1" fill="hold">
                                          <p:stCondLst>
                                            <p:cond delay="0"/>
                                          </p:stCondLst>
                                        </p:cTn>
                                        <p:tgtEl>
                                          <p:spTgt spid="25">
                                            <p:txEl>
                                              <p:pRg st="0" end="0"/>
                                            </p:txEl>
                                          </p:spTgt>
                                        </p:tgtEl>
                                        <p:attrNameLst>
                                          <p:attrName>style.visibility</p:attrName>
                                        </p:attrNameLst>
                                      </p:cBhvr>
                                      <p:to>
                                        <p:strVal val="visible"/>
                                      </p:to>
                                    </p:set>
                                    <p:anim calcmode="lin" valueType="num">
                                      <p:cBhvr>
                                        <p:cTn id="39" dur="500" fill="hold"/>
                                        <p:tgtEl>
                                          <p:spTgt spid="25">
                                            <p:txEl>
                                              <p:pRg st="0" end="0"/>
                                            </p:txEl>
                                          </p:spTgt>
                                        </p:tgtEl>
                                        <p:attrNameLst>
                                          <p:attrName>ppt_w</p:attrName>
                                        </p:attrNameLst>
                                      </p:cBhvr>
                                      <p:tavLst>
                                        <p:tav tm="0">
                                          <p:val>
                                            <p:fltVal val="0"/>
                                          </p:val>
                                        </p:tav>
                                        <p:tav tm="100000">
                                          <p:val>
                                            <p:strVal val="#ppt_w"/>
                                          </p:val>
                                        </p:tav>
                                      </p:tavLst>
                                    </p:anim>
                                    <p:anim calcmode="lin" valueType="num">
                                      <p:cBhvr>
                                        <p:cTn id="40" dur="500" fill="hold"/>
                                        <p:tgtEl>
                                          <p:spTgt spid="25">
                                            <p:txEl>
                                              <p:pRg st="0" end="0"/>
                                            </p:txEl>
                                          </p:spTgt>
                                        </p:tgtEl>
                                        <p:attrNameLst>
                                          <p:attrName>ppt_h</p:attrName>
                                        </p:attrNameLst>
                                      </p:cBhvr>
                                      <p:tavLst>
                                        <p:tav tm="0">
                                          <p:val>
                                            <p:fltVal val="0"/>
                                          </p:val>
                                        </p:tav>
                                        <p:tav tm="100000">
                                          <p:val>
                                            <p:strVal val="#ppt_h"/>
                                          </p:val>
                                        </p:tav>
                                      </p:tavLst>
                                    </p:anim>
                                    <p:animEffect transition="in" filter="fade">
                                      <p:cBhvr>
                                        <p:cTn id="41" dur="500"/>
                                        <p:tgtEl>
                                          <p:spTgt spid="25">
                                            <p:txEl>
                                              <p:pRg st="0" end="0"/>
                                            </p:txEl>
                                          </p:spTgt>
                                        </p:tgtEl>
                                      </p:cBhvr>
                                    </p:animEffect>
                                  </p:childTnLst>
                                </p:cTn>
                              </p:par>
                            </p:childTnLst>
                          </p:cTn>
                        </p:par>
                        <p:par>
                          <p:cTn id="42" fill="hold">
                            <p:stCondLst>
                              <p:cond delay="3500"/>
                            </p:stCondLst>
                            <p:childTnLst>
                              <p:par>
                                <p:cTn id="43" presetID="42" presetClass="entr" presetSubtype="0" fill="hold" grpId="0" nodeType="afterEffect" nodePh="1">
                                  <p:stCondLst>
                                    <p:cond delay="0"/>
                                  </p:stCondLst>
                                  <p:endCondLst>
                                    <p:cond evt="begin" delay="0">
                                      <p:tn val="43"/>
                                    </p:cond>
                                  </p:endCondLst>
                                  <p:childTnLst>
                                    <p:set>
                                      <p:cBhvr>
                                        <p:cTn id="44" dur="1" fill="hold">
                                          <p:stCondLst>
                                            <p:cond delay="0"/>
                                          </p:stCondLst>
                                        </p:cTn>
                                        <p:tgtEl>
                                          <p:spTgt spid="26">
                                            <p:txEl>
                                              <p:pRg st="0" end="0"/>
                                            </p:txEl>
                                          </p:spTgt>
                                        </p:tgtEl>
                                        <p:attrNameLst>
                                          <p:attrName>style.visibility</p:attrName>
                                        </p:attrNameLst>
                                      </p:cBhvr>
                                      <p:to>
                                        <p:strVal val="visible"/>
                                      </p:to>
                                    </p:set>
                                    <p:animEffect transition="in" filter="fade">
                                      <p:cBhvr>
                                        <p:cTn id="45" dur="500"/>
                                        <p:tgtEl>
                                          <p:spTgt spid="26">
                                            <p:txEl>
                                              <p:pRg st="0" end="0"/>
                                            </p:txEl>
                                          </p:spTgt>
                                        </p:tgtEl>
                                      </p:cBhvr>
                                    </p:animEffect>
                                    <p:anim calcmode="lin" valueType="num">
                                      <p:cBhvr>
                                        <p:cTn id="46" dur="500" fill="hold"/>
                                        <p:tgtEl>
                                          <p:spTgt spid="26">
                                            <p:txEl>
                                              <p:pRg st="0" end="0"/>
                                            </p:txEl>
                                          </p:spTgt>
                                        </p:tgtEl>
                                        <p:attrNameLst>
                                          <p:attrName>ppt_x</p:attrName>
                                        </p:attrNameLst>
                                      </p:cBhvr>
                                      <p:tavLst>
                                        <p:tav tm="0">
                                          <p:val>
                                            <p:strVal val="#ppt_x"/>
                                          </p:val>
                                        </p:tav>
                                        <p:tav tm="100000">
                                          <p:val>
                                            <p:strVal val="#ppt_x"/>
                                          </p:val>
                                        </p:tav>
                                      </p:tavLst>
                                    </p:anim>
                                    <p:anim calcmode="lin" valueType="num">
                                      <p:cBhvr>
                                        <p:cTn id="47" dur="500" fill="hold"/>
                                        <p:tgtEl>
                                          <p:spTgt spid="26">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13"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3"/>
                        </p:tgtEl>
                        <p:attrNameLst>
                          <p:attrName>style.visibility</p:attrName>
                        </p:attrNameLst>
                      </p:cBhvr>
                      <p:to>
                        <p:strVal val="visible"/>
                      </p:to>
                    </p:set>
                    <p:anim calcmode="lin" valueType="num">
                      <p:cBhvr>
                        <p:cTn dur="500" fill="hold"/>
                        <p:tgtEl>
                          <p:spTgt spid="13"/>
                        </p:tgtEl>
                        <p:attrNameLst>
                          <p:attrName>ppt_w</p:attrName>
                        </p:attrNameLst>
                      </p:cBhvr>
                      <p:tavLst>
                        <p:tav tm="0">
                          <p:val>
                            <p:fltVal val="0"/>
                          </p:val>
                        </p:tav>
                        <p:tav tm="100000">
                          <p:val>
                            <p:strVal val="#ppt_w"/>
                          </p:val>
                        </p:tav>
                      </p:tavLst>
                    </p:anim>
                    <p:anim calcmode="lin" valueType="num">
                      <p:cBhvr>
                        <p:cTn dur="500" fill="hold"/>
                        <p:tgtEl>
                          <p:spTgt spid="13"/>
                        </p:tgtEl>
                        <p:attrNameLst>
                          <p:attrName>ppt_h</p:attrName>
                        </p:attrNameLst>
                      </p:cBhvr>
                      <p:tavLst>
                        <p:tav tm="0">
                          <p:val>
                            <p:fltVal val="0"/>
                          </p:val>
                        </p:tav>
                        <p:tav tm="100000">
                          <p:val>
                            <p:strVal val="#ppt_h"/>
                          </p:val>
                        </p:tav>
                      </p:tavLst>
                    </p:anim>
                    <p:animEffect transition="in" filter="fade">
                      <p:cBhvr>
                        <p:cTn dur="500"/>
                        <p:tgtEl>
                          <p:spTgt spid="13"/>
                        </p:tgtEl>
                      </p:cBhvr>
                    </p:animEffect>
                  </p:childTnLst>
                </p:cTn>
              </p:par>
            </p:tnLst>
          </p:tmpl>
        </p:tmplLst>
      </p:bldP>
      <p:bldP spid="21"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1"/>
                        </p:tgtEl>
                        <p:attrNameLst>
                          <p:attrName>style.visibility</p:attrName>
                        </p:attrNameLst>
                      </p:cBhvr>
                      <p:to>
                        <p:strVal val="visible"/>
                      </p:to>
                    </p:set>
                    <p:animEffect transition="in" filter="fade">
                      <p:cBhvr>
                        <p:cTn dur="500"/>
                        <p:tgtEl>
                          <p:spTgt spid="21"/>
                        </p:tgtEl>
                      </p:cBhvr>
                    </p:animEffect>
                    <p:anim calcmode="lin" valueType="num">
                      <p:cBhvr>
                        <p:cTn dur="500" fill="hold"/>
                        <p:tgtEl>
                          <p:spTgt spid="21"/>
                        </p:tgtEl>
                        <p:attrNameLst>
                          <p:attrName>ppt_x</p:attrName>
                        </p:attrNameLst>
                      </p:cBhvr>
                      <p:tavLst>
                        <p:tav tm="0">
                          <p:val>
                            <p:strVal val="#ppt_x"/>
                          </p:val>
                        </p:tav>
                        <p:tav tm="100000">
                          <p:val>
                            <p:strVal val="#ppt_x"/>
                          </p:val>
                        </p:tav>
                      </p:tavLst>
                    </p:anim>
                    <p:anim calcmode="lin" valueType="num">
                      <p:cBhvr>
                        <p:cTn dur="500" fill="hold"/>
                        <p:tgtEl>
                          <p:spTgt spid="21"/>
                        </p:tgtEl>
                        <p:attrNameLst>
                          <p:attrName>ppt_y</p:attrName>
                        </p:attrNameLst>
                      </p:cBhvr>
                      <p:tavLst>
                        <p:tav tm="0">
                          <p:val>
                            <p:strVal val="#ppt_y+.1"/>
                          </p:val>
                        </p:tav>
                        <p:tav tm="100000">
                          <p:val>
                            <p:strVal val="#ppt_y"/>
                          </p:val>
                        </p:tav>
                      </p:tavLst>
                    </p:anim>
                  </p:childTnLst>
                </p:cTn>
              </p:par>
            </p:tnLst>
          </p:tmpl>
        </p:tmplLst>
      </p:bldP>
      <p:bldP spid="31" grpId="0" animBg="1"/>
      <p:bldP spid="25"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5"/>
                        </p:tgtEl>
                        <p:attrNameLst>
                          <p:attrName>style.visibility</p:attrName>
                        </p:attrNameLst>
                      </p:cBhvr>
                      <p:to>
                        <p:strVal val="visible"/>
                      </p:to>
                    </p:set>
                    <p:anim calcmode="lin" valueType="num">
                      <p:cBhvr>
                        <p:cTn dur="500" fill="hold"/>
                        <p:tgtEl>
                          <p:spTgt spid="25"/>
                        </p:tgtEl>
                        <p:attrNameLst>
                          <p:attrName>ppt_w</p:attrName>
                        </p:attrNameLst>
                      </p:cBhvr>
                      <p:tavLst>
                        <p:tav tm="0">
                          <p:val>
                            <p:fltVal val="0"/>
                          </p:val>
                        </p:tav>
                        <p:tav tm="100000">
                          <p:val>
                            <p:strVal val="#ppt_w"/>
                          </p:val>
                        </p:tav>
                      </p:tavLst>
                    </p:anim>
                    <p:anim calcmode="lin" valueType="num">
                      <p:cBhvr>
                        <p:cTn dur="500" fill="hold"/>
                        <p:tgtEl>
                          <p:spTgt spid="25"/>
                        </p:tgtEl>
                        <p:attrNameLst>
                          <p:attrName>ppt_h</p:attrName>
                        </p:attrNameLst>
                      </p:cBhvr>
                      <p:tavLst>
                        <p:tav tm="0">
                          <p:val>
                            <p:fltVal val="0"/>
                          </p:val>
                        </p:tav>
                        <p:tav tm="100000">
                          <p:val>
                            <p:strVal val="#ppt_h"/>
                          </p:val>
                        </p:tav>
                      </p:tavLst>
                    </p:anim>
                    <p:animEffect transition="in" filter="fade">
                      <p:cBhvr>
                        <p:cTn dur="500"/>
                        <p:tgtEl>
                          <p:spTgt spid="25"/>
                        </p:tgtEl>
                      </p:cBhvr>
                    </p:animEffect>
                  </p:childTnLst>
                </p:cTn>
              </p:par>
            </p:tnLst>
          </p:tmpl>
        </p:tmplLst>
      </p:bldP>
      <p:bldP spid="26"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6"/>
                        </p:tgtEl>
                        <p:attrNameLst>
                          <p:attrName>style.visibility</p:attrName>
                        </p:attrNameLst>
                      </p:cBhvr>
                      <p:to>
                        <p:strVal val="visible"/>
                      </p:to>
                    </p:set>
                    <p:animEffect transition="in" filter="fade">
                      <p:cBhvr>
                        <p:cTn dur="500"/>
                        <p:tgtEl>
                          <p:spTgt spid="26"/>
                        </p:tgtEl>
                      </p:cBhvr>
                    </p:animEffect>
                    <p:anim calcmode="lin" valueType="num">
                      <p:cBhvr>
                        <p:cTn dur="500" fill="hold"/>
                        <p:tgtEl>
                          <p:spTgt spid="26"/>
                        </p:tgtEl>
                        <p:attrNameLst>
                          <p:attrName>ppt_x</p:attrName>
                        </p:attrNameLst>
                      </p:cBhvr>
                      <p:tavLst>
                        <p:tav tm="0">
                          <p:val>
                            <p:strVal val="#ppt_x"/>
                          </p:val>
                        </p:tav>
                        <p:tav tm="100000">
                          <p:val>
                            <p:strVal val="#ppt_x"/>
                          </p:val>
                        </p:tav>
                      </p:tavLst>
                    </p:anim>
                    <p:anim calcmode="lin" valueType="num">
                      <p:cBhvr>
                        <p:cTn dur="500" fill="hold"/>
                        <p:tgtEl>
                          <p:spTgt spid="26"/>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625.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14" name="Picture Placeholder 7"/>
          <p:cNvSpPr>
            <a:spLocks noGrp="1"/>
          </p:cNvSpPr>
          <p:nvPr>
            <p:ph type="pic" sz="quarter" idx="14" hasCustomPrompt="1"/>
          </p:nvPr>
        </p:nvSpPr>
        <p:spPr>
          <a:xfrm>
            <a:off x="0" y="0"/>
            <a:ext cx="12192000" cy="6858000"/>
          </a:xfrm>
          <a:solidFill>
            <a:schemeClr val="bg1">
              <a:lumMod val="85000"/>
            </a:schemeClr>
          </a:solidFill>
        </p:spPr>
        <p:txBody>
          <a:bodyPr>
            <a:normAutofit/>
          </a:bodyPr>
          <a:lstStyle>
            <a:lvl1pPr>
              <a:defRPr sz="1000" baseline="0"/>
            </a:lvl1pPr>
          </a:lstStyle>
          <a:p>
            <a:r>
              <a:rPr lang="id-ID" dirty="0" smtClean="0"/>
              <a:t>Pic here</a:t>
            </a:r>
            <a:endParaRPr lang="en-AU" dirty="0"/>
          </a:p>
        </p:txBody>
      </p:sp>
      <p:sp>
        <p:nvSpPr>
          <p:cNvPr id="17" name="Picture Placeholder 16"/>
          <p:cNvSpPr>
            <a:spLocks noGrp="1"/>
          </p:cNvSpPr>
          <p:nvPr>
            <p:ph type="pic" sz="quarter" idx="35" hasCustomPrompt="1"/>
          </p:nvPr>
        </p:nvSpPr>
        <p:spPr>
          <a:xfrm>
            <a:off x="-228600" y="-247650"/>
            <a:ext cx="7616332" cy="7296150"/>
          </a:xfrm>
          <a:custGeom>
            <a:avLst/>
            <a:gdLst>
              <a:gd name="connsiteX0" fmla="*/ 0 w 7373178"/>
              <a:gd name="connsiteY0" fmla="*/ 0 h 6858000"/>
              <a:gd name="connsiteX1" fmla="*/ 6921578 w 7373178"/>
              <a:gd name="connsiteY1" fmla="*/ 0 h 6858000"/>
              <a:gd name="connsiteX2" fmla="*/ 6822196 w 7373178"/>
              <a:gd name="connsiteY2" fmla="*/ 188338 h 6858000"/>
              <a:gd name="connsiteX3" fmla="*/ 6788524 w 7373178"/>
              <a:gd name="connsiteY3" fmla="*/ 5808780 h 6858000"/>
              <a:gd name="connsiteX4" fmla="*/ 7247696 w 7373178"/>
              <a:gd name="connsiteY4" fmla="*/ 6667831 h 6858000"/>
              <a:gd name="connsiteX5" fmla="*/ 7373178 w 7373178"/>
              <a:gd name="connsiteY5" fmla="*/ 6858000 h 6858000"/>
              <a:gd name="connsiteX6" fmla="*/ 0 w 7373178"/>
              <a:gd name="connsiteY6"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73178" h="6858000">
                <a:moveTo>
                  <a:pt x="0" y="0"/>
                </a:moveTo>
                <a:lnTo>
                  <a:pt x="6921578" y="0"/>
                </a:lnTo>
                <a:lnTo>
                  <a:pt x="6822196" y="188338"/>
                </a:lnTo>
                <a:cubicBezTo>
                  <a:pt x="6006786" y="1830158"/>
                  <a:pt x="5931281" y="3899984"/>
                  <a:pt x="6788524" y="5808780"/>
                </a:cubicBezTo>
                <a:cubicBezTo>
                  <a:pt x="6923879" y="6110169"/>
                  <a:pt x="7077682" y="6396843"/>
                  <a:pt x="7247696" y="6667831"/>
                </a:cubicBezTo>
                <a:lnTo>
                  <a:pt x="7373178" y="6858000"/>
                </a:lnTo>
                <a:lnTo>
                  <a:pt x="0" y="6858000"/>
                </a:lnTo>
                <a:close/>
              </a:path>
            </a:pathLst>
          </a:custGeom>
          <a:solidFill>
            <a:schemeClr val="accent4">
              <a:alpha val="35000"/>
            </a:schemeClr>
          </a:solidFill>
          <a:ln w="76200">
            <a:solidFill>
              <a:schemeClr val="bg1"/>
            </a:solidFill>
          </a:ln>
        </p:spPr>
        <p:txBody>
          <a:bodyPr wrap="square">
            <a:noAutofit/>
          </a:bodyPr>
          <a:lstStyle>
            <a:lvl1pPr>
              <a:defRPr sz="1000" baseline="0"/>
            </a:lvl1pPr>
          </a:lstStyle>
          <a:p>
            <a:r>
              <a:rPr lang="id-ID" dirty="0" smtClean="0"/>
              <a:t>Pic here</a:t>
            </a:r>
            <a:endParaRPr lang="en-AU" dirty="0"/>
          </a:p>
        </p:txBody>
      </p:sp>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13" name="Text Placeholder 21"/>
          <p:cNvSpPr>
            <a:spLocks noGrp="1"/>
          </p:cNvSpPr>
          <p:nvPr>
            <p:ph type="body" sz="quarter" idx="20"/>
          </p:nvPr>
        </p:nvSpPr>
        <p:spPr>
          <a:xfrm>
            <a:off x="8303907" y="5417740"/>
            <a:ext cx="2492492" cy="256811"/>
          </a:xfrm>
        </p:spPr>
        <p:txBody>
          <a:bodyPr>
            <a:noAutofit/>
          </a:bodyPr>
          <a:lstStyle>
            <a:lvl1pPr algn="ctr">
              <a:defRPr sz="14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1" name="Text Placeholder 21"/>
          <p:cNvSpPr>
            <a:spLocks noGrp="1"/>
          </p:cNvSpPr>
          <p:nvPr>
            <p:ph type="body" sz="quarter" idx="29"/>
          </p:nvPr>
        </p:nvSpPr>
        <p:spPr>
          <a:xfrm>
            <a:off x="8303907" y="5695416"/>
            <a:ext cx="2492492" cy="330467"/>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5" name="Text Placeholder 21"/>
          <p:cNvSpPr>
            <a:spLocks noGrp="1"/>
          </p:cNvSpPr>
          <p:nvPr>
            <p:ph type="body" sz="quarter" idx="34"/>
          </p:nvPr>
        </p:nvSpPr>
        <p:spPr>
          <a:xfrm>
            <a:off x="479425" y="2048885"/>
            <a:ext cx="5616575" cy="360363"/>
          </a:xfrm>
        </p:spPr>
        <p:txBody>
          <a:bodyPr/>
          <a:lstStyle>
            <a:lvl1pP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6" name="Text Placeholder 21"/>
          <p:cNvSpPr>
            <a:spLocks noGrp="1"/>
          </p:cNvSpPr>
          <p:nvPr>
            <p:ph type="body" sz="quarter" idx="21"/>
          </p:nvPr>
        </p:nvSpPr>
        <p:spPr>
          <a:xfrm>
            <a:off x="479425" y="2457996"/>
            <a:ext cx="5616575" cy="1285330"/>
          </a:xfrm>
        </p:spPr>
        <p:txBody>
          <a:bodyPr>
            <a:normAutofit/>
          </a:bodyPr>
          <a:lstStyle>
            <a:lvl1pP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Tree>
    <p:extLst>
      <p:ext uri="{BB962C8B-B14F-4D97-AF65-F5344CB8AC3E}">
        <p14:creationId xmlns:p14="http://schemas.microsoft.com/office/powerpoint/2010/main" val="125000133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53" presetClass="entr" presetSubtype="16" fill="hold" grpId="0" nodeType="afterEffect">
                                  <p:stCondLst>
                                    <p:cond delay="0"/>
                                  </p:stCondLst>
                                  <p:childTnLst>
                                    <p:set>
                                      <p:cBhvr>
                                        <p:cTn id="20" dur="1" fill="hold">
                                          <p:stCondLst>
                                            <p:cond delay="0"/>
                                          </p:stCondLst>
                                        </p:cTn>
                                        <p:tgtEl>
                                          <p:spTgt spid="14"/>
                                        </p:tgtEl>
                                        <p:attrNameLst>
                                          <p:attrName>style.visibility</p:attrName>
                                        </p:attrNameLst>
                                      </p:cBhvr>
                                      <p:to>
                                        <p:strVal val="visible"/>
                                      </p:to>
                                    </p:set>
                                    <p:anim calcmode="lin" valueType="num">
                                      <p:cBhvr>
                                        <p:cTn id="21" dur="500" fill="hold"/>
                                        <p:tgtEl>
                                          <p:spTgt spid="14"/>
                                        </p:tgtEl>
                                        <p:attrNameLst>
                                          <p:attrName>ppt_w</p:attrName>
                                        </p:attrNameLst>
                                      </p:cBhvr>
                                      <p:tavLst>
                                        <p:tav tm="0">
                                          <p:val>
                                            <p:fltVal val="0"/>
                                          </p:val>
                                        </p:tav>
                                        <p:tav tm="100000">
                                          <p:val>
                                            <p:strVal val="#ppt_w"/>
                                          </p:val>
                                        </p:tav>
                                      </p:tavLst>
                                    </p:anim>
                                    <p:anim calcmode="lin" valueType="num">
                                      <p:cBhvr>
                                        <p:cTn id="22" dur="500" fill="hold"/>
                                        <p:tgtEl>
                                          <p:spTgt spid="14"/>
                                        </p:tgtEl>
                                        <p:attrNameLst>
                                          <p:attrName>ppt_h</p:attrName>
                                        </p:attrNameLst>
                                      </p:cBhvr>
                                      <p:tavLst>
                                        <p:tav tm="0">
                                          <p:val>
                                            <p:fltVal val="0"/>
                                          </p:val>
                                        </p:tav>
                                        <p:tav tm="100000">
                                          <p:val>
                                            <p:strVal val="#ppt_h"/>
                                          </p:val>
                                        </p:tav>
                                      </p:tavLst>
                                    </p:anim>
                                    <p:animEffect transition="in" filter="fade">
                                      <p:cBhvr>
                                        <p:cTn id="23" dur="500"/>
                                        <p:tgtEl>
                                          <p:spTgt spid="14"/>
                                        </p:tgtEl>
                                      </p:cBhvr>
                                    </p:animEffect>
                                  </p:childTnLst>
                                </p:cTn>
                              </p:par>
                            </p:childTnLst>
                          </p:cTn>
                        </p:par>
                        <p:par>
                          <p:cTn id="24" fill="hold">
                            <p:stCondLst>
                              <p:cond delay="2000"/>
                            </p:stCondLst>
                            <p:childTnLst>
                              <p:par>
                                <p:cTn id="25" presetID="22" presetClass="entr" presetSubtype="8" fill="hold" grpId="0" nodeType="afterEffect">
                                  <p:stCondLst>
                                    <p:cond delay="0"/>
                                  </p:stCondLst>
                                  <p:childTnLst>
                                    <p:set>
                                      <p:cBhvr>
                                        <p:cTn id="26" dur="1" fill="hold">
                                          <p:stCondLst>
                                            <p:cond delay="0"/>
                                          </p:stCondLst>
                                        </p:cTn>
                                        <p:tgtEl>
                                          <p:spTgt spid="17"/>
                                        </p:tgtEl>
                                        <p:attrNameLst>
                                          <p:attrName>style.visibility</p:attrName>
                                        </p:attrNameLst>
                                      </p:cBhvr>
                                      <p:to>
                                        <p:strVal val="visible"/>
                                      </p:to>
                                    </p:set>
                                    <p:animEffect transition="in" filter="wipe(left)">
                                      <p:cBhvr>
                                        <p:cTn id="27" dur="500"/>
                                        <p:tgtEl>
                                          <p:spTgt spid="17"/>
                                        </p:tgtEl>
                                      </p:cBhvr>
                                    </p:animEffect>
                                  </p:childTnLst>
                                </p:cTn>
                              </p:par>
                            </p:childTnLst>
                          </p:cTn>
                        </p:par>
                        <p:par>
                          <p:cTn id="28" fill="hold">
                            <p:stCondLst>
                              <p:cond delay="2500"/>
                            </p:stCondLst>
                            <p:childTnLst>
                              <p:par>
                                <p:cTn id="29" presetID="53" presetClass="entr" presetSubtype="16" fill="hold" grpId="0" nodeType="afterEffect" nodePh="1">
                                  <p:stCondLst>
                                    <p:cond delay="0"/>
                                  </p:stCondLst>
                                  <p:endCondLst>
                                    <p:cond evt="begin" delay="0">
                                      <p:tn val="29"/>
                                    </p:cond>
                                  </p:endCondLst>
                                  <p:childTnLst>
                                    <p:set>
                                      <p:cBhvr>
                                        <p:cTn id="30" dur="1" fill="hold">
                                          <p:stCondLst>
                                            <p:cond delay="0"/>
                                          </p:stCondLst>
                                        </p:cTn>
                                        <p:tgtEl>
                                          <p:spTgt spid="13">
                                            <p:txEl>
                                              <p:pRg st="0" end="0"/>
                                            </p:txEl>
                                          </p:spTgt>
                                        </p:tgtEl>
                                        <p:attrNameLst>
                                          <p:attrName>style.visibility</p:attrName>
                                        </p:attrNameLst>
                                      </p:cBhvr>
                                      <p:to>
                                        <p:strVal val="visible"/>
                                      </p:to>
                                    </p:set>
                                    <p:anim calcmode="lin" valueType="num">
                                      <p:cBhvr>
                                        <p:cTn id="31" dur="500" fill="hold"/>
                                        <p:tgtEl>
                                          <p:spTgt spid="13">
                                            <p:txEl>
                                              <p:pRg st="0" end="0"/>
                                            </p:txEl>
                                          </p:spTgt>
                                        </p:tgtEl>
                                        <p:attrNameLst>
                                          <p:attrName>ppt_w</p:attrName>
                                        </p:attrNameLst>
                                      </p:cBhvr>
                                      <p:tavLst>
                                        <p:tav tm="0">
                                          <p:val>
                                            <p:fltVal val="0"/>
                                          </p:val>
                                        </p:tav>
                                        <p:tav tm="100000">
                                          <p:val>
                                            <p:strVal val="#ppt_w"/>
                                          </p:val>
                                        </p:tav>
                                      </p:tavLst>
                                    </p:anim>
                                    <p:anim calcmode="lin" valueType="num">
                                      <p:cBhvr>
                                        <p:cTn id="32" dur="500" fill="hold"/>
                                        <p:tgtEl>
                                          <p:spTgt spid="13">
                                            <p:txEl>
                                              <p:pRg st="0" end="0"/>
                                            </p:txEl>
                                          </p:spTgt>
                                        </p:tgtEl>
                                        <p:attrNameLst>
                                          <p:attrName>ppt_h</p:attrName>
                                        </p:attrNameLst>
                                      </p:cBhvr>
                                      <p:tavLst>
                                        <p:tav tm="0">
                                          <p:val>
                                            <p:fltVal val="0"/>
                                          </p:val>
                                        </p:tav>
                                        <p:tav tm="100000">
                                          <p:val>
                                            <p:strVal val="#ppt_h"/>
                                          </p:val>
                                        </p:tav>
                                      </p:tavLst>
                                    </p:anim>
                                    <p:animEffect transition="in" filter="fade">
                                      <p:cBhvr>
                                        <p:cTn id="33" dur="500"/>
                                        <p:tgtEl>
                                          <p:spTgt spid="13">
                                            <p:txEl>
                                              <p:pRg st="0" end="0"/>
                                            </p:txEl>
                                          </p:spTgt>
                                        </p:tgtEl>
                                      </p:cBhvr>
                                    </p:animEffect>
                                  </p:childTnLst>
                                </p:cTn>
                              </p:par>
                            </p:childTnLst>
                          </p:cTn>
                        </p:par>
                        <p:par>
                          <p:cTn id="34" fill="hold">
                            <p:stCondLst>
                              <p:cond delay="3000"/>
                            </p:stCondLst>
                            <p:childTnLst>
                              <p:par>
                                <p:cTn id="35" presetID="42" presetClass="entr" presetSubtype="0" fill="hold" grpId="0" nodeType="afterEffect" nodePh="1">
                                  <p:stCondLst>
                                    <p:cond delay="0"/>
                                  </p:stCondLst>
                                  <p:endCondLst>
                                    <p:cond evt="begin" delay="0">
                                      <p:tn val="35"/>
                                    </p:cond>
                                  </p:endCondLst>
                                  <p:childTnLst>
                                    <p:set>
                                      <p:cBhvr>
                                        <p:cTn id="36" dur="1" fill="hold">
                                          <p:stCondLst>
                                            <p:cond delay="0"/>
                                          </p:stCondLst>
                                        </p:cTn>
                                        <p:tgtEl>
                                          <p:spTgt spid="21">
                                            <p:txEl>
                                              <p:pRg st="0" end="0"/>
                                            </p:txEl>
                                          </p:spTgt>
                                        </p:tgtEl>
                                        <p:attrNameLst>
                                          <p:attrName>style.visibility</p:attrName>
                                        </p:attrNameLst>
                                      </p:cBhvr>
                                      <p:to>
                                        <p:strVal val="visible"/>
                                      </p:to>
                                    </p:set>
                                    <p:animEffect transition="in" filter="fade">
                                      <p:cBhvr>
                                        <p:cTn id="37" dur="500"/>
                                        <p:tgtEl>
                                          <p:spTgt spid="21">
                                            <p:txEl>
                                              <p:pRg st="0" end="0"/>
                                            </p:txEl>
                                          </p:spTgt>
                                        </p:tgtEl>
                                      </p:cBhvr>
                                    </p:animEffect>
                                    <p:anim calcmode="lin" valueType="num">
                                      <p:cBhvr>
                                        <p:cTn id="38" dur="500" fill="hold"/>
                                        <p:tgtEl>
                                          <p:spTgt spid="21">
                                            <p:txEl>
                                              <p:pRg st="0" end="0"/>
                                            </p:txEl>
                                          </p:spTgt>
                                        </p:tgtEl>
                                        <p:attrNameLst>
                                          <p:attrName>ppt_x</p:attrName>
                                        </p:attrNameLst>
                                      </p:cBhvr>
                                      <p:tavLst>
                                        <p:tav tm="0">
                                          <p:val>
                                            <p:strVal val="#ppt_x"/>
                                          </p:val>
                                        </p:tav>
                                        <p:tav tm="100000">
                                          <p:val>
                                            <p:strVal val="#ppt_x"/>
                                          </p:val>
                                        </p:tav>
                                      </p:tavLst>
                                    </p:anim>
                                    <p:anim calcmode="lin" valueType="num">
                                      <p:cBhvr>
                                        <p:cTn id="39" dur="500" fill="hold"/>
                                        <p:tgtEl>
                                          <p:spTgt spid="21">
                                            <p:txEl>
                                              <p:pRg st="0" end="0"/>
                                            </p:txEl>
                                          </p:spTgt>
                                        </p:tgtEl>
                                        <p:attrNameLst>
                                          <p:attrName>ppt_y</p:attrName>
                                        </p:attrNameLst>
                                      </p:cBhvr>
                                      <p:tavLst>
                                        <p:tav tm="0">
                                          <p:val>
                                            <p:strVal val="#ppt_y+.1"/>
                                          </p:val>
                                        </p:tav>
                                        <p:tav tm="100000">
                                          <p:val>
                                            <p:strVal val="#ppt_y"/>
                                          </p:val>
                                        </p:tav>
                                      </p:tavLst>
                                    </p:anim>
                                  </p:childTnLst>
                                </p:cTn>
                              </p:par>
                            </p:childTnLst>
                          </p:cTn>
                        </p:par>
                        <p:par>
                          <p:cTn id="40" fill="hold">
                            <p:stCondLst>
                              <p:cond delay="3500"/>
                            </p:stCondLst>
                            <p:childTnLst>
                              <p:par>
                                <p:cTn id="41" presetID="53" presetClass="entr" presetSubtype="16" fill="hold" grpId="0" nodeType="afterEffect" nodePh="1">
                                  <p:stCondLst>
                                    <p:cond delay="0"/>
                                  </p:stCondLst>
                                  <p:endCondLst>
                                    <p:cond evt="begin" delay="0">
                                      <p:tn val="41"/>
                                    </p:cond>
                                  </p:endCondLst>
                                  <p:childTnLst>
                                    <p:set>
                                      <p:cBhvr>
                                        <p:cTn id="42" dur="1" fill="hold">
                                          <p:stCondLst>
                                            <p:cond delay="0"/>
                                          </p:stCondLst>
                                        </p:cTn>
                                        <p:tgtEl>
                                          <p:spTgt spid="25">
                                            <p:txEl>
                                              <p:pRg st="0" end="0"/>
                                            </p:txEl>
                                          </p:spTgt>
                                        </p:tgtEl>
                                        <p:attrNameLst>
                                          <p:attrName>style.visibility</p:attrName>
                                        </p:attrNameLst>
                                      </p:cBhvr>
                                      <p:to>
                                        <p:strVal val="visible"/>
                                      </p:to>
                                    </p:set>
                                    <p:anim calcmode="lin" valueType="num">
                                      <p:cBhvr>
                                        <p:cTn id="43" dur="500" fill="hold"/>
                                        <p:tgtEl>
                                          <p:spTgt spid="25">
                                            <p:txEl>
                                              <p:pRg st="0" end="0"/>
                                            </p:txEl>
                                          </p:spTgt>
                                        </p:tgtEl>
                                        <p:attrNameLst>
                                          <p:attrName>ppt_w</p:attrName>
                                        </p:attrNameLst>
                                      </p:cBhvr>
                                      <p:tavLst>
                                        <p:tav tm="0">
                                          <p:val>
                                            <p:fltVal val="0"/>
                                          </p:val>
                                        </p:tav>
                                        <p:tav tm="100000">
                                          <p:val>
                                            <p:strVal val="#ppt_w"/>
                                          </p:val>
                                        </p:tav>
                                      </p:tavLst>
                                    </p:anim>
                                    <p:anim calcmode="lin" valueType="num">
                                      <p:cBhvr>
                                        <p:cTn id="44" dur="500" fill="hold"/>
                                        <p:tgtEl>
                                          <p:spTgt spid="25">
                                            <p:txEl>
                                              <p:pRg st="0" end="0"/>
                                            </p:txEl>
                                          </p:spTgt>
                                        </p:tgtEl>
                                        <p:attrNameLst>
                                          <p:attrName>ppt_h</p:attrName>
                                        </p:attrNameLst>
                                      </p:cBhvr>
                                      <p:tavLst>
                                        <p:tav tm="0">
                                          <p:val>
                                            <p:fltVal val="0"/>
                                          </p:val>
                                        </p:tav>
                                        <p:tav tm="100000">
                                          <p:val>
                                            <p:strVal val="#ppt_h"/>
                                          </p:val>
                                        </p:tav>
                                      </p:tavLst>
                                    </p:anim>
                                    <p:animEffect transition="in" filter="fade">
                                      <p:cBhvr>
                                        <p:cTn id="45" dur="500"/>
                                        <p:tgtEl>
                                          <p:spTgt spid="25">
                                            <p:txEl>
                                              <p:pRg st="0" end="0"/>
                                            </p:txEl>
                                          </p:spTgt>
                                        </p:tgtEl>
                                      </p:cBhvr>
                                    </p:animEffect>
                                  </p:childTnLst>
                                </p:cTn>
                              </p:par>
                            </p:childTnLst>
                          </p:cTn>
                        </p:par>
                        <p:par>
                          <p:cTn id="46" fill="hold">
                            <p:stCondLst>
                              <p:cond delay="4000"/>
                            </p:stCondLst>
                            <p:childTnLst>
                              <p:par>
                                <p:cTn id="47" presetID="42" presetClass="entr" presetSubtype="0" fill="hold" grpId="0" nodeType="afterEffect" nodePh="1">
                                  <p:stCondLst>
                                    <p:cond delay="0"/>
                                  </p:stCondLst>
                                  <p:endCondLst>
                                    <p:cond evt="begin" delay="0">
                                      <p:tn val="47"/>
                                    </p:cond>
                                  </p:endCondLst>
                                  <p:childTnLst>
                                    <p:set>
                                      <p:cBhvr>
                                        <p:cTn id="48" dur="1" fill="hold">
                                          <p:stCondLst>
                                            <p:cond delay="0"/>
                                          </p:stCondLst>
                                        </p:cTn>
                                        <p:tgtEl>
                                          <p:spTgt spid="26">
                                            <p:txEl>
                                              <p:pRg st="0" end="0"/>
                                            </p:txEl>
                                          </p:spTgt>
                                        </p:tgtEl>
                                        <p:attrNameLst>
                                          <p:attrName>style.visibility</p:attrName>
                                        </p:attrNameLst>
                                      </p:cBhvr>
                                      <p:to>
                                        <p:strVal val="visible"/>
                                      </p:to>
                                    </p:set>
                                    <p:animEffect transition="in" filter="fade">
                                      <p:cBhvr>
                                        <p:cTn id="49" dur="500"/>
                                        <p:tgtEl>
                                          <p:spTgt spid="26">
                                            <p:txEl>
                                              <p:pRg st="0" end="0"/>
                                            </p:txEl>
                                          </p:spTgt>
                                        </p:tgtEl>
                                      </p:cBhvr>
                                    </p:animEffect>
                                    <p:anim calcmode="lin" valueType="num">
                                      <p:cBhvr>
                                        <p:cTn id="50" dur="500" fill="hold"/>
                                        <p:tgtEl>
                                          <p:spTgt spid="26">
                                            <p:txEl>
                                              <p:pRg st="0" end="0"/>
                                            </p:txEl>
                                          </p:spTgt>
                                        </p:tgtEl>
                                        <p:attrNameLst>
                                          <p:attrName>ppt_x</p:attrName>
                                        </p:attrNameLst>
                                      </p:cBhvr>
                                      <p:tavLst>
                                        <p:tav tm="0">
                                          <p:val>
                                            <p:strVal val="#ppt_x"/>
                                          </p:val>
                                        </p:tav>
                                        <p:tav tm="100000">
                                          <p:val>
                                            <p:strVal val="#ppt_x"/>
                                          </p:val>
                                        </p:tav>
                                      </p:tavLst>
                                    </p:anim>
                                    <p:anim calcmode="lin" valueType="num">
                                      <p:cBhvr>
                                        <p:cTn id="51" dur="500" fill="hold"/>
                                        <p:tgtEl>
                                          <p:spTgt spid="26">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7" grpId="0" animBg="1"/>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13"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3"/>
                        </p:tgtEl>
                        <p:attrNameLst>
                          <p:attrName>style.visibility</p:attrName>
                        </p:attrNameLst>
                      </p:cBhvr>
                      <p:to>
                        <p:strVal val="visible"/>
                      </p:to>
                    </p:set>
                    <p:anim calcmode="lin" valueType="num">
                      <p:cBhvr>
                        <p:cTn dur="500" fill="hold"/>
                        <p:tgtEl>
                          <p:spTgt spid="13"/>
                        </p:tgtEl>
                        <p:attrNameLst>
                          <p:attrName>ppt_w</p:attrName>
                        </p:attrNameLst>
                      </p:cBhvr>
                      <p:tavLst>
                        <p:tav tm="0">
                          <p:val>
                            <p:fltVal val="0"/>
                          </p:val>
                        </p:tav>
                        <p:tav tm="100000">
                          <p:val>
                            <p:strVal val="#ppt_w"/>
                          </p:val>
                        </p:tav>
                      </p:tavLst>
                    </p:anim>
                    <p:anim calcmode="lin" valueType="num">
                      <p:cBhvr>
                        <p:cTn dur="500" fill="hold"/>
                        <p:tgtEl>
                          <p:spTgt spid="13"/>
                        </p:tgtEl>
                        <p:attrNameLst>
                          <p:attrName>ppt_h</p:attrName>
                        </p:attrNameLst>
                      </p:cBhvr>
                      <p:tavLst>
                        <p:tav tm="0">
                          <p:val>
                            <p:fltVal val="0"/>
                          </p:val>
                        </p:tav>
                        <p:tav tm="100000">
                          <p:val>
                            <p:strVal val="#ppt_h"/>
                          </p:val>
                        </p:tav>
                      </p:tavLst>
                    </p:anim>
                    <p:animEffect transition="in" filter="fade">
                      <p:cBhvr>
                        <p:cTn dur="500"/>
                        <p:tgtEl>
                          <p:spTgt spid="13"/>
                        </p:tgtEl>
                      </p:cBhvr>
                    </p:animEffect>
                  </p:childTnLst>
                </p:cTn>
              </p:par>
            </p:tnLst>
          </p:tmpl>
        </p:tmplLst>
      </p:bldP>
      <p:bldP spid="21"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1"/>
                        </p:tgtEl>
                        <p:attrNameLst>
                          <p:attrName>style.visibility</p:attrName>
                        </p:attrNameLst>
                      </p:cBhvr>
                      <p:to>
                        <p:strVal val="visible"/>
                      </p:to>
                    </p:set>
                    <p:animEffect transition="in" filter="fade">
                      <p:cBhvr>
                        <p:cTn dur="500"/>
                        <p:tgtEl>
                          <p:spTgt spid="21"/>
                        </p:tgtEl>
                      </p:cBhvr>
                    </p:animEffect>
                    <p:anim calcmode="lin" valueType="num">
                      <p:cBhvr>
                        <p:cTn dur="500" fill="hold"/>
                        <p:tgtEl>
                          <p:spTgt spid="21"/>
                        </p:tgtEl>
                        <p:attrNameLst>
                          <p:attrName>ppt_x</p:attrName>
                        </p:attrNameLst>
                      </p:cBhvr>
                      <p:tavLst>
                        <p:tav tm="0">
                          <p:val>
                            <p:strVal val="#ppt_x"/>
                          </p:val>
                        </p:tav>
                        <p:tav tm="100000">
                          <p:val>
                            <p:strVal val="#ppt_x"/>
                          </p:val>
                        </p:tav>
                      </p:tavLst>
                    </p:anim>
                    <p:anim calcmode="lin" valueType="num">
                      <p:cBhvr>
                        <p:cTn dur="500" fill="hold"/>
                        <p:tgtEl>
                          <p:spTgt spid="21"/>
                        </p:tgtEl>
                        <p:attrNameLst>
                          <p:attrName>ppt_y</p:attrName>
                        </p:attrNameLst>
                      </p:cBhvr>
                      <p:tavLst>
                        <p:tav tm="0">
                          <p:val>
                            <p:strVal val="#ppt_y+.1"/>
                          </p:val>
                        </p:tav>
                        <p:tav tm="100000">
                          <p:val>
                            <p:strVal val="#ppt_y"/>
                          </p:val>
                        </p:tav>
                      </p:tavLst>
                    </p:anim>
                  </p:childTnLst>
                </p:cTn>
              </p:par>
            </p:tnLst>
          </p:tmpl>
        </p:tmplLst>
      </p:bldP>
      <p:bldP spid="25"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5"/>
                        </p:tgtEl>
                        <p:attrNameLst>
                          <p:attrName>style.visibility</p:attrName>
                        </p:attrNameLst>
                      </p:cBhvr>
                      <p:to>
                        <p:strVal val="visible"/>
                      </p:to>
                    </p:set>
                    <p:anim calcmode="lin" valueType="num">
                      <p:cBhvr>
                        <p:cTn dur="500" fill="hold"/>
                        <p:tgtEl>
                          <p:spTgt spid="25"/>
                        </p:tgtEl>
                        <p:attrNameLst>
                          <p:attrName>ppt_w</p:attrName>
                        </p:attrNameLst>
                      </p:cBhvr>
                      <p:tavLst>
                        <p:tav tm="0">
                          <p:val>
                            <p:fltVal val="0"/>
                          </p:val>
                        </p:tav>
                        <p:tav tm="100000">
                          <p:val>
                            <p:strVal val="#ppt_w"/>
                          </p:val>
                        </p:tav>
                      </p:tavLst>
                    </p:anim>
                    <p:anim calcmode="lin" valueType="num">
                      <p:cBhvr>
                        <p:cTn dur="500" fill="hold"/>
                        <p:tgtEl>
                          <p:spTgt spid="25"/>
                        </p:tgtEl>
                        <p:attrNameLst>
                          <p:attrName>ppt_h</p:attrName>
                        </p:attrNameLst>
                      </p:cBhvr>
                      <p:tavLst>
                        <p:tav tm="0">
                          <p:val>
                            <p:fltVal val="0"/>
                          </p:val>
                        </p:tav>
                        <p:tav tm="100000">
                          <p:val>
                            <p:strVal val="#ppt_h"/>
                          </p:val>
                        </p:tav>
                      </p:tavLst>
                    </p:anim>
                    <p:animEffect transition="in" filter="fade">
                      <p:cBhvr>
                        <p:cTn dur="500"/>
                        <p:tgtEl>
                          <p:spTgt spid="25"/>
                        </p:tgtEl>
                      </p:cBhvr>
                    </p:animEffect>
                  </p:childTnLst>
                </p:cTn>
              </p:par>
            </p:tnLst>
          </p:tmpl>
        </p:tmplLst>
      </p:bldP>
      <p:bldP spid="26"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6"/>
                        </p:tgtEl>
                        <p:attrNameLst>
                          <p:attrName>style.visibility</p:attrName>
                        </p:attrNameLst>
                      </p:cBhvr>
                      <p:to>
                        <p:strVal val="visible"/>
                      </p:to>
                    </p:set>
                    <p:animEffect transition="in" filter="fade">
                      <p:cBhvr>
                        <p:cTn dur="500"/>
                        <p:tgtEl>
                          <p:spTgt spid="26"/>
                        </p:tgtEl>
                      </p:cBhvr>
                    </p:animEffect>
                    <p:anim calcmode="lin" valueType="num">
                      <p:cBhvr>
                        <p:cTn dur="500" fill="hold"/>
                        <p:tgtEl>
                          <p:spTgt spid="26"/>
                        </p:tgtEl>
                        <p:attrNameLst>
                          <p:attrName>ppt_x</p:attrName>
                        </p:attrNameLst>
                      </p:cBhvr>
                      <p:tavLst>
                        <p:tav tm="0">
                          <p:val>
                            <p:strVal val="#ppt_x"/>
                          </p:val>
                        </p:tav>
                        <p:tav tm="100000">
                          <p:val>
                            <p:strVal val="#ppt_x"/>
                          </p:val>
                        </p:tav>
                      </p:tavLst>
                    </p:anim>
                    <p:anim calcmode="lin" valueType="num">
                      <p:cBhvr>
                        <p:cTn dur="500" fill="hold"/>
                        <p:tgtEl>
                          <p:spTgt spid="26"/>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626.xml><?xml version="1.0" encoding="utf-8"?>
<p:sldLayout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39" name="Picture Placeholder 38"/>
          <p:cNvSpPr>
            <a:spLocks noGrp="1"/>
          </p:cNvSpPr>
          <p:nvPr>
            <p:ph type="pic" sz="quarter" idx="14"/>
          </p:nvPr>
        </p:nvSpPr>
        <p:spPr>
          <a:xfrm>
            <a:off x="1031972" y="2625206"/>
            <a:ext cx="1919046" cy="1872751"/>
          </a:xfrm>
          <a:custGeom>
            <a:avLst/>
            <a:gdLst>
              <a:gd name="connsiteX0" fmla="*/ 661920 w 1782809"/>
              <a:gd name="connsiteY0" fmla="*/ 0 h 1739801"/>
              <a:gd name="connsiteX1" fmla="*/ 872621 w 1782809"/>
              <a:gd name="connsiteY1" fmla="*/ 112029 h 1739801"/>
              <a:gd name="connsiteX2" fmla="*/ 878174 w 1782809"/>
              <a:gd name="connsiteY2" fmla="*/ 122259 h 1739801"/>
              <a:gd name="connsiteX3" fmla="*/ 888662 w 1782809"/>
              <a:gd name="connsiteY3" fmla="*/ 120659 h 1739801"/>
              <a:gd name="connsiteX4" fmla="*/ 965961 w 1782809"/>
              <a:gd name="connsiteY4" fmla="*/ 116755 h 1739801"/>
              <a:gd name="connsiteX5" fmla="*/ 1326326 w 1782809"/>
              <a:gd name="connsiteY5" fmla="*/ 208003 h 1739801"/>
              <a:gd name="connsiteX6" fmla="*/ 1367203 w 1782809"/>
              <a:gd name="connsiteY6" fmla="*/ 232837 h 1739801"/>
              <a:gd name="connsiteX7" fmla="*/ 1376243 w 1782809"/>
              <a:gd name="connsiteY7" fmla="*/ 225379 h 1739801"/>
              <a:gd name="connsiteX8" fmla="*/ 1518310 w 1782809"/>
              <a:gd name="connsiteY8" fmla="*/ 181983 h 1739801"/>
              <a:gd name="connsiteX9" fmla="*/ 1772407 w 1782809"/>
              <a:gd name="connsiteY9" fmla="*/ 436079 h 1739801"/>
              <a:gd name="connsiteX10" fmla="*/ 1697983 w 1782809"/>
              <a:gd name="connsiteY10" fmla="*/ 615753 h 1739801"/>
              <a:gd name="connsiteX11" fmla="*/ 1681257 w 1782809"/>
              <a:gd name="connsiteY11" fmla="*/ 629554 h 1739801"/>
              <a:gd name="connsiteX12" fmla="*/ 1687993 w 1782809"/>
              <a:gd name="connsiteY12" fmla="*/ 647960 h 1739801"/>
              <a:gd name="connsiteX13" fmla="*/ 1721982 w 1782809"/>
              <a:gd name="connsiteY13" fmla="*/ 872777 h 1739801"/>
              <a:gd name="connsiteX14" fmla="*/ 1718079 w 1782809"/>
              <a:gd name="connsiteY14" fmla="*/ 950076 h 1739801"/>
              <a:gd name="connsiteX15" fmla="*/ 1708911 w 1782809"/>
              <a:gd name="connsiteY15" fmla="*/ 1010143 h 1739801"/>
              <a:gd name="connsiteX16" fmla="*/ 1739413 w 1782809"/>
              <a:gd name="connsiteY16" fmla="*/ 1047112 h 1739801"/>
              <a:gd name="connsiteX17" fmla="*/ 1782809 w 1782809"/>
              <a:gd name="connsiteY17" fmla="*/ 1189180 h 1739801"/>
              <a:gd name="connsiteX18" fmla="*/ 1528713 w 1782809"/>
              <a:gd name="connsiteY18" fmla="*/ 1443276 h 1739801"/>
              <a:gd name="connsiteX19" fmla="*/ 1477504 w 1782809"/>
              <a:gd name="connsiteY19" fmla="*/ 1438114 h 1739801"/>
              <a:gd name="connsiteX20" fmla="*/ 1469464 w 1782809"/>
              <a:gd name="connsiteY20" fmla="*/ 1435618 h 1739801"/>
              <a:gd name="connsiteX21" fmla="*/ 1446861 w 1782809"/>
              <a:gd name="connsiteY21" fmla="*/ 1456160 h 1739801"/>
              <a:gd name="connsiteX22" fmla="*/ 1033711 w 1782809"/>
              <a:gd name="connsiteY22" fmla="*/ 1625805 h 1739801"/>
              <a:gd name="connsiteX23" fmla="*/ 972376 w 1782809"/>
              <a:gd name="connsiteY23" fmla="*/ 1628515 h 1739801"/>
              <a:gd name="connsiteX24" fmla="*/ 941962 w 1782809"/>
              <a:gd name="connsiteY24" fmla="*/ 1665378 h 1739801"/>
              <a:gd name="connsiteX25" fmla="*/ 762288 w 1782809"/>
              <a:gd name="connsiteY25" fmla="*/ 1739801 h 1739801"/>
              <a:gd name="connsiteX26" fmla="*/ 508192 w 1782809"/>
              <a:gd name="connsiteY26" fmla="*/ 1485705 h 1739801"/>
              <a:gd name="connsiteX27" fmla="*/ 509460 w 1782809"/>
              <a:gd name="connsiteY27" fmla="*/ 1473124 h 1739801"/>
              <a:gd name="connsiteX28" fmla="*/ 457628 w 1782809"/>
              <a:gd name="connsiteY28" fmla="*/ 1432399 h 1739801"/>
              <a:gd name="connsiteX29" fmla="*/ 269351 w 1782809"/>
              <a:gd name="connsiteY29" fmla="*/ 1167055 h 1739801"/>
              <a:gd name="connsiteX30" fmla="*/ 256837 w 1782809"/>
              <a:gd name="connsiteY30" fmla="*/ 1132864 h 1739801"/>
              <a:gd name="connsiteX31" fmla="*/ 254096 w 1782809"/>
              <a:gd name="connsiteY31" fmla="*/ 1133141 h 1739801"/>
              <a:gd name="connsiteX32" fmla="*/ 0 w 1782809"/>
              <a:gd name="connsiteY32" fmla="*/ 879044 h 1739801"/>
              <a:gd name="connsiteX33" fmla="*/ 202887 w 1782809"/>
              <a:gd name="connsiteY33" fmla="*/ 630110 h 1739801"/>
              <a:gd name="connsiteX34" fmla="*/ 252284 w 1782809"/>
              <a:gd name="connsiteY34" fmla="*/ 625130 h 1739801"/>
              <a:gd name="connsiteX35" fmla="*/ 269351 w 1782809"/>
              <a:gd name="connsiteY35" fmla="*/ 578499 h 1739801"/>
              <a:gd name="connsiteX36" fmla="*/ 339055 w 1782809"/>
              <a:gd name="connsiteY36" fmla="*/ 450078 h 1739801"/>
              <a:gd name="connsiteX37" fmla="*/ 425429 w 1782809"/>
              <a:gd name="connsiteY37" fmla="*/ 345392 h 1739801"/>
              <a:gd name="connsiteX38" fmla="*/ 412986 w 1782809"/>
              <a:gd name="connsiteY38" fmla="*/ 305306 h 1739801"/>
              <a:gd name="connsiteX39" fmla="*/ 407824 w 1782809"/>
              <a:gd name="connsiteY39" fmla="*/ 254096 h 1739801"/>
              <a:gd name="connsiteX40" fmla="*/ 661920 w 1782809"/>
              <a:gd name="connsiteY40" fmla="*/ 0 h 1739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782809" h="1739801">
                <a:moveTo>
                  <a:pt x="661920" y="0"/>
                </a:moveTo>
                <a:cubicBezTo>
                  <a:pt x="749628" y="0"/>
                  <a:pt x="826958" y="44438"/>
                  <a:pt x="872621" y="112029"/>
                </a:cubicBezTo>
                <a:lnTo>
                  <a:pt x="878174" y="122259"/>
                </a:lnTo>
                <a:lnTo>
                  <a:pt x="888662" y="120659"/>
                </a:lnTo>
                <a:cubicBezTo>
                  <a:pt x="914077" y="118078"/>
                  <a:pt x="939864" y="116755"/>
                  <a:pt x="965961" y="116755"/>
                </a:cubicBezTo>
                <a:cubicBezTo>
                  <a:pt x="1096442" y="116755"/>
                  <a:pt x="1219202" y="149810"/>
                  <a:pt x="1326326" y="208003"/>
                </a:cubicBezTo>
                <a:lnTo>
                  <a:pt x="1367203" y="232837"/>
                </a:lnTo>
                <a:lnTo>
                  <a:pt x="1376243" y="225379"/>
                </a:lnTo>
                <a:cubicBezTo>
                  <a:pt x="1416796" y="197981"/>
                  <a:pt x="1465685" y="181983"/>
                  <a:pt x="1518310" y="181983"/>
                </a:cubicBezTo>
                <a:cubicBezTo>
                  <a:pt x="1658644" y="181983"/>
                  <a:pt x="1772407" y="295746"/>
                  <a:pt x="1772407" y="436079"/>
                </a:cubicBezTo>
                <a:cubicBezTo>
                  <a:pt x="1772407" y="506246"/>
                  <a:pt x="1743966" y="569770"/>
                  <a:pt x="1697983" y="615753"/>
                </a:cubicBezTo>
                <a:lnTo>
                  <a:pt x="1681257" y="629554"/>
                </a:lnTo>
                <a:lnTo>
                  <a:pt x="1687993" y="647960"/>
                </a:lnTo>
                <a:cubicBezTo>
                  <a:pt x="1710083" y="718979"/>
                  <a:pt x="1721982" y="794489"/>
                  <a:pt x="1721982" y="872777"/>
                </a:cubicBezTo>
                <a:cubicBezTo>
                  <a:pt x="1721982" y="898874"/>
                  <a:pt x="1720660" y="924661"/>
                  <a:pt x="1718079" y="950076"/>
                </a:cubicBezTo>
                <a:lnTo>
                  <a:pt x="1708911" y="1010143"/>
                </a:lnTo>
                <a:lnTo>
                  <a:pt x="1739413" y="1047112"/>
                </a:lnTo>
                <a:cubicBezTo>
                  <a:pt x="1766811" y="1087666"/>
                  <a:pt x="1782809" y="1136555"/>
                  <a:pt x="1782809" y="1189180"/>
                </a:cubicBezTo>
                <a:cubicBezTo>
                  <a:pt x="1782809" y="1329513"/>
                  <a:pt x="1669046" y="1443276"/>
                  <a:pt x="1528713" y="1443276"/>
                </a:cubicBezTo>
                <a:cubicBezTo>
                  <a:pt x="1511171" y="1443276"/>
                  <a:pt x="1494045" y="1441498"/>
                  <a:pt x="1477504" y="1438114"/>
                </a:cubicBezTo>
                <a:lnTo>
                  <a:pt x="1469464" y="1435618"/>
                </a:lnTo>
                <a:lnTo>
                  <a:pt x="1446861" y="1456160"/>
                </a:lnTo>
                <a:cubicBezTo>
                  <a:pt x="1332511" y="1550530"/>
                  <a:pt x="1189943" y="1611930"/>
                  <a:pt x="1033711" y="1625805"/>
                </a:cubicBezTo>
                <a:lnTo>
                  <a:pt x="972376" y="1628515"/>
                </a:lnTo>
                <a:lnTo>
                  <a:pt x="941962" y="1665378"/>
                </a:lnTo>
                <a:cubicBezTo>
                  <a:pt x="895980" y="1711361"/>
                  <a:pt x="832455" y="1739801"/>
                  <a:pt x="762288" y="1739801"/>
                </a:cubicBezTo>
                <a:cubicBezTo>
                  <a:pt x="621955" y="1739801"/>
                  <a:pt x="508192" y="1626038"/>
                  <a:pt x="508192" y="1485705"/>
                </a:cubicBezTo>
                <a:lnTo>
                  <a:pt x="509460" y="1473124"/>
                </a:lnTo>
                <a:lnTo>
                  <a:pt x="457628" y="1432399"/>
                </a:lnTo>
                <a:cubicBezTo>
                  <a:pt x="377073" y="1359182"/>
                  <a:pt x="312390" y="1268811"/>
                  <a:pt x="269351" y="1167055"/>
                </a:cubicBezTo>
                <a:lnTo>
                  <a:pt x="256837" y="1132864"/>
                </a:lnTo>
                <a:lnTo>
                  <a:pt x="254096" y="1133141"/>
                </a:lnTo>
                <a:cubicBezTo>
                  <a:pt x="113763" y="1133141"/>
                  <a:pt x="0" y="1019378"/>
                  <a:pt x="0" y="879044"/>
                </a:cubicBezTo>
                <a:cubicBezTo>
                  <a:pt x="0" y="756252"/>
                  <a:pt x="87099" y="653803"/>
                  <a:pt x="202887" y="630110"/>
                </a:cubicBezTo>
                <a:lnTo>
                  <a:pt x="252284" y="625130"/>
                </a:lnTo>
                <a:lnTo>
                  <a:pt x="269351" y="578499"/>
                </a:lnTo>
                <a:cubicBezTo>
                  <a:pt x="288479" y="533275"/>
                  <a:pt x="311883" y="490299"/>
                  <a:pt x="339055" y="450078"/>
                </a:cubicBezTo>
                <a:lnTo>
                  <a:pt x="425429" y="345392"/>
                </a:lnTo>
                <a:lnTo>
                  <a:pt x="412986" y="305306"/>
                </a:lnTo>
                <a:cubicBezTo>
                  <a:pt x="409601" y="288764"/>
                  <a:pt x="407824" y="271638"/>
                  <a:pt x="407824" y="254096"/>
                </a:cubicBezTo>
                <a:cubicBezTo>
                  <a:pt x="407824" y="113763"/>
                  <a:pt x="521586" y="0"/>
                  <a:pt x="661920" y="0"/>
                </a:cubicBezTo>
                <a:close/>
              </a:path>
            </a:pathLst>
          </a:custGeom>
          <a:solidFill>
            <a:schemeClr val="bg1">
              <a:lumMod val="85000"/>
            </a:schemeClr>
          </a:solidFill>
        </p:spPr>
        <p:txBody>
          <a:bodyPr wrap="square">
            <a:noAutofit/>
          </a:bodyPr>
          <a:lstStyle/>
          <a:p>
            <a:endParaRPr lang="en-AU"/>
          </a:p>
        </p:txBody>
      </p:sp>
      <p:sp>
        <p:nvSpPr>
          <p:cNvPr id="40" name="Picture Placeholder 39"/>
          <p:cNvSpPr>
            <a:spLocks noGrp="1"/>
          </p:cNvSpPr>
          <p:nvPr>
            <p:ph type="pic" sz="quarter" idx="15"/>
          </p:nvPr>
        </p:nvSpPr>
        <p:spPr>
          <a:xfrm flipH="1">
            <a:off x="3913909" y="5105241"/>
            <a:ext cx="1004455" cy="980224"/>
          </a:xfrm>
          <a:custGeom>
            <a:avLst/>
            <a:gdLst>
              <a:gd name="connsiteX0" fmla="*/ 661920 w 1782809"/>
              <a:gd name="connsiteY0" fmla="*/ 0 h 1739801"/>
              <a:gd name="connsiteX1" fmla="*/ 872621 w 1782809"/>
              <a:gd name="connsiteY1" fmla="*/ 112029 h 1739801"/>
              <a:gd name="connsiteX2" fmla="*/ 878174 w 1782809"/>
              <a:gd name="connsiteY2" fmla="*/ 122259 h 1739801"/>
              <a:gd name="connsiteX3" fmla="*/ 888662 w 1782809"/>
              <a:gd name="connsiteY3" fmla="*/ 120659 h 1739801"/>
              <a:gd name="connsiteX4" fmla="*/ 965961 w 1782809"/>
              <a:gd name="connsiteY4" fmla="*/ 116755 h 1739801"/>
              <a:gd name="connsiteX5" fmla="*/ 1326326 w 1782809"/>
              <a:gd name="connsiteY5" fmla="*/ 208003 h 1739801"/>
              <a:gd name="connsiteX6" fmla="*/ 1367203 w 1782809"/>
              <a:gd name="connsiteY6" fmla="*/ 232837 h 1739801"/>
              <a:gd name="connsiteX7" fmla="*/ 1376243 w 1782809"/>
              <a:gd name="connsiteY7" fmla="*/ 225379 h 1739801"/>
              <a:gd name="connsiteX8" fmla="*/ 1518310 w 1782809"/>
              <a:gd name="connsiteY8" fmla="*/ 181983 h 1739801"/>
              <a:gd name="connsiteX9" fmla="*/ 1772407 w 1782809"/>
              <a:gd name="connsiteY9" fmla="*/ 436079 h 1739801"/>
              <a:gd name="connsiteX10" fmla="*/ 1697983 w 1782809"/>
              <a:gd name="connsiteY10" fmla="*/ 615753 h 1739801"/>
              <a:gd name="connsiteX11" fmla="*/ 1681257 w 1782809"/>
              <a:gd name="connsiteY11" fmla="*/ 629554 h 1739801"/>
              <a:gd name="connsiteX12" fmla="*/ 1687993 w 1782809"/>
              <a:gd name="connsiteY12" fmla="*/ 647960 h 1739801"/>
              <a:gd name="connsiteX13" fmla="*/ 1721982 w 1782809"/>
              <a:gd name="connsiteY13" fmla="*/ 872777 h 1739801"/>
              <a:gd name="connsiteX14" fmla="*/ 1718079 w 1782809"/>
              <a:gd name="connsiteY14" fmla="*/ 950076 h 1739801"/>
              <a:gd name="connsiteX15" fmla="*/ 1708911 w 1782809"/>
              <a:gd name="connsiteY15" fmla="*/ 1010143 h 1739801"/>
              <a:gd name="connsiteX16" fmla="*/ 1739413 w 1782809"/>
              <a:gd name="connsiteY16" fmla="*/ 1047112 h 1739801"/>
              <a:gd name="connsiteX17" fmla="*/ 1782809 w 1782809"/>
              <a:gd name="connsiteY17" fmla="*/ 1189180 h 1739801"/>
              <a:gd name="connsiteX18" fmla="*/ 1528713 w 1782809"/>
              <a:gd name="connsiteY18" fmla="*/ 1443276 h 1739801"/>
              <a:gd name="connsiteX19" fmla="*/ 1477504 w 1782809"/>
              <a:gd name="connsiteY19" fmla="*/ 1438114 h 1739801"/>
              <a:gd name="connsiteX20" fmla="*/ 1469464 w 1782809"/>
              <a:gd name="connsiteY20" fmla="*/ 1435618 h 1739801"/>
              <a:gd name="connsiteX21" fmla="*/ 1446861 w 1782809"/>
              <a:gd name="connsiteY21" fmla="*/ 1456160 h 1739801"/>
              <a:gd name="connsiteX22" fmla="*/ 1033711 w 1782809"/>
              <a:gd name="connsiteY22" fmla="*/ 1625805 h 1739801"/>
              <a:gd name="connsiteX23" fmla="*/ 972376 w 1782809"/>
              <a:gd name="connsiteY23" fmla="*/ 1628515 h 1739801"/>
              <a:gd name="connsiteX24" fmla="*/ 941962 w 1782809"/>
              <a:gd name="connsiteY24" fmla="*/ 1665378 h 1739801"/>
              <a:gd name="connsiteX25" fmla="*/ 762288 w 1782809"/>
              <a:gd name="connsiteY25" fmla="*/ 1739801 h 1739801"/>
              <a:gd name="connsiteX26" fmla="*/ 508192 w 1782809"/>
              <a:gd name="connsiteY26" fmla="*/ 1485705 h 1739801"/>
              <a:gd name="connsiteX27" fmla="*/ 509460 w 1782809"/>
              <a:gd name="connsiteY27" fmla="*/ 1473124 h 1739801"/>
              <a:gd name="connsiteX28" fmla="*/ 457628 w 1782809"/>
              <a:gd name="connsiteY28" fmla="*/ 1432399 h 1739801"/>
              <a:gd name="connsiteX29" fmla="*/ 269351 w 1782809"/>
              <a:gd name="connsiteY29" fmla="*/ 1167055 h 1739801"/>
              <a:gd name="connsiteX30" fmla="*/ 256837 w 1782809"/>
              <a:gd name="connsiteY30" fmla="*/ 1132864 h 1739801"/>
              <a:gd name="connsiteX31" fmla="*/ 254096 w 1782809"/>
              <a:gd name="connsiteY31" fmla="*/ 1133141 h 1739801"/>
              <a:gd name="connsiteX32" fmla="*/ 0 w 1782809"/>
              <a:gd name="connsiteY32" fmla="*/ 879044 h 1739801"/>
              <a:gd name="connsiteX33" fmla="*/ 202887 w 1782809"/>
              <a:gd name="connsiteY33" fmla="*/ 630110 h 1739801"/>
              <a:gd name="connsiteX34" fmla="*/ 252284 w 1782809"/>
              <a:gd name="connsiteY34" fmla="*/ 625130 h 1739801"/>
              <a:gd name="connsiteX35" fmla="*/ 269351 w 1782809"/>
              <a:gd name="connsiteY35" fmla="*/ 578499 h 1739801"/>
              <a:gd name="connsiteX36" fmla="*/ 339055 w 1782809"/>
              <a:gd name="connsiteY36" fmla="*/ 450078 h 1739801"/>
              <a:gd name="connsiteX37" fmla="*/ 425429 w 1782809"/>
              <a:gd name="connsiteY37" fmla="*/ 345392 h 1739801"/>
              <a:gd name="connsiteX38" fmla="*/ 412986 w 1782809"/>
              <a:gd name="connsiteY38" fmla="*/ 305306 h 1739801"/>
              <a:gd name="connsiteX39" fmla="*/ 407824 w 1782809"/>
              <a:gd name="connsiteY39" fmla="*/ 254096 h 1739801"/>
              <a:gd name="connsiteX40" fmla="*/ 661920 w 1782809"/>
              <a:gd name="connsiteY40" fmla="*/ 0 h 1739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782809" h="1739801">
                <a:moveTo>
                  <a:pt x="661920" y="0"/>
                </a:moveTo>
                <a:cubicBezTo>
                  <a:pt x="749628" y="0"/>
                  <a:pt x="826958" y="44438"/>
                  <a:pt x="872621" y="112029"/>
                </a:cubicBezTo>
                <a:lnTo>
                  <a:pt x="878174" y="122259"/>
                </a:lnTo>
                <a:lnTo>
                  <a:pt x="888662" y="120659"/>
                </a:lnTo>
                <a:cubicBezTo>
                  <a:pt x="914077" y="118078"/>
                  <a:pt x="939864" y="116755"/>
                  <a:pt x="965961" y="116755"/>
                </a:cubicBezTo>
                <a:cubicBezTo>
                  <a:pt x="1096442" y="116755"/>
                  <a:pt x="1219202" y="149810"/>
                  <a:pt x="1326326" y="208003"/>
                </a:cubicBezTo>
                <a:lnTo>
                  <a:pt x="1367203" y="232837"/>
                </a:lnTo>
                <a:lnTo>
                  <a:pt x="1376243" y="225379"/>
                </a:lnTo>
                <a:cubicBezTo>
                  <a:pt x="1416796" y="197981"/>
                  <a:pt x="1465685" y="181983"/>
                  <a:pt x="1518310" y="181983"/>
                </a:cubicBezTo>
                <a:cubicBezTo>
                  <a:pt x="1658644" y="181983"/>
                  <a:pt x="1772407" y="295746"/>
                  <a:pt x="1772407" y="436079"/>
                </a:cubicBezTo>
                <a:cubicBezTo>
                  <a:pt x="1772407" y="506246"/>
                  <a:pt x="1743966" y="569770"/>
                  <a:pt x="1697983" y="615753"/>
                </a:cubicBezTo>
                <a:lnTo>
                  <a:pt x="1681257" y="629554"/>
                </a:lnTo>
                <a:lnTo>
                  <a:pt x="1687993" y="647960"/>
                </a:lnTo>
                <a:cubicBezTo>
                  <a:pt x="1710083" y="718979"/>
                  <a:pt x="1721982" y="794489"/>
                  <a:pt x="1721982" y="872777"/>
                </a:cubicBezTo>
                <a:cubicBezTo>
                  <a:pt x="1721982" y="898874"/>
                  <a:pt x="1720660" y="924661"/>
                  <a:pt x="1718079" y="950076"/>
                </a:cubicBezTo>
                <a:lnTo>
                  <a:pt x="1708911" y="1010143"/>
                </a:lnTo>
                <a:lnTo>
                  <a:pt x="1739413" y="1047112"/>
                </a:lnTo>
                <a:cubicBezTo>
                  <a:pt x="1766811" y="1087666"/>
                  <a:pt x="1782809" y="1136555"/>
                  <a:pt x="1782809" y="1189180"/>
                </a:cubicBezTo>
                <a:cubicBezTo>
                  <a:pt x="1782809" y="1329513"/>
                  <a:pt x="1669046" y="1443276"/>
                  <a:pt x="1528713" y="1443276"/>
                </a:cubicBezTo>
                <a:cubicBezTo>
                  <a:pt x="1511171" y="1443276"/>
                  <a:pt x="1494045" y="1441498"/>
                  <a:pt x="1477504" y="1438114"/>
                </a:cubicBezTo>
                <a:lnTo>
                  <a:pt x="1469464" y="1435618"/>
                </a:lnTo>
                <a:lnTo>
                  <a:pt x="1446861" y="1456160"/>
                </a:lnTo>
                <a:cubicBezTo>
                  <a:pt x="1332511" y="1550530"/>
                  <a:pt x="1189943" y="1611930"/>
                  <a:pt x="1033711" y="1625805"/>
                </a:cubicBezTo>
                <a:lnTo>
                  <a:pt x="972376" y="1628515"/>
                </a:lnTo>
                <a:lnTo>
                  <a:pt x="941962" y="1665378"/>
                </a:lnTo>
                <a:cubicBezTo>
                  <a:pt x="895980" y="1711361"/>
                  <a:pt x="832455" y="1739801"/>
                  <a:pt x="762288" y="1739801"/>
                </a:cubicBezTo>
                <a:cubicBezTo>
                  <a:pt x="621955" y="1739801"/>
                  <a:pt x="508192" y="1626038"/>
                  <a:pt x="508192" y="1485705"/>
                </a:cubicBezTo>
                <a:lnTo>
                  <a:pt x="509460" y="1473124"/>
                </a:lnTo>
                <a:lnTo>
                  <a:pt x="457628" y="1432399"/>
                </a:lnTo>
                <a:cubicBezTo>
                  <a:pt x="377073" y="1359182"/>
                  <a:pt x="312390" y="1268811"/>
                  <a:pt x="269351" y="1167055"/>
                </a:cubicBezTo>
                <a:lnTo>
                  <a:pt x="256837" y="1132864"/>
                </a:lnTo>
                <a:lnTo>
                  <a:pt x="254096" y="1133141"/>
                </a:lnTo>
                <a:cubicBezTo>
                  <a:pt x="113763" y="1133141"/>
                  <a:pt x="0" y="1019378"/>
                  <a:pt x="0" y="879044"/>
                </a:cubicBezTo>
                <a:cubicBezTo>
                  <a:pt x="0" y="756252"/>
                  <a:pt x="87099" y="653803"/>
                  <a:pt x="202887" y="630110"/>
                </a:cubicBezTo>
                <a:lnTo>
                  <a:pt x="252284" y="625130"/>
                </a:lnTo>
                <a:lnTo>
                  <a:pt x="269351" y="578499"/>
                </a:lnTo>
                <a:cubicBezTo>
                  <a:pt x="288479" y="533275"/>
                  <a:pt x="311883" y="490299"/>
                  <a:pt x="339055" y="450078"/>
                </a:cubicBezTo>
                <a:lnTo>
                  <a:pt x="425429" y="345392"/>
                </a:lnTo>
                <a:lnTo>
                  <a:pt x="412986" y="305306"/>
                </a:lnTo>
                <a:cubicBezTo>
                  <a:pt x="409601" y="288764"/>
                  <a:pt x="407824" y="271638"/>
                  <a:pt x="407824" y="254096"/>
                </a:cubicBezTo>
                <a:cubicBezTo>
                  <a:pt x="407824" y="113763"/>
                  <a:pt x="521586" y="0"/>
                  <a:pt x="661920" y="0"/>
                </a:cubicBezTo>
                <a:close/>
              </a:path>
            </a:pathLst>
          </a:custGeom>
          <a:solidFill>
            <a:schemeClr val="bg1">
              <a:lumMod val="85000"/>
            </a:schemeClr>
          </a:solidFill>
        </p:spPr>
        <p:txBody>
          <a:bodyPr wrap="square">
            <a:noAutofit/>
          </a:bodyPr>
          <a:lstStyle/>
          <a:p>
            <a:endParaRPr lang="en-AU"/>
          </a:p>
        </p:txBody>
      </p:sp>
      <p:sp>
        <p:nvSpPr>
          <p:cNvPr id="41" name="Picture Placeholder 40"/>
          <p:cNvSpPr>
            <a:spLocks noGrp="1"/>
          </p:cNvSpPr>
          <p:nvPr>
            <p:ph type="pic" sz="quarter" idx="16"/>
          </p:nvPr>
        </p:nvSpPr>
        <p:spPr>
          <a:xfrm flipH="1">
            <a:off x="3913908" y="1877961"/>
            <a:ext cx="1004455" cy="980224"/>
          </a:xfrm>
          <a:custGeom>
            <a:avLst/>
            <a:gdLst>
              <a:gd name="connsiteX0" fmla="*/ 661920 w 1782809"/>
              <a:gd name="connsiteY0" fmla="*/ 0 h 1739801"/>
              <a:gd name="connsiteX1" fmla="*/ 872621 w 1782809"/>
              <a:gd name="connsiteY1" fmla="*/ 112029 h 1739801"/>
              <a:gd name="connsiteX2" fmla="*/ 878174 w 1782809"/>
              <a:gd name="connsiteY2" fmla="*/ 122259 h 1739801"/>
              <a:gd name="connsiteX3" fmla="*/ 888662 w 1782809"/>
              <a:gd name="connsiteY3" fmla="*/ 120659 h 1739801"/>
              <a:gd name="connsiteX4" fmla="*/ 965961 w 1782809"/>
              <a:gd name="connsiteY4" fmla="*/ 116755 h 1739801"/>
              <a:gd name="connsiteX5" fmla="*/ 1326326 w 1782809"/>
              <a:gd name="connsiteY5" fmla="*/ 208003 h 1739801"/>
              <a:gd name="connsiteX6" fmla="*/ 1367203 w 1782809"/>
              <a:gd name="connsiteY6" fmla="*/ 232837 h 1739801"/>
              <a:gd name="connsiteX7" fmla="*/ 1376243 w 1782809"/>
              <a:gd name="connsiteY7" fmla="*/ 225379 h 1739801"/>
              <a:gd name="connsiteX8" fmla="*/ 1518310 w 1782809"/>
              <a:gd name="connsiteY8" fmla="*/ 181983 h 1739801"/>
              <a:gd name="connsiteX9" fmla="*/ 1772407 w 1782809"/>
              <a:gd name="connsiteY9" fmla="*/ 436079 h 1739801"/>
              <a:gd name="connsiteX10" fmla="*/ 1697983 w 1782809"/>
              <a:gd name="connsiteY10" fmla="*/ 615753 h 1739801"/>
              <a:gd name="connsiteX11" fmla="*/ 1681257 w 1782809"/>
              <a:gd name="connsiteY11" fmla="*/ 629554 h 1739801"/>
              <a:gd name="connsiteX12" fmla="*/ 1687993 w 1782809"/>
              <a:gd name="connsiteY12" fmla="*/ 647960 h 1739801"/>
              <a:gd name="connsiteX13" fmla="*/ 1721982 w 1782809"/>
              <a:gd name="connsiteY13" fmla="*/ 872777 h 1739801"/>
              <a:gd name="connsiteX14" fmla="*/ 1718079 w 1782809"/>
              <a:gd name="connsiteY14" fmla="*/ 950076 h 1739801"/>
              <a:gd name="connsiteX15" fmla="*/ 1708911 w 1782809"/>
              <a:gd name="connsiteY15" fmla="*/ 1010143 h 1739801"/>
              <a:gd name="connsiteX16" fmla="*/ 1739413 w 1782809"/>
              <a:gd name="connsiteY16" fmla="*/ 1047112 h 1739801"/>
              <a:gd name="connsiteX17" fmla="*/ 1782809 w 1782809"/>
              <a:gd name="connsiteY17" fmla="*/ 1189180 h 1739801"/>
              <a:gd name="connsiteX18" fmla="*/ 1528713 w 1782809"/>
              <a:gd name="connsiteY18" fmla="*/ 1443276 h 1739801"/>
              <a:gd name="connsiteX19" fmla="*/ 1477504 w 1782809"/>
              <a:gd name="connsiteY19" fmla="*/ 1438114 h 1739801"/>
              <a:gd name="connsiteX20" fmla="*/ 1469464 w 1782809"/>
              <a:gd name="connsiteY20" fmla="*/ 1435618 h 1739801"/>
              <a:gd name="connsiteX21" fmla="*/ 1446861 w 1782809"/>
              <a:gd name="connsiteY21" fmla="*/ 1456160 h 1739801"/>
              <a:gd name="connsiteX22" fmla="*/ 1033711 w 1782809"/>
              <a:gd name="connsiteY22" fmla="*/ 1625805 h 1739801"/>
              <a:gd name="connsiteX23" fmla="*/ 972376 w 1782809"/>
              <a:gd name="connsiteY23" fmla="*/ 1628515 h 1739801"/>
              <a:gd name="connsiteX24" fmla="*/ 941962 w 1782809"/>
              <a:gd name="connsiteY24" fmla="*/ 1665378 h 1739801"/>
              <a:gd name="connsiteX25" fmla="*/ 762288 w 1782809"/>
              <a:gd name="connsiteY25" fmla="*/ 1739801 h 1739801"/>
              <a:gd name="connsiteX26" fmla="*/ 508192 w 1782809"/>
              <a:gd name="connsiteY26" fmla="*/ 1485705 h 1739801"/>
              <a:gd name="connsiteX27" fmla="*/ 509460 w 1782809"/>
              <a:gd name="connsiteY27" fmla="*/ 1473124 h 1739801"/>
              <a:gd name="connsiteX28" fmla="*/ 457628 w 1782809"/>
              <a:gd name="connsiteY28" fmla="*/ 1432399 h 1739801"/>
              <a:gd name="connsiteX29" fmla="*/ 269351 w 1782809"/>
              <a:gd name="connsiteY29" fmla="*/ 1167055 h 1739801"/>
              <a:gd name="connsiteX30" fmla="*/ 256837 w 1782809"/>
              <a:gd name="connsiteY30" fmla="*/ 1132864 h 1739801"/>
              <a:gd name="connsiteX31" fmla="*/ 254096 w 1782809"/>
              <a:gd name="connsiteY31" fmla="*/ 1133141 h 1739801"/>
              <a:gd name="connsiteX32" fmla="*/ 0 w 1782809"/>
              <a:gd name="connsiteY32" fmla="*/ 879044 h 1739801"/>
              <a:gd name="connsiteX33" fmla="*/ 202887 w 1782809"/>
              <a:gd name="connsiteY33" fmla="*/ 630110 h 1739801"/>
              <a:gd name="connsiteX34" fmla="*/ 252284 w 1782809"/>
              <a:gd name="connsiteY34" fmla="*/ 625130 h 1739801"/>
              <a:gd name="connsiteX35" fmla="*/ 269351 w 1782809"/>
              <a:gd name="connsiteY35" fmla="*/ 578499 h 1739801"/>
              <a:gd name="connsiteX36" fmla="*/ 339055 w 1782809"/>
              <a:gd name="connsiteY36" fmla="*/ 450078 h 1739801"/>
              <a:gd name="connsiteX37" fmla="*/ 425429 w 1782809"/>
              <a:gd name="connsiteY37" fmla="*/ 345392 h 1739801"/>
              <a:gd name="connsiteX38" fmla="*/ 412986 w 1782809"/>
              <a:gd name="connsiteY38" fmla="*/ 305306 h 1739801"/>
              <a:gd name="connsiteX39" fmla="*/ 407824 w 1782809"/>
              <a:gd name="connsiteY39" fmla="*/ 254096 h 1739801"/>
              <a:gd name="connsiteX40" fmla="*/ 661920 w 1782809"/>
              <a:gd name="connsiteY40" fmla="*/ 0 h 1739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782809" h="1739801">
                <a:moveTo>
                  <a:pt x="661920" y="0"/>
                </a:moveTo>
                <a:cubicBezTo>
                  <a:pt x="749628" y="0"/>
                  <a:pt x="826958" y="44438"/>
                  <a:pt x="872621" y="112029"/>
                </a:cubicBezTo>
                <a:lnTo>
                  <a:pt x="878174" y="122259"/>
                </a:lnTo>
                <a:lnTo>
                  <a:pt x="888662" y="120659"/>
                </a:lnTo>
                <a:cubicBezTo>
                  <a:pt x="914077" y="118078"/>
                  <a:pt x="939864" y="116755"/>
                  <a:pt x="965961" y="116755"/>
                </a:cubicBezTo>
                <a:cubicBezTo>
                  <a:pt x="1096442" y="116755"/>
                  <a:pt x="1219202" y="149810"/>
                  <a:pt x="1326326" y="208003"/>
                </a:cubicBezTo>
                <a:lnTo>
                  <a:pt x="1367203" y="232837"/>
                </a:lnTo>
                <a:lnTo>
                  <a:pt x="1376243" y="225379"/>
                </a:lnTo>
                <a:cubicBezTo>
                  <a:pt x="1416796" y="197981"/>
                  <a:pt x="1465685" y="181983"/>
                  <a:pt x="1518310" y="181983"/>
                </a:cubicBezTo>
                <a:cubicBezTo>
                  <a:pt x="1658644" y="181983"/>
                  <a:pt x="1772407" y="295746"/>
                  <a:pt x="1772407" y="436079"/>
                </a:cubicBezTo>
                <a:cubicBezTo>
                  <a:pt x="1772407" y="506246"/>
                  <a:pt x="1743966" y="569770"/>
                  <a:pt x="1697983" y="615753"/>
                </a:cubicBezTo>
                <a:lnTo>
                  <a:pt x="1681257" y="629554"/>
                </a:lnTo>
                <a:lnTo>
                  <a:pt x="1687993" y="647960"/>
                </a:lnTo>
                <a:cubicBezTo>
                  <a:pt x="1710083" y="718979"/>
                  <a:pt x="1721982" y="794489"/>
                  <a:pt x="1721982" y="872777"/>
                </a:cubicBezTo>
                <a:cubicBezTo>
                  <a:pt x="1721982" y="898874"/>
                  <a:pt x="1720660" y="924661"/>
                  <a:pt x="1718079" y="950076"/>
                </a:cubicBezTo>
                <a:lnTo>
                  <a:pt x="1708911" y="1010143"/>
                </a:lnTo>
                <a:lnTo>
                  <a:pt x="1739413" y="1047112"/>
                </a:lnTo>
                <a:cubicBezTo>
                  <a:pt x="1766811" y="1087666"/>
                  <a:pt x="1782809" y="1136555"/>
                  <a:pt x="1782809" y="1189180"/>
                </a:cubicBezTo>
                <a:cubicBezTo>
                  <a:pt x="1782809" y="1329513"/>
                  <a:pt x="1669046" y="1443276"/>
                  <a:pt x="1528713" y="1443276"/>
                </a:cubicBezTo>
                <a:cubicBezTo>
                  <a:pt x="1511171" y="1443276"/>
                  <a:pt x="1494045" y="1441498"/>
                  <a:pt x="1477504" y="1438114"/>
                </a:cubicBezTo>
                <a:lnTo>
                  <a:pt x="1469464" y="1435618"/>
                </a:lnTo>
                <a:lnTo>
                  <a:pt x="1446861" y="1456160"/>
                </a:lnTo>
                <a:cubicBezTo>
                  <a:pt x="1332511" y="1550530"/>
                  <a:pt x="1189943" y="1611930"/>
                  <a:pt x="1033711" y="1625805"/>
                </a:cubicBezTo>
                <a:lnTo>
                  <a:pt x="972376" y="1628515"/>
                </a:lnTo>
                <a:lnTo>
                  <a:pt x="941962" y="1665378"/>
                </a:lnTo>
                <a:cubicBezTo>
                  <a:pt x="895980" y="1711361"/>
                  <a:pt x="832455" y="1739801"/>
                  <a:pt x="762288" y="1739801"/>
                </a:cubicBezTo>
                <a:cubicBezTo>
                  <a:pt x="621955" y="1739801"/>
                  <a:pt x="508192" y="1626038"/>
                  <a:pt x="508192" y="1485705"/>
                </a:cubicBezTo>
                <a:lnTo>
                  <a:pt x="509460" y="1473124"/>
                </a:lnTo>
                <a:lnTo>
                  <a:pt x="457628" y="1432399"/>
                </a:lnTo>
                <a:cubicBezTo>
                  <a:pt x="377073" y="1359182"/>
                  <a:pt x="312390" y="1268811"/>
                  <a:pt x="269351" y="1167055"/>
                </a:cubicBezTo>
                <a:lnTo>
                  <a:pt x="256837" y="1132864"/>
                </a:lnTo>
                <a:lnTo>
                  <a:pt x="254096" y="1133141"/>
                </a:lnTo>
                <a:cubicBezTo>
                  <a:pt x="113763" y="1133141"/>
                  <a:pt x="0" y="1019378"/>
                  <a:pt x="0" y="879044"/>
                </a:cubicBezTo>
                <a:cubicBezTo>
                  <a:pt x="0" y="756252"/>
                  <a:pt x="87099" y="653803"/>
                  <a:pt x="202887" y="630110"/>
                </a:cubicBezTo>
                <a:lnTo>
                  <a:pt x="252284" y="625130"/>
                </a:lnTo>
                <a:lnTo>
                  <a:pt x="269351" y="578499"/>
                </a:lnTo>
                <a:cubicBezTo>
                  <a:pt x="288479" y="533275"/>
                  <a:pt x="311883" y="490299"/>
                  <a:pt x="339055" y="450078"/>
                </a:cubicBezTo>
                <a:lnTo>
                  <a:pt x="425429" y="345392"/>
                </a:lnTo>
                <a:lnTo>
                  <a:pt x="412986" y="305306"/>
                </a:lnTo>
                <a:cubicBezTo>
                  <a:pt x="409601" y="288764"/>
                  <a:pt x="407824" y="271638"/>
                  <a:pt x="407824" y="254096"/>
                </a:cubicBezTo>
                <a:cubicBezTo>
                  <a:pt x="407824" y="113763"/>
                  <a:pt x="521586" y="0"/>
                  <a:pt x="661920" y="0"/>
                </a:cubicBezTo>
                <a:close/>
              </a:path>
            </a:pathLst>
          </a:custGeom>
          <a:solidFill>
            <a:schemeClr val="bg1">
              <a:lumMod val="85000"/>
            </a:schemeClr>
          </a:solidFill>
        </p:spPr>
        <p:txBody>
          <a:bodyPr wrap="square">
            <a:noAutofit/>
          </a:bodyPr>
          <a:lstStyle/>
          <a:p>
            <a:endParaRPr lang="en-AU" dirty="0"/>
          </a:p>
        </p:txBody>
      </p:sp>
      <p:sp>
        <p:nvSpPr>
          <p:cNvPr id="42" name="Picture Placeholder 41"/>
          <p:cNvSpPr>
            <a:spLocks noGrp="1"/>
          </p:cNvSpPr>
          <p:nvPr>
            <p:ph type="pic" sz="quarter" idx="17"/>
          </p:nvPr>
        </p:nvSpPr>
        <p:spPr>
          <a:xfrm flipH="1">
            <a:off x="4191001" y="3495474"/>
            <a:ext cx="1004455" cy="980224"/>
          </a:xfrm>
          <a:custGeom>
            <a:avLst/>
            <a:gdLst>
              <a:gd name="connsiteX0" fmla="*/ 661920 w 1782809"/>
              <a:gd name="connsiteY0" fmla="*/ 0 h 1739801"/>
              <a:gd name="connsiteX1" fmla="*/ 872621 w 1782809"/>
              <a:gd name="connsiteY1" fmla="*/ 112029 h 1739801"/>
              <a:gd name="connsiteX2" fmla="*/ 878174 w 1782809"/>
              <a:gd name="connsiteY2" fmla="*/ 122259 h 1739801"/>
              <a:gd name="connsiteX3" fmla="*/ 888662 w 1782809"/>
              <a:gd name="connsiteY3" fmla="*/ 120659 h 1739801"/>
              <a:gd name="connsiteX4" fmla="*/ 965961 w 1782809"/>
              <a:gd name="connsiteY4" fmla="*/ 116755 h 1739801"/>
              <a:gd name="connsiteX5" fmla="*/ 1326326 w 1782809"/>
              <a:gd name="connsiteY5" fmla="*/ 208003 h 1739801"/>
              <a:gd name="connsiteX6" fmla="*/ 1367203 w 1782809"/>
              <a:gd name="connsiteY6" fmla="*/ 232837 h 1739801"/>
              <a:gd name="connsiteX7" fmla="*/ 1376243 w 1782809"/>
              <a:gd name="connsiteY7" fmla="*/ 225379 h 1739801"/>
              <a:gd name="connsiteX8" fmla="*/ 1518310 w 1782809"/>
              <a:gd name="connsiteY8" fmla="*/ 181983 h 1739801"/>
              <a:gd name="connsiteX9" fmla="*/ 1772407 w 1782809"/>
              <a:gd name="connsiteY9" fmla="*/ 436079 h 1739801"/>
              <a:gd name="connsiteX10" fmla="*/ 1697983 w 1782809"/>
              <a:gd name="connsiteY10" fmla="*/ 615753 h 1739801"/>
              <a:gd name="connsiteX11" fmla="*/ 1681257 w 1782809"/>
              <a:gd name="connsiteY11" fmla="*/ 629554 h 1739801"/>
              <a:gd name="connsiteX12" fmla="*/ 1687993 w 1782809"/>
              <a:gd name="connsiteY12" fmla="*/ 647960 h 1739801"/>
              <a:gd name="connsiteX13" fmla="*/ 1721982 w 1782809"/>
              <a:gd name="connsiteY13" fmla="*/ 872777 h 1739801"/>
              <a:gd name="connsiteX14" fmla="*/ 1718079 w 1782809"/>
              <a:gd name="connsiteY14" fmla="*/ 950076 h 1739801"/>
              <a:gd name="connsiteX15" fmla="*/ 1708911 w 1782809"/>
              <a:gd name="connsiteY15" fmla="*/ 1010143 h 1739801"/>
              <a:gd name="connsiteX16" fmla="*/ 1739413 w 1782809"/>
              <a:gd name="connsiteY16" fmla="*/ 1047112 h 1739801"/>
              <a:gd name="connsiteX17" fmla="*/ 1782809 w 1782809"/>
              <a:gd name="connsiteY17" fmla="*/ 1189180 h 1739801"/>
              <a:gd name="connsiteX18" fmla="*/ 1528713 w 1782809"/>
              <a:gd name="connsiteY18" fmla="*/ 1443276 h 1739801"/>
              <a:gd name="connsiteX19" fmla="*/ 1477504 w 1782809"/>
              <a:gd name="connsiteY19" fmla="*/ 1438114 h 1739801"/>
              <a:gd name="connsiteX20" fmla="*/ 1469464 w 1782809"/>
              <a:gd name="connsiteY20" fmla="*/ 1435618 h 1739801"/>
              <a:gd name="connsiteX21" fmla="*/ 1446861 w 1782809"/>
              <a:gd name="connsiteY21" fmla="*/ 1456160 h 1739801"/>
              <a:gd name="connsiteX22" fmla="*/ 1033711 w 1782809"/>
              <a:gd name="connsiteY22" fmla="*/ 1625805 h 1739801"/>
              <a:gd name="connsiteX23" fmla="*/ 972376 w 1782809"/>
              <a:gd name="connsiteY23" fmla="*/ 1628515 h 1739801"/>
              <a:gd name="connsiteX24" fmla="*/ 941962 w 1782809"/>
              <a:gd name="connsiteY24" fmla="*/ 1665378 h 1739801"/>
              <a:gd name="connsiteX25" fmla="*/ 762288 w 1782809"/>
              <a:gd name="connsiteY25" fmla="*/ 1739801 h 1739801"/>
              <a:gd name="connsiteX26" fmla="*/ 508192 w 1782809"/>
              <a:gd name="connsiteY26" fmla="*/ 1485705 h 1739801"/>
              <a:gd name="connsiteX27" fmla="*/ 509460 w 1782809"/>
              <a:gd name="connsiteY27" fmla="*/ 1473124 h 1739801"/>
              <a:gd name="connsiteX28" fmla="*/ 457628 w 1782809"/>
              <a:gd name="connsiteY28" fmla="*/ 1432399 h 1739801"/>
              <a:gd name="connsiteX29" fmla="*/ 269351 w 1782809"/>
              <a:gd name="connsiteY29" fmla="*/ 1167055 h 1739801"/>
              <a:gd name="connsiteX30" fmla="*/ 256837 w 1782809"/>
              <a:gd name="connsiteY30" fmla="*/ 1132864 h 1739801"/>
              <a:gd name="connsiteX31" fmla="*/ 254096 w 1782809"/>
              <a:gd name="connsiteY31" fmla="*/ 1133141 h 1739801"/>
              <a:gd name="connsiteX32" fmla="*/ 0 w 1782809"/>
              <a:gd name="connsiteY32" fmla="*/ 879044 h 1739801"/>
              <a:gd name="connsiteX33" fmla="*/ 202887 w 1782809"/>
              <a:gd name="connsiteY33" fmla="*/ 630110 h 1739801"/>
              <a:gd name="connsiteX34" fmla="*/ 252284 w 1782809"/>
              <a:gd name="connsiteY34" fmla="*/ 625130 h 1739801"/>
              <a:gd name="connsiteX35" fmla="*/ 269351 w 1782809"/>
              <a:gd name="connsiteY35" fmla="*/ 578499 h 1739801"/>
              <a:gd name="connsiteX36" fmla="*/ 339055 w 1782809"/>
              <a:gd name="connsiteY36" fmla="*/ 450078 h 1739801"/>
              <a:gd name="connsiteX37" fmla="*/ 425429 w 1782809"/>
              <a:gd name="connsiteY37" fmla="*/ 345392 h 1739801"/>
              <a:gd name="connsiteX38" fmla="*/ 412986 w 1782809"/>
              <a:gd name="connsiteY38" fmla="*/ 305306 h 1739801"/>
              <a:gd name="connsiteX39" fmla="*/ 407824 w 1782809"/>
              <a:gd name="connsiteY39" fmla="*/ 254096 h 1739801"/>
              <a:gd name="connsiteX40" fmla="*/ 661920 w 1782809"/>
              <a:gd name="connsiteY40" fmla="*/ 0 h 1739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782809" h="1739801">
                <a:moveTo>
                  <a:pt x="661920" y="0"/>
                </a:moveTo>
                <a:cubicBezTo>
                  <a:pt x="749628" y="0"/>
                  <a:pt x="826958" y="44438"/>
                  <a:pt x="872621" y="112029"/>
                </a:cubicBezTo>
                <a:lnTo>
                  <a:pt x="878174" y="122259"/>
                </a:lnTo>
                <a:lnTo>
                  <a:pt x="888662" y="120659"/>
                </a:lnTo>
                <a:cubicBezTo>
                  <a:pt x="914077" y="118078"/>
                  <a:pt x="939864" y="116755"/>
                  <a:pt x="965961" y="116755"/>
                </a:cubicBezTo>
                <a:cubicBezTo>
                  <a:pt x="1096442" y="116755"/>
                  <a:pt x="1219202" y="149810"/>
                  <a:pt x="1326326" y="208003"/>
                </a:cubicBezTo>
                <a:lnTo>
                  <a:pt x="1367203" y="232837"/>
                </a:lnTo>
                <a:lnTo>
                  <a:pt x="1376243" y="225379"/>
                </a:lnTo>
                <a:cubicBezTo>
                  <a:pt x="1416796" y="197981"/>
                  <a:pt x="1465685" y="181983"/>
                  <a:pt x="1518310" y="181983"/>
                </a:cubicBezTo>
                <a:cubicBezTo>
                  <a:pt x="1658644" y="181983"/>
                  <a:pt x="1772407" y="295746"/>
                  <a:pt x="1772407" y="436079"/>
                </a:cubicBezTo>
                <a:cubicBezTo>
                  <a:pt x="1772407" y="506246"/>
                  <a:pt x="1743966" y="569770"/>
                  <a:pt x="1697983" y="615753"/>
                </a:cubicBezTo>
                <a:lnTo>
                  <a:pt x="1681257" y="629554"/>
                </a:lnTo>
                <a:lnTo>
                  <a:pt x="1687993" y="647960"/>
                </a:lnTo>
                <a:cubicBezTo>
                  <a:pt x="1710083" y="718979"/>
                  <a:pt x="1721982" y="794489"/>
                  <a:pt x="1721982" y="872777"/>
                </a:cubicBezTo>
                <a:cubicBezTo>
                  <a:pt x="1721982" y="898874"/>
                  <a:pt x="1720660" y="924661"/>
                  <a:pt x="1718079" y="950076"/>
                </a:cubicBezTo>
                <a:lnTo>
                  <a:pt x="1708911" y="1010143"/>
                </a:lnTo>
                <a:lnTo>
                  <a:pt x="1739413" y="1047112"/>
                </a:lnTo>
                <a:cubicBezTo>
                  <a:pt x="1766811" y="1087666"/>
                  <a:pt x="1782809" y="1136555"/>
                  <a:pt x="1782809" y="1189180"/>
                </a:cubicBezTo>
                <a:cubicBezTo>
                  <a:pt x="1782809" y="1329513"/>
                  <a:pt x="1669046" y="1443276"/>
                  <a:pt x="1528713" y="1443276"/>
                </a:cubicBezTo>
                <a:cubicBezTo>
                  <a:pt x="1511171" y="1443276"/>
                  <a:pt x="1494045" y="1441498"/>
                  <a:pt x="1477504" y="1438114"/>
                </a:cubicBezTo>
                <a:lnTo>
                  <a:pt x="1469464" y="1435618"/>
                </a:lnTo>
                <a:lnTo>
                  <a:pt x="1446861" y="1456160"/>
                </a:lnTo>
                <a:cubicBezTo>
                  <a:pt x="1332511" y="1550530"/>
                  <a:pt x="1189943" y="1611930"/>
                  <a:pt x="1033711" y="1625805"/>
                </a:cubicBezTo>
                <a:lnTo>
                  <a:pt x="972376" y="1628515"/>
                </a:lnTo>
                <a:lnTo>
                  <a:pt x="941962" y="1665378"/>
                </a:lnTo>
                <a:cubicBezTo>
                  <a:pt x="895980" y="1711361"/>
                  <a:pt x="832455" y="1739801"/>
                  <a:pt x="762288" y="1739801"/>
                </a:cubicBezTo>
                <a:cubicBezTo>
                  <a:pt x="621955" y="1739801"/>
                  <a:pt x="508192" y="1626038"/>
                  <a:pt x="508192" y="1485705"/>
                </a:cubicBezTo>
                <a:lnTo>
                  <a:pt x="509460" y="1473124"/>
                </a:lnTo>
                <a:lnTo>
                  <a:pt x="457628" y="1432399"/>
                </a:lnTo>
                <a:cubicBezTo>
                  <a:pt x="377073" y="1359182"/>
                  <a:pt x="312390" y="1268811"/>
                  <a:pt x="269351" y="1167055"/>
                </a:cubicBezTo>
                <a:lnTo>
                  <a:pt x="256837" y="1132864"/>
                </a:lnTo>
                <a:lnTo>
                  <a:pt x="254096" y="1133141"/>
                </a:lnTo>
                <a:cubicBezTo>
                  <a:pt x="113763" y="1133141"/>
                  <a:pt x="0" y="1019378"/>
                  <a:pt x="0" y="879044"/>
                </a:cubicBezTo>
                <a:cubicBezTo>
                  <a:pt x="0" y="756252"/>
                  <a:pt x="87099" y="653803"/>
                  <a:pt x="202887" y="630110"/>
                </a:cubicBezTo>
                <a:lnTo>
                  <a:pt x="252284" y="625130"/>
                </a:lnTo>
                <a:lnTo>
                  <a:pt x="269351" y="578499"/>
                </a:lnTo>
                <a:cubicBezTo>
                  <a:pt x="288479" y="533275"/>
                  <a:pt x="311883" y="490299"/>
                  <a:pt x="339055" y="450078"/>
                </a:cubicBezTo>
                <a:lnTo>
                  <a:pt x="425429" y="345392"/>
                </a:lnTo>
                <a:lnTo>
                  <a:pt x="412986" y="305306"/>
                </a:lnTo>
                <a:cubicBezTo>
                  <a:pt x="409601" y="288764"/>
                  <a:pt x="407824" y="271638"/>
                  <a:pt x="407824" y="254096"/>
                </a:cubicBezTo>
                <a:cubicBezTo>
                  <a:pt x="407824" y="113763"/>
                  <a:pt x="521586" y="0"/>
                  <a:pt x="661920" y="0"/>
                </a:cubicBezTo>
                <a:close/>
              </a:path>
            </a:pathLst>
          </a:custGeom>
          <a:solidFill>
            <a:schemeClr val="bg1">
              <a:lumMod val="85000"/>
            </a:schemeClr>
          </a:solidFill>
        </p:spPr>
        <p:txBody>
          <a:bodyPr wrap="square">
            <a:noAutofit/>
          </a:bodyPr>
          <a:lstStyle/>
          <a:p>
            <a:endParaRPr lang="en-AU" dirty="0"/>
          </a:p>
        </p:txBody>
      </p:sp>
      <p:cxnSp>
        <p:nvCxnSpPr>
          <p:cNvPr id="12" name="Curved Connector 11"/>
          <p:cNvCxnSpPr/>
          <p:nvPr userDrawn="1"/>
        </p:nvCxnSpPr>
        <p:spPr>
          <a:xfrm flipV="1">
            <a:off x="3016827" y="2482812"/>
            <a:ext cx="831271" cy="750746"/>
          </a:xfrm>
          <a:prstGeom prst="curvedConnector3">
            <a:avLst>
              <a:gd name="adj1" fmla="val 42552"/>
            </a:avLst>
          </a:prstGeom>
          <a:ln w="63500">
            <a:tailEnd type="triangle" w="med" len="med"/>
          </a:ln>
        </p:spPr>
        <p:style>
          <a:lnRef idx="1">
            <a:schemeClr val="accent1"/>
          </a:lnRef>
          <a:fillRef idx="0">
            <a:schemeClr val="accent1"/>
          </a:fillRef>
          <a:effectRef idx="0">
            <a:schemeClr val="accent1"/>
          </a:effectRef>
          <a:fontRef idx="minor">
            <a:schemeClr val="tx1"/>
          </a:fontRef>
        </p:style>
      </p:cxnSp>
      <p:cxnSp>
        <p:nvCxnSpPr>
          <p:cNvPr id="43" name="Curved Connector 42"/>
          <p:cNvCxnSpPr/>
          <p:nvPr userDrawn="1"/>
        </p:nvCxnSpPr>
        <p:spPr>
          <a:xfrm>
            <a:off x="3054763" y="3447034"/>
            <a:ext cx="1052417" cy="466216"/>
          </a:xfrm>
          <a:prstGeom prst="curvedConnector3">
            <a:avLst>
              <a:gd name="adj1" fmla="val 50000"/>
            </a:avLst>
          </a:prstGeom>
          <a:ln w="63500">
            <a:solidFill>
              <a:schemeClr val="accent2"/>
            </a:solidFill>
            <a:tailEnd type="triangle" w="med" len="med"/>
          </a:ln>
        </p:spPr>
        <p:style>
          <a:lnRef idx="1">
            <a:schemeClr val="accent1"/>
          </a:lnRef>
          <a:fillRef idx="0">
            <a:schemeClr val="accent1"/>
          </a:fillRef>
          <a:effectRef idx="0">
            <a:schemeClr val="accent1"/>
          </a:effectRef>
          <a:fontRef idx="minor">
            <a:schemeClr val="tx1"/>
          </a:fontRef>
        </p:style>
      </p:cxnSp>
      <p:cxnSp>
        <p:nvCxnSpPr>
          <p:cNvPr id="47" name="Curved Connector 46"/>
          <p:cNvCxnSpPr/>
          <p:nvPr userDrawn="1"/>
        </p:nvCxnSpPr>
        <p:spPr>
          <a:xfrm rot="16200000" flipH="1">
            <a:off x="2903902" y="3831001"/>
            <a:ext cx="1285559" cy="983837"/>
          </a:xfrm>
          <a:prstGeom prst="curvedConnector3">
            <a:avLst>
              <a:gd name="adj1" fmla="val 50000"/>
            </a:avLst>
          </a:prstGeom>
          <a:ln w="63500">
            <a:solidFill>
              <a:schemeClr val="accent3"/>
            </a:solidFill>
            <a:tailEnd type="triangle" w="med" len="med"/>
          </a:ln>
        </p:spPr>
        <p:style>
          <a:lnRef idx="1">
            <a:schemeClr val="accent1"/>
          </a:lnRef>
          <a:fillRef idx="0">
            <a:schemeClr val="accent1"/>
          </a:fillRef>
          <a:effectRef idx="0">
            <a:schemeClr val="accent1"/>
          </a:effectRef>
          <a:fontRef idx="minor">
            <a:schemeClr val="tx1"/>
          </a:fontRef>
        </p:style>
      </p:cxnSp>
      <p:sp>
        <p:nvSpPr>
          <p:cNvPr id="15" name="Text Placeholder 21"/>
          <p:cNvSpPr>
            <a:spLocks noGrp="1"/>
          </p:cNvSpPr>
          <p:nvPr>
            <p:ph type="body" sz="quarter" idx="20"/>
          </p:nvPr>
        </p:nvSpPr>
        <p:spPr>
          <a:xfrm>
            <a:off x="727364" y="4731063"/>
            <a:ext cx="2492492" cy="256811"/>
          </a:xfrm>
        </p:spPr>
        <p:txBody>
          <a:bodyPr>
            <a:noAutofit/>
          </a:bodyPr>
          <a:lstStyle>
            <a:lvl1pPr algn="ctr">
              <a:defRPr sz="14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6" name="Text Placeholder 21"/>
          <p:cNvSpPr>
            <a:spLocks noGrp="1"/>
          </p:cNvSpPr>
          <p:nvPr>
            <p:ph type="body" sz="quarter" idx="29"/>
          </p:nvPr>
        </p:nvSpPr>
        <p:spPr>
          <a:xfrm>
            <a:off x="727364" y="5008739"/>
            <a:ext cx="2492492" cy="330467"/>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7" name="Text Placeholder 21"/>
          <p:cNvSpPr>
            <a:spLocks noGrp="1"/>
          </p:cNvSpPr>
          <p:nvPr>
            <p:ph type="body" sz="quarter" idx="30"/>
          </p:nvPr>
        </p:nvSpPr>
        <p:spPr>
          <a:xfrm>
            <a:off x="4984173" y="1985429"/>
            <a:ext cx="1950027" cy="256811"/>
          </a:xfrm>
        </p:spPr>
        <p:txBody>
          <a:bodyPr>
            <a:noAutofit/>
          </a:bodyPr>
          <a:lstStyle>
            <a:lvl1pPr algn="ctr">
              <a:defRPr sz="14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8" name="Text Placeholder 21"/>
          <p:cNvSpPr>
            <a:spLocks noGrp="1"/>
          </p:cNvSpPr>
          <p:nvPr>
            <p:ph type="body" sz="quarter" idx="31"/>
          </p:nvPr>
        </p:nvSpPr>
        <p:spPr>
          <a:xfrm>
            <a:off x="4984173" y="2263105"/>
            <a:ext cx="1950027" cy="330467"/>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9" name="Text Placeholder 21"/>
          <p:cNvSpPr>
            <a:spLocks noGrp="1"/>
          </p:cNvSpPr>
          <p:nvPr>
            <p:ph type="body" sz="quarter" idx="32"/>
          </p:nvPr>
        </p:nvSpPr>
        <p:spPr>
          <a:xfrm>
            <a:off x="5347857" y="3720474"/>
            <a:ext cx="1959723" cy="228072"/>
          </a:xfrm>
        </p:spPr>
        <p:txBody>
          <a:bodyPr>
            <a:noAutofit/>
          </a:bodyPr>
          <a:lstStyle>
            <a:lvl1pPr algn="ctr">
              <a:defRPr sz="14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0" name="Text Placeholder 21"/>
          <p:cNvSpPr>
            <a:spLocks noGrp="1"/>
          </p:cNvSpPr>
          <p:nvPr>
            <p:ph type="body" sz="quarter" idx="33"/>
          </p:nvPr>
        </p:nvSpPr>
        <p:spPr>
          <a:xfrm>
            <a:off x="5347857" y="3998149"/>
            <a:ext cx="1959723" cy="29348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8" name="Text Placeholder 21"/>
          <p:cNvSpPr>
            <a:spLocks noGrp="1"/>
          </p:cNvSpPr>
          <p:nvPr>
            <p:ph type="body" sz="quarter" idx="34"/>
          </p:nvPr>
        </p:nvSpPr>
        <p:spPr>
          <a:xfrm>
            <a:off x="4984173" y="5377600"/>
            <a:ext cx="1950027" cy="256811"/>
          </a:xfrm>
        </p:spPr>
        <p:txBody>
          <a:bodyPr>
            <a:noAutofit/>
          </a:bodyPr>
          <a:lstStyle>
            <a:lvl1pPr algn="ctr">
              <a:defRPr sz="14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9" name="Text Placeholder 21"/>
          <p:cNvSpPr>
            <a:spLocks noGrp="1"/>
          </p:cNvSpPr>
          <p:nvPr>
            <p:ph type="body" sz="quarter" idx="35"/>
          </p:nvPr>
        </p:nvSpPr>
        <p:spPr>
          <a:xfrm>
            <a:off x="4984173" y="5655276"/>
            <a:ext cx="1950027" cy="330467"/>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cxnSp>
        <p:nvCxnSpPr>
          <p:cNvPr id="31" name="Curved Connector 30"/>
          <p:cNvCxnSpPr/>
          <p:nvPr userDrawn="1"/>
        </p:nvCxnSpPr>
        <p:spPr>
          <a:xfrm flipV="1">
            <a:off x="7470570" y="2732683"/>
            <a:ext cx="1396339" cy="1062006"/>
          </a:xfrm>
          <a:prstGeom prst="curvedConnector3">
            <a:avLst>
              <a:gd name="adj1" fmla="val 50000"/>
            </a:avLst>
          </a:prstGeom>
          <a:ln w="63500">
            <a:solidFill>
              <a:schemeClr val="accent5"/>
            </a:solidFill>
            <a:tailEnd type="triangle" w="med" len="med"/>
          </a:ln>
        </p:spPr>
        <p:style>
          <a:lnRef idx="1">
            <a:schemeClr val="accent1"/>
          </a:lnRef>
          <a:fillRef idx="0">
            <a:schemeClr val="accent1"/>
          </a:fillRef>
          <a:effectRef idx="0">
            <a:schemeClr val="accent1"/>
          </a:effectRef>
          <a:fontRef idx="minor">
            <a:schemeClr val="tx1"/>
          </a:fontRef>
        </p:style>
      </p:cxnSp>
      <p:cxnSp>
        <p:nvCxnSpPr>
          <p:cNvPr id="32" name="Curved Connector 31"/>
          <p:cNvCxnSpPr/>
          <p:nvPr userDrawn="1"/>
        </p:nvCxnSpPr>
        <p:spPr>
          <a:xfrm>
            <a:off x="7459981" y="3998149"/>
            <a:ext cx="1140030" cy="0"/>
          </a:xfrm>
          <a:prstGeom prst="straightConnector1">
            <a:avLst/>
          </a:prstGeom>
          <a:ln w="63500">
            <a:solidFill>
              <a:schemeClr val="accent4"/>
            </a:solidFill>
            <a:tailEnd type="triangle" w="med" len="med"/>
          </a:ln>
        </p:spPr>
        <p:style>
          <a:lnRef idx="1">
            <a:schemeClr val="accent1"/>
          </a:lnRef>
          <a:fillRef idx="0">
            <a:schemeClr val="accent1"/>
          </a:fillRef>
          <a:effectRef idx="0">
            <a:schemeClr val="accent1"/>
          </a:effectRef>
          <a:fontRef idx="minor">
            <a:schemeClr val="tx1"/>
          </a:fontRef>
        </p:style>
      </p:cxnSp>
      <p:cxnSp>
        <p:nvCxnSpPr>
          <p:cNvPr id="35" name="Curved Connector 34"/>
          <p:cNvCxnSpPr/>
          <p:nvPr userDrawn="1"/>
        </p:nvCxnSpPr>
        <p:spPr>
          <a:xfrm>
            <a:off x="7455230" y="4220040"/>
            <a:ext cx="1396339" cy="1062006"/>
          </a:xfrm>
          <a:prstGeom prst="curvedConnector3">
            <a:avLst>
              <a:gd name="adj1" fmla="val 50000"/>
            </a:avLst>
          </a:prstGeom>
          <a:ln w="63500">
            <a:solidFill>
              <a:schemeClr val="accent6"/>
            </a:solidFill>
            <a:tailEnd type="triangle" w="med" len="med"/>
          </a:ln>
        </p:spPr>
        <p:style>
          <a:lnRef idx="1">
            <a:schemeClr val="accent1"/>
          </a:lnRef>
          <a:fillRef idx="0">
            <a:schemeClr val="accent1"/>
          </a:fillRef>
          <a:effectRef idx="0">
            <a:schemeClr val="accent1"/>
          </a:effectRef>
          <a:fontRef idx="minor">
            <a:schemeClr val="tx1"/>
          </a:fontRef>
        </p:style>
      </p:cxnSp>
      <p:sp>
        <p:nvSpPr>
          <p:cNvPr id="36" name="Picture Placeholder 40"/>
          <p:cNvSpPr>
            <a:spLocks noGrp="1"/>
          </p:cNvSpPr>
          <p:nvPr>
            <p:ph type="pic" sz="quarter" idx="36"/>
          </p:nvPr>
        </p:nvSpPr>
        <p:spPr>
          <a:xfrm flipH="1">
            <a:off x="8891349" y="1938226"/>
            <a:ext cx="1004455" cy="980224"/>
          </a:xfrm>
          <a:custGeom>
            <a:avLst/>
            <a:gdLst>
              <a:gd name="connsiteX0" fmla="*/ 661920 w 1782809"/>
              <a:gd name="connsiteY0" fmla="*/ 0 h 1739801"/>
              <a:gd name="connsiteX1" fmla="*/ 872621 w 1782809"/>
              <a:gd name="connsiteY1" fmla="*/ 112029 h 1739801"/>
              <a:gd name="connsiteX2" fmla="*/ 878174 w 1782809"/>
              <a:gd name="connsiteY2" fmla="*/ 122259 h 1739801"/>
              <a:gd name="connsiteX3" fmla="*/ 888662 w 1782809"/>
              <a:gd name="connsiteY3" fmla="*/ 120659 h 1739801"/>
              <a:gd name="connsiteX4" fmla="*/ 965961 w 1782809"/>
              <a:gd name="connsiteY4" fmla="*/ 116755 h 1739801"/>
              <a:gd name="connsiteX5" fmla="*/ 1326326 w 1782809"/>
              <a:gd name="connsiteY5" fmla="*/ 208003 h 1739801"/>
              <a:gd name="connsiteX6" fmla="*/ 1367203 w 1782809"/>
              <a:gd name="connsiteY6" fmla="*/ 232837 h 1739801"/>
              <a:gd name="connsiteX7" fmla="*/ 1376243 w 1782809"/>
              <a:gd name="connsiteY7" fmla="*/ 225379 h 1739801"/>
              <a:gd name="connsiteX8" fmla="*/ 1518310 w 1782809"/>
              <a:gd name="connsiteY8" fmla="*/ 181983 h 1739801"/>
              <a:gd name="connsiteX9" fmla="*/ 1772407 w 1782809"/>
              <a:gd name="connsiteY9" fmla="*/ 436079 h 1739801"/>
              <a:gd name="connsiteX10" fmla="*/ 1697983 w 1782809"/>
              <a:gd name="connsiteY10" fmla="*/ 615753 h 1739801"/>
              <a:gd name="connsiteX11" fmla="*/ 1681257 w 1782809"/>
              <a:gd name="connsiteY11" fmla="*/ 629554 h 1739801"/>
              <a:gd name="connsiteX12" fmla="*/ 1687993 w 1782809"/>
              <a:gd name="connsiteY12" fmla="*/ 647960 h 1739801"/>
              <a:gd name="connsiteX13" fmla="*/ 1721982 w 1782809"/>
              <a:gd name="connsiteY13" fmla="*/ 872777 h 1739801"/>
              <a:gd name="connsiteX14" fmla="*/ 1718079 w 1782809"/>
              <a:gd name="connsiteY14" fmla="*/ 950076 h 1739801"/>
              <a:gd name="connsiteX15" fmla="*/ 1708911 w 1782809"/>
              <a:gd name="connsiteY15" fmla="*/ 1010143 h 1739801"/>
              <a:gd name="connsiteX16" fmla="*/ 1739413 w 1782809"/>
              <a:gd name="connsiteY16" fmla="*/ 1047112 h 1739801"/>
              <a:gd name="connsiteX17" fmla="*/ 1782809 w 1782809"/>
              <a:gd name="connsiteY17" fmla="*/ 1189180 h 1739801"/>
              <a:gd name="connsiteX18" fmla="*/ 1528713 w 1782809"/>
              <a:gd name="connsiteY18" fmla="*/ 1443276 h 1739801"/>
              <a:gd name="connsiteX19" fmla="*/ 1477504 w 1782809"/>
              <a:gd name="connsiteY19" fmla="*/ 1438114 h 1739801"/>
              <a:gd name="connsiteX20" fmla="*/ 1469464 w 1782809"/>
              <a:gd name="connsiteY20" fmla="*/ 1435618 h 1739801"/>
              <a:gd name="connsiteX21" fmla="*/ 1446861 w 1782809"/>
              <a:gd name="connsiteY21" fmla="*/ 1456160 h 1739801"/>
              <a:gd name="connsiteX22" fmla="*/ 1033711 w 1782809"/>
              <a:gd name="connsiteY22" fmla="*/ 1625805 h 1739801"/>
              <a:gd name="connsiteX23" fmla="*/ 972376 w 1782809"/>
              <a:gd name="connsiteY23" fmla="*/ 1628515 h 1739801"/>
              <a:gd name="connsiteX24" fmla="*/ 941962 w 1782809"/>
              <a:gd name="connsiteY24" fmla="*/ 1665378 h 1739801"/>
              <a:gd name="connsiteX25" fmla="*/ 762288 w 1782809"/>
              <a:gd name="connsiteY25" fmla="*/ 1739801 h 1739801"/>
              <a:gd name="connsiteX26" fmla="*/ 508192 w 1782809"/>
              <a:gd name="connsiteY26" fmla="*/ 1485705 h 1739801"/>
              <a:gd name="connsiteX27" fmla="*/ 509460 w 1782809"/>
              <a:gd name="connsiteY27" fmla="*/ 1473124 h 1739801"/>
              <a:gd name="connsiteX28" fmla="*/ 457628 w 1782809"/>
              <a:gd name="connsiteY28" fmla="*/ 1432399 h 1739801"/>
              <a:gd name="connsiteX29" fmla="*/ 269351 w 1782809"/>
              <a:gd name="connsiteY29" fmla="*/ 1167055 h 1739801"/>
              <a:gd name="connsiteX30" fmla="*/ 256837 w 1782809"/>
              <a:gd name="connsiteY30" fmla="*/ 1132864 h 1739801"/>
              <a:gd name="connsiteX31" fmla="*/ 254096 w 1782809"/>
              <a:gd name="connsiteY31" fmla="*/ 1133141 h 1739801"/>
              <a:gd name="connsiteX32" fmla="*/ 0 w 1782809"/>
              <a:gd name="connsiteY32" fmla="*/ 879044 h 1739801"/>
              <a:gd name="connsiteX33" fmla="*/ 202887 w 1782809"/>
              <a:gd name="connsiteY33" fmla="*/ 630110 h 1739801"/>
              <a:gd name="connsiteX34" fmla="*/ 252284 w 1782809"/>
              <a:gd name="connsiteY34" fmla="*/ 625130 h 1739801"/>
              <a:gd name="connsiteX35" fmla="*/ 269351 w 1782809"/>
              <a:gd name="connsiteY35" fmla="*/ 578499 h 1739801"/>
              <a:gd name="connsiteX36" fmla="*/ 339055 w 1782809"/>
              <a:gd name="connsiteY36" fmla="*/ 450078 h 1739801"/>
              <a:gd name="connsiteX37" fmla="*/ 425429 w 1782809"/>
              <a:gd name="connsiteY37" fmla="*/ 345392 h 1739801"/>
              <a:gd name="connsiteX38" fmla="*/ 412986 w 1782809"/>
              <a:gd name="connsiteY38" fmla="*/ 305306 h 1739801"/>
              <a:gd name="connsiteX39" fmla="*/ 407824 w 1782809"/>
              <a:gd name="connsiteY39" fmla="*/ 254096 h 1739801"/>
              <a:gd name="connsiteX40" fmla="*/ 661920 w 1782809"/>
              <a:gd name="connsiteY40" fmla="*/ 0 h 1739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782809" h="1739801">
                <a:moveTo>
                  <a:pt x="661920" y="0"/>
                </a:moveTo>
                <a:cubicBezTo>
                  <a:pt x="749628" y="0"/>
                  <a:pt x="826958" y="44438"/>
                  <a:pt x="872621" y="112029"/>
                </a:cubicBezTo>
                <a:lnTo>
                  <a:pt x="878174" y="122259"/>
                </a:lnTo>
                <a:lnTo>
                  <a:pt x="888662" y="120659"/>
                </a:lnTo>
                <a:cubicBezTo>
                  <a:pt x="914077" y="118078"/>
                  <a:pt x="939864" y="116755"/>
                  <a:pt x="965961" y="116755"/>
                </a:cubicBezTo>
                <a:cubicBezTo>
                  <a:pt x="1096442" y="116755"/>
                  <a:pt x="1219202" y="149810"/>
                  <a:pt x="1326326" y="208003"/>
                </a:cubicBezTo>
                <a:lnTo>
                  <a:pt x="1367203" y="232837"/>
                </a:lnTo>
                <a:lnTo>
                  <a:pt x="1376243" y="225379"/>
                </a:lnTo>
                <a:cubicBezTo>
                  <a:pt x="1416796" y="197981"/>
                  <a:pt x="1465685" y="181983"/>
                  <a:pt x="1518310" y="181983"/>
                </a:cubicBezTo>
                <a:cubicBezTo>
                  <a:pt x="1658644" y="181983"/>
                  <a:pt x="1772407" y="295746"/>
                  <a:pt x="1772407" y="436079"/>
                </a:cubicBezTo>
                <a:cubicBezTo>
                  <a:pt x="1772407" y="506246"/>
                  <a:pt x="1743966" y="569770"/>
                  <a:pt x="1697983" y="615753"/>
                </a:cubicBezTo>
                <a:lnTo>
                  <a:pt x="1681257" y="629554"/>
                </a:lnTo>
                <a:lnTo>
                  <a:pt x="1687993" y="647960"/>
                </a:lnTo>
                <a:cubicBezTo>
                  <a:pt x="1710083" y="718979"/>
                  <a:pt x="1721982" y="794489"/>
                  <a:pt x="1721982" y="872777"/>
                </a:cubicBezTo>
                <a:cubicBezTo>
                  <a:pt x="1721982" y="898874"/>
                  <a:pt x="1720660" y="924661"/>
                  <a:pt x="1718079" y="950076"/>
                </a:cubicBezTo>
                <a:lnTo>
                  <a:pt x="1708911" y="1010143"/>
                </a:lnTo>
                <a:lnTo>
                  <a:pt x="1739413" y="1047112"/>
                </a:lnTo>
                <a:cubicBezTo>
                  <a:pt x="1766811" y="1087666"/>
                  <a:pt x="1782809" y="1136555"/>
                  <a:pt x="1782809" y="1189180"/>
                </a:cubicBezTo>
                <a:cubicBezTo>
                  <a:pt x="1782809" y="1329513"/>
                  <a:pt x="1669046" y="1443276"/>
                  <a:pt x="1528713" y="1443276"/>
                </a:cubicBezTo>
                <a:cubicBezTo>
                  <a:pt x="1511171" y="1443276"/>
                  <a:pt x="1494045" y="1441498"/>
                  <a:pt x="1477504" y="1438114"/>
                </a:cubicBezTo>
                <a:lnTo>
                  <a:pt x="1469464" y="1435618"/>
                </a:lnTo>
                <a:lnTo>
                  <a:pt x="1446861" y="1456160"/>
                </a:lnTo>
                <a:cubicBezTo>
                  <a:pt x="1332511" y="1550530"/>
                  <a:pt x="1189943" y="1611930"/>
                  <a:pt x="1033711" y="1625805"/>
                </a:cubicBezTo>
                <a:lnTo>
                  <a:pt x="972376" y="1628515"/>
                </a:lnTo>
                <a:lnTo>
                  <a:pt x="941962" y="1665378"/>
                </a:lnTo>
                <a:cubicBezTo>
                  <a:pt x="895980" y="1711361"/>
                  <a:pt x="832455" y="1739801"/>
                  <a:pt x="762288" y="1739801"/>
                </a:cubicBezTo>
                <a:cubicBezTo>
                  <a:pt x="621955" y="1739801"/>
                  <a:pt x="508192" y="1626038"/>
                  <a:pt x="508192" y="1485705"/>
                </a:cubicBezTo>
                <a:lnTo>
                  <a:pt x="509460" y="1473124"/>
                </a:lnTo>
                <a:lnTo>
                  <a:pt x="457628" y="1432399"/>
                </a:lnTo>
                <a:cubicBezTo>
                  <a:pt x="377073" y="1359182"/>
                  <a:pt x="312390" y="1268811"/>
                  <a:pt x="269351" y="1167055"/>
                </a:cubicBezTo>
                <a:lnTo>
                  <a:pt x="256837" y="1132864"/>
                </a:lnTo>
                <a:lnTo>
                  <a:pt x="254096" y="1133141"/>
                </a:lnTo>
                <a:cubicBezTo>
                  <a:pt x="113763" y="1133141"/>
                  <a:pt x="0" y="1019378"/>
                  <a:pt x="0" y="879044"/>
                </a:cubicBezTo>
                <a:cubicBezTo>
                  <a:pt x="0" y="756252"/>
                  <a:pt x="87099" y="653803"/>
                  <a:pt x="202887" y="630110"/>
                </a:cubicBezTo>
                <a:lnTo>
                  <a:pt x="252284" y="625130"/>
                </a:lnTo>
                <a:lnTo>
                  <a:pt x="269351" y="578499"/>
                </a:lnTo>
                <a:cubicBezTo>
                  <a:pt x="288479" y="533275"/>
                  <a:pt x="311883" y="490299"/>
                  <a:pt x="339055" y="450078"/>
                </a:cubicBezTo>
                <a:lnTo>
                  <a:pt x="425429" y="345392"/>
                </a:lnTo>
                <a:lnTo>
                  <a:pt x="412986" y="305306"/>
                </a:lnTo>
                <a:cubicBezTo>
                  <a:pt x="409601" y="288764"/>
                  <a:pt x="407824" y="271638"/>
                  <a:pt x="407824" y="254096"/>
                </a:cubicBezTo>
                <a:cubicBezTo>
                  <a:pt x="407824" y="113763"/>
                  <a:pt x="521586" y="0"/>
                  <a:pt x="661920" y="0"/>
                </a:cubicBezTo>
                <a:close/>
              </a:path>
            </a:pathLst>
          </a:custGeom>
          <a:solidFill>
            <a:schemeClr val="bg1">
              <a:lumMod val="85000"/>
            </a:schemeClr>
          </a:solidFill>
        </p:spPr>
        <p:txBody>
          <a:bodyPr wrap="square">
            <a:noAutofit/>
          </a:bodyPr>
          <a:lstStyle/>
          <a:p>
            <a:endParaRPr lang="en-AU" dirty="0"/>
          </a:p>
        </p:txBody>
      </p:sp>
      <p:sp>
        <p:nvSpPr>
          <p:cNvPr id="37" name="Picture Placeholder 40"/>
          <p:cNvSpPr>
            <a:spLocks noGrp="1"/>
          </p:cNvSpPr>
          <p:nvPr>
            <p:ph type="pic" sz="quarter" idx="37"/>
          </p:nvPr>
        </p:nvSpPr>
        <p:spPr>
          <a:xfrm flipH="1">
            <a:off x="8860669" y="3517733"/>
            <a:ext cx="1004455" cy="980224"/>
          </a:xfrm>
          <a:custGeom>
            <a:avLst/>
            <a:gdLst>
              <a:gd name="connsiteX0" fmla="*/ 661920 w 1782809"/>
              <a:gd name="connsiteY0" fmla="*/ 0 h 1739801"/>
              <a:gd name="connsiteX1" fmla="*/ 872621 w 1782809"/>
              <a:gd name="connsiteY1" fmla="*/ 112029 h 1739801"/>
              <a:gd name="connsiteX2" fmla="*/ 878174 w 1782809"/>
              <a:gd name="connsiteY2" fmla="*/ 122259 h 1739801"/>
              <a:gd name="connsiteX3" fmla="*/ 888662 w 1782809"/>
              <a:gd name="connsiteY3" fmla="*/ 120659 h 1739801"/>
              <a:gd name="connsiteX4" fmla="*/ 965961 w 1782809"/>
              <a:gd name="connsiteY4" fmla="*/ 116755 h 1739801"/>
              <a:gd name="connsiteX5" fmla="*/ 1326326 w 1782809"/>
              <a:gd name="connsiteY5" fmla="*/ 208003 h 1739801"/>
              <a:gd name="connsiteX6" fmla="*/ 1367203 w 1782809"/>
              <a:gd name="connsiteY6" fmla="*/ 232837 h 1739801"/>
              <a:gd name="connsiteX7" fmla="*/ 1376243 w 1782809"/>
              <a:gd name="connsiteY7" fmla="*/ 225379 h 1739801"/>
              <a:gd name="connsiteX8" fmla="*/ 1518310 w 1782809"/>
              <a:gd name="connsiteY8" fmla="*/ 181983 h 1739801"/>
              <a:gd name="connsiteX9" fmla="*/ 1772407 w 1782809"/>
              <a:gd name="connsiteY9" fmla="*/ 436079 h 1739801"/>
              <a:gd name="connsiteX10" fmla="*/ 1697983 w 1782809"/>
              <a:gd name="connsiteY10" fmla="*/ 615753 h 1739801"/>
              <a:gd name="connsiteX11" fmla="*/ 1681257 w 1782809"/>
              <a:gd name="connsiteY11" fmla="*/ 629554 h 1739801"/>
              <a:gd name="connsiteX12" fmla="*/ 1687993 w 1782809"/>
              <a:gd name="connsiteY12" fmla="*/ 647960 h 1739801"/>
              <a:gd name="connsiteX13" fmla="*/ 1721982 w 1782809"/>
              <a:gd name="connsiteY13" fmla="*/ 872777 h 1739801"/>
              <a:gd name="connsiteX14" fmla="*/ 1718079 w 1782809"/>
              <a:gd name="connsiteY14" fmla="*/ 950076 h 1739801"/>
              <a:gd name="connsiteX15" fmla="*/ 1708911 w 1782809"/>
              <a:gd name="connsiteY15" fmla="*/ 1010143 h 1739801"/>
              <a:gd name="connsiteX16" fmla="*/ 1739413 w 1782809"/>
              <a:gd name="connsiteY16" fmla="*/ 1047112 h 1739801"/>
              <a:gd name="connsiteX17" fmla="*/ 1782809 w 1782809"/>
              <a:gd name="connsiteY17" fmla="*/ 1189180 h 1739801"/>
              <a:gd name="connsiteX18" fmla="*/ 1528713 w 1782809"/>
              <a:gd name="connsiteY18" fmla="*/ 1443276 h 1739801"/>
              <a:gd name="connsiteX19" fmla="*/ 1477504 w 1782809"/>
              <a:gd name="connsiteY19" fmla="*/ 1438114 h 1739801"/>
              <a:gd name="connsiteX20" fmla="*/ 1469464 w 1782809"/>
              <a:gd name="connsiteY20" fmla="*/ 1435618 h 1739801"/>
              <a:gd name="connsiteX21" fmla="*/ 1446861 w 1782809"/>
              <a:gd name="connsiteY21" fmla="*/ 1456160 h 1739801"/>
              <a:gd name="connsiteX22" fmla="*/ 1033711 w 1782809"/>
              <a:gd name="connsiteY22" fmla="*/ 1625805 h 1739801"/>
              <a:gd name="connsiteX23" fmla="*/ 972376 w 1782809"/>
              <a:gd name="connsiteY23" fmla="*/ 1628515 h 1739801"/>
              <a:gd name="connsiteX24" fmla="*/ 941962 w 1782809"/>
              <a:gd name="connsiteY24" fmla="*/ 1665378 h 1739801"/>
              <a:gd name="connsiteX25" fmla="*/ 762288 w 1782809"/>
              <a:gd name="connsiteY25" fmla="*/ 1739801 h 1739801"/>
              <a:gd name="connsiteX26" fmla="*/ 508192 w 1782809"/>
              <a:gd name="connsiteY26" fmla="*/ 1485705 h 1739801"/>
              <a:gd name="connsiteX27" fmla="*/ 509460 w 1782809"/>
              <a:gd name="connsiteY27" fmla="*/ 1473124 h 1739801"/>
              <a:gd name="connsiteX28" fmla="*/ 457628 w 1782809"/>
              <a:gd name="connsiteY28" fmla="*/ 1432399 h 1739801"/>
              <a:gd name="connsiteX29" fmla="*/ 269351 w 1782809"/>
              <a:gd name="connsiteY29" fmla="*/ 1167055 h 1739801"/>
              <a:gd name="connsiteX30" fmla="*/ 256837 w 1782809"/>
              <a:gd name="connsiteY30" fmla="*/ 1132864 h 1739801"/>
              <a:gd name="connsiteX31" fmla="*/ 254096 w 1782809"/>
              <a:gd name="connsiteY31" fmla="*/ 1133141 h 1739801"/>
              <a:gd name="connsiteX32" fmla="*/ 0 w 1782809"/>
              <a:gd name="connsiteY32" fmla="*/ 879044 h 1739801"/>
              <a:gd name="connsiteX33" fmla="*/ 202887 w 1782809"/>
              <a:gd name="connsiteY33" fmla="*/ 630110 h 1739801"/>
              <a:gd name="connsiteX34" fmla="*/ 252284 w 1782809"/>
              <a:gd name="connsiteY34" fmla="*/ 625130 h 1739801"/>
              <a:gd name="connsiteX35" fmla="*/ 269351 w 1782809"/>
              <a:gd name="connsiteY35" fmla="*/ 578499 h 1739801"/>
              <a:gd name="connsiteX36" fmla="*/ 339055 w 1782809"/>
              <a:gd name="connsiteY36" fmla="*/ 450078 h 1739801"/>
              <a:gd name="connsiteX37" fmla="*/ 425429 w 1782809"/>
              <a:gd name="connsiteY37" fmla="*/ 345392 h 1739801"/>
              <a:gd name="connsiteX38" fmla="*/ 412986 w 1782809"/>
              <a:gd name="connsiteY38" fmla="*/ 305306 h 1739801"/>
              <a:gd name="connsiteX39" fmla="*/ 407824 w 1782809"/>
              <a:gd name="connsiteY39" fmla="*/ 254096 h 1739801"/>
              <a:gd name="connsiteX40" fmla="*/ 661920 w 1782809"/>
              <a:gd name="connsiteY40" fmla="*/ 0 h 1739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782809" h="1739801">
                <a:moveTo>
                  <a:pt x="661920" y="0"/>
                </a:moveTo>
                <a:cubicBezTo>
                  <a:pt x="749628" y="0"/>
                  <a:pt x="826958" y="44438"/>
                  <a:pt x="872621" y="112029"/>
                </a:cubicBezTo>
                <a:lnTo>
                  <a:pt x="878174" y="122259"/>
                </a:lnTo>
                <a:lnTo>
                  <a:pt x="888662" y="120659"/>
                </a:lnTo>
                <a:cubicBezTo>
                  <a:pt x="914077" y="118078"/>
                  <a:pt x="939864" y="116755"/>
                  <a:pt x="965961" y="116755"/>
                </a:cubicBezTo>
                <a:cubicBezTo>
                  <a:pt x="1096442" y="116755"/>
                  <a:pt x="1219202" y="149810"/>
                  <a:pt x="1326326" y="208003"/>
                </a:cubicBezTo>
                <a:lnTo>
                  <a:pt x="1367203" y="232837"/>
                </a:lnTo>
                <a:lnTo>
                  <a:pt x="1376243" y="225379"/>
                </a:lnTo>
                <a:cubicBezTo>
                  <a:pt x="1416796" y="197981"/>
                  <a:pt x="1465685" y="181983"/>
                  <a:pt x="1518310" y="181983"/>
                </a:cubicBezTo>
                <a:cubicBezTo>
                  <a:pt x="1658644" y="181983"/>
                  <a:pt x="1772407" y="295746"/>
                  <a:pt x="1772407" y="436079"/>
                </a:cubicBezTo>
                <a:cubicBezTo>
                  <a:pt x="1772407" y="506246"/>
                  <a:pt x="1743966" y="569770"/>
                  <a:pt x="1697983" y="615753"/>
                </a:cubicBezTo>
                <a:lnTo>
                  <a:pt x="1681257" y="629554"/>
                </a:lnTo>
                <a:lnTo>
                  <a:pt x="1687993" y="647960"/>
                </a:lnTo>
                <a:cubicBezTo>
                  <a:pt x="1710083" y="718979"/>
                  <a:pt x="1721982" y="794489"/>
                  <a:pt x="1721982" y="872777"/>
                </a:cubicBezTo>
                <a:cubicBezTo>
                  <a:pt x="1721982" y="898874"/>
                  <a:pt x="1720660" y="924661"/>
                  <a:pt x="1718079" y="950076"/>
                </a:cubicBezTo>
                <a:lnTo>
                  <a:pt x="1708911" y="1010143"/>
                </a:lnTo>
                <a:lnTo>
                  <a:pt x="1739413" y="1047112"/>
                </a:lnTo>
                <a:cubicBezTo>
                  <a:pt x="1766811" y="1087666"/>
                  <a:pt x="1782809" y="1136555"/>
                  <a:pt x="1782809" y="1189180"/>
                </a:cubicBezTo>
                <a:cubicBezTo>
                  <a:pt x="1782809" y="1329513"/>
                  <a:pt x="1669046" y="1443276"/>
                  <a:pt x="1528713" y="1443276"/>
                </a:cubicBezTo>
                <a:cubicBezTo>
                  <a:pt x="1511171" y="1443276"/>
                  <a:pt x="1494045" y="1441498"/>
                  <a:pt x="1477504" y="1438114"/>
                </a:cubicBezTo>
                <a:lnTo>
                  <a:pt x="1469464" y="1435618"/>
                </a:lnTo>
                <a:lnTo>
                  <a:pt x="1446861" y="1456160"/>
                </a:lnTo>
                <a:cubicBezTo>
                  <a:pt x="1332511" y="1550530"/>
                  <a:pt x="1189943" y="1611930"/>
                  <a:pt x="1033711" y="1625805"/>
                </a:cubicBezTo>
                <a:lnTo>
                  <a:pt x="972376" y="1628515"/>
                </a:lnTo>
                <a:lnTo>
                  <a:pt x="941962" y="1665378"/>
                </a:lnTo>
                <a:cubicBezTo>
                  <a:pt x="895980" y="1711361"/>
                  <a:pt x="832455" y="1739801"/>
                  <a:pt x="762288" y="1739801"/>
                </a:cubicBezTo>
                <a:cubicBezTo>
                  <a:pt x="621955" y="1739801"/>
                  <a:pt x="508192" y="1626038"/>
                  <a:pt x="508192" y="1485705"/>
                </a:cubicBezTo>
                <a:lnTo>
                  <a:pt x="509460" y="1473124"/>
                </a:lnTo>
                <a:lnTo>
                  <a:pt x="457628" y="1432399"/>
                </a:lnTo>
                <a:cubicBezTo>
                  <a:pt x="377073" y="1359182"/>
                  <a:pt x="312390" y="1268811"/>
                  <a:pt x="269351" y="1167055"/>
                </a:cubicBezTo>
                <a:lnTo>
                  <a:pt x="256837" y="1132864"/>
                </a:lnTo>
                <a:lnTo>
                  <a:pt x="254096" y="1133141"/>
                </a:lnTo>
                <a:cubicBezTo>
                  <a:pt x="113763" y="1133141"/>
                  <a:pt x="0" y="1019378"/>
                  <a:pt x="0" y="879044"/>
                </a:cubicBezTo>
                <a:cubicBezTo>
                  <a:pt x="0" y="756252"/>
                  <a:pt x="87099" y="653803"/>
                  <a:pt x="202887" y="630110"/>
                </a:cubicBezTo>
                <a:lnTo>
                  <a:pt x="252284" y="625130"/>
                </a:lnTo>
                <a:lnTo>
                  <a:pt x="269351" y="578499"/>
                </a:lnTo>
                <a:cubicBezTo>
                  <a:pt x="288479" y="533275"/>
                  <a:pt x="311883" y="490299"/>
                  <a:pt x="339055" y="450078"/>
                </a:cubicBezTo>
                <a:lnTo>
                  <a:pt x="425429" y="345392"/>
                </a:lnTo>
                <a:lnTo>
                  <a:pt x="412986" y="305306"/>
                </a:lnTo>
                <a:cubicBezTo>
                  <a:pt x="409601" y="288764"/>
                  <a:pt x="407824" y="271638"/>
                  <a:pt x="407824" y="254096"/>
                </a:cubicBezTo>
                <a:cubicBezTo>
                  <a:pt x="407824" y="113763"/>
                  <a:pt x="521586" y="0"/>
                  <a:pt x="661920" y="0"/>
                </a:cubicBezTo>
                <a:close/>
              </a:path>
            </a:pathLst>
          </a:custGeom>
          <a:solidFill>
            <a:schemeClr val="bg1">
              <a:lumMod val="85000"/>
            </a:schemeClr>
          </a:solidFill>
        </p:spPr>
        <p:txBody>
          <a:bodyPr wrap="square">
            <a:noAutofit/>
          </a:bodyPr>
          <a:lstStyle/>
          <a:p>
            <a:endParaRPr lang="en-AU" dirty="0"/>
          </a:p>
        </p:txBody>
      </p:sp>
      <p:sp>
        <p:nvSpPr>
          <p:cNvPr id="38" name="Picture Placeholder 40"/>
          <p:cNvSpPr>
            <a:spLocks noGrp="1"/>
          </p:cNvSpPr>
          <p:nvPr>
            <p:ph type="pic" sz="quarter" idx="38"/>
          </p:nvPr>
        </p:nvSpPr>
        <p:spPr>
          <a:xfrm flipH="1">
            <a:off x="8891349" y="5189755"/>
            <a:ext cx="1004455" cy="980224"/>
          </a:xfrm>
          <a:custGeom>
            <a:avLst/>
            <a:gdLst>
              <a:gd name="connsiteX0" fmla="*/ 661920 w 1782809"/>
              <a:gd name="connsiteY0" fmla="*/ 0 h 1739801"/>
              <a:gd name="connsiteX1" fmla="*/ 872621 w 1782809"/>
              <a:gd name="connsiteY1" fmla="*/ 112029 h 1739801"/>
              <a:gd name="connsiteX2" fmla="*/ 878174 w 1782809"/>
              <a:gd name="connsiteY2" fmla="*/ 122259 h 1739801"/>
              <a:gd name="connsiteX3" fmla="*/ 888662 w 1782809"/>
              <a:gd name="connsiteY3" fmla="*/ 120659 h 1739801"/>
              <a:gd name="connsiteX4" fmla="*/ 965961 w 1782809"/>
              <a:gd name="connsiteY4" fmla="*/ 116755 h 1739801"/>
              <a:gd name="connsiteX5" fmla="*/ 1326326 w 1782809"/>
              <a:gd name="connsiteY5" fmla="*/ 208003 h 1739801"/>
              <a:gd name="connsiteX6" fmla="*/ 1367203 w 1782809"/>
              <a:gd name="connsiteY6" fmla="*/ 232837 h 1739801"/>
              <a:gd name="connsiteX7" fmla="*/ 1376243 w 1782809"/>
              <a:gd name="connsiteY7" fmla="*/ 225379 h 1739801"/>
              <a:gd name="connsiteX8" fmla="*/ 1518310 w 1782809"/>
              <a:gd name="connsiteY8" fmla="*/ 181983 h 1739801"/>
              <a:gd name="connsiteX9" fmla="*/ 1772407 w 1782809"/>
              <a:gd name="connsiteY9" fmla="*/ 436079 h 1739801"/>
              <a:gd name="connsiteX10" fmla="*/ 1697983 w 1782809"/>
              <a:gd name="connsiteY10" fmla="*/ 615753 h 1739801"/>
              <a:gd name="connsiteX11" fmla="*/ 1681257 w 1782809"/>
              <a:gd name="connsiteY11" fmla="*/ 629554 h 1739801"/>
              <a:gd name="connsiteX12" fmla="*/ 1687993 w 1782809"/>
              <a:gd name="connsiteY12" fmla="*/ 647960 h 1739801"/>
              <a:gd name="connsiteX13" fmla="*/ 1721982 w 1782809"/>
              <a:gd name="connsiteY13" fmla="*/ 872777 h 1739801"/>
              <a:gd name="connsiteX14" fmla="*/ 1718079 w 1782809"/>
              <a:gd name="connsiteY14" fmla="*/ 950076 h 1739801"/>
              <a:gd name="connsiteX15" fmla="*/ 1708911 w 1782809"/>
              <a:gd name="connsiteY15" fmla="*/ 1010143 h 1739801"/>
              <a:gd name="connsiteX16" fmla="*/ 1739413 w 1782809"/>
              <a:gd name="connsiteY16" fmla="*/ 1047112 h 1739801"/>
              <a:gd name="connsiteX17" fmla="*/ 1782809 w 1782809"/>
              <a:gd name="connsiteY17" fmla="*/ 1189180 h 1739801"/>
              <a:gd name="connsiteX18" fmla="*/ 1528713 w 1782809"/>
              <a:gd name="connsiteY18" fmla="*/ 1443276 h 1739801"/>
              <a:gd name="connsiteX19" fmla="*/ 1477504 w 1782809"/>
              <a:gd name="connsiteY19" fmla="*/ 1438114 h 1739801"/>
              <a:gd name="connsiteX20" fmla="*/ 1469464 w 1782809"/>
              <a:gd name="connsiteY20" fmla="*/ 1435618 h 1739801"/>
              <a:gd name="connsiteX21" fmla="*/ 1446861 w 1782809"/>
              <a:gd name="connsiteY21" fmla="*/ 1456160 h 1739801"/>
              <a:gd name="connsiteX22" fmla="*/ 1033711 w 1782809"/>
              <a:gd name="connsiteY22" fmla="*/ 1625805 h 1739801"/>
              <a:gd name="connsiteX23" fmla="*/ 972376 w 1782809"/>
              <a:gd name="connsiteY23" fmla="*/ 1628515 h 1739801"/>
              <a:gd name="connsiteX24" fmla="*/ 941962 w 1782809"/>
              <a:gd name="connsiteY24" fmla="*/ 1665378 h 1739801"/>
              <a:gd name="connsiteX25" fmla="*/ 762288 w 1782809"/>
              <a:gd name="connsiteY25" fmla="*/ 1739801 h 1739801"/>
              <a:gd name="connsiteX26" fmla="*/ 508192 w 1782809"/>
              <a:gd name="connsiteY26" fmla="*/ 1485705 h 1739801"/>
              <a:gd name="connsiteX27" fmla="*/ 509460 w 1782809"/>
              <a:gd name="connsiteY27" fmla="*/ 1473124 h 1739801"/>
              <a:gd name="connsiteX28" fmla="*/ 457628 w 1782809"/>
              <a:gd name="connsiteY28" fmla="*/ 1432399 h 1739801"/>
              <a:gd name="connsiteX29" fmla="*/ 269351 w 1782809"/>
              <a:gd name="connsiteY29" fmla="*/ 1167055 h 1739801"/>
              <a:gd name="connsiteX30" fmla="*/ 256837 w 1782809"/>
              <a:gd name="connsiteY30" fmla="*/ 1132864 h 1739801"/>
              <a:gd name="connsiteX31" fmla="*/ 254096 w 1782809"/>
              <a:gd name="connsiteY31" fmla="*/ 1133141 h 1739801"/>
              <a:gd name="connsiteX32" fmla="*/ 0 w 1782809"/>
              <a:gd name="connsiteY32" fmla="*/ 879044 h 1739801"/>
              <a:gd name="connsiteX33" fmla="*/ 202887 w 1782809"/>
              <a:gd name="connsiteY33" fmla="*/ 630110 h 1739801"/>
              <a:gd name="connsiteX34" fmla="*/ 252284 w 1782809"/>
              <a:gd name="connsiteY34" fmla="*/ 625130 h 1739801"/>
              <a:gd name="connsiteX35" fmla="*/ 269351 w 1782809"/>
              <a:gd name="connsiteY35" fmla="*/ 578499 h 1739801"/>
              <a:gd name="connsiteX36" fmla="*/ 339055 w 1782809"/>
              <a:gd name="connsiteY36" fmla="*/ 450078 h 1739801"/>
              <a:gd name="connsiteX37" fmla="*/ 425429 w 1782809"/>
              <a:gd name="connsiteY37" fmla="*/ 345392 h 1739801"/>
              <a:gd name="connsiteX38" fmla="*/ 412986 w 1782809"/>
              <a:gd name="connsiteY38" fmla="*/ 305306 h 1739801"/>
              <a:gd name="connsiteX39" fmla="*/ 407824 w 1782809"/>
              <a:gd name="connsiteY39" fmla="*/ 254096 h 1739801"/>
              <a:gd name="connsiteX40" fmla="*/ 661920 w 1782809"/>
              <a:gd name="connsiteY40" fmla="*/ 0 h 1739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782809" h="1739801">
                <a:moveTo>
                  <a:pt x="661920" y="0"/>
                </a:moveTo>
                <a:cubicBezTo>
                  <a:pt x="749628" y="0"/>
                  <a:pt x="826958" y="44438"/>
                  <a:pt x="872621" y="112029"/>
                </a:cubicBezTo>
                <a:lnTo>
                  <a:pt x="878174" y="122259"/>
                </a:lnTo>
                <a:lnTo>
                  <a:pt x="888662" y="120659"/>
                </a:lnTo>
                <a:cubicBezTo>
                  <a:pt x="914077" y="118078"/>
                  <a:pt x="939864" y="116755"/>
                  <a:pt x="965961" y="116755"/>
                </a:cubicBezTo>
                <a:cubicBezTo>
                  <a:pt x="1096442" y="116755"/>
                  <a:pt x="1219202" y="149810"/>
                  <a:pt x="1326326" y="208003"/>
                </a:cubicBezTo>
                <a:lnTo>
                  <a:pt x="1367203" y="232837"/>
                </a:lnTo>
                <a:lnTo>
                  <a:pt x="1376243" y="225379"/>
                </a:lnTo>
                <a:cubicBezTo>
                  <a:pt x="1416796" y="197981"/>
                  <a:pt x="1465685" y="181983"/>
                  <a:pt x="1518310" y="181983"/>
                </a:cubicBezTo>
                <a:cubicBezTo>
                  <a:pt x="1658644" y="181983"/>
                  <a:pt x="1772407" y="295746"/>
                  <a:pt x="1772407" y="436079"/>
                </a:cubicBezTo>
                <a:cubicBezTo>
                  <a:pt x="1772407" y="506246"/>
                  <a:pt x="1743966" y="569770"/>
                  <a:pt x="1697983" y="615753"/>
                </a:cubicBezTo>
                <a:lnTo>
                  <a:pt x="1681257" y="629554"/>
                </a:lnTo>
                <a:lnTo>
                  <a:pt x="1687993" y="647960"/>
                </a:lnTo>
                <a:cubicBezTo>
                  <a:pt x="1710083" y="718979"/>
                  <a:pt x="1721982" y="794489"/>
                  <a:pt x="1721982" y="872777"/>
                </a:cubicBezTo>
                <a:cubicBezTo>
                  <a:pt x="1721982" y="898874"/>
                  <a:pt x="1720660" y="924661"/>
                  <a:pt x="1718079" y="950076"/>
                </a:cubicBezTo>
                <a:lnTo>
                  <a:pt x="1708911" y="1010143"/>
                </a:lnTo>
                <a:lnTo>
                  <a:pt x="1739413" y="1047112"/>
                </a:lnTo>
                <a:cubicBezTo>
                  <a:pt x="1766811" y="1087666"/>
                  <a:pt x="1782809" y="1136555"/>
                  <a:pt x="1782809" y="1189180"/>
                </a:cubicBezTo>
                <a:cubicBezTo>
                  <a:pt x="1782809" y="1329513"/>
                  <a:pt x="1669046" y="1443276"/>
                  <a:pt x="1528713" y="1443276"/>
                </a:cubicBezTo>
                <a:cubicBezTo>
                  <a:pt x="1511171" y="1443276"/>
                  <a:pt x="1494045" y="1441498"/>
                  <a:pt x="1477504" y="1438114"/>
                </a:cubicBezTo>
                <a:lnTo>
                  <a:pt x="1469464" y="1435618"/>
                </a:lnTo>
                <a:lnTo>
                  <a:pt x="1446861" y="1456160"/>
                </a:lnTo>
                <a:cubicBezTo>
                  <a:pt x="1332511" y="1550530"/>
                  <a:pt x="1189943" y="1611930"/>
                  <a:pt x="1033711" y="1625805"/>
                </a:cubicBezTo>
                <a:lnTo>
                  <a:pt x="972376" y="1628515"/>
                </a:lnTo>
                <a:lnTo>
                  <a:pt x="941962" y="1665378"/>
                </a:lnTo>
                <a:cubicBezTo>
                  <a:pt x="895980" y="1711361"/>
                  <a:pt x="832455" y="1739801"/>
                  <a:pt x="762288" y="1739801"/>
                </a:cubicBezTo>
                <a:cubicBezTo>
                  <a:pt x="621955" y="1739801"/>
                  <a:pt x="508192" y="1626038"/>
                  <a:pt x="508192" y="1485705"/>
                </a:cubicBezTo>
                <a:lnTo>
                  <a:pt x="509460" y="1473124"/>
                </a:lnTo>
                <a:lnTo>
                  <a:pt x="457628" y="1432399"/>
                </a:lnTo>
                <a:cubicBezTo>
                  <a:pt x="377073" y="1359182"/>
                  <a:pt x="312390" y="1268811"/>
                  <a:pt x="269351" y="1167055"/>
                </a:cubicBezTo>
                <a:lnTo>
                  <a:pt x="256837" y="1132864"/>
                </a:lnTo>
                <a:lnTo>
                  <a:pt x="254096" y="1133141"/>
                </a:lnTo>
                <a:cubicBezTo>
                  <a:pt x="113763" y="1133141"/>
                  <a:pt x="0" y="1019378"/>
                  <a:pt x="0" y="879044"/>
                </a:cubicBezTo>
                <a:cubicBezTo>
                  <a:pt x="0" y="756252"/>
                  <a:pt x="87099" y="653803"/>
                  <a:pt x="202887" y="630110"/>
                </a:cubicBezTo>
                <a:lnTo>
                  <a:pt x="252284" y="625130"/>
                </a:lnTo>
                <a:lnTo>
                  <a:pt x="269351" y="578499"/>
                </a:lnTo>
                <a:cubicBezTo>
                  <a:pt x="288479" y="533275"/>
                  <a:pt x="311883" y="490299"/>
                  <a:pt x="339055" y="450078"/>
                </a:cubicBezTo>
                <a:lnTo>
                  <a:pt x="425429" y="345392"/>
                </a:lnTo>
                <a:lnTo>
                  <a:pt x="412986" y="305306"/>
                </a:lnTo>
                <a:cubicBezTo>
                  <a:pt x="409601" y="288764"/>
                  <a:pt x="407824" y="271638"/>
                  <a:pt x="407824" y="254096"/>
                </a:cubicBezTo>
                <a:cubicBezTo>
                  <a:pt x="407824" y="113763"/>
                  <a:pt x="521586" y="0"/>
                  <a:pt x="661920" y="0"/>
                </a:cubicBezTo>
                <a:close/>
              </a:path>
            </a:pathLst>
          </a:custGeom>
          <a:solidFill>
            <a:schemeClr val="bg1">
              <a:lumMod val="85000"/>
            </a:schemeClr>
          </a:solidFill>
        </p:spPr>
        <p:txBody>
          <a:bodyPr wrap="square">
            <a:noAutofit/>
          </a:bodyPr>
          <a:lstStyle/>
          <a:p>
            <a:endParaRPr lang="en-AU" dirty="0"/>
          </a:p>
        </p:txBody>
      </p:sp>
      <p:sp>
        <p:nvSpPr>
          <p:cNvPr id="44" name="Text Placeholder 21"/>
          <p:cNvSpPr>
            <a:spLocks noGrp="1"/>
          </p:cNvSpPr>
          <p:nvPr>
            <p:ph type="body" sz="quarter" idx="39"/>
          </p:nvPr>
        </p:nvSpPr>
        <p:spPr>
          <a:xfrm>
            <a:off x="9975125" y="2355972"/>
            <a:ext cx="1950027" cy="256811"/>
          </a:xfrm>
        </p:spPr>
        <p:txBody>
          <a:bodyPr>
            <a:noAutofit/>
          </a:bodyPr>
          <a:lstStyle>
            <a:lvl1pPr algn="ctr">
              <a:defRPr sz="14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5" name="Text Placeholder 21"/>
          <p:cNvSpPr>
            <a:spLocks noGrp="1"/>
          </p:cNvSpPr>
          <p:nvPr>
            <p:ph type="body" sz="quarter" idx="40"/>
          </p:nvPr>
        </p:nvSpPr>
        <p:spPr>
          <a:xfrm>
            <a:off x="9975125" y="2633648"/>
            <a:ext cx="1950027" cy="330467"/>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6" name="Text Placeholder 21"/>
          <p:cNvSpPr>
            <a:spLocks noGrp="1"/>
          </p:cNvSpPr>
          <p:nvPr>
            <p:ph type="body" sz="quarter" idx="41"/>
          </p:nvPr>
        </p:nvSpPr>
        <p:spPr>
          <a:xfrm>
            <a:off x="9975125" y="3907067"/>
            <a:ext cx="1950027" cy="256811"/>
          </a:xfrm>
        </p:spPr>
        <p:txBody>
          <a:bodyPr>
            <a:noAutofit/>
          </a:bodyPr>
          <a:lstStyle>
            <a:lvl1pPr algn="ctr">
              <a:defRPr sz="14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8" name="Text Placeholder 21"/>
          <p:cNvSpPr>
            <a:spLocks noGrp="1"/>
          </p:cNvSpPr>
          <p:nvPr>
            <p:ph type="body" sz="quarter" idx="42"/>
          </p:nvPr>
        </p:nvSpPr>
        <p:spPr>
          <a:xfrm>
            <a:off x="9975125" y="4184743"/>
            <a:ext cx="1950027" cy="330467"/>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9" name="Text Placeholder 21"/>
          <p:cNvSpPr>
            <a:spLocks noGrp="1"/>
          </p:cNvSpPr>
          <p:nvPr>
            <p:ph type="body" sz="quarter" idx="43"/>
          </p:nvPr>
        </p:nvSpPr>
        <p:spPr>
          <a:xfrm>
            <a:off x="9975125" y="5398106"/>
            <a:ext cx="1950027" cy="256811"/>
          </a:xfrm>
        </p:spPr>
        <p:txBody>
          <a:bodyPr>
            <a:noAutofit/>
          </a:bodyPr>
          <a:lstStyle>
            <a:lvl1pPr algn="ctr">
              <a:defRPr sz="14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50" name="Text Placeholder 21"/>
          <p:cNvSpPr>
            <a:spLocks noGrp="1"/>
          </p:cNvSpPr>
          <p:nvPr>
            <p:ph type="body" sz="quarter" idx="44"/>
          </p:nvPr>
        </p:nvSpPr>
        <p:spPr>
          <a:xfrm>
            <a:off x="9975125" y="5675782"/>
            <a:ext cx="1950027" cy="330467"/>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Tree>
    <p:extLst>
      <p:ext uri="{BB962C8B-B14F-4D97-AF65-F5344CB8AC3E}">
        <p14:creationId xmlns:p14="http://schemas.microsoft.com/office/powerpoint/2010/main" val="398494058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53" presetClass="entr" presetSubtype="16" fill="hold" grpId="0" nodeType="afterEffect">
                                  <p:stCondLst>
                                    <p:cond delay="0"/>
                                  </p:stCondLst>
                                  <p:childTnLst>
                                    <p:set>
                                      <p:cBhvr>
                                        <p:cTn id="20" dur="1" fill="hold">
                                          <p:stCondLst>
                                            <p:cond delay="0"/>
                                          </p:stCondLst>
                                        </p:cTn>
                                        <p:tgtEl>
                                          <p:spTgt spid="39"/>
                                        </p:tgtEl>
                                        <p:attrNameLst>
                                          <p:attrName>style.visibility</p:attrName>
                                        </p:attrNameLst>
                                      </p:cBhvr>
                                      <p:to>
                                        <p:strVal val="visible"/>
                                      </p:to>
                                    </p:set>
                                    <p:anim calcmode="lin" valueType="num">
                                      <p:cBhvr>
                                        <p:cTn id="21" dur="500" fill="hold"/>
                                        <p:tgtEl>
                                          <p:spTgt spid="39"/>
                                        </p:tgtEl>
                                        <p:attrNameLst>
                                          <p:attrName>ppt_w</p:attrName>
                                        </p:attrNameLst>
                                      </p:cBhvr>
                                      <p:tavLst>
                                        <p:tav tm="0">
                                          <p:val>
                                            <p:fltVal val="0"/>
                                          </p:val>
                                        </p:tav>
                                        <p:tav tm="100000">
                                          <p:val>
                                            <p:strVal val="#ppt_w"/>
                                          </p:val>
                                        </p:tav>
                                      </p:tavLst>
                                    </p:anim>
                                    <p:anim calcmode="lin" valueType="num">
                                      <p:cBhvr>
                                        <p:cTn id="22" dur="500" fill="hold"/>
                                        <p:tgtEl>
                                          <p:spTgt spid="39"/>
                                        </p:tgtEl>
                                        <p:attrNameLst>
                                          <p:attrName>ppt_h</p:attrName>
                                        </p:attrNameLst>
                                      </p:cBhvr>
                                      <p:tavLst>
                                        <p:tav tm="0">
                                          <p:val>
                                            <p:fltVal val="0"/>
                                          </p:val>
                                        </p:tav>
                                        <p:tav tm="100000">
                                          <p:val>
                                            <p:strVal val="#ppt_h"/>
                                          </p:val>
                                        </p:tav>
                                      </p:tavLst>
                                    </p:anim>
                                    <p:animEffect transition="in" filter="fade">
                                      <p:cBhvr>
                                        <p:cTn id="23" dur="500"/>
                                        <p:tgtEl>
                                          <p:spTgt spid="39"/>
                                        </p:tgtEl>
                                      </p:cBhvr>
                                    </p:animEffect>
                                  </p:childTnLst>
                                </p:cTn>
                              </p:par>
                            </p:childTnLst>
                          </p:cTn>
                        </p:par>
                        <p:par>
                          <p:cTn id="24" fill="hold">
                            <p:stCondLst>
                              <p:cond delay="2000"/>
                            </p:stCondLst>
                            <p:childTnLst>
                              <p:par>
                                <p:cTn id="25" presetID="53" presetClass="entr" presetSubtype="16" fill="hold" grpId="0" nodeType="afterEffect" nodePh="1">
                                  <p:stCondLst>
                                    <p:cond delay="0"/>
                                  </p:stCondLst>
                                  <p:endCondLst>
                                    <p:cond evt="begin" delay="0">
                                      <p:tn val="25"/>
                                    </p:cond>
                                  </p:endCondLst>
                                  <p:childTnLst>
                                    <p:set>
                                      <p:cBhvr>
                                        <p:cTn id="26" dur="1" fill="hold">
                                          <p:stCondLst>
                                            <p:cond delay="0"/>
                                          </p:stCondLst>
                                        </p:cTn>
                                        <p:tgtEl>
                                          <p:spTgt spid="15">
                                            <p:txEl>
                                              <p:pRg st="0" end="0"/>
                                            </p:txEl>
                                          </p:spTgt>
                                        </p:tgtEl>
                                        <p:attrNameLst>
                                          <p:attrName>style.visibility</p:attrName>
                                        </p:attrNameLst>
                                      </p:cBhvr>
                                      <p:to>
                                        <p:strVal val="visible"/>
                                      </p:to>
                                    </p:set>
                                    <p:anim calcmode="lin" valueType="num">
                                      <p:cBhvr>
                                        <p:cTn id="27" dur="500" fill="hold"/>
                                        <p:tgtEl>
                                          <p:spTgt spid="15">
                                            <p:txEl>
                                              <p:pRg st="0" end="0"/>
                                            </p:txEl>
                                          </p:spTgt>
                                        </p:tgtEl>
                                        <p:attrNameLst>
                                          <p:attrName>ppt_w</p:attrName>
                                        </p:attrNameLst>
                                      </p:cBhvr>
                                      <p:tavLst>
                                        <p:tav tm="0">
                                          <p:val>
                                            <p:fltVal val="0"/>
                                          </p:val>
                                        </p:tav>
                                        <p:tav tm="100000">
                                          <p:val>
                                            <p:strVal val="#ppt_w"/>
                                          </p:val>
                                        </p:tav>
                                      </p:tavLst>
                                    </p:anim>
                                    <p:anim calcmode="lin" valueType="num">
                                      <p:cBhvr>
                                        <p:cTn id="28" dur="500" fill="hold"/>
                                        <p:tgtEl>
                                          <p:spTgt spid="15">
                                            <p:txEl>
                                              <p:pRg st="0" end="0"/>
                                            </p:txEl>
                                          </p:spTgt>
                                        </p:tgtEl>
                                        <p:attrNameLst>
                                          <p:attrName>ppt_h</p:attrName>
                                        </p:attrNameLst>
                                      </p:cBhvr>
                                      <p:tavLst>
                                        <p:tav tm="0">
                                          <p:val>
                                            <p:fltVal val="0"/>
                                          </p:val>
                                        </p:tav>
                                        <p:tav tm="100000">
                                          <p:val>
                                            <p:strVal val="#ppt_h"/>
                                          </p:val>
                                        </p:tav>
                                      </p:tavLst>
                                    </p:anim>
                                    <p:animEffect transition="in" filter="fade">
                                      <p:cBhvr>
                                        <p:cTn id="29" dur="500"/>
                                        <p:tgtEl>
                                          <p:spTgt spid="15">
                                            <p:txEl>
                                              <p:pRg st="0" end="0"/>
                                            </p:txEl>
                                          </p:spTgt>
                                        </p:tgtEl>
                                      </p:cBhvr>
                                    </p:animEffect>
                                  </p:childTnLst>
                                </p:cTn>
                              </p:par>
                            </p:childTnLst>
                          </p:cTn>
                        </p:par>
                        <p:par>
                          <p:cTn id="30" fill="hold">
                            <p:stCondLst>
                              <p:cond delay="2500"/>
                            </p:stCondLst>
                            <p:childTnLst>
                              <p:par>
                                <p:cTn id="31" presetID="42" presetClass="entr" presetSubtype="0" fill="hold" grpId="0" nodeType="afterEffect" nodePh="1">
                                  <p:stCondLst>
                                    <p:cond delay="0"/>
                                  </p:stCondLst>
                                  <p:endCondLst>
                                    <p:cond evt="begin" delay="0">
                                      <p:tn val="31"/>
                                    </p:cond>
                                  </p:endCondLst>
                                  <p:childTnLst>
                                    <p:set>
                                      <p:cBhvr>
                                        <p:cTn id="32" dur="1" fill="hold">
                                          <p:stCondLst>
                                            <p:cond delay="0"/>
                                          </p:stCondLst>
                                        </p:cTn>
                                        <p:tgtEl>
                                          <p:spTgt spid="16">
                                            <p:txEl>
                                              <p:pRg st="0" end="0"/>
                                            </p:txEl>
                                          </p:spTgt>
                                        </p:tgtEl>
                                        <p:attrNameLst>
                                          <p:attrName>style.visibility</p:attrName>
                                        </p:attrNameLst>
                                      </p:cBhvr>
                                      <p:to>
                                        <p:strVal val="visible"/>
                                      </p:to>
                                    </p:set>
                                    <p:animEffect transition="in" filter="fade">
                                      <p:cBhvr>
                                        <p:cTn id="33" dur="500"/>
                                        <p:tgtEl>
                                          <p:spTgt spid="16">
                                            <p:txEl>
                                              <p:pRg st="0" end="0"/>
                                            </p:txEl>
                                          </p:spTgt>
                                        </p:tgtEl>
                                      </p:cBhvr>
                                    </p:animEffect>
                                    <p:anim calcmode="lin" valueType="num">
                                      <p:cBhvr>
                                        <p:cTn id="34" dur="500" fill="hold"/>
                                        <p:tgtEl>
                                          <p:spTgt spid="16">
                                            <p:txEl>
                                              <p:pRg st="0" end="0"/>
                                            </p:txEl>
                                          </p:spTgt>
                                        </p:tgtEl>
                                        <p:attrNameLst>
                                          <p:attrName>ppt_x</p:attrName>
                                        </p:attrNameLst>
                                      </p:cBhvr>
                                      <p:tavLst>
                                        <p:tav tm="0">
                                          <p:val>
                                            <p:strVal val="#ppt_x"/>
                                          </p:val>
                                        </p:tav>
                                        <p:tav tm="100000">
                                          <p:val>
                                            <p:strVal val="#ppt_x"/>
                                          </p:val>
                                        </p:tav>
                                      </p:tavLst>
                                    </p:anim>
                                    <p:anim calcmode="lin" valueType="num">
                                      <p:cBhvr>
                                        <p:cTn id="35" dur="500" fill="hold"/>
                                        <p:tgtEl>
                                          <p:spTgt spid="16">
                                            <p:txEl>
                                              <p:pRg st="0" end="0"/>
                                            </p:txEl>
                                          </p:spTgt>
                                        </p:tgtEl>
                                        <p:attrNameLst>
                                          <p:attrName>ppt_y</p:attrName>
                                        </p:attrNameLst>
                                      </p:cBhvr>
                                      <p:tavLst>
                                        <p:tav tm="0">
                                          <p:val>
                                            <p:strVal val="#ppt_y+.1"/>
                                          </p:val>
                                        </p:tav>
                                        <p:tav tm="100000">
                                          <p:val>
                                            <p:strVal val="#ppt_y"/>
                                          </p:val>
                                        </p:tav>
                                      </p:tavLst>
                                    </p:anim>
                                  </p:childTnLst>
                                </p:cTn>
                              </p:par>
                            </p:childTnLst>
                          </p:cTn>
                        </p:par>
                        <p:par>
                          <p:cTn id="36" fill="hold">
                            <p:stCondLst>
                              <p:cond delay="3000"/>
                            </p:stCondLst>
                            <p:childTnLst>
                              <p:par>
                                <p:cTn id="37" presetID="22" presetClass="entr" presetSubtype="8" fill="hold" nodeType="afterEffect">
                                  <p:stCondLst>
                                    <p:cond delay="0"/>
                                  </p:stCondLst>
                                  <p:childTnLst>
                                    <p:set>
                                      <p:cBhvr>
                                        <p:cTn id="38" dur="1" fill="hold">
                                          <p:stCondLst>
                                            <p:cond delay="0"/>
                                          </p:stCondLst>
                                        </p:cTn>
                                        <p:tgtEl>
                                          <p:spTgt spid="12"/>
                                        </p:tgtEl>
                                        <p:attrNameLst>
                                          <p:attrName>style.visibility</p:attrName>
                                        </p:attrNameLst>
                                      </p:cBhvr>
                                      <p:to>
                                        <p:strVal val="visible"/>
                                      </p:to>
                                    </p:set>
                                    <p:animEffect transition="in" filter="wipe(left)">
                                      <p:cBhvr>
                                        <p:cTn id="39" dur="500"/>
                                        <p:tgtEl>
                                          <p:spTgt spid="12"/>
                                        </p:tgtEl>
                                      </p:cBhvr>
                                    </p:animEffect>
                                  </p:childTnLst>
                                </p:cTn>
                              </p:par>
                            </p:childTnLst>
                          </p:cTn>
                        </p:par>
                        <p:par>
                          <p:cTn id="40" fill="hold">
                            <p:stCondLst>
                              <p:cond delay="3500"/>
                            </p:stCondLst>
                            <p:childTnLst>
                              <p:par>
                                <p:cTn id="41" presetID="10" presetClass="entr" presetSubtype="0" fill="hold" grpId="0" nodeType="afterEffect">
                                  <p:stCondLst>
                                    <p:cond delay="0"/>
                                  </p:stCondLst>
                                  <p:childTnLst>
                                    <p:set>
                                      <p:cBhvr>
                                        <p:cTn id="42" dur="1" fill="hold">
                                          <p:stCondLst>
                                            <p:cond delay="0"/>
                                          </p:stCondLst>
                                        </p:cTn>
                                        <p:tgtEl>
                                          <p:spTgt spid="41"/>
                                        </p:tgtEl>
                                        <p:attrNameLst>
                                          <p:attrName>style.visibility</p:attrName>
                                        </p:attrNameLst>
                                      </p:cBhvr>
                                      <p:to>
                                        <p:strVal val="visible"/>
                                      </p:to>
                                    </p:set>
                                    <p:animEffect transition="in" filter="fade">
                                      <p:cBhvr>
                                        <p:cTn id="43" dur="500"/>
                                        <p:tgtEl>
                                          <p:spTgt spid="41"/>
                                        </p:tgtEl>
                                      </p:cBhvr>
                                    </p:animEffect>
                                  </p:childTnLst>
                                </p:cTn>
                              </p:par>
                            </p:childTnLst>
                          </p:cTn>
                        </p:par>
                        <p:par>
                          <p:cTn id="44" fill="hold">
                            <p:stCondLst>
                              <p:cond delay="4000"/>
                            </p:stCondLst>
                            <p:childTnLst>
                              <p:par>
                                <p:cTn id="45" presetID="53" presetClass="entr" presetSubtype="16" fill="hold" grpId="0" nodeType="afterEffect" nodePh="1">
                                  <p:stCondLst>
                                    <p:cond delay="0"/>
                                  </p:stCondLst>
                                  <p:endCondLst>
                                    <p:cond evt="begin" delay="0">
                                      <p:tn val="45"/>
                                    </p:cond>
                                  </p:endCondLst>
                                  <p:childTnLst>
                                    <p:set>
                                      <p:cBhvr>
                                        <p:cTn id="46" dur="1" fill="hold">
                                          <p:stCondLst>
                                            <p:cond delay="0"/>
                                          </p:stCondLst>
                                        </p:cTn>
                                        <p:tgtEl>
                                          <p:spTgt spid="17">
                                            <p:txEl>
                                              <p:pRg st="0" end="0"/>
                                            </p:txEl>
                                          </p:spTgt>
                                        </p:tgtEl>
                                        <p:attrNameLst>
                                          <p:attrName>style.visibility</p:attrName>
                                        </p:attrNameLst>
                                      </p:cBhvr>
                                      <p:to>
                                        <p:strVal val="visible"/>
                                      </p:to>
                                    </p:set>
                                    <p:anim calcmode="lin" valueType="num">
                                      <p:cBhvr>
                                        <p:cTn id="47" dur="500" fill="hold"/>
                                        <p:tgtEl>
                                          <p:spTgt spid="17">
                                            <p:txEl>
                                              <p:pRg st="0" end="0"/>
                                            </p:txEl>
                                          </p:spTgt>
                                        </p:tgtEl>
                                        <p:attrNameLst>
                                          <p:attrName>ppt_w</p:attrName>
                                        </p:attrNameLst>
                                      </p:cBhvr>
                                      <p:tavLst>
                                        <p:tav tm="0">
                                          <p:val>
                                            <p:fltVal val="0"/>
                                          </p:val>
                                        </p:tav>
                                        <p:tav tm="100000">
                                          <p:val>
                                            <p:strVal val="#ppt_w"/>
                                          </p:val>
                                        </p:tav>
                                      </p:tavLst>
                                    </p:anim>
                                    <p:anim calcmode="lin" valueType="num">
                                      <p:cBhvr>
                                        <p:cTn id="48" dur="500" fill="hold"/>
                                        <p:tgtEl>
                                          <p:spTgt spid="17">
                                            <p:txEl>
                                              <p:pRg st="0" end="0"/>
                                            </p:txEl>
                                          </p:spTgt>
                                        </p:tgtEl>
                                        <p:attrNameLst>
                                          <p:attrName>ppt_h</p:attrName>
                                        </p:attrNameLst>
                                      </p:cBhvr>
                                      <p:tavLst>
                                        <p:tav tm="0">
                                          <p:val>
                                            <p:fltVal val="0"/>
                                          </p:val>
                                        </p:tav>
                                        <p:tav tm="100000">
                                          <p:val>
                                            <p:strVal val="#ppt_h"/>
                                          </p:val>
                                        </p:tav>
                                      </p:tavLst>
                                    </p:anim>
                                    <p:animEffect transition="in" filter="fade">
                                      <p:cBhvr>
                                        <p:cTn id="49" dur="500"/>
                                        <p:tgtEl>
                                          <p:spTgt spid="17">
                                            <p:txEl>
                                              <p:pRg st="0" end="0"/>
                                            </p:txEl>
                                          </p:spTgt>
                                        </p:tgtEl>
                                      </p:cBhvr>
                                    </p:animEffect>
                                  </p:childTnLst>
                                </p:cTn>
                              </p:par>
                            </p:childTnLst>
                          </p:cTn>
                        </p:par>
                        <p:par>
                          <p:cTn id="50" fill="hold">
                            <p:stCondLst>
                              <p:cond delay="4500"/>
                            </p:stCondLst>
                            <p:childTnLst>
                              <p:par>
                                <p:cTn id="51" presetID="42" presetClass="entr" presetSubtype="0" fill="hold" grpId="0" nodeType="afterEffect" nodePh="1">
                                  <p:stCondLst>
                                    <p:cond delay="0"/>
                                  </p:stCondLst>
                                  <p:endCondLst>
                                    <p:cond evt="begin" delay="0">
                                      <p:tn val="51"/>
                                    </p:cond>
                                  </p:endCondLst>
                                  <p:childTnLst>
                                    <p:set>
                                      <p:cBhvr>
                                        <p:cTn id="52" dur="1" fill="hold">
                                          <p:stCondLst>
                                            <p:cond delay="0"/>
                                          </p:stCondLst>
                                        </p:cTn>
                                        <p:tgtEl>
                                          <p:spTgt spid="18">
                                            <p:txEl>
                                              <p:pRg st="0" end="0"/>
                                            </p:txEl>
                                          </p:spTgt>
                                        </p:tgtEl>
                                        <p:attrNameLst>
                                          <p:attrName>style.visibility</p:attrName>
                                        </p:attrNameLst>
                                      </p:cBhvr>
                                      <p:to>
                                        <p:strVal val="visible"/>
                                      </p:to>
                                    </p:set>
                                    <p:animEffect transition="in" filter="fade">
                                      <p:cBhvr>
                                        <p:cTn id="53" dur="500"/>
                                        <p:tgtEl>
                                          <p:spTgt spid="18">
                                            <p:txEl>
                                              <p:pRg st="0" end="0"/>
                                            </p:txEl>
                                          </p:spTgt>
                                        </p:tgtEl>
                                      </p:cBhvr>
                                    </p:animEffect>
                                    <p:anim calcmode="lin" valueType="num">
                                      <p:cBhvr>
                                        <p:cTn id="54" dur="500" fill="hold"/>
                                        <p:tgtEl>
                                          <p:spTgt spid="18">
                                            <p:txEl>
                                              <p:pRg st="0" end="0"/>
                                            </p:txEl>
                                          </p:spTgt>
                                        </p:tgtEl>
                                        <p:attrNameLst>
                                          <p:attrName>ppt_x</p:attrName>
                                        </p:attrNameLst>
                                      </p:cBhvr>
                                      <p:tavLst>
                                        <p:tav tm="0">
                                          <p:val>
                                            <p:strVal val="#ppt_x"/>
                                          </p:val>
                                        </p:tav>
                                        <p:tav tm="100000">
                                          <p:val>
                                            <p:strVal val="#ppt_x"/>
                                          </p:val>
                                        </p:tav>
                                      </p:tavLst>
                                    </p:anim>
                                    <p:anim calcmode="lin" valueType="num">
                                      <p:cBhvr>
                                        <p:cTn id="55" dur="500" fill="hold"/>
                                        <p:tgtEl>
                                          <p:spTgt spid="18">
                                            <p:txEl>
                                              <p:pRg st="0" end="0"/>
                                            </p:txEl>
                                          </p:spTgt>
                                        </p:tgtEl>
                                        <p:attrNameLst>
                                          <p:attrName>ppt_y</p:attrName>
                                        </p:attrNameLst>
                                      </p:cBhvr>
                                      <p:tavLst>
                                        <p:tav tm="0">
                                          <p:val>
                                            <p:strVal val="#ppt_y+.1"/>
                                          </p:val>
                                        </p:tav>
                                        <p:tav tm="100000">
                                          <p:val>
                                            <p:strVal val="#ppt_y"/>
                                          </p:val>
                                        </p:tav>
                                      </p:tavLst>
                                    </p:anim>
                                  </p:childTnLst>
                                </p:cTn>
                              </p:par>
                            </p:childTnLst>
                          </p:cTn>
                        </p:par>
                        <p:par>
                          <p:cTn id="56" fill="hold">
                            <p:stCondLst>
                              <p:cond delay="5000"/>
                            </p:stCondLst>
                            <p:childTnLst>
                              <p:par>
                                <p:cTn id="57" presetID="22" presetClass="entr" presetSubtype="8" fill="hold" nodeType="afterEffect">
                                  <p:stCondLst>
                                    <p:cond delay="0"/>
                                  </p:stCondLst>
                                  <p:childTnLst>
                                    <p:set>
                                      <p:cBhvr>
                                        <p:cTn id="58" dur="1" fill="hold">
                                          <p:stCondLst>
                                            <p:cond delay="0"/>
                                          </p:stCondLst>
                                        </p:cTn>
                                        <p:tgtEl>
                                          <p:spTgt spid="43"/>
                                        </p:tgtEl>
                                        <p:attrNameLst>
                                          <p:attrName>style.visibility</p:attrName>
                                        </p:attrNameLst>
                                      </p:cBhvr>
                                      <p:to>
                                        <p:strVal val="visible"/>
                                      </p:to>
                                    </p:set>
                                    <p:animEffect transition="in" filter="wipe(left)">
                                      <p:cBhvr>
                                        <p:cTn id="59" dur="500"/>
                                        <p:tgtEl>
                                          <p:spTgt spid="43"/>
                                        </p:tgtEl>
                                      </p:cBhvr>
                                    </p:animEffect>
                                  </p:childTnLst>
                                </p:cTn>
                              </p:par>
                            </p:childTnLst>
                          </p:cTn>
                        </p:par>
                        <p:par>
                          <p:cTn id="60" fill="hold">
                            <p:stCondLst>
                              <p:cond delay="5500"/>
                            </p:stCondLst>
                            <p:childTnLst>
                              <p:par>
                                <p:cTn id="61" presetID="10" presetClass="entr" presetSubtype="0" fill="hold" grpId="0" nodeType="afterEffect">
                                  <p:stCondLst>
                                    <p:cond delay="0"/>
                                  </p:stCondLst>
                                  <p:childTnLst>
                                    <p:set>
                                      <p:cBhvr>
                                        <p:cTn id="62" dur="1" fill="hold">
                                          <p:stCondLst>
                                            <p:cond delay="0"/>
                                          </p:stCondLst>
                                        </p:cTn>
                                        <p:tgtEl>
                                          <p:spTgt spid="42"/>
                                        </p:tgtEl>
                                        <p:attrNameLst>
                                          <p:attrName>style.visibility</p:attrName>
                                        </p:attrNameLst>
                                      </p:cBhvr>
                                      <p:to>
                                        <p:strVal val="visible"/>
                                      </p:to>
                                    </p:set>
                                    <p:animEffect transition="in" filter="fade">
                                      <p:cBhvr>
                                        <p:cTn id="63" dur="500"/>
                                        <p:tgtEl>
                                          <p:spTgt spid="42"/>
                                        </p:tgtEl>
                                      </p:cBhvr>
                                    </p:animEffect>
                                  </p:childTnLst>
                                </p:cTn>
                              </p:par>
                            </p:childTnLst>
                          </p:cTn>
                        </p:par>
                        <p:par>
                          <p:cTn id="64" fill="hold">
                            <p:stCondLst>
                              <p:cond delay="6000"/>
                            </p:stCondLst>
                            <p:childTnLst>
                              <p:par>
                                <p:cTn id="65" presetID="53" presetClass="entr" presetSubtype="16" fill="hold" grpId="0" nodeType="afterEffect" nodePh="1">
                                  <p:stCondLst>
                                    <p:cond delay="0"/>
                                  </p:stCondLst>
                                  <p:endCondLst>
                                    <p:cond evt="begin" delay="0">
                                      <p:tn val="65"/>
                                    </p:cond>
                                  </p:endCondLst>
                                  <p:childTnLst>
                                    <p:set>
                                      <p:cBhvr>
                                        <p:cTn id="66" dur="1" fill="hold">
                                          <p:stCondLst>
                                            <p:cond delay="0"/>
                                          </p:stCondLst>
                                        </p:cTn>
                                        <p:tgtEl>
                                          <p:spTgt spid="19">
                                            <p:txEl>
                                              <p:pRg st="0" end="0"/>
                                            </p:txEl>
                                          </p:spTgt>
                                        </p:tgtEl>
                                        <p:attrNameLst>
                                          <p:attrName>style.visibility</p:attrName>
                                        </p:attrNameLst>
                                      </p:cBhvr>
                                      <p:to>
                                        <p:strVal val="visible"/>
                                      </p:to>
                                    </p:set>
                                    <p:anim calcmode="lin" valueType="num">
                                      <p:cBhvr>
                                        <p:cTn id="67" dur="500" fill="hold"/>
                                        <p:tgtEl>
                                          <p:spTgt spid="19">
                                            <p:txEl>
                                              <p:pRg st="0" end="0"/>
                                            </p:txEl>
                                          </p:spTgt>
                                        </p:tgtEl>
                                        <p:attrNameLst>
                                          <p:attrName>ppt_w</p:attrName>
                                        </p:attrNameLst>
                                      </p:cBhvr>
                                      <p:tavLst>
                                        <p:tav tm="0">
                                          <p:val>
                                            <p:fltVal val="0"/>
                                          </p:val>
                                        </p:tav>
                                        <p:tav tm="100000">
                                          <p:val>
                                            <p:strVal val="#ppt_w"/>
                                          </p:val>
                                        </p:tav>
                                      </p:tavLst>
                                    </p:anim>
                                    <p:anim calcmode="lin" valueType="num">
                                      <p:cBhvr>
                                        <p:cTn id="68" dur="500" fill="hold"/>
                                        <p:tgtEl>
                                          <p:spTgt spid="19">
                                            <p:txEl>
                                              <p:pRg st="0" end="0"/>
                                            </p:txEl>
                                          </p:spTgt>
                                        </p:tgtEl>
                                        <p:attrNameLst>
                                          <p:attrName>ppt_h</p:attrName>
                                        </p:attrNameLst>
                                      </p:cBhvr>
                                      <p:tavLst>
                                        <p:tav tm="0">
                                          <p:val>
                                            <p:fltVal val="0"/>
                                          </p:val>
                                        </p:tav>
                                        <p:tav tm="100000">
                                          <p:val>
                                            <p:strVal val="#ppt_h"/>
                                          </p:val>
                                        </p:tav>
                                      </p:tavLst>
                                    </p:anim>
                                    <p:animEffect transition="in" filter="fade">
                                      <p:cBhvr>
                                        <p:cTn id="69" dur="500"/>
                                        <p:tgtEl>
                                          <p:spTgt spid="19">
                                            <p:txEl>
                                              <p:pRg st="0" end="0"/>
                                            </p:txEl>
                                          </p:spTgt>
                                        </p:tgtEl>
                                      </p:cBhvr>
                                    </p:animEffect>
                                  </p:childTnLst>
                                </p:cTn>
                              </p:par>
                            </p:childTnLst>
                          </p:cTn>
                        </p:par>
                        <p:par>
                          <p:cTn id="70" fill="hold">
                            <p:stCondLst>
                              <p:cond delay="6500"/>
                            </p:stCondLst>
                            <p:childTnLst>
                              <p:par>
                                <p:cTn id="71" presetID="42" presetClass="entr" presetSubtype="0" fill="hold" grpId="0" nodeType="afterEffect" nodePh="1">
                                  <p:stCondLst>
                                    <p:cond delay="0"/>
                                  </p:stCondLst>
                                  <p:endCondLst>
                                    <p:cond evt="begin" delay="0">
                                      <p:tn val="71"/>
                                    </p:cond>
                                  </p:endCondLst>
                                  <p:childTnLst>
                                    <p:set>
                                      <p:cBhvr>
                                        <p:cTn id="72" dur="1" fill="hold">
                                          <p:stCondLst>
                                            <p:cond delay="0"/>
                                          </p:stCondLst>
                                        </p:cTn>
                                        <p:tgtEl>
                                          <p:spTgt spid="20">
                                            <p:txEl>
                                              <p:pRg st="0" end="0"/>
                                            </p:txEl>
                                          </p:spTgt>
                                        </p:tgtEl>
                                        <p:attrNameLst>
                                          <p:attrName>style.visibility</p:attrName>
                                        </p:attrNameLst>
                                      </p:cBhvr>
                                      <p:to>
                                        <p:strVal val="visible"/>
                                      </p:to>
                                    </p:set>
                                    <p:animEffect transition="in" filter="fade">
                                      <p:cBhvr>
                                        <p:cTn id="73" dur="500"/>
                                        <p:tgtEl>
                                          <p:spTgt spid="20">
                                            <p:txEl>
                                              <p:pRg st="0" end="0"/>
                                            </p:txEl>
                                          </p:spTgt>
                                        </p:tgtEl>
                                      </p:cBhvr>
                                    </p:animEffect>
                                    <p:anim calcmode="lin" valueType="num">
                                      <p:cBhvr>
                                        <p:cTn id="74" dur="500" fill="hold"/>
                                        <p:tgtEl>
                                          <p:spTgt spid="20">
                                            <p:txEl>
                                              <p:pRg st="0" end="0"/>
                                            </p:txEl>
                                          </p:spTgt>
                                        </p:tgtEl>
                                        <p:attrNameLst>
                                          <p:attrName>ppt_x</p:attrName>
                                        </p:attrNameLst>
                                      </p:cBhvr>
                                      <p:tavLst>
                                        <p:tav tm="0">
                                          <p:val>
                                            <p:strVal val="#ppt_x"/>
                                          </p:val>
                                        </p:tav>
                                        <p:tav tm="100000">
                                          <p:val>
                                            <p:strVal val="#ppt_x"/>
                                          </p:val>
                                        </p:tav>
                                      </p:tavLst>
                                    </p:anim>
                                    <p:anim calcmode="lin" valueType="num">
                                      <p:cBhvr>
                                        <p:cTn id="75" dur="500" fill="hold"/>
                                        <p:tgtEl>
                                          <p:spTgt spid="20">
                                            <p:txEl>
                                              <p:pRg st="0" end="0"/>
                                            </p:txEl>
                                          </p:spTgt>
                                        </p:tgtEl>
                                        <p:attrNameLst>
                                          <p:attrName>ppt_y</p:attrName>
                                        </p:attrNameLst>
                                      </p:cBhvr>
                                      <p:tavLst>
                                        <p:tav tm="0">
                                          <p:val>
                                            <p:strVal val="#ppt_y+.1"/>
                                          </p:val>
                                        </p:tav>
                                        <p:tav tm="100000">
                                          <p:val>
                                            <p:strVal val="#ppt_y"/>
                                          </p:val>
                                        </p:tav>
                                      </p:tavLst>
                                    </p:anim>
                                  </p:childTnLst>
                                </p:cTn>
                              </p:par>
                            </p:childTnLst>
                          </p:cTn>
                        </p:par>
                        <p:par>
                          <p:cTn id="76" fill="hold">
                            <p:stCondLst>
                              <p:cond delay="7000"/>
                            </p:stCondLst>
                            <p:childTnLst>
                              <p:par>
                                <p:cTn id="77" presetID="22" presetClass="entr" presetSubtype="8" fill="hold" nodeType="afterEffect">
                                  <p:stCondLst>
                                    <p:cond delay="0"/>
                                  </p:stCondLst>
                                  <p:childTnLst>
                                    <p:set>
                                      <p:cBhvr>
                                        <p:cTn id="78" dur="1" fill="hold">
                                          <p:stCondLst>
                                            <p:cond delay="0"/>
                                          </p:stCondLst>
                                        </p:cTn>
                                        <p:tgtEl>
                                          <p:spTgt spid="47"/>
                                        </p:tgtEl>
                                        <p:attrNameLst>
                                          <p:attrName>style.visibility</p:attrName>
                                        </p:attrNameLst>
                                      </p:cBhvr>
                                      <p:to>
                                        <p:strVal val="visible"/>
                                      </p:to>
                                    </p:set>
                                    <p:animEffect transition="in" filter="wipe(left)">
                                      <p:cBhvr>
                                        <p:cTn id="79" dur="500"/>
                                        <p:tgtEl>
                                          <p:spTgt spid="47"/>
                                        </p:tgtEl>
                                      </p:cBhvr>
                                    </p:animEffect>
                                  </p:childTnLst>
                                </p:cTn>
                              </p:par>
                            </p:childTnLst>
                          </p:cTn>
                        </p:par>
                        <p:par>
                          <p:cTn id="80" fill="hold">
                            <p:stCondLst>
                              <p:cond delay="7500"/>
                            </p:stCondLst>
                            <p:childTnLst>
                              <p:par>
                                <p:cTn id="81" presetID="10" presetClass="entr" presetSubtype="0" fill="hold" grpId="0" nodeType="afterEffect">
                                  <p:stCondLst>
                                    <p:cond delay="0"/>
                                  </p:stCondLst>
                                  <p:childTnLst>
                                    <p:set>
                                      <p:cBhvr>
                                        <p:cTn id="82" dur="1" fill="hold">
                                          <p:stCondLst>
                                            <p:cond delay="0"/>
                                          </p:stCondLst>
                                        </p:cTn>
                                        <p:tgtEl>
                                          <p:spTgt spid="40"/>
                                        </p:tgtEl>
                                        <p:attrNameLst>
                                          <p:attrName>style.visibility</p:attrName>
                                        </p:attrNameLst>
                                      </p:cBhvr>
                                      <p:to>
                                        <p:strVal val="visible"/>
                                      </p:to>
                                    </p:set>
                                    <p:animEffect transition="in" filter="fade">
                                      <p:cBhvr>
                                        <p:cTn id="83" dur="500"/>
                                        <p:tgtEl>
                                          <p:spTgt spid="40"/>
                                        </p:tgtEl>
                                      </p:cBhvr>
                                    </p:animEffect>
                                  </p:childTnLst>
                                </p:cTn>
                              </p:par>
                            </p:childTnLst>
                          </p:cTn>
                        </p:par>
                        <p:par>
                          <p:cTn id="84" fill="hold">
                            <p:stCondLst>
                              <p:cond delay="8000"/>
                            </p:stCondLst>
                            <p:childTnLst>
                              <p:par>
                                <p:cTn id="85" presetID="53" presetClass="entr" presetSubtype="16" fill="hold" grpId="0" nodeType="afterEffect" nodePh="1">
                                  <p:stCondLst>
                                    <p:cond delay="0"/>
                                  </p:stCondLst>
                                  <p:endCondLst>
                                    <p:cond evt="begin" delay="0">
                                      <p:tn val="85"/>
                                    </p:cond>
                                  </p:endCondLst>
                                  <p:childTnLst>
                                    <p:set>
                                      <p:cBhvr>
                                        <p:cTn id="86" dur="1" fill="hold">
                                          <p:stCondLst>
                                            <p:cond delay="0"/>
                                          </p:stCondLst>
                                        </p:cTn>
                                        <p:tgtEl>
                                          <p:spTgt spid="28">
                                            <p:txEl>
                                              <p:pRg st="0" end="0"/>
                                            </p:txEl>
                                          </p:spTgt>
                                        </p:tgtEl>
                                        <p:attrNameLst>
                                          <p:attrName>style.visibility</p:attrName>
                                        </p:attrNameLst>
                                      </p:cBhvr>
                                      <p:to>
                                        <p:strVal val="visible"/>
                                      </p:to>
                                    </p:set>
                                    <p:anim calcmode="lin" valueType="num">
                                      <p:cBhvr>
                                        <p:cTn id="87" dur="500" fill="hold"/>
                                        <p:tgtEl>
                                          <p:spTgt spid="28">
                                            <p:txEl>
                                              <p:pRg st="0" end="0"/>
                                            </p:txEl>
                                          </p:spTgt>
                                        </p:tgtEl>
                                        <p:attrNameLst>
                                          <p:attrName>ppt_w</p:attrName>
                                        </p:attrNameLst>
                                      </p:cBhvr>
                                      <p:tavLst>
                                        <p:tav tm="0">
                                          <p:val>
                                            <p:fltVal val="0"/>
                                          </p:val>
                                        </p:tav>
                                        <p:tav tm="100000">
                                          <p:val>
                                            <p:strVal val="#ppt_w"/>
                                          </p:val>
                                        </p:tav>
                                      </p:tavLst>
                                    </p:anim>
                                    <p:anim calcmode="lin" valueType="num">
                                      <p:cBhvr>
                                        <p:cTn id="88" dur="500" fill="hold"/>
                                        <p:tgtEl>
                                          <p:spTgt spid="28">
                                            <p:txEl>
                                              <p:pRg st="0" end="0"/>
                                            </p:txEl>
                                          </p:spTgt>
                                        </p:tgtEl>
                                        <p:attrNameLst>
                                          <p:attrName>ppt_h</p:attrName>
                                        </p:attrNameLst>
                                      </p:cBhvr>
                                      <p:tavLst>
                                        <p:tav tm="0">
                                          <p:val>
                                            <p:fltVal val="0"/>
                                          </p:val>
                                        </p:tav>
                                        <p:tav tm="100000">
                                          <p:val>
                                            <p:strVal val="#ppt_h"/>
                                          </p:val>
                                        </p:tav>
                                      </p:tavLst>
                                    </p:anim>
                                    <p:animEffect transition="in" filter="fade">
                                      <p:cBhvr>
                                        <p:cTn id="89" dur="500"/>
                                        <p:tgtEl>
                                          <p:spTgt spid="28">
                                            <p:txEl>
                                              <p:pRg st="0" end="0"/>
                                            </p:txEl>
                                          </p:spTgt>
                                        </p:tgtEl>
                                      </p:cBhvr>
                                    </p:animEffect>
                                  </p:childTnLst>
                                </p:cTn>
                              </p:par>
                            </p:childTnLst>
                          </p:cTn>
                        </p:par>
                        <p:par>
                          <p:cTn id="90" fill="hold">
                            <p:stCondLst>
                              <p:cond delay="8500"/>
                            </p:stCondLst>
                            <p:childTnLst>
                              <p:par>
                                <p:cTn id="91" presetID="42" presetClass="entr" presetSubtype="0" fill="hold" grpId="0" nodeType="afterEffect" nodePh="1">
                                  <p:stCondLst>
                                    <p:cond delay="0"/>
                                  </p:stCondLst>
                                  <p:endCondLst>
                                    <p:cond evt="begin" delay="0">
                                      <p:tn val="91"/>
                                    </p:cond>
                                  </p:endCondLst>
                                  <p:childTnLst>
                                    <p:set>
                                      <p:cBhvr>
                                        <p:cTn id="92" dur="1" fill="hold">
                                          <p:stCondLst>
                                            <p:cond delay="0"/>
                                          </p:stCondLst>
                                        </p:cTn>
                                        <p:tgtEl>
                                          <p:spTgt spid="29">
                                            <p:txEl>
                                              <p:pRg st="0" end="0"/>
                                            </p:txEl>
                                          </p:spTgt>
                                        </p:tgtEl>
                                        <p:attrNameLst>
                                          <p:attrName>style.visibility</p:attrName>
                                        </p:attrNameLst>
                                      </p:cBhvr>
                                      <p:to>
                                        <p:strVal val="visible"/>
                                      </p:to>
                                    </p:set>
                                    <p:animEffect transition="in" filter="fade">
                                      <p:cBhvr>
                                        <p:cTn id="93" dur="500"/>
                                        <p:tgtEl>
                                          <p:spTgt spid="29">
                                            <p:txEl>
                                              <p:pRg st="0" end="0"/>
                                            </p:txEl>
                                          </p:spTgt>
                                        </p:tgtEl>
                                      </p:cBhvr>
                                    </p:animEffect>
                                    <p:anim calcmode="lin" valueType="num">
                                      <p:cBhvr>
                                        <p:cTn id="94" dur="500" fill="hold"/>
                                        <p:tgtEl>
                                          <p:spTgt spid="29">
                                            <p:txEl>
                                              <p:pRg st="0" end="0"/>
                                            </p:txEl>
                                          </p:spTgt>
                                        </p:tgtEl>
                                        <p:attrNameLst>
                                          <p:attrName>ppt_x</p:attrName>
                                        </p:attrNameLst>
                                      </p:cBhvr>
                                      <p:tavLst>
                                        <p:tav tm="0">
                                          <p:val>
                                            <p:strVal val="#ppt_x"/>
                                          </p:val>
                                        </p:tav>
                                        <p:tav tm="100000">
                                          <p:val>
                                            <p:strVal val="#ppt_x"/>
                                          </p:val>
                                        </p:tav>
                                      </p:tavLst>
                                    </p:anim>
                                    <p:anim calcmode="lin" valueType="num">
                                      <p:cBhvr>
                                        <p:cTn id="95" dur="500" fill="hold"/>
                                        <p:tgtEl>
                                          <p:spTgt spid="29">
                                            <p:txEl>
                                              <p:pRg st="0" end="0"/>
                                            </p:txEl>
                                          </p:spTgt>
                                        </p:tgtEl>
                                        <p:attrNameLst>
                                          <p:attrName>ppt_y</p:attrName>
                                        </p:attrNameLst>
                                      </p:cBhvr>
                                      <p:tavLst>
                                        <p:tav tm="0">
                                          <p:val>
                                            <p:strVal val="#ppt_y+.1"/>
                                          </p:val>
                                        </p:tav>
                                        <p:tav tm="100000">
                                          <p:val>
                                            <p:strVal val="#ppt_y"/>
                                          </p:val>
                                        </p:tav>
                                      </p:tavLst>
                                    </p:anim>
                                  </p:childTnLst>
                                </p:cTn>
                              </p:par>
                            </p:childTnLst>
                          </p:cTn>
                        </p:par>
                        <p:par>
                          <p:cTn id="96" fill="hold">
                            <p:stCondLst>
                              <p:cond delay="9000"/>
                            </p:stCondLst>
                            <p:childTnLst>
                              <p:par>
                                <p:cTn id="97" presetID="22" presetClass="entr" presetSubtype="8" fill="hold" nodeType="afterEffect">
                                  <p:stCondLst>
                                    <p:cond delay="0"/>
                                  </p:stCondLst>
                                  <p:childTnLst>
                                    <p:set>
                                      <p:cBhvr>
                                        <p:cTn id="98" dur="1" fill="hold">
                                          <p:stCondLst>
                                            <p:cond delay="0"/>
                                          </p:stCondLst>
                                        </p:cTn>
                                        <p:tgtEl>
                                          <p:spTgt spid="31"/>
                                        </p:tgtEl>
                                        <p:attrNameLst>
                                          <p:attrName>style.visibility</p:attrName>
                                        </p:attrNameLst>
                                      </p:cBhvr>
                                      <p:to>
                                        <p:strVal val="visible"/>
                                      </p:to>
                                    </p:set>
                                    <p:animEffect transition="in" filter="wipe(left)">
                                      <p:cBhvr>
                                        <p:cTn id="99" dur="500"/>
                                        <p:tgtEl>
                                          <p:spTgt spid="31"/>
                                        </p:tgtEl>
                                      </p:cBhvr>
                                    </p:animEffect>
                                  </p:childTnLst>
                                </p:cTn>
                              </p:par>
                            </p:childTnLst>
                          </p:cTn>
                        </p:par>
                        <p:par>
                          <p:cTn id="100" fill="hold">
                            <p:stCondLst>
                              <p:cond delay="9500"/>
                            </p:stCondLst>
                            <p:childTnLst>
                              <p:par>
                                <p:cTn id="101" presetID="22" presetClass="entr" presetSubtype="8" fill="hold" nodeType="afterEffect">
                                  <p:stCondLst>
                                    <p:cond delay="0"/>
                                  </p:stCondLst>
                                  <p:childTnLst>
                                    <p:set>
                                      <p:cBhvr>
                                        <p:cTn id="102" dur="1" fill="hold">
                                          <p:stCondLst>
                                            <p:cond delay="0"/>
                                          </p:stCondLst>
                                        </p:cTn>
                                        <p:tgtEl>
                                          <p:spTgt spid="32"/>
                                        </p:tgtEl>
                                        <p:attrNameLst>
                                          <p:attrName>style.visibility</p:attrName>
                                        </p:attrNameLst>
                                      </p:cBhvr>
                                      <p:to>
                                        <p:strVal val="visible"/>
                                      </p:to>
                                    </p:set>
                                    <p:animEffect transition="in" filter="wipe(left)">
                                      <p:cBhvr>
                                        <p:cTn id="103" dur="500"/>
                                        <p:tgtEl>
                                          <p:spTgt spid="32"/>
                                        </p:tgtEl>
                                      </p:cBhvr>
                                    </p:animEffect>
                                  </p:childTnLst>
                                </p:cTn>
                              </p:par>
                            </p:childTnLst>
                          </p:cTn>
                        </p:par>
                        <p:par>
                          <p:cTn id="104" fill="hold">
                            <p:stCondLst>
                              <p:cond delay="10000"/>
                            </p:stCondLst>
                            <p:childTnLst>
                              <p:par>
                                <p:cTn id="105" presetID="22" presetClass="entr" presetSubtype="8" fill="hold" nodeType="afterEffect">
                                  <p:stCondLst>
                                    <p:cond delay="0"/>
                                  </p:stCondLst>
                                  <p:childTnLst>
                                    <p:set>
                                      <p:cBhvr>
                                        <p:cTn id="106" dur="1" fill="hold">
                                          <p:stCondLst>
                                            <p:cond delay="0"/>
                                          </p:stCondLst>
                                        </p:cTn>
                                        <p:tgtEl>
                                          <p:spTgt spid="35"/>
                                        </p:tgtEl>
                                        <p:attrNameLst>
                                          <p:attrName>style.visibility</p:attrName>
                                        </p:attrNameLst>
                                      </p:cBhvr>
                                      <p:to>
                                        <p:strVal val="visible"/>
                                      </p:to>
                                    </p:set>
                                    <p:animEffect transition="in" filter="wipe(left)">
                                      <p:cBhvr>
                                        <p:cTn id="107" dur="500"/>
                                        <p:tgtEl>
                                          <p:spTgt spid="35"/>
                                        </p:tgtEl>
                                      </p:cBhvr>
                                    </p:animEffect>
                                  </p:childTnLst>
                                </p:cTn>
                              </p:par>
                            </p:childTnLst>
                          </p:cTn>
                        </p:par>
                        <p:par>
                          <p:cTn id="108" fill="hold">
                            <p:stCondLst>
                              <p:cond delay="10500"/>
                            </p:stCondLst>
                            <p:childTnLst>
                              <p:par>
                                <p:cTn id="109" presetID="10" presetClass="entr" presetSubtype="0" fill="hold" grpId="0" nodeType="afterEffect">
                                  <p:stCondLst>
                                    <p:cond delay="0"/>
                                  </p:stCondLst>
                                  <p:childTnLst>
                                    <p:set>
                                      <p:cBhvr>
                                        <p:cTn id="110" dur="1" fill="hold">
                                          <p:stCondLst>
                                            <p:cond delay="0"/>
                                          </p:stCondLst>
                                        </p:cTn>
                                        <p:tgtEl>
                                          <p:spTgt spid="36"/>
                                        </p:tgtEl>
                                        <p:attrNameLst>
                                          <p:attrName>style.visibility</p:attrName>
                                        </p:attrNameLst>
                                      </p:cBhvr>
                                      <p:to>
                                        <p:strVal val="visible"/>
                                      </p:to>
                                    </p:set>
                                    <p:animEffect transition="in" filter="fade">
                                      <p:cBhvr>
                                        <p:cTn id="111" dur="500"/>
                                        <p:tgtEl>
                                          <p:spTgt spid="36"/>
                                        </p:tgtEl>
                                      </p:cBhvr>
                                    </p:animEffect>
                                  </p:childTnLst>
                                </p:cTn>
                              </p:par>
                            </p:childTnLst>
                          </p:cTn>
                        </p:par>
                        <p:par>
                          <p:cTn id="112" fill="hold">
                            <p:stCondLst>
                              <p:cond delay="11000"/>
                            </p:stCondLst>
                            <p:childTnLst>
                              <p:par>
                                <p:cTn id="113" presetID="53" presetClass="entr" presetSubtype="16" fill="hold" grpId="0" nodeType="afterEffect" nodePh="1">
                                  <p:stCondLst>
                                    <p:cond delay="0"/>
                                  </p:stCondLst>
                                  <p:endCondLst>
                                    <p:cond evt="begin" delay="0">
                                      <p:tn val="113"/>
                                    </p:cond>
                                  </p:endCondLst>
                                  <p:childTnLst>
                                    <p:set>
                                      <p:cBhvr>
                                        <p:cTn id="114" dur="1" fill="hold">
                                          <p:stCondLst>
                                            <p:cond delay="0"/>
                                          </p:stCondLst>
                                        </p:cTn>
                                        <p:tgtEl>
                                          <p:spTgt spid="44">
                                            <p:txEl>
                                              <p:pRg st="0" end="0"/>
                                            </p:txEl>
                                          </p:spTgt>
                                        </p:tgtEl>
                                        <p:attrNameLst>
                                          <p:attrName>style.visibility</p:attrName>
                                        </p:attrNameLst>
                                      </p:cBhvr>
                                      <p:to>
                                        <p:strVal val="visible"/>
                                      </p:to>
                                    </p:set>
                                    <p:anim calcmode="lin" valueType="num">
                                      <p:cBhvr>
                                        <p:cTn id="115" dur="500" fill="hold"/>
                                        <p:tgtEl>
                                          <p:spTgt spid="44">
                                            <p:txEl>
                                              <p:pRg st="0" end="0"/>
                                            </p:txEl>
                                          </p:spTgt>
                                        </p:tgtEl>
                                        <p:attrNameLst>
                                          <p:attrName>ppt_w</p:attrName>
                                        </p:attrNameLst>
                                      </p:cBhvr>
                                      <p:tavLst>
                                        <p:tav tm="0">
                                          <p:val>
                                            <p:fltVal val="0"/>
                                          </p:val>
                                        </p:tav>
                                        <p:tav tm="100000">
                                          <p:val>
                                            <p:strVal val="#ppt_w"/>
                                          </p:val>
                                        </p:tav>
                                      </p:tavLst>
                                    </p:anim>
                                    <p:anim calcmode="lin" valueType="num">
                                      <p:cBhvr>
                                        <p:cTn id="116" dur="500" fill="hold"/>
                                        <p:tgtEl>
                                          <p:spTgt spid="44">
                                            <p:txEl>
                                              <p:pRg st="0" end="0"/>
                                            </p:txEl>
                                          </p:spTgt>
                                        </p:tgtEl>
                                        <p:attrNameLst>
                                          <p:attrName>ppt_h</p:attrName>
                                        </p:attrNameLst>
                                      </p:cBhvr>
                                      <p:tavLst>
                                        <p:tav tm="0">
                                          <p:val>
                                            <p:fltVal val="0"/>
                                          </p:val>
                                        </p:tav>
                                        <p:tav tm="100000">
                                          <p:val>
                                            <p:strVal val="#ppt_h"/>
                                          </p:val>
                                        </p:tav>
                                      </p:tavLst>
                                    </p:anim>
                                    <p:animEffect transition="in" filter="fade">
                                      <p:cBhvr>
                                        <p:cTn id="117" dur="500"/>
                                        <p:tgtEl>
                                          <p:spTgt spid="44">
                                            <p:txEl>
                                              <p:pRg st="0" end="0"/>
                                            </p:txEl>
                                          </p:spTgt>
                                        </p:tgtEl>
                                      </p:cBhvr>
                                    </p:animEffect>
                                  </p:childTnLst>
                                </p:cTn>
                              </p:par>
                            </p:childTnLst>
                          </p:cTn>
                        </p:par>
                        <p:par>
                          <p:cTn id="118" fill="hold">
                            <p:stCondLst>
                              <p:cond delay="11500"/>
                            </p:stCondLst>
                            <p:childTnLst>
                              <p:par>
                                <p:cTn id="119" presetID="42" presetClass="entr" presetSubtype="0" fill="hold" grpId="0" nodeType="afterEffect" nodePh="1">
                                  <p:stCondLst>
                                    <p:cond delay="0"/>
                                  </p:stCondLst>
                                  <p:endCondLst>
                                    <p:cond evt="begin" delay="0">
                                      <p:tn val="119"/>
                                    </p:cond>
                                  </p:endCondLst>
                                  <p:childTnLst>
                                    <p:set>
                                      <p:cBhvr>
                                        <p:cTn id="120" dur="1" fill="hold">
                                          <p:stCondLst>
                                            <p:cond delay="0"/>
                                          </p:stCondLst>
                                        </p:cTn>
                                        <p:tgtEl>
                                          <p:spTgt spid="45">
                                            <p:txEl>
                                              <p:pRg st="0" end="0"/>
                                            </p:txEl>
                                          </p:spTgt>
                                        </p:tgtEl>
                                        <p:attrNameLst>
                                          <p:attrName>style.visibility</p:attrName>
                                        </p:attrNameLst>
                                      </p:cBhvr>
                                      <p:to>
                                        <p:strVal val="visible"/>
                                      </p:to>
                                    </p:set>
                                    <p:animEffect transition="in" filter="fade">
                                      <p:cBhvr>
                                        <p:cTn id="121" dur="500"/>
                                        <p:tgtEl>
                                          <p:spTgt spid="45">
                                            <p:txEl>
                                              <p:pRg st="0" end="0"/>
                                            </p:txEl>
                                          </p:spTgt>
                                        </p:tgtEl>
                                      </p:cBhvr>
                                    </p:animEffect>
                                    <p:anim calcmode="lin" valueType="num">
                                      <p:cBhvr>
                                        <p:cTn id="122" dur="500" fill="hold"/>
                                        <p:tgtEl>
                                          <p:spTgt spid="45">
                                            <p:txEl>
                                              <p:pRg st="0" end="0"/>
                                            </p:txEl>
                                          </p:spTgt>
                                        </p:tgtEl>
                                        <p:attrNameLst>
                                          <p:attrName>ppt_x</p:attrName>
                                        </p:attrNameLst>
                                      </p:cBhvr>
                                      <p:tavLst>
                                        <p:tav tm="0">
                                          <p:val>
                                            <p:strVal val="#ppt_x"/>
                                          </p:val>
                                        </p:tav>
                                        <p:tav tm="100000">
                                          <p:val>
                                            <p:strVal val="#ppt_x"/>
                                          </p:val>
                                        </p:tav>
                                      </p:tavLst>
                                    </p:anim>
                                    <p:anim calcmode="lin" valueType="num">
                                      <p:cBhvr>
                                        <p:cTn id="123" dur="500" fill="hold"/>
                                        <p:tgtEl>
                                          <p:spTgt spid="45">
                                            <p:txEl>
                                              <p:pRg st="0" end="0"/>
                                            </p:txEl>
                                          </p:spTgt>
                                        </p:tgtEl>
                                        <p:attrNameLst>
                                          <p:attrName>ppt_y</p:attrName>
                                        </p:attrNameLst>
                                      </p:cBhvr>
                                      <p:tavLst>
                                        <p:tav tm="0">
                                          <p:val>
                                            <p:strVal val="#ppt_y+.1"/>
                                          </p:val>
                                        </p:tav>
                                        <p:tav tm="100000">
                                          <p:val>
                                            <p:strVal val="#ppt_y"/>
                                          </p:val>
                                        </p:tav>
                                      </p:tavLst>
                                    </p:anim>
                                  </p:childTnLst>
                                </p:cTn>
                              </p:par>
                            </p:childTnLst>
                          </p:cTn>
                        </p:par>
                        <p:par>
                          <p:cTn id="124" fill="hold">
                            <p:stCondLst>
                              <p:cond delay="12000"/>
                            </p:stCondLst>
                            <p:childTnLst>
                              <p:par>
                                <p:cTn id="125" presetID="10" presetClass="entr" presetSubtype="0" fill="hold" grpId="0" nodeType="afterEffect">
                                  <p:stCondLst>
                                    <p:cond delay="0"/>
                                  </p:stCondLst>
                                  <p:childTnLst>
                                    <p:set>
                                      <p:cBhvr>
                                        <p:cTn id="126" dur="1" fill="hold">
                                          <p:stCondLst>
                                            <p:cond delay="0"/>
                                          </p:stCondLst>
                                        </p:cTn>
                                        <p:tgtEl>
                                          <p:spTgt spid="37"/>
                                        </p:tgtEl>
                                        <p:attrNameLst>
                                          <p:attrName>style.visibility</p:attrName>
                                        </p:attrNameLst>
                                      </p:cBhvr>
                                      <p:to>
                                        <p:strVal val="visible"/>
                                      </p:to>
                                    </p:set>
                                    <p:animEffect transition="in" filter="fade">
                                      <p:cBhvr>
                                        <p:cTn id="127" dur="500"/>
                                        <p:tgtEl>
                                          <p:spTgt spid="37"/>
                                        </p:tgtEl>
                                      </p:cBhvr>
                                    </p:animEffect>
                                  </p:childTnLst>
                                </p:cTn>
                              </p:par>
                            </p:childTnLst>
                          </p:cTn>
                        </p:par>
                        <p:par>
                          <p:cTn id="128" fill="hold">
                            <p:stCondLst>
                              <p:cond delay="12500"/>
                            </p:stCondLst>
                            <p:childTnLst>
                              <p:par>
                                <p:cTn id="129" presetID="53" presetClass="entr" presetSubtype="16" fill="hold" grpId="0" nodeType="afterEffect" nodePh="1">
                                  <p:stCondLst>
                                    <p:cond delay="0"/>
                                  </p:stCondLst>
                                  <p:endCondLst>
                                    <p:cond evt="begin" delay="0">
                                      <p:tn val="129"/>
                                    </p:cond>
                                  </p:endCondLst>
                                  <p:childTnLst>
                                    <p:set>
                                      <p:cBhvr>
                                        <p:cTn id="130" dur="1" fill="hold">
                                          <p:stCondLst>
                                            <p:cond delay="0"/>
                                          </p:stCondLst>
                                        </p:cTn>
                                        <p:tgtEl>
                                          <p:spTgt spid="46">
                                            <p:txEl>
                                              <p:pRg st="0" end="0"/>
                                            </p:txEl>
                                          </p:spTgt>
                                        </p:tgtEl>
                                        <p:attrNameLst>
                                          <p:attrName>style.visibility</p:attrName>
                                        </p:attrNameLst>
                                      </p:cBhvr>
                                      <p:to>
                                        <p:strVal val="visible"/>
                                      </p:to>
                                    </p:set>
                                    <p:anim calcmode="lin" valueType="num">
                                      <p:cBhvr>
                                        <p:cTn id="131" dur="500" fill="hold"/>
                                        <p:tgtEl>
                                          <p:spTgt spid="46">
                                            <p:txEl>
                                              <p:pRg st="0" end="0"/>
                                            </p:txEl>
                                          </p:spTgt>
                                        </p:tgtEl>
                                        <p:attrNameLst>
                                          <p:attrName>ppt_w</p:attrName>
                                        </p:attrNameLst>
                                      </p:cBhvr>
                                      <p:tavLst>
                                        <p:tav tm="0">
                                          <p:val>
                                            <p:fltVal val="0"/>
                                          </p:val>
                                        </p:tav>
                                        <p:tav tm="100000">
                                          <p:val>
                                            <p:strVal val="#ppt_w"/>
                                          </p:val>
                                        </p:tav>
                                      </p:tavLst>
                                    </p:anim>
                                    <p:anim calcmode="lin" valueType="num">
                                      <p:cBhvr>
                                        <p:cTn id="132" dur="500" fill="hold"/>
                                        <p:tgtEl>
                                          <p:spTgt spid="46">
                                            <p:txEl>
                                              <p:pRg st="0" end="0"/>
                                            </p:txEl>
                                          </p:spTgt>
                                        </p:tgtEl>
                                        <p:attrNameLst>
                                          <p:attrName>ppt_h</p:attrName>
                                        </p:attrNameLst>
                                      </p:cBhvr>
                                      <p:tavLst>
                                        <p:tav tm="0">
                                          <p:val>
                                            <p:fltVal val="0"/>
                                          </p:val>
                                        </p:tav>
                                        <p:tav tm="100000">
                                          <p:val>
                                            <p:strVal val="#ppt_h"/>
                                          </p:val>
                                        </p:tav>
                                      </p:tavLst>
                                    </p:anim>
                                    <p:animEffect transition="in" filter="fade">
                                      <p:cBhvr>
                                        <p:cTn id="133" dur="500"/>
                                        <p:tgtEl>
                                          <p:spTgt spid="46">
                                            <p:txEl>
                                              <p:pRg st="0" end="0"/>
                                            </p:txEl>
                                          </p:spTgt>
                                        </p:tgtEl>
                                      </p:cBhvr>
                                    </p:animEffect>
                                  </p:childTnLst>
                                </p:cTn>
                              </p:par>
                            </p:childTnLst>
                          </p:cTn>
                        </p:par>
                        <p:par>
                          <p:cTn id="134" fill="hold">
                            <p:stCondLst>
                              <p:cond delay="13000"/>
                            </p:stCondLst>
                            <p:childTnLst>
                              <p:par>
                                <p:cTn id="135" presetID="42" presetClass="entr" presetSubtype="0" fill="hold" grpId="0" nodeType="afterEffect" nodePh="1">
                                  <p:stCondLst>
                                    <p:cond delay="0"/>
                                  </p:stCondLst>
                                  <p:endCondLst>
                                    <p:cond evt="begin" delay="0">
                                      <p:tn val="135"/>
                                    </p:cond>
                                  </p:endCondLst>
                                  <p:childTnLst>
                                    <p:set>
                                      <p:cBhvr>
                                        <p:cTn id="136" dur="1" fill="hold">
                                          <p:stCondLst>
                                            <p:cond delay="0"/>
                                          </p:stCondLst>
                                        </p:cTn>
                                        <p:tgtEl>
                                          <p:spTgt spid="48">
                                            <p:txEl>
                                              <p:pRg st="0" end="0"/>
                                            </p:txEl>
                                          </p:spTgt>
                                        </p:tgtEl>
                                        <p:attrNameLst>
                                          <p:attrName>style.visibility</p:attrName>
                                        </p:attrNameLst>
                                      </p:cBhvr>
                                      <p:to>
                                        <p:strVal val="visible"/>
                                      </p:to>
                                    </p:set>
                                    <p:animEffect transition="in" filter="fade">
                                      <p:cBhvr>
                                        <p:cTn id="137" dur="500"/>
                                        <p:tgtEl>
                                          <p:spTgt spid="48">
                                            <p:txEl>
                                              <p:pRg st="0" end="0"/>
                                            </p:txEl>
                                          </p:spTgt>
                                        </p:tgtEl>
                                      </p:cBhvr>
                                    </p:animEffect>
                                    <p:anim calcmode="lin" valueType="num">
                                      <p:cBhvr>
                                        <p:cTn id="138" dur="500" fill="hold"/>
                                        <p:tgtEl>
                                          <p:spTgt spid="48">
                                            <p:txEl>
                                              <p:pRg st="0" end="0"/>
                                            </p:txEl>
                                          </p:spTgt>
                                        </p:tgtEl>
                                        <p:attrNameLst>
                                          <p:attrName>ppt_x</p:attrName>
                                        </p:attrNameLst>
                                      </p:cBhvr>
                                      <p:tavLst>
                                        <p:tav tm="0">
                                          <p:val>
                                            <p:strVal val="#ppt_x"/>
                                          </p:val>
                                        </p:tav>
                                        <p:tav tm="100000">
                                          <p:val>
                                            <p:strVal val="#ppt_x"/>
                                          </p:val>
                                        </p:tav>
                                      </p:tavLst>
                                    </p:anim>
                                    <p:anim calcmode="lin" valueType="num">
                                      <p:cBhvr>
                                        <p:cTn id="139" dur="500" fill="hold"/>
                                        <p:tgtEl>
                                          <p:spTgt spid="48">
                                            <p:txEl>
                                              <p:pRg st="0" end="0"/>
                                            </p:txEl>
                                          </p:spTgt>
                                        </p:tgtEl>
                                        <p:attrNameLst>
                                          <p:attrName>ppt_y</p:attrName>
                                        </p:attrNameLst>
                                      </p:cBhvr>
                                      <p:tavLst>
                                        <p:tav tm="0">
                                          <p:val>
                                            <p:strVal val="#ppt_y+.1"/>
                                          </p:val>
                                        </p:tav>
                                        <p:tav tm="100000">
                                          <p:val>
                                            <p:strVal val="#ppt_y"/>
                                          </p:val>
                                        </p:tav>
                                      </p:tavLst>
                                    </p:anim>
                                  </p:childTnLst>
                                </p:cTn>
                              </p:par>
                            </p:childTnLst>
                          </p:cTn>
                        </p:par>
                        <p:par>
                          <p:cTn id="140" fill="hold">
                            <p:stCondLst>
                              <p:cond delay="13500"/>
                            </p:stCondLst>
                            <p:childTnLst>
                              <p:par>
                                <p:cTn id="141" presetID="10" presetClass="entr" presetSubtype="0" fill="hold" grpId="0" nodeType="afterEffect">
                                  <p:stCondLst>
                                    <p:cond delay="0"/>
                                  </p:stCondLst>
                                  <p:childTnLst>
                                    <p:set>
                                      <p:cBhvr>
                                        <p:cTn id="142" dur="1" fill="hold">
                                          <p:stCondLst>
                                            <p:cond delay="0"/>
                                          </p:stCondLst>
                                        </p:cTn>
                                        <p:tgtEl>
                                          <p:spTgt spid="38"/>
                                        </p:tgtEl>
                                        <p:attrNameLst>
                                          <p:attrName>style.visibility</p:attrName>
                                        </p:attrNameLst>
                                      </p:cBhvr>
                                      <p:to>
                                        <p:strVal val="visible"/>
                                      </p:to>
                                    </p:set>
                                    <p:animEffect transition="in" filter="fade">
                                      <p:cBhvr>
                                        <p:cTn id="143" dur="500"/>
                                        <p:tgtEl>
                                          <p:spTgt spid="38"/>
                                        </p:tgtEl>
                                      </p:cBhvr>
                                    </p:animEffect>
                                  </p:childTnLst>
                                </p:cTn>
                              </p:par>
                            </p:childTnLst>
                          </p:cTn>
                        </p:par>
                        <p:par>
                          <p:cTn id="144" fill="hold">
                            <p:stCondLst>
                              <p:cond delay="14000"/>
                            </p:stCondLst>
                            <p:childTnLst>
                              <p:par>
                                <p:cTn id="145" presetID="53" presetClass="entr" presetSubtype="16" fill="hold" grpId="0" nodeType="afterEffect" nodePh="1">
                                  <p:stCondLst>
                                    <p:cond delay="0"/>
                                  </p:stCondLst>
                                  <p:endCondLst>
                                    <p:cond evt="begin" delay="0">
                                      <p:tn val="145"/>
                                    </p:cond>
                                  </p:endCondLst>
                                  <p:childTnLst>
                                    <p:set>
                                      <p:cBhvr>
                                        <p:cTn id="146" dur="1" fill="hold">
                                          <p:stCondLst>
                                            <p:cond delay="0"/>
                                          </p:stCondLst>
                                        </p:cTn>
                                        <p:tgtEl>
                                          <p:spTgt spid="49">
                                            <p:txEl>
                                              <p:pRg st="0" end="0"/>
                                            </p:txEl>
                                          </p:spTgt>
                                        </p:tgtEl>
                                        <p:attrNameLst>
                                          <p:attrName>style.visibility</p:attrName>
                                        </p:attrNameLst>
                                      </p:cBhvr>
                                      <p:to>
                                        <p:strVal val="visible"/>
                                      </p:to>
                                    </p:set>
                                    <p:anim calcmode="lin" valueType="num">
                                      <p:cBhvr>
                                        <p:cTn id="147" dur="500" fill="hold"/>
                                        <p:tgtEl>
                                          <p:spTgt spid="49">
                                            <p:txEl>
                                              <p:pRg st="0" end="0"/>
                                            </p:txEl>
                                          </p:spTgt>
                                        </p:tgtEl>
                                        <p:attrNameLst>
                                          <p:attrName>ppt_w</p:attrName>
                                        </p:attrNameLst>
                                      </p:cBhvr>
                                      <p:tavLst>
                                        <p:tav tm="0">
                                          <p:val>
                                            <p:fltVal val="0"/>
                                          </p:val>
                                        </p:tav>
                                        <p:tav tm="100000">
                                          <p:val>
                                            <p:strVal val="#ppt_w"/>
                                          </p:val>
                                        </p:tav>
                                      </p:tavLst>
                                    </p:anim>
                                    <p:anim calcmode="lin" valueType="num">
                                      <p:cBhvr>
                                        <p:cTn id="148" dur="500" fill="hold"/>
                                        <p:tgtEl>
                                          <p:spTgt spid="49">
                                            <p:txEl>
                                              <p:pRg st="0" end="0"/>
                                            </p:txEl>
                                          </p:spTgt>
                                        </p:tgtEl>
                                        <p:attrNameLst>
                                          <p:attrName>ppt_h</p:attrName>
                                        </p:attrNameLst>
                                      </p:cBhvr>
                                      <p:tavLst>
                                        <p:tav tm="0">
                                          <p:val>
                                            <p:fltVal val="0"/>
                                          </p:val>
                                        </p:tav>
                                        <p:tav tm="100000">
                                          <p:val>
                                            <p:strVal val="#ppt_h"/>
                                          </p:val>
                                        </p:tav>
                                      </p:tavLst>
                                    </p:anim>
                                    <p:animEffect transition="in" filter="fade">
                                      <p:cBhvr>
                                        <p:cTn id="149" dur="500"/>
                                        <p:tgtEl>
                                          <p:spTgt spid="49">
                                            <p:txEl>
                                              <p:pRg st="0" end="0"/>
                                            </p:txEl>
                                          </p:spTgt>
                                        </p:tgtEl>
                                      </p:cBhvr>
                                    </p:animEffect>
                                  </p:childTnLst>
                                </p:cTn>
                              </p:par>
                            </p:childTnLst>
                          </p:cTn>
                        </p:par>
                        <p:par>
                          <p:cTn id="150" fill="hold">
                            <p:stCondLst>
                              <p:cond delay="14500"/>
                            </p:stCondLst>
                            <p:childTnLst>
                              <p:par>
                                <p:cTn id="151" presetID="42" presetClass="entr" presetSubtype="0" fill="hold" grpId="0" nodeType="afterEffect" nodePh="1">
                                  <p:stCondLst>
                                    <p:cond delay="0"/>
                                  </p:stCondLst>
                                  <p:endCondLst>
                                    <p:cond evt="begin" delay="0">
                                      <p:tn val="151"/>
                                    </p:cond>
                                  </p:endCondLst>
                                  <p:childTnLst>
                                    <p:set>
                                      <p:cBhvr>
                                        <p:cTn id="152" dur="1" fill="hold">
                                          <p:stCondLst>
                                            <p:cond delay="0"/>
                                          </p:stCondLst>
                                        </p:cTn>
                                        <p:tgtEl>
                                          <p:spTgt spid="50">
                                            <p:txEl>
                                              <p:pRg st="0" end="0"/>
                                            </p:txEl>
                                          </p:spTgt>
                                        </p:tgtEl>
                                        <p:attrNameLst>
                                          <p:attrName>style.visibility</p:attrName>
                                        </p:attrNameLst>
                                      </p:cBhvr>
                                      <p:to>
                                        <p:strVal val="visible"/>
                                      </p:to>
                                    </p:set>
                                    <p:animEffect transition="in" filter="fade">
                                      <p:cBhvr>
                                        <p:cTn id="153" dur="500"/>
                                        <p:tgtEl>
                                          <p:spTgt spid="50">
                                            <p:txEl>
                                              <p:pRg st="0" end="0"/>
                                            </p:txEl>
                                          </p:spTgt>
                                        </p:tgtEl>
                                      </p:cBhvr>
                                    </p:animEffect>
                                    <p:anim calcmode="lin" valueType="num">
                                      <p:cBhvr>
                                        <p:cTn id="154" dur="500" fill="hold"/>
                                        <p:tgtEl>
                                          <p:spTgt spid="50">
                                            <p:txEl>
                                              <p:pRg st="0" end="0"/>
                                            </p:txEl>
                                          </p:spTgt>
                                        </p:tgtEl>
                                        <p:attrNameLst>
                                          <p:attrName>ppt_x</p:attrName>
                                        </p:attrNameLst>
                                      </p:cBhvr>
                                      <p:tavLst>
                                        <p:tav tm="0">
                                          <p:val>
                                            <p:strVal val="#ppt_x"/>
                                          </p:val>
                                        </p:tav>
                                        <p:tav tm="100000">
                                          <p:val>
                                            <p:strVal val="#ppt_x"/>
                                          </p:val>
                                        </p:tav>
                                      </p:tavLst>
                                    </p:anim>
                                    <p:anim calcmode="lin" valueType="num">
                                      <p:cBhvr>
                                        <p:cTn id="155" dur="500" fill="hold"/>
                                        <p:tgtEl>
                                          <p:spTgt spid="50">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39" grpId="0" animBg="1"/>
      <p:bldP spid="40" grpId="0" animBg="1"/>
      <p:bldP spid="41" grpId="0" animBg="1"/>
      <p:bldP spid="42" grpId="0" animBg="1"/>
      <p:bldP spid="15"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5"/>
                        </p:tgtEl>
                        <p:attrNameLst>
                          <p:attrName>style.visibility</p:attrName>
                        </p:attrNameLst>
                      </p:cBhvr>
                      <p:to>
                        <p:strVal val="visible"/>
                      </p:to>
                    </p:set>
                    <p:anim calcmode="lin" valueType="num">
                      <p:cBhvr>
                        <p:cTn dur="500" fill="hold"/>
                        <p:tgtEl>
                          <p:spTgt spid="15"/>
                        </p:tgtEl>
                        <p:attrNameLst>
                          <p:attrName>ppt_w</p:attrName>
                        </p:attrNameLst>
                      </p:cBhvr>
                      <p:tavLst>
                        <p:tav tm="0">
                          <p:val>
                            <p:fltVal val="0"/>
                          </p:val>
                        </p:tav>
                        <p:tav tm="100000">
                          <p:val>
                            <p:strVal val="#ppt_w"/>
                          </p:val>
                        </p:tav>
                      </p:tavLst>
                    </p:anim>
                    <p:anim calcmode="lin" valueType="num">
                      <p:cBhvr>
                        <p:cTn dur="500" fill="hold"/>
                        <p:tgtEl>
                          <p:spTgt spid="15"/>
                        </p:tgtEl>
                        <p:attrNameLst>
                          <p:attrName>ppt_h</p:attrName>
                        </p:attrNameLst>
                      </p:cBhvr>
                      <p:tavLst>
                        <p:tav tm="0">
                          <p:val>
                            <p:fltVal val="0"/>
                          </p:val>
                        </p:tav>
                        <p:tav tm="100000">
                          <p:val>
                            <p:strVal val="#ppt_h"/>
                          </p:val>
                        </p:tav>
                      </p:tavLst>
                    </p:anim>
                    <p:animEffect transition="in" filter="fade">
                      <p:cBhvr>
                        <p:cTn dur="500"/>
                        <p:tgtEl>
                          <p:spTgt spid="15"/>
                        </p:tgtEl>
                      </p:cBhvr>
                    </p:animEffect>
                  </p:childTnLst>
                </p:cTn>
              </p:par>
            </p:tnLst>
          </p:tmpl>
        </p:tmplLst>
      </p:bldP>
      <p:bldP spid="16"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6"/>
                        </p:tgtEl>
                        <p:attrNameLst>
                          <p:attrName>style.visibility</p:attrName>
                        </p:attrNameLst>
                      </p:cBhvr>
                      <p:to>
                        <p:strVal val="visible"/>
                      </p:to>
                    </p:set>
                    <p:animEffect transition="in" filter="fade">
                      <p:cBhvr>
                        <p:cTn dur="500"/>
                        <p:tgtEl>
                          <p:spTgt spid="16"/>
                        </p:tgtEl>
                      </p:cBhvr>
                    </p:animEffect>
                    <p:anim calcmode="lin" valueType="num">
                      <p:cBhvr>
                        <p:cTn dur="500" fill="hold"/>
                        <p:tgtEl>
                          <p:spTgt spid="16"/>
                        </p:tgtEl>
                        <p:attrNameLst>
                          <p:attrName>ppt_x</p:attrName>
                        </p:attrNameLst>
                      </p:cBhvr>
                      <p:tavLst>
                        <p:tav tm="0">
                          <p:val>
                            <p:strVal val="#ppt_x"/>
                          </p:val>
                        </p:tav>
                        <p:tav tm="100000">
                          <p:val>
                            <p:strVal val="#ppt_x"/>
                          </p:val>
                        </p:tav>
                      </p:tavLst>
                    </p:anim>
                    <p:anim calcmode="lin" valueType="num">
                      <p:cBhvr>
                        <p:cTn dur="500" fill="hold"/>
                        <p:tgtEl>
                          <p:spTgt spid="16"/>
                        </p:tgtEl>
                        <p:attrNameLst>
                          <p:attrName>ppt_y</p:attrName>
                        </p:attrNameLst>
                      </p:cBhvr>
                      <p:tavLst>
                        <p:tav tm="0">
                          <p:val>
                            <p:strVal val="#ppt_y+.1"/>
                          </p:val>
                        </p:tav>
                        <p:tav tm="100000">
                          <p:val>
                            <p:strVal val="#ppt_y"/>
                          </p:val>
                        </p:tav>
                      </p:tavLst>
                    </p:anim>
                  </p:childTnLst>
                </p:cTn>
              </p:par>
            </p:tnLst>
          </p:tmpl>
        </p:tmplLst>
      </p:bldP>
      <p:bldP spid="17"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7"/>
                        </p:tgtEl>
                        <p:attrNameLst>
                          <p:attrName>style.visibility</p:attrName>
                        </p:attrNameLst>
                      </p:cBhvr>
                      <p:to>
                        <p:strVal val="visible"/>
                      </p:to>
                    </p:set>
                    <p:anim calcmode="lin" valueType="num">
                      <p:cBhvr>
                        <p:cTn dur="500" fill="hold"/>
                        <p:tgtEl>
                          <p:spTgt spid="17"/>
                        </p:tgtEl>
                        <p:attrNameLst>
                          <p:attrName>ppt_w</p:attrName>
                        </p:attrNameLst>
                      </p:cBhvr>
                      <p:tavLst>
                        <p:tav tm="0">
                          <p:val>
                            <p:fltVal val="0"/>
                          </p:val>
                        </p:tav>
                        <p:tav tm="100000">
                          <p:val>
                            <p:strVal val="#ppt_w"/>
                          </p:val>
                        </p:tav>
                      </p:tavLst>
                    </p:anim>
                    <p:anim calcmode="lin" valueType="num">
                      <p:cBhvr>
                        <p:cTn dur="500" fill="hold"/>
                        <p:tgtEl>
                          <p:spTgt spid="17"/>
                        </p:tgtEl>
                        <p:attrNameLst>
                          <p:attrName>ppt_h</p:attrName>
                        </p:attrNameLst>
                      </p:cBhvr>
                      <p:tavLst>
                        <p:tav tm="0">
                          <p:val>
                            <p:fltVal val="0"/>
                          </p:val>
                        </p:tav>
                        <p:tav tm="100000">
                          <p:val>
                            <p:strVal val="#ppt_h"/>
                          </p:val>
                        </p:tav>
                      </p:tavLst>
                    </p:anim>
                    <p:animEffect transition="in" filter="fade">
                      <p:cBhvr>
                        <p:cTn dur="500"/>
                        <p:tgtEl>
                          <p:spTgt spid="17"/>
                        </p:tgtEl>
                      </p:cBhvr>
                    </p:animEffect>
                  </p:childTnLst>
                </p:cTn>
              </p:par>
            </p:tnLst>
          </p:tmpl>
        </p:tmplLst>
      </p:bldP>
      <p:bldP spid="18"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8"/>
                        </p:tgtEl>
                        <p:attrNameLst>
                          <p:attrName>style.visibility</p:attrName>
                        </p:attrNameLst>
                      </p:cBhvr>
                      <p:to>
                        <p:strVal val="visible"/>
                      </p:to>
                    </p:set>
                    <p:animEffect transition="in" filter="fade">
                      <p:cBhvr>
                        <p:cTn dur="500"/>
                        <p:tgtEl>
                          <p:spTgt spid="18"/>
                        </p:tgtEl>
                      </p:cBhvr>
                    </p:animEffect>
                    <p:anim calcmode="lin" valueType="num">
                      <p:cBhvr>
                        <p:cTn dur="500" fill="hold"/>
                        <p:tgtEl>
                          <p:spTgt spid="18"/>
                        </p:tgtEl>
                        <p:attrNameLst>
                          <p:attrName>ppt_x</p:attrName>
                        </p:attrNameLst>
                      </p:cBhvr>
                      <p:tavLst>
                        <p:tav tm="0">
                          <p:val>
                            <p:strVal val="#ppt_x"/>
                          </p:val>
                        </p:tav>
                        <p:tav tm="100000">
                          <p:val>
                            <p:strVal val="#ppt_x"/>
                          </p:val>
                        </p:tav>
                      </p:tavLst>
                    </p:anim>
                    <p:anim calcmode="lin" valueType="num">
                      <p:cBhvr>
                        <p:cTn dur="500" fill="hold"/>
                        <p:tgtEl>
                          <p:spTgt spid="18"/>
                        </p:tgtEl>
                        <p:attrNameLst>
                          <p:attrName>ppt_y</p:attrName>
                        </p:attrNameLst>
                      </p:cBhvr>
                      <p:tavLst>
                        <p:tav tm="0">
                          <p:val>
                            <p:strVal val="#ppt_y+.1"/>
                          </p:val>
                        </p:tav>
                        <p:tav tm="100000">
                          <p:val>
                            <p:strVal val="#ppt_y"/>
                          </p:val>
                        </p:tav>
                      </p:tavLst>
                    </p:anim>
                  </p:childTnLst>
                </p:cTn>
              </p:par>
            </p:tnLst>
          </p:tmpl>
        </p:tmplLst>
      </p:bldP>
      <p:bldP spid="19"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9"/>
                        </p:tgtEl>
                        <p:attrNameLst>
                          <p:attrName>style.visibility</p:attrName>
                        </p:attrNameLst>
                      </p:cBhvr>
                      <p:to>
                        <p:strVal val="visible"/>
                      </p:to>
                    </p:set>
                    <p:anim calcmode="lin" valueType="num">
                      <p:cBhvr>
                        <p:cTn dur="500" fill="hold"/>
                        <p:tgtEl>
                          <p:spTgt spid="19"/>
                        </p:tgtEl>
                        <p:attrNameLst>
                          <p:attrName>ppt_w</p:attrName>
                        </p:attrNameLst>
                      </p:cBhvr>
                      <p:tavLst>
                        <p:tav tm="0">
                          <p:val>
                            <p:fltVal val="0"/>
                          </p:val>
                        </p:tav>
                        <p:tav tm="100000">
                          <p:val>
                            <p:strVal val="#ppt_w"/>
                          </p:val>
                        </p:tav>
                      </p:tavLst>
                    </p:anim>
                    <p:anim calcmode="lin" valueType="num">
                      <p:cBhvr>
                        <p:cTn dur="500" fill="hold"/>
                        <p:tgtEl>
                          <p:spTgt spid="19"/>
                        </p:tgtEl>
                        <p:attrNameLst>
                          <p:attrName>ppt_h</p:attrName>
                        </p:attrNameLst>
                      </p:cBhvr>
                      <p:tavLst>
                        <p:tav tm="0">
                          <p:val>
                            <p:fltVal val="0"/>
                          </p:val>
                        </p:tav>
                        <p:tav tm="100000">
                          <p:val>
                            <p:strVal val="#ppt_h"/>
                          </p:val>
                        </p:tav>
                      </p:tavLst>
                    </p:anim>
                    <p:animEffect transition="in" filter="fade">
                      <p:cBhvr>
                        <p:cTn dur="500"/>
                        <p:tgtEl>
                          <p:spTgt spid="19"/>
                        </p:tgtEl>
                      </p:cBhvr>
                    </p:animEffect>
                  </p:childTnLst>
                </p:cTn>
              </p:par>
            </p:tnLst>
          </p:tmpl>
        </p:tmplLst>
      </p:bldP>
      <p:bldP spid="20"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0"/>
                        </p:tgtEl>
                        <p:attrNameLst>
                          <p:attrName>style.visibility</p:attrName>
                        </p:attrNameLst>
                      </p:cBhvr>
                      <p:to>
                        <p:strVal val="visible"/>
                      </p:to>
                    </p:set>
                    <p:animEffect transition="in" filter="fade">
                      <p:cBhvr>
                        <p:cTn dur="500"/>
                        <p:tgtEl>
                          <p:spTgt spid="20"/>
                        </p:tgtEl>
                      </p:cBhvr>
                    </p:animEffect>
                    <p:anim calcmode="lin" valueType="num">
                      <p:cBhvr>
                        <p:cTn dur="500" fill="hold"/>
                        <p:tgtEl>
                          <p:spTgt spid="20"/>
                        </p:tgtEl>
                        <p:attrNameLst>
                          <p:attrName>ppt_x</p:attrName>
                        </p:attrNameLst>
                      </p:cBhvr>
                      <p:tavLst>
                        <p:tav tm="0">
                          <p:val>
                            <p:strVal val="#ppt_x"/>
                          </p:val>
                        </p:tav>
                        <p:tav tm="100000">
                          <p:val>
                            <p:strVal val="#ppt_x"/>
                          </p:val>
                        </p:tav>
                      </p:tavLst>
                    </p:anim>
                    <p:anim calcmode="lin" valueType="num">
                      <p:cBhvr>
                        <p:cTn dur="500" fill="hold"/>
                        <p:tgtEl>
                          <p:spTgt spid="20"/>
                        </p:tgtEl>
                        <p:attrNameLst>
                          <p:attrName>ppt_y</p:attrName>
                        </p:attrNameLst>
                      </p:cBhvr>
                      <p:tavLst>
                        <p:tav tm="0">
                          <p:val>
                            <p:strVal val="#ppt_y+.1"/>
                          </p:val>
                        </p:tav>
                        <p:tav tm="100000">
                          <p:val>
                            <p:strVal val="#ppt_y"/>
                          </p:val>
                        </p:tav>
                      </p:tavLst>
                    </p:anim>
                  </p:childTnLst>
                </p:cTn>
              </p:par>
            </p:tnLst>
          </p:tmpl>
        </p:tmplLst>
      </p:bldP>
      <p:bldP spid="28"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8"/>
                        </p:tgtEl>
                        <p:attrNameLst>
                          <p:attrName>style.visibility</p:attrName>
                        </p:attrNameLst>
                      </p:cBhvr>
                      <p:to>
                        <p:strVal val="visible"/>
                      </p:to>
                    </p:set>
                    <p:anim calcmode="lin" valueType="num">
                      <p:cBhvr>
                        <p:cTn dur="500" fill="hold"/>
                        <p:tgtEl>
                          <p:spTgt spid="28"/>
                        </p:tgtEl>
                        <p:attrNameLst>
                          <p:attrName>ppt_w</p:attrName>
                        </p:attrNameLst>
                      </p:cBhvr>
                      <p:tavLst>
                        <p:tav tm="0">
                          <p:val>
                            <p:fltVal val="0"/>
                          </p:val>
                        </p:tav>
                        <p:tav tm="100000">
                          <p:val>
                            <p:strVal val="#ppt_w"/>
                          </p:val>
                        </p:tav>
                      </p:tavLst>
                    </p:anim>
                    <p:anim calcmode="lin" valueType="num">
                      <p:cBhvr>
                        <p:cTn dur="500" fill="hold"/>
                        <p:tgtEl>
                          <p:spTgt spid="28"/>
                        </p:tgtEl>
                        <p:attrNameLst>
                          <p:attrName>ppt_h</p:attrName>
                        </p:attrNameLst>
                      </p:cBhvr>
                      <p:tavLst>
                        <p:tav tm="0">
                          <p:val>
                            <p:fltVal val="0"/>
                          </p:val>
                        </p:tav>
                        <p:tav tm="100000">
                          <p:val>
                            <p:strVal val="#ppt_h"/>
                          </p:val>
                        </p:tav>
                      </p:tavLst>
                    </p:anim>
                    <p:animEffect transition="in" filter="fade">
                      <p:cBhvr>
                        <p:cTn dur="500"/>
                        <p:tgtEl>
                          <p:spTgt spid="28"/>
                        </p:tgtEl>
                      </p:cBhvr>
                    </p:animEffect>
                  </p:childTnLst>
                </p:cTn>
              </p:par>
            </p:tnLst>
          </p:tmpl>
        </p:tmplLst>
      </p:bldP>
      <p:bldP spid="29"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9"/>
                        </p:tgtEl>
                        <p:attrNameLst>
                          <p:attrName>style.visibility</p:attrName>
                        </p:attrNameLst>
                      </p:cBhvr>
                      <p:to>
                        <p:strVal val="visible"/>
                      </p:to>
                    </p:set>
                    <p:animEffect transition="in" filter="fade">
                      <p:cBhvr>
                        <p:cTn dur="500"/>
                        <p:tgtEl>
                          <p:spTgt spid="29"/>
                        </p:tgtEl>
                      </p:cBhvr>
                    </p:animEffect>
                    <p:anim calcmode="lin" valueType="num">
                      <p:cBhvr>
                        <p:cTn dur="500" fill="hold"/>
                        <p:tgtEl>
                          <p:spTgt spid="29"/>
                        </p:tgtEl>
                        <p:attrNameLst>
                          <p:attrName>ppt_x</p:attrName>
                        </p:attrNameLst>
                      </p:cBhvr>
                      <p:tavLst>
                        <p:tav tm="0">
                          <p:val>
                            <p:strVal val="#ppt_x"/>
                          </p:val>
                        </p:tav>
                        <p:tav tm="100000">
                          <p:val>
                            <p:strVal val="#ppt_x"/>
                          </p:val>
                        </p:tav>
                      </p:tavLst>
                    </p:anim>
                    <p:anim calcmode="lin" valueType="num">
                      <p:cBhvr>
                        <p:cTn dur="500" fill="hold"/>
                        <p:tgtEl>
                          <p:spTgt spid="29"/>
                        </p:tgtEl>
                        <p:attrNameLst>
                          <p:attrName>ppt_y</p:attrName>
                        </p:attrNameLst>
                      </p:cBhvr>
                      <p:tavLst>
                        <p:tav tm="0">
                          <p:val>
                            <p:strVal val="#ppt_y+.1"/>
                          </p:val>
                        </p:tav>
                        <p:tav tm="100000">
                          <p:val>
                            <p:strVal val="#ppt_y"/>
                          </p:val>
                        </p:tav>
                      </p:tavLst>
                    </p:anim>
                  </p:childTnLst>
                </p:cTn>
              </p:par>
            </p:tnLst>
          </p:tmpl>
        </p:tmplLst>
      </p:bldP>
      <p:bldP spid="36" grpId="0" animBg="1"/>
      <p:bldP spid="37" grpId="0" animBg="1"/>
      <p:bldP spid="38" grpId="0" animBg="1"/>
      <p:bldP spid="44"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44"/>
                        </p:tgtEl>
                        <p:attrNameLst>
                          <p:attrName>style.visibility</p:attrName>
                        </p:attrNameLst>
                      </p:cBhvr>
                      <p:to>
                        <p:strVal val="visible"/>
                      </p:to>
                    </p:set>
                    <p:anim calcmode="lin" valueType="num">
                      <p:cBhvr>
                        <p:cTn dur="500" fill="hold"/>
                        <p:tgtEl>
                          <p:spTgt spid="44"/>
                        </p:tgtEl>
                        <p:attrNameLst>
                          <p:attrName>ppt_w</p:attrName>
                        </p:attrNameLst>
                      </p:cBhvr>
                      <p:tavLst>
                        <p:tav tm="0">
                          <p:val>
                            <p:fltVal val="0"/>
                          </p:val>
                        </p:tav>
                        <p:tav tm="100000">
                          <p:val>
                            <p:strVal val="#ppt_w"/>
                          </p:val>
                        </p:tav>
                      </p:tavLst>
                    </p:anim>
                    <p:anim calcmode="lin" valueType="num">
                      <p:cBhvr>
                        <p:cTn dur="500" fill="hold"/>
                        <p:tgtEl>
                          <p:spTgt spid="44"/>
                        </p:tgtEl>
                        <p:attrNameLst>
                          <p:attrName>ppt_h</p:attrName>
                        </p:attrNameLst>
                      </p:cBhvr>
                      <p:tavLst>
                        <p:tav tm="0">
                          <p:val>
                            <p:fltVal val="0"/>
                          </p:val>
                        </p:tav>
                        <p:tav tm="100000">
                          <p:val>
                            <p:strVal val="#ppt_h"/>
                          </p:val>
                        </p:tav>
                      </p:tavLst>
                    </p:anim>
                    <p:animEffect transition="in" filter="fade">
                      <p:cBhvr>
                        <p:cTn dur="500"/>
                        <p:tgtEl>
                          <p:spTgt spid="44"/>
                        </p:tgtEl>
                      </p:cBhvr>
                    </p:animEffect>
                  </p:childTnLst>
                </p:cTn>
              </p:par>
            </p:tnLst>
          </p:tmpl>
        </p:tmplLst>
      </p:bldP>
      <p:bldP spid="45"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45"/>
                        </p:tgtEl>
                        <p:attrNameLst>
                          <p:attrName>style.visibility</p:attrName>
                        </p:attrNameLst>
                      </p:cBhvr>
                      <p:to>
                        <p:strVal val="visible"/>
                      </p:to>
                    </p:set>
                    <p:animEffect transition="in" filter="fade">
                      <p:cBhvr>
                        <p:cTn dur="500"/>
                        <p:tgtEl>
                          <p:spTgt spid="45"/>
                        </p:tgtEl>
                      </p:cBhvr>
                    </p:animEffect>
                    <p:anim calcmode="lin" valueType="num">
                      <p:cBhvr>
                        <p:cTn dur="500" fill="hold"/>
                        <p:tgtEl>
                          <p:spTgt spid="45"/>
                        </p:tgtEl>
                        <p:attrNameLst>
                          <p:attrName>ppt_x</p:attrName>
                        </p:attrNameLst>
                      </p:cBhvr>
                      <p:tavLst>
                        <p:tav tm="0">
                          <p:val>
                            <p:strVal val="#ppt_x"/>
                          </p:val>
                        </p:tav>
                        <p:tav tm="100000">
                          <p:val>
                            <p:strVal val="#ppt_x"/>
                          </p:val>
                        </p:tav>
                      </p:tavLst>
                    </p:anim>
                    <p:anim calcmode="lin" valueType="num">
                      <p:cBhvr>
                        <p:cTn dur="500" fill="hold"/>
                        <p:tgtEl>
                          <p:spTgt spid="45"/>
                        </p:tgtEl>
                        <p:attrNameLst>
                          <p:attrName>ppt_y</p:attrName>
                        </p:attrNameLst>
                      </p:cBhvr>
                      <p:tavLst>
                        <p:tav tm="0">
                          <p:val>
                            <p:strVal val="#ppt_y+.1"/>
                          </p:val>
                        </p:tav>
                        <p:tav tm="100000">
                          <p:val>
                            <p:strVal val="#ppt_y"/>
                          </p:val>
                        </p:tav>
                      </p:tavLst>
                    </p:anim>
                  </p:childTnLst>
                </p:cTn>
              </p:par>
            </p:tnLst>
          </p:tmpl>
        </p:tmplLst>
      </p:bldP>
      <p:bldP spid="46"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46"/>
                        </p:tgtEl>
                        <p:attrNameLst>
                          <p:attrName>style.visibility</p:attrName>
                        </p:attrNameLst>
                      </p:cBhvr>
                      <p:to>
                        <p:strVal val="visible"/>
                      </p:to>
                    </p:set>
                    <p:anim calcmode="lin" valueType="num">
                      <p:cBhvr>
                        <p:cTn dur="500" fill="hold"/>
                        <p:tgtEl>
                          <p:spTgt spid="46"/>
                        </p:tgtEl>
                        <p:attrNameLst>
                          <p:attrName>ppt_w</p:attrName>
                        </p:attrNameLst>
                      </p:cBhvr>
                      <p:tavLst>
                        <p:tav tm="0">
                          <p:val>
                            <p:fltVal val="0"/>
                          </p:val>
                        </p:tav>
                        <p:tav tm="100000">
                          <p:val>
                            <p:strVal val="#ppt_w"/>
                          </p:val>
                        </p:tav>
                      </p:tavLst>
                    </p:anim>
                    <p:anim calcmode="lin" valueType="num">
                      <p:cBhvr>
                        <p:cTn dur="500" fill="hold"/>
                        <p:tgtEl>
                          <p:spTgt spid="46"/>
                        </p:tgtEl>
                        <p:attrNameLst>
                          <p:attrName>ppt_h</p:attrName>
                        </p:attrNameLst>
                      </p:cBhvr>
                      <p:tavLst>
                        <p:tav tm="0">
                          <p:val>
                            <p:fltVal val="0"/>
                          </p:val>
                        </p:tav>
                        <p:tav tm="100000">
                          <p:val>
                            <p:strVal val="#ppt_h"/>
                          </p:val>
                        </p:tav>
                      </p:tavLst>
                    </p:anim>
                    <p:animEffect transition="in" filter="fade">
                      <p:cBhvr>
                        <p:cTn dur="500"/>
                        <p:tgtEl>
                          <p:spTgt spid="46"/>
                        </p:tgtEl>
                      </p:cBhvr>
                    </p:animEffect>
                  </p:childTnLst>
                </p:cTn>
              </p:par>
            </p:tnLst>
          </p:tmpl>
        </p:tmplLst>
      </p:bldP>
      <p:bldP spid="48"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48"/>
                        </p:tgtEl>
                        <p:attrNameLst>
                          <p:attrName>style.visibility</p:attrName>
                        </p:attrNameLst>
                      </p:cBhvr>
                      <p:to>
                        <p:strVal val="visible"/>
                      </p:to>
                    </p:set>
                    <p:animEffect transition="in" filter="fade">
                      <p:cBhvr>
                        <p:cTn dur="500"/>
                        <p:tgtEl>
                          <p:spTgt spid="48"/>
                        </p:tgtEl>
                      </p:cBhvr>
                    </p:animEffect>
                    <p:anim calcmode="lin" valueType="num">
                      <p:cBhvr>
                        <p:cTn dur="500" fill="hold"/>
                        <p:tgtEl>
                          <p:spTgt spid="48"/>
                        </p:tgtEl>
                        <p:attrNameLst>
                          <p:attrName>ppt_x</p:attrName>
                        </p:attrNameLst>
                      </p:cBhvr>
                      <p:tavLst>
                        <p:tav tm="0">
                          <p:val>
                            <p:strVal val="#ppt_x"/>
                          </p:val>
                        </p:tav>
                        <p:tav tm="100000">
                          <p:val>
                            <p:strVal val="#ppt_x"/>
                          </p:val>
                        </p:tav>
                      </p:tavLst>
                    </p:anim>
                    <p:anim calcmode="lin" valueType="num">
                      <p:cBhvr>
                        <p:cTn dur="500" fill="hold"/>
                        <p:tgtEl>
                          <p:spTgt spid="48"/>
                        </p:tgtEl>
                        <p:attrNameLst>
                          <p:attrName>ppt_y</p:attrName>
                        </p:attrNameLst>
                      </p:cBhvr>
                      <p:tavLst>
                        <p:tav tm="0">
                          <p:val>
                            <p:strVal val="#ppt_y+.1"/>
                          </p:val>
                        </p:tav>
                        <p:tav tm="100000">
                          <p:val>
                            <p:strVal val="#ppt_y"/>
                          </p:val>
                        </p:tav>
                      </p:tavLst>
                    </p:anim>
                  </p:childTnLst>
                </p:cTn>
              </p:par>
            </p:tnLst>
          </p:tmpl>
        </p:tmplLst>
      </p:bldP>
      <p:bldP spid="49"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49"/>
                        </p:tgtEl>
                        <p:attrNameLst>
                          <p:attrName>style.visibility</p:attrName>
                        </p:attrNameLst>
                      </p:cBhvr>
                      <p:to>
                        <p:strVal val="visible"/>
                      </p:to>
                    </p:set>
                    <p:anim calcmode="lin" valueType="num">
                      <p:cBhvr>
                        <p:cTn dur="500" fill="hold"/>
                        <p:tgtEl>
                          <p:spTgt spid="49"/>
                        </p:tgtEl>
                        <p:attrNameLst>
                          <p:attrName>ppt_w</p:attrName>
                        </p:attrNameLst>
                      </p:cBhvr>
                      <p:tavLst>
                        <p:tav tm="0">
                          <p:val>
                            <p:fltVal val="0"/>
                          </p:val>
                        </p:tav>
                        <p:tav tm="100000">
                          <p:val>
                            <p:strVal val="#ppt_w"/>
                          </p:val>
                        </p:tav>
                      </p:tavLst>
                    </p:anim>
                    <p:anim calcmode="lin" valueType="num">
                      <p:cBhvr>
                        <p:cTn dur="500" fill="hold"/>
                        <p:tgtEl>
                          <p:spTgt spid="49"/>
                        </p:tgtEl>
                        <p:attrNameLst>
                          <p:attrName>ppt_h</p:attrName>
                        </p:attrNameLst>
                      </p:cBhvr>
                      <p:tavLst>
                        <p:tav tm="0">
                          <p:val>
                            <p:fltVal val="0"/>
                          </p:val>
                        </p:tav>
                        <p:tav tm="100000">
                          <p:val>
                            <p:strVal val="#ppt_h"/>
                          </p:val>
                        </p:tav>
                      </p:tavLst>
                    </p:anim>
                    <p:animEffect transition="in" filter="fade">
                      <p:cBhvr>
                        <p:cTn dur="500"/>
                        <p:tgtEl>
                          <p:spTgt spid="49"/>
                        </p:tgtEl>
                      </p:cBhvr>
                    </p:animEffect>
                  </p:childTnLst>
                </p:cTn>
              </p:par>
            </p:tnLst>
          </p:tmpl>
        </p:tmplLst>
      </p:bldP>
      <p:bldP spid="50"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50"/>
                        </p:tgtEl>
                        <p:attrNameLst>
                          <p:attrName>style.visibility</p:attrName>
                        </p:attrNameLst>
                      </p:cBhvr>
                      <p:to>
                        <p:strVal val="visible"/>
                      </p:to>
                    </p:set>
                    <p:animEffect transition="in" filter="fade">
                      <p:cBhvr>
                        <p:cTn dur="500"/>
                        <p:tgtEl>
                          <p:spTgt spid="50"/>
                        </p:tgtEl>
                      </p:cBhvr>
                    </p:animEffect>
                    <p:anim calcmode="lin" valueType="num">
                      <p:cBhvr>
                        <p:cTn dur="500" fill="hold"/>
                        <p:tgtEl>
                          <p:spTgt spid="50"/>
                        </p:tgtEl>
                        <p:attrNameLst>
                          <p:attrName>ppt_x</p:attrName>
                        </p:attrNameLst>
                      </p:cBhvr>
                      <p:tavLst>
                        <p:tav tm="0">
                          <p:val>
                            <p:strVal val="#ppt_x"/>
                          </p:val>
                        </p:tav>
                        <p:tav tm="100000">
                          <p:val>
                            <p:strVal val="#ppt_x"/>
                          </p:val>
                        </p:tav>
                      </p:tavLst>
                    </p:anim>
                    <p:anim calcmode="lin" valueType="num">
                      <p:cBhvr>
                        <p:cTn dur="500" fill="hold"/>
                        <p:tgtEl>
                          <p:spTgt spid="50"/>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627.xml><?xml version="1.0" encoding="utf-8"?>
<p:sldLayout xmlns:a="http://schemas.openxmlformats.org/drawingml/2006/main" xmlns:r="http://schemas.openxmlformats.org/officeDocument/2006/relationships" xmlns:p="http://schemas.openxmlformats.org/presentationml/2006/main" preserve="1" userDrawn="1">
  <p:cSld name="10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6" name="Rectangle 5"/>
          <p:cNvSpPr/>
          <p:nvPr userDrawn="1"/>
        </p:nvSpPr>
        <p:spPr>
          <a:xfrm rot="20700000">
            <a:off x="1558637" y="2070541"/>
            <a:ext cx="1510146" cy="18288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9" name="Rectangle 8"/>
          <p:cNvSpPr/>
          <p:nvPr userDrawn="1"/>
        </p:nvSpPr>
        <p:spPr>
          <a:xfrm rot="900000">
            <a:off x="1558636" y="2070541"/>
            <a:ext cx="1510146" cy="18288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18" name="Picture Placeholder 17"/>
          <p:cNvSpPr>
            <a:spLocks noGrp="1"/>
          </p:cNvSpPr>
          <p:nvPr>
            <p:ph type="pic" sz="quarter" idx="15"/>
          </p:nvPr>
        </p:nvSpPr>
        <p:spPr>
          <a:xfrm>
            <a:off x="1558637" y="2042755"/>
            <a:ext cx="1510148" cy="1828800"/>
          </a:xfrm>
          <a:custGeom>
            <a:avLst/>
            <a:gdLst>
              <a:gd name="connsiteX0" fmla="*/ 0 w 1510148"/>
              <a:gd name="connsiteY0" fmla="*/ 0 h 1828800"/>
              <a:gd name="connsiteX1" fmla="*/ 1510148 w 1510148"/>
              <a:gd name="connsiteY1" fmla="*/ 0 h 1828800"/>
              <a:gd name="connsiteX2" fmla="*/ 1510148 w 1510148"/>
              <a:gd name="connsiteY2" fmla="*/ 1828800 h 1828800"/>
              <a:gd name="connsiteX3" fmla="*/ 0 w 1510148"/>
              <a:gd name="connsiteY3" fmla="*/ 1828800 h 1828800"/>
            </a:gdLst>
            <a:ahLst/>
            <a:cxnLst>
              <a:cxn ang="0">
                <a:pos x="connsiteX0" y="connsiteY0"/>
              </a:cxn>
              <a:cxn ang="0">
                <a:pos x="connsiteX1" y="connsiteY1"/>
              </a:cxn>
              <a:cxn ang="0">
                <a:pos x="connsiteX2" y="connsiteY2"/>
              </a:cxn>
              <a:cxn ang="0">
                <a:pos x="connsiteX3" y="connsiteY3"/>
              </a:cxn>
            </a:cxnLst>
            <a:rect l="l" t="t" r="r" b="b"/>
            <a:pathLst>
              <a:path w="1510148" h="1828800">
                <a:moveTo>
                  <a:pt x="0" y="0"/>
                </a:moveTo>
                <a:lnTo>
                  <a:pt x="1510148" y="0"/>
                </a:lnTo>
                <a:lnTo>
                  <a:pt x="1510148" y="1828800"/>
                </a:lnTo>
                <a:lnTo>
                  <a:pt x="0" y="1828800"/>
                </a:lnTo>
                <a:close/>
              </a:path>
            </a:pathLst>
          </a:custGeom>
          <a:solidFill>
            <a:schemeClr val="bg1">
              <a:lumMod val="85000"/>
            </a:schemeClr>
          </a:solidFill>
        </p:spPr>
        <p:txBody>
          <a:bodyPr wrap="square">
            <a:noAutofit/>
          </a:bodyPr>
          <a:lstStyle/>
          <a:p>
            <a:endParaRPr lang="en-AU"/>
          </a:p>
        </p:txBody>
      </p:sp>
      <p:sp>
        <p:nvSpPr>
          <p:cNvPr id="19" name="Rectangle 18"/>
          <p:cNvSpPr/>
          <p:nvPr userDrawn="1"/>
        </p:nvSpPr>
        <p:spPr>
          <a:xfrm rot="20700000">
            <a:off x="5346295" y="2070541"/>
            <a:ext cx="1510146" cy="18288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0" name="Rectangle 19"/>
          <p:cNvSpPr/>
          <p:nvPr userDrawn="1"/>
        </p:nvSpPr>
        <p:spPr>
          <a:xfrm rot="900000">
            <a:off x="5346294" y="2070541"/>
            <a:ext cx="1510146" cy="18288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1" name="Picture Placeholder 20"/>
          <p:cNvSpPr>
            <a:spLocks noGrp="1"/>
          </p:cNvSpPr>
          <p:nvPr>
            <p:ph type="pic" sz="quarter" idx="16"/>
          </p:nvPr>
        </p:nvSpPr>
        <p:spPr>
          <a:xfrm>
            <a:off x="5346295" y="2042755"/>
            <a:ext cx="1510148" cy="1828800"/>
          </a:xfrm>
          <a:custGeom>
            <a:avLst/>
            <a:gdLst>
              <a:gd name="connsiteX0" fmla="*/ 0 w 1510148"/>
              <a:gd name="connsiteY0" fmla="*/ 0 h 1828800"/>
              <a:gd name="connsiteX1" fmla="*/ 1510148 w 1510148"/>
              <a:gd name="connsiteY1" fmla="*/ 0 h 1828800"/>
              <a:gd name="connsiteX2" fmla="*/ 1510148 w 1510148"/>
              <a:gd name="connsiteY2" fmla="*/ 1828800 h 1828800"/>
              <a:gd name="connsiteX3" fmla="*/ 0 w 1510148"/>
              <a:gd name="connsiteY3" fmla="*/ 1828800 h 1828800"/>
            </a:gdLst>
            <a:ahLst/>
            <a:cxnLst>
              <a:cxn ang="0">
                <a:pos x="connsiteX0" y="connsiteY0"/>
              </a:cxn>
              <a:cxn ang="0">
                <a:pos x="connsiteX1" y="connsiteY1"/>
              </a:cxn>
              <a:cxn ang="0">
                <a:pos x="connsiteX2" y="connsiteY2"/>
              </a:cxn>
              <a:cxn ang="0">
                <a:pos x="connsiteX3" y="connsiteY3"/>
              </a:cxn>
            </a:cxnLst>
            <a:rect l="l" t="t" r="r" b="b"/>
            <a:pathLst>
              <a:path w="1510148" h="1828800">
                <a:moveTo>
                  <a:pt x="0" y="0"/>
                </a:moveTo>
                <a:lnTo>
                  <a:pt x="1510148" y="0"/>
                </a:lnTo>
                <a:lnTo>
                  <a:pt x="1510148" y="1828800"/>
                </a:lnTo>
                <a:lnTo>
                  <a:pt x="0" y="1828800"/>
                </a:lnTo>
                <a:close/>
              </a:path>
            </a:pathLst>
          </a:custGeom>
          <a:solidFill>
            <a:schemeClr val="bg1">
              <a:lumMod val="85000"/>
            </a:schemeClr>
          </a:solidFill>
        </p:spPr>
        <p:txBody>
          <a:bodyPr wrap="square">
            <a:noAutofit/>
          </a:bodyPr>
          <a:lstStyle/>
          <a:p>
            <a:endParaRPr lang="en-AU"/>
          </a:p>
        </p:txBody>
      </p:sp>
      <p:sp>
        <p:nvSpPr>
          <p:cNvPr id="22" name="Rectangle 21"/>
          <p:cNvSpPr/>
          <p:nvPr userDrawn="1"/>
        </p:nvSpPr>
        <p:spPr>
          <a:xfrm rot="20700000">
            <a:off x="9133955" y="2049759"/>
            <a:ext cx="1510146" cy="182880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3" name="Rectangle 22"/>
          <p:cNvSpPr/>
          <p:nvPr userDrawn="1"/>
        </p:nvSpPr>
        <p:spPr>
          <a:xfrm rot="900000">
            <a:off x="9133954" y="2049759"/>
            <a:ext cx="1510146" cy="18288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4" name="Picture Placeholder 23"/>
          <p:cNvSpPr>
            <a:spLocks noGrp="1"/>
          </p:cNvSpPr>
          <p:nvPr>
            <p:ph type="pic" sz="quarter" idx="17"/>
          </p:nvPr>
        </p:nvSpPr>
        <p:spPr>
          <a:xfrm>
            <a:off x="9133955" y="2021973"/>
            <a:ext cx="1510148" cy="1828800"/>
          </a:xfrm>
          <a:custGeom>
            <a:avLst/>
            <a:gdLst>
              <a:gd name="connsiteX0" fmla="*/ 0 w 1510148"/>
              <a:gd name="connsiteY0" fmla="*/ 0 h 1828800"/>
              <a:gd name="connsiteX1" fmla="*/ 1510148 w 1510148"/>
              <a:gd name="connsiteY1" fmla="*/ 0 h 1828800"/>
              <a:gd name="connsiteX2" fmla="*/ 1510148 w 1510148"/>
              <a:gd name="connsiteY2" fmla="*/ 1828800 h 1828800"/>
              <a:gd name="connsiteX3" fmla="*/ 0 w 1510148"/>
              <a:gd name="connsiteY3" fmla="*/ 1828800 h 1828800"/>
            </a:gdLst>
            <a:ahLst/>
            <a:cxnLst>
              <a:cxn ang="0">
                <a:pos x="connsiteX0" y="connsiteY0"/>
              </a:cxn>
              <a:cxn ang="0">
                <a:pos x="connsiteX1" y="connsiteY1"/>
              </a:cxn>
              <a:cxn ang="0">
                <a:pos x="connsiteX2" y="connsiteY2"/>
              </a:cxn>
              <a:cxn ang="0">
                <a:pos x="connsiteX3" y="connsiteY3"/>
              </a:cxn>
            </a:cxnLst>
            <a:rect l="l" t="t" r="r" b="b"/>
            <a:pathLst>
              <a:path w="1510148" h="1828800">
                <a:moveTo>
                  <a:pt x="0" y="0"/>
                </a:moveTo>
                <a:lnTo>
                  <a:pt x="1510148" y="0"/>
                </a:lnTo>
                <a:lnTo>
                  <a:pt x="1510148" y="1828800"/>
                </a:lnTo>
                <a:lnTo>
                  <a:pt x="0" y="1828800"/>
                </a:lnTo>
                <a:close/>
              </a:path>
            </a:pathLst>
          </a:custGeom>
          <a:solidFill>
            <a:schemeClr val="bg1">
              <a:lumMod val="85000"/>
            </a:schemeClr>
          </a:solidFill>
        </p:spPr>
        <p:txBody>
          <a:bodyPr wrap="square">
            <a:noAutofit/>
          </a:bodyPr>
          <a:lstStyle/>
          <a:p>
            <a:endParaRPr lang="en-AU"/>
          </a:p>
        </p:txBody>
      </p:sp>
      <p:sp>
        <p:nvSpPr>
          <p:cNvPr id="25" name="Text Placeholder 21"/>
          <p:cNvSpPr>
            <a:spLocks noGrp="1"/>
          </p:cNvSpPr>
          <p:nvPr>
            <p:ph type="body" sz="quarter" idx="20"/>
          </p:nvPr>
        </p:nvSpPr>
        <p:spPr>
          <a:xfrm>
            <a:off x="1347700" y="4415134"/>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6" name="Text Placeholder 21"/>
          <p:cNvSpPr>
            <a:spLocks noGrp="1"/>
          </p:cNvSpPr>
          <p:nvPr>
            <p:ph type="body" sz="quarter" idx="29"/>
          </p:nvPr>
        </p:nvSpPr>
        <p:spPr>
          <a:xfrm>
            <a:off x="1347700" y="4721838"/>
            <a:ext cx="1814513"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8" name="Text Placeholder 21"/>
          <p:cNvSpPr>
            <a:spLocks noGrp="1"/>
          </p:cNvSpPr>
          <p:nvPr>
            <p:ph type="body" sz="quarter" idx="30"/>
          </p:nvPr>
        </p:nvSpPr>
        <p:spPr>
          <a:xfrm>
            <a:off x="5188743" y="4415134"/>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9" name="Text Placeholder 21"/>
          <p:cNvSpPr>
            <a:spLocks noGrp="1"/>
          </p:cNvSpPr>
          <p:nvPr>
            <p:ph type="body" sz="quarter" idx="31"/>
          </p:nvPr>
        </p:nvSpPr>
        <p:spPr>
          <a:xfrm>
            <a:off x="5188743" y="4721838"/>
            <a:ext cx="1814513"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0" name="Text Placeholder 21"/>
          <p:cNvSpPr>
            <a:spLocks noGrp="1"/>
          </p:cNvSpPr>
          <p:nvPr>
            <p:ph type="body" sz="quarter" idx="32"/>
          </p:nvPr>
        </p:nvSpPr>
        <p:spPr>
          <a:xfrm>
            <a:off x="9029786" y="4415134"/>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1" name="Text Placeholder 21"/>
          <p:cNvSpPr>
            <a:spLocks noGrp="1"/>
          </p:cNvSpPr>
          <p:nvPr>
            <p:ph type="body" sz="quarter" idx="33"/>
          </p:nvPr>
        </p:nvSpPr>
        <p:spPr>
          <a:xfrm>
            <a:off x="9029786" y="4721838"/>
            <a:ext cx="1814513"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Tree>
    <p:extLst>
      <p:ext uri="{BB962C8B-B14F-4D97-AF65-F5344CB8AC3E}">
        <p14:creationId xmlns:p14="http://schemas.microsoft.com/office/powerpoint/2010/main" val="306813368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10" presetClass="entr" presetSubtype="0" fill="hold" grpId="0" nodeType="afterEffect">
                                  <p:stCondLst>
                                    <p:cond delay="0"/>
                                  </p:stCondLst>
                                  <p:childTnLst>
                                    <p:set>
                                      <p:cBhvr>
                                        <p:cTn id="20" dur="1" fill="hold">
                                          <p:stCondLst>
                                            <p:cond delay="0"/>
                                          </p:stCondLst>
                                        </p:cTn>
                                        <p:tgtEl>
                                          <p:spTgt spid="6"/>
                                        </p:tgtEl>
                                        <p:attrNameLst>
                                          <p:attrName>style.visibility</p:attrName>
                                        </p:attrNameLst>
                                      </p:cBhvr>
                                      <p:to>
                                        <p:strVal val="visible"/>
                                      </p:to>
                                    </p:set>
                                    <p:animEffect transition="in" filter="fade">
                                      <p:cBhvr>
                                        <p:cTn id="21" dur="500"/>
                                        <p:tgtEl>
                                          <p:spTgt spid="6"/>
                                        </p:tgtEl>
                                      </p:cBhvr>
                                    </p:animEffect>
                                  </p:childTnLst>
                                </p:cTn>
                              </p:par>
                            </p:childTnLst>
                          </p:cTn>
                        </p:par>
                        <p:par>
                          <p:cTn id="22" fill="hold">
                            <p:stCondLst>
                              <p:cond delay="2000"/>
                            </p:stCondLst>
                            <p:childTnLst>
                              <p:par>
                                <p:cTn id="23" presetID="10" presetClass="entr" presetSubtype="0" fill="hold" grpId="0" nodeType="afterEffect">
                                  <p:stCondLst>
                                    <p:cond delay="0"/>
                                  </p:stCondLst>
                                  <p:childTnLst>
                                    <p:set>
                                      <p:cBhvr>
                                        <p:cTn id="24" dur="1" fill="hold">
                                          <p:stCondLst>
                                            <p:cond delay="0"/>
                                          </p:stCondLst>
                                        </p:cTn>
                                        <p:tgtEl>
                                          <p:spTgt spid="9"/>
                                        </p:tgtEl>
                                        <p:attrNameLst>
                                          <p:attrName>style.visibility</p:attrName>
                                        </p:attrNameLst>
                                      </p:cBhvr>
                                      <p:to>
                                        <p:strVal val="visible"/>
                                      </p:to>
                                    </p:set>
                                    <p:animEffect transition="in" filter="fade">
                                      <p:cBhvr>
                                        <p:cTn id="25" dur="500"/>
                                        <p:tgtEl>
                                          <p:spTgt spid="9"/>
                                        </p:tgtEl>
                                      </p:cBhvr>
                                    </p:animEffect>
                                  </p:childTnLst>
                                </p:cTn>
                              </p:par>
                            </p:childTnLst>
                          </p:cTn>
                        </p:par>
                        <p:par>
                          <p:cTn id="26" fill="hold">
                            <p:stCondLst>
                              <p:cond delay="2500"/>
                            </p:stCondLst>
                            <p:childTnLst>
                              <p:par>
                                <p:cTn id="27" presetID="53" presetClass="entr" presetSubtype="16" fill="hold" grpId="0" nodeType="afterEffect">
                                  <p:stCondLst>
                                    <p:cond delay="0"/>
                                  </p:stCondLst>
                                  <p:childTnLst>
                                    <p:set>
                                      <p:cBhvr>
                                        <p:cTn id="28" dur="1" fill="hold">
                                          <p:stCondLst>
                                            <p:cond delay="0"/>
                                          </p:stCondLst>
                                        </p:cTn>
                                        <p:tgtEl>
                                          <p:spTgt spid="18"/>
                                        </p:tgtEl>
                                        <p:attrNameLst>
                                          <p:attrName>style.visibility</p:attrName>
                                        </p:attrNameLst>
                                      </p:cBhvr>
                                      <p:to>
                                        <p:strVal val="visible"/>
                                      </p:to>
                                    </p:set>
                                    <p:anim calcmode="lin" valueType="num">
                                      <p:cBhvr>
                                        <p:cTn id="29" dur="500" fill="hold"/>
                                        <p:tgtEl>
                                          <p:spTgt spid="18"/>
                                        </p:tgtEl>
                                        <p:attrNameLst>
                                          <p:attrName>ppt_w</p:attrName>
                                        </p:attrNameLst>
                                      </p:cBhvr>
                                      <p:tavLst>
                                        <p:tav tm="0">
                                          <p:val>
                                            <p:fltVal val="0"/>
                                          </p:val>
                                        </p:tav>
                                        <p:tav tm="100000">
                                          <p:val>
                                            <p:strVal val="#ppt_w"/>
                                          </p:val>
                                        </p:tav>
                                      </p:tavLst>
                                    </p:anim>
                                    <p:anim calcmode="lin" valueType="num">
                                      <p:cBhvr>
                                        <p:cTn id="30" dur="500" fill="hold"/>
                                        <p:tgtEl>
                                          <p:spTgt spid="18"/>
                                        </p:tgtEl>
                                        <p:attrNameLst>
                                          <p:attrName>ppt_h</p:attrName>
                                        </p:attrNameLst>
                                      </p:cBhvr>
                                      <p:tavLst>
                                        <p:tav tm="0">
                                          <p:val>
                                            <p:fltVal val="0"/>
                                          </p:val>
                                        </p:tav>
                                        <p:tav tm="100000">
                                          <p:val>
                                            <p:strVal val="#ppt_h"/>
                                          </p:val>
                                        </p:tav>
                                      </p:tavLst>
                                    </p:anim>
                                    <p:animEffect transition="in" filter="fade">
                                      <p:cBhvr>
                                        <p:cTn id="31" dur="500"/>
                                        <p:tgtEl>
                                          <p:spTgt spid="18"/>
                                        </p:tgtEl>
                                      </p:cBhvr>
                                    </p:animEffect>
                                  </p:childTnLst>
                                </p:cTn>
                              </p:par>
                            </p:childTnLst>
                          </p:cTn>
                        </p:par>
                        <p:par>
                          <p:cTn id="32" fill="hold">
                            <p:stCondLst>
                              <p:cond delay="3000"/>
                            </p:stCondLst>
                            <p:childTnLst>
                              <p:par>
                                <p:cTn id="33" presetID="53" presetClass="entr" presetSubtype="16" fill="hold" grpId="0" nodeType="afterEffect" nodePh="1">
                                  <p:stCondLst>
                                    <p:cond delay="0"/>
                                  </p:stCondLst>
                                  <p:endCondLst>
                                    <p:cond evt="begin" delay="0">
                                      <p:tn val="33"/>
                                    </p:cond>
                                  </p:endCondLst>
                                  <p:childTnLst>
                                    <p:set>
                                      <p:cBhvr>
                                        <p:cTn id="34" dur="1" fill="hold">
                                          <p:stCondLst>
                                            <p:cond delay="0"/>
                                          </p:stCondLst>
                                        </p:cTn>
                                        <p:tgtEl>
                                          <p:spTgt spid="25">
                                            <p:txEl>
                                              <p:pRg st="0" end="0"/>
                                            </p:txEl>
                                          </p:spTgt>
                                        </p:tgtEl>
                                        <p:attrNameLst>
                                          <p:attrName>style.visibility</p:attrName>
                                        </p:attrNameLst>
                                      </p:cBhvr>
                                      <p:to>
                                        <p:strVal val="visible"/>
                                      </p:to>
                                    </p:set>
                                    <p:anim calcmode="lin" valueType="num">
                                      <p:cBhvr>
                                        <p:cTn id="35" dur="500" fill="hold"/>
                                        <p:tgtEl>
                                          <p:spTgt spid="25">
                                            <p:txEl>
                                              <p:pRg st="0" end="0"/>
                                            </p:txEl>
                                          </p:spTgt>
                                        </p:tgtEl>
                                        <p:attrNameLst>
                                          <p:attrName>ppt_w</p:attrName>
                                        </p:attrNameLst>
                                      </p:cBhvr>
                                      <p:tavLst>
                                        <p:tav tm="0">
                                          <p:val>
                                            <p:fltVal val="0"/>
                                          </p:val>
                                        </p:tav>
                                        <p:tav tm="100000">
                                          <p:val>
                                            <p:strVal val="#ppt_w"/>
                                          </p:val>
                                        </p:tav>
                                      </p:tavLst>
                                    </p:anim>
                                    <p:anim calcmode="lin" valueType="num">
                                      <p:cBhvr>
                                        <p:cTn id="36" dur="500" fill="hold"/>
                                        <p:tgtEl>
                                          <p:spTgt spid="25">
                                            <p:txEl>
                                              <p:pRg st="0" end="0"/>
                                            </p:txEl>
                                          </p:spTgt>
                                        </p:tgtEl>
                                        <p:attrNameLst>
                                          <p:attrName>ppt_h</p:attrName>
                                        </p:attrNameLst>
                                      </p:cBhvr>
                                      <p:tavLst>
                                        <p:tav tm="0">
                                          <p:val>
                                            <p:fltVal val="0"/>
                                          </p:val>
                                        </p:tav>
                                        <p:tav tm="100000">
                                          <p:val>
                                            <p:strVal val="#ppt_h"/>
                                          </p:val>
                                        </p:tav>
                                      </p:tavLst>
                                    </p:anim>
                                    <p:animEffect transition="in" filter="fade">
                                      <p:cBhvr>
                                        <p:cTn id="37" dur="500"/>
                                        <p:tgtEl>
                                          <p:spTgt spid="25">
                                            <p:txEl>
                                              <p:pRg st="0" end="0"/>
                                            </p:txEl>
                                          </p:spTgt>
                                        </p:tgtEl>
                                      </p:cBhvr>
                                    </p:animEffect>
                                  </p:childTnLst>
                                </p:cTn>
                              </p:par>
                            </p:childTnLst>
                          </p:cTn>
                        </p:par>
                        <p:par>
                          <p:cTn id="38" fill="hold">
                            <p:stCondLst>
                              <p:cond delay="3500"/>
                            </p:stCondLst>
                            <p:childTnLst>
                              <p:par>
                                <p:cTn id="39" presetID="42" presetClass="entr" presetSubtype="0" fill="hold" grpId="0" nodeType="afterEffect" nodePh="1">
                                  <p:stCondLst>
                                    <p:cond delay="0"/>
                                  </p:stCondLst>
                                  <p:endCondLst>
                                    <p:cond evt="begin" delay="0">
                                      <p:tn val="39"/>
                                    </p:cond>
                                  </p:endCondLst>
                                  <p:childTnLst>
                                    <p:set>
                                      <p:cBhvr>
                                        <p:cTn id="40" dur="1" fill="hold">
                                          <p:stCondLst>
                                            <p:cond delay="0"/>
                                          </p:stCondLst>
                                        </p:cTn>
                                        <p:tgtEl>
                                          <p:spTgt spid="26">
                                            <p:txEl>
                                              <p:pRg st="0" end="0"/>
                                            </p:txEl>
                                          </p:spTgt>
                                        </p:tgtEl>
                                        <p:attrNameLst>
                                          <p:attrName>style.visibility</p:attrName>
                                        </p:attrNameLst>
                                      </p:cBhvr>
                                      <p:to>
                                        <p:strVal val="visible"/>
                                      </p:to>
                                    </p:set>
                                    <p:animEffect transition="in" filter="fade">
                                      <p:cBhvr>
                                        <p:cTn id="41" dur="500"/>
                                        <p:tgtEl>
                                          <p:spTgt spid="26">
                                            <p:txEl>
                                              <p:pRg st="0" end="0"/>
                                            </p:txEl>
                                          </p:spTgt>
                                        </p:tgtEl>
                                      </p:cBhvr>
                                    </p:animEffect>
                                    <p:anim calcmode="lin" valueType="num">
                                      <p:cBhvr>
                                        <p:cTn id="42" dur="500" fill="hold"/>
                                        <p:tgtEl>
                                          <p:spTgt spid="26">
                                            <p:txEl>
                                              <p:pRg st="0" end="0"/>
                                            </p:txEl>
                                          </p:spTgt>
                                        </p:tgtEl>
                                        <p:attrNameLst>
                                          <p:attrName>ppt_x</p:attrName>
                                        </p:attrNameLst>
                                      </p:cBhvr>
                                      <p:tavLst>
                                        <p:tav tm="0">
                                          <p:val>
                                            <p:strVal val="#ppt_x"/>
                                          </p:val>
                                        </p:tav>
                                        <p:tav tm="100000">
                                          <p:val>
                                            <p:strVal val="#ppt_x"/>
                                          </p:val>
                                        </p:tav>
                                      </p:tavLst>
                                    </p:anim>
                                    <p:anim calcmode="lin" valueType="num">
                                      <p:cBhvr>
                                        <p:cTn id="43" dur="500" fill="hold"/>
                                        <p:tgtEl>
                                          <p:spTgt spid="26">
                                            <p:txEl>
                                              <p:pRg st="0" end="0"/>
                                            </p:txEl>
                                          </p:spTgt>
                                        </p:tgtEl>
                                        <p:attrNameLst>
                                          <p:attrName>ppt_y</p:attrName>
                                        </p:attrNameLst>
                                      </p:cBhvr>
                                      <p:tavLst>
                                        <p:tav tm="0">
                                          <p:val>
                                            <p:strVal val="#ppt_y+.1"/>
                                          </p:val>
                                        </p:tav>
                                        <p:tav tm="100000">
                                          <p:val>
                                            <p:strVal val="#ppt_y"/>
                                          </p:val>
                                        </p:tav>
                                      </p:tavLst>
                                    </p:anim>
                                  </p:childTnLst>
                                </p:cTn>
                              </p:par>
                            </p:childTnLst>
                          </p:cTn>
                        </p:par>
                        <p:par>
                          <p:cTn id="44" fill="hold">
                            <p:stCondLst>
                              <p:cond delay="4000"/>
                            </p:stCondLst>
                            <p:childTnLst>
                              <p:par>
                                <p:cTn id="45" presetID="10" presetClass="entr" presetSubtype="0" fill="hold" grpId="0" nodeType="afterEffect">
                                  <p:stCondLst>
                                    <p:cond delay="0"/>
                                  </p:stCondLst>
                                  <p:childTnLst>
                                    <p:set>
                                      <p:cBhvr>
                                        <p:cTn id="46" dur="1" fill="hold">
                                          <p:stCondLst>
                                            <p:cond delay="0"/>
                                          </p:stCondLst>
                                        </p:cTn>
                                        <p:tgtEl>
                                          <p:spTgt spid="19"/>
                                        </p:tgtEl>
                                        <p:attrNameLst>
                                          <p:attrName>style.visibility</p:attrName>
                                        </p:attrNameLst>
                                      </p:cBhvr>
                                      <p:to>
                                        <p:strVal val="visible"/>
                                      </p:to>
                                    </p:set>
                                    <p:animEffect transition="in" filter="fade">
                                      <p:cBhvr>
                                        <p:cTn id="47" dur="500"/>
                                        <p:tgtEl>
                                          <p:spTgt spid="19"/>
                                        </p:tgtEl>
                                      </p:cBhvr>
                                    </p:animEffect>
                                  </p:childTnLst>
                                </p:cTn>
                              </p:par>
                            </p:childTnLst>
                          </p:cTn>
                        </p:par>
                        <p:par>
                          <p:cTn id="48" fill="hold">
                            <p:stCondLst>
                              <p:cond delay="4500"/>
                            </p:stCondLst>
                            <p:childTnLst>
                              <p:par>
                                <p:cTn id="49" presetID="10" presetClass="entr" presetSubtype="0" fill="hold" grpId="0" nodeType="afterEffect">
                                  <p:stCondLst>
                                    <p:cond delay="0"/>
                                  </p:stCondLst>
                                  <p:childTnLst>
                                    <p:set>
                                      <p:cBhvr>
                                        <p:cTn id="50" dur="1" fill="hold">
                                          <p:stCondLst>
                                            <p:cond delay="0"/>
                                          </p:stCondLst>
                                        </p:cTn>
                                        <p:tgtEl>
                                          <p:spTgt spid="20"/>
                                        </p:tgtEl>
                                        <p:attrNameLst>
                                          <p:attrName>style.visibility</p:attrName>
                                        </p:attrNameLst>
                                      </p:cBhvr>
                                      <p:to>
                                        <p:strVal val="visible"/>
                                      </p:to>
                                    </p:set>
                                    <p:animEffect transition="in" filter="fade">
                                      <p:cBhvr>
                                        <p:cTn id="51" dur="500"/>
                                        <p:tgtEl>
                                          <p:spTgt spid="20"/>
                                        </p:tgtEl>
                                      </p:cBhvr>
                                    </p:animEffect>
                                  </p:childTnLst>
                                </p:cTn>
                              </p:par>
                            </p:childTnLst>
                          </p:cTn>
                        </p:par>
                        <p:par>
                          <p:cTn id="52" fill="hold">
                            <p:stCondLst>
                              <p:cond delay="5000"/>
                            </p:stCondLst>
                            <p:childTnLst>
                              <p:par>
                                <p:cTn id="53" presetID="53" presetClass="entr" presetSubtype="16" fill="hold" grpId="0" nodeType="afterEffect">
                                  <p:stCondLst>
                                    <p:cond delay="0"/>
                                  </p:stCondLst>
                                  <p:childTnLst>
                                    <p:set>
                                      <p:cBhvr>
                                        <p:cTn id="54" dur="1" fill="hold">
                                          <p:stCondLst>
                                            <p:cond delay="0"/>
                                          </p:stCondLst>
                                        </p:cTn>
                                        <p:tgtEl>
                                          <p:spTgt spid="21"/>
                                        </p:tgtEl>
                                        <p:attrNameLst>
                                          <p:attrName>style.visibility</p:attrName>
                                        </p:attrNameLst>
                                      </p:cBhvr>
                                      <p:to>
                                        <p:strVal val="visible"/>
                                      </p:to>
                                    </p:set>
                                    <p:anim calcmode="lin" valueType="num">
                                      <p:cBhvr>
                                        <p:cTn id="55" dur="500" fill="hold"/>
                                        <p:tgtEl>
                                          <p:spTgt spid="21"/>
                                        </p:tgtEl>
                                        <p:attrNameLst>
                                          <p:attrName>ppt_w</p:attrName>
                                        </p:attrNameLst>
                                      </p:cBhvr>
                                      <p:tavLst>
                                        <p:tav tm="0">
                                          <p:val>
                                            <p:fltVal val="0"/>
                                          </p:val>
                                        </p:tav>
                                        <p:tav tm="100000">
                                          <p:val>
                                            <p:strVal val="#ppt_w"/>
                                          </p:val>
                                        </p:tav>
                                      </p:tavLst>
                                    </p:anim>
                                    <p:anim calcmode="lin" valueType="num">
                                      <p:cBhvr>
                                        <p:cTn id="56" dur="500" fill="hold"/>
                                        <p:tgtEl>
                                          <p:spTgt spid="21"/>
                                        </p:tgtEl>
                                        <p:attrNameLst>
                                          <p:attrName>ppt_h</p:attrName>
                                        </p:attrNameLst>
                                      </p:cBhvr>
                                      <p:tavLst>
                                        <p:tav tm="0">
                                          <p:val>
                                            <p:fltVal val="0"/>
                                          </p:val>
                                        </p:tav>
                                        <p:tav tm="100000">
                                          <p:val>
                                            <p:strVal val="#ppt_h"/>
                                          </p:val>
                                        </p:tav>
                                      </p:tavLst>
                                    </p:anim>
                                    <p:animEffect transition="in" filter="fade">
                                      <p:cBhvr>
                                        <p:cTn id="57" dur="500"/>
                                        <p:tgtEl>
                                          <p:spTgt spid="21"/>
                                        </p:tgtEl>
                                      </p:cBhvr>
                                    </p:animEffect>
                                  </p:childTnLst>
                                </p:cTn>
                              </p:par>
                            </p:childTnLst>
                          </p:cTn>
                        </p:par>
                        <p:par>
                          <p:cTn id="58" fill="hold">
                            <p:stCondLst>
                              <p:cond delay="5500"/>
                            </p:stCondLst>
                            <p:childTnLst>
                              <p:par>
                                <p:cTn id="59" presetID="53" presetClass="entr" presetSubtype="16" fill="hold" grpId="0" nodeType="afterEffect" nodePh="1">
                                  <p:stCondLst>
                                    <p:cond delay="0"/>
                                  </p:stCondLst>
                                  <p:endCondLst>
                                    <p:cond evt="begin" delay="0">
                                      <p:tn val="59"/>
                                    </p:cond>
                                  </p:endCondLst>
                                  <p:childTnLst>
                                    <p:set>
                                      <p:cBhvr>
                                        <p:cTn id="60" dur="1" fill="hold">
                                          <p:stCondLst>
                                            <p:cond delay="0"/>
                                          </p:stCondLst>
                                        </p:cTn>
                                        <p:tgtEl>
                                          <p:spTgt spid="28">
                                            <p:txEl>
                                              <p:pRg st="0" end="0"/>
                                            </p:txEl>
                                          </p:spTgt>
                                        </p:tgtEl>
                                        <p:attrNameLst>
                                          <p:attrName>style.visibility</p:attrName>
                                        </p:attrNameLst>
                                      </p:cBhvr>
                                      <p:to>
                                        <p:strVal val="visible"/>
                                      </p:to>
                                    </p:set>
                                    <p:anim calcmode="lin" valueType="num">
                                      <p:cBhvr>
                                        <p:cTn id="61" dur="500" fill="hold"/>
                                        <p:tgtEl>
                                          <p:spTgt spid="28">
                                            <p:txEl>
                                              <p:pRg st="0" end="0"/>
                                            </p:txEl>
                                          </p:spTgt>
                                        </p:tgtEl>
                                        <p:attrNameLst>
                                          <p:attrName>ppt_w</p:attrName>
                                        </p:attrNameLst>
                                      </p:cBhvr>
                                      <p:tavLst>
                                        <p:tav tm="0">
                                          <p:val>
                                            <p:fltVal val="0"/>
                                          </p:val>
                                        </p:tav>
                                        <p:tav tm="100000">
                                          <p:val>
                                            <p:strVal val="#ppt_w"/>
                                          </p:val>
                                        </p:tav>
                                      </p:tavLst>
                                    </p:anim>
                                    <p:anim calcmode="lin" valueType="num">
                                      <p:cBhvr>
                                        <p:cTn id="62" dur="500" fill="hold"/>
                                        <p:tgtEl>
                                          <p:spTgt spid="28">
                                            <p:txEl>
                                              <p:pRg st="0" end="0"/>
                                            </p:txEl>
                                          </p:spTgt>
                                        </p:tgtEl>
                                        <p:attrNameLst>
                                          <p:attrName>ppt_h</p:attrName>
                                        </p:attrNameLst>
                                      </p:cBhvr>
                                      <p:tavLst>
                                        <p:tav tm="0">
                                          <p:val>
                                            <p:fltVal val="0"/>
                                          </p:val>
                                        </p:tav>
                                        <p:tav tm="100000">
                                          <p:val>
                                            <p:strVal val="#ppt_h"/>
                                          </p:val>
                                        </p:tav>
                                      </p:tavLst>
                                    </p:anim>
                                    <p:animEffect transition="in" filter="fade">
                                      <p:cBhvr>
                                        <p:cTn id="63" dur="500"/>
                                        <p:tgtEl>
                                          <p:spTgt spid="28">
                                            <p:txEl>
                                              <p:pRg st="0" end="0"/>
                                            </p:txEl>
                                          </p:spTgt>
                                        </p:tgtEl>
                                      </p:cBhvr>
                                    </p:animEffect>
                                  </p:childTnLst>
                                </p:cTn>
                              </p:par>
                            </p:childTnLst>
                          </p:cTn>
                        </p:par>
                        <p:par>
                          <p:cTn id="64" fill="hold">
                            <p:stCondLst>
                              <p:cond delay="6000"/>
                            </p:stCondLst>
                            <p:childTnLst>
                              <p:par>
                                <p:cTn id="65" presetID="42" presetClass="entr" presetSubtype="0" fill="hold" grpId="0" nodeType="afterEffect" nodePh="1">
                                  <p:stCondLst>
                                    <p:cond delay="0"/>
                                  </p:stCondLst>
                                  <p:endCondLst>
                                    <p:cond evt="begin" delay="0">
                                      <p:tn val="65"/>
                                    </p:cond>
                                  </p:endCondLst>
                                  <p:childTnLst>
                                    <p:set>
                                      <p:cBhvr>
                                        <p:cTn id="66" dur="1" fill="hold">
                                          <p:stCondLst>
                                            <p:cond delay="0"/>
                                          </p:stCondLst>
                                        </p:cTn>
                                        <p:tgtEl>
                                          <p:spTgt spid="29">
                                            <p:txEl>
                                              <p:pRg st="0" end="0"/>
                                            </p:txEl>
                                          </p:spTgt>
                                        </p:tgtEl>
                                        <p:attrNameLst>
                                          <p:attrName>style.visibility</p:attrName>
                                        </p:attrNameLst>
                                      </p:cBhvr>
                                      <p:to>
                                        <p:strVal val="visible"/>
                                      </p:to>
                                    </p:set>
                                    <p:animEffect transition="in" filter="fade">
                                      <p:cBhvr>
                                        <p:cTn id="67" dur="500"/>
                                        <p:tgtEl>
                                          <p:spTgt spid="29">
                                            <p:txEl>
                                              <p:pRg st="0" end="0"/>
                                            </p:txEl>
                                          </p:spTgt>
                                        </p:tgtEl>
                                      </p:cBhvr>
                                    </p:animEffect>
                                    <p:anim calcmode="lin" valueType="num">
                                      <p:cBhvr>
                                        <p:cTn id="68" dur="500" fill="hold"/>
                                        <p:tgtEl>
                                          <p:spTgt spid="29">
                                            <p:txEl>
                                              <p:pRg st="0" end="0"/>
                                            </p:txEl>
                                          </p:spTgt>
                                        </p:tgtEl>
                                        <p:attrNameLst>
                                          <p:attrName>ppt_x</p:attrName>
                                        </p:attrNameLst>
                                      </p:cBhvr>
                                      <p:tavLst>
                                        <p:tav tm="0">
                                          <p:val>
                                            <p:strVal val="#ppt_x"/>
                                          </p:val>
                                        </p:tav>
                                        <p:tav tm="100000">
                                          <p:val>
                                            <p:strVal val="#ppt_x"/>
                                          </p:val>
                                        </p:tav>
                                      </p:tavLst>
                                    </p:anim>
                                    <p:anim calcmode="lin" valueType="num">
                                      <p:cBhvr>
                                        <p:cTn id="69" dur="500" fill="hold"/>
                                        <p:tgtEl>
                                          <p:spTgt spid="29">
                                            <p:txEl>
                                              <p:pRg st="0" end="0"/>
                                            </p:txEl>
                                          </p:spTgt>
                                        </p:tgtEl>
                                        <p:attrNameLst>
                                          <p:attrName>ppt_y</p:attrName>
                                        </p:attrNameLst>
                                      </p:cBhvr>
                                      <p:tavLst>
                                        <p:tav tm="0">
                                          <p:val>
                                            <p:strVal val="#ppt_y+.1"/>
                                          </p:val>
                                        </p:tav>
                                        <p:tav tm="100000">
                                          <p:val>
                                            <p:strVal val="#ppt_y"/>
                                          </p:val>
                                        </p:tav>
                                      </p:tavLst>
                                    </p:anim>
                                  </p:childTnLst>
                                </p:cTn>
                              </p:par>
                            </p:childTnLst>
                          </p:cTn>
                        </p:par>
                        <p:par>
                          <p:cTn id="70" fill="hold">
                            <p:stCondLst>
                              <p:cond delay="6500"/>
                            </p:stCondLst>
                            <p:childTnLst>
                              <p:par>
                                <p:cTn id="71" presetID="10" presetClass="entr" presetSubtype="0" fill="hold" grpId="0" nodeType="afterEffect">
                                  <p:stCondLst>
                                    <p:cond delay="0"/>
                                  </p:stCondLst>
                                  <p:childTnLst>
                                    <p:set>
                                      <p:cBhvr>
                                        <p:cTn id="72" dur="1" fill="hold">
                                          <p:stCondLst>
                                            <p:cond delay="0"/>
                                          </p:stCondLst>
                                        </p:cTn>
                                        <p:tgtEl>
                                          <p:spTgt spid="22"/>
                                        </p:tgtEl>
                                        <p:attrNameLst>
                                          <p:attrName>style.visibility</p:attrName>
                                        </p:attrNameLst>
                                      </p:cBhvr>
                                      <p:to>
                                        <p:strVal val="visible"/>
                                      </p:to>
                                    </p:set>
                                    <p:animEffect transition="in" filter="fade">
                                      <p:cBhvr>
                                        <p:cTn id="73" dur="500"/>
                                        <p:tgtEl>
                                          <p:spTgt spid="22"/>
                                        </p:tgtEl>
                                      </p:cBhvr>
                                    </p:animEffect>
                                  </p:childTnLst>
                                </p:cTn>
                              </p:par>
                            </p:childTnLst>
                          </p:cTn>
                        </p:par>
                        <p:par>
                          <p:cTn id="74" fill="hold">
                            <p:stCondLst>
                              <p:cond delay="7000"/>
                            </p:stCondLst>
                            <p:childTnLst>
                              <p:par>
                                <p:cTn id="75" presetID="10" presetClass="entr" presetSubtype="0" fill="hold" grpId="0" nodeType="afterEffect">
                                  <p:stCondLst>
                                    <p:cond delay="0"/>
                                  </p:stCondLst>
                                  <p:childTnLst>
                                    <p:set>
                                      <p:cBhvr>
                                        <p:cTn id="76" dur="1" fill="hold">
                                          <p:stCondLst>
                                            <p:cond delay="0"/>
                                          </p:stCondLst>
                                        </p:cTn>
                                        <p:tgtEl>
                                          <p:spTgt spid="23"/>
                                        </p:tgtEl>
                                        <p:attrNameLst>
                                          <p:attrName>style.visibility</p:attrName>
                                        </p:attrNameLst>
                                      </p:cBhvr>
                                      <p:to>
                                        <p:strVal val="visible"/>
                                      </p:to>
                                    </p:set>
                                    <p:animEffect transition="in" filter="fade">
                                      <p:cBhvr>
                                        <p:cTn id="77" dur="500"/>
                                        <p:tgtEl>
                                          <p:spTgt spid="23"/>
                                        </p:tgtEl>
                                      </p:cBhvr>
                                    </p:animEffect>
                                  </p:childTnLst>
                                </p:cTn>
                              </p:par>
                            </p:childTnLst>
                          </p:cTn>
                        </p:par>
                        <p:par>
                          <p:cTn id="78" fill="hold">
                            <p:stCondLst>
                              <p:cond delay="7500"/>
                            </p:stCondLst>
                            <p:childTnLst>
                              <p:par>
                                <p:cTn id="79" presetID="53" presetClass="entr" presetSubtype="16" fill="hold" grpId="0" nodeType="afterEffect">
                                  <p:stCondLst>
                                    <p:cond delay="0"/>
                                  </p:stCondLst>
                                  <p:childTnLst>
                                    <p:set>
                                      <p:cBhvr>
                                        <p:cTn id="80" dur="1" fill="hold">
                                          <p:stCondLst>
                                            <p:cond delay="0"/>
                                          </p:stCondLst>
                                        </p:cTn>
                                        <p:tgtEl>
                                          <p:spTgt spid="24"/>
                                        </p:tgtEl>
                                        <p:attrNameLst>
                                          <p:attrName>style.visibility</p:attrName>
                                        </p:attrNameLst>
                                      </p:cBhvr>
                                      <p:to>
                                        <p:strVal val="visible"/>
                                      </p:to>
                                    </p:set>
                                    <p:anim calcmode="lin" valueType="num">
                                      <p:cBhvr>
                                        <p:cTn id="81" dur="500" fill="hold"/>
                                        <p:tgtEl>
                                          <p:spTgt spid="24"/>
                                        </p:tgtEl>
                                        <p:attrNameLst>
                                          <p:attrName>ppt_w</p:attrName>
                                        </p:attrNameLst>
                                      </p:cBhvr>
                                      <p:tavLst>
                                        <p:tav tm="0">
                                          <p:val>
                                            <p:fltVal val="0"/>
                                          </p:val>
                                        </p:tav>
                                        <p:tav tm="100000">
                                          <p:val>
                                            <p:strVal val="#ppt_w"/>
                                          </p:val>
                                        </p:tav>
                                      </p:tavLst>
                                    </p:anim>
                                    <p:anim calcmode="lin" valueType="num">
                                      <p:cBhvr>
                                        <p:cTn id="82" dur="500" fill="hold"/>
                                        <p:tgtEl>
                                          <p:spTgt spid="24"/>
                                        </p:tgtEl>
                                        <p:attrNameLst>
                                          <p:attrName>ppt_h</p:attrName>
                                        </p:attrNameLst>
                                      </p:cBhvr>
                                      <p:tavLst>
                                        <p:tav tm="0">
                                          <p:val>
                                            <p:fltVal val="0"/>
                                          </p:val>
                                        </p:tav>
                                        <p:tav tm="100000">
                                          <p:val>
                                            <p:strVal val="#ppt_h"/>
                                          </p:val>
                                        </p:tav>
                                      </p:tavLst>
                                    </p:anim>
                                    <p:animEffect transition="in" filter="fade">
                                      <p:cBhvr>
                                        <p:cTn id="83" dur="500"/>
                                        <p:tgtEl>
                                          <p:spTgt spid="24"/>
                                        </p:tgtEl>
                                      </p:cBhvr>
                                    </p:animEffect>
                                  </p:childTnLst>
                                </p:cTn>
                              </p:par>
                            </p:childTnLst>
                          </p:cTn>
                        </p:par>
                        <p:par>
                          <p:cTn id="84" fill="hold">
                            <p:stCondLst>
                              <p:cond delay="8000"/>
                            </p:stCondLst>
                            <p:childTnLst>
                              <p:par>
                                <p:cTn id="85" presetID="53" presetClass="entr" presetSubtype="16" fill="hold" grpId="0" nodeType="afterEffect" nodePh="1">
                                  <p:stCondLst>
                                    <p:cond delay="0"/>
                                  </p:stCondLst>
                                  <p:endCondLst>
                                    <p:cond evt="begin" delay="0">
                                      <p:tn val="85"/>
                                    </p:cond>
                                  </p:endCondLst>
                                  <p:childTnLst>
                                    <p:set>
                                      <p:cBhvr>
                                        <p:cTn id="86" dur="1" fill="hold">
                                          <p:stCondLst>
                                            <p:cond delay="0"/>
                                          </p:stCondLst>
                                        </p:cTn>
                                        <p:tgtEl>
                                          <p:spTgt spid="30">
                                            <p:txEl>
                                              <p:pRg st="0" end="0"/>
                                            </p:txEl>
                                          </p:spTgt>
                                        </p:tgtEl>
                                        <p:attrNameLst>
                                          <p:attrName>style.visibility</p:attrName>
                                        </p:attrNameLst>
                                      </p:cBhvr>
                                      <p:to>
                                        <p:strVal val="visible"/>
                                      </p:to>
                                    </p:set>
                                    <p:anim calcmode="lin" valueType="num">
                                      <p:cBhvr>
                                        <p:cTn id="87" dur="500" fill="hold"/>
                                        <p:tgtEl>
                                          <p:spTgt spid="30">
                                            <p:txEl>
                                              <p:pRg st="0" end="0"/>
                                            </p:txEl>
                                          </p:spTgt>
                                        </p:tgtEl>
                                        <p:attrNameLst>
                                          <p:attrName>ppt_w</p:attrName>
                                        </p:attrNameLst>
                                      </p:cBhvr>
                                      <p:tavLst>
                                        <p:tav tm="0">
                                          <p:val>
                                            <p:fltVal val="0"/>
                                          </p:val>
                                        </p:tav>
                                        <p:tav tm="100000">
                                          <p:val>
                                            <p:strVal val="#ppt_w"/>
                                          </p:val>
                                        </p:tav>
                                      </p:tavLst>
                                    </p:anim>
                                    <p:anim calcmode="lin" valueType="num">
                                      <p:cBhvr>
                                        <p:cTn id="88" dur="500" fill="hold"/>
                                        <p:tgtEl>
                                          <p:spTgt spid="30">
                                            <p:txEl>
                                              <p:pRg st="0" end="0"/>
                                            </p:txEl>
                                          </p:spTgt>
                                        </p:tgtEl>
                                        <p:attrNameLst>
                                          <p:attrName>ppt_h</p:attrName>
                                        </p:attrNameLst>
                                      </p:cBhvr>
                                      <p:tavLst>
                                        <p:tav tm="0">
                                          <p:val>
                                            <p:fltVal val="0"/>
                                          </p:val>
                                        </p:tav>
                                        <p:tav tm="100000">
                                          <p:val>
                                            <p:strVal val="#ppt_h"/>
                                          </p:val>
                                        </p:tav>
                                      </p:tavLst>
                                    </p:anim>
                                    <p:animEffect transition="in" filter="fade">
                                      <p:cBhvr>
                                        <p:cTn id="89" dur="500"/>
                                        <p:tgtEl>
                                          <p:spTgt spid="30">
                                            <p:txEl>
                                              <p:pRg st="0" end="0"/>
                                            </p:txEl>
                                          </p:spTgt>
                                        </p:tgtEl>
                                      </p:cBhvr>
                                    </p:animEffect>
                                  </p:childTnLst>
                                </p:cTn>
                              </p:par>
                            </p:childTnLst>
                          </p:cTn>
                        </p:par>
                        <p:par>
                          <p:cTn id="90" fill="hold">
                            <p:stCondLst>
                              <p:cond delay="8500"/>
                            </p:stCondLst>
                            <p:childTnLst>
                              <p:par>
                                <p:cTn id="91" presetID="42" presetClass="entr" presetSubtype="0" fill="hold" grpId="0" nodeType="afterEffect" nodePh="1">
                                  <p:stCondLst>
                                    <p:cond delay="0"/>
                                  </p:stCondLst>
                                  <p:endCondLst>
                                    <p:cond evt="begin" delay="0">
                                      <p:tn val="91"/>
                                    </p:cond>
                                  </p:endCondLst>
                                  <p:childTnLst>
                                    <p:set>
                                      <p:cBhvr>
                                        <p:cTn id="92" dur="1" fill="hold">
                                          <p:stCondLst>
                                            <p:cond delay="0"/>
                                          </p:stCondLst>
                                        </p:cTn>
                                        <p:tgtEl>
                                          <p:spTgt spid="31">
                                            <p:txEl>
                                              <p:pRg st="0" end="0"/>
                                            </p:txEl>
                                          </p:spTgt>
                                        </p:tgtEl>
                                        <p:attrNameLst>
                                          <p:attrName>style.visibility</p:attrName>
                                        </p:attrNameLst>
                                      </p:cBhvr>
                                      <p:to>
                                        <p:strVal val="visible"/>
                                      </p:to>
                                    </p:set>
                                    <p:animEffect transition="in" filter="fade">
                                      <p:cBhvr>
                                        <p:cTn id="93" dur="500"/>
                                        <p:tgtEl>
                                          <p:spTgt spid="31">
                                            <p:txEl>
                                              <p:pRg st="0" end="0"/>
                                            </p:txEl>
                                          </p:spTgt>
                                        </p:tgtEl>
                                      </p:cBhvr>
                                    </p:animEffect>
                                    <p:anim calcmode="lin" valueType="num">
                                      <p:cBhvr>
                                        <p:cTn id="94" dur="500" fill="hold"/>
                                        <p:tgtEl>
                                          <p:spTgt spid="31">
                                            <p:txEl>
                                              <p:pRg st="0" end="0"/>
                                            </p:txEl>
                                          </p:spTgt>
                                        </p:tgtEl>
                                        <p:attrNameLst>
                                          <p:attrName>ppt_x</p:attrName>
                                        </p:attrNameLst>
                                      </p:cBhvr>
                                      <p:tavLst>
                                        <p:tav tm="0">
                                          <p:val>
                                            <p:strVal val="#ppt_x"/>
                                          </p:val>
                                        </p:tav>
                                        <p:tav tm="100000">
                                          <p:val>
                                            <p:strVal val="#ppt_x"/>
                                          </p:val>
                                        </p:tav>
                                      </p:tavLst>
                                    </p:anim>
                                    <p:anim calcmode="lin" valueType="num">
                                      <p:cBhvr>
                                        <p:cTn id="95" dur="500" fill="hold"/>
                                        <p:tgtEl>
                                          <p:spTgt spid="31">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6" grpId="0" animBg="1"/>
      <p:bldP spid="9" grpId="0" animBg="1"/>
      <p:bldP spid="18" grpId="0" animBg="1"/>
      <p:bldP spid="19" grpId="0" animBg="1"/>
      <p:bldP spid="20" grpId="0" animBg="1"/>
      <p:bldP spid="21" grpId="0" animBg="1"/>
      <p:bldP spid="22" grpId="0" animBg="1"/>
      <p:bldP spid="23" grpId="0" animBg="1"/>
      <p:bldP spid="24" grpId="0" animBg="1"/>
      <p:bldP spid="25"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5"/>
                        </p:tgtEl>
                        <p:attrNameLst>
                          <p:attrName>style.visibility</p:attrName>
                        </p:attrNameLst>
                      </p:cBhvr>
                      <p:to>
                        <p:strVal val="visible"/>
                      </p:to>
                    </p:set>
                    <p:anim calcmode="lin" valueType="num">
                      <p:cBhvr>
                        <p:cTn dur="500" fill="hold"/>
                        <p:tgtEl>
                          <p:spTgt spid="25"/>
                        </p:tgtEl>
                        <p:attrNameLst>
                          <p:attrName>ppt_w</p:attrName>
                        </p:attrNameLst>
                      </p:cBhvr>
                      <p:tavLst>
                        <p:tav tm="0">
                          <p:val>
                            <p:fltVal val="0"/>
                          </p:val>
                        </p:tav>
                        <p:tav tm="100000">
                          <p:val>
                            <p:strVal val="#ppt_w"/>
                          </p:val>
                        </p:tav>
                      </p:tavLst>
                    </p:anim>
                    <p:anim calcmode="lin" valueType="num">
                      <p:cBhvr>
                        <p:cTn dur="500" fill="hold"/>
                        <p:tgtEl>
                          <p:spTgt spid="25"/>
                        </p:tgtEl>
                        <p:attrNameLst>
                          <p:attrName>ppt_h</p:attrName>
                        </p:attrNameLst>
                      </p:cBhvr>
                      <p:tavLst>
                        <p:tav tm="0">
                          <p:val>
                            <p:fltVal val="0"/>
                          </p:val>
                        </p:tav>
                        <p:tav tm="100000">
                          <p:val>
                            <p:strVal val="#ppt_h"/>
                          </p:val>
                        </p:tav>
                      </p:tavLst>
                    </p:anim>
                    <p:animEffect transition="in" filter="fade">
                      <p:cBhvr>
                        <p:cTn dur="500"/>
                        <p:tgtEl>
                          <p:spTgt spid="25"/>
                        </p:tgtEl>
                      </p:cBhvr>
                    </p:animEffect>
                  </p:childTnLst>
                </p:cTn>
              </p:par>
            </p:tnLst>
          </p:tmpl>
        </p:tmplLst>
      </p:bldP>
      <p:bldP spid="26"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6"/>
                        </p:tgtEl>
                        <p:attrNameLst>
                          <p:attrName>style.visibility</p:attrName>
                        </p:attrNameLst>
                      </p:cBhvr>
                      <p:to>
                        <p:strVal val="visible"/>
                      </p:to>
                    </p:set>
                    <p:animEffect transition="in" filter="fade">
                      <p:cBhvr>
                        <p:cTn dur="500"/>
                        <p:tgtEl>
                          <p:spTgt spid="26"/>
                        </p:tgtEl>
                      </p:cBhvr>
                    </p:animEffect>
                    <p:anim calcmode="lin" valueType="num">
                      <p:cBhvr>
                        <p:cTn dur="500" fill="hold"/>
                        <p:tgtEl>
                          <p:spTgt spid="26"/>
                        </p:tgtEl>
                        <p:attrNameLst>
                          <p:attrName>ppt_x</p:attrName>
                        </p:attrNameLst>
                      </p:cBhvr>
                      <p:tavLst>
                        <p:tav tm="0">
                          <p:val>
                            <p:strVal val="#ppt_x"/>
                          </p:val>
                        </p:tav>
                        <p:tav tm="100000">
                          <p:val>
                            <p:strVal val="#ppt_x"/>
                          </p:val>
                        </p:tav>
                      </p:tavLst>
                    </p:anim>
                    <p:anim calcmode="lin" valueType="num">
                      <p:cBhvr>
                        <p:cTn dur="500" fill="hold"/>
                        <p:tgtEl>
                          <p:spTgt spid="26"/>
                        </p:tgtEl>
                        <p:attrNameLst>
                          <p:attrName>ppt_y</p:attrName>
                        </p:attrNameLst>
                      </p:cBhvr>
                      <p:tavLst>
                        <p:tav tm="0">
                          <p:val>
                            <p:strVal val="#ppt_y+.1"/>
                          </p:val>
                        </p:tav>
                        <p:tav tm="100000">
                          <p:val>
                            <p:strVal val="#ppt_y"/>
                          </p:val>
                        </p:tav>
                      </p:tavLst>
                    </p:anim>
                  </p:childTnLst>
                </p:cTn>
              </p:par>
            </p:tnLst>
          </p:tmpl>
        </p:tmplLst>
      </p:bldP>
      <p:bldP spid="28"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8"/>
                        </p:tgtEl>
                        <p:attrNameLst>
                          <p:attrName>style.visibility</p:attrName>
                        </p:attrNameLst>
                      </p:cBhvr>
                      <p:to>
                        <p:strVal val="visible"/>
                      </p:to>
                    </p:set>
                    <p:anim calcmode="lin" valueType="num">
                      <p:cBhvr>
                        <p:cTn dur="500" fill="hold"/>
                        <p:tgtEl>
                          <p:spTgt spid="28"/>
                        </p:tgtEl>
                        <p:attrNameLst>
                          <p:attrName>ppt_w</p:attrName>
                        </p:attrNameLst>
                      </p:cBhvr>
                      <p:tavLst>
                        <p:tav tm="0">
                          <p:val>
                            <p:fltVal val="0"/>
                          </p:val>
                        </p:tav>
                        <p:tav tm="100000">
                          <p:val>
                            <p:strVal val="#ppt_w"/>
                          </p:val>
                        </p:tav>
                      </p:tavLst>
                    </p:anim>
                    <p:anim calcmode="lin" valueType="num">
                      <p:cBhvr>
                        <p:cTn dur="500" fill="hold"/>
                        <p:tgtEl>
                          <p:spTgt spid="28"/>
                        </p:tgtEl>
                        <p:attrNameLst>
                          <p:attrName>ppt_h</p:attrName>
                        </p:attrNameLst>
                      </p:cBhvr>
                      <p:tavLst>
                        <p:tav tm="0">
                          <p:val>
                            <p:fltVal val="0"/>
                          </p:val>
                        </p:tav>
                        <p:tav tm="100000">
                          <p:val>
                            <p:strVal val="#ppt_h"/>
                          </p:val>
                        </p:tav>
                      </p:tavLst>
                    </p:anim>
                    <p:animEffect transition="in" filter="fade">
                      <p:cBhvr>
                        <p:cTn dur="500"/>
                        <p:tgtEl>
                          <p:spTgt spid="28"/>
                        </p:tgtEl>
                      </p:cBhvr>
                    </p:animEffect>
                  </p:childTnLst>
                </p:cTn>
              </p:par>
            </p:tnLst>
          </p:tmpl>
        </p:tmplLst>
      </p:bldP>
      <p:bldP spid="29"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9"/>
                        </p:tgtEl>
                        <p:attrNameLst>
                          <p:attrName>style.visibility</p:attrName>
                        </p:attrNameLst>
                      </p:cBhvr>
                      <p:to>
                        <p:strVal val="visible"/>
                      </p:to>
                    </p:set>
                    <p:animEffect transition="in" filter="fade">
                      <p:cBhvr>
                        <p:cTn dur="500"/>
                        <p:tgtEl>
                          <p:spTgt spid="29"/>
                        </p:tgtEl>
                      </p:cBhvr>
                    </p:animEffect>
                    <p:anim calcmode="lin" valueType="num">
                      <p:cBhvr>
                        <p:cTn dur="500" fill="hold"/>
                        <p:tgtEl>
                          <p:spTgt spid="29"/>
                        </p:tgtEl>
                        <p:attrNameLst>
                          <p:attrName>ppt_x</p:attrName>
                        </p:attrNameLst>
                      </p:cBhvr>
                      <p:tavLst>
                        <p:tav tm="0">
                          <p:val>
                            <p:strVal val="#ppt_x"/>
                          </p:val>
                        </p:tav>
                        <p:tav tm="100000">
                          <p:val>
                            <p:strVal val="#ppt_x"/>
                          </p:val>
                        </p:tav>
                      </p:tavLst>
                    </p:anim>
                    <p:anim calcmode="lin" valueType="num">
                      <p:cBhvr>
                        <p:cTn dur="500" fill="hold"/>
                        <p:tgtEl>
                          <p:spTgt spid="29"/>
                        </p:tgtEl>
                        <p:attrNameLst>
                          <p:attrName>ppt_y</p:attrName>
                        </p:attrNameLst>
                      </p:cBhvr>
                      <p:tavLst>
                        <p:tav tm="0">
                          <p:val>
                            <p:strVal val="#ppt_y+.1"/>
                          </p:val>
                        </p:tav>
                        <p:tav tm="100000">
                          <p:val>
                            <p:strVal val="#ppt_y"/>
                          </p:val>
                        </p:tav>
                      </p:tavLst>
                    </p:anim>
                  </p:childTnLst>
                </p:cTn>
              </p:par>
            </p:tnLst>
          </p:tmpl>
        </p:tmplLst>
      </p:bldP>
      <p:bldP spid="30"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30"/>
                        </p:tgtEl>
                        <p:attrNameLst>
                          <p:attrName>style.visibility</p:attrName>
                        </p:attrNameLst>
                      </p:cBhvr>
                      <p:to>
                        <p:strVal val="visible"/>
                      </p:to>
                    </p:set>
                    <p:anim calcmode="lin" valueType="num">
                      <p:cBhvr>
                        <p:cTn dur="500" fill="hold"/>
                        <p:tgtEl>
                          <p:spTgt spid="30"/>
                        </p:tgtEl>
                        <p:attrNameLst>
                          <p:attrName>ppt_w</p:attrName>
                        </p:attrNameLst>
                      </p:cBhvr>
                      <p:tavLst>
                        <p:tav tm="0">
                          <p:val>
                            <p:fltVal val="0"/>
                          </p:val>
                        </p:tav>
                        <p:tav tm="100000">
                          <p:val>
                            <p:strVal val="#ppt_w"/>
                          </p:val>
                        </p:tav>
                      </p:tavLst>
                    </p:anim>
                    <p:anim calcmode="lin" valueType="num">
                      <p:cBhvr>
                        <p:cTn dur="500" fill="hold"/>
                        <p:tgtEl>
                          <p:spTgt spid="30"/>
                        </p:tgtEl>
                        <p:attrNameLst>
                          <p:attrName>ppt_h</p:attrName>
                        </p:attrNameLst>
                      </p:cBhvr>
                      <p:tavLst>
                        <p:tav tm="0">
                          <p:val>
                            <p:fltVal val="0"/>
                          </p:val>
                        </p:tav>
                        <p:tav tm="100000">
                          <p:val>
                            <p:strVal val="#ppt_h"/>
                          </p:val>
                        </p:tav>
                      </p:tavLst>
                    </p:anim>
                    <p:animEffect transition="in" filter="fade">
                      <p:cBhvr>
                        <p:cTn dur="500"/>
                        <p:tgtEl>
                          <p:spTgt spid="30"/>
                        </p:tgtEl>
                      </p:cBhvr>
                    </p:animEffect>
                  </p:childTnLst>
                </p:cTn>
              </p:par>
            </p:tnLst>
          </p:tmpl>
        </p:tmplLst>
      </p:bldP>
      <p:bldP spid="31"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31"/>
                        </p:tgtEl>
                        <p:attrNameLst>
                          <p:attrName>style.visibility</p:attrName>
                        </p:attrNameLst>
                      </p:cBhvr>
                      <p:to>
                        <p:strVal val="visible"/>
                      </p:to>
                    </p:set>
                    <p:animEffect transition="in" filter="fade">
                      <p:cBhvr>
                        <p:cTn dur="500"/>
                        <p:tgtEl>
                          <p:spTgt spid="31"/>
                        </p:tgtEl>
                      </p:cBhvr>
                    </p:animEffect>
                    <p:anim calcmode="lin" valueType="num">
                      <p:cBhvr>
                        <p:cTn dur="500" fill="hold"/>
                        <p:tgtEl>
                          <p:spTgt spid="31"/>
                        </p:tgtEl>
                        <p:attrNameLst>
                          <p:attrName>ppt_x</p:attrName>
                        </p:attrNameLst>
                      </p:cBhvr>
                      <p:tavLst>
                        <p:tav tm="0">
                          <p:val>
                            <p:strVal val="#ppt_x"/>
                          </p:val>
                        </p:tav>
                        <p:tav tm="100000">
                          <p:val>
                            <p:strVal val="#ppt_x"/>
                          </p:val>
                        </p:tav>
                      </p:tavLst>
                    </p:anim>
                    <p:anim calcmode="lin" valueType="num">
                      <p:cBhvr>
                        <p:cTn dur="500" fill="hold"/>
                        <p:tgtEl>
                          <p:spTgt spid="31"/>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628.xml><?xml version="1.0" encoding="utf-8"?>
<p:sldLayout xmlns:a="http://schemas.openxmlformats.org/drawingml/2006/main" xmlns:r="http://schemas.openxmlformats.org/officeDocument/2006/relationships" xmlns:p="http://schemas.openxmlformats.org/presentationml/2006/main" preserve="1" userDrawn="1">
  <p:cSld name="11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23" name="Freeform 22"/>
          <p:cNvSpPr/>
          <p:nvPr userDrawn="1"/>
        </p:nvSpPr>
        <p:spPr>
          <a:xfrm>
            <a:off x="713492" y="2456421"/>
            <a:ext cx="1964841" cy="1945159"/>
          </a:xfrm>
          <a:custGeom>
            <a:avLst/>
            <a:gdLst>
              <a:gd name="connsiteX0" fmla="*/ 1150436 w 1964841"/>
              <a:gd name="connsiteY0" fmla="*/ 0 h 1945159"/>
              <a:gd name="connsiteX1" fmla="*/ 1610594 w 1964841"/>
              <a:gd name="connsiteY1" fmla="*/ 305013 h 1945159"/>
              <a:gd name="connsiteX2" fmla="*/ 1633316 w 1964841"/>
              <a:gd name="connsiteY2" fmla="*/ 378214 h 1945159"/>
              <a:gd name="connsiteX3" fmla="*/ 1659828 w 1964841"/>
              <a:gd name="connsiteY3" fmla="*/ 386444 h 1945159"/>
              <a:gd name="connsiteX4" fmla="*/ 1964841 w 1964841"/>
              <a:gd name="connsiteY4" fmla="*/ 846601 h 1945159"/>
              <a:gd name="connsiteX5" fmla="*/ 1925596 w 1964841"/>
              <a:gd name="connsiteY5" fmla="*/ 1040991 h 1945159"/>
              <a:gd name="connsiteX6" fmla="*/ 1919536 w 1964841"/>
              <a:gd name="connsiteY6" fmla="*/ 1052155 h 1945159"/>
              <a:gd name="connsiteX7" fmla="*/ 1920944 w 1964841"/>
              <a:gd name="connsiteY7" fmla="*/ 1059512 h 1945159"/>
              <a:gd name="connsiteX8" fmla="*/ 1924956 w 1964841"/>
              <a:gd name="connsiteY8" fmla="*/ 1123118 h 1945159"/>
              <a:gd name="connsiteX9" fmla="*/ 1778684 w 1964841"/>
              <a:gd name="connsiteY9" fmla="*/ 1476249 h 1945159"/>
              <a:gd name="connsiteX10" fmla="*/ 1761362 w 1964841"/>
              <a:gd name="connsiteY10" fmla="*/ 1490542 h 1945159"/>
              <a:gd name="connsiteX11" fmla="*/ 1757309 w 1964841"/>
              <a:gd name="connsiteY11" fmla="*/ 1530745 h 1945159"/>
              <a:gd name="connsiteX12" fmla="*/ 1268052 w 1964841"/>
              <a:gd name="connsiteY12" fmla="*/ 1929501 h 1945159"/>
              <a:gd name="connsiteX13" fmla="*/ 1073662 w 1964841"/>
              <a:gd name="connsiteY13" fmla="*/ 1890256 h 1945159"/>
              <a:gd name="connsiteX14" fmla="*/ 1039885 w 1964841"/>
              <a:gd name="connsiteY14" fmla="*/ 1871923 h 1945159"/>
              <a:gd name="connsiteX15" fmla="*/ 998147 w 1964841"/>
              <a:gd name="connsiteY15" fmla="*/ 1895913 h 1945159"/>
              <a:gd name="connsiteX16" fmla="*/ 781635 w 1964841"/>
              <a:gd name="connsiteY16" fmla="*/ 1945159 h 1945159"/>
              <a:gd name="connsiteX17" fmla="*/ 321477 w 1964841"/>
              <a:gd name="connsiteY17" fmla="*/ 1640147 h 1945159"/>
              <a:gd name="connsiteX18" fmla="*/ 300660 w 1964841"/>
              <a:gd name="connsiteY18" fmla="*/ 1573084 h 1945159"/>
              <a:gd name="connsiteX19" fmla="*/ 220182 w 1964841"/>
              <a:gd name="connsiteY19" fmla="*/ 1529402 h 1945159"/>
              <a:gd name="connsiteX20" fmla="*/ 0 w 1964841"/>
              <a:gd name="connsiteY20" fmla="*/ 1115289 h 1945159"/>
              <a:gd name="connsiteX21" fmla="*/ 146272 w 1964841"/>
              <a:gd name="connsiteY21" fmla="*/ 762158 h 1945159"/>
              <a:gd name="connsiteX22" fmla="*/ 151038 w 1964841"/>
              <a:gd name="connsiteY22" fmla="*/ 758225 h 1945159"/>
              <a:gd name="connsiteX23" fmla="*/ 133236 w 1964841"/>
              <a:gd name="connsiteY23" fmla="*/ 700876 h 1945159"/>
              <a:gd name="connsiteX24" fmla="*/ 123090 w 1964841"/>
              <a:gd name="connsiteY24" fmla="*/ 600229 h 1945159"/>
              <a:gd name="connsiteX25" fmla="*/ 622493 w 1964841"/>
              <a:gd name="connsiteY25" fmla="*/ 100826 h 1945159"/>
              <a:gd name="connsiteX26" fmla="*/ 723140 w 1964841"/>
              <a:gd name="connsiteY26" fmla="*/ 110972 h 1945159"/>
              <a:gd name="connsiteX27" fmla="*/ 808117 w 1964841"/>
              <a:gd name="connsiteY27" fmla="*/ 137351 h 1945159"/>
              <a:gd name="connsiteX28" fmla="*/ 871215 w 1964841"/>
              <a:gd name="connsiteY28" fmla="*/ 85290 h 1945159"/>
              <a:gd name="connsiteX29" fmla="*/ 1150436 w 1964841"/>
              <a:gd name="connsiteY29" fmla="*/ 0 h 1945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964841" h="1945159">
                <a:moveTo>
                  <a:pt x="1150436" y="0"/>
                </a:moveTo>
                <a:cubicBezTo>
                  <a:pt x="1357296" y="0"/>
                  <a:pt x="1534780" y="125770"/>
                  <a:pt x="1610594" y="305013"/>
                </a:cubicBezTo>
                <a:lnTo>
                  <a:pt x="1633316" y="378214"/>
                </a:lnTo>
                <a:lnTo>
                  <a:pt x="1659828" y="386444"/>
                </a:lnTo>
                <a:cubicBezTo>
                  <a:pt x="1839072" y="462257"/>
                  <a:pt x="1964841" y="639741"/>
                  <a:pt x="1964841" y="846601"/>
                </a:cubicBezTo>
                <a:cubicBezTo>
                  <a:pt x="1964841" y="915554"/>
                  <a:pt x="1950867" y="981244"/>
                  <a:pt x="1925596" y="1040991"/>
                </a:cubicBezTo>
                <a:lnTo>
                  <a:pt x="1919536" y="1052155"/>
                </a:lnTo>
                <a:lnTo>
                  <a:pt x="1920944" y="1059512"/>
                </a:lnTo>
                <a:cubicBezTo>
                  <a:pt x="1923591" y="1080341"/>
                  <a:pt x="1924956" y="1101570"/>
                  <a:pt x="1924956" y="1123118"/>
                </a:cubicBezTo>
                <a:cubicBezTo>
                  <a:pt x="1924956" y="1261025"/>
                  <a:pt x="1869059" y="1385875"/>
                  <a:pt x="1778684" y="1476249"/>
                </a:cubicBezTo>
                <a:lnTo>
                  <a:pt x="1761362" y="1490542"/>
                </a:lnTo>
                <a:lnTo>
                  <a:pt x="1757309" y="1530745"/>
                </a:lnTo>
                <a:cubicBezTo>
                  <a:pt x="1710742" y="1758315"/>
                  <a:pt x="1509388" y="1929501"/>
                  <a:pt x="1268052" y="1929501"/>
                </a:cubicBezTo>
                <a:cubicBezTo>
                  <a:pt x="1199099" y="1929501"/>
                  <a:pt x="1133410" y="1915527"/>
                  <a:pt x="1073662" y="1890256"/>
                </a:cubicBezTo>
                <a:lnTo>
                  <a:pt x="1039885" y="1871923"/>
                </a:lnTo>
                <a:lnTo>
                  <a:pt x="998147" y="1895913"/>
                </a:lnTo>
                <a:cubicBezTo>
                  <a:pt x="932649" y="1927473"/>
                  <a:pt x="859208" y="1945159"/>
                  <a:pt x="781635" y="1945159"/>
                </a:cubicBezTo>
                <a:cubicBezTo>
                  <a:pt x="574775" y="1945159"/>
                  <a:pt x="397291" y="1819390"/>
                  <a:pt x="321477" y="1640147"/>
                </a:cubicBezTo>
                <a:lnTo>
                  <a:pt x="300660" y="1573084"/>
                </a:lnTo>
                <a:lnTo>
                  <a:pt x="220182" y="1529402"/>
                </a:lnTo>
                <a:cubicBezTo>
                  <a:pt x="87340" y="1439656"/>
                  <a:pt x="0" y="1287672"/>
                  <a:pt x="0" y="1115289"/>
                </a:cubicBezTo>
                <a:cubicBezTo>
                  <a:pt x="0" y="977383"/>
                  <a:pt x="55897" y="852532"/>
                  <a:pt x="146272" y="762158"/>
                </a:cubicBezTo>
                <a:lnTo>
                  <a:pt x="151038" y="758225"/>
                </a:lnTo>
                <a:lnTo>
                  <a:pt x="133236" y="700876"/>
                </a:lnTo>
                <a:cubicBezTo>
                  <a:pt x="126584" y="668366"/>
                  <a:pt x="123090" y="634706"/>
                  <a:pt x="123090" y="600229"/>
                </a:cubicBezTo>
                <a:cubicBezTo>
                  <a:pt x="123090" y="324416"/>
                  <a:pt x="346680" y="100826"/>
                  <a:pt x="622493" y="100826"/>
                </a:cubicBezTo>
                <a:cubicBezTo>
                  <a:pt x="656970" y="100826"/>
                  <a:pt x="690630" y="104320"/>
                  <a:pt x="723140" y="110972"/>
                </a:cubicBezTo>
                <a:lnTo>
                  <a:pt x="808117" y="137351"/>
                </a:lnTo>
                <a:lnTo>
                  <a:pt x="871215" y="85290"/>
                </a:lnTo>
                <a:cubicBezTo>
                  <a:pt x="950920" y="31443"/>
                  <a:pt x="1047006" y="0"/>
                  <a:pt x="1150436"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17" name="Picture Placeholder 16"/>
          <p:cNvSpPr>
            <a:spLocks noGrp="1"/>
          </p:cNvSpPr>
          <p:nvPr>
            <p:ph type="pic" sz="quarter" idx="13"/>
          </p:nvPr>
        </p:nvSpPr>
        <p:spPr>
          <a:xfrm>
            <a:off x="809647" y="2542735"/>
            <a:ext cx="1772530" cy="1772530"/>
          </a:xfrm>
          <a:custGeom>
            <a:avLst/>
            <a:gdLst>
              <a:gd name="connsiteX0" fmla="*/ 886265 w 1772530"/>
              <a:gd name="connsiteY0" fmla="*/ 0 h 1772530"/>
              <a:gd name="connsiteX1" fmla="*/ 1772530 w 1772530"/>
              <a:gd name="connsiteY1" fmla="*/ 886265 h 1772530"/>
              <a:gd name="connsiteX2" fmla="*/ 886265 w 1772530"/>
              <a:gd name="connsiteY2" fmla="*/ 1772530 h 1772530"/>
              <a:gd name="connsiteX3" fmla="*/ 0 w 1772530"/>
              <a:gd name="connsiteY3" fmla="*/ 886265 h 1772530"/>
              <a:gd name="connsiteX4" fmla="*/ 886265 w 1772530"/>
              <a:gd name="connsiteY4" fmla="*/ 0 h 17725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2530" h="1772530">
                <a:moveTo>
                  <a:pt x="886265" y="0"/>
                </a:moveTo>
                <a:cubicBezTo>
                  <a:pt x="1375736" y="0"/>
                  <a:pt x="1772530" y="396794"/>
                  <a:pt x="1772530" y="886265"/>
                </a:cubicBezTo>
                <a:cubicBezTo>
                  <a:pt x="1772530" y="1375736"/>
                  <a:pt x="1375736" y="1772530"/>
                  <a:pt x="886265" y="1772530"/>
                </a:cubicBezTo>
                <a:cubicBezTo>
                  <a:pt x="396794" y="1772530"/>
                  <a:pt x="0" y="1375736"/>
                  <a:pt x="0" y="886265"/>
                </a:cubicBezTo>
                <a:cubicBezTo>
                  <a:pt x="0" y="396794"/>
                  <a:pt x="396794" y="0"/>
                  <a:pt x="886265" y="0"/>
                </a:cubicBezTo>
                <a:close/>
              </a:path>
            </a:pathLst>
          </a:custGeom>
          <a:solidFill>
            <a:schemeClr val="bg1">
              <a:lumMod val="85000"/>
            </a:schemeClr>
          </a:solidFill>
        </p:spPr>
        <p:txBody>
          <a:bodyPr wrap="square">
            <a:noAutofit/>
          </a:bodyPr>
          <a:lstStyle/>
          <a:p>
            <a:endParaRPr lang="en-AU"/>
          </a:p>
        </p:txBody>
      </p:sp>
      <p:sp>
        <p:nvSpPr>
          <p:cNvPr id="24" name="Freeform 23"/>
          <p:cNvSpPr/>
          <p:nvPr userDrawn="1"/>
        </p:nvSpPr>
        <p:spPr>
          <a:xfrm>
            <a:off x="3663045" y="2456420"/>
            <a:ext cx="1964841" cy="1945159"/>
          </a:xfrm>
          <a:custGeom>
            <a:avLst/>
            <a:gdLst>
              <a:gd name="connsiteX0" fmla="*/ 1150436 w 1964841"/>
              <a:gd name="connsiteY0" fmla="*/ 0 h 1945159"/>
              <a:gd name="connsiteX1" fmla="*/ 1610594 w 1964841"/>
              <a:gd name="connsiteY1" fmla="*/ 305013 h 1945159"/>
              <a:gd name="connsiteX2" fmla="*/ 1633316 w 1964841"/>
              <a:gd name="connsiteY2" fmla="*/ 378214 h 1945159"/>
              <a:gd name="connsiteX3" fmla="*/ 1659828 w 1964841"/>
              <a:gd name="connsiteY3" fmla="*/ 386444 h 1945159"/>
              <a:gd name="connsiteX4" fmla="*/ 1964841 w 1964841"/>
              <a:gd name="connsiteY4" fmla="*/ 846601 h 1945159"/>
              <a:gd name="connsiteX5" fmla="*/ 1925596 w 1964841"/>
              <a:gd name="connsiteY5" fmla="*/ 1040991 h 1945159"/>
              <a:gd name="connsiteX6" fmla="*/ 1919536 w 1964841"/>
              <a:gd name="connsiteY6" fmla="*/ 1052155 h 1945159"/>
              <a:gd name="connsiteX7" fmla="*/ 1920944 w 1964841"/>
              <a:gd name="connsiteY7" fmla="*/ 1059512 h 1945159"/>
              <a:gd name="connsiteX8" fmla="*/ 1924956 w 1964841"/>
              <a:gd name="connsiteY8" fmla="*/ 1123118 h 1945159"/>
              <a:gd name="connsiteX9" fmla="*/ 1778684 w 1964841"/>
              <a:gd name="connsiteY9" fmla="*/ 1476249 h 1945159"/>
              <a:gd name="connsiteX10" fmla="*/ 1761362 w 1964841"/>
              <a:gd name="connsiteY10" fmla="*/ 1490542 h 1945159"/>
              <a:gd name="connsiteX11" fmla="*/ 1757309 w 1964841"/>
              <a:gd name="connsiteY11" fmla="*/ 1530745 h 1945159"/>
              <a:gd name="connsiteX12" fmla="*/ 1268052 w 1964841"/>
              <a:gd name="connsiteY12" fmla="*/ 1929501 h 1945159"/>
              <a:gd name="connsiteX13" fmla="*/ 1073662 w 1964841"/>
              <a:gd name="connsiteY13" fmla="*/ 1890256 h 1945159"/>
              <a:gd name="connsiteX14" fmla="*/ 1039885 w 1964841"/>
              <a:gd name="connsiteY14" fmla="*/ 1871923 h 1945159"/>
              <a:gd name="connsiteX15" fmla="*/ 998147 w 1964841"/>
              <a:gd name="connsiteY15" fmla="*/ 1895913 h 1945159"/>
              <a:gd name="connsiteX16" fmla="*/ 781635 w 1964841"/>
              <a:gd name="connsiteY16" fmla="*/ 1945159 h 1945159"/>
              <a:gd name="connsiteX17" fmla="*/ 321477 w 1964841"/>
              <a:gd name="connsiteY17" fmla="*/ 1640147 h 1945159"/>
              <a:gd name="connsiteX18" fmla="*/ 300660 w 1964841"/>
              <a:gd name="connsiteY18" fmla="*/ 1573084 h 1945159"/>
              <a:gd name="connsiteX19" fmla="*/ 220182 w 1964841"/>
              <a:gd name="connsiteY19" fmla="*/ 1529402 h 1945159"/>
              <a:gd name="connsiteX20" fmla="*/ 0 w 1964841"/>
              <a:gd name="connsiteY20" fmla="*/ 1115289 h 1945159"/>
              <a:gd name="connsiteX21" fmla="*/ 146272 w 1964841"/>
              <a:gd name="connsiteY21" fmla="*/ 762158 h 1945159"/>
              <a:gd name="connsiteX22" fmla="*/ 151038 w 1964841"/>
              <a:gd name="connsiteY22" fmla="*/ 758225 h 1945159"/>
              <a:gd name="connsiteX23" fmla="*/ 133236 w 1964841"/>
              <a:gd name="connsiteY23" fmla="*/ 700876 h 1945159"/>
              <a:gd name="connsiteX24" fmla="*/ 123090 w 1964841"/>
              <a:gd name="connsiteY24" fmla="*/ 600229 h 1945159"/>
              <a:gd name="connsiteX25" fmla="*/ 622493 w 1964841"/>
              <a:gd name="connsiteY25" fmla="*/ 100826 h 1945159"/>
              <a:gd name="connsiteX26" fmla="*/ 723140 w 1964841"/>
              <a:gd name="connsiteY26" fmla="*/ 110972 h 1945159"/>
              <a:gd name="connsiteX27" fmla="*/ 808117 w 1964841"/>
              <a:gd name="connsiteY27" fmla="*/ 137351 h 1945159"/>
              <a:gd name="connsiteX28" fmla="*/ 871215 w 1964841"/>
              <a:gd name="connsiteY28" fmla="*/ 85290 h 1945159"/>
              <a:gd name="connsiteX29" fmla="*/ 1150436 w 1964841"/>
              <a:gd name="connsiteY29" fmla="*/ 0 h 1945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964841" h="1945159">
                <a:moveTo>
                  <a:pt x="1150436" y="0"/>
                </a:moveTo>
                <a:cubicBezTo>
                  <a:pt x="1357296" y="0"/>
                  <a:pt x="1534780" y="125770"/>
                  <a:pt x="1610594" y="305013"/>
                </a:cubicBezTo>
                <a:lnTo>
                  <a:pt x="1633316" y="378214"/>
                </a:lnTo>
                <a:lnTo>
                  <a:pt x="1659828" y="386444"/>
                </a:lnTo>
                <a:cubicBezTo>
                  <a:pt x="1839072" y="462257"/>
                  <a:pt x="1964841" y="639741"/>
                  <a:pt x="1964841" y="846601"/>
                </a:cubicBezTo>
                <a:cubicBezTo>
                  <a:pt x="1964841" y="915554"/>
                  <a:pt x="1950867" y="981244"/>
                  <a:pt x="1925596" y="1040991"/>
                </a:cubicBezTo>
                <a:lnTo>
                  <a:pt x="1919536" y="1052155"/>
                </a:lnTo>
                <a:lnTo>
                  <a:pt x="1920944" y="1059512"/>
                </a:lnTo>
                <a:cubicBezTo>
                  <a:pt x="1923591" y="1080341"/>
                  <a:pt x="1924956" y="1101570"/>
                  <a:pt x="1924956" y="1123118"/>
                </a:cubicBezTo>
                <a:cubicBezTo>
                  <a:pt x="1924956" y="1261025"/>
                  <a:pt x="1869059" y="1385875"/>
                  <a:pt x="1778684" y="1476249"/>
                </a:cubicBezTo>
                <a:lnTo>
                  <a:pt x="1761362" y="1490542"/>
                </a:lnTo>
                <a:lnTo>
                  <a:pt x="1757309" y="1530745"/>
                </a:lnTo>
                <a:cubicBezTo>
                  <a:pt x="1710742" y="1758315"/>
                  <a:pt x="1509388" y="1929501"/>
                  <a:pt x="1268052" y="1929501"/>
                </a:cubicBezTo>
                <a:cubicBezTo>
                  <a:pt x="1199099" y="1929501"/>
                  <a:pt x="1133410" y="1915527"/>
                  <a:pt x="1073662" y="1890256"/>
                </a:cubicBezTo>
                <a:lnTo>
                  <a:pt x="1039885" y="1871923"/>
                </a:lnTo>
                <a:lnTo>
                  <a:pt x="998147" y="1895913"/>
                </a:lnTo>
                <a:cubicBezTo>
                  <a:pt x="932649" y="1927473"/>
                  <a:pt x="859208" y="1945159"/>
                  <a:pt x="781635" y="1945159"/>
                </a:cubicBezTo>
                <a:cubicBezTo>
                  <a:pt x="574775" y="1945159"/>
                  <a:pt x="397291" y="1819390"/>
                  <a:pt x="321477" y="1640147"/>
                </a:cubicBezTo>
                <a:lnTo>
                  <a:pt x="300660" y="1573084"/>
                </a:lnTo>
                <a:lnTo>
                  <a:pt x="220182" y="1529402"/>
                </a:lnTo>
                <a:cubicBezTo>
                  <a:pt x="87340" y="1439656"/>
                  <a:pt x="0" y="1287672"/>
                  <a:pt x="0" y="1115289"/>
                </a:cubicBezTo>
                <a:cubicBezTo>
                  <a:pt x="0" y="977383"/>
                  <a:pt x="55897" y="852532"/>
                  <a:pt x="146272" y="762158"/>
                </a:cubicBezTo>
                <a:lnTo>
                  <a:pt x="151038" y="758225"/>
                </a:lnTo>
                <a:lnTo>
                  <a:pt x="133236" y="700876"/>
                </a:lnTo>
                <a:cubicBezTo>
                  <a:pt x="126584" y="668366"/>
                  <a:pt x="123090" y="634706"/>
                  <a:pt x="123090" y="600229"/>
                </a:cubicBezTo>
                <a:cubicBezTo>
                  <a:pt x="123090" y="324416"/>
                  <a:pt x="346680" y="100826"/>
                  <a:pt x="622493" y="100826"/>
                </a:cubicBezTo>
                <a:cubicBezTo>
                  <a:pt x="656970" y="100826"/>
                  <a:pt x="690630" y="104320"/>
                  <a:pt x="723140" y="110972"/>
                </a:cubicBezTo>
                <a:lnTo>
                  <a:pt x="808117" y="137351"/>
                </a:lnTo>
                <a:lnTo>
                  <a:pt x="871215" y="85290"/>
                </a:lnTo>
                <a:cubicBezTo>
                  <a:pt x="950920" y="31443"/>
                  <a:pt x="1047006" y="0"/>
                  <a:pt x="1150436"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5" name="Picture Placeholder 24"/>
          <p:cNvSpPr>
            <a:spLocks noGrp="1"/>
          </p:cNvSpPr>
          <p:nvPr>
            <p:ph type="pic" sz="quarter" idx="14"/>
          </p:nvPr>
        </p:nvSpPr>
        <p:spPr>
          <a:xfrm>
            <a:off x="3759200" y="2542734"/>
            <a:ext cx="1772530" cy="1772530"/>
          </a:xfrm>
          <a:custGeom>
            <a:avLst/>
            <a:gdLst>
              <a:gd name="connsiteX0" fmla="*/ 886265 w 1772530"/>
              <a:gd name="connsiteY0" fmla="*/ 0 h 1772530"/>
              <a:gd name="connsiteX1" fmla="*/ 1772530 w 1772530"/>
              <a:gd name="connsiteY1" fmla="*/ 886265 h 1772530"/>
              <a:gd name="connsiteX2" fmla="*/ 886265 w 1772530"/>
              <a:gd name="connsiteY2" fmla="*/ 1772530 h 1772530"/>
              <a:gd name="connsiteX3" fmla="*/ 0 w 1772530"/>
              <a:gd name="connsiteY3" fmla="*/ 886265 h 1772530"/>
              <a:gd name="connsiteX4" fmla="*/ 886265 w 1772530"/>
              <a:gd name="connsiteY4" fmla="*/ 0 h 17725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2530" h="1772530">
                <a:moveTo>
                  <a:pt x="886265" y="0"/>
                </a:moveTo>
                <a:cubicBezTo>
                  <a:pt x="1375736" y="0"/>
                  <a:pt x="1772530" y="396794"/>
                  <a:pt x="1772530" y="886265"/>
                </a:cubicBezTo>
                <a:cubicBezTo>
                  <a:pt x="1772530" y="1375736"/>
                  <a:pt x="1375736" y="1772530"/>
                  <a:pt x="886265" y="1772530"/>
                </a:cubicBezTo>
                <a:cubicBezTo>
                  <a:pt x="396794" y="1772530"/>
                  <a:pt x="0" y="1375736"/>
                  <a:pt x="0" y="886265"/>
                </a:cubicBezTo>
                <a:cubicBezTo>
                  <a:pt x="0" y="396794"/>
                  <a:pt x="396794" y="0"/>
                  <a:pt x="886265" y="0"/>
                </a:cubicBezTo>
                <a:close/>
              </a:path>
            </a:pathLst>
          </a:custGeom>
          <a:solidFill>
            <a:schemeClr val="bg1">
              <a:lumMod val="85000"/>
            </a:schemeClr>
          </a:solidFill>
        </p:spPr>
        <p:txBody>
          <a:bodyPr wrap="square">
            <a:noAutofit/>
          </a:bodyPr>
          <a:lstStyle/>
          <a:p>
            <a:endParaRPr lang="en-AU"/>
          </a:p>
        </p:txBody>
      </p:sp>
      <p:sp>
        <p:nvSpPr>
          <p:cNvPr id="26" name="Freeform 25"/>
          <p:cNvSpPr/>
          <p:nvPr userDrawn="1"/>
        </p:nvSpPr>
        <p:spPr>
          <a:xfrm>
            <a:off x="9562151" y="2453684"/>
            <a:ext cx="1964841" cy="1945159"/>
          </a:xfrm>
          <a:custGeom>
            <a:avLst/>
            <a:gdLst>
              <a:gd name="connsiteX0" fmla="*/ 1150436 w 1964841"/>
              <a:gd name="connsiteY0" fmla="*/ 0 h 1945159"/>
              <a:gd name="connsiteX1" fmla="*/ 1610594 w 1964841"/>
              <a:gd name="connsiteY1" fmla="*/ 305013 h 1945159"/>
              <a:gd name="connsiteX2" fmla="*/ 1633316 w 1964841"/>
              <a:gd name="connsiteY2" fmla="*/ 378214 h 1945159"/>
              <a:gd name="connsiteX3" fmla="*/ 1659828 w 1964841"/>
              <a:gd name="connsiteY3" fmla="*/ 386444 h 1945159"/>
              <a:gd name="connsiteX4" fmla="*/ 1964841 w 1964841"/>
              <a:gd name="connsiteY4" fmla="*/ 846601 h 1945159"/>
              <a:gd name="connsiteX5" fmla="*/ 1925596 w 1964841"/>
              <a:gd name="connsiteY5" fmla="*/ 1040991 h 1945159"/>
              <a:gd name="connsiteX6" fmla="*/ 1919536 w 1964841"/>
              <a:gd name="connsiteY6" fmla="*/ 1052155 h 1945159"/>
              <a:gd name="connsiteX7" fmla="*/ 1920944 w 1964841"/>
              <a:gd name="connsiteY7" fmla="*/ 1059512 h 1945159"/>
              <a:gd name="connsiteX8" fmla="*/ 1924956 w 1964841"/>
              <a:gd name="connsiteY8" fmla="*/ 1123118 h 1945159"/>
              <a:gd name="connsiteX9" fmla="*/ 1778684 w 1964841"/>
              <a:gd name="connsiteY9" fmla="*/ 1476249 h 1945159"/>
              <a:gd name="connsiteX10" fmla="*/ 1761362 w 1964841"/>
              <a:gd name="connsiteY10" fmla="*/ 1490542 h 1945159"/>
              <a:gd name="connsiteX11" fmla="*/ 1757309 w 1964841"/>
              <a:gd name="connsiteY11" fmla="*/ 1530745 h 1945159"/>
              <a:gd name="connsiteX12" fmla="*/ 1268052 w 1964841"/>
              <a:gd name="connsiteY12" fmla="*/ 1929501 h 1945159"/>
              <a:gd name="connsiteX13" fmla="*/ 1073662 w 1964841"/>
              <a:gd name="connsiteY13" fmla="*/ 1890256 h 1945159"/>
              <a:gd name="connsiteX14" fmla="*/ 1039885 w 1964841"/>
              <a:gd name="connsiteY14" fmla="*/ 1871923 h 1945159"/>
              <a:gd name="connsiteX15" fmla="*/ 998147 w 1964841"/>
              <a:gd name="connsiteY15" fmla="*/ 1895913 h 1945159"/>
              <a:gd name="connsiteX16" fmla="*/ 781635 w 1964841"/>
              <a:gd name="connsiteY16" fmla="*/ 1945159 h 1945159"/>
              <a:gd name="connsiteX17" fmla="*/ 321477 w 1964841"/>
              <a:gd name="connsiteY17" fmla="*/ 1640147 h 1945159"/>
              <a:gd name="connsiteX18" fmla="*/ 300660 w 1964841"/>
              <a:gd name="connsiteY18" fmla="*/ 1573084 h 1945159"/>
              <a:gd name="connsiteX19" fmla="*/ 220182 w 1964841"/>
              <a:gd name="connsiteY19" fmla="*/ 1529402 h 1945159"/>
              <a:gd name="connsiteX20" fmla="*/ 0 w 1964841"/>
              <a:gd name="connsiteY20" fmla="*/ 1115289 h 1945159"/>
              <a:gd name="connsiteX21" fmla="*/ 146272 w 1964841"/>
              <a:gd name="connsiteY21" fmla="*/ 762158 h 1945159"/>
              <a:gd name="connsiteX22" fmla="*/ 151038 w 1964841"/>
              <a:gd name="connsiteY22" fmla="*/ 758225 h 1945159"/>
              <a:gd name="connsiteX23" fmla="*/ 133236 w 1964841"/>
              <a:gd name="connsiteY23" fmla="*/ 700876 h 1945159"/>
              <a:gd name="connsiteX24" fmla="*/ 123090 w 1964841"/>
              <a:gd name="connsiteY24" fmla="*/ 600229 h 1945159"/>
              <a:gd name="connsiteX25" fmla="*/ 622493 w 1964841"/>
              <a:gd name="connsiteY25" fmla="*/ 100826 h 1945159"/>
              <a:gd name="connsiteX26" fmla="*/ 723140 w 1964841"/>
              <a:gd name="connsiteY26" fmla="*/ 110972 h 1945159"/>
              <a:gd name="connsiteX27" fmla="*/ 808117 w 1964841"/>
              <a:gd name="connsiteY27" fmla="*/ 137351 h 1945159"/>
              <a:gd name="connsiteX28" fmla="*/ 871215 w 1964841"/>
              <a:gd name="connsiteY28" fmla="*/ 85290 h 1945159"/>
              <a:gd name="connsiteX29" fmla="*/ 1150436 w 1964841"/>
              <a:gd name="connsiteY29" fmla="*/ 0 h 1945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964841" h="1945159">
                <a:moveTo>
                  <a:pt x="1150436" y="0"/>
                </a:moveTo>
                <a:cubicBezTo>
                  <a:pt x="1357296" y="0"/>
                  <a:pt x="1534780" y="125770"/>
                  <a:pt x="1610594" y="305013"/>
                </a:cubicBezTo>
                <a:lnTo>
                  <a:pt x="1633316" y="378214"/>
                </a:lnTo>
                <a:lnTo>
                  <a:pt x="1659828" y="386444"/>
                </a:lnTo>
                <a:cubicBezTo>
                  <a:pt x="1839072" y="462257"/>
                  <a:pt x="1964841" y="639741"/>
                  <a:pt x="1964841" y="846601"/>
                </a:cubicBezTo>
                <a:cubicBezTo>
                  <a:pt x="1964841" y="915554"/>
                  <a:pt x="1950867" y="981244"/>
                  <a:pt x="1925596" y="1040991"/>
                </a:cubicBezTo>
                <a:lnTo>
                  <a:pt x="1919536" y="1052155"/>
                </a:lnTo>
                <a:lnTo>
                  <a:pt x="1920944" y="1059512"/>
                </a:lnTo>
                <a:cubicBezTo>
                  <a:pt x="1923591" y="1080341"/>
                  <a:pt x="1924956" y="1101570"/>
                  <a:pt x="1924956" y="1123118"/>
                </a:cubicBezTo>
                <a:cubicBezTo>
                  <a:pt x="1924956" y="1261025"/>
                  <a:pt x="1869059" y="1385875"/>
                  <a:pt x="1778684" y="1476249"/>
                </a:cubicBezTo>
                <a:lnTo>
                  <a:pt x="1761362" y="1490542"/>
                </a:lnTo>
                <a:lnTo>
                  <a:pt x="1757309" y="1530745"/>
                </a:lnTo>
                <a:cubicBezTo>
                  <a:pt x="1710742" y="1758315"/>
                  <a:pt x="1509388" y="1929501"/>
                  <a:pt x="1268052" y="1929501"/>
                </a:cubicBezTo>
                <a:cubicBezTo>
                  <a:pt x="1199099" y="1929501"/>
                  <a:pt x="1133410" y="1915527"/>
                  <a:pt x="1073662" y="1890256"/>
                </a:cubicBezTo>
                <a:lnTo>
                  <a:pt x="1039885" y="1871923"/>
                </a:lnTo>
                <a:lnTo>
                  <a:pt x="998147" y="1895913"/>
                </a:lnTo>
                <a:cubicBezTo>
                  <a:pt x="932649" y="1927473"/>
                  <a:pt x="859208" y="1945159"/>
                  <a:pt x="781635" y="1945159"/>
                </a:cubicBezTo>
                <a:cubicBezTo>
                  <a:pt x="574775" y="1945159"/>
                  <a:pt x="397291" y="1819390"/>
                  <a:pt x="321477" y="1640147"/>
                </a:cubicBezTo>
                <a:lnTo>
                  <a:pt x="300660" y="1573084"/>
                </a:lnTo>
                <a:lnTo>
                  <a:pt x="220182" y="1529402"/>
                </a:lnTo>
                <a:cubicBezTo>
                  <a:pt x="87340" y="1439656"/>
                  <a:pt x="0" y="1287672"/>
                  <a:pt x="0" y="1115289"/>
                </a:cubicBezTo>
                <a:cubicBezTo>
                  <a:pt x="0" y="977383"/>
                  <a:pt x="55897" y="852532"/>
                  <a:pt x="146272" y="762158"/>
                </a:cubicBezTo>
                <a:lnTo>
                  <a:pt x="151038" y="758225"/>
                </a:lnTo>
                <a:lnTo>
                  <a:pt x="133236" y="700876"/>
                </a:lnTo>
                <a:cubicBezTo>
                  <a:pt x="126584" y="668366"/>
                  <a:pt x="123090" y="634706"/>
                  <a:pt x="123090" y="600229"/>
                </a:cubicBezTo>
                <a:cubicBezTo>
                  <a:pt x="123090" y="324416"/>
                  <a:pt x="346680" y="100826"/>
                  <a:pt x="622493" y="100826"/>
                </a:cubicBezTo>
                <a:cubicBezTo>
                  <a:pt x="656970" y="100826"/>
                  <a:pt x="690630" y="104320"/>
                  <a:pt x="723140" y="110972"/>
                </a:cubicBezTo>
                <a:lnTo>
                  <a:pt x="808117" y="137351"/>
                </a:lnTo>
                <a:lnTo>
                  <a:pt x="871215" y="85290"/>
                </a:lnTo>
                <a:cubicBezTo>
                  <a:pt x="950920" y="31443"/>
                  <a:pt x="1047006" y="0"/>
                  <a:pt x="1150436"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7" name="Picture Placeholder 26"/>
          <p:cNvSpPr>
            <a:spLocks noGrp="1"/>
          </p:cNvSpPr>
          <p:nvPr>
            <p:ph type="pic" sz="quarter" idx="15"/>
          </p:nvPr>
        </p:nvSpPr>
        <p:spPr>
          <a:xfrm>
            <a:off x="9658306" y="2539998"/>
            <a:ext cx="1772530" cy="1772530"/>
          </a:xfrm>
          <a:custGeom>
            <a:avLst/>
            <a:gdLst>
              <a:gd name="connsiteX0" fmla="*/ 886265 w 1772530"/>
              <a:gd name="connsiteY0" fmla="*/ 0 h 1772530"/>
              <a:gd name="connsiteX1" fmla="*/ 1772530 w 1772530"/>
              <a:gd name="connsiteY1" fmla="*/ 886265 h 1772530"/>
              <a:gd name="connsiteX2" fmla="*/ 886265 w 1772530"/>
              <a:gd name="connsiteY2" fmla="*/ 1772530 h 1772530"/>
              <a:gd name="connsiteX3" fmla="*/ 0 w 1772530"/>
              <a:gd name="connsiteY3" fmla="*/ 886265 h 1772530"/>
              <a:gd name="connsiteX4" fmla="*/ 886265 w 1772530"/>
              <a:gd name="connsiteY4" fmla="*/ 0 h 17725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2530" h="1772530">
                <a:moveTo>
                  <a:pt x="886265" y="0"/>
                </a:moveTo>
                <a:cubicBezTo>
                  <a:pt x="1375736" y="0"/>
                  <a:pt x="1772530" y="396794"/>
                  <a:pt x="1772530" y="886265"/>
                </a:cubicBezTo>
                <a:cubicBezTo>
                  <a:pt x="1772530" y="1375736"/>
                  <a:pt x="1375736" y="1772530"/>
                  <a:pt x="886265" y="1772530"/>
                </a:cubicBezTo>
                <a:cubicBezTo>
                  <a:pt x="396794" y="1772530"/>
                  <a:pt x="0" y="1375736"/>
                  <a:pt x="0" y="886265"/>
                </a:cubicBezTo>
                <a:cubicBezTo>
                  <a:pt x="0" y="396794"/>
                  <a:pt x="396794" y="0"/>
                  <a:pt x="886265" y="0"/>
                </a:cubicBezTo>
                <a:close/>
              </a:path>
            </a:pathLst>
          </a:custGeom>
          <a:solidFill>
            <a:schemeClr val="bg1">
              <a:lumMod val="85000"/>
            </a:schemeClr>
          </a:solidFill>
        </p:spPr>
        <p:txBody>
          <a:bodyPr wrap="square">
            <a:noAutofit/>
          </a:bodyPr>
          <a:lstStyle/>
          <a:p>
            <a:endParaRPr lang="en-AU" dirty="0"/>
          </a:p>
        </p:txBody>
      </p:sp>
      <p:sp>
        <p:nvSpPr>
          <p:cNvPr id="28" name="Freeform 27"/>
          <p:cNvSpPr/>
          <p:nvPr userDrawn="1"/>
        </p:nvSpPr>
        <p:spPr>
          <a:xfrm>
            <a:off x="6612598" y="2456420"/>
            <a:ext cx="1964841" cy="1945159"/>
          </a:xfrm>
          <a:custGeom>
            <a:avLst/>
            <a:gdLst>
              <a:gd name="connsiteX0" fmla="*/ 1150436 w 1964841"/>
              <a:gd name="connsiteY0" fmla="*/ 0 h 1945159"/>
              <a:gd name="connsiteX1" fmla="*/ 1610594 w 1964841"/>
              <a:gd name="connsiteY1" fmla="*/ 305013 h 1945159"/>
              <a:gd name="connsiteX2" fmla="*/ 1633316 w 1964841"/>
              <a:gd name="connsiteY2" fmla="*/ 378214 h 1945159"/>
              <a:gd name="connsiteX3" fmla="*/ 1659828 w 1964841"/>
              <a:gd name="connsiteY3" fmla="*/ 386444 h 1945159"/>
              <a:gd name="connsiteX4" fmla="*/ 1964841 w 1964841"/>
              <a:gd name="connsiteY4" fmla="*/ 846601 h 1945159"/>
              <a:gd name="connsiteX5" fmla="*/ 1925596 w 1964841"/>
              <a:gd name="connsiteY5" fmla="*/ 1040991 h 1945159"/>
              <a:gd name="connsiteX6" fmla="*/ 1919536 w 1964841"/>
              <a:gd name="connsiteY6" fmla="*/ 1052155 h 1945159"/>
              <a:gd name="connsiteX7" fmla="*/ 1920944 w 1964841"/>
              <a:gd name="connsiteY7" fmla="*/ 1059512 h 1945159"/>
              <a:gd name="connsiteX8" fmla="*/ 1924956 w 1964841"/>
              <a:gd name="connsiteY8" fmla="*/ 1123118 h 1945159"/>
              <a:gd name="connsiteX9" fmla="*/ 1778684 w 1964841"/>
              <a:gd name="connsiteY9" fmla="*/ 1476249 h 1945159"/>
              <a:gd name="connsiteX10" fmla="*/ 1761362 w 1964841"/>
              <a:gd name="connsiteY10" fmla="*/ 1490542 h 1945159"/>
              <a:gd name="connsiteX11" fmla="*/ 1757309 w 1964841"/>
              <a:gd name="connsiteY11" fmla="*/ 1530745 h 1945159"/>
              <a:gd name="connsiteX12" fmla="*/ 1268052 w 1964841"/>
              <a:gd name="connsiteY12" fmla="*/ 1929501 h 1945159"/>
              <a:gd name="connsiteX13" fmla="*/ 1073662 w 1964841"/>
              <a:gd name="connsiteY13" fmla="*/ 1890256 h 1945159"/>
              <a:gd name="connsiteX14" fmla="*/ 1039885 w 1964841"/>
              <a:gd name="connsiteY14" fmla="*/ 1871923 h 1945159"/>
              <a:gd name="connsiteX15" fmla="*/ 998147 w 1964841"/>
              <a:gd name="connsiteY15" fmla="*/ 1895913 h 1945159"/>
              <a:gd name="connsiteX16" fmla="*/ 781635 w 1964841"/>
              <a:gd name="connsiteY16" fmla="*/ 1945159 h 1945159"/>
              <a:gd name="connsiteX17" fmla="*/ 321477 w 1964841"/>
              <a:gd name="connsiteY17" fmla="*/ 1640147 h 1945159"/>
              <a:gd name="connsiteX18" fmla="*/ 300660 w 1964841"/>
              <a:gd name="connsiteY18" fmla="*/ 1573084 h 1945159"/>
              <a:gd name="connsiteX19" fmla="*/ 220182 w 1964841"/>
              <a:gd name="connsiteY19" fmla="*/ 1529402 h 1945159"/>
              <a:gd name="connsiteX20" fmla="*/ 0 w 1964841"/>
              <a:gd name="connsiteY20" fmla="*/ 1115289 h 1945159"/>
              <a:gd name="connsiteX21" fmla="*/ 146272 w 1964841"/>
              <a:gd name="connsiteY21" fmla="*/ 762158 h 1945159"/>
              <a:gd name="connsiteX22" fmla="*/ 151038 w 1964841"/>
              <a:gd name="connsiteY22" fmla="*/ 758225 h 1945159"/>
              <a:gd name="connsiteX23" fmla="*/ 133236 w 1964841"/>
              <a:gd name="connsiteY23" fmla="*/ 700876 h 1945159"/>
              <a:gd name="connsiteX24" fmla="*/ 123090 w 1964841"/>
              <a:gd name="connsiteY24" fmla="*/ 600229 h 1945159"/>
              <a:gd name="connsiteX25" fmla="*/ 622493 w 1964841"/>
              <a:gd name="connsiteY25" fmla="*/ 100826 h 1945159"/>
              <a:gd name="connsiteX26" fmla="*/ 723140 w 1964841"/>
              <a:gd name="connsiteY26" fmla="*/ 110972 h 1945159"/>
              <a:gd name="connsiteX27" fmla="*/ 808117 w 1964841"/>
              <a:gd name="connsiteY27" fmla="*/ 137351 h 1945159"/>
              <a:gd name="connsiteX28" fmla="*/ 871215 w 1964841"/>
              <a:gd name="connsiteY28" fmla="*/ 85290 h 1945159"/>
              <a:gd name="connsiteX29" fmla="*/ 1150436 w 1964841"/>
              <a:gd name="connsiteY29" fmla="*/ 0 h 1945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964841" h="1945159">
                <a:moveTo>
                  <a:pt x="1150436" y="0"/>
                </a:moveTo>
                <a:cubicBezTo>
                  <a:pt x="1357296" y="0"/>
                  <a:pt x="1534780" y="125770"/>
                  <a:pt x="1610594" y="305013"/>
                </a:cubicBezTo>
                <a:lnTo>
                  <a:pt x="1633316" y="378214"/>
                </a:lnTo>
                <a:lnTo>
                  <a:pt x="1659828" y="386444"/>
                </a:lnTo>
                <a:cubicBezTo>
                  <a:pt x="1839072" y="462257"/>
                  <a:pt x="1964841" y="639741"/>
                  <a:pt x="1964841" y="846601"/>
                </a:cubicBezTo>
                <a:cubicBezTo>
                  <a:pt x="1964841" y="915554"/>
                  <a:pt x="1950867" y="981244"/>
                  <a:pt x="1925596" y="1040991"/>
                </a:cubicBezTo>
                <a:lnTo>
                  <a:pt x="1919536" y="1052155"/>
                </a:lnTo>
                <a:lnTo>
                  <a:pt x="1920944" y="1059512"/>
                </a:lnTo>
                <a:cubicBezTo>
                  <a:pt x="1923591" y="1080341"/>
                  <a:pt x="1924956" y="1101570"/>
                  <a:pt x="1924956" y="1123118"/>
                </a:cubicBezTo>
                <a:cubicBezTo>
                  <a:pt x="1924956" y="1261025"/>
                  <a:pt x="1869059" y="1385875"/>
                  <a:pt x="1778684" y="1476249"/>
                </a:cubicBezTo>
                <a:lnTo>
                  <a:pt x="1761362" y="1490542"/>
                </a:lnTo>
                <a:lnTo>
                  <a:pt x="1757309" y="1530745"/>
                </a:lnTo>
                <a:cubicBezTo>
                  <a:pt x="1710742" y="1758315"/>
                  <a:pt x="1509388" y="1929501"/>
                  <a:pt x="1268052" y="1929501"/>
                </a:cubicBezTo>
                <a:cubicBezTo>
                  <a:pt x="1199099" y="1929501"/>
                  <a:pt x="1133410" y="1915527"/>
                  <a:pt x="1073662" y="1890256"/>
                </a:cubicBezTo>
                <a:lnTo>
                  <a:pt x="1039885" y="1871923"/>
                </a:lnTo>
                <a:lnTo>
                  <a:pt x="998147" y="1895913"/>
                </a:lnTo>
                <a:cubicBezTo>
                  <a:pt x="932649" y="1927473"/>
                  <a:pt x="859208" y="1945159"/>
                  <a:pt x="781635" y="1945159"/>
                </a:cubicBezTo>
                <a:cubicBezTo>
                  <a:pt x="574775" y="1945159"/>
                  <a:pt x="397291" y="1819390"/>
                  <a:pt x="321477" y="1640147"/>
                </a:cubicBezTo>
                <a:lnTo>
                  <a:pt x="300660" y="1573084"/>
                </a:lnTo>
                <a:lnTo>
                  <a:pt x="220182" y="1529402"/>
                </a:lnTo>
                <a:cubicBezTo>
                  <a:pt x="87340" y="1439656"/>
                  <a:pt x="0" y="1287672"/>
                  <a:pt x="0" y="1115289"/>
                </a:cubicBezTo>
                <a:cubicBezTo>
                  <a:pt x="0" y="977383"/>
                  <a:pt x="55897" y="852532"/>
                  <a:pt x="146272" y="762158"/>
                </a:cubicBezTo>
                <a:lnTo>
                  <a:pt x="151038" y="758225"/>
                </a:lnTo>
                <a:lnTo>
                  <a:pt x="133236" y="700876"/>
                </a:lnTo>
                <a:cubicBezTo>
                  <a:pt x="126584" y="668366"/>
                  <a:pt x="123090" y="634706"/>
                  <a:pt x="123090" y="600229"/>
                </a:cubicBezTo>
                <a:cubicBezTo>
                  <a:pt x="123090" y="324416"/>
                  <a:pt x="346680" y="100826"/>
                  <a:pt x="622493" y="100826"/>
                </a:cubicBezTo>
                <a:cubicBezTo>
                  <a:pt x="656970" y="100826"/>
                  <a:pt x="690630" y="104320"/>
                  <a:pt x="723140" y="110972"/>
                </a:cubicBezTo>
                <a:lnTo>
                  <a:pt x="808117" y="137351"/>
                </a:lnTo>
                <a:lnTo>
                  <a:pt x="871215" y="85290"/>
                </a:lnTo>
                <a:cubicBezTo>
                  <a:pt x="950920" y="31443"/>
                  <a:pt x="1047006" y="0"/>
                  <a:pt x="1150436"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9" name="Picture Placeholder 28"/>
          <p:cNvSpPr>
            <a:spLocks noGrp="1"/>
          </p:cNvSpPr>
          <p:nvPr>
            <p:ph type="pic" sz="quarter" idx="16"/>
          </p:nvPr>
        </p:nvSpPr>
        <p:spPr>
          <a:xfrm>
            <a:off x="6708753" y="2542734"/>
            <a:ext cx="1772530" cy="1772530"/>
          </a:xfrm>
          <a:custGeom>
            <a:avLst/>
            <a:gdLst>
              <a:gd name="connsiteX0" fmla="*/ 886265 w 1772530"/>
              <a:gd name="connsiteY0" fmla="*/ 0 h 1772530"/>
              <a:gd name="connsiteX1" fmla="*/ 1772530 w 1772530"/>
              <a:gd name="connsiteY1" fmla="*/ 886265 h 1772530"/>
              <a:gd name="connsiteX2" fmla="*/ 886265 w 1772530"/>
              <a:gd name="connsiteY2" fmla="*/ 1772530 h 1772530"/>
              <a:gd name="connsiteX3" fmla="*/ 0 w 1772530"/>
              <a:gd name="connsiteY3" fmla="*/ 886265 h 1772530"/>
              <a:gd name="connsiteX4" fmla="*/ 886265 w 1772530"/>
              <a:gd name="connsiteY4" fmla="*/ 0 h 17725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2530" h="1772530">
                <a:moveTo>
                  <a:pt x="886265" y="0"/>
                </a:moveTo>
                <a:cubicBezTo>
                  <a:pt x="1375736" y="0"/>
                  <a:pt x="1772530" y="396794"/>
                  <a:pt x="1772530" y="886265"/>
                </a:cubicBezTo>
                <a:cubicBezTo>
                  <a:pt x="1772530" y="1375736"/>
                  <a:pt x="1375736" y="1772530"/>
                  <a:pt x="886265" y="1772530"/>
                </a:cubicBezTo>
                <a:cubicBezTo>
                  <a:pt x="396794" y="1772530"/>
                  <a:pt x="0" y="1375736"/>
                  <a:pt x="0" y="886265"/>
                </a:cubicBezTo>
                <a:cubicBezTo>
                  <a:pt x="0" y="396794"/>
                  <a:pt x="396794" y="0"/>
                  <a:pt x="886265" y="0"/>
                </a:cubicBezTo>
                <a:close/>
              </a:path>
            </a:pathLst>
          </a:custGeom>
          <a:solidFill>
            <a:schemeClr val="bg1">
              <a:lumMod val="85000"/>
            </a:schemeClr>
          </a:solidFill>
        </p:spPr>
        <p:txBody>
          <a:bodyPr wrap="square">
            <a:noAutofit/>
          </a:bodyPr>
          <a:lstStyle/>
          <a:p>
            <a:endParaRPr lang="en-AU" dirty="0"/>
          </a:p>
        </p:txBody>
      </p:sp>
      <p:sp>
        <p:nvSpPr>
          <p:cNvPr id="15" name="Text Placeholder 21"/>
          <p:cNvSpPr>
            <a:spLocks noGrp="1"/>
          </p:cNvSpPr>
          <p:nvPr>
            <p:ph type="body" sz="quarter" idx="20"/>
          </p:nvPr>
        </p:nvSpPr>
        <p:spPr>
          <a:xfrm>
            <a:off x="713492" y="4547044"/>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6" name="Text Placeholder 21"/>
          <p:cNvSpPr>
            <a:spLocks noGrp="1"/>
          </p:cNvSpPr>
          <p:nvPr>
            <p:ph type="body" sz="quarter" idx="29"/>
          </p:nvPr>
        </p:nvSpPr>
        <p:spPr>
          <a:xfrm>
            <a:off x="713492" y="4853748"/>
            <a:ext cx="1814513"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8" name="Text Placeholder 21"/>
          <p:cNvSpPr>
            <a:spLocks noGrp="1"/>
          </p:cNvSpPr>
          <p:nvPr>
            <p:ph type="body" sz="quarter" idx="30"/>
          </p:nvPr>
        </p:nvSpPr>
        <p:spPr>
          <a:xfrm>
            <a:off x="3717217" y="4547044"/>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9" name="Text Placeholder 21"/>
          <p:cNvSpPr>
            <a:spLocks noGrp="1"/>
          </p:cNvSpPr>
          <p:nvPr>
            <p:ph type="body" sz="quarter" idx="31"/>
          </p:nvPr>
        </p:nvSpPr>
        <p:spPr>
          <a:xfrm>
            <a:off x="3717217" y="4853748"/>
            <a:ext cx="1814513"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0" name="Text Placeholder 21"/>
          <p:cNvSpPr>
            <a:spLocks noGrp="1"/>
          </p:cNvSpPr>
          <p:nvPr>
            <p:ph type="body" sz="quarter" idx="32"/>
          </p:nvPr>
        </p:nvSpPr>
        <p:spPr>
          <a:xfrm>
            <a:off x="6720942" y="4547044"/>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1" name="Text Placeholder 21"/>
          <p:cNvSpPr>
            <a:spLocks noGrp="1"/>
          </p:cNvSpPr>
          <p:nvPr>
            <p:ph type="body" sz="quarter" idx="33"/>
          </p:nvPr>
        </p:nvSpPr>
        <p:spPr>
          <a:xfrm>
            <a:off x="6720942" y="4853748"/>
            <a:ext cx="1814513"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2" name="Text Placeholder 21"/>
          <p:cNvSpPr>
            <a:spLocks noGrp="1"/>
          </p:cNvSpPr>
          <p:nvPr>
            <p:ph type="body" sz="quarter" idx="34"/>
          </p:nvPr>
        </p:nvSpPr>
        <p:spPr>
          <a:xfrm>
            <a:off x="9724667" y="4546572"/>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0" name="Text Placeholder 21"/>
          <p:cNvSpPr>
            <a:spLocks noGrp="1"/>
          </p:cNvSpPr>
          <p:nvPr>
            <p:ph type="body" sz="quarter" idx="35"/>
          </p:nvPr>
        </p:nvSpPr>
        <p:spPr>
          <a:xfrm>
            <a:off x="9724667" y="4853276"/>
            <a:ext cx="1814513"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Tree>
    <p:extLst>
      <p:ext uri="{BB962C8B-B14F-4D97-AF65-F5344CB8AC3E}">
        <p14:creationId xmlns:p14="http://schemas.microsoft.com/office/powerpoint/2010/main" val="345411354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42" presetClass="entr" presetSubtype="0" fill="hold" grpId="0" nodeType="afterEffect">
                                  <p:stCondLst>
                                    <p:cond delay="0"/>
                                  </p:stCondLst>
                                  <p:childTnLst>
                                    <p:set>
                                      <p:cBhvr>
                                        <p:cTn id="10" dur="1" fill="hold">
                                          <p:stCondLst>
                                            <p:cond delay="0"/>
                                          </p:stCondLst>
                                        </p:cTn>
                                        <p:tgtEl>
                                          <p:spTgt spid="8">
                                            <p:txEl>
                                              <p:pRg st="0" end="0"/>
                                            </p:txEl>
                                          </p:spTgt>
                                        </p:tgtEl>
                                        <p:attrNameLst>
                                          <p:attrName>style.visibility</p:attrName>
                                        </p:attrNameLst>
                                      </p:cBhvr>
                                      <p:to>
                                        <p:strVal val="visible"/>
                                      </p:to>
                                    </p:set>
                                    <p:animEffect transition="in" filter="fade">
                                      <p:cBhvr>
                                        <p:cTn id="11" dur="500"/>
                                        <p:tgtEl>
                                          <p:spTgt spid="8">
                                            <p:txEl>
                                              <p:pRg st="0" end="0"/>
                                            </p:txEl>
                                          </p:spTgt>
                                        </p:tgtEl>
                                      </p:cBhvr>
                                    </p:animEffect>
                                    <p:anim calcmode="lin" valueType="num">
                                      <p:cBhvr>
                                        <p:cTn id="12"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4" fill="hold">
                            <p:stCondLst>
                              <p:cond delay="1000"/>
                            </p:stCondLst>
                            <p:childTnLst>
                              <p:par>
                                <p:cTn id="15" presetID="10" presetClass="entr" presetSubtype="0" fill="hold" grpId="0" nodeType="afterEffect">
                                  <p:stCondLst>
                                    <p:cond delay="0"/>
                                  </p:stCondLst>
                                  <p:childTnLst>
                                    <p:set>
                                      <p:cBhvr>
                                        <p:cTn id="16" dur="1" fill="hold">
                                          <p:stCondLst>
                                            <p:cond delay="0"/>
                                          </p:stCondLst>
                                        </p:cTn>
                                        <p:tgtEl>
                                          <p:spTgt spid="23"/>
                                        </p:tgtEl>
                                        <p:attrNameLst>
                                          <p:attrName>style.visibility</p:attrName>
                                        </p:attrNameLst>
                                      </p:cBhvr>
                                      <p:to>
                                        <p:strVal val="visible"/>
                                      </p:to>
                                    </p:set>
                                    <p:animEffect transition="in" filter="fade">
                                      <p:cBhvr>
                                        <p:cTn id="17" dur="500"/>
                                        <p:tgtEl>
                                          <p:spTgt spid="23"/>
                                        </p:tgtEl>
                                      </p:cBhvr>
                                    </p:animEffect>
                                  </p:childTnLst>
                                </p:cTn>
                              </p:par>
                            </p:childTnLst>
                          </p:cTn>
                        </p:par>
                        <p:par>
                          <p:cTn id="18" fill="hold">
                            <p:stCondLst>
                              <p:cond delay="1500"/>
                            </p:stCondLst>
                            <p:childTnLst>
                              <p:par>
                                <p:cTn id="19" presetID="53" presetClass="entr" presetSubtype="16" fill="hold" grpId="0" nodeType="afterEffect">
                                  <p:stCondLst>
                                    <p:cond delay="0"/>
                                  </p:stCondLst>
                                  <p:childTnLst>
                                    <p:set>
                                      <p:cBhvr>
                                        <p:cTn id="20" dur="1" fill="hold">
                                          <p:stCondLst>
                                            <p:cond delay="0"/>
                                          </p:stCondLst>
                                        </p:cTn>
                                        <p:tgtEl>
                                          <p:spTgt spid="17"/>
                                        </p:tgtEl>
                                        <p:attrNameLst>
                                          <p:attrName>style.visibility</p:attrName>
                                        </p:attrNameLst>
                                      </p:cBhvr>
                                      <p:to>
                                        <p:strVal val="visible"/>
                                      </p:to>
                                    </p:set>
                                    <p:anim calcmode="lin" valueType="num">
                                      <p:cBhvr>
                                        <p:cTn id="21" dur="500" fill="hold"/>
                                        <p:tgtEl>
                                          <p:spTgt spid="17"/>
                                        </p:tgtEl>
                                        <p:attrNameLst>
                                          <p:attrName>ppt_w</p:attrName>
                                        </p:attrNameLst>
                                      </p:cBhvr>
                                      <p:tavLst>
                                        <p:tav tm="0">
                                          <p:val>
                                            <p:fltVal val="0"/>
                                          </p:val>
                                        </p:tav>
                                        <p:tav tm="100000">
                                          <p:val>
                                            <p:strVal val="#ppt_w"/>
                                          </p:val>
                                        </p:tav>
                                      </p:tavLst>
                                    </p:anim>
                                    <p:anim calcmode="lin" valueType="num">
                                      <p:cBhvr>
                                        <p:cTn id="22" dur="500" fill="hold"/>
                                        <p:tgtEl>
                                          <p:spTgt spid="17"/>
                                        </p:tgtEl>
                                        <p:attrNameLst>
                                          <p:attrName>ppt_h</p:attrName>
                                        </p:attrNameLst>
                                      </p:cBhvr>
                                      <p:tavLst>
                                        <p:tav tm="0">
                                          <p:val>
                                            <p:fltVal val="0"/>
                                          </p:val>
                                        </p:tav>
                                        <p:tav tm="100000">
                                          <p:val>
                                            <p:strVal val="#ppt_h"/>
                                          </p:val>
                                        </p:tav>
                                      </p:tavLst>
                                    </p:anim>
                                    <p:animEffect transition="in" filter="fade">
                                      <p:cBhvr>
                                        <p:cTn id="23" dur="500"/>
                                        <p:tgtEl>
                                          <p:spTgt spid="17"/>
                                        </p:tgtEl>
                                      </p:cBhvr>
                                    </p:animEffect>
                                  </p:childTnLst>
                                </p:cTn>
                              </p:par>
                            </p:childTnLst>
                          </p:cTn>
                        </p:par>
                        <p:par>
                          <p:cTn id="24" fill="hold">
                            <p:stCondLst>
                              <p:cond delay="2000"/>
                            </p:stCondLst>
                            <p:childTnLst>
                              <p:par>
                                <p:cTn id="25" presetID="53" presetClass="entr" presetSubtype="16" fill="hold" grpId="0" nodeType="afterEffect" nodePh="1">
                                  <p:stCondLst>
                                    <p:cond delay="0"/>
                                  </p:stCondLst>
                                  <p:endCondLst>
                                    <p:cond evt="begin" delay="0">
                                      <p:tn val="25"/>
                                    </p:cond>
                                  </p:endCondLst>
                                  <p:childTnLst>
                                    <p:set>
                                      <p:cBhvr>
                                        <p:cTn id="26" dur="1" fill="hold">
                                          <p:stCondLst>
                                            <p:cond delay="0"/>
                                          </p:stCondLst>
                                        </p:cTn>
                                        <p:tgtEl>
                                          <p:spTgt spid="15">
                                            <p:txEl>
                                              <p:pRg st="0" end="0"/>
                                            </p:txEl>
                                          </p:spTgt>
                                        </p:tgtEl>
                                        <p:attrNameLst>
                                          <p:attrName>style.visibility</p:attrName>
                                        </p:attrNameLst>
                                      </p:cBhvr>
                                      <p:to>
                                        <p:strVal val="visible"/>
                                      </p:to>
                                    </p:set>
                                    <p:anim calcmode="lin" valueType="num">
                                      <p:cBhvr>
                                        <p:cTn id="27" dur="500" fill="hold"/>
                                        <p:tgtEl>
                                          <p:spTgt spid="15">
                                            <p:txEl>
                                              <p:pRg st="0" end="0"/>
                                            </p:txEl>
                                          </p:spTgt>
                                        </p:tgtEl>
                                        <p:attrNameLst>
                                          <p:attrName>ppt_w</p:attrName>
                                        </p:attrNameLst>
                                      </p:cBhvr>
                                      <p:tavLst>
                                        <p:tav tm="0">
                                          <p:val>
                                            <p:fltVal val="0"/>
                                          </p:val>
                                        </p:tav>
                                        <p:tav tm="100000">
                                          <p:val>
                                            <p:strVal val="#ppt_w"/>
                                          </p:val>
                                        </p:tav>
                                      </p:tavLst>
                                    </p:anim>
                                    <p:anim calcmode="lin" valueType="num">
                                      <p:cBhvr>
                                        <p:cTn id="28" dur="500" fill="hold"/>
                                        <p:tgtEl>
                                          <p:spTgt spid="15">
                                            <p:txEl>
                                              <p:pRg st="0" end="0"/>
                                            </p:txEl>
                                          </p:spTgt>
                                        </p:tgtEl>
                                        <p:attrNameLst>
                                          <p:attrName>ppt_h</p:attrName>
                                        </p:attrNameLst>
                                      </p:cBhvr>
                                      <p:tavLst>
                                        <p:tav tm="0">
                                          <p:val>
                                            <p:fltVal val="0"/>
                                          </p:val>
                                        </p:tav>
                                        <p:tav tm="100000">
                                          <p:val>
                                            <p:strVal val="#ppt_h"/>
                                          </p:val>
                                        </p:tav>
                                      </p:tavLst>
                                    </p:anim>
                                    <p:animEffect transition="in" filter="fade">
                                      <p:cBhvr>
                                        <p:cTn id="29" dur="500"/>
                                        <p:tgtEl>
                                          <p:spTgt spid="15">
                                            <p:txEl>
                                              <p:pRg st="0" end="0"/>
                                            </p:txEl>
                                          </p:spTgt>
                                        </p:tgtEl>
                                      </p:cBhvr>
                                    </p:animEffect>
                                  </p:childTnLst>
                                </p:cTn>
                              </p:par>
                            </p:childTnLst>
                          </p:cTn>
                        </p:par>
                        <p:par>
                          <p:cTn id="30" fill="hold">
                            <p:stCondLst>
                              <p:cond delay="2500"/>
                            </p:stCondLst>
                            <p:childTnLst>
                              <p:par>
                                <p:cTn id="31" presetID="42" presetClass="entr" presetSubtype="0" fill="hold" grpId="0" nodeType="afterEffect" nodePh="1">
                                  <p:stCondLst>
                                    <p:cond delay="0"/>
                                  </p:stCondLst>
                                  <p:endCondLst>
                                    <p:cond evt="begin" delay="0">
                                      <p:tn val="31"/>
                                    </p:cond>
                                  </p:endCondLst>
                                  <p:childTnLst>
                                    <p:set>
                                      <p:cBhvr>
                                        <p:cTn id="32" dur="1" fill="hold">
                                          <p:stCondLst>
                                            <p:cond delay="0"/>
                                          </p:stCondLst>
                                        </p:cTn>
                                        <p:tgtEl>
                                          <p:spTgt spid="16">
                                            <p:txEl>
                                              <p:pRg st="0" end="0"/>
                                            </p:txEl>
                                          </p:spTgt>
                                        </p:tgtEl>
                                        <p:attrNameLst>
                                          <p:attrName>style.visibility</p:attrName>
                                        </p:attrNameLst>
                                      </p:cBhvr>
                                      <p:to>
                                        <p:strVal val="visible"/>
                                      </p:to>
                                    </p:set>
                                    <p:animEffect transition="in" filter="fade">
                                      <p:cBhvr>
                                        <p:cTn id="33" dur="500"/>
                                        <p:tgtEl>
                                          <p:spTgt spid="16">
                                            <p:txEl>
                                              <p:pRg st="0" end="0"/>
                                            </p:txEl>
                                          </p:spTgt>
                                        </p:tgtEl>
                                      </p:cBhvr>
                                    </p:animEffect>
                                    <p:anim calcmode="lin" valueType="num">
                                      <p:cBhvr>
                                        <p:cTn id="34" dur="500" fill="hold"/>
                                        <p:tgtEl>
                                          <p:spTgt spid="16">
                                            <p:txEl>
                                              <p:pRg st="0" end="0"/>
                                            </p:txEl>
                                          </p:spTgt>
                                        </p:tgtEl>
                                        <p:attrNameLst>
                                          <p:attrName>ppt_x</p:attrName>
                                        </p:attrNameLst>
                                      </p:cBhvr>
                                      <p:tavLst>
                                        <p:tav tm="0">
                                          <p:val>
                                            <p:strVal val="#ppt_x"/>
                                          </p:val>
                                        </p:tav>
                                        <p:tav tm="100000">
                                          <p:val>
                                            <p:strVal val="#ppt_x"/>
                                          </p:val>
                                        </p:tav>
                                      </p:tavLst>
                                    </p:anim>
                                    <p:anim calcmode="lin" valueType="num">
                                      <p:cBhvr>
                                        <p:cTn id="35" dur="500" fill="hold"/>
                                        <p:tgtEl>
                                          <p:spTgt spid="16">
                                            <p:txEl>
                                              <p:pRg st="0" end="0"/>
                                            </p:txEl>
                                          </p:spTgt>
                                        </p:tgtEl>
                                        <p:attrNameLst>
                                          <p:attrName>ppt_y</p:attrName>
                                        </p:attrNameLst>
                                      </p:cBhvr>
                                      <p:tavLst>
                                        <p:tav tm="0">
                                          <p:val>
                                            <p:strVal val="#ppt_y+.1"/>
                                          </p:val>
                                        </p:tav>
                                        <p:tav tm="100000">
                                          <p:val>
                                            <p:strVal val="#ppt_y"/>
                                          </p:val>
                                        </p:tav>
                                      </p:tavLst>
                                    </p:anim>
                                  </p:childTnLst>
                                </p:cTn>
                              </p:par>
                            </p:childTnLst>
                          </p:cTn>
                        </p:par>
                        <p:par>
                          <p:cTn id="36" fill="hold">
                            <p:stCondLst>
                              <p:cond delay="3000"/>
                            </p:stCondLst>
                            <p:childTnLst>
                              <p:par>
                                <p:cTn id="37" presetID="10" presetClass="entr" presetSubtype="0" fill="hold" grpId="0" nodeType="afterEffect">
                                  <p:stCondLst>
                                    <p:cond delay="0"/>
                                  </p:stCondLst>
                                  <p:childTnLst>
                                    <p:set>
                                      <p:cBhvr>
                                        <p:cTn id="38" dur="1" fill="hold">
                                          <p:stCondLst>
                                            <p:cond delay="0"/>
                                          </p:stCondLst>
                                        </p:cTn>
                                        <p:tgtEl>
                                          <p:spTgt spid="24"/>
                                        </p:tgtEl>
                                        <p:attrNameLst>
                                          <p:attrName>style.visibility</p:attrName>
                                        </p:attrNameLst>
                                      </p:cBhvr>
                                      <p:to>
                                        <p:strVal val="visible"/>
                                      </p:to>
                                    </p:set>
                                    <p:animEffect transition="in" filter="fade">
                                      <p:cBhvr>
                                        <p:cTn id="39" dur="500"/>
                                        <p:tgtEl>
                                          <p:spTgt spid="24"/>
                                        </p:tgtEl>
                                      </p:cBhvr>
                                    </p:animEffect>
                                  </p:childTnLst>
                                </p:cTn>
                              </p:par>
                            </p:childTnLst>
                          </p:cTn>
                        </p:par>
                        <p:par>
                          <p:cTn id="40" fill="hold">
                            <p:stCondLst>
                              <p:cond delay="3500"/>
                            </p:stCondLst>
                            <p:childTnLst>
                              <p:par>
                                <p:cTn id="41" presetID="53" presetClass="entr" presetSubtype="16" fill="hold" grpId="0" nodeType="afterEffect">
                                  <p:stCondLst>
                                    <p:cond delay="0"/>
                                  </p:stCondLst>
                                  <p:childTnLst>
                                    <p:set>
                                      <p:cBhvr>
                                        <p:cTn id="42" dur="1" fill="hold">
                                          <p:stCondLst>
                                            <p:cond delay="0"/>
                                          </p:stCondLst>
                                        </p:cTn>
                                        <p:tgtEl>
                                          <p:spTgt spid="25"/>
                                        </p:tgtEl>
                                        <p:attrNameLst>
                                          <p:attrName>style.visibility</p:attrName>
                                        </p:attrNameLst>
                                      </p:cBhvr>
                                      <p:to>
                                        <p:strVal val="visible"/>
                                      </p:to>
                                    </p:set>
                                    <p:anim calcmode="lin" valueType="num">
                                      <p:cBhvr>
                                        <p:cTn id="43" dur="500" fill="hold"/>
                                        <p:tgtEl>
                                          <p:spTgt spid="25"/>
                                        </p:tgtEl>
                                        <p:attrNameLst>
                                          <p:attrName>ppt_w</p:attrName>
                                        </p:attrNameLst>
                                      </p:cBhvr>
                                      <p:tavLst>
                                        <p:tav tm="0">
                                          <p:val>
                                            <p:fltVal val="0"/>
                                          </p:val>
                                        </p:tav>
                                        <p:tav tm="100000">
                                          <p:val>
                                            <p:strVal val="#ppt_w"/>
                                          </p:val>
                                        </p:tav>
                                      </p:tavLst>
                                    </p:anim>
                                    <p:anim calcmode="lin" valueType="num">
                                      <p:cBhvr>
                                        <p:cTn id="44" dur="500" fill="hold"/>
                                        <p:tgtEl>
                                          <p:spTgt spid="25"/>
                                        </p:tgtEl>
                                        <p:attrNameLst>
                                          <p:attrName>ppt_h</p:attrName>
                                        </p:attrNameLst>
                                      </p:cBhvr>
                                      <p:tavLst>
                                        <p:tav tm="0">
                                          <p:val>
                                            <p:fltVal val="0"/>
                                          </p:val>
                                        </p:tav>
                                        <p:tav tm="100000">
                                          <p:val>
                                            <p:strVal val="#ppt_h"/>
                                          </p:val>
                                        </p:tav>
                                      </p:tavLst>
                                    </p:anim>
                                    <p:animEffect transition="in" filter="fade">
                                      <p:cBhvr>
                                        <p:cTn id="45" dur="500"/>
                                        <p:tgtEl>
                                          <p:spTgt spid="25"/>
                                        </p:tgtEl>
                                      </p:cBhvr>
                                    </p:animEffect>
                                  </p:childTnLst>
                                </p:cTn>
                              </p:par>
                            </p:childTnLst>
                          </p:cTn>
                        </p:par>
                        <p:par>
                          <p:cTn id="46" fill="hold">
                            <p:stCondLst>
                              <p:cond delay="4000"/>
                            </p:stCondLst>
                            <p:childTnLst>
                              <p:par>
                                <p:cTn id="47" presetID="53" presetClass="entr" presetSubtype="16" fill="hold" grpId="0" nodeType="afterEffect" nodePh="1">
                                  <p:stCondLst>
                                    <p:cond delay="0"/>
                                  </p:stCondLst>
                                  <p:endCondLst>
                                    <p:cond evt="begin" delay="0">
                                      <p:tn val="47"/>
                                    </p:cond>
                                  </p:endCondLst>
                                  <p:childTnLst>
                                    <p:set>
                                      <p:cBhvr>
                                        <p:cTn id="48" dur="1" fill="hold">
                                          <p:stCondLst>
                                            <p:cond delay="0"/>
                                          </p:stCondLst>
                                        </p:cTn>
                                        <p:tgtEl>
                                          <p:spTgt spid="18">
                                            <p:txEl>
                                              <p:pRg st="0" end="0"/>
                                            </p:txEl>
                                          </p:spTgt>
                                        </p:tgtEl>
                                        <p:attrNameLst>
                                          <p:attrName>style.visibility</p:attrName>
                                        </p:attrNameLst>
                                      </p:cBhvr>
                                      <p:to>
                                        <p:strVal val="visible"/>
                                      </p:to>
                                    </p:set>
                                    <p:anim calcmode="lin" valueType="num">
                                      <p:cBhvr>
                                        <p:cTn id="49" dur="500" fill="hold"/>
                                        <p:tgtEl>
                                          <p:spTgt spid="18">
                                            <p:txEl>
                                              <p:pRg st="0" end="0"/>
                                            </p:txEl>
                                          </p:spTgt>
                                        </p:tgtEl>
                                        <p:attrNameLst>
                                          <p:attrName>ppt_w</p:attrName>
                                        </p:attrNameLst>
                                      </p:cBhvr>
                                      <p:tavLst>
                                        <p:tav tm="0">
                                          <p:val>
                                            <p:fltVal val="0"/>
                                          </p:val>
                                        </p:tav>
                                        <p:tav tm="100000">
                                          <p:val>
                                            <p:strVal val="#ppt_w"/>
                                          </p:val>
                                        </p:tav>
                                      </p:tavLst>
                                    </p:anim>
                                    <p:anim calcmode="lin" valueType="num">
                                      <p:cBhvr>
                                        <p:cTn id="50" dur="500" fill="hold"/>
                                        <p:tgtEl>
                                          <p:spTgt spid="18">
                                            <p:txEl>
                                              <p:pRg st="0" end="0"/>
                                            </p:txEl>
                                          </p:spTgt>
                                        </p:tgtEl>
                                        <p:attrNameLst>
                                          <p:attrName>ppt_h</p:attrName>
                                        </p:attrNameLst>
                                      </p:cBhvr>
                                      <p:tavLst>
                                        <p:tav tm="0">
                                          <p:val>
                                            <p:fltVal val="0"/>
                                          </p:val>
                                        </p:tav>
                                        <p:tav tm="100000">
                                          <p:val>
                                            <p:strVal val="#ppt_h"/>
                                          </p:val>
                                        </p:tav>
                                      </p:tavLst>
                                    </p:anim>
                                    <p:animEffect transition="in" filter="fade">
                                      <p:cBhvr>
                                        <p:cTn id="51" dur="500"/>
                                        <p:tgtEl>
                                          <p:spTgt spid="18">
                                            <p:txEl>
                                              <p:pRg st="0" end="0"/>
                                            </p:txEl>
                                          </p:spTgt>
                                        </p:tgtEl>
                                      </p:cBhvr>
                                    </p:animEffect>
                                  </p:childTnLst>
                                </p:cTn>
                              </p:par>
                            </p:childTnLst>
                          </p:cTn>
                        </p:par>
                        <p:par>
                          <p:cTn id="52" fill="hold">
                            <p:stCondLst>
                              <p:cond delay="4500"/>
                            </p:stCondLst>
                            <p:childTnLst>
                              <p:par>
                                <p:cTn id="53" presetID="42" presetClass="entr" presetSubtype="0" fill="hold" grpId="0" nodeType="afterEffect" nodePh="1">
                                  <p:stCondLst>
                                    <p:cond delay="0"/>
                                  </p:stCondLst>
                                  <p:endCondLst>
                                    <p:cond evt="begin" delay="0">
                                      <p:tn val="53"/>
                                    </p:cond>
                                  </p:endCondLst>
                                  <p:childTnLst>
                                    <p:set>
                                      <p:cBhvr>
                                        <p:cTn id="54" dur="1" fill="hold">
                                          <p:stCondLst>
                                            <p:cond delay="0"/>
                                          </p:stCondLst>
                                        </p:cTn>
                                        <p:tgtEl>
                                          <p:spTgt spid="19">
                                            <p:txEl>
                                              <p:pRg st="0" end="0"/>
                                            </p:txEl>
                                          </p:spTgt>
                                        </p:tgtEl>
                                        <p:attrNameLst>
                                          <p:attrName>style.visibility</p:attrName>
                                        </p:attrNameLst>
                                      </p:cBhvr>
                                      <p:to>
                                        <p:strVal val="visible"/>
                                      </p:to>
                                    </p:set>
                                    <p:animEffect transition="in" filter="fade">
                                      <p:cBhvr>
                                        <p:cTn id="55" dur="500"/>
                                        <p:tgtEl>
                                          <p:spTgt spid="19">
                                            <p:txEl>
                                              <p:pRg st="0" end="0"/>
                                            </p:txEl>
                                          </p:spTgt>
                                        </p:tgtEl>
                                      </p:cBhvr>
                                    </p:animEffect>
                                    <p:anim calcmode="lin" valueType="num">
                                      <p:cBhvr>
                                        <p:cTn id="56" dur="500" fill="hold"/>
                                        <p:tgtEl>
                                          <p:spTgt spid="19">
                                            <p:txEl>
                                              <p:pRg st="0" end="0"/>
                                            </p:txEl>
                                          </p:spTgt>
                                        </p:tgtEl>
                                        <p:attrNameLst>
                                          <p:attrName>ppt_x</p:attrName>
                                        </p:attrNameLst>
                                      </p:cBhvr>
                                      <p:tavLst>
                                        <p:tav tm="0">
                                          <p:val>
                                            <p:strVal val="#ppt_x"/>
                                          </p:val>
                                        </p:tav>
                                        <p:tav tm="100000">
                                          <p:val>
                                            <p:strVal val="#ppt_x"/>
                                          </p:val>
                                        </p:tav>
                                      </p:tavLst>
                                    </p:anim>
                                    <p:anim calcmode="lin" valueType="num">
                                      <p:cBhvr>
                                        <p:cTn id="57" dur="500" fill="hold"/>
                                        <p:tgtEl>
                                          <p:spTgt spid="19">
                                            <p:txEl>
                                              <p:pRg st="0" end="0"/>
                                            </p:txEl>
                                          </p:spTgt>
                                        </p:tgtEl>
                                        <p:attrNameLst>
                                          <p:attrName>ppt_y</p:attrName>
                                        </p:attrNameLst>
                                      </p:cBhvr>
                                      <p:tavLst>
                                        <p:tav tm="0">
                                          <p:val>
                                            <p:strVal val="#ppt_y+.1"/>
                                          </p:val>
                                        </p:tav>
                                        <p:tav tm="100000">
                                          <p:val>
                                            <p:strVal val="#ppt_y"/>
                                          </p:val>
                                        </p:tav>
                                      </p:tavLst>
                                    </p:anim>
                                  </p:childTnLst>
                                </p:cTn>
                              </p:par>
                            </p:childTnLst>
                          </p:cTn>
                        </p:par>
                        <p:par>
                          <p:cTn id="58" fill="hold">
                            <p:stCondLst>
                              <p:cond delay="5000"/>
                            </p:stCondLst>
                            <p:childTnLst>
                              <p:par>
                                <p:cTn id="59" presetID="10" presetClass="entr" presetSubtype="0" fill="hold" grpId="0" nodeType="afterEffect">
                                  <p:stCondLst>
                                    <p:cond delay="0"/>
                                  </p:stCondLst>
                                  <p:childTnLst>
                                    <p:set>
                                      <p:cBhvr>
                                        <p:cTn id="60" dur="1" fill="hold">
                                          <p:stCondLst>
                                            <p:cond delay="0"/>
                                          </p:stCondLst>
                                        </p:cTn>
                                        <p:tgtEl>
                                          <p:spTgt spid="28"/>
                                        </p:tgtEl>
                                        <p:attrNameLst>
                                          <p:attrName>style.visibility</p:attrName>
                                        </p:attrNameLst>
                                      </p:cBhvr>
                                      <p:to>
                                        <p:strVal val="visible"/>
                                      </p:to>
                                    </p:set>
                                    <p:animEffect transition="in" filter="fade">
                                      <p:cBhvr>
                                        <p:cTn id="61" dur="500"/>
                                        <p:tgtEl>
                                          <p:spTgt spid="28"/>
                                        </p:tgtEl>
                                      </p:cBhvr>
                                    </p:animEffect>
                                  </p:childTnLst>
                                </p:cTn>
                              </p:par>
                            </p:childTnLst>
                          </p:cTn>
                        </p:par>
                        <p:par>
                          <p:cTn id="62" fill="hold">
                            <p:stCondLst>
                              <p:cond delay="5500"/>
                            </p:stCondLst>
                            <p:childTnLst>
                              <p:par>
                                <p:cTn id="63" presetID="53" presetClass="entr" presetSubtype="16" fill="hold" grpId="0" nodeType="afterEffect">
                                  <p:stCondLst>
                                    <p:cond delay="0"/>
                                  </p:stCondLst>
                                  <p:childTnLst>
                                    <p:set>
                                      <p:cBhvr>
                                        <p:cTn id="64" dur="1" fill="hold">
                                          <p:stCondLst>
                                            <p:cond delay="0"/>
                                          </p:stCondLst>
                                        </p:cTn>
                                        <p:tgtEl>
                                          <p:spTgt spid="29"/>
                                        </p:tgtEl>
                                        <p:attrNameLst>
                                          <p:attrName>style.visibility</p:attrName>
                                        </p:attrNameLst>
                                      </p:cBhvr>
                                      <p:to>
                                        <p:strVal val="visible"/>
                                      </p:to>
                                    </p:set>
                                    <p:anim calcmode="lin" valueType="num">
                                      <p:cBhvr>
                                        <p:cTn id="65" dur="500" fill="hold"/>
                                        <p:tgtEl>
                                          <p:spTgt spid="29"/>
                                        </p:tgtEl>
                                        <p:attrNameLst>
                                          <p:attrName>ppt_w</p:attrName>
                                        </p:attrNameLst>
                                      </p:cBhvr>
                                      <p:tavLst>
                                        <p:tav tm="0">
                                          <p:val>
                                            <p:fltVal val="0"/>
                                          </p:val>
                                        </p:tav>
                                        <p:tav tm="100000">
                                          <p:val>
                                            <p:strVal val="#ppt_w"/>
                                          </p:val>
                                        </p:tav>
                                      </p:tavLst>
                                    </p:anim>
                                    <p:anim calcmode="lin" valueType="num">
                                      <p:cBhvr>
                                        <p:cTn id="66" dur="500" fill="hold"/>
                                        <p:tgtEl>
                                          <p:spTgt spid="29"/>
                                        </p:tgtEl>
                                        <p:attrNameLst>
                                          <p:attrName>ppt_h</p:attrName>
                                        </p:attrNameLst>
                                      </p:cBhvr>
                                      <p:tavLst>
                                        <p:tav tm="0">
                                          <p:val>
                                            <p:fltVal val="0"/>
                                          </p:val>
                                        </p:tav>
                                        <p:tav tm="100000">
                                          <p:val>
                                            <p:strVal val="#ppt_h"/>
                                          </p:val>
                                        </p:tav>
                                      </p:tavLst>
                                    </p:anim>
                                    <p:animEffect transition="in" filter="fade">
                                      <p:cBhvr>
                                        <p:cTn id="67" dur="500"/>
                                        <p:tgtEl>
                                          <p:spTgt spid="29"/>
                                        </p:tgtEl>
                                      </p:cBhvr>
                                    </p:animEffect>
                                  </p:childTnLst>
                                </p:cTn>
                              </p:par>
                            </p:childTnLst>
                          </p:cTn>
                        </p:par>
                        <p:par>
                          <p:cTn id="68" fill="hold">
                            <p:stCondLst>
                              <p:cond delay="6000"/>
                            </p:stCondLst>
                            <p:childTnLst>
                              <p:par>
                                <p:cTn id="69" presetID="53" presetClass="entr" presetSubtype="16" fill="hold" grpId="0" nodeType="afterEffect" nodePh="1">
                                  <p:stCondLst>
                                    <p:cond delay="0"/>
                                  </p:stCondLst>
                                  <p:endCondLst>
                                    <p:cond evt="begin" delay="0">
                                      <p:tn val="69"/>
                                    </p:cond>
                                  </p:endCondLst>
                                  <p:childTnLst>
                                    <p:set>
                                      <p:cBhvr>
                                        <p:cTn id="70" dur="1" fill="hold">
                                          <p:stCondLst>
                                            <p:cond delay="0"/>
                                          </p:stCondLst>
                                        </p:cTn>
                                        <p:tgtEl>
                                          <p:spTgt spid="20">
                                            <p:txEl>
                                              <p:pRg st="0" end="0"/>
                                            </p:txEl>
                                          </p:spTgt>
                                        </p:tgtEl>
                                        <p:attrNameLst>
                                          <p:attrName>style.visibility</p:attrName>
                                        </p:attrNameLst>
                                      </p:cBhvr>
                                      <p:to>
                                        <p:strVal val="visible"/>
                                      </p:to>
                                    </p:set>
                                    <p:anim calcmode="lin" valueType="num">
                                      <p:cBhvr>
                                        <p:cTn id="71" dur="500" fill="hold"/>
                                        <p:tgtEl>
                                          <p:spTgt spid="20">
                                            <p:txEl>
                                              <p:pRg st="0" end="0"/>
                                            </p:txEl>
                                          </p:spTgt>
                                        </p:tgtEl>
                                        <p:attrNameLst>
                                          <p:attrName>ppt_w</p:attrName>
                                        </p:attrNameLst>
                                      </p:cBhvr>
                                      <p:tavLst>
                                        <p:tav tm="0">
                                          <p:val>
                                            <p:fltVal val="0"/>
                                          </p:val>
                                        </p:tav>
                                        <p:tav tm="100000">
                                          <p:val>
                                            <p:strVal val="#ppt_w"/>
                                          </p:val>
                                        </p:tav>
                                      </p:tavLst>
                                    </p:anim>
                                    <p:anim calcmode="lin" valueType="num">
                                      <p:cBhvr>
                                        <p:cTn id="72" dur="500" fill="hold"/>
                                        <p:tgtEl>
                                          <p:spTgt spid="20">
                                            <p:txEl>
                                              <p:pRg st="0" end="0"/>
                                            </p:txEl>
                                          </p:spTgt>
                                        </p:tgtEl>
                                        <p:attrNameLst>
                                          <p:attrName>ppt_h</p:attrName>
                                        </p:attrNameLst>
                                      </p:cBhvr>
                                      <p:tavLst>
                                        <p:tav tm="0">
                                          <p:val>
                                            <p:fltVal val="0"/>
                                          </p:val>
                                        </p:tav>
                                        <p:tav tm="100000">
                                          <p:val>
                                            <p:strVal val="#ppt_h"/>
                                          </p:val>
                                        </p:tav>
                                      </p:tavLst>
                                    </p:anim>
                                    <p:animEffect transition="in" filter="fade">
                                      <p:cBhvr>
                                        <p:cTn id="73" dur="500"/>
                                        <p:tgtEl>
                                          <p:spTgt spid="20">
                                            <p:txEl>
                                              <p:pRg st="0" end="0"/>
                                            </p:txEl>
                                          </p:spTgt>
                                        </p:tgtEl>
                                      </p:cBhvr>
                                    </p:animEffect>
                                  </p:childTnLst>
                                </p:cTn>
                              </p:par>
                            </p:childTnLst>
                          </p:cTn>
                        </p:par>
                        <p:par>
                          <p:cTn id="74" fill="hold">
                            <p:stCondLst>
                              <p:cond delay="6500"/>
                            </p:stCondLst>
                            <p:childTnLst>
                              <p:par>
                                <p:cTn id="75" presetID="42" presetClass="entr" presetSubtype="0" fill="hold" grpId="0" nodeType="afterEffect" nodePh="1">
                                  <p:stCondLst>
                                    <p:cond delay="0"/>
                                  </p:stCondLst>
                                  <p:endCondLst>
                                    <p:cond evt="begin" delay="0">
                                      <p:tn val="75"/>
                                    </p:cond>
                                  </p:endCondLst>
                                  <p:childTnLst>
                                    <p:set>
                                      <p:cBhvr>
                                        <p:cTn id="76" dur="1" fill="hold">
                                          <p:stCondLst>
                                            <p:cond delay="0"/>
                                          </p:stCondLst>
                                        </p:cTn>
                                        <p:tgtEl>
                                          <p:spTgt spid="21">
                                            <p:txEl>
                                              <p:pRg st="0" end="0"/>
                                            </p:txEl>
                                          </p:spTgt>
                                        </p:tgtEl>
                                        <p:attrNameLst>
                                          <p:attrName>style.visibility</p:attrName>
                                        </p:attrNameLst>
                                      </p:cBhvr>
                                      <p:to>
                                        <p:strVal val="visible"/>
                                      </p:to>
                                    </p:set>
                                    <p:animEffect transition="in" filter="fade">
                                      <p:cBhvr>
                                        <p:cTn id="77" dur="500"/>
                                        <p:tgtEl>
                                          <p:spTgt spid="21">
                                            <p:txEl>
                                              <p:pRg st="0" end="0"/>
                                            </p:txEl>
                                          </p:spTgt>
                                        </p:tgtEl>
                                      </p:cBhvr>
                                    </p:animEffect>
                                    <p:anim calcmode="lin" valueType="num">
                                      <p:cBhvr>
                                        <p:cTn id="78" dur="500" fill="hold"/>
                                        <p:tgtEl>
                                          <p:spTgt spid="21">
                                            <p:txEl>
                                              <p:pRg st="0" end="0"/>
                                            </p:txEl>
                                          </p:spTgt>
                                        </p:tgtEl>
                                        <p:attrNameLst>
                                          <p:attrName>ppt_x</p:attrName>
                                        </p:attrNameLst>
                                      </p:cBhvr>
                                      <p:tavLst>
                                        <p:tav tm="0">
                                          <p:val>
                                            <p:strVal val="#ppt_x"/>
                                          </p:val>
                                        </p:tav>
                                        <p:tav tm="100000">
                                          <p:val>
                                            <p:strVal val="#ppt_x"/>
                                          </p:val>
                                        </p:tav>
                                      </p:tavLst>
                                    </p:anim>
                                    <p:anim calcmode="lin" valueType="num">
                                      <p:cBhvr>
                                        <p:cTn id="79" dur="500" fill="hold"/>
                                        <p:tgtEl>
                                          <p:spTgt spid="21">
                                            <p:txEl>
                                              <p:pRg st="0" end="0"/>
                                            </p:txEl>
                                          </p:spTgt>
                                        </p:tgtEl>
                                        <p:attrNameLst>
                                          <p:attrName>ppt_y</p:attrName>
                                        </p:attrNameLst>
                                      </p:cBhvr>
                                      <p:tavLst>
                                        <p:tav tm="0">
                                          <p:val>
                                            <p:strVal val="#ppt_y+.1"/>
                                          </p:val>
                                        </p:tav>
                                        <p:tav tm="100000">
                                          <p:val>
                                            <p:strVal val="#ppt_y"/>
                                          </p:val>
                                        </p:tav>
                                      </p:tavLst>
                                    </p:anim>
                                  </p:childTnLst>
                                </p:cTn>
                              </p:par>
                            </p:childTnLst>
                          </p:cTn>
                        </p:par>
                        <p:par>
                          <p:cTn id="80" fill="hold">
                            <p:stCondLst>
                              <p:cond delay="7000"/>
                            </p:stCondLst>
                            <p:childTnLst>
                              <p:par>
                                <p:cTn id="81" presetID="10" presetClass="entr" presetSubtype="0" fill="hold" grpId="0" nodeType="afterEffect">
                                  <p:stCondLst>
                                    <p:cond delay="0"/>
                                  </p:stCondLst>
                                  <p:childTnLst>
                                    <p:set>
                                      <p:cBhvr>
                                        <p:cTn id="82" dur="1" fill="hold">
                                          <p:stCondLst>
                                            <p:cond delay="0"/>
                                          </p:stCondLst>
                                        </p:cTn>
                                        <p:tgtEl>
                                          <p:spTgt spid="26"/>
                                        </p:tgtEl>
                                        <p:attrNameLst>
                                          <p:attrName>style.visibility</p:attrName>
                                        </p:attrNameLst>
                                      </p:cBhvr>
                                      <p:to>
                                        <p:strVal val="visible"/>
                                      </p:to>
                                    </p:set>
                                    <p:animEffect transition="in" filter="fade">
                                      <p:cBhvr>
                                        <p:cTn id="83" dur="500"/>
                                        <p:tgtEl>
                                          <p:spTgt spid="26"/>
                                        </p:tgtEl>
                                      </p:cBhvr>
                                    </p:animEffect>
                                  </p:childTnLst>
                                </p:cTn>
                              </p:par>
                            </p:childTnLst>
                          </p:cTn>
                        </p:par>
                        <p:par>
                          <p:cTn id="84" fill="hold">
                            <p:stCondLst>
                              <p:cond delay="7500"/>
                            </p:stCondLst>
                            <p:childTnLst>
                              <p:par>
                                <p:cTn id="85" presetID="53" presetClass="entr" presetSubtype="16" fill="hold" grpId="0" nodeType="afterEffect">
                                  <p:stCondLst>
                                    <p:cond delay="0"/>
                                  </p:stCondLst>
                                  <p:childTnLst>
                                    <p:set>
                                      <p:cBhvr>
                                        <p:cTn id="86" dur="1" fill="hold">
                                          <p:stCondLst>
                                            <p:cond delay="0"/>
                                          </p:stCondLst>
                                        </p:cTn>
                                        <p:tgtEl>
                                          <p:spTgt spid="27"/>
                                        </p:tgtEl>
                                        <p:attrNameLst>
                                          <p:attrName>style.visibility</p:attrName>
                                        </p:attrNameLst>
                                      </p:cBhvr>
                                      <p:to>
                                        <p:strVal val="visible"/>
                                      </p:to>
                                    </p:set>
                                    <p:anim calcmode="lin" valueType="num">
                                      <p:cBhvr>
                                        <p:cTn id="87" dur="500" fill="hold"/>
                                        <p:tgtEl>
                                          <p:spTgt spid="27"/>
                                        </p:tgtEl>
                                        <p:attrNameLst>
                                          <p:attrName>ppt_w</p:attrName>
                                        </p:attrNameLst>
                                      </p:cBhvr>
                                      <p:tavLst>
                                        <p:tav tm="0">
                                          <p:val>
                                            <p:fltVal val="0"/>
                                          </p:val>
                                        </p:tav>
                                        <p:tav tm="100000">
                                          <p:val>
                                            <p:strVal val="#ppt_w"/>
                                          </p:val>
                                        </p:tav>
                                      </p:tavLst>
                                    </p:anim>
                                    <p:anim calcmode="lin" valueType="num">
                                      <p:cBhvr>
                                        <p:cTn id="88" dur="500" fill="hold"/>
                                        <p:tgtEl>
                                          <p:spTgt spid="27"/>
                                        </p:tgtEl>
                                        <p:attrNameLst>
                                          <p:attrName>ppt_h</p:attrName>
                                        </p:attrNameLst>
                                      </p:cBhvr>
                                      <p:tavLst>
                                        <p:tav tm="0">
                                          <p:val>
                                            <p:fltVal val="0"/>
                                          </p:val>
                                        </p:tav>
                                        <p:tav tm="100000">
                                          <p:val>
                                            <p:strVal val="#ppt_h"/>
                                          </p:val>
                                        </p:tav>
                                      </p:tavLst>
                                    </p:anim>
                                    <p:animEffect transition="in" filter="fade">
                                      <p:cBhvr>
                                        <p:cTn id="89" dur="500"/>
                                        <p:tgtEl>
                                          <p:spTgt spid="27"/>
                                        </p:tgtEl>
                                      </p:cBhvr>
                                    </p:animEffect>
                                  </p:childTnLst>
                                </p:cTn>
                              </p:par>
                            </p:childTnLst>
                          </p:cTn>
                        </p:par>
                        <p:par>
                          <p:cTn id="90" fill="hold">
                            <p:stCondLst>
                              <p:cond delay="8000"/>
                            </p:stCondLst>
                            <p:childTnLst>
                              <p:par>
                                <p:cTn id="91" presetID="53" presetClass="entr" presetSubtype="16" fill="hold" grpId="0" nodeType="afterEffect" nodePh="1">
                                  <p:stCondLst>
                                    <p:cond delay="0"/>
                                  </p:stCondLst>
                                  <p:endCondLst>
                                    <p:cond evt="begin" delay="0">
                                      <p:tn val="91"/>
                                    </p:cond>
                                  </p:endCondLst>
                                  <p:childTnLst>
                                    <p:set>
                                      <p:cBhvr>
                                        <p:cTn id="92" dur="1" fill="hold">
                                          <p:stCondLst>
                                            <p:cond delay="0"/>
                                          </p:stCondLst>
                                        </p:cTn>
                                        <p:tgtEl>
                                          <p:spTgt spid="22">
                                            <p:txEl>
                                              <p:pRg st="0" end="0"/>
                                            </p:txEl>
                                          </p:spTgt>
                                        </p:tgtEl>
                                        <p:attrNameLst>
                                          <p:attrName>style.visibility</p:attrName>
                                        </p:attrNameLst>
                                      </p:cBhvr>
                                      <p:to>
                                        <p:strVal val="visible"/>
                                      </p:to>
                                    </p:set>
                                    <p:anim calcmode="lin" valueType="num">
                                      <p:cBhvr>
                                        <p:cTn id="93" dur="500" fill="hold"/>
                                        <p:tgtEl>
                                          <p:spTgt spid="22">
                                            <p:txEl>
                                              <p:pRg st="0" end="0"/>
                                            </p:txEl>
                                          </p:spTgt>
                                        </p:tgtEl>
                                        <p:attrNameLst>
                                          <p:attrName>ppt_w</p:attrName>
                                        </p:attrNameLst>
                                      </p:cBhvr>
                                      <p:tavLst>
                                        <p:tav tm="0">
                                          <p:val>
                                            <p:fltVal val="0"/>
                                          </p:val>
                                        </p:tav>
                                        <p:tav tm="100000">
                                          <p:val>
                                            <p:strVal val="#ppt_w"/>
                                          </p:val>
                                        </p:tav>
                                      </p:tavLst>
                                    </p:anim>
                                    <p:anim calcmode="lin" valueType="num">
                                      <p:cBhvr>
                                        <p:cTn id="94" dur="500" fill="hold"/>
                                        <p:tgtEl>
                                          <p:spTgt spid="22">
                                            <p:txEl>
                                              <p:pRg st="0" end="0"/>
                                            </p:txEl>
                                          </p:spTgt>
                                        </p:tgtEl>
                                        <p:attrNameLst>
                                          <p:attrName>ppt_h</p:attrName>
                                        </p:attrNameLst>
                                      </p:cBhvr>
                                      <p:tavLst>
                                        <p:tav tm="0">
                                          <p:val>
                                            <p:fltVal val="0"/>
                                          </p:val>
                                        </p:tav>
                                        <p:tav tm="100000">
                                          <p:val>
                                            <p:strVal val="#ppt_h"/>
                                          </p:val>
                                        </p:tav>
                                      </p:tavLst>
                                    </p:anim>
                                    <p:animEffect transition="in" filter="fade">
                                      <p:cBhvr>
                                        <p:cTn id="95" dur="500"/>
                                        <p:tgtEl>
                                          <p:spTgt spid="22">
                                            <p:txEl>
                                              <p:pRg st="0" end="0"/>
                                            </p:txEl>
                                          </p:spTgt>
                                        </p:tgtEl>
                                      </p:cBhvr>
                                    </p:animEffect>
                                  </p:childTnLst>
                                </p:cTn>
                              </p:par>
                            </p:childTnLst>
                          </p:cTn>
                        </p:par>
                        <p:par>
                          <p:cTn id="96" fill="hold">
                            <p:stCondLst>
                              <p:cond delay="8500"/>
                            </p:stCondLst>
                            <p:childTnLst>
                              <p:par>
                                <p:cTn id="97" presetID="42" presetClass="entr" presetSubtype="0" fill="hold" grpId="0" nodeType="afterEffect" nodePh="1">
                                  <p:stCondLst>
                                    <p:cond delay="0"/>
                                  </p:stCondLst>
                                  <p:endCondLst>
                                    <p:cond evt="begin" delay="0">
                                      <p:tn val="97"/>
                                    </p:cond>
                                  </p:endCondLst>
                                  <p:childTnLst>
                                    <p:set>
                                      <p:cBhvr>
                                        <p:cTn id="98" dur="1" fill="hold">
                                          <p:stCondLst>
                                            <p:cond delay="0"/>
                                          </p:stCondLst>
                                        </p:cTn>
                                        <p:tgtEl>
                                          <p:spTgt spid="30">
                                            <p:txEl>
                                              <p:pRg st="0" end="0"/>
                                            </p:txEl>
                                          </p:spTgt>
                                        </p:tgtEl>
                                        <p:attrNameLst>
                                          <p:attrName>style.visibility</p:attrName>
                                        </p:attrNameLst>
                                      </p:cBhvr>
                                      <p:to>
                                        <p:strVal val="visible"/>
                                      </p:to>
                                    </p:set>
                                    <p:animEffect transition="in" filter="fade">
                                      <p:cBhvr>
                                        <p:cTn id="99" dur="500"/>
                                        <p:tgtEl>
                                          <p:spTgt spid="30">
                                            <p:txEl>
                                              <p:pRg st="0" end="0"/>
                                            </p:txEl>
                                          </p:spTgt>
                                        </p:tgtEl>
                                      </p:cBhvr>
                                    </p:animEffect>
                                    <p:anim calcmode="lin" valueType="num">
                                      <p:cBhvr>
                                        <p:cTn id="100" dur="500" fill="hold"/>
                                        <p:tgtEl>
                                          <p:spTgt spid="30">
                                            <p:txEl>
                                              <p:pRg st="0" end="0"/>
                                            </p:txEl>
                                          </p:spTgt>
                                        </p:tgtEl>
                                        <p:attrNameLst>
                                          <p:attrName>ppt_x</p:attrName>
                                        </p:attrNameLst>
                                      </p:cBhvr>
                                      <p:tavLst>
                                        <p:tav tm="0">
                                          <p:val>
                                            <p:strVal val="#ppt_x"/>
                                          </p:val>
                                        </p:tav>
                                        <p:tav tm="100000">
                                          <p:val>
                                            <p:strVal val="#ppt_x"/>
                                          </p:val>
                                        </p:tav>
                                      </p:tavLst>
                                    </p:anim>
                                    <p:anim calcmode="lin" valueType="num">
                                      <p:cBhvr>
                                        <p:cTn id="101" dur="500" fill="hold"/>
                                        <p:tgtEl>
                                          <p:spTgt spid="30">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23" grpId="0" animBg="1"/>
      <p:bldP spid="17" grpId="0" animBg="1"/>
      <p:bldP spid="24" grpId="0" animBg="1"/>
      <p:bldP spid="25" grpId="0" animBg="1"/>
      <p:bldP spid="26" grpId="0" animBg="1"/>
      <p:bldP spid="27" grpId="0" animBg="1"/>
      <p:bldP spid="28" grpId="0" animBg="1"/>
      <p:bldP spid="29" grpId="0" animBg="1"/>
      <p:bldP spid="15"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5"/>
                        </p:tgtEl>
                        <p:attrNameLst>
                          <p:attrName>style.visibility</p:attrName>
                        </p:attrNameLst>
                      </p:cBhvr>
                      <p:to>
                        <p:strVal val="visible"/>
                      </p:to>
                    </p:set>
                    <p:anim calcmode="lin" valueType="num">
                      <p:cBhvr>
                        <p:cTn dur="500" fill="hold"/>
                        <p:tgtEl>
                          <p:spTgt spid="15"/>
                        </p:tgtEl>
                        <p:attrNameLst>
                          <p:attrName>ppt_w</p:attrName>
                        </p:attrNameLst>
                      </p:cBhvr>
                      <p:tavLst>
                        <p:tav tm="0">
                          <p:val>
                            <p:fltVal val="0"/>
                          </p:val>
                        </p:tav>
                        <p:tav tm="100000">
                          <p:val>
                            <p:strVal val="#ppt_w"/>
                          </p:val>
                        </p:tav>
                      </p:tavLst>
                    </p:anim>
                    <p:anim calcmode="lin" valueType="num">
                      <p:cBhvr>
                        <p:cTn dur="500" fill="hold"/>
                        <p:tgtEl>
                          <p:spTgt spid="15"/>
                        </p:tgtEl>
                        <p:attrNameLst>
                          <p:attrName>ppt_h</p:attrName>
                        </p:attrNameLst>
                      </p:cBhvr>
                      <p:tavLst>
                        <p:tav tm="0">
                          <p:val>
                            <p:fltVal val="0"/>
                          </p:val>
                        </p:tav>
                        <p:tav tm="100000">
                          <p:val>
                            <p:strVal val="#ppt_h"/>
                          </p:val>
                        </p:tav>
                      </p:tavLst>
                    </p:anim>
                    <p:animEffect transition="in" filter="fade">
                      <p:cBhvr>
                        <p:cTn dur="500"/>
                        <p:tgtEl>
                          <p:spTgt spid="15"/>
                        </p:tgtEl>
                      </p:cBhvr>
                    </p:animEffect>
                  </p:childTnLst>
                </p:cTn>
              </p:par>
            </p:tnLst>
          </p:tmpl>
        </p:tmplLst>
      </p:bldP>
      <p:bldP spid="16"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6"/>
                        </p:tgtEl>
                        <p:attrNameLst>
                          <p:attrName>style.visibility</p:attrName>
                        </p:attrNameLst>
                      </p:cBhvr>
                      <p:to>
                        <p:strVal val="visible"/>
                      </p:to>
                    </p:set>
                    <p:animEffect transition="in" filter="fade">
                      <p:cBhvr>
                        <p:cTn dur="500"/>
                        <p:tgtEl>
                          <p:spTgt spid="16"/>
                        </p:tgtEl>
                      </p:cBhvr>
                    </p:animEffect>
                    <p:anim calcmode="lin" valueType="num">
                      <p:cBhvr>
                        <p:cTn dur="500" fill="hold"/>
                        <p:tgtEl>
                          <p:spTgt spid="16"/>
                        </p:tgtEl>
                        <p:attrNameLst>
                          <p:attrName>ppt_x</p:attrName>
                        </p:attrNameLst>
                      </p:cBhvr>
                      <p:tavLst>
                        <p:tav tm="0">
                          <p:val>
                            <p:strVal val="#ppt_x"/>
                          </p:val>
                        </p:tav>
                        <p:tav tm="100000">
                          <p:val>
                            <p:strVal val="#ppt_x"/>
                          </p:val>
                        </p:tav>
                      </p:tavLst>
                    </p:anim>
                    <p:anim calcmode="lin" valueType="num">
                      <p:cBhvr>
                        <p:cTn dur="500" fill="hold"/>
                        <p:tgtEl>
                          <p:spTgt spid="16"/>
                        </p:tgtEl>
                        <p:attrNameLst>
                          <p:attrName>ppt_y</p:attrName>
                        </p:attrNameLst>
                      </p:cBhvr>
                      <p:tavLst>
                        <p:tav tm="0">
                          <p:val>
                            <p:strVal val="#ppt_y+.1"/>
                          </p:val>
                        </p:tav>
                        <p:tav tm="100000">
                          <p:val>
                            <p:strVal val="#ppt_y"/>
                          </p:val>
                        </p:tav>
                      </p:tavLst>
                    </p:anim>
                  </p:childTnLst>
                </p:cTn>
              </p:par>
            </p:tnLst>
          </p:tmpl>
        </p:tmplLst>
      </p:bldP>
      <p:bldP spid="18"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8"/>
                        </p:tgtEl>
                        <p:attrNameLst>
                          <p:attrName>style.visibility</p:attrName>
                        </p:attrNameLst>
                      </p:cBhvr>
                      <p:to>
                        <p:strVal val="visible"/>
                      </p:to>
                    </p:set>
                    <p:anim calcmode="lin" valueType="num">
                      <p:cBhvr>
                        <p:cTn dur="500" fill="hold"/>
                        <p:tgtEl>
                          <p:spTgt spid="18"/>
                        </p:tgtEl>
                        <p:attrNameLst>
                          <p:attrName>ppt_w</p:attrName>
                        </p:attrNameLst>
                      </p:cBhvr>
                      <p:tavLst>
                        <p:tav tm="0">
                          <p:val>
                            <p:fltVal val="0"/>
                          </p:val>
                        </p:tav>
                        <p:tav tm="100000">
                          <p:val>
                            <p:strVal val="#ppt_w"/>
                          </p:val>
                        </p:tav>
                      </p:tavLst>
                    </p:anim>
                    <p:anim calcmode="lin" valueType="num">
                      <p:cBhvr>
                        <p:cTn dur="500" fill="hold"/>
                        <p:tgtEl>
                          <p:spTgt spid="18"/>
                        </p:tgtEl>
                        <p:attrNameLst>
                          <p:attrName>ppt_h</p:attrName>
                        </p:attrNameLst>
                      </p:cBhvr>
                      <p:tavLst>
                        <p:tav tm="0">
                          <p:val>
                            <p:fltVal val="0"/>
                          </p:val>
                        </p:tav>
                        <p:tav tm="100000">
                          <p:val>
                            <p:strVal val="#ppt_h"/>
                          </p:val>
                        </p:tav>
                      </p:tavLst>
                    </p:anim>
                    <p:animEffect transition="in" filter="fade">
                      <p:cBhvr>
                        <p:cTn dur="500"/>
                        <p:tgtEl>
                          <p:spTgt spid="18"/>
                        </p:tgtEl>
                      </p:cBhvr>
                    </p:animEffect>
                  </p:childTnLst>
                </p:cTn>
              </p:par>
            </p:tnLst>
          </p:tmpl>
        </p:tmplLst>
      </p:bldP>
      <p:bldP spid="19"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9"/>
                        </p:tgtEl>
                        <p:attrNameLst>
                          <p:attrName>style.visibility</p:attrName>
                        </p:attrNameLst>
                      </p:cBhvr>
                      <p:to>
                        <p:strVal val="visible"/>
                      </p:to>
                    </p:set>
                    <p:animEffect transition="in" filter="fade">
                      <p:cBhvr>
                        <p:cTn dur="500"/>
                        <p:tgtEl>
                          <p:spTgt spid="19"/>
                        </p:tgtEl>
                      </p:cBhvr>
                    </p:animEffect>
                    <p:anim calcmode="lin" valueType="num">
                      <p:cBhvr>
                        <p:cTn dur="500" fill="hold"/>
                        <p:tgtEl>
                          <p:spTgt spid="19"/>
                        </p:tgtEl>
                        <p:attrNameLst>
                          <p:attrName>ppt_x</p:attrName>
                        </p:attrNameLst>
                      </p:cBhvr>
                      <p:tavLst>
                        <p:tav tm="0">
                          <p:val>
                            <p:strVal val="#ppt_x"/>
                          </p:val>
                        </p:tav>
                        <p:tav tm="100000">
                          <p:val>
                            <p:strVal val="#ppt_x"/>
                          </p:val>
                        </p:tav>
                      </p:tavLst>
                    </p:anim>
                    <p:anim calcmode="lin" valueType="num">
                      <p:cBhvr>
                        <p:cTn dur="500" fill="hold"/>
                        <p:tgtEl>
                          <p:spTgt spid="19"/>
                        </p:tgtEl>
                        <p:attrNameLst>
                          <p:attrName>ppt_y</p:attrName>
                        </p:attrNameLst>
                      </p:cBhvr>
                      <p:tavLst>
                        <p:tav tm="0">
                          <p:val>
                            <p:strVal val="#ppt_y+.1"/>
                          </p:val>
                        </p:tav>
                        <p:tav tm="100000">
                          <p:val>
                            <p:strVal val="#ppt_y"/>
                          </p:val>
                        </p:tav>
                      </p:tavLst>
                    </p:anim>
                  </p:childTnLst>
                </p:cTn>
              </p:par>
            </p:tnLst>
          </p:tmpl>
        </p:tmplLst>
      </p:bldP>
      <p:bldP spid="20"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0"/>
                        </p:tgtEl>
                        <p:attrNameLst>
                          <p:attrName>style.visibility</p:attrName>
                        </p:attrNameLst>
                      </p:cBhvr>
                      <p:to>
                        <p:strVal val="visible"/>
                      </p:to>
                    </p:set>
                    <p:anim calcmode="lin" valueType="num">
                      <p:cBhvr>
                        <p:cTn dur="500" fill="hold"/>
                        <p:tgtEl>
                          <p:spTgt spid="20"/>
                        </p:tgtEl>
                        <p:attrNameLst>
                          <p:attrName>ppt_w</p:attrName>
                        </p:attrNameLst>
                      </p:cBhvr>
                      <p:tavLst>
                        <p:tav tm="0">
                          <p:val>
                            <p:fltVal val="0"/>
                          </p:val>
                        </p:tav>
                        <p:tav tm="100000">
                          <p:val>
                            <p:strVal val="#ppt_w"/>
                          </p:val>
                        </p:tav>
                      </p:tavLst>
                    </p:anim>
                    <p:anim calcmode="lin" valueType="num">
                      <p:cBhvr>
                        <p:cTn dur="500" fill="hold"/>
                        <p:tgtEl>
                          <p:spTgt spid="20"/>
                        </p:tgtEl>
                        <p:attrNameLst>
                          <p:attrName>ppt_h</p:attrName>
                        </p:attrNameLst>
                      </p:cBhvr>
                      <p:tavLst>
                        <p:tav tm="0">
                          <p:val>
                            <p:fltVal val="0"/>
                          </p:val>
                        </p:tav>
                        <p:tav tm="100000">
                          <p:val>
                            <p:strVal val="#ppt_h"/>
                          </p:val>
                        </p:tav>
                      </p:tavLst>
                    </p:anim>
                    <p:animEffect transition="in" filter="fade">
                      <p:cBhvr>
                        <p:cTn dur="500"/>
                        <p:tgtEl>
                          <p:spTgt spid="20"/>
                        </p:tgtEl>
                      </p:cBhvr>
                    </p:animEffect>
                  </p:childTnLst>
                </p:cTn>
              </p:par>
            </p:tnLst>
          </p:tmpl>
        </p:tmplLst>
      </p:bldP>
      <p:bldP spid="21"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1"/>
                        </p:tgtEl>
                        <p:attrNameLst>
                          <p:attrName>style.visibility</p:attrName>
                        </p:attrNameLst>
                      </p:cBhvr>
                      <p:to>
                        <p:strVal val="visible"/>
                      </p:to>
                    </p:set>
                    <p:animEffect transition="in" filter="fade">
                      <p:cBhvr>
                        <p:cTn dur="500"/>
                        <p:tgtEl>
                          <p:spTgt spid="21"/>
                        </p:tgtEl>
                      </p:cBhvr>
                    </p:animEffect>
                    <p:anim calcmode="lin" valueType="num">
                      <p:cBhvr>
                        <p:cTn dur="500" fill="hold"/>
                        <p:tgtEl>
                          <p:spTgt spid="21"/>
                        </p:tgtEl>
                        <p:attrNameLst>
                          <p:attrName>ppt_x</p:attrName>
                        </p:attrNameLst>
                      </p:cBhvr>
                      <p:tavLst>
                        <p:tav tm="0">
                          <p:val>
                            <p:strVal val="#ppt_x"/>
                          </p:val>
                        </p:tav>
                        <p:tav tm="100000">
                          <p:val>
                            <p:strVal val="#ppt_x"/>
                          </p:val>
                        </p:tav>
                      </p:tavLst>
                    </p:anim>
                    <p:anim calcmode="lin" valueType="num">
                      <p:cBhvr>
                        <p:cTn dur="500" fill="hold"/>
                        <p:tgtEl>
                          <p:spTgt spid="21"/>
                        </p:tgtEl>
                        <p:attrNameLst>
                          <p:attrName>ppt_y</p:attrName>
                        </p:attrNameLst>
                      </p:cBhvr>
                      <p:tavLst>
                        <p:tav tm="0">
                          <p:val>
                            <p:strVal val="#ppt_y+.1"/>
                          </p:val>
                        </p:tav>
                        <p:tav tm="100000">
                          <p:val>
                            <p:strVal val="#ppt_y"/>
                          </p:val>
                        </p:tav>
                      </p:tavLst>
                    </p:anim>
                  </p:childTnLst>
                </p:cTn>
              </p:par>
            </p:tnLst>
          </p:tmpl>
        </p:tmplLst>
      </p:bldP>
      <p:bldP spid="22"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2"/>
                        </p:tgtEl>
                        <p:attrNameLst>
                          <p:attrName>style.visibility</p:attrName>
                        </p:attrNameLst>
                      </p:cBhvr>
                      <p:to>
                        <p:strVal val="visible"/>
                      </p:to>
                    </p:set>
                    <p:anim calcmode="lin" valueType="num">
                      <p:cBhvr>
                        <p:cTn dur="500" fill="hold"/>
                        <p:tgtEl>
                          <p:spTgt spid="22"/>
                        </p:tgtEl>
                        <p:attrNameLst>
                          <p:attrName>ppt_w</p:attrName>
                        </p:attrNameLst>
                      </p:cBhvr>
                      <p:tavLst>
                        <p:tav tm="0">
                          <p:val>
                            <p:fltVal val="0"/>
                          </p:val>
                        </p:tav>
                        <p:tav tm="100000">
                          <p:val>
                            <p:strVal val="#ppt_w"/>
                          </p:val>
                        </p:tav>
                      </p:tavLst>
                    </p:anim>
                    <p:anim calcmode="lin" valueType="num">
                      <p:cBhvr>
                        <p:cTn dur="500" fill="hold"/>
                        <p:tgtEl>
                          <p:spTgt spid="22"/>
                        </p:tgtEl>
                        <p:attrNameLst>
                          <p:attrName>ppt_h</p:attrName>
                        </p:attrNameLst>
                      </p:cBhvr>
                      <p:tavLst>
                        <p:tav tm="0">
                          <p:val>
                            <p:fltVal val="0"/>
                          </p:val>
                        </p:tav>
                        <p:tav tm="100000">
                          <p:val>
                            <p:strVal val="#ppt_h"/>
                          </p:val>
                        </p:tav>
                      </p:tavLst>
                    </p:anim>
                    <p:animEffect transition="in" filter="fade">
                      <p:cBhvr>
                        <p:cTn dur="500"/>
                        <p:tgtEl>
                          <p:spTgt spid="22"/>
                        </p:tgtEl>
                      </p:cBhvr>
                    </p:animEffect>
                  </p:childTnLst>
                </p:cTn>
              </p:par>
            </p:tnLst>
          </p:tmpl>
        </p:tmplLst>
      </p:bldP>
      <p:bldP spid="30"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30"/>
                        </p:tgtEl>
                        <p:attrNameLst>
                          <p:attrName>style.visibility</p:attrName>
                        </p:attrNameLst>
                      </p:cBhvr>
                      <p:to>
                        <p:strVal val="visible"/>
                      </p:to>
                    </p:set>
                    <p:animEffect transition="in" filter="fade">
                      <p:cBhvr>
                        <p:cTn dur="500"/>
                        <p:tgtEl>
                          <p:spTgt spid="30"/>
                        </p:tgtEl>
                      </p:cBhvr>
                    </p:animEffect>
                    <p:anim calcmode="lin" valueType="num">
                      <p:cBhvr>
                        <p:cTn dur="500" fill="hold"/>
                        <p:tgtEl>
                          <p:spTgt spid="30"/>
                        </p:tgtEl>
                        <p:attrNameLst>
                          <p:attrName>ppt_x</p:attrName>
                        </p:attrNameLst>
                      </p:cBhvr>
                      <p:tavLst>
                        <p:tav tm="0">
                          <p:val>
                            <p:strVal val="#ppt_x"/>
                          </p:val>
                        </p:tav>
                        <p:tav tm="100000">
                          <p:val>
                            <p:strVal val="#ppt_x"/>
                          </p:val>
                        </p:tav>
                      </p:tavLst>
                    </p:anim>
                    <p:anim calcmode="lin" valueType="num">
                      <p:cBhvr>
                        <p:cTn dur="500" fill="hold"/>
                        <p:tgtEl>
                          <p:spTgt spid="30"/>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629.xml><?xml version="1.0" encoding="utf-8"?>
<p:sldLayout xmlns:a="http://schemas.openxmlformats.org/drawingml/2006/main" xmlns:r="http://schemas.openxmlformats.org/officeDocument/2006/relationships" xmlns:p="http://schemas.openxmlformats.org/presentationml/2006/main" preserve="1" userDrawn="1">
  <p:cSld name="12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31" name="Picture Placeholder 30"/>
          <p:cNvSpPr>
            <a:spLocks noGrp="1"/>
          </p:cNvSpPr>
          <p:nvPr>
            <p:ph type="pic" sz="quarter" idx="33" hasCustomPrompt="1"/>
          </p:nvPr>
        </p:nvSpPr>
        <p:spPr>
          <a:xfrm>
            <a:off x="308985" y="1987212"/>
            <a:ext cx="3773920" cy="2183006"/>
          </a:xfrm>
          <a:solidFill>
            <a:schemeClr val="bg1">
              <a:lumMod val="85000"/>
            </a:schemeClr>
          </a:solidFill>
        </p:spPr>
        <p:txBody>
          <a:bodyPr/>
          <a:lstStyle>
            <a:lvl1pPr>
              <a:defRPr/>
            </a:lvl1pPr>
          </a:lstStyle>
          <a:p>
            <a:r>
              <a:rPr lang="id-ID" dirty="0" smtClean="0"/>
              <a:t>Pic here</a:t>
            </a:r>
            <a:endParaRPr lang="en-AU" dirty="0"/>
          </a:p>
        </p:txBody>
      </p:sp>
      <p:sp>
        <p:nvSpPr>
          <p:cNvPr id="25" name="Picture Placeholder 30"/>
          <p:cNvSpPr>
            <a:spLocks noGrp="1"/>
          </p:cNvSpPr>
          <p:nvPr>
            <p:ph type="pic" sz="quarter" idx="34" hasCustomPrompt="1"/>
          </p:nvPr>
        </p:nvSpPr>
        <p:spPr>
          <a:xfrm>
            <a:off x="308985" y="4300488"/>
            <a:ext cx="3773920" cy="2183006"/>
          </a:xfrm>
          <a:solidFill>
            <a:schemeClr val="bg1">
              <a:lumMod val="85000"/>
            </a:schemeClr>
          </a:solidFill>
        </p:spPr>
        <p:txBody>
          <a:bodyPr/>
          <a:lstStyle>
            <a:lvl1pPr>
              <a:defRPr/>
            </a:lvl1pPr>
          </a:lstStyle>
          <a:p>
            <a:r>
              <a:rPr lang="id-ID" dirty="0" smtClean="0"/>
              <a:t>Pic here</a:t>
            </a:r>
            <a:endParaRPr lang="en-AU" dirty="0"/>
          </a:p>
        </p:txBody>
      </p:sp>
      <p:sp>
        <p:nvSpPr>
          <p:cNvPr id="42" name="Picture Placeholder 30"/>
          <p:cNvSpPr>
            <a:spLocks noGrp="1"/>
          </p:cNvSpPr>
          <p:nvPr>
            <p:ph type="pic" sz="quarter" idx="35" hasCustomPrompt="1"/>
          </p:nvPr>
        </p:nvSpPr>
        <p:spPr>
          <a:xfrm>
            <a:off x="4209040" y="1987212"/>
            <a:ext cx="3773920" cy="2183006"/>
          </a:xfrm>
          <a:solidFill>
            <a:schemeClr val="bg1">
              <a:lumMod val="85000"/>
            </a:schemeClr>
          </a:solidFill>
        </p:spPr>
        <p:txBody>
          <a:bodyPr/>
          <a:lstStyle>
            <a:lvl1pPr>
              <a:defRPr/>
            </a:lvl1pPr>
          </a:lstStyle>
          <a:p>
            <a:r>
              <a:rPr lang="id-ID" dirty="0" smtClean="0"/>
              <a:t>Pic here</a:t>
            </a:r>
            <a:endParaRPr lang="en-AU" dirty="0"/>
          </a:p>
        </p:txBody>
      </p:sp>
      <p:sp>
        <p:nvSpPr>
          <p:cNvPr id="43" name="Picture Placeholder 30"/>
          <p:cNvSpPr>
            <a:spLocks noGrp="1"/>
          </p:cNvSpPr>
          <p:nvPr>
            <p:ph type="pic" sz="quarter" idx="36" hasCustomPrompt="1"/>
          </p:nvPr>
        </p:nvSpPr>
        <p:spPr>
          <a:xfrm>
            <a:off x="4209040" y="4300488"/>
            <a:ext cx="3773920" cy="2183006"/>
          </a:xfrm>
          <a:solidFill>
            <a:schemeClr val="bg1">
              <a:lumMod val="85000"/>
            </a:schemeClr>
          </a:solidFill>
        </p:spPr>
        <p:txBody>
          <a:bodyPr/>
          <a:lstStyle>
            <a:lvl1pPr>
              <a:defRPr/>
            </a:lvl1pPr>
          </a:lstStyle>
          <a:p>
            <a:r>
              <a:rPr lang="id-ID" dirty="0" smtClean="0"/>
              <a:t>Pic here</a:t>
            </a:r>
            <a:endParaRPr lang="en-AU" dirty="0"/>
          </a:p>
        </p:txBody>
      </p:sp>
      <p:sp>
        <p:nvSpPr>
          <p:cNvPr id="44" name="Picture Placeholder 30"/>
          <p:cNvSpPr>
            <a:spLocks noGrp="1"/>
          </p:cNvSpPr>
          <p:nvPr>
            <p:ph type="pic" sz="quarter" idx="37" hasCustomPrompt="1"/>
          </p:nvPr>
        </p:nvSpPr>
        <p:spPr>
          <a:xfrm>
            <a:off x="8109095" y="1987212"/>
            <a:ext cx="3773920" cy="2183006"/>
          </a:xfrm>
          <a:solidFill>
            <a:schemeClr val="bg1">
              <a:lumMod val="85000"/>
            </a:schemeClr>
          </a:solidFill>
        </p:spPr>
        <p:txBody>
          <a:bodyPr/>
          <a:lstStyle>
            <a:lvl1pPr>
              <a:defRPr/>
            </a:lvl1pPr>
          </a:lstStyle>
          <a:p>
            <a:r>
              <a:rPr lang="id-ID" dirty="0" smtClean="0"/>
              <a:t>Pic here</a:t>
            </a:r>
            <a:endParaRPr lang="en-AU" dirty="0"/>
          </a:p>
        </p:txBody>
      </p:sp>
      <p:sp>
        <p:nvSpPr>
          <p:cNvPr id="45" name="Picture Placeholder 30"/>
          <p:cNvSpPr>
            <a:spLocks noGrp="1"/>
          </p:cNvSpPr>
          <p:nvPr>
            <p:ph type="pic" sz="quarter" idx="38" hasCustomPrompt="1"/>
          </p:nvPr>
        </p:nvSpPr>
        <p:spPr>
          <a:xfrm>
            <a:off x="8109095" y="4300488"/>
            <a:ext cx="3773920" cy="2183006"/>
          </a:xfrm>
          <a:solidFill>
            <a:schemeClr val="bg1">
              <a:lumMod val="85000"/>
            </a:schemeClr>
          </a:solidFill>
        </p:spPr>
        <p:txBody>
          <a:bodyPr/>
          <a:lstStyle>
            <a:lvl1pPr>
              <a:defRPr/>
            </a:lvl1pPr>
          </a:lstStyle>
          <a:p>
            <a:r>
              <a:rPr lang="id-ID" dirty="0" smtClean="0"/>
              <a:t>Pic here</a:t>
            </a:r>
            <a:endParaRPr lang="en-AU" dirty="0"/>
          </a:p>
        </p:txBody>
      </p:sp>
    </p:spTree>
    <p:extLst>
      <p:ext uri="{BB962C8B-B14F-4D97-AF65-F5344CB8AC3E}">
        <p14:creationId xmlns:p14="http://schemas.microsoft.com/office/powerpoint/2010/main" val="294839734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42" presetClass="entr" presetSubtype="0" fill="hold" grpId="0" nodeType="afterEffect">
                                  <p:stCondLst>
                                    <p:cond delay="0"/>
                                  </p:stCondLst>
                                  <p:childTnLst>
                                    <p:set>
                                      <p:cBhvr>
                                        <p:cTn id="20" dur="1" fill="hold">
                                          <p:stCondLst>
                                            <p:cond delay="0"/>
                                          </p:stCondLst>
                                        </p:cTn>
                                        <p:tgtEl>
                                          <p:spTgt spid="31"/>
                                        </p:tgtEl>
                                        <p:attrNameLst>
                                          <p:attrName>style.visibility</p:attrName>
                                        </p:attrNameLst>
                                      </p:cBhvr>
                                      <p:to>
                                        <p:strVal val="visible"/>
                                      </p:to>
                                    </p:set>
                                    <p:animEffect transition="in" filter="fade">
                                      <p:cBhvr>
                                        <p:cTn id="21" dur="500"/>
                                        <p:tgtEl>
                                          <p:spTgt spid="31"/>
                                        </p:tgtEl>
                                      </p:cBhvr>
                                    </p:animEffect>
                                    <p:anim calcmode="lin" valueType="num">
                                      <p:cBhvr>
                                        <p:cTn id="22" dur="500" fill="hold"/>
                                        <p:tgtEl>
                                          <p:spTgt spid="31"/>
                                        </p:tgtEl>
                                        <p:attrNameLst>
                                          <p:attrName>ppt_x</p:attrName>
                                        </p:attrNameLst>
                                      </p:cBhvr>
                                      <p:tavLst>
                                        <p:tav tm="0">
                                          <p:val>
                                            <p:strVal val="#ppt_x"/>
                                          </p:val>
                                        </p:tav>
                                        <p:tav tm="100000">
                                          <p:val>
                                            <p:strVal val="#ppt_x"/>
                                          </p:val>
                                        </p:tav>
                                      </p:tavLst>
                                    </p:anim>
                                    <p:anim calcmode="lin" valueType="num">
                                      <p:cBhvr>
                                        <p:cTn id="23" dur="500" fill="hold"/>
                                        <p:tgtEl>
                                          <p:spTgt spid="31"/>
                                        </p:tgtEl>
                                        <p:attrNameLst>
                                          <p:attrName>ppt_y</p:attrName>
                                        </p:attrNameLst>
                                      </p:cBhvr>
                                      <p:tavLst>
                                        <p:tav tm="0">
                                          <p:val>
                                            <p:strVal val="#ppt_y+.1"/>
                                          </p:val>
                                        </p:tav>
                                        <p:tav tm="100000">
                                          <p:val>
                                            <p:strVal val="#ppt_y"/>
                                          </p:val>
                                        </p:tav>
                                      </p:tavLst>
                                    </p:anim>
                                  </p:childTnLst>
                                </p:cTn>
                              </p:par>
                            </p:childTnLst>
                          </p:cTn>
                        </p:par>
                        <p:par>
                          <p:cTn id="24" fill="hold">
                            <p:stCondLst>
                              <p:cond delay="2000"/>
                            </p:stCondLst>
                            <p:childTnLst>
                              <p:par>
                                <p:cTn id="25" presetID="42" presetClass="entr" presetSubtype="0" fill="hold" grpId="0" nodeType="afterEffect">
                                  <p:stCondLst>
                                    <p:cond delay="0"/>
                                  </p:stCondLst>
                                  <p:childTnLst>
                                    <p:set>
                                      <p:cBhvr>
                                        <p:cTn id="26" dur="1" fill="hold">
                                          <p:stCondLst>
                                            <p:cond delay="0"/>
                                          </p:stCondLst>
                                        </p:cTn>
                                        <p:tgtEl>
                                          <p:spTgt spid="25"/>
                                        </p:tgtEl>
                                        <p:attrNameLst>
                                          <p:attrName>style.visibility</p:attrName>
                                        </p:attrNameLst>
                                      </p:cBhvr>
                                      <p:to>
                                        <p:strVal val="visible"/>
                                      </p:to>
                                    </p:set>
                                    <p:animEffect transition="in" filter="fade">
                                      <p:cBhvr>
                                        <p:cTn id="27" dur="500"/>
                                        <p:tgtEl>
                                          <p:spTgt spid="25"/>
                                        </p:tgtEl>
                                      </p:cBhvr>
                                    </p:animEffect>
                                    <p:anim calcmode="lin" valueType="num">
                                      <p:cBhvr>
                                        <p:cTn id="28" dur="500" fill="hold"/>
                                        <p:tgtEl>
                                          <p:spTgt spid="25"/>
                                        </p:tgtEl>
                                        <p:attrNameLst>
                                          <p:attrName>ppt_x</p:attrName>
                                        </p:attrNameLst>
                                      </p:cBhvr>
                                      <p:tavLst>
                                        <p:tav tm="0">
                                          <p:val>
                                            <p:strVal val="#ppt_x"/>
                                          </p:val>
                                        </p:tav>
                                        <p:tav tm="100000">
                                          <p:val>
                                            <p:strVal val="#ppt_x"/>
                                          </p:val>
                                        </p:tav>
                                      </p:tavLst>
                                    </p:anim>
                                    <p:anim calcmode="lin" valueType="num">
                                      <p:cBhvr>
                                        <p:cTn id="29" dur="500" fill="hold"/>
                                        <p:tgtEl>
                                          <p:spTgt spid="25"/>
                                        </p:tgtEl>
                                        <p:attrNameLst>
                                          <p:attrName>ppt_y</p:attrName>
                                        </p:attrNameLst>
                                      </p:cBhvr>
                                      <p:tavLst>
                                        <p:tav tm="0">
                                          <p:val>
                                            <p:strVal val="#ppt_y+.1"/>
                                          </p:val>
                                        </p:tav>
                                        <p:tav tm="100000">
                                          <p:val>
                                            <p:strVal val="#ppt_y"/>
                                          </p:val>
                                        </p:tav>
                                      </p:tavLst>
                                    </p:anim>
                                  </p:childTnLst>
                                </p:cTn>
                              </p:par>
                            </p:childTnLst>
                          </p:cTn>
                        </p:par>
                        <p:par>
                          <p:cTn id="30" fill="hold">
                            <p:stCondLst>
                              <p:cond delay="2500"/>
                            </p:stCondLst>
                            <p:childTnLst>
                              <p:par>
                                <p:cTn id="31" presetID="42" presetClass="entr" presetSubtype="0" fill="hold" grpId="0" nodeType="afterEffect">
                                  <p:stCondLst>
                                    <p:cond delay="0"/>
                                  </p:stCondLst>
                                  <p:childTnLst>
                                    <p:set>
                                      <p:cBhvr>
                                        <p:cTn id="32" dur="1" fill="hold">
                                          <p:stCondLst>
                                            <p:cond delay="0"/>
                                          </p:stCondLst>
                                        </p:cTn>
                                        <p:tgtEl>
                                          <p:spTgt spid="42"/>
                                        </p:tgtEl>
                                        <p:attrNameLst>
                                          <p:attrName>style.visibility</p:attrName>
                                        </p:attrNameLst>
                                      </p:cBhvr>
                                      <p:to>
                                        <p:strVal val="visible"/>
                                      </p:to>
                                    </p:set>
                                    <p:animEffect transition="in" filter="fade">
                                      <p:cBhvr>
                                        <p:cTn id="33" dur="500"/>
                                        <p:tgtEl>
                                          <p:spTgt spid="42"/>
                                        </p:tgtEl>
                                      </p:cBhvr>
                                    </p:animEffect>
                                    <p:anim calcmode="lin" valueType="num">
                                      <p:cBhvr>
                                        <p:cTn id="34" dur="500" fill="hold"/>
                                        <p:tgtEl>
                                          <p:spTgt spid="42"/>
                                        </p:tgtEl>
                                        <p:attrNameLst>
                                          <p:attrName>ppt_x</p:attrName>
                                        </p:attrNameLst>
                                      </p:cBhvr>
                                      <p:tavLst>
                                        <p:tav tm="0">
                                          <p:val>
                                            <p:strVal val="#ppt_x"/>
                                          </p:val>
                                        </p:tav>
                                        <p:tav tm="100000">
                                          <p:val>
                                            <p:strVal val="#ppt_x"/>
                                          </p:val>
                                        </p:tav>
                                      </p:tavLst>
                                    </p:anim>
                                    <p:anim calcmode="lin" valueType="num">
                                      <p:cBhvr>
                                        <p:cTn id="35" dur="500" fill="hold"/>
                                        <p:tgtEl>
                                          <p:spTgt spid="42"/>
                                        </p:tgtEl>
                                        <p:attrNameLst>
                                          <p:attrName>ppt_y</p:attrName>
                                        </p:attrNameLst>
                                      </p:cBhvr>
                                      <p:tavLst>
                                        <p:tav tm="0">
                                          <p:val>
                                            <p:strVal val="#ppt_y+.1"/>
                                          </p:val>
                                        </p:tav>
                                        <p:tav tm="100000">
                                          <p:val>
                                            <p:strVal val="#ppt_y"/>
                                          </p:val>
                                        </p:tav>
                                      </p:tavLst>
                                    </p:anim>
                                  </p:childTnLst>
                                </p:cTn>
                              </p:par>
                            </p:childTnLst>
                          </p:cTn>
                        </p:par>
                        <p:par>
                          <p:cTn id="36" fill="hold">
                            <p:stCondLst>
                              <p:cond delay="3000"/>
                            </p:stCondLst>
                            <p:childTnLst>
                              <p:par>
                                <p:cTn id="37" presetID="42" presetClass="entr" presetSubtype="0" fill="hold" grpId="0" nodeType="afterEffect">
                                  <p:stCondLst>
                                    <p:cond delay="0"/>
                                  </p:stCondLst>
                                  <p:childTnLst>
                                    <p:set>
                                      <p:cBhvr>
                                        <p:cTn id="38" dur="1" fill="hold">
                                          <p:stCondLst>
                                            <p:cond delay="0"/>
                                          </p:stCondLst>
                                        </p:cTn>
                                        <p:tgtEl>
                                          <p:spTgt spid="43"/>
                                        </p:tgtEl>
                                        <p:attrNameLst>
                                          <p:attrName>style.visibility</p:attrName>
                                        </p:attrNameLst>
                                      </p:cBhvr>
                                      <p:to>
                                        <p:strVal val="visible"/>
                                      </p:to>
                                    </p:set>
                                    <p:animEffect transition="in" filter="fade">
                                      <p:cBhvr>
                                        <p:cTn id="39" dur="500"/>
                                        <p:tgtEl>
                                          <p:spTgt spid="43"/>
                                        </p:tgtEl>
                                      </p:cBhvr>
                                    </p:animEffect>
                                    <p:anim calcmode="lin" valueType="num">
                                      <p:cBhvr>
                                        <p:cTn id="40" dur="500" fill="hold"/>
                                        <p:tgtEl>
                                          <p:spTgt spid="43"/>
                                        </p:tgtEl>
                                        <p:attrNameLst>
                                          <p:attrName>ppt_x</p:attrName>
                                        </p:attrNameLst>
                                      </p:cBhvr>
                                      <p:tavLst>
                                        <p:tav tm="0">
                                          <p:val>
                                            <p:strVal val="#ppt_x"/>
                                          </p:val>
                                        </p:tav>
                                        <p:tav tm="100000">
                                          <p:val>
                                            <p:strVal val="#ppt_x"/>
                                          </p:val>
                                        </p:tav>
                                      </p:tavLst>
                                    </p:anim>
                                    <p:anim calcmode="lin" valueType="num">
                                      <p:cBhvr>
                                        <p:cTn id="41" dur="500" fill="hold"/>
                                        <p:tgtEl>
                                          <p:spTgt spid="43"/>
                                        </p:tgtEl>
                                        <p:attrNameLst>
                                          <p:attrName>ppt_y</p:attrName>
                                        </p:attrNameLst>
                                      </p:cBhvr>
                                      <p:tavLst>
                                        <p:tav tm="0">
                                          <p:val>
                                            <p:strVal val="#ppt_y+.1"/>
                                          </p:val>
                                        </p:tav>
                                        <p:tav tm="100000">
                                          <p:val>
                                            <p:strVal val="#ppt_y"/>
                                          </p:val>
                                        </p:tav>
                                      </p:tavLst>
                                    </p:anim>
                                  </p:childTnLst>
                                </p:cTn>
                              </p:par>
                            </p:childTnLst>
                          </p:cTn>
                        </p:par>
                        <p:par>
                          <p:cTn id="42" fill="hold">
                            <p:stCondLst>
                              <p:cond delay="3500"/>
                            </p:stCondLst>
                            <p:childTnLst>
                              <p:par>
                                <p:cTn id="43" presetID="42" presetClass="entr" presetSubtype="0" fill="hold" grpId="0" nodeType="afterEffect">
                                  <p:stCondLst>
                                    <p:cond delay="0"/>
                                  </p:stCondLst>
                                  <p:childTnLst>
                                    <p:set>
                                      <p:cBhvr>
                                        <p:cTn id="44" dur="1" fill="hold">
                                          <p:stCondLst>
                                            <p:cond delay="0"/>
                                          </p:stCondLst>
                                        </p:cTn>
                                        <p:tgtEl>
                                          <p:spTgt spid="44"/>
                                        </p:tgtEl>
                                        <p:attrNameLst>
                                          <p:attrName>style.visibility</p:attrName>
                                        </p:attrNameLst>
                                      </p:cBhvr>
                                      <p:to>
                                        <p:strVal val="visible"/>
                                      </p:to>
                                    </p:set>
                                    <p:animEffect transition="in" filter="fade">
                                      <p:cBhvr>
                                        <p:cTn id="45" dur="500"/>
                                        <p:tgtEl>
                                          <p:spTgt spid="44"/>
                                        </p:tgtEl>
                                      </p:cBhvr>
                                    </p:animEffect>
                                    <p:anim calcmode="lin" valueType="num">
                                      <p:cBhvr>
                                        <p:cTn id="46" dur="500" fill="hold"/>
                                        <p:tgtEl>
                                          <p:spTgt spid="44"/>
                                        </p:tgtEl>
                                        <p:attrNameLst>
                                          <p:attrName>ppt_x</p:attrName>
                                        </p:attrNameLst>
                                      </p:cBhvr>
                                      <p:tavLst>
                                        <p:tav tm="0">
                                          <p:val>
                                            <p:strVal val="#ppt_x"/>
                                          </p:val>
                                        </p:tav>
                                        <p:tav tm="100000">
                                          <p:val>
                                            <p:strVal val="#ppt_x"/>
                                          </p:val>
                                        </p:tav>
                                      </p:tavLst>
                                    </p:anim>
                                    <p:anim calcmode="lin" valueType="num">
                                      <p:cBhvr>
                                        <p:cTn id="47" dur="500" fill="hold"/>
                                        <p:tgtEl>
                                          <p:spTgt spid="44"/>
                                        </p:tgtEl>
                                        <p:attrNameLst>
                                          <p:attrName>ppt_y</p:attrName>
                                        </p:attrNameLst>
                                      </p:cBhvr>
                                      <p:tavLst>
                                        <p:tav tm="0">
                                          <p:val>
                                            <p:strVal val="#ppt_y+.1"/>
                                          </p:val>
                                        </p:tav>
                                        <p:tav tm="100000">
                                          <p:val>
                                            <p:strVal val="#ppt_y"/>
                                          </p:val>
                                        </p:tav>
                                      </p:tavLst>
                                    </p:anim>
                                  </p:childTnLst>
                                </p:cTn>
                              </p:par>
                            </p:childTnLst>
                          </p:cTn>
                        </p:par>
                        <p:par>
                          <p:cTn id="48" fill="hold">
                            <p:stCondLst>
                              <p:cond delay="4000"/>
                            </p:stCondLst>
                            <p:childTnLst>
                              <p:par>
                                <p:cTn id="49" presetID="42" presetClass="entr" presetSubtype="0" fill="hold" grpId="0" nodeType="afterEffect">
                                  <p:stCondLst>
                                    <p:cond delay="0"/>
                                  </p:stCondLst>
                                  <p:childTnLst>
                                    <p:set>
                                      <p:cBhvr>
                                        <p:cTn id="50" dur="1" fill="hold">
                                          <p:stCondLst>
                                            <p:cond delay="0"/>
                                          </p:stCondLst>
                                        </p:cTn>
                                        <p:tgtEl>
                                          <p:spTgt spid="45"/>
                                        </p:tgtEl>
                                        <p:attrNameLst>
                                          <p:attrName>style.visibility</p:attrName>
                                        </p:attrNameLst>
                                      </p:cBhvr>
                                      <p:to>
                                        <p:strVal val="visible"/>
                                      </p:to>
                                    </p:set>
                                    <p:animEffect transition="in" filter="fade">
                                      <p:cBhvr>
                                        <p:cTn id="51" dur="500"/>
                                        <p:tgtEl>
                                          <p:spTgt spid="45"/>
                                        </p:tgtEl>
                                      </p:cBhvr>
                                    </p:animEffect>
                                    <p:anim calcmode="lin" valueType="num">
                                      <p:cBhvr>
                                        <p:cTn id="52" dur="500" fill="hold"/>
                                        <p:tgtEl>
                                          <p:spTgt spid="45"/>
                                        </p:tgtEl>
                                        <p:attrNameLst>
                                          <p:attrName>ppt_x</p:attrName>
                                        </p:attrNameLst>
                                      </p:cBhvr>
                                      <p:tavLst>
                                        <p:tav tm="0">
                                          <p:val>
                                            <p:strVal val="#ppt_x"/>
                                          </p:val>
                                        </p:tav>
                                        <p:tav tm="100000">
                                          <p:val>
                                            <p:strVal val="#ppt_x"/>
                                          </p:val>
                                        </p:tav>
                                      </p:tavLst>
                                    </p:anim>
                                    <p:anim calcmode="lin" valueType="num">
                                      <p:cBhvr>
                                        <p:cTn id="53" dur="500" fill="hold"/>
                                        <p:tgtEl>
                                          <p:spTgt spid="4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31" grpId="0" animBg="1"/>
      <p:bldP spid="25" grpId="0" animBg="1"/>
      <p:bldP spid="42" grpId="0" animBg="1"/>
      <p:bldP spid="43" grpId="0" animBg="1"/>
      <p:bldP spid="44" grpId="0" animBg="1"/>
      <p:bldP spid="45" grpId="0" animBg="1"/>
    </p:bldLst>
  </p:timing>
</p:sldLayout>
</file>

<file path=ppt/slideLayouts/slideLayout630.xml><?xml version="1.0" encoding="utf-8"?>
<p:sldLayout xmlns:a="http://schemas.openxmlformats.org/drawingml/2006/main" xmlns:r="http://schemas.openxmlformats.org/officeDocument/2006/relationships" xmlns:p="http://schemas.openxmlformats.org/presentationml/2006/main" preserve="1" userDrawn="1">
  <p:cSld name="14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42" name="Picture Placeholder 30"/>
          <p:cNvSpPr>
            <a:spLocks noGrp="1"/>
          </p:cNvSpPr>
          <p:nvPr>
            <p:ph type="pic" sz="quarter" idx="35" hasCustomPrompt="1"/>
          </p:nvPr>
        </p:nvSpPr>
        <p:spPr>
          <a:xfrm>
            <a:off x="507135" y="1983474"/>
            <a:ext cx="5519593" cy="2183006"/>
          </a:xfrm>
          <a:solidFill>
            <a:schemeClr val="bg1">
              <a:lumMod val="85000"/>
            </a:schemeClr>
          </a:solidFill>
        </p:spPr>
        <p:txBody>
          <a:bodyPr/>
          <a:lstStyle>
            <a:lvl1pPr>
              <a:defRPr/>
            </a:lvl1pPr>
          </a:lstStyle>
          <a:p>
            <a:r>
              <a:rPr lang="id-ID" dirty="0" smtClean="0"/>
              <a:t>Pic here</a:t>
            </a:r>
            <a:endParaRPr lang="en-AU" dirty="0"/>
          </a:p>
        </p:txBody>
      </p:sp>
      <p:sp>
        <p:nvSpPr>
          <p:cNvPr id="43" name="Picture Placeholder 30"/>
          <p:cNvSpPr>
            <a:spLocks noGrp="1"/>
          </p:cNvSpPr>
          <p:nvPr>
            <p:ph type="pic" sz="quarter" idx="36" hasCustomPrompt="1"/>
          </p:nvPr>
        </p:nvSpPr>
        <p:spPr>
          <a:xfrm>
            <a:off x="507134" y="4342054"/>
            <a:ext cx="5519593" cy="2183006"/>
          </a:xfrm>
          <a:solidFill>
            <a:schemeClr val="bg1">
              <a:lumMod val="85000"/>
            </a:schemeClr>
          </a:solidFill>
        </p:spPr>
        <p:txBody>
          <a:bodyPr/>
          <a:lstStyle>
            <a:lvl1pPr>
              <a:defRPr/>
            </a:lvl1pPr>
          </a:lstStyle>
          <a:p>
            <a:r>
              <a:rPr lang="id-ID" dirty="0" smtClean="0"/>
              <a:t>Pic here</a:t>
            </a:r>
            <a:endParaRPr lang="en-AU" dirty="0"/>
          </a:p>
        </p:txBody>
      </p:sp>
      <p:sp>
        <p:nvSpPr>
          <p:cNvPr id="16" name="Picture Placeholder 30"/>
          <p:cNvSpPr>
            <a:spLocks noGrp="1"/>
          </p:cNvSpPr>
          <p:nvPr>
            <p:ph type="pic" sz="quarter" idx="37" hasCustomPrompt="1"/>
          </p:nvPr>
        </p:nvSpPr>
        <p:spPr>
          <a:xfrm>
            <a:off x="6179133" y="1983474"/>
            <a:ext cx="5519593" cy="2183006"/>
          </a:xfrm>
          <a:solidFill>
            <a:schemeClr val="bg1">
              <a:lumMod val="85000"/>
            </a:schemeClr>
          </a:solidFill>
        </p:spPr>
        <p:txBody>
          <a:bodyPr/>
          <a:lstStyle>
            <a:lvl1pPr>
              <a:defRPr/>
            </a:lvl1pPr>
          </a:lstStyle>
          <a:p>
            <a:r>
              <a:rPr lang="id-ID" dirty="0" smtClean="0"/>
              <a:t>Pic here</a:t>
            </a:r>
            <a:endParaRPr lang="en-AU" dirty="0"/>
          </a:p>
        </p:txBody>
      </p:sp>
      <p:sp>
        <p:nvSpPr>
          <p:cNvPr id="17" name="Picture Placeholder 30"/>
          <p:cNvSpPr>
            <a:spLocks noGrp="1"/>
          </p:cNvSpPr>
          <p:nvPr>
            <p:ph type="pic" sz="quarter" idx="38" hasCustomPrompt="1"/>
          </p:nvPr>
        </p:nvSpPr>
        <p:spPr>
          <a:xfrm>
            <a:off x="6179132" y="4342054"/>
            <a:ext cx="5519593" cy="2183006"/>
          </a:xfrm>
          <a:solidFill>
            <a:schemeClr val="bg1">
              <a:lumMod val="85000"/>
            </a:schemeClr>
          </a:solidFill>
        </p:spPr>
        <p:txBody>
          <a:bodyPr/>
          <a:lstStyle>
            <a:lvl1pPr>
              <a:defRPr/>
            </a:lvl1pPr>
          </a:lstStyle>
          <a:p>
            <a:r>
              <a:rPr lang="id-ID" dirty="0" smtClean="0"/>
              <a:t>Pic here</a:t>
            </a:r>
            <a:endParaRPr lang="en-AU" dirty="0"/>
          </a:p>
        </p:txBody>
      </p:sp>
      <p:sp>
        <p:nvSpPr>
          <p:cNvPr id="21" name="Picture Placeholder 20"/>
          <p:cNvSpPr>
            <a:spLocks noGrp="1"/>
          </p:cNvSpPr>
          <p:nvPr>
            <p:ph type="pic" sz="quarter" idx="39" hasCustomPrompt="1"/>
          </p:nvPr>
        </p:nvSpPr>
        <p:spPr>
          <a:xfrm>
            <a:off x="4731330" y="2893088"/>
            <a:ext cx="2743200" cy="2743200"/>
          </a:xfrm>
          <a:custGeom>
            <a:avLst/>
            <a:gdLst>
              <a:gd name="connsiteX0" fmla="*/ 1371600 w 2743200"/>
              <a:gd name="connsiteY0" fmla="*/ 0 h 2743200"/>
              <a:gd name="connsiteX1" fmla="*/ 2743200 w 2743200"/>
              <a:gd name="connsiteY1" fmla="*/ 1371600 h 2743200"/>
              <a:gd name="connsiteX2" fmla="*/ 1371600 w 2743200"/>
              <a:gd name="connsiteY2" fmla="*/ 2743200 h 2743200"/>
              <a:gd name="connsiteX3" fmla="*/ 0 w 2743200"/>
              <a:gd name="connsiteY3" fmla="*/ 1371600 h 2743200"/>
              <a:gd name="connsiteX4" fmla="*/ 1371600 w 2743200"/>
              <a:gd name="connsiteY4" fmla="*/ 0 h 2743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2743200">
                <a:moveTo>
                  <a:pt x="1371600" y="0"/>
                </a:moveTo>
                <a:cubicBezTo>
                  <a:pt x="2129114" y="0"/>
                  <a:pt x="2743200" y="614086"/>
                  <a:pt x="2743200" y="1371600"/>
                </a:cubicBezTo>
                <a:cubicBezTo>
                  <a:pt x="2743200" y="2129114"/>
                  <a:pt x="2129114" y="2743200"/>
                  <a:pt x="1371600" y="2743200"/>
                </a:cubicBezTo>
                <a:cubicBezTo>
                  <a:pt x="614086" y="2743200"/>
                  <a:pt x="0" y="2129114"/>
                  <a:pt x="0" y="1371600"/>
                </a:cubicBezTo>
                <a:cubicBezTo>
                  <a:pt x="0" y="614086"/>
                  <a:pt x="614086" y="0"/>
                  <a:pt x="1371600" y="0"/>
                </a:cubicBezTo>
                <a:close/>
              </a:path>
            </a:pathLst>
          </a:custGeom>
          <a:solidFill>
            <a:schemeClr val="accent4"/>
          </a:solidFill>
        </p:spPr>
        <p:txBody>
          <a:bodyPr wrap="square">
            <a:noAutofit/>
          </a:bodyPr>
          <a:lstStyle>
            <a:lvl1pPr algn="r">
              <a:defRPr sz="1000"/>
            </a:lvl1pPr>
          </a:lstStyle>
          <a:p>
            <a:r>
              <a:rPr lang="id-ID" dirty="0" smtClean="0"/>
              <a:t>Nopic</a:t>
            </a:r>
            <a:endParaRPr lang="en-AU" dirty="0"/>
          </a:p>
        </p:txBody>
      </p:sp>
      <p:sp>
        <p:nvSpPr>
          <p:cNvPr id="22" name="Text Placeholder 21"/>
          <p:cNvSpPr>
            <a:spLocks noGrp="1"/>
          </p:cNvSpPr>
          <p:nvPr>
            <p:ph type="body" sz="quarter" idx="20"/>
          </p:nvPr>
        </p:nvSpPr>
        <p:spPr>
          <a:xfrm>
            <a:off x="4731331" y="3492745"/>
            <a:ext cx="2743200" cy="256811"/>
          </a:xfrm>
        </p:spPr>
        <p:txBody>
          <a:bodyPr/>
          <a:lstStyle>
            <a:lvl1pPr algn="ctr">
              <a:defRPr>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3" name="Text Placeholder 21"/>
          <p:cNvSpPr>
            <a:spLocks noGrp="1"/>
          </p:cNvSpPr>
          <p:nvPr>
            <p:ph type="body" sz="quarter" idx="29"/>
          </p:nvPr>
        </p:nvSpPr>
        <p:spPr>
          <a:xfrm>
            <a:off x="4731331" y="3799449"/>
            <a:ext cx="2743200" cy="1304045"/>
          </a:xfrm>
        </p:spPr>
        <p:txBody>
          <a:bodyPr>
            <a:normAutofit/>
          </a:bodyPr>
          <a:lstStyle>
            <a:lvl1pPr algn="ctr">
              <a:defRPr sz="120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Tree>
    <p:extLst>
      <p:ext uri="{BB962C8B-B14F-4D97-AF65-F5344CB8AC3E}">
        <p14:creationId xmlns:p14="http://schemas.microsoft.com/office/powerpoint/2010/main" val="318507160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42" presetClass="entr" presetSubtype="0" fill="hold" grpId="0" nodeType="afterEffect">
                                  <p:stCondLst>
                                    <p:cond delay="0"/>
                                  </p:stCondLst>
                                  <p:childTnLst>
                                    <p:set>
                                      <p:cBhvr>
                                        <p:cTn id="20" dur="1" fill="hold">
                                          <p:stCondLst>
                                            <p:cond delay="0"/>
                                          </p:stCondLst>
                                        </p:cTn>
                                        <p:tgtEl>
                                          <p:spTgt spid="42"/>
                                        </p:tgtEl>
                                        <p:attrNameLst>
                                          <p:attrName>style.visibility</p:attrName>
                                        </p:attrNameLst>
                                      </p:cBhvr>
                                      <p:to>
                                        <p:strVal val="visible"/>
                                      </p:to>
                                    </p:set>
                                    <p:animEffect transition="in" filter="fade">
                                      <p:cBhvr>
                                        <p:cTn id="21" dur="500"/>
                                        <p:tgtEl>
                                          <p:spTgt spid="42"/>
                                        </p:tgtEl>
                                      </p:cBhvr>
                                    </p:animEffect>
                                    <p:anim calcmode="lin" valueType="num">
                                      <p:cBhvr>
                                        <p:cTn id="22" dur="500" fill="hold"/>
                                        <p:tgtEl>
                                          <p:spTgt spid="42"/>
                                        </p:tgtEl>
                                        <p:attrNameLst>
                                          <p:attrName>ppt_x</p:attrName>
                                        </p:attrNameLst>
                                      </p:cBhvr>
                                      <p:tavLst>
                                        <p:tav tm="0">
                                          <p:val>
                                            <p:strVal val="#ppt_x"/>
                                          </p:val>
                                        </p:tav>
                                        <p:tav tm="100000">
                                          <p:val>
                                            <p:strVal val="#ppt_x"/>
                                          </p:val>
                                        </p:tav>
                                      </p:tavLst>
                                    </p:anim>
                                    <p:anim calcmode="lin" valueType="num">
                                      <p:cBhvr>
                                        <p:cTn id="23" dur="500" fill="hold"/>
                                        <p:tgtEl>
                                          <p:spTgt spid="42"/>
                                        </p:tgtEl>
                                        <p:attrNameLst>
                                          <p:attrName>ppt_y</p:attrName>
                                        </p:attrNameLst>
                                      </p:cBhvr>
                                      <p:tavLst>
                                        <p:tav tm="0">
                                          <p:val>
                                            <p:strVal val="#ppt_y+.1"/>
                                          </p:val>
                                        </p:tav>
                                        <p:tav tm="100000">
                                          <p:val>
                                            <p:strVal val="#ppt_y"/>
                                          </p:val>
                                        </p:tav>
                                      </p:tavLst>
                                    </p:anim>
                                  </p:childTnLst>
                                </p:cTn>
                              </p:par>
                            </p:childTnLst>
                          </p:cTn>
                        </p:par>
                        <p:par>
                          <p:cTn id="24" fill="hold">
                            <p:stCondLst>
                              <p:cond delay="2000"/>
                            </p:stCondLst>
                            <p:childTnLst>
                              <p:par>
                                <p:cTn id="25" presetID="42" presetClass="entr" presetSubtype="0" fill="hold" grpId="0" nodeType="afterEffect">
                                  <p:stCondLst>
                                    <p:cond delay="0"/>
                                  </p:stCondLst>
                                  <p:childTnLst>
                                    <p:set>
                                      <p:cBhvr>
                                        <p:cTn id="26" dur="1" fill="hold">
                                          <p:stCondLst>
                                            <p:cond delay="0"/>
                                          </p:stCondLst>
                                        </p:cTn>
                                        <p:tgtEl>
                                          <p:spTgt spid="43"/>
                                        </p:tgtEl>
                                        <p:attrNameLst>
                                          <p:attrName>style.visibility</p:attrName>
                                        </p:attrNameLst>
                                      </p:cBhvr>
                                      <p:to>
                                        <p:strVal val="visible"/>
                                      </p:to>
                                    </p:set>
                                    <p:animEffect transition="in" filter="fade">
                                      <p:cBhvr>
                                        <p:cTn id="27" dur="500"/>
                                        <p:tgtEl>
                                          <p:spTgt spid="43"/>
                                        </p:tgtEl>
                                      </p:cBhvr>
                                    </p:animEffect>
                                    <p:anim calcmode="lin" valueType="num">
                                      <p:cBhvr>
                                        <p:cTn id="28" dur="500" fill="hold"/>
                                        <p:tgtEl>
                                          <p:spTgt spid="43"/>
                                        </p:tgtEl>
                                        <p:attrNameLst>
                                          <p:attrName>ppt_x</p:attrName>
                                        </p:attrNameLst>
                                      </p:cBhvr>
                                      <p:tavLst>
                                        <p:tav tm="0">
                                          <p:val>
                                            <p:strVal val="#ppt_x"/>
                                          </p:val>
                                        </p:tav>
                                        <p:tav tm="100000">
                                          <p:val>
                                            <p:strVal val="#ppt_x"/>
                                          </p:val>
                                        </p:tav>
                                      </p:tavLst>
                                    </p:anim>
                                    <p:anim calcmode="lin" valueType="num">
                                      <p:cBhvr>
                                        <p:cTn id="29" dur="500" fill="hold"/>
                                        <p:tgtEl>
                                          <p:spTgt spid="43"/>
                                        </p:tgtEl>
                                        <p:attrNameLst>
                                          <p:attrName>ppt_y</p:attrName>
                                        </p:attrNameLst>
                                      </p:cBhvr>
                                      <p:tavLst>
                                        <p:tav tm="0">
                                          <p:val>
                                            <p:strVal val="#ppt_y+.1"/>
                                          </p:val>
                                        </p:tav>
                                        <p:tav tm="100000">
                                          <p:val>
                                            <p:strVal val="#ppt_y"/>
                                          </p:val>
                                        </p:tav>
                                      </p:tavLst>
                                    </p:anim>
                                  </p:childTnLst>
                                </p:cTn>
                              </p:par>
                            </p:childTnLst>
                          </p:cTn>
                        </p:par>
                        <p:par>
                          <p:cTn id="30" fill="hold">
                            <p:stCondLst>
                              <p:cond delay="2500"/>
                            </p:stCondLst>
                            <p:childTnLst>
                              <p:par>
                                <p:cTn id="31" presetID="42" presetClass="entr" presetSubtype="0" fill="hold" grpId="0" nodeType="afterEffect">
                                  <p:stCondLst>
                                    <p:cond delay="0"/>
                                  </p:stCondLst>
                                  <p:childTnLst>
                                    <p:set>
                                      <p:cBhvr>
                                        <p:cTn id="32" dur="1" fill="hold">
                                          <p:stCondLst>
                                            <p:cond delay="0"/>
                                          </p:stCondLst>
                                        </p:cTn>
                                        <p:tgtEl>
                                          <p:spTgt spid="16"/>
                                        </p:tgtEl>
                                        <p:attrNameLst>
                                          <p:attrName>style.visibility</p:attrName>
                                        </p:attrNameLst>
                                      </p:cBhvr>
                                      <p:to>
                                        <p:strVal val="visible"/>
                                      </p:to>
                                    </p:set>
                                    <p:animEffect transition="in" filter="fade">
                                      <p:cBhvr>
                                        <p:cTn id="33" dur="500"/>
                                        <p:tgtEl>
                                          <p:spTgt spid="16"/>
                                        </p:tgtEl>
                                      </p:cBhvr>
                                    </p:animEffect>
                                    <p:anim calcmode="lin" valueType="num">
                                      <p:cBhvr>
                                        <p:cTn id="34" dur="500" fill="hold"/>
                                        <p:tgtEl>
                                          <p:spTgt spid="16"/>
                                        </p:tgtEl>
                                        <p:attrNameLst>
                                          <p:attrName>ppt_x</p:attrName>
                                        </p:attrNameLst>
                                      </p:cBhvr>
                                      <p:tavLst>
                                        <p:tav tm="0">
                                          <p:val>
                                            <p:strVal val="#ppt_x"/>
                                          </p:val>
                                        </p:tav>
                                        <p:tav tm="100000">
                                          <p:val>
                                            <p:strVal val="#ppt_x"/>
                                          </p:val>
                                        </p:tav>
                                      </p:tavLst>
                                    </p:anim>
                                    <p:anim calcmode="lin" valueType="num">
                                      <p:cBhvr>
                                        <p:cTn id="35" dur="500" fill="hold"/>
                                        <p:tgtEl>
                                          <p:spTgt spid="16"/>
                                        </p:tgtEl>
                                        <p:attrNameLst>
                                          <p:attrName>ppt_y</p:attrName>
                                        </p:attrNameLst>
                                      </p:cBhvr>
                                      <p:tavLst>
                                        <p:tav tm="0">
                                          <p:val>
                                            <p:strVal val="#ppt_y+.1"/>
                                          </p:val>
                                        </p:tav>
                                        <p:tav tm="100000">
                                          <p:val>
                                            <p:strVal val="#ppt_y"/>
                                          </p:val>
                                        </p:tav>
                                      </p:tavLst>
                                    </p:anim>
                                  </p:childTnLst>
                                </p:cTn>
                              </p:par>
                            </p:childTnLst>
                          </p:cTn>
                        </p:par>
                        <p:par>
                          <p:cTn id="36" fill="hold">
                            <p:stCondLst>
                              <p:cond delay="3000"/>
                            </p:stCondLst>
                            <p:childTnLst>
                              <p:par>
                                <p:cTn id="37" presetID="42" presetClass="entr" presetSubtype="0" fill="hold" grpId="0" nodeType="afterEffect">
                                  <p:stCondLst>
                                    <p:cond delay="0"/>
                                  </p:stCondLst>
                                  <p:childTnLst>
                                    <p:set>
                                      <p:cBhvr>
                                        <p:cTn id="38" dur="1" fill="hold">
                                          <p:stCondLst>
                                            <p:cond delay="0"/>
                                          </p:stCondLst>
                                        </p:cTn>
                                        <p:tgtEl>
                                          <p:spTgt spid="17"/>
                                        </p:tgtEl>
                                        <p:attrNameLst>
                                          <p:attrName>style.visibility</p:attrName>
                                        </p:attrNameLst>
                                      </p:cBhvr>
                                      <p:to>
                                        <p:strVal val="visible"/>
                                      </p:to>
                                    </p:set>
                                    <p:animEffect transition="in" filter="fade">
                                      <p:cBhvr>
                                        <p:cTn id="39" dur="500"/>
                                        <p:tgtEl>
                                          <p:spTgt spid="17"/>
                                        </p:tgtEl>
                                      </p:cBhvr>
                                    </p:animEffect>
                                    <p:anim calcmode="lin" valueType="num">
                                      <p:cBhvr>
                                        <p:cTn id="40" dur="500" fill="hold"/>
                                        <p:tgtEl>
                                          <p:spTgt spid="17"/>
                                        </p:tgtEl>
                                        <p:attrNameLst>
                                          <p:attrName>ppt_x</p:attrName>
                                        </p:attrNameLst>
                                      </p:cBhvr>
                                      <p:tavLst>
                                        <p:tav tm="0">
                                          <p:val>
                                            <p:strVal val="#ppt_x"/>
                                          </p:val>
                                        </p:tav>
                                        <p:tav tm="100000">
                                          <p:val>
                                            <p:strVal val="#ppt_x"/>
                                          </p:val>
                                        </p:tav>
                                      </p:tavLst>
                                    </p:anim>
                                    <p:anim calcmode="lin" valueType="num">
                                      <p:cBhvr>
                                        <p:cTn id="41" dur="500" fill="hold"/>
                                        <p:tgtEl>
                                          <p:spTgt spid="17"/>
                                        </p:tgtEl>
                                        <p:attrNameLst>
                                          <p:attrName>ppt_y</p:attrName>
                                        </p:attrNameLst>
                                      </p:cBhvr>
                                      <p:tavLst>
                                        <p:tav tm="0">
                                          <p:val>
                                            <p:strVal val="#ppt_y+.1"/>
                                          </p:val>
                                        </p:tav>
                                        <p:tav tm="100000">
                                          <p:val>
                                            <p:strVal val="#ppt_y"/>
                                          </p:val>
                                        </p:tav>
                                      </p:tavLst>
                                    </p:anim>
                                  </p:childTnLst>
                                </p:cTn>
                              </p:par>
                            </p:childTnLst>
                          </p:cTn>
                        </p:par>
                        <p:par>
                          <p:cTn id="42" fill="hold">
                            <p:stCondLst>
                              <p:cond delay="3500"/>
                            </p:stCondLst>
                            <p:childTnLst>
                              <p:par>
                                <p:cTn id="43" presetID="10" presetClass="entr" presetSubtype="0" fill="hold" grpId="0" nodeType="afterEffect">
                                  <p:stCondLst>
                                    <p:cond delay="0"/>
                                  </p:stCondLst>
                                  <p:childTnLst>
                                    <p:set>
                                      <p:cBhvr>
                                        <p:cTn id="44" dur="1" fill="hold">
                                          <p:stCondLst>
                                            <p:cond delay="0"/>
                                          </p:stCondLst>
                                        </p:cTn>
                                        <p:tgtEl>
                                          <p:spTgt spid="21"/>
                                        </p:tgtEl>
                                        <p:attrNameLst>
                                          <p:attrName>style.visibility</p:attrName>
                                        </p:attrNameLst>
                                      </p:cBhvr>
                                      <p:to>
                                        <p:strVal val="visible"/>
                                      </p:to>
                                    </p:set>
                                    <p:animEffect transition="in" filter="fade">
                                      <p:cBhvr>
                                        <p:cTn id="45" dur="500"/>
                                        <p:tgtEl>
                                          <p:spTgt spid="21"/>
                                        </p:tgtEl>
                                      </p:cBhvr>
                                    </p:animEffect>
                                  </p:childTnLst>
                                </p:cTn>
                              </p:par>
                            </p:childTnLst>
                          </p:cTn>
                        </p:par>
                        <p:par>
                          <p:cTn id="46" fill="hold">
                            <p:stCondLst>
                              <p:cond delay="4000"/>
                            </p:stCondLst>
                            <p:childTnLst>
                              <p:par>
                                <p:cTn id="47" presetID="53" presetClass="entr" presetSubtype="16" fill="hold" grpId="0" nodeType="afterEffect" nodePh="1">
                                  <p:stCondLst>
                                    <p:cond delay="0"/>
                                  </p:stCondLst>
                                  <p:endCondLst>
                                    <p:cond evt="begin" delay="0">
                                      <p:tn val="47"/>
                                    </p:cond>
                                  </p:endCondLst>
                                  <p:childTnLst>
                                    <p:set>
                                      <p:cBhvr>
                                        <p:cTn id="48" dur="1" fill="hold">
                                          <p:stCondLst>
                                            <p:cond delay="0"/>
                                          </p:stCondLst>
                                        </p:cTn>
                                        <p:tgtEl>
                                          <p:spTgt spid="22">
                                            <p:txEl>
                                              <p:pRg st="0" end="0"/>
                                            </p:txEl>
                                          </p:spTgt>
                                        </p:tgtEl>
                                        <p:attrNameLst>
                                          <p:attrName>style.visibility</p:attrName>
                                        </p:attrNameLst>
                                      </p:cBhvr>
                                      <p:to>
                                        <p:strVal val="visible"/>
                                      </p:to>
                                    </p:set>
                                    <p:anim calcmode="lin" valueType="num">
                                      <p:cBhvr>
                                        <p:cTn id="49" dur="500" fill="hold"/>
                                        <p:tgtEl>
                                          <p:spTgt spid="22">
                                            <p:txEl>
                                              <p:pRg st="0" end="0"/>
                                            </p:txEl>
                                          </p:spTgt>
                                        </p:tgtEl>
                                        <p:attrNameLst>
                                          <p:attrName>ppt_w</p:attrName>
                                        </p:attrNameLst>
                                      </p:cBhvr>
                                      <p:tavLst>
                                        <p:tav tm="0">
                                          <p:val>
                                            <p:fltVal val="0"/>
                                          </p:val>
                                        </p:tav>
                                        <p:tav tm="100000">
                                          <p:val>
                                            <p:strVal val="#ppt_w"/>
                                          </p:val>
                                        </p:tav>
                                      </p:tavLst>
                                    </p:anim>
                                    <p:anim calcmode="lin" valueType="num">
                                      <p:cBhvr>
                                        <p:cTn id="50" dur="500" fill="hold"/>
                                        <p:tgtEl>
                                          <p:spTgt spid="22">
                                            <p:txEl>
                                              <p:pRg st="0" end="0"/>
                                            </p:txEl>
                                          </p:spTgt>
                                        </p:tgtEl>
                                        <p:attrNameLst>
                                          <p:attrName>ppt_h</p:attrName>
                                        </p:attrNameLst>
                                      </p:cBhvr>
                                      <p:tavLst>
                                        <p:tav tm="0">
                                          <p:val>
                                            <p:fltVal val="0"/>
                                          </p:val>
                                        </p:tav>
                                        <p:tav tm="100000">
                                          <p:val>
                                            <p:strVal val="#ppt_h"/>
                                          </p:val>
                                        </p:tav>
                                      </p:tavLst>
                                    </p:anim>
                                    <p:animEffect transition="in" filter="fade">
                                      <p:cBhvr>
                                        <p:cTn id="51" dur="500"/>
                                        <p:tgtEl>
                                          <p:spTgt spid="22">
                                            <p:txEl>
                                              <p:pRg st="0" end="0"/>
                                            </p:txEl>
                                          </p:spTgt>
                                        </p:tgtEl>
                                      </p:cBhvr>
                                    </p:animEffect>
                                  </p:childTnLst>
                                </p:cTn>
                              </p:par>
                            </p:childTnLst>
                          </p:cTn>
                        </p:par>
                        <p:par>
                          <p:cTn id="52" fill="hold">
                            <p:stCondLst>
                              <p:cond delay="4500"/>
                            </p:stCondLst>
                            <p:childTnLst>
                              <p:par>
                                <p:cTn id="53" presetID="42" presetClass="entr" presetSubtype="0" fill="hold" grpId="0" nodeType="afterEffect" nodePh="1">
                                  <p:stCondLst>
                                    <p:cond delay="0"/>
                                  </p:stCondLst>
                                  <p:endCondLst>
                                    <p:cond evt="begin" delay="0">
                                      <p:tn val="53"/>
                                    </p:cond>
                                  </p:endCondLst>
                                  <p:childTnLst>
                                    <p:set>
                                      <p:cBhvr>
                                        <p:cTn id="54" dur="1" fill="hold">
                                          <p:stCondLst>
                                            <p:cond delay="0"/>
                                          </p:stCondLst>
                                        </p:cTn>
                                        <p:tgtEl>
                                          <p:spTgt spid="23">
                                            <p:txEl>
                                              <p:pRg st="0" end="0"/>
                                            </p:txEl>
                                          </p:spTgt>
                                        </p:tgtEl>
                                        <p:attrNameLst>
                                          <p:attrName>style.visibility</p:attrName>
                                        </p:attrNameLst>
                                      </p:cBhvr>
                                      <p:to>
                                        <p:strVal val="visible"/>
                                      </p:to>
                                    </p:set>
                                    <p:animEffect transition="in" filter="fade">
                                      <p:cBhvr>
                                        <p:cTn id="55" dur="500"/>
                                        <p:tgtEl>
                                          <p:spTgt spid="23">
                                            <p:txEl>
                                              <p:pRg st="0" end="0"/>
                                            </p:txEl>
                                          </p:spTgt>
                                        </p:tgtEl>
                                      </p:cBhvr>
                                    </p:animEffect>
                                    <p:anim calcmode="lin" valueType="num">
                                      <p:cBhvr>
                                        <p:cTn id="56" dur="500" fill="hold"/>
                                        <p:tgtEl>
                                          <p:spTgt spid="23">
                                            <p:txEl>
                                              <p:pRg st="0" end="0"/>
                                            </p:txEl>
                                          </p:spTgt>
                                        </p:tgtEl>
                                        <p:attrNameLst>
                                          <p:attrName>ppt_x</p:attrName>
                                        </p:attrNameLst>
                                      </p:cBhvr>
                                      <p:tavLst>
                                        <p:tav tm="0">
                                          <p:val>
                                            <p:strVal val="#ppt_x"/>
                                          </p:val>
                                        </p:tav>
                                        <p:tav tm="100000">
                                          <p:val>
                                            <p:strVal val="#ppt_x"/>
                                          </p:val>
                                        </p:tav>
                                      </p:tavLst>
                                    </p:anim>
                                    <p:anim calcmode="lin" valueType="num">
                                      <p:cBhvr>
                                        <p:cTn id="57" dur="500" fill="hold"/>
                                        <p:tgtEl>
                                          <p:spTgt spid="23">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42" grpId="0" animBg="1"/>
      <p:bldP spid="43" grpId="0" animBg="1"/>
      <p:bldP spid="16" grpId="0" animBg="1"/>
      <p:bldP spid="17" grpId="0" animBg="1"/>
      <p:bldP spid="21" grpId="0" animBg="1"/>
      <p:bldP spid="22"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2"/>
                        </p:tgtEl>
                        <p:attrNameLst>
                          <p:attrName>style.visibility</p:attrName>
                        </p:attrNameLst>
                      </p:cBhvr>
                      <p:to>
                        <p:strVal val="visible"/>
                      </p:to>
                    </p:set>
                    <p:anim calcmode="lin" valueType="num">
                      <p:cBhvr>
                        <p:cTn dur="500" fill="hold"/>
                        <p:tgtEl>
                          <p:spTgt spid="22"/>
                        </p:tgtEl>
                        <p:attrNameLst>
                          <p:attrName>ppt_w</p:attrName>
                        </p:attrNameLst>
                      </p:cBhvr>
                      <p:tavLst>
                        <p:tav tm="0">
                          <p:val>
                            <p:fltVal val="0"/>
                          </p:val>
                        </p:tav>
                        <p:tav tm="100000">
                          <p:val>
                            <p:strVal val="#ppt_w"/>
                          </p:val>
                        </p:tav>
                      </p:tavLst>
                    </p:anim>
                    <p:anim calcmode="lin" valueType="num">
                      <p:cBhvr>
                        <p:cTn dur="500" fill="hold"/>
                        <p:tgtEl>
                          <p:spTgt spid="22"/>
                        </p:tgtEl>
                        <p:attrNameLst>
                          <p:attrName>ppt_h</p:attrName>
                        </p:attrNameLst>
                      </p:cBhvr>
                      <p:tavLst>
                        <p:tav tm="0">
                          <p:val>
                            <p:fltVal val="0"/>
                          </p:val>
                        </p:tav>
                        <p:tav tm="100000">
                          <p:val>
                            <p:strVal val="#ppt_h"/>
                          </p:val>
                        </p:tav>
                      </p:tavLst>
                    </p:anim>
                    <p:animEffect transition="in" filter="fade">
                      <p:cBhvr>
                        <p:cTn dur="500"/>
                        <p:tgtEl>
                          <p:spTgt spid="22"/>
                        </p:tgtEl>
                      </p:cBhvr>
                    </p:animEffect>
                  </p:childTnLst>
                </p:cTn>
              </p:par>
            </p:tnLst>
          </p:tmpl>
        </p:tmplLst>
      </p:bldP>
      <p:bldP spid="23"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3"/>
                        </p:tgtEl>
                        <p:attrNameLst>
                          <p:attrName>style.visibility</p:attrName>
                        </p:attrNameLst>
                      </p:cBhvr>
                      <p:to>
                        <p:strVal val="visible"/>
                      </p:to>
                    </p:set>
                    <p:animEffect transition="in" filter="fade">
                      <p:cBhvr>
                        <p:cTn dur="500"/>
                        <p:tgtEl>
                          <p:spTgt spid="23"/>
                        </p:tgtEl>
                      </p:cBhvr>
                    </p:animEffect>
                    <p:anim calcmode="lin" valueType="num">
                      <p:cBhvr>
                        <p:cTn dur="500" fill="hold"/>
                        <p:tgtEl>
                          <p:spTgt spid="23"/>
                        </p:tgtEl>
                        <p:attrNameLst>
                          <p:attrName>ppt_x</p:attrName>
                        </p:attrNameLst>
                      </p:cBhvr>
                      <p:tavLst>
                        <p:tav tm="0">
                          <p:val>
                            <p:strVal val="#ppt_x"/>
                          </p:val>
                        </p:tav>
                        <p:tav tm="100000">
                          <p:val>
                            <p:strVal val="#ppt_x"/>
                          </p:val>
                        </p:tav>
                      </p:tavLst>
                    </p:anim>
                    <p:anim calcmode="lin" valueType="num">
                      <p:cBhvr>
                        <p:cTn dur="500" fill="hold"/>
                        <p:tgtEl>
                          <p:spTgt spid="23"/>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631.xml><?xml version="1.0" encoding="utf-8"?>
<p:sldLayout xmlns:a="http://schemas.openxmlformats.org/drawingml/2006/main" xmlns:r="http://schemas.openxmlformats.org/officeDocument/2006/relationships" xmlns:p="http://schemas.openxmlformats.org/presentationml/2006/main" preserve="1" userDrawn="1">
  <p:cSld name="15_Custom Layout">
    <p:spTree>
      <p:nvGrpSpPr>
        <p:cNvPr id="1" name=""/>
        <p:cNvGrpSpPr/>
        <p:nvPr/>
      </p:nvGrpSpPr>
      <p:grpSpPr>
        <a:xfrm>
          <a:off x="0" y="0"/>
          <a:ext cx="0" cy="0"/>
          <a:chOff x="0" y="0"/>
          <a:chExt cx="0" cy="0"/>
        </a:xfrm>
      </p:grpSpPr>
      <p:sp>
        <p:nvSpPr>
          <p:cNvPr id="31" name="Rounded Rectangle 30"/>
          <p:cNvSpPr/>
          <p:nvPr userDrawn="1"/>
        </p:nvSpPr>
        <p:spPr>
          <a:xfrm>
            <a:off x="8372331" y="4003119"/>
            <a:ext cx="2762538" cy="2022764"/>
          </a:xfrm>
          <a:prstGeom prst="round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0" name="Rounded Rectangle 29"/>
          <p:cNvSpPr/>
          <p:nvPr userDrawn="1"/>
        </p:nvSpPr>
        <p:spPr>
          <a:xfrm>
            <a:off x="4714731" y="4003119"/>
            <a:ext cx="2762538" cy="2022764"/>
          </a:xfrm>
          <a:prstGeom prst="round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6" name="Rounded Rectangle 5"/>
          <p:cNvSpPr/>
          <p:nvPr userDrawn="1"/>
        </p:nvSpPr>
        <p:spPr>
          <a:xfrm>
            <a:off x="1057131" y="4003119"/>
            <a:ext cx="2762538" cy="2022764"/>
          </a:xfrm>
          <a:prstGeom prst="round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43" name="Picture Placeholder 30"/>
          <p:cNvSpPr>
            <a:spLocks noGrp="1"/>
          </p:cNvSpPr>
          <p:nvPr>
            <p:ph type="pic" sz="quarter" idx="36" hasCustomPrompt="1"/>
          </p:nvPr>
        </p:nvSpPr>
        <p:spPr>
          <a:xfrm>
            <a:off x="1057131" y="2078182"/>
            <a:ext cx="2762538" cy="2701636"/>
          </a:xfrm>
          <a:solidFill>
            <a:schemeClr val="bg1">
              <a:lumMod val="85000"/>
            </a:schemeClr>
          </a:solidFill>
        </p:spPr>
        <p:txBody>
          <a:bodyPr/>
          <a:lstStyle>
            <a:lvl1pPr>
              <a:defRPr/>
            </a:lvl1pPr>
          </a:lstStyle>
          <a:p>
            <a:r>
              <a:rPr lang="id-ID" dirty="0" smtClean="0"/>
              <a:t>Pic here</a:t>
            </a:r>
            <a:endParaRPr lang="en-AU" dirty="0"/>
          </a:p>
        </p:txBody>
      </p:sp>
      <p:sp>
        <p:nvSpPr>
          <p:cNvPr id="15"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1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19" name="Picture Placeholder 30"/>
          <p:cNvSpPr>
            <a:spLocks noGrp="1"/>
          </p:cNvSpPr>
          <p:nvPr>
            <p:ph type="pic" sz="quarter" idx="37" hasCustomPrompt="1"/>
          </p:nvPr>
        </p:nvSpPr>
        <p:spPr>
          <a:xfrm>
            <a:off x="4714731" y="2078182"/>
            <a:ext cx="2762538" cy="2701636"/>
          </a:xfrm>
          <a:solidFill>
            <a:schemeClr val="bg1">
              <a:lumMod val="85000"/>
            </a:schemeClr>
          </a:solidFill>
        </p:spPr>
        <p:txBody>
          <a:bodyPr/>
          <a:lstStyle>
            <a:lvl1pPr>
              <a:defRPr/>
            </a:lvl1pPr>
          </a:lstStyle>
          <a:p>
            <a:r>
              <a:rPr lang="id-ID" dirty="0" smtClean="0"/>
              <a:t>Pic here</a:t>
            </a:r>
            <a:endParaRPr lang="en-AU" dirty="0"/>
          </a:p>
        </p:txBody>
      </p:sp>
      <p:sp>
        <p:nvSpPr>
          <p:cNvPr id="20" name="Picture Placeholder 30"/>
          <p:cNvSpPr>
            <a:spLocks noGrp="1"/>
          </p:cNvSpPr>
          <p:nvPr>
            <p:ph type="pic" sz="quarter" idx="38" hasCustomPrompt="1"/>
          </p:nvPr>
        </p:nvSpPr>
        <p:spPr>
          <a:xfrm>
            <a:off x="8372331" y="2078182"/>
            <a:ext cx="2762538" cy="2701636"/>
          </a:xfrm>
          <a:solidFill>
            <a:schemeClr val="bg1">
              <a:lumMod val="85000"/>
            </a:schemeClr>
          </a:solidFill>
        </p:spPr>
        <p:txBody>
          <a:bodyPr/>
          <a:lstStyle>
            <a:lvl1pPr>
              <a:defRPr/>
            </a:lvl1pPr>
          </a:lstStyle>
          <a:p>
            <a:r>
              <a:rPr lang="id-ID" dirty="0" smtClean="0"/>
              <a:t>Pic here</a:t>
            </a:r>
            <a:endParaRPr lang="en-AU" dirty="0"/>
          </a:p>
        </p:txBody>
      </p:sp>
      <p:sp>
        <p:nvSpPr>
          <p:cNvPr id="24" name="Picture Placeholder 30"/>
          <p:cNvSpPr>
            <a:spLocks noGrp="1"/>
          </p:cNvSpPr>
          <p:nvPr>
            <p:ph type="pic" sz="quarter" idx="39" hasCustomPrompt="1"/>
          </p:nvPr>
        </p:nvSpPr>
        <p:spPr>
          <a:xfrm>
            <a:off x="1057131" y="4142509"/>
            <a:ext cx="2762538" cy="637309"/>
          </a:xfrm>
          <a:solidFill>
            <a:schemeClr val="accent1"/>
          </a:solidFill>
        </p:spPr>
        <p:txBody>
          <a:bodyPr>
            <a:normAutofit/>
          </a:bodyPr>
          <a:lstStyle>
            <a:lvl1pPr algn="r">
              <a:defRPr sz="1050"/>
            </a:lvl1pPr>
          </a:lstStyle>
          <a:p>
            <a:r>
              <a:rPr lang="id-ID" dirty="0" smtClean="0"/>
              <a:t>Nopic</a:t>
            </a:r>
            <a:endParaRPr lang="en-AU" dirty="0"/>
          </a:p>
        </p:txBody>
      </p:sp>
      <p:sp>
        <p:nvSpPr>
          <p:cNvPr id="25" name="Picture Placeholder 30"/>
          <p:cNvSpPr>
            <a:spLocks noGrp="1"/>
          </p:cNvSpPr>
          <p:nvPr>
            <p:ph type="pic" sz="quarter" idx="40" hasCustomPrompt="1"/>
          </p:nvPr>
        </p:nvSpPr>
        <p:spPr>
          <a:xfrm>
            <a:off x="4714731" y="4142509"/>
            <a:ext cx="2762538" cy="637309"/>
          </a:xfrm>
          <a:solidFill>
            <a:schemeClr val="accent2"/>
          </a:solidFill>
        </p:spPr>
        <p:txBody>
          <a:bodyPr>
            <a:normAutofit/>
          </a:bodyPr>
          <a:lstStyle>
            <a:lvl1pPr algn="r">
              <a:defRPr sz="1050"/>
            </a:lvl1pPr>
          </a:lstStyle>
          <a:p>
            <a:r>
              <a:rPr lang="id-ID" dirty="0" smtClean="0"/>
              <a:t>Nopic</a:t>
            </a:r>
            <a:endParaRPr lang="en-AU" dirty="0"/>
          </a:p>
        </p:txBody>
      </p:sp>
      <p:sp>
        <p:nvSpPr>
          <p:cNvPr id="26" name="Picture Placeholder 30"/>
          <p:cNvSpPr>
            <a:spLocks noGrp="1"/>
          </p:cNvSpPr>
          <p:nvPr>
            <p:ph type="pic" sz="quarter" idx="41" hasCustomPrompt="1"/>
          </p:nvPr>
        </p:nvSpPr>
        <p:spPr>
          <a:xfrm>
            <a:off x="8372331" y="4142509"/>
            <a:ext cx="2762538" cy="637309"/>
          </a:xfrm>
          <a:solidFill>
            <a:schemeClr val="accent4"/>
          </a:solidFill>
        </p:spPr>
        <p:txBody>
          <a:bodyPr>
            <a:normAutofit/>
          </a:bodyPr>
          <a:lstStyle>
            <a:lvl1pPr algn="r">
              <a:defRPr sz="1050"/>
            </a:lvl1pPr>
          </a:lstStyle>
          <a:p>
            <a:r>
              <a:rPr lang="id-ID" dirty="0" smtClean="0"/>
              <a:t>Nopic</a:t>
            </a:r>
            <a:endParaRPr lang="en-AU" dirty="0"/>
          </a:p>
        </p:txBody>
      </p:sp>
      <p:sp>
        <p:nvSpPr>
          <p:cNvPr id="27" name="Text Placeholder 21"/>
          <p:cNvSpPr>
            <a:spLocks noGrp="1"/>
          </p:cNvSpPr>
          <p:nvPr>
            <p:ph type="body" sz="quarter" idx="20"/>
          </p:nvPr>
        </p:nvSpPr>
        <p:spPr>
          <a:xfrm>
            <a:off x="1057131" y="4332757"/>
            <a:ext cx="2743200" cy="256811"/>
          </a:xfrm>
        </p:spPr>
        <p:txBody>
          <a:bodyPr/>
          <a:lstStyle>
            <a:lvl1pPr algn="ctr">
              <a:defRPr>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8" name="Text Placeholder 21"/>
          <p:cNvSpPr>
            <a:spLocks noGrp="1"/>
          </p:cNvSpPr>
          <p:nvPr>
            <p:ph type="body" sz="quarter" idx="42"/>
          </p:nvPr>
        </p:nvSpPr>
        <p:spPr>
          <a:xfrm>
            <a:off x="4734069" y="4332756"/>
            <a:ext cx="2743200" cy="256811"/>
          </a:xfrm>
        </p:spPr>
        <p:txBody>
          <a:bodyPr/>
          <a:lstStyle>
            <a:lvl1pPr algn="ctr">
              <a:defRPr>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9" name="Text Placeholder 21"/>
          <p:cNvSpPr>
            <a:spLocks noGrp="1"/>
          </p:cNvSpPr>
          <p:nvPr>
            <p:ph type="body" sz="quarter" idx="43"/>
          </p:nvPr>
        </p:nvSpPr>
        <p:spPr>
          <a:xfrm>
            <a:off x="8372331" y="4332756"/>
            <a:ext cx="2743200" cy="256811"/>
          </a:xfrm>
        </p:spPr>
        <p:txBody>
          <a:bodyPr/>
          <a:lstStyle>
            <a:lvl1pPr algn="ctr">
              <a:defRPr>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3" name="Text Placeholder 21"/>
          <p:cNvSpPr>
            <a:spLocks noGrp="1"/>
          </p:cNvSpPr>
          <p:nvPr>
            <p:ph type="body" sz="quarter" idx="44"/>
          </p:nvPr>
        </p:nvSpPr>
        <p:spPr>
          <a:xfrm>
            <a:off x="1057131" y="5014501"/>
            <a:ext cx="2743200" cy="682675"/>
          </a:xfrm>
        </p:spPr>
        <p:txBody>
          <a:bodyPr>
            <a:noAutofit/>
          </a:bodyPr>
          <a:lstStyle>
            <a:lvl1pPr algn="ctr">
              <a:defRPr sz="120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4" name="Text Placeholder 21"/>
          <p:cNvSpPr>
            <a:spLocks noGrp="1"/>
          </p:cNvSpPr>
          <p:nvPr>
            <p:ph type="body" sz="quarter" idx="45"/>
          </p:nvPr>
        </p:nvSpPr>
        <p:spPr>
          <a:xfrm>
            <a:off x="4695393" y="5014500"/>
            <a:ext cx="2743200" cy="682675"/>
          </a:xfrm>
        </p:spPr>
        <p:txBody>
          <a:bodyPr>
            <a:noAutofit/>
          </a:bodyPr>
          <a:lstStyle>
            <a:lvl1pPr algn="ctr">
              <a:defRPr sz="120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5" name="Text Placeholder 21"/>
          <p:cNvSpPr>
            <a:spLocks noGrp="1"/>
          </p:cNvSpPr>
          <p:nvPr>
            <p:ph type="body" sz="quarter" idx="46"/>
          </p:nvPr>
        </p:nvSpPr>
        <p:spPr>
          <a:xfrm>
            <a:off x="8380703" y="5014500"/>
            <a:ext cx="2743200" cy="682675"/>
          </a:xfrm>
        </p:spPr>
        <p:txBody>
          <a:bodyPr>
            <a:noAutofit/>
          </a:bodyPr>
          <a:lstStyle>
            <a:lvl1pPr algn="ctr">
              <a:defRPr sz="120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Tree>
    <p:extLst>
      <p:ext uri="{BB962C8B-B14F-4D97-AF65-F5344CB8AC3E}">
        <p14:creationId xmlns:p14="http://schemas.microsoft.com/office/powerpoint/2010/main" val="152189332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500"/>
                            </p:stCondLst>
                            <p:childTnLst>
                              <p:par>
                                <p:cTn id="5" presetID="10" presetClass="entr" presetSubtype="0" fill="hold" grpId="0" nodeType="after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500"/>
                                        <p:tgtEl>
                                          <p:spTgt spid="15"/>
                                        </p:tgtEl>
                                      </p:cBhvr>
                                    </p:animEffect>
                                  </p:childTnLst>
                                </p:cTn>
                              </p:par>
                            </p:childTnLst>
                          </p:cTn>
                        </p:par>
                        <p:par>
                          <p:cTn id="8" fill="hold">
                            <p:stCondLst>
                              <p:cond delay="1000"/>
                            </p:stCondLst>
                            <p:childTnLst>
                              <p:par>
                                <p:cTn id="9" presetID="42" presetClass="entr" presetSubtype="0" fill="hold" grpId="0" nodeType="afterEffect">
                                  <p:stCondLst>
                                    <p:cond delay="0"/>
                                  </p:stCondLst>
                                  <p:childTnLst>
                                    <p:set>
                                      <p:cBhvr>
                                        <p:cTn id="10" dur="1" fill="hold">
                                          <p:stCondLst>
                                            <p:cond delay="0"/>
                                          </p:stCondLst>
                                        </p:cTn>
                                        <p:tgtEl>
                                          <p:spTgt spid="18">
                                            <p:txEl>
                                              <p:pRg st="0" end="0"/>
                                            </p:txEl>
                                          </p:spTgt>
                                        </p:tgtEl>
                                        <p:attrNameLst>
                                          <p:attrName>style.visibility</p:attrName>
                                        </p:attrNameLst>
                                      </p:cBhvr>
                                      <p:to>
                                        <p:strVal val="visible"/>
                                      </p:to>
                                    </p:set>
                                    <p:animEffect transition="in" filter="fade">
                                      <p:cBhvr>
                                        <p:cTn id="11" dur="500"/>
                                        <p:tgtEl>
                                          <p:spTgt spid="18">
                                            <p:txEl>
                                              <p:pRg st="0" end="0"/>
                                            </p:txEl>
                                          </p:spTgt>
                                        </p:tgtEl>
                                      </p:cBhvr>
                                    </p:animEffect>
                                    <p:anim calcmode="lin" valueType="num">
                                      <p:cBhvr>
                                        <p:cTn id="12" dur="500" fill="hold"/>
                                        <p:tgtEl>
                                          <p:spTgt spid="18">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18">
                                            <p:txEl>
                                              <p:pRg st="0" end="0"/>
                                            </p:txEl>
                                          </p:spTgt>
                                        </p:tgtEl>
                                        <p:attrNameLst>
                                          <p:attrName>ppt_y</p:attrName>
                                        </p:attrNameLst>
                                      </p:cBhvr>
                                      <p:tavLst>
                                        <p:tav tm="0">
                                          <p:val>
                                            <p:strVal val="#ppt_y+.1"/>
                                          </p:val>
                                        </p:tav>
                                        <p:tav tm="100000">
                                          <p:val>
                                            <p:strVal val="#ppt_y"/>
                                          </p:val>
                                        </p:tav>
                                      </p:tavLst>
                                    </p:anim>
                                  </p:childTnLst>
                                </p:cTn>
                              </p:par>
                            </p:childTnLst>
                          </p:cTn>
                        </p:par>
                        <p:par>
                          <p:cTn id="14" fill="hold">
                            <p:stCondLst>
                              <p:cond delay="1500"/>
                            </p:stCondLst>
                            <p:childTnLst>
                              <p:par>
                                <p:cTn id="15" presetID="42" presetClass="entr" presetSubtype="0" fill="hold" grpId="0" nodeType="afterEffect">
                                  <p:stCondLst>
                                    <p:cond delay="0"/>
                                  </p:stCondLst>
                                  <p:childTnLst>
                                    <p:set>
                                      <p:cBhvr>
                                        <p:cTn id="16" dur="1" fill="hold">
                                          <p:stCondLst>
                                            <p:cond delay="0"/>
                                          </p:stCondLst>
                                        </p:cTn>
                                        <p:tgtEl>
                                          <p:spTgt spid="43"/>
                                        </p:tgtEl>
                                        <p:attrNameLst>
                                          <p:attrName>style.visibility</p:attrName>
                                        </p:attrNameLst>
                                      </p:cBhvr>
                                      <p:to>
                                        <p:strVal val="visible"/>
                                      </p:to>
                                    </p:set>
                                    <p:animEffect transition="in" filter="fade">
                                      <p:cBhvr>
                                        <p:cTn id="17" dur="500"/>
                                        <p:tgtEl>
                                          <p:spTgt spid="43"/>
                                        </p:tgtEl>
                                      </p:cBhvr>
                                    </p:animEffect>
                                    <p:anim calcmode="lin" valueType="num">
                                      <p:cBhvr>
                                        <p:cTn id="18" dur="500" fill="hold"/>
                                        <p:tgtEl>
                                          <p:spTgt spid="43"/>
                                        </p:tgtEl>
                                        <p:attrNameLst>
                                          <p:attrName>ppt_x</p:attrName>
                                        </p:attrNameLst>
                                      </p:cBhvr>
                                      <p:tavLst>
                                        <p:tav tm="0">
                                          <p:val>
                                            <p:strVal val="#ppt_x"/>
                                          </p:val>
                                        </p:tav>
                                        <p:tav tm="100000">
                                          <p:val>
                                            <p:strVal val="#ppt_x"/>
                                          </p:val>
                                        </p:tav>
                                      </p:tavLst>
                                    </p:anim>
                                    <p:anim calcmode="lin" valueType="num">
                                      <p:cBhvr>
                                        <p:cTn id="19" dur="500" fill="hold"/>
                                        <p:tgtEl>
                                          <p:spTgt spid="43"/>
                                        </p:tgtEl>
                                        <p:attrNameLst>
                                          <p:attrName>ppt_y</p:attrName>
                                        </p:attrNameLst>
                                      </p:cBhvr>
                                      <p:tavLst>
                                        <p:tav tm="0">
                                          <p:val>
                                            <p:strVal val="#ppt_y+.1"/>
                                          </p:val>
                                        </p:tav>
                                        <p:tav tm="100000">
                                          <p:val>
                                            <p:strVal val="#ppt_y"/>
                                          </p:val>
                                        </p:tav>
                                      </p:tavLst>
                                    </p:anim>
                                  </p:childTnLst>
                                </p:cTn>
                              </p:par>
                            </p:childTnLst>
                          </p:cTn>
                        </p:par>
                        <p:par>
                          <p:cTn id="20" fill="hold">
                            <p:stCondLst>
                              <p:cond delay="2000"/>
                            </p:stCondLst>
                            <p:childTnLst>
                              <p:par>
                                <p:cTn id="21" presetID="42" presetClass="entr" presetSubtype="0" fill="hold" grpId="0" nodeType="afterEffect">
                                  <p:stCondLst>
                                    <p:cond delay="0"/>
                                  </p:stCondLst>
                                  <p:childTnLst>
                                    <p:set>
                                      <p:cBhvr>
                                        <p:cTn id="22" dur="1" fill="hold">
                                          <p:stCondLst>
                                            <p:cond delay="0"/>
                                          </p:stCondLst>
                                        </p:cTn>
                                        <p:tgtEl>
                                          <p:spTgt spid="19"/>
                                        </p:tgtEl>
                                        <p:attrNameLst>
                                          <p:attrName>style.visibility</p:attrName>
                                        </p:attrNameLst>
                                      </p:cBhvr>
                                      <p:to>
                                        <p:strVal val="visible"/>
                                      </p:to>
                                    </p:set>
                                    <p:animEffect transition="in" filter="fade">
                                      <p:cBhvr>
                                        <p:cTn id="23" dur="500"/>
                                        <p:tgtEl>
                                          <p:spTgt spid="19"/>
                                        </p:tgtEl>
                                      </p:cBhvr>
                                    </p:animEffect>
                                    <p:anim calcmode="lin" valueType="num">
                                      <p:cBhvr>
                                        <p:cTn id="24" dur="500" fill="hold"/>
                                        <p:tgtEl>
                                          <p:spTgt spid="19"/>
                                        </p:tgtEl>
                                        <p:attrNameLst>
                                          <p:attrName>ppt_x</p:attrName>
                                        </p:attrNameLst>
                                      </p:cBhvr>
                                      <p:tavLst>
                                        <p:tav tm="0">
                                          <p:val>
                                            <p:strVal val="#ppt_x"/>
                                          </p:val>
                                        </p:tav>
                                        <p:tav tm="100000">
                                          <p:val>
                                            <p:strVal val="#ppt_x"/>
                                          </p:val>
                                        </p:tav>
                                      </p:tavLst>
                                    </p:anim>
                                    <p:anim calcmode="lin" valueType="num">
                                      <p:cBhvr>
                                        <p:cTn id="25" dur="500" fill="hold"/>
                                        <p:tgtEl>
                                          <p:spTgt spid="19"/>
                                        </p:tgtEl>
                                        <p:attrNameLst>
                                          <p:attrName>ppt_y</p:attrName>
                                        </p:attrNameLst>
                                      </p:cBhvr>
                                      <p:tavLst>
                                        <p:tav tm="0">
                                          <p:val>
                                            <p:strVal val="#ppt_y+.1"/>
                                          </p:val>
                                        </p:tav>
                                        <p:tav tm="100000">
                                          <p:val>
                                            <p:strVal val="#ppt_y"/>
                                          </p:val>
                                        </p:tav>
                                      </p:tavLst>
                                    </p:anim>
                                  </p:childTnLst>
                                </p:cTn>
                              </p:par>
                            </p:childTnLst>
                          </p:cTn>
                        </p:par>
                        <p:par>
                          <p:cTn id="26" fill="hold">
                            <p:stCondLst>
                              <p:cond delay="2500"/>
                            </p:stCondLst>
                            <p:childTnLst>
                              <p:par>
                                <p:cTn id="27" presetID="42" presetClass="entr" presetSubtype="0" fill="hold" grpId="0" nodeType="afterEffect">
                                  <p:stCondLst>
                                    <p:cond delay="0"/>
                                  </p:stCondLst>
                                  <p:childTnLst>
                                    <p:set>
                                      <p:cBhvr>
                                        <p:cTn id="28" dur="1" fill="hold">
                                          <p:stCondLst>
                                            <p:cond delay="0"/>
                                          </p:stCondLst>
                                        </p:cTn>
                                        <p:tgtEl>
                                          <p:spTgt spid="20"/>
                                        </p:tgtEl>
                                        <p:attrNameLst>
                                          <p:attrName>style.visibility</p:attrName>
                                        </p:attrNameLst>
                                      </p:cBhvr>
                                      <p:to>
                                        <p:strVal val="visible"/>
                                      </p:to>
                                    </p:set>
                                    <p:animEffect transition="in" filter="fade">
                                      <p:cBhvr>
                                        <p:cTn id="29" dur="500"/>
                                        <p:tgtEl>
                                          <p:spTgt spid="20"/>
                                        </p:tgtEl>
                                      </p:cBhvr>
                                    </p:animEffect>
                                    <p:anim calcmode="lin" valueType="num">
                                      <p:cBhvr>
                                        <p:cTn id="30" dur="500" fill="hold"/>
                                        <p:tgtEl>
                                          <p:spTgt spid="20"/>
                                        </p:tgtEl>
                                        <p:attrNameLst>
                                          <p:attrName>ppt_x</p:attrName>
                                        </p:attrNameLst>
                                      </p:cBhvr>
                                      <p:tavLst>
                                        <p:tav tm="0">
                                          <p:val>
                                            <p:strVal val="#ppt_x"/>
                                          </p:val>
                                        </p:tav>
                                        <p:tav tm="100000">
                                          <p:val>
                                            <p:strVal val="#ppt_x"/>
                                          </p:val>
                                        </p:tav>
                                      </p:tavLst>
                                    </p:anim>
                                    <p:anim calcmode="lin" valueType="num">
                                      <p:cBhvr>
                                        <p:cTn id="31" dur="500" fill="hold"/>
                                        <p:tgtEl>
                                          <p:spTgt spid="20"/>
                                        </p:tgtEl>
                                        <p:attrNameLst>
                                          <p:attrName>ppt_y</p:attrName>
                                        </p:attrNameLst>
                                      </p:cBhvr>
                                      <p:tavLst>
                                        <p:tav tm="0">
                                          <p:val>
                                            <p:strVal val="#ppt_y+.1"/>
                                          </p:val>
                                        </p:tav>
                                        <p:tav tm="100000">
                                          <p:val>
                                            <p:strVal val="#ppt_y"/>
                                          </p:val>
                                        </p:tav>
                                      </p:tavLst>
                                    </p:anim>
                                  </p:childTnLst>
                                </p:cTn>
                              </p:par>
                            </p:childTnLst>
                          </p:cTn>
                        </p:par>
                        <p:par>
                          <p:cTn id="32" fill="hold">
                            <p:stCondLst>
                              <p:cond delay="3000"/>
                            </p:stCondLst>
                            <p:childTnLst>
                              <p:par>
                                <p:cTn id="33" presetID="42" presetClass="entr" presetSubtype="0" fill="hold" grpId="0" nodeType="afterEffect">
                                  <p:stCondLst>
                                    <p:cond delay="0"/>
                                  </p:stCondLst>
                                  <p:childTnLst>
                                    <p:set>
                                      <p:cBhvr>
                                        <p:cTn id="34" dur="1" fill="hold">
                                          <p:stCondLst>
                                            <p:cond delay="0"/>
                                          </p:stCondLst>
                                        </p:cTn>
                                        <p:tgtEl>
                                          <p:spTgt spid="24"/>
                                        </p:tgtEl>
                                        <p:attrNameLst>
                                          <p:attrName>style.visibility</p:attrName>
                                        </p:attrNameLst>
                                      </p:cBhvr>
                                      <p:to>
                                        <p:strVal val="visible"/>
                                      </p:to>
                                    </p:set>
                                    <p:animEffect transition="in" filter="fade">
                                      <p:cBhvr>
                                        <p:cTn id="35" dur="500"/>
                                        <p:tgtEl>
                                          <p:spTgt spid="24"/>
                                        </p:tgtEl>
                                      </p:cBhvr>
                                    </p:animEffect>
                                    <p:anim calcmode="lin" valueType="num">
                                      <p:cBhvr>
                                        <p:cTn id="36" dur="500" fill="hold"/>
                                        <p:tgtEl>
                                          <p:spTgt spid="24"/>
                                        </p:tgtEl>
                                        <p:attrNameLst>
                                          <p:attrName>ppt_x</p:attrName>
                                        </p:attrNameLst>
                                      </p:cBhvr>
                                      <p:tavLst>
                                        <p:tav tm="0">
                                          <p:val>
                                            <p:strVal val="#ppt_x"/>
                                          </p:val>
                                        </p:tav>
                                        <p:tav tm="100000">
                                          <p:val>
                                            <p:strVal val="#ppt_x"/>
                                          </p:val>
                                        </p:tav>
                                      </p:tavLst>
                                    </p:anim>
                                    <p:anim calcmode="lin" valueType="num">
                                      <p:cBhvr>
                                        <p:cTn id="37" dur="500" fill="hold"/>
                                        <p:tgtEl>
                                          <p:spTgt spid="24"/>
                                        </p:tgtEl>
                                        <p:attrNameLst>
                                          <p:attrName>ppt_y</p:attrName>
                                        </p:attrNameLst>
                                      </p:cBhvr>
                                      <p:tavLst>
                                        <p:tav tm="0">
                                          <p:val>
                                            <p:strVal val="#ppt_y+.1"/>
                                          </p:val>
                                        </p:tav>
                                        <p:tav tm="100000">
                                          <p:val>
                                            <p:strVal val="#ppt_y"/>
                                          </p:val>
                                        </p:tav>
                                      </p:tavLst>
                                    </p:anim>
                                  </p:childTnLst>
                                </p:cTn>
                              </p:par>
                            </p:childTnLst>
                          </p:cTn>
                        </p:par>
                        <p:par>
                          <p:cTn id="38" fill="hold">
                            <p:stCondLst>
                              <p:cond delay="3500"/>
                            </p:stCondLst>
                            <p:childTnLst>
                              <p:par>
                                <p:cTn id="39" presetID="42" presetClass="entr" presetSubtype="0" fill="hold" grpId="0" nodeType="afterEffect">
                                  <p:stCondLst>
                                    <p:cond delay="0"/>
                                  </p:stCondLst>
                                  <p:childTnLst>
                                    <p:set>
                                      <p:cBhvr>
                                        <p:cTn id="40" dur="1" fill="hold">
                                          <p:stCondLst>
                                            <p:cond delay="0"/>
                                          </p:stCondLst>
                                        </p:cTn>
                                        <p:tgtEl>
                                          <p:spTgt spid="25"/>
                                        </p:tgtEl>
                                        <p:attrNameLst>
                                          <p:attrName>style.visibility</p:attrName>
                                        </p:attrNameLst>
                                      </p:cBhvr>
                                      <p:to>
                                        <p:strVal val="visible"/>
                                      </p:to>
                                    </p:set>
                                    <p:animEffect transition="in" filter="fade">
                                      <p:cBhvr>
                                        <p:cTn id="41" dur="500"/>
                                        <p:tgtEl>
                                          <p:spTgt spid="25"/>
                                        </p:tgtEl>
                                      </p:cBhvr>
                                    </p:animEffect>
                                    <p:anim calcmode="lin" valueType="num">
                                      <p:cBhvr>
                                        <p:cTn id="42" dur="500" fill="hold"/>
                                        <p:tgtEl>
                                          <p:spTgt spid="25"/>
                                        </p:tgtEl>
                                        <p:attrNameLst>
                                          <p:attrName>ppt_x</p:attrName>
                                        </p:attrNameLst>
                                      </p:cBhvr>
                                      <p:tavLst>
                                        <p:tav tm="0">
                                          <p:val>
                                            <p:strVal val="#ppt_x"/>
                                          </p:val>
                                        </p:tav>
                                        <p:tav tm="100000">
                                          <p:val>
                                            <p:strVal val="#ppt_x"/>
                                          </p:val>
                                        </p:tav>
                                      </p:tavLst>
                                    </p:anim>
                                    <p:anim calcmode="lin" valueType="num">
                                      <p:cBhvr>
                                        <p:cTn id="43" dur="500" fill="hold"/>
                                        <p:tgtEl>
                                          <p:spTgt spid="25"/>
                                        </p:tgtEl>
                                        <p:attrNameLst>
                                          <p:attrName>ppt_y</p:attrName>
                                        </p:attrNameLst>
                                      </p:cBhvr>
                                      <p:tavLst>
                                        <p:tav tm="0">
                                          <p:val>
                                            <p:strVal val="#ppt_y+.1"/>
                                          </p:val>
                                        </p:tav>
                                        <p:tav tm="100000">
                                          <p:val>
                                            <p:strVal val="#ppt_y"/>
                                          </p:val>
                                        </p:tav>
                                      </p:tavLst>
                                    </p:anim>
                                  </p:childTnLst>
                                </p:cTn>
                              </p:par>
                            </p:childTnLst>
                          </p:cTn>
                        </p:par>
                        <p:par>
                          <p:cTn id="44" fill="hold">
                            <p:stCondLst>
                              <p:cond delay="4000"/>
                            </p:stCondLst>
                            <p:childTnLst>
                              <p:par>
                                <p:cTn id="45" presetID="42" presetClass="entr" presetSubtype="0" fill="hold" grpId="0" nodeType="afterEffect">
                                  <p:stCondLst>
                                    <p:cond delay="0"/>
                                  </p:stCondLst>
                                  <p:childTnLst>
                                    <p:set>
                                      <p:cBhvr>
                                        <p:cTn id="46" dur="1" fill="hold">
                                          <p:stCondLst>
                                            <p:cond delay="0"/>
                                          </p:stCondLst>
                                        </p:cTn>
                                        <p:tgtEl>
                                          <p:spTgt spid="26"/>
                                        </p:tgtEl>
                                        <p:attrNameLst>
                                          <p:attrName>style.visibility</p:attrName>
                                        </p:attrNameLst>
                                      </p:cBhvr>
                                      <p:to>
                                        <p:strVal val="visible"/>
                                      </p:to>
                                    </p:set>
                                    <p:animEffect transition="in" filter="fade">
                                      <p:cBhvr>
                                        <p:cTn id="47" dur="500"/>
                                        <p:tgtEl>
                                          <p:spTgt spid="26"/>
                                        </p:tgtEl>
                                      </p:cBhvr>
                                    </p:animEffect>
                                    <p:anim calcmode="lin" valueType="num">
                                      <p:cBhvr>
                                        <p:cTn id="48" dur="500" fill="hold"/>
                                        <p:tgtEl>
                                          <p:spTgt spid="26"/>
                                        </p:tgtEl>
                                        <p:attrNameLst>
                                          <p:attrName>ppt_x</p:attrName>
                                        </p:attrNameLst>
                                      </p:cBhvr>
                                      <p:tavLst>
                                        <p:tav tm="0">
                                          <p:val>
                                            <p:strVal val="#ppt_x"/>
                                          </p:val>
                                        </p:tav>
                                        <p:tav tm="100000">
                                          <p:val>
                                            <p:strVal val="#ppt_x"/>
                                          </p:val>
                                        </p:tav>
                                      </p:tavLst>
                                    </p:anim>
                                    <p:anim calcmode="lin" valueType="num">
                                      <p:cBhvr>
                                        <p:cTn id="49" dur="500" fill="hold"/>
                                        <p:tgtEl>
                                          <p:spTgt spid="26"/>
                                        </p:tgtEl>
                                        <p:attrNameLst>
                                          <p:attrName>ppt_y</p:attrName>
                                        </p:attrNameLst>
                                      </p:cBhvr>
                                      <p:tavLst>
                                        <p:tav tm="0">
                                          <p:val>
                                            <p:strVal val="#ppt_y+.1"/>
                                          </p:val>
                                        </p:tav>
                                        <p:tav tm="100000">
                                          <p:val>
                                            <p:strVal val="#ppt_y"/>
                                          </p:val>
                                        </p:tav>
                                      </p:tavLst>
                                    </p:anim>
                                  </p:childTnLst>
                                </p:cTn>
                              </p:par>
                            </p:childTnLst>
                          </p:cTn>
                        </p:par>
                        <p:par>
                          <p:cTn id="50" fill="hold">
                            <p:stCondLst>
                              <p:cond delay="4500"/>
                            </p:stCondLst>
                            <p:childTnLst>
                              <p:par>
                                <p:cTn id="51" presetID="53" presetClass="entr" presetSubtype="16" fill="hold" grpId="0" nodeType="afterEffect" nodePh="1">
                                  <p:stCondLst>
                                    <p:cond delay="0"/>
                                  </p:stCondLst>
                                  <p:endCondLst>
                                    <p:cond evt="begin" delay="0">
                                      <p:tn val="51"/>
                                    </p:cond>
                                  </p:endCondLst>
                                  <p:childTnLst>
                                    <p:set>
                                      <p:cBhvr>
                                        <p:cTn id="52" dur="1" fill="hold">
                                          <p:stCondLst>
                                            <p:cond delay="0"/>
                                          </p:stCondLst>
                                        </p:cTn>
                                        <p:tgtEl>
                                          <p:spTgt spid="27">
                                            <p:txEl>
                                              <p:pRg st="0" end="0"/>
                                            </p:txEl>
                                          </p:spTgt>
                                        </p:tgtEl>
                                        <p:attrNameLst>
                                          <p:attrName>style.visibility</p:attrName>
                                        </p:attrNameLst>
                                      </p:cBhvr>
                                      <p:to>
                                        <p:strVal val="visible"/>
                                      </p:to>
                                    </p:set>
                                    <p:anim calcmode="lin" valueType="num">
                                      <p:cBhvr>
                                        <p:cTn id="53" dur="500" fill="hold"/>
                                        <p:tgtEl>
                                          <p:spTgt spid="27">
                                            <p:txEl>
                                              <p:pRg st="0" end="0"/>
                                            </p:txEl>
                                          </p:spTgt>
                                        </p:tgtEl>
                                        <p:attrNameLst>
                                          <p:attrName>ppt_w</p:attrName>
                                        </p:attrNameLst>
                                      </p:cBhvr>
                                      <p:tavLst>
                                        <p:tav tm="0">
                                          <p:val>
                                            <p:fltVal val="0"/>
                                          </p:val>
                                        </p:tav>
                                        <p:tav tm="100000">
                                          <p:val>
                                            <p:strVal val="#ppt_w"/>
                                          </p:val>
                                        </p:tav>
                                      </p:tavLst>
                                    </p:anim>
                                    <p:anim calcmode="lin" valueType="num">
                                      <p:cBhvr>
                                        <p:cTn id="54" dur="500" fill="hold"/>
                                        <p:tgtEl>
                                          <p:spTgt spid="27">
                                            <p:txEl>
                                              <p:pRg st="0" end="0"/>
                                            </p:txEl>
                                          </p:spTgt>
                                        </p:tgtEl>
                                        <p:attrNameLst>
                                          <p:attrName>ppt_h</p:attrName>
                                        </p:attrNameLst>
                                      </p:cBhvr>
                                      <p:tavLst>
                                        <p:tav tm="0">
                                          <p:val>
                                            <p:fltVal val="0"/>
                                          </p:val>
                                        </p:tav>
                                        <p:tav tm="100000">
                                          <p:val>
                                            <p:strVal val="#ppt_h"/>
                                          </p:val>
                                        </p:tav>
                                      </p:tavLst>
                                    </p:anim>
                                    <p:animEffect transition="in" filter="fade">
                                      <p:cBhvr>
                                        <p:cTn id="55" dur="500"/>
                                        <p:tgtEl>
                                          <p:spTgt spid="27">
                                            <p:txEl>
                                              <p:pRg st="0" end="0"/>
                                            </p:txEl>
                                          </p:spTgt>
                                        </p:tgtEl>
                                      </p:cBhvr>
                                    </p:animEffect>
                                  </p:childTnLst>
                                </p:cTn>
                              </p:par>
                            </p:childTnLst>
                          </p:cTn>
                        </p:par>
                        <p:par>
                          <p:cTn id="56" fill="hold">
                            <p:stCondLst>
                              <p:cond delay="5000"/>
                            </p:stCondLst>
                            <p:childTnLst>
                              <p:par>
                                <p:cTn id="57" presetID="53" presetClass="entr" presetSubtype="16" fill="hold" grpId="0" nodeType="afterEffect" nodePh="1">
                                  <p:stCondLst>
                                    <p:cond delay="0"/>
                                  </p:stCondLst>
                                  <p:endCondLst>
                                    <p:cond evt="begin" delay="0">
                                      <p:tn val="57"/>
                                    </p:cond>
                                  </p:endCondLst>
                                  <p:childTnLst>
                                    <p:set>
                                      <p:cBhvr>
                                        <p:cTn id="58" dur="1" fill="hold">
                                          <p:stCondLst>
                                            <p:cond delay="0"/>
                                          </p:stCondLst>
                                        </p:cTn>
                                        <p:tgtEl>
                                          <p:spTgt spid="28">
                                            <p:txEl>
                                              <p:pRg st="0" end="0"/>
                                            </p:txEl>
                                          </p:spTgt>
                                        </p:tgtEl>
                                        <p:attrNameLst>
                                          <p:attrName>style.visibility</p:attrName>
                                        </p:attrNameLst>
                                      </p:cBhvr>
                                      <p:to>
                                        <p:strVal val="visible"/>
                                      </p:to>
                                    </p:set>
                                    <p:anim calcmode="lin" valueType="num">
                                      <p:cBhvr>
                                        <p:cTn id="59" dur="500" fill="hold"/>
                                        <p:tgtEl>
                                          <p:spTgt spid="28">
                                            <p:txEl>
                                              <p:pRg st="0" end="0"/>
                                            </p:txEl>
                                          </p:spTgt>
                                        </p:tgtEl>
                                        <p:attrNameLst>
                                          <p:attrName>ppt_w</p:attrName>
                                        </p:attrNameLst>
                                      </p:cBhvr>
                                      <p:tavLst>
                                        <p:tav tm="0">
                                          <p:val>
                                            <p:fltVal val="0"/>
                                          </p:val>
                                        </p:tav>
                                        <p:tav tm="100000">
                                          <p:val>
                                            <p:strVal val="#ppt_w"/>
                                          </p:val>
                                        </p:tav>
                                      </p:tavLst>
                                    </p:anim>
                                    <p:anim calcmode="lin" valueType="num">
                                      <p:cBhvr>
                                        <p:cTn id="60" dur="500" fill="hold"/>
                                        <p:tgtEl>
                                          <p:spTgt spid="28">
                                            <p:txEl>
                                              <p:pRg st="0" end="0"/>
                                            </p:txEl>
                                          </p:spTgt>
                                        </p:tgtEl>
                                        <p:attrNameLst>
                                          <p:attrName>ppt_h</p:attrName>
                                        </p:attrNameLst>
                                      </p:cBhvr>
                                      <p:tavLst>
                                        <p:tav tm="0">
                                          <p:val>
                                            <p:fltVal val="0"/>
                                          </p:val>
                                        </p:tav>
                                        <p:tav tm="100000">
                                          <p:val>
                                            <p:strVal val="#ppt_h"/>
                                          </p:val>
                                        </p:tav>
                                      </p:tavLst>
                                    </p:anim>
                                    <p:animEffect transition="in" filter="fade">
                                      <p:cBhvr>
                                        <p:cTn id="61" dur="500"/>
                                        <p:tgtEl>
                                          <p:spTgt spid="28">
                                            <p:txEl>
                                              <p:pRg st="0" end="0"/>
                                            </p:txEl>
                                          </p:spTgt>
                                        </p:tgtEl>
                                      </p:cBhvr>
                                    </p:animEffect>
                                  </p:childTnLst>
                                </p:cTn>
                              </p:par>
                            </p:childTnLst>
                          </p:cTn>
                        </p:par>
                        <p:par>
                          <p:cTn id="62" fill="hold">
                            <p:stCondLst>
                              <p:cond delay="5500"/>
                            </p:stCondLst>
                            <p:childTnLst>
                              <p:par>
                                <p:cTn id="63" presetID="53" presetClass="entr" presetSubtype="16" fill="hold" grpId="0" nodeType="afterEffect" nodePh="1">
                                  <p:stCondLst>
                                    <p:cond delay="0"/>
                                  </p:stCondLst>
                                  <p:endCondLst>
                                    <p:cond evt="begin" delay="0">
                                      <p:tn val="63"/>
                                    </p:cond>
                                  </p:endCondLst>
                                  <p:childTnLst>
                                    <p:set>
                                      <p:cBhvr>
                                        <p:cTn id="64" dur="1" fill="hold">
                                          <p:stCondLst>
                                            <p:cond delay="0"/>
                                          </p:stCondLst>
                                        </p:cTn>
                                        <p:tgtEl>
                                          <p:spTgt spid="29">
                                            <p:txEl>
                                              <p:pRg st="0" end="0"/>
                                            </p:txEl>
                                          </p:spTgt>
                                        </p:tgtEl>
                                        <p:attrNameLst>
                                          <p:attrName>style.visibility</p:attrName>
                                        </p:attrNameLst>
                                      </p:cBhvr>
                                      <p:to>
                                        <p:strVal val="visible"/>
                                      </p:to>
                                    </p:set>
                                    <p:anim calcmode="lin" valueType="num">
                                      <p:cBhvr>
                                        <p:cTn id="65" dur="500" fill="hold"/>
                                        <p:tgtEl>
                                          <p:spTgt spid="29">
                                            <p:txEl>
                                              <p:pRg st="0" end="0"/>
                                            </p:txEl>
                                          </p:spTgt>
                                        </p:tgtEl>
                                        <p:attrNameLst>
                                          <p:attrName>ppt_w</p:attrName>
                                        </p:attrNameLst>
                                      </p:cBhvr>
                                      <p:tavLst>
                                        <p:tav tm="0">
                                          <p:val>
                                            <p:fltVal val="0"/>
                                          </p:val>
                                        </p:tav>
                                        <p:tav tm="100000">
                                          <p:val>
                                            <p:strVal val="#ppt_w"/>
                                          </p:val>
                                        </p:tav>
                                      </p:tavLst>
                                    </p:anim>
                                    <p:anim calcmode="lin" valueType="num">
                                      <p:cBhvr>
                                        <p:cTn id="66" dur="500" fill="hold"/>
                                        <p:tgtEl>
                                          <p:spTgt spid="29">
                                            <p:txEl>
                                              <p:pRg st="0" end="0"/>
                                            </p:txEl>
                                          </p:spTgt>
                                        </p:tgtEl>
                                        <p:attrNameLst>
                                          <p:attrName>ppt_h</p:attrName>
                                        </p:attrNameLst>
                                      </p:cBhvr>
                                      <p:tavLst>
                                        <p:tav tm="0">
                                          <p:val>
                                            <p:fltVal val="0"/>
                                          </p:val>
                                        </p:tav>
                                        <p:tav tm="100000">
                                          <p:val>
                                            <p:strVal val="#ppt_h"/>
                                          </p:val>
                                        </p:tav>
                                      </p:tavLst>
                                    </p:anim>
                                    <p:animEffect transition="in" filter="fade">
                                      <p:cBhvr>
                                        <p:cTn id="67" dur="500"/>
                                        <p:tgtEl>
                                          <p:spTgt spid="29">
                                            <p:txEl>
                                              <p:pRg st="0" end="0"/>
                                            </p:txEl>
                                          </p:spTgt>
                                        </p:tgtEl>
                                      </p:cBhvr>
                                    </p:animEffect>
                                  </p:childTnLst>
                                </p:cTn>
                              </p:par>
                            </p:childTnLst>
                          </p:cTn>
                        </p:par>
                        <p:par>
                          <p:cTn id="68" fill="hold">
                            <p:stCondLst>
                              <p:cond delay="6000"/>
                            </p:stCondLst>
                            <p:childTnLst>
                              <p:par>
                                <p:cTn id="69" presetID="10" presetClass="entr" presetSubtype="0" fill="hold" grpId="0" nodeType="afterEffect">
                                  <p:stCondLst>
                                    <p:cond delay="0"/>
                                  </p:stCondLst>
                                  <p:childTnLst>
                                    <p:set>
                                      <p:cBhvr>
                                        <p:cTn id="70" dur="1" fill="hold">
                                          <p:stCondLst>
                                            <p:cond delay="0"/>
                                          </p:stCondLst>
                                        </p:cTn>
                                        <p:tgtEl>
                                          <p:spTgt spid="6"/>
                                        </p:tgtEl>
                                        <p:attrNameLst>
                                          <p:attrName>style.visibility</p:attrName>
                                        </p:attrNameLst>
                                      </p:cBhvr>
                                      <p:to>
                                        <p:strVal val="visible"/>
                                      </p:to>
                                    </p:set>
                                    <p:animEffect transition="in" filter="fade">
                                      <p:cBhvr>
                                        <p:cTn id="71" dur="500"/>
                                        <p:tgtEl>
                                          <p:spTgt spid="6"/>
                                        </p:tgtEl>
                                      </p:cBhvr>
                                    </p:animEffect>
                                  </p:childTnLst>
                                </p:cTn>
                              </p:par>
                            </p:childTnLst>
                          </p:cTn>
                        </p:par>
                        <p:par>
                          <p:cTn id="72" fill="hold">
                            <p:stCondLst>
                              <p:cond delay="6500"/>
                            </p:stCondLst>
                            <p:childTnLst>
                              <p:par>
                                <p:cTn id="73" presetID="53" presetClass="entr" presetSubtype="16" fill="hold" grpId="0" nodeType="afterEffect" nodePh="1">
                                  <p:stCondLst>
                                    <p:cond delay="0"/>
                                  </p:stCondLst>
                                  <p:endCondLst>
                                    <p:cond evt="begin" delay="0">
                                      <p:tn val="73"/>
                                    </p:cond>
                                  </p:endCondLst>
                                  <p:childTnLst>
                                    <p:set>
                                      <p:cBhvr>
                                        <p:cTn id="74" dur="1" fill="hold">
                                          <p:stCondLst>
                                            <p:cond delay="0"/>
                                          </p:stCondLst>
                                        </p:cTn>
                                        <p:tgtEl>
                                          <p:spTgt spid="33">
                                            <p:txEl>
                                              <p:pRg st="0" end="0"/>
                                            </p:txEl>
                                          </p:spTgt>
                                        </p:tgtEl>
                                        <p:attrNameLst>
                                          <p:attrName>style.visibility</p:attrName>
                                        </p:attrNameLst>
                                      </p:cBhvr>
                                      <p:to>
                                        <p:strVal val="visible"/>
                                      </p:to>
                                    </p:set>
                                    <p:anim calcmode="lin" valueType="num">
                                      <p:cBhvr>
                                        <p:cTn id="75" dur="500" fill="hold"/>
                                        <p:tgtEl>
                                          <p:spTgt spid="33">
                                            <p:txEl>
                                              <p:pRg st="0" end="0"/>
                                            </p:txEl>
                                          </p:spTgt>
                                        </p:tgtEl>
                                        <p:attrNameLst>
                                          <p:attrName>ppt_w</p:attrName>
                                        </p:attrNameLst>
                                      </p:cBhvr>
                                      <p:tavLst>
                                        <p:tav tm="0">
                                          <p:val>
                                            <p:fltVal val="0"/>
                                          </p:val>
                                        </p:tav>
                                        <p:tav tm="100000">
                                          <p:val>
                                            <p:strVal val="#ppt_w"/>
                                          </p:val>
                                        </p:tav>
                                      </p:tavLst>
                                    </p:anim>
                                    <p:anim calcmode="lin" valueType="num">
                                      <p:cBhvr>
                                        <p:cTn id="76" dur="500" fill="hold"/>
                                        <p:tgtEl>
                                          <p:spTgt spid="33">
                                            <p:txEl>
                                              <p:pRg st="0" end="0"/>
                                            </p:txEl>
                                          </p:spTgt>
                                        </p:tgtEl>
                                        <p:attrNameLst>
                                          <p:attrName>ppt_h</p:attrName>
                                        </p:attrNameLst>
                                      </p:cBhvr>
                                      <p:tavLst>
                                        <p:tav tm="0">
                                          <p:val>
                                            <p:fltVal val="0"/>
                                          </p:val>
                                        </p:tav>
                                        <p:tav tm="100000">
                                          <p:val>
                                            <p:strVal val="#ppt_h"/>
                                          </p:val>
                                        </p:tav>
                                      </p:tavLst>
                                    </p:anim>
                                    <p:animEffect transition="in" filter="fade">
                                      <p:cBhvr>
                                        <p:cTn id="77" dur="500"/>
                                        <p:tgtEl>
                                          <p:spTgt spid="33">
                                            <p:txEl>
                                              <p:pRg st="0" end="0"/>
                                            </p:txEl>
                                          </p:spTgt>
                                        </p:tgtEl>
                                      </p:cBhvr>
                                    </p:animEffect>
                                  </p:childTnLst>
                                </p:cTn>
                              </p:par>
                            </p:childTnLst>
                          </p:cTn>
                        </p:par>
                        <p:par>
                          <p:cTn id="78" fill="hold">
                            <p:stCondLst>
                              <p:cond delay="7000"/>
                            </p:stCondLst>
                            <p:childTnLst>
                              <p:par>
                                <p:cTn id="79" presetID="10" presetClass="entr" presetSubtype="0" fill="hold" grpId="0" nodeType="afterEffect">
                                  <p:stCondLst>
                                    <p:cond delay="0"/>
                                  </p:stCondLst>
                                  <p:childTnLst>
                                    <p:set>
                                      <p:cBhvr>
                                        <p:cTn id="80" dur="1" fill="hold">
                                          <p:stCondLst>
                                            <p:cond delay="0"/>
                                          </p:stCondLst>
                                        </p:cTn>
                                        <p:tgtEl>
                                          <p:spTgt spid="30"/>
                                        </p:tgtEl>
                                        <p:attrNameLst>
                                          <p:attrName>style.visibility</p:attrName>
                                        </p:attrNameLst>
                                      </p:cBhvr>
                                      <p:to>
                                        <p:strVal val="visible"/>
                                      </p:to>
                                    </p:set>
                                    <p:animEffect transition="in" filter="fade">
                                      <p:cBhvr>
                                        <p:cTn id="81" dur="500"/>
                                        <p:tgtEl>
                                          <p:spTgt spid="30"/>
                                        </p:tgtEl>
                                      </p:cBhvr>
                                    </p:animEffect>
                                  </p:childTnLst>
                                </p:cTn>
                              </p:par>
                            </p:childTnLst>
                          </p:cTn>
                        </p:par>
                        <p:par>
                          <p:cTn id="82" fill="hold">
                            <p:stCondLst>
                              <p:cond delay="7500"/>
                            </p:stCondLst>
                            <p:childTnLst>
                              <p:par>
                                <p:cTn id="83" presetID="53" presetClass="entr" presetSubtype="16" fill="hold" grpId="0" nodeType="afterEffect" nodePh="1">
                                  <p:stCondLst>
                                    <p:cond delay="0"/>
                                  </p:stCondLst>
                                  <p:endCondLst>
                                    <p:cond evt="begin" delay="0">
                                      <p:tn val="83"/>
                                    </p:cond>
                                  </p:endCondLst>
                                  <p:childTnLst>
                                    <p:set>
                                      <p:cBhvr>
                                        <p:cTn id="84" dur="1" fill="hold">
                                          <p:stCondLst>
                                            <p:cond delay="0"/>
                                          </p:stCondLst>
                                        </p:cTn>
                                        <p:tgtEl>
                                          <p:spTgt spid="34">
                                            <p:txEl>
                                              <p:pRg st="0" end="0"/>
                                            </p:txEl>
                                          </p:spTgt>
                                        </p:tgtEl>
                                        <p:attrNameLst>
                                          <p:attrName>style.visibility</p:attrName>
                                        </p:attrNameLst>
                                      </p:cBhvr>
                                      <p:to>
                                        <p:strVal val="visible"/>
                                      </p:to>
                                    </p:set>
                                    <p:anim calcmode="lin" valueType="num">
                                      <p:cBhvr>
                                        <p:cTn id="85" dur="500" fill="hold"/>
                                        <p:tgtEl>
                                          <p:spTgt spid="34">
                                            <p:txEl>
                                              <p:pRg st="0" end="0"/>
                                            </p:txEl>
                                          </p:spTgt>
                                        </p:tgtEl>
                                        <p:attrNameLst>
                                          <p:attrName>ppt_w</p:attrName>
                                        </p:attrNameLst>
                                      </p:cBhvr>
                                      <p:tavLst>
                                        <p:tav tm="0">
                                          <p:val>
                                            <p:fltVal val="0"/>
                                          </p:val>
                                        </p:tav>
                                        <p:tav tm="100000">
                                          <p:val>
                                            <p:strVal val="#ppt_w"/>
                                          </p:val>
                                        </p:tav>
                                      </p:tavLst>
                                    </p:anim>
                                    <p:anim calcmode="lin" valueType="num">
                                      <p:cBhvr>
                                        <p:cTn id="86" dur="500" fill="hold"/>
                                        <p:tgtEl>
                                          <p:spTgt spid="34">
                                            <p:txEl>
                                              <p:pRg st="0" end="0"/>
                                            </p:txEl>
                                          </p:spTgt>
                                        </p:tgtEl>
                                        <p:attrNameLst>
                                          <p:attrName>ppt_h</p:attrName>
                                        </p:attrNameLst>
                                      </p:cBhvr>
                                      <p:tavLst>
                                        <p:tav tm="0">
                                          <p:val>
                                            <p:fltVal val="0"/>
                                          </p:val>
                                        </p:tav>
                                        <p:tav tm="100000">
                                          <p:val>
                                            <p:strVal val="#ppt_h"/>
                                          </p:val>
                                        </p:tav>
                                      </p:tavLst>
                                    </p:anim>
                                    <p:animEffect transition="in" filter="fade">
                                      <p:cBhvr>
                                        <p:cTn id="87" dur="500"/>
                                        <p:tgtEl>
                                          <p:spTgt spid="34">
                                            <p:txEl>
                                              <p:pRg st="0" end="0"/>
                                            </p:txEl>
                                          </p:spTgt>
                                        </p:tgtEl>
                                      </p:cBhvr>
                                    </p:animEffect>
                                  </p:childTnLst>
                                </p:cTn>
                              </p:par>
                            </p:childTnLst>
                          </p:cTn>
                        </p:par>
                        <p:par>
                          <p:cTn id="88" fill="hold">
                            <p:stCondLst>
                              <p:cond delay="8000"/>
                            </p:stCondLst>
                            <p:childTnLst>
                              <p:par>
                                <p:cTn id="89" presetID="10" presetClass="entr" presetSubtype="0" fill="hold" grpId="0" nodeType="afterEffect">
                                  <p:stCondLst>
                                    <p:cond delay="0"/>
                                  </p:stCondLst>
                                  <p:childTnLst>
                                    <p:set>
                                      <p:cBhvr>
                                        <p:cTn id="90" dur="1" fill="hold">
                                          <p:stCondLst>
                                            <p:cond delay="0"/>
                                          </p:stCondLst>
                                        </p:cTn>
                                        <p:tgtEl>
                                          <p:spTgt spid="31"/>
                                        </p:tgtEl>
                                        <p:attrNameLst>
                                          <p:attrName>style.visibility</p:attrName>
                                        </p:attrNameLst>
                                      </p:cBhvr>
                                      <p:to>
                                        <p:strVal val="visible"/>
                                      </p:to>
                                    </p:set>
                                    <p:animEffect transition="in" filter="fade">
                                      <p:cBhvr>
                                        <p:cTn id="91" dur="500"/>
                                        <p:tgtEl>
                                          <p:spTgt spid="31"/>
                                        </p:tgtEl>
                                      </p:cBhvr>
                                    </p:animEffect>
                                  </p:childTnLst>
                                </p:cTn>
                              </p:par>
                            </p:childTnLst>
                          </p:cTn>
                        </p:par>
                        <p:par>
                          <p:cTn id="92" fill="hold">
                            <p:stCondLst>
                              <p:cond delay="8500"/>
                            </p:stCondLst>
                            <p:childTnLst>
                              <p:par>
                                <p:cTn id="93" presetID="53" presetClass="entr" presetSubtype="16" fill="hold" grpId="0" nodeType="afterEffect" nodePh="1">
                                  <p:stCondLst>
                                    <p:cond delay="0"/>
                                  </p:stCondLst>
                                  <p:endCondLst>
                                    <p:cond evt="begin" delay="0">
                                      <p:tn val="93"/>
                                    </p:cond>
                                  </p:endCondLst>
                                  <p:childTnLst>
                                    <p:set>
                                      <p:cBhvr>
                                        <p:cTn id="94" dur="1" fill="hold">
                                          <p:stCondLst>
                                            <p:cond delay="0"/>
                                          </p:stCondLst>
                                        </p:cTn>
                                        <p:tgtEl>
                                          <p:spTgt spid="35">
                                            <p:txEl>
                                              <p:pRg st="0" end="0"/>
                                            </p:txEl>
                                          </p:spTgt>
                                        </p:tgtEl>
                                        <p:attrNameLst>
                                          <p:attrName>style.visibility</p:attrName>
                                        </p:attrNameLst>
                                      </p:cBhvr>
                                      <p:to>
                                        <p:strVal val="visible"/>
                                      </p:to>
                                    </p:set>
                                    <p:anim calcmode="lin" valueType="num">
                                      <p:cBhvr>
                                        <p:cTn id="95" dur="500" fill="hold"/>
                                        <p:tgtEl>
                                          <p:spTgt spid="35">
                                            <p:txEl>
                                              <p:pRg st="0" end="0"/>
                                            </p:txEl>
                                          </p:spTgt>
                                        </p:tgtEl>
                                        <p:attrNameLst>
                                          <p:attrName>ppt_w</p:attrName>
                                        </p:attrNameLst>
                                      </p:cBhvr>
                                      <p:tavLst>
                                        <p:tav tm="0">
                                          <p:val>
                                            <p:fltVal val="0"/>
                                          </p:val>
                                        </p:tav>
                                        <p:tav tm="100000">
                                          <p:val>
                                            <p:strVal val="#ppt_w"/>
                                          </p:val>
                                        </p:tav>
                                      </p:tavLst>
                                    </p:anim>
                                    <p:anim calcmode="lin" valueType="num">
                                      <p:cBhvr>
                                        <p:cTn id="96" dur="500" fill="hold"/>
                                        <p:tgtEl>
                                          <p:spTgt spid="35">
                                            <p:txEl>
                                              <p:pRg st="0" end="0"/>
                                            </p:txEl>
                                          </p:spTgt>
                                        </p:tgtEl>
                                        <p:attrNameLst>
                                          <p:attrName>ppt_h</p:attrName>
                                        </p:attrNameLst>
                                      </p:cBhvr>
                                      <p:tavLst>
                                        <p:tav tm="0">
                                          <p:val>
                                            <p:fltVal val="0"/>
                                          </p:val>
                                        </p:tav>
                                        <p:tav tm="100000">
                                          <p:val>
                                            <p:strVal val="#ppt_h"/>
                                          </p:val>
                                        </p:tav>
                                      </p:tavLst>
                                    </p:anim>
                                    <p:animEffect transition="in" filter="fade">
                                      <p:cBhvr>
                                        <p:cTn id="97" dur="500"/>
                                        <p:tgtEl>
                                          <p:spTgt spid="35">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30" grpId="0" animBg="1"/>
      <p:bldP spid="6" grpId="0" animBg="1"/>
      <p:bldP spid="43" grpId="0" animBg="1"/>
      <p:bldP spid="15" grpId="0"/>
      <p:bldP spid="18" grpId="0" build="p">
        <p:tmplLst>
          <p:tmpl lvl="1">
            <p:tnLst>
              <p:par>
                <p:cTn presetID="42" presetClass="entr" presetSubtype="0" fill="hold" nodeType="afterEffect">
                  <p:stCondLst>
                    <p:cond delay="0"/>
                  </p:stCondLst>
                  <p:childTnLst>
                    <p:set>
                      <p:cBhvr>
                        <p:cTn dur="1" fill="hold">
                          <p:stCondLst>
                            <p:cond delay="0"/>
                          </p:stCondLst>
                        </p:cTn>
                        <p:tgtEl>
                          <p:spTgt spid="18"/>
                        </p:tgtEl>
                        <p:attrNameLst>
                          <p:attrName>style.visibility</p:attrName>
                        </p:attrNameLst>
                      </p:cBhvr>
                      <p:to>
                        <p:strVal val="visible"/>
                      </p:to>
                    </p:set>
                    <p:animEffect transition="in" filter="fade">
                      <p:cBhvr>
                        <p:cTn dur="500"/>
                        <p:tgtEl>
                          <p:spTgt spid="18"/>
                        </p:tgtEl>
                      </p:cBhvr>
                    </p:animEffect>
                    <p:anim calcmode="lin" valueType="num">
                      <p:cBhvr>
                        <p:cTn dur="500" fill="hold"/>
                        <p:tgtEl>
                          <p:spTgt spid="18"/>
                        </p:tgtEl>
                        <p:attrNameLst>
                          <p:attrName>ppt_x</p:attrName>
                        </p:attrNameLst>
                      </p:cBhvr>
                      <p:tavLst>
                        <p:tav tm="0">
                          <p:val>
                            <p:strVal val="#ppt_x"/>
                          </p:val>
                        </p:tav>
                        <p:tav tm="100000">
                          <p:val>
                            <p:strVal val="#ppt_x"/>
                          </p:val>
                        </p:tav>
                      </p:tavLst>
                    </p:anim>
                    <p:anim calcmode="lin" valueType="num">
                      <p:cBhvr>
                        <p:cTn dur="500" fill="hold"/>
                        <p:tgtEl>
                          <p:spTgt spid="18"/>
                        </p:tgtEl>
                        <p:attrNameLst>
                          <p:attrName>ppt_y</p:attrName>
                        </p:attrNameLst>
                      </p:cBhvr>
                      <p:tavLst>
                        <p:tav tm="0">
                          <p:val>
                            <p:strVal val="#ppt_y+.1"/>
                          </p:val>
                        </p:tav>
                        <p:tav tm="100000">
                          <p:val>
                            <p:strVal val="#ppt_y"/>
                          </p:val>
                        </p:tav>
                      </p:tavLst>
                    </p:anim>
                  </p:childTnLst>
                </p:cTn>
              </p:par>
            </p:tnLst>
          </p:tmpl>
        </p:tmplLst>
      </p:bldP>
      <p:bldP spid="19" grpId="0" animBg="1"/>
      <p:bldP spid="20" grpId="0" animBg="1"/>
      <p:bldP spid="24" grpId="0" animBg="1"/>
      <p:bldP spid="25" grpId="0" animBg="1"/>
      <p:bldP spid="26" grpId="0" animBg="1"/>
      <p:bldP spid="27"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7"/>
                        </p:tgtEl>
                        <p:attrNameLst>
                          <p:attrName>style.visibility</p:attrName>
                        </p:attrNameLst>
                      </p:cBhvr>
                      <p:to>
                        <p:strVal val="visible"/>
                      </p:to>
                    </p:set>
                    <p:anim calcmode="lin" valueType="num">
                      <p:cBhvr>
                        <p:cTn dur="500" fill="hold"/>
                        <p:tgtEl>
                          <p:spTgt spid="27"/>
                        </p:tgtEl>
                        <p:attrNameLst>
                          <p:attrName>ppt_w</p:attrName>
                        </p:attrNameLst>
                      </p:cBhvr>
                      <p:tavLst>
                        <p:tav tm="0">
                          <p:val>
                            <p:fltVal val="0"/>
                          </p:val>
                        </p:tav>
                        <p:tav tm="100000">
                          <p:val>
                            <p:strVal val="#ppt_w"/>
                          </p:val>
                        </p:tav>
                      </p:tavLst>
                    </p:anim>
                    <p:anim calcmode="lin" valueType="num">
                      <p:cBhvr>
                        <p:cTn dur="500" fill="hold"/>
                        <p:tgtEl>
                          <p:spTgt spid="27"/>
                        </p:tgtEl>
                        <p:attrNameLst>
                          <p:attrName>ppt_h</p:attrName>
                        </p:attrNameLst>
                      </p:cBhvr>
                      <p:tavLst>
                        <p:tav tm="0">
                          <p:val>
                            <p:fltVal val="0"/>
                          </p:val>
                        </p:tav>
                        <p:tav tm="100000">
                          <p:val>
                            <p:strVal val="#ppt_h"/>
                          </p:val>
                        </p:tav>
                      </p:tavLst>
                    </p:anim>
                    <p:animEffect transition="in" filter="fade">
                      <p:cBhvr>
                        <p:cTn dur="500"/>
                        <p:tgtEl>
                          <p:spTgt spid="27"/>
                        </p:tgtEl>
                      </p:cBhvr>
                    </p:animEffect>
                  </p:childTnLst>
                </p:cTn>
              </p:par>
            </p:tnLst>
          </p:tmpl>
        </p:tmplLst>
      </p:bldP>
      <p:bldP spid="28"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8"/>
                        </p:tgtEl>
                        <p:attrNameLst>
                          <p:attrName>style.visibility</p:attrName>
                        </p:attrNameLst>
                      </p:cBhvr>
                      <p:to>
                        <p:strVal val="visible"/>
                      </p:to>
                    </p:set>
                    <p:anim calcmode="lin" valueType="num">
                      <p:cBhvr>
                        <p:cTn dur="500" fill="hold"/>
                        <p:tgtEl>
                          <p:spTgt spid="28"/>
                        </p:tgtEl>
                        <p:attrNameLst>
                          <p:attrName>ppt_w</p:attrName>
                        </p:attrNameLst>
                      </p:cBhvr>
                      <p:tavLst>
                        <p:tav tm="0">
                          <p:val>
                            <p:fltVal val="0"/>
                          </p:val>
                        </p:tav>
                        <p:tav tm="100000">
                          <p:val>
                            <p:strVal val="#ppt_w"/>
                          </p:val>
                        </p:tav>
                      </p:tavLst>
                    </p:anim>
                    <p:anim calcmode="lin" valueType="num">
                      <p:cBhvr>
                        <p:cTn dur="500" fill="hold"/>
                        <p:tgtEl>
                          <p:spTgt spid="28"/>
                        </p:tgtEl>
                        <p:attrNameLst>
                          <p:attrName>ppt_h</p:attrName>
                        </p:attrNameLst>
                      </p:cBhvr>
                      <p:tavLst>
                        <p:tav tm="0">
                          <p:val>
                            <p:fltVal val="0"/>
                          </p:val>
                        </p:tav>
                        <p:tav tm="100000">
                          <p:val>
                            <p:strVal val="#ppt_h"/>
                          </p:val>
                        </p:tav>
                      </p:tavLst>
                    </p:anim>
                    <p:animEffect transition="in" filter="fade">
                      <p:cBhvr>
                        <p:cTn dur="500"/>
                        <p:tgtEl>
                          <p:spTgt spid="28"/>
                        </p:tgtEl>
                      </p:cBhvr>
                    </p:animEffect>
                  </p:childTnLst>
                </p:cTn>
              </p:par>
            </p:tnLst>
          </p:tmpl>
        </p:tmplLst>
      </p:bldP>
      <p:bldP spid="29"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9"/>
                        </p:tgtEl>
                        <p:attrNameLst>
                          <p:attrName>style.visibility</p:attrName>
                        </p:attrNameLst>
                      </p:cBhvr>
                      <p:to>
                        <p:strVal val="visible"/>
                      </p:to>
                    </p:set>
                    <p:anim calcmode="lin" valueType="num">
                      <p:cBhvr>
                        <p:cTn dur="500" fill="hold"/>
                        <p:tgtEl>
                          <p:spTgt spid="29"/>
                        </p:tgtEl>
                        <p:attrNameLst>
                          <p:attrName>ppt_w</p:attrName>
                        </p:attrNameLst>
                      </p:cBhvr>
                      <p:tavLst>
                        <p:tav tm="0">
                          <p:val>
                            <p:fltVal val="0"/>
                          </p:val>
                        </p:tav>
                        <p:tav tm="100000">
                          <p:val>
                            <p:strVal val="#ppt_w"/>
                          </p:val>
                        </p:tav>
                      </p:tavLst>
                    </p:anim>
                    <p:anim calcmode="lin" valueType="num">
                      <p:cBhvr>
                        <p:cTn dur="500" fill="hold"/>
                        <p:tgtEl>
                          <p:spTgt spid="29"/>
                        </p:tgtEl>
                        <p:attrNameLst>
                          <p:attrName>ppt_h</p:attrName>
                        </p:attrNameLst>
                      </p:cBhvr>
                      <p:tavLst>
                        <p:tav tm="0">
                          <p:val>
                            <p:fltVal val="0"/>
                          </p:val>
                        </p:tav>
                        <p:tav tm="100000">
                          <p:val>
                            <p:strVal val="#ppt_h"/>
                          </p:val>
                        </p:tav>
                      </p:tavLst>
                    </p:anim>
                    <p:animEffect transition="in" filter="fade">
                      <p:cBhvr>
                        <p:cTn dur="500"/>
                        <p:tgtEl>
                          <p:spTgt spid="29"/>
                        </p:tgtEl>
                      </p:cBhvr>
                    </p:animEffect>
                  </p:childTnLst>
                </p:cTn>
              </p:par>
            </p:tnLst>
          </p:tmpl>
        </p:tmplLst>
      </p:bldP>
      <p:bldP spid="33"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33"/>
                        </p:tgtEl>
                        <p:attrNameLst>
                          <p:attrName>style.visibility</p:attrName>
                        </p:attrNameLst>
                      </p:cBhvr>
                      <p:to>
                        <p:strVal val="visible"/>
                      </p:to>
                    </p:set>
                    <p:anim calcmode="lin" valueType="num">
                      <p:cBhvr>
                        <p:cTn dur="500" fill="hold"/>
                        <p:tgtEl>
                          <p:spTgt spid="33"/>
                        </p:tgtEl>
                        <p:attrNameLst>
                          <p:attrName>ppt_w</p:attrName>
                        </p:attrNameLst>
                      </p:cBhvr>
                      <p:tavLst>
                        <p:tav tm="0">
                          <p:val>
                            <p:fltVal val="0"/>
                          </p:val>
                        </p:tav>
                        <p:tav tm="100000">
                          <p:val>
                            <p:strVal val="#ppt_w"/>
                          </p:val>
                        </p:tav>
                      </p:tavLst>
                    </p:anim>
                    <p:anim calcmode="lin" valueType="num">
                      <p:cBhvr>
                        <p:cTn dur="500" fill="hold"/>
                        <p:tgtEl>
                          <p:spTgt spid="33"/>
                        </p:tgtEl>
                        <p:attrNameLst>
                          <p:attrName>ppt_h</p:attrName>
                        </p:attrNameLst>
                      </p:cBhvr>
                      <p:tavLst>
                        <p:tav tm="0">
                          <p:val>
                            <p:fltVal val="0"/>
                          </p:val>
                        </p:tav>
                        <p:tav tm="100000">
                          <p:val>
                            <p:strVal val="#ppt_h"/>
                          </p:val>
                        </p:tav>
                      </p:tavLst>
                    </p:anim>
                    <p:animEffect transition="in" filter="fade">
                      <p:cBhvr>
                        <p:cTn dur="500"/>
                        <p:tgtEl>
                          <p:spTgt spid="33"/>
                        </p:tgtEl>
                      </p:cBhvr>
                    </p:animEffect>
                  </p:childTnLst>
                </p:cTn>
              </p:par>
            </p:tnLst>
          </p:tmpl>
        </p:tmplLst>
      </p:bldP>
      <p:bldP spid="34"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34"/>
                        </p:tgtEl>
                        <p:attrNameLst>
                          <p:attrName>style.visibility</p:attrName>
                        </p:attrNameLst>
                      </p:cBhvr>
                      <p:to>
                        <p:strVal val="visible"/>
                      </p:to>
                    </p:set>
                    <p:anim calcmode="lin" valueType="num">
                      <p:cBhvr>
                        <p:cTn dur="500" fill="hold"/>
                        <p:tgtEl>
                          <p:spTgt spid="34"/>
                        </p:tgtEl>
                        <p:attrNameLst>
                          <p:attrName>ppt_w</p:attrName>
                        </p:attrNameLst>
                      </p:cBhvr>
                      <p:tavLst>
                        <p:tav tm="0">
                          <p:val>
                            <p:fltVal val="0"/>
                          </p:val>
                        </p:tav>
                        <p:tav tm="100000">
                          <p:val>
                            <p:strVal val="#ppt_w"/>
                          </p:val>
                        </p:tav>
                      </p:tavLst>
                    </p:anim>
                    <p:anim calcmode="lin" valueType="num">
                      <p:cBhvr>
                        <p:cTn dur="500" fill="hold"/>
                        <p:tgtEl>
                          <p:spTgt spid="34"/>
                        </p:tgtEl>
                        <p:attrNameLst>
                          <p:attrName>ppt_h</p:attrName>
                        </p:attrNameLst>
                      </p:cBhvr>
                      <p:tavLst>
                        <p:tav tm="0">
                          <p:val>
                            <p:fltVal val="0"/>
                          </p:val>
                        </p:tav>
                        <p:tav tm="100000">
                          <p:val>
                            <p:strVal val="#ppt_h"/>
                          </p:val>
                        </p:tav>
                      </p:tavLst>
                    </p:anim>
                    <p:animEffect transition="in" filter="fade">
                      <p:cBhvr>
                        <p:cTn dur="500"/>
                        <p:tgtEl>
                          <p:spTgt spid="34"/>
                        </p:tgtEl>
                      </p:cBhvr>
                    </p:animEffect>
                  </p:childTnLst>
                </p:cTn>
              </p:par>
            </p:tnLst>
          </p:tmpl>
        </p:tmplLst>
      </p:bldP>
      <p:bldP spid="35"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35"/>
                        </p:tgtEl>
                        <p:attrNameLst>
                          <p:attrName>style.visibility</p:attrName>
                        </p:attrNameLst>
                      </p:cBhvr>
                      <p:to>
                        <p:strVal val="visible"/>
                      </p:to>
                    </p:set>
                    <p:anim calcmode="lin" valueType="num">
                      <p:cBhvr>
                        <p:cTn dur="500" fill="hold"/>
                        <p:tgtEl>
                          <p:spTgt spid="35"/>
                        </p:tgtEl>
                        <p:attrNameLst>
                          <p:attrName>ppt_w</p:attrName>
                        </p:attrNameLst>
                      </p:cBhvr>
                      <p:tavLst>
                        <p:tav tm="0">
                          <p:val>
                            <p:fltVal val="0"/>
                          </p:val>
                        </p:tav>
                        <p:tav tm="100000">
                          <p:val>
                            <p:strVal val="#ppt_w"/>
                          </p:val>
                        </p:tav>
                      </p:tavLst>
                    </p:anim>
                    <p:anim calcmode="lin" valueType="num">
                      <p:cBhvr>
                        <p:cTn dur="500" fill="hold"/>
                        <p:tgtEl>
                          <p:spTgt spid="35"/>
                        </p:tgtEl>
                        <p:attrNameLst>
                          <p:attrName>ppt_h</p:attrName>
                        </p:attrNameLst>
                      </p:cBhvr>
                      <p:tavLst>
                        <p:tav tm="0">
                          <p:val>
                            <p:fltVal val="0"/>
                          </p:val>
                        </p:tav>
                        <p:tav tm="100000">
                          <p:val>
                            <p:strVal val="#ppt_h"/>
                          </p:val>
                        </p:tav>
                      </p:tavLst>
                    </p:anim>
                    <p:animEffect transition="in" filter="fade">
                      <p:cBhvr>
                        <p:cTn dur="500"/>
                        <p:tgtEl>
                          <p:spTgt spid="35"/>
                        </p:tgtEl>
                      </p:cBhvr>
                    </p:animEffect>
                  </p:childTnLst>
                </p:cTn>
              </p:par>
            </p:tnLst>
          </p:tmpl>
        </p:tmplLst>
      </p:bldP>
    </p:bldLst>
  </p:timing>
</p:sldLayout>
</file>

<file path=ppt/slideLayouts/slideLayout632.xml><?xml version="1.0" encoding="utf-8"?>
<p:sldLayout xmlns:a="http://schemas.openxmlformats.org/drawingml/2006/main" xmlns:r="http://schemas.openxmlformats.org/officeDocument/2006/relationships" xmlns:p="http://schemas.openxmlformats.org/presentationml/2006/main" preserve="1" userDrawn="1">
  <p:cSld name="16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43" name="Picture Placeholder 30"/>
          <p:cNvSpPr>
            <a:spLocks noGrp="1"/>
          </p:cNvSpPr>
          <p:nvPr>
            <p:ph type="pic" sz="quarter" idx="36" hasCustomPrompt="1"/>
          </p:nvPr>
        </p:nvSpPr>
        <p:spPr>
          <a:xfrm>
            <a:off x="590262" y="1729839"/>
            <a:ext cx="2762538" cy="2064325"/>
          </a:xfrm>
          <a:solidFill>
            <a:schemeClr val="bg1">
              <a:lumMod val="85000"/>
            </a:schemeClr>
          </a:solidFill>
        </p:spPr>
        <p:txBody>
          <a:bodyPr/>
          <a:lstStyle>
            <a:lvl1pPr>
              <a:defRPr/>
            </a:lvl1pPr>
          </a:lstStyle>
          <a:p>
            <a:r>
              <a:rPr lang="id-ID" dirty="0" smtClean="0"/>
              <a:t>Pic here</a:t>
            </a:r>
            <a:endParaRPr lang="en-AU" dirty="0"/>
          </a:p>
        </p:txBody>
      </p:sp>
      <p:sp>
        <p:nvSpPr>
          <p:cNvPr id="15"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1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24" name="Picture Placeholder 30"/>
          <p:cNvSpPr>
            <a:spLocks noGrp="1"/>
          </p:cNvSpPr>
          <p:nvPr>
            <p:ph type="pic" sz="quarter" idx="39" hasCustomPrompt="1"/>
          </p:nvPr>
        </p:nvSpPr>
        <p:spPr>
          <a:xfrm>
            <a:off x="590262" y="3794166"/>
            <a:ext cx="2762538" cy="637309"/>
          </a:xfrm>
          <a:solidFill>
            <a:schemeClr val="accent1"/>
          </a:solidFill>
        </p:spPr>
        <p:txBody>
          <a:bodyPr>
            <a:normAutofit/>
          </a:bodyPr>
          <a:lstStyle>
            <a:lvl1pPr algn="r">
              <a:defRPr sz="1050"/>
            </a:lvl1pPr>
          </a:lstStyle>
          <a:p>
            <a:r>
              <a:rPr lang="id-ID" dirty="0" smtClean="0"/>
              <a:t>Nopic</a:t>
            </a:r>
            <a:endParaRPr lang="en-AU" dirty="0"/>
          </a:p>
        </p:txBody>
      </p:sp>
      <p:sp>
        <p:nvSpPr>
          <p:cNvPr id="27" name="Text Placeholder 21"/>
          <p:cNvSpPr>
            <a:spLocks noGrp="1"/>
          </p:cNvSpPr>
          <p:nvPr>
            <p:ph type="body" sz="quarter" idx="20"/>
          </p:nvPr>
        </p:nvSpPr>
        <p:spPr>
          <a:xfrm>
            <a:off x="590262" y="3984414"/>
            <a:ext cx="2743200" cy="256811"/>
          </a:xfrm>
        </p:spPr>
        <p:txBody>
          <a:bodyPr/>
          <a:lstStyle>
            <a:lvl1pPr algn="ctr">
              <a:defRPr>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3" name="Picture Placeholder 30"/>
          <p:cNvSpPr>
            <a:spLocks noGrp="1"/>
          </p:cNvSpPr>
          <p:nvPr>
            <p:ph type="pic" sz="quarter" idx="40" hasCustomPrompt="1"/>
          </p:nvPr>
        </p:nvSpPr>
        <p:spPr>
          <a:xfrm>
            <a:off x="3352800" y="3794166"/>
            <a:ext cx="2762538" cy="637309"/>
          </a:xfrm>
          <a:solidFill>
            <a:schemeClr val="accent2"/>
          </a:solidFill>
        </p:spPr>
        <p:txBody>
          <a:bodyPr>
            <a:normAutofit/>
          </a:bodyPr>
          <a:lstStyle>
            <a:lvl1pPr algn="r">
              <a:defRPr sz="1050"/>
            </a:lvl1pPr>
          </a:lstStyle>
          <a:p>
            <a:r>
              <a:rPr lang="id-ID" dirty="0" smtClean="0"/>
              <a:t>Nopic</a:t>
            </a:r>
            <a:endParaRPr lang="en-AU" dirty="0"/>
          </a:p>
        </p:txBody>
      </p:sp>
      <p:sp>
        <p:nvSpPr>
          <p:cNvPr id="32" name="Text Placeholder 21"/>
          <p:cNvSpPr>
            <a:spLocks noGrp="1"/>
          </p:cNvSpPr>
          <p:nvPr>
            <p:ph type="body" sz="quarter" idx="41"/>
          </p:nvPr>
        </p:nvSpPr>
        <p:spPr>
          <a:xfrm>
            <a:off x="3352800" y="3984414"/>
            <a:ext cx="2743200" cy="256811"/>
          </a:xfrm>
        </p:spPr>
        <p:txBody>
          <a:bodyPr/>
          <a:lstStyle>
            <a:lvl1pPr algn="ctr">
              <a:defRPr>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6" name="Picture Placeholder 30"/>
          <p:cNvSpPr>
            <a:spLocks noGrp="1"/>
          </p:cNvSpPr>
          <p:nvPr>
            <p:ph type="pic" sz="quarter" idx="42" hasCustomPrompt="1"/>
          </p:nvPr>
        </p:nvSpPr>
        <p:spPr>
          <a:xfrm>
            <a:off x="6115338" y="3782703"/>
            <a:ext cx="2762538" cy="637309"/>
          </a:xfrm>
          <a:solidFill>
            <a:schemeClr val="accent3"/>
          </a:solidFill>
        </p:spPr>
        <p:txBody>
          <a:bodyPr>
            <a:normAutofit/>
          </a:bodyPr>
          <a:lstStyle>
            <a:lvl1pPr algn="r">
              <a:defRPr sz="1050"/>
            </a:lvl1pPr>
          </a:lstStyle>
          <a:p>
            <a:r>
              <a:rPr lang="id-ID" dirty="0" smtClean="0"/>
              <a:t>Nopic</a:t>
            </a:r>
            <a:endParaRPr lang="en-AU" dirty="0"/>
          </a:p>
        </p:txBody>
      </p:sp>
      <p:sp>
        <p:nvSpPr>
          <p:cNvPr id="37" name="Text Placeholder 21"/>
          <p:cNvSpPr>
            <a:spLocks noGrp="1"/>
          </p:cNvSpPr>
          <p:nvPr>
            <p:ph type="body" sz="quarter" idx="43"/>
          </p:nvPr>
        </p:nvSpPr>
        <p:spPr>
          <a:xfrm>
            <a:off x="6115338" y="3972951"/>
            <a:ext cx="2743200" cy="256811"/>
          </a:xfrm>
        </p:spPr>
        <p:txBody>
          <a:bodyPr/>
          <a:lstStyle>
            <a:lvl1pPr algn="ctr">
              <a:defRPr>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8" name="Picture Placeholder 30"/>
          <p:cNvSpPr>
            <a:spLocks noGrp="1"/>
          </p:cNvSpPr>
          <p:nvPr>
            <p:ph type="pic" sz="quarter" idx="44" hasCustomPrompt="1"/>
          </p:nvPr>
        </p:nvSpPr>
        <p:spPr>
          <a:xfrm>
            <a:off x="3352800" y="4431473"/>
            <a:ext cx="2762538" cy="2064325"/>
          </a:xfrm>
          <a:solidFill>
            <a:schemeClr val="bg1">
              <a:lumMod val="85000"/>
            </a:schemeClr>
          </a:solidFill>
        </p:spPr>
        <p:txBody>
          <a:bodyPr/>
          <a:lstStyle>
            <a:lvl1pPr>
              <a:defRPr/>
            </a:lvl1pPr>
          </a:lstStyle>
          <a:p>
            <a:r>
              <a:rPr lang="id-ID" dirty="0" smtClean="0"/>
              <a:t>Pic here</a:t>
            </a:r>
            <a:endParaRPr lang="en-AU" dirty="0"/>
          </a:p>
        </p:txBody>
      </p:sp>
      <p:sp>
        <p:nvSpPr>
          <p:cNvPr id="39" name="Picture Placeholder 30"/>
          <p:cNvSpPr>
            <a:spLocks noGrp="1"/>
          </p:cNvSpPr>
          <p:nvPr>
            <p:ph type="pic" sz="quarter" idx="45" hasCustomPrompt="1"/>
          </p:nvPr>
        </p:nvSpPr>
        <p:spPr>
          <a:xfrm>
            <a:off x="6115338" y="1726630"/>
            <a:ext cx="2762538" cy="2064325"/>
          </a:xfrm>
          <a:solidFill>
            <a:schemeClr val="bg1">
              <a:lumMod val="85000"/>
            </a:schemeClr>
          </a:solidFill>
        </p:spPr>
        <p:txBody>
          <a:bodyPr/>
          <a:lstStyle>
            <a:lvl1pPr>
              <a:defRPr/>
            </a:lvl1pPr>
          </a:lstStyle>
          <a:p>
            <a:r>
              <a:rPr lang="id-ID" dirty="0" smtClean="0"/>
              <a:t>Pic here</a:t>
            </a:r>
            <a:endParaRPr lang="en-AU" dirty="0"/>
          </a:p>
        </p:txBody>
      </p:sp>
      <p:sp>
        <p:nvSpPr>
          <p:cNvPr id="40" name="Picture Placeholder 30"/>
          <p:cNvSpPr>
            <a:spLocks noGrp="1"/>
          </p:cNvSpPr>
          <p:nvPr>
            <p:ph type="pic" sz="quarter" idx="46" hasCustomPrompt="1"/>
          </p:nvPr>
        </p:nvSpPr>
        <p:spPr>
          <a:xfrm>
            <a:off x="8858538" y="3782703"/>
            <a:ext cx="2762538" cy="637309"/>
          </a:xfrm>
          <a:solidFill>
            <a:schemeClr val="accent4"/>
          </a:solidFill>
        </p:spPr>
        <p:txBody>
          <a:bodyPr>
            <a:normAutofit/>
          </a:bodyPr>
          <a:lstStyle>
            <a:lvl1pPr algn="r">
              <a:defRPr sz="1050"/>
            </a:lvl1pPr>
          </a:lstStyle>
          <a:p>
            <a:r>
              <a:rPr lang="id-ID" dirty="0" smtClean="0"/>
              <a:t>Nopic</a:t>
            </a:r>
            <a:endParaRPr lang="en-AU" dirty="0"/>
          </a:p>
        </p:txBody>
      </p:sp>
      <p:sp>
        <p:nvSpPr>
          <p:cNvPr id="41" name="Text Placeholder 21"/>
          <p:cNvSpPr>
            <a:spLocks noGrp="1"/>
          </p:cNvSpPr>
          <p:nvPr>
            <p:ph type="body" sz="quarter" idx="47"/>
          </p:nvPr>
        </p:nvSpPr>
        <p:spPr>
          <a:xfrm>
            <a:off x="8858538" y="3972951"/>
            <a:ext cx="2743200" cy="256811"/>
          </a:xfrm>
        </p:spPr>
        <p:txBody>
          <a:bodyPr/>
          <a:lstStyle>
            <a:lvl1pPr algn="ctr">
              <a:defRPr>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2" name="Picture Placeholder 30"/>
          <p:cNvSpPr>
            <a:spLocks noGrp="1"/>
          </p:cNvSpPr>
          <p:nvPr>
            <p:ph type="pic" sz="quarter" idx="48" hasCustomPrompt="1"/>
          </p:nvPr>
        </p:nvSpPr>
        <p:spPr>
          <a:xfrm>
            <a:off x="8848869" y="4408547"/>
            <a:ext cx="2762538" cy="2064325"/>
          </a:xfrm>
          <a:solidFill>
            <a:schemeClr val="bg1">
              <a:lumMod val="85000"/>
            </a:schemeClr>
          </a:solidFill>
        </p:spPr>
        <p:txBody>
          <a:bodyPr/>
          <a:lstStyle>
            <a:lvl1pPr>
              <a:defRPr/>
            </a:lvl1pPr>
          </a:lstStyle>
          <a:p>
            <a:r>
              <a:rPr lang="id-ID" dirty="0" smtClean="0"/>
              <a:t>Pic here</a:t>
            </a:r>
            <a:endParaRPr lang="en-AU" dirty="0"/>
          </a:p>
        </p:txBody>
      </p:sp>
      <p:sp>
        <p:nvSpPr>
          <p:cNvPr id="44" name="Text Placeholder 21"/>
          <p:cNvSpPr>
            <a:spLocks noGrp="1"/>
          </p:cNvSpPr>
          <p:nvPr>
            <p:ph type="body" sz="quarter" idx="49"/>
          </p:nvPr>
        </p:nvSpPr>
        <p:spPr>
          <a:xfrm>
            <a:off x="628994" y="4555101"/>
            <a:ext cx="2376072"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5" name="Text Placeholder 21"/>
          <p:cNvSpPr>
            <a:spLocks noGrp="1"/>
          </p:cNvSpPr>
          <p:nvPr>
            <p:ph type="body" sz="quarter" idx="29"/>
          </p:nvPr>
        </p:nvSpPr>
        <p:spPr>
          <a:xfrm>
            <a:off x="628994" y="4861805"/>
            <a:ext cx="2376072"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6" name="Text Placeholder 21"/>
          <p:cNvSpPr>
            <a:spLocks noGrp="1"/>
          </p:cNvSpPr>
          <p:nvPr>
            <p:ph type="body" sz="quarter" idx="50"/>
          </p:nvPr>
        </p:nvSpPr>
        <p:spPr>
          <a:xfrm>
            <a:off x="3536364" y="1936648"/>
            <a:ext cx="2376072"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7" name="Text Placeholder 21"/>
          <p:cNvSpPr>
            <a:spLocks noGrp="1"/>
          </p:cNvSpPr>
          <p:nvPr>
            <p:ph type="body" sz="quarter" idx="51"/>
          </p:nvPr>
        </p:nvSpPr>
        <p:spPr>
          <a:xfrm>
            <a:off x="3536364" y="2243352"/>
            <a:ext cx="2376072"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8" name="Text Placeholder 21"/>
          <p:cNvSpPr>
            <a:spLocks noGrp="1"/>
          </p:cNvSpPr>
          <p:nvPr>
            <p:ph type="body" sz="quarter" idx="52"/>
          </p:nvPr>
        </p:nvSpPr>
        <p:spPr>
          <a:xfrm>
            <a:off x="6294067" y="4555101"/>
            <a:ext cx="2376072"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9" name="Text Placeholder 21"/>
          <p:cNvSpPr>
            <a:spLocks noGrp="1"/>
          </p:cNvSpPr>
          <p:nvPr>
            <p:ph type="body" sz="quarter" idx="53"/>
          </p:nvPr>
        </p:nvSpPr>
        <p:spPr>
          <a:xfrm>
            <a:off x="6294067" y="4861805"/>
            <a:ext cx="2376072"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50" name="Text Placeholder 21"/>
          <p:cNvSpPr>
            <a:spLocks noGrp="1"/>
          </p:cNvSpPr>
          <p:nvPr>
            <p:ph type="body" sz="quarter" idx="54"/>
          </p:nvPr>
        </p:nvSpPr>
        <p:spPr>
          <a:xfrm>
            <a:off x="9061440" y="1936648"/>
            <a:ext cx="2376072"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51" name="Text Placeholder 21"/>
          <p:cNvSpPr>
            <a:spLocks noGrp="1"/>
          </p:cNvSpPr>
          <p:nvPr>
            <p:ph type="body" sz="quarter" idx="55"/>
          </p:nvPr>
        </p:nvSpPr>
        <p:spPr>
          <a:xfrm>
            <a:off x="9061440" y="2243352"/>
            <a:ext cx="2376072"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Tree>
    <p:extLst>
      <p:ext uri="{BB962C8B-B14F-4D97-AF65-F5344CB8AC3E}">
        <p14:creationId xmlns:p14="http://schemas.microsoft.com/office/powerpoint/2010/main" val="297405851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500"/>
                            </p:stCondLst>
                            <p:childTnLst>
                              <p:par>
                                <p:cTn id="5" presetID="10" presetClass="entr" presetSubtype="0" fill="hold" grpId="0" nodeType="after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500"/>
                                        <p:tgtEl>
                                          <p:spTgt spid="15"/>
                                        </p:tgtEl>
                                      </p:cBhvr>
                                    </p:animEffect>
                                  </p:childTnLst>
                                </p:cTn>
                              </p:par>
                            </p:childTnLst>
                          </p:cTn>
                        </p:par>
                        <p:par>
                          <p:cTn id="8" fill="hold">
                            <p:stCondLst>
                              <p:cond delay="1000"/>
                            </p:stCondLst>
                            <p:childTnLst>
                              <p:par>
                                <p:cTn id="9" presetID="42" presetClass="entr" presetSubtype="0" fill="hold" grpId="0" nodeType="afterEffect">
                                  <p:stCondLst>
                                    <p:cond delay="0"/>
                                  </p:stCondLst>
                                  <p:childTnLst>
                                    <p:set>
                                      <p:cBhvr>
                                        <p:cTn id="10" dur="1" fill="hold">
                                          <p:stCondLst>
                                            <p:cond delay="0"/>
                                          </p:stCondLst>
                                        </p:cTn>
                                        <p:tgtEl>
                                          <p:spTgt spid="18">
                                            <p:txEl>
                                              <p:pRg st="0" end="0"/>
                                            </p:txEl>
                                          </p:spTgt>
                                        </p:tgtEl>
                                        <p:attrNameLst>
                                          <p:attrName>style.visibility</p:attrName>
                                        </p:attrNameLst>
                                      </p:cBhvr>
                                      <p:to>
                                        <p:strVal val="visible"/>
                                      </p:to>
                                    </p:set>
                                    <p:animEffect transition="in" filter="fade">
                                      <p:cBhvr>
                                        <p:cTn id="11" dur="500"/>
                                        <p:tgtEl>
                                          <p:spTgt spid="18">
                                            <p:txEl>
                                              <p:pRg st="0" end="0"/>
                                            </p:txEl>
                                          </p:spTgt>
                                        </p:tgtEl>
                                      </p:cBhvr>
                                    </p:animEffect>
                                    <p:anim calcmode="lin" valueType="num">
                                      <p:cBhvr>
                                        <p:cTn id="12" dur="500" fill="hold"/>
                                        <p:tgtEl>
                                          <p:spTgt spid="18">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18">
                                            <p:txEl>
                                              <p:pRg st="0" end="0"/>
                                            </p:txEl>
                                          </p:spTgt>
                                        </p:tgtEl>
                                        <p:attrNameLst>
                                          <p:attrName>ppt_y</p:attrName>
                                        </p:attrNameLst>
                                      </p:cBhvr>
                                      <p:tavLst>
                                        <p:tav tm="0">
                                          <p:val>
                                            <p:strVal val="#ppt_y+.1"/>
                                          </p:val>
                                        </p:tav>
                                        <p:tav tm="100000">
                                          <p:val>
                                            <p:strVal val="#ppt_y"/>
                                          </p:val>
                                        </p:tav>
                                      </p:tavLst>
                                    </p:anim>
                                  </p:childTnLst>
                                </p:cTn>
                              </p:par>
                            </p:childTnLst>
                          </p:cTn>
                        </p:par>
                        <p:par>
                          <p:cTn id="14" fill="hold">
                            <p:stCondLst>
                              <p:cond delay="1500"/>
                            </p:stCondLst>
                            <p:childTnLst>
                              <p:par>
                                <p:cTn id="15" presetID="42" presetClass="entr" presetSubtype="0" fill="hold" grpId="0" nodeType="afterEffect">
                                  <p:stCondLst>
                                    <p:cond delay="0"/>
                                  </p:stCondLst>
                                  <p:childTnLst>
                                    <p:set>
                                      <p:cBhvr>
                                        <p:cTn id="16" dur="1" fill="hold">
                                          <p:stCondLst>
                                            <p:cond delay="0"/>
                                          </p:stCondLst>
                                        </p:cTn>
                                        <p:tgtEl>
                                          <p:spTgt spid="24"/>
                                        </p:tgtEl>
                                        <p:attrNameLst>
                                          <p:attrName>style.visibility</p:attrName>
                                        </p:attrNameLst>
                                      </p:cBhvr>
                                      <p:to>
                                        <p:strVal val="visible"/>
                                      </p:to>
                                    </p:set>
                                    <p:animEffect transition="in" filter="fade">
                                      <p:cBhvr>
                                        <p:cTn id="17" dur="500"/>
                                        <p:tgtEl>
                                          <p:spTgt spid="24"/>
                                        </p:tgtEl>
                                      </p:cBhvr>
                                    </p:animEffect>
                                    <p:anim calcmode="lin" valueType="num">
                                      <p:cBhvr>
                                        <p:cTn id="18" dur="500" fill="hold"/>
                                        <p:tgtEl>
                                          <p:spTgt spid="24"/>
                                        </p:tgtEl>
                                        <p:attrNameLst>
                                          <p:attrName>ppt_x</p:attrName>
                                        </p:attrNameLst>
                                      </p:cBhvr>
                                      <p:tavLst>
                                        <p:tav tm="0">
                                          <p:val>
                                            <p:strVal val="#ppt_x"/>
                                          </p:val>
                                        </p:tav>
                                        <p:tav tm="100000">
                                          <p:val>
                                            <p:strVal val="#ppt_x"/>
                                          </p:val>
                                        </p:tav>
                                      </p:tavLst>
                                    </p:anim>
                                    <p:anim calcmode="lin" valueType="num">
                                      <p:cBhvr>
                                        <p:cTn id="19" dur="500" fill="hold"/>
                                        <p:tgtEl>
                                          <p:spTgt spid="24"/>
                                        </p:tgtEl>
                                        <p:attrNameLst>
                                          <p:attrName>ppt_y</p:attrName>
                                        </p:attrNameLst>
                                      </p:cBhvr>
                                      <p:tavLst>
                                        <p:tav tm="0">
                                          <p:val>
                                            <p:strVal val="#ppt_y+.1"/>
                                          </p:val>
                                        </p:tav>
                                        <p:tav tm="100000">
                                          <p:val>
                                            <p:strVal val="#ppt_y"/>
                                          </p:val>
                                        </p:tav>
                                      </p:tavLst>
                                    </p:anim>
                                  </p:childTnLst>
                                </p:cTn>
                              </p:par>
                            </p:childTnLst>
                          </p:cTn>
                        </p:par>
                        <p:par>
                          <p:cTn id="20" fill="hold">
                            <p:stCondLst>
                              <p:cond delay="2000"/>
                            </p:stCondLst>
                            <p:childTnLst>
                              <p:par>
                                <p:cTn id="21" presetID="53" presetClass="entr" presetSubtype="16" fill="hold" grpId="0" nodeType="afterEffect" nodePh="1">
                                  <p:stCondLst>
                                    <p:cond delay="0"/>
                                  </p:stCondLst>
                                  <p:endCondLst>
                                    <p:cond evt="begin" delay="0">
                                      <p:tn val="21"/>
                                    </p:cond>
                                  </p:endCondLst>
                                  <p:childTnLst>
                                    <p:set>
                                      <p:cBhvr>
                                        <p:cTn id="22" dur="1" fill="hold">
                                          <p:stCondLst>
                                            <p:cond delay="0"/>
                                          </p:stCondLst>
                                        </p:cTn>
                                        <p:tgtEl>
                                          <p:spTgt spid="27">
                                            <p:txEl>
                                              <p:pRg st="0" end="0"/>
                                            </p:txEl>
                                          </p:spTgt>
                                        </p:tgtEl>
                                        <p:attrNameLst>
                                          <p:attrName>style.visibility</p:attrName>
                                        </p:attrNameLst>
                                      </p:cBhvr>
                                      <p:to>
                                        <p:strVal val="visible"/>
                                      </p:to>
                                    </p:set>
                                    <p:anim calcmode="lin" valueType="num">
                                      <p:cBhvr>
                                        <p:cTn id="23" dur="500" fill="hold"/>
                                        <p:tgtEl>
                                          <p:spTgt spid="27">
                                            <p:txEl>
                                              <p:pRg st="0" end="0"/>
                                            </p:txEl>
                                          </p:spTgt>
                                        </p:tgtEl>
                                        <p:attrNameLst>
                                          <p:attrName>ppt_w</p:attrName>
                                        </p:attrNameLst>
                                      </p:cBhvr>
                                      <p:tavLst>
                                        <p:tav tm="0">
                                          <p:val>
                                            <p:fltVal val="0"/>
                                          </p:val>
                                        </p:tav>
                                        <p:tav tm="100000">
                                          <p:val>
                                            <p:strVal val="#ppt_w"/>
                                          </p:val>
                                        </p:tav>
                                      </p:tavLst>
                                    </p:anim>
                                    <p:anim calcmode="lin" valueType="num">
                                      <p:cBhvr>
                                        <p:cTn id="24" dur="500" fill="hold"/>
                                        <p:tgtEl>
                                          <p:spTgt spid="27">
                                            <p:txEl>
                                              <p:pRg st="0" end="0"/>
                                            </p:txEl>
                                          </p:spTgt>
                                        </p:tgtEl>
                                        <p:attrNameLst>
                                          <p:attrName>ppt_h</p:attrName>
                                        </p:attrNameLst>
                                      </p:cBhvr>
                                      <p:tavLst>
                                        <p:tav tm="0">
                                          <p:val>
                                            <p:fltVal val="0"/>
                                          </p:val>
                                        </p:tav>
                                        <p:tav tm="100000">
                                          <p:val>
                                            <p:strVal val="#ppt_h"/>
                                          </p:val>
                                        </p:tav>
                                      </p:tavLst>
                                    </p:anim>
                                    <p:animEffect transition="in" filter="fade">
                                      <p:cBhvr>
                                        <p:cTn id="25" dur="500"/>
                                        <p:tgtEl>
                                          <p:spTgt spid="27">
                                            <p:txEl>
                                              <p:pRg st="0" end="0"/>
                                            </p:txEl>
                                          </p:spTgt>
                                        </p:tgtEl>
                                      </p:cBhvr>
                                    </p:animEffect>
                                  </p:childTnLst>
                                </p:cTn>
                              </p:par>
                            </p:childTnLst>
                          </p:cTn>
                        </p:par>
                        <p:par>
                          <p:cTn id="26" fill="hold">
                            <p:stCondLst>
                              <p:cond delay="2500"/>
                            </p:stCondLst>
                            <p:childTnLst>
                              <p:par>
                                <p:cTn id="27" presetID="42" presetClass="entr" presetSubtype="0" fill="hold" grpId="0" nodeType="afterEffect">
                                  <p:stCondLst>
                                    <p:cond delay="0"/>
                                  </p:stCondLst>
                                  <p:childTnLst>
                                    <p:set>
                                      <p:cBhvr>
                                        <p:cTn id="28" dur="1" fill="hold">
                                          <p:stCondLst>
                                            <p:cond delay="0"/>
                                          </p:stCondLst>
                                        </p:cTn>
                                        <p:tgtEl>
                                          <p:spTgt spid="43"/>
                                        </p:tgtEl>
                                        <p:attrNameLst>
                                          <p:attrName>style.visibility</p:attrName>
                                        </p:attrNameLst>
                                      </p:cBhvr>
                                      <p:to>
                                        <p:strVal val="visible"/>
                                      </p:to>
                                    </p:set>
                                    <p:animEffect transition="in" filter="fade">
                                      <p:cBhvr>
                                        <p:cTn id="29" dur="500"/>
                                        <p:tgtEl>
                                          <p:spTgt spid="43"/>
                                        </p:tgtEl>
                                      </p:cBhvr>
                                    </p:animEffect>
                                    <p:anim calcmode="lin" valueType="num">
                                      <p:cBhvr>
                                        <p:cTn id="30" dur="500" fill="hold"/>
                                        <p:tgtEl>
                                          <p:spTgt spid="43"/>
                                        </p:tgtEl>
                                        <p:attrNameLst>
                                          <p:attrName>ppt_x</p:attrName>
                                        </p:attrNameLst>
                                      </p:cBhvr>
                                      <p:tavLst>
                                        <p:tav tm="0">
                                          <p:val>
                                            <p:strVal val="#ppt_x"/>
                                          </p:val>
                                        </p:tav>
                                        <p:tav tm="100000">
                                          <p:val>
                                            <p:strVal val="#ppt_x"/>
                                          </p:val>
                                        </p:tav>
                                      </p:tavLst>
                                    </p:anim>
                                    <p:anim calcmode="lin" valueType="num">
                                      <p:cBhvr>
                                        <p:cTn id="31" dur="500" fill="hold"/>
                                        <p:tgtEl>
                                          <p:spTgt spid="43"/>
                                        </p:tgtEl>
                                        <p:attrNameLst>
                                          <p:attrName>ppt_y</p:attrName>
                                        </p:attrNameLst>
                                      </p:cBhvr>
                                      <p:tavLst>
                                        <p:tav tm="0">
                                          <p:val>
                                            <p:strVal val="#ppt_y+.1"/>
                                          </p:val>
                                        </p:tav>
                                        <p:tav tm="100000">
                                          <p:val>
                                            <p:strVal val="#ppt_y"/>
                                          </p:val>
                                        </p:tav>
                                      </p:tavLst>
                                    </p:anim>
                                  </p:childTnLst>
                                </p:cTn>
                              </p:par>
                            </p:childTnLst>
                          </p:cTn>
                        </p:par>
                        <p:par>
                          <p:cTn id="32" fill="hold">
                            <p:stCondLst>
                              <p:cond delay="3000"/>
                            </p:stCondLst>
                            <p:childTnLst>
                              <p:par>
                                <p:cTn id="33" presetID="53" presetClass="entr" presetSubtype="16" fill="hold" grpId="0" nodeType="afterEffect" nodePh="1">
                                  <p:stCondLst>
                                    <p:cond delay="0"/>
                                  </p:stCondLst>
                                  <p:endCondLst>
                                    <p:cond evt="begin" delay="0">
                                      <p:tn val="33"/>
                                    </p:cond>
                                  </p:endCondLst>
                                  <p:childTnLst>
                                    <p:set>
                                      <p:cBhvr>
                                        <p:cTn id="34" dur="1" fill="hold">
                                          <p:stCondLst>
                                            <p:cond delay="0"/>
                                          </p:stCondLst>
                                        </p:cTn>
                                        <p:tgtEl>
                                          <p:spTgt spid="44">
                                            <p:txEl>
                                              <p:pRg st="0" end="0"/>
                                            </p:txEl>
                                          </p:spTgt>
                                        </p:tgtEl>
                                        <p:attrNameLst>
                                          <p:attrName>style.visibility</p:attrName>
                                        </p:attrNameLst>
                                      </p:cBhvr>
                                      <p:to>
                                        <p:strVal val="visible"/>
                                      </p:to>
                                    </p:set>
                                    <p:anim calcmode="lin" valueType="num">
                                      <p:cBhvr>
                                        <p:cTn id="35" dur="500" fill="hold"/>
                                        <p:tgtEl>
                                          <p:spTgt spid="44">
                                            <p:txEl>
                                              <p:pRg st="0" end="0"/>
                                            </p:txEl>
                                          </p:spTgt>
                                        </p:tgtEl>
                                        <p:attrNameLst>
                                          <p:attrName>ppt_w</p:attrName>
                                        </p:attrNameLst>
                                      </p:cBhvr>
                                      <p:tavLst>
                                        <p:tav tm="0">
                                          <p:val>
                                            <p:fltVal val="0"/>
                                          </p:val>
                                        </p:tav>
                                        <p:tav tm="100000">
                                          <p:val>
                                            <p:strVal val="#ppt_w"/>
                                          </p:val>
                                        </p:tav>
                                      </p:tavLst>
                                    </p:anim>
                                    <p:anim calcmode="lin" valueType="num">
                                      <p:cBhvr>
                                        <p:cTn id="36" dur="500" fill="hold"/>
                                        <p:tgtEl>
                                          <p:spTgt spid="44">
                                            <p:txEl>
                                              <p:pRg st="0" end="0"/>
                                            </p:txEl>
                                          </p:spTgt>
                                        </p:tgtEl>
                                        <p:attrNameLst>
                                          <p:attrName>ppt_h</p:attrName>
                                        </p:attrNameLst>
                                      </p:cBhvr>
                                      <p:tavLst>
                                        <p:tav tm="0">
                                          <p:val>
                                            <p:fltVal val="0"/>
                                          </p:val>
                                        </p:tav>
                                        <p:tav tm="100000">
                                          <p:val>
                                            <p:strVal val="#ppt_h"/>
                                          </p:val>
                                        </p:tav>
                                      </p:tavLst>
                                    </p:anim>
                                    <p:animEffect transition="in" filter="fade">
                                      <p:cBhvr>
                                        <p:cTn id="37" dur="500"/>
                                        <p:tgtEl>
                                          <p:spTgt spid="44">
                                            <p:txEl>
                                              <p:pRg st="0" end="0"/>
                                            </p:txEl>
                                          </p:spTgt>
                                        </p:tgtEl>
                                      </p:cBhvr>
                                    </p:animEffect>
                                  </p:childTnLst>
                                </p:cTn>
                              </p:par>
                            </p:childTnLst>
                          </p:cTn>
                        </p:par>
                        <p:par>
                          <p:cTn id="38" fill="hold">
                            <p:stCondLst>
                              <p:cond delay="3500"/>
                            </p:stCondLst>
                            <p:childTnLst>
                              <p:par>
                                <p:cTn id="39" presetID="42" presetClass="entr" presetSubtype="0" fill="hold" grpId="0" nodeType="afterEffect" nodePh="1">
                                  <p:stCondLst>
                                    <p:cond delay="0"/>
                                  </p:stCondLst>
                                  <p:endCondLst>
                                    <p:cond evt="begin" delay="0">
                                      <p:tn val="39"/>
                                    </p:cond>
                                  </p:endCondLst>
                                  <p:childTnLst>
                                    <p:set>
                                      <p:cBhvr>
                                        <p:cTn id="40" dur="1" fill="hold">
                                          <p:stCondLst>
                                            <p:cond delay="0"/>
                                          </p:stCondLst>
                                        </p:cTn>
                                        <p:tgtEl>
                                          <p:spTgt spid="45">
                                            <p:txEl>
                                              <p:pRg st="0" end="0"/>
                                            </p:txEl>
                                          </p:spTgt>
                                        </p:tgtEl>
                                        <p:attrNameLst>
                                          <p:attrName>style.visibility</p:attrName>
                                        </p:attrNameLst>
                                      </p:cBhvr>
                                      <p:to>
                                        <p:strVal val="visible"/>
                                      </p:to>
                                    </p:set>
                                    <p:animEffect transition="in" filter="fade">
                                      <p:cBhvr>
                                        <p:cTn id="41" dur="500"/>
                                        <p:tgtEl>
                                          <p:spTgt spid="45">
                                            <p:txEl>
                                              <p:pRg st="0" end="0"/>
                                            </p:txEl>
                                          </p:spTgt>
                                        </p:tgtEl>
                                      </p:cBhvr>
                                    </p:animEffect>
                                    <p:anim calcmode="lin" valueType="num">
                                      <p:cBhvr>
                                        <p:cTn id="42" dur="500" fill="hold"/>
                                        <p:tgtEl>
                                          <p:spTgt spid="45">
                                            <p:txEl>
                                              <p:pRg st="0" end="0"/>
                                            </p:txEl>
                                          </p:spTgt>
                                        </p:tgtEl>
                                        <p:attrNameLst>
                                          <p:attrName>ppt_x</p:attrName>
                                        </p:attrNameLst>
                                      </p:cBhvr>
                                      <p:tavLst>
                                        <p:tav tm="0">
                                          <p:val>
                                            <p:strVal val="#ppt_x"/>
                                          </p:val>
                                        </p:tav>
                                        <p:tav tm="100000">
                                          <p:val>
                                            <p:strVal val="#ppt_x"/>
                                          </p:val>
                                        </p:tav>
                                      </p:tavLst>
                                    </p:anim>
                                    <p:anim calcmode="lin" valueType="num">
                                      <p:cBhvr>
                                        <p:cTn id="43" dur="500" fill="hold"/>
                                        <p:tgtEl>
                                          <p:spTgt spid="45">
                                            <p:txEl>
                                              <p:pRg st="0" end="0"/>
                                            </p:txEl>
                                          </p:spTgt>
                                        </p:tgtEl>
                                        <p:attrNameLst>
                                          <p:attrName>ppt_y</p:attrName>
                                        </p:attrNameLst>
                                      </p:cBhvr>
                                      <p:tavLst>
                                        <p:tav tm="0">
                                          <p:val>
                                            <p:strVal val="#ppt_y+.1"/>
                                          </p:val>
                                        </p:tav>
                                        <p:tav tm="100000">
                                          <p:val>
                                            <p:strVal val="#ppt_y"/>
                                          </p:val>
                                        </p:tav>
                                      </p:tavLst>
                                    </p:anim>
                                  </p:childTnLst>
                                </p:cTn>
                              </p:par>
                            </p:childTnLst>
                          </p:cTn>
                        </p:par>
                        <p:par>
                          <p:cTn id="44" fill="hold">
                            <p:stCondLst>
                              <p:cond delay="4000"/>
                            </p:stCondLst>
                            <p:childTnLst>
                              <p:par>
                                <p:cTn id="45" presetID="42" presetClass="entr" presetSubtype="0" fill="hold" grpId="0" nodeType="afterEffect">
                                  <p:stCondLst>
                                    <p:cond delay="0"/>
                                  </p:stCondLst>
                                  <p:childTnLst>
                                    <p:set>
                                      <p:cBhvr>
                                        <p:cTn id="46" dur="1" fill="hold">
                                          <p:stCondLst>
                                            <p:cond delay="0"/>
                                          </p:stCondLst>
                                        </p:cTn>
                                        <p:tgtEl>
                                          <p:spTgt spid="23"/>
                                        </p:tgtEl>
                                        <p:attrNameLst>
                                          <p:attrName>style.visibility</p:attrName>
                                        </p:attrNameLst>
                                      </p:cBhvr>
                                      <p:to>
                                        <p:strVal val="visible"/>
                                      </p:to>
                                    </p:set>
                                    <p:animEffect transition="in" filter="fade">
                                      <p:cBhvr>
                                        <p:cTn id="47" dur="500"/>
                                        <p:tgtEl>
                                          <p:spTgt spid="23"/>
                                        </p:tgtEl>
                                      </p:cBhvr>
                                    </p:animEffect>
                                    <p:anim calcmode="lin" valueType="num">
                                      <p:cBhvr>
                                        <p:cTn id="48" dur="500" fill="hold"/>
                                        <p:tgtEl>
                                          <p:spTgt spid="23"/>
                                        </p:tgtEl>
                                        <p:attrNameLst>
                                          <p:attrName>ppt_x</p:attrName>
                                        </p:attrNameLst>
                                      </p:cBhvr>
                                      <p:tavLst>
                                        <p:tav tm="0">
                                          <p:val>
                                            <p:strVal val="#ppt_x"/>
                                          </p:val>
                                        </p:tav>
                                        <p:tav tm="100000">
                                          <p:val>
                                            <p:strVal val="#ppt_x"/>
                                          </p:val>
                                        </p:tav>
                                      </p:tavLst>
                                    </p:anim>
                                    <p:anim calcmode="lin" valueType="num">
                                      <p:cBhvr>
                                        <p:cTn id="49" dur="500" fill="hold"/>
                                        <p:tgtEl>
                                          <p:spTgt spid="23"/>
                                        </p:tgtEl>
                                        <p:attrNameLst>
                                          <p:attrName>ppt_y</p:attrName>
                                        </p:attrNameLst>
                                      </p:cBhvr>
                                      <p:tavLst>
                                        <p:tav tm="0">
                                          <p:val>
                                            <p:strVal val="#ppt_y+.1"/>
                                          </p:val>
                                        </p:tav>
                                        <p:tav tm="100000">
                                          <p:val>
                                            <p:strVal val="#ppt_y"/>
                                          </p:val>
                                        </p:tav>
                                      </p:tavLst>
                                    </p:anim>
                                  </p:childTnLst>
                                </p:cTn>
                              </p:par>
                            </p:childTnLst>
                          </p:cTn>
                        </p:par>
                        <p:par>
                          <p:cTn id="50" fill="hold">
                            <p:stCondLst>
                              <p:cond delay="4500"/>
                            </p:stCondLst>
                            <p:childTnLst>
                              <p:par>
                                <p:cTn id="51" presetID="53" presetClass="entr" presetSubtype="16" fill="hold" grpId="0" nodeType="afterEffect" nodePh="1">
                                  <p:stCondLst>
                                    <p:cond delay="0"/>
                                  </p:stCondLst>
                                  <p:endCondLst>
                                    <p:cond evt="begin" delay="0">
                                      <p:tn val="51"/>
                                    </p:cond>
                                  </p:endCondLst>
                                  <p:childTnLst>
                                    <p:set>
                                      <p:cBhvr>
                                        <p:cTn id="52" dur="1" fill="hold">
                                          <p:stCondLst>
                                            <p:cond delay="0"/>
                                          </p:stCondLst>
                                        </p:cTn>
                                        <p:tgtEl>
                                          <p:spTgt spid="32">
                                            <p:txEl>
                                              <p:pRg st="0" end="0"/>
                                            </p:txEl>
                                          </p:spTgt>
                                        </p:tgtEl>
                                        <p:attrNameLst>
                                          <p:attrName>style.visibility</p:attrName>
                                        </p:attrNameLst>
                                      </p:cBhvr>
                                      <p:to>
                                        <p:strVal val="visible"/>
                                      </p:to>
                                    </p:set>
                                    <p:anim calcmode="lin" valueType="num">
                                      <p:cBhvr>
                                        <p:cTn id="53" dur="500" fill="hold"/>
                                        <p:tgtEl>
                                          <p:spTgt spid="32">
                                            <p:txEl>
                                              <p:pRg st="0" end="0"/>
                                            </p:txEl>
                                          </p:spTgt>
                                        </p:tgtEl>
                                        <p:attrNameLst>
                                          <p:attrName>ppt_w</p:attrName>
                                        </p:attrNameLst>
                                      </p:cBhvr>
                                      <p:tavLst>
                                        <p:tav tm="0">
                                          <p:val>
                                            <p:fltVal val="0"/>
                                          </p:val>
                                        </p:tav>
                                        <p:tav tm="100000">
                                          <p:val>
                                            <p:strVal val="#ppt_w"/>
                                          </p:val>
                                        </p:tav>
                                      </p:tavLst>
                                    </p:anim>
                                    <p:anim calcmode="lin" valueType="num">
                                      <p:cBhvr>
                                        <p:cTn id="54" dur="500" fill="hold"/>
                                        <p:tgtEl>
                                          <p:spTgt spid="32">
                                            <p:txEl>
                                              <p:pRg st="0" end="0"/>
                                            </p:txEl>
                                          </p:spTgt>
                                        </p:tgtEl>
                                        <p:attrNameLst>
                                          <p:attrName>ppt_h</p:attrName>
                                        </p:attrNameLst>
                                      </p:cBhvr>
                                      <p:tavLst>
                                        <p:tav tm="0">
                                          <p:val>
                                            <p:fltVal val="0"/>
                                          </p:val>
                                        </p:tav>
                                        <p:tav tm="100000">
                                          <p:val>
                                            <p:strVal val="#ppt_h"/>
                                          </p:val>
                                        </p:tav>
                                      </p:tavLst>
                                    </p:anim>
                                    <p:animEffect transition="in" filter="fade">
                                      <p:cBhvr>
                                        <p:cTn id="55" dur="500"/>
                                        <p:tgtEl>
                                          <p:spTgt spid="32">
                                            <p:txEl>
                                              <p:pRg st="0" end="0"/>
                                            </p:txEl>
                                          </p:spTgt>
                                        </p:tgtEl>
                                      </p:cBhvr>
                                    </p:animEffect>
                                  </p:childTnLst>
                                </p:cTn>
                              </p:par>
                            </p:childTnLst>
                          </p:cTn>
                        </p:par>
                        <p:par>
                          <p:cTn id="56" fill="hold">
                            <p:stCondLst>
                              <p:cond delay="5000"/>
                            </p:stCondLst>
                            <p:childTnLst>
                              <p:par>
                                <p:cTn id="57" presetID="47" presetClass="entr" presetSubtype="0" fill="hold" grpId="0" nodeType="afterEffect">
                                  <p:stCondLst>
                                    <p:cond delay="0"/>
                                  </p:stCondLst>
                                  <p:childTnLst>
                                    <p:set>
                                      <p:cBhvr>
                                        <p:cTn id="58" dur="1" fill="hold">
                                          <p:stCondLst>
                                            <p:cond delay="0"/>
                                          </p:stCondLst>
                                        </p:cTn>
                                        <p:tgtEl>
                                          <p:spTgt spid="38"/>
                                        </p:tgtEl>
                                        <p:attrNameLst>
                                          <p:attrName>style.visibility</p:attrName>
                                        </p:attrNameLst>
                                      </p:cBhvr>
                                      <p:to>
                                        <p:strVal val="visible"/>
                                      </p:to>
                                    </p:set>
                                    <p:animEffect transition="in" filter="fade">
                                      <p:cBhvr>
                                        <p:cTn id="59" dur="500"/>
                                        <p:tgtEl>
                                          <p:spTgt spid="38"/>
                                        </p:tgtEl>
                                      </p:cBhvr>
                                    </p:animEffect>
                                    <p:anim calcmode="lin" valueType="num">
                                      <p:cBhvr>
                                        <p:cTn id="60" dur="500" fill="hold"/>
                                        <p:tgtEl>
                                          <p:spTgt spid="38"/>
                                        </p:tgtEl>
                                        <p:attrNameLst>
                                          <p:attrName>ppt_x</p:attrName>
                                        </p:attrNameLst>
                                      </p:cBhvr>
                                      <p:tavLst>
                                        <p:tav tm="0">
                                          <p:val>
                                            <p:strVal val="#ppt_x"/>
                                          </p:val>
                                        </p:tav>
                                        <p:tav tm="100000">
                                          <p:val>
                                            <p:strVal val="#ppt_x"/>
                                          </p:val>
                                        </p:tav>
                                      </p:tavLst>
                                    </p:anim>
                                    <p:anim calcmode="lin" valueType="num">
                                      <p:cBhvr>
                                        <p:cTn id="61" dur="500" fill="hold"/>
                                        <p:tgtEl>
                                          <p:spTgt spid="38"/>
                                        </p:tgtEl>
                                        <p:attrNameLst>
                                          <p:attrName>ppt_y</p:attrName>
                                        </p:attrNameLst>
                                      </p:cBhvr>
                                      <p:tavLst>
                                        <p:tav tm="0">
                                          <p:val>
                                            <p:strVal val="#ppt_y-.1"/>
                                          </p:val>
                                        </p:tav>
                                        <p:tav tm="100000">
                                          <p:val>
                                            <p:strVal val="#ppt_y"/>
                                          </p:val>
                                        </p:tav>
                                      </p:tavLst>
                                    </p:anim>
                                  </p:childTnLst>
                                </p:cTn>
                              </p:par>
                            </p:childTnLst>
                          </p:cTn>
                        </p:par>
                        <p:par>
                          <p:cTn id="62" fill="hold">
                            <p:stCondLst>
                              <p:cond delay="5500"/>
                            </p:stCondLst>
                            <p:childTnLst>
                              <p:par>
                                <p:cTn id="63" presetID="53" presetClass="entr" presetSubtype="16" fill="hold" grpId="0" nodeType="afterEffect" nodePh="1">
                                  <p:stCondLst>
                                    <p:cond delay="0"/>
                                  </p:stCondLst>
                                  <p:endCondLst>
                                    <p:cond evt="begin" delay="0">
                                      <p:tn val="63"/>
                                    </p:cond>
                                  </p:endCondLst>
                                  <p:childTnLst>
                                    <p:set>
                                      <p:cBhvr>
                                        <p:cTn id="64" dur="1" fill="hold">
                                          <p:stCondLst>
                                            <p:cond delay="0"/>
                                          </p:stCondLst>
                                        </p:cTn>
                                        <p:tgtEl>
                                          <p:spTgt spid="46">
                                            <p:txEl>
                                              <p:pRg st="0" end="0"/>
                                            </p:txEl>
                                          </p:spTgt>
                                        </p:tgtEl>
                                        <p:attrNameLst>
                                          <p:attrName>style.visibility</p:attrName>
                                        </p:attrNameLst>
                                      </p:cBhvr>
                                      <p:to>
                                        <p:strVal val="visible"/>
                                      </p:to>
                                    </p:set>
                                    <p:anim calcmode="lin" valueType="num">
                                      <p:cBhvr>
                                        <p:cTn id="65" dur="500" fill="hold"/>
                                        <p:tgtEl>
                                          <p:spTgt spid="46">
                                            <p:txEl>
                                              <p:pRg st="0" end="0"/>
                                            </p:txEl>
                                          </p:spTgt>
                                        </p:tgtEl>
                                        <p:attrNameLst>
                                          <p:attrName>ppt_w</p:attrName>
                                        </p:attrNameLst>
                                      </p:cBhvr>
                                      <p:tavLst>
                                        <p:tav tm="0">
                                          <p:val>
                                            <p:fltVal val="0"/>
                                          </p:val>
                                        </p:tav>
                                        <p:tav tm="100000">
                                          <p:val>
                                            <p:strVal val="#ppt_w"/>
                                          </p:val>
                                        </p:tav>
                                      </p:tavLst>
                                    </p:anim>
                                    <p:anim calcmode="lin" valueType="num">
                                      <p:cBhvr>
                                        <p:cTn id="66" dur="500" fill="hold"/>
                                        <p:tgtEl>
                                          <p:spTgt spid="46">
                                            <p:txEl>
                                              <p:pRg st="0" end="0"/>
                                            </p:txEl>
                                          </p:spTgt>
                                        </p:tgtEl>
                                        <p:attrNameLst>
                                          <p:attrName>ppt_h</p:attrName>
                                        </p:attrNameLst>
                                      </p:cBhvr>
                                      <p:tavLst>
                                        <p:tav tm="0">
                                          <p:val>
                                            <p:fltVal val="0"/>
                                          </p:val>
                                        </p:tav>
                                        <p:tav tm="100000">
                                          <p:val>
                                            <p:strVal val="#ppt_h"/>
                                          </p:val>
                                        </p:tav>
                                      </p:tavLst>
                                    </p:anim>
                                    <p:animEffect transition="in" filter="fade">
                                      <p:cBhvr>
                                        <p:cTn id="67" dur="500"/>
                                        <p:tgtEl>
                                          <p:spTgt spid="46">
                                            <p:txEl>
                                              <p:pRg st="0" end="0"/>
                                            </p:txEl>
                                          </p:spTgt>
                                        </p:tgtEl>
                                      </p:cBhvr>
                                    </p:animEffect>
                                  </p:childTnLst>
                                </p:cTn>
                              </p:par>
                            </p:childTnLst>
                          </p:cTn>
                        </p:par>
                        <p:par>
                          <p:cTn id="68" fill="hold">
                            <p:stCondLst>
                              <p:cond delay="6000"/>
                            </p:stCondLst>
                            <p:childTnLst>
                              <p:par>
                                <p:cTn id="69" presetID="42" presetClass="entr" presetSubtype="0" fill="hold" grpId="0" nodeType="afterEffect" nodePh="1">
                                  <p:stCondLst>
                                    <p:cond delay="0"/>
                                  </p:stCondLst>
                                  <p:endCondLst>
                                    <p:cond evt="begin" delay="0">
                                      <p:tn val="69"/>
                                    </p:cond>
                                  </p:endCondLst>
                                  <p:childTnLst>
                                    <p:set>
                                      <p:cBhvr>
                                        <p:cTn id="70" dur="1" fill="hold">
                                          <p:stCondLst>
                                            <p:cond delay="0"/>
                                          </p:stCondLst>
                                        </p:cTn>
                                        <p:tgtEl>
                                          <p:spTgt spid="47">
                                            <p:txEl>
                                              <p:pRg st="0" end="0"/>
                                            </p:txEl>
                                          </p:spTgt>
                                        </p:tgtEl>
                                        <p:attrNameLst>
                                          <p:attrName>style.visibility</p:attrName>
                                        </p:attrNameLst>
                                      </p:cBhvr>
                                      <p:to>
                                        <p:strVal val="visible"/>
                                      </p:to>
                                    </p:set>
                                    <p:animEffect transition="in" filter="fade">
                                      <p:cBhvr>
                                        <p:cTn id="71" dur="500"/>
                                        <p:tgtEl>
                                          <p:spTgt spid="47">
                                            <p:txEl>
                                              <p:pRg st="0" end="0"/>
                                            </p:txEl>
                                          </p:spTgt>
                                        </p:tgtEl>
                                      </p:cBhvr>
                                    </p:animEffect>
                                    <p:anim calcmode="lin" valueType="num">
                                      <p:cBhvr>
                                        <p:cTn id="72" dur="500" fill="hold"/>
                                        <p:tgtEl>
                                          <p:spTgt spid="47">
                                            <p:txEl>
                                              <p:pRg st="0" end="0"/>
                                            </p:txEl>
                                          </p:spTgt>
                                        </p:tgtEl>
                                        <p:attrNameLst>
                                          <p:attrName>ppt_x</p:attrName>
                                        </p:attrNameLst>
                                      </p:cBhvr>
                                      <p:tavLst>
                                        <p:tav tm="0">
                                          <p:val>
                                            <p:strVal val="#ppt_x"/>
                                          </p:val>
                                        </p:tav>
                                        <p:tav tm="100000">
                                          <p:val>
                                            <p:strVal val="#ppt_x"/>
                                          </p:val>
                                        </p:tav>
                                      </p:tavLst>
                                    </p:anim>
                                    <p:anim calcmode="lin" valueType="num">
                                      <p:cBhvr>
                                        <p:cTn id="73" dur="500" fill="hold"/>
                                        <p:tgtEl>
                                          <p:spTgt spid="47">
                                            <p:txEl>
                                              <p:pRg st="0" end="0"/>
                                            </p:txEl>
                                          </p:spTgt>
                                        </p:tgtEl>
                                        <p:attrNameLst>
                                          <p:attrName>ppt_y</p:attrName>
                                        </p:attrNameLst>
                                      </p:cBhvr>
                                      <p:tavLst>
                                        <p:tav tm="0">
                                          <p:val>
                                            <p:strVal val="#ppt_y+.1"/>
                                          </p:val>
                                        </p:tav>
                                        <p:tav tm="100000">
                                          <p:val>
                                            <p:strVal val="#ppt_y"/>
                                          </p:val>
                                        </p:tav>
                                      </p:tavLst>
                                    </p:anim>
                                  </p:childTnLst>
                                </p:cTn>
                              </p:par>
                            </p:childTnLst>
                          </p:cTn>
                        </p:par>
                        <p:par>
                          <p:cTn id="74" fill="hold">
                            <p:stCondLst>
                              <p:cond delay="6500"/>
                            </p:stCondLst>
                            <p:childTnLst>
                              <p:par>
                                <p:cTn id="75" presetID="42" presetClass="entr" presetSubtype="0" fill="hold" grpId="0" nodeType="afterEffect">
                                  <p:stCondLst>
                                    <p:cond delay="0"/>
                                  </p:stCondLst>
                                  <p:childTnLst>
                                    <p:set>
                                      <p:cBhvr>
                                        <p:cTn id="76" dur="1" fill="hold">
                                          <p:stCondLst>
                                            <p:cond delay="0"/>
                                          </p:stCondLst>
                                        </p:cTn>
                                        <p:tgtEl>
                                          <p:spTgt spid="36"/>
                                        </p:tgtEl>
                                        <p:attrNameLst>
                                          <p:attrName>style.visibility</p:attrName>
                                        </p:attrNameLst>
                                      </p:cBhvr>
                                      <p:to>
                                        <p:strVal val="visible"/>
                                      </p:to>
                                    </p:set>
                                    <p:animEffect transition="in" filter="fade">
                                      <p:cBhvr>
                                        <p:cTn id="77" dur="500"/>
                                        <p:tgtEl>
                                          <p:spTgt spid="36"/>
                                        </p:tgtEl>
                                      </p:cBhvr>
                                    </p:animEffect>
                                    <p:anim calcmode="lin" valueType="num">
                                      <p:cBhvr>
                                        <p:cTn id="78" dur="500" fill="hold"/>
                                        <p:tgtEl>
                                          <p:spTgt spid="36"/>
                                        </p:tgtEl>
                                        <p:attrNameLst>
                                          <p:attrName>ppt_x</p:attrName>
                                        </p:attrNameLst>
                                      </p:cBhvr>
                                      <p:tavLst>
                                        <p:tav tm="0">
                                          <p:val>
                                            <p:strVal val="#ppt_x"/>
                                          </p:val>
                                        </p:tav>
                                        <p:tav tm="100000">
                                          <p:val>
                                            <p:strVal val="#ppt_x"/>
                                          </p:val>
                                        </p:tav>
                                      </p:tavLst>
                                    </p:anim>
                                    <p:anim calcmode="lin" valueType="num">
                                      <p:cBhvr>
                                        <p:cTn id="79" dur="500" fill="hold"/>
                                        <p:tgtEl>
                                          <p:spTgt spid="36"/>
                                        </p:tgtEl>
                                        <p:attrNameLst>
                                          <p:attrName>ppt_y</p:attrName>
                                        </p:attrNameLst>
                                      </p:cBhvr>
                                      <p:tavLst>
                                        <p:tav tm="0">
                                          <p:val>
                                            <p:strVal val="#ppt_y+.1"/>
                                          </p:val>
                                        </p:tav>
                                        <p:tav tm="100000">
                                          <p:val>
                                            <p:strVal val="#ppt_y"/>
                                          </p:val>
                                        </p:tav>
                                      </p:tavLst>
                                    </p:anim>
                                  </p:childTnLst>
                                </p:cTn>
                              </p:par>
                            </p:childTnLst>
                          </p:cTn>
                        </p:par>
                        <p:par>
                          <p:cTn id="80" fill="hold">
                            <p:stCondLst>
                              <p:cond delay="7000"/>
                            </p:stCondLst>
                            <p:childTnLst>
                              <p:par>
                                <p:cTn id="81" presetID="53" presetClass="entr" presetSubtype="16" fill="hold" grpId="0" nodeType="afterEffect" nodePh="1">
                                  <p:stCondLst>
                                    <p:cond delay="0"/>
                                  </p:stCondLst>
                                  <p:endCondLst>
                                    <p:cond evt="begin" delay="0">
                                      <p:tn val="81"/>
                                    </p:cond>
                                  </p:endCondLst>
                                  <p:childTnLst>
                                    <p:set>
                                      <p:cBhvr>
                                        <p:cTn id="82" dur="1" fill="hold">
                                          <p:stCondLst>
                                            <p:cond delay="0"/>
                                          </p:stCondLst>
                                        </p:cTn>
                                        <p:tgtEl>
                                          <p:spTgt spid="37">
                                            <p:txEl>
                                              <p:pRg st="0" end="0"/>
                                            </p:txEl>
                                          </p:spTgt>
                                        </p:tgtEl>
                                        <p:attrNameLst>
                                          <p:attrName>style.visibility</p:attrName>
                                        </p:attrNameLst>
                                      </p:cBhvr>
                                      <p:to>
                                        <p:strVal val="visible"/>
                                      </p:to>
                                    </p:set>
                                    <p:anim calcmode="lin" valueType="num">
                                      <p:cBhvr>
                                        <p:cTn id="83" dur="500" fill="hold"/>
                                        <p:tgtEl>
                                          <p:spTgt spid="37">
                                            <p:txEl>
                                              <p:pRg st="0" end="0"/>
                                            </p:txEl>
                                          </p:spTgt>
                                        </p:tgtEl>
                                        <p:attrNameLst>
                                          <p:attrName>ppt_w</p:attrName>
                                        </p:attrNameLst>
                                      </p:cBhvr>
                                      <p:tavLst>
                                        <p:tav tm="0">
                                          <p:val>
                                            <p:fltVal val="0"/>
                                          </p:val>
                                        </p:tav>
                                        <p:tav tm="100000">
                                          <p:val>
                                            <p:strVal val="#ppt_w"/>
                                          </p:val>
                                        </p:tav>
                                      </p:tavLst>
                                    </p:anim>
                                    <p:anim calcmode="lin" valueType="num">
                                      <p:cBhvr>
                                        <p:cTn id="84" dur="500" fill="hold"/>
                                        <p:tgtEl>
                                          <p:spTgt spid="37">
                                            <p:txEl>
                                              <p:pRg st="0" end="0"/>
                                            </p:txEl>
                                          </p:spTgt>
                                        </p:tgtEl>
                                        <p:attrNameLst>
                                          <p:attrName>ppt_h</p:attrName>
                                        </p:attrNameLst>
                                      </p:cBhvr>
                                      <p:tavLst>
                                        <p:tav tm="0">
                                          <p:val>
                                            <p:fltVal val="0"/>
                                          </p:val>
                                        </p:tav>
                                        <p:tav tm="100000">
                                          <p:val>
                                            <p:strVal val="#ppt_h"/>
                                          </p:val>
                                        </p:tav>
                                      </p:tavLst>
                                    </p:anim>
                                    <p:animEffect transition="in" filter="fade">
                                      <p:cBhvr>
                                        <p:cTn id="85" dur="500"/>
                                        <p:tgtEl>
                                          <p:spTgt spid="37">
                                            <p:txEl>
                                              <p:pRg st="0" end="0"/>
                                            </p:txEl>
                                          </p:spTgt>
                                        </p:tgtEl>
                                      </p:cBhvr>
                                    </p:animEffect>
                                  </p:childTnLst>
                                </p:cTn>
                              </p:par>
                            </p:childTnLst>
                          </p:cTn>
                        </p:par>
                        <p:par>
                          <p:cTn id="86" fill="hold">
                            <p:stCondLst>
                              <p:cond delay="7500"/>
                            </p:stCondLst>
                            <p:childTnLst>
                              <p:par>
                                <p:cTn id="87" presetID="42" presetClass="entr" presetSubtype="0" fill="hold" grpId="0" nodeType="afterEffect">
                                  <p:stCondLst>
                                    <p:cond delay="0"/>
                                  </p:stCondLst>
                                  <p:childTnLst>
                                    <p:set>
                                      <p:cBhvr>
                                        <p:cTn id="88" dur="1" fill="hold">
                                          <p:stCondLst>
                                            <p:cond delay="0"/>
                                          </p:stCondLst>
                                        </p:cTn>
                                        <p:tgtEl>
                                          <p:spTgt spid="39"/>
                                        </p:tgtEl>
                                        <p:attrNameLst>
                                          <p:attrName>style.visibility</p:attrName>
                                        </p:attrNameLst>
                                      </p:cBhvr>
                                      <p:to>
                                        <p:strVal val="visible"/>
                                      </p:to>
                                    </p:set>
                                    <p:animEffect transition="in" filter="fade">
                                      <p:cBhvr>
                                        <p:cTn id="89" dur="500"/>
                                        <p:tgtEl>
                                          <p:spTgt spid="39"/>
                                        </p:tgtEl>
                                      </p:cBhvr>
                                    </p:animEffect>
                                    <p:anim calcmode="lin" valueType="num">
                                      <p:cBhvr>
                                        <p:cTn id="90" dur="500" fill="hold"/>
                                        <p:tgtEl>
                                          <p:spTgt spid="39"/>
                                        </p:tgtEl>
                                        <p:attrNameLst>
                                          <p:attrName>ppt_x</p:attrName>
                                        </p:attrNameLst>
                                      </p:cBhvr>
                                      <p:tavLst>
                                        <p:tav tm="0">
                                          <p:val>
                                            <p:strVal val="#ppt_x"/>
                                          </p:val>
                                        </p:tav>
                                        <p:tav tm="100000">
                                          <p:val>
                                            <p:strVal val="#ppt_x"/>
                                          </p:val>
                                        </p:tav>
                                      </p:tavLst>
                                    </p:anim>
                                    <p:anim calcmode="lin" valueType="num">
                                      <p:cBhvr>
                                        <p:cTn id="91" dur="500" fill="hold"/>
                                        <p:tgtEl>
                                          <p:spTgt spid="39"/>
                                        </p:tgtEl>
                                        <p:attrNameLst>
                                          <p:attrName>ppt_y</p:attrName>
                                        </p:attrNameLst>
                                      </p:cBhvr>
                                      <p:tavLst>
                                        <p:tav tm="0">
                                          <p:val>
                                            <p:strVal val="#ppt_y+.1"/>
                                          </p:val>
                                        </p:tav>
                                        <p:tav tm="100000">
                                          <p:val>
                                            <p:strVal val="#ppt_y"/>
                                          </p:val>
                                        </p:tav>
                                      </p:tavLst>
                                    </p:anim>
                                  </p:childTnLst>
                                </p:cTn>
                              </p:par>
                            </p:childTnLst>
                          </p:cTn>
                        </p:par>
                        <p:par>
                          <p:cTn id="92" fill="hold">
                            <p:stCondLst>
                              <p:cond delay="8000"/>
                            </p:stCondLst>
                            <p:childTnLst>
                              <p:par>
                                <p:cTn id="93" presetID="53" presetClass="entr" presetSubtype="16" fill="hold" grpId="0" nodeType="afterEffect" nodePh="1">
                                  <p:stCondLst>
                                    <p:cond delay="0"/>
                                  </p:stCondLst>
                                  <p:endCondLst>
                                    <p:cond evt="begin" delay="0">
                                      <p:tn val="93"/>
                                    </p:cond>
                                  </p:endCondLst>
                                  <p:childTnLst>
                                    <p:set>
                                      <p:cBhvr>
                                        <p:cTn id="94" dur="1" fill="hold">
                                          <p:stCondLst>
                                            <p:cond delay="0"/>
                                          </p:stCondLst>
                                        </p:cTn>
                                        <p:tgtEl>
                                          <p:spTgt spid="48">
                                            <p:txEl>
                                              <p:pRg st="0" end="0"/>
                                            </p:txEl>
                                          </p:spTgt>
                                        </p:tgtEl>
                                        <p:attrNameLst>
                                          <p:attrName>style.visibility</p:attrName>
                                        </p:attrNameLst>
                                      </p:cBhvr>
                                      <p:to>
                                        <p:strVal val="visible"/>
                                      </p:to>
                                    </p:set>
                                    <p:anim calcmode="lin" valueType="num">
                                      <p:cBhvr>
                                        <p:cTn id="95" dur="500" fill="hold"/>
                                        <p:tgtEl>
                                          <p:spTgt spid="48">
                                            <p:txEl>
                                              <p:pRg st="0" end="0"/>
                                            </p:txEl>
                                          </p:spTgt>
                                        </p:tgtEl>
                                        <p:attrNameLst>
                                          <p:attrName>ppt_w</p:attrName>
                                        </p:attrNameLst>
                                      </p:cBhvr>
                                      <p:tavLst>
                                        <p:tav tm="0">
                                          <p:val>
                                            <p:fltVal val="0"/>
                                          </p:val>
                                        </p:tav>
                                        <p:tav tm="100000">
                                          <p:val>
                                            <p:strVal val="#ppt_w"/>
                                          </p:val>
                                        </p:tav>
                                      </p:tavLst>
                                    </p:anim>
                                    <p:anim calcmode="lin" valueType="num">
                                      <p:cBhvr>
                                        <p:cTn id="96" dur="500" fill="hold"/>
                                        <p:tgtEl>
                                          <p:spTgt spid="48">
                                            <p:txEl>
                                              <p:pRg st="0" end="0"/>
                                            </p:txEl>
                                          </p:spTgt>
                                        </p:tgtEl>
                                        <p:attrNameLst>
                                          <p:attrName>ppt_h</p:attrName>
                                        </p:attrNameLst>
                                      </p:cBhvr>
                                      <p:tavLst>
                                        <p:tav tm="0">
                                          <p:val>
                                            <p:fltVal val="0"/>
                                          </p:val>
                                        </p:tav>
                                        <p:tav tm="100000">
                                          <p:val>
                                            <p:strVal val="#ppt_h"/>
                                          </p:val>
                                        </p:tav>
                                      </p:tavLst>
                                    </p:anim>
                                    <p:animEffect transition="in" filter="fade">
                                      <p:cBhvr>
                                        <p:cTn id="97" dur="500"/>
                                        <p:tgtEl>
                                          <p:spTgt spid="48">
                                            <p:txEl>
                                              <p:pRg st="0" end="0"/>
                                            </p:txEl>
                                          </p:spTgt>
                                        </p:tgtEl>
                                      </p:cBhvr>
                                    </p:animEffect>
                                  </p:childTnLst>
                                </p:cTn>
                              </p:par>
                            </p:childTnLst>
                          </p:cTn>
                        </p:par>
                        <p:par>
                          <p:cTn id="98" fill="hold">
                            <p:stCondLst>
                              <p:cond delay="8500"/>
                            </p:stCondLst>
                            <p:childTnLst>
                              <p:par>
                                <p:cTn id="99" presetID="42" presetClass="entr" presetSubtype="0" fill="hold" grpId="0" nodeType="afterEffect" nodePh="1">
                                  <p:stCondLst>
                                    <p:cond delay="0"/>
                                  </p:stCondLst>
                                  <p:endCondLst>
                                    <p:cond evt="begin" delay="0">
                                      <p:tn val="99"/>
                                    </p:cond>
                                  </p:endCondLst>
                                  <p:childTnLst>
                                    <p:set>
                                      <p:cBhvr>
                                        <p:cTn id="100" dur="1" fill="hold">
                                          <p:stCondLst>
                                            <p:cond delay="0"/>
                                          </p:stCondLst>
                                        </p:cTn>
                                        <p:tgtEl>
                                          <p:spTgt spid="49">
                                            <p:txEl>
                                              <p:pRg st="0" end="0"/>
                                            </p:txEl>
                                          </p:spTgt>
                                        </p:tgtEl>
                                        <p:attrNameLst>
                                          <p:attrName>style.visibility</p:attrName>
                                        </p:attrNameLst>
                                      </p:cBhvr>
                                      <p:to>
                                        <p:strVal val="visible"/>
                                      </p:to>
                                    </p:set>
                                    <p:animEffect transition="in" filter="fade">
                                      <p:cBhvr>
                                        <p:cTn id="101" dur="500"/>
                                        <p:tgtEl>
                                          <p:spTgt spid="49">
                                            <p:txEl>
                                              <p:pRg st="0" end="0"/>
                                            </p:txEl>
                                          </p:spTgt>
                                        </p:tgtEl>
                                      </p:cBhvr>
                                    </p:animEffect>
                                    <p:anim calcmode="lin" valueType="num">
                                      <p:cBhvr>
                                        <p:cTn id="102" dur="500" fill="hold"/>
                                        <p:tgtEl>
                                          <p:spTgt spid="49">
                                            <p:txEl>
                                              <p:pRg st="0" end="0"/>
                                            </p:txEl>
                                          </p:spTgt>
                                        </p:tgtEl>
                                        <p:attrNameLst>
                                          <p:attrName>ppt_x</p:attrName>
                                        </p:attrNameLst>
                                      </p:cBhvr>
                                      <p:tavLst>
                                        <p:tav tm="0">
                                          <p:val>
                                            <p:strVal val="#ppt_x"/>
                                          </p:val>
                                        </p:tav>
                                        <p:tav tm="100000">
                                          <p:val>
                                            <p:strVal val="#ppt_x"/>
                                          </p:val>
                                        </p:tav>
                                      </p:tavLst>
                                    </p:anim>
                                    <p:anim calcmode="lin" valueType="num">
                                      <p:cBhvr>
                                        <p:cTn id="103" dur="500" fill="hold"/>
                                        <p:tgtEl>
                                          <p:spTgt spid="49">
                                            <p:txEl>
                                              <p:pRg st="0" end="0"/>
                                            </p:txEl>
                                          </p:spTgt>
                                        </p:tgtEl>
                                        <p:attrNameLst>
                                          <p:attrName>ppt_y</p:attrName>
                                        </p:attrNameLst>
                                      </p:cBhvr>
                                      <p:tavLst>
                                        <p:tav tm="0">
                                          <p:val>
                                            <p:strVal val="#ppt_y+.1"/>
                                          </p:val>
                                        </p:tav>
                                        <p:tav tm="100000">
                                          <p:val>
                                            <p:strVal val="#ppt_y"/>
                                          </p:val>
                                        </p:tav>
                                      </p:tavLst>
                                    </p:anim>
                                  </p:childTnLst>
                                </p:cTn>
                              </p:par>
                            </p:childTnLst>
                          </p:cTn>
                        </p:par>
                        <p:par>
                          <p:cTn id="104" fill="hold">
                            <p:stCondLst>
                              <p:cond delay="9000"/>
                            </p:stCondLst>
                            <p:childTnLst>
                              <p:par>
                                <p:cTn id="105" presetID="42" presetClass="entr" presetSubtype="0" fill="hold" grpId="0" nodeType="afterEffect">
                                  <p:stCondLst>
                                    <p:cond delay="0"/>
                                  </p:stCondLst>
                                  <p:childTnLst>
                                    <p:set>
                                      <p:cBhvr>
                                        <p:cTn id="106" dur="1" fill="hold">
                                          <p:stCondLst>
                                            <p:cond delay="0"/>
                                          </p:stCondLst>
                                        </p:cTn>
                                        <p:tgtEl>
                                          <p:spTgt spid="40"/>
                                        </p:tgtEl>
                                        <p:attrNameLst>
                                          <p:attrName>style.visibility</p:attrName>
                                        </p:attrNameLst>
                                      </p:cBhvr>
                                      <p:to>
                                        <p:strVal val="visible"/>
                                      </p:to>
                                    </p:set>
                                    <p:animEffect transition="in" filter="fade">
                                      <p:cBhvr>
                                        <p:cTn id="107" dur="500"/>
                                        <p:tgtEl>
                                          <p:spTgt spid="40"/>
                                        </p:tgtEl>
                                      </p:cBhvr>
                                    </p:animEffect>
                                    <p:anim calcmode="lin" valueType="num">
                                      <p:cBhvr>
                                        <p:cTn id="108" dur="500" fill="hold"/>
                                        <p:tgtEl>
                                          <p:spTgt spid="40"/>
                                        </p:tgtEl>
                                        <p:attrNameLst>
                                          <p:attrName>ppt_x</p:attrName>
                                        </p:attrNameLst>
                                      </p:cBhvr>
                                      <p:tavLst>
                                        <p:tav tm="0">
                                          <p:val>
                                            <p:strVal val="#ppt_x"/>
                                          </p:val>
                                        </p:tav>
                                        <p:tav tm="100000">
                                          <p:val>
                                            <p:strVal val="#ppt_x"/>
                                          </p:val>
                                        </p:tav>
                                      </p:tavLst>
                                    </p:anim>
                                    <p:anim calcmode="lin" valueType="num">
                                      <p:cBhvr>
                                        <p:cTn id="109" dur="500" fill="hold"/>
                                        <p:tgtEl>
                                          <p:spTgt spid="40"/>
                                        </p:tgtEl>
                                        <p:attrNameLst>
                                          <p:attrName>ppt_y</p:attrName>
                                        </p:attrNameLst>
                                      </p:cBhvr>
                                      <p:tavLst>
                                        <p:tav tm="0">
                                          <p:val>
                                            <p:strVal val="#ppt_y+.1"/>
                                          </p:val>
                                        </p:tav>
                                        <p:tav tm="100000">
                                          <p:val>
                                            <p:strVal val="#ppt_y"/>
                                          </p:val>
                                        </p:tav>
                                      </p:tavLst>
                                    </p:anim>
                                  </p:childTnLst>
                                </p:cTn>
                              </p:par>
                            </p:childTnLst>
                          </p:cTn>
                        </p:par>
                        <p:par>
                          <p:cTn id="110" fill="hold">
                            <p:stCondLst>
                              <p:cond delay="9500"/>
                            </p:stCondLst>
                            <p:childTnLst>
                              <p:par>
                                <p:cTn id="111" presetID="53" presetClass="entr" presetSubtype="16" fill="hold" grpId="0" nodeType="afterEffect" nodePh="1">
                                  <p:stCondLst>
                                    <p:cond delay="0"/>
                                  </p:stCondLst>
                                  <p:endCondLst>
                                    <p:cond evt="begin" delay="0">
                                      <p:tn val="111"/>
                                    </p:cond>
                                  </p:endCondLst>
                                  <p:childTnLst>
                                    <p:set>
                                      <p:cBhvr>
                                        <p:cTn id="112" dur="1" fill="hold">
                                          <p:stCondLst>
                                            <p:cond delay="0"/>
                                          </p:stCondLst>
                                        </p:cTn>
                                        <p:tgtEl>
                                          <p:spTgt spid="41">
                                            <p:txEl>
                                              <p:pRg st="0" end="0"/>
                                            </p:txEl>
                                          </p:spTgt>
                                        </p:tgtEl>
                                        <p:attrNameLst>
                                          <p:attrName>style.visibility</p:attrName>
                                        </p:attrNameLst>
                                      </p:cBhvr>
                                      <p:to>
                                        <p:strVal val="visible"/>
                                      </p:to>
                                    </p:set>
                                    <p:anim calcmode="lin" valueType="num">
                                      <p:cBhvr>
                                        <p:cTn id="113" dur="500" fill="hold"/>
                                        <p:tgtEl>
                                          <p:spTgt spid="41">
                                            <p:txEl>
                                              <p:pRg st="0" end="0"/>
                                            </p:txEl>
                                          </p:spTgt>
                                        </p:tgtEl>
                                        <p:attrNameLst>
                                          <p:attrName>ppt_w</p:attrName>
                                        </p:attrNameLst>
                                      </p:cBhvr>
                                      <p:tavLst>
                                        <p:tav tm="0">
                                          <p:val>
                                            <p:fltVal val="0"/>
                                          </p:val>
                                        </p:tav>
                                        <p:tav tm="100000">
                                          <p:val>
                                            <p:strVal val="#ppt_w"/>
                                          </p:val>
                                        </p:tav>
                                      </p:tavLst>
                                    </p:anim>
                                    <p:anim calcmode="lin" valueType="num">
                                      <p:cBhvr>
                                        <p:cTn id="114" dur="500" fill="hold"/>
                                        <p:tgtEl>
                                          <p:spTgt spid="41">
                                            <p:txEl>
                                              <p:pRg st="0" end="0"/>
                                            </p:txEl>
                                          </p:spTgt>
                                        </p:tgtEl>
                                        <p:attrNameLst>
                                          <p:attrName>ppt_h</p:attrName>
                                        </p:attrNameLst>
                                      </p:cBhvr>
                                      <p:tavLst>
                                        <p:tav tm="0">
                                          <p:val>
                                            <p:fltVal val="0"/>
                                          </p:val>
                                        </p:tav>
                                        <p:tav tm="100000">
                                          <p:val>
                                            <p:strVal val="#ppt_h"/>
                                          </p:val>
                                        </p:tav>
                                      </p:tavLst>
                                    </p:anim>
                                    <p:animEffect transition="in" filter="fade">
                                      <p:cBhvr>
                                        <p:cTn id="115" dur="500"/>
                                        <p:tgtEl>
                                          <p:spTgt spid="41">
                                            <p:txEl>
                                              <p:pRg st="0" end="0"/>
                                            </p:txEl>
                                          </p:spTgt>
                                        </p:tgtEl>
                                      </p:cBhvr>
                                    </p:animEffect>
                                  </p:childTnLst>
                                </p:cTn>
                              </p:par>
                            </p:childTnLst>
                          </p:cTn>
                        </p:par>
                        <p:par>
                          <p:cTn id="116" fill="hold">
                            <p:stCondLst>
                              <p:cond delay="10000"/>
                            </p:stCondLst>
                            <p:childTnLst>
                              <p:par>
                                <p:cTn id="117" presetID="47" presetClass="entr" presetSubtype="0" fill="hold" grpId="0" nodeType="afterEffect">
                                  <p:stCondLst>
                                    <p:cond delay="0"/>
                                  </p:stCondLst>
                                  <p:childTnLst>
                                    <p:set>
                                      <p:cBhvr>
                                        <p:cTn id="118" dur="1" fill="hold">
                                          <p:stCondLst>
                                            <p:cond delay="0"/>
                                          </p:stCondLst>
                                        </p:cTn>
                                        <p:tgtEl>
                                          <p:spTgt spid="42"/>
                                        </p:tgtEl>
                                        <p:attrNameLst>
                                          <p:attrName>style.visibility</p:attrName>
                                        </p:attrNameLst>
                                      </p:cBhvr>
                                      <p:to>
                                        <p:strVal val="visible"/>
                                      </p:to>
                                    </p:set>
                                    <p:animEffect transition="in" filter="fade">
                                      <p:cBhvr>
                                        <p:cTn id="119" dur="500"/>
                                        <p:tgtEl>
                                          <p:spTgt spid="42"/>
                                        </p:tgtEl>
                                      </p:cBhvr>
                                    </p:animEffect>
                                    <p:anim calcmode="lin" valueType="num">
                                      <p:cBhvr>
                                        <p:cTn id="120" dur="500" fill="hold"/>
                                        <p:tgtEl>
                                          <p:spTgt spid="42"/>
                                        </p:tgtEl>
                                        <p:attrNameLst>
                                          <p:attrName>ppt_x</p:attrName>
                                        </p:attrNameLst>
                                      </p:cBhvr>
                                      <p:tavLst>
                                        <p:tav tm="0">
                                          <p:val>
                                            <p:strVal val="#ppt_x"/>
                                          </p:val>
                                        </p:tav>
                                        <p:tav tm="100000">
                                          <p:val>
                                            <p:strVal val="#ppt_x"/>
                                          </p:val>
                                        </p:tav>
                                      </p:tavLst>
                                    </p:anim>
                                    <p:anim calcmode="lin" valueType="num">
                                      <p:cBhvr>
                                        <p:cTn id="121" dur="500" fill="hold"/>
                                        <p:tgtEl>
                                          <p:spTgt spid="42"/>
                                        </p:tgtEl>
                                        <p:attrNameLst>
                                          <p:attrName>ppt_y</p:attrName>
                                        </p:attrNameLst>
                                      </p:cBhvr>
                                      <p:tavLst>
                                        <p:tav tm="0">
                                          <p:val>
                                            <p:strVal val="#ppt_y-.1"/>
                                          </p:val>
                                        </p:tav>
                                        <p:tav tm="100000">
                                          <p:val>
                                            <p:strVal val="#ppt_y"/>
                                          </p:val>
                                        </p:tav>
                                      </p:tavLst>
                                    </p:anim>
                                  </p:childTnLst>
                                </p:cTn>
                              </p:par>
                            </p:childTnLst>
                          </p:cTn>
                        </p:par>
                        <p:par>
                          <p:cTn id="122" fill="hold">
                            <p:stCondLst>
                              <p:cond delay="10500"/>
                            </p:stCondLst>
                            <p:childTnLst>
                              <p:par>
                                <p:cTn id="123" presetID="53" presetClass="entr" presetSubtype="16" fill="hold" grpId="0" nodeType="afterEffect" nodePh="1">
                                  <p:stCondLst>
                                    <p:cond delay="0"/>
                                  </p:stCondLst>
                                  <p:endCondLst>
                                    <p:cond evt="begin" delay="0">
                                      <p:tn val="123"/>
                                    </p:cond>
                                  </p:endCondLst>
                                  <p:childTnLst>
                                    <p:set>
                                      <p:cBhvr>
                                        <p:cTn id="124" dur="1" fill="hold">
                                          <p:stCondLst>
                                            <p:cond delay="0"/>
                                          </p:stCondLst>
                                        </p:cTn>
                                        <p:tgtEl>
                                          <p:spTgt spid="50">
                                            <p:txEl>
                                              <p:pRg st="0" end="0"/>
                                            </p:txEl>
                                          </p:spTgt>
                                        </p:tgtEl>
                                        <p:attrNameLst>
                                          <p:attrName>style.visibility</p:attrName>
                                        </p:attrNameLst>
                                      </p:cBhvr>
                                      <p:to>
                                        <p:strVal val="visible"/>
                                      </p:to>
                                    </p:set>
                                    <p:anim calcmode="lin" valueType="num">
                                      <p:cBhvr>
                                        <p:cTn id="125" dur="500" fill="hold"/>
                                        <p:tgtEl>
                                          <p:spTgt spid="50">
                                            <p:txEl>
                                              <p:pRg st="0" end="0"/>
                                            </p:txEl>
                                          </p:spTgt>
                                        </p:tgtEl>
                                        <p:attrNameLst>
                                          <p:attrName>ppt_w</p:attrName>
                                        </p:attrNameLst>
                                      </p:cBhvr>
                                      <p:tavLst>
                                        <p:tav tm="0">
                                          <p:val>
                                            <p:fltVal val="0"/>
                                          </p:val>
                                        </p:tav>
                                        <p:tav tm="100000">
                                          <p:val>
                                            <p:strVal val="#ppt_w"/>
                                          </p:val>
                                        </p:tav>
                                      </p:tavLst>
                                    </p:anim>
                                    <p:anim calcmode="lin" valueType="num">
                                      <p:cBhvr>
                                        <p:cTn id="126" dur="500" fill="hold"/>
                                        <p:tgtEl>
                                          <p:spTgt spid="50">
                                            <p:txEl>
                                              <p:pRg st="0" end="0"/>
                                            </p:txEl>
                                          </p:spTgt>
                                        </p:tgtEl>
                                        <p:attrNameLst>
                                          <p:attrName>ppt_h</p:attrName>
                                        </p:attrNameLst>
                                      </p:cBhvr>
                                      <p:tavLst>
                                        <p:tav tm="0">
                                          <p:val>
                                            <p:fltVal val="0"/>
                                          </p:val>
                                        </p:tav>
                                        <p:tav tm="100000">
                                          <p:val>
                                            <p:strVal val="#ppt_h"/>
                                          </p:val>
                                        </p:tav>
                                      </p:tavLst>
                                    </p:anim>
                                    <p:animEffect transition="in" filter="fade">
                                      <p:cBhvr>
                                        <p:cTn id="127" dur="500"/>
                                        <p:tgtEl>
                                          <p:spTgt spid="50">
                                            <p:txEl>
                                              <p:pRg st="0" end="0"/>
                                            </p:txEl>
                                          </p:spTgt>
                                        </p:tgtEl>
                                      </p:cBhvr>
                                    </p:animEffect>
                                  </p:childTnLst>
                                </p:cTn>
                              </p:par>
                            </p:childTnLst>
                          </p:cTn>
                        </p:par>
                        <p:par>
                          <p:cTn id="128" fill="hold">
                            <p:stCondLst>
                              <p:cond delay="11000"/>
                            </p:stCondLst>
                            <p:childTnLst>
                              <p:par>
                                <p:cTn id="129" presetID="42" presetClass="entr" presetSubtype="0" fill="hold" grpId="0" nodeType="afterEffect" nodePh="1">
                                  <p:stCondLst>
                                    <p:cond delay="0"/>
                                  </p:stCondLst>
                                  <p:endCondLst>
                                    <p:cond evt="begin" delay="0">
                                      <p:tn val="129"/>
                                    </p:cond>
                                  </p:endCondLst>
                                  <p:childTnLst>
                                    <p:set>
                                      <p:cBhvr>
                                        <p:cTn id="130" dur="1" fill="hold">
                                          <p:stCondLst>
                                            <p:cond delay="0"/>
                                          </p:stCondLst>
                                        </p:cTn>
                                        <p:tgtEl>
                                          <p:spTgt spid="51">
                                            <p:txEl>
                                              <p:pRg st="0" end="0"/>
                                            </p:txEl>
                                          </p:spTgt>
                                        </p:tgtEl>
                                        <p:attrNameLst>
                                          <p:attrName>style.visibility</p:attrName>
                                        </p:attrNameLst>
                                      </p:cBhvr>
                                      <p:to>
                                        <p:strVal val="visible"/>
                                      </p:to>
                                    </p:set>
                                    <p:animEffect transition="in" filter="fade">
                                      <p:cBhvr>
                                        <p:cTn id="131" dur="500"/>
                                        <p:tgtEl>
                                          <p:spTgt spid="51">
                                            <p:txEl>
                                              <p:pRg st="0" end="0"/>
                                            </p:txEl>
                                          </p:spTgt>
                                        </p:tgtEl>
                                      </p:cBhvr>
                                    </p:animEffect>
                                    <p:anim calcmode="lin" valueType="num">
                                      <p:cBhvr>
                                        <p:cTn id="132" dur="500" fill="hold"/>
                                        <p:tgtEl>
                                          <p:spTgt spid="51">
                                            <p:txEl>
                                              <p:pRg st="0" end="0"/>
                                            </p:txEl>
                                          </p:spTgt>
                                        </p:tgtEl>
                                        <p:attrNameLst>
                                          <p:attrName>ppt_x</p:attrName>
                                        </p:attrNameLst>
                                      </p:cBhvr>
                                      <p:tavLst>
                                        <p:tav tm="0">
                                          <p:val>
                                            <p:strVal val="#ppt_x"/>
                                          </p:val>
                                        </p:tav>
                                        <p:tav tm="100000">
                                          <p:val>
                                            <p:strVal val="#ppt_x"/>
                                          </p:val>
                                        </p:tav>
                                      </p:tavLst>
                                    </p:anim>
                                    <p:anim calcmode="lin" valueType="num">
                                      <p:cBhvr>
                                        <p:cTn id="133" dur="500" fill="hold"/>
                                        <p:tgtEl>
                                          <p:spTgt spid="51">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animBg="1"/>
      <p:bldP spid="15" grpId="0"/>
      <p:bldP spid="18" grpId="0" build="p">
        <p:tmplLst>
          <p:tmpl lvl="1">
            <p:tnLst>
              <p:par>
                <p:cTn presetID="42" presetClass="entr" presetSubtype="0" fill="hold" nodeType="afterEffect">
                  <p:stCondLst>
                    <p:cond delay="0"/>
                  </p:stCondLst>
                  <p:childTnLst>
                    <p:set>
                      <p:cBhvr>
                        <p:cTn dur="1" fill="hold">
                          <p:stCondLst>
                            <p:cond delay="0"/>
                          </p:stCondLst>
                        </p:cTn>
                        <p:tgtEl>
                          <p:spTgt spid="18"/>
                        </p:tgtEl>
                        <p:attrNameLst>
                          <p:attrName>style.visibility</p:attrName>
                        </p:attrNameLst>
                      </p:cBhvr>
                      <p:to>
                        <p:strVal val="visible"/>
                      </p:to>
                    </p:set>
                    <p:animEffect transition="in" filter="fade">
                      <p:cBhvr>
                        <p:cTn dur="500"/>
                        <p:tgtEl>
                          <p:spTgt spid="18"/>
                        </p:tgtEl>
                      </p:cBhvr>
                    </p:animEffect>
                    <p:anim calcmode="lin" valueType="num">
                      <p:cBhvr>
                        <p:cTn dur="500" fill="hold"/>
                        <p:tgtEl>
                          <p:spTgt spid="18"/>
                        </p:tgtEl>
                        <p:attrNameLst>
                          <p:attrName>ppt_x</p:attrName>
                        </p:attrNameLst>
                      </p:cBhvr>
                      <p:tavLst>
                        <p:tav tm="0">
                          <p:val>
                            <p:strVal val="#ppt_x"/>
                          </p:val>
                        </p:tav>
                        <p:tav tm="100000">
                          <p:val>
                            <p:strVal val="#ppt_x"/>
                          </p:val>
                        </p:tav>
                      </p:tavLst>
                    </p:anim>
                    <p:anim calcmode="lin" valueType="num">
                      <p:cBhvr>
                        <p:cTn dur="500" fill="hold"/>
                        <p:tgtEl>
                          <p:spTgt spid="18"/>
                        </p:tgtEl>
                        <p:attrNameLst>
                          <p:attrName>ppt_y</p:attrName>
                        </p:attrNameLst>
                      </p:cBhvr>
                      <p:tavLst>
                        <p:tav tm="0">
                          <p:val>
                            <p:strVal val="#ppt_y+.1"/>
                          </p:val>
                        </p:tav>
                        <p:tav tm="100000">
                          <p:val>
                            <p:strVal val="#ppt_y"/>
                          </p:val>
                        </p:tav>
                      </p:tavLst>
                    </p:anim>
                  </p:childTnLst>
                </p:cTn>
              </p:par>
            </p:tnLst>
          </p:tmpl>
        </p:tmplLst>
      </p:bldP>
      <p:bldP spid="24" grpId="0" animBg="1"/>
      <p:bldP spid="27"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7"/>
                        </p:tgtEl>
                        <p:attrNameLst>
                          <p:attrName>style.visibility</p:attrName>
                        </p:attrNameLst>
                      </p:cBhvr>
                      <p:to>
                        <p:strVal val="visible"/>
                      </p:to>
                    </p:set>
                    <p:anim calcmode="lin" valueType="num">
                      <p:cBhvr>
                        <p:cTn dur="500" fill="hold"/>
                        <p:tgtEl>
                          <p:spTgt spid="27"/>
                        </p:tgtEl>
                        <p:attrNameLst>
                          <p:attrName>ppt_w</p:attrName>
                        </p:attrNameLst>
                      </p:cBhvr>
                      <p:tavLst>
                        <p:tav tm="0">
                          <p:val>
                            <p:fltVal val="0"/>
                          </p:val>
                        </p:tav>
                        <p:tav tm="100000">
                          <p:val>
                            <p:strVal val="#ppt_w"/>
                          </p:val>
                        </p:tav>
                      </p:tavLst>
                    </p:anim>
                    <p:anim calcmode="lin" valueType="num">
                      <p:cBhvr>
                        <p:cTn dur="500" fill="hold"/>
                        <p:tgtEl>
                          <p:spTgt spid="27"/>
                        </p:tgtEl>
                        <p:attrNameLst>
                          <p:attrName>ppt_h</p:attrName>
                        </p:attrNameLst>
                      </p:cBhvr>
                      <p:tavLst>
                        <p:tav tm="0">
                          <p:val>
                            <p:fltVal val="0"/>
                          </p:val>
                        </p:tav>
                        <p:tav tm="100000">
                          <p:val>
                            <p:strVal val="#ppt_h"/>
                          </p:val>
                        </p:tav>
                      </p:tavLst>
                    </p:anim>
                    <p:animEffect transition="in" filter="fade">
                      <p:cBhvr>
                        <p:cTn dur="500"/>
                        <p:tgtEl>
                          <p:spTgt spid="27"/>
                        </p:tgtEl>
                      </p:cBhvr>
                    </p:animEffect>
                  </p:childTnLst>
                </p:cTn>
              </p:par>
            </p:tnLst>
          </p:tmpl>
        </p:tmplLst>
      </p:bldP>
      <p:bldP spid="23" grpId="0" animBg="1"/>
      <p:bldP spid="32"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32"/>
                        </p:tgtEl>
                        <p:attrNameLst>
                          <p:attrName>style.visibility</p:attrName>
                        </p:attrNameLst>
                      </p:cBhvr>
                      <p:to>
                        <p:strVal val="visible"/>
                      </p:to>
                    </p:set>
                    <p:anim calcmode="lin" valueType="num">
                      <p:cBhvr>
                        <p:cTn dur="500" fill="hold"/>
                        <p:tgtEl>
                          <p:spTgt spid="32"/>
                        </p:tgtEl>
                        <p:attrNameLst>
                          <p:attrName>ppt_w</p:attrName>
                        </p:attrNameLst>
                      </p:cBhvr>
                      <p:tavLst>
                        <p:tav tm="0">
                          <p:val>
                            <p:fltVal val="0"/>
                          </p:val>
                        </p:tav>
                        <p:tav tm="100000">
                          <p:val>
                            <p:strVal val="#ppt_w"/>
                          </p:val>
                        </p:tav>
                      </p:tavLst>
                    </p:anim>
                    <p:anim calcmode="lin" valueType="num">
                      <p:cBhvr>
                        <p:cTn dur="500" fill="hold"/>
                        <p:tgtEl>
                          <p:spTgt spid="32"/>
                        </p:tgtEl>
                        <p:attrNameLst>
                          <p:attrName>ppt_h</p:attrName>
                        </p:attrNameLst>
                      </p:cBhvr>
                      <p:tavLst>
                        <p:tav tm="0">
                          <p:val>
                            <p:fltVal val="0"/>
                          </p:val>
                        </p:tav>
                        <p:tav tm="100000">
                          <p:val>
                            <p:strVal val="#ppt_h"/>
                          </p:val>
                        </p:tav>
                      </p:tavLst>
                    </p:anim>
                    <p:animEffect transition="in" filter="fade">
                      <p:cBhvr>
                        <p:cTn dur="500"/>
                        <p:tgtEl>
                          <p:spTgt spid="32"/>
                        </p:tgtEl>
                      </p:cBhvr>
                    </p:animEffect>
                  </p:childTnLst>
                </p:cTn>
              </p:par>
            </p:tnLst>
          </p:tmpl>
        </p:tmplLst>
      </p:bldP>
      <p:bldP spid="36" grpId="0" animBg="1"/>
      <p:bldP spid="37"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37"/>
                        </p:tgtEl>
                        <p:attrNameLst>
                          <p:attrName>style.visibility</p:attrName>
                        </p:attrNameLst>
                      </p:cBhvr>
                      <p:to>
                        <p:strVal val="visible"/>
                      </p:to>
                    </p:set>
                    <p:anim calcmode="lin" valueType="num">
                      <p:cBhvr>
                        <p:cTn dur="500" fill="hold"/>
                        <p:tgtEl>
                          <p:spTgt spid="37"/>
                        </p:tgtEl>
                        <p:attrNameLst>
                          <p:attrName>ppt_w</p:attrName>
                        </p:attrNameLst>
                      </p:cBhvr>
                      <p:tavLst>
                        <p:tav tm="0">
                          <p:val>
                            <p:fltVal val="0"/>
                          </p:val>
                        </p:tav>
                        <p:tav tm="100000">
                          <p:val>
                            <p:strVal val="#ppt_w"/>
                          </p:val>
                        </p:tav>
                      </p:tavLst>
                    </p:anim>
                    <p:anim calcmode="lin" valueType="num">
                      <p:cBhvr>
                        <p:cTn dur="500" fill="hold"/>
                        <p:tgtEl>
                          <p:spTgt spid="37"/>
                        </p:tgtEl>
                        <p:attrNameLst>
                          <p:attrName>ppt_h</p:attrName>
                        </p:attrNameLst>
                      </p:cBhvr>
                      <p:tavLst>
                        <p:tav tm="0">
                          <p:val>
                            <p:fltVal val="0"/>
                          </p:val>
                        </p:tav>
                        <p:tav tm="100000">
                          <p:val>
                            <p:strVal val="#ppt_h"/>
                          </p:val>
                        </p:tav>
                      </p:tavLst>
                    </p:anim>
                    <p:animEffect transition="in" filter="fade">
                      <p:cBhvr>
                        <p:cTn dur="500"/>
                        <p:tgtEl>
                          <p:spTgt spid="37"/>
                        </p:tgtEl>
                      </p:cBhvr>
                    </p:animEffect>
                  </p:childTnLst>
                </p:cTn>
              </p:par>
            </p:tnLst>
          </p:tmpl>
        </p:tmplLst>
      </p:bldP>
      <p:bldP spid="38" grpId="0" animBg="1"/>
      <p:bldP spid="39" grpId="0" animBg="1"/>
      <p:bldP spid="40" grpId="0" animBg="1"/>
      <p:bldP spid="41"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41"/>
                        </p:tgtEl>
                        <p:attrNameLst>
                          <p:attrName>style.visibility</p:attrName>
                        </p:attrNameLst>
                      </p:cBhvr>
                      <p:to>
                        <p:strVal val="visible"/>
                      </p:to>
                    </p:set>
                    <p:anim calcmode="lin" valueType="num">
                      <p:cBhvr>
                        <p:cTn dur="500" fill="hold"/>
                        <p:tgtEl>
                          <p:spTgt spid="41"/>
                        </p:tgtEl>
                        <p:attrNameLst>
                          <p:attrName>ppt_w</p:attrName>
                        </p:attrNameLst>
                      </p:cBhvr>
                      <p:tavLst>
                        <p:tav tm="0">
                          <p:val>
                            <p:fltVal val="0"/>
                          </p:val>
                        </p:tav>
                        <p:tav tm="100000">
                          <p:val>
                            <p:strVal val="#ppt_w"/>
                          </p:val>
                        </p:tav>
                      </p:tavLst>
                    </p:anim>
                    <p:anim calcmode="lin" valueType="num">
                      <p:cBhvr>
                        <p:cTn dur="500" fill="hold"/>
                        <p:tgtEl>
                          <p:spTgt spid="41"/>
                        </p:tgtEl>
                        <p:attrNameLst>
                          <p:attrName>ppt_h</p:attrName>
                        </p:attrNameLst>
                      </p:cBhvr>
                      <p:tavLst>
                        <p:tav tm="0">
                          <p:val>
                            <p:fltVal val="0"/>
                          </p:val>
                        </p:tav>
                        <p:tav tm="100000">
                          <p:val>
                            <p:strVal val="#ppt_h"/>
                          </p:val>
                        </p:tav>
                      </p:tavLst>
                    </p:anim>
                    <p:animEffect transition="in" filter="fade">
                      <p:cBhvr>
                        <p:cTn dur="500"/>
                        <p:tgtEl>
                          <p:spTgt spid="41"/>
                        </p:tgtEl>
                      </p:cBhvr>
                    </p:animEffect>
                  </p:childTnLst>
                </p:cTn>
              </p:par>
            </p:tnLst>
          </p:tmpl>
        </p:tmplLst>
      </p:bldP>
      <p:bldP spid="42" grpId="0" animBg="1"/>
      <p:bldP spid="44"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44"/>
                        </p:tgtEl>
                        <p:attrNameLst>
                          <p:attrName>style.visibility</p:attrName>
                        </p:attrNameLst>
                      </p:cBhvr>
                      <p:to>
                        <p:strVal val="visible"/>
                      </p:to>
                    </p:set>
                    <p:anim calcmode="lin" valueType="num">
                      <p:cBhvr>
                        <p:cTn dur="500" fill="hold"/>
                        <p:tgtEl>
                          <p:spTgt spid="44"/>
                        </p:tgtEl>
                        <p:attrNameLst>
                          <p:attrName>ppt_w</p:attrName>
                        </p:attrNameLst>
                      </p:cBhvr>
                      <p:tavLst>
                        <p:tav tm="0">
                          <p:val>
                            <p:fltVal val="0"/>
                          </p:val>
                        </p:tav>
                        <p:tav tm="100000">
                          <p:val>
                            <p:strVal val="#ppt_w"/>
                          </p:val>
                        </p:tav>
                      </p:tavLst>
                    </p:anim>
                    <p:anim calcmode="lin" valueType="num">
                      <p:cBhvr>
                        <p:cTn dur="500" fill="hold"/>
                        <p:tgtEl>
                          <p:spTgt spid="44"/>
                        </p:tgtEl>
                        <p:attrNameLst>
                          <p:attrName>ppt_h</p:attrName>
                        </p:attrNameLst>
                      </p:cBhvr>
                      <p:tavLst>
                        <p:tav tm="0">
                          <p:val>
                            <p:fltVal val="0"/>
                          </p:val>
                        </p:tav>
                        <p:tav tm="100000">
                          <p:val>
                            <p:strVal val="#ppt_h"/>
                          </p:val>
                        </p:tav>
                      </p:tavLst>
                    </p:anim>
                    <p:animEffect transition="in" filter="fade">
                      <p:cBhvr>
                        <p:cTn dur="500"/>
                        <p:tgtEl>
                          <p:spTgt spid="44"/>
                        </p:tgtEl>
                      </p:cBhvr>
                    </p:animEffect>
                  </p:childTnLst>
                </p:cTn>
              </p:par>
            </p:tnLst>
          </p:tmpl>
        </p:tmplLst>
      </p:bldP>
      <p:bldP spid="45"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45"/>
                        </p:tgtEl>
                        <p:attrNameLst>
                          <p:attrName>style.visibility</p:attrName>
                        </p:attrNameLst>
                      </p:cBhvr>
                      <p:to>
                        <p:strVal val="visible"/>
                      </p:to>
                    </p:set>
                    <p:animEffect transition="in" filter="fade">
                      <p:cBhvr>
                        <p:cTn dur="500"/>
                        <p:tgtEl>
                          <p:spTgt spid="45"/>
                        </p:tgtEl>
                      </p:cBhvr>
                    </p:animEffect>
                    <p:anim calcmode="lin" valueType="num">
                      <p:cBhvr>
                        <p:cTn dur="500" fill="hold"/>
                        <p:tgtEl>
                          <p:spTgt spid="45"/>
                        </p:tgtEl>
                        <p:attrNameLst>
                          <p:attrName>ppt_x</p:attrName>
                        </p:attrNameLst>
                      </p:cBhvr>
                      <p:tavLst>
                        <p:tav tm="0">
                          <p:val>
                            <p:strVal val="#ppt_x"/>
                          </p:val>
                        </p:tav>
                        <p:tav tm="100000">
                          <p:val>
                            <p:strVal val="#ppt_x"/>
                          </p:val>
                        </p:tav>
                      </p:tavLst>
                    </p:anim>
                    <p:anim calcmode="lin" valueType="num">
                      <p:cBhvr>
                        <p:cTn dur="500" fill="hold"/>
                        <p:tgtEl>
                          <p:spTgt spid="45"/>
                        </p:tgtEl>
                        <p:attrNameLst>
                          <p:attrName>ppt_y</p:attrName>
                        </p:attrNameLst>
                      </p:cBhvr>
                      <p:tavLst>
                        <p:tav tm="0">
                          <p:val>
                            <p:strVal val="#ppt_y+.1"/>
                          </p:val>
                        </p:tav>
                        <p:tav tm="100000">
                          <p:val>
                            <p:strVal val="#ppt_y"/>
                          </p:val>
                        </p:tav>
                      </p:tavLst>
                    </p:anim>
                  </p:childTnLst>
                </p:cTn>
              </p:par>
            </p:tnLst>
          </p:tmpl>
        </p:tmplLst>
      </p:bldP>
      <p:bldP spid="46"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46"/>
                        </p:tgtEl>
                        <p:attrNameLst>
                          <p:attrName>style.visibility</p:attrName>
                        </p:attrNameLst>
                      </p:cBhvr>
                      <p:to>
                        <p:strVal val="visible"/>
                      </p:to>
                    </p:set>
                    <p:anim calcmode="lin" valueType="num">
                      <p:cBhvr>
                        <p:cTn dur="500" fill="hold"/>
                        <p:tgtEl>
                          <p:spTgt spid="46"/>
                        </p:tgtEl>
                        <p:attrNameLst>
                          <p:attrName>ppt_w</p:attrName>
                        </p:attrNameLst>
                      </p:cBhvr>
                      <p:tavLst>
                        <p:tav tm="0">
                          <p:val>
                            <p:fltVal val="0"/>
                          </p:val>
                        </p:tav>
                        <p:tav tm="100000">
                          <p:val>
                            <p:strVal val="#ppt_w"/>
                          </p:val>
                        </p:tav>
                      </p:tavLst>
                    </p:anim>
                    <p:anim calcmode="lin" valueType="num">
                      <p:cBhvr>
                        <p:cTn dur="500" fill="hold"/>
                        <p:tgtEl>
                          <p:spTgt spid="46"/>
                        </p:tgtEl>
                        <p:attrNameLst>
                          <p:attrName>ppt_h</p:attrName>
                        </p:attrNameLst>
                      </p:cBhvr>
                      <p:tavLst>
                        <p:tav tm="0">
                          <p:val>
                            <p:fltVal val="0"/>
                          </p:val>
                        </p:tav>
                        <p:tav tm="100000">
                          <p:val>
                            <p:strVal val="#ppt_h"/>
                          </p:val>
                        </p:tav>
                      </p:tavLst>
                    </p:anim>
                    <p:animEffect transition="in" filter="fade">
                      <p:cBhvr>
                        <p:cTn dur="500"/>
                        <p:tgtEl>
                          <p:spTgt spid="46"/>
                        </p:tgtEl>
                      </p:cBhvr>
                    </p:animEffect>
                  </p:childTnLst>
                </p:cTn>
              </p:par>
            </p:tnLst>
          </p:tmpl>
        </p:tmplLst>
      </p:bldP>
      <p:bldP spid="47"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47"/>
                        </p:tgtEl>
                        <p:attrNameLst>
                          <p:attrName>style.visibility</p:attrName>
                        </p:attrNameLst>
                      </p:cBhvr>
                      <p:to>
                        <p:strVal val="visible"/>
                      </p:to>
                    </p:set>
                    <p:animEffect transition="in" filter="fade">
                      <p:cBhvr>
                        <p:cTn dur="500"/>
                        <p:tgtEl>
                          <p:spTgt spid="47"/>
                        </p:tgtEl>
                      </p:cBhvr>
                    </p:animEffect>
                    <p:anim calcmode="lin" valueType="num">
                      <p:cBhvr>
                        <p:cTn dur="500" fill="hold"/>
                        <p:tgtEl>
                          <p:spTgt spid="47"/>
                        </p:tgtEl>
                        <p:attrNameLst>
                          <p:attrName>ppt_x</p:attrName>
                        </p:attrNameLst>
                      </p:cBhvr>
                      <p:tavLst>
                        <p:tav tm="0">
                          <p:val>
                            <p:strVal val="#ppt_x"/>
                          </p:val>
                        </p:tav>
                        <p:tav tm="100000">
                          <p:val>
                            <p:strVal val="#ppt_x"/>
                          </p:val>
                        </p:tav>
                      </p:tavLst>
                    </p:anim>
                    <p:anim calcmode="lin" valueType="num">
                      <p:cBhvr>
                        <p:cTn dur="500" fill="hold"/>
                        <p:tgtEl>
                          <p:spTgt spid="47"/>
                        </p:tgtEl>
                        <p:attrNameLst>
                          <p:attrName>ppt_y</p:attrName>
                        </p:attrNameLst>
                      </p:cBhvr>
                      <p:tavLst>
                        <p:tav tm="0">
                          <p:val>
                            <p:strVal val="#ppt_y+.1"/>
                          </p:val>
                        </p:tav>
                        <p:tav tm="100000">
                          <p:val>
                            <p:strVal val="#ppt_y"/>
                          </p:val>
                        </p:tav>
                      </p:tavLst>
                    </p:anim>
                  </p:childTnLst>
                </p:cTn>
              </p:par>
            </p:tnLst>
          </p:tmpl>
        </p:tmplLst>
      </p:bldP>
      <p:bldP spid="48"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48"/>
                        </p:tgtEl>
                        <p:attrNameLst>
                          <p:attrName>style.visibility</p:attrName>
                        </p:attrNameLst>
                      </p:cBhvr>
                      <p:to>
                        <p:strVal val="visible"/>
                      </p:to>
                    </p:set>
                    <p:anim calcmode="lin" valueType="num">
                      <p:cBhvr>
                        <p:cTn dur="500" fill="hold"/>
                        <p:tgtEl>
                          <p:spTgt spid="48"/>
                        </p:tgtEl>
                        <p:attrNameLst>
                          <p:attrName>ppt_w</p:attrName>
                        </p:attrNameLst>
                      </p:cBhvr>
                      <p:tavLst>
                        <p:tav tm="0">
                          <p:val>
                            <p:fltVal val="0"/>
                          </p:val>
                        </p:tav>
                        <p:tav tm="100000">
                          <p:val>
                            <p:strVal val="#ppt_w"/>
                          </p:val>
                        </p:tav>
                      </p:tavLst>
                    </p:anim>
                    <p:anim calcmode="lin" valueType="num">
                      <p:cBhvr>
                        <p:cTn dur="500" fill="hold"/>
                        <p:tgtEl>
                          <p:spTgt spid="48"/>
                        </p:tgtEl>
                        <p:attrNameLst>
                          <p:attrName>ppt_h</p:attrName>
                        </p:attrNameLst>
                      </p:cBhvr>
                      <p:tavLst>
                        <p:tav tm="0">
                          <p:val>
                            <p:fltVal val="0"/>
                          </p:val>
                        </p:tav>
                        <p:tav tm="100000">
                          <p:val>
                            <p:strVal val="#ppt_h"/>
                          </p:val>
                        </p:tav>
                      </p:tavLst>
                    </p:anim>
                    <p:animEffect transition="in" filter="fade">
                      <p:cBhvr>
                        <p:cTn dur="500"/>
                        <p:tgtEl>
                          <p:spTgt spid="48"/>
                        </p:tgtEl>
                      </p:cBhvr>
                    </p:animEffect>
                  </p:childTnLst>
                </p:cTn>
              </p:par>
            </p:tnLst>
          </p:tmpl>
        </p:tmplLst>
      </p:bldP>
      <p:bldP spid="49"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49"/>
                        </p:tgtEl>
                        <p:attrNameLst>
                          <p:attrName>style.visibility</p:attrName>
                        </p:attrNameLst>
                      </p:cBhvr>
                      <p:to>
                        <p:strVal val="visible"/>
                      </p:to>
                    </p:set>
                    <p:animEffect transition="in" filter="fade">
                      <p:cBhvr>
                        <p:cTn dur="500"/>
                        <p:tgtEl>
                          <p:spTgt spid="49"/>
                        </p:tgtEl>
                      </p:cBhvr>
                    </p:animEffect>
                    <p:anim calcmode="lin" valueType="num">
                      <p:cBhvr>
                        <p:cTn dur="500" fill="hold"/>
                        <p:tgtEl>
                          <p:spTgt spid="49"/>
                        </p:tgtEl>
                        <p:attrNameLst>
                          <p:attrName>ppt_x</p:attrName>
                        </p:attrNameLst>
                      </p:cBhvr>
                      <p:tavLst>
                        <p:tav tm="0">
                          <p:val>
                            <p:strVal val="#ppt_x"/>
                          </p:val>
                        </p:tav>
                        <p:tav tm="100000">
                          <p:val>
                            <p:strVal val="#ppt_x"/>
                          </p:val>
                        </p:tav>
                      </p:tavLst>
                    </p:anim>
                    <p:anim calcmode="lin" valueType="num">
                      <p:cBhvr>
                        <p:cTn dur="500" fill="hold"/>
                        <p:tgtEl>
                          <p:spTgt spid="49"/>
                        </p:tgtEl>
                        <p:attrNameLst>
                          <p:attrName>ppt_y</p:attrName>
                        </p:attrNameLst>
                      </p:cBhvr>
                      <p:tavLst>
                        <p:tav tm="0">
                          <p:val>
                            <p:strVal val="#ppt_y+.1"/>
                          </p:val>
                        </p:tav>
                        <p:tav tm="100000">
                          <p:val>
                            <p:strVal val="#ppt_y"/>
                          </p:val>
                        </p:tav>
                      </p:tavLst>
                    </p:anim>
                  </p:childTnLst>
                </p:cTn>
              </p:par>
            </p:tnLst>
          </p:tmpl>
        </p:tmplLst>
      </p:bldP>
      <p:bldP spid="50"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50"/>
                        </p:tgtEl>
                        <p:attrNameLst>
                          <p:attrName>style.visibility</p:attrName>
                        </p:attrNameLst>
                      </p:cBhvr>
                      <p:to>
                        <p:strVal val="visible"/>
                      </p:to>
                    </p:set>
                    <p:anim calcmode="lin" valueType="num">
                      <p:cBhvr>
                        <p:cTn dur="500" fill="hold"/>
                        <p:tgtEl>
                          <p:spTgt spid="50"/>
                        </p:tgtEl>
                        <p:attrNameLst>
                          <p:attrName>ppt_w</p:attrName>
                        </p:attrNameLst>
                      </p:cBhvr>
                      <p:tavLst>
                        <p:tav tm="0">
                          <p:val>
                            <p:fltVal val="0"/>
                          </p:val>
                        </p:tav>
                        <p:tav tm="100000">
                          <p:val>
                            <p:strVal val="#ppt_w"/>
                          </p:val>
                        </p:tav>
                      </p:tavLst>
                    </p:anim>
                    <p:anim calcmode="lin" valueType="num">
                      <p:cBhvr>
                        <p:cTn dur="500" fill="hold"/>
                        <p:tgtEl>
                          <p:spTgt spid="50"/>
                        </p:tgtEl>
                        <p:attrNameLst>
                          <p:attrName>ppt_h</p:attrName>
                        </p:attrNameLst>
                      </p:cBhvr>
                      <p:tavLst>
                        <p:tav tm="0">
                          <p:val>
                            <p:fltVal val="0"/>
                          </p:val>
                        </p:tav>
                        <p:tav tm="100000">
                          <p:val>
                            <p:strVal val="#ppt_h"/>
                          </p:val>
                        </p:tav>
                      </p:tavLst>
                    </p:anim>
                    <p:animEffect transition="in" filter="fade">
                      <p:cBhvr>
                        <p:cTn dur="500"/>
                        <p:tgtEl>
                          <p:spTgt spid="50"/>
                        </p:tgtEl>
                      </p:cBhvr>
                    </p:animEffect>
                  </p:childTnLst>
                </p:cTn>
              </p:par>
            </p:tnLst>
          </p:tmpl>
        </p:tmplLst>
      </p:bldP>
      <p:bldP spid="51"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51"/>
                        </p:tgtEl>
                        <p:attrNameLst>
                          <p:attrName>style.visibility</p:attrName>
                        </p:attrNameLst>
                      </p:cBhvr>
                      <p:to>
                        <p:strVal val="visible"/>
                      </p:to>
                    </p:set>
                    <p:animEffect transition="in" filter="fade">
                      <p:cBhvr>
                        <p:cTn dur="500"/>
                        <p:tgtEl>
                          <p:spTgt spid="51"/>
                        </p:tgtEl>
                      </p:cBhvr>
                    </p:animEffect>
                    <p:anim calcmode="lin" valueType="num">
                      <p:cBhvr>
                        <p:cTn dur="500" fill="hold"/>
                        <p:tgtEl>
                          <p:spTgt spid="51"/>
                        </p:tgtEl>
                        <p:attrNameLst>
                          <p:attrName>ppt_x</p:attrName>
                        </p:attrNameLst>
                      </p:cBhvr>
                      <p:tavLst>
                        <p:tav tm="0">
                          <p:val>
                            <p:strVal val="#ppt_x"/>
                          </p:val>
                        </p:tav>
                        <p:tav tm="100000">
                          <p:val>
                            <p:strVal val="#ppt_x"/>
                          </p:val>
                        </p:tav>
                      </p:tavLst>
                    </p:anim>
                    <p:anim calcmode="lin" valueType="num">
                      <p:cBhvr>
                        <p:cTn dur="500" fill="hold"/>
                        <p:tgtEl>
                          <p:spTgt spid="51"/>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633.xml><?xml version="1.0" encoding="utf-8"?>
<p:sldLayout xmlns:a="http://schemas.openxmlformats.org/drawingml/2006/main" xmlns:r="http://schemas.openxmlformats.org/officeDocument/2006/relationships" xmlns:p="http://schemas.openxmlformats.org/presentationml/2006/main" preserve="1" userDrawn="1">
  <p:cSld name="17_Custom Layout">
    <p:spTree>
      <p:nvGrpSpPr>
        <p:cNvPr id="1" name=""/>
        <p:cNvGrpSpPr/>
        <p:nvPr/>
      </p:nvGrpSpPr>
      <p:grpSpPr>
        <a:xfrm>
          <a:off x="0" y="0"/>
          <a:ext cx="0" cy="0"/>
          <a:chOff x="0" y="0"/>
          <a:chExt cx="0" cy="0"/>
        </a:xfrm>
      </p:grpSpPr>
      <p:sp>
        <p:nvSpPr>
          <p:cNvPr id="9" name="Rectangle 8"/>
          <p:cNvSpPr/>
          <p:nvPr userDrawn="1"/>
        </p:nvSpPr>
        <p:spPr>
          <a:xfrm>
            <a:off x="-158750" y="2006600"/>
            <a:ext cx="12509500" cy="4159250"/>
          </a:xfrm>
          <a:prstGeom prst="rect">
            <a:avLst/>
          </a:prstGeom>
          <a:solidFill>
            <a:schemeClr val="tx1">
              <a:lumMod val="75000"/>
              <a:lumOff val="25000"/>
            </a:schemeClr>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 name="Title 1"/>
          <p:cNvSpPr>
            <a:spLocks noGrp="1"/>
          </p:cNvSpPr>
          <p:nvPr>
            <p:ph type="title" hasCustomPrompt="1"/>
          </p:nvPr>
        </p:nvSpPr>
        <p:spPr>
          <a:xfrm>
            <a:off x="479425" y="692150"/>
            <a:ext cx="11233150" cy="405130"/>
          </a:xfrm>
        </p:spPr>
        <p:txBody>
          <a:bodyPr/>
          <a:lstStyle>
            <a:lvl1pPr algn="ct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8" name="Text Placeholder 2"/>
          <p:cNvSpPr>
            <a:spLocks noGrp="1"/>
          </p:cNvSpPr>
          <p:nvPr>
            <p:ph type="body" idx="1"/>
          </p:nvPr>
        </p:nvSpPr>
        <p:spPr>
          <a:xfrm>
            <a:off x="479425" y="1154764"/>
            <a:ext cx="11233150" cy="272983"/>
          </a:xfrm>
        </p:spPr>
        <p:txBody>
          <a:bodyPr>
            <a:normAutofit/>
          </a:bodyPr>
          <a:lstStyle>
            <a:lvl1pPr marL="0" indent="0" algn="ctr">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7" name="Picture Placeholder 6"/>
          <p:cNvSpPr>
            <a:spLocks noGrp="1"/>
          </p:cNvSpPr>
          <p:nvPr>
            <p:ph type="pic" sz="quarter" idx="13"/>
          </p:nvPr>
        </p:nvSpPr>
        <p:spPr>
          <a:xfrm>
            <a:off x="3505200" y="2006600"/>
            <a:ext cx="5181600" cy="4159250"/>
          </a:xfrm>
          <a:solidFill>
            <a:schemeClr val="bg1">
              <a:lumMod val="85000"/>
            </a:schemeClr>
          </a:solidFill>
          <a:ln w="57150">
            <a:solidFill>
              <a:schemeClr val="bg1"/>
            </a:solidFill>
          </a:ln>
        </p:spPr>
        <p:txBody>
          <a:bodyPr/>
          <a:lstStyle/>
          <a:p>
            <a:endParaRPr lang="en-AU"/>
          </a:p>
        </p:txBody>
      </p:sp>
    </p:spTree>
    <p:extLst>
      <p:ext uri="{BB962C8B-B14F-4D97-AF65-F5344CB8AC3E}">
        <p14:creationId xmlns:p14="http://schemas.microsoft.com/office/powerpoint/2010/main" val="74140319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42" presetClass="entr" presetSubtype="0" fill="hold" grpId="0" nodeType="afterEffect">
                                  <p:stCondLst>
                                    <p:cond delay="0"/>
                                  </p:stCondLst>
                                  <p:childTnLst>
                                    <p:set>
                                      <p:cBhvr>
                                        <p:cTn id="10" dur="1" fill="hold">
                                          <p:stCondLst>
                                            <p:cond delay="0"/>
                                          </p:stCondLst>
                                        </p:cTn>
                                        <p:tgtEl>
                                          <p:spTgt spid="8">
                                            <p:txEl>
                                              <p:pRg st="0" end="0"/>
                                            </p:txEl>
                                          </p:spTgt>
                                        </p:tgtEl>
                                        <p:attrNameLst>
                                          <p:attrName>style.visibility</p:attrName>
                                        </p:attrNameLst>
                                      </p:cBhvr>
                                      <p:to>
                                        <p:strVal val="visible"/>
                                      </p:to>
                                    </p:set>
                                    <p:animEffect transition="in" filter="fade">
                                      <p:cBhvr>
                                        <p:cTn id="11" dur="500"/>
                                        <p:tgtEl>
                                          <p:spTgt spid="8">
                                            <p:txEl>
                                              <p:pRg st="0" end="0"/>
                                            </p:txEl>
                                          </p:spTgt>
                                        </p:tgtEl>
                                      </p:cBhvr>
                                    </p:animEffect>
                                    <p:anim calcmode="lin" valueType="num">
                                      <p:cBhvr>
                                        <p:cTn id="12"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4" fill="hold">
                            <p:stCondLst>
                              <p:cond delay="1000"/>
                            </p:stCondLst>
                            <p:childTnLst>
                              <p:par>
                                <p:cTn id="15" presetID="10" presetClass="entr" presetSubtype="0" fill="hold" grpId="0" nodeType="after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500"/>
                                        <p:tgtEl>
                                          <p:spTgt spid="9"/>
                                        </p:tgtEl>
                                      </p:cBhvr>
                                    </p:animEffect>
                                  </p:childTnLst>
                                </p:cTn>
                              </p:par>
                            </p:childTnLst>
                          </p:cTn>
                        </p:par>
                        <p:par>
                          <p:cTn id="18" fill="hold">
                            <p:stCondLst>
                              <p:cond delay="1500"/>
                            </p:stCondLst>
                            <p:childTnLst>
                              <p:par>
                                <p:cTn id="19" presetID="53" presetClass="entr" presetSubtype="16" fill="hold" grpId="0" nodeType="afterEffect">
                                  <p:stCondLst>
                                    <p:cond delay="0"/>
                                  </p:stCondLst>
                                  <p:childTnLst>
                                    <p:set>
                                      <p:cBhvr>
                                        <p:cTn id="20" dur="1" fill="hold">
                                          <p:stCondLst>
                                            <p:cond delay="0"/>
                                          </p:stCondLst>
                                        </p:cTn>
                                        <p:tgtEl>
                                          <p:spTgt spid="7"/>
                                        </p:tgtEl>
                                        <p:attrNameLst>
                                          <p:attrName>style.visibility</p:attrName>
                                        </p:attrNameLst>
                                      </p:cBhvr>
                                      <p:to>
                                        <p:strVal val="visible"/>
                                      </p:to>
                                    </p:set>
                                    <p:anim calcmode="lin" valueType="num">
                                      <p:cBhvr>
                                        <p:cTn id="21" dur="500" fill="hold"/>
                                        <p:tgtEl>
                                          <p:spTgt spid="7"/>
                                        </p:tgtEl>
                                        <p:attrNameLst>
                                          <p:attrName>ppt_w</p:attrName>
                                        </p:attrNameLst>
                                      </p:cBhvr>
                                      <p:tavLst>
                                        <p:tav tm="0">
                                          <p:val>
                                            <p:fltVal val="0"/>
                                          </p:val>
                                        </p:tav>
                                        <p:tav tm="100000">
                                          <p:val>
                                            <p:strVal val="#ppt_w"/>
                                          </p:val>
                                        </p:tav>
                                      </p:tavLst>
                                    </p:anim>
                                    <p:anim calcmode="lin" valueType="num">
                                      <p:cBhvr>
                                        <p:cTn id="22" dur="500" fill="hold"/>
                                        <p:tgtEl>
                                          <p:spTgt spid="7"/>
                                        </p:tgtEl>
                                        <p:attrNameLst>
                                          <p:attrName>ppt_h</p:attrName>
                                        </p:attrNameLst>
                                      </p:cBhvr>
                                      <p:tavLst>
                                        <p:tav tm="0">
                                          <p:val>
                                            <p:fltVal val="0"/>
                                          </p:val>
                                        </p:tav>
                                        <p:tav tm="100000">
                                          <p:val>
                                            <p:strVal val="#ppt_h"/>
                                          </p:val>
                                        </p:tav>
                                      </p:tavLst>
                                    </p:anim>
                                    <p:animEffect transition="in" filter="fade">
                                      <p:cBhvr>
                                        <p:cTn id="23"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2" grpId="0"/>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7" grpId="0" animBg="1"/>
    </p:bldLst>
  </p:timing>
</p:sldLayout>
</file>

<file path=ppt/slideLayouts/slideLayout634.xml><?xml version="1.0" encoding="utf-8"?>
<p:sldLayout xmlns:a="http://schemas.openxmlformats.org/drawingml/2006/main" xmlns:r="http://schemas.openxmlformats.org/officeDocument/2006/relationships" xmlns:p="http://schemas.openxmlformats.org/presentationml/2006/main" preserve="1" userDrawn="1">
  <p:cSld name="18_Custom Layout">
    <p:spTree>
      <p:nvGrpSpPr>
        <p:cNvPr id="1" name=""/>
        <p:cNvGrpSpPr/>
        <p:nvPr/>
      </p:nvGrpSpPr>
      <p:grpSpPr>
        <a:xfrm>
          <a:off x="0" y="0"/>
          <a:ext cx="0" cy="0"/>
          <a:chOff x="0" y="0"/>
          <a:chExt cx="0" cy="0"/>
        </a:xfrm>
      </p:grpSpPr>
      <p:sp>
        <p:nvSpPr>
          <p:cNvPr id="7" name="Picture Placeholder 6"/>
          <p:cNvSpPr>
            <a:spLocks noGrp="1"/>
          </p:cNvSpPr>
          <p:nvPr>
            <p:ph type="pic" sz="quarter" idx="13"/>
          </p:nvPr>
        </p:nvSpPr>
        <p:spPr>
          <a:xfrm>
            <a:off x="838200" y="692150"/>
            <a:ext cx="4687664" cy="3679952"/>
          </a:xfrm>
          <a:solidFill>
            <a:schemeClr val="bg1">
              <a:lumMod val="85000"/>
            </a:schemeClr>
          </a:solidFill>
          <a:ln w="57150">
            <a:solidFill>
              <a:schemeClr val="bg1"/>
            </a:solidFill>
          </a:ln>
        </p:spPr>
        <p:txBody>
          <a:bodyPr/>
          <a:lstStyle/>
          <a:p>
            <a:endParaRPr lang="en-AU" dirty="0"/>
          </a:p>
        </p:txBody>
      </p:sp>
      <p:sp>
        <p:nvSpPr>
          <p:cNvPr id="12" name="Picture Placeholder 6"/>
          <p:cNvSpPr>
            <a:spLocks noGrp="1"/>
          </p:cNvSpPr>
          <p:nvPr>
            <p:ph type="pic" sz="quarter" idx="14"/>
          </p:nvPr>
        </p:nvSpPr>
        <p:spPr>
          <a:xfrm>
            <a:off x="838200" y="4372102"/>
            <a:ext cx="1175430" cy="972340"/>
          </a:xfrm>
          <a:solidFill>
            <a:schemeClr val="bg1">
              <a:lumMod val="85000"/>
            </a:schemeClr>
          </a:solidFill>
          <a:ln w="57150">
            <a:solidFill>
              <a:schemeClr val="bg1"/>
            </a:solidFill>
          </a:ln>
        </p:spPr>
        <p:txBody>
          <a:bodyPr/>
          <a:lstStyle/>
          <a:p>
            <a:endParaRPr lang="en-AU"/>
          </a:p>
        </p:txBody>
      </p:sp>
      <p:sp>
        <p:nvSpPr>
          <p:cNvPr id="13" name="Picture Placeholder 6"/>
          <p:cNvSpPr>
            <a:spLocks noGrp="1"/>
          </p:cNvSpPr>
          <p:nvPr>
            <p:ph type="pic" sz="quarter" idx="15"/>
          </p:nvPr>
        </p:nvSpPr>
        <p:spPr>
          <a:xfrm>
            <a:off x="1999574" y="4372102"/>
            <a:ext cx="1175430" cy="972340"/>
          </a:xfrm>
          <a:solidFill>
            <a:schemeClr val="bg1">
              <a:lumMod val="85000"/>
            </a:schemeClr>
          </a:solidFill>
          <a:ln w="57150">
            <a:solidFill>
              <a:schemeClr val="bg1"/>
            </a:solidFill>
          </a:ln>
        </p:spPr>
        <p:txBody>
          <a:bodyPr/>
          <a:lstStyle/>
          <a:p>
            <a:endParaRPr lang="en-AU"/>
          </a:p>
        </p:txBody>
      </p:sp>
      <p:sp>
        <p:nvSpPr>
          <p:cNvPr id="2" name="Title 1"/>
          <p:cNvSpPr>
            <a:spLocks noGrp="1"/>
          </p:cNvSpPr>
          <p:nvPr>
            <p:ph type="title" hasCustomPrompt="1"/>
          </p:nvPr>
        </p:nvSpPr>
        <p:spPr>
          <a:xfrm>
            <a:off x="6096000" y="692150"/>
            <a:ext cx="5616574" cy="970396"/>
          </a:xfrm>
        </p:spPr>
        <p:txBody>
          <a:bodyPr/>
          <a:lstStyle>
            <a:lvl1pPr algn="l">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8" name="Text Placeholder 2"/>
          <p:cNvSpPr>
            <a:spLocks noGrp="1"/>
          </p:cNvSpPr>
          <p:nvPr>
            <p:ph type="body" idx="1"/>
          </p:nvPr>
        </p:nvSpPr>
        <p:spPr>
          <a:xfrm>
            <a:off x="6096000" y="1702911"/>
            <a:ext cx="5616575" cy="272983"/>
          </a:xfrm>
        </p:spPr>
        <p:txBody>
          <a:bodyPr>
            <a:normAutofit/>
          </a:bodyPr>
          <a:lstStyle>
            <a:lvl1pPr marL="0" indent="0" algn="l">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14" name="Picture Placeholder 6"/>
          <p:cNvSpPr>
            <a:spLocks noGrp="1"/>
          </p:cNvSpPr>
          <p:nvPr>
            <p:ph type="pic" sz="quarter" idx="16"/>
          </p:nvPr>
        </p:nvSpPr>
        <p:spPr>
          <a:xfrm>
            <a:off x="3175004" y="4372102"/>
            <a:ext cx="1175430" cy="972340"/>
          </a:xfrm>
          <a:solidFill>
            <a:schemeClr val="bg1">
              <a:lumMod val="85000"/>
            </a:schemeClr>
          </a:solidFill>
          <a:ln w="57150">
            <a:solidFill>
              <a:schemeClr val="bg1"/>
            </a:solidFill>
          </a:ln>
        </p:spPr>
        <p:txBody>
          <a:bodyPr/>
          <a:lstStyle/>
          <a:p>
            <a:endParaRPr lang="en-AU"/>
          </a:p>
        </p:txBody>
      </p:sp>
      <p:sp>
        <p:nvSpPr>
          <p:cNvPr id="15" name="Picture Placeholder 6"/>
          <p:cNvSpPr>
            <a:spLocks noGrp="1"/>
          </p:cNvSpPr>
          <p:nvPr>
            <p:ph type="pic" sz="quarter" idx="17"/>
          </p:nvPr>
        </p:nvSpPr>
        <p:spPr>
          <a:xfrm>
            <a:off x="4350434" y="4372102"/>
            <a:ext cx="1175430" cy="972340"/>
          </a:xfrm>
          <a:solidFill>
            <a:schemeClr val="bg1">
              <a:lumMod val="85000"/>
            </a:schemeClr>
          </a:solidFill>
          <a:ln w="57150">
            <a:solidFill>
              <a:schemeClr val="bg1"/>
            </a:solidFill>
          </a:ln>
        </p:spPr>
        <p:txBody>
          <a:bodyPr/>
          <a:lstStyle/>
          <a:p>
            <a:endParaRPr lang="en-AU"/>
          </a:p>
        </p:txBody>
      </p:sp>
      <p:sp>
        <p:nvSpPr>
          <p:cNvPr id="23" name="Text Placeholder 21"/>
          <p:cNvSpPr>
            <a:spLocks noGrp="1"/>
          </p:cNvSpPr>
          <p:nvPr>
            <p:ph type="body" sz="quarter" idx="34"/>
          </p:nvPr>
        </p:nvSpPr>
        <p:spPr>
          <a:xfrm>
            <a:off x="6099595" y="2959028"/>
            <a:ext cx="5616575" cy="360363"/>
          </a:xfrm>
        </p:spPr>
        <p:txBody>
          <a:bodyPr/>
          <a:lstStyle>
            <a:lvl1pP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4" name="Text Placeholder 21"/>
          <p:cNvSpPr>
            <a:spLocks noGrp="1"/>
          </p:cNvSpPr>
          <p:nvPr>
            <p:ph type="body" sz="quarter" idx="21"/>
          </p:nvPr>
        </p:nvSpPr>
        <p:spPr>
          <a:xfrm>
            <a:off x="6099595" y="3368138"/>
            <a:ext cx="5616575" cy="2674864"/>
          </a:xfrm>
        </p:spPr>
        <p:txBody>
          <a:bodyPr>
            <a:normAutofit/>
          </a:bodyPr>
          <a:lstStyle>
            <a:lvl1pP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6" name="Text Placeholder 21"/>
          <p:cNvSpPr>
            <a:spLocks noGrp="1"/>
          </p:cNvSpPr>
          <p:nvPr>
            <p:ph type="body" sz="quarter" idx="35" hasCustomPrompt="1"/>
          </p:nvPr>
        </p:nvSpPr>
        <p:spPr>
          <a:xfrm>
            <a:off x="2943025" y="2171676"/>
            <a:ext cx="478016" cy="720899"/>
          </a:xfrm>
        </p:spPr>
        <p:txBody>
          <a:bodyPr>
            <a:noAutofit/>
          </a:bodyPr>
          <a:lstStyle>
            <a:lvl1pPr>
              <a:defRPr sz="5400" b="1">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1</a:t>
            </a:r>
            <a:endParaRPr lang="en-AU" dirty="0"/>
          </a:p>
        </p:txBody>
      </p:sp>
      <p:sp>
        <p:nvSpPr>
          <p:cNvPr id="27" name="Text Placeholder 21"/>
          <p:cNvSpPr>
            <a:spLocks noGrp="1"/>
          </p:cNvSpPr>
          <p:nvPr>
            <p:ph type="body" sz="quarter" idx="36" hasCustomPrompt="1"/>
          </p:nvPr>
        </p:nvSpPr>
        <p:spPr>
          <a:xfrm>
            <a:off x="1186835" y="4644385"/>
            <a:ext cx="478016" cy="427774"/>
          </a:xfrm>
        </p:spPr>
        <p:txBody>
          <a:bodyPr>
            <a:noAutofit/>
          </a:bodyPr>
          <a:lstStyle>
            <a:lvl1pPr>
              <a:defRPr sz="3200" b="1">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2</a:t>
            </a:r>
            <a:endParaRPr lang="en-AU" dirty="0"/>
          </a:p>
        </p:txBody>
      </p:sp>
      <p:sp>
        <p:nvSpPr>
          <p:cNvPr id="28" name="Text Placeholder 21"/>
          <p:cNvSpPr>
            <a:spLocks noGrp="1"/>
          </p:cNvSpPr>
          <p:nvPr>
            <p:ph type="body" sz="quarter" idx="37" hasCustomPrompt="1"/>
          </p:nvPr>
        </p:nvSpPr>
        <p:spPr>
          <a:xfrm>
            <a:off x="2348209" y="4644385"/>
            <a:ext cx="478016" cy="427774"/>
          </a:xfrm>
        </p:spPr>
        <p:txBody>
          <a:bodyPr>
            <a:noAutofit/>
          </a:bodyPr>
          <a:lstStyle>
            <a:lvl1pPr>
              <a:defRPr sz="3200" b="1">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3</a:t>
            </a:r>
            <a:endParaRPr lang="en-AU" dirty="0"/>
          </a:p>
        </p:txBody>
      </p:sp>
      <p:sp>
        <p:nvSpPr>
          <p:cNvPr id="29" name="Text Placeholder 21"/>
          <p:cNvSpPr>
            <a:spLocks noGrp="1"/>
          </p:cNvSpPr>
          <p:nvPr>
            <p:ph type="body" sz="quarter" idx="38" hasCustomPrompt="1"/>
          </p:nvPr>
        </p:nvSpPr>
        <p:spPr>
          <a:xfrm>
            <a:off x="3518358" y="4644385"/>
            <a:ext cx="478016" cy="427774"/>
          </a:xfrm>
        </p:spPr>
        <p:txBody>
          <a:bodyPr>
            <a:noAutofit/>
          </a:bodyPr>
          <a:lstStyle>
            <a:lvl1pPr>
              <a:defRPr sz="3200" b="1">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4</a:t>
            </a:r>
            <a:endParaRPr lang="en-AU" dirty="0"/>
          </a:p>
        </p:txBody>
      </p:sp>
      <p:sp>
        <p:nvSpPr>
          <p:cNvPr id="30" name="Text Placeholder 21"/>
          <p:cNvSpPr>
            <a:spLocks noGrp="1"/>
          </p:cNvSpPr>
          <p:nvPr>
            <p:ph type="body" sz="quarter" idx="39" hasCustomPrompt="1"/>
          </p:nvPr>
        </p:nvSpPr>
        <p:spPr>
          <a:xfrm>
            <a:off x="4699141" y="4644385"/>
            <a:ext cx="478016" cy="427774"/>
          </a:xfrm>
        </p:spPr>
        <p:txBody>
          <a:bodyPr>
            <a:noAutofit/>
          </a:bodyPr>
          <a:lstStyle>
            <a:lvl1pPr>
              <a:defRPr sz="3200" b="1">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5</a:t>
            </a:r>
            <a:endParaRPr lang="en-AU" dirty="0"/>
          </a:p>
        </p:txBody>
      </p:sp>
    </p:spTree>
    <p:extLst>
      <p:ext uri="{BB962C8B-B14F-4D97-AF65-F5344CB8AC3E}">
        <p14:creationId xmlns:p14="http://schemas.microsoft.com/office/powerpoint/2010/main" val="190729935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42" presetClass="entr" presetSubtype="0" fill="hold" grpId="0" nodeType="afterEffect">
                                  <p:stCondLst>
                                    <p:cond delay="0"/>
                                  </p:stCondLst>
                                  <p:childTnLst>
                                    <p:set>
                                      <p:cBhvr>
                                        <p:cTn id="10" dur="1" fill="hold">
                                          <p:stCondLst>
                                            <p:cond delay="0"/>
                                          </p:stCondLst>
                                        </p:cTn>
                                        <p:tgtEl>
                                          <p:spTgt spid="8">
                                            <p:txEl>
                                              <p:pRg st="0" end="0"/>
                                            </p:txEl>
                                          </p:spTgt>
                                        </p:tgtEl>
                                        <p:attrNameLst>
                                          <p:attrName>style.visibility</p:attrName>
                                        </p:attrNameLst>
                                      </p:cBhvr>
                                      <p:to>
                                        <p:strVal val="visible"/>
                                      </p:to>
                                    </p:set>
                                    <p:animEffect transition="in" filter="fade">
                                      <p:cBhvr>
                                        <p:cTn id="11" dur="500"/>
                                        <p:tgtEl>
                                          <p:spTgt spid="8">
                                            <p:txEl>
                                              <p:pRg st="0" end="0"/>
                                            </p:txEl>
                                          </p:spTgt>
                                        </p:tgtEl>
                                      </p:cBhvr>
                                    </p:animEffect>
                                    <p:anim calcmode="lin" valueType="num">
                                      <p:cBhvr>
                                        <p:cTn id="12"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4" fill="hold">
                            <p:stCondLst>
                              <p:cond delay="1000"/>
                            </p:stCondLst>
                            <p:childTnLst>
                              <p:par>
                                <p:cTn id="15" presetID="53" presetClass="entr" presetSubtype="16" fill="hold" grpId="0" nodeType="afterEffect">
                                  <p:stCondLst>
                                    <p:cond delay="0"/>
                                  </p:stCondLst>
                                  <p:childTnLst>
                                    <p:set>
                                      <p:cBhvr>
                                        <p:cTn id="16" dur="1" fill="hold">
                                          <p:stCondLst>
                                            <p:cond delay="0"/>
                                          </p:stCondLst>
                                        </p:cTn>
                                        <p:tgtEl>
                                          <p:spTgt spid="7"/>
                                        </p:tgtEl>
                                        <p:attrNameLst>
                                          <p:attrName>style.visibility</p:attrName>
                                        </p:attrNameLst>
                                      </p:cBhvr>
                                      <p:to>
                                        <p:strVal val="visible"/>
                                      </p:to>
                                    </p:set>
                                    <p:anim calcmode="lin" valueType="num">
                                      <p:cBhvr>
                                        <p:cTn id="17" dur="500" fill="hold"/>
                                        <p:tgtEl>
                                          <p:spTgt spid="7"/>
                                        </p:tgtEl>
                                        <p:attrNameLst>
                                          <p:attrName>ppt_w</p:attrName>
                                        </p:attrNameLst>
                                      </p:cBhvr>
                                      <p:tavLst>
                                        <p:tav tm="0">
                                          <p:val>
                                            <p:fltVal val="0"/>
                                          </p:val>
                                        </p:tav>
                                        <p:tav tm="100000">
                                          <p:val>
                                            <p:strVal val="#ppt_w"/>
                                          </p:val>
                                        </p:tav>
                                      </p:tavLst>
                                    </p:anim>
                                    <p:anim calcmode="lin" valueType="num">
                                      <p:cBhvr>
                                        <p:cTn id="18" dur="500" fill="hold"/>
                                        <p:tgtEl>
                                          <p:spTgt spid="7"/>
                                        </p:tgtEl>
                                        <p:attrNameLst>
                                          <p:attrName>ppt_h</p:attrName>
                                        </p:attrNameLst>
                                      </p:cBhvr>
                                      <p:tavLst>
                                        <p:tav tm="0">
                                          <p:val>
                                            <p:fltVal val="0"/>
                                          </p:val>
                                        </p:tav>
                                        <p:tav tm="100000">
                                          <p:val>
                                            <p:strVal val="#ppt_h"/>
                                          </p:val>
                                        </p:tav>
                                      </p:tavLst>
                                    </p:anim>
                                    <p:animEffect transition="in" filter="fade">
                                      <p:cBhvr>
                                        <p:cTn id="19" dur="500"/>
                                        <p:tgtEl>
                                          <p:spTgt spid="7"/>
                                        </p:tgtEl>
                                      </p:cBhvr>
                                    </p:animEffect>
                                  </p:childTnLst>
                                </p:cTn>
                              </p:par>
                            </p:childTnLst>
                          </p:cTn>
                        </p:par>
                        <p:par>
                          <p:cTn id="20" fill="hold">
                            <p:stCondLst>
                              <p:cond delay="1500"/>
                            </p:stCondLst>
                            <p:childTnLst>
                              <p:par>
                                <p:cTn id="21" presetID="53" presetClass="entr" presetSubtype="16" fill="hold" grpId="0" nodeType="afterEffect">
                                  <p:stCondLst>
                                    <p:cond delay="0"/>
                                  </p:stCondLst>
                                  <p:childTnLst>
                                    <p:set>
                                      <p:cBhvr>
                                        <p:cTn id="22" dur="1" fill="hold">
                                          <p:stCondLst>
                                            <p:cond delay="0"/>
                                          </p:stCondLst>
                                        </p:cTn>
                                        <p:tgtEl>
                                          <p:spTgt spid="12"/>
                                        </p:tgtEl>
                                        <p:attrNameLst>
                                          <p:attrName>style.visibility</p:attrName>
                                        </p:attrNameLst>
                                      </p:cBhvr>
                                      <p:to>
                                        <p:strVal val="visible"/>
                                      </p:to>
                                    </p:set>
                                    <p:anim calcmode="lin" valueType="num">
                                      <p:cBhvr>
                                        <p:cTn id="23" dur="500" fill="hold"/>
                                        <p:tgtEl>
                                          <p:spTgt spid="12"/>
                                        </p:tgtEl>
                                        <p:attrNameLst>
                                          <p:attrName>ppt_w</p:attrName>
                                        </p:attrNameLst>
                                      </p:cBhvr>
                                      <p:tavLst>
                                        <p:tav tm="0">
                                          <p:val>
                                            <p:fltVal val="0"/>
                                          </p:val>
                                        </p:tav>
                                        <p:tav tm="100000">
                                          <p:val>
                                            <p:strVal val="#ppt_w"/>
                                          </p:val>
                                        </p:tav>
                                      </p:tavLst>
                                    </p:anim>
                                    <p:anim calcmode="lin" valueType="num">
                                      <p:cBhvr>
                                        <p:cTn id="24" dur="500" fill="hold"/>
                                        <p:tgtEl>
                                          <p:spTgt spid="12"/>
                                        </p:tgtEl>
                                        <p:attrNameLst>
                                          <p:attrName>ppt_h</p:attrName>
                                        </p:attrNameLst>
                                      </p:cBhvr>
                                      <p:tavLst>
                                        <p:tav tm="0">
                                          <p:val>
                                            <p:fltVal val="0"/>
                                          </p:val>
                                        </p:tav>
                                        <p:tav tm="100000">
                                          <p:val>
                                            <p:strVal val="#ppt_h"/>
                                          </p:val>
                                        </p:tav>
                                      </p:tavLst>
                                    </p:anim>
                                    <p:animEffect transition="in" filter="fade">
                                      <p:cBhvr>
                                        <p:cTn id="25" dur="500"/>
                                        <p:tgtEl>
                                          <p:spTgt spid="12"/>
                                        </p:tgtEl>
                                      </p:cBhvr>
                                    </p:animEffect>
                                  </p:childTnLst>
                                </p:cTn>
                              </p:par>
                            </p:childTnLst>
                          </p:cTn>
                        </p:par>
                        <p:par>
                          <p:cTn id="26" fill="hold">
                            <p:stCondLst>
                              <p:cond delay="2000"/>
                            </p:stCondLst>
                            <p:childTnLst>
                              <p:par>
                                <p:cTn id="27" presetID="53" presetClass="entr" presetSubtype="16" fill="hold" grpId="0" nodeType="afterEffect">
                                  <p:stCondLst>
                                    <p:cond delay="0"/>
                                  </p:stCondLst>
                                  <p:childTnLst>
                                    <p:set>
                                      <p:cBhvr>
                                        <p:cTn id="28" dur="1" fill="hold">
                                          <p:stCondLst>
                                            <p:cond delay="0"/>
                                          </p:stCondLst>
                                        </p:cTn>
                                        <p:tgtEl>
                                          <p:spTgt spid="13"/>
                                        </p:tgtEl>
                                        <p:attrNameLst>
                                          <p:attrName>style.visibility</p:attrName>
                                        </p:attrNameLst>
                                      </p:cBhvr>
                                      <p:to>
                                        <p:strVal val="visible"/>
                                      </p:to>
                                    </p:set>
                                    <p:anim calcmode="lin" valueType="num">
                                      <p:cBhvr>
                                        <p:cTn id="29" dur="500" fill="hold"/>
                                        <p:tgtEl>
                                          <p:spTgt spid="13"/>
                                        </p:tgtEl>
                                        <p:attrNameLst>
                                          <p:attrName>ppt_w</p:attrName>
                                        </p:attrNameLst>
                                      </p:cBhvr>
                                      <p:tavLst>
                                        <p:tav tm="0">
                                          <p:val>
                                            <p:fltVal val="0"/>
                                          </p:val>
                                        </p:tav>
                                        <p:tav tm="100000">
                                          <p:val>
                                            <p:strVal val="#ppt_w"/>
                                          </p:val>
                                        </p:tav>
                                      </p:tavLst>
                                    </p:anim>
                                    <p:anim calcmode="lin" valueType="num">
                                      <p:cBhvr>
                                        <p:cTn id="30" dur="500" fill="hold"/>
                                        <p:tgtEl>
                                          <p:spTgt spid="13"/>
                                        </p:tgtEl>
                                        <p:attrNameLst>
                                          <p:attrName>ppt_h</p:attrName>
                                        </p:attrNameLst>
                                      </p:cBhvr>
                                      <p:tavLst>
                                        <p:tav tm="0">
                                          <p:val>
                                            <p:fltVal val="0"/>
                                          </p:val>
                                        </p:tav>
                                        <p:tav tm="100000">
                                          <p:val>
                                            <p:strVal val="#ppt_h"/>
                                          </p:val>
                                        </p:tav>
                                      </p:tavLst>
                                    </p:anim>
                                    <p:animEffect transition="in" filter="fade">
                                      <p:cBhvr>
                                        <p:cTn id="31" dur="500"/>
                                        <p:tgtEl>
                                          <p:spTgt spid="13"/>
                                        </p:tgtEl>
                                      </p:cBhvr>
                                    </p:animEffect>
                                  </p:childTnLst>
                                </p:cTn>
                              </p:par>
                            </p:childTnLst>
                          </p:cTn>
                        </p:par>
                        <p:par>
                          <p:cTn id="32" fill="hold">
                            <p:stCondLst>
                              <p:cond delay="2500"/>
                            </p:stCondLst>
                            <p:childTnLst>
                              <p:par>
                                <p:cTn id="33" presetID="53" presetClass="entr" presetSubtype="16" fill="hold" grpId="0" nodeType="afterEffect">
                                  <p:stCondLst>
                                    <p:cond delay="0"/>
                                  </p:stCondLst>
                                  <p:childTnLst>
                                    <p:set>
                                      <p:cBhvr>
                                        <p:cTn id="34" dur="1" fill="hold">
                                          <p:stCondLst>
                                            <p:cond delay="0"/>
                                          </p:stCondLst>
                                        </p:cTn>
                                        <p:tgtEl>
                                          <p:spTgt spid="14"/>
                                        </p:tgtEl>
                                        <p:attrNameLst>
                                          <p:attrName>style.visibility</p:attrName>
                                        </p:attrNameLst>
                                      </p:cBhvr>
                                      <p:to>
                                        <p:strVal val="visible"/>
                                      </p:to>
                                    </p:set>
                                    <p:anim calcmode="lin" valueType="num">
                                      <p:cBhvr>
                                        <p:cTn id="35" dur="500" fill="hold"/>
                                        <p:tgtEl>
                                          <p:spTgt spid="14"/>
                                        </p:tgtEl>
                                        <p:attrNameLst>
                                          <p:attrName>ppt_w</p:attrName>
                                        </p:attrNameLst>
                                      </p:cBhvr>
                                      <p:tavLst>
                                        <p:tav tm="0">
                                          <p:val>
                                            <p:fltVal val="0"/>
                                          </p:val>
                                        </p:tav>
                                        <p:tav tm="100000">
                                          <p:val>
                                            <p:strVal val="#ppt_w"/>
                                          </p:val>
                                        </p:tav>
                                      </p:tavLst>
                                    </p:anim>
                                    <p:anim calcmode="lin" valueType="num">
                                      <p:cBhvr>
                                        <p:cTn id="36" dur="500" fill="hold"/>
                                        <p:tgtEl>
                                          <p:spTgt spid="14"/>
                                        </p:tgtEl>
                                        <p:attrNameLst>
                                          <p:attrName>ppt_h</p:attrName>
                                        </p:attrNameLst>
                                      </p:cBhvr>
                                      <p:tavLst>
                                        <p:tav tm="0">
                                          <p:val>
                                            <p:fltVal val="0"/>
                                          </p:val>
                                        </p:tav>
                                        <p:tav tm="100000">
                                          <p:val>
                                            <p:strVal val="#ppt_h"/>
                                          </p:val>
                                        </p:tav>
                                      </p:tavLst>
                                    </p:anim>
                                    <p:animEffect transition="in" filter="fade">
                                      <p:cBhvr>
                                        <p:cTn id="37" dur="500"/>
                                        <p:tgtEl>
                                          <p:spTgt spid="14"/>
                                        </p:tgtEl>
                                      </p:cBhvr>
                                    </p:animEffect>
                                  </p:childTnLst>
                                </p:cTn>
                              </p:par>
                            </p:childTnLst>
                          </p:cTn>
                        </p:par>
                        <p:par>
                          <p:cTn id="38" fill="hold">
                            <p:stCondLst>
                              <p:cond delay="3000"/>
                            </p:stCondLst>
                            <p:childTnLst>
                              <p:par>
                                <p:cTn id="39" presetID="53" presetClass="entr" presetSubtype="16" fill="hold" grpId="0" nodeType="afterEffect">
                                  <p:stCondLst>
                                    <p:cond delay="0"/>
                                  </p:stCondLst>
                                  <p:childTnLst>
                                    <p:set>
                                      <p:cBhvr>
                                        <p:cTn id="40" dur="1" fill="hold">
                                          <p:stCondLst>
                                            <p:cond delay="0"/>
                                          </p:stCondLst>
                                        </p:cTn>
                                        <p:tgtEl>
                                          <p:spTgt spid="15"/>
                                        </p:tgtEl>
                                        <p:attrNameLst>
                                          <p:attrName>style.visibility</p:attrName>
                                        </p:attrNameLst>
                                      </p:cBhvr>
                                      <p:to>
                                        <p:strVal val="visible"/>
                                      </p:to>
                                    </p:set>
                                    <p:anim calcmode="lin" valueType="num">
                                      <p:cBhvr>
                                        <p:cTn id="41" dur="500" fill="hold"/>
                                        <p:tgtEl>
                                          <p:spTgt spid="15"/>
                                        </p:tgtEl>
                                        <p:attrNameLst>
                                          <p:attrName>ppt_w</p:attrName>
                                        </p:attrNameLst>
                                      </p:cBhvr>
                                      <p:tavLst>
                                        <p:tav tm="0">
                                          <p:val>
                                            <p:fltVal val="0"/>
                                          </p:val>
                                        </p:tav>
                                        <p:tav tm="100000">
                                          <p:val>
                                            <p:strVal val="#ppt_w"/>
                                          </p:val>
                                        </p:tav>
                                      </p:tavLst>
                                    </p:anim>
                                    <p:anim calcmode="lin" valueType="num">
                                      <p:cBhvr>
                                        <p:cTn id="42" dur="500" fill="hold"/>
                                        <p:tgtEl>
                                          <p:spTgt spid="15"/>
                                        </p:tgtEl>
                                        <p:attrNameLst>
                                          <p:attrName>ppt_h</p:attrName>
                                        </p:attrNameLst>
                                      </p:cBhvr>
                                      <p:tavLst>
                                        <p:tav tm="0">
                                          <p:val>
                                            <p:fltVal val="0"/>
                                          </p:val>
                                        </p:tav>
                                        <p:tav tm="100000">
                                          <p:val>
                                            <p:strVal val="#ppt_h"/>
                                          </p:val>
                                        </p:tav>
                                      </p:tavLst>
                                    </p:anim>
                                    <p:animEffect transition="in" filter="fade">
                                      <p:cBhvr>
                                        <p:cTn id="43" dur="500"/>
                                        <p:tgtEl>
                                          <p:spTgt spid="15"/>
                                        </p:tgtEl>
                                      </p:cBhvr>
                                    </p:animEffect>
                                  </p:childTnLst>
                                </p:cTn>
                              </p:par>
                            </p:childTnLst>
                          </p:cTn>
                        </p:par>
                        <p:par>
                          <p:cTn id="44" fill="hold">
                            <p:stCondLst>
                              <p:cond delay="3500"/>
                            </p:stCondLst>
                            <p:childTnLst>
                              <p:par>
                                <p:cTn id="45" presetID="53" presetClass="entr" presetSubtype="16" fill="hold" grpId="0" nodeType="afterEffect" nodePh="1">
                                  <p:stCondLst>
                                    <p:cond delay="0"/>
                                  </p:stCondLst>
                                  <p:endCondLst>
                                    <p:cond evt="begin" delay="0">
                                      <p:tn val="45"/>
                                    </p:cond>
                                  </p:endCondLst>
                                  <p:childTnLst>
                                    <p:set>
                                      <p:cBhvr>
                                        <p:cTn id="46" dur="1" fill="hold">
                                          <p:stCondLst>
                                            <p:cond delay="0"/>
                                          </p:stCondLst>
                                        </p:cTn>
                                        <p:tgtEl>
                                          <p:spTgt spid="23">
                                            <p:txEl>
                                              <p:pRg st="0" end="0"/>
                                            </p:txEl>
                                          </p:spTgt>
                                        </p:tgtEl>
                                        <p:attrNameLst>
                                          <p:attrName>style.visibility</p:attrName>
                                        </p:attrNameLst>
                                      </p:cBhvr>
                                      <p:to>
                                        <p:strVal val="visible"/>
                                      </p:to>
                                    </p:set>
                                    <p:anim calcmode="lin" valueType="num">
                                      <p:cBhvr>
                                        <p:cTn id="47" dur="500" fill="hold"/>
                                        <p:tgtEl>
                                          <p:spTgt spid="23">
                                            <p:txEl>
                                              <p:pRg st="0" end="0"/>
                                            </p:txEl>
                                          </p:spTgt>
                                        </p:tgtEl>
                                        <p:attrNameLst>
                                          <p:attrName>ppt_w</p:attrName>
                                        </p:attrNameLst>
                                      </p:cBhvr>
                                      <p:tavLst>
                                        <p:tav tm="0">
                                          <p:val>
                                            <p:fltVal val="0"/>
                                          </p:val>
                                        </p:tav>
                                        <p:tav tm="100000">
                                          <p:val>
                                            <p:strVal val="#ppt_w"/>
                                          </p:val>
                                        </p:tav>
                                      </p:tavLst>
                                    </p:anim>
                                    <p:anim calcmode="lin" valueType="num">
                                      <p:cBhvr>
                                        <p:cTn id="48" dur="500" fill="hold"/>
                                        <p:tgtEl>
                                          <p:spTgt spid="23">
                                            <p:txEl>
                                              <p:pRg st="0" end="0"/>
                                            </p:txEl>
                                          </p:spTgt>
                                        </p:tgtEl>
                                        <p:attrNameLst>
                                          <p:attrName>ppt_h</p:attrName>
                                        </p:attrNameLst>
                                      </p:cBhvr>
                                      <p:tavLst>
                                        <p:tav tm="0">
                                          <p:val>
                                            <p:fltVal val="0"/>
                                          </p:val>
                                        </p:tav>
                                        <p:tav tm="100000">
                                          <p:val>
                                            <p:strVal val="#ppt_h"/>
                                          </p:val>
                                        </p:tav>
                                      </p:tavLst>
                                    </p:anim>
                                    <p:animEffect transition="in" filter="fade">
                                      <p:cBhvr>
                                        <p:cTn id="49" dur="500"/>
                                        <p:tgtEl>
                                          <p:spTgt spid="23">
                                            <p:txEl>
                                              <p:pRg st="0" end="0"/>
                                            </p:txEl>
                                          </p:spTgt>
                                        </p:tgtEl>
                                      </p:cBhvr>
                                    </p:animEffect>
                                  </p:childTnLst>
                                </p:cTn>
                              </p:par>
                            </p:childTnLst>
                          </p:cTn>
                        </p:par>
                        <p:par>
                          <p:cTn id="50" fill="hold">
                            <p:stCondLst>
                              <p:cond delay="4000"/>
                            </p:stCondLst>
                            <p:childTnLst>
                              <p:par>
                                <p:cTn id="51" presetID="42" presetClass="entr" presetSubtype="0" fill="hold" grpId="0" nodeType="afterEffect" nodePh="1">
                                  <p:stCondLst>
                                    <p:cond delay="0"/>
                                  </p:stCondLst>
                                  <p:endCondLst>
                                    <p:cond evt="begin" delay="0">
                                      <p:tn val="51"/>
                                    </p:cond>
                                  </p:endCondLst>
                                  <p:childTnLst>
                                    <p:set>
                                      <p:cBhvr>
                                        <p:cTn id="52" dur="1" fill="hold">
                                          <p:stCondLst>
                                            <p:cond delay="0"/>
                                          </p:stCondLst>
                                        </p:cTn>
                                        <p:tgtEl>
                                          <p:spTgt spid="24">
                                            <p:txEl>
                                              <p:pRg st="0" end="0"/>
                                            </p:txEl>
                                          </p:spTgt>
                                        </p:tgtEl>
                                        <p:attrNameLst>
                                          <p:attrName>style.visibility</p:attrName>
                                        </p:attrNameLst>
                                      </p:cBhvr>
                                      <p:to>
                                        <p:strVal val="visible"/>
                                      </p:to>
                                    </p:set>
                                    <p:animEffect transition="in" filter="fade">
                                      <p:cBhvr>
                                        <p:cTn id="53" dur="500"/>
                                        <p:tgtEl>
                                          <p:spTgt spid="24">
                                            <p:txEl>
                                              <p:pRg st="0" end="0"/>
                                            </p:txEl>
                                          </p:spTgt>
                                        </p:tgtEl>
                                      </p:cBhvr>
                                    </p:animEffect>
                                    <p:anim calcmode="lin" valueType="num">
                                      <p:cBhvr>
                                        <p:cTn id="54"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p:cTn id="55" dur="500" fill="hold"/>
                                        <p:tgtEl>
                                          <p:spTgt spid="24">
                                            <p:txEl>
                                              <p:pRg st="0" end="0"/>
                                            </p:txEl>
                                          </p:spTgt>
                                        </p:tgtEl>
                                        <p:attrNameLst>
                                          <p:attrName>ppt_y</p:attrName>
                                        </p:attrNameLst>
                                      </p:cBhvr>
                                      <p:tavLst>
                                        <p:tav tm="0">
                                          <p:val>
                                            <p:strVal val="#ppt_y+.1"/>
                                          </p:val>
                                        </p:tav>
                                        <p:tav tm="100000">
                                          <p:val>
                                            <p:strVal val="#ppt_y"/>
                                          </p:val>
                                        </p:tav>
                                      </p:tavLst>
                                    </p:anim>
                                  </p:childTnLst>
                                </p:cTn>
                              </p:par>
                            </p:childTnLst>
                          </p:cTn>
                        </p:par>
                        <p:par>
                          <p:cTn id="56" fill="hold">
                            <p:stCondLst>
                              <p:cond delay="4500"/>
                            </p:stCondLst>
                            <p:childTnLst>
                              <p:par>
                                <p:cTn id="57" presetID="53" presetClass="entr" presetSubtype="16" fill="hold" grpId="0" nodeType="afterEffect">
                                  <p:stCondLst>
                                    <p:cond delay="0"/>
                                  </p:stCondLst>
                                  <p:childTnLst>
                                    <p:set>
                                      <p:cBhvr>
                                        <p:cTn id="58" dur="1" fill="hold">
                                          <p:stCondLst>
                                            <p:cond delay="0"/>
                                          </p:stCondLst>
                                        </p:cTn>
                                        <p:tgtEl>
                                          <p:spTgt spid="26">
                                            <p:txEl>
                                              <p:pRg st="0" end="0"/>
                                            </p:txEl>
                                          </p:spTgt>
                                        </p:tgtEl>
                                        <p:attrNameLst>
                                          <p:attrName>style.visibility</p:attrName>
                                        </p:attrNameLst>
                                      </p:cBhvr>
                                      <p:to>
                                        <p:strVal val="visible"/>
                                      </p:to>
                                    </p:set>
                                    <p:anim calcmode="lin" valueType="num">
                                      <p:cBhvr>
                                        <p:cTn id="59" dur="500" fill="hold"/>
                                        <p:tgtEl>
                                          <p:spTgt spid="26">
                                            <p:txEl>
                                              <p:pRg st="0" end="0"/>
                                            </p:txEl>
                                          </p:spTgt>
                                        </p:tgtEl>
                                        <p:attrNameLst>
                                          <p:attrName>ppt_w</p:attrName>
                                        </p:attrNameLst>
                                      </p:cBhvr>
                                      <p:tavLst>
                                        <p:tav tm="0">
                                          <p:val>
                                            <p:fltVal val="0"/>
                                          </p:val>
                                        </p:tav>
                                        <p:tav tm="100000">
                                          <p:val>
                                            <p:strVal val="#ppt_w"/>
                                          </p:val>
                                        </p:tav>
                                      </p:tavLst>
                                    </p:anim>
                                    <p:anim calcmode="lin" valueType="num">
                                      <p:cBhvr>
                                        <p:cTn id="60" dur="500" fill="hold"/>
                                        <p:tgtEl>
                                          <p:spTgt spid="26">
                                            <p:txEl>
                                              <p:pRg st="0" end="0"/>
                                            </p:txEl>
                                          </p:spTgt>
                                        </p:tgtEl>
                                        <p:attrNameLst>
                                          <p:attrName>ppt_h</p:attrName>
                                        </p:attrNameLst>
                                      </p:cBhvr>
                                      <p:tavLst>
                                        <p:tav tm="0">
                                          <p:val>
                                            <p:fltVal val="0"/>
                                          </p:val>
                                        </p:tav>
                                        <p:tav tm="100000">
                                          <p:val>
                                            <p:strVal val="#ppt_h"/>
                                          </p:val>
                                        </p:tav>
                                      </p:tavLst>
                                    </p:anim>
                                    <p:animEffect transition="in" filter="fade">
                                      <p:cBhvr>
                                        <p:cTn id="61" dur="500"/>
                                        <p:tgtEl>
                                          <p:spTgt spid="26">
                                            <p:txEl>
                                              <p:pRg st="0" end="0"/>
                                            </p:txEl>
                                          </p:spTgt>
                                        </p:tgtEl>
                                      </p:cBhvr>
                                    </p:animEffect>
                                  </p:childTnLst>
                                </p:cTn>
                              </p:par>
                            </p:childTnLst>
                          </p:cTn>
                        </p:par>
                        <p:par>
                          <p:cTn id="62" fill="hold">
                            <p:stCondLst>
                              <p:cond delay="5000"/>
                            </p:stCondLst>
                            <p:childTnLst>
                              <p:par>
                                <p:cTn id="63" presetID="53" presetClass="entr" presetSubtype="16" fill="hold" grpId="0" nodeType="afterEffect">
                                  <p:stCondLst>
                                    <p:cond delay="0"/>
                                  </p:stCondLst>
                                  <p:childTnLst>
                                    <p:set>
                                      <p:cBhvr>
                                        <p:cTn id="64" dur="1" fill="hold">
                                          <p:stCondLst>
                                            <p:cond delay="0"/>
                                          </p:stCondLst>
                                        </p:cTn>
                                        <p:tgtEl>
                                          <p:spTgt spid="27">
                                            <p:txEl>
                                              <p:pRg st="0" end="0"/>
                                            </p:txEl>
                                          </p:spTgt>
                                        </p:tgtEl>
                                        <p:attrNameLst>
                                          <p:attrName>style.visibility</p:attrName>
                                        </p:attrNameLst>
                                      </p:cBhvr>
                                      <p:to>
                                        <p:strVal val="visible"/>
                                      </p:to>
                                    </p:set>
                                    <p:anim calcmode="lin" valueType="num">
                                      <p:cBhvr>
                                        <p:cTn id="65" dur="500" fill="hold"/>
                                        <p:tgtEl>
                                          <p:spTgt spid="27">
                                            <p:txEl>
                                              <p:pRg st="0" end="0"/>
                                            </p:txEl>
                                          </p:spTgt>
                                        </p:tgtEl>
                                        <p:attrNameLst>
                                          <p:attrName>ppt_w</p:attrName>
                                        </p:attrNameLst>
                                      </p:cBhvr>
                                      <p:tavLst>
                                        <p:tav tm="0">
                                          <p:val>
                                            <p:fltVal val="0"/>
                                          </p:val>
                                        </p:tav>
                                        <p:tav tm="100000">
                                          <p:val>
                                            <p:strVal val="#ppt_w"/>
                                          </p:val>
                                        </p:tav>
                                      </p:tavLst>
                                    </p:anim>
                                    <p:anim calcmode="lin" valueType="num">
                                      <p:cBhvr>
                                        <p:cTn id="66" dur="500" fill="hold"/>
                                        <p:tgtEl>
                                          <p:spTgt spid="27">
                                            <p:txEl>
                                              <p:pRg st="0" end="0"/>
                                            </p:txEl>
                                          </p:spTgt>
                                        </p:tgtEl>
                                        <p:attrNameLst>
                                          <p:attrName>ppt_h</p:attrName>
                                        </p:attrNameLst>
                                      </p:cBhvr>
                                      <p:tavLst>
                                        <p:tav tm="0">
                                          <p:val>
                                            <p:fltVal val="0"/>
                                          </p:val>
                                        </p:tav>
                                        <p:tav tm="100000">
                                          <p:val>
                                            <p:strVal val="#ppt_h"/>
                                          </p:val>
                                        </p:tav>
                                      </p:tavLst>
                                    </p:anim>
                                    <p:animEffect transition="in" filter="fade">
                                      <p:cBhvr>
                                        <p:cTn id="67" dur="500"/>
                                        <p:tgtEl>
                                          <p:spTgt spid="27">
                                            <p:txEl>
                                              <p:pRg st="0" end="0"/>
                                            </p:txEl>
                                          </p:spTgt>
                                        </p:tgtEl>
                                      </p:cBhvr>
                                    </p:animEffect>
                                  </p:childTnLst>
                                </p:cTn>
                              </p:par>
                            </p:childTnLst>
                          </p:cTn>
                        </p:par>
                        <p:par>
                          <p:cTn id="68" fill="hold">
                            <p:stCondLst>
                              <p:cond delay="5500"/>
                            </p:stCondLst>
                            <p:childTnLst>
                              <p:par>
                                <p:cTn id="69" presetID="53" presetClass="entr" presetSubtype="16" fill="hold" grpId="0" nodeType="afterEffect">
                                  <p:stCondLst>
                                    <p:cond delay="0"/>
                                  </p:stCondLst>
                                  <p:childTnLst>
                                    <p:set>
                                      <p:cBhvr>
                                        <p:cTn id="70" dur="1" fill="hold">
                                          <p:stCondLst>
                                            <p:cond delay="0"/>
                                          </p:stCondLst>
                                        </p:cTn>
                                        <p:tgtEl>
                                          <p:spTgt spid="28">
                                            <p:txEl>
                                              <p:pRg st="0" end="0"/>
                                            </p:txEl>
                                          </p:spTgt>
                                        </p:tgtEl>
                                        <p:attrNameLst>
                                          <p:attrName>style.visibility</p:attrName>
                                        </p:attrNameLst>
                                      </p:cBhvr>
                                      <p:to>
                                        <p:strVal val="visible"/>
                                      </p:to>
                                    </p:set>
                                    <p:anim calcmode="lin" valueType="num">
                                      <p:cBhvr>
                                        <p:cTn id="71" dur="500" fill="hold"/>
                                        <p:tgtEl>
                                          <p:spTgt spid="28">
                                            <p:txEl>
                                              <p:pRg st="0" end="0"/>
                                            </p:txEl>
                                          </p:spTgt>
                                        </p:tgtEl>
                                        <p:attrNameLst>
                                          <p:attrName>ppt_w</p:attrName>
                                        </p:attrNameLst>
                                      </p:cBhvr>
                                      <p:tavLst>
                                        <p:tav tm="0">
                                          <p:val>
                                            <p:fltVal val="0"/>
                                          </p:val>
                                        </p:tav>
                                        <p:tav tm="100000">
                                          <p:val>
                                            <p:strVal val="#ppt_w"/>
                                          </p:val>
                                        </p:tav>
                                      </p:tavLst>
                                    </p:anim>
                                    <p:anim calcmode="lin" valueType="num">
                                      <p:cBhvr>
                                        <p:cTn id="72" dur="500" fill="hold"/>
                                        <p:tgtEl>
                                          <p:spTgt spid="28">
                                            <p:txEl>
                                              <p:pRg st="0" end="0"/>
                                            </p:txEl>
                                          </p:spTgt>
                                        </p:tgtEl>
                                        <p:attrNameLst>
                                          <p:attrName>ppt_h</p:attrName>
                                        </p:attrNameLst>
                                      </p:cBhvr>
                                      <p:tavLst>
                                        <p:tav tm="0">
                                          <p:val>
                                            <p:fltVal val="0"/>
                                          </p:val>
                                        </p:tav>
                                        <p:tav tm="100000">
                                          <p:val>
                                            <p:strVal val="#ppt_h"/>
                                          </p:val>
                                        </p:tav>
                                      </p:tavLst>
                                    </p:anim>
                                    <p:animEffect transition="in" filter="fade">
                                      <p:cBhvr>
                                        <p:cTn id="73" dur="500"/>
                                        <p:tgtEl>
                                          <p:spTgt spid="28">
                                            <p:txEl>
                                              <p:pRg st="0" end="0"/>
                                            </p:txEl>
                                          </p:spTgt>
                                        </p:tgtEl>
                                      </p:cBhvr>
                                    </p:animEffect>
                                  </p:childTnLst>
                                </p:cTn>
                              </p:par>
                            </p:childTnLst>
                          </p:cTn>
                        </p:par>
                        <p:par>
                          <p:cTn id="74" fill="hold">
                            <p:stCondLst>
                              <p:cond delay="6000"/>
                            </p:stCondLst>
                            <p:childTnLst>
                              <p:par>
                                <p:cTn id="75" presetID="53" presetClass="entr" presetSubtype="16" fill="hold" grpId="0" nodeType="afterEffect">
                                  <p:stCondLst>
                                    <p:cond delay="0"/>
                                  </p:stCondLst>
                                  <p:childTnLst>
                                    <p:set>
                                      <p:cBhvr>
                                        <p:cTn id="76" dur="1" fill="hold">
                                          <p:stCondLst>
                                            <p:cond delay="0"/>
                                          </p:stCondLst>
                                        </p:cTn>
                                        <p:tgtEl>
                                          <p:spTgt spid="29">
                                            <p:txEl>
                                              <p:pRg st="0" end="0"/>
                                            </p:txEl>
                                          </p:spTgt>
                                        </p:tgtEl>
                                        <p:attrNameLst>
                                          <p:attrName>style.visibility</p:attrName>
                                        </p:attrNameLst>
                                      </p:cBhvr>
                                      <p:to>
                                        <p:strVal val="visible"/>
                                      </p:to>
                                    </p:set>
                                    <p:anim calcmode="lin" valueType="num">
                                      <p:cBhvr>
                                        <p:cTn id="77" dur="500" fill="hold"/>
                                        <p:tgtEl>
                                          <p:spTgt spid="29">
                                            <p:txEl>
                                              <p:pRg st="0" end="0"/>
                                            </p:txEl>
                                          </p:spTgt>
                                        </p:tgtEl>
                                        <p:attrNameLst>
                                          <p:attrName>ppt_w</p:attrName>
                                        </p:attrNameLst>
                                      </p:cBhvr>
                                      <p:tavLst>
                                        <p:tav tm="0">
                                          <p:val>
                                            <p:fltVal val="0"/>
                                          </p:val>
                                        </p:tav>
                                        <p:tav tm="100000">
                                          <p:val>
                                            <p:strVal val="#ppt_w"/>
                                          </p:val>
                                        </p:tav>
                                      </p:tavLst>
                                    </p:anim>
                                    <p:anim calcmode="lin" valueType="num">
                                      <p:cBhvr>
                                        <p:cTn id="78" dur="500" fill="hold"/>
                                        <p:tgtEl>
                                          <p:spTgt spid="29">
                                            <p:txEl>
                                              <p:pRg st="0" end="0"/>
                                            </p:txEl>
                                          </p:spTgt>
                                        </p:tgtEl>
                                        <p:attrNameLst>
                                          <p:attrName>ppt_h</p:attrName>
                                        </p:attrNameLst>
                                      </p:cBhvr>
                                      <p:tavLst>
                                        <p:tav tm="0">
                                          <p:val>
                                            <p:fltVal val="0"/>
                                          </p:val>
                                        </p:tav>
                                        <p:tav tm="100000">
                                          <p:val>
                                            <p:strVal val="#ppt_h"/>
                                          </p:val>
                                        </p:tav>
                                      </p:tavLst>
                                    </p:anim>
                                    <p:animEffect transition="in" filter="fade">
                                      <p:cBhvr>
                                        <p:cTn id="79" dur="500"/>
                                        <p:tgtEl>
                                          <p:spTgt spid="29">
                                            <p:txEl>
                                              <p:pRg st="0" end="0"/>
                                            </p:txEl>
                                          </p:spTgt>
                                        </p:tgtEl>
                                      </p:cBhvr>
                                    </p:animEffect>
                                  </p:childTnLst>
                                </p:cTn>
                              </p:par>
                            </p:childTnLst>
                          </p:cTn>
                        </p:par>
                        <p:par>
                          <p:cTn id="80" fill="hold">
                            <p:stCondLst>
                              <p:cond delay="6500"/>
                            </p:stCondLst>
                            <p:childTnLst>
                              <p:par>
                                <p:cTn id="81" presetID="53" presetClass="entr" presetSubtype="16" fill="hold" grpId="0" nodeType="afterEffect">
                                  <p:stCondLst>
                                    <p:cond delay="0"/>
                                  </p:stCondLst>
                                  <p:childTnLst>
                                    <p:set>
                                      <p:cBhvr>
                                        <p:cTn id="82" dur="1" fill="hold">
                                          <p:stCondLst>
                                            <p:cond delay="0"/>
                                          </p:stCondLst>
                                        </p:cTn>
                                        <p:tgtEl>
                                          <p:spTgt spid="30">
                                            <p:txEl>
                                              <p:pRg st="0" end="0"/>
                                            </p:txEl>
                                          </p:spTgt>
                                        </p:tgtEl>
                                        <p:attrNameLst>
                                          <p:attrName>style.visibility</p:attrName>
                                        </p:attrNameLst>
                                      </p:cBhvr>
                                      <p:to>
                                        <p:strVal val="visible"/>
                                      </p:to>
                                    </p:set>
                                    <p:anim calcmode="lin" valueType="num">
                                      <p:cBhvr>
                                        <p:cTn id="83" dur="500" fill="hold"/>
                                        <p:tgtEl>
                                          <p:spTgt spid="30">
                                            <p:txEl>
                                              <p:pRg st="0" end="0"/>
                                            </p:txEl>
                                          </p:spTgt>
                                        </p:tgtEl>
                                        <p:attrNameLst>
                                          <p:attrName>ppt_w</p:attrName>
                                        </p:attrNameLst>
                                      </p:cBhvr>
                                      <p:tavLst>
                                        <p:tav tm="0">
                                          <p:val>
                                            <p:fltVal val="0"/>
                                          </p:val>
                                        </p:tav>
                                        <p:tav tm="100000">
                                          <p:val>
                                            <p:strVal val="#ppt_w"/>
                                          </p:val>
                                        </p:tav>
                                      </p:tavLst>
                                    </p:anim>
                                    <p:anim calcmode="lin" valueType="num">
                                      <p:cBhvr>
                                        <p:cTn id="84" dur="500" fill="hold"/>
                                        <p:tgtEl>
                                          <p:spTgt spid="30">
                                            <p:txEl>
                                              <p:pRg st="0" end="0"/>
                                            </p:txEl>
                                          </p:spTgt>
                                        </p:tgtEl>
                                        <p:attrNameLst>
                                          <p:attrName>ppt_h</p:attrName>
                                        </p:attrNameLst>
                                      </p:cBhvr>
                                      <p:tavLst>
                                        <p:tav tm="0">
                                          <p:val>
                                            <p:fltVal val="0"/>
                                          </p:val>
                                        </p:tav>
                                        <p:tav tm="100000">
                                          <p:val>
                                            <p:strVal val="#ppt_h"/>
                                          </p:val>
                                        </p:tav>
                                      </p:tavLst>
                                    </p:anim>
                                    <p:animEffect transition="in" filter="fade">
                                      <p:cBhvr>
                                        <p:cTn id="85" dur="500"/>
                                        <p:tgtEl>
                                          <p:spTgt spid="30">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12" grpId="0" animBg="1"/>
      <p:bldP spid="13" grpId="0" animBg="1"/>
      <p:bldP spid="2" grpId="0"/>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14" grpId="0" animBg="1"/>
      <p:bldP spid="15" grpId="0" animBg="1"/>
      <p:bldP spid="23"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3"/>
                        </p:tgtEl>
                        <p:attrNameLst>
                          <p:attrName>style.visibility</p:attrName>
                        </p:attrNameLst>
                      </p:cBhvr>
                      <p:to>
                        <p:strVal val="visible"/>
                      </p:to>
                    </p:set>
                    <p:anim calcmode="lin" valueType="num">
                      <p:cBhvr>
                        <p:cTn dur="500" fill="hold"/>
                        <p:tgtEl>
                          <p:spTgt spid="23"/>
                        </p:tgtEl>
                        <p:attrNameLst>
                          <p:attrName>ppt_w</p:attrName>
                        </p:attrNameLst>
                      </p:cBhvr>
                      <p:tavLst>
                        <p:tav tm="0">
                          <p:val>
                            <p:fltVal val="0"/>
                          </p:val>
                        </p:tav>
                        <p:tav tm="100000">
                          <p:val>
                            <p:strVal val="#ppt_w"/>
                          </p:val>
                        </p:tav>
                      </p:tavLst>
                    </p:anim>
                    <p:anim calcmode="lin" valueType="num">
                      <p:cBhvr>
                        <p:cTn dur="500" fill="hold"/>
                        <p:tgtEl>
                          <p:spTgt spid="23"/>
                        </p:tgtEl>
                        <p:attrNameLst>
                          <p:attrName>ppt_h</p:attrName>
                        </p:attrNameLst>
                      </p:cBhvr>
                      <p:tavLst>
                        <p:tav tm="0">
                          <p:val>
                            <p:fltVal val="0"/>
                          </p:val>
                        </p:tav>
                        <p:tav tm="100000">
                          <p:val>
                            <p:strVal val="#ppt_h"/>
                          </p:val>
                        </p:tav>
                      </p:tavLst>
                    </p:anim>
                    <p:animEffect transition="in" filter="fade">
                      <p:cBhvr>
                        <p:cTn dur="500"/>
                        <p:tgtEl>
                          <p:spTgt spid="23"/>
                        </p:tgtEl>
                      </p:cBhvr>
                    </p:animEffect>
                  </p:childTnLst>
                </p:cTn>
              </p:par>
            </p:tnLst>
          </p:tmpl>
        </p:tmplLst>
      </p:bldP>
      <p:bldP spid="24"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4"/>
                        </p:tgtEl>
                        <p:attrNameLst>
                          <p:attrName>style.visibility</p:attrName>
                        </p:attrNameLst>
                      </p:cBhvr>
                      <p:to>
                        <p:strVal val="visible"/>
                      </p:to>
                    </p:set>
                    <p:animEffect transition="in" filter="fade">
                      <p:cBhvr>
                        <p:cTn dur="500"/>
                        <p:tgtEl>
                          <p:spTgt spid="24"/>
                        </p:tgtEl>
                      </p:cBhvr>
                    </p:animEffect>
                    <p:anim calcmode="lin" valueType="num">
                      <p:cBhvr>
                        <p:cTn dur="500" fill="hold"/>
                        <p:tgtEl>
                          <p:spTgt spid="24"/>
                        </p:tgtEl>
                        <p:attrNameLst>
                          <p:attrName>ppt_x</p:attrName>
                        </p:attrNameLst>
                      </p:cBhvr>
                      <p:tavLst>
                        <p:tav tm="0">
                          <p:val>
                            <p:strVal val="#ppt_x"/>
                          </p:val>
                        </p:tav>
                        <p:tav tm="100000">
                          <p:val>
                            <p:strVal val="#ppt_x"/>
                          </p:val>
                        </p:tav>
                      </p:tavLst>
                    </p:anim>
                    <p:anim calcmode="lin" valueType="num">
                      <p:cBhvr>
                        <p:cTn dur="500" fill="hold"/>
                        <p:tgtEl>
                          <p:spTgt spid="24"/>
                        </p:tgtEl>
                        <p:attrNameLst>
                          <p:attrName>ppt_y</p:attrName>
                        </p:attrNameLst>
                      </p:cBhvr>
                      <p:tavLst>
                        <p:tav tm="0">
                          <p:val>
                            <p:strVal val="#ppt_y+.1"/>
                          </p:val>
                        </p:tav>
                        <p:tav tm="100000">
                          <p:val>
                            <p:strVal val="#ppt_y"/>
                          </p:val>
                        </p:tav>
                      </p:tavLst>
                    </p:anim>
                  </p:childTnLst>
                </p:cTn>
              </p:par>
            </p:tnLst>
          </p:tmpl>
        </p:tmplLst>
      </p:bldP>
      <p:bldP spid="26" grpId="0" build="p">
        <p:tmplLst>
          <p:tmpl lvl="1">
            <p:tnLst>
              <p:par>
                <p:cTn presetID="53" presetClass="entr" presetSubtype="16" fill="hold" nodeType="afterEffect">
                  <p:stCondLst>
                    <p:cond delay="0"/>
                  </p:stCondLst>
                  <p:childTnLst>
                    <p:set>
                      <p:cBhvr>
                        <p:cTn dur="1" fill="hold">
                          <p:stCondLst>
                            <p:cond delay="0"/>
                          </p:stCondLst>
                        </p:cTn>
                        <p:tgtEl>
                          <p:spTgt spid="26"/>
                        </p:tgtEl>
                        <p:attrNameLst>
                          <p:attrName>style.visibility</p:attrName>
                        </p:attrNameLst>
                      </p:cBhvr>
                      <p:to>
                        <p:strVal val="visible"/>
                      </p:to>
                    </p:set>
                    <p:anim calcmode="lin" valueType="num">
                      <p:cBhvr>
                        <p:cTn dur="500" fill="hold"/>
                        <p:tgtEl>
                          <p:spTgt spid="26"/>
                        </p:tgtEl>
                        <p:attrNameLst>
                          <p:attrName>ppt_w</p:attrName>
                        </p:attrNameLst>
                      </p:cBhvr>
                      <p:tavLst>
                        <p:tav tm="0">
                          <p:val>
                            <p:fltVal val="0"/>
                          </p:val>
                        </p:tav>
                        <p:tav tm="100000">
                          <p:val>
                            <p:strVal val="#ppt_w"/>
                          </p:val>
                        </p:tav>
                      </p:tavLst>
                    </p:anim>
                    <p:anim calcmode="lin" valueType="num">
                      <p:cBhvr>
                        <p:cTn dur="500" fill="hold"/>
                        <p:tgtEl>
                          <p:spTgt spid="26"/>
                        </p:tgtEl>
                        <p:attrNameLst>
                          <p:attrName>ppt_h</p:attrName>
                        </p:attrNameLst>
                      </p:cBhvr>
                      <p:tavLst>
                        <p:tav tm="0">
                          <p:val>
                            <p:fltVal val="0"/>
                          </p:val>
                        </p:tav>
                        <p:tav tm="100000">
                          <p:val>
                            <p:strVal val="#ppt_h"/>
                          </p:val>
                        </p:tav>
                      </p:tavLst>
                    </p:anim>
                    <p:animEffect transition="in" filter="fade">
                      <p:cBhvr>
                        <p:cTn dur="500"/>
                        <p:tgtEl>
                          <p:spTgt spid="26"/>
                        </p:tgtEl>
                      </p:cBhvr>
                    </p:animEffect>
                  </p:childTnLst>
                </p:cTn>
              </p:par>
            </p:tnLst>
          </p:tmpl>
        </p:tmplLst>
      </p:bldP>
      <p:bldP spid="27" grpId="0" build="p">
        <p:tmplLst>
          <p:tmpl lvl="1">
            <p:tnLst>
              <p:par>
                <p:cTn presetID="53" presetClass="entr" presetSubtype="16" fill="hold" nodeType="afterEffect">
                  <p:stCondLst>
                    <p:cond delay="0"/>
                  </p:stCondLst>
                  <p:childTnLst>
                    <p:set>
                      <p:cBhvr>
                        <p:cTn dur="1" fill="hold">
                          <p:stCondLst>
                            <p:cond delay="0"/>
                          </p:stCondLst>
                        </p:cTn>
                        <p:tgtEl>
                          <p:spTgt spid="27"/>
                        </p:tgtEl>
                        <p:attrNameLst>
                          <p:attrName>style.visibility</p:attrName>
                        </p:attrNameLst>
                      </p:cBhvr>
                      <p:to>
                        <p:strVal val="visible"/>
                      </p:to>
                    </p:set>
                    <p:anim calcmode="lin" valueType="num">
                      <p:cBhvr>
                        <p:cTn dur="500" fill="hold"/>
                        <p:tgtEl>
                          <p:spTgt spid="27"/>
                        </p:tgtEl>
                        <p:attrNameLst>
                          <p:attrName>ppt_w</p:attrName>
                        </p:attrNameLst>
                      </p:cBhvr>
                      <p:tavLst>
                        <p:tav tm="0">
                          <p:val>
                            <p:fltVal val="0"/>
                          </p:val>
                        </p:tav>
                        <p:tav tm="100000">
                          <p:val>
                            <p:strVal val="#ppt_w"/>
                          </p:val>
                        </p:tav>
                      </p:tavLst>
                    </p:anim>
                    <p:anim calcmode="lin" valueType="num">
                      <p:cBhvr>
                        <p:cTn dur="500" fill="hold"/>
                        <p:tgtEl>
                          <p:spTgt spid="27"/>
                        </p:tgtEl>
                        <p:attrNameLst>
                          <p:attrName>ppt_h</p:attrName>
                        </p:attrNameLst>
                      </p:cBhvr>
                      <p:tavLst>
                        <p:tav tm="0">
                          <p:val>
                            <p:fltVal val="0"/>
                          </p:val>
                        </p:tav>
                        <p:tav tm="100000">
                          <p:val>
                            <p:strVal val="#ppt_h"/>
                          </p:val>
                        </p:tav>
                      </p:tavLst>
                    </p:anim>
                    <p:animEffect transition="in" filter="fade">
                      <p:cBhvr>
                        <p:cTn dur="500"/>
                        <p:tgtEl>
                          <p:spTgt spid="27"/>
                        </p:tgtEl>
                      </p:cBhvr>
                    </p:animEffect>
                  </p:childTnLst>
                </p:cTn>
              </p:par>
            </p:tnLst>
          </p:tmpl>
        </p:tmplLst>
      </p:bldP>
      <p:bldP spid="28" grpId="0" build="p">
        <p:tmplLst>
          <p:tmpl lvl="1">
            <p:tnLst>
              <p:par>
                <p:cTn presetID="53" presetClass="entr" presetSubtype="16" fill="hold" nodeType="afterEffect">
                  <p:stCondLst>
                    <p:cond delay="0"/>
                  </p:stCondLst>
                  <p:childTnLst>
                    <p:set>
                      <p:cBhvr>
                        <p:cTn dur="1" fill="hold">
                          <p:stCondLst>
                            <p:cond delay="0"/>
                          </p:stCondLst>
                        </p:cTn>
                        <p:tgtEl>
                          <p:spTgt spid="28"/>
                        </p:tgtEl>
                        <p:attrNameLst>
                          <p:attrName>style.visibility</p:attrName>
                        </p:attrNameLst>
                      </p:cBhvr>
                      <p:to>
                        <p:strVal val="visible"/>
                      </p:to>
                    </p:set>
                    <p:anim calcmode="lin" valueType="num">
                      <p:cBhvr>
                        <p:cTn dur="500" fill="hold"/>
                        <p:tgtEl>
                          <p:spTgt spid="28"/>
                        </p:tgtEl>
                        <p:attrNameLst>
                          <p:attrName>ppt_w</p:attrName>
                        </p:attrNameLst>
                      </p:cBhvr>
                      <p:tavLst>
                        <p:tav tm="0">
                          <p:val>
                            <p:fltVal val="0"/>
                          </p:val>
                        </p:tav>
                        <p:tav tm="100000">
                          <p:val>
                            <p:strVal val="#ppt_w"/>
                          </p:val>
                        </p:tav>
                      </p:tavLst>
                    </p:anim>
                    <p:anim calcmode="lin" valueType="num">
                      <p:cBhvr>
                        <p:cTn dur="500" fill="hold"/>
                        <p:tgtEl>
                          <p:spTgt spid="28"/>
                        </p:tgtEl>
                        <p:attrNameLst>
                          <p:attrName>ppt_h</p:attrName>
                        </p:attrNameLst>
                      </p:cBhvr>
                      <p:tavLst>
                        <p:tav tm="0">
                          <p:val>
                            <p:fltVal val="0"/>
                          </p:val>
                        </p:tav>
                        <p:tav tm="100000">
                          <p:val>
                            <p:strVal val="#ppt_h"/>
                          </p:val>
                        </p:tav>
                      </p:tavLst>
                    </p:anim>
                    <p:animEffect transition="in" filter="fade">
                      <p:cBhvr>
                        <p:cTn dur="500"/>
                        <p:tgtEl>
                          <p:spTgt spid="28"/>
                        </p:tgtEl>
                      </p:cBhvr>
                    </p:animEffect>
                  </p:childTnLst>
                </p:cTn>
              </p:par>
            </p:tnLst>
          </p:tmpl>
        </p:tmplLst>
      </p:bldP>
      <p:bldP spid="29" grpId="0" build="p">
        <p:tmplLst>
          <p:tmpl lvl="1">
            <p:tnLst>
              <p:par>
                <p:cTn presetID="53" presetClass="entr" presetSubtype="16" fill="hold" nodeType="afterEffect">
                  <p:stCondLst>
                    <p:cond delay="0"/>
                  </p:stCondLst>
                  <p:childTnLst>
                    <p:set>
                      <p:cBhvr>
                        <p:cTn dur="1" fill="hold">
                          <p:stCondLst>
                            <p:cond delay="0"/>
                          </p:stCondLst>
                        </p:cTn>
                        <p:tgtEl>
                          <p:spTgt spid="29"/>
                        </p:tgtEl>
                        <p:attrNameLst>
                          <p:attrName>style.visibility</p:attrName>
                        </p:attrNameLst>
                      </p:cBhvr>
                      <p:to>
                        <p:strVal val="visible"/>
                      </p:to>
                    </p:set>
                    <p:anim calcmode="lin" valueType="num">
                      <p:cBhvr>
                        <p:cTn dur="500" fill="hold"/>
                        <p:tgtEl>
                          <p:spTgt spid="29"/>
                        </p:tgtEl>
                        <p:attrNameLst>
                          <p:attrName>ppt_w</p:attrName>
                        </p:attrNameLst>
                      </p:cBhvr>
                      <p:tavLst>
                        <p:tav tm="0">
                          <p:val>
                            <p:fltVal val="0"/>
                          </p:val>
                        </p:tav>
                        <p:tav tm="100000">
                          <p:val>
                            <p:strVal val="#ppt_w"/>
                          </p:val>
                        </p:tav>
                      </p:tavLst>
                    </p:anim>
                    <p:anim calcmode="lin" valueType="num">
                      <p:cBhvr>
                        <p:cTn dur="500" fill="hold"/>
                        <p:tgtEl>
                          <p:spTgt spid="29"/>
                        </p:tgtEl>
                        <p:attrNameLst>
                          <p:attrName>ppt_h</p:attrName>
                        </p:attrNameLst>
                      </p:cBhvr>
                      <p:tavLst>
                        <p:tav tm="0">
                          <p:val>
                            <p:fltVal val="0"/>
                          </p:val>
                        </p:tav>
                        <p:tav tm="100000">
                          <p:val>
                            <p:strVal val="#ppt_h"/>
                          </p:val>
                        </p:tav>
                      </p:tavLst>
                    </p:anim>
                    <p:animEffect transition="in" filter="fade">
                      <p:cBhvr>
                        <p:cTn dur="500"/>
                        <p:tgtEl>
                          <p:spTgt spid="29"/>
                        </p:tgtEl>
                      </p:cBhvr>
                    </p:animEffect>
                  </p:childTnLst>
                </p:cTn>
              </p:par>
            </p:tnLst>
          </p:tmpl>
        </p:tmplLst>
      </p:bldP>
      <p:bldP spid="30" grpId="0" build="p">
        <p:tmplLst>
          <p:tmpl lvl="1">
            <p:tnLst>
              <p:par>
                <p:cTn presetID="53" presetClass="entr" presetSubtype="16" fill="hold" nodeType="afterEffect">
                  <p:stCondLst>
                    <p:cond delay="0"/>
                  </p:stCondLst>
                  <p:childTnLst>
                    <p:set>
                      <p:cBhvr>
                        <p:cTn dur="1" fill="hold">
                          <p:stCondLst>
                            <p:cond delay="0"/>
                          </p:stCondLst>
                        </p:cTn>
                        <p:tgtEl>
                          <p:spTgt spid="30"/>
                        </p:tgtEl>
                        <p:attrNameLst>
                          <p:attrName>style.visibility</p:attrName>
                        </p:attrNameLst>
                      </p:cBhvr>
                      <p:to>
                        <p:strVal val="visible"/>
                      </p:to>
                    </p:set>
                    <p:anim calcmode="lin" valueType="num">
                      <p:cBhvr>
                        <p:cTn dur="500" fill="hold"/>
                        <p:tgtEl>
                          <p:spTgt spid="30"/>
                        </p:tgtEl>
                        <p:attrNameLst>
                          <p:attrName>ppt_w</p:attrName>
                        </p:attrNameLst>
                      </p:cBhvr>
                      <p:tavLst>
                        <p:tav tm="0">
                          <p:val>
                            <p:fltVal val="0"/>
                          </p:val>
                        </p:tav>
                        <p:tav tm="100000">
                          <p:val>
                            <p:strVal val="#ppt_w"/>
                          </p:val>
                        </p:tav>
                      </p:tavLst>
                    </p:anim>
                    <p:anim calcmode="lin" valueType="num">
                      <p:cBhvr>
                        <p:cTn dur="500" fill="hold"/>
                        <p:tgtEl>
                          <p:spTgt spid="30"/>
                        </p:tgtEl>
                        <p:attrNameLst>
                          <p:attrName>ppt_h</p:attrName>
                        </p:attrNameLst>
                      </p:cBhvr>
                      <p:tavLst>
                        <p:tav tm="0">
                          <p:val>
                            <p:fltVal val="0"/>
                          </p:val>
                        </p:tav>
                        <p:tav tm="100000">
                          <p:val>
                            <p:strVal val="#ppt_h"/>
                          </p:val>
                        </p:tav>
                      </p:tavLst>
                    </p:anim>
                    <p:animEffect transition="in" filter="fade">
                      <p:cBhvr>
                        <p:cTn dur="500"/>
                        <p:tgtEl>
                          <p:spTgt spid="30"/>
                        </p:tgtEl>
                      </p:cBhvr>
                    </p:animEffect>
                  </p:childTnLst>
                </p:cTn>
              </p:par>
            </p:tnLst>
          </p:tmpl>
        </p:tmplLst>
      </p:bldP>
    </p:bldLst>
  </p:timing>
</p:sldLayout>
</file>

<file path=ppt/slideLayouts/slideLayout635.xml><?xml version="1.0" encoding="utf-8"?>
<p:sldLayout xmlns:a="http://schemas.openxmlformats.org/drawingml/2006/main" xmlns:r="http://schemas.openxmlformats.org/officeDocument/2006/relationships" xmlns:p="http://schemas.openxmlformats.org/presentationml/2006/main" preserve="1" userDrawn="1">
  <p:cSld name="13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2673352"/>
            <a:ext cx="4605193" cy="1559213"/>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4" y="2394613"/>
            <a:ext cx="2164273" cy="458854"/>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4" y="4418436"/>
            <a:ext cx="4605193"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Tree>
    <p:extLst>
      <p:ext uri="{BB962C8B-B14F-4D97-AF65-F5344CB8AC3E}">
        <p14:creationId xmlns:p14="http://schemas.microsoft.com/office/powerpoint/2010/main" val="397054104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636.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7" name="Rectangle 6"/>
          <p:cNvSpPr/>
          <p:nvPr userDrawn="1"/>
        </p:nvSpPr>
        <p:spPr>
          <a:xfrm>
            <a:off x="1714500" y="1695450"/>
            <a:ext cx="10477500" cy="72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9" name="Isosceles Triangle 8"/>
          <p:cNvSpPr/>
          <p:nvPr userDrawn="1"/>
        </p:nvSpPr>
        <p:spPr>
          <a:xfrm rot="10800000">
            <a:off x="1890032" y="1731450"/>
            <a:ext cx="516618" cy="252814"/>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10" name="Picture Placeholder 7"/>
          <p:cNvSpPr>
            <a:spLocks noGrp="1"/>
          </p:cNvSpPr>
          <p:nvPr>
            <p:ph type="pic" sz="quarter" idx="14" hasCustomPrompt="1"/>
          </p:nvPr>
        </p:nvSpPr>
        <p:spPr>
          <a:xfrm>
            <a:off x="0" y="2365620"/>
            <a:ext cx="5389418" cy="4492380"/>
          </a:xfrm>
          <a:solidFill>
            <a:schemeClr val="bg1">
              <a:lumMod val="85000"/>
            </a:schemeClr>
          </a:solidFill>
        </p:spPr>
        <p:txBody>
          <a:bodyPr>
            <a:normAutofit/>
          </a:bodyPr>
          <a:lstStyle>
            <a:lvl1pPr>
              <a:defRPr sz="1000" baseline="0"/>
            </a:lvl1pPr>
          </a:lstStyle>
          <a:p>
            <a:r>
              <a:rPr lang="id-ID" dirty="0" smtClean="0"/>
              <a:t>Pic here</a:t>
            </a:r>
            <a:endParaRPr lang="en-AU" dirty="0"/>
          </a:p>
        </p:txBody>
      </p:sp>
      <p:sp>
        <p:nvSpPr>
          <p:cNvPr id="13" name="Picture Placeholder 12"/>
          <p:cNvSpPr>
            <a:spLocks noGrp="1"/>
          </p:cNvSpPr>
          <p:nvPr>
            <p:ph type="pic" sz="quarter" idx="15" hasCustomPrompt="1"/>
          </p:nvPr>
        </p:nvSpPr>
        <p:spPr>
          <a:xfrm>
            <a:off x="4905829" y="2931885"/>
            <a:ext cx="878115" cy="878115"/>
          </a:xfrm>
          <a:custGeom>
            <a:avLst/>
            <a:gdLst>
              <a:gd name="connsiteX0" fmla="*/ 595086 w 1190172"/>
              <a:gd name="connsiteY0" fmla="*/ 0 h 1190172"/>
              <a:gd name="connsiteX1" fmla="*/ 1190172 w 1190172"/>
              <a:gd name="connsiteY1" fmla="*/ 595086 h 1190172"/>
              <a:gd name="connsiteX2" fmla="*/ 595086 w 1190172"/>
              <a:gd name="connsiteY2" fmla="*/ 1190172 h 1190172"/>
              <a:gd name="connsiteX3" fmla="*/ 0 w 1190172"/>
              <a:gd name="connsiteY3" fmla="*/ 595086 h 1190172"/>
              <a:gd name="connsiteX4" fmla="*/ 595086 w 1190172"/>
              <a:gd name="connsiteY4" fmla="*/ 0 h 11901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0172" h="1190172">
                <a:moveTo>
                  <a:pt x="595086" y="0"/>
                </a:moveTo>
                <a:cubicBezTo>
                  <a:pt x="923743" y="0"/>
                  <a:pt x="1190172" y="266429"/>
                  <a:pt x="1190172" y="595086"/>
                </a:cubicBezTo>
                <a:cubicBezTo>
                  <a:pt x="1190172" y="923743"/>
                  <a:pt x="923743" y="1190172"/>
                  <a:pt x="595086" y="1190172"/>
                </a:cubicBezTo>
                <a:cubicBezTo>
                  <a:pt x="266429" y="1190172"/>
                  <a:pt x="0" y="923743"/>
                  <a:pt x="0" y="595086"/>
                </a:cubicBezTo>
                <a:cubicBezTo>
                  <a:pt x="0" y="266429"/>
                  <a:pt x="266429" y="0"/>
                  <a:pt x="595086" y="0"/>
                </a:cubicBezTo>
                <a:close/>
              </a:path>
            </a:pathLst>
          </a:custGeom>
          <a:solidFill>
            <a:schemeClr val="accent4"/>
          </a:solidFill>
          <a:ln w="76200">
            <a:solidFill>
              <a:schemeClr val="bg1"/>
            </a:solidFill>
          </a:ln>
          <a:effectLst>
            <a:outerShdw blurRad="50800" dist="38100" dir="8100000" algn="tr" rotWithShape="0">
              <a:prstClr val="black">
                <a:alpha val="40000"/>
              </a:prstClr>
            </a:outerShdw>
          </a:effectLst>
        </p:spPr>
        <p:txBody>
          <a:bodyPr wrap="square">
            <a:noAutofit/>
          </a:bodyPr>
          <a:lstStyle>
            <a:lvl1pPr>
              <a:defRPr sz="1000"/>
            </a:lvl1pPr>
          </a:lstStyle>
          <a:p>
            <a:r>
              <a:rPr lang="id-ID" dirty="0" smtClean="0"/>
              <a:t>Nopic</a:t>
            </a:r>
            <a:endParaRPr lang="en-AU" dirty="0"/>
          </a:p>
        </p:txBody>
      </p:sp>
      <p:sp>
        <p:nvSpPr>
          <p:cNvPr id="15" name="Text Placeholder 21"/>
          <p:cNvSpPr>
            <a:spLocks noGrp="1"/>
          </p:cNvSpPr>
          <p:nvPr>
            <p:ph type="body" sz="quarter" idx="20"/>
          </p:nvPr>
        </p:nvSpPr>
        <p:spPr>
          <a:xfrm>
            <a:off x="6096000" y="2934950"/>
            <a:ext cx="5616575" cy="360363"/>
          </a:xfrm>
        </p:spPr>
        <p:txBody>
          <a:bodyPr/>
          <a:lstStyle>
            <a:lvl1pPr>
              <a:defRPr baseline="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6" name="Text Placeholder 21"/>
          <p:cNvSpPr>
            <a:spLocks noGrp="1"/>
          </p:cNvSpPr>
          <p:nvPr>
            <p:ph type="body" sz="quarter" idx="21"/>
          </p:nvPr>
        </p:nvSpPr>
        <p:spPr>
          <a:xfrm>
            <a:off x="6096000" y="3344061"/>
            <a:ext cx="5616575" cy="1391908"/>
          </a:xfrm>
        </p:spPr>
        <p:txBody>
          <a:bodyPr>
            <a:normAutofit/>
          </a:bodyPr>
          <a:lstStyle>
            <a:lvl1pP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grpSp>
        <p:nvGrpSpPr>
          <p:cNvPr id="21" name="Group 20"/>
          <p:cNvGrpSpPr/>
          <p:nvPr userDrawn="1"/>
        </p:nvGrpSpPr>
        <p:grpSpPr>
          <a:xfrm>
            <a:off x="0" y="2256968"/>
            <a:ext cx="5389418" cy="108652"/>
            <a:chOff x="0" y="2256968"/>
            <a:chExt cx="5721120" cy="108652"/>
          </a:xfrm>
        </p:grpSpPr>
        <p:sp>
          <p:nvSpPr>
            <p:cNvPr id="17" name="Rectangle 16"/>
            <p:cNvSpPr/>
            <p:nvPr userDrawn="1"/>
          </p:nvSpPr>
          <p:spPr>
            <a:xfrm>
              <a:off x="0" y="2257620"/>
              <a:ext cx="1447800" cy="10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18" name="Rectangle 17"/>
            <p:cNvSpPr/>
            <p:nvPr userDrawn="1"/>
          </p:nvSpPr>
          <p:spPr>
            <a:xfrm>
              <a:off x="1424440" y="2257620"/>
              <a:ext cx="1447800" cy="1080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19" name="Rectangle 18"/>
            <p:cNvSpPr/>
            <p:nvPr userDrawn="1"/>
          </p:nvSpPr>
          <p:spPr>
            <a:xfrm>
              <a:off x="2872240" y="2256968"/>
              <a:ext cx="1447800" cy="108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0" name="Rectangle 19"/>
            <p:cNvSpPr/>
            <p:nvPr userDrawn="1"/>
          </p:nvSpPr>
          <p:spPr>
            <a:xfrm>
              <a:off x="4273320" y="2256968"/>
              <a:ext cx="1447800" cy="10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grpSp>
    </p:spTree>
    <p:extLst>
      <p:ext uri="{BB962C8B-B14F-4D97-AF65-F5344CB8AC3E}">
        <p14:creationId xmlns:p14="http://schemas.microsoft.com/office/powerpoint/2010/main" val="242667873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42" presetClass="entr" presetSubtype="0" fill="hold" grpId="0" nodeType="afterEffect">
                                  <p:stCondLst>
                                    <p:cond delay="0"/>
                                  </p:stCondLst>
                                  <p:childTnLst>
                                    <p:set>
                                      <p:cBhvr>
                                        <p:cTn id="10" dur="1" fill="hold">
                                          <p:stCondLst>
                                            <p:cond delay="0"/>
                                          </p:stCondLst>
                                        </p:cTn>
                                        <p:tgtEl>
                                          <p:spTgt spid="8">
                                            <p:txEl>
                                              <p:pRg st="0" end="0"/>
                                            </p:txEl>
                                          </p:spTgt>
                                        </p:tgtEl>
                                        <p:attrNameLst>
                                          <p:attrName>style.visibility</p:attrName>
                                        </p:attrNameLst>
                                      </p:cBhvr>
                                      <p:to>
                                        <p:strVal val="visible"/>
                                      </p:to>
                                    </p:set>
                                    <p:animEffect transition="in" filter="fade">
                                      <p:cBhvr>
                                        <p:cTn id="11" dur="500"/>
                                        <p:tgtEl>
                                          <p:spTgt spid="8">
                                            <p:txEl>
                                              <p:pRg st="0" end="0"/>
                                            </p:txEl>
                                          </p:spTgt>
                                        </p:tgtEl>
                                      </p:cBhvr>
                                    </p:animEffect>
                                    <p:anim calcmode="lin" valueType="num">
                                      <p:cBhvr>
                                        <p:cTn id="12"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4" fill="hold">
                            <p:stCondLst>
                              <p:cond delay="1000"/>
                            </p:stCondLst>
                            <p:childTnLst>
                              <p:par>
                                <p:cTn id="15" presetID="22" presetClass="entr" presetSubtype="2" fill="hold" grpId="0" nodeType="after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wipe(right)">
                                      <p:cBhvr>
                                        <p:cTn id="17" dur="500"/>
                                        <p:tgtEl>
                                          <p:spTgt spid="7"/>
                                        </p:tgtEl>
                                      </p:cBhvr>
                                    </p:animEffect>
                                  </p:childTnLst>
                                </p:cTn>
                              </p:par>
                            </p:childTnLst>
                          </p:cTn>
                        </p:par>
                        <p:par>
                          <p:cTn id="18" fill="hold">
                            <p:stCondLst>
                              <p:cond delay="1500"/>
                            </p:stCondLst>
                            <p:childTnLst>
                              <p:par>
                                <p:cTn id="19" presetID="10" presetClass="entr" presetSubtype="0" fill="hold" grpId="0" nodeType="afterEffect">
                                  <p:stCondLst>
                                    <p:cond delay="0"/>
                                  </p:stCondLst>
                                  <p:childTnLst>
                                    <p:set>
                                      <p:cBhvr>
                                        <p:cTn id="20" dur="1" fill="hold">
                                          <p:stCondLst>
                                            <p:cond delay="0"/>
                                          </p:stCondLst>
                                        </p:cTn>
                                        <p:tgtEl>
                                          <p:spTgt spid="9"/>
                                        </p:tgtEl>
                                        <p:attrNameLst>
                                          <p:attrName>style.visibility</p:attrName>
                                        </p:attrNameLst>
                                      </p:cBhvr>
                                      <p:to>
                                        <p:strVal val="visible"/>
                                      </p:to>
                                    </p:set>
                                    <p:animEffect transition="in" filter="fade">
                                      <p:cBhvr>
                                        <p:cTn id="21" dur="500"/>
                                        <p:tgtEl>
                                          <p:spTgt spid="9"/>
                                        </p:tgtEl>
                                      </p:cBhvr>
                                    </p:animEffect>
                                  </p:childTnLst>
                                </p:cTn>
                              </p:par>
                            </p:childTnLst>
                          </p:cTn>
                        </p:par>
                        <p:par>
                          <p:cTn id="22" fill="hold">
                            <p:stCondLst>
                              <p:cond delay="2000"/>
                            </p:stCondLst>
                            <p:childTnLst>
                              <p:par>
                                <p:cTn id="23" presetID="10" presetClass="entr" presetSubtype="0" fill="hold" nodeType="afterEffect">
                                  <p:stCondLst>
                                    <p:cond delay="0"/>
                                  </p:stCondLst>
                                  <p:childTnLst>
                                    <p:set>
                                      <p:cBhvr>
                                        <p:cTn id="24" dur="1" fill="hold">
                                          <p:stCondLst>
                                            <p:cond delay="0"/>
                                          </p:stCondLst>
                                        </p:cTn>
                                        <p:tgtEl>
                                          <p:spTgt spid="21"/>
                                        </p:tgtEl>
                                        <p:attrNameLst>
                                          <p:attrName>style.visibility</p:attrName>
                                        </p:attrNameLst>
                                      </p:cBhvr>
                                      <p:to>
                                        <p:strVal val="visible"/>
                                      </p:to>
                                    </p:set>
                                    <p:animEffect transition="in" filter="fade">
                                      <p:cBhvr>
                                        <p:cTn id="25" dur="500"/>
                                        <p:tgtEl>
                                          <p:spTgt spid="21"/>
                                        </p:tgtEl>
                                      </p:cBhvr>
                                    </p:animEffect>
                                  </p:childTnLst>
                                </p:cTn>
                              </p:par>
                            </p:childTnLst>
                          </p:cTn>
                        </p:par>
                        <p:par>
                          <p:cTn id="26" fill="hold">
                            <p:stCondLst>
                              <p:cond delay="2500"/>
                            </p:stCondLst>
                            <p:childTnLst>
                              <p:par>
                                <p:cTn id="27" presetID="53" presetClass="entr" presetSubtype="16" fill="hold" grpId="0" nodeType="afterEffect">
                                  <p:stCondLst>
                                    <p:cond delay="0"/>
                                  </p:stCondLst>
                                  <p:childTnLst>
                                    <p:set>
                                      <p:cBhvr>
                                        <p:cTn id="28" dur="1" fill="hold">
                                          <p:stCondLst>
                                            <p:cond delay="0"/>
                                          </p:stCondLst>
                                        </p:cTn>
                                        <p:tgtEl>
                                          <p:spTgt spid="10"/>
                                        </p:tgtEl>
                                        <p:attrNameLst>
                                          <p:attrName>style.visibility</p:attrName>
                                        </p:attrNameLst>
                                      </p:cBhvr>
                                      <p:to>
                                        <p:strVal val="visible"/>
                                      </p:to>
                                    </p:set>
                                    <p:anim calcmode="lin" valueType="num">
                                      <p:cBhvr>
                                        <p:cTn id="29" dur="500" fill="hold"/>
                                        <p:tgtEl>
                                          <p:spTgt spid="10"/>
                                        </p:tgtEl>
                                        <p:attrNameLst>
                                          <p:attrName>ppt_w</p:attrName>
                                        </p:attrNameLst>
                                      </p:cBhvr>
                                      <p:tavLst>
                                        <p:tav tm="0">
                                          <p:val>
                                            <p:fltVal val="0"/>
                                          </p:val>
                                        </p:tav>
                                        <p:tav tm="100000">
                                          <p:val>
                                            <p:strVal val="#ppt_w"/>
                                          </p:val>
                                        </p:tav>
                                      </p:tavLst>
                                    </p:anim>
                                    <p:anim calcmode="lin" valueType="num">
                                      <p:cBhvr>
                                        <p:cTn id="30" dur="500" fill="hold"/>
                                        <p:tgtEl>
                                          <p:spTgt spid="10"/>
                                        </p:tgtEl>
                                        <p:attrNameLst>
                                          <p:attrName>ppt_h</p:attrName>
                                        </p:attrNameLst>
                                      </p:cBhvr>
                                      <p:tavLst>
                                        <p:tav tm="0">
                                          <p:val>
                                            <p:fltVal val="0"/>
                                          </p:val>
                                        </p:tav>
                                        <p:tav tm="100000">
                                          <p:val>
                                            <p:strVal val="#ppt_h"/>
                                          </p:val>
                                        </p:tav>
                                      </p:tavLst>
                                    </p:anim>
                                    <p:animEffect transition="in" filter="fade">
                                      <p:cBhvr>
                                        <p:cTn id="31" dur="500"/>
                                        <p:tgtEl>
                                          <p:spTgt spid="10"/>
                                        </p:tgtEl>
                                      </p:cBhvr>
                                    </p:animEffect>
                                  </p:childTnLst>
                                </p:cTn>
                              </p:par>
                            </p:childTnLst>
                          </p:cTn>
                        </p:par>
                        <p:par>
                          <p:cTn id="32" fill="hold">
                            <p:stCondLst>
                              <p:cond delay="3000"/>
                            </p:stCondLst>
                            <p:childTnLst>
                              <p:par>
                                <p:cTn id="33" presetID="10" presetClass="entr" presetSubtype="0" fill="hold" grpId="0" nodeType="afterEffect">
                                  <p:stCondLst>
                                    <p:cond delay="0"/>
                                  </p:stCondLst>
                                  <p:childTnLst>
                                    <p:set>
                                      <p:cBhvr>
                                        <p:cTn id="34" dur="1" fill="hold">
                                          <p:stCondLst>
                                            <p:cond delay="0"/>
                                          </p:stCondLst>
                                        </p:cTn>
                                        <p:tgtEl>
                                          <p:spTgt spid="13"/>
                                        </p:tgtEl>
                                        <p:attrNameLst>
                                          <p:attrName>style.visibility</p:attrName>
                                        </p:attrNameLst>
                                      </p:cBhvr>
                                      <p:to>
                                        <p:strVal val="visible"/>
                                      </p:to>
                                    </p:set>
                                    <p:animEffect transition="in" filter="fade">
                                      <p:cBhvr>
                                        <p:cTn id="35" dur="500"/>
                                        <p:tgtEl>
                                          <p:spTgt spid="13"/>
                                        </p:tgtEl>
                                      </p:cBhvr>
                                    </p:animEffect>
                                  </p:childTnLst>
                                </p:cTn>
                              </p:par>
                            </p:childTnLst>
                          </p:cTn>
                        </p:par>
                        <p:par>
                          <p:cTn id="36" fill="hold">
                            <p:stCondLst>
                              <p:cond delay="3500"/>
                            </p:stCondLst>
                            <p:childTnLst>
                              <p:par>
                                <p:cTn id="37" presetID="53" presetClass="entr" presetSubtype="16" fill="hold" grpId="0" nodeType="afterEffect" nodePh="1">
                                  <p:stCondLst>
                                    <p:cond delay="0"/>
                                  </p:stCondLst>
                                  <p:endCondLst>
                                    <p:cond evt="begin" delay="0">
                                      <p:tn val="37"/>
                                    </p:cond>
                                  </p:endCondLst>
                                  <p:childTnLst>
                                    <p:set>
                                      <p:cBhvr>
                                        <p:cTn id="38" dur="1" fill="hold">
                                          <p:stCondLst>
                                            <p:cond delay="0"/>
                                          </p:stCondLst>
                                        </p:cTn>
                                        <p:tgtEl>
                                          <p:spTgt spid="15">
                                            <p:txEl>
                                              <p:pRg st="0" end="0"/>
                                            </p:txEl>
                                          </p:spTgt>
                                        </p:tgtEl>
                                        <p:attrNameLst>
                                          <p:attrName>style.visibility</p:attrName>
                                        </p:attrNameLst>
                                      </p:cBhvr>
                                      <p:to>
                                        <p:strVal val="visible"/>
                                      </p:to>
                                    </p:set>
                                    <p:anim calcmode="lin" valueType="num">
                                      <p:cBhvr>
                                        <p:cTn id="39" dur="500" fill="hold"/>
                                        <p:tgtEl>
                                          <p:spTgt spid="15">
                                            <p:txEl>
                                              <p:pRg st="0" end="0"/>
                                            </p:txEl>
                                          </p:spTgt>
                                        </p:tgtEl>
                                        <p:attrNameLst>
                                          <p:attrName>ppt_w</p:attrName>
                                        </p:attrNameLst>
                                      </p:cBhvr>
                                      <p:tavLst>
                                        <p:tav tm="0">
                                          <p:val>
                                            <p:fltVal val="0"/>
                                          </p:val>
                                        </p:tav>
                                        <p:tav tm="100000">
                                          <p:val>
                                            <p:strVal val="#ppt_w"/>
                                          </p:val>
                                        </p:tav>
                                      </p:tavLst>
                                    </p:anim>
                                    <p:anim calcmode="lin" valueType="num">
                                      <p:cBhvr>
                                        <p:cTn id="40" dur="500" fill="hold"/>
                                        <p:tgtEl>
                                          <p:spTgt spid="15">
                                            <p:txEl>
                                              <p:pRg st="0" end="0"/>
                                            </p:txEl>
                                          </p:spTgt>
                                        </p:tgtEl>
                                        <p:attrNameLst>
                                          <p:attrName>ppt_h</p:attrName>
                                        </p:attrNameLst>
                                      </p:cBhvr>
                                      <p:tavLst>
                                        <p:tav tm="0">
                                          <p:val>
                                            <p:fltVal val="0"/>
                                          </p:val>
                                        </p:tav>
                                        <p:tav tm="100000">
                                          <p:val>
                                            <p:strVal val="#ppt_h"/>
                                          </p:val>
                                        </p:tav>
                                      </p:tavLst>
                                    </p:anim>
                                    <p:animEffect transition="in" filter="fade">
                                      <p:cBhvr>
                                        <p:cTn id="41" dur="500"/>
                                        <p:tgtEl>
                                          <p:spTgt spid="15">
                                            <p:txEl>
                                              <p:pRg st="0" end="0"/>
                                            </p:txEl>
                                          </p:spTgt>
                                        </p:tgtEl>
                                      </p:cBhvr>
                                    </p:animEffect>
                                  </p:childTnLst>
                                </p:cTn>
                              </p:par>
                            </p:childTnLst>
                          </p:cTn>
                        </p:par>
                        <p:par>
                          <p:cTn id="42" fill="hold">
                            <p:stCondLst>
                              <p:cond delay="4000"/>
                            </p:stCondLst>
                            <p:childTnLst>
                              <p:par>
                                <p:cTn id="43" presetID="42" presetClass="entr" presetSubtype="0" fill="hold" grpId="0" nodeType="afterEffect" nodePh="1">
                                  <p:stCondLst>
                                    <p:cond delay="0"/>
                                  </p:stCondLst>
                                  <p:endCondLst>
                                    <p:cond evt="begin" delay="0">
                                      <p:tn val="43"/>
                                    </p:cond>
                                  </p:endCondLst>
                                  <p:childTnLst>
                                    <p:set>
                                      <p:cBhvr>
                                        <p:cTn id="44" dur="1" fill="hold">
                                          <p:stCondLst>
                                            <p:cond delay="0"/>
                                          </p:stCondLst>
                                        </p:cTn>
                                        <p:tgtEl>
                                          <p:spTgt spid="16">
                                            <p:txEl>
                                              <p:pRg st="0" end="0"/>
                                            </p:txEl>
                                          </p:spTgt>
                                        </p:tgtEl>
                                        <p:attrNameLst>
                                          <p:attrName>style.visibility</p:attrName>
                                        </p:attrNameLst>
                                      </p:cBhvr>
                                      <p:to>
                                        <p:strVal val="visible"/>
                                      </p:to>
                                    </p:set>
                                    <p:animEffect transition="in" filter="fade">
                                      <p:cBhvr>
                                        <p:cTn id="45" dur="500"/>
                                        <p:tgtEl>
                                          <p:spTgt spid="16">
                                            <p:txEl>
                                              <p:pRg st="0" end="0"/>
                                            </p:txEl>
                                          </p:spTgt>
                                        </p:tgtEl>
                                      </p:cBhvr>
                                    </p:animEffect>
                                    <p:anim calcmode="lin" valueType="num">
                                      <p:cBhvr>
                                        <p:cTn id="46" dur="500" fill="hold"/>
                                        <p:tgtEl>
                                          <p:spTgt spid="16">
                                            <p:txEl>
                                              <p:pRg st="0" end="0"/>
                                            </p:txEl>
                                          </p:spTgt>
                                        </p:tgtEl>
                                        <p:attrNameLst>
                                          <p:attrName>ppt_x</p:attrName>
                                        </p:attrNameLst>
                                      </p:cBhvr>
                                      <p:tavLst>
                                        <p:tav tm="0">
                                          <p:val>
                                            <p:strVal val="#ppt_x"/>
                                          </p:val>
                                        </p:tav>
                                        <p:tav tm="100000">
                                          <p:val>
                                            <p:strVal val="#ppt_x"/>
                                          </p:val>
                                        </p:tav>
                                      </p:tavLst>
                                    </p:anim>
                                    <p:anim calcmode="lin" valueType="num">
                                      <p:cBhvr>
                                        <p:cTn id="47" dur="500" fill="hold"/>
                                        <p:tgtEl>
                                          <p:spTgt spid="16">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7" grpId="0" animBg="1"/>
      <p:bldP spid="9" grpId="0" animBg="1"/>
      <p:bldP spid="10" grpId="0" animBg="1"/>
      <p:bldP spid="13" grpId="0" animBg="1"/>
      <p:bldP spid="15"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5"/>
                        </p:tgtEl>
                        <p:attrNameLst>
                          <p:attrName>style.visibility</p:attrName>
                        </p:attrNameLst>
                      </p:cBhvr>
                      <p:to>
                        <p:strVal val="visible"/>
                      </p:to>
                    </p:set>
                    <p:anim calcmode="lin" valueType="num">
                      <p:cBhvr>
                        <p:cTn dur="500" fill="hold"/>
                        <p:tgtEl>
                          <p:spTgt spid="15"/>
                        </p:tgtEl>
                        <p:attrNameLst>
                          <p:attrName>ppt_w</p:attrName>
                        </p:attrNameLst>
                      </p:cBhvr>
                      <p:tavLst>
                        <p:tav tm="0">
                          <p:val>
                            <p:fltVal val="0"/>
                          </p:val>
                        </p:tav>
                        <p:tav tm="100000">
                          <p:val>
                            <p:strVal val="#ppt_w"/>
                          </p:val>
                        </p:tav>
                      </p:tavLst>
                    </p:anim>
                    <p:anim calcmode="lin" valueType="num">
                      <p:cBhvr>
                        <p:cTn dur="500" fill="hold"/>
                        <p:tgtEl>
                          <p:spTgt spid="15"/>
                        </p:tgtEl>
                        <p:attrNameLst>
                          <p:attrName>ppt_h</p:attrName>
                        </p:attrNameLst>
                      </p:cBhvr>
                      <p:tavLst>
                        <p:tav tm="0">
                          <p:val>
                            <p:fltVal val="0"/>
                          </p:val>
                        </p:tav>
                        <p:tav tm="100000">
                          <p:val>
                            <p:strVal val="#ppt_h"/>
                          </p:val>
                        </p:tav>
                      </p:tavLst>
                    </p:anim>
                    <p:animEffect transition="in" filter="fade">
                      <p:cBhvr>
                        <p:cTn dur="500"/>
                        <p:tgtEl>
                          <p:spTgt spid="15"/>
                        </p:tgtEl>
                      </p:cBhvr>
                    </p:animEffect>
                  </p:childTnLst>
                </p:cTn>
              </p:par>
            </p:tnLst>
          </p:tmpl>
        </p:tmplLst>
      </p:bldP>
      <p:bldP spid="16"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6"/>
                        </p:tgtEl>
                        <p:attrNameLst>
                          <p:attrName>style.visibility</p:attrName>
                        </p:attrNameLst>
                      </p:cBhvr>
                      <p:to>
                        <p:strVal val="visible"/>
                      </p:to>
                    </p:set>
                    <p:animEffect transition="in" filter="fade">
                      <p:cBhvr>
                        <p:cTn dur="500"/>
                        <p:tgtEl>
                          <p:spTgt spid="16"/>
                        </p:tgtEl>
                      </p:cBhvr>
                    </p:animEffect>
                    <p:anim calcmode="lin" valueType="num">
                      <p:cBhvr>
                        <p:cTn dur="500" fill="hold"/>
                        <p:tgtEl>
                          <p:spTgt spid="16"/>
                        </p:tgtEl>
                        <p:attrNameLst>
                          <p:attrName>ppt_x</p:attrName>
                        </p:attrNameLst>
                      </p:cBhvr>
                      <p:tavLst>
                        <p:tav tm="0">
                          <p:val>
                            <p:strVal val="#ppt_x"/>
                          </p:val>
                        </p:tav>
                        <p:tav tm="100000">
                          <p:val>
                            <p:strVal val="#ppt_x"/>
                          </p:val>
                        </p:tav>
                      </p:tavLst>
                    </p:anim>
                    <p:anim calcmode="lin" valueType="num">
                      <p:cBhvr>
                        <p:cTn dur="500" fill="hold"/>
                        <p:tgtEl>
                          <p:spTgt spid="16"/>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637.xml><?xml version="1.0" encoding="utf-8"?>
<p:sldLayout xmlns:a="http://schemas.openxmlformats.org/drawingml/2006/main" xmlns:r="http://schemas.openxmlformats.org/officeDocument/2006/relationships" xmlns:p="http://schemas.openxmlformats.org/presentationml/2006/main" preserve="1" userDrawn="1">
  <p:cSld name="20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grpSp>
        <p:nvGrpSpPr>
          <p:cNvPr id="6" name="Group 5"/>
          <p:cNvGrpSpPr/>
          <p:nvPr userDrawn="1"/>
        </p:nvGrpSpPr>
        <p:grpSpPr>
          <a:xfrm>
            <a:off x="0" y="2827606"/>
            <a:ext cx="6136175" cy="4030394"/>
            <a:chOff x="1017405" y="2693983"/>
            <a:chExt cx="6794663" cy="4462905"/>
          </a:xfrm>
        </p:grpSpPr>
        <p:grpSp>
          <p:nvGrpSpPr>
            <p:cNvPr id="7" name="Group 6"/>
            <p:cNvGrpSpPr/>
            <p:nvPr/>
          </p:nvGrpSpPr>
          <p:grpSpPr>
            <a:xfrm>
              <a:off x="1017405" y="2693983"/>
              <a:ext cx="6794663" cy="4462905"/>
              <a:chOff x="1017405" y="2693983"/>
              <a:chExt cx="6794663" cy="4462905"/>
            </a:xfrm>
          </p:grpSpPr>
          <p:sp>
            <p:nvSpPr>
              <p:cNvPr id="9" name="AutoShape 1"/>
              <p:cNvSpPr>
                <a:spLocks/>
              </p:cNvSpPr>
              <p:nvPr/>
            </p:nvSpPr>
            <p:spPr bwMode="auto">
              <a:xfrm>
                <a:off x="1017405" y="2693983"/>
                <a:ext cx="6794663" cy="4462905"/>
              </a:xfrm>
              <a:prstGeom prst="roundRect">
                <a:avLst>
                  <a:gd name="adj" fmla="val 1292"/>
                </a:avLst>
              </a:prstGeom>
              <a:solidFill>
                <a:srgbClr val="343434"/>
              </a:solidFill>
              <a:ln w="25400" cap="flat">
                <a:noFill/>
                <a:prstDash val="solid"/>
                <a:miter lim="800000"/>
                <a:headEnd type="none" w="med" len="med"/>
                <a:tailEnd type="none" w="med" len="med"/>
              </a:ln>
              <a:effectLst>
                <a:outerShdw blurRad="254000" dist="114299" dir="5340024" algn="ctr" rotWithShape="0">
                  <a:schemeClr val="bg2">
                    <a:alpha val="39000"/>
                  </a:schemeClr>
                </a:outerShdw>
              </a:effectLst>
            </p:spPr>
            <p:txBody>
              <a:bodyPr lIns="0" tIns="0" rIns="0" bIns="0"/>
              <a:lstStyle/>
              <a:p>
                <a:pPr fontAlgn="auto">
                  <a:spcBef>
                    <a:spcPts val="0"/>
                  </a:spcBef>
                  <a:spcAft>
                    <a:spcPts val="0"/>
                  </a:spcAft>
                </a:pPr>
                <a:endParaRPr lang="id-ID">
                  <a:solidFill>
                    <a:prstClr val="black"/>
                  </a:solidFill>
                  <a:latin typeface="Roboto Lt"/>
                  <a:cs typeface="+mn-cs"/>
                </a:endParaRPr>
              </a:p>
            </p:txBody>
          </p:sp>
          <p:sp>
            <p:nvSpPr>
              <p:cNvPr id="10" name="Rectangle 2"/>
              <p:cNvSpPr>
                <a:spLocks/>
              </p:cNvSpPr>
              <p:nvPr/>
            </p:nvSpPr>
            <p:spPr bwMode="auto">
              <a:xfrm>
                <a:off x="1017405" y="3024940"/>
                <a:ext cx="6794663" cy="315914"/>
              </a:xfrm>
              <a:prstGeom prst="rect">
                <a:avLst/>
              </a:prstGeom>
              <a:solidFill>
                <a:srgbClr val="CDCDCD"/>
              </a:solidFill>
              <a:ln w="25400" cap="flat">
                <a:solidFill>
                  <a:srgbClr val="CDCDCD"/>
                </a:solidFill>
                <a:prstDash val="solid"/>
                <a:miter lim="800000"/>
                <a:headEnd type="none" w="med" len="med"/>
                <a:tailEnd type="none" w="med" len="med"/>
              </a:ln>
            </p:spPr>
            <p:txBody>
              <a:bodyPr lIns="0" tIns="0" rIns="0" bIns="0"/>
              <a:lstStyle/>
              <a:p>
                <a:pPr fontAlgn="auto">
                  <a:spcBef>
                    <a:spcPts val="0"/>
                  </a:spcBef>
                  <a:spcAft>
                    <a:spcPts val="0"/>
                  </a:spcAft>
                </a:pPr>
                <a:endParaRPr lang="id-ID">
                  <a:solidFill>
                    <a:prstClr val="black"/>
                  </a:solidFill>
                  <a:latin typeface="Roboto Lt"/>
                  <a:cs typeface="+mn-cs"/>
                </a:endParaRPr>
              </a:p>
            </p:txBody>
          </p:sp>
          <p:sp>
            <p:nvSpPr>
              <p:cNvPr id="11" name="AutoShape 3"/>
              <p:cNvSpPr>
                <a:spLocks/>
              </p:cNvSpPr>
              <p:nvPr/>
            </p:nvSpPr>
            <p:spPr bwMode="auto">
              <a:xfrm>
                <a:off x="2035351" y="2779231"/>
                <a:ext cx="2064459" cy="561624"/>
              </a:xfrm>
              <a:prstGeom prst="roundRect">
                <a:avLst>
                  <a:gd name="adj" fmla="val 11986"/>
                </a:avLst>
              </a:prstGeom>
              <a:solidFill>
                <a:srgbClr val="CDCDCD"/>
              </a:solidFill>
              <a:ln w="25400" cap="flat">
                <a:solidFill>
                  <a:srgbClr val="CDCDCD"/>
                </a:solidFill>
                <a:prstDash val="solid"/>
                <a:miter lim="800000"/>
                <a:headEnd type="none" w="med" len="med"/>
                <a:tailEnd type="none" w="med" len="med"/>
              </a:ln>
            </p:spPr>
            <p:txBody>
              <a:bodyPr lIns="0" tIns="0" rIns="0" bIns="0"/>
              <a:lstStyle/>
              <a:p>
                <a:pPr fontAlgn="auto">
                  <a:spcBef>
                    <a:spcPts val="0"/>
                  </a:spcBef>
                  <a:spcAft>
                    <a:spcPts val="0"/>
                  </a:spcAft>
                </a:pPr>
                <a:endParaRPr lang="id-ID">
                  <a:solidFill>
                    <a:prstClr val="black"/>
                  </a:solidFill>
                  <a:latin typeface="Roboto Lt"/>
                  <a:cs typeface="+mn-cs"/>
                </a:endParaRPr>
              </a:p>
            </p:txBody>
          </p:sp>
          <p:sp>
            <p:nvSpPr>
              <p:cNvPr id="12" name="Oval 4"/>
              <p:cNvSpPr>
                <a:spLocks/>
              </p:cNvSpPr>
              <p:nvPr/>
            </p:nvSpPr>
            <p:spPr bwMode="auto">
              <a:xfrm>
                <a:off x="1137753" y="2814331"/>
                <a:ext cx="95903" cy="95276"/>
              </a:xfrm>
              <a:prstGeom prst="ellipse">
                <a:avLst/>
              </a:prstGeom>
              <a:solidFill>
                <a:schemeClr val="accent1"/>
              </a:solidFill>
              <a:ln w="25400" cap="flat">
                <a:noFill/>
                <a:prstDash val="solid"/>
                <a:miter lim="800000"/>
                <a:headEnd type="none" w="med" len="med"/>
                <a:tailEnd type="none" w="med" len="med"/>
              </a:ln>
            </p:spPr>
            <p:txBody>
              <a:bodyPr lIns="0" tIns="0" rIns="0" bIns="0"/>
              <a:lstStyle/>
              <a:p>
                <a:pPr fontAlgn="auto">
                  <a:spcBef>
                    <a:spcPts val="0"/>
                  </a:spcBef>
                  <a:spcAft>
                    <a:spcPts val="0"/>
                  </a:spcAft>
                </a:pPr>
                <a:endParaRPr lang="id-ID">
                  <a:solidFill>
                    <a:prstClr val="black"/>
                  </a:solidFill>
                  <a:latin typeface="Roboto Lt"/>
                  <a:cs typeface="+mn-cs"/>
                </a:endParaRPr>
              </a:p>
            </p:txBody>
          </p:sp>
          <p:sp>
            <p:nvSpPr>
              <p:cNvPr id="13" name="Oval 5"/>
              <p:cNvSpPr>
                <a:spLocks/>
              </p:cNvSpPr>
              <p:nvPr/>
            </p:nvSpPr>
            <p:spPr bwMode="auto">
              <a:xfrm>
                <a:off x="1307620" y="2814331"/>
                <a:ext cx="95903" cy="95276"/>
              </a:xfrm>
              <a:prstGeom prst="ellipse">
                <a:avLst/>
              </a:prstGeom>
              <a:solidFill>
                <a:schemeClr val="accent2"/>
              </a:solidFill>
              <a:ln w="25400" cap="flat">
                <a:noFill/>
                <a:prstDash val="solid"/>
                <a:miter lim="800000"/>
                <a:headEnd type="none" w="med" len="med"/>
                <a:tailEnd type="none" w="med" len="med"/>
              </a:ln>
            </p:spPr>
            <p:txBody>
              <a:bodyPr lIns="0" tIns="0" rIns="0" bIns="0"/>
              <a:lstStyle/>
              <a:p>
                <a:pPr fontAlgn="auto">
                  <a:spcBef>
                    <a:spcPts val="0"/>
                  </a:spcBef>
                  <a:spcAft>
                    <a:spcPts val="0"/>
                  </a:spcAft>
                </a:pPr>
                <a:endParaRPr lang="id-ID">
                  <a:solidFill>
                    <a:prstClr val="black"/>
                  </a:solidFill>
                  <a:latin typeface="Roboto Lt"/>
                  <a:cs typeface="+mn-cs"/>
                </a:endParaRPr>
              </a:p>
            </p:txBody>
          </p:sp>
          <p:sp>
            <p:nvSpPr>
              <p:cNvPr id="14" name="Oval 6"/>
              <p:cNvSpPr>
                <a:spLocks/>
              </p:cNvSpPr>
              <p:nvPr/>
            </p:nvSpPr>
            <p:spPr bwMode="auto">
              <a:xfrm>
                <a:off x="1477486" y="2814331"/>
                <a:ext cx="95903" cy="95276"/>
              </a:xfrm>
              <a:prstGeom prst="ellipse">
                <a:avLst/>
              </a:prstGeom>
              <a:solidFill>
                <a:schemeClr val="accent4"/>
              </a:solidFill>
              <a:ln w="25400" cap="flat">
                <a:noFill/>
                <a:prstDash val="solid"/>
                <a:miter lim="800000"/>
                <a:headEnd type="none" w="med" len="med"/>
                <a:tailEnd type="none" w="med" len="med"/>
              </a:ln>
            </p:spPr>
            <p:txBody>
              <a:bodyPr lIns="0" tIns="0" rIns="0" bIns="0"/>
              <a:lstStyle/>
              <a:p>
                <a:pPr fontAlgn="auto">
                  <a:spcBef>
                    <a:spcPts val="0"/>
                  </a:spcBef>
                  <a:spcAft>
                    <a:spcPts val="0"/>
                  </a:spcAft>
                </a:pPr>
                <a:endParaRPr lang="id-ID">
                  <a:solidFill>
                    <a:prstClr val="black"/>
                  </a:solidFill>
                  <a:latin typeface="Roboto Lt"/>
                  <a:cs typeface="+mn-cs"/>
                </a:endParaRPr>
              </a:p>
            </p:txBody>
          </p:sp>
          <p:sp>
            <p:nvSpPr>
              <p:cNvPr id="15" name="Rectangle 11"/>
              <p:cNvSpPr>
                <a:spLocks/>
              </p:cNvSpPr>
              <p:nvPr/>
            </p:nvSpPr>
            <p:spPr bwMode="auto">
              <a:xfrm>
                <a:off x="2205844" y="3085114"/>
                <a:ext cx="5104773" cy="200580"/>
              </a:xfrm>
              <a:prstGeom prst="rect">
                <a:avLst/>
              </a:prstGeom>
              <a:solidFill>
                <a:srgbClr val="FFFFFF"/>
              </a:solidFill>
              <a:ln w="25400" cap="flat">
                <a:solidFill>
                  <a:srgbClr val="B3B3B3"/>
                </a:solidFill>
                <a:prstDash val="solid"/>
                <a:miter lim="800000"/>
                <a:headEnd type="none" w="med" len="med"/>
                <a:tailEnd type="none" w="med" len="med"/>
              </a:ln>
            </p:spPr>
            <p:txBody>
              <a:bodyPr lIns="0" tIns="0" rIns="0" bIns="0"/>
              <a:lstStyle/>
              <a:p>
                <a:pPr fontAlgn="auto">
                  <a:spcBef>
                    <a:spcPts val="0"/>
                  </a:spcBef>
                  <a:spcAft>
                    <a:spcPts val="0"/>
                  </a:spcAft>
                </a:pPr>
                <a:endParaRPr lang="id-ID" dirty="0">
                  <a:solidFill>
                    <a:prstClr val="black"/>
                  </a:solidFill>
                  <a:latin typeface="Roboto Lt"/>
                  <a:cs typeface="+mn-cs"/>
                </a:endParaRPr>
              </a:p>
            </p:txBody>
          </p:sp>
          <p:sp>
            <p:nvSpPr>
              <p:cNvPr id="16" name="Freeform 9"/>
              <p:cNvSpPr>
                <a:spLocks/>
              </p:cNvSpPr>
              <p:nvPr/>
            </p:nvSpPr>
            <p:spPr bwMode="auto">
              <a:xfrm rot="18900000">
                <a:off x="3964946" y="2855903"/>
                <a:ext cx="99496" cy="99498"/>
              </a:xfrm>
              <a:custGeom>
                <a:avLst/>
                <a:gdLst>
                  <a:gd name="T0" fmla="*/ 42 w 64"/>
                  <a:gd name="T1" fmla="*/ 0 h 64"/>
                  <a:gd name="T2" fmla="*/ 21 w 64"/>
                  <a:gd name="T3" fmla="*/ 0 h 64"/>
                  <a:gd name="T4" fmla="*/ 21 w 64"/>
                  <a:gd name="T5" fmla="*/ 21 h 64"/>
                  <a:gd name="T6" fmla="*/ 0 w 64"/>
                  <a:gd name="T7" fmla="*/ 21 h 64"/>
                  <a:gd name="T8" fmla="*/ 0 w 64"/>
                  <a:gd name="T9" fmla="*/ 42 h 64"/>
                  <a:gd name="T10" fmla="*/ 21 w 64"/>
                  <a:gd name="T11" fmla="*/ 42 h 64"/>
                  <a:gd name="T12" fmla="*/ 21 w 64"/>
                  <a:gd name="T13" fmla="*/ 64 h 64"/>
                  <a:gd name="T14" fmla="*/ 42 w 64"/>
                  <a:gd name="T15" fmla="*/ 64 h 64"/>
                  <a:gd name="T16" fmla="*/ 42 w 64"/>
                  <a:gd name="T17" fmla="*/ 42 h 64"/>
                  <a:gd name="T18" fmla="*/ 64 w 64"/>
                  <a:gd name="T19" fmla="*/ 42 h 64"/>
                  <a:gd name="T20" fmla="*/ 64 w 64"/>
                  <a:gd name="T21" fmla="*/ 21 h 64"/>
                  <a:gd name="T22" fmla="*/ 42 w 64"/>
                  <a:gd name="T23" fmla="*/ 21 h 64"/>
                  <a:gd name="T24" fmla="*/ 42 w 64"/>
                  <a:gd name="T25"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4" h="64">
                    <a:moveTo>
                      <a:pt x="42" y="0"/>
                    </a:moveTo>
                    <a:lnTo>
                      <a:pt x="21" y="0"/>
                    </a:lnTo>
                    <a:lnTo>
                      <a:pt x="21" y="21"/>
                    </a:lnTo>
                    <a:lnTo>
                      <a:pt x="0" y="21"/>
                    </a:lnTo>
                    <a:lnTo>
                      <a:pt x="0" y="42"/>
                    </a:lnTo>
                    <a:lnTo>
                      <a:pt x="21" y="42"/>
                    </a:lnTo>
                    <a:lnTo>
                      <a:pt x="21" y="64"/>
                    </a:lnTo>
                    <a:lnTo>
                      <a:pt x="42" y="64"/>
                    </a:lnTo>
                    <a:lnTo>
                      <a:pt x="42" y="42"/>
                    </a:lnTo>
                    <a:lnTo>
                      <a:pt x="64" y="42"/>
                    </a:lnTo>
                    <a:lnTo>
                      <a:pt x="64" y="21"/>
                    </a:lnTo>
                    <a:lnTo>
                      <a:pt x="42" y="21"/>
                    </a:lnTo>
                    <a:lnTo>
                      <a:pt x="42" y="0"/>
                    </a:lnTo>
                    <a:close/>
                  </a:path>
                </a:pathLst>
              </a:custGeom>
              <a:solidFill>
                <a:schemeClr val="bg1">
                  <a:lumMod val="5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grpSp>
            <p:nvGrpSpPr>
              <p:cNvPr id="17" name="Group 16"/>
              <p:cNvGrpSpPr/>
              <p:nvPr/>
            </p:nvGrpSpPr>
            <p:grpSpPr>
              <a:xfrm>
                <a:off x="7494380" y="2779230"/>
                <a:ext cx="155357" cy="155272"/>
                <a:chOff x="4763" y="0"/>
                <a:chExt cx="2900362" cy="2898775"/>
              </a:xfrm>
              <a:solidFill>
                <a:schemeClr val="bg1">
                  <a:lumMod val="50000"/>
                </a:schemeClr>
              </a:solidFill>
            </p:grpSpPr>
            <p:sp>
              <p:nvSpPr>
                <p:cNvPr id="20" name="Freeform 13"/>
                <p:cNvSpPr>
                  <a:spLocks/>
                </p:cNvSpPr>
                <p:nvPr/>
              </p:nvSpPr>
              <p:spPr bwMode="auto">
                <a:xfrm>
                  <a:off x="4763" y="0"/>
                  <a:ext cx="727075" cy="722313"/>
                </a:xfrm>
                <a:custGeom>
                  <a:avLst/>
                  <a:gdLst>
                    <a:gd name="T0" fmla="*/ 168 w 193"/>
                    <a:gd name="T1" fmla="*/ 0 h 192"/>
                    <a:gd name="T2" fmla="*/ 24 w 193"/>
                    <a:gd name="T3" fmla="*/ 0 h 192"/>
                    <a:gd name="T4" fmla="*/ 0 w 193"/>
                    <a:gd name="T5" fmla="*/ 24 h 192"/>
                    <a:gd name="T6" fmla="*/ 0 w 193"/>
                    <a:gd name="T7" fmla="*/ 168 h 192"/>
                    <a:gd name="T8" fmla="*/ 24 w 193"/>
                    <a:gd name="T9" fmla="*/ 192 h 192"/>
                    <a:gd name="T10" fmla="*/ 168 w 193"/>
                    <a:gd name="T11" fmla="*/ 192 h 192"/>
                    <a:gd name="T12" fmla="*/ 193 w 193"/>
                    <a:gd name="T13" fmla="*/ 168 h 192"/>
                    <a:gd name="T14" fmla="*/ 193 w 193"/>
                    <a:gd name="T15" fmla="*/ 24 h 192"/>
                    <a:gd name="T16" fmla="*/ 168 w 193"/>
                    <a:gd name="T17"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3" h="192">
                      <a:moveTo>
                        <a:pt x="168" y="0"/>
                      </a:moveTo>
                      <a:cubicBezTo>
                        <a:pt x="24" y="0"/>
                        <a:pt x="24" y="0"/>
                        <a:pt x="24" y="0"/>
                      </a:cubicBezTo>
                      <a:cubicBezTo>
                        <a:pt x="11" y="0"/>
                        <a:pt x="0" y="11"/>
                        <a:pt x="0" y="24"/>
                      </a:cubicBezTo>
                      <a:cubicBezTo>
                        <a:pt x="0" y="168"/>
                        <a:pt x="0" y="168"/>
                        <a:pt x="0" y="168"/>
                      </a:cubicBezTo>
                      <a:cubicBezTo>
                        <a:pt x="0" y="182"/>
                        <a:pt x="11" y="192"/>
                        <a:pt x="24" y="192"/>
                      </a:cubicBezTo>
                      <a:cubicBezTo>
                        <a:pt x="168" y="192"/>
                        <a:pt x="168" y="192"/>
                        <a:pt x="168" y="192"/>
                      </a:cubicBezTo>
                      <a:cubicBezTo>
                        <a:pt x="182" y="192"/>
                        <a:pt x="193" y="182"/>
                        <a:pt x="193" y="168"/>
                      </a:cubicBezTo>
                      <a:cubicBezTo>
                        <a:pt x="193" y="24"/>
                        <a:pt x="193" y="24"/>
                        <a:pt x="193" y="24"/>
                      </a:cubicBezTo>
                      <a:cubicBezTo>
                        <a:pt x="193" y="11"/>
                        <a:pt x="182" y="0"/>
                        <a:pt x="168"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sp>
              <p:nvSpPr>
                <p:cNvPr id="21" name="Freeform 14"/>
                <p:cNvSpPr>
                  <a:spLocks/>
                </p:cNvSpPr>
                <p:nvPr/>
              </p:nvSpPr>
              <p:spPr bwMode="auto">
                <a:xfrm>
                  <a:off x="4763" y="1087438"/>
                  <a:ext cx="727075" cy="722313"/>
                </a:xfrm>
                <a:custGeom>
                  <a:avLst/>
                  <a:gdLst>
                    <a:gd name="T0" fmla="*/ 168 w 193"/>
                    <a:gd name="T1" fmla="*/ 0 h 192"/>
                    <a:gd name="T2" fmla="*/ 24 w 193"/>
                    <a:gd name="T3" fmla="*/ 0 h 192"/>
                    <a:gd name="T4" fmla="*/ 0 w 193"/>
                    <a:gd name="T5" fmla="*/ 24 h 192"/>
                    <a:gd name="T6" fmla="*/ 0 w 193"/>
                    <a:gd name="T7" fmla="*/ 168 h 192"/>
                    <a:gd name="T8" fmla="*/ 24 w 193"/>
                    <a:gd name="T9" fmla="*/ 192 h 192"/>
                    <a:gd name="T10" fmla="*/ 168 w 193"/>
                    <a:gd name="T11" fmla="*/ 192 h 192"/>
                    <a:gd name="T12" fmla="*/ 193 w 193"/>
                    <a:gd name="T13" fmla="*/ 168 h 192"/>
                    <a:gd name="T14" fmla="*/ 193 w 193"/>
                    <a:gd name="T15" fmla="*/ 24 h 192"/>
                    <a:gd name="T16" fmla="*/ 168 w 193"/>
                    <a:gd name="T17"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3" h="192">
                      <a:moveTo>
                        <a:pt x="168" y="0"/>
                      </a:moveTo>
                      <a:cubicBezTo>
                        <a:pt x="24" y="0"/>
                        <a:pt x="24" y="0"/>
                        <a:pt x="24" y="0"/>
                      </a:cubicBezTo>
                      <a:cubicBezTo>
                        <a:pt x="11" y="0"/>
                        <a:pt x="0" y="11"/>
                        <a:pt x="0" y="24"/>
                      </a:cubicBezTo>
                      <a:cubicBezTo>
                        <a:pt x="0" y="168"/>
                        <a:pt x="0" y="168"/>
                        <a:pt x="0" y="168"/>
                      </a:cubicBezTo>
                      <a:cubicBezTo>
                        <a:pt x="0" y="181"/>
                        <a:pt x="11" y="192"/>
                        <a:pt x="24" y="192"/>
                      </a:cubicBezTo>
                      <a:cubicBezTo>
                        <a:pt x="168" y="192"/>
                        <a:pt x="168" y="192"/>
                        <a:pt x="168" y="192"/>
                      </a:cubicBezTo>
                      <a:cubicBezTo>
                        <a:pt x="182" y="192"/>
                        <a:pt x="193" y="181"/>
                        <a:pt x="193" y="168"/>
                      </a:cubicBezTo>
                      <a:cubicBezTo>
                        <a:pt x="193" y="24"/>
                        <a:pt x="193" y="24"/>
                        <a:pt x="193" y="24"/>
                      </a:cubicBezTo>
                      <a:cubicBezTo>
                        <a:pt x="193" y="11"/>
                        <a:pt x="182" y="0"/>
                        <a:pt x="168"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sp>
              <p:nvSpPr>
                <p:cNvPr id="22" name="Freeform 15"/>
                <p:cNvSpPr>
                  <a:spLocks/>
                </p:cNvSpPr>
                <p:nvPr/>
              </p:nvSpPr>
              <p:spPr bwMode="auto">
                <a:xfrm>
                  <a:off x="4763" y="2171700"/>
                  <a:ext cx="727075" cy="727075"/>
                </a:xfrm>
                <a:custGeom>
                  <a:avLst/>
                  <a:gdLst>
                    <a:gd name="T0" fmla="*/ 168 w 193"/>
                    <a:gd name="T1" fmla="*/ 0 h 193"/>
                    <a:gd name="T2" fmla="*/ 24 w 193"/>
                    <a:gd name="T3" fmla="*/ 0 h 193"/>
                    <a:gd name="T4" fmla="*/ 0 w 193"/>
                    <a:gd name="T5" fmla="*/ 25 h 193"/>
                    <a:gd name="T6" fmla="*/ 0 w 193"/>
                    <a:gd name="T7" fmla="*/ 169 h 193"/>
                    <a:gd name="T8" fmla="*/ 24 w 193"/>
                    <a:gd name="T9" fmla="*/ 193 h 193"/>
                    <a:gd name="T10" fmla="*/ 168 w 193"/>
                    <a:gd name="T11" fmla="*/ 193 h 193"/>
                    <a:gd name="T12" fmla="*/ 193 w 193"/>
                    <a:gd name="T13" fmla="*/ 169 h 193"/>
                    <a:gd name="T14" fmla="*/ 193 w 193"/>
                    <a:gd name="T15" fmla="*/ 25 h 193"/>
                    <a:gd name="T16" fmla="*/ 168 w 193"/>
                    <a:gd name="T17" fmla="*/ 0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3" h="193">
                      <a:moveTo>
                        <a:pt x="168" y="0"/>
                      </a:moveTo>
                      <a:cubicBezTo>
                        <a:pt x="24" y="0"/>
                        <a:pt x="24" y="0"/>
                        <a:pt x="24" y="0"/>
                      </a:cubicBezTo>
                      <a:cubicBezTo>
                        <a:pt x="11" y="0"/>
                        <a:pt x="0" y="11"/>
                        <a:pt x="0" y="25"/>
                      </a:cubicBezTo>
                      <a:cubicBezTo>
                        <a:pt x="0" y="169"/>
                        <a:pt x="0" y="169"/>
                        <a:pt x="0" y="169"/>
                      </a:cubicBezTo>
                      <a:cubicBezTo>
                        <a:pt x="0" y="182"/>
                        <a:pt x="11" y="193"/>
                        <a:pt x="24" y="193"/>
                      </a:cubicBezTo>
                      <a:cubicBezTo>
                        <a:pt x="168" y="193"/>
                        <a:pt x="168" y="193"/>
                        <a:pt x="168" y="193"/>
                      </a:cubicBezTo>
                      <a:cubicBezTo>
                        <a:pt x="182" y="193"/>
                        <a:pt x="193" y="182"/>
                        <a:pt x="193" y="169"/>
                      </a:cubicBezTo>
                      <a:cubicBezTo>
                        <a:pt x="193" y="25"/>
                        <a:pt x="193" y="25"/>
                        <a:pt x="193" y="25"/>
                      </a:cubicBezTo>
                      <a:cubicBezTo>
                        <a:pt x="193" y="11"/>
                        <a:pt x="182" y="0"/>
                        <a:pt x="168"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sp>
              <p:nvSpPr>
                <p:cNvPr id="23" name="Freeform 16"/>
                <p:cNvSpPr>
                  <a:spLocks/>
                </p:cNvSpPr>
                <p:nvPr/>
              </p:nvSpPr>
              <p:spPr bwMode="auto">
                <a:xfrm>
                  <a:off x="1093788" y="0"/>
                  <a:ext cx="722312" cy="722313"/>
                </a:xfrm>
                <a:custGeom>
                  <a:avLst/>
                  <a:gdLst>
                    <a:gd name="T0" fmla="*/ 168 w 192"/>
                    <a:gd name="T1" fmla="*/ 0 h 192"/>
                    <a:gd name="T2" fmla="*/ 24 w 192"/>
                    <a:gd name="T3" fmla="*/ 0 h 192"/>
                    <a:gd name="T4" fmla="*/ 0 w 192"/>
                    <a:gd name="T5" fmla="*/ 24 h 192"/>
                    <a:gd name="T6" fmla="*/ 0 w 192"/>
                    <a:gd name="T7" fmla="*/ 168 h 192"/>
                    <a:gd name="T8" fmla="*/ 24 w 192"/>
                    <a:gd name="T9" fmla="*/ 192 h 192"/>
                    <a:gd name="T10" fmla="*/ 168 w 192"/>
                    <a:gd name="T11" fmla="*/ 192 h 192"/>
                    <a:gd name="T12" fmla="*/ 192 w 192"/>
                    <a:gd name="T13" fmla="*/ 168 h 192"/>
                    <a:gd name="T14" fmla="*/ 192 w 192"/>
                    <a:gd name="T15" fmla="*/ 24 h 192"/>
                    <a:gd name="T16" fmla="*/ 168 w 192"/>
                    <a:gd name="T17"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192">
                      <a:moveTo>
                        <a:pt x="168" y="0"/>
                      </a:moveTo>
                      <a:cubicBezTo>
                        <a:pt x="24" y="0"/>
                        <a:pt x="24" y="0"/>
                        <a:pt x="24" y="0"/>
                      </a:cubicBezTo>
                      <a:cubicBezTo>
                        <a:pt x="11" y="0"/>
                        <a:pt x="0" y="11"/>
                        <a:pt x="0" y="24"/>
                      </a:cubicBezTo>
                      <a:cubicBezTo>
                        <a:pt x="0" y="168"/>
                        <a:pt x="0" y="168"/>
                        <a:pt x="0" y="168"/>
                      </a:cubicBezTo>
                      <a:cubicBezTo>
                        <a:pt x="0" y="182"/>
                        <a:pt x="11" y="192"/>
                        <a:pt x="24" y="192"/>
                      </a:cubicBezTo>
                      <a:cubicBezTo>
                        <a:pt x="168" y="192"/>
                        <a:pt x="168" y="192"/>
                        <a:pt x="168" y="192"/>
                      </a:cubicBezTo>
                      <a:cubicBezTo>
                        <a:pt x="181" y="192"/>
                        <a:pt x="192" y="182"/>
                        <a:pt x="192" y="168"/>
                      </a:cubicBezTo>
                      <a:cubicBezTo>
                        <a:pt x="192" y="24"/>
                        <a:pt x="192" y="24"/>
                        <a:pt x="192" y="24"/>
                      </a:cubicBezTo>
                      <a:cubicBezTo>
                        <a:pt x="192" y="11"/>
                        <a:pt x="181" y="0"/>
                        <a:pt x="168"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sp>
              <p:nvSpPr>
                <p:cNvPr id="24" name="Freeform 17"/>
                <p:cNvSpPr>
                  <a:spLocks/>
                </p:cNvSpPr>
                <p:nvPr/>
              </p:nvSpPr>
              <p:spPr bwMode="auto">
                <a:xfrm>
                  <a:off x="1093788" y="1087438"/>
                  <a:ext cx="722312" cy="722313"/>
                </a:xfrm>
                <a:custGeom>
                  <a:avLst/>
                  <a:gdLst>
                    <a:gd name="T0" fmla="*/ 168 w 192"/>
                    <a:gd name="T1" fmla="*/ 0 h 192"/>
                    <a:gd name="T2" fmla="*/ 24 w 192"/>
                    <a:gd name="T3" fmla="*/ 0 h 192"/>
                    <a:gd name="T4" fmla="*/ 0 w 192"/>
                    <a:gd name="T5" fmla="*/ 24 h 192"/>
                    <a:gd name="T6" fmla="*/ 0 w 192"/>
                    <a:gd name="T7" fmla="*/ 168 h 192"/>
                    <a:gd name="T8" fmla="*/ 24 w 192"/>
                    <a:gd name="T9" fmla="*/ 192 h 192"/>
                    <a:gd name="T10" fmla="*/ 168 w 192"/>
                    <a:gd name="T11" fmla="*/ 192 h 192"/>
                    <a:gd name="T12" fmla="*/ 192 w 192"/>
                    <a:gd name="T13" fmla="*/ 168 h 192"/>
                    <a:gd name="T14" fmla="*/ 192 w 192"/>
                    <a:gd name="T15" fmla="*/ 24 h 192"/>
                    <a:gd name="T16" fmla="*/ 168 w 192"/>
                    <a:gd name="T17"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192">
                      <a:moveTo>
                        <a:pt x="168" y="0"/>
                      </a:moveTo>
                      <a:cubicBezTo>
                        <a:pt x="24" y="0"/>
                        <a:pt x="24" y="0"/>
                        <a:pt x="24" y="0"/>
                      </a:cubicBezTo>
                      <a:cubicBezTo>
                        <a:pt x="11" y="0"/>
                        <a:pt x="0" y="11"/>
                        <a:pt x="0" y="24"/>
                      </a:cubicBezTo>
                      <a:cubicBezTo>
                        <a:pt x="0" y="168"/>
                        <a:pt x="0" y="168"/>
                        <a:pt x="0" y="168"/>
                      </a:cubicBezTo>
                      <a:cubicBezTo>
                        <a:pt x="0" y="181"/>
                        <a:pt x="11" y="192"/>
                        <a:pt x="24" y="192"/>
                      </a:cubicBezTo>
                      <a:cubicBezTo>
                        <a:pt x="168" y="192"/>
                        <a:pt x="168" y="192"/>
                        <a:pt x="168" y="192"/>
                      </a:cubicBezTo>
                      <a:cubicBezTo>
                        <a:pt x="181" y="192"/>
                        <a:pt x="192" y="181"/>
                        <a:pt x="192" y="168"/>
                      </a:cubicBezTo>
                      <a:cubicBezTo>
                        <a:pt x="192" y="24"/>
                        <a:pt x="192" y="24"/>
                        <a:pt x="192" y="24"/>
                      </a:cubicBezTo>
                      <a:cubicBezTo>
                        <a:pt x="192" y="11"/>
                        <a:pt x="181" y="0"/>
                        <a:pt x="168"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sp>
              <p:nvSpPr>
                <p:cNvPr id="25" name="Freeform 18"/>
                <p:cNvSpPr>
                  <a:spLocks/>
                </p:cNvSpPr>
                <p:nvPr/>
              </p:nvSpPr>
              <p:spPr bwMode="auto">
                <a:xfrm>
                  <a:off x="1093788" y="2171700"/>
                  <a:ext cx="722312" cy="727075"/>
                </a:xfrm>
                <a:custGeom>
                  <a:avLst/>
                  <a:gdLst>
                    <a:gd name="T0" fmla="*/ 168 w 192"/>
                    <a:gd name="T1" fmla="*/ 0 h 193"/>
                    <a:gd name="T2" fmla="*/ 24 w 192"/>
                    <a:gd name="T3" fmla="*/ 0 h 193"/>
                    <a:gd name="T4" fmla="*/ 0 w 192"/>
                    <a:gd name="T5" fmla="*/ 25 h 193"/>
                    <a:gd name="T6" fmla="*/ 0 w 192"/>
                    <a:gd name="T7" fmla="*/ 169 h 193"/>
                    <a:gd name="T8" fmla="*/ 24 w 192"/>
                    <a:gd name="T9" fmla="*/ 193 h 193"/>
                    <a:gd name="T10" fmla="*/ 168 w 192"/>
                    <a:gd name="T11" fmla="*/ 193 h 193"/>
                    <a:gd name="T12" fmla="*/ 192 w 192"/>
                    <a:gd name="T13" fmla="*/ 169 h 193"/>
                    <a:gd name="T14" fmla="*/ 192 w 192"/>
                    <a:gd name="T15" fmla="*/ 25 h 193"/>
                    <a:gd name="T16" fmla="*/ 168 w 192"/>
                    <a:gd name="T17" fmla="*/ 0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193">
                      <a:moveTo>
                        <a:pt x="168" y="0"/>
                      </a:moveTo>
                      <a:cubicBezTo>
                        <a:pt x="24" y="0"/>
                        <a:pt x="24" y="0"/>
                        <a:pt x="24" y="0"/>
                      </a:cubicBezTo>
                      <a:cubicBezTo>
                        <a:pt x="11" y="0"/>
                        <a:pt x="0" y="11"/>
                        <a:pt x="0" y="25"/>
                      </a:cubicBezTo>
                      <a:cubicBezTo>
                        <a:pt x="0" y="169"/>
                        <a:pt x="0" y="169"/>
                        <a:pt x="0" y="169"/>
                      </a:cubicBezTo>
                      <a:cubicBezTo>
                        <a:pt x="0" y="182"/>
                        <a:pt x="11" y="193"/>
                        <a:pt x="24" y="193"/>
                      </a:cubicBezTo>
                      <a:cubicBezTo>
                        <a:pt x="168" y="193"/>
                        <a:pt x="168" y="193"/>
                        <a:pt x="168" y="193"/>
                      </a:cubicBezTo>
                      <a:cubicBezTo>
                        <a:pt x="181" y="193"/>
                        <a:pt x="192" y="182"/>
                        <a:pt x="192" y="169"/>
                      </a:cubicBezTo>
                      <a:cubicBezTo>
                        <a:pt x="192" y="25"/>
                        <a:pt x="192" y="25"/>
                        <a:pt x="192" y="25"/>
                      </a:cubicBezTo>
                      <a:cubicBezTo>
                        <a:pt x="192" y="11"/>
                        <a:pt x="181" y="0"/>
                        <a:pt x="168"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sp>
              <p:nvSpPr>
                <p:cNvPr id="26" name="Freeform 19"/>
                <p:cNvSpPr>
                  <a:spLocks/>
                </p:cNvSpPr>
                <p:nvPr/>
              </p:nvSpPr>
              <p:spPr bwMode="auto">
                <a:xfrm>
                  <a:off x="2181225" y="0"/>
                  <a:ext cx="723900" cy="722313"/>
                </a:xfrm>
                <a:custGeom>
                  <a:avLst/>
                  <a:gdLst>
                    <a:gd name="T0" fmla="*/ 168 w 192"/>
                    <a:gd name="T1" fmla="*/ 0 h 192"/>
                    <a:gd name="T2" fmla="*/ 24 w 192"/>
                    <a:gd name="T3" fmla="*/ 0 h 192"/>
                    <a:gd name="T4" fmla="*/ 0 w 192"/>
                    <a:gd name="T5" fmla="*/ 24 h 192"/>
                    <a:gd name="T6" fmla="*/ 0 w 192"/>
                    <a:gd name="T7" fmla="*/ 168 h 192"/>
                    <a:gd name="T8" fmla="*/ 24 w 192"/>
                    <a:gd name="T9" fmla="*/ 192 h 192"/>
                    <a:gd name="T10" fmla="*/ 168 w 192"/>
                    <a:gd name="T11" fmla="*/ 192 h 192"/>
                    <a:gd name="T12" fmla="*/ 192 w 192"/>
                    <a:gd name="T13" fmla="*/ 168 h 192"/>
                    <a:gd name="T14" fmla="*/ 192 w 192"/>
                    <a:gd name="T15" fmla="*/ 24 h 192"/>
                    <a:gd name="T16" fmla="*/ 168 w 192"/>
                    <a:gd name="T17"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192">
                      <a:moveTo>
                        <a:pt x="168" y="0"/>
                      </a:moveTo>
                      <a:cubicBezTo>
                        <a:pt x="24" y="0"/>
                        <a:pt x="24" y="0"/>
                        <a:pt x="24" y="0"/>
                      </a:cubicBezTo>
                      <a:cubicBezTo>
                        <a:pt x="10" y="0"/>
                        <a:pt x="0" y="11"/>
                        <a:pt x="0" y="24"/>
                      </a:cubicBezTo>
                      <a:cubicBezTo>
                        <a:pt x="0" y="168"/>
                        <a:pt x="0" y="168"/>
                        <a:pt x="0" y="168"/>
                      </a:cubicBezTo>
                      <a:cubicBezTo>
                        <a:pt x="0" y="182"/>
                        <a:pt x="10" y="192"/>
                        <a:pt x="24" y="192"/>
                      </a:cubicBezTo>
                      <a:cubicBezTo>
                        <a:pt x="168" y="192"/>
                        <a:pt x="168" y="192"/>
                        <a:pt x="168" y="192"/>
                      </a:cubicBezTo>
                      <a:cubicBezTo>
                        <a:pt x="181" y="192"/>
                        <a:pt x="192" y="182"/>
                        <a:pt x="192" y="168"/>
                      </a:cubicBezTo>
                      <a:cubicBezTo>
                        <a:pt x="192" y="24"/>
                        <a:pt x="192" y="24"/>
                        <a:pt x="192" y="24"/>
                      </a:cubicBezTo>
                      <a:cubicBezTo>
                        <a:pt x="192" y="11"/>
                        <a:pt x="181" y="0"/>
                        <a:pt x="168"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sp>
              <p:nvSpPr>
                <p:cNvPr id="27" name="Freeform 20"/>
                <p:cNvSpPr>
                  <a:spLocks/>
                </p:cNvSpPr>
                <p:nvPr/>
              </p:nvSpPr>
              <p:spPr bwMode="auto">
                <a:xfrm>
                  <a:off x="2181225" y="1087438"/>
                  <a:ext cx="723900" cy="722313"/>
                </a:xfrm>
                <a:custGeom>
                  <a:avLst/>
                  <a:gdLst>
                    <a:gd name="T0" fmla="*/ 168 w 192"/>
                    <a:gd name="T1" fmla="*/ 0 h 192"/>
                    <a:gd name="T2" fmla="*/ 24 w 192"/>
                    <a:gd name="T3" fmla="*/ 0 h 192"/>
                    <a:gd name="T4" fmla="*/ 0 w 192"/>
                    <a:gd name="T5" fmla="*/ 24 h 192"/>
                    <a:gd name="T6" fmla="*/ 0 w 192"/>
                    <a:gd name="T7" fmla="*/ 168 h 192"/>
                    <a:gd name="T8" fmla="*/ 24 w 192"/>
                    <a:gd name="T9" fmla="*/ 192 h 192"/>
                    <a:gd name="T10" fmla="*/ 168 w 192"/>
                    <a:gd name="T11" fmla="*/ 192 h 192"/>
                    <a:gd name="T12" fmla="*/ 192 w 192"/>
                    <a:gd name="T13" fmla="*/ 168 h 192"/>
                    <a:gd name="T14" fmla="*/ 192 w 192"/>
                    <a:gd name="T15" fmla="*/ 24 h 192"/>
                    <a:gd name="T16" fmla="*/ 168 w 192"/>
                    <a:gd name="T17"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192">
                      <a:moveTo>
                        <a:pt x="168" y="0"/>
                      </a:moveTo>
                      <a:cubicBezTo>
                        <a:pt x="24" y="0"/>
                        <a:pt x="24" y="0"/>
                        <a:pt x="24" y="0"/>
                      </a:cubicBezTo>
                      <a:cubicBezTo>
                        <a:pt x="10" y="0"/>
                        <a:pt x="0" y="11"/>
                        <a:pt x="0" y="24"/>
                      </a:cubicBezTo>
                      <a:cubicBezTo>
                        <a:pt x="0" y="168"/>
                        <a:pt x="0" y="168"/>
                        <a:pt x="0" y="168"/>
                      </a:cubicBezTo>
                      <a:cubicBezTo>
                        <a:pt x="0" y="181"/>
                        <a:pt x="10" y="192"/>
                        <a:pt x="24" y="192"/>
                      </a:cubicBezTo>
                      <a:cubicBezTo>
                        <a:pt x="168" y="192"/>
                        <a:pt x="168" y="192"/>
                        <a:pt x="168" y="192"/>
                      </a:cubicBezTo>
                      <a:cubicBezTo>
                        <a:pt x="181" y="192"/>
                        <a:pt x="192" y="181"/>
                        <a:pt x="192" y="168"/>
                      </a:cubicBezTo>
                      <a:cubicBezTo>
                        <a:pt x="192" y="24"/>
                        <a:pt x="192" y="24"/>
                        <a:pt x="192" y="24"/>
                      </a:cubicBezTo>
                      <a:cubicBezTo>
                        <a:pt x="192" y="11"/>
                        <a:pt x="181" y="0"/>
                        <a:pt x="168"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sp>
              <p:nvSpPr>
                <p:cNvPr id="28" name="Freeform 21"/>
                <p:cNvSpPr>
                  <a:spLocks/>
                </p:cNvSpPr>
                <p:nvPr/>
              </p:nvSpPr>
              <p:spPr bwMode="auto">
                <a:xfrm>
                  <a:off x="2181225" y="2171700"/>
                  <a:ext cx="723900" cy="727075"/>
                </a:xfrm>
                <a:custGeom>
                  <a:avLst/>
                  <a:gdLst>
                    <a:gd name="T0" fmla="*/ 168 w 192"/>
                    <a:gd name="T1" fmla="*/ 0 h 193"/>
                    <a:gd name="T2" fmla="*/ 24 w 192"/>
                    <a:gd name="T3" fmla="*/ 0 h 193"/>
                    <a:gd name="T4" fmla="*/ 0 w 192"/>
                    <a:gd name="T5" fmla="*/ 25 h 193"/>
                    <a:gd name="T6" fmla="*/ 0 w 192"/>
                    <a:gd name="T7" fmla="*/ 169 h 193"/>
                    <a:gd name="T8" fmla="*/ 24 w 192"/>
                    <a:gd name="T9" fmla="*/ 193 h 193"/>
                    <a:gd name="T10" fmla="*/ 168 w 192"/>
                    <a:gd name="T11" fmla="*/ 193 h 193"/>
                    <a:gd name="T12" fmla="*/ 192 w 192"/>
                    <a:gd name="T13" fmla="*/ 169 h 193"/>
                    <a:gd name="T14" fmla="*/ 192 w 192"/>
                    <a:gd name="T15" fmla="*/ 25 h 193"/>
                    <a:gd name="T16" fmla="*/ 168 w 192"/>
                    <a:gd name="T17" fmla="*/ 0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193">
                      <a:moveTo>
                        <a:pt x="168" y="0"/>
                      </a:moveTo>
                      <a:cubicBezTo>
                        <a:pt x="24" y="0"/>
                        <a:pt x="24" y="0"/>
                        <a:pt x="24" y="0"/>
                      </a:cubicBezTo>
                      <a:cubicBezTo>
                        <a:pt x="10" y="0"/>
                        <a:pt x="0" y="11"/>
                        <a:pt x="0" y="25"/>
                      </a:cubicBezTo>
                      <a:cubicBezTo>
                        <a:pt x="0" y="169"/>
                        <a:pt x="0" y="169"/>
                        <a:pt x="0" y="169"/>
                      </a:cubicBezTo>
                      <a:cubicBezTo>
                        <a:pt x="0" y="182"/>
                        <a:pt x="10" y="193"/>
                        <a:pt x="24" y="193"/>
                      </a:cubicBezTo>
                      <a:cubicBezTo>
                        <a:pt x="168" y="193"/>
                        <a:pt x="168" y="193"/>
                        <a:pt x="168" y="193"/>
                      </a:cubicBezTo>
                      <a:cubicBezTo>
                        <a:pt x="181" y="193"/>
                        <a:pt x="192" y="182"/>
                        <a:pt x="192" y="169"/>
                      </a:cubicBezTo>
                      <a:cubicBezTo>
                        <a:pt x="192" y="25"/>
                        <a:pt x="192" y="25"/>
                        <a:pt x="192" y="25"/>
                      </a:cubicBezTo>
                      <a:cubicBezTo>
                        <a:pt x="192" y="11"/>
                        <a:pt x="181" y="0"/>
                        <a:pt x="168"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grpSp>
          <p:sp>
            <p:nvSpPr>
              <p:cNvPr id="18" name="Freeform 25"/>
              <p:cNvSpPr>
                <a:spLocks/>
              </p:cNvSpPr>
              <p:nvPr/>
            </p:nvSpPr>
            <p:spPr bwMode="auto">
              <a:xfrm rot="5400000">
                <a:off x="7497092" y="3115886"/>
                <a:ext cx="146921" cy="128651"/>
              </a:xfrm>
              <a:custGeom>
                <a:avLst/>
                <a:gdLst>
                  <a:gd name="T0" fmla="*/ 504 w 896"/>
                  <a:gd name="T1" fmla="*/ 0 h 784"/>
                  <a:gd name="T2" fmla="*/ 116 w 896"/>
                  <a:gd name="T3" fmla="*/ 336 h 784"/>
                  <a:gd name="T4" fmla="*/ 0 w 896"/>
                  <a:gd name="T5" fmla="*/ 336 h 784"/>
                  <a:gd name="T6" fmla="*/ 168 w 896"/>
                  <a:gd name="T7" fmla="*/ 560 h 784"/>
                  <a:gd name="T8" fmla="*/ 336 w 896"/>
                  <a:gd name="T9" fmla="*/ 336 h 784"/>
                  <a:gd name="T10" fmla="*/ 230 w 896"/>
                  <a:gd name="T11" fmla="*/ 336 h 784"/>
                  <a:gd name="T12" fmla="*/ 504 w 896"/>
                  <a:gd name="T13" fmla="*/ 112 h 784"/>
                  <a:gd name="T14" fmla="*/ 784 w 896"/>
                  <a:gd name="T15" fmla="*/ 392 h 784"/>
                  <a:gd name="T16" fmla="*/ 504 w 896"/>
                  <a:gd name="T17" fmla="*/ 672 h 784"/>
                  <a:gd name="T18" fmla="*/ 504 w 896"/>
                  <a:gd name="T19" fmla="*/ 784 h 784"/>
                  <a:gd name="T20" fmla="*/ 896 w 896"/>
                  <a:gd name="T21" fmla="*/ 392 h 784"/>
                  <a:gd name="T22" fmla="*/ 504 w 896"/>
                  <a:gd name="T23" fmla="*/ 0 h 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96" h="784">
                    <a:moveTo>
                      <a:pt x="504" y="0"/>
                    </a:moveTo>
                    <a:cubicBezTo>
                      <a:pt x="307" y="0"/>
                      <a:pt x="144" y="146"/>
                      <a:pt x="116" y="336"/>
                    </a:cubicBezTo>
                    <a:cubicBezTo>
                      <a:pt x="0" y="336"/>
                      <a:pt x="0" y="336"/>
                      <a:pt x="0" y="336"/>
                    </a:cubicBezTo>
                    <a:cubicBezTo>
                      <a:pt x="168" y="560"/>
                      <a:pt x="168" y="560"/>
                      <a:pt x="168" y="560"/>
                    </a:cubicBezTo>
                    <a:cubicBezTo>
                      <a:pt x="336" y="336"/>
                      <a:pt x="336" y="336"/>
                      <a:pt x="336" y="336"/>
                    </a:cubicBezTo>
                    <a:cubicBezTo>
                      <a:pt x="230" y="336"/>
                      <a:pt x="230" y="336"/>
                      <a:pt x="230" y="336"/>
                    </a:cubicBezTo>
                    <a:cubicBezTo>
                      <a:pt x="256" y="208"/>
                      <a:pt x="369" y="112"/>
                      <a:pt x="504" y="112"/>
                    </a:cubicBezTo>
                    <a:cubicBezTo>
                      <a:pt x="658" y="112"/>
                      <a:pt x="784" y="238"/>
                      <a:pt x="784" y="392"/>
                    </a:cubicBezTo>
                    <a:cubicBezTo>
                      <a:pt x="784" y="546"/>
                      <a:pt x="658" y="672"/>
                      <a:pt x="504" y="672"/>
                    </a:cubicBezTo>
                    <a:cubicBezTo>
                      <a:pt x="504" y="784"/>
                      <a:pt x="504" y="784"/>
                      <a:pt x="504" y="784"/>
                    </a:cubicBezTo>
                    <a:cubicBezTo>
                      <a:pt x="721" y="784"/>
                      <a:pt x="896" y="609"/>
                      <a:pt x="896" y="392"/>
                    </a:cubicBezTo>
                    <a:cubicBezTo>
                      <a:pt x="896" y="175"/>
                      <a:pt x="721" y="0"/>
                      <a:pt x="504" y="0"/>
                    </a:cubicBezTo>
                    <a:close/>
                  </a:path>
                </a:pathLst>
              </a:custGeom>
              <a:solidFill>
                <a:schemeClr val="bg1">
                  <a:lumMod val="5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sp>
            <p:nvSpPr>
              <p:cNvPr id="19" name="Oval 6"/>
              <p:cNvSpPr>
                <a:spLocks/>
              </p:cNvSpPr>
              <p:nvPr/>
            </p:nvSpPr>
            <p:spPr bwMode="auto">
              <a:xfrm>
                <a:off x="1655635" y="2814331"/>
                <a:ext cx="95903" cy="95276"/>
              </a:xfrm>
              <a:prstGeom prst="ellipse">
                <a:avLst/>
              </a:prstGeom>
              <a:solidFill>
                <a:schemeClr val="accent5"/>
              </a:solidFill>
              <a:ln w="25400" cap="flat">
                <a:noFill/>
                <a:prstDash val="solid"/>
                <a:miter lim="800000"/>
                <a:headEnd type="none" w="med" len="med"/>
                <a:tailEnd type="none" w="med" len="med"/>
              </a:ln>
            </p:spPr>
            <p:txBody>
              <a:bodyPr lIns="0" tIns="0" rIns="0" bIns="0"/>
              <a:lstStyle/>
              <a:p>
                <a:pPr fontAlgn="auto">
                  <a:spcBef>
                    <a:spcPts val="0"/>
                  </a:spcBef>
                  <a:spcAft>
                    <a:spcPts val="0"/>
                  </a:spcAft>
                </a:pPr>
                <a:endParaRPr lang="id-ID">
                  <a:solidFill>
                    <a:prstClr val="black"/>
                  </a:solidFill>
                  <a:latin typeface="Roboto Lt"/>
                  <a:cs typeface="+mn-cs"/>
                </a:endParaRPr>
              </a:p>
            </p:txBody>
          </p:sp>
        </p:grpSp>
        <p:sp>
          <p:nvSpPr>
            <p:cNvPr id="8" name="TextBox 7"/>
            <p:cNvSpPr txBox="1"/>
            <p:nvPr/>
          </p:nvSpPr>
          <p:spPr>
            <a:xfrm>
              <a:off x="2353072" y="3063038"/>
              <a:ext cx="1372295" cy="223997"/>
            </a:xfrm>
            <a:prstGeom prst="rect">
              <a:avLst/>
            </a:prstGeom>
            <a:noFill/>
          </p:spPr>
          <p:txBody>
            <a:bodyPr wrap="none" rtlCol="0">
              <a:spAutoFit/>
            </a:bodyPr>
            <a:lstStyle/>
            <a:p>
              <a:pPr fontAlgn="auto">
                <a:spcBef>
                  <a:spcPts val="0"/>
                </a:spcBef>
                <a:spcAft>
                  <a:spcPts val="0"/>
                </a:spcAft>
              </a:pPr>
              <a:r>
                <a:rPr lang="id-ID" sz="900" dirty="0" smtClean="0">
                  <a:solidFill>
                    <a:prstClr val="white">
                      <a:lumMod val="65000"/>
                    </a:prstClr>
                  </a:solidFill>
                  <a:latin typeface="Roboto"/>
                  <a:cs typeface="+mn-cs"/>
                </a:rPr>
                <a:t>www.designcorner.com</a:t>
              </a:r>
              <a:endParaRPr lang="id-ID" sz="900" dirty="0">
                <a:solidFill>
                  <a:prstClr val="white">
                    <a:lumMod val="65000"/>
                  </a:prstClr>
                </a:solidFill>
                <a:latin typeface="Roboto"/>
                <a:cs typeface="+mn-cs"/>
              </a:endParaRPr>
            </a:p>
          </p:txBody>
        </p:sp>
      </p:grpSp>
      <p:sp>
        <p:nvSpPr>
          <p:cNvPr id="29"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0"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31"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32" name="Picture Placeholder 30"/>
          <p:cNvSpPr>
            <a:spLocks noGrp="1"/>
          </p:cNvSpPr>
          <p:nvPr>
            <p:ph type="pic" sz="quarter" idx="36" hasCustomPrompt="1"/>
          </p:nvPr>
        </p:nvSpPr>
        <p:spPr>
          <a:xfrm>
            <a:off x="-1" y="3411787"/>
            <a:ext cx="6136175" cy="3446213"/>
          </a:xfrm>
          <a:solidFill>
            <a:schemeClr val="bg1">
              <a:lumMod val="85000"/>
            </a:schemeClr>
          </a:solidFill>
        </p:spPr>
        <p:txBody>
          <a:bodyPr/>
          <a:lstStyle>
            <a:lvl1pPr>
              <a:defRPr/>
            </a:lvl1pPr>
          </a:lstStyle>
          <a:p>
            <a:r>
              <a:rPr lang="id-ID" dirty="0" smtClean="0"/>
              <a:t>Pic here</a:t>
            </a:r>
            <a:endParaRPr lang="en-AU" dirty="0"/>
          </a:p>
        </p:txBody>
      </p:sp>
    </p:spTree>
    <p:extLst>
      <p:ext uri="{BB962C8B-B14F-4D97-AF65-F5344CB8AC3E}">
        <p14:creationId xmlns:p14="http://schemas.microsoft.com/office/powerpoint/2010/main" val="159305488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100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30">
                                            <p:txEl>
                                              <p:pRg st="0" end="0"/>
                                            </p:txEl>
                                          </p:spTgt>
                                        </p:tgtEl>
                                        <p:attrNameLst>
                                          <p:attrName>style.visibility</p:attrName>
                                        </p:attrNameLst>
                                      </p:cBhvr>
                                      <p:to>
                                        <p:strVal val="visible"/>
                                      </p:to>
                                    </p:set>
                                    <p:animEffect transition="in" filter="fade">
                                      <p:cBhvr>
                                        <p:cTn id="7" dur="500"/>
                                        <p:tgtEl>
                                          <p:spTgt spid="30">
                                            <p:txEl>
                                              <p:pRg st="0" end="0"/>
                                            </p:txEl>
                                          </p:spTgt>
                                        </p:tgtEl>
                                      </p:cBhvr>
                                    </p:animEffect>
                                  </p:childTnLst>
                                </p:cTn>
                              </p:par>
                            </p:childTnLst>
                          </p:cTn>
                        </p:par>
                        <p:par>
                          <p:cTn id="8" fill="hold">
                            <p:stCondLst>
                              <p:cond delay="1500"/>
                            </p:stCondLst>
                            <p:childTnLst>
                              <p:par>
                                <p:cTn id="9" presetID="10" presetClass="entr" presetSubtype="0" fill="hold" grpId="0" nodeType="afterEffect">
                                  <p:stCondLst>
                                    <p:cond delay="0"/>
                                  </p:stCondLst>
                                  <p:childTnLst>
                                    <p:set>
                                      <p:cBhvr>
                                        <p:cTn id="10" dur="1" fill="hold">
                                          <p:stCondLst>
                                            <p:cond delay="0"/>
                                          </p:stCondLst>
                                        </p:cTn>
                                        <p:tgtEl>
                                          <p:spTgt spid="29"/>
                                        </p:tgtEl>
                                        <p:attrNameLst>
                                          <p:attrName>style.visibility</p:attrName>
                                        </p:attrNameLst>
                                      </p:cBhvr>
                                      <p:to>
                                        <p:strVal val="visible"/>
                                      </p:to>
                                    </p:set>
                                    <p:animEffect transition="in" filter="fade">
                                      <p:cBhvr>
                                        <p:cTn id="11" dur="500"/>
                                        <p:tgtEl>
                                          <p:spTgt spid="29"/>
                                        </p:tgtEl>
                                      </p:cBhvr>
                                    </p:animEffect>
                                  </p:childTnLst>
                                </p:cTn>
                              </p:par>
                            </p:childTnLst>
                          </p:cTn>
                        </p:par>
                        <p:par>
                          <p:cTn id="12" fill="hold">
                            <p:stCondLst>
                              <p:cond delay="2000"/>
                            </p:stCondLst>
                            <p:childTnLst>
                              <p:par>
                                <p:cTn id="13" presetID="42" presetClass="entr" presetSubtype="0" fill="hold" grpId="0" nodeType="afterEffect">
                                  <p:stCondLst>
                                    <p:cond delay="0"/>
                                  </p:stCondLst>
                                  <p:childTnLst>
                                    <p:set>
                                      <p:cBhvr>
                                        <p:cTn id="14" dur="1" fill="hold">
                                          <p:stCondLst>
                                            <p:cond delay="0"/>
                                          </p:stCondLst>
                                        </p:cTn>
                                        <p:tgtEl>
                                          <p:spTgt spid="31">
                                            <p:txEl>
                                              <p:pRg st="0" end="0"/>
                                            </p:txEl>
                                          </p:spTgt>
                                        </p:tgtEl>
                                        <p:attrNameLst>
                                          <p:attrName>style.visibility</p:attrName>
                                        </p:attrNameLst>
                                      </p:cBhvr>
                                      <p:to>
                                        <p:strVal val="visible"/>
                                      </p:to>
                                    </p:set>
                                    <p:animEffect transition="in" filter="fade">
                                      <p:cBhvr>
                                        <p:cTn id="15" dur="500"/>
                                        <p:tgtEl>
                                          <p:spTgt spid="31">
                                            <p:txEl>
                                              <p:pRg st="0" end="0"/>
                                            </p:txEl>
                                          </p:spTgt>
                                        </p:tgtEl>
                                      </p:cBhvr>
                                    </p:animEffect>
                                    <p:anim calcmode="lin" valueType="num">
                                      <p:cBhvr>
                                        <p:cTn id="16" dur="500" fill="hold"/>
                                        <p:tgtEl>
                                          <p:spTgt spid="31">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31">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2500"/>
                            </p:stCondLst>
                            <p:childTnLst>
                              <p:par>
                                <p:cTn id="19" presetID="42" presetClass="entr" presetSubtype="0" fill="hold" nodeType="afterEffect">
                                  <p:stCondLst>
                                    <p:cond delay="0"/>
                                  </p:stCondLst>
                                  <p:childTnLst>
                                    <p:set>
                                      <p:cBhvr>
                                        <p:cTn id="20" dur="1" fill="hold">
                                          <p:stCondLst>
                                            <p:cond delay="0"/>
                                          </p:stCondLst>
                                        </p:cTn>
                                        <p:tgtEl>
                                          <p:spTgt spid="6"/>
                                        </p:tgtEl>
                                        <p:attrNameLst>
                                          <p:attrName>style.visibility</p:attrName>
                                        </p:attrNameLst>
                                      </p:cBhvr>
                                      <p:to>
                                        <p:strVal val="visible"/>
                                      </p:to>
                                    </p:set>
                                    <p:animEffect transition="in" filter="fade">
                                      <p:cBhvr>
                                        <p:cTn id="21" dur="1000"/>
                                        <p:tgtEl>
                                          <p:spTgt spid="6"/>
                                        </p:tgtEl>
                                      </p:cBhvr>
                                    </p:animEffect>
                                    <p:anim calcmode="lin" valueType="num">
                                      <p:cBhvr>
                                        <p:cTn id="22" dur="1000" fill="hold"/>
                                        <p:tgtEl>
                                          <p:spTgt spid="6"/>
                                        </p:tgtEl>
                                        <p:attrNameLst>
                                          <p:attrName>ppt_x</p:attrName>
                                        </p:attrNameLst>
                                      </p:cBhvr>
                                      <p:tavLst>
                                        <p:tav tm="0">
                                          <p:val>
                                            <p:strVal val="#ppt_x"/>
                                          </p:val>
                                        </p:tav>
                                        <p:tav tm="100000">
                                          <p:val>
                                            <p:strVal val="#ppt_x"/>
                                          </p:val>
                                        </p:tav>
                                      </p:tavLst>
                                    </p:anim>
                                    <p:anim calcmode="lin" valueType="num">
                                      <p:cBhvr>
                                        <p:cTn id="23" dur="1000" fill="hold"/>
                                        <p:tgtEl>
                                          <p:spTgt spid="6"/>
                                        </p:tgtEl>
                                        <p:attrNameLst>
                                          <p:attrName>ppt_y</p:attrName>
                                        </p:attrNameLst>
                                      </p:cBhvr>
                                      <p:tavLst>
                                        <p:tav tm="0">
                                          <p:val>
                                            <p:strVal val="#ppt_y+.1"/>
                                          </p:val>
                                        </p:tav>
                                        <p:tav tm="100000">
                                          <p:val>
                                            <p:strVal val="#ppt_y"/>
                                          </p:val>
                                        </p:tav>
                                      </p:tavLst>
                                    </p:anim>
                                  </p:childTnLst>
                                </p:cTn>
                              </p:par>
                            </p:childTnLst>
                          </p:cTn>
                        </p:par>
                        <p:par>
                          <p:cTn id="24" fill="hold">
                            <p:stCondLst>
                              <p:cond delay="3500"/>
                            </p:stCondLst>
                            <p:childTnLst>
                              <p:par>
                                <p:cTn id="25" presetID="42" presetClass="entr" presetSubtype="0" fill="hold" grpId="0" nodeType="afterEffect">
                                  <p:stCondLst>
                                    <p:cond delay="0"/>
                                  </p:stCondLst>
                                  <p:childTnLst>
                                    <p:set>
                                      <p:cBhvr>
                                        <p:cTn id="26" dur="1" fill="hold">
                                          <p:stCondLst>
                                            <p:cond delay="0"/>
                                          </p:stCondLst>
                                        </p:cTn>
                                        <p:tgtEl>
                                          <p:spTgt spid="32"/>
                                        </p:tgtEl>
                                        <p:attrNameLst>
                                          <p:attrName>style.visibility</p:attrName>
                                        </p:attrNameLst>
                                      </p:cBhvr>
                                      <p:to>
                                        <p:strVal val="visible"/>
                                      </p:to>
                                    </p:set>
                                    <p:animEffect transition="in" filter="fade">
                                      <p:cBhvr>
                                        <p:cTn id="27" dur="500"/>
                                        <p:tgtEl>
                                          <p:spTgt spid="32"/>
                                        </p:tgtEl>
                                      </p:cBhvr>
                                    </p:animEffect>
                                    <p:anim calcmode="lin" valueType="num">
                                      <p:cBhvr>
                                        <p:cTn id="28" dur="500" fill="hold"/>
                                        <p:tgtEl>
                                          <p:spTgt spid="32"/>
                                        </p:tgtEl>
                                        <p:attrNameLst>
                                          <p:attrName>ppt_x</p:attrName>
                                        </p:attrNameLst>
                                      </p:cBhvr>
                                      <p:tavLst>
                                        <p:tav tm="0">
                                          <p:val>
                                            <p:strVal val="#ppt_x"/>
                                          </p:val>
                                        </p:tav>
                                        <p:tav tm="100000">
                                          <p:val>
                                            <p:strVal val="#ppt_x"/>
                                          </p:val>
                                        </p:tav>
                                      </p:tavLst>
                                    </p:anim>
                                    <p:anim calcmode="lin" valueType="num">
                                      <p:cBhvr>
                                        <p:cTn id="29" dur="500" fill="hold"/>
                                        <p:tgtEl>
                                          <p:spTgt spid="3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p:bldP spid="30"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30"/>
                        </p:tgtEl>
                        <p:attrNameLst>
                          <p:attrName>style.visibility</p:attrName>
                        </p:attrNameLst>
                      </p:cBhvr>
                      <p:to>
                        <p:strVal val="visible"/>
                      </p:to>
                    </p:set>
                    <p:animEffect transition="in" filter="fade">
                      <p:cBhvr>
                        <p:cTn dur="500"/>
                        <p:tgtEl>
                          <p:spTgt spid="30"/>
                        </p:tgtEl>
                      </p:cBhvr>
                    </p:animEffect>
                  </p:childTnLst>
                </p:cTn>
              </p:par>
            </p:tnLst>
          </p:tmpl>
        </p:tmplLst>
      </p:bldP>
      <p:bldP spid="31" grpId="0" build="p">
        <p:tmplLst>
          <p:tmpl lvl="1">
            <p:tnLst>
              <p:par>
                <p:cTn presetID="42" presetClass="entr" presetSubtype="0" fill="hold" nodeType="afterEffect">
                  <p:stCondLst>
                    <p:cond delay="0"/>
                  </p:stCondLst>
                  <p:childTnLst>
                    <p:set>
                      <p:cBhvr>
                        <p:cTn dur="1" fill="hold">
                          <p:stCondLst>
                            <p:cond delay="0"/>
                          </p:stCondLst>
                        </p:cTn>
                        <p:tgtEl>
                          <p:spTgt spid="31"/>
                        </p:tgtEl>
                        <p:attrNameLst>
                          <p:attrName>style.visibility</p:attrName>
                        </p:attrNameLst>
                      </p:cBhvr>
                      <p:to>
                        <p:strVal val="visible"/>
                      </p:to>
                    </p:set>
                    <p:animEffect transition="in" filter="fade">
                      <p:cBhvr>
                        <p:cTn dur="500"/>
                        <p:tgtEl>
                          <p:spTgt spid="31"/>
                        </p:tgtEl>
                      </p:cBhvr>
                    </p:animEffect>
                    <p:anim calcmode="lin" valueType="num">
                      <p:cBhvr>
                        <p:cTn dur="500" fill="hold"/>
                        <p:tgtEl>
                          <p:spTgt spid="31"/>
                        </p:tgtEl>
                        <p:attrNameLst>
                          <p:attrName>ppt_x</p:attrName>
                        </p:attrNameLst>
                      </p:cBhvr>
                      <p:tavLst>
                        <p:tav tm="0">
                          <p:val>
                            <p:strVal val="#ppt_x"/>
                          </p:val>
                        </p:tav>
                        <p:tav tm="100000">
                          <p:val>
                            <p:strVal val="#ppt_x"/>
                          </p:val>
                        </p:tav>
                      </p:tavLst>
                    </p:anim>
                    <p:anim calcmode="lin" valueType="num">
                      <p:cBhvr>
                        <p:cTn dur="500" fill="hold"/>
                        <p:tgtEl>
                          <p:spTgt spid="31"/>
                        </p:tgtEl>
                        <p:attrNameLst>
                          <p:attrName>ppt_y</p:attrName>
                        </p:attrNameLst>
                      </p:cBhvr>
                      <p:tavLst>
                        <p:tav tm="0">
                          <p:val>
                            <p:strVal val="#ppt_y+.1"/>
                          </p:val>
                        </p:tav>
                        <p:tav tm="100000">
                          <p:val>
                            <p:strVal val="#ppt_y"/>
                          </p:val>
                        </p:tav>
                      </p:tavLst>
                    </p:anim>
                  </p:childTnLst>
                </p:cTn>
              </p:par>
            </p:tnLst>
          </p:tmpl>
        </p:tmplLst>
      </p:bldP>
      <p:bldP spid="32" grpId="0" animBg="1"/>
    </p:bldLst>
  </p:timing>
</p:sldLayout>
</file>

<file path=ppt/slideLayouts/slideLayout638.xml><?xml version="1.0" encoding="utf-8"?>
<p:sldLayout xmlns:a="http://schemas.openxmlformats.org/drawingml/2006/main" xmlns:r="http://schemas.openxmlformats.org/officeDocument/2006/relationships" xmlns:p="http://schemas.openxmlformats.org/presentationml/2006/main" preserve="1" userDrawn="1">
  <p:cSld name="21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15"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1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28" name="Picture Placeholder 30"/>
          <p:cNvSpPr>
            <a:spLocks noGrp="1"/>
          </p:cNvSpPr>
          <p:nvPr>
            <p:ph type="pic" sz="quarter" idx="36" hasCustomPrompt="1"/>
          </p:nvPr>
        </p:nvSpPr>
        <p:spPr>
          <a:xfrm>
            <a:off x="1" y="2071466"/>
            <a:ext cx="4038600" cy="2393267"/>
          </a:xfrm>
          <a:solidFill>
            <a:schemeClr val="bg1">
              <a:lumMod val="85000"/>
            </a:schemeClr>
          </a:solidFill>
        </p:spPr>
        <p:txBody>
          <a:bodyPr/>
          <a:lstStyle>
            <a:lvl1pPr>
              <a:defRPr/>
            </a:lvl1pPr>
          </a:lstStyle>
          <a:p>
            <a:r>
              <a:rPr lang="id-ID" dirty="0" smtClean="0"/>
              <a:t>Pic here</a:t>
            </a:r>
            <a:endParaRPr lang="en-AU" dirty="0"/>
          </a:p>
        </p:txBody>
      </p:sp>
      <p:sp>
        <p:nvSpPr>
          <p:cNvPr id="29" name="Picture Placeholder 30"/>
          <p:cNvSpPr>
            <a:spLocks noGrp="1"/>
          </p:cNvSpPr>
          <p:nvPr>
            <p:ph type="pic" sz="quarter" idx="37" hasCustomPrompt="1"/>
          </p:nvPr>
        </p:nvSpPr>
        <p:spPr>
          <a:xfrm>
            <a:off x="0" y="4464733"/>
            <a:ext cx="4038600" cy="2393267"/>
          </a:xfrm>
          <a:solidFill>
            <a:schemeClr val="bg1">
              <a:lumMod val="85000"/>
            </a:schemeClr>
          </a:solidFill>
        </p:spPr>
        <p:txBody>
          <a:bodyPr/>
          <a:lstStyle>
            <a:lvl1pPr>
              <a:defRPr/>
            </a:lvl1pPr>
          </a:lstStyle>
          <a:p>
            <a:r>
              <a:rPr lang="id-ID" dirty="0" smtClean="0"/>
              <a:t>Pic here</a:t>
            </a:r>
            <a:endParaRPr lang="en-AU" dirty="0"/>
          </a:p>
        </p:txBody>
      </p:sp>
      <p:sp>
        <p:nvSpPr>
          <p:cNvPr id="30" name="Picture Placeholder 30"/>
          <p:cNvSpPr>
            <a:spLocks noGrp="1"/>
          </p:cNvSpPr>
          <p:nvPr>
            <p:ph type="pic" sz="quarter" idx="38" hasCustomPrompt="1"/>
          </p:nvPr>
        </p:nvSpPr>
        <p:spPr>
          <a:xfrm>
            <a:off x="4038600" y="2071466"/>
            <a:ext cx="4038600" cy="2393267"/>
          </a:xfrm>
          <a:solidFill>
            <a:schemeClr val="bg1">
              <a:lumMod val="85000"/>
            </a:schemeClr>
          </a:solidFill>
        </p:spPr>
        <p:txBody>
          <a:bodyPr/>
          <a:lstStyle>
            <a:lvl1pPr>
              <a:defRPr/>
            </a:lvl1pPr>
          </a:lstStyle>
          <a:p>
            <a:r>
              <a:rPr lang="id-ID" dirty="0" smtClean="0"/>
              <a:t>Pic here</a:t>
            </a:r>
            <a:endParaRPr lang="en-AU" dirty="0"/>
          </a:p>
        </p:txBody>
      </p:sp>
      <p:sp>
        <p:nvSpPr>
          <p:cNvPr id="31" name="Picture Placeholder 30"/>
          <p:cNvSpPr>
            <a:spLocks noGrp="1"/>
          </p:cNvSpPr>
          <p:nvPr>
            <p:ph type="pic" sz="quarter" idx="39" hasCustomPrompt="1"/>
          </p:nvPr>
        </p:nvSpPr>
        <p:spPr>
          <a:xfrm>
            <a:off x="4038599" y="4464733"/>
            <a:ext cx="4038600" cy="2393267"/>
          </a:xfrm>
          <a:solidFill>
            <a:schemeClr val="bg1">
              <a:lumMod val="85000"/>
            </a:schemeClr>
          </a:solidFill>
        </p:spPr>
        <p:txBody>
          <a:bodyPr/>
          <a:lstStyle>
            <a:lvl1pPr>
              <a:defRPr/>
            </a:lvl1pPr>
          </a:lstStyle>
          <a:p>
            <a:r>
              <a:rPr lang="id-ID" dirty="0" smtClean="0"/>
              <a:t>Pic here</a:t>
            </a:r>
            <a:endParaRPr lang="en-AU" dirty="0"/>
          </a:p>
        </p:txBody>
      </p:sp>
      <p:grpSp>
        <p:nvGrpSpPr>
          <p:cNvPr id="6" name="Group 5"/>
          <p:cNvGrpSpPr/>
          <p:nvPr userDrawn="1"/>
        </p:nvGrpSpPr>
        <p:grpSpPr>
          <a:xfrm>
            <a:off x="8077197" y="2071466"/>
            <a:ext cx="4114803" cy="4786534"/>
            <a:chOff x="8077197" y="2071466"/>
            <a:chExt cx="4114803" cy="3172804"/>
          </a:xfrm>
        </p:grpSpPr>
        <p:sp>
          <p:nvSpPr>
            <p:cNvPr id="2" name="Rectangle 1"/>
            <p:cNvSpPr/>
            <p:nvPr userDrawn="1"/>
          </p:nvSpPr>
          <p:spPr>
            <a:xfrm>
              <a:off x="8077199" y="2071466"/>
              <a:ext cx="4114801" cy="80236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3" name="Rectangle 32"/>
            <p:cNvSpPr/>
            <p:nvPr userDrawn="1"/>
          </p:nvSpPr>
          <p:spPr>
            <a:xfrm>
              <a:off x="8077198" y="2866917"/>
              <a:ext cx="4114801" cy="80236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4" name="Rectangle 33"/>
            <p:cNvSpPr/>
            <p:nvPr userDrawn="1"/>
          </p:nvSpPr>
          <p:spPr>
            <a:xfrm>
              <a:off x="8077197" y="3657868"/>
              <a:ext cx="4114801" cy="802363"/>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5" name="Rectangle 34"/>
            <p:cNvSpPr/>
            <p:nvPr userDrawn="1"/>
          </p:nvSpPr>
          <p:spPr>
            <a:xfrm>
              <a:off x="8077199" y="4441907"/>
              <a:ext cx="4114801" cy="80236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grpSp>
    </p:spTree>
    <p:extLst>
      <p:ext uri="{BB962C8B-B14F-4D97-AF65-F5344CB8AC3E}">
        <p14:creationId xmlns:p14="http://schemas.microsoft.com/office/powerpoint/2010/main" val="135169758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500"/>
                                        <p:tgtEl>
                                          <p:spTgt spid="15"/>
                                        </p:tgtEl>
                                      </p:cBhvr>
                                    </p:animEffect>
                                  </p:childTnLst>
                                </p:cTn>
                              </p:par>
                            </p:childTnLst>
                          </p:cTn>
                        </p:par>
                        <p:par>
                          <p:cTn id="8" fill="hold">
                            <p:stCondLst>
                              <p:cond delay="500"/>
                            </p:stCondLst>
                            <p:childTnLst>
                              <p:par>
                                <p:cTn id="9" presetID="42" presetClass="entr" presetSubtype="0" fill="hold" grpId="0" nodeType="afterEffect">
                                  <p:stCondLst>
                                    <p:cond delay="0"/>
                                  </p:stCondLst>
                                  <p:childTnLst>
                                    <p:set>
                                      <p:cBhvr>
                                        <p:cTn id="10" dur="1" fill="hold">
                                          <p:stCondLst>
                                            <p:cond delay="0"/>
                                          </p:stCondLst>
                                        </p:cTn>
                                        <p:tgtEl>
                                          <p:spTgt spid="18">
                                            <p:txEl>
                                              <p:pRg st="0" end="0"/>
                                            </p:txEl>
                                          </p:spTgt>
                                        </p:tgtEl>
                                        <p:attrNameLst>
                                          <p:attrName>style.visibility</p:attrName>
                                        </p:attrNameLst>
                                      </p:cBhvr>
                                      <p:to>
                                        <p:strVal val="visible"/>
                                      </p:to>
                                    </p:set>
                                    <p:animEffect transition="in" filter="fade">
                                      <p:cBhvr>
                                        <p:cTn id="11" dur="500"/>
                                        <p:tgtEl>
                                          <p:spTgt spid="18">
                                            <p:txEl>
                                              <p:pRg st="0" end="0"/>
                                            </p:txEl>
                                          </p:spTgt>
                                        </p:tgtEl>
                                      </p:cBhvr>
                                    </p:animEffect>
                                    <p:anim calcmode="lin" valueType="num">
                                      <p:cBhvr>
                                        <p:cTn id="12" dur="500" fill="hold"/>
                                        <p:tgtEl>
                                          <p:spTgt spid="18">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18">
                                            <p:txEl>
                                              <p:pRg st="0" end="0"/>
                                            </p:txEl>
                                          </p:spTgt>
                                        </p:tgtEl>
                                        <p:attrNameLst>
                                          <p:attrName>ppt_y</p:attrName>
                                        </p:attrNameLst>
                                      </p:cBhvr>
                                      <p:tavLst>
                                        <p:tav tm="0">
                                          <p:val>
                                            <p:strVal val="#ppt_y+.1"/>
                                          </p:val>
                                        </p:tav>
                                        <p:tav tm="100000">
                                          <p:val>
                                            <p:strVal val="#ppt_y"/>
                                          </p:val>
                                        </p:tav>
                                      </p:tavLst>
                                    </p:anim>
                                  </p:childTnLst>
                                </p:cTn>
                              </p:par>
                            </p:childTnLst>
                          </p:cTn>
                        </p:par>
                        <p:par>
                          <p:cTn id="14" fill="hold">
                            <p:stCondLst>
                              <p:cond delay="1000"/>
                            </p:stCondLst>
                            <p:childTnLst>
                              <p:par>
                                <p:cTn id="15" presetID="42" presetClass="entr" presetSubtype="0" fill="hold" grpId="0" nodeType="afterEffect">
                                  <p:stCondLst>
                                    <p:cond delay="0"/>
                                  </p:stCondLst>
                                  <p:childTnLst>
                                    <p:set>
                                      <p:cBhvr>
                                        <p:cTn id="16" dur="1" fill="hold">
                                          <p:stCondLst>
                                            <p:cond delay="0"/>
                                          </p:stCondLst>
                                        </p:cTn>
                                        <p:tgtEl>
                                          <p:spTgt spid="28"/>
                                        </p:tgtEl>
                                        <p:attrNameLst>
                                          <p:attrName>style.visibility</p:attrName>
                                        </p:attrNameLst>
                                      </p:cBhvr>
                                      <p:to>
                                        <p:strVal val="visible"/>
                                      </p:to>
                                    </p:set>
                                    <p:animEffect transition="in" filter="fade">
                                      <p:cBhvr>
                                        <p:cTn id="17" dur="500"/>
                                        <p:tgtEl>
                                          <p:spTgt spid="28"/>
                                        </p:tgtEl>
                                      </p:cBhvr>
                                    </p:animEffect>
                                    <p:anim calcmode="lin" valueType="num">
                                      <p:cBhvr>
                                        <p:cTn id="18" dur="500" fill="hold"/>
                                        <p:tgtEl>
                                          <p:spTgt spid="28"/>
                                        </p:tgtEl>
                                        <p:attrNameLst>
                                          <p:attrName>ppt_x</p:attrName>
                                        </p:attrNameLst>
                                      </p:cBhvr>
                                      <p:tavLst>
                                        <p:tav tm="0">
                                          <p:val>
                                            <p:strVal val="#ppt_x"/>
                                          </p:val>
                                        </p:tav>
                                        <p:tav tm="100000">
                                          <p:val>
                                            <p:strVal val="#ppt_x"/>
                                          </p:val>
                                        </p:tav>
                                      </p:tavLst>
                                    </p:anim>
                                    <p:anim calcmode="lin" valueType="num">
                                      <p:cBhvr>
                                        <p:cTn id="19" dur="500" fill="hold"/>
                                        <p:tgtEl>
                                          <p:spTgt spid="28"/>
                                        </p:tgtEl>
                                        <p:attrNameLst>
                                          <p:attrName>ppt_y</p:attrName>
                                        </p:attrNameLst>
                                      </p:cBhvr>
                                      <p:tavLst>
                                        <p:tav tm="0">
                                          <p:val>
                                            <p:strVal val="#ppt_y+.1"/>
                                          </p:val>
                                        </p:tav>
                                        <p:tav tm="100000">
                                          <p:val>
                                            <p:strVal val="#ppt_y"/>
                                          </p:val>
                                        </p:tav>
                                      </p:tavLst>
                                    </p:anim>
                                  </p:childTnLst>
                                </p:cTn>
                              </p:par>
                            </p:childTnLst>
                          </p:cTn>
                        </p:par>
                        <p:par>
                          <p:cTn id="20" fill="hold">
                            <p:stCondLst>
                              <p:cond delay="1500"/>
                            </p:stCondLst>
                            <p:childTnLst>
                              <p:par>
                                <p:cTn id="21" presetID="42" presetClass="entr" presetSubtype="0" fill="hold" grpId="0" nodeType="afterEffect">
                                  <p:stCondLst>
                                    <p:cond delay="0"/>
                                  </p:stCondLst>
                                  <p:childTnLst>
                                    <p:set>
                                      <p:cBhvr>
                                        <p:cTn id="22" dur="1" fill="hold">
                                          <p:stCondLst>
                                            <p:cond delay="0"/>
                                          </p:stCondLst>
                                        </p:cTn>
                                        <p:tgtEl>
                                          <p:spTgt spid="29"/>
                                        </p:tgtEl>
                                        <p:attrNameLst>
                                          <p:attrName>style.visibility</p:attrName>
                                        </p:attrNameLst>
                                      </p:cBhvr>
                                      <p:to>
                                        <p:strVal val="visible"/>
                                      </p:to>
                                    </p:set>
                                    <p:animEffect transition="in" filter="fade">
                                      <p:cBhvr>
                                        <p:cTn id="23" dur="500"/>
                                        <p:tgtEl>
                                          <p:spTgt spid="29"/>
                                        </p:tgtEl>
                                      </p:cBhvr>
                                    </p:animEffect>
                                    <p:anim calcmode="lin" valueType="num">
                                      <p:cBhvr>
                                        <p:cTn id="24" dur="500" fill="hold"/>
                                        <p:tgtEl>
                                          <p:spTgt spid="29"/>
                                        </p:tgtEl>
                                        <p:attrNameLst>
                                          <p:attrName>ppt_x</p:attrName>
                                        </p:attrNameLst>
                                      </p:cBhvr>
                                      <p:tavLst>
                                        <p:tav tm="0">
                                          <p:val>
                                            <p:strVal val="#ppt_x"/>
                                          </p:val>
                                        </p:tav>
                                        <p:tav tm="100000">
                                          <p:val>
                                            <p:strVal val="#ppt_x"/>
                                          </p:val>
                                        </p:tav>
                                      </p:tavLst>
                                    </p:anim>
                                    <p:anim calcmode="lin" valueType="num">
                                      <p:cBhvr>
                                        <p:cTn id="25" dur="500" fill="hold"/>
                                        <p:tgtEl>
                                          <p:spTgt spid="29"/>
                                        </p:tgtEl>
                                        <p:attrNameLst>
                                          <p:attrName>ppt_y</p:attrName>
                                        </p:attrNameLst>
                                      </p:cBhvr>
                                      <p:tavLst>
                                        <p:tav tm="0">
                                          <p:val>
                                            <p:strVal val="#ppt_y+.1"/>
                                          </p:val>
                                        </p:tav>
                                        <p:tav tm="100000">
                                          <p:val>
                                            <p:strVal val="#ppt_y"/>
                                          </p:val>
                                        </p:tav>
                                      </p:tavLst>
                                    </p:anim>
                                  </p:childTnLst>
                                </p:cTn>
                              </p:par>
                            </p:childTnLst>
                          </p:cTn>
                        </p:par>
                        <p:par>
                          <p:cTn id="26" fill="hold">
                            <p:stCondLst>
                              <p:cond delay="2000"/>
                            </p:stCondLst>
                            <p:childTnLst>
                              <p:par>
                                <p:cTn id="27" presetID="42" presetClass="entr" presetSubtype="0" fill="hold" grpId="0" nodeType="afterEffect">
                                  <p:stCondLst>
                                    <p:cond delay="0"/>
                                  </p:stCondLst>
                                  <p:childTnLst>
                                    <p:set>
                                      <p:cBhvr>
                                        <p:cTn id="28" dur="1" fill="hold">
                                          <p:stCondLst>
                                            <p:cond delay="0"/>
                                          </p:stCondLst>
                                        </p:cTn>
                                        <p:tgtEl>
                                          <p:spTgt spid="30"/>
                                        </p:tgtEl>
                                        <p:attrNameLst>
                                          <p:attrName>style.visibility</p:attrName>
                                        </p:attrNameLst>
                                      </p:cBhvr>
                                      <p:to>
                                        <p:strVal val="visible"/>
                                      </p:to>
                                    </p:set>
                                    <p:animEffect transition="in" filter="fade">
                                      <p:cBhvr>
                                        <p:cTn id="29" dur="500"/>
                                        <p:tgtEl>
                                          <p:spTgt spid="30"/>
                                        </p:tgtEl>
                                      </p:cBhvr>
                                    </p:animEffect>
                                    <p:anim calcmode="lin" valueType="num">
                                      <p:cBhvr>
                                        <p:cTn id="30" dur="500" fill="hold"/>
                                        <p:tgtEl>
                                          <p:spTgt spid="30"/>
                                        </p:tgtEl>
                                        <p:attrNameLst>
                                          <p:attrName>ppt_x</p:attrName>
                                        </p:attrNameLst>
                                      </p:cBhvr>
                                      <p:tavLst>
                                        <p:tav tm="0">
                                          <p:val>
                                            <p:strVal val="#ppt_x"/>
                                          </p:val>
                                        </p:tav>
                                        <p:tav tm="100000">
                                          <p:val>
                                            <p:strVal val="#ppt_x"/>
                                          </p:val>
                                        </p:tav>
                                      </p:tavLst>
                                    </p:anim>
                                    <p:anim calcmode="lin" valueType="num">
                                      <p:cBhvr>
                                        <p:cTn id="31" dur="500" fill="hold"/>
                                        <p:tgtEl>
                                          <p:spTgt spid="30"/>
                                        </p:tgtEl>
                                        <p:attrNameLst>
                                          <p:attrName>ppt_y</p:attrName>
                                        </p:attrNameLst>
                                      </p:cBhvr>
                                      <p:tavLst>
                                        <p:tav tm="0">
                                          <p:val>
                                            <p:strVal val="#ppt_y+.1"/>
                                          </p:val>
                                        </p:tav>
                                        <p:tav tm="100000">
                                          <p:val>
                                            <p:strVal val="#ppt_y"/>
                                          </p:val>
                                        </p:tav>
                                      </p:tavLst>
                                    </p:anim>
                                  </p:childTnLst>
                                </p:cTn>
                              </p:par>
                            </p:childTnLst>
                          </p:cTn>
                        </p:par>
                        <p:par>
                          <p:cTn id="32" fill="hold">
                            <p:stCondLst>
                              <p:cond delay="2500"/>
                            </p:stCondLst>
                            <p:childTnLst>
                              <p:par>
                                <p:cTn id="33" presetID="42" presetClass="entr" presetSubtype="0" fill="hold" grpId="0" nodeType="afterEffect">
                                  <p:stCondLst>
                                    <p:cond delay="0"/>
                                  </p:stCondLst>
                                  <p:childTnLst>
                                    <p:set>
                                      <p:cBhvr>
                                        <p:cTn id="34" dur="1" fill="hold">
                                          <p:stCondLst>
                                            <p:cond delay="0"/>
                                          </p:stCondLst>
                                        </p:cTn>
                                        <p:tgtEl>
                                          <p:spTgt spid="31"/>
                                        </p:tgtEl>
                                        <p:attrNameLst>
                                          <p:attrName>style.visibility</p:attrName>
                                        </p:attrNameLst>
                                      </p:cBhvr>
                                      <p:to>
                                        <p:strVal val="visible"/>
                                      </p:to>
                                    </p:set>
                                    <p:animEffect transition="in" filter="fade">
                                      <p:cBhvr>
                                        <p:cTn id="35" dur="500"/>
                                        <p:tgtEl>
                                          <p:spTgt spid="31"/>
                                        </p:tgtEl>
                                      </p:cBhvr>
                                    </p:animEffect>
                                    <p:anim calcmode="lin" valueType="num">
                                      <p:cBhvr>
                                        <p:cTn id="36" dur="500" fill="hold"/>
                                        <p:tgtEl>
                                          <p:spTgt spid="31"/>
                                        </p:tgtEl>
                                        <p:attrNameLst>
                                          <p:attrName>ppt_x</p:attrName>
                                        </p:attrNameLst>
                                      </p:cBhvr>
                                      <p:tavLst>
                                        <p:tav tm="0">
                                          <p:val>
                                            <p:strVal val="#ppt_x"/>
                                          </p:val>
                                        </p:tav>
                                        <p:tav tm="100000">
                                          <p:val>
                                            <p:strVal val="#ppt_x"/>
                                          </p:val>
                                        </p:tav>
                                      </p:tavLst>
                                    </p:anim>
                                    <p:anim calcmode="lin" valueType="num">
                                      <p:cBhvr>
                                        <p:cTn id="37" dur="500" fill="hold"/>
                                        <p:tgtEl>
                                          <p:spTgt spid="31"/>
                                        </p:tgtEl>
                                        <p:attrNameLst>
                                          <p:attrName>ppt_y</p:attrName>
                                        </p:attrNameLst>
                                      </p:cBhvr>
                                      <p:tavLst>
                                        <p:tav tm="0">
                                          <p:val>
                                            <p:strVal val="#ppt_y+.1"/>
                                          </p:val>
                                        </p:tav>
                                        <p:tav tm="100000">
                                          <p:val>
                                            <p:strVal val="#ppt_y"/>
                                          </p:val>
                                        </p:tav>
                                      </p:tavLst>
                                    </p:anim>
                                  </p:childTnLst>
                                </p:cTn>
                              </p:par>
                            </p:childTnLst>
                          </p:cTn>
                        </p:par>
                        <p:par>
                          <p:cTn id="38" fill="hold">
                            <p:stCondLst>
                              <p:cond delay="3000"/>
                            </p:stCondLst>
                            <p:childTnLst>
                              <p:par>
                                <p:cTn id="39" presetID="22" presetClass="entr" presetSubtype="8" fill="hold" nodeType="afterEffect">
                                  <p:stCondLst>
                                    <p:cond delay="0"/>
                                  </p:stCondLst>
                                  <p:childTnLst>
                                    <p:set>
                                      <p:cBhvr>
                                        <p:cTn id="40" dur="1" fill="hold">
                                          <p:stCondLst>
                                            <p:cond delay="0"/>
                                          </p:stCondLst>
                                        </p:cTn>
                                        <p:tgtEl>
                                          <p:spTgt spid="6"/>
                                        </p:tgtEl>
                                        <p:attrNameLst>
                                          <p:attrName>style.visibility</p:attrName>
                                        </p:attrNameLst>
                                      </p:cBhvr>
                                      <p:to>
                                        <p:strVal val="visible"/>
                                      </p:to>
                                    </p:set>
                                    <p:animEffect transition="in" filter="wipe(left)">
                                      <p:cBhvr>
                                        <p:cTn id="41"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18" grpId="0" build="p">
        <p:tmplLst>
          <p:tmpl lvl="1">
            <p:tnLst>
              <p:par>
                <p:cTn presetID="42" presetClass="entr" presetSubtype="0" fill="hold" nodeType="afterEffect">
                  <p:stCondLst>
                    <p:cond delay="0"/>
                  </p:stCondLst>
                  <p:childTnLst>
                    <p:set>
                      <p:cBhvr>
                        <p:cTn dur="1" fill="hold">
                          <p:stCondLst>
                            <p:cond delay="0"/>
                          </p:stCondLst>
                        </p:cTn>
                        <p:tgtEl>
                          <p:spTgt spid="18"/>
                        </p:tgtEl>
                        <p:attrNameLst>
                          <p:attrName>style.visibility</p:attrName>
                        </p:attrNameLst>
                      </p:cBhvr>
                      <p:to>
                        <p:strVal val="visible"/>
                      </p:to>
                    </p:set>
                    <p:animEffect transition="in" filter="fade">
                      <p:cBhvr>
                        <p:cTn dur="500"/>
                        <p:tgtEl>
                          <p:spTgt spid="18"/>
                        </p:tgtEl>
                      </p:cBhvr>
                    </p:animEffect>
                    <p:anim calcmode="lin" valueType="num">
                      <p:cBhvr>
                        <p:cTn dur="500" fill="hold"/>
                        <p:tgtEl>
                          <p:spTgt spid="18"/>
                        </p:tgtEl>
                        <p:attrNameLst>
                          <p:attrName>ppt_x</p:attrName>
                        </p:attrNameLst>
                      </p:cBhvr>
                      <p:tavLst>
                        <p:tav tm="0">
                          <p:val>
                            <p:strVal val="#ppt_x"/>
                          </p:val>
                        </p:tav>
                        <p:tav tm="100000">
                          <p:val>
                            <p:strVal val="#ppt_x"/>
                          </p:val>
                        </p:tav>
                      </p:tavLst>
                    </p:anim>
                    <p:anim calcmode="lin" valueType="num">
                      <p:cBhvr>
                        <p:cTn dur="500" fill="hold"/>
                        <p:tgtEl>
                          <p:spTgt spid="18"/>
                        </p:tgtEl>
                        <p:attrNameLst>
                          <p:attrName>ppt_y</p:attrName>
                        </p:attrNameLst>
                      </p:cBhvr>
                      <p:tavLst>
                        <p:tav tm="0">
                          <p:val>
                            <p:strVal val="#ppt_y+.1"/>
                          </p:val>
                        </p:tav>
                        <p:tav tm="100000">
                          <p:val>
                            <p:strVal val="#ppt_y"/>
                          </p:val>
                        </p:tav>
                      </p:tavLst>
                    </p:anim>
                  </p:childTnLst>
                </p:cTn>
              </p:par>
            </p:tnLst>
          </p:tmpl>
        </p:tmplLst>
      </p:bldP>
      <p:bldP spid="28" grpId="0" animBg="1"/>
      <p:bldP spid="29" grpId="0" animBg="1"/>
      <p:bldP spid="30" grpId="0" animBg="1"/>
      <p:bldP spid="31" grpId="0" animBg="1"/>
    </p:bldLst>
  </p:timing>
</p:sldLayout>
</file>

<file path=ppt/slideLayouts/slideLayout639.xml><?xml version="1.0" encoding="utf-8"?>
<p:sldLayout xmlns:a="http://schemas.openxmlformats.org/drawingml/2006/main" xmlns:r="http://schemas.openxmlformats.org/officeDocument/2006/relationships" xmlns:p="http://schemas.openxmlformats.org/presentationml/2006/main" preserve="1" userDrawn="1">
  <p:cSld name="19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2549236"/>
            <a:ext cx="4605193" cy="1683329"/>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8" name="Text Placeholder 2"/>
          <p:cNvSpPr>
            <a:spLocks noGrp="1"/>
          </p:cNvSpPr>
          <p:nvPr>
            <p:ph type="body" idx="1"/>
          </p:nvPr>
        </p:nvSpPr>
        <p:spPr>
          <a:xfrm>
            <a:off x="479424" y="4418436"/>
            <a:ext cx="4605193"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Tree>
    <p:extLst>
      <p:ext uri="{BB962C8B-B14F-4D97-AF65-F5344CB8AC3E}">
        <p14:creationId xmlns:p14="http://schemas.microsoft.com/office/powerpoint/2010/main" val="387853616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42" presetClass="entr" presetSubtype="0" fill="hold" grpId="0" nodeType="afterEffect">
                                  <p:stCondLst>
                                    <p:cond delay="0"/>
                                  </p:stCondLst>
                                  <p:childTnLst>
                                    <p:set>
                                      <p:cBhvr>
                                        <p:cTn id="10" dur="1" fill="hold">
                                          <p:stCondLst>
                                            <p:cond delay="0"/>
                                          </p:stCondLst>
                                        </p:cTn>
                                        <p:tgtEl>
                                          <p:spTgt spid="8">
                                            <p:txEl>
                                              <p:pRg st="0" end="0"/>
                                            </p:txEl>
                                          </p:spTgt>
                                        </p:tgtEl>
                                        <p:attrNameLst>
                                          <p:attrName>style.visibility</p:attrName>
                                        </p:attrNameLst>
                                      </p:cBhvr>
                                      <p:to>
                                        <p:strVal val="visible"/>
                                      </p:to>
                                    </p:set>
                                    <p:animEffect transition="in" filter="fade">
                                      <p:cBhvr>
                                        <p:cTn id="11" dur="500"/>
                                        <p:tgtEl>
                                          <p:spTgt spid="8">
                                            <p:txEl>
                                              <p:pRg st="0" end="0"/>
                                            </p:txEl>
                                          </p:spTgt>
                                        </p:tgtEl>
                                      </p:cBhvr>
                                    </p:animEffect>
                                    <p:anim calcmode="lin" valueType="num">
                                      <p:cBhvr>
                                        <p:cTn id="12"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64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smtClean="0"/>
              <a:t>Click to edit Master title style</a:t>
            </a:r>
            <a:endParaRPr lang="en-AU"/>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5" name="Footer Placeholder 4"/>
          <p:cNvSpPr>
            <a:spLocks noGrp="1"/>
          </p:cNvSpPr>
          <p:nvPr>
            <p:ph type="ftr" sz="quarter" idx="11"/>
          </p:nvPr>
        </p:nvSpPr>
        <p:spPr/>
        <p:txBody>
          <a:bodyPr/>
          <a:lstStyle/>
          <a:p>
            <a:endParaRPr lang="en-AU">
              <a:solidFill>
                <a:prstClr val="black">
                  <a:tint val="75000"/>
                </a:prstClr>
              </a:solidFill>
            </a:endParaRPr>
          </a:p>
        </p:txBody>
      </p:sp>
      <p:sp>
        <p:nvSpPr>
          <p:cNvPr id="6" name="Slide Number Placeholder 5"/>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422335495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64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AU"/>
          </a:p>
        </p:txBody>
      </p:sp>
      <p:sp>
        <p:nvSpPr>
          <p:cNvPr id="3" name="Content Placeholder 2"/>
          <p:cNvSpPr>
            <a:spLocks noGrp="1"/>
          </p:cNvSpPr>
          <p:nvPr>
            <p:ph sz="half" idx="1"/>
          </p:nvPr>
        </p:nvSpPr>
        <p:spPr>
          <a:xfrm>
            <a:off x="838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4" name="Content Placeholder 3"/>
          <p:cNvSpPr>
            <a:spLocks noGrp="1"/>
          </p:cNvSpPr>
          <p:nvPr>
            <p:ph sz="half" idx="2"/>
          </p:nvPr>
        </p:nvSpPr>
        <p:spPr>
          <a:xfrm>
            <a:off x="6172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5" name="Date Placeholder 4"/>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6" name="Footer Placeholder 5"/>
          <p:cNvSpPr>
            <a:spLocks noGrp="1"/>
          </p:cNvSpPr>
          <p:nvPr>
            <p:ph type="ftr" sz="quarter" idx="11"/>
          </p:nvPr>
        </p:nvSpPr>
        <p:spPr/>
        <p:txBody>
          <a:bodyPr/>
          <a:lstStyle/>
          <a:p>
            <a:endParaRPr lang="en-AU">
              <a:solidFill>
                <a:prstClr val="black">
                  <a:tint val="75000"/>
                </a:prstClr>
              </a:solidFill>
            </a:endParaRPr>
          </a:p>
        </p:txBody>
      </p:sp>
      <p:sp>
        <p:nvSpPr>
          <p:cNvPr id="7" name="Slide Number Placeholder 6"/>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330033666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64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smtClean="0"/>
              <a:t>Click to edit Master title style</a:t>
            </a:r>
            <a:endParaRPr lang="en-AU"/>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7" name="Date Placeholder 6"/>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8" name="Footer Placeholder 7"/>
          <p:cNvSpPr>
            <a:spLocks noGrp="1"/>
          </p:cNvSpPr>
          <p:nvPr>
            <p:ph type="ftr" sz="quarter" idx="11"/>
          </p:nvPr>
        </p:nvSpPr>
        <p:spPr/>
        <p:txBody>
          <a:bodyPr/>
          <a:lstStyle/>
          <a:p>
            <a:endParaRPr lang="en-AU">
              <a:solidFill>
                <a:prstClr val="black">
                  <a:tint val="75000"/>
                </a:prstClr>
              </a:solidFill>
            </a:endParaRPr>
          </a:p>
        </p:txBody>
      </p:sp>
      <p:sp>
        <p:nvSpPr>
          <p:cNvPr id="9" name="Slide Number Placeholder 8"/>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354370161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64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AU"/>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103953330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64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3" name="Footer Placeholder 2"/>
          <p:cNvSpPr>
            <a:spLocks noGrp="1"/>
          </p:cNvSpPr>
          <p:nvPr>
            <p:ph type="ftr" sz="quarter" idx="11"/>
          </p:nvPr>
        </p:nvSpPr>
        <p:spPr/>
        <p:txBody>
          <a:bodyPr/>
          <a:lstStyle/>
          <a:p>
            <a:endParaRPr lang="en-AU">
              <a:solidFill>
                <a:prstClr val="black">
                  <a:tint val="75000"/>
                </a:prstClr>
              </a:solidFill>
            </a:endParaRPr>
          </a:p>
        </p:txBody>
      </p:sp>
      <p:sp>
        <p:nvSpPr>
          <p:cNvPr id="4" name="Slide Number Placeholder 3"/>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428578997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64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AU"/>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6" name="Footer Placeholder 5"/>
          <p:cNvSpPr>
            <a:spLocks noGrp="1"/>
          </p:cNvSpPr>
          <p:nvPr>
            <p:ph type="ftr" sz="quarter" idx="11"/>
          </p:nvPr>
        </p:nvSpPr>
        <p:spPr/>
        <p:txBody>
          <a:bodyPr/>
          <a:lstStyle/>
          <a:p>
            <a:endParaRPr lang="en-AU">
              <a:solidFill>
                <a:prstClr val="black">
                  <a:tint val="75000"/>
                </a:prstClr>
              </a:solidFill>
            </a:endParaRPr>
          </a:p>
        </p:txBody>
      </p:sp>
      <p:sp>
        <p:nvSpPr>
          <p:cNvPr id="7" name="Slide Number Placeholder 6"/>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198432945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64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AU"/>
          </a:p>
        </p:txBody>
      </p:sp>
      <p:sp>
        <p:nvSpPr>
          <p:cNvPr id="3" name="Picture Placeholder 2"/>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AU"/>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6" name="Footer Placeholder 5"/>
          <p:cNvSpPr>
            <a:spLocks noGrp="1"/>
          </p:cNvSpPr>
          <p:nvPr>
            <p:ph type="ftr" sz="quarter" idx="11"/>
          </p:nvPr>
        </p:nvSpPr>
        <p:spPr/>
        <p:txBody>
          <a:bodyPr/>
          <a:lstStyle/>
          <a:p>
            <a:endParaRPr lang="en-AU">
              <a:solidFill>
                <a:prstClr val="black">
                  <a:tint val="75000"/>
                </a:prstClr>
              </a:solidFill>
            </a:endParaRPr>
          </a:p>
        </p:txBody>
      </p:sp>
      <p:sp>
        <p:nvSpPr>
          <p:cNvPr id="7" name="Slide Number Placeholder 6"/>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76847948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64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AU"/>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4" name="Date Placeholder 3"/>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5" name="Footer Placeholder 4"/>
          <p:cNvSpPr>
            <a:spLocks noGrp="1"/>
          </p:cNvSpPr>
          <p:nvPr>
            <p:ph type="ftr" sz="quarter" idx="11"/>
          </p:nvPr>
        </p:nvSpPr>
        <p:spPr/>
        <p:txBody>
          <a:bodyPr/>
          <a:lstStyle/>
          <a:p>
            <a:endParaRPr lang="en-AU">
              <a:solidFill>
                <a:prstClr val="black">
                  <a:tint val="75000"/>
                </a:prstClr>
              </a:solidFill>
            </a:endParaRPr>
          </a:p>
        </p:txBody>
      </p:sp>
      <p:sp>
        <p:nvSpPr>
          <p:cNvPr id="6" name="Slide Number Placeholder 5"/>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400804021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64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smtClean="0"/>
              <a:t>Click to edit Master title style</a:t>
            </a:r>
            <a:endParaRPr lang="en-AU"/>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4" name="Date Placeholder 3"/>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5" name="Footer Placeholder 4"/>
          <p:cNvSpPr>
            <a:spLocks noGrp="1"/>
          </p:cNvSpPr>
          <p:nvPr>
            <p:ph type="ftr" sz="quarter" idx="11"/>
          </p:nvPr>
        </p:nvSpPr>
        <p:spPr/>
        <p:txBody>
          <a:bodyPr/>
          <a:lstStyle/>
          <a:p>
            <a:endParaRPr lang="en-AU">
              <a:solidFill>
                <a:prstClr val="black">
                  <a:tint val="75000"/>
                </a:prstClr>
              </a:solidFill>
            </a:endParaRPr>
          </a:p>
        </p:txBody>
      </p:sp>
      <p:sp>
        <p:nvSpPr>
          <p:cNvPr id="6" name="Slide Number Placeholder 5"/>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3138169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649.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
        <p:nvSpPr>
          <p:cNvPr id="8" name="Picture Placeholder 7"/>
          <p:cNvSpPr>
            <a:spLocks noGrp="1"/>
          </p:cNvSpPr>
          <p:nvPr>
            <p:ph type="pic" sz="quarter" idx="13"/>
          </p:nvPr>
        </p:nvSpPr>
        <p:spPr>
          <a:xfrm>
            <a:off x="0" y="0"/>
            <a:ext cx="12192000" cy="6858000"/>
          </a:xfrm>
          <a:solidFill>
            <a:schemeClr val="bg1">
              <a:lumMod val="85000"/>
            </a:schemeClr>
          </a:solidFill>
        </p:spPr>
        <p:txBody>
          <a:bodyPr/>
          <a:lstStyle/>
          <a:p>
            <a:endParaRPr lang="en-AU"/>
          </a:p>
        </p:txBody>
      </p:sp>
      <p:sp>
        <p:nvSpPr>
          <p:cNvPr id="9" name="Picture Placeholder 7"/>
          <p:cNvSpPr>
            <a:spLocks noGrp="1"/>
          </p:cNvSpPr>
          <p:nvPr>
            <p:ph type="pic" sz="quarter" idx="14"/>
          </p:nvPr>
        </p:nvSpPr>
        <p:spPr>
          <a:xfrm>
            <a:off x="3028950" y="1943100"/>
            <a:ext cx="6096000" cy="4914900"/>
          </a:xfrm>
          <a:solidFill>
            <a:schemeClr val="bg2">
              <a:lumMod val="25000"/>
            </a:schemeClr>
          </a:solidFill>
        </p:spPr>
        <p:txBody>
          <a:bodyPr/>
          <a:lstStyle/>
          <a:p>
            <a:endParaRPr lang="en-AU"/>
          </a:p>
        </p:txBody>
      </p:sp>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smtClean="0"/>
              <a:t>Click to edit Master title style</a:t>
            </a:r>
            <a:endParaRPr lang="en-AU"/>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smtClean="0"/>
              <a:t>Click to edit Master subtitle style</a:t>
            </a:r>
            <a:endParaRPr lang="en-AU" dirty="0"/>
          </a:p>
        </p:txBody>
      </p:sp>
      <p:sp>
        <p:nvSpPr>
          <p:cNvPr id="4" name="Date Placeholder 3"/>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5" name="Footer Placeholder 4"/>
          <p:cNvSpPr>
            <a:spLocks noGrp="1"/>
          </p:cNvSpPr>
          <p:nvPr>
            <p:ph type="ftr" sz="quarter" idx="11"/>
          </p:nvPr>
        </p:nvSpPr>
        <p:spPr/>
        <p:txBody>
          <a:bodyPr/>
          <a:lstStyle/>
          <a:p>
            <a:endParaRPr lang="en-AU">
              <a:solidFill>
                <a:prstClr val="black">
                  <a:tint val="75000"/>
                </a:prstClr>
              </a:solidFill>
            </a:endParaRPr>
          </a:p>
        </p:txBody>
      </p:sp>
      <p:sp>
        <p:nvSpPr>
          <p:cNvPr id="6" name="Slide Number Placeholder 5"/>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73152453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after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wipe(down)">
                                      <p:cBhvr>
                                        <p:cTn id="7" dur="500"/>
                                        <p:tgtEl>
                                          <p:spTgt spid="9"/>
                                        </p:tgtEl>
                                      </p:cBhvr>
                                    </p:animEffect>
                                  </p:childTnLst>
                                </p:cTn>
                              </p:par>
                            </p:childTnLst>
                          </p:cTn>
                        </p:par>
                        <p:par>
                          <p:cTn id="8" fill="hold">
                            <p:stCondLst>
                              <p:cond delay="500"/>
                            </p:stCondLst>
                            <p:childTnLst>
                              <p:par>
                                <p:cTn id="9" presetID="42"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anim calcmode="lin" valueType="num">
                                      <p:cBhvr>
                                        <p:cTn id="12" dur="500" fill="hold"/>
                                        <p:tgtEl>
                                          <p:spTgt spid="2"/>
                                        </p:tgtEl>
                                        <p:attrNameLst>
                                          <p:attrName>ppt_x</p:attrName>
                                        </p:attrNameLst>
                                      </p:cBhvr>
                                      <p:tavLst>
                                        <p:tav tm="0">
                                          <p:val>
                                            <p:strVal val="#ppt_x"/>
                                          </p:val>
                                        </p:tav>
                                        <p:tav tm="100000">
                                          <p:val>
                                            <p:strVal val="#ppt_x"/>
                                          </p:val>
                                        </p:tav>
                                      </p:tavLst>
                                    </p:anim>
                                    <p:anim calcmode="lin" valueType="num">
                                      <p:cBhvr>
                                        <p:cTn id="13" dur="500" fill="hold"/>
                                        <p:tgtEl>
                                          <p:spTgt spid="2"/>
                                        </p:tgtEl>
                                        <p:attrNameLst>
                                          <p:attrName>ppt_y</p:attrName>
                                        </p:attrNameLst>
                                      </p:cBhvr>
                                      <p:tavLst>
                                        <p:tav tm="0">
                                          <p:val>
                                            <p:strVal val="#ppt_y+.1"/>
                                          </p:val>
                                        </p:tav>
                                        <p:tav tm="100000">
                                          <p:val>
                                            <p:strVal val="#ppt_y"/>
                                          </p:val>
                                        </p:tav>
                                      </p:tavLst>
                                    </p:anim>
                                  </p:childTnLst>
                                </p:cTn>
                              </p:par>
                            </p:childTnLst>
                          </p:cTn>
                        </p:par>
                        <p:par>
                          <p:cTn id="14" fill="hold">
                            <p:stCondLst>
                              <p:cond delay="1000"/>
                            </p:stCondLst>
                            <p:childTnLst>
                              <p:par>
                                <p:cTn id="15" presetID="10" presetClass="entr" presetSubtype="0" fill="hold" grpId="0" nodeType="afterEffect">
                                  <p:stCondLst>
                                    <p:cond delay="0"/>
                                  </p:stCondLst>
                                  <p:childTnLst>
                                    <p:set>
                                      <p:cBhvr>
                                        <p:cTn id="16" dur="1" fill="hold">
                                          <p:stCondLst>
                                            <p:cond delay="0"/>
                                          </p:stCondLst>
                                        </p:cTn>
                                        <p:tgtEl>
                                          <p:spTgt spid="3">
                                            <p:txEl>
                                              <p:pRg st="0" end="0"/>
                                            </p:txEl>
                                          </p:spTgt>
                                        </p:tgtEl>
                                        <p:attrNameLst>
                                          <p:attrName>style.visibility</p:attrName>
                                        </p:attrNameLst>
                                      </p:cBhvr>
                                      <p:to>
                                        <p:strVal val="visible"/>
                                      </p:to>
                                    </p:set>
                                    <p:animEffect transition="in" filter="fade">
                                      <p:cBhvr>
                                        <p:cTn id="17" dur="500"/>
                                        <p:tgtEl>
                                          <p:spTgt spid="3">
                                            <p:txEl>
                                              <p:pRg st="0" end="0"/>
                                            </p:txEl>
                                          </p:spTgt>
                                        </p:tgtEl>
                                      </p:cBhvr>
                                    </p:animEffect>
                                  </p:childTnLst>
                                </p:cTn>
                              </p:par>
                            </p:childTnLst>
                          </p:cTn>
                        </p:par>
                        <p:par>
                          <p:cTn id="18" fill="hold">
                            <p:stCondLst>
                              <p:cond delay="1500"/>
                            </p:stCondLst>
                            <p:childTnLst>
                              <p:par>
                                <p:cTn id="19" presetID="53" presetClass="entr" presetSubtype="16" fill="hold" grpId="0" nodeType="afterEffect">
                                  <p:stCondLst>
                                    <p:cond delay="0"/>
                                  </p:stCondLst>
                                  <p:childTnLst>
                                    <p:set>
                                      <p:cBhvr>
                                        <p:cTn id="20" dur="1" fill="hold">
                                          <p:stCondLst>
                                            <p:cond delay="0"/>
                                          </p:stCondLst>
                                        </p:cTn>
                                        <p:tgtEl>
                                          <p:spTgt spid="8"/>
                                        </p:tgtEl>
                                        <p:attrNameLst>
                                          <p:attrName>style.visibility</p:attrName>
                                        </p:attrNameLst>
                                      </p:cBhvr>
                                      <p:to>
                                        <p:strVal val="visible"/>
                                      </p:to>
                                    </p:set>
                                    <p:anim calcmode="lin" valueType="num">
                                      <p:cBhvr>
                                        <p:cTn id="21" dur="500" fill="hold"/>
                                        <p:tgtEl>
                                          <p:spTgt spid="8"/>
                                        </p:tgtEl>
                                        <p:attrNameLst>
                                          <p:attrName>ppt_w</p:attrName>
                                        </p:attrNameLst>
                                      </p:cBhvr>
                                      <p:tavLst>
                                        <p:tav tm="0">
                                          <p:val>
                                            <p:fltVal val="0"/>
                                          </p:val>
                                        </p:tav>
                                        <p:tav tm="100000">
                                          <p:val>
                                            <p:strVal val="#ppt_w"/>
                                          </p:val>
                                        </p:tav>
                                      </p:tavLst>
                                    </p:anim>
                                    <p:anim calcmode="lin" valueType="num">
                                      <p:cBhvr>
                                        <p:cTn id="22" dur="500" fill="hold"/>
                                        <p:tgtEl>
                                          <p:spTgt spid="8"/>
                                        </p:tgtEl>
                                        <p:attrNameLst>
                                          <p:attrName>ppt_h</p:attrName>
                                        </p:attrNameLst>
                                      </p:cBhvr>
                                      <p:tavLst>
                                        <p:tav tm="0">
                                          <p:val>
                                            <p:fltVal val="0"/>
                                          </p:val>
                                        </p:tav>
                                        <p:tav tm="100000">
                                          <p:val>
                                            <p:strVal val="#ppt_h"/>
                                          </p:val>
                                        </p:tav>
                                      </p:tavLst>
                                    </p:anim>
                                    <p:animEffect transition="in" filter="fade">
                                      <p:cBhvr>
                                        <p:cTn id="23"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P spid="2" grpId="0"/>
      <p:bldP spid="3" grpId="0" build="p">
        <p:tmplLst>
          <p:tmpl lvl="1">
            <p:tnLst>
              <p:par>
                <p:cTn presetID="10" presetClass="entr" presetSubtype="0" fill="hold" nodeType="afterEffect">
                  <p:stCondLst>
                    <p:cond delay="0"/>
                  </p:stCondLst>
                  <p:childTnLst>
                    <p:set>
                      <p:cBhvr>
                        <p:cTn dur="1" fill="hold">
                          <p:stCondLst>
                            <p:cond delay="0"/>
                          </p:stCondLst>
                        </p:cTn>
                        <p:tgtEl>
                          <p:spTgt spid="3"/>
                        </p:tgtEl>
                        <p:attrNameLst>
                          <p:attrName>style.visibility</p:attrName>
                        </p:attrNameLst>
                      </p:cBhvr>
                      <p:to>
                        <p:strVal val="visible"/>
                      </p:to>
                    </p:set>
                    <p:animEffect transition="in" filter="fade">
                      <p:cBhvr>
                        <p:cTn dur="500"/>
                        <p:tgtEl>
                          <p:spTgt spid="3"/>
                        </p:tgtEl>
                      </p:cBhvr>
                    </p:animEffect>
                  </p:childTnLst>
                </p:cTn>
              </p:par>
            </p:tnLst>
          </p:tmpl>
        </p:tmplLst>
      </p:bldP>
    </p:bldLst>
  </p:timing>
</p:sldLayout>
</file>

<file path=ppt/slideLayouts/slideLayout650.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1778000" y="1996719"/>
            <a:ext cx="4307472" cy="839020"/>
          </a:xfrm>
        </p:spPr>
        <p:txBody>
          <a:bodyPr>
            <a:noAutofit/>
          </a:bodyPr>
          <a:lstStyle>
            <a:lvl1pPr algn="r">
              <a:defRPr sz="6000">
                <a:solidFill>
                  <a:schemeClr val="tx1">
                    <a:lumMod val="75000"/>
                    <a:lumOff val="25000"/>
                  </a:schemeClr>
                </a:solidFill>
              </a:defRPr>
            </a:lvl1pPr>
          </a:lstStyle>
          <a:p>
            <a:r>
              <a:rPr lang="id-ID" dirty="0" smtClean="0"/>
              <a:t>TITLE</a:t>
            </a:r>
            <a:endParaRPr lang="en-AU" dirty="0"/>
          </a:p>
        </p:txBody>
      </p:sp>
      <p:sp>
        <p:nvSpPr>
          <p:cNvPr id="3" name="Content Placeholder 2"/>
          <p:cNvSpPr>
            <a:spLocks noGrp="1"/>
          </p:cNvSpPr>
          <p:nvPr>
            <p:ph idx="1"/>
          </p:nvPr>
        </p:nvSpPr>
        <p:spPr>
          <a:xfrm>
            <a:off x="1788528" y="2758235"/>
            <a:ext cx="4307472" cy="1425158"/>
          </a:xfrm>
        </p:spPr>
        <p:txBody>
          <a:bodyPr>
            <a:normAutofit/>
          </a:bodyPr>
          <a:lstStyle>
            <a:lvl1pPr algn="r">
              <a:defRPr sz="2000">
                <a:solidFill>
                  <a:schemeClr val="tx1">
                    <a:lumMod val="50000"/>
                    <a:lumOff val="50000"/>
                  </a:schemeClr>
                </a:solidFill>
              </a:defRPr>
            </a:lvl1pPr>
          </a:lstStyle>
          <a:p>
            <a:pPr lvl="0"/>
            <a:r>
              <a:rPr lang="en-US" dirty="0" smtClean="0"/>
              <a:t>Click to edit Master text styles</a:t>
            </a:r>
          </a:p>
        </p:txBody>
      </p:sp>
      <p:sp>
        <p:nvSpPr>
          <p:cNvPr id="4" name="Date Placeholder 3"/>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5" name="Footer Placeholder 4"/>
          <p:cNvSpPr>
            <a:spLocks noGrp="1"/>
          </p:cNvSpPr>
          <p:nvPr>
            <p:ph type="ftr" sz="quarter" idx="11"/>
          </p:nvPr>
        </p:nvSpPr>
        <p:spPr/>
        <p:txBody>
          <a:bodyPr/>
          <a:lstStyle/>
          <a:p>
            <a:endParaRPr lang="en-AU">
              <a:solidFill>
                <a:prstClr val="black">
                  <a:tint val="75000"/>
                </a:prstClr>
              </a:solidFill>
            </a:endParaRPr>
          </a:p>
        </p:txBody>
      </p:sp>
      <p:sp>
        <p:nvSpPr>
          <p:cNvPr id="6" name="Slide Number Placeholder 5"/>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8" name="Picture Placeholder 7"/>
          <p:cNvSpPr>
            <a:spLocks noGrp="1"/>
          </p:cNvSpPr>
          <p:nvPr>
            <p:ph type="pic" sz="quarter" idx="13" hasCustomPrompt="1"/>
          </p:nvPr>
        </p:nvSpPr>
        <p:spPr>
          <a:xfrm>
            <a:off x="0" y="0"/>
            <a:ext cx="12192000" cy="1989138"/>
          </a:xfrm>
          <a:solidFill>
            <a:schemeClr val="bg1">
              <a:lumMod val="85000"/>
            </a:schemeClr>
          </a:solidFill>
        </p:spPr>
        <p:txBody>
          <a:bodyPr>
            <a:normAutofit/>
          </a:bodyPr>
          <a:lstStyle>
            <a:lvl1pPr>
              <a:defRPr sz="1000"/>
            </a:lvl1pPr>
          </a:lstStyle>
          <a:p>
            <a:r>
              <a:rPr lang="id-ID" dirty="0" smtClean="0"/>
              <a:t>Pic here</a:t>
            </a:r>
            <a:endParaRPr lang="en-AU" dirty="0"/>
          </a:p>
        </p:txBody>
      </p:sp>
      <p:sp>
        <p:nvSpPr>
          <p:cNvPr id="10" name="Picture Placeholder 9"/>
          <p:cNvSpPr>
            <a:spLocks noGrp="1"/>
          </p:cNvSpPr>
          <p:nvPr>
            <p:ph type="pic" sz="quarter" idx="14"/>
          </p:nvPr>
        </p:nvSpPr>
        <p:spPr>
          <a:xfrm rot="21079909">
            <a:off x="7010400" y="1587500"/>
            <a:ext cx="1976438" cy="1976438"/>
          </a:xfrm>
          <a:solidFill>
            <a:schemeClr val="bg1">
              <a:lumMod val="75000"/>
            </a:schemeClr>
          </a:solidFill>
        </p:spPr>
        <p:txBody>
          <a:bodyPr/>
          <a:lstStyle/>
          <a:p>
            <a:endParaRPr lang="en-AU"/>
          </a:p>
        </p:txBody>
      </p:sp>
      <p:sp>
        <p:nvSpPr>
          <p:cNvPr id="16" name="Picture Placeholder 15"/>
          <p:cNvSpPr>
            <a:spLocks noGrp="1"/>
          </p:cNvSpPr>
          <p:nvPr>
            <p:ph type="pic" sz="quarter" idx="16" hasCustomPrompt="1"/>
          </p:nvPr>
        </p:nvSpPr>
        <p:spPr>
          <a:xfrm>
            <a:off x="7010400" y="1583575"/>
            <a:ext cx="1976438" cy="63291"/>
          </a:xfrm>
          <a:solidFill>
            <a:schemeClr val="accent1"/>
          </a:solidFill>
        </p:spPr>
        <p:txBody>
          <a:bodyPr>
            <a:noAutofit/>
          </a:bodyPr>
          <a:lstStyle>
            <a:lvl1pPr algn="r">
              <a:defRPr sz="500"/>
            </a:lvl1pPr>
          </a:lstStyle>
          <a:p>
            <a:r>
              <a:rPr lang="id-ID" dirty="0" smtClean="0"/>
              <a:t>Nopic</a:t>
            </a:r>
            <a:endParaRPr lang="en-AU" dirty="0"/>
          </a:p>
        </p:txBody>
      </p:sp>
      <p:sp>
        <p:nvSpPr>
          <p:cNvPr id="18" name="Picture Placeholder 15"/>
          <p:cNvSpPr>
            <a:spLocks noGrp="1"/>
          </p:cNvSpPr>
          <p:nvPr>
            <p:ph type="pic" sz="quarter" idx="17" hasCustomPrompt="1"/>
          </p:nvPr>
        </p:nvSpPr>
        <p:spPr>
          <a:xfrm rot="16200000">
            <a:off x="6053827" y="2538457"/>
            <a:ext cx="1976438" cy="63291"/>
          </a:xfrm>
          <a:solidFill>
            <a:schemeClr val="accent2"/>
          </a:solidFill>
        </p:spPr>
        <p:txBody>
          <a:bodyPr>
            <a:noAutofit/>
          </a:bodyPr>
          <a:lstStyle>
            <a:lvl1pPr algn="r">
              <a:defRPr sz="500"/>
            </a:lvl1pPr>
          </a:lstStyle>
          <a:p>
            <a:r>
              <a:rPr lang="id-ID" dirty="0" smtClean="0"/>
              <a:t>Nopic</a:t>
            </a:r>
            <a:endParaRPr lang="en-AU" dirty="0"/>
          </a:p>
        </p:txBody>
      </p:sp>
      <p:sp>
        <p:nvSpPr>
          <p:cNvPr id="19" name="Picture Placeholder 15"/>
          <p:cNvSpPr>
            <a:spLocks noGrp="1"/>
          </p:cNvSpPr>
          <p:nvPr>
            <p:ph type="pic" sz="quarter" idx="18" hasCustomPrompt="1"/>
          </p:nvPr>
        </p:nvSpPr>
        <p:spPr>
          <a:xfrm rot="16200000">
            <a:off x="7966974" y="2538458"/>
            <a:ext cx="1976438" cy="63291"/>
          </a:xfrm>
          <a:solidFill>
            <a:schemeClr val="accent4"/>
          </a:solidFill>
        </p:spPr>
        <p:txBody>
          <a:bodyPr>
            <a:noAutofit/>
          </a:bodyPr>
          <a:lstStyle>
            <a:lvl1pPr algn="r">
              <a:defRPr sz="500"/>
            </a:lvl1pPr>
          </a:lstStyle>
          <a:p>
            <a:r>
              <a:rPr lang="id-ID" dirty="0" smtClean="0"/>
              <a:t>Nopic</a:t>
            </a:r>
            <a:endParaRPr lang="en-AU" dirty="0"/>
          </a:p>
        </p:txBody>
      </p:sp>
      <p:sp>
        <p:nvSpPr>
          <p:cNvPr id="20" name="Picture Placeholder 15"/>
          <p:cNvSpPr>
            <a:spLocks noGrp="1"/>
          </p:cNvSpPr>
          <p:nvPr>
            <p:ph type="pic" sz="quarter" idx="19" hasCustomPrompt="1"/>
          </p:nvPr>
        </p:nvSpPr>
        <p:spPr>
          <a:xfrm>
            <a:off x="7010400" y="3523186"/>
            <a:ext cx="1976438" cy="63291"/>
          </a:xfrm>
          <a:solidFill>
            <a:schemeClr val="accent5"/>
          </a:solidFill>
        </p:spPr>
        <p:txBody>
          <a:bodyPr>
            <a:noAutofit/>
          </a:bodyPr>
          <a:lstStyle>
            <a:lvl1pPr algn="r">
              <a:defRPr sz="500"/>
            </a:lvl1pPr>
          </a:lstStyle>
          <a:p>
            <a:r>
              <a:rPr lang="id-ID" dirty="0" smtClean="0"/>
              <a:t>Nopic</a:t>
            </a:r>
            <a:endParaRPr lang="en-AU" dirty="0"/>
          </a:p>
        </p:txBody>
      </p:sp>
      <p:sp>
        <p:nvSpPr>
          <p:cNvPr id="22" name="Text Placeholder 21"/>
          <p:cNvSpPr>
            <a:spLocks noGrp="1"/>
          </p:cNvSpPr>
          <p:nvPr>
            <p:ph type="body" sz="quarter" idx="20"/>
          </p:nvPr>
        </p:nvSpPr>
        <p:spPr>
          <a:xfrm>
            <a:off x="6872288" y="4073525"/>
            <a:ext cx="3109912" cy="360363"/>
          </a:xfrm>
        </p:spPr>
        <p:txBody>
          <a:bodyPr/>
          <a:lstStyle>
            <a:lvl1pP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3" name="Text Placeholder 21"/>
          <p:cNvSpPr>
            <a:spLocks noGrp="1"/>
          </p:cNvSpPr>
          <p:nvPr>
            <p:ph type="body" sz="quarter" idx="21"/>
          </p:nvPr>
        </p:nvSpPr>
        <p:spPr>
          <a:xfrm>
            <a:off x="6872288" y="4482636"/>
            <a:ext cx="3109912" cy="1391908"/>
          </a:xfrm>
        </p:spPr>
        <p:txBody>
          <a:bodyPr>
            <a:normAutofit/>
          </a:bodyPr>
          <a:lstStyle>
            <a:lvl1pP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4" name="Text Placeholder 6"/>
          <p:cNvSpPr>
            <a:spLocks noGrp="1"/>
          </p:cNvSpPr>
          <p:nvPr>
            <p:ph type="body" sz="quarter" idx="22"/>
          </p:nvPr>
        </p:nvSpPr>
        <p:spPr>
          <a:xfrm>
            <a:off x="2526297" y="1603582"/>
            <a:ext cx="3559175" cy="372856"/>
          </a:xfrm>
        </p:spPr>
        <p:txBody>
          <a:bodyPr>
            <a:noAutofit/>
          </a:bodyPr>
          <a:lstStyle>
            <a:lvl1pPr algn="r">
              <a:defRPr sz="2800">
                <a:solidFill>
                  <a:schemeClr val="tx1">
                    <a:lumMod val="65000"/>
                    <a:lumOff val="35000"/>
                  </a:schemeClr>
                </a:solidFill>
                <a:latin typeface="+mj-lt"/>
              </a:defRPr>
            </a:lvl1pPr>
          </a:lstStyle>
          <a:p>
            <a:pPr lvl="0"/>
            <a:endParaRPr lang="en-AU" dirty="0"/>
          </a:p>
        </p:txBody>
      </p:sp>
    </p:spTree>
    <p:extLst>
      <p:ext uri="{BB962C8B-B14F-4D97-AF65-F5344CB8AC3E}">
        <p14:creationId xmlns:p14="http://schemas.microsoft.com/office/powerpoint/2010/main" val="27373688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after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p:cTn id="7" dur="500" fill="hold"/>
                                        <p:tgtEl>
                                          <p:spTgt spid="8"/>
                                        </p:tgtEl>
                                        <p:attrNameLst>
                                          <p:attrName>ppt_w</p:attrName>
                                        </p:attrNameLst>
                                      </p:cBhvr>
                                      <p:tavLst>
                                        <p:tav tm="0">
                                          <p:val>
                                            <p:fltVal val="0"/>
                                          </p:val>
                                        </p:tav>
                                        <p:tav tm="100000">
                                          <p:val>
                                            <p:strVal val="#ppt_w"/>
                                          </p:val>
                                        </p:tav>
                                      </p:tavLst>
                                    </p:anim>
                                    <p:anim calcmode="lin" valueType="num">
                                      <p:cBhvr>
                                        <p:cTn id="8" dur="500" fill="hold"/>
                                        <p:tgtEl>
                                          <p:spTgt spid="8"/>
                                        </p:tgtEl>
                                        <p:attrNameLst>
                                          <p:attrName>ppt_h</p:attrName>
                                        </p:attrNameLst>
                                      </p:cBhvr>
                                      <p:tavLst>
                                        <p:tav tm="0">
                                          <p:val>
                                            <p:fltVal val="0"/>
                                          </p:val>
                                        </p:tav>
                                        <p:tav tm="100000">
                                          <p:val>
                                            <p:strVal val="#ppt_h"/>
                                          </p:val>
                                        </p:tav>
                                      </p:tavLst>
                                    </p:anim>
                                    <p:animEffect transition="in" filter="fade">
                                      <p:cBhvr>
                                        <p:cTn id="9" dur="500"/>
                                        <p:tgtEl>
                                          <p:spTgt spid="8"/>
                                        </p:tgtEl>
                                      </p:cBhvr>
                                    </p:animEffect>
                                  </p:childTnLst>
                                </p:cTn>
                              </p:par>
                            </p:childTnLst>
                          </p:cTn>
                        </p:par>
                        <p:par>
                          <p:cTn id="10" fill="hold">
                            <p:stCondLst>
                              <p:cond delay="500"/>
                            </p:stCondLst>
                            <p:childTnLst>
                              <p:par>
                                <p:cTn id="11" presetID="10" presetClass="entr" presetSubtype="0" fill="hold" grpId="0" nodeType="afterEffect" nodePh="1">
                                  <p:stCondLst>
                                    <p:cond delay="0"/>
                                  </p:stCondLst>
                                  <p:endCondLst>
                                    <p:cond evt="begin" delay="0">
                                      <p:tn val="11"/>
                                    </p:cond>
                                  </p:endCondLst>
                                  <p:childTnLst>
                                    <p:set>
                                      <p:cBhvr>
                                        <p:cTn id="12" dur="1" fill="hold">
                                          <p:stCondLst>
                                            <p:cond delay="0"/>
                                          </p:stCondLst>
                                        </p:cTn>
                                        <p:tgtEl>
                                          <p:spTgt spid="24">
                                            <p:txEl>
                                              <p:pRg st="0" end="0"/>
                                            </p:txEl>
                                          </p:spTgt>
                                        </p:tgtEl>
                                        <p:attrNameLst>
                                          <p:attrName>style.visibility</p:attrName>
                                        </p:attrNameLst>
                                      </p:cBhvr>
                                      <p:to>
                                        <p:strVal val="visible"/>
                                      </p:to>
                                    </p:set>
                                    <p:animEffect transition="in" filter="fade">
                                      <p:cBhvr>
                                        <p:cTn id="13" dur="500"/>
                                        <p:tgtEl>
                                          <p:spTgt spid="24">
                                            <p:txEl>
                                              <p:pRg st="0" end="0"/>
                                            </p:txEl>
                                          </p:spTgt>
                                        </p:tgtEl>
                                      </p:cBhvr>
                                    </p:animEffect>
                                  </p:childTnLst>
                                </p:cTn>
                              </p:par>
                            </p:childTnLst>
                          </p:cTn>
                        </p:par>
                        <p:par>
                          <p:cTn id="14" fill="hold">
                            <p:stCondLst>
                              <p:cond delay="1000"/>
                            </p:stCondLst>
                            <p:childTnLst>
                              <p:par>
                                <p:cTn id="15" presetID="42" presetClass="entr" presetSubtype="0" fill="hold" grpId="0" nodeType="afterEffect">
                                  <p:stCondLst>
                                    <p:cond delay="0"/>
                                  </p:stCondLst>
                                  <p:childTnLst>
                                    <p:set>
                                      <p:cBhvr>
                                        <p:cTn id="16" dur="1" fill="hold">
                                          <p:stCondLst>
                                            <p:cond delay="0"/>
                                          </p:stCondLst>
                                        </p:cTn>
                                        <p:tgtEl>
                                          <p:spTgt spid="2"/>
                                        </p:tgtEl>
                                        <p:attrNameLst>
                                          <p:attrName>style.visibility</p:attrName>
                                        </p:attrNameLst>
                                      </p:cBhvr>
                                      <p:to>
                                        <p:strVal val="visible"/>
                                      </p:to>
                                    </p:set>
                                    <p:animEffect transition="in" filter="fade">
                                      <p:cBhvr>
                                        <p:cTn id="17" dur="500"/>
                                        <p:tgtEl>
                                          <p:spTgt spid="2"/>
                                        </p:tgtEl>
                                      </p:cBhvr>
                                    </p:animEffect>
                                    <p:anim calcmode="lin" valueType="num">
                                      <p:cBhvr>
                                        <p:cTn id="18" dur="500" fill="hold"/>
                                        <p:tgtEl>
                                          <p:spTgt spid="2"/>
                                        </p:tgtEl>
                                        <p:attrNameLst>
                                          <p:attrName>ppt_x</p:attrName>
                                        </p:attrNameLst>
                                      </p:cBhvr>
                                      <p:tavLst>
                                        <p:tav tm="0">
                                          <p:val>
                                            <p:strVal val="#ppt_x"/>
                                          </p:val>
                                        </p:tav>
                                        <p:tav tm="100000">
                                          <p:val>
                                            <p:strVal val="#ppt_x"/>
                                          </p:val>
                                        </p:tav>
                                      </p:tavLst>
                                    </p:anim>
                                    <p:anim calcmode="lin" valueType="num">
                                      <p:cBhvr>
                                        <p:cTn id="19" dur="500" fill="hold"/>
                                        <p:tgtEl>
                                          <p:spTgt spid="2"/>
                                        </p:tgtEl>
                                        <p:attrNameLst>
                                          <p:attrName>ppt_y</p:attrName>
                                        </p:attrNameLst>
                                      </p:cBhvr>
                                      <p:tavLst>
                                        <p:tav tm="0">
                                          <p:val>
                                            <p:strVal val="#ppt_y+.1"/>
                                          </p:val>
                                        </p:tav>
                                        <p:tav tm="100000">
                                          <p:val>
                                            <p:strVal val="#ppt_y"/>
                                          </p:val>
                                        </p:tav>
                                      </p:tavLst>
                                    </p:anim>
                                  </p:childTnLst>
                                </p:cTn>
                              </p:par>
                            </p:childTnLst>
                          </p:cTn>
                        </p:par>
                        <p:par>
                          <p:cTn id="20" fill="hold">
                            <p:stCondLst>
                              <p:cond delay="1500"/>
                            </p:stCondLst>
                            <p:childTnLst>
                              <p:par>
                                <p:cTn id="21" presetID="10" presetClass="entr" presetSubtype="0" fill="hold" grpId="0" nodeType="afterEffect">
                                  <p:stCondLst>
                                    <p:cond delay="0"/>
                                  </p:stCondLst>
                                  <p:childTnLst>
                                    <p:set>
                                      <p:cBhvr>
                                        <p:cTn id="22" dur="1" fill="hold">
                                          <p:stCondLst>
                                            <p:cond delay="0"/>
                                          </p:stCondLst>
                                        </p:cTn>
                                        <p:tgtEl>
                                          <p:spTgt spid="3">
                                            <p:txEl>
                                              <p:pRg st="0" end="0"/>
                                            </p:txEl>
                                          </p:spTgt>
                                        </p:tgtEl>
                                        <p:attrNameLst>
                                          <p:attrName>style.visibility</p:attrName>
                                        </p:attrNameLst>
                                      </p:cBhvr>
                                      <p:to>
                                        <p:strVal val="visible"/>
                                      </p:to>
                                    </p:set>
                                    <p:animEffect transition="in" filter="fade">
                                      <p:cBhvr>
                                        <p:cTn id="23" dur="500"/>
                                        <p:tgtEl>
                                          <p:spTgt spid="3">
                                            <p:txEl>
                                              <p:pRg st="0" end="0"/>
                                            </p:txEl>
                                          </p:spTgt>
                                        </p:tgtEl>
                                      </p:cBhvr>
                                    </p:animEffect>
                                  </p:childTnLst>
                                </p:cTn>
                              </p:par>
                            </p:childTnLst>
                          </p:cTn>
                        </p:par>
                        <p:par>
                          <p:cTn id="24" fill="hold">
                            <p:stCondLst>
                              <p:cond delay="2000"/>
                            </p:stCondLst>
                            <p:childTnLst>
                              <p:par>
                                <p:cTn id="25" presetID="10" presetClass="entr" presetSubtype="0" fill="hold" grpId="0" nodeType="after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fade">
                                      <p:cBhvr>
                                        <p:cTn id="27" dur="500"/>
                                        <p:tgtEl>
                                          <p:spTgt spid="10"/>
                                        </p:tgtEl>
                                      </p:cBhvr>
                                    </p:animEffect>
                                  </p:childTnLst>
                                </p:cTn>
                              </p:par>
                            </p:childTnLst>
                          </p:cTn>
                        </p:par>
                        <p:par>
                          <p:cTn id="28" fill="hold">
                            <p:stCondLst>
                              <p:cond delay="2500"/>
                            </p:stCondLst>
                            <p:childTnLst>
                              <p:par>
                                <p:cTn id="29" presetID="22" presetClass="entr" presetSubtype="8" fill="hold" grpId="0" nodeType="afterEffect">
                                  <p:stCondLst>
                                    <p:cond delay="0"/>
                                  </p:stCondLst>
                                  <p:childTnLst>
                                    <p:set>
                                      <p:cBhvr>
                                        <p:cTn id="30" dur="1" fill="hold">
                                          <p:stCondLst>
                                            <p:cond delay="0"/>
                                          </p:stCondLst>
                                        </p:cTn>
                                        <p:tgtEl>
                                          <p:spTgt spid="16"/>
                                        </p:tgtEl>
                                        <p:attrNameLst>
                                          <p:attrName>style.visibility</p:attrName>
                                        </p:attrNameLst>
                                      </p:cBhvr>
                                      <p:to>
                                        <p:strVal val="visible"/>
                                      </p:to>
                                    </p:set>
                                    <p:animEffect transition="in" filter="wipe(left)">
                                      <p:cBhvr>
                                        <p:cTn id="31" dur="500"/>
                                        <p:tgtEl>
                                          <p:spTgt spid="16"/>
                                        </p:tgtEl>
                                      </p:cBhvr>
                                    </p:animEffect>
                                  </p:childTnLst>
                                </p:cTn>
                              </p:par>
                              <p:par>
                                <p:cTn id="32" presetID="22" presetClass="entr" presetSubtype="1" fill="hold" grpId="0" nodeType="withEffect">
                                  <p:stCondLst>
                                    <p:cond delay="0"/>
                                  </p:stCondLst>
                                  <p:childTnLst>
                                    <p:set>
                                      <p:cBhvr>
                                        <p:cTn id="33" dur="1" fill="hold">
                                          <p:stCondLst>
                                            <p:cond delay="0"/>
                                          </p:stCondLst>
                                        </p:cTn>
                                        <p:tgtEl>
                                          <p:spTgt spid="19"/>
                                        </p:tgtEl>
                                        <p:attrNameLst>
                                          <p:attrName>style.visibility</p:attrName>
                                        </p:attrNameLst>
                                      </p:cBhvr>
                                      <p:to>
                                        <p:strVal val="visible"/>
                                      </p:to>
                                    </p:set>
                                    <p:animEffect transition="in" filter="wipe(up)">
                                      <p:cBhvr>
                                        <p:cTn id="34" dur="500"/>
                                        <p:tgtEl>
                                          <p:spTgt spid="19"/>
                                        </p:tgtEl>
                                      </p:cBhvr>
                                    </p:animEffect>
                                  </p:childTnLst>
                                </p:cTn>
                              </p:par>
                              <p:par>
                                <p:cTn id="35" presetID="22" presetClass="entr" presetSubtype="2" fill="hold" grpId="0" nodeType="withEffect">
                                  <p:stCondLst>
                                    <p:cond delay="0"/>
                                  </p:stCondLst>
                                  <p:childTnLst>
                                    <p:set>
                                      <p:cBhvr>
                                        <p:cTn id="36" dur="1" fill="hold">
                                          <p:stCondLst>
                                            <p:cond delay="0"/>
                                          </p:stCondLst>
                                        </p:cTn>
                                        <p:tgtEl>
                                          <p:spTgt spid="20"/>
                                        </p:tgtEl>
                                        <p:attrNameLst>
                                          <p:attrName>style.visibility</p:attrName>
                                        </p:attrNameLst>
                                      </p:cBhvr>
                                      <p:to>
                                        <p:strVal val="visible"/>
                                      </p:to>
                                    </p:set>
                                    <p:animEffect transition="in" filter="wipe(right)">
                                      <p:cBhvr>
                                        <p:cTn id="37" dur="500"/>
                                        <p:tgtEl>
                                          <p:spTgt spid="20"/>
                                        </p:tgtEl>
                                      </p:cBhvr>
                                    </p:animEffect>
                                  </p:childTnLst>
                                </p:cTn>
                              </p:par>
                              <p:par>
                                <p:cTn id="38" presetID="22" presetClass="entr" presetSubtype="4" fill="hold" grpId="0" nodeType="withEffect">
                                  <p:stCondLst>
                                    <p:cond delay="0"/>
                                  </p:stCondLst>
                                  <p:childTnLst>
                                    <p:set>
                                      <p:cBhvr>
                                        <p:cTn id="39" dur="1" fill="hold">
                                          <p:stCondLst>
                                            <p:cond delay="0"/>
                                          </p:stCondLst>
                                        </p:cTn>
                                        <p:tgtEl>
                                          <p:spTgt spid="18"/>
                                        </p:tgtEl>
                                        <p:attrNameLst>
                                          <p:attrName>style.visibility</p:attrName>
                                        </p:attrNameLst>
                                      </p:cBhvr>
                                      <p:to>
                                        <p:strVal val="visible"/>
                                      </p:to>
                                    </p:set>
                                    <p:animEffect transition="in" filter="wipe(down)">
                                      <p:cBhvr>
                                        <p:cTn id="40" dur="500"/>
                                        <p:tgtEl>
                                          <p:spTgt spid="18"/>
                                        </p:tgtEl>
                                      </p:cBhvr>
                                    </p:animEffect>
                                  </p:childTnLst>
                                </p:cTn>
                              </p:par>
                            </p:childTnLst>
                          </p:cTn>
                        </p:par>
                        <p:par>
                          <p:cTn id="41" fill="hold">
                            <p:stCondLst>
                              <p:cond delay="3000"/>
                            </p:stCondLst>
                            <p:childTnLst>
                              <p:par>
                                <p:cTn id="42" presetID="53" presetClass="entr" presetSubtype="16" fill="hold" grpId="0" nodeType="afterEffect" nodePh="1">
                                  <p:stCondLst>
                                    <p:cond delay="0"/>
                                  </p:stCondLst>
                                  <p:endCondLst>
                                    <p:cond evt="begin" delay="0">
                                      <p:tn val="42"/>
                                    </p:cond>
                                  </p:endCondLst>
                                  <p:childTnLst>
                                    <p:set>
                                      <p:cBhvr>
                                        <p:cTn id="43" dur="1" fill="hold">
                                          <p:stCondLst>
                                            <p:cond delay="0"/>
                                          </p:stCondLst>
                                        </p:cTn>
                                        <p:tgtEl>
                                          <p:spTgt spid="22">
                                            <p:txEl>
                                              <p:pRg st="0" end="0"/>
                                            </p:txEl>
                                          </p:spTgt>
                                        </p:tgtEl>
                                        <p:attrNameLst>
                                          <p:attrName>style.visibility</p:attrName>
                                        </p:attrNameLst>
                                      </p:cBhvr>
                                      <p:to>
                                        <p:strVal val="visible"/>
                                      </p:to>
                                    </p:set>
                                    <p:anim calcmode="lin" valueType="num">
                                      <p:cBhvr>
                                        <p:cTn id="44" dur="500" fill="hold"/>
                                        <p:tgtEl>
                                          <p:spTgt spid="22">
                                            <p:txEl>
                                              <p:pRg st="0" end="0"/>
                                            </p:txEl>
                                          </p:spTgt>
                                        </p:tgtEl>
                                        <p:attrNameLst>
                                          <p:attrName>ppt_w</p:attrName>
                                        </p:attrNameLst>
                                      </p:cBhvr>
                                      <p:tavLst>
                                        <p:tav tm="0">
                                          <p:val>
                                            <p:fltVal val="0"/>
                                          </p:val>
                                        </p:tav>
                                        <p:tav tm="100000">
                                          <p:val>
                                            <p:strVal val="#ppt_w"/>
                                          </p:val>
                                        </p:tav>
                                      </p:tavLst>
                                    </p:anim>
                                    <p:anim calcmode="lin" valueType="num">
                                      <p:cBhvr>
                                        <p:cTn id="45" dur="500" fill="hold"/>
                                        <p:tgtEl>
                                          <p:spTgt spid="22">
                                            <p:txEl>
                                              <p:pRg st="0" end="0"/>
                                            </p:txEl>
                                          </p:spTgt>
                                        </p:tgtEl>
                                        <p:attrNameLst>
                                          <p:attrName>ppt_h</p:attrName>
                                        </p:attrNameLst>
                                      </p:cBhvr>
                                      <p:tavLst>
                                        <p:tav tm="0">
                                          <p:val>
                                            <p:fltVal val="0"/>
                                          </p:val>
                                        </p:tav>
                                        <p:tav tm="100000">
                                          <p:val>
                                            <p:strVal val="#ppt_h"/>
                                          </p:val>
                                        </p:tav>
                                      </p:tavLst>
                                    </p:anim>
                                    <p:animEffect transition="in" filter="fade">
                                      <p:cBhvr>
                                        <p:cTn id="46" dur="500"/>
                                        <p:tgtEl>
                                          <p:spTgt spid="22">
                                            <p:txEl>
                                              <p:pRg st="0" end="0"/>
                                            </p:txEl>
                                          </p:spTgt>
                                        </p:tgtEl>
                                      </p:cBhvr>
                                    </p:animEffect>
                                  </p:childTnLst>
                                </p:cTn>
                              </p:par>
                            </p:childTnLst>
                          </p:cTn>
                        </p:par>
                        <p:par>
                          <p:cTn id="47" fill="hold">
                            <p:stCondLst>
                              <p:cond delay="3500"/>
                            </p:stCondLst>
                            <p:childTnLst>
                              <p:par>
                                <p:cTn id="48" presetID="42" presetClass="entr" presetSubtype="0" fill="hold" grpId="0" nodeType="afterEffect" nodePh="1">
                                  <p:stCondLst>
                                    <p:cond delay="0"/>
                                  </p:stCondLst>
                                  <p:endCondLst>
                                    <p:cond evt="begin" delay="0">
                                      <p:tn val="48"/>
                                    </p:cond>
                                  </p:endCondLst>
                                  <p:childTnLst>
                                    <p:set>
                                      <p:cBhvr>
                                        <p:cTn id="49" dur="1" fill="hold">
                                          <p:stCondLst>
                                            <p:cond delay="0"/>
                                          </p:stCondLst>
                                        </p:cTn>
                                        <p:tgtEl>
                                          <p:spTgt spid="23">
                                            <p:txEl>
                                              <p:pRg st="0" end="0"/>
                                            </p:txEl>
                                          </p:spTgt>
                                        </p:tgtEl>
                                        <p:attrNameLst>
                                          <p:attrName>style.visibility</p:attrName>
                                        </p:attrNameLst>
                                      </p:cBhvr>
                                      <p:to>
                                        <p:strVal val="visible"/>
                                      </p:to>
                                    </p:set>
                                    <p:animEffect transition="in" filter="fade">
                                      <p:cBhvr>
                                        <p:cTn id="50" dur="500"/>
                                        <p:tgtEl>
                                          <p:spTgt spid="23">
                                            <p:txEl>
                                              <p:pRg st="0" end="0"/>
                                            </p:txEl>
                                          </p:spTgt>
                                        </p:tgtEl>
                                      </p:cBhvr>
                                    </p:animEffect>
                                    <p:anim calcmode="lin" valueType="num">
                                      <p:cBhvr>
                                        <p:cTn id="51" dur="500" fill="hold"/>
                                        <p:tgtEl>
                                          <p:spTgt spid="23">
                                            <p:txEl>
                                              <p:pRg st="0" end="0"/>
                                            </p:txEl>
                                          </p:spTgt>
                                        </p:tgtEl>
                                        <p:attrNameLst>
                                          <p:attrName>ppt_x</p:attrName>
                                        </p:attrNameLst>
                                      </p:cBhvr>
                                      <p:tavLst>
                                        <p:tav tm="0">
                                          <p:val>
                                            <p:strVal val="#ppt_x"/>
                                          </p:val>
                                        </p:tav>
                                        <p:tav tm="100000">
                                          <p:val>
                                            <p:strVal val="#ppt_x"/>
                                          </p:val>
                                        </p:tav>
                                      </p:tavLst>
                                    </p:anim>
                                    <p:anim calcmode="lin" valueType="num">
                                      <p:cBhvr>
                                        <p:cTn id="52" dur="500" fill="hold"/>
                                        <p:tgtEl>
                                          <p:spTgt spid="23">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build="p">
        <p:tmplLst>
          <p:tmpl lvl="1">
            <p:tnLst>
              <p:par>
                <p:cTn presetID="10" presetClass="entr" presetSubtype="0" fill="hold" nodeType="afterEffect">
                  <p:stCondLst>
                    <p:cond delay="0"/>
                  </p:stCondLst>
                  <p:childTnLst>
                    <p:set>
                      <p:cBhvr>
                        <p:cTn dur="1" fill="hold">
                          <p:stCondLst>
                            <p:cond delay="0"/>
                          </p:stCondLst>
                        </p:cTn>
                        <p:tgtEl>
                          <p:spTgt spid="3"/>
                        </p:tgtEl>
                        <p:attrNameLst>
                          <p:attrName>style.visibility</p:attrName>
                        </p:attrNameLst>
                      </p:cBhvr>
                      <p:to>
                        <p:strVal val="visible"/>
                      </p:to>
                    </p:set>
                    <p:animEffect transition="in" filter="fade">
                      <p:cBhvr>
                        <p:cTn dur="500"/>
                        <p:tgtEl>
                          <p:spTgt spid="3"/>
                        </p:tgtEl>
                      </p:cBhvr>
                    </p:animEffect>
                  </p:childTnLst>
                </p:cTn>
              </p:par>
            </p:tnLst>
          </p:tmpl>
        </p:tmplLst>
      </p:bldP>
      <p:bldP spid="8" grpId="0" animBg="1"/>
      <p:bldP spid="10" grpId="0" animBg="1"/>
      <p:bldP spid="16" grpId="0" animBg="1"/>
      <p:bldP spid="18" grpId="0" animBg="1"/>
      <p:bldP spid="19" grpId="0" animBg="1"/>
      <p:bldP spid="20" grpId="0" animBg="1"/>
      <p:bldP spid="22"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2"/>
                        </p:tgtEl>
                        <p:attrNameLst>
                          <p:attrName>style.visibility</p:attrName>
                        </p:attrNameLst>
                      </p:cBhvr>
                      <p:to>
                        <p:strVal val="visible"/>
                      </p:to>
                    </p:set>
                    <p:anim calcmode="lin" valueType="num">
                      <p:cBhvr>
                        <p:cTn dur="500" fill="hold"/>
                        <p:tgtEl>
                          <p:spTgt spid="22"/>
                        </p:tgtEl>
                        <p:attrNameLst>
                          <p:attrName>ppt_w</p:attrName>
                        </p:attrNameLst>
                      </p:cBhvr>
                      <p:tavLst>
                        <p:tav tm="0">
                          <p:val>
                            <p:fltVal val="0"/>
                          </p:val>
                        </p:tav>
                        <p:tav tm="100000">
                          <p:val>
                            <p:strVal val="#ppt_w"/>
                          </p:val>
                        </p:tav>
                      </p:tavLst>
                    </p:anim>
                    <p:anim calcmode="lin" valueType="num">
                      <p:cBhvr>
                        <p:cTn dur="500" fill="hold"/>
                        <p:tgtEl>
                          <p:spTgt spid="22"/>
                        </p:tgtEl>
                        <p:attrNameLst>
                          <p:attrName>ppt_h</p:attrName>
                        </p:attrNameLst>
                      </p:cBhvr>
                      <p:tavLst>
                        <p:tav tm="0">
                          <p:val>
                            <p:fltVal val="0"/>
                          </p:val>
                        </p:tav>
                        <p:tav tm="100000">
                          <p:val>
                            <p:strVal val="#ppt_h"/>
                          </p:val>
                        </p:tav>
                      </p:tavLst>
                    </p:anim>
                    <p:animEffect transition="in" filter="fade">
                      <p:cBhvr>
                        <p:cTn dur="500"/>
                        <p:tgtEl>
                          <p:spTgt spid="22"/>
                        </p:tgtEl>
                      </p:cBhvr>
                    </p:animEffect>
                  </p:childTnLst>
                </p:cTn>
              </p:par>
            </p:tnLst>
          </p:tmpl>
        </p:tmplLst>
      </p:bldP>
      <p:bldP spid="23"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3"/>
                        </p:tgtEl>
                        <p:attrNameLst>
                          <p:attrName>style.visibility</p:attrName>
                        </p:attrNameLst>
                      </p:cBhvr>
                      <p:to>
                        <p:strVal val="visible"/>
                      </p:to>
                    </p:set>
                    <p:animEffect transition="in" filter="fade">
                      <p:cBhvr>
                        <p:cTn dur="500"/>
                        <p:tgtEl>
                          <p:spTgt spid="23"/>
                        </p:tgtEl>
                      </p:cBhvr>
                    </p:animEffect>
                    <p:anim calcmode="lin" valueType="num">
                      <p:cBhvr>
                        <p:cTn dur="500" fill="hold"/>
                        <p:tgtEl>
                          <p:spTgt spid="23"/>
                        </p:tgtEl>
                        <p:attrNameLst>
                          <p:attrName>ppt_x</p:attrName>
                        </p:attrNameLst>
                      </p:cBhvr>
                      <p:tavLst>
                        <p:tav tm="0">
                          <p:val>
                            <p:strVal val="#ppt_x"/>
                          </p:val>
                        </p:tav>
                        <p:tav tm="100000">
                          <p:val>
                            <p:strVal val="#ppt_x"/>
                          </p:val>
                        </p:tav>
                      </p:tavLst>
                    </p:anim>
                    <p:anim calcmode="lin" valueType="num">
                      <p:cBhvr>
                        <p:cTn dur="500" fill="hold"/>
                        <p:tgtEl>
                          <p:spTgt spid="23"/>
                        </p:tgtEl>
                        <p:attrNameLst>
                          <p:attrName>ppt_y</p:attrName>
                        </p:attrNameLst>
                      </p:cBhvr>
                      <p:tavLst>
                        <p:tav tm="0">
                          <p:val>
                            <p:strVal val="#ppt_y+.1"/>
                          </p:val>
                        </p:tav>
                        <p:tav tm="100000">
                          <p:val>
                            <p:strVal val="#ppt_y"/>
                          </p:val>
                        </p:tav>
                      </p:tavLst>
                    </p:anim>
                  </p:childTnLst>
                </p:cTn>
              </p:par>
            </p:tnLst>
          </p:tmpl>
        </p:tmplLst>
      </p:bldP>
      <p:bldP spid="24"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24"/>
                        </p:tgtEl>
                        <p:attrNameLst>
                          <p:attrName>style.visibility</p:attrName>
                        </p:attrNameLst>
                      </p:cBhvr>
                      <p:to>
                        <p:strVal val="visible"/>
                      </p:to>
                    </p:set>
                    <p:animEffect transition="in" filter="fade">
                      <p:cBhvr>
                        <p:cTn dur="500"/>
                        <p:tgtEl>
                          <p:spTgt spid="24"/>
                        </p:tgtEl>
                      </p:cBhvr>
                    </p:animEffect>
                  </p:childTnLst>
                </p:cTn>
              </p:par>
            </p:tnLst>
          </p:tmpl>
        </p:tmplLst>
      </p:bldP>
    </p:bldLst>
  </p:timing>
</p:sldLayout>
</file>

<file path=ppt/slideLayouts/slideLayout651.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Tree>
    <p:extLst>
      <p:ext uri="{BB962C8B-B14F-4D97-AF65-F5344CB8AC3E}">
        <p14:creationId xmlns:p14="http://schemas.microsoft.com/office/powerpoint/2010/main" val="309264803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652.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17" name="Picture Placeholder 16"/>
          <p:cNvSpPr>
            <a:spLocks noGrp="1"/>
          </p:cNvSpPr>
          <p:nvPr>
            <p:ph type="pic" sz="quarter" idx="14" hasCustomPrompt="1"/>
          </p:nvPr>
        </p:nvSpPr>
        <p:spPr>
          <a:xfrm>
            <a:off x="1839095" y="2048259"/>
            <a:ext cx="2886714" cy="3313449"/>
          </a:xfrm>
          <a:custGeom>
            <a:avLst/>
            <a:gdLst>
              <a:gd name="connsiteX0" fmla="*/ 947087 w 3533533"/>
              <a:gd name="connsiteY0" fmla="*/ 1224307 h 4055885"/>
              <a:gd name="connsiteX1" fmla="*/ 1170091 w 3533533"/>
              <a:gd name="connsiteY1" fmla="*/ 1352331 h 4055885"/>
              <a:gd name="connsiteX2" fmla="*/ 2355380 w 3533533"/>
              <a:gd name="connsiteY2" fmla="*/ 3719063 h 4055885"/>
              <a:gd name="connsiteX3" fmla="*/ 2251556 w 3533533"/>
              <a:gd name="connsiteY3" fmla="*/ 4031211 h 4055885"/>
              <a:gd name="connsiteX4" fmla="*/ 2251557 w 3533533"/>
              <a:gd name="connsiteY4" fmla="*/ 4031210 h 4055885"/>
              <a:gd name="connsiteX5" fmla="*/ 1939409 w 3533533"/>
              <a:gd name="connsiteY5" fmla="*/ 3927386 h 4055885"/>
              <a:gd name="connsiteX6" fmla="*/ 754120 w 3533533"/>
              <a:gd name="connsiteY6" fmla="*/ 1560655 h 4055885"/>
              <a:gd name="connsiteX7" fmla="*/ 857943 w 3533533"/>
              <a:gd name="connsiteY7" fmla="*/ 1248507 h 4055885"/>
              <a:gd name="connsiteX8" fmla="*/ 947087 w 3533533"/>
              <a:gd name="connsiteY8" fmla="*/ 1224307 h 4055885"/>
              <a:gd name="connsiteX9" fmla="*/ 217642 w 3533533"/>
              <a:gd name="connsiteY9" fmla="*/ 943467 h 4055885"/>
              <a:gd name="connsiteX10" fmla="*/ 440647 w 3533533"/>
              <a:gd name="connsiteY10" fmla="*/ 1071491 h 4055885"/>
              <a:gd name="connsiteX11" fmla="*/ 1625936 w 3533533"/>
              <a:gd name="connsiteY11" fmla="*/ 3438223 h 4055885"/>
              <a:gd name="connsiteX12" fmla="*/ 1522111 w 3533533"/>
              <a:gd name="connsiteY12" fmla="*/ 3750371 h 4055885"/>
              <a:gd name="connsiteX13" fmla="*/ 1522112 w 3533533"/>
              <a:gd name="connsiteY13" fmla="*/ 3750370 h 4055885"/>
              <a:gd name="connsiteX14" fmla="*/ 1209964 w 3533533"/>
              <a:gd name="connsiteY14" fmla="*/ 3646546 h 4055885"/>
              <a:gd name="connsiteX15" fmla="*/ 24675 w 3533533"/>
              <a:gd name="connsiteY15" fmla="*/ 1279815 h 4055885"/>
              <a:gd name="connsiteX16" fmla="*/ 128499 w 3533533"/>
              <a:gd name="connsiteY16" fmla="*/ 967667 h 4055885"/>
              <a:gd name="connsiteX17" fmla="*/ 217642 w 3533533"/>
              <a:gd name="connsiteY17" fmla="*/ 943467 h 4055885"/>
              <a:gd name="connsiteX18" fmla="*/ 1888548 w 3533533"/>
              <a:gd name="connsiteY18" fmla="*/ 752811 h 4055885"/>
              <a:gd name="connsiteX19" fmla="*/ 2111553 w 3533533"/>
              <a:gd name="connsiteY19" fmla="*/ 880835 h 4055885"/>
              <a:gd name="connsiteX20" fmla="*/ 3296841 w 3533533"/>
              <a:gd name="connsiteY20" fmla="*/ 3247567 h 4055885"/>
              <a:gd name="connsiteX21" fmla="*/ 3193017 w 3533533"/>
              <a:gd name="connsiteY21" fmla="*/ 3559715 h 4055885"/>
              <a:gd name="connsiteX22" fmla="*/ 3193018 w 3533533"/>
              <a:gd name="connsiteY22" fmla="*/ 3559714 h 4055885"/>
              <a:gd name="connsiteX23" fmla="*/ 2880870 w 3533533"/>
              <a:gd name="connsiteY23" fmla="*/ 3455890 h 4055885"/>
              <a:gd name="connsiteX24" fmla="*/ 1695581 w 3533533"/>
              <a:gd name="connsiteY24" fmla="*/ 1089159 h 4055885"/>
              <a:gd name="connsiteX25" fmla="*/ 1799405 w 3533533"/>
              <a:gd name="connsiteY25" fmla="*/ 777011 h 4055885"/>
              <a:gd name="connsiteX26" fmla="*/ 1888548 w 3533533"/>
              <a:gd name="connsiteY26" fmla="*/ 752811 h 4055885"/>
              <a:gd name="connsiteX27" fmla="*/ 1011122 w 3533533"/>
              <a:gd name="connsiteY27" fmla="*/ 176488 h 4055885"/>
              <a:gd name="connsiteX28" fmla="*/ 1234126 w 3533533"/>
              <a:gd name="connsiteY28" fmla="*/ 304512 h 4055885"/>
              <a:gd name="connsiteX29" fmla="*/ 2419415 w 3533533"/>
              <a:gd name="connsiteY29" fmla="*/ 2671244 h 4055885"/>
              <a:gd name="connsiteX30" fmla="*/ 2315591 w 3533533"/>
              <a:gd name="connsiteY30" fmla="*/ 2983392 h 4055885"/>
              <a:gd name="connsiteX31" fmla="*/ 2315592 w 3533533"/>
              <a:gd name="connsiteY31" fmla="*/ 2983391 h 4055885"/>
              <a:gd name="connsiteX32" fmla="*/ 2003444 w 3533533"/>
              <a:gd name="connsiteY32" fmla="*/ 2879567 h 4055885"/>
              <a:gd name="connsiteX33" fmla="*/ 818154 w 3533533"/>
              <a:gd name="connsiteY33" fmla="*/ 512836 h 4055885"/>
              <a:gd name="connsiteX34" fmla="*/ 921978 w 3533533"/>
              <a:gd name="connsiteY34" fmla="*/ 200688 h 4055885"/>
              <a:gd name="connsiteX35" fmla="*/ 1011122 w 3533533"/>
              <a:gd name="connsiteY35" fmla="*/ 176488 h 4055885"/>
              <a:gd name="connsiteX36" fmla="*/ 2100564 w 3533533"/>
              <a:gd name="connsiteY36" fmla="*/ 475 h 4055885"/>
              <a:gd name="connsiteX37" fmla="*/ 2323569 w 3533533"/>
              <a:gd name="connsiteY37" fmla="*/ 128499 h 4055885"/>
              <a:gd name="connsiteX38" fmla="*/ 3508858 w 3533533"/>
              <a:gd name="connsiteY38" fmla="*/ 2495231 h 4055885"/>
              <a:gd name="connsiteX39" fmla="*/ 3405034 w 3533533"/>
              <a:gd name="connsiteY39" fmla="*/ 2807379 h 4055885"/>
              <a:gd name="connsiteX40" fmla="*/ 3405034 w 3533533"/>
              <a:gd name="connsiteY40" fmla="*/ 2807378 h 4055885"/>
              <a:gd name="connsiteX41" fmla="*/ 3092887 w 3533533"/>
              <a:gd name="connsiteY41" fmla="*/ 2703554 h 4055885"/>
              <a:gd name="connsiteX42" fmla="*/ 1907597 w 3533533"/>
              <a:gd name="connsiteY42" fmla="*/ 336823 h 4055885"/>
              <a:gd name="connsiteX43" fmla="*/ 2011421 w 3533533"/>
              <a:gd name="connsiteY43" fmla="*/ 24675 h 4055885"/>
              <a:gd name="connsiteX44" fmla="*/ 2100564 w 3533533"/>
              <a:gd name="connsiteY44" fmla="*/ 475 h 4055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3533533" h="4055885">
                <a:moveTo>
                  <a:pt x="947087" y="1224307"/>
                </a:moveTo>
                <a:cubicBezTo>
                  <a:pt x="1037548" y="1218495"/>
                  <a:pt x="1126946" y="1266180"/>
                  <a:pt x="1170091" y="1352331"/>
                </a:cubicBezTo>
                <a:cubicBezTo>
                  <a:pt x="1565188" y="2141242"/>
                  <a:pt x="1960283" y="2930152"/>
                  <a:pt x="2355380" y="3719063"/>
                </a:cubicBezTo>
                <a:cubicBezTo>
                  <a:pt x="2412907" y="3833931"/>
                  <a:pt x="2366424" y="3973684"/>
                  <a:pt x="2251556" y="4031211"/>
                </a:cubicBezTo>
                <a:lnTo>
                  <a:pt x="2251557" y="4031210"/>
                </a:lnTo>
                <a:cubicBezTo>
                  <a:pt x="2136689" y="4088737"/>
                  <a:pt x="1996936" y="4042254"/>
                  <a:pt x="1939409" y="3927386"/>
                </a:cubicBezTo>
                <a:lnTo>
                  <a:pt x="754120" y="1560655"/>
                </a:lnTo>
                <a:cubicBezTo>
                  <a:pt x="696592" y="1445787"/>
                  <a:pt x="743075" y="1306034"/>
                  <a:pt x="857943" y="1248507"/>
                </a:cubicBezTo>
                <a:cubicBezTo>
                  <a:pt x="886660" y="1234125"/>
                  <a:pt x="916933" y="1226244"/>
                  <a:pt x="947087" y="1224307"/>
                </a:cubicBezTo>
                <a:close/>
                <a:moveTo>
                  <a:pt x="217642" y="943467"/>
                </a:moveTo>
                <a:cubicBezTo>
                  <a:pt x="308104" y="937655"/>
                  <a:pt x="397501" y="985340"/>
                  <a:pt x="440647" y="1071491"/>
                </a:cubicBezTo>
                <a:cubicBezTo>
                  <a:pt x="835743" y="1860402"/>
                  <a:pt x="1230839" y="2649312"/>
                  <a:pt x="1625936" y="3438223"/>
                </a:cubicBezTo>
                <a:cubicBezTo>
                  <a:pt x="1683463" y="3553091"/>
                  <a:pt x="1636980" y="3692844"/>
                  <a:pt x="1522111" y="3750371"/>
                </a:cubicBezTo>
                <a:lnTo>
                  <a:pt x="1522112" y="3750370"/>
                </a:lnTo>
                <a:cubicBezTo>
                  <a:pt x="1407244" y="3807897"/>
                  <a:pt x="1267491" y="3761414"/>
                  <a:pt x="1209964" y="3646546"/>
                </a:cubicBezTo>
                <a:lnTo>
                  <a:pt x="24675" y="1279815"/>
                </a:lnTo>
                <a:cubicBezTo>
                  <a:pt x="-32852" y="1164947"/>
                  <a:pt x="13631" y="1025194"/>
                  <a:pt x="128499" y="967667"/>
                </a:cubicBezTo>
                <a:cubicBezTo>
                  <a:pt x="157216" y="953285"/>
                  <a:pt x="187488" y="945404"/>
                  <a:pt x="217642" y="943467"/>
                </a:cubicBezTo>
                <a:close/>
                <a:moveTo>
                  <a:pt x="1888548" y="752811"/>
                </a:moveTo>
                <a:cubicBezTo>
                  <a:pt x="1979010" y="747000"/>
                  <a:pt x="2068407" y="794684"/>
                  <a:pt x="2111553" y="880835"/>
                </a:cubicBezTo>
                <a:cubicBezTo>
                  <a:pt x="2506649" y="1669746"/>
                  <a:pt x="2901745" y="2458656"/>
                  <a:pt x="3296841" y="3247567"/>
                </a:cubicBezTo>
                <a:cubicBezTo>
                  <a:pt x="3354369" y="3362435"/>
                  <a:pt x="3307885" y="3502188"/>
                  <a:pt x="3193017" y="3559715"/>
                </a:cubicBezTo>
                <a:lnTo>
                  <a:pt x="3193018" y="3559714"/>
                </a:lnTo>
                <a:cubicBezTo>
                  <a:pt x="3078150" y="3617241"/>
                  <a:pt x="2938397" y="3570758"/>
                  <a:pt x="2880870" y="3455890"/>
                </a:cubicBezTo>
                <a:lnTo>
                  <a:pt x="1695581" y="1089159"/>
                </a:lnTo>
                <a:cubicBezTo>
                  <a:pt x="1638053" y="974291"/>
                  <a:pt x="1684537" y="834539"/>
                  <a:pt x="1799405" y="777011"/>
                </a:cubicBezTo>
                <a:cubicBezTo>
                  <a:pt x="1828122" y="762629"/>
                  <a:pt x="1858394" y="754748"/>
                  <a:pt x="1888548" y="752811"/>
                </a:cubicBezTo>
                <a:close/>
                <a:moveTo>
                  <a:pt x="1011122" y="176488"/>
                </a:moveTo>
                <a:cubicBezTo>
                  <a:pt x="1101583" y="170677"/>
                  <a:pt x="1190981" y="218361"/>
                  <a:pt x="1234126" y="304512"/>
                </a:cubicBezTo>
                <a:cubicBezTo>
                  <a:pt x="1629223" y="1093423"/>
                  <a:pt x="2024319" y="1882334"/>
                  <a:pt x="2419415" y="2671244"/>
                </a:cubicBezTo>
                <a:cubicBezTo>
                  <a:pt x="2476943" y="2786112"/>
                  <a:pt x="2430459" y="2925865"/>
                  <a:pt x="2315591" y="2983392"/>
                </a:cubicBezTo>
                <a:lnTo>
                  <a:pt x="2315592" y="2983391"/>
                </a:lnTo>
                <a:cubicBezTo>
                  <a:pt x="2200724" y="3040918"/>
                  <a:pt x="2060971" y="2994435"/>
                  <a:pt x="2003444" y="2879567"/>
                </a:cubicBezTo>
                <a:lnTo>
                  <a:pt x="818154" y="512836"/>
                </a:lnTo>
                <a:cubicBezTo>
                  <a:pt x="760627" y="397969"/>
                  <a:pt x="807110" y="258216"/>
                  <a:pt x="921978" y="200688"/>
                </a:cubicBezTo>
                <a:cubicBezTo>
                  <a:pt x="950695" y="186307"/>
                  <a:pt x="980968" y="178425"/>
                  <a:pt x="1011122" y="176488"/>
                </a:cubicBezTo>
                <a:close/>
                <a:moveTo>
                  <a:pt x="2100564" y="475"/>
                </a:moveTo>
                <a:cubicBezTo>
                  <a:pt x="2191026" y="-5336"/>
                  <a:pt x="2280424" y="42348"/>
                  <a:pt x="2323569" y="128499"/>
                </a:cubicBezTo>
                <a:cubicBezTo>
                  <a:pt x="2718666" y="917410"/>
                  <a:pt x="3113761" y="1706320"/>
                  <a:pt x="3508858" y="2495231"/>
                </a:cubicBezTo>
                <a:cubicBezTo>
                  <a:pt x="3566385" y="2610099"/>
                  <a:pt x="3519902" y="2749852"/>
                  <a:pt x="3405034" y="2807379"/>
                </a:cubicBezTo>
                <a:lnTo>
                  <a:pt x="3405034" y="2807378"/>
                </a:lnTo>
                <a:cubicBezTo>
                  <a:pt x="3290167" y="2864905"/>
                  <a:pt x="3150414" y="2818422"/>
                  <a:pt x="3092887" y="2703554"/>
                </a:cubicBezTo>
                <a:lnTo>
                  <a:pt x="1907597" y="336823"/>
                </a:lnTo>
                <a:cubicBezTo>
                  <a:pt x="1850070" y="221955"/>
                  <a:pt x="1896553" y="82203"/>
                  <a:pt x="2011421" y="24675"/>
                </a:cubicBezTo>
                <a:cubicBezTo>
                  <a:pt x="2040138" y="10293"/>
                  <a:pt x="2070410" y="2412"/>
                  <a:pt x="2100564" y="475"/>
                </a:cubicBezTo>
                <a:close/>
              </a:path>
            </a:pathLst>
          </a:custGeom>
          <a:solidFill>
            <a:schemeClr val="bg1">
              <a:lumMod val="85000"/>
            </a:schemeClr>
          </a:solidFill>
        </p:spPr>
        <p:txBody>
          <a:bodyPr wrap="square">
            <a:noAutofit/>
          </a:bodyPr>
          <a:lstStyle>
            <a:lvl1pPr>
              <a:defRPr baseline="0"/>
            </a:lvl1pPr>
          </a:lstStyle>
          <a:p>
            <a:r>
              <a:rPr lang="id-ID" dirty="0" smtClean="0"/>
              <a:t>Pic here</a:t>
            </a:r>
            <a:endParaRPr lang="en-AU" dirty="0"/>
          </a:p>
        </p:txBody>
      </p:sp>
      <p:sp>
        <p:nvSpPr>
          <p:cNvPr id="18" name="Text Placeholder 21"/>
          <p:cNvSpPr>
            <a:spLocks noGrp="1"/>
          </p:cNvSpPr>
          <p:nvPr>
            <p:ph type="body" sz="quarter" idx="21"/>
          </p:nvPr>
        </p:nvSpPr>
        <p:spPr>
          <a:xfrm>
            <a:off x="1727496" y="5567867"/>
            <a:ext cx="3109912" cy="291162"/>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4" name="Text Placeholder 21"/>
          <p:cNvSpPr>
            <a:spLocks noGrp="1"/>
          </p:cNvSpPr>
          <p:nvPr>
            <p:ph type="body" sz="quarter" idx="20"/>
          </p:nvPr>
        </p:nvSpPr>
        <p:spPr>
          <a:xfrm>
            <a:off x="7315633" y="2417115"/>
            <a:ext cx="4396942" cy="256811"/>
          </a:xfrm>
        </p:spPr>
        <p:txBody>
          <a:bodyPr/>
          <a:lstStyle>
            <a:lvl1pP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5" name="Text Placeholder 21"/>
          <p:cNvSpPr>
            <a:spLocks noGrp="1"/>
          </p:cNvSpPr>
          <p:nvPr>
            <p:ph type="body" sz="quarter" idx="22"/>
          </p:nvPr>
        </p:nvSpPr>
        <p:spPr>
          <a:xfrm>
            <a:off x="7315633" y="2715386"/>
            <a:ext cx="4396942" cy="448573"/>
          </a:xfrm>
        </p:spPr>
        <p:txBody>
          <a:bodyPr>
            <a:normAutofit/>
          </a:bodyPr>
          <a:lstStyle>
            <a:lvl1pP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1" name="Text Placeholder 21"/>
          <p:cNvSpPr>
            <a:spLocks noGrp="1"/>
          </p:cNvSpPr>
          <p:nvPr>
            <p:ph type="body" sz="quarter" idx="23"/>
          </p:nvPr>
        </p:nvSpPr>
        <p:spPr>
          <a:xfrm>
            <a:off x="7315633" y="3436112"/>
            <a:ext cx="4396942" cy="256811"/>
          </a:xfrm>
        </p:spPr>
        <p:txBody>
          <a:bodyPr/>
          <a:lstStyle>
            <a:lvl1pP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2" name="Text Placeholder 21"/>
          <p:cNvSpPr>
            <a:spLocks noGrp="1"/>
          </p:cNvSpPr>
          <p:nvPr>
            <p:ph type="body" sz="quarter" idx="24"/>
          </p:nvPr>
        </p:nvSpPr>
        <p:spPr>
          <a:xfrm>
            <a:off x="7315633" y="3734383"/>
            <a:ext cx="4396942" cy="448573"/>
          </a:xfrm>
        </p:spPr>
        <p:txBody>
          <a:bodyPr>
            <a:normAutofit/>
          </a:bodyPr>
          <a:lstStyle>
            <a:lvl1pP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3" name="Text Placeholder 21"/>
          <p:cNvSpPr>
            <a:spLocks noGrp="1"/>
          </p:cNvSpPr>
          <p:nvPr>
            <p:ph type="body" sz="quarter" idx="25"/>
          </p:nvPr>
        </p:nvSpPr>
        <p:spPr>
          <a:xfrm>
            <a:off x="7315633" y="4449520"/>
            <a:ext cx="4396942" cy="256811"/>
          </a:xfrm>
        </p:spPr>
        <p:txBody>
          <a:bodyPr/>
          <a:lstStyle>
            <a:lvl1pP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4" name="Text Placeholder 21"/>
          <p:cNvSpPr>
            <a:spLocks noGrp="1"/>
          </p:cNvSpPr>
          <p:nvPr>
            <p:ph type="body" sz="quarter" idx="26"/>
          </p:nvPr>
        </p:nvSpPr>
        <p:spPr>
          <a:xfrm>
            <a:off x="7315633" y="4747791"/>
            <a:ext cx="4396942" cy="448573"/>
          </a:xfrm>
        </p:spPr>
        <p:txBody>
          <a:bodyPr>
            <a:normAutofit/>
          </a:bodyPr>
          <a:lstStyle>
            <a:lvl1pP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5" name="Oval 24"/>
          <p:cNvSpPr/>
          <p:nvPr userDrawn="1"/>
        </p:nvSpPr>
        <p:spPr>
          <a:xfrm>
            <a:off x="6059039" y="6567361"/>
            <a:ext cx="130810" cy="13081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6" name="Oval 25"/>
          <p:cNvSpPr/>
          <p:nvPr userDrawn="1"/>
        </p:nvSpPr>
        <p:spPr>
          <a:xfrm>
            <a:off x="5867450" y="6278852"/>
            <a:ext cx="196034" cy="196034"/>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7" name="Oval 26"/>
          <p:cNvSpPr/>
          <p:nvPr userDrawn="1"/>
        </p:nvSpPr>
        <p:spPr>
          <a:xfrm>
            <a:off x="6104759" y="6188934"/>
            <a:ext cx="130810" cy="13081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8" name="Oval 27"/>
          <p:cNvSpPr/>
          <p:nvPr userDrawn="1"/>
        </p:nvSpPr>
        <p:spPr>
          <a:xfrm>
            <a:off x="6276844" y="6207097"/>
            <a:ext cx="196034" cy="196034"/>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9" name="Oval 28"/>
          <p:cNvSpPr/>
          <p:nvPr userDrawn="1"/>
        </p:nvSpPr>
        <p:spPr>
          <a:xfrm>
            <a:off x="5932674" y="5972031"/>
            <a:ext cx="196034" cy="196034"/>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0" name="Oval 29"/>
          <p:cNvSpPr/>
          <p:nvPr userDrawn="1"/>
        </p:nvSpPr>
        <p:spPr>
          <a:xfrm>
            <a:off x="6194113" y="5651678"/>
            <a:ext cx="414701" cy="414701"/>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1" name="Oval 30"/>
          <p:cNvSpPr/>
          <p:nvPr userDrawn="1"/>
        </p:nvSpPr>
        <p:spPr>
          <a:xfrm>
            <a:off x="5655825" y="5288725"/>
            <a:ext cx="538288" cy="53828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Tree>
    <p:extLst>
      <p:ext uri="{BB962C8B-B14F-4D97-AF65-F5344CB8AC3E}">
        <p14:creationId xmlns:p14="http://schemas.microsoft.com/office/powerpoint/2010/main" val="147749303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10" presetClass="entr" presetSubtype="0" fill="hold" grpId="0" nodeType="afterEffect">
                                  <p:stCondLst>
                                    <p:cond delay="0"/>
                                  </p:stCondLst>
                                  <p:childTnLst>
                                    <p:set>
                                      <p:cBhvr>
                                        <p:cTn id="20" dur="1" fill="hold">
                                          <p:stCondLst>
                                            <p:cond delay="0"/>
                                          </p:stCondLst>
                                        </p:cTn>
                                        <p:tgtEl>
                                          <p:spTgt spid="17"/>
                                        </p:tgtEl>
                                        <p:attrNameLst>
                                          <p:attrName>style.visibility</p:attrName>
                                        </p:attrNameLst>
                                      </p:cBhvr>
                                      <p:to>
                                        <p:strVal val="visible"/>
                                      </p:to>
                                    </p:set>
                                    <p:animEffect transition="in" filter="fade">
                                      <p:cBhvr>
                                        <p:cTn id="21" dur="500"/>
                                        <p:tgtEl>
                                          <p:spTgt spid="17"/>
                                        </p:tgtEl>
                                      </p:cBhvr>
                                    </p:animEffect>
                                  </p:childTnLst>
                                </p:cTn>
                              </p:par>
                            </p:childTnLst>
                          </p:cTn>
                        </p:par>
                        <p:par>
                          <p:cTn id="22" fill="hold">
                            <p:stCondLst>
                              <p:cond delay="2000"/>
                            </p:stCondLst>
                            <p:childTnLst>
                              <p:par>
                                <p:cTn id="23" presetID="42" presetClass="entr" presetSubtype="0" fill="hold" grpId="0" nodeType="afterEffect" nodePh="1">
                                  <p:stCondLst>
                                    <p:cond delay="0"/>
                                  </p:stCondLst>
                                  <p:endCondLst>
                                    <p:cond evt="begin" delay="0">
                                      <p:tn val="23"/>
                                    </p:cond>
                                  </p:endCondLst>
                                  <p:childTnLst>
                                    <p:set>
                                      <p:cBhvr>
                                        <p:cTn id="24" dur="1" fill="hold">
                                          <p:stCondLst>
                                            <p:cond delay="0"/>
                                          </p:stCondLst>
                                        </p:cTn>
                                        <p:tgtEl>
                                          <p:spTgt spid="18">
                                            <p:txEl>
                                              <p:pRg st="0" end="0"/>
                                            </p:txEl>
                                          </p:spTgt>
                                        </p:tgtEl>
                                        <p:attrNameLst>
                                          <p:attrName>style.visibility</p:attrName>
                                        </p:attrNameLst>
                                      </p:cBhvr>
                                      <p:to>
                                        <p:strVal val="visible"/>
                                      </p:to>
                                    </p:set>
                                    <p:animEffect transition="in" filter="fade">
                                      <p:cBhvr>
                                        <p:cTn id="25" dur="500"/>
                                        <p:tgtEl>
                                          <p:spTgt spid="18">
                                            <p:txEl>
                                              <p:pRg st="0" end="0"/>
                                            </p:txEl>
                                          </p:spTgt>
                                        </p:tgtEl>
                                      </p:cBhvr>
                                    </p:animEffect>
                                    <p:anim calcmode="lin" valueType="num">
                                      <p:cBhvr>
                                        <p:cTn id="26" dur="500" fill="hold"/>
                                        <p:tgtEl>
                                          <p:spTgt spid="18">
                                            <p:txEl>
                                              <p:pRg st="0" end="0"/>
                                            </p:txEl>
                                          </p:spTgt>
                                        </p:tgtEl>
                                        <p:attrNameLst>
                                          <p:attrName>ppt_x</p:attrName>
                                        </p:attrNameLst>
                                      </p:cBhvr>
                                      <p:tavLst>
                                        <p:tav tm="0">
                                          <p:val>
                                            <p:strVal val="#ppt_x"/>
                                          </p:val>
                                        </p:tav>
                                        <p:tav tm="100000">
                                          <p:val>
                                            <p:strVal val="#ppt_x"/>
                                          </p:val>
                                        </p:tav>
                                      </p:tavLst>
                                    </p:anim>
                                    <p:anim calcmode="lin" valueType="num">
                                      <p:cBhvr>
                                        <p:cTn id="27" dur="500" fill="hold"/>
                                        <p:tgtEl>
                                          <p:spTgt spid="18">
                                            <p:txEl>
                                              <p:pRg st="0" end="0"/>
                                            </p:txEl>
                                          </p:spTgt>
                                        </p:tgtEl>
                                        <p:attrNameLst>
                                          <p:attrName>ppt_y</p:attrName>
                                        </p:attrNameLst>
                                      </p:cBhvr>
                                      <p:tavLst>
                                        <p:tav tm="0">
                                          <p:val>
                                            <p:strVal val="#ppt_y+.1"/>
                                          </p:val>
                                        </p:tav>
                                        <p:tav tm="100000">
                                          <p:val>
                                            <p:strVal val="#ppt_y"/>
                                          </p:val>
                                        </p:tav>
                                      </p:tavLst>
                                    </p:anim>
                                  </p:childTnLst>
                                </p:cTn>
                              </p:par>
                            </p:childTnLst>
                          </p:cTn>
                        </p:par>
                        <p:par>
                          <p:cTn id="28" fill="hold">
                            <p:stCondLst>
                              <p:cond delay="2500"/>
                            </p:stCondLst>
                            <p:childTnLst>
                              <p:par>
                                <p:cTn id="29" presetID="53" presetClass="entr" presetSubtype="16" fill="hold" grpId="0" nodeType="afterEffect" nodePh="1">
                                  <p:stCondLst>
                                    <p:cond delay="0"/>
                                  </p:stCondLst>
                                  <p:endCondLst>
                                    <p:cond evt="begin" delay="0">
                                      <p:tn val="29"/>
                                    </p:cond>
                                  </p:endCondLst>
                                  <p:childTnLst>
                                    <p:set>
                                      <p:cBhvr>
                                        <p:cTn id="30" dur="1" fill="hold">
                                          <p:stCondLst>
                                            <p:cond delay="0"/>
                                          </p:stCondLst>
                                        </p:cTn>
                                        <p:tgtEl>
                                          <p:spTgt spid="14">
                                            <p:txEl>
                                              <p:pRg st="0" end="0"/>
                                            </p:txEl>
                                          </p:spTgt>
                                        </p:tgtEl>
                                        <p:attrNameLst>
                                          <p:attrName>style.visibility</p:attrName>
                                        </p:attrNameLst>
                                      </p:cBhvr>
                                      <p:to>
                                        <p:strVal val="visible"/>
                                      </p:to>
                                    </p:set>
                                    <p:anim calcmode="lin" valueType="num">
                                      <p:cBhvr>
                                        <p:cTn id="31" dur="500" fill="hold"/>
                                        <p:tgtEl>
                                          <p:spTgt spid="14">
                                            <p:txEl>
                                              <p:pRg st="0" end="0"/>
                                            </p:txEl>
                                          </p:spTgt>
                                        </p:tgtEl>
                                        <p:attrNameLst>
                                          <p:attrName>ppt_w</p:attrName>
                                        </p:attrNameLst>
                                      </p:cBhvr>
                                      <p:tavLst>
                                        <p:tav tm="0">
                                          <p:val>
                                            <p:fltVal val="0"/>
                                          </p:val>
                                        </p:tav>
                                        <p:tav tm="100000">
                                          <p:val>
                                            <p:strVal val="#ppt_w"/>
                                          </p:val>
                                        </p:tav>
                                      </p:tavLst>
                                    </p:anim>
                                    <p:anim calcmode="lin" valueType="num">
                                      <p:cBhvr>
                                        <p:cTn id="32" dur="500" fill="hold"/>
                                        <p:tgtEl>
                                          <p:spTgt spid="14">
                                            <p:txEl>
                                              <p:pRg st="0" end="0"/>
                                            </p:txEl>
                                          </p:spTgt>
                                        </p:tgtEl>
                                        <p:attrNameLst>
                                          <p:attrName>ppt_h</p:attrName>
                                        </p:attrNameLst>
                                      </p:cBhvr>
                                      <p:tavLst>
                                        <p:tav tm="0">
                                          <p:val>
                                            <p:fltVal val="0"/>
                                          </p:val>
                                        </p:tav>
                                        <p:tav tm="100000">
                                          <p:val>
                                            <p:strVal val="#ppt_h"/>
                                          </p:val>
                                        </p:tav>
                                      </p:tavLst>
                                    </p:anim>
                                    <p:animEffect transition="in" filter="fade">
                                      <p:cBhvr>
                                        <p:cTn id="33" dur="500"/>
                                        <p:tgtEl>
                                          <p:spTgt spid="14">
                                            <p:txEl>
                                              <p:pRg st="0" end="0"/>
                                            </p:txEl>
                                          </p:spTgt>
                                        </p:tgtEl>
                                      </p:cBhvr>
                                    </p:animEffect>
                                  </p:childTnLst>
                                </p:cTn>
                              </p:par>
                            </p:childTnLst>
                          </p:cTn>
                        </p:par>
                        <p:par>
                          <p:cTn id="34" fill="hold">
                            <p:stCondLst>
                              <p:cond delay="3000"/>
                            </p:stCondLst>
                            <p:childTnLst>
                              <p:par>
                                <p:cTn id="35" presetID="42" presetClass="entr" presetSubtype="0" fill="hold" grpId="0" nodeType="afterEffect" nodePh="1">
                                  <p:stCondLst>
                                    <p:cond delay="0"/>
                                  </p:stCondLst>
                                  <p:endCondLst>
                                    <p:cond evt="begin" delay="0">
                                      <p:tn val="35"/>
                                    </p:cond>
                                  </p:endCondLst>
                                  <p:childTnLst>
                                    <p:set>
                                      <p:cBhvr>
                                        <p:cTn id="36" dur="1" fill="hold">
                                          <p:stCondLst>
                                            <p:cond delay="0"/>
                                          </p:stCondLst>
                                        </p:cTn>
                                        <p:tgtEl>
                                          <p:spTgt spid="15">
                                            <p:txEl>
                                              <p:pRg st="0" end="0"/>
                                            </p:txEl>
                                          </p:spTgt>
                                        </p:tgtEl>
                                        <p:attrNameLst>
                                          <p:attrName>style.visibility</p:attrName>
                                        </p:attrNameLst>
                                      </p:cBhvr>
                                      <p:to>
                                        <p:strVal val="visible"/>
                                      </p:to>
                                    </p:set>
                                    <p:animEffect transition="in" filter="fade">
                                      <p:cBhvr>
                                        <p:cTn id="37" dur="500"/>
                                        <p:tgtEl>
                                          <p:spTgt spid="15">
                                            <p:txEl>
                                              <p:pRg st="0" end="0"/>
                                            </p:txEl>
                                          </p:spTgt>
                                        </p:tgtEl>
                                      </p:cBhvr>
                                    </p:animEffect>
                                    <p:anim calcmode="lin" valueType="num">
                                      <p:cBhvr>
                                        <p:cTn id="38" dur="500" fill="hold"/>
                                        <p:tgtEl>
                                          <p:spTgt spid="15">
                                            <p:txEl>
                                              <p:pRg st="0" end="0"/>
                                            </p:txEl>
                                          </p:spTgt>
                                        </p:tgtEl>
                                        <p:attrNameLst>
                                          <p:attrName>ppt_x</p:attrName>
                                        </p:attrNameLst>
                                      </p:cBhvr>
                                      <p:tavLst>
                                        <p:tav tm="0">
                                          <p:val>
                                            <p:strVal val="#ppt_x"/>
                                          </p:val>
                                        </p:tav>
                                        <p:tav tm="100000">
                                          <p:val>
                                            <p:strVal val="#ppt_x"/>
                                          </p:val>
                                        </p:tav>
                                      </p:tavLst>
                                    </p:anim>
                                    <p:anim calcmode="lin" valueType="num">
                                      <p:cBhvr>
                                        <p:cTn id="39" dur="500" fill="hold"/>
                                        <p:tgtEl>
                                          <p:spTgt spid="15">
                                            <p:txEl>
                                              <p:pRg st="0" end="0"/>
                                            </p:txEl>
                                          </p:spTgt>
                                        </p:tgtEl>
                                        <p:attrNameLst>
                                          <p:attrName>ppt_y</p:attrName>
                                        </p:attrNameLst>
                                      </p:cBhvr>
                                      <p:tavLst>
                                        <p:tav tm="0">
                                          <p:val>
                                            <p:strVal val="#ppt_y+.1"/>
                                          </p:val>
                                        </p:tav>
                                        <p:tav tm="100000">
                                          <p:val>
                                            <p:strVal val="#ppt_y"/>
                                          </p:val>
                                        </p:tav>
                                      </p:tavLst>
                                    </p:anim>
                                  </p:childTnLst>
                                </p:cTn>
                              </p:par>
                            </p:childTnLst>
                          </p:cTn>
                        </p:par>
                        <p:par>
                          <p:cTn id="40" fill="hold">
                            <p:stCondLst>
                              <p:cond delay="3500"/>
                            </p:stCondLst>
                            <p:childTnLst>
                              <p:par>
                                <p:cTn id="41" presetID="53" presetClass="entr" presetSubtype="16" fill="hold" grpId="0" nodeType="afterEffect" nodePh="1">
                                  <p:stCondLst>
                                    <p:cond delay="0"/>
                                  </p:stCondLst>
                                  <p:endCondLst>
                                    <p:cond evt="begin" delay="0">
                                      <p:tn val="41"/>
                                    </p:cond>
                                  </p:endCondLst>
                                  <p:childTnLst>
                                    <p:set>
                                      <p:cBhvr>
                                        <p:cTn id="42" dur="1" fill="hold">
                                          <p:stCondLst>
                                            <p:cond delay="0"/>
                                          </p:stCondLst>
                                        </p:cTn>
                                        <p:tgtEl>
                                          <p:spTgt spid="21">
                                            <p:txEl>
                                              <p:pRg st="0" end="0"/>
                                            </p:txEl>
                                          </p:spTgt>
                                        </p:tgtEl>
                                        <p:attrNameLst>
                                          <p:attrName>style.visibility</p:attrName>
                                        </p:attrNameLst>
                                      </p:cBhvr>
                                      <p:to>
                                        <p:strVal val="visible"/>
                                      </p:to>
                                    </p:set>
                                    <p:anim calcmode="lin" valueType="num">
                                      <p:cBhvr>
                                        <p:cTn id="43" dur="500" fill="hold"/>
                                        <p:tgtEl>
                                          <p:spTgt spid="21">
                                            <p:txEl>
                                              <p:pRg st="0" end="0"/>
                                            </p:txEl>
                                          </p:spTgt>
                                        </p:tgtEl>
                                        <p:attrNameLst>
                                          <p:attrName>ppt_w</p:attrName>
                                        </p:attrNameLst>
                                      </p:cBhvr>
                                      <p:tavLst>
                                        <p:tav tm="0">
                                          <p:val>
                                            <p:fltVal val="0"/>
                                          </p:val>
                                        </p:tav>
                                        <p:tav tm="100000">
                                          <p:val>
                                            <p:strVal val="#ppt_w"/>
                                          </p:val>
                                        </p:tav>
                                      </p:tavLst>
                                    </p:anim>
                                    <p:anim calcmode="lin" valueType="num">
                                      <p:cBhvr>
                                        <p:cTn id="44" dur="500" fill="hold"/>
                                        <p:tgtEl>
                                          <p:spTgt spid="21">
                                            <p:txEl>
                                              <p:pRg st="0" end="0"/>
                                            </p:txEl>
                                          </p:spTgt>
                                        </p:tgtEl>
                                        <p:attrNameLst>
                                          <p:attrName>ppt_h</p:attrName>
                                        </p:attrNameLst>
                                      </p:cBhvr>
                                      <p:tavLst>
                                        <p:tav tm="0">
                                          <p:val>
                                            <p:fltVal val="0"/>
                                          </p:val>
                                        </p:tav>
                                        <p:tav tm="100000">
                                          <p:val>
                                            <p:strVal val="#ppt_h"/>
                                          </p:val>
                                        </p:tav>
                                      </p:tavLst>
                                    </p:anim>
                                    <p:animEffect transition="in" filter="fade">
                                      <p:cBhvr>
                                        <p:cTn id="45" dur="500"/>
                                        <p:tgtEl>
                                          <p:spTgt spid="21">
                                            <p:txEl>
                                              <p:pRg st="0" end="0"/>
                                            </p:txEl>
                                          </p:spTgt>
                                        </p:tgtEl>
                                      </p:cBhvr>
                                    </p:animEffect>
                                  </p:childTnLst>
                                </p:cTn>
                              </p:par>
                            </p:childTnLst>
                          </p:cTn>
                        </p:par>
                        <p:par>
                          <p:cTn id="46" fill="hold">
                            <p:stCondLst>
                              <p:cond delay="4000"/>
                            </p:stCondLst>
                            <p:childTnLst>
                              <p:par>
                                <p:cTn id="47" presetID="42" presetClass="entr" presetSubtype="0" fill="hold" grpId="0" nodeType="afterEffect" nodePh="1">
                                  <p:stCondLst>
                                    <p:cond delay="0"/>
                                  </p:stCondLst>
                                  <p:endCondLst>
                                    <p:cond evt="begin" delay="0">
                                      <p:tn val="47"/>
                                    </p:cond>
                                  </p:endCondLst>
                                  <p:childTnLst>
                                    <p:set>
                                      <p:cBhvr>
                                        <p:cTn id="48" dur="1" fill="hold">
                                          <p:stCondLst>
                                            <p:cond delay="0"/>
                                          </p:stCondLst>
                                        </p:cTn>
                                        <p:tgtEl>
                                          <p:spTgt spid="22">
                                            <p:txEl>
                                              <p:pRg st="0" end="0"/>
                                            </p:txEl>
                                          </p:spTgt>
                                        </p:tgtEl>
                                        <p:attrNameLst>
                                          <p:attrName>style.visibility</p:attrName>
                                        </p:attrNameLst>
                                      </p:cBhvr>
                                      <p:to>
                                        <p:strVal val="visible"/>
                                      </p:to>
                                    </p:set>
                                    <p:animEffect transition="in" filter="fade">
                                      <p:cBhvr>
                                        <p:cTn id="49" dur="500"/>
                                        <p:tgtEl>
                                          <p:spTgt spid="22">
                                            <p:txEl>
                                              <p:pRg st="0" end="0"/>
                                            </p:txEl>
                                          </p:spTgt>
                                        </p:tgtEl>
                                      </p:cBhvr>
                                    </p:animEffect>
                                    <p:anim calcmode="lin" valueType="num">
                                      <p:cBhvr>
                                        <p:cTn id="50" dur="500" fill="hold"/>
                                        <p:tgtEl>
                                          <p:spTgt spid="22">
                                            <p:txEl>
                                              <p:pRg st="0" end="0"/>
                                            </p:txEl>
                                          </p:spTgt>
                                        </p:tgtEl>
                                        <p:attrNameLst>
                                          <p:attrName>ppt_x</p:attrName>
                                        </p:attrNameLst>
                                      </p:cBhvr>
                                      <p:tavLst>
                                        <p:tav tm="0">
                                          <p:val>
                                            <p:strVal val="#ppt_x"/>
                                          </p:val>
                                        </p:tav>
                                        <p:tav tm="100000">
                                          <p:val>
                                            <p:strVal val="#ppt_x"/>
                                          </p:val>
                                        </p:tav>
                                      </p:tavLst>
                                    </p:anim>
                                    <p:anim calcmode="lin" valueType="num">
                                      <p:cBhvr>
                                        <p:cTn id="51" dur="500" fill="hold"/>
                                        <p:tgtEl>
                                          <p:spTgt spid="22">
                                            <p:txEl>
                                              <p:pRg st="0" end="0"/>
                                            </p:txEl>
                                          </p:spTgt>
                                        </p:tgtEl>
                                        <p:attrNameLst>
                                          <p:attrName>ppt_y</p:attrName>
                                        </p:attrNameLst>
                                      </p:cBhvr>
                                      <p:tavLst>
                                        <p:tav tm="0">
                                          <p:val>
                                            <p:strVal val="#ppt_y+.1"/>
                                          </p:val>
                                        </p:tav>
                                        <p:tav tm="100000">
                                          <p:val>
                                            <p:strVal val="#ppt_y"/>
                                          </p:val>
                                        </p:tav>
                                      </p:tavLst>
                                    </p:anim>
                                  </p:childTnLst>
                                </p:cTn>
                              </p:par>
                            </p:childTnLst>
                          </p:cTn>
                        </p:par>
                        <p:par>
                          <p:cTn id="52" fill="hold">
                            <p:stCondLst>
                              <p:cond delay="4500"/>
                            </p:stCondLst>
                            <p:childTnLst>
                              <p:par>
                                <p:cTn id="53" presetID="53" presetClass="entr" presetSubtype="16" fill="hold" grpId="0" nodeType="afterEffect" nodePh="1">
                                  <p:stCondLst>
                                    <p:cond delay="0"/>
                                  </p:stCondLst>
                                  <p:endCondLst>
                                    <p:cond evt="begin" delay="0">
                                      <p:tn val="53"/>
                                    </p:cond>
                                  </p:endCondLst>
                                  <p:childTnLst>
                                    <p:set>
                                      <p:cBhvr>
                                        <p:cTn id="54" dur="1" fill="hold">
                                          <p:stCondLst>
                                            <p:cond delay="0"/>
                                          </p:stCondLst>
                                        </p:cTn>
                                        <p:tgtEl>
                                          <p:spTgt spid="23">
                                            <p:txEl>
                                              <p:pRg st="0" end="0"/>
                                            </p:txEl>
                                          </p:spTgt>
                                        </p:tgtEl>
                                        <p:attrNameLst>
                                          <p:attrName>style.visibility</p:attrName>
                                        </p:attrNameLst>
                                      </p:cBhvr>
                                      <p:to>
                                        <p:strVal val="visible"/>
                                      </p:to>
                                    </p:set>
                                    <p:anim calcmode="lin" valueType="num">
                                      <p:cBhvr>
                                        <p:cTn id="55" dur="500" fill="hold"/>
                                        <p:tgtEl>
                                          <p:spTgt spid="23">
                                            <p:txEl>
                                              <p:pRg st="0" end="0"/>
                                            </p:txEl>
                                          </p:spTgt>
                                        </p:tgtEl>
                                        <p:attrNameLst>
                                          <p:attrName>ppt_w</p:attrName>
                                        </p:attrNameLst>
                                      </p:cBhvr>
                                      <p:tavLst>
                                        <p:tav tm="0">
                                          <p:val>
                                            <p:fltVal val="0"/>
                                          </p:val>
                                        </p:tav>
                                        <p:tav tm="100000">
                                          <p:val>
                                            <p:strVal val="#ppt_w"/>
                                          </p:val>
                                        </p:tav>
                                      </p:tavLst>
                                    </p:anim>
                                    <p:anim calcmode="lin" valueType="num">
                                      <p:cBhvr>
                                        <p:cTn id="56" dur="500" fill="hold"/>
                                        <p:tgtEl>
                                          <p:spTgt spid="23">
                                            <p:txEl>
                                              <p:pRg st="0" end="0"/>
                                            </p:txEl>
                                          </p:spTgt>
                                        </p:tgtEl>
                                        <p:attrNameLst>
                                          <p:attrName>ppt_h</p:attrName>
                                        </p:attrNameLst>
                                      </p:cBhvr>
                                      <p:tavLst>
                                        <p:tav tm="0">
                                          <p:val>
                                            <p:fltVal val="0"/>
                                          </p:val>
                                        </p:tav>
                                        <p:tav tm="100000">
                                          <p:val>
                                            <p:strVal val="#ppt_h"/>
                                          </p:val>
                                        </p:tav>
                                      </p:tavLst>
                                    </p:anim>
                                    <p:animEffect transition="in" filter="fade">
                                      <p:cBhvr>
                                        <p:cTn id="57" dur="500"/>
                                        <p:tgtEl>
                                          <p:spTgt spid="23">
                                            <p:txEl>
                                              <p:pRg st="0" end="0"/>
                                            </p:txEl>
                                          </p:spTgt>
                                        </p:tgtEl>
                                      </p:cBhvr>
                                    </p:animEffect>
                                  </p:childTnLst>
                                </p:cTn>
                              </p:par>
                            </p:childTnLst>
                          </p:cTn>
                        </p:par>
                        <p:par>
                          <p:cTn id="58" fill="hold">
                            <p:stCondLst>
                              <p:cond delay="5000"/>
                            </p:stCondLst>
                            <p:childTnLst>
                              <p:par>
                                <p:cTn id="59" presetID="42" presetClass="entr" presetSubtype="0" fill="hold" grpId="0" nodeType="afterEffect" nodePh="1">
                                  <p:stCondLst>
                                    <p:cond delay="0"/>
                                  </p:stCondLst>
                                  <p:endCondLst>
                                    <p:cond evt="begin" delay="0">
                                      <p:tn val="59"/>
                                    </p:cond>
                                  </p:endCondLst>
                                  <p:childTnLst>
                                    <p:set>
                                      <p:cBhvr>
                                        <p:cTn id="60" dur="1" fill="hold">
                                          <p:stCondLst>
                                            <p:cond delay="0"/>
                                          </p:stCondLst>
                                        </p:cTn>
                                        <p:tgtEl>
                                          <p:spTgt spid="24">
                                            <p:txEl>
                                              <p:pRg st="0" end="0"/>
                                            </p:txEl>
                                          </p:spTgt>
                                        </p:tgtEl>
                                        <p:attrNameLst>
                                          <p:attrName>style.visibility</p:attrName>
                                        </p:attrNameLst>
                                      </p:cBhvr>
                                      <p:to>
                                        <p:strVal val="visible"/>
                                      </p:to>
                                    </p:set>
                                    <p:animEffect transition="in" filter="fade">
                                      <p:cBhvr>
                                        <p:cTn id="61" dur="500"/>
                                        <p:tgtEl>
                                          <p:spTgt spid="24">
                                            <p:txEl>
                                              <p:pRg st="0" end="0"/>
                                            </p:txEl>
                                          </p:spTgt>
                                        </p:tgtEl>
                                      </p:cBhvr>
                                    </p:animEffect>
                                    <p:anim calcmode="lin" valueType="num">
                                      <p:cBhvr>
                                        <p:cTn id="62"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p:cTn id="63" dur="500" fill="hold"/>
                                        <p:tgtEl>
                                          <p:spTgt spid="24">
                                            <p:txEl>
                                              <p:pRg st="0" end="0"/>
                                            </p:txEl>
                                          </p:spTgt>
                                        </p:tgtEl>
                                        <p:attrNameLst>
                                          <p:attrName>ppt_y</p:attrName>
                                        </p:attrNameLst>
                                      </p:cBhvr>
                                      <p:tavLst>
                                        <p:tav tm="0">
                                          <p:val>
                                            <p:strVal val="#ppt_y+.1"/>
                                          </p:val>
                                        </p:tav>
                                        <p:tav tm="100000">
                                          <p:val>
                                            <p:strVal val="#ppt_y"/>
                                          </p:val>
                                        </p:tav>
                                      </p:tavLst>
                                    </p:anim>
                                  </p:childTnLst>
                                </p:cTn>
                              </p:par>
                            </p:childTnLst>
                          </p:cTn>
                        </p:par>
                        <p:par>
                          <p:cTn id="64" fill="hold">
                            <p:stCondLst>
                              <p:cond delay="5500"/>
                            </p:stCondLst>
                            <p:childTnLst>
                              <p:par>
                                <p:cTn id="65" presetID="42" presetClass="entr" presetSubtype="0" fill="hold" grpId="0" nodeType="afterEffect">
                                  <p:stCondLst>
                                    <p:cond delay="0"/>
                                  </p:stCondLst>
                                  <p:childTnLst>
                                    <p:set>
                                      <p:cBhvr>
                                        <p:cTn id="66" dur="1" fill="hold">
                                          <p:stCondLst>
                                            <p:cond delay="0"/>
                                          </p:stCondLst>
                                        </p:cTn>
                                        <p:tgtEl>
                                          <p:spTgt spid="25"/>
                                        </p:tgtEl>
                                        <p:attrNameLst>
                                          <p:attrName>style.visibility</p:attrName>
                                        </p:attrNameLst>
                                      </p:cBhvr>
                                      <p:to>
                                        <p:strVal val="visible"/>
                                      </p:to>
                                    </p:set>
                                    <p:animEffect transition="in" filter="fade">
                                      <p:cBhvr>
                                        <p:cTn id="67" dur="500"/>
                                        <p:tgtEl>
                                          <p:spTgt spid="25"/>
                                        </p:tgtEl>
                                      </p:cBhvr>
                                    </p:animEffect>
                                    <p:anim calcmode="lin" valueType="num">
                                      <p:cBhvr>
                                        <p:cTn id="68" dur="500" fill="hold"/>
                                        <p:tgtEl>
                                          <p:spTgt spid="25"/>
                                        </p:tgtEl>
                                        <p:attrNameLst>
                                          <p:attrName>ppt_x</p:attrName>
                                        </p:attrNameLst>
                                      </p:cBhvr>
                                      <p:tavLst>
                                        <p:tav tm="0">
                                          <p:val>
                                            <p:strVal val="#ppt_x"/>
                                          </p:val>
                                        </p:tav>
                                        <p:tav tm="100000">
                                          <p:val>
                                            <p:strVal val="#ppt_x"/>
                                          </p:val>
                                        </p:tav>
                                      </p:tavLst>
                                    </p:anim>
                                    <p:anim calcmode="lin" valueType="num">
                                      <p:cBhvr>
                                        <p:cTn id="69" dur="500" fill="hold"/>
                                        <p:tgtEl>
                                          <p:spTgt spid="25"/>
                                        </p:tgtEl>
                                        <p:attrNameLst>
                                          <p:attrName>ppt_y</p:attrName>
                                        </p:attrNameLst>
                                      </p:cBhvr>
                                      <p:tavLst>
                                        <p:tav tm="0">
                                          <p:val>
                                            <p:strVal val="#ppt_y+.1"/>
                                          </p:val>
                                        </p:tav>
                                        <p:tav tm="100000">
                                          <p:val>
                                            <p:strVal val="#ppt_y"/>
                                          </p:val>
                                        </p:tav>
                                      </p:tavLst>
                                    </p:anim>
                                  </p:childTnLst>
                                </p:cTn>
                              </p:par>
                              <p:par>
                                <p:cTn id="70" presetID="42" presetClass="entr" presetSubtype="0" fill="hold" grpId="0" nodeType="withEffect">
                                  <p:stCondLst>
                                    <p:cond delay="0"/>
                                  </p:stCondLst>
                                  <p:childTnLst>
                                    <p:set>
                                      <p:cBhvr>
                                        <p:cTn id="71" dur="1" fill="hold">
                                          <p:stCondLst>
                                            <p:cond delay="0"/>
                                          </p:stCondLst>
                                        </p:cTn>
                                        <p:tgtEl>
                                          <p:spTgt spid="26"/>
                                        </p:tgtEl>
                                        <p:attrNameLst>
                                          <p:attrName>style.visibility</p:attrName>
                                        </p:attrNameLst>
                                      </p:cBhvr>
                                      <p:to>
                                        <p:strVal val="visible"/>
                                      </p:to>
                                    </p:set>
                                    <p:animEffect transition="in" filter="fade">
                                      <p:cBhvr>
                                        <p:cTn id="72" dur="500"/>
                                        <p:tgtEl>
                                          <p:spTgt spid="26"/>
                                        </p:tgtEl>
                                      </p:cBhvr>
                                    </p:animEffect>
                                    <p:anim calcmode="lin" valueType="num">
                                      <p:cBhvr>
                                        <p:cTn id="73" dur="500" fill="hold"/>
                                        <p:tgtEl>
                                          <p:spTgt spid="26"/>
                                        </p:tgtEl>
                                        <p:attrNameLst>
                                          <p:attrName>ppt_x</p:attrName>
                                        </p:attrNameLst>
                                      </p:cBhvr>
                                      <p:tavLst>
                                        <p:tav tm="0">
                                          <p:val>
                                            <p:strVal val="#ppt_x"/>
                                          </p:val>
                                        </p:tav>
                                        <p:tav tm="100000">
                                          <p:val>
                                            <p:strVal val="#ppt_x"/>
                                          </p:val>
                                        </p:tav>
                                      </p:tavLst>
                                    </p:anim>
                                    <p:anim calcmode="lin" valueType="num">
                                      <p:cBhvr>
                                        <p:cTn id="74" dur="500" fill="hold"/>
                                        <p:tgtEl>
                                          <p:spTgt spid="26"/>
                                        </p:tgtEl>
                                        <p:attrNameLst>
                                          <p:attrName>ppt_y</p:attrName>
                                        </p:attrNameLst>
                                      </p:cBhvr>
                                      <p:tavLst>
                                        <p:tav tm="0">
                                          <p:val>
                                            <p:strVal val="#ppt_y+.1"/>
                                          </p:val>
                                        </p:tav>
                                        <p:tav tm="100000">
                                          <p:val>
                                            <p:strVal val="#ppt_y"/>
                                          </p:val>
                                        </p:tav>
                                      </p:tavLst>
                                    </p:anim>
                                  </p:childTnLst>
                                </p:cTn>
                              </p:par>
                              <p:par>
                                <p:cTn id="75" presetID="42" presetClass="entr" presetSubtype="0" fill="hold" grpId="0" nodeType="withEffect">
                                  <p:stCondLst>
                                    <p:cond delay="0"/>
                                  </p:stCondLst>
                                  <p:childTnLst>
                                    <p:set>
                                      <p:cBhvr>
                                        <p:cTn id="76" dur="1" fill="hold">
                                          <p:stCondLst>
                                            <p:cond delay="0"/>
                                          </p:stCondLst>
                                        </p:cTn>
                                        <p:tgtEl>
                                          <p:spTgt spid="27"/>
                                        </p:tgtEl>
                                        <p:attrNameLst>
                                          <p:attrName>style.visibility</p:attrName>
                                        </p:attrNameLst>
                                      </p:cBhvr>
                                      <p:to>
                                        <p:strVal val="visible"/>
                                      </p:to>
                                    </p:set>
                                    <p:animEffect transition="in" filter="fade">
                                      <p:cBhvr>
                                        <p:cTn id="77" dur="500"/>
                                        <p:tgtEl>
                                          <p:spTgt spid="27"/>
                                        </p:tgtEl>
                                      </p:cBhvr>
                                    </p:animEffect>
                                    <p:anim calcmode="lin" valueType="num">
                                      <p:cBhvr>
                                        <p:cTn id="78" dur="500" fill="hold"/>
                                        <p:tgtEl>
                                          <p:spTgt spid="27"/>
                                        </p:tgtEl>
                                        <p:attrNameLst>
                                          <p:attrName>ppt_x</p:attrName>
                                        </p:attrNameLst>
                                      </p:cBhvr>
                                      <p:tavLst>
                                        <p:tav tm="0">
                                          <p:val>
                                            <p:strVal val="#ppt_x"/>
                                          </p:val>
                                        </p:tav>
                                        <p:tav tm="100000">
                                          <p:val>
                                            <p:strVal val="#ppt_x"/>
                                          </p:val>
                                        </p:tav>
                                      </p:tavLst>
                                    </p:anim>
                                    <p:anim calcmode="lin" valueType="num">
                                      <p:cBhvr>
                                        <p:cTn id="79" dur="500" fill="hold"/>
                                        <p:tgtEl>
                                          <p:spTgt spid="27"/>
                                        </p:tgtEl>
                                        <p:attrNameLst>
                                          <p:attrName>ppt_y</p:attrName>
                                        </p:attrNameLst>
                                      </p:cBhvr>
                                      <p:tavLst>
                                        <p:tav tm="0">
                                          <p:val>
                                            <p:strVal val="#ppt_y+.1"/>
                                          </p:val>
                                        </p:tav>
                                        <p:tav tm="100000">
                                          <p:val>
                                            <p:strVal val="#ppt_y"/>
                                          </p:val>
                                        </p:tav>
                                      </p:tavLst>
                                    </p:anim>
                                  </p:childTnLst>
                                </p:cTn>
                              </p:par>
                              <p:par>
                                <p:cTn id="80" presetID="42" presetClass="entr" presetSubtype="0" fill="hold" grpId="0" nodeType="withEffect">
                                  <p:stCondLst>
                                    <p:cond delay="0"/>
                                  </p:stCondLst>
                                  <p:childTnLst>
                                    <p:set>
                                      <p:cBhvr>
                                        <p:cTn id="81" dur="1" fill="hold">
                                          <p:stCondLst>
                                            <p:cond delay="0"/>
                                          </p:stCondLst>
                                        </p:cTn>
                                        <p:tgtEl>
                                          <p:spTgt spid="28"/>
                                        </p:tgtEl>
                                        <p:attrNameLst>
                                          <p:attrName>style.visibility</p:attrName>
                                        </p:attrNameLst>
                                      </p:cBhvr>
                                      <p:to>
                                        <p:strVal val="visible"/>
                                      </p:to>
                                    </p:set>
                                    <p:animEffect transition="in" filter="fade">
                                      <p:cBhvr>
                                        <p:cTn id="82" dur="500"/>
                                        <p:tgtEl>
                                          <p:spTgt spid="28"/>
                                        </p:tgtEl>
                                      </p:cBhvr>
                                    </p:animEffect>
                                    <p:anim calcmode="lin" valueType="num">
                                      <p:cBhvr>
                                        <p:cTn id="83" dur="500" fill="hold"/>
                                        <p:tgtEl>
                                          <p:spTgt spid="28"/>
                                        </p:tgtEl>
                                        <p:attrNameLst>
                                          <p:attrName>ppt_x</p:attrName>
                                        </p:attrNameLst>
                                      </p:cBhvr>
                                      <p:tavLst>
                                        <p:tav tm="0">
                                          <p:val>
                                            <p:strVal val="#ppt_x"/>
                                          </p:val>
                                        </p:tav>
                                        <p:tav tm="100000">
                                          <p:val>
                                            <p:strVal val="#ppt_x"/>
                                          </p:val>
                                        </p:tav>
                                      </p:tavLst>
                                    </p:anim>
                                    <p:anim calcmode="lin" valueType="num">
                                      <p:cBhvr>
                                        <p:cTn id="84" dur="500" fill="hold"/>
                                        <p:tgtEl>
                                          <p:spTgt spid="28"/>
                                        </p:tgtEl>
                                        <p:attrNameLst>
                                          <p:attrName>ppt_y</p:attrName>
                                        </p:attrNameLst>
                                      </p:cBhvr>
                                      <p:tavLst>
                                        <p:tav tm="0">
                                          <p:val>
                                            <p:strVal val="#ppt_y+.1"/>
                                          </p:val>
                                        </p:tav>
                                        <p:tav tm="100000">
                                          <p:val>
                                            <p:strVal val="#ppt_y"/>
                                          </p:val>
                                        </p:tav>
                                      </p:tavLst>
                                    </p:anim>
                                  </p:childTnLst>
                                </p:cTn>
                              </p:par>
                              <p:par>
                                <p:cTn id="85" presetID="42" presetClass="entr" presetSubtype="0" fill="hold" grpId="0" nodeType="withEffect">
                                  <p:stCondLst>
                                    <p:cond delay="0"/>
                                  </p:stCondLst>
                                  <p:childTnLst>
                                    <p:set>
                                      <p:cBhvr>
                                        <p:cTn id="86" dur="1" fill="hold">
                                          <p:stCondLst>
                                            <p:cond delay="0"/>
                                          </p:stCondLst>
                                        </p:cTn>
                                        <p:tgtEl>
                                          <p:spTgt spid="29"/>
                                        </p:tgtEl>
                                        <p:attrNameLst>
                                          <p:attrName>style.visibility</p:attrName>
                                        </p:attrNameLst>
                                      </p:cBhvr>
                                      <p:to>
                                        <p:strVal val="visible"/>
                                      </p:to>
                                    </p:set>
                                    <p:animEffect transition="in" filter="fade">
                                      <p:cBhvr>
                                        <p:cTn id="87" dur="500"/>
                                        <p:tgtEl>
                                          <p:spTgt spid="29"/>
                                        </p:tgtEl>
                                      </p:cBhvr>
                                    </p:animEffect>
                                    <p:anim calcmode="lin" valueType="num">
                                      <p:cBhvr>
                                        <p:cTn id="88" dur="500" fill="hold"/>
                                        <p:tgtEl>
                                          <p:spTgt spid="29"/>
                                        </p:tgtEl>
                                        <p:attrNameLst>
                                          <p:attrName>ppt_x</p:attrName>
                                        </p:attrNameLst>
                                      </p:cBhvr>
                                      <p:tavLst>
                                        <p:tav tm="0">
                                          <p:val>
                                            <p:strVal val="#ppt_x"/>
                                          </p:val>
                                        </p:tav>
                                        <p:tav tm="100000">
                                          <p:val>
                                            <p:strVal val="#ppt_x"/>
                                          </p:val>
                                        </p:tav>
                                      </p:tavLst>
                                    </p:anim>
                                    <p:anim calcmode="lin" valueType="num">
                                      <p:cBhvr>
                                        <p:cTn id="89" dur="500" fill="hold"/>
                                        <p:tgtEl>
                                          <p:spTgt spid="29"/>
                                        </p:tgtEl>
                                        <p:attrNameLst>
                                          <p:attrName>ppt_y</p:attrName>
                                        </p:attrNameLst>
                                      </p:cBhvr>
                                      <p:tavLst>
                                        <p:tav tm="0">
                                          <p:val>
                                            <p:strVal val="#ppt_y+.1"/>
                                          </p:val>
                                        </p:tav>
                                        <p:tav tm="100000">
                                          <p:val>
                                            <p:strVal val="#ppt_y"/>
                                          </p:val>
                                        </p:tav>
                                      </p:tavLst>
                                    </p:anim>
                                  </p:childTnLst>
                                </p:cTn>
                              </p:par>
                              <p:par>
                                <p:cTn id="90" presetID="42" presetClass="entr" presetSubtype="0" fill="hold" grpId="0" nodeType="withEffect">
                                  <p:stCondLst>
                                    <p:cond delay="0"/>
                                  </p:stCondLst>
                                  <p:childTnLst>
                                    <p:set>
                                      <p:cBhvr>
                                        <p:cTn id="91" dur="1" fill="hold">
                                          <p:stCondLst>
                                            <p:cond delay="0"/>
                                          </p:stCondLst>
                                        </p:cTn>
                                        <p:tgtEl>
                                          <p:spTgt spid="30"/>
                                        </p:tgtEl>
                                        <p:attrNameLst>
                                          <p:attrName>style.visibility</p:attrName>
                                        </p:attrNameLst>
                                      </p:cBhvr>
                                      <p:to>
                                        <p:strVal val="visible"/>
                                      </p:to>
                                    </p:set>
                                    <p:animEffect transition="in" filter="fade">
                                      <p:cBhvr>
                                        <p:cTn id="92" dur="500"/>
                                        <p:tgtEl>
                                          <p:spTgt spid="30"/>
                                        </p:tgtEl>
                                      </p:cBhvr>
                                    </p:animEffect>
                                    <p:anim calcmode="lin" valueType="num">
                                      <p:cBhvr>
                                        <p:cTn id="93" dur="500" fill="hold"/>
                                        <p:tgtEl>
                                          <p:spTgt spid="30"/>
                                        </p:tgtEl>
                                        <p:attrNameLst>
                                          <p:attrName>ppt_x</p:attrName>
                                        </p:attrNameLst>
                                      </p:cBhvr>
                                      <p:tavLst>
                                        <p:tav tm="0">
                                          <p:val>
                                            <p:strVal val="#ppt_x"/>
                                          </p:val>
                                        </p:tav>
                                        <p:tav tm="100000">
                                          <p:val>
                                            <p:strVal val="#ppt_x"/>
                                          </p:val>
                                        </p:tav>
                                      </p:tavLst>
                                    </p:anim>
                                    <p:anim calcmode="lin" valueType="num">
                                      <p:cBhvr>
                                        <p:cTn id="94" dur="500" fill="hold"/>
                                        <p:tgtEl>
                                          <p:spTgt spid="30"/>
                                        </p:tgtEl>
                                        <p:attrNameLst>
                                          <p:attrName>ppt_y</p:attrName>
                                        </p:attrNameLst>
                                      </p:cBhvr>
                                      <p:tavLst>
                                        <p:tav tm="0">
                                          <p:val>
                                            <p:strVal val="#ppt_y+.1"/>
                                          </p:val>
                                        </p:tav>
                                        <p:tav tm="100000">
                                          <p:val>
                                            <p:strVal val="#ppt_y"/>
                                          </p:val>
                                        </p:tav>
                                      </p:tavLst>
                                    </p:anim>
                                  </p:childTnLst>
                                </p:cTn>
                              </p:par>
                              <p:par>
                                <p:cTn id="95" presetID="42" presetClass="entr" presetSubtype="0" fill="hold" grpId="0" nodeType="withEffect">
                                  <p:stCondLst>
                                    <p:cond delay="0"/>
                                  </p:stCondLst>
                                  <p:childTnLst>
                                    <p:set>
                                      <p:cBhvr>
                                        <p:cTn id="96" dur="1" fill="hold">
                                          <p:stCondLst>
                                            <p:cond delay="0"/>
                                          </p:stCondLst>
                                        </p:cTn>
                                        <p:tgtEl>
                                          <p:spTgt spid="31"/>
                                        </p:tgtEl>
                                        <p:attrNameLst>
                                          <p:attrName>style.visibility</p:attrName>
                                        </p:attrNameLst>
                                      </p:cBhvr>
                                      <p:to>
                                        <p:strVal val="visible"/>
                                      </p:to>
                                    </p:set>
                                    <p:animEffect transition="in" filter="fade">
                                      <p:cBhvr>
                                        <p:cTn id="97" dur="500"/>
                                        <p:tgtEl>
                                          <p:spTgt spid="31"/>
                                        </p:tgtEl>
                                      </p:cBhvr>
                                    </p:animEffect>
                                    <p:anim calcmode="lin" valueType="num">
                                      <p:cBhvr>
                                        <p:cTn id="98" dur="500" fill="hold"/>
                                        <p:tgtEl>
                                          <p:spTgt spid="31"/>
                                        </p:tgtEl>
                                        <p:attrNameLst>
                                          <p:attrName>ppt_x</p:attrName>
                                        </p:attrNameLst>
                                      </p:cBhvr>
                                      <p:tavLst>
                                        <p:tav tm="0">
                                          <p:val>
                                            <p:strVal val="#ppt_x"/>
                                          </p:val>
                                        </p:tav>
                                        <p:tav tm="100000">
                                          <p:val>
                                            <p:strVal val="#ppt_x"/>
                                          </p:val>
                                        </p:tav>
                                      </p:tavLst>
                                    </p:anim>
                                    <p:anim calcmode="lin" valueType="num">
                                      <p:cBhvr>
                                        <p:cTn id="99" dur="500" fill="hold"/>
                                        <p:tgtEl>
                                          <p:spTgt spid="3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17" grpId="0" animBg="1"/>
      <p:bldP spid="18"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8"/>
                        </p:tgtEl>
                        <p:attrNameLst>
                          <p:attrName>style.visibility</p:attrName>
                        </p:attrNameLst>
                      </p:cBhvr>
                      <p:to>
                        <p:strVal val="visible"/>
                      </p:to>
                    </p:set>
                    <p:animEffect transition="in" filter="fade">
                      <p:cBhvr>
                        <p:cTn dur="500"/>
                        <p:tgtEl>
                          <p:spTgt spid="18"/>
                        </p:tgtEl>
                      </p:cBhvr>
                    </p:animEffect>
                    <p:anim calcmode="lin" valueType="num">
                      <p:cBhvr>
                        <p:cTn dur="500" fill="hold"/>
                        <p:tgtEl>
                          <p:spTgt spid="18"/>
                        </p:tgtEl>
                        <p:attrNameLst>
                          <p:attrName>ppt_x</p:attrName>
                        </p:attrNameLst>
                      </p:cBhvr>
                      <p:tavLst>
                        <p:tav tm="0">
                          <p:val>
                            <p:strVal val="#ppt_x"/>
                          </p:val>
                        </p:tav>
                        <p:tav tm="100000">
                          <p:val>
                            <p:strVal val="#ppt_x"/>
                          </p:val>
                        </p:tav>
                      </p:tavLst>
                    </p:anim>
                    <p:anim calcmode="lin" valueType="num">
                      <p:cBhvr>
                        <p:cTn dur="500" fill="hold"/>
                        <p:tgtEl>
                          <p:spTgt spid="18"/>
                        </p:tgtEl>
                        <p:attrNameLst>
                          <p:attrName>ppt_y</p:attrName>
                        </p:attrNameLst>
                      </p:cBhvr>
                      <p:tavLst>
                        <p:tav tm="0">
                          <p:val>
                            <p:strVal val="#ppt_y+.1"/>
                          </p:val>
                        </p:tav>
                        <p:tav tm="100000">
                          <p:val>
                            <p:strVal val="#ppt_y"/>
                          </p:val>
                        </p:tav>
                      </p:tavLst>
                    </p:anim>
                  </p:childTnLst>
                </p:cTn>
              </p:par>
            </p:tnLst>
          </p:tmpl>
        </p:tmplLst>
      </p:bldP>
      <p:bldP spid="14"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4"/>
                        </p:tgtEl>
                        <p:attrNameLst>
                          <p:attrName>style.visibility</p:attrName>
                        </p:attrNameLst>
                      </p:cBhvr>
                      <p:to>
                        <p:strVal val="visible"/>
                      </p:to>
                    </p:set>
                    <p:anim calcmode="lin" valueType="num">
                      <p:cBhvr>
                        <p:cTn dur="500" fill="hold"/>
                        <p:tgtEl>
                          <p:spTgt spid="14"/>
                        </p:tgtEl>
                        <p:attrNameLst>
                          <p:attrName>ppt_w</p:attrName>
                        </p:attrNameLst>
                      </p:cBhvr>
                      <p:tavLst>
                        <p:tav tm="0">
                          <p:val>
                            <p:fltVal val="0"/>
                          </p:val>
                        </p:tav>
                        <p:tav tm="100000">
                          <p:val>
                            <p:strVal val="#ppt_w"/>
                          </p:val>
                        </p:tav>
                      </p:tavLst>
                    </p:anim>
                    <p:anim calcmode="lin" valueType="num">
                      <p:cBhvr>
                        <p:cTn dur="500" fill="hold"/>
                        <p:tgtEl>
                          <p:spTgt spid="14"/>
                        </p:tgtEl>
                        <p:attrNameLst>
                          <p:attrName>ppt_h</p:attrName>
                        </p:attrNameLst>
                      </p:cBhvr>
                      <p:tavLst>
                        <p:tav tm="0">
                          <p:val>
                            <p:fltVal val="0"/>
                          </p:val>
                        </p:tav>
                        <p:tav tm="100000">
                          <p:val>
                            <p:strVal val="#ppt_h"/>
                          </p:val>
                        </p:tav>
                      </p:tavLst>
                    </p:anim>
                    <p:animEffect transition="in" filter="fade">
                      <p:cBhvr>
                        <p:cTn dur="500"/>
                        <p:tgtEl>
                          <p:spTgt spid="14"/>
                        </p:tgtEl>
                      </p:cBhvr>
                    </p:animEffect>
                  </p:childTnLst>
                </p:cTn>
              </p:par>
            </p:tnLst>
          </p:tmpl>
        </p:tmplLst>
      </p:bldP>
      <p:bldP spid="15"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5"/>
                        </p:tgtEl>
                        <p:attrNameLst>
                          <p:attrName>style.visibility</p:attrName>
                        </p:attrNameLst>
                      </p:cBhvr>
                      <p:to>
                        <p:strVal val="visible"/>
                      </p:to>
                    </p:set>
                    <p:animEffect transition="in" filter="fade">
                      <p:cBhvr>
                        <p:cTn dur="500"/>
                        <p:tgtEl>
                          <p:spTgt spid="15"/>
                        </p:tgtEl>
                      </p:cBhvr>
                    </p:animEffect>
                    <p:anim calcmode="lin" valueType="num">
                      <p:cBhvr>
                        <p:cTn dur="500" fill="hold"/>
                        <p:tgtEl>
                          <p:spTgt spid="15"/>
                        </p:tgtEl>
                        <p:attrNameLst>
                          <p:attrName>ppt_x</p:attrName>
                        </p:attrNameLst>
                      </p:cBhvr>
                      <p:tavLst>
                        <p:tav tm="0">
                          <p:val>
                            <p:strVal val="#ppt_x"/>
                          </p:val>
                        </p:tav>
                        <p:tav tm="100000">
                          <p:val>
                            <p:strVal val="#ppt_x"/>
                          </p:val>
                        </p:tav>
                      </p:tavLst>
                    </p:anim>
                    <p:anim calcmode="lin" valueType="num">
                      <p:cBhvr>
                        <p:cTn dur="500" fill="hold"/>
                        <p:tgtEl>
                          <p:spTgt spid="15"/>
                        </p:tgtEl>
                        <p:attrNameLst>
                          <p:attrName>ppt_y</p:attrName>
                        </p:attrNameLst>
                      </p:cBhvr>
                      <p:tavLst>
                        <p:tav tm="0">
                          <p:val>
                            <p:strVal val="#ppt_y+.1"/>
                          </p:val>
                        </p:tav>
                        <p:tav tm="100000">
                          <p:val>
                            <p:strVal val="#ppt_y"/>
                          </p:val>
                        </p:tav>
                      </p:tavLst>
                    </p:anim>
                  </p:childTnLst>
                </p:cTn>
              </p:par>
            </p:tnLst>
          </p:tmpl>
        </p:tmplLst>
      </p:bldP>
      <p:bldP spid="21"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1"/>
                        </p:tgtEl>
                        <p:attrNameLst>
                          <p:attrName>style.visibility</p:attrName>
                        </p:attrNameLst>
                      </p:cBhvr>
                      <p:to>
                        <p:strVal val="visible"/>
                      </p:to>
                    </p:set>
                    <p:anim calcmode="lin" valueType="num">
                      <p:cBhvr>
                        <p:cTn dur="500" fill="hold"/>
                        <p:tgtEl>
                          <p:spTgt spid="21"/>
                        </p:tgtEl>
                        <p:attrNameLst>
                          <p:attrName>ppt_w</p:attrName>
                        </p:attrNameLst>
                      </p:cBhvr>
                      <p:tavLst>
                        <p:tav tm="0">
                          <p:val>
                            <p:fltVal val="0"/>
                          </p:val>
                        </p:tav>
                        <p:tav tm="100000">
                          <p:val>
                            <p:strVal val="#ppt_w"/>
                          </p:val>
                        </p:tav>
                      </p:tavLst>
                    </p:anim>
                    <p:anim calcmode="lin" valueType="num">
                      <p:cBhvr>
                        <p:cTn dur="500" fill="hold"/>
                        <p:tgtEl>
                          <p:spTgt spid="21"/>
                        </p:tgtEl>
                        <p:attrNameLst>
                          <p:attrName>ppt_h</p:attrName>
                        </p:attrNameLst>
                      </p:cBhvr>
                      <p:tavLst>
                        <p:tav tm="0">
                          <p:val>
                            <p:fltVal val="0"/>
                          </p:val>
                        </p:tav>
                        <p:tav tm="100000">
                          <p:val>
                            <p:strVal val="#ppt_h"/>
                          </p:val>
                        </p:tav>
                      </p:tavLst>
                    </p:anim>
                    <p:animEffect transition="in" filter="fade">
                      <p:cBhvr>
                        <p:cTn dur="500"/>
                        <p:tgtEl>
                          <p:spTgt spid="21"/>
                        </p:tgtEl>
                      </p:cBhvr>
                    </p:animEffect>
                  </p:childTnLst>
                </p:cTn>
              </p:par>
            </p:tnLst>
          </p:tmpl>
        </p:tmplLst>
      </p:bldP>
      <p:bldP spid="22"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2"/>
                        </p:tgtEl>
                        <p:attrNameLst>
                          <p:attrName>style.visibility</p:attrName>
                        </p:attrNameLst>
                      </p:cBhvr>
                      <p:to>
                        <p:strVal val="visible"/>
                      </p:to>
                    </p:set>
                    <p:animEffect transition="in" filter="fade">
                      <p:cBhvr>
                        <p:cTn dur="500"/>
                        <p:tgtEl>
                          <p:spTgt spid="22"/>
                        </p:tgtEl>
                      </p:cBhvr>
                    </p:animEffect>
                    <p:anim calcmode="lin" valueType="num">
                      <p:cBhvr>
                        <p:cTn dur="500" fill="hold"/>
                        <p:tgtEl>
                          <p:spTgt spid="22"/>
                        </p:tgtEl>
                        <p:attrNameLst>
                          <p:attrName>ppt_x</p:attrName>
                        </p:attrNameLst>
                      </p:cBhvr>
                      <p:tavLst>
                        <p:tav tm="0">
                          <p:val>
                            <p:strVal val="#ppt_x"/>
                          </p:val>
                        </p:tav>
                        <p:tav tm="100000">
                          <p:val>
                            <p:strVal val="#ppt_x"/>
                          </p:val>
                        </p:tav>
                      </p:tavLst>
                    </p:anim>
                    <p:anim calcmode="lin" valueType="num">
                      <p:cBhvr>
                        <p:cTn dur="500" fill="hold"/>
                        <p:tgtEl>
                          <p:spTgt spid="22"/>
                        </p:tgtEl>
                        <p:attrNameLst>
                          <p:attrName>ppt_y</p:attrName>
                        </p:attrNameLst>
                      </p:cBhvr>
                      <p:tavLst>
                        <p:tav tm="0">
                          <p:val>
                            <p:strVal val="#ppt_y+.1"/>
                          </p:val>
                        </p:tav>
                        <p:tav tm="100000">
                          <p:val>
                            <p:strVal val="#ppt_y"/>
                          </p:val>
                        </p:tav>
                      </p:tavLst>
                    </p:anim>
                  </p:childTnLst>
                </p:cTn>
              </p:par>
            </p:tnLst>
          </p:tmpl>
        </p:tmplLst>
      </p:bldP>
      <p:bldP spid="23"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3"/>
                        </p:tgtEl>
                        <p:attrNameLst>
                          <p:attrName>style.visibility</p:attrName>
                        </p:attrNameLst>
                      </p:cBhvr>
                      <p:to>
                        <p:strVal val="visible"/>
                      </p:to>
                    </p:set>
                    <p:anim calcmode="lin" valueType="num">
                      <p:cBhvr>
                        <p:cTn dur="500" fill="hold"/>
                        <p:tgtEl>
                          <p:spTgt spid="23"/>
                        </p:tgtEl>
                        <p:attrNameLst>
                          <p:attrName>ppt_w</p:attrName>
                        </p:attrNameLst>
                      </p:cBhvr>
                      <p:tavLst>
                        <p:tav tm="0">
                          <p:val>
                            <p:fltVal val="0"/>
                          </p:val>
                        </p:tav>
                        <p:tav tm="100000">
                          <p:val>
                            <p:strVal val="#ppt_w"/>
                          </p:val>
                        </p:tav>
                      </p:tavLst>
                    </p:anim>
                    <p:anim calcmode="lin" valueType="num">
                      <p:cBhvr>
                        <p:cTn dur="500" fill="hold"/>
                        <p:tgtEl>
                          <p:spTgt spid="23"/>
                        </p:tgtEl>
                        <p:attrNameLst>
                          <p:attrName>ppt_h</p:attrName>
                        </p:attrNameLst>
                      </p:cBhvr>
                      <p:tavLst>
                        <p:tav tm="0">
                          <p:val>
                            <p:fltVal val="0"/>
                          </p:val>
                        </p:tav>
                        <p:tav tm="100000">
                          <p:val>
                            <p:strVal val="#ppt_h"/>
                          </p:val>
                        </p:tav>
                      </p:tavLst>
                    </p:anim>
                    <p:animEffect transition="in" filter="fade">
                      <p:cBhvr>
                        <p:cTn dur="500"/>
                        <p:tgtEl>
                          <p:spTgt spid="23"/>
                        </p:tgtEl>
                      </p:cBhvr>
                    </p:animEffect>
                  </p:childTnLst>
                </p:cTn>
              </p:par>
            </p:tnLst>
          </p:tmpl>
        </p:tmplLst>
      </p:bldP>
      <p:bldP spid="24"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4"/>
                        </p:tgtEl>
                        <p:attrNameLst>
                          <p:attrName>style.visibility</p:attrName>
                        </p:attrNameLst>
                      </p:cBhvr>
                      <p:to>
                        <p:strVal val="visible"/>
                      </p:to>
                    </p:set>
                    <p:animEffect transition="in" filter="fade">
                      <p:cBhvr>
                        <p:cTn dur="500"/>
                        <p:tgtEl>
                          <p:spTgt spid="24"/>
                        </p:tgtEl>
                      </p:cBhvr>
                    </p:animEffect>
                    <p:anim calcmode="lin" valueType="num">
                      <p:cBhvr>
                        <p:cTn dur="500" fill="hold"/>
                        <p:tgtEl>
                          <p:spTgt spid="24"/>
                        </p:tgtEl>
                        <p:attrNameLst>
                          <p:attrName>ppt_x</p:attrName>
                        </p:attrNameLst>
                      </p:cBhvr>
                      <p:tavLst>
                        <p:tav tm="0">
                          <p:val>
                            <p:strVal val="#ppt_x"/>
                          </p:val>
                        </p:tav>
                        <p:tav tm="100000">
                          <p:val>
                            <p:strVal val="#ppt_x"/>
                          </p:val>
                        </p:tav>
                      </p:tavLst>
                    </p:anim>
                    <p:anim calcmode="lin" valueType="num">
                      <p:cBhvr>
                        <p:cTn dur="500" fill="hold"/>
                        <p:tgtEl>
                          <p:spTgt spid="24"/>
                        </p:tgtEl>
                        <p:attrNameLst>
                          <p:attrName>ppt_y</p:attrName>
                        </p:attrNameLst>
                      </p:cBhvr>
                      <p:tavLst>
                        <p:tav tm="0">
                          <p:val>
                            <p:strVal val="#ppt_y+.1"/>
                          </p:val>
                        </p:tav>
                        <p:tav tm="100000">
                          <p:val>
                            <p:strVal val="#ppt_y"/>
                          </p:val>
                        </p:tav>
                      </p:tavLst>
                    </p:anim>
                  </p:childTnLst>
                </p:cTn>
              </p:par>
            </p:tnLst>
          </p:tmpl>
        </p:tmplLst>
      </p:bldP>
      <p:bldP spid="25" grpId="0" animBg="1"/>
      <p:bldP spid="26" grpId="0" animBg="1"/>
      <p:bldP spid="27" grpId="0" animBg="1"/>
      <p:bldP spid="28" grpId="0" animBg="1"/>
      <p:bldP spid="29" grpId="0" animBg="1"/>
      <p:bldP spid="30" grpId="0" animBg="1"/>
      <p:bldP spid="31" grpId="0" animBg="1"/>
    </p:bldLst>
  </p:timing>
</p:sldLayout>
</file>

<file path=ppt/slideLayouts/slideLayout653.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Tree>
    <p:extLst>
      <p:ext uri="{BB962C8B-B14F-4D97-AF65-F5344CB8AC3E}">
        <p14:creationId xmlns:p14="http://schemas.microsoft.com/office/powerpoint/2010/main" val="28498624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42" presetClass="entr" presetSubtype="0" fill="hold" grpId="0" nodeType="afterEffect">
                                  <p:stCondLst>
                                    <p:cond delay="0"/>
                                  </p:stCondLst>
                                  <p:childTnLst>
                                    <p:set>
                                      <p:cBhvr>
                                        <p:cTn id="10" dur="1" fill="hold">
                                          <p:stCondLst>
                                            <p:cond delay="0"/>
                                          </p:stCondLst>
                                        </p:cTn>
                                        <p:tgtEl>
                                          <p:spTgt spid="8">
                                            <p:txEl>
                                              <p:pRg st="0" end="0"/>
                                            </p:txEl>
                                          </p:spTgt>
                                        </p:tgtEl>
                                        <p:attrNameLst>
                                          <p:attrName>style.visibility</p:attrName>
                                        </p:attrNameLst>
                                      </p:cBhvr>
                                      <p:to>
                                        <p:strVal val="visible"/>
                                      </p:to>
                                    </p:set>
                                    <p:animEffect transition="in" filter="fade">
                                      <p:cBhvr>
                                        <p:cTn id="11" dur="500"/>
                                        <p:tgtEl>
                                          <p:spTgt spid="8">
                                            <p:txEl>
                                              <p:pRg st="0" end="0"/>
                                            </p:txEl>
                                          </p:spTgt>
                                        </p:tgtEl>
                                      </p:cBhvr>
                                    </p:animEffect>
                                    <p:anim calcmode="lin" valueType="num">
                                      <p:cBhvr>
                                        <p:cTn id="12"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654.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9" name="Picture Placeholder 7"/>
          <p:cNvSpPr>
            <a:spLocks noGrp="1"/>
          </p:cNvSpPr>
          <p:nvPr>
            <p:ph type="pic" sz="quarter" idx="14" hasCustomPrompt="1"/>
          </p:nvPr>
        </p:nvSpPr>
        <p:spPr>
          <a:xfrm>
            <a:off x="0" y="0"/>
            <a:ext cx="4038600" cy="6858000"/>
          </a:xfrm>
          <a:solidFill>
            <a:schemeClr val="bg1">
              <a:lumMod val="85000"/>
            </a:schemeClr>
          </a:solidFill>
        </p:spPr>
        <p:txBody>
          <a:bodyPr>
            <a:normAutofit/>
          </a:bodyPr>
          <a:lstStyle>
            <a:lvl1pPr>
              <a:defRPr sz="1000" baseline="0"/>
            </a:lvl1pPr>
          </a:lstStyle>
          <a:p>
            <a:r>
              <a:rPr lang="id-ID" dirty="0" smtClean="0"/>
              <a:t>Pic here</a:t>
            </a:r>
            <a:endParaRPr lang="en-AU" dirty="0"/>
          </a:p>
        </p:txBody>
      </p:sp>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35" name="Picture Placeholder 34"/>
          <p:cNvSpPr>
            <a:spLocks noGrp="1"/>
          </p:cNvSpPr>
          <p:nvPr>
            <p:ph type="pic" sz="quarter" idx="15" hasCustomPrompt="1"/>
          </p:nvPr>
        </p:nvSpPr>
        <p:spPr>
          <a:xfrm>
            <a:off x="2768558" y="2247607"/>
            <a:ext cx="1435225" cy="1418415"/>
          </a:xfrm>
          <a:custGeom>
            <a:avLst/>
            <a:gdLst>
              <a:gd name="connsiteX0" fmla="*/ 1419184 w 1435225"/>
              <a:gd name="connsiteY0" fmla="*/ 0 h 1418415"/>
              <a:gd name="connsiteX1" fmla="*/ 1435225 w 1435225"/>
              <a:gd name="connsiteY1" fmla="*/ 810 h 1418415"/>
              <a:gd name="connsiteX2" fmla="*/ 1435225 w 1435225"/>
              <a:gd name="connsiteY2" fmla="*/ 138129 h 1418415"/>
              <a:gd name="connsiteX3" fmla="*/ 1419184 w 1435225"/>
              <a:gd name="connsiteY3" fmla="*/ 137319 h 1418415"/>
              <a:gd name="connsiteX4" fmla="*/ 143897 w 1435225"/>
              <a:gd name="connsiteY4" fmla="*/ 1288158 h 1418415"/>
              <a:gd name="connsiteX5" fmla="*/ 137319 w 1435225"/>
              <a:gd name="connsiteY5" fmla="*/ 1418415 h 1418415"/>
              <a:gd name="connsiteX6" fmla="*/ 0 w 1435225"/>
              <a:gd name="connsiteY6" fmla="*/ 1418415 h 1418415"/>
              <a:gd name="connsiteX7" fmla="*/ 7287 w 1435225"/>
              <a:gd name="connsiteY7" fmla="*/ 1274118 h 1418415"/>
              <a:gd name="connsiteX8" fmla="*/ 1419184 w 1435225"/>
              <a:gd name="connsiteY8" fmla="*/ 0 h 1418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5225" h="1418415">
                <a:moveTo>
                  <a:pt x="1419184" y="0"/>
                </a:moveTo>
                <a:lnTo>
                  <a:pt x="1435225" y="810"/>
                </a:lnTo>
                <a:lnTo>
                  <a:pt x="1435225" y="138129"/>
                </a:lnTo>
                <a:lnTo>
                  <a:pt x="1419184" y="137319"/>
                </a:lnTo>
                <a:cubicBezTo>
                  <a:pt x="755456" y="137319"/>
                  <a:pt x="209543" y="641749"/>
                  <a:pt x="143897" y="1288158"/>
                </a:cubicBezTo>
                <a:lnTo>
                  <a:pt x="137319" y="1418415"/>
                </a:lnTo>
                <a:lnTo>
                  <a:pt x="0" y="1418415"/>
                </a:lnTo>
                <a:lnTo>
                  <a:pt x="7287" y="1274118"/>
                </a:lnTo>
                <a:cubicBezTo>
                  <a:pt x="79965" y="558465"/>
                  <a:pt x="684357" y="0"/>
                  <a:pt x="1419184" y="0"/>
                </a:cubicBezTo>
                <a:close/>
              </a:path>
            </a:pathLst>
          </a:custGeom>
          <a:solidFill>
            <a:schemeClr val="accent2"/>
          </a:solidFill>
          <a:ln>
            <a:noFill/>
          </a:ln>
        </p:spPr>
        <p:txBody>
          <a:bodyPr wrap="square">
            <a:noAutofit/>
          </a:bodyPr>
          <a:lstStyle>
            <a:lvl1pPr>
              <a:defRPr sz="800"/>
            </a:lvl1pPr>
          </a:lstStyle>
          <a:p>
            <a:r>
              <a:rPr lang="id-ID" dirty="0" smtClean="0"/>
              <a:t>Nopic</a:t>
            </a:r>
            <a:endParaRPr lang="en-AU" dirty="0"/>
          </a:p>
        </p:txBody>
      </p:sp>
      <p:sp>
        <p:nvSpPr>
          <p:cNvPr id="40" name="Picture Placeholder 39"/>
          <p:cNvSpPr>
            <a:spLocks noGrp="1"/>
          </p:cNvSpPr>
          <p:nvPr>
            <p:ph type="pic" sz="quarter" idx="16" hasCustomPrompt="1"/>
          </p:nvPr>
        </p:nvSpPr>
        <p:spPr>
          <a:xfrm>
            <a:off x="4203783" y="2247608"/>
            <a:ext cx="1403184" cy="1418415"/>
          </a:xfrm>
          <a:custGeom>
            <a:avLst/>
            <a:gdLst>
              <a:gd name="connsiteX0" fmla="*/ 0 w 1403184"/>
              <a:gd name="connsiteY0" fmla="*/ 0 h 1418415"/>
              <a:gd name="connsiteX1" fmla="*/ 129067 w 1403184"/>
              <a:gd name="connsiteY1" fmla="*/ 6517 h 1418415"/>
              <a:gd name="connsiteX2" fmla="*/ 1403184 w 1403184"/>
              <a:gd name="connsiteY2" fmla="*/ 1418415 h 1418415"/>
              <a:gd name="connsiteX3" fmla="*/ 1265865 w 1403184"/>
              <a:gd name="connsiteY3" fmla="*/ 1418415 h 1418415"/>
              <a:gd name="connsiteX4" fmla="*/ 115027 w 1403184"/>
              <a:gd name="connsiteY4" fmla="*/ 143128 h 1418415"/>
              <a:gd name="connsiteX5" fmla="*/ 0 w 1403184"/>
              <a:gd name="connsiteY5" fmla="*/ 137319 h 1418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3184" h="1418415">
                <a:moveTo>
                  <a:pt x="0" y="0"/>
                </a:moveTo>
                <a:lnTo>
                  <a:pt x="129067" y="6517"/>
                </a:lnTo>
                <a:cubicBezTo>
                  <a:pt x="844719" y="79196"/>
                  <a:pt x="1403184" y="683588"/>
                  <a:pt x="1403184" y="1418415"/>
                </a:cubicBezTo>
                <a:lnTo>
                  <a:pt x="1265865" y="1418415"/>
                </a:lnTo>
                <a:cubicBezTo>
                  <a:pt x="1265865" y="754687"/>
                  <a:pt x="761435" y="208774"/>
                  <a:pt x="115027" y="143128"/>
                </a:cubicBezTo>
                <a:lnTo>
                  <a:pt x="0" y="137319"/>
                </a:lnTo>
                <a:close/>
              </a:path>
            </a:pathLst>
          </a:custGeom>
          <a:solidFill>
            <a:schemeClr val="accent4"/>
          </a:solidFill>
          <a:ln>
            <a:noFill/>
          </a:ln>
        </p:spPr>
        <p:txBody>
          <a:bodyPr wrap="square">
            <a:noAutofit/>
          </a:bodyPr>
          <a:lstStyle>
            <a:lvl1pPr algn="r">
              <a:defRPr sz="800"/>
            </a:lvl1pPr>
          </a:lstStyle>
          <a:p>
            <a:r>
              <a:rPr lang="id-ID" dirty="0" smtClean="0"/>
              <a:t>Nopic</a:t>
            </a:r>
            <a:endParaRPr lang="en-AU" dirty="0"/>
          </a:p>
        </p:txBody>
      </p:sp>
      <p:sp>
        <p:nvSpPr>
          <p:cNvPr id="43" name="Picture Placeholder 42"/>
          <p:cNvSpPr>
            <a:spLocks noGrp="1"/>
          </p:cNvSpPr>
          <p:nvPr>
            <p:ph type="pic" sz="quarter" idx="17" hasCustomPrompt="1"/>
          </p:nvPr>
        </p:nvSpPr>
        <p:spPr>
          <a:xfrm>
            <a:off x="2768517" y="3664402"/>
            <a:ext cx="1435266" cy="1420035"/>
          </a:xfrm>
          <a:custGeom>
            <a:avLst/>
            <a:gdLst>
              <a:gd name="connsiteX0" fmla="*/ 41 w 1435266"/>
              <a:gd name="connsiteY0" fmla="*/ 0 h 1420035"/>
              <a:gd name="connsiteX1" fmla="*/ 137360 w 1435266"/>
              <a:gd name="connsiteY1" fmla="*/ 0 h 1420035"/>
              <a:gd name="connsiteX2" fmla="*/ 137319 w 1435266"/>
              <a:gd name="connsiteY2" fmla="*/ 810 h 1420035"/>
              <a:gd name="connsiteX3" fmla="*/ 1419225 w 1435266"/>
              <a:gd name="connsiteY3" fmla="*/ 1282716 h 1420035"/>
              <a:gd name="connsiteX4" fmla="*/ 1435266 w 1435266"/>
              <a:gd name="connsiteY4" fmla="*/ 1281906 h 1420035"/>
              <a:gd name="connsiteX5" fmla="*/ 1435266 w 1435266"/>
              <a:gd name="connsiteY5" fmla="*/ 1419225 h 1420035"/>
              <a:gd name="connsiteX6" fmla="*/ 1419225 w 1435266"/>
              <a:gd name="connsiteY6" fmla="*/ 1420035 h 1420035"/>
              <a:gd name="connsiteX7" fmla="*/ 0 w 1435266"/>
              <a:gd name="connsiteY7" fmla="*/ 810 h 1420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35266" h="1420035">
                <a:moveTo>
                  <a:pt x="41" y="0"/>
                </a:moveTo>
                <a:lnTo>
                  <a:pt x="137360" y="0"/>
                </a:lnTo>
                <a:lnTo>
                  <a:pt x="137319" y="810"/>
                </a:lnTo>
                <a:cubicBezTo>
                  <a:pt x="137319" y="708787"/>
                  <a:pt x="711248" y="1282716"/>
                  <a:pt x="1419225" y="1282716"/>
                </a:cubicBezTo>
                <a:lnTo>
                  <a:pt x="1435266" y="1281906"/>
                </a:lnTo>
                <a:lnTo>
                  <a:pt x="1435266" y="1419225"/>
                </a:lnTo>
                <a:lnTo>
                  <a:pt x="1419225" y="1420035"/>
                </a:lnTo>
                <a:cubicBezTo>
                  <a:pt x="635409" y="1420035"/>
                  <a:pt x="0" y="784626"/>
                  <a:pt x="0" y="810"/>
                </a:cubicBezTo>
                <a:close/>
              </a:path>
            </a:pathLst>
          </a:custGeom>
          <a:solidFill>
            <a:schemeClr val="accent1"/>
          </a:solidFill>
          <a:ln>
            <a:noFill/>
          </a:ln>
        </p:spPr>
        <p:txBody>
          <a:bodyPr wrap="square">
            <a:noAutofit/>
          </a:bodyPr>
          <a:lstStyle>
            <a:lvl1pPr>
              <a:defRPr sz="800"/>
            </a:lvl1pPr>
          </a:lstStyle>
          <a:p>
            <a:r>
              <a:rPr lang="id-ID" dirty="0" smtClean="0"/>
              <a:t>Nopic</a:t>
            </a:r>
            <a:endParaRPr lang="en-AU" dirty="0"/>
          </a:p>
        </p:txBody>
      </p:sp>
      <p:sp>
        <p:nvSpPr>
          <p:cNvPr id="46" name="Picture Placeholder 45"/>
          <p:cNvSpPr>
            <a:spLocks noGrp="1"/>
          </p:cNvSpPr>
          <p:nvPr>
            <p:ph type="pic" sz="quarter" idx="18" hasCustomPrompt="1"/>
          </p:nvPr>
        </p:nvSpPr>
        <p:spPr>
          <a:xfrm>
            <a:off x="4203783" y="3666022"/>
            <a:ext cx="1403184" cy="1418415"/>
          </a:xfrm>
          <a:custGeom>
            <a:avLst/>
            <a:gdLst>
              <a:gd name="connsiteX0" fmla="*/ 1265865 w 1403184"/>
              <a:gd name="connsiteY0" fmla="*/ 0 h 1418415"/>
              <a:gd name="connsiteX1" fmla="*/ 1403184 w 1403184"/>
              <a:gd name="connsiteY1" fmla="*/ 0 h 1418415"/>
              <a:gd name="connsiteX2" fmla="*/ 129067 w 1403184"/>
              <a:gd name="connsiteY2" fmla="*/ 1411898 h 1418415"/>
              <a:gd name="connsiteX3" fmla="*/ 0 w 1403184"/>
              <a:gd name="connsiteY3" fmla="*/ 1418415 h 1418415"/>
              <a:gd name="connsiteX4" fmla="*/ 0 w 1403184"/>
              <a:gd name="connsiteY4" fmla="*/ 1281096 h 1418415"/>
              <a:gd name="connsiteX5" fmla="*/ 115027 w 1403184"/>
              <a:gd name="connsiteY5" fmla="*/ 1275288 h 1418415"/>
              <a:gd name="connsiteX6" fmla="*/ 1265865 w 1403184"/>
              <a:gd name="connsiteY6" fmla="*/ 0 h 1418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03184" h="1418415">
                <a:moveTo>
                  <a:pt x="1265865" y="0"/>
                </a:moveTo>
                <a:lnTo>
                  <a:pt x="1403184" y="0"/>
                </a:lnTo>
                <a:cubicBezTo>
                  <a:pt x="1403184" y="734828"/>
                  <a:pt x="844719" y="1339219"/>
                  <a:pt x="129067" y="1411898"/>
                </a:cubicBezTo>
                <a:lnTo>
                  <a:pt x="0" y="1418415"/>
                </a:lnTo>
                <a:lnTo>
                  <a:pt x="0" y="1281096"/>
                </a:lnTo>
                <a:lnTo>
                  <a:pt x="115027" y="1275288"/>
                </a:lnTo>
                <a:cubicBezTo>
                  <a:pt x="761435" y="1209641"/>
                  <a:pt x="1265865" y="663729"/>
                  <a:pt x="1265865" y="0"/>
                </a:cubicBezTo>
                <a:close/>
              </a:path>
            </a:pathLst>
          </a:custGeom>
          <a:solidFill>
            <a:schemeClr val="accent5"/>
          </a:solidFill>
          <a:ln>
            <a:noFill/>
          </a:ln>
        </p:spPr>
        <p:txBody>
          <a:bodyPr wrap="square">
            <a:noAutofit/>
          </a:bodyPr>
          <a:lstStyle>
            <a:lvl1pPr>
              <a:defRPr sz="800"/>
            </a:lvl1pPr>
          </a:lstStyle>
          <a:p>
            <a:r>
              <a:rPr lang="id-ID" dirty="0" smtClean="0"/>
              <a:t>Nopic</a:t>
            </a:r>
            <a:endParaRPr lang="en-AU" dirty="0"/>
          </a:p>
        </p:txBody>
      </p:sp>
      <p:sp>
        <p:nvSpPr>
          <p:cNvPr id="50" name="Picture Placeholder 49"/>
          <p:cNvSpPr>
            <a:spLocks noGrp="1"/>
          </p:cNvSpPr>
          <p:nvPr>
            <p:ph type="pic" sz="quarter" idx="19" hasCustomPrompt="1"/>
          </p:nvPr>
        </p:nvSpPr>
        <p:spPr>
          <a:xfrm>
            <a:off x="2941304" y="2416943"/>
            <a:ext cx="2492875" cy="2494587"/>
          </a:xfrm>
          <a:custGeom>
            <a:avLst/>
            <a:gdLst>
              <a:gd name="connsiteX0" fmla="*/ 1103672 w 2207344"/>
              <a:gd name="connsiteY0" fmla="*/ 0 h 2208860"/>
              <a:gd name="connsiteX1" fmla="*/ 2207344 w 2207344"/>
              <a:gd name="connsiteY1" fmla="*/ 1104430 h 2208860"/>
              <a:gd name="connsiteX2" fmla="*/ 1103672 w 2207344"/>
              <a:gd name="connsiteY2" fmla="*/ 2208860 h 2208860"/>
              <a:gd name="connsiteX3" fmla="*/ 0 w 2207344"/>
              <a:gd name="connsiteY3" fmla="*/ 1104430 h 2208860"/>
              <a:gd name="connsiteX4" fmla="*/ 1103672 w 2207344"/>
              <a:gd name="connsiteY4" fmla="*/ 0 h 2208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7344" h="2208860">
                <a:moveTo>
                  <a:pt x="1103672" y="0"/>
                </a:moveTo>
                <a:cubicBezTo>
                  <a:pt x="1713213" y="0"/>
                  <a:pt x="2207344" y="494470"/>
                  <a:pt x="2207344" y="1104430"/>
                </a:cubicBezTo>
                <a:cubicBezTo>
                  <a:pt x="2207344" y="1714390"/>
                  <a:pt x="1713213" y="2208860"/>
                  <a:pt x="1103672" y="2208860"/>
                </a:cubicBezTo>
                <a:cubicBezTo>
                  <a:pt x="494131" y="2208860"/>
                  <a:pt x="0" y="1714390"/>
                  <a:pt x="0" y="1104430"/>
                </a:cubicBezTo>
                <a:cubicBezTo>
                  <a:pt x="0" y="494470"/>
                  <a:pt x="494131" y="0"/>
                  <a:pt x="1103672" y="0"/>
                </a:cubicBezTo>
                <a:close/>
              </a:path>
            </a:pathLst>
          </a:custGeom>
          <a:solidFill>
            <a:schemeClr val="accent3"/>
          </a:solidFill>
        </p:spPr>
        <p:txBody>
          <a:bodyPr wrap="square">
            <a:noAutofit/>
          </a:bodyPr>
          <a:lstStyle>
            <a:lvl1pPr>
              <a:defRPr/>
            </a:lvl1pPr>
          </a:lstStyle>
          <a:p>
            <a:r>
              <a:rPr lang="id-ID" dirty="0" smtClean="0"/>
              <a:t>Nopic</a:t>
            </a:r>
            <a:endParaRPr lang="en-AU" dirty="0"/>
          </a:p>
        </p:txBody>
      </p:sp>
      <p:sp>
        <p:nvSpPr>
          <p:cNvPr id="51" name="Text Placeholder 21"/>
          <p:cNvSpPr>
            <a:spLocks noGrp="1"/>
          </p:cNvSpPr>
          <p:nvPr>
            <p:ph type="body" sz="quarter" idx="20"/>
          </p:nvPr>
        </p:nvSpPr>
        <p:spPr>
          <a:xfrm>
            <a:off x="6095999" y="1986588"/>
            <a:ext cx="5616575" cy="360363"/>
          </a:xfrm>
        </p:spPr>
        <p:txBody>
          <a:bodyPr/>
          <a:lstStyle>
            <a:lvl1pP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52" name="Text Placeholder 21"/>
          <p:cNvSpPr>
            <a:spLocks noGrp="1"/>
          </p:cNvSpPr>
          <p:nvPr>
            <p:ph type="body" sz="quarter" idx="21"/>
          </p:nvPr>
        </p:nvSpPr>
        <p:spPr>
          <a:xfrm>
            <a:off x="6095999" y="2395699"/>
            <a:ext cx="5616575" cy="1391908"/>
          </a:xfrm>
        </p:spPr>
        <p:txBody>
          <a:bodyPr>
            <a:normAutofit/>
          </a:bodyPr>
          <a:lstStyle>
            <a:lvl1pP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53" name="Text Placeholder 21"/>
          <p:cNvSpPr>
            <a:spLocks noGrp="1"/>
          </p:cNvSpPr>
          <p:nvPr>
            <p:ph type="body" sz="quarter" idx="22" hasCustomPrompt="1"/>
          </p:nvPr>
        </p:nvSpPr>
        <p:spPr>
          <a:xfrm>
            <a:off x="6122109" y="4374419"/>
            <a:ext cx="5616575" cy="360363"/>
          </a:xfrm>
        </p:spPr>
        <p:txBody>
          <a:bodyPr>
            <a:noAutofit/>
          </a:bodyPr>
          <a:lstStyle>
            <a:lvl1pPr>
              <a:defRPr sz="60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a:t>
            </a:r>
            <a:endParaRPr lang="en-AU" dirty="0"/>
          </a:p>
        </p:txBody>
      </p:sp>
      <p:sp>
        <p:nvSpPr>
          <p:cNvPr id="54" name="Text Placeholder 21"/>
          <p:cNvSpPr>
            <a:spLocks noGrp="1"/>
          </p:cNvSpPr>
          <p:nvPr>
            <p:ph type="body" sz="quarter" idx="23"/>
          </p:nvPr>
        </p:nvSpPr>
        <p:spPr>
          <a:xfrm>
            <a:off x="6122109" y="4828372"/>
            <a:ext cx="5616575" cy="1337478"/>
          </a:xfrm>
        </p:spPr>
        <p:txBody>
          <a:bodyPr>
            <a:normAutofit/>
          </a:bodyPr>
          <a:lstStyle>
            <a:lvl1pPr>
              <a:defRPr sz="1400" i="1">
                <a:solidFill>
                  <a:schemeClr val="tx1">
                    <a:lumMod val="75000"/>
                    <a:lumOff val="25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Tree>
    <p:extLst>
      <p:ext uri="{BB962C8B-B14F-4D97-AF65-F5344CB8AC3E}">
        <p14:creationId xmlns:p14="http://schemas.microsoft.com/office/powerpoint/2010/main" val="216228157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53" presetClass="entr" presetSubtype="16" fill="hold" grpId="0" nodeType="afterEffect">
                                  <p:stCondLst>
                                    <p:cond delay="0"/>
                                  </p:stCondLst>
                                  <p:childTnLst>
                                    <p:set>
                                      <p:cBhvr>
                                        <p:cTn id="20" dur="1" fill="hold">
                                          <p:stCondLst>
                                            <p:cond delay="0"/>
                                          </p:stCondLst>
                                        </p:cTn>
                                        <p:tgtEl>
                                          <p:spTgt spid="9"/>
                                        </p:tgtEl>
                                        <p:attrNameLst>
                                          <p:attrName>style.visibility</p:attrName>
                                        </p:attrNameLst>
                                      </p:cBhvr>
                                      <p:to>
                                        <p:strVal val="visible"/>
                                      </p:to>
                                    </p:set>
                                    <p:anim calcmode="lin" valueType="num">
                                      <p:cBhvr>
                                        <p:cTn id="21" dur="500" fill="hold"/>
                                        <p:tgtEl>
                                          <p:spTgt spid="9"/>
                                        </p:tgtEl>
                                        <p:attrNameLst>
                                          <p:attrName>ppt_w</p:attrName>
                                        </p:attrNameLst>
                                      </p:cBhvr>
                                      <p:tavLst>
                                        <p:tav tm="0">
                                          <p:val>
                                            <p:fltVal val="0"/>
                                          </p:val>
                                        </p:tav>
                                        <p:tav tm="100000">
                                          <p:val>
                                            <p:strVal val="#ppt_w"/>
                                          </p:val>
                                        </p:tav>
                                      </p:tavLst>
                                    </p:anim>
                                    <p:anim calcmode="lin" valueType="num">
                                      <p:cBhvr>
                                        <p:cTn id="22" dur="500" fill="hold"/>
                                        <p:tgtEl>
                                          <p:spTgt spid="9"/>
                                        </p:tgtEl>
                                        <p:attrNameLst>
                                          <p:attrName>ppt_h</p:attrName>
                                        </p:attrNameLst>
                                      </p:cBhvr>
                                      <p:tavLst>
                                        <p:tav tm="0">
                                          <p:val>
                                            <p:fltVal val="0"/>
                                          </p:val>
                                        </p:tav>
                                        <p:tav tm="100000">
                                          <p:val>
                                            <p:strVal val="#ppt_h"/>
                                          </p:val>
                                        </p:tav>
                                      </p:tavLst>
                                    </p:anim>
                                    <p:animEffect transition="in" filter="fade">
                                      <p:cBhvr>
                                        <p:cTn id="23" dur="500"/>
                                        <p:tgtEl>
                                          <p:spTgt spid="9"/>
                                        </p:tgtEl>
                                      </p:cBhvr>
                                    </p:animEffect>
                                  </p:childTnLst>
                                </p:cTn>
                              </p:par>
                            </p:childTnLst>
                          </p:cTn>
                        </p:par>
                        <p:par>
                          <p:cTn id="24" fill="hold">
                            <p:stCondLst>
                              <p:cond delay="2000"/>
                            </p:stCondLst>
                            <p:childTnLst>
                              <p:par>
                                <p:cTn id="25" presetID="10" presetClass="entr" presetSubtype="0" fill="hold" grpId="0" nodeType="afterEffect">
                                  <p:stCondLst>
                                    <p:cond delay="0"/>
                                  </p:stCondLst>
                                  <p:childTnLst>
                                    <p:set>
                                      <p:cBhvr>
                                        <p:cTn id="26" dur="1" fill="hold">
                                          <p:stCondLst>
                                            <p:cond delay="0"/>
                                          </p:stCondLst>
                                        </p:cTn>
                                        <p:tgtEl>
                                          <p:spTgt spid="50"/>
                                        </p:tgtEl>
                                        <p:attrNameLst>
                                          <p:attrName>style.visibility</p:attrName>
                                        </p:attrNameLst>
                                      </p:cBhvr>
                                      <p:to>
                                        <p:strVal val="visible"/>
                                      </p:to>
                                    </p:set>
                                    <p:animEffect transition="in" filter="fade">
                                      <p:cBhvr>
                                        <p:cTn id="27" dur="500"/>
                                        <p:tgtEl>
                                          <p:spTgt spid="50"/>
                                        </p:tgtEl>
                                      </p:cBhvr>
                                    </p:animEffect>
                                  </p:childTnLst>
                                </p:cTn>
                              </p:par>
                            </p:childTnLst>
                          </p:cTn>
                        </p:par>
                        <p:par>
                          <p:cTn id="28" fill="hold">
                            <p:stCondLst>
                              <p:cond delay="2500"/>
                            </p:stCondLst>
                            <p:childTnLst>
                              <p:par>
                                <p:cTn id="29" presetID="22" presetClass="entr" presetSubtype="4" fill="hold" grpId="0" nodeType="afterEffect">
                                  <p:stCondLst>
                                    <p:cond delay="0"/>
                                  </p:stCondLst>
                                  <p:childTnLst>
                                    <p:set>
                                      <p:cBhvr>
                                        <p:cTn id="30" dur="1" fill="hold">
                                          <p:stCondLst>
                                            <p:cond delay="0"/>
                                          </p:stCondLst>
                                        </p:cTn>
                                        <p:tgtEl>
                                          <p:spTgt spid="35"/>
                                        </p:tgtEl>
                                        <p:attrNameLst>
                                          <p:attrName>style.visibility</p:attrName>
                                        </p:attrNameLst>
                                      </p:cBhvr>
                                      <p:to>
                                        <p:strVal val="visible"/>
                                      </p:to>
                                    </p:set>
                                    <p:animEffect transition="in" filter="wipe(down)">
                                      <p:cBhvr>
                                        <p:cTn id="31" dur="500"/>
                                        <p:tgtEl>
                                          <p:spTgt spid="35"/>
                                        </p:tgtEl>
                                      </p:cBhvr>
                                    </p:animEffect>
                                  </p:childTnLst>
                                </p:cTn>
                              </p:par>
                              <p:par>
                                <p:cTn id="32" presetID="22" presetClass="entr" presetSubtype="1" fill="hold" grpId="0" nodeType="withEffect">
                                  <p:stCondLst>
                                    <p:cond delay="0"/>
                                  </p:stCondLst>
                                  <p:childTnLst>
                                    <p:set>
                                      <p:cBhvr>
                                        <p:cTn id="33" dur="1" fill="hold">
                                          <p:stCondLst>
                                            <p:cond delay="0"/>
                                          </p:stCondLst>
                                        </p:cTn>
                                        <p:tgtEl>
                                          <p:spTgt spid="40"/>
                                        </p:tgtEl>
                                        <p:attrNameLst>
                                          <p:attrName>style.visibility</p:attrName>
                                        </p:attrNameLst>
                                      </p:cBhvr>
                                      <p:to>
                                        <p:strVal val="visible"/>
                                      </p:to>
                                    </p:set>
                                    <p:animEffect transition="in" filter="wipe(up)">
                                      <p:cBhvr>
                                        <p:cTn id="34" dur="500"/>
                                        <p:tgtEl>
                                          <p:spTgt spid="40"/>
                                        </p:tgtEl>
                                      </p:cBhvr>
                                    </p:animEffect>
                                  </p:childTnLst>
                                </p:cTn>
                              </p:par>
                              <p:par>
                                <p:cTn id="35" presetID="22" presetClass="entr" presetSubtype="1" fill="hold" grpId="0" nodeType="withEffect">
                                  <p:stCondLst>
                                    <p:cond delay="0"/>
                                  </p:stCondLst>
                                  <p:childTnLst>
                                    <p:set>
                                      <p:cBhvr>
                                        <p:cTn id="36" dur="1" fill="hold">
                                          <p:stCondLst>
                                            <p:cond delay="0"/>
                                          </p:stCondLst>
                                        </p:cTn>
                                        <p:tgtEl>
                                          <p:spTgt spid="46"/>
                                        </p:tgtEl>
                                        <p:attrNameLst>
                                          <p:attrName>style.visibility</p:attrName>
                                        </p:attrNameLst>
                                      </p:cBhvr>
                                      <p:to>
                                        <p:strVal val="visible"/>
                                      </p:to>
                                    </p:set>
                                    <p:animEffect transition="in" filter="wipe(up)">
                                      <p:cBhvr>
                                        <p:cTn id="37" dur="500"/>
                                        <p:tgtEl>
                                          <p:spTgt spid="46"/>
                                        </p:tgtEl>
                                      </p:cBhvr>
                                    </p:animEffect>
                                  </p:childTnLst>
                                </p:cTn>
                              </p:par>
                              <p:par>
                                <p:cTn id="38" presetID="22" presetClass="entr" presetSubtype="4" fill="hold" grpId="0" nodeType="withEffect">
                                  <p:stCondLst>
                                    <p:cond delay="0"/>
                                  </p:stCondLst>
                                  <p:childTnLst>
                                    <p:set>
                                      <p:cBhvr>
                                        <p:cTn id="39" dur="1" fill="hold">
                                          <p:stCondLst>
                                            <p:cond delay="0"/>
                                          </p:stCondLst>
                                        </p:cTn>
                                        <p:tgtEl>
                                          <p:spTgt spid="43"/>
                                        </p:tgtEl>
                                        <p:attrNameLst>
                                          <p:attrName>style.visibility</p:attrName>
                                        </p:attrNameLst>
                                      </p:cBhvr>
                                      <p:to>
                                        <p:strVal val="visible"/>
                                      </p:to>
                                    </p:set>
                                    <p:animEffect transition="in" filter="wipe(down)">
                                      <p:cBhvr>
                                        <p:cTn id="40" dur="500"/>
                                        <p:tgtEl>
                                          <p:spTgt spid="43"/>
                                        </p:tgtEl>
                                      </p:cBhvr>
                                    </p:animEffect>
                                  </p:childTnLst>
                                </p:cTn>
                              </p:par>
                            </p:childTnLst>
                          </p:cTn>
                        </p:par>
                        <p:par>
                          <p:cTn id="41" fill="hold">
                            <p:stCondLst>
                              <p:cond delay="3000"/>
                            </p:stCondLst>
                            <p:childTnLst>
                              <p:par>
                                <p:cTn id="42" presetID="53" presetClass="entr" presetSubtype="16" fill="hold" grpId="0" nodeType="afterEffect" nodePh="1">
                                  <p:stCondLst>
                                    <p:cond delay="0"/>
                                  </p:stCondLst>
                                  <p:endCondLst>
                                    <p:cond evt="begin" delay="0">
                                      <p:tn val="42"/>
                                    </p:cond>
                                  </p:endCondLst>
                                  <p:childTnLst>
                                    <p:set>
                                      <p:cBhvr>
                                        <p:cTn id="43" dur="1" fill="hold">
                                          <p:stCondLst>
                                            <p:cond delay="0"/>
                                          </p:stCondLst>
                                        </p:cTn>
                                        <p:tgtEl>
                                          <p:spTgt spid="51">
                                            <p:txEl>
                                              <p:pRg st="0" end="0"/>
                                            </p:txEl>
                                          </p:spTgt>
                                        </p:tgtEl>
                                        <p:attrNameLst>
                                          <p:attrName>style.visibility</p:attrName>
                                        </p:attrNameLst>
                                      </p:cBhvr>
                                      <p:to>
                                        <p:strVal val="visible"/>
                                      </p:to>
                                    </p:set>
                                    <p:anim calcmode="lin" valueType="num">
                                      <p:cBhvr>
                                        <p:cTn id="44" dur="500" fill="hold"/>
                                        <p:tgtEl>
                                          <p:spTgt spid="51">
                                            <p:txEl>
                                              <p:pRg st="0" end="0"/>
                                            </p:txEl>
                                          </p:spTgt>
                                        </p:tgtEl>
                                        <p:attrNameLst>
                                          <p:attrName>ppt_w</p:attrName>
                                        </p:attrNameLst>
                                      </p:cBhvr>
                                      <p:tavLst>
                                        <p:tav tm="0">
                                          <p:val>
                                            <p:fltVal val="0"/>
                                          </p:val>
                                        </p:tav>
                                        <p:tav tm="100000">
                                          <p:val>
                                            <p:strVal val="#ppt_w"/>
                                          </p:val>
                                        </p:tav>
                                      </p:tavLst>
                                    </p:anim>
                                    <p:anim calcmode="lin" valueType="num">
                                      <p:cBhvr>
                                        <p:cTn id="45" dur="500" fill="hold"/>
                                        <p:tgtEl>
                                          <p:spTgt spid="51">
                                            <p:txEl>
                                              <p:pRg st="0" end="0"/>
                                            </p:txEl>
                                          </p:spTgt>
                                        </p:tgtEl>
                                        <p:attrNameLst>
                                          <p:attrName>ppt_h</p:attrName>
                                        </p:attrNameLst>
                                      </p:cBhvr>
                                      <p:tavLst>
                                        <p:tav tm="0">
                                          <p:val>
                                            <p:fltVal val="0"/>
                                          </p:val>
                                        </p:tav>
                                        <p:tav tm="100000">
                                          <p:val>
                                            <p:strVal val="#ppt_h"/>
                                          </p:val>
                                        </p:tav>
                                      </p:tavLst>
                                    </p:anim>
                                    <p:animEffect transition="in" filter="fade">
                                      <p:cBhvr>
                                        <p:cTn id="46" dur="500"/>
                                        <p:tgtEl>
                                          <p:spTgt spid="51">
                                            <p:txEl>
                                              <p:pRg st="0" end="0"/>
                                            </p:txEl>
                                          </p:spTgt>
                                        </p:tgtEl>
                                      </p:cBhvr>
                                    </p:animEffect>
                                  </p:childTnLst>
                                </p:cTn>
                              </p:par>
                            </p:childTnLst>
                          </p:cTn>
                        </p:par>
                        <p:par>
                          <p:cTn id="47" fill="hold">
                            <p:stCondLst>
                              <p:cond delay="3500"/>
                            </p:stCondLst>
                            <p:childTnLst>
                              <p:par>
                                <p:cTn id="48" presetID="42" presetClass="entr" presetSubtype="0" fill="hold" grpId="0" nodeType="afterEffect" nodePh="1">
                                  <p:stCondLst>
                                    <p:cond delay="0"/>
                                  </p:stCondLst>
                                  <p:endCondLst>
                                    <p:cond evt="begin" delay="0">
                                      <p:tn val="48"/>
                                    </p:cond>
                                  </p:endCondLst>
                                  <p:childTnLst>
                                    <p:set>
                                      <p:cBhvr>
                                        <p:cTn id="49" dur="1" fill="hold">
                                          <p:stCondLst>
                                            <p:cond delay="0"/>
                                          </p:stCondLst>
                                        </p:cTn>
                                        <p:tgtEl>
                                          <p:spTgt spid="52">
                                            <p:txEl>
                                              <p:pRg st="0" end="0"/>
                                            </p:txEl>
                                          </p:spTgt>
                                        </p:tgtEl>
                                        <p:attrNameLst>
                                          <p:attrName>style.visibility</p:attrName>
                                        </p:attrNameLst>
                                      </p:cBhvr>
                                      <p:to>
                                        <p:strVal val="visible"/>
                                      </p:to>
                                    </p:set>
                                    <p:animEffect transition="in" filter="fade">
                                      <p:cBhvr>
                                        <p:cTn id="50" dur="500"/>
                                        <p:tgtEl>
                                          <p:spTgt spid="52">
                                            <p:txEl>
                                              <p:pRg st="0" end="0"/>
                                            </p:txEl>
                                          </p:spTgt>
                                        </p:tgtEl>
                                      </p:cBhvr>
                                    </p:animEffect>
                                    <p:anim calcmode="lin" valueType="num">
                                      <p:cBhvr>
                                        <p:cTn id="51" dur="500" fill="hold"/>
                                        <p:tgtEl>
                                          <p:spTgt spid="52">
                                            <p:txEl>
                                              <p:pRg st="0" end="0"/>
                                            </p:txEl>
                                          </p:spTgt>
                                        </p:tgtEl>
                                        <p:attrNameLst>
                                          <p:attrName>ppt_x</p:attrName>
                                        </p:attrNameLst>
                                      </p:cBhvr>
                                      <p:tavLst>
                                        <p:tav tm="0">
                                          <p:val>
                                            <p:strVal val="#ppt_x"/>
                                          </p:val>
                                        </p:tav>
                                        <p:tav tm="100000">
                                          <p:val>
                                            <p:strVal val="#ppt_x"/>
                                          </p:val>
                                        </p:tav>
                                      </p:tavLst>
                                    </p:anim>
                                    <p:anim calcmode="lin" valueType="num">
                                      <p:cBhvr>
                                        <p:cTn id="52" dur="500" fill="hold"/>
                                        <p:tgtEl>
                                          <p:spTgt spid="52">
                                            <p:txEl>
                                              <p:pRg st="0" end="0"/>
                                            </p:txEl>
                                          </p:spTgt>
                                        </p:tgtEl>
                                        <p:attrNameLst>
                                          <p:attrName>ppt_y</p:attrName>
                                        </p:attrNameLst>
                                      </p:cBhvr>
                                      <p:tavLst>
                                        <p:tav tm="0">
                                          <p:val>
                                            <p:strVal val="#ppt_y+.1"/>
                                          </p:val>
                                        </p:tav>
                                        <p:tav tm="100000">
                                          <p:val>
                                            <p:strVal val="#ppt_y"/>
                                          </p:val>
                                        </p:tav>
                                      </p:tavLst>
                                    </p:anim>
                                  </p:childTnLst>
                                </p:cTn>
                              </p:par>
                            </p:childTnLst>
                          </p:cTn>
                        </p:par>
                        <p:par>
                          <p:cTn id="53" fill="hold">
                            <p:stCondLst>
                              <p:cond delay="4000"/>
                            </p:stCondLst>
                            <p:childTnLst>
                              <p:par>
                                <p:cTn id="54" presetID="53" presetClass="entr" presetSubtype="16" fill="hold" grpId="0" nodeType="afterEffect">
                                  <p:stCondLst>
                                    <p:cond delay="0"/>
                                  </p:stCondLst>
                                  <p:childTnLst>
                                    <p:set>
                                      <p:cBhvr>
                                        <p:cTn id="55" dur="1" fill="hold">
                                          <p:stCondLst>
                                            <p:cond delay="0"/>
                                          </p:stCondLst>
                                        </p:cTn>
                                        <p:tgtEl>
                                          <p:spTgt spid="53">
                                            <p:txEl>
                                              <p:pRg st="0" end="0"/>
                                            </p:txEl>
                                          </p:spTgt>
                                        </p:tgtEl>
                                        <p:attrNameLst>
                                          <p:attrName>style.visibility</p:attrName>
                                        </p:attrNameLst>
                                      </p:cBhvr>
                                      <p:to>
                                        <p:strVal val="visible"/>
                                      </p:to>
                                    </p:set>
                                    <p:anim calcmode="lin" valueType="num">
                                      <p:cBhvr>
                                        <p:cTn id="56" dur="500" fill="hold"/>
                                        <p:tgtEl>
                                          <p:spTgt spid="53">
                                            <p:txEl>
                                              <p:pRg st="0" end="0"/>
                                            </p:txEl>
                                          </p:spTgt>
                                        </p:tgtEl>
                                        <p:attrNameLst>
                                          <p:attrName>ppt_w</p:attrName>
                                        </p:attrNameLst>
                                      </p:cBhvr>
                                      <p:tavLst>
                                        <p:tav tm="0">
                                          <p:val>
                                            <p:fltVal val="0"/>
                                          </p:val>
                                        </p:tav>
                                        <p:tav tm="100000">
                                          <p:val>
                                            <p:strVal val="#ppt_w"/>
                                          </p:val>
                                        </p:tav>
                                      </p:tavLst>
                                    </p:anim>
                                    <p:anim calcmode="lin" valueType="num">
                                      <p:cBhvr>
                                        <p:cTn id="57" dur="500" fill="hold"/>
                                        <p:tgtEl>
                                          <p:spTgt spid="53">
                                            <p:txEl>
                                              <p:pRg st="0" end="0"/>
                                            </p:txEl>
                                          </p:spTgt>
                                        </p:tgtEl>
                                        <p:attrNameLst>
                                          <p:attrName>ppt_h</p:attrName>
                                        </p:attrNameLst>
                                      </p:cBhvr>
                                      <p:tavLst>
                                        <p:tav tm="0">
                                          <p:val>
                                            <p:fltVal val="0"/>
                                          </p:val>
                                        </p:tav>
                                        <p:tav tm="100000">
                                          <p:val>
                                            <p:strVal val="#ppt_h"/>
                                          </p:val>
                                        </p:tav>
                                      </p:tavLst>
                                    </p:anim>
                                    <p:animEffect transition="in" filter="fade">
                                      <p:cBhvr>
                                        <p:cTn id="58" dur="500"/>
                                        <p:tgtEl>
                                          <p:spTgt spid="53">
                                            <p:txEl>
                                              <p:pRg st="0" end="0"/>
                                            </p:txEl>
                                          </p:spTgt>
                                        </p:tgtEl>
                                      </p:cBhvr>
                                    </p:animEffect>
                                  </p:childTnLst>
                                </p:cTn>
                              </p:par>
                            </p:childTnLst>
                          </p:cTn>
                        </p:par>
                        <p:par>
                          <p:cTn id="59" fill="hold">
                            <p:stCondLst>
                              <p:cond delay="4500"/>
                            </p:stCondLst>
                            <p:childTnLst>
                              <p:par>
                                <p:cTn id="60" presetID="53" presetClass="entr" presetSubtype="16" fill="hold" grpId="0" nodeType="afterEffect" nodePh="1">
                                  <p:stCondLst>
                                    <p:cond delay="0"/>
                                  </p:stCondLst>
                                  <p:endCondLst>
                                    <p:cond evt="begin" delay="0">
                                      <p:tn val="60"/>
                                    </p:cond>
                                  </p:endCondLst>
                                  <p:childTnLst>
                                    <p:set>
                                      <p:cBhvr>
                                        <p:cTn id="61" dur="1" fill="hold">
                                          <p:stCondLst>
                                            <p:cond delay="0"/>
                                          </p:stCondLst>
                                        </p:cTn>
                                        <p:tgtEl>
                                          <p:spTgt spid="54">
                                            <p:txEl>
                                              <p:pRg st="0" end="0"/>
                                            </p:txEl>
                                          </p:spTgt>
                                        </p:tgtEl>
                                        <p:attrNameLst>
                                          <p:attrName>style.visibility</p:attrName>
                                        </p:attrNameLst>
                                      </p:cBhvr>
                                      <p:to>
                                        <p:strVal val="visible"/>
                                      </p:to>
                                    </p:set>
                                    <p:anim calcmode="lin" valueType="num">
                                      <p:cBhvr>
                                        <p:cTn id="62" dur="500" fill="hold"/>
                                        <p:tgtEl>
                                          <p:spTgt spid="54">
                                            <p:txEl>
                                              <p:pRg st="0" end="0"/>
                                            </p:txEl>
                                          </p:spTgt>
                                        </p:tgtEl>
                                        <p:attrNameLst>
                                          <p:attrName>ppt_w</p:attrName>
                                        </p:attrNameLst>
                                      </p:cBhvr>
                                      <p:tavLst>
                                        <p:tav tm="0">
                                          <p:val>
                                            <p:fltVal val="0"/>
                                          </p:val>
                                        </p:tav>
                                        <p:tav tm="100000">
                                          <p:val>
                                            <p:strVal val="#ppt_w"/>
                                          </p:val>
                                        </p:tav>
                                      </p:tavLst>
                                    </p:anim>
                                    <p:anim calcmode="lin" valueType="num">
                                      <p:cBhvr>
                                        <p:cTn id="63" dur="500" fill="hold"/>
                                        <p:tgtEl>
                                          <p:spTgt spid="54">
                                            <p:txEl>
                                              <p:pRg st="0" end="0"/>
                                            </p:txEl>
                                          </p:spTgt>
                                        </p:tgtEl>
                                        <p:attrNameLst>
                                          <p:attrName>ppt_h</p:attrName>
                                        </p:attrNameLst>
                                      </p:cBhvr>
                                      <p:tavLst>
                                        <p:tav tm="0">
                                          <p:val>
                                            <p:fltVal val="0"/>
                                          </p:val>
                                        </p:tav>
                                        <p:tav tm="100000">
                                          <p:val>
                                            <p:strVal val="#ppt_h"/>
                                          </p:val>
                                        </p:tav>
                                      </p:tavLst>
                                    </p:anim>
                                    <p:animEffect transition="in" filter="fade">
                                      <p:cBhvr>
                                        <p:cTn id="64" dur="500"/>
                                        <p:tgtEl>
                                          <p:spTgt spid="5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35" grpId="0" animBg="1"/>
      <p:bldP spid="40" grpId="0" animBg="1"/>
      <p:bldP spid="43" grpId="0" animBg="1"/>
      <p:bldP spid="46" grpId="0" animBg="1"/>
      <p:bldP spid="50" grpId="0" animBg="1"/>
      <p:bldP spid="51"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51"/>
                        </p:tgtEl>
                        <p:attrNameLst>
                          <p:attrName>style.visibility</p:attrName>
                        </p:attrNameLst>
                      </p:cBhvr>
                      <p:to>
                        <p:strVal val="visible"/>
                      </p:to>
                    </p:set>
                    <p:anim calcmode="lin" valueType="num">
                      <p:cBhvr>
                        <p:cTn dur="500" fill="hold"/>
                        <p:tgtEl>
                          <p:spTgt spid="51"/>
                        </p:tgtEl>
                        <p:attrNameLst>
                          <p:attrName>ppt_w</p:attrName>
                        </p:attrNameLst>
                      </p:cBhvr>
                      <p:tavLst>
                        <p:tav tm="0">
                          <p:val>
                            <p:fltVal val="0"/>
                          </p:val>
                        </p:tav>
                        <p:tav tm="100000">
                          <p:val>
                            <p:strVal val="#ppt_w"/>
                          </p:val>
                        </p:tav>
                      </p:tavLst>
                    </p:anim>
                    <p:anim calcmode="lin" valueType="num">
                      <p:cBhvr>
                        <p:cTn dur="500" fill="hold"/>
                        <p:tgtEl>
                          <p:spTgt spid="51"/>
                        </p:tgtEl>
                        <p:attrNameLst>
                          <p:attrName>ppt_h</p:attrName>
                        </p:attrNameLst>
                      </p:cBhvr>
                      <p:tavLst>
                        <p:tav tm="0">
                          <p:val>
                            <p:fltVal val="0"/>
                          </p:val>
                        </p:tav>
                        <p:tav tm="100000">
                          <p:val>
                            <p:strVal val="#ppt_h"/>
                          </p:val>
                        </p:tav>
                      </p:tavLst>
                    </p:anim>
                    <p:animEffect transition="in" filter="fade">
                      <p:cBhvr>
                        <p:cTn dur="500"/>
                        <p:tgtEl>
                          <p:spTgt spid="51"/>
                        </p:tgtEl>
                      </p:cBhvr>
                    </p:animEffect>
                  </p:childTnLst>
                </p:cTn>
              </p:par>
            </p:tnLst>
          </p:tmpl>
        </p:tmplLst>
      </p:bldP>
      <p:bldP spid="52"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52"/>
                        </p:tgtEl>
                        <p:attrNameLst>
                          <p:attrName>style.visibility</p:attrName>
                        </p:attrNameLst>
                      </p:cBhvr>
                      <p:to>
                        <p:strVal val="visible"/>
                      </p:to>
                    </p:set>
                    <p:animEffect transition="in" filter="fade">
                      <p:cBhvr>
                        <p:cTn dur="500"/>
                        <p:tgtEl>
                          <p:spTgt spid="52"/>
                        </p:tgtEl>
                      </p:cBhvr>
                    </p:animEffect>
                    <p:anim calcmode="lin" valueType="num">
                      <p:cBhvr>
                        <p:cTn dur="500" fill="hold"/>
                        <p:tgtEl>
                          <p:spTgt spid="52"/>
                        </p:tgtEl>
                        <p:attrNameLst>
                          <p:attrName>ppt_x</p:attrName>
                        </p:attrNameLst>
                      </p:cBhvr>
                      <p:tavLst>
                        <p:tav tm="0">
                          <p:val>
                            <p:strVal val="#ppt_x"/>
                          </p:val>
                        </p:tav>
                        <p:tav tm="100000">
                          <p:val>
                            <p:strVal val="#ppt_x"/>
                          </p:val>
                        </p:tav>
                      </p:tavLst>
                    </p:anim>
                    <p:anim calcmode="lin" valueType="num">
                      <p:cBhvr>
                        <p:cTn dur="500" fill="hold"/>
                        <p:tgtEl>
                          <p:spTgt spid="52"/>
                        </p:tgtEl>
                        <p:attrNameLst>
                          <p:attrName>ppt_y</p:attrName>
                        </p:attrNameLst>
                      </p:cBhvr>
                      <p:tavLst>
                        <p:tav tm="0">
                          <p:val>
                            <p:strVal val="#ppt_y+.1"/>
                          </p:val>
                        </p:tav>
                        <p:tav tm="100000">
                          <p:val>
                            <p:strVal val="#ppt_y"/>
                          </p:val>
                        </p:tav>
                      </p:tavLst>
                    </p:anim>
                  </p:childTnLst>
                </p:cTn>
              </p:par>
            </p:tnLst>
          </p:tmpl>
        </p:tmplLst>
      </p:bldP>
      <p:bldP spid="53" grpId="0" build="p">
        <p:tmplLst>
          <p:tmpl lvl="1">
            <p:tnLst>
              <p:par>
                <p:cTn presetID="53" presetClass="entr" presetSubtype="16" fill="hold" nodeType="afterEffect">
                  <p:stCondLst>
                    <p:cond delay="0"/>
                  </p:stCondLst>
                  <p:childTnLst>
                    <p:set>
                      <p:cBhvr>
                        <p:cTn dur="1" fill="hold">
                          <p:stCondLst>
                            <p:cond delay="0"/>
                          </p:stCondLst>
                        </p:cTn>
                        <p:tgtEl>
                          <p:spTgt spid="53"/>
                        </p:tgtEl>
                        <p:attrNameLst>
                          <p:attrName>style.visibility</p:attrName>
                        </p:attrNameLst>
                      </p:cBhvr>
                      <p:to>
                        <p:strVal val="visible"/>
                      </p:to>
                    </p:set>
                    <p:anim calcmode="lin" valueType="num">
                      <p:cBhvr>
                        <p:cTn dur="500" fill="hold"/>
                        <p:tgtEl>
                          <p:spTgt spid="53"/>
                        </p:tgtEl>
                        <p:attrNameLst>
                          <p:attrName>ppt_w</p:attrName>
                        </p:attrNameLst>
                      </p:cBhvr>
                      <p:tavLst>
                        <p:tav tm="0">
                          <p:val>
                            <p:fltVal val="0"/>
                          </p:val>
                        </p:tav>
                        <p:tav tm="100000">
                          <p:val>
                            <p:strVal val="#ppt_w"/>
                          </p:val>
                        </p:tav>
                      </p:tavLst>
                    </p:anim>
                    <p:anim calcmode="lin" valueType="num">
                      <p:cBhvr>
                        <p:cTn dur="500" fill="hold"/>
                        <p:tgtEl>
                          <p:spTgt spid="53"/>
                        </p:tgtEl>
                        <p:attrNameLst>
                          <p:attrName>ppt_h</p:attrName>
                        </p:attrNameLst>
                      </p:cBhvr>
                      <p:tavLst>
                        <p:tav tm="0">
                          <p:val>
                            <p:fltVal val="0"/>
                          </p:val>
                        </p:tav>
                        <p:tav tm="100000">
                          <p:val>
                            <p:strVal val="#ppt_h"/>
                          </p:val>
                        </p:tav>
                      </p:tavLst>
                    </p:anim>
                    <p:animEffect transition="in" filter="fade">
                      <p:cBhvr>
                        <p:cTn dur="500"/>
                        <p:tgtEl>
                          <p:spTgt spid="53"/>
                        </p:tgtEl>
                      </p:cBhvr>
                    </p:animEffect>
                  </p:childTnLst>
                </p:cTn>
              </p:par>
            </p:tnLst>
          </p:tmpl>
        </p:tmplLst>
      </p:bldP>
      <p:bldP spid="54"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54"/>
                        </p:tgtEl>
                        <p:attrNameLst>
                          <p:attrName>style.visibility</p:attrName>
                        </p:attrNameLst>
                      </p:cBhvr>
                      <p:to>
                        <p:strVal val="visible"/>
                      </p:to>
                    </p:set>
                    <p:anim calcmode="lin" valueType="num">
                      <p:cBhvr>
                        <p:cTn dur="500" fill="hold"/>
                        <p:tgtEl>
                          <p:spTgt spid="54"/>
                        </p:tgtEl>
                        <p:attrNameLst>
                          <p:attrName>ppt_w</p:attrName>
                        </p:attrNameLst>
                      </p:cBhvr>
                      <p:tavLst>
                        <p:tav tm="0">
                          <p:val>
                            <p:fltVal val="0"/>
                          </p:val>
                        </p:tav>
                        <p:tav tm="100000">
                          <p:val>
                            <p:strVal val="#ppt_w"/>
                          </p:val>
                        </p:tav>
                      </p:tavLst>
                    </p:anim>
                    <p:anim calcmode="lin" valueType="num">
                      <p:cBhvr>
                        <p:cTn dur="500" fill="hold"/>
                        <p:tgtEl>
                          <p:spTgt spid="54"/>
                        </p:tgtEl>
                        <p:attrNameLst>
                          <p:attrName>ppt_h</p:attrName>
                        </p:attrNameLst>
                      </p:cBhvr>
                      <p:tavLst>
                        <p:tav tm="0">
                          <p:val>
                            <p:fltVal val="0"/>
                          </p:val>
                        </p:tav>
                        <p:tav tm="100000">
                          <p:val>
                            <p:strVal val="#ppt_h"/>
                          </p:val>
                        </p:tav>
                      </p:tavLst>
                    </p:anim>
                    <p:animEffect transition="in" filter="fade">
                      <p:cBhvr>
                        <p:cTn dur="500"/>
                        <p:tgtEl>
                          <p:spTgt spid="54"/>
                        </p:tgtEl>
                      </p:cBhvr>
                    </p:animEffect>
                  </p:childTnLst>
                </p:cTn>
              </p:par>
            </p:tnLst>
          </p:tmpl>
        </p:tmplLst>
      </p:bldP>
    </p:bldLst>
  </p:timing>
</p:sldLayout>
</file>

<file path=ppt/slideLayouts/slideLayout655.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9" name="Picture Placeholder 24"/>
          <p:cNvSpPr>
            <a:spLocks noGrp="1"/>
          </p:cNvSpPr>
          <p:nvPr>
            <p:ph type="pic" sz="quarter" idx="14" hasCustomPrompt="1"/>
          </p:nvPr>
        </p:nvSpPr>
        <p:spPr>
          <a:xfrm>
            <a:off x="775852" y="1921135"/>
            <a:ext cx="2166842" cy="2166842"/>
          </a:xfrm>
          <a:custGeom>
            <a:avLst/>
            <a:gdLst>
              <a:gd name="connsiteX0" fmla="*/ 1342864 w 2685728"/>
              <a:gd name="connsiteY0" fmla="*/ 0 h 2685728"/>
              <a:gd name="connsiteX1" fmla="*/ 1590895 w 2685728"/>
              <a:gd name="connsiteY1" fmla="*/ 102738 h 2685728"/>
              <a:gd name="connsiteX2" fmla="*/ 2582990 w 2685728"/>
              <a:gd name="connsiteY2" fmla="*/ 1094833 h 2685728"/>
              <a:gd name="connsiteX3" fmla="*/ 2582990 w 2685728"/>
              <a:gd name="connsiteY3" fmla="*/ 1590895 h 2685728"/>
              <a:gd name="connsiteX4" fmla="*/ 1590895 w 2685728"/>
              <a:gd name="connsiteY4" fmla="*/ 2582990 h 2685728"/>
              <a:gd name="connsiteX5" fmla="*/ 1094833 w 2685728"/>
              <a:gd name="connsiteY5" fmla="*/ 2582990 h 2685728"/>
              <a:gd name="connsiteX6" fmla="*/ 102738 w 2685728"/>
              <a:gd name="connsiteY6" fmla="*/ 1590895 h 2685728"/>
              <a:gd name="connsiteX7" fmla="*/ 102738 w 2685728"/>
              <a:gd name="connsiteY7" fmla="*/ 1094833 h 2685728"/>
              <a:gd name="connsiteX8" fmla="*/ 1094833 w 2685728"/>
              <a:gd name="connsiteY8" fmla="*/ 102738 h 2685728"/>
              <a:gd name="connsiteX9" fmla="*/ 1342864 w 2685728"/>
              <a:gd name="connsiteY9" fmla="*/ 0 h 2685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5728" h="2685728">
                <a:moveTo>
                  <a:pt x="1342864" y="0"/>
                </a:moveTo>
                <a:cubicBezTo>
                  <a:pt x="1432634" y="0"/>
                  <a:pt x="1522403" y="34246"/>
                  <a:pt x="1590895" y="102738"/>
                </a:cubicBezTo>
                <a:lnTo>
                  <a:pt x="2582990" y="1094833"/>
                </a:lnTo>
                <a:cubicBezTo>
                  <a:pt x="2719974" y="1231817"/>
                  <a:pt x="2719974" y="1453912"/>
                  <a:pt x="2582990" y="1590895"/>
                </a:cubicBezTo>
                <a:lnTo>
                  <a:pt x="1590895" y="2582990"/>
                </a:lnTo>
                <a:cubicBezTo>
                  <a:pt x="1453912" y="2719974"/>
                  <a:pt x="1231817" y="2719974"/>
                  <a:pt x="1094833" y="2582990"/>
                </a:cubicBezTo>
                <a:lnTo>
                  <a:pt x="102738" y="1590895"/>
                </a:lnTo>
                <a:cubicBezTo>
                  <a:pt x="-34246" y="1453912"/>
                  <a:pt x="-34246" y="1231817"/>
                  <a:pt x="102738" y="1094833"/>
                </a:cubicBezTo>
                <a:lnTo>
                  <a:pt x="1094833" y="102738"/>
                </a:lnTo>
                <a:cubicBezTo>
                  <a:pt x="1163325" y="34246"/>
                  <a:pt x="1253094" y="0"/>
                  <a:pt x="1342864" y="0"/>
                </a:cubicBezTo>
                <a:close/>
              </a:path>
            </a:pathLst>
          </a:custGeom>
          <a:solidFill>
            <a:schemeClr val="bg1">
              <a:lumMod val="85000"/>
            </a:schemeClr>
          </a:solidFill>
          <a:ln w="76200">
            <a:solidFill>
              <a:schemeClr val="bg1"/>
            </a:solidFill>
          </a:ln>
          <a:effectLst>
            <a:outerShdw blurRad="50800" dist="38100" dir="2700000" algn="tl" rotWithShape="0">
              <a:prstClr val="black">
                <a:alpha val="40000"/>
              </a:prstClr>
            </a:outerShdw>
          </a:effectLst>
        </p:spPr>
        <p:txBody>
          <a:bodyPr wrap="square">
            <a:noAutofit/>
          </a:bodyPr>
          <a:lstStyle>
            <a:lvl1pPr>
              <a:defRPr baseline="0"/>
            </a:lvl1pPr>
          </a:lstStyle>
          <a:p>
            <a:r>
              <a:rPr lang="id-ID" dirty="0" smtClean="0"/>
              <a:t>Pic here</a:t>
            </a:r>
            <a:endParaRPr lang="en-AU" dirty="0"/>
          </a:p>
        </p:txBody>
      </p:sp>
      <p:sp>
        <p:nvSpPr>
          <p:cNvPr id="10" name="Picture Placeholder 24"/>
          <p:cNvSpPr>
            <a:spLocks noGrp="1"/>
          </p:cNvSpPr>
          <p:nvPr>
            <p:ph type="pic" sz="quarter" idx="15" hasCustomPrompt="1"/>
          </p:nvPr>
        </p:nvSpPr>
        <p:spPr>
          <a:xfrm>
            <a:off x="3595252" y="1921135"/>
            <a:ext cx="2166842" cy="2166842"/>
          </a:xfrm>
          <a:custGeom>
            <a:avLst/>
            <a:gdLst>
              <a:gd name="connsiteX0" fmla="*/ 1342864 w 2685728"/>
              <a:gd name="connsiteY0" fmla="*/ 0 h 2685728"/>
              <a:gd name="connsiteX1" fmla="*/ 1590895 w 2685728"/>
              <a:gd name="connsiteY1" fmla="*/ 102738 h 2685728"/>
              <a:gd name="connsiteX2" fmla="*/ 2582990 w 2685728"/>
              <a:gd name="connsiteY2" fmla="*/ 1094833 h 2685728"/>
              <a:gd name="connsiteX3" fmla="*/ 2582990 w 2685728"/>
              <a:gd name="connsiteY3" fmla="*/ 1590895 h 2685728"/>
              <a:gd name="connsiteX4" fmla="*/ 1590895 w 2685728"/>
              <a:gd name="connsiteY4" fmla="*/ 2582990 h 2685728"/>
              <a:gd name="connsiteX5" fmla="*/ 1094833 w 2685728"/>
              <a:gd name="connsiteY5" fmla="*/ 2582990 h 2685728"/>
              <a:gd name="connsiteX6" fmla="*/ 102738 w 2685728"/>
              <a:gd name="connsiteY6" fmla="*/ 1590895 h 2685728"/>
              <a:gd name="connsiteX7" fmla="*/ 102738 w 2685728"/>
              <a:gd name="connsiteY7" fmla="*/ 1094833 h 2685728"/>
              <a:gd name="connsiteX8" fmla="*/ 1094833 w 2685728"/>
              <a:gd name="connsiteY8" fmla="*/ 102738 h 2685728"/>
              <a:gd name="connsiteX9" fmla="*/ 1342864 w 2685728"/>
              <a:gd name="connsiteY9" fmla="*/ 0 h 2685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5728" h="2685728">
                <a:moveTo>
                  <a:pt x="1342864" y="0"/>
                </a:moveTo>
                <a:cubicBezTo>
                  <a:pt x="1432634" y="0"/>
                  <a:pt x="1522403" y="34246"/>
                  <a:pt x="1590895" y="102738"/>
                </a:cubicBezTo>
                <a:lnTo>
                  <a:pt x="2582990" y="1094833"/>
                </a:lnTo>
                <a:cubicBezTo>
                  <a:pt x="2719974" y="1231817"/>
                  <a:pt x="2719974" y="1453912"/>
                  <a:pt x="2582990" y="1590895"/>
                </a:cubicBezTo>
                <a:lnTo>
                  <a:pt x="1590895" y="2582990"/>
                </a:lnTo>
                <a:cubicBezTo>
                  <a:pt x="1453912" y="2719974"/>
                  <a:pt x="1231817" y="2719974"/>
                  <a:pt x="1094833" y="2582990"/>
                </a:cubicBezTo>
                <a:lnTo>
                  <a:pt x="102738" y="1590895"/>
                </a:lnTo>
                <a:cubicBezTo>
                  <a:pt x="-34246" y="1453912"/>
                  <a:pt x="-34246" y="1231817"/>
                  <a:pt x="102738" y="1094833"/>
                </a:cubicBezTo>
                <a:lnTo>
                  <a:pt x="1094833" y="102738"/>
                </a:lnTo>
                <a:cubicBezTo>
                  <a:pt x="1163325" y="34246"/>
                  <a:pt x="1253094" y="0"/>
                  <a:pt x="1342864" y="0"/>
                </a:cubicBezTo>
                <a:close/>
              </a:path>
            </a:pathLst>
          </a:custGeom>
          <a:solidFill>
            <a:schemeClr val="bg1">
              <a:lumMod val="85000"/>
            </a:schemeClr>
          </a:solidFill>
          <a:ln w="76200">
            <a:solidFill>
              <a:schemeClr val="bg1"/>
            </a:solidFill>
          </a:ln>
          <a:effectLst>
            <a:outerShdw blurRad="50800" dist="38100" dir="2700000" algn="tl" rotWithShape="0">
              <a:prstClr val="black">
                <a:alpha val="40000"/>
              </a:prstClr>
            </a:outerShdw>
          </a:effectLst>
        </p:spPr>
        <p:txBody>
          <a:bodyPr wrap="square">
            <a:noAutofit/>
          </a:bodyPr>
          <a:lstStyle>
            <a:lvl1pPr>
              <a:defRPr baseline="0"/>
            </a:lvl1pPr>
          </a:lstStyle>
          <a:p>
            <a:r>
              <a:rPr lang="id-ID" dirty="0" smtClean="0"/>
              <a:t>Pic here</a:t>
            </a:r>
            <a:endParaRPr lang="en-AU" dirty="0"/>
          </a:p>
        </p:txBody>
      </p:sp>
      <p:sp>
        <p:nvSpPr>
          <p:cNvPr id="11" name="Picture Placeholder 24"/>
          <p:cNvSpPr>
            <a:spLocks noGrp="1"/>
          </p:cNvSpPr>
          <p:nvPr>
            <p:ph type="pic" sz="quarter" idx="16" hasCustomPrompt="1"/>
          </p:nvPr>
        </p:nvSpPr>
        <p:spPr>
          <a:xfrm>
            <a:off x="6414652" y="1921135"/>
            <a:ext cx="2166842" cy="2166842"/>
          </a:xfrm>
          <a:custGeom>
            <a:avLst/>
            <a:gdLst>
              <a:gd name="connsiteX0" fmla="*/ 1342864 w 2685728"/>
              <a:gd name="connsiteY0" fmla="*/ 0 h 2685728"/>
              <a:gd name="connsiteX1" fmla="*/ 1590895 w 2685728"/>
              <a:gd name="connsiteY1" fmla="*/ 102738 h 2685728"/>
              <a:gd name="connsiteX2" fmla="*/ 2582990 w 2685728"/>
              <a:gd name="connsiteY2" fmla="*/ 1094833 h 2685728"/>
              <a:gd name="connsiteX3" fmla="*/ 2582990 w 2685728"/>
              <a:gd name="connsiteY3" fmla="*/ 1590895 h 2685728"/>
              <a:gd name="connsiteX4" fmla="*/ 1590895 w 2685728"/>
              <a:gd name="connsiteY4" fmla="*/ 2582990 h 2685728"/>
              <a:gd name="connsiteX5" fmla="*/ 1094833 w 2685728"/>
              <a:gd name="connsiteY5" fmla="*/ 2582990 h 2685728"/>
              <a:gd name="connsiteX6" fmla="*/ 102738 w 2685728"/>
              <a:gd name="connsiteY6" fmla="*/ 1590895 h 2685728"/>
              <a:gd name="connsiteX7" fmla="*/ 102738 w 2685728"/>
              <a:gd name="connsiteY7" fmla="*/ 1094833 h 2685728"/>
              <a:gd name="connsiteX8" fmla="*/ 1094833 w 2685728"/>
              <a:gd name="connsiteY8" fmla="*/ 102738 h 2685728"/>
              <a:gd name="connsiteX9" fmla="*/ 1342864 w 2685728"/>
              <a:gd name="connsiteY9" fmla="*/ 0 h 2685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5728" h="2685728">
                <a:moveTo>
                  <a:pt x="1342864" y="0"/>
                </a:moveTo>
                <a:cubicBezTo>
                  <a:pt x="1432634" y="0"/>
                  <a:pt x="1522403" y="34246"/>
                  <a:pt x="1590895" y="102738"/>
                </a:cubicBezTo>
                <a:lnTo>
                  <a:pt x="2582990" y="1094833"/>
                </a:lnTo>
                <a:cubicBezTo>
                  <a:pt x="2719974" y="1231817"/>
                  <a:pt x="2719974" y="1453912"/>
                  <a:pt x="2582990" y="1590895"/>
                </a:cubicBezTo>
                <a:lnTo>
                  <a:pt x="1590895" y="2582990"/>
                </a:lnTo>
                <a:cubicBezTo>
                  <a:pt x="1453912" y="2719974"/>
                  <a:pt x="1231817" y="2719974"/>
                  <a:pt x="1094833" y="2582990"/>
                </a:cubicBezTo>
                <a:lnTo>
                  <a:pt x="102738" y="1590895"/>
                </a:lnTo>
                <a:cubicBezTo>
                  <a:pt x="-34246" y="1453912"/>
                  <a:pt x="-34246" y="1231817"/>
                  <a:pt x="102738" y="1094833"/>
                </a:cubicBezTo>
                <a:lnTo>
                  <a:pt x="1094833" y="102738"/>
                </a:lnTo>
                <a:cubicBezTo>
                  <a:pt x="1163325" y="34246"/>
                  <a:pt x="1253094" y="0"/>
                  <a:pt x="1342864" y="0"/>
                </a:cubicBezTo>
                <a:close/>
              </a:path>
            </a:pathLst>
          </a:custGeom>
          <a:solidFill>
            <a:schemeClr val="bg1">
              <a:lumMod val="85000"/>
            </a:schemeClr>
          </a:solidFill>
          <a:ln w="76200">
            <a:solidFill>
              <a:schemeClr val="bg1"/>
            </a:solidFill>
          </a:ln>
          <a:effectLst>
            <a:outerShdw blurRad="50800" dist="38100" dir="2700000" algn="tl" rotWithShape="0">
              <a:prstClr val="black">
                <a:alpha val="40000"/>
              </a:prstClr>
            </a:outerShdw>
          </a:effectLst>
        </p:spPr>
        <p:txBody>
          <a:bodyPr wrap="square">
            <a:noAutofit/>
          </a:bodyPr>
          <a:lstStyle>
            <a:lvl1pPr>
              <a:defRPr baseline="0"/>
            </a:lvl1pPr>
          </a:lstStyle>
          <a:p>
            <a:r>
              <a:rPr lang="id-ID" dirty="0" smtClean="0"/>
              <a:t>Pic here</a:t>
            </a:r>
            <a:endParaRPr lang="en-AU" dirty="0"/>
          </a:p>
        </p:txBody>
      </p:sp>
      <p:sp>
        <p:nvSpPr>
          <p:cNvPr id="12" name="Picture Placeholder 24"/>
          <p:cNvSpPr>
            <a:spLocks noGrp="1"/>
          </p:cNvSpPr>
          <p:nvPr>
            <p:ph type="pic" sz="quarter" idx="17" hasCustomPrompt="1"/>
          </p:nvPr>
        </p:nvSpPr>
        <p:spPr>
          <a:xfrm>
            <a:off x="9234052" y="1921135"/>
            <a:ext cx="2166842" cy="2166842"/>
          </a:xfrm>
          <a:custGeom>
            <a:avLst/>
            <a:gdLst>
              <a:gd name="connsiteX0" fmla="*/ 1342864 w 2685728"/>
              <a:gd name="connsiteY0" fmla="*/ 0 h 2685728"/>
              <a:gd name="connsiteX1" fmla="*/ 1590895 w 2685728"/>
              <a:gd name="connsiteY1" fmla="*/ 102738 h 2685728"/>
              <a:gd name="connsiteX2" fmla="*/ 2582990 w 2685728"/>
              <a:gd name="connsiteY2" fmla="*/ 1094833 h 2685728"/>
              <a:gd name="connsiteX3" fmla="*/ 2582990 w 2685728"/>
              <a:gd name="connsiteY3" fmla="*/ 1590895 h 2685728"/>
              <a:gd name="connsiteX4" fmla="*/ 1590895 w 2685728"/>
              <a:gd name="connsiteY4" fmla="*/ 2582990 h 2685728"/>
              <a:gd name="connsiteX5" fmla="*/ 1094833 w 2685728"/>
              <a:gd name="connsiteY5" fmla="*/ 2582990 h 2685728"/>
              <a:gd name="connsiteX6" fmla="*/ 102738 w 2685728"/>
              <a:gd name="connsiteY6" fmla="*/ 1590895 h 2685728"/>
              <a:gd name="connsiteX7" fmla="*/ 102738 w 2685728"/>
              <a:gd name="connsiteY7" fmla="*/ 1094833 h 2685728"/>
              <a:gd name="connsiteX8" fmla="*/ 1094833 w 2685728"/>
              <a:gd name="connsiteY8" fmla="*/ 102738 h 2685728"/>
              <a:gd name="connsiteX9" fmla="*/ 1342864 w 2685728"/>
              <a:gd name="connsiteY9" fmla="*/ 0 h 2685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5728" h="2685728">
                <a:moveTo>
                  <a:pt x="1342864" y="0"/>
                </a:moveTo>
                <a:cubicBezTo>
                  <a:pt x="1432634" y="0"/>
                  <a:pt x="1522403" y="34246"/>
                  <a:pt x="1590895" y="102738"/>
                </a:cubicBezTo>
                <a:lnTo>
                  <a:pt x="2582990" y="1094833"/>
                </a:lnTo>
                <a:cubicBezTo>
                  <a:pt x="2719974" y="1231817"/>
                  <a:pt x="2719974" y="1453912"/>
                  <a:pt x="2582990" y="1590895"/>
                </a:cubicBezTo>
                <a:lnTo>
                  <a:pt x="1590895" y="2582990"/>
                </a:lnTo>
                <a:cubicBezTo>
                  <a:pt x="1453912" y="2719974"/>
                  <a:pt x="1231817" y="2719974"/>
                  <a:pt x="1094833" y="2582990"/>
                </a:cubicBezTo>
                <a:lnTo>
                  <a:pt x="102738" y="1590895"/>
                </a:lnTo>
                <a:cubicBezTo>
                  <a:pt x="-34246" y="1453912"/>
                  <a:pt x="-34246" y="1231817"/>
                  <a:pt x="102738" y="1094833"/>
                </a:cubicBezTo>
                <a:lnTo>
                  <a:pt x="1094833" y="102738"/>
                </a:lnTo>
                <a:cubicBezTo>
                  <a:pt x="1163325" y="34246"/>
                  <a:pt x="1253094" y="0"/>
                  <a:pt x="1342864" y="0"/>
                </a:cubicBezTo>
                <a:close/>
              </a:path>
            </a:pathLst>
          </a:custGeom>
          <a:solidFill>
            <a:schemeClr val="bg1">
              <a:lumMod val="85000"/>
            </a:schemeClr>
          </a:solidFill>
          <a:ln w="76200">
            <a:solidFill>
              <a:schemeClr val="bg1"/>
            </a:solidFill>
          </a:ln>
          <a:effectLst>
            <a:outerShdw blurRad="50800" dist="38100" dir="2700000" algn="tl" rotWithShape="0">
              <a:prstClr val="black">
                <a:alpha val="40000"/>
              </a:prstClr>
            </a:outerShdw>
          </a:effectLst>
        </p:spPr>
        <p:txBody>
          <a:bodyPr wrap="square">
            <a:noAutofit/>
          </a:bodyPr>
          <a:lstStyle>
            <a:lvl1pPr>
              <a:defRPr baseline="0"/>
            </a:lvl1pPr>
          </a:lstStyle>
          <a:p>
            <a:r>
              <a:rPr lang="id-ID" dirty="0" smtClean="0"/>
              <a:t>Pic here</a:t>
            </a:r>
            <a:endParaRPr lang="en-AU" dirty="0"/>
          </a:p>
        </p:txBody>
      </p:sp>
      <p:sp>
        <p:nvSpPr>
          <p:cNvPr id="13" name="Text Placeholder 21"/>
          <p:cNvSpPr>
            <a:spLocks noGrp="1"/>
          </p:cNvSpPr>
          <p:nvPr>
            <p:ph type="body" sz="quarter" idx="20"/>
          </p:nvPr>
        </p:nvSpPr>
        <p:spPr>
          <a:xfrm>
            <a:off x="928685" y="4388730"/>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4" name="Text Placeholder 21"/>
          <p:cNvSpPr>
            <a:spLocks noGrp="1"/>
          </p:cNvSpPr>
          <p:nvPr>
            <p:ph type="body" sz="quarter" idx="22"/>
          </p:nvPr>
        </p:nvSpPr>
        <p:spPr>
          <a:xfrm>
            <a:off x="928685" y="4687002"/>
            <a:ext cx="1814513" cy="284472"/>
          </a:xfrm>
        </p:spPr>
        <p:txBody>
          <a:bodyPr>
            <a:normAutofit/>
          </a:bodyPr>
          <a:lstStyle>
            <a:lvl1pPr algn="ctr">
              <a:defRPr sz="1000" b="1" i="1">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5" name="Text Placeholder 21"/>
          <p:cNvSpPr>
            <a:spLocks noGrp="1"/>
          </p:cNvSpPr>
          <p:nvPr>
            <p:ph type="body" sz="quarter" idx="23"/>
          </p:nvPr>
        </p:nvSpPr>
        <p:spPr>
          <a:xfrm>
            <a:off x="3741157" y="4388730"/>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6" name="Text Placeholder 21"/>
          <p:cNvSpPr>
            <a:spLocks noGrp="1"/>
          </p:cNvSpPr>
          <p:nvPr>
            <p:ph type="body" sz="quarter" idx="24"/>
          </p:nvPr>
        </p:nvSpPr>
        <p:spPr>
          <a:xfrm>
            <a:off x="3741157" y="4687002"/>
            <a:ext cx="1814513" cy="284472"/>
          </a:xfrm>
        </p:spPr>
        <p:txBody>
          <a:bodyPr>
            <a:normAutofit/>
          </a:bodyPr>
          <a:lstStyle>
            <a:lvl1pPr algn="ctr">
              <a:defRPr sz="1000" b="1" i="1">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7" name="Text Placeholder 21"/>
          <p:cNvSpPr>
            <a:spLocks noGrp="1"/>
          </p:cNvSpPr>
          <p:nvPr>
            <p:ph type="body" sz="quarter" idx="25"/>
          </p:nvPr>
        </p:nvSpPr>
        <p:spPr>
          <a:xfrm>
            <a:off x="6609049" y="4388730"/>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8" name="Text Placeholder 21"/>
          <p:cNvSpPr>
            <a:spLocks noGrp="1"/>
          </p:cNvSpPr>
          <p:nvPr>
            <p:ph type="body" sz="quarter" idx="26"/>
          </p:nvPr>
        </p:nvSpPr>
        <p:spPr>
          <a:xfrm>
            <a:off x="6609049" y="4687002"/>
            <a:ext cx="1814513" cy="284472"/>
          </a:xfrm>
        </p:spPr>
        <p:txBody>
          <a:bodyPr>
            <a:normAutofit/>
          </a:bodyPr>
          <a:lstStyle>
            <a:lvl1pPr algn="ctr">
              <a:defRPr sz="1000" b="1" i="1">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9" name="Text Placeholder 21"/>
          <p:cNvSpPr>
            <a:spLocks noGrp="1"/>
          </p:cNvSpPr>
          <p:nvPr>
            <p:ph type="body" sz="quarter" idx="27"/>
          </p:nvPr>
        </p:nvSpPr>
        <p:spPr>
          <a:xfrm>
            <a:off x="9428447" y="4388730"/>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0" name="Text Placeholder 21"/>
          <p:cNvSpPr>
            <a:spLocks noGrp="1"/>
          </p:cNvSpPr>
          <p:nvPr>
            <p:ph type="body" sz="quarter" idx="28"/>
          </p:nvPr>
        </p:nvSpPr>
        <p:spPr>
          <a:xfrm>
            <a:off x="9428447" y="4687002"/>
            <a:ext cx="1814513" cy="284472"/>
          </a:xfrm>
        </p:spPr>
        <p:txBody>
          <a:bodyPr>
            <a:normAutofit/>
          </a:bodyPr>
          <a:lstStyle>
            <a:lvl1pPr algn="ctr">
              <a:defRPr sz="1000" b="1" i="1">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1" name="Text Placeholder 21"/>
          <p:cNvSpPr>
            <a:spLocks noGrp="1"/>
          </p:cNvSpPr>
          <p:nvPr>
            <p:ph type="body" sz="quarter" idx="29"/>
          </p:nvPr>
        </p:nvSpPr>
        <p:spPr>
          <a:xfrm>
            <a:off x="928685" y="5012934"/>
            <a:ext cx="1814513" cy="87351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2" name="Text Placeholder 21"/>
          <p:cNvSpPr>
            <a:spLocks noGrp="1"/>
          </p:cNvSpPr>
          <p:nvPr>
            <p:ph type="body" sz="quarter" idx="30"/>
          </p:nvPr>
        </p:nvSpPr>
        <p:spPr>
          <a:xfrm>
            <a:off x="3741157" y="5012934"/>
            <a:ext cx="1814513" cy="87351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3" name="Text Placeholder 21"/>
          <p:cNvSpPr>
            <a:spLocks noGrp="1"/>
          </p:cNvSpPr>
          <p:nvPr>
            <p:ph type="body" sz="quarter" idx="31"/>
          </p:nvPr>
        </p:nvSpPr>
        <p:spPr>
          <a:xfrm>
            <a:off x="6609049" y="5012934"/>
            <a:ext cx="1814513" cy="87351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4" name="Text Placeholder 21"/>
          <p:cNvSpPr>
            <a:spLocks noGrp="1"/>
          </p:cNvSpPr>
          <p:nvPr>
            <p:ph type="body" sz="quarter" idx="32"/>
          </p:nvPr>
        </p:nvSpPr>
        <p:spPr>
          <a:xfrm>
            <a:off x="9428447" y="5012934"/>
            <a:ext cx="1814513" cy="87351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grpSp>
        <p:nvGrpSpPr>
          <p:cNvPr id="25" name="Group 24"/>
          <p:cNvGrpSpPr/>
          <p:nvPr userDrawn="1"/>
        </p:nvGrpSpPr>
        <p:grpSpPr>
          <a:xfrm>
            <a:off x="1548795" y="5922241"/>
            <a:ext cx="615286" cy="184176"/>
            <a:chOff x="3872969" y="5806923"/>
            <a:chExt cx="1724341" cy="516155"/>
          </a:xfrm>
        </p:grpSpPr>
        <p:sp>
          <p:nvSpPr>
            <p:cNvPr id="26" name="Oval 25"/>
            <p:cNvSpPr/>
            <p:nvPr/>
          </p:nvSpPr>
          <p:spPr>
            <a:xfrm>
              <a:off x="3872969"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27" name="Oval 26"/>
            <p:cNvSpPr/>
            <p:nvPr/>
          </p:nvSpPr>
          <p:spPr>
            <a:xfrm>
              <a:off x="4477062"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28" name="Oval 27"/>
            <p:cNvSpPr/>
            <p:nvPr/>
          </p:nvSpPr>
          <p:spPr>
            <a:xfrm>
              <a:off x="5081155"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29" name="Freeform 63"/>
            <p:cNvSpPr>
              <a:spLocks/>
            </p:cNvSpPr>
            <p:nvPr/>
          </p:nvSpPr>
          <p:spPr bwMode="auto">
            <a:xfrm>
              <a:off x="4576091" y="5937921"/>
              <a:ext cx="318095" cy="261714"/>
            </a:xfrm>
            <a:custGeom>
              <a:avLst/>
              <a:gdLst>
                <a:gd name="T0" fmla="*/ 160 w 160"/>
                <a:gd name="T1" fmla="*/ 16 h 131"/>
                <a:gd name="T2" fmla="*/ 159 w 160"/>
                <a:gd name="T3" fmla="*/ 16 h 131"/>
                <a:gd name="T4" fmla="*/ 144 w 160"/>
                <a:gd name="T5" fmla="*/ 20 h 131"/>
                <a:gd name="T6" fmla="*/ 156 w 160"/>
                <a:gd name="T7" fmla="*/ 4 h 131"/>
                <a:gd name="T8" fmla="*/ 156 w 160"/>
                <a:gd name="T9" fmla="*/ 3 h 131"/>
                <a:gd name="T10" fmla="*/ 155 w 160"/>
                <a:gd name="T11" fmla="*/ 3 h 131"/>
                <a:gd name="T12" fmla="*/ 135 w 160"/>
                <a:gd name="T13" fmla="*/ 11 h 131"/>
                <a:gd name="T14" fmla="*/ 111 w 160"/>
                <a:gd name="T15" fmla="*/ 0 h 131"/>
                <a:gd name="T16" fmla="*/ 77 w 160"/>
                <a:gd name="T17" fmla="*/ 34 h 131"/>
                <a:gd name="T18" fmla="*/ 78 w 160"/>
                <a:gd name="T19" fmla="*/ 40 h 131"/>
                <a:gd name="T20" fmla="*/ 12 w 160"/>
                <a:gd name="T21" fmla="*/ 7 h 131"/>
                <a:gd name="T22" fmla="*/ 12 w 160"/>
                <a:gd name="T23" fmla="*/ 6 h 131"/>
                <a:gd name="T24" fmla="*/ 11 w 160"/>
                <a:gd name="T25" fmla="*/ 7 h 131"/>
                <a:gd name="T26" fmla="*/ 7 w 160"/>
                <a:gd name="T27" fmla="*/ 23 h 131"/>
                <a:gd name="T28" fmla="*/ 19 w 160"/>
                <a:gd name="T29" fmla="*/ 50 h 131"/>
                <a:gd name="T30" fmla="*/ 7 w 160"/>
                <a:gd name="T31" fmla="*/ 46 h 131"/>
                <a:gd name="T32" fmla="*/ 7 w 160"/>
                <a:gd name="T33" fmla="*/ 46 h 131"/>
                <a:gd name="T34" fmla="*/ 6 w 160"/>
                <a:gd name="T35" fmla="*/ 47 h 131"/>
                <a:gd name="T36" fmla="*/ 6 w 160"/>
                <a:gd name="T37" fmla="*/ 47 h 131"/>
                <a:gd name="T38" fmla="*/ 30 w 160"/>
                <a:gd name="T39" fmla="*/ 79 h 131"/>
                <a:gd name="T40" fmla="*/ 19 w 160"/>
                <a:gd name="T41" fmla="*/ 79 h 131"/>
                <a:gd name="T42" fmla="*/ 18 w 160"/>
                <a:gd name="T43" fmla="*/ 79 h 131"/>
                <a:gd name="T44" fmla="*/ 18 w 160"/>
                <a:gd name="T45" fmla="*/ 80 h 131"/>
                <a:gd name="T46" fmla="*/ 47 w 160"/>
                <a:gd name="T47" fmla="*/ 103 h 131"/>
                <a:gd name="T48" fmla="*/ 8 w 160"/>
                <a:gd name="T49" fmla="*/ 115 h 131"/>
                <a:gd name="T50" fmla="*/ 1 w 160"/>
                <a:gd name="T51" fmla="*/ 115 h 131"/>
                <a:gd name="T52" fmla="*/ 0 w 160"/>
                <a:gd name="T53" fmla="*/ 115 h 131"/>
                <a:gd name="T54" fmla="*/ 0 w 160"/>
                <a:gd name="T55" fmla="*/ 116 h 131"/>
                <a:gd name="T56" fmla="*/ 51 w 160"/>
                <a:gd name="T57" fmla="*/ 131 h 131"/>
                <a:gd name="T58" fmla="*/ 144 w 160"/>
                <a:gd name="T59" fmla="*/ 38 h 131"/>
                <a:gd name="T60" fmla="*/ 144 w 160"/>
                <a:gd name="T61" fmla="*/ 34 h 131"/>
                <a:gd name="T62" fmla="*/ 160 w 160"/>
                <a:gd name="T63" fmla="*/ 17 h 131"/>
                <a:gd name="T64" fmla="*/ 160 w 160"/>
                <a:gd name="T65" fmla="*/ 1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0" h="131">
                  <a:moveTo>
                    <a:pt x="160" y="16"/>
                  </a:moveTo>
                  <a:cubicBezTo>
                    <a:pt x="160" y="16"/>
                    <a:pt x="160" y="16"/>
                    <a:pt x="159" y="16"/>
                  </a:cubicBezTo>
                  <a:cubicBezTo>
                    <a:pt x="154" y="18"/>
                    <a:pt x="149" y="19"/>
                    <a:pt x="144" y="20"/>
                  </a:cubicBezTo>
                  <a:cubicBezTo>
                    <a:pt x="150" y="16"/>
                    <a:pt x="154" y="10"/>
                    <a:pt x="156" y="4"/>
                  </a:cubicBezTo>
                  <a:cubicBezTo>
                    <a:pt x="156" y="3"/>
                    <a:pt x="156" y="3"/>
                    <a:pt x="156" y="3"/>
                  </a:cubicBezTo>
                  <a:cubicBezTo>
                    <a:pt x="155" y="3"/>
                    <a:pt x="155" y="3"/>
                    <a:pt x="155" y="3"/>
                  </a:cubicBezTo>
                  <a:cubicBezTo>
                    <a:pt x="149" y="7"/>
                    <a:pt x="142" y="9"/>
                    <a:pt x="135" y="11"/>
                  </a:cubicBezTo>
                  <a:cubicBezTo>
                    <a:pt x="128" y="4"/>
                    <a:pt x="120" y="0"/>
                    <a:pt x="111" y="0"/>
                  </a:cubicBezTo>
                  <a:cubicBezTo>
                    <a:pt x="92" y="0"/>
                    <a:pt x="77" y="15"/>
                    <a:pt x="77" y="34"/>
                  </a:cubicBezTo>
                  <a:cubicBezTo>
                    <a:pt x="77" y="36"/>
                    <a:pt x="77" y="38"/>
                    <a:pt x="78" y="40"/>
                  </a:cubicBezTo>
                  <a:cubicBezTo>
                    <a:pt x="52" y="39"/>
                    <a:pt x="29" y="26"/>
                    <a:pt x="12" y="7"/>
                  </a:cubicBezTo>
                  <a:cubicBezTo>
                    <a:pt x="12" y="6"/>
                    <a:pt x="12" y="6"/>
                    <a:pt x="12" y="6"/>
                  </a:cubicBezTo>
                  <a:cubicBezTo>
                    <a:pt x="11" y="6"/>
                    <a:pt x="11" y="6"/>
                    <a:pt x="11" y="7"/>
                  </a:cubicBezTo>
                  <a:cubicBezTo>
                    <a:pt x="8" y="12"/>
                    <a:pt x="7" y="18"/>
                    <a:pt x="7" y="23"/>
                  </a:cubicBezTo>
                  <a:cubicBezTo>
                    <a:pt x="7" y="34"/>
                    <a:pt x="11" y="43"/>
                    <a:pt x="19" y="50"/>
                  </a:cubicBezTo>
                  <a:cubicBezTo>
                    <a:pt x="15" y="49"/>
                    <a:pt x="11" y="48"/>
                    <a:pt x="7" y="46"/>
                  </a:cubicBezTo>
                  <a:cubicBezTo>
                    <a:pt x="7" y="46"/>
                    <a:pt x="7" y="46"/>
                    <a:pt x="7" y="46"/>
                  </a:cubicBezTo>
                  <a:cubicBezTo>
                    <a:pt x="6" y="46"/>
                    <a:pt x="6" y="46"/>
                    <a:pt x="6" y="47"/>
                  </a:cubicBezTo>
                  <a:cubicBezTo>
                    <a:pt x="6" y="47"/>
                    <a:pt x="6" y="47"/>
                    <a:pt x="6" y="47"/>
                  </a:cubicBezTo>
                  <a:cubicBezTo>
                    <a:pt x="6" y="62"/>
                    <a:pt x="16" y="75"/>
                    <a:pt x="30" y="79"/>
                  </a:cubicBezTo>
                  <a:cubicBezTo>
                    <a:pt x="26" y="79"/>
                    <a:pt x="22" y="79"/>
                    <a:pt x="19" y="79"/>
                  </a:cubicBezTo>
                  <a:cubicBezTo>
                    <a:pt x="18" y="79"/>
                    <a:pt x="18" y="79"/>
                    <a:pt x="18" y="79"/>
                  </a:cubicBezTo>
                  <a:cubicBezTo>
                    <a:pt x="18" y="79"/>
                    <a:pt x="18" y="79"/>
                    <a:pt x="18" y="80"/>
                  </a:cubicBezTo>
                  <a:cubicBezTo>
                    <a:pt x="22" y="93"/>
                    <a:pt x="33" y="102"/>
                    <a:pt x="47" y="103"/>
                  </a:cubicBezTo>
                  <a:cubicBezTo>
                    <a:pt x="36" y="111"/>
                    <a:pt x="22" y="115"/>
                    <a:pt x="8" y="115"/>
                  </a:cubicBezTo>
                  <a:cubicBezTo>
                    <a:pt x="6" y="115"/>
                    <a:pt x="3" y="115"/>
                    <a:pt x="1" y="115"/>
                  </a:cubicBezTo>
                  <a:cubicBezTo>
                    <a:pt x="0" y="115"/>
                    <a:pt x="0" y="115"/>
                    <a:pt x="0" y="115"/>
                  </a:cubicBezTo>
                  <a:cubicBezTo>
                    <a:pt x="0" y="116"/>
                    <a:pt x="0" y="116"/>
                    <a:pt x="0" y="116"/>
                  </a:cubicBezTo>
                  <a:cubicBezTo>
                    <a:pt x="15" y="126"/>
                    <a:pt x="33" y="131"/>
                    <a:pt x="51" y="131"/>
                  </a:cubicBezTo>
                  <a:cubicBezTo>
                    <a:pt x="109" y="131"/>
                    <a:pt x="144" y="83"/>
                    <a:pt x="144" y="38"/>
                  </a:cubicBezTo>
                  <a:cubicBezTo>
                    <a:pt x="144" y="36"/>
                    <a:pt x="144" y="35"/>
                    <a:pt x="144" y="34"/>
                  </a:cubicBezTo>
                  <a:cubicBezTo>
                    <a:pt x="150" y="29"/>
                    <a:pt x="156" y="23"/>
                    <a:pt x="160" y="17"/>
                  </a:cubicBezTo>
                  <a:cubicBezTo>
                    <a:pt x="160" y="17"/>
                    <a:pt x="160" y="16"/>
                    <a:pt x="160" y="16"/>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sp>
          <p:nvSpPr>
            <p:cNvPr id="30" name="Freeform 21"/>
            <p:cNvSpPr>
              <a:spLocks/>
            </p:cNvSpPr>
            <p:nvPr/>
          </p:nvSpPr>
          <p:spPr bwMode="auto">
            <a:xfrm>
              <a:off x="5235659" y="5934143"/>
              <a:ext cx="207145" cy="261714"/>
            </a:xfrm>
            <a:custGeom>
              <a:avLst/>
              <a:gdLst>
                <a:gd name="T0" fmla="*/ 129 w 323"/>
                <a:gd name="T1" fmla="*/ 272 h 408"/>
                <a:gd name="T2" fmla="*/ 68 w 323"/>
                <a:gd name="T3" fmla="*/ 408 h 408"/>
                <a:gd name="T4" fmla="*/ 98 w 323"/>
                <a:gd name="T5" fmla="*/ 196 h 408"/>
                <a:gd name="T6" fmla="*/ 149 w 323"/>
                <a:gd name="T7" fmla="*/ 99 h 408"/>
                <a:gd name="T8" fmla="*/ 172 w 323"/>
                <a:gd name="T9" fmla="*/ 257 h 408"/>
                <a:gd name="T10" fmla="*/ 234 w 323"/>
                <a:gd name="T11" fmla="*/ 73 h 408"/>
                <a:gd name="T12" fmla="*/ 47 w 323"/>
                <a:gd name="T13" fmla="*/ 173 h 408"/>
                <a:gd name="T14" fmla="*/ 57 w 323"/>
                <a:gd name="T15" fmla="*/ 239 h 408"/>
                <a:gd name="T16" fmla="*/ 1 w 323"/>
                <a:gd name="T17" fmla="*/ 147 h 408"/>
                <a:gd name="T18" fmla="*/ 137 w 323"/>
                <a:gd name="T19" fmla="*/ 9 h 408"/>
                <a:gd name="T20" fmla="*/ 310 w 323"/>
                <a:gd name="T21" fmla="*/ 119 h 408"/>
                <a:gd name="T22" fmla="*/ 183 w 323"/>
                <a:gd name="T23" fmla="*/ 298 h 408"/>
                <a:gd name="T24" fmla="*/ 129 w 323"/>
                <a:gd name="T25" fmla="*/ 272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3" h="408">
                  <a:moveTo>
                    <a:pt x="129" y="272"/>
                  </a:moveTo>
                  <a:cubicBezTo>
                    <a:pt x="118" y="328"/>
                    <a:pt x="106" y="380"/>
                    <a:pt x="68" y="408"/>
                  </a:cubicBezTo>
                  <a:cubicBezTo>
                    <a:pt x="56" y="325"/>
                    <a:pt x="85" y="262"/>
                    <a:pt x="98" y="196"/>
                  </a:cubicBezTo>
                  <a:cubicBezTo>
                    <a:pt x="75" y="157"/>
                    <a:pt x="101" y="80"/>
                    <a:pt x="149" y="99"/>
                  </a:cubicBezTo>
                  <a:cubicBezTo>
                    <a:pt x="209" y="122"/>
                    <a:pt x="98" y="242"/>
                    <a:pt x="172" y="257"/>
                  </a:cubicBezTo>
                  <a:cubicBezTo>
                    <a:pt x="250" y="273"/>
                    <a:pt x="282" y="122"/>
                    <a:pt x="234" y="73"/>
                  </a:cubicBezTo>
                  <a:cubicBezTo>
                    <a:pt x="164" y="2"/>
                    <a:pt x="31" y="72"/>
                    <a:pt x="47" y="173"/>
                  </a:cubicBezTo>
                  <a:cubicBezTo>
                    <a:pt x="51" y="198"/>
                    <a:pt x="77" y="205"/>
                    <a:pt x="57" y="239"/>
                  </a:cubicBezTo>
                  <a:cubicBezTo>
                    <a:pt x="13" y="229"/>
                    <a:pt x="0" y="194"/>
                    <a:pt x="1" y="147"/>
                  </a:cubicBezTo>
                  <a:cubicBezTo>
                    <a:pt x="4" y="70"/>
                    <a:pt x="70" y="17"/>
                    <a:pt x="137" y="9"/>
                  </a:cubicBezTo>
                  <a:cubicBezTo>
                    <a:pt x="221" y="0"/>
                    <a:pt x="300" y="40"/>
                    <a:pt x="310" y="119"/>
                  </a:cubicBezTo>
                  <a:cubicBezTo>
                    <a:pt x="323" y="208"/>
                    <a:pt x="273" y="305"/>
                    <a:pt x="183" y="298"/>
                  </a:cubicBezTo>
                  <a:cubicBezTo>
                    <a:pt x="158" y="296"/>
                    <a:pt x="148" y="284"/>
                    <a:pt x="129" y="272"/>
                  </a:cubicBezTo>
                  <a:close/>
                </a:path>
              </a:pathLst>
            </a:custGeom>
            <a:solidFill>
              <a:schemeClr val="bg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mn-cs"/>
              </a:endParaRPr>
            </a:p>
          </p:txBody>
        </p:sp>
        <p:sp>
          <p:nvSpPr>
            <p:cNvPr id="31" name="Freeform 62"/>
            <p:cNvSpPr>
              <a:spLocks/>
            </p:cNvSpPr>
            <p:nvPr/>
          </p:nvSpPr>
          <p:spPr bwMode="auto">
            <a:xfrm>
              <a:off x="4063583" y="5934143"/>
              <a:ext cx="134925" cy="261714"/>
            </a:xfrm>
            <a:custGeom>
              <a:avLst/>
              <a:gdLst>
                <a:gd name="T0" fmla="*/ 84 w 84"/>
                <a:gd name="T1" fmla="*/ 27 h 163"/>
                <a:gd name="T2" fmla="*/ 69 w 84"/>
                <a:gd name="T3" fmla="*/ 27 h 163"/>
                <a:gd name="T4" fmla="*/ 54 w 84"/>
                <a:gd name="T5" fmla="*/ 41 h 163"/>
                <a:gd name="T6" fmla="*/ 54 w 84"/>
                <a:gd name="T7" fmla="*/ 60 h 163"/>
                <a:gd name="T8" fmla="*/ 83 w 84"/>
                <a:gd name="T9" fmla="*/ 60 h 163"/>
                <a:gd name="T10" fmla="*/ 83 w 84"/>
                <a:gd name="T11" fmla="*/ 88 h 163"/>
                <a:gd name="T12" fmla="*/ 54 w 84"/>
                <a:gd name="T13" fmla="*/ 88 h 163"/>
                <a:gd name="T14" fmla="*/ 54 w 84"/>
                <a:gd name="T15" fmla="*/ 163 h 163"/>
                <a:gd name="T16" fmla="*/ 25 w 84"/>
                <a:gd name="T17" fmla="*/ 163 h 163"/>
                <a:gd name="T18" fmla="*/ 25 w 84"/>
                <a:gd name="T19" fmla="*/ 88 h 163"/>
                <a:gd name="T20" fmla="*/ 0 w 84"/>
                <a:gd name="T21" fmla="*/ 88 h 163"/>
                <a:gd name="T22" fmla="*/ 0 w 84"/>
                <a:gd name="T23" fmla="*/ 60 h 163"/>
                <a:gd name="T24" fmla="*/ 25 w 84"/>
                <a:gd name="T25" fmla="*/ 60 h 163"/>
                <a:gd name="T26" fmla="*/ 25 w 84"/>
                <a:gd name="T27" fmla="*/ 38 h 163"/>
                <a:gd name="T28" fmla="*/ 62 w 84"/>
                <a:gd name="T29" fmla="*/ 0 h 163"/>
                <a:gd name="T30" fmla="*/ 84 w 84"/>
                <a:gd name="T31" fmla="*/ 0 h 163"/>
                <a:gd name="T32" fmla="*/ 84 w 84"/>
                <a:gd name="T33" fmla="*/ 27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63">
                  <a:moveTo>
                    <a:pt x="84" y="27"/>
                  </a:moveTo>
                  <a:cubicBezTo>
                    <a:pt x="69" y="27"/>
                    <a:pt x="69" y="27"/>
                    <a:pt x="69" y="27"/>
                  </a:cubicBezTo>
                  <a:cubicBezTo>
                    <a:pt x="57" y="27"/>
                    <a:pt x="54" y="33"/>
                    <a:pt x="54" y="41"/>
                  </a:cubicBezTo>
                  <a:cubicBezTo>
                    <a:pt x="54" y="60"/>
                    <a:pt x="54" y="60"/>
                    <a:pt x="54" y="60"/>
                  </a:cubicBezTo>
                  <a:cubicBezTo>
                    <a:pt x="83" y="60"/>
                    <a:pt x="83" y="60"/>
                    <a:pt x="83" y="60"/>
                  </a:cubicBezTo>
                  <a:cubicBezTo>
                    <a:pt x="83" y="88"/>
                    <a:pt x="83" y="88"/>
                    <a:pt x="83" y="88"/>
                  </a:cubicBezTo>
                  <a:cubicBezTo>
                    <a:pt x="54" y="88"/>
                    <a:pt x="54" y="88"/>
                    <a:pt x="54" y="88"/>
                  </a:cubicBezTo>
                  <a:cubicBezTo>
                    <a:pt x="54" y="163"/>
                    <a:pt x="54" y="163"/>
                    <a:pt x="54" y="163"/>
                  </a:cubicBezTo>
                  <a:cubicBezTo>
                    <a:pt x="25" y="163"/>
                    <a:pt x="25" y="163"/>
                    <a:pt x="25" y="163"/>
                  </a:cubicBezTo>
                  <a:cubicBezTo>
                    <a:pt x="25" y="88"/>
                    <a:pt x="25" y="88"/>
                    <a:pt x="25" y="88"/>
                  </a:cubicBezTo>
                  <a:cubicBezTo>
                    <a:pt x="0" y="88"/>
                    <a:pt x="0" y="88"/>
                    <a:pt x="0" y="88"/>
                  </a:cubicBezTo>
                  <a:cubicBezTo>
                    <a:pt x="0" y="60"/>
                    <a:pt x="0" y="60"/>
                    <a:pt x="0" y="60"/>
                  </a:cubicBezTo>
                  <a:cubicBezTo>
                    <a:pt x="25" y="60"/>
                    <a:pt x="25" y="60"/>
                    <a:pt x="25" y="60"/>
                  </a:cubicBezTo>
                  <a:cubicBezTo>
                    <a:pt x="25" y="38"/>
                    <a:pt x="25" y="38"/>
                    <a:pt x="25" y="38"/>
                  </a:cubicBezTo>
                  <a:cubicBezTo>
                    <a:pt x="25" y="13"/>
                    <a:pt x="40" y="0"/>
                    <a:pt x="62" y="0"/>
                  </a:cubicBezTo>
                  <a:cubicBezTo>
                    <a:pt x="84" y="0"/>
                    <a:pt x="84" y="0"/>
                    <a:pt x="84" y="0"/>
                  </a:cubicBezTo>
                  <a:lnTo>
                    <a:pt x="84" y="27"/>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grpSp>
      <p:grpSp>
        <p:nvGrpSpPr>
          <p:cNvPr id="32" name="Group 31"/>
          <p:cNvGrpSpPr/>
          <p:nvPr userDrawn="1"/>
        </p:nvGrpSpPr>
        <p:grpSpPr>
          <a:xfrm>
            <a:off x="4371030" y="5929154"/>
            <a:ext cx="615286" cy="184176"/>
            <a:chOff x="3872969" y="5806923"/>
            <a:chExt cx="1724341" cy="516155"/>
          </a:xfrm>
        </p:grpSpPr>
        <p:sp>
          <p:nvSpPr>
            <p:cNvPr id="33" name="Oval 32"/>
            <p:cNvSpPr/>
            <p:nvPr/>
          </p:nvSpPr>
          <p:spPr>
            <a:xfrm>
              <a:off x="3872969"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34" name="Oval 33"/>
            <p:cNvSpPr/>
            <p:nvPr/>
          </p:nvSpPr>
          <p:spPr>
            <a:xfrm>
              <a:off x="4477062"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35" name="Oval 34"/>
            <p:cNvSpPr/>
            <p:nvPr/>
          </p:nvSpPr>
          <p:spPr>
            <a:xfrm>
              <a:off x="5081155"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36" name="Freeform 63"/>
            <p:cNvSpPr>
              <a:spLocks/>
            </p:cNvSpPr>
            <p:nvPr/>
          </p:nvSpPr>
          <p:spPr bwMode="auto">
            <a:xfrm>
              <a:off x="4576091" y="5937921"/>
              <a:ext cx="318095" cy="261714"/>
            </a:xfrm>
            <a:custGeom>
              <a:avLst/>
              <a:gdLst>
                <a:gd name="T0" fmla="*/ 160 w 160"/>
                <a:gd name="T1" fmla="*/ 16 h 131"/>
                <a:gd name="T2" fmla="*/ 159 w 160"/>
                <a:gd name="T3" fmla="*/ 16 h 131"/>
                <a:gd name="T4" fmla="*/ 144 w 160"/>
                <a:gd name="T5" fmla="*/ 20 h 131"/>
                <a:gd name="T6" fmla="*/ 156 w 160"/>
                <a:gd name="T7" fmla="*/ 4 h 131"/>
                <a:gd name="T8" fmla="*/ 156 w 160"/>
                <a:gd name="T9" fmla="*/ 3 h 131"/>
                <a:gd name="T10" fmla="*/ 155 w 160"/>
                <a:gd name="T11" fmla="*/ 3 h 131"/>
                <a:gd name="T12" fmla="*/ 135 w 160"/>
                <a:gd name="T13" fmla="*/ 11 h 131"/>
                <a:gd name="T14" fmla="*/ 111 w 160"/>
                <a:gd name="T15" fmla="*/ 0 h 131"/>
                <a:gd name="T16" fmla="*/ 77 w 160"/>
                <a:gd name="T17" fmla="*/ 34 h 131"/>
                <a:gd name="T18" fmla="*/ 78 w 160"/>
                <a:gd name="T19" fmla="*/ 40 h 131"/>
                <a:gd name="T20" fmla="*/ 12 w 160"/>
                <a:gd name="T21" fmla="*/ 7 h 131"/>
                <a:gd name="T22" fmla="*/ 12 w 160"/>
                <a:gd name="T23" fmla="*/ 6 h 131"/>
                <a:gd name="T24" fmla="*/ 11 w 160"/>
                <a:gd name="T25" fmla="*/ 7 h 131"/>
                <a:gd name="T26" fmla="*/ 7 w 160"/>
                <a:gd name="T27" fmla="*/ 23 h 131"/>
                <a:gd name="T28" fmla="*/ 19 w 160"/>
                <a:gd name="T29" fmla="*/ 50 h 131"/>
                <a:gd name="T30" fmla="*/ 7 w 160"/>
                <a:gd name="T31" fmla="*/ 46 h 131"/>
                <a:gd name="T32" fmla="*/ 7 w 160"/>
                <a:gd name="T33" fmla="*/ 46 h 131"/>
                <a:gd name="T34" fmla="*/ 6 w 160"/>
                <a:gd name="T35" fmla="*/ 47 h 131"/>
                <a:gd name="T36" fmla="*/ 6 w 160"/>
                <a:gd name="T37" fmla="*/ 47 h 131"/>
                <a:gd name="T38" fmla="*/ 30 w 160"/>
                <a:gd name="T39" fmla="*/ 79 h 131"/>
                <a:gd name="T40" fmla="*/ 19 w 160"/>
                <a:gd name="T41" fmla="*/ 79 h 131"/>
                <a:gd name="T42" fmla="*/ 18 w 160"/>
                <a:gd name="T43" fmla="*/ 79 h 131"/>
                <a:gd name="T44" fmla="*/ 18 w 160"/>
                <a:gd name="T45" fmla="*/ 80 h 131"/>
                <a:gd name="T46" fmla="*/ 47 w 160"/>
                <a:gd name="T47" fmla="*/ 103 h 131"/>
                <a:gd name="T48" fmla="*/ 8 w 160"/>
                <a:gd name="T49" fmla="*/ 115 h 131"/>
                <a:gd name="T50" fmla="*/ 1 w 160"/>
                <a:gd name="T51" fmla="*/ 115 h 131"/>
                <a:gd name="T52" fmla="*/ 0 w 160"/>
                <a:gd name="T53" fmla="*/ 115 h 131"/>
                <a:gd name="T54" fmla="*/ 0 w 160"/>
                <a:gd name="T55" fmla="*/ 116 h 131"/>
                <a:gd name="T56" fmla="*/ 51 w 160"/>
                <a:gd name="T57" fmla="*/ 131 h 131"/>
                <a:gd name="T58" fmla="*/ 144 w 160"/>
                <a:gd name="T59" fmla="*/ 38 h 131"/>
                <a:gd name="T60" fmla="*/ 144 w 160"/>
                <a:gd name="T61" fmla="*/ 34 h 131"/>
                <a:gd name="T62" fmla="*/ 160 w 160"/>
                <a:gd name="T63" fmla="*/ 17 h 131"/>
                <a:gd name="T64" fmla="*/ 160 w 160"/>
                <a:gd name="T65" fmla="*/ 1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0" h="131">
                  <a:moveTo>
                    <a:pt x="160" y="16"/>
                  </a:moveTo>
                  <a:cubicBezTo>
                    <a:pt x="160" y="16"/>
                    <a:pt x="160" y="16"/>
                    <a:pt x="159" y="16"/>
                  </a:cubicBezTo>
                  <a:cubicBezTo>
                    <a:pt x="154" y="18"/>
                    <a:pt x="149" y="19"/>
                    <a:pt x="144" y="20"/>
                  </a:cubicBezTo>
                  <a:cubicBezTo>
                    <a:pt x="150" y="16"/>
                    <a:pt x="154" y="10"/>
                    <a:pt x="156" y="4"/>
                  </a:cubicBezTo>
                  <a:cubicBezTo>
                    <a:pt x="156" y="3"/>
                    <a:pt x="156" y="3"/>
                    <a:pt x="156" y="3"/>
                  </a:cubicBezTo>
                  <a:cubicBezTo>
                    <a:pt x="155" y="3"/>
                    <a:pt x="155" y="3"/>
                    <a:pt x="155" y="3"/>
                  </a:cubicBezTo>
                  <a:cubicBezTo>
                    <a:pt x="149" y="7"/>
                    <a:pt x="142" y="9"/>
                    <a:pt x="135" y="11"/>
                  </a:cubicBezTo>
                  <a:cubicBezTo>
                    <a:pt x="128" y="4"/>
                    <a:pt x="120" y="0"/>
                    <a:pt x="111" y="0"/>
                  </a:cubicBezTo>
                  <a:cubicBezTo>
                    <a:pt x="92" y="0"/>
                    <a:pt x="77" y="15"/>
                    <a:pt x="77" y="34"/>
                  </a:cubicBezTo>
                  <a:cubicBezTo>
                    <a:pt x="77" y="36"/>
                    <a:pt x="77" y="38"/>
                    <a:pt x="78" y="40"/>
                  </a:cubicBezTo>
                  <a:cubicBezTo>
                    <a:pt x="52" y="39"/>
                    <a:pt x="29" y="26"/>
                    <a:pt x="12" y="7"/>
                  </a:cubicBezTo>
                  <a:cubicBezTo>
                    <a:pt x="12" y="6"/>
                    <a:pt x="12" y="6"/>
                    <a:pt x="12" y="6"/>
                  </a:cubicBezTo>
                  <a:cubicBezTo>
                    <a:pt x="11" y="6"/>
                    <a:pt x="11" y="6"/>
                    <a:pt x="11" y="7"/>
                  </a:cubicBezTo>
                  <a:cubicBezTo>
                    <a:pt x="8" y="12"/>
                    <a:pt x="7" y="18"/>
                    <a:pt x="7" y="23"/>
                  </a:cubicBezTo>
                  <a:cubicBezTo>
                    <a:pt x="7" y="34"/>
                    <a:pt x="11" y="43"/>
                    <a:pt x="19" y="50"/>
                  </a:cubicBezTo>
                  <a:cubicBezTo>
                    <a:pt x="15" y="49"/>
                    <a:pt x="11" y="48"/>
                    <a:pt x="7" y="46"/>
                  </a:cubicBezTo>
                  <a:cubicBezTo>
                    <a:pt x="7" y="46"/>
                    <a:pt x="7" y="46"/>
                    <a:pt x="7" y="46"/>
                  </a:cubicBezTo>
                  <a:cubicBezTo>
                    <a:pt x="6" y="46"/>
                    <a:pt x="6" y="46"/>
                    <a:pt x="6" y="47"/>
                  </a:cubicBezTo>
                  <a:cubicBezTo>
                    <a:pt x="6" y="47"/>
                    <a:pt x="6" y="47"/>
                    <a:pt x="6" y="47"/>
                  </a:cubicBezTo>
                  <a:cubicBezTo>
                    <a:pt x="6" y="62"/>
                    <a:pt x="16" y="75"/>
                    <a:pt x="30" y="79"/>
                  </a:cubicBezTo>
                  <a:cubicBezTo>
                    <a:pt x="26" y="79"/>
                    <a:pt x="22" y="79"/>
                    <a:pt x="19" y="79"/>
                  </a:cubicBezTo>
                  <a:cubicBezTo>
                    <a:pt x="18" y="79"/>
                    <a:pt x="18" y="79"/>
                    <a:pt x="18" y="79"/>
                  </a:cubicBezTo>
                  <a:cubicBezTo>
                    <a:pt x="18" y="79"/>
                    <a:pt x="18" y="79"/>
                    <a:pt x="18" y="80"/>
                  </a:cubicBezTo>
                  <a:cubicBezTo>
                    <a:pt x="22" y="93"/>
                    <a:pt x="33" y="102"/>
                    <a:pt x="47" y="103"/>
                  </a:cubicBezTo>
                  <a:cubicBezTo>
                    <a:pt x="36" y="111"/>
                    <a:pt x="22" y="115"/>
                    <a:pt x="8" y="115"/>
                  </a:cubicBezTo>
                  <a:cubicBezTo>
                    <a:pt x="6" y="115"/>
                    <a:pt x="3" y="115"/>
                    <a:pt x="1" y="115"/>
                  </a:cubicBezTo>
                  <a:cubicBezTo>
                    <a:pt x="0" y="115"/>
                    <a:pt x="0" y="115"/>
                    <a:pt x="0" y="115"/>
                  </a:cubicBezTo>
                  <a:cubicBezTo>
                    <a:pt x="0" y="116"/>
                    <a:pt x="0" y="116"/>
                    <a:pt x="0" y="116"/>
                  </a:cubicBezTo>
                  <a:cubicBezTo>
                    <a:pt x="15" y="126"/>
                    <a:pt x="33" y="131"/>
                    <a:pt x="51" y="131"/>
                  </a:cubicBezTo>
                  <a:cubicBezTo>
                    <a:pt x="109" y="131"/>
                    <a:pt x="144" y="83"/>
                    <a:pt x="144" y="38"/>
                  </a:cubicBezTo>
                  <a:cubicBezTo>
                    <a:pt x="144" y="36"/>
                    <a:pt x="144" y="35"/>
                    <a:pt x="144" y="34"/>
                  </a:cubicBezTo>
                  <a:cubicBezTo>
                    <a:pt x="150" y="29"/>
                    <a:pt x="156" y="23"/>
                    <a:pt x="160" y="17"/>
                  </a:cubicBezTo>
                  <a:cubicBezTo>
                    <a:pt x="160" y="17"/>
                    <a:pt x="160" y="16"/>
                    <a:pt x="160" y="16"/>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sp>
          <p:nvSpPr>
            <p:cNvPr id="37" name="Freeform 21"/>
            <p:cNvSpPr>
              <a:spLocks/>
            </p:cNvSpPr>
            <p:nvPr/>
          </p:nvSpPr>
          <p:spPr bwMode="auto">
            <a:xfrm>
              <a:off x="5235659" y="5934143"/>
              <a:ext cx="207145" cy="261714"/>
            </a:xfrm>
            <a:custGeom>
              <a:avLst/>
              <a:gdLst>
                <a:gd name="T0" fmla="*/ 129 w 323"/>
                <a:gd name="T1" fmla="*/ 272 h 408"/>
                <a:gd name="T2" fmla="*/ 68 w 323"/>
                <a:gd name="T3" fmla="*/ 408 h 408"/>
                <a:gd name="T4" fmla="*/ 98 w 323"/>
                <a:gd name="T5" fmla="*/ 196 h 408"/>
                <a:gd name="T6" fmla="*/ 149 w 323"/>
                <a:gd name="T7" fmla="*/ 99 h 408"/>
                <a:gd name="T8" fmla="*/ 172 w 323"/>
                <a:gd name="T9" fmla="*/ 257 h 408"/>
                <a:gd name="T10" fmla="*/ 234 w 323"/>
                <a:gd name="T11" fmla="*/ 73 h 408"/>
                <a:gd name="T12" fmla="*/ 47 w 323"/>
                <a:gd name="T13" fmla="*/ 173 h 408"/>
                <a:gd name="T14" fmla="*/ 57 w 323"/>
                <a:gd name="T15" fmla="*/ 239 h 408"/>
                <a:gd name="T16" fmla="*/ 1 w 323"/>
                <a:gd name="T17" fmla="*/ 147 h 408"/>
                <a:gd name="T18" fmla="*/ 137 w 323"/>
                <a:gd name="T19" fmla="*/ 9 h 408"/>
                <a:gd name="T20" fmla="*/ 310 w 323"/>
                <a:gd name="T21" fmla="*/ 119 h 408"/>
                <a:gd name="T22" fmla="*/ 183 w 323"/>
                <a:gd name="T23" fmla="*/ 298 h 408"/>
                <a:gd name="T24" fmla="*/ 129 w 323"/>
                <a:gd name="T25" fmla="*/ 272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3" h="408">
                  <a:moveTo>
                    <a:pt x="129" y="272"/>
                  </a:moveTo>
                  <a:cubicBezTo>
                    <a:pt x="118" y="328"/>
                    <a:pt x="106" y="380"/>
                    <a:pt x="68" y="408"/>
                  </a:cubicBezTo>
                  <a:cubicBezTo>
                    <a:pt x="56" y="325"/>
                    <a:pt x="85" y="262"/>
                    <a:pt x="98" y="196"/>
                  </a:cubicBezTo>
                  <a:cubicBezTo>
                    <a:pt x="75" y="157"/>
                    <a:pt x="101" y="80"/>
                    <a:pt x="149" y="99"/>
                  </a:cubicBezTo>
                  <a:cubicBezTo>
                    <a:pt x="209" y="122"/>
                    <a:pt x="98" y="242"/>
                    <a:pt x="172" y="257"/>
                  </a:cubicBezTo>
                  <a:cubicBezTo>
                    <a:pt x="250" y="273"/>
                    <a:pt x="282" y="122"/>
                    <a:pt x="234" y="73"/>
                  </a:cubicBezTo>
                  <a:cubicBezTo>
                    <a:pt x="164" y="2"/>
                    <a:pt x="31" y="72"/>
                    <a:pt x="47" y="173"/>
                  </a:cubicBezTo>
                  <a:cubicBezTo>
                    <a:pt x="51" y="198"/>
                    <a:pt x="77" y="205"/>
                    <a:pt x="57" y="239"/>
                  </a:cubicBezTo>
                  <a:cubicBezTo>
                    <a:pt x="13" y="229"/>
                    <a:pt x="0" y="194"/>
                    <a:pt x="1" y="147"/>
                  </a:cubicBezTo>
                  <a:cubicBezTo>
                    <a:pt x="4" y="70"/>
                    <a:pt x="70" y="17"/>
                    <a:pt x="137" y="9"/>
                  </a:cubicBezTo>
                  <a:cubicBezTo>
                    <a:pt x="221" y="0"/>
                    <a:pt x="300" y="40"/>
                    <a:pt x="310" y="119"/>
                  </a:cubicBezTo>
                  <a:cubicBezTo>
                    <a:pt x="323" y="208"/>
                    <a:pt x="273" y="305"/>
                    <a:pt x="183" y="298"/>
                  </a:cubicBezTo>
                  <a:cubicBezTo>
                    <a:pt x="158" y="296"/>
                    <a:pt x="148" y="284"/>
                    <a:pt x="129" y="272"/>
                  </a:cubicBezTo>
                  <a:close/>
                </a:path>
              </a:pathLst>
            </a:custGeom>
            <a:solidFill>
              <a:schemeClr val="bg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mn-cs"/>
              </a:endParaRPr>
            </a:p>
          </p:txBody>
        </p:sp>
        <p:sp>
          <p:nvSpPr>
            <p:cNvPr id="38" name="Freeform 62"/>
            <p:cNvSpPr>
              <a:spLocks/>
            </p:cNvSpPr>
            <p:nvPr/>
          </p:nvSpPr>
          <p:spPr bwMode="auto">
            <a:xfrm>
              <a:off x="4063583" y="5934143"/>
              <a:ext cx="134925" cy="261714"/>
            </a:xfrm>
            <a:custGeom>
              <a:avLst/>
              <a:gdLst>
                <a:gd name="T0" fmla="*/ 84 w 84"/>
                <a:gd name="T1" fmla="*/ 27 h 163"/>
                <a:gd name="T2" fmla="*/ 69 w 84"/>
                <a:gd name="T3" fmla="*/ 27 h 163"/>
                <a:gd name="T4" fmla="*/ 54 w 84"/>
                <a:gd name="T5" fmla="*/ 41 h 163"/>
                <a:gd name="T6" fmla="*/ 54 w 84"/>
                <a:gd name="T7" fmla="*/ 60 h 163"/>
                <a:gd name="T8" fmla="*/ 83 w 84"/>
                <a:gd name="T9" fmla="*/ 60 h 163"/>
                <a:gd name="T10" fmla="*/ 83 w 84"/>
                <a:gd name="T11" fmla="*/ 88 h 163"/>
                <a:gd name="T12" fmla="*/ 54 w 84"/>
                <a:gd name="T13" fmla="*/ 88 h 163"/>
                <a:gd name="T14" fmla="*/ 54 w 84"/>
                <a:gd name="T15" fmla="*/ 163 h 163"/>
                <a:gd name="T16" fmla="*/ 25 w 84"/>
                <a:gd name="T17" fmla="*/ 163 h 163"/>
                <a:gd name="T18" fmla="*/ 25 w 84"/>
                <a:gd name="T19" fmla="*/ 88 h 163"/>
                <a:gd name="T20" fmla="*/ 0 w 84"/>
                <a:gd name="T21" fmla="*/ 88 h 163"/>
                <a:gd name="T22" fmla="*/ 0 w 84"/>
                <a:gd name="T23" fmla="*/ 60 h 163"/>
                <a:gd name="T24" fmla="*/ 25 w 84"/>
                <a:gd name="T25" fmla="*/ 60 h 163"/>
                <a:gd name="T26" fmla="*/ 25 w 84"/>
                <a:gd name="T27" fmla="*/ 38 h 163"/>
                <a:gd name="T28" fmla="*/ 62 w 84"/>
                <a:gd name="T29" fmla="*/ 0 h 163"/>
                <a:gd name="T30" fmla="*/ 84 w 84"/>
                <a:gd name="T31" fmla="*/ 0 h 163"/>
                <a:gd name="T32" fmla="*/ 84 w 84"/>
                <a:gd name="T33" fmla="*/ 27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63">
                  <a:moveTo>
                    <a:pt x="84" y="27"/>
                  </a:moveTo>
                  <a:cubicBezTo>
                    <a:pt x="69" y="27"/>
                    <a:pt x="69" y="27"/>
                    <a:pt x="69" y="27"/>
                  </a:cubicBezTo>
                  <a:cubicBezTo>
                    <a:pt x="57" y="27"/>
                    <a:pt x="54" y="33"/>
                    <a:pt x="54" y="41"/>
                  </a:cubicBezTo>
                  <a:cubicBezTo>
                    <a:pt x="54" y="60"/>
                    <a:pt x="54" y="60"/>
                    <a:pt x="54" y="60"/>
                  </a:cubicBezTo>
                  <a:cubicBezTo>
                    <a:pt x="83" y="60"/>
                    <a:pt x="83" y="60"/>
                    <a:pt x="83" y="60"/>
                  </a:cubicBezTo>
                  <a:cubicBezTo>
                    <a:pt x="83" y="88"/>
                    <a:pt x="83" y="88"/>
                    <a:pt x="83" y="88"/>
                  </a:cubicBezTo>
                  <a:cubicBezTo>
                    <a:pt x="54" y="88"/>
                    <a:pt x="54" y="88"/>
                    <a:pt x="54" y="88"/>
                  </a:cubicBezTo>
                  <a:cubicBezTo>
                    <a:pt x="54" y="163"/>
                    <a:pt x="54" y="163"/>
                    <a:pt x="54" y="163"/>
                  </a:cubicBezTo>
                  <a:cubicBezTo>
                    <a:pt x="25" y="163"/>
                    <a:pt x="25" y="163"/>
                    <a:pt x="25" y="163"/>
                  </a:cubicBezTo>
                  <a:cubicBezTo>
                    <a:pt x="25" y="88"/>
                    <a:pt x="25" y="88"/>
                    <a:pt x="25" y="88"/>
                  </a:cubicBezTo>
                  <a:cubicBezTo>
                    <a:pt x="0" y="88"/>
                    <a:pt x="0" y="88"/>
                    <a:pt x="0" y="88"/>
                  </a:cubicBezTo>
                  <a:cubicBezTo>
                    <a:pt x="0" y="60"/>
                    <a:pt x="0" y="60"/>
                    <a:pt x="0" y="60"/>
                  </a:cubicBezTo>
                  <a:cubicBezTo>
                    <a:pt x="25" y="60"/>
                    <a:pt x="25" y="60"/>
                    <a:pt x="25" y="60"/>
                  </a:cubicBezTo>
                  <a:cubicBezTo>
                    <a:pt x="25" y="38"/>
                    <a:pt x="25" y="38"/>
                    <a:pt x="25" y="38"/>
                  </a:cubicBezTo>
                  <a:cubicBezTo>
                    <a:pt x="25" y="13"/>
                    <a:pt x="40" y="0"/>
                    <a:pt x="62" y="0"/>
                  </a:cubicBezTo>
                  <a:cubicBezTo>
                    <a:pt x="84" y="0"/>
                    <a:pt x="84" y="0"/>
                    <a:pt x="84" y="0"/>
                  </a:cubicBezTo>
                  <a:lnTo>
                    <a:pt x="84" y="27"/>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grpSp>
      <p:grpSp>
        <p:nvGrpSpPr>
          <p:cNvPr id="39" name="Group 38"/>
          <p:cNvGrpSpPr/>
          <p:nvPr userDrawn="1"/>
        </p:nvGrpSpPr>
        <p:grpSpPr>
          <a:xfrm>
            <a:off x="7190430" y="5922241"/>
            <a:ext cx="615286" cy="184176"/>
            <a:chOff x="3872969" y="5806923"/>
            <a:chExt cx="1724341" cy="516155"/>
          </a:xfrm>
        </p:grpSpPr>
        <p:sp>
          <p:nvSpPr>
            <p:cNvPr id="40" name="Oval 39"/>
            <p:cNvSpPr/>
            <p:nvPr/>
          </p:nvSpPr>
          <p:spPr>
            <a:xfrm>
              <a:off x="3872969"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1" name="Oval 40"/>
            <p:cNvSpPr/>
            <p:nvPr/>
          </p:nvSpPr>
          <p:spPr>
            <a:xfrm>
              <a:off x="4477062"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2" name="Oval 41"/>
            <p:cNvSpPr/>
            <p:nvPr/>
          </p:nvSpPr>
          <p:spPr>
            <a:xfrm>
              <a:off x="5081155"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3" name="Freeform 63"/>
            <p:cNvSpPr>
              <a:spLocks/>
            </p:cNvSpPr>
            <p:nvPr/>
          </p:nvSpPr>
          <p:spPr bwMode="auto">
            <a:xfrm>
              <a:off x="4576091" y="5937921"/>
              <a:ext cx="318095" cy="261714"/>
            </a:xfrm>
            <a:custGeom>
              <a:avLst/>
              <a:gdLst>
                <a:gd name="T0" fmla="*/ 160 w 160"/>
                <a:gd name="T1" fmla="*/ 16 h 131"/>
                <a:gd name="T2" fmla="*/ 159 w 160"/>
                <a:gd name="T3" fmla="*/ 16 h 131"/>
                <a:gd name="T4" fmla="*/ 144 w 160"/>
                <a:gd name="T5" fmla="*/ 20 h 131"/>
                <a:gd name="T6" fmla="*/ 156 w 160"/>
                <a:gd name="T7" fmla="*/ 4 h 131"/>
                <a:gd name="T8" fmla="*/ 156 w 160"/>
                <a:gd name="T9" fmla="*/ 3 h 131"/>
                <a:gd name="T10" fmla="*/ 155 w 160"/>
                <a:gd name="T11" fmla="*/ 3 h 131"/>
                <a:gd name="T12" fmla="*/ 135 w 160"/>
                <a:gd name="T13" fmla="*/ 11 h 131"/>
                <a:gd name="T14" fmla="*/ 111 w 160"/>
                <a:gd name="T15" fmla="*/ 0 h 131"/>
                <a:gd name="T16" fmla="*/ 77 w 160"/>
                <a:gd name="T17" fmla="*/ 34 h 131"/>
                <a:gd name="T18" fmla="*/ 78 w 160"/>
                <a:gd name="T19" fmla="*/ 40 h 131"/>
                <a:gd name="T20" fmla="*/ 12 w 160"/>
                <a:gd name="T21" fmla="*/ 7 h 131"/>
                <a:gd name="T22" fmla="*/ 12 w 160"/>
                <a:gd name="T23" fmla="*/ 6 h 131"/>
                <a:gd name="T24" fmla="*/ 11 w 160"/>
                <a:gd name="T25" fmla="*/ 7 h 131"/>
                <a:gd name="T26" fmla="*/ 7 w 160"/>
                <a:gd name="T27" fmla="*/ 23 h 131"/>
                <a:gd name="T28" fmla="*/ 19 w 160"/>
                <a:gd name="T29" fmla="*/ 50 h 131"/>
                <a:gd name="T30" fmla="*/ 7 w 160"/>
                <a:gd name="T31" fmla="*/ 46 h 131"/>
                <a:gd name="T32" fmla="*/ 7 w 160"/>
                <a:gd name="T33" fmla="*/ 46 h 131"/>
                <a:gd name="T34" fmla="*/ 6 w 160"/>
                <a:gd name="T35" fmla="*/ 47 h 131"/>
                <a:gd name="T36" fmla="*/ 6 w 160"/>
                <a:gd name="T37" fmla="*/ 47 h 131"/>
                <a:gd name="T38" fmla="*/ 30 w 160"/>
                <a:gd name="T39" fmla="*/ 79 h 131"/>
                <a:gd name="T40" fmla="*/ 19 w 160"/>
                <a:gd name="T41" fmla="*/ 79 h 131"/>
                <a:gd name="T42" fmla="*/ 18 w 160"/>
                <a:gd name="T43" fmla="*/ 79 h 131"/>
                <a:gd name="T44" fmla="*/ 18 w 160"/>
                <a:gd name="T45" fmla="*/ 80 h 131"/>
                <a:gd name="T46" fmla="*/ 47 w 160"/>
                <a:gd name="T47" fmla="*/ 103 h 131"/>
                <a:gd name="T48" fmla="*/ 8 w 160"/>
                <a:gd name="T49" fmla="*/ 115 h 131"/>
                <a:gd name="T50" fmla="*/ 1 w 160"/>
                <a:gd name="T51" fmla="*/ 115 h 131"/>
                <a:gd name="T52" fmla="*/ 0 w 160"/>
                <a:gd name="T53" fmla="*/ 115 h 131"/>
                <a:gd name="T54" fmla="*/ 0 w 160"/>
                <a:gd name="T55" fmla="*/ 116 h 131"/>
                <a:gd name="T56" fmla="*/ 51 w 160"/>
                <a:gd name="T57" fmla="*/ 131 h 131"/>
                <a:gd name="T58" fmla="*/ 144 w 160"/>
                <a:gd name="T59" fmla="*/ 38 h 131"/>
                <a:gd name="T60" fmla="*/ 144 w 160"/>
                <a:gd name="T61" fmla="*/ 34 h 131"/>
                <a:gd name="T62" fmla="*/ 160 w 160"/>
                <a:gd name="T63" fmla="*/ 17 h 131"/>
                <a:gd name="T64" fmla="*/ 160 w 160"/>
                <a:gd name="T65" fmla="*/ 1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0" h="131">
                  <a:moveTo>
                    <a:pt x="160" y="16"/>
                  </a:moveTo>
                  <a:cubicBezTo>
                    <a:pt x="160" y="16"/>
                    <a:pt x="160" y="16"/>
                    <a:pt x="159" y="16"/>
                  </a:cubicBezTo>
                  <a:cubicBezTo>
                    <a:pt x="154" y="18"/>
                    <a:pt x="149" y="19"/>
                    <a:pt x="144" y="20"/>
                  </a:cubicBezTo>
                  <a:cubicBezTo>
                    <a:pt x="150" y="16"/>
                    <a:pt x="154" y="10"/>
                    <a:pt x="156" y="4"/>
                  </a:cubicBezTo>
                  <a:cubicBezTo>
                    <a:pt x="156" y="3"/>
                    <a:pt x="156" y="3"/>
                    <a:pt x="156" y="3"/>
                  </a:cubicBezTo>
                  <a:cubicBezTo>
                    <a:pt x="155" y="3"/>
                    <a:pt x="155" y="3"/>
                    <a:pt x="155" y="3"/>
                  </a:cubicBezTo>
                  <a:cubicBezTo>
                    <a:pt x="149" y="7"/>
                    <a:pt x="142" y="9"/>
                    <a:pt x="135" y="11"/>
                  </a:cubicBezTo>
                  <a:cubicBezTo>
                    <a:pt x="128" y="4"/>
                    <a:pt x="120" y="0"/>
                    <a:pt x="111" y="0"/>
                  </a:cubicBezTo>
                  <a:cubicBezTo>
                    <a:pt x="92" y="0"/>
                    <a:pt x="77" y="15"/>
                    <a:pt x="77" y="34"/>
                  </a:cubicBezTo>
                  <a:cubicBezTo>
                    <a:pt x="77" y="36"/>
                    <a:pt x="77" y="38"/>
                    <a:pt x="78" y="40"/>
                  </a:cubicBezTo>
                  <a:cubicBezTo>
                    <a:pt x="52" y="39"/>
                    <a:pt x="29" y="26"/>
                    <a:pt x="12" y="7"/>
                  </a:cubicBezTo>
                  <a:cubicBezTo>
                    <a:pt x="12" y="6"/>
                    <a:pt x="12" y="6"/>
                    <a:pt x="12" y="6"/>
                  </a:cubicBezTo>
                  <a:cubicBezTo>
                    <a:pt x="11" y="6"/>
                    <a:pt x="11" y="6"/>
                    <a:pt x="11" y="7"/>
                  </a:cubicBezTo>
                  <a:cubicBezTo>
                    <a:pt x="8" y="12"/>
                    <a:pt x="7" y="18"/>
                    <a:pt x="7" y="23"/>
                  </a:cubicBezTo>
                  <a:cubicBezTo>
                    <a:pt x="7" y="34"/>
                    <a:pt x="11" y="43"/>
                    <a:pt x="19" y="50"/>
                  </a:cubicBezTo>
                  <a:cubicBezTo>
                    <a:pt x="15" y="49"/>
                    <a:pt x="11" y="48"/>
                    <a:pt x="7" y="46"/>
                  </a:cubicBezTo>
                  <a:cubicBezTo>
                    <a:pt x="7" y="46"/>
                    <a:pt x="7" y="46"/>
                    <a:pt x="7" y="46"/>
                  </a:cubicBezTo>
                  <a:cubicBezTo>
                    <a:pt x="6" y="46"/>
                    <a:pt x="6" y="46"/>
                    <a:pt x="6" y="47"/>
                  </a:cubicBezTo>
                  <a:cubicBezTo>
                    <a:pt x="6" y="47"/>
                    <a:pt x="6" y="47"/>
                    <a:pt x="6" y="47"/>
                  </a:cubicBezTo>
                  <a:cubicBezTo>
                    <a:pt x="6" y="62"/>
                    <a:pt x="16" y="75"/>
                    <a:pt x="30" y="79"/>
                  </a:cubicBezTo>
                  <a:cubicBezTo>
                    <a:pt x="26" y="79"/>
                    <a:pt x="22" y="79"/>
                    <a:pt x="19" y="79"/>
                  </a:cubicBezTo>
                  <a:cubicBezTo>
                    <a:pt x="18" y="79"/>
                    <a:pt x="18" y="79"/>
                    <a:pt x="18" y="79"/>
                  </a:cubicBezTo>
                  <a:cubicBezTo>
                    <a:pt x="18" y="79"/>
                    <a:pt x="18" y="79"/>
                    <a:pt x="18" y="80"/>
                  </a:cubicBezTo>
                  <a:cubicBezTo>
                    <a:pt x="22" y="93"/>
                    <a:pt x="33" y="102"/>
                    <a:pt x="47" y="103"/>
                  </a:cubicBezTo>
                  <a:cubicBezTo>
                    <a:pt x="36" y="111"/>
                    <a:pt x="22" y="115"/>
                    <a:pt x="8" y="115"/>
                  </a:cubicBezTo>
                  <a:cubicBezTo>
                    <a:pt x="6" y="115"/>
                    <a:pt x="3" y="115"/>
                    <a:pt x="1" y="115"/>
                  </a:cubicBezTo>
                  <a:cubicBezTo>
                    <a:pt x="0" y="115"/>
                    <a:pt x="0" y="115"/>
                    <a:pt x="0" y="115"/>
                  </a:cubicBezTo>
                  <a:cubicBezTo>
                    <a:pt x="0" y="116"/>
                    <a:pt x="0" y="116"/>
                    <a:pt x="0" y="116"/>
                  </a:cubicBezTo>
                  <a:cubicBezTo>
                    <a:pt x="15" y="126"/>
                    <a:pt x="33" y="131"/>
                    <a:pt x="51" y="131"/>
                  </a:cubicBezTo>
                  <a:cubicBezTo>
                    <a:pt x="109" y="131"/>
                    <a:pt x="144" y="83"/>
                    <a:pt x="144" y="38"/>
                  </a:cubicBezTo>
                  <a:cubicBezTo>
                    <a:pt x="144" y="36"/>
                    <a:pt x="144" y="35"/>
                    <a:pt x="144" y="34"/>
                  </a:cubicBezTo>
                  <a:cubicBezTo>
                    <a:pt x="150" y="29"/>
                    <a:pt x="156" y="23"/>
                    <a:pt x="160" y="17"/>
                  </a:cubicBezTo>
                  <a:cubicBezTo>
                    <a:pt x="160" y="17"/>
                    <a:pt x="160" y="16"/>
                    <a:pt x="160" y="16"/>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sp>
          <p:nvSpPr>
            <p:cNvPr id="44" name="Freeform 21"/>
            <p:cNvSpPr>
              <a:spLocks/>
            </p:cNvSpPr>
            <p:nvPr/>
          </p:nvSpPr>
          <p:spPr bwMode="auto">
            <a:xfrm>
              <a:off x="5235659" y="5934143"/>
              <a:ext cx="207145" cy="261714"/>
            </a:xfrm>
            <a:custGeom>
              <a:avLst/>
              <a:gdLst>
                <a:gd name="T0" fmla="*/ 129 w 323"/>
                <a:gd name="T1" fmla="*/ 272 h 408"/>
                <a:gd name="T2" fmla="*/ 68 w 323"/>
                <a:gd name="T3" fmla="*/ 408 h 408"/>
                <a:gd name="T4" fmla="*/ 98 w 323"/>
                <a:gd name="T5" fmla="*/ 196 h 408"/>
                <a:gd name="T6" fmla="*/ 149 w 323"/>
                <a:gd name="T7" fmla="*/ 99 h 408"/>
                <a:gd name="T8" fmla="*/ 172 w 323"/>
                <a:gd name="T9" fmla="*/ 257 h 408"/>
                <a:gd name="T10" fmla="*/ 234 w 323"/>
                <a:gd name="T11" fmla="*/ 73 h 408"/>
                <a:gd name="T12" fmla="*/ 47 w 323"/>
                <a:gd name="T13" fmla="*/ 173 h 408"/>
                <a:gd name="T14" fmla="*/ 57 w 323"/>
                <a:gd name="T15" fmla="*/ 239 h 408"/>
                <a:gd name="T16" fmla="*/ 1 w 323"/>
                <a:gd name="T17" fmla="*/ 147 h 408"/>
                <a:gd name="T18" fmla="*/ 137 w 323"/>
                <a:gd name="T19" fmla="*/ 9 h 408"/>
                <a:gd name="T20" fmla="*/ 310 w 323"/>
                <a:gd name="T21" fmla="*/ 119 h 408"/>
                <a:gd name="T22" fmla="*/ 183 w 323"/>
                <a:gd name="T23" fmla="*/ 298 h 408"/>
                <a:gd name="T24" fmla="*/ 129 w 323"/>
                <a:gd name="T25" fmla="*/ 272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3" h="408">
                  <a:moveTo>
                    <a:pt x="129" y="272"/>
                  </a:moveTo>
                  <a:cubicBezTo>
                    <a:pt x="118" y="328"/>
                    <a:pt x="106" y="380"/>
                    <a:pt x="68" y="408"/>
                  </a:cubicBezTo>
                  <a:cubicBezTo>
                    <a:pt x="56" y="325"/>
                    <a:pt x="85" y="262"/>
                    <a:pt x="98" y="196"/>
                  </a:cubicBezTo>
                  <a:cubicBezTo>
                    <a:pt x="75" y="157"/>
                    <a:pt x="101" y="80"/>
                    <a:pt x="149" y="99"/>
                  </a:cubicBezTo>
                  <a:cubicBezTo>
                    <a:pt x="209" y="122"/>
                    <a:pt x="98" y="242"/>
                    <a:pt x="172" y="257"/>
                  </a:cubicBezTo>
                  <a:cubicBezTo>
                    <a:pt x="250" y="273"/>
                    <a:pt x="282" y="122"/>
                    <a:pt x="234" y="73"/>
                  </a:cubicBezTo>
                  <a:cubicBezTo>
                    <a:pt x="164" y="2"/>
                    <a:pt x="31" y="72"/>
                    <a:pt x="47" y="173"/>
                  </a:cubicBezTo>
                  <a:cubicBezTo>
                    <a:pt x="51" y="198"/>
                    <a:pt x="77" y="205"/>
                    <a:pt x="57" y="239"/>
                  </a:cubicBezTo>
                  <a:cubicBezTo>
                    <a:pt x="13" y="229"/>
                    <a:pt x="0" y="194"/>
                    <a:pt x="1" y="147"/>
                  </a:cubicBezTo>
                  <a:cubicBezTo>
                    <a:pt x="4" y="70"/>
                    <a:pt x="70" y="17"/>
                    <a:pt x="137" y="9"/>
                  </a:cubicBezTo>
                  <a:cubicBezTo>
                    <a:pt x="221" y="0"/>
                    <a:pt x="300" y="40"/>
                    <a:pt x="310" y="119"/>
                  </a:cubicBezTo>
                  <a:cubicBezTo>
                    <a:pt x="323" y="208"/>
                    <a:pt x="273" y="305"/>
                    <a:pt x="183" y="298"/>
                  </a:cubicBezTo>
                  <a:cubicBezTo>
                    <a:pt x="158" y="296"/>
                    <a:pt x="148" y="284"/>
                    <a:pt x="129" y="272"/>
                  </a:cubicBezTo>
                  <a:close/>
                </a:path>
              </a:pathLst>
            </a:custGeom>
            <a:solidFill>
              <a:schemeClr val="bg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mn-cs"/>
              </a:endParaRPr>
            </a:p>
          </p:txBody>
        </p:sp>
        <p:sp>
          <p:nvSpPr>
            <p:cNvPr id="45" name="Freeform 62"/>
            <p:cNvSpPr>
              <a:spLocks/>
            </p:cNvSpPr>
            <p:nvPr/>
          </p:nvSpPr>
          <p:spPr bwMode="auto">
            <a:xfrm>
              <a:off x="4063583" y="5934143"/>
              <a:ext cx="134925" cy="261714"/>
            </a:xfrm>
            <a:custGeom>
              <a:avLst/>
              <a:gdLst>
                <a:gd name="T0" fmla="*/ 84 w 84"/>
                <a:gd name="T1" fmla="*/ 27 h 163"/>
                <a:gd name="T2" fmla="*/ 69 w 84"/>
                <a:gd name="T3" fmla="*/ 27 h 163"/>
                <a:gd name="T4" fmla="*/ 54 w 84"/>
                <a:gd name="T5" fmla="*/ 41 h 163"/>
                <a:gd name="T6" fmla="*/ 54 w 84"/>
                <a:gd name="T7" fmla="*/ 60 h 163"/>
                <a:gd name="T8" fmla="*/ 83 w 84"/>
                <a:gd name="T9" fmla="*/ 60 h 163"/>
                <a:gd name="T10" fmla="*/ 83 w 84"/>
                <a:gd name="T11" fmla="*/ 88 h 163"/>
                <a:gd name="T12" fmla="*/ 54 w 84"/>
                <a:gd name="T13" fmla="*/ 88 h 163"/>
                <a:gd name="T14" fmla="*/ 54 w 84"/>
                <a:gd name="T15" fmla="*/ 163 h 163"/>
                <a:gd name="T16" fmla="*/ 25 w 84"/>
                <a:gd name="T17" fmla="*/ 163 h 163"/>
                <a:gd name="T18" fmla="*/ 25 w 84"/>
                <a:gd name="T19" fmla="*/ 88 h 163"/>
                <a:gd name="T20" fmla="*/ 0 w 84"/>
                <a:gd name="T21" fmla="*/ 88 h 163"/>
                <a:gd name="T22" fmla="*/ 0 w 84"/>
                <a:gd name="T23" fmla="*/ 60 h 163"/>
                <a:gd name="T24" fmla="*/ 25 w 84"/>
                <a:gd name="T25" fmla="*/ 60 h 163"/>
                <a:gd name="T26" fmla="*/ 25 w 84"/>
                <a:gd name="T27" fmla="*/ 38 h 163"/>
                <a:gd name="T28" fmla="*/ 62 w 84"/>
                <a:gd name="T29" fmla="*/ 0 h 163"/>
                <a:gd name="T30" fmla="*/ 84 w 84"/>
                <a:gd name="T31" fmla="*/ 0 h 163"/>
                <a:gd name="T32" fmla="*/ 84 w 84"/>
                <a:gd name="T33" fmla="*/ 27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63">
                  <a:moveTo>
                    <a:pt x="84" y="27"/>
                  </a:moveTo>
                  <a:cubicBezTo>
                    <a:pt x="69" y="27"/>
                    <a:pt x="69" y="27"/>
                    <a:pt x="69" y="27"/>
                  </a:cubicBezTo>
                  <a:cubicBezTo>
                    <a:pt x="57" y="27"/>
                    <a:pt x="54" y="33"/>
                    <a:pt x="54" y="41"/>
                  </a:cubicBezTo>
                  <a:cubicBezTo>
                    <a:pt x="54" y="60"/>
                    <a:pt x="54" y="60"/>
                    <a:pt x="54" y="60"/>
                  </a:cubicBezTo>
                  <a:cubicBezTo>
                    <a:pt x="83" y="60"/>
                    <a:pt x="83" y="60"/>
                    <a:pt x="83" y="60"/>
                  </a:cubicBezTo>
                  <a:cubicBezTo>
                    <a:pt x="83" y="88"/>
                    <a:pt x="83" y="88"/>
                    <a:pt x="83" y="88"/>
                  </a:cubicBezTo>
                  <a:cubicBezTo>
                    <a:pt x="54" y="88"/>
                    <a:pt x="54" y="88"/>
                    <a:pt x="54" y="88"/>
                  </a:cubicBezTo>
                  <a:cubicBezTo>
                    <a:pt x="54" y="163"/>
                    <a:pt x="54" y="163"/>
                    <a:pt x="54" y="163"/>
                  </a:cubicBezTo>
                  <a:cubicBezTo>
                    <a:pt x="25" y="163"/>
                    <a:pt x="25" y="163"/>
                    <a:pt x="25" y="163"/>
                  </a:cubicBezTo>
                  <a:cubicBezTo>
                    <a:pt x="25" y="88"/>
                    <a:pt x="25" y="88"/>
                    <a:pt x="25" y="88"/>
                  </a:cubicBezTo>
                  <a:cubicBezTo>
                    <a:pt x="0" y="88"/>
                    <a:pt x="0" y="88"/>
                    <a:pt x="0" y="88"/>
                  </a:cubicBezTo>
                  <a:cubicBezTo>
                    <a:pt x="0" y="60"/>
                    <a:pt x="0" y="60"/>
                    <a:pt x="0" y="60"/>
                  </a:cubicBezTo>
                  <a:cubicBezTo>
                    <a:pt x="25" y="60"/>
                    <a:pt x="25" y="60"/>
                    <a:pt x="25" y="60"/>
                  </a:cubicBezTo>
                  <a:cubicBezTo>
                    <a:pt x="25" y="38"/>
                    <a:pt x="25" y="38"/>
                    <a:pt x="25" y="38"/>
                  </a:cubicBezTo>
                  <a:cubicBezTo>
                    <a:pt x="25" y="13"/>
                    <a:pt x="40" y="0"/>
                    <a:pt x="62" y="0"/>
                  </a:cubicBezTo>
                  <a:cubicBezTo>
                    <a:pt x="84" y="0"/>
                    <a:pt x="84" y="0"/>
                    <a:pt x="84" y="0"/>
                  </a:cubicBezTo>
                  <a:lnTo>
                    <a:pt x="84" y="27"/>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grpSp>
      <p:grpSp>
        <p:nvGrpSpPr>
          <p:cNvPr id="46" name="Group 45"/>
          <p:cNvGrpSpPr/>
          <p:nvPr userDrawn="1"/>
        </p:nvGrpSpPr>
        <p:grpSpPr>
          <a:xfrm>
            <a:off x="10028060" y="5922241"/>
            <a:ext cx="615286" cy="184176"/>
            <a:chOff x="3872969" y="5806923"/>
            <a:chExt cx="1724341" cy="516155"/>
          </a:xfrm>
        </p:grpSpPr>
        <p:sp>
          <p:nvSpPr>
            <p:cNvPr id="47" name="Oval 46"/>
            <p:cNvSpPr/>
            <p:nvPr/>
          </p:nvSpPr>
          <p:spPr>
            <a:xfrm>
              <a:off x="3872969"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8" name="Oval 47"/>
            <p:cNvSpPr/>
            <p:nvPr/>
          </p:nvSpPr>
          <p:spPr>
            <a:xfrm>
              <a:off x="4477062"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9" name="Oval 48"/>
            <p:cNvSpPr/>
            <p:nvPr/>
          </p:nvSpPr>
          <p:spPr>
            <a:xfrm>
              <a:off x="5081155"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50" name="Freeform 63"/>
            <p:cNvSpPr>
              <a:spLocks/>
            </p:cNvSpPr>
            <p:nvPr/>
          </p:nvSpPr>
          <p:spPr bwMode="auto">
            <a:xfrm>
              <a:off x="4576091" y="5937921"/>
              <a:ext cx="318095" cy="261714"/>
            </a:xfrm>
            <a:custGeom>
              <a:avLst/>
              <a:gdLst>
                <a:gd name="T0" fmla="*/ 160 w 160"/>
                <a:gd name="T1" fmla="*/ 16 h 131"/>
                <a:gd name="T2" fmla="*/ 159 w 160"/>
                <a:gd name="T3" fmla="*/ 16 h 131"/>
                <a:gd name="T4" fmla="*/ 144 w 160"/>
                <a:gd name="T5" fmla="*/ 20 h 131"/>
                <a:gd name="T6" fmla="*/ 156 w 160"/>
                <a:gd name="T7" fmla="*/ 4 h 131"/>
                <a:gd name="T8" fmla="*/ 156 w 160"/>
                <a:gd name="T9" fmla="*/ 3 h 131"/>
                <a:gd name="T10" fmla="*/ 155 w 160"/>
                <a:gd name="T11" fmla="*/ 3 h 131"/>
                <a:gd name="T12" fmla="*/ 135 w 160"/>
                <a:gd name="T13" fmla="*/ 11 h 131"/>
                <a:gd name="T14" fmla="*/ 111 w 160"/>
                <a:gd name="T15" fmla="*/ 0 h 131"/>
                <a:gd name="T16" fmla="*/ 77 w 160"/>
                <a:gd name="T17" fmla="*/ 34 h 131"/>
                <a:gd name="T18" fmla="*/ 78 w 160"/>
                <a:gd name="T19" fmla="*/ 40 h 131"/>
                <a:gd name="T20" fmla="*/ 12 w 160"/>
                <a:gd name="T21" fmla="*/ 7 h 131"/>
                <a:gd name="T22" fmla="*/ 12 w 160"/>
                <a:gd name="T23" fmla="*/ 6 h 131"/>
                <a:gd name="T24" fmla="*/ 11 w 160"/>
                <a:gd name="T25" fmla="*/ 7 h 131"/>
                <a:gd name="T26" fmla="*/ 7 w 160"/>
                <a:gd name="T27" fmla="*/ 23 h 131"/>
                <a:gd name="T28" fmla="*/ 19 w 160"/>
                <a:gd name="T29" fmla="*/ 50 h 131"/>
                <a:gd name="T30" fmla="*/ 7 w 160"/>
                <a:gd name="T31" fmla="*/ 46 h 131"/>
                <a:gd name="T32" fmla="*/ 7 w 160"/>
                <a:gd name="T33" fmla="*/ 46 h 131"/>
                <a:gd name="T34" fmla="*/ 6 w 160"/>
                <a:gd name="T35" fmla="*/ 47 h 131"/>
                <a:gd name="T36" fmla="*/ 6 w 160"/>
                <a:gd name="T37" fmla="*/ 47 h 131"/>
                <a:gd name="T38" fmla="*/ 30 w 160"/>
                <a:gd name="T39" fmla="*/ 79 h 131"/>
                <a:gd name="T40" fmla="*/ 19 w 160"/>
                <a:gd name="T41" fmla="*/ 79 h 131"/>
                <a:gd name="T42" fmla="*/ 18 w 160"/>
                <a:gd name="T43" fmla="*/ 79 h 131"/>
                <a:gd name="T44" fmla="*/ 18 w 160"/>
                <a:gd name="T45" fmla="*/ 80 h 131"/>
                <a:gd name="T46" fmla="*/ 47 w 160"/>
                <a:gd name="T47" fmla="*/ 103 h 131"/>
                <a:gd name="T48" fmla="*/ 8 w 160"/>
                <a:gd name="T49" fmla="*/ 115 h 131"/>
                <a:gd name="T50" fmla="*/ 1 w 160"/>
                <a:gd name="T51" fmla="*/ 115 h 131"/>
                <a:gd name="T52" fmla="*/ 0 w 160"/>
                <a:gd name="T53" fmla="*/ 115 h 131"/>
                <a:gd name="T54" fmla="*/ 0 w 160"/>
                <a:gd name="T55" fmla="*/ 116 h 131"/>
                <a:gd name="T56" fmla="*/ 51 w 160"/>
                <a:gd name="T57" fmla="*/ 131 h 131"/>
                <a:gd name="T58" fmla="*/ 144 w 160"/>
                <a:gd name="T59" fmla="*/ 38 h 131"/>
                <a:gd name="T60" fmla="*/ 144 w 160"/>
                <a:gd name="T61" fmla="*/ 34 h 131"/>
                <a:gd name="T62" fmla="*/ 160 w 160"/>
                <a:gd name="T63" fmla="*/ 17 h 131"/>
                <a:gd name="T64" fmla="*/ 160 w 160"/>
                <a:gd name="T65" fmla="*/ 1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0" h="131">
                  <a:moveTo>
                    <a:pt x="160" y="16"/>
                  </a:moveTo>
                  <a:cubicBezTo>
                    <a:pt x="160" y="16"/>
                    <a:pt x="160" y="16"/>
                    <a:pt x="159" y="16"/>
                  </a:cubicBezTo>
                  <a:cubicBezTo>
                    <a:pt x="154" y="18"/>
                    <a:pt x="149" y="19"/>
                    <a:pt x="144" y="20"/>
                  </a:cubicBezTo>
                  <a:cubicBezTo>
                    <a:pt x="150" y="16"/>
                    <a:pt x="154" y="10"/>
                    <a:pt x="156" y="4"/>
                  </a:cubicBezTo>
                  <a:cubicBezTo>
                    <a:pt x="156" y="3"/>
                    <a:pt x="156" y="3"/>
                    <a:pt x="156" y="3"/>
                  </a:cubicBezTo>
                  <a:cubicBezTo>
                    <a:pt x="155" y="3"/>
                    <a:pt x="155" y="3"/>
                    <a:pt x="155" y="3"/>
                  </a:cubicBezTo>
                  <a:cubicBezTo>
                    <a:pt x="149" y="7"/>
                    <a:pt x="142" y="9"/>
                    <a:pt x="135" y="11"/>
                  </a:cubicBezTo>
                  <a:cubicBezTo>
                    <a:pt x="128" y="4"/>
                    <a:pt x="120" y="0"/>
                    <a:pt x="111" y="0"/>
                  </a:cubicBezTo>
                  <a:cubicBezTo>
                    <a:pt x="92" y="0"/>
                    <a:pt x="77" y="15"/>
                    <a:pt x="77" y="34"/>
                  </a:cubicBezTo>
                  <a:cubicBezTo>
                    <a:pt x="77" y="36"/>
                    <a:pt x="77" y="38"/>
                    <a:pt x="78" y="40"/>
                  </a:cubicBezTo>
                  <a:cubicBezTo>
                    <a:pt x="52" y="39"/>
                    <a:pt x="29" y="26"/>
                    <a:pt x="12" y="7"/>
                  </a:cubicBezTo>
                  <a:cubicBezTo>
                    <a:pt x="12" y="6"/>
                    <a:pt x="12" y="6"/>
                    <a:pt x="12" y="6"/>
                  </a:cubicBezTo>
                  <a:cubicBezTo>
                    <a:pt x="11" y="6"/>
                    <a:pt x="11" y="6"/>
                    <a:pt x="11" y="7"/>
                  </a:cubicBezTo>
                  <a:cubicBezTo>
                    <a:pt x="8" y="12"/>
                    <a:pt x="7" y="18"/>
                    <a:pt x="7" y="23"/>
                  </a:cubicBezTo>
                  <a:cubicBezTo>
                    <a:pt x="7" y="34"/>
                    <a:pt x="11" y="43"/>
                    <a:pt x="19" y="50"/>
                  </a:cubicBezTo>
                  <a:cubicBezTo>
                    <a:pt x="15" y="49"/>
                    <a:pt x="11" y="48"/>
                    <a:pt x="7" y="46"/>
                  </a:cubicBezTo>
                  <a:cubicBezTo>
                    <a:pt x="7" y="46"/>
                    <a:pt x="7" y="46"/>
                    <a:pt x="7" y="46"/>
                  </a:cubicBezTo>
                  <a:cubicBezTo>
                    <a:pt x="6" y="46"/>
                    <a:pt x="6" y="46"/>
                    <a:pt x="6" y="47"/>
                  </a:cubicBezTo>
                  <a:cubicBezTo>
                    <a:pt x="6" y="47"/>
                    <a:pt x="6" y="47"/>
                    <a:pt x="6" y="47"/>
                  </a:cubicBezTo>
                  <a:cubicBezTo>
                    <a:pt x="6" y="62"/>
                    <a:pt x="16" y="75"/>
                    <a:pt x="30" y="79"/>
                  </a:cubicBezTo>
                  <a:cubicBezTo>
                    <a:pt x="26" y="79"/>
                    <a:pt x="22" y="79"/>
                    <a:pt x="19" y="79"/>
                  </a:cubicBezTo>
                  <a:cubicBezTo>
                    <a:pt x="18" y="79"/>
                    <a:pt x="18" y="79"/>
                    <a:pt x="18" y="79"/>
                  </a:cubicBezTo>
                  <a:cubicBezTo>
                    <a:pt x="18" y="79"/>
                    <a:pt x="18" y="79"/>
                    <a:pt x="18" y="80"/>
                  </a:cubicBezTo>
                  <a:cubicBezTo>
                    <a:pt x="22" y="93"/>
                    <a:pt x="33" y="102"/>
                    <a:pt x="47" y="103"/>
                  </a:cubicBezTo>
                  <a:cubicBezTo>
                    <a:pt x="36" y="111"/>
                    <a:pt x="22" y="115"/>
                    <a:pt x="8" y="115"/>
                  </a:cubicBezTo>
                  <a:cubicBezTo>
                    <a:pt x="6" y="115"/>
                    <a:pt x="3" y="115"/>
                    <a:pt x="1" y="115"/>
                  </a:cubicBezTo>
                  <a:cubicBezTo>
                    <a:pt x="0" y="115"/>
                    <a:pt x="0" y="115"/>
                    <a:pt x="0" y="115"/>
                  </a:cubicBezTo>
                  <a:cubicBezTo>
                    <a:pt x="0" y="116"/>
                    <a:pt x="0" y="116"/>
                    <a:pt x="0" y="116"/>
                  </a:cubicBezTo>
                  <a:cubicBezTo>
                    <a:pt x="15" y="126"/>
                    <a:pt x="33" y="131"/>
                    <a:pt x="51" y="131"/>
                  </a:cubicBezTo>
                  <a:cubicBezTo>
                    <a:pt x="109" y="131"/>
                    <a:pt x="144" y="83"/>
                    <a:pt x="144" y="38"/>
                  </a:cubicBezTo>
                  <a:cubicBezTo>
                    <a:pt x="144" y="36"/>
                    <a:pt x="144" y="35"/>
                    <a:pt x="144" y="34"/>
                  </a:cubicBezTo>
                  <a:cubicBezTo>
                    <a:pt x="150" y="29"/>
                    <a:pt x="156" y="23"/>
                    <a:pt x="160" y="17"/>
                  </a:cubicBezTo>
                  <a:cubicBezTo>
                    <a:pt x="160" y="17"/>
                    <a:pt x="160" y="16"/>
                    <a:pt x="160" y="16"/>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sp>
          <p:nvSpPr>
            <p:cNvPr id="51" name="Freeform 21"/>
            <p:cNvSpPr>
              <a:spLocks/>
            </p:cNvSpPr>
            <p:nvPr/>
          </p:nvSpPr>
          <p:spPr bwMode="auto">
            <a:xfrm>
              <a:off x="5235659" y="5934143"/>
              <a:ext cx="207145" cy="261714"/>
            </a:xfrm>
            <a:custGeom>
              <a:avLst/>
              <a:gdLst>
                <a:gd name="T0" fmla="*/ 129 w 323"/>
                <a:gd name="T1" fmla="*/ 272 h 408"/>
                <a:gd name="T2" fmla="*/ 68 w 323"/>
                <a:gd name="T3" fmla="*/ 408 h 408"/>
                <a:gd name="T4" fmla="*/ 98 w 323"/>
                <a:gd name="T5" fmla="*/ 196 h 408"/>
                <a:gd name="T6" fmla="*/ 149 w 323"/>
                <a:gd name="T7" fmla="*/ 99 h 408"/>
                <a:gd name="T8" fmla="*/ 172 w 323"/>
                <a:gd name="T9" fmla="*/ 257 h 408"/>
                <a:gd name="T10" fmla="*/ 234 w 323"/>
                <a:gd name="T11" fmla="*/ 73 h 408"/>
                <a:gd name="T12" fmla="*/ 47 w 323"/>
                <a:gd name="T13" fmla="*/ 173 h 408"/>
                <a:gd name="T14" fmla="*/ 57 w 323"/>
                <a:gd name="T15" fmla="*/ 239 h 408"/>
                <a:gd name="T16" fmla="*/ 1 w 323"/>
                <a:gd name="T17" fmla="*/ 147 h 408"/>
                <a:gd name="T18" fmla="*/ 137 w 323"/>
                <a:gd name="T19" fmla="*/ 9 h 408"/>
                <a:gd name="T20" fmla="*/ 310 w 323"/>
                <a:gd name="T21" fmla="*/ 119 h 408"/>
                <a:gd name="T22" fmla="*/ 183 w 323"/>
                <a:gd name="T23" fmla="*/ 298 h 408"/>
                <a:gd name="T24" fmla="*/ 129 w 323"/>
                <a:gd name="T25" fmla="*/ 272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3" h="408">
                  <a:moveTo>
                    <a:pt x="129" y="272"/>
                  </a:moveTo>
                  <a:cubicBezTo>
                    <a:pt x="118" y="328"/>
                    <a:pt x="106" y="380"/>
                    <a:pt x="68" y="408"/>
                  </a:cubicBezTo>
                  <a:cubicBezTo>
                    <a:pt x="56" y="325"/>
                    <a:pt x="85" y="262"/>
                    <a:pt x="98" y="196"/>
                  </a:cubicBezTo>
                  <a:cubicBezTo>
                    <a:pt x="75" y="157"/>
                    <a:pt x="101" y="80"/>
                    <a:pt x="149" y="99"/>
                  </a:cubicBezTo>
                  <a:cubicBezTo>
                    <a:pt x="209" y="122"/>
                    <a:pt x="98" y="242"/>
                    <a:pt x="172" y="257"/>
                  </a:cubicBezTo>
                  <a:cubicBezTo>
                    <a:pt x="250" y="273"/>
                    <a:pt x="282" y="122"/>
                    <a:pt x="234" y="73"/>
                  </a:cubicBezTo>
                  <a:cubicBezTo>
                    <a:pt x="164" y="2"/>
                    <a:pt x="31" y="72"/>
                    <a:pt x="47" y="173"/>
                  </a:cubicBezTo>
                  <a:cubicBezTo>
                    <a:pt x="51" y="198"/>
                    <a:pt x="77" y="205"/>
                    <a:pt x="57" y="239"/>
                  </a:cubicBezTo>
                  <a:cubicBezTo>
                    <a:pt x="13" y="229"/>
                    <a:pt x="0" y="194"/>
                    <a:pt x="1" y="147"/>
                  </a:cubicBezTo>
                  <a:cubicBezTo>
                    <a:pt x="4" y="70"/>
                    <a:pt x="70" y="17"/>
                    <a:pt x="137" y="9"/>
                  </a:cubicBezTo>
                  <a:cubicBezTo>
                    <a:pt x="221" y="0"/>
                    <a:pt x="300" y="40"/>
                    <a:pt x="310" y="119"/>
                  </a:cubicBezTo>
                  <a:cubicBezTo>
                    <a:pt x="323" y="208"/>
                    <a:pt x="273" y="305"/>
                    <a:pt x="183" y="298"/>
                  </a:cubicBezTo>
                  <a:cubicBezTo>
                    <a:pt x="158" y="296"/>
                    <a:pt x="148" y="284"/>
                    <a:pt x="129" y="272"/>
                  </a:cubicBezTo>
                  <a:close/>
                </a:path>
              </a:pathLst>
            </a:custGeom>
            <a:solidFill>
              <a:schemeClr val="bg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mn-cs"/>
              </a:endParaRPr>
            </a:p>
          </p:txBody>
        </p:sp>
        <p:sp>
          <p:nvSpPr>
            <p:cNvPr id="52" name="Freeform 62"/>
            <p:cNvSpPr>
              <a:spLocks/>
            </p:cNvSpPr>
            <p:nvPr/>
          </p:nvSpPr>
          <p:spPr bwMode="auto">
            <a:xfrm>
              <a:off x="4063583" y="5934143"/>
              <a:ext cx="134925" cy="261714"/>
            </a:xfrm>
            <a:custGeom>
              <a:avLst/>
              <a:gdLst>
                <a:gd name="T0" fmla="*/ 84 w 84"/>
                <a:gd name="T1" fmla="*/ 27 h 163"/>
                <a:gd name="T2" fmla="*/ 69 w 84"/>
                <a:gd name="T3" fmla="*/ 27 h 163"/>
                <a:gd name="T4" fmla="*/ 54 w 84"/>
                <a:gd name="T5" fmla="*/ 41 h 163"/>
                <a:gd name="T6" fmla="*/ 54 w 84"/>
                <a:gd name="T7" fmla="*/ 60 h 163"/>
                <a:gd name="T8" fmla="*/ 83 w 84"/>
                <a:gd name="T9" fmla="*/ 60 h 163"/>
                <a:gd name="T10" fmla="*/ 83 w 84"/>
                <a:gd name="T11" fmla="*/ 88 h 163"/>
                <a:gd name="T12" fmla="*/ 54 w 84"/>
                <a:gd name="T13" fmla="*/ 88 h 163"/>
                <a:gd name="T14" fmla="*/ 54 w 84"/>
                <a:gd name="T15" fmla="*/ 163 h 163"/>
                <a:gd name="T16" fmla="*/ 25 w 84"/>
                <a:gd name="T17" fmla="*/ 163 h 163"/>
                <a:gd name="T18" fmla="*/ 25 w 84"/>
                <a:gd name="T19" fmla="*/ 88 h 163"/>
                <a:gd name="T20" fmla="*/ 0 w 84"/>
                <a:gd name="T21" fmla="*/ 88 h 163"/>
                <a:gd name="T22" fmla="*/ 0 w 84"/>
                <a:gd name="T23" fmla="*/ 60 h 163"/>
                <a:gd name="T24" fmla="*/ 25 w 84"/>
                <a:gd name="T25" fmla="*/ 60 h 163"/>
                <a:gd name="T26" fmla="*/ 25 w 84"/>
                <a:gd name="T27" fmla="*/ 38 h 163"/>
                <a:gd name="T28" fmla="*/ 62 w 84"/>
                <a:gd name="T29" fmla="*/ 0 h 163"/>
                <a:gd name="T30" fmla="*/ 84 w 84"/>
                <a:gd name="T31" fmla="*/ 0 h 163"/>
                <a:gd name="T32" fmla="*/ 84 w 84"/>
                <a:gd name="T33" fmla="*/ 27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63">
                  <a:moveTo>
                    <a:pt x="84" y="27"/>
                  </a:moveTo>
                  <a:cubicBezTo>
                    <a:pt x="69" y="27"/>
                    <a:pt x="69" y="27"/>
                    <a:pt x="69" y="27"/>
                  </a:cubicBezTo>
                  <a:cubicBezTo>
                    <a:pt x="57" y="27"/>
                    <a:pt x="54" y="33"/>
                    <a:pt x="54" y="41"/>
                  </a:cubicBezTo>
                  <a:cubicBezTo>
                    <a:pt x="54" y="60"/>
                    <a:pt x="54" y="60"/>
                    <a:pt x="54" y="60"/>
                  </a:cubicBezTo>
                  <a:cubicBezTo>
                    <a:pt x="83" y="60"/>
                    <a:pt x="83" y="60"/>
                    <a:pt x="83" y="60"/>
                  </a:cubicBezTo>
                  <a:cubicBezTo>
                    <a:pt x="83" y="88"/>
                    <a:pt x="83" y="88"/>
                    <a:pt x="83" y="88"/>
                  </a:cubicBezTo>
                  <a:cubicBezTo>
                    <a:pt x="54" y="88"/>
                    <a:pt x="54" y="88"/>
                    <a:pt x="54" y="88"/>
                  </a:cubicBezTo>
                  <a:cubicBezTo>
                    <a:pt x="54" y="163"/>
                    <a:pt x="54" y="163"/>
                    <a:pt x="54" y="163"/>
                  </a:cubicBezTo>
                  <a:cubicBezTo>
                    <a:pt x="25" y="163"/>
                    <a:pt x="25" y="163"/>
                    <a:pt x="25" y="163"/>
                  </a:cubicBezTo>
                  <a:cubicBezTo>
                    <a:pt x="25" y="88"/>
                    <a:pt x="25" y="88"/>
                    <a:pt x="25" y="88"/>
                  </a:cubicBezTo>
                  <a:cubicBezTo>
                    <a:pt x="0" y="88"/>
                    <a:pt x="0" y="88"/>
                    <a:pt x="0" y="88"/>
                  </a:cubicBezTo>
                  <a:cubicBezTo>
                    <a:pt x="0" y="60"/>
                    <a:pt x="0" y="60"/>
                    <a:pt x="0" y="60"/>
                  </a:cubicBezTo>
                  <a:cubicBezTo>
                    <a:pt x="25" y="60"/>
                    <a:pt x="25" y="60"/>
                    <a:pt x="25" y="60"/>
                  </a:cubicBezTo>
                  <a:cubicBezTo>
                    <a:pt x="25" y="38"/>
                    <a:pt x="25" y="38"/>
                    <a:pt x="25" y="38"/>
                  </a:cubicBezTo>
                  <a:cubicBezTo>
                    <a:pt x="25" y="13"/>
                    <a:pt x="40" y="0"/>
                    <a:pt x="62" y="0"/>
                  </a:cubicBezTo>
                  <a:cubicBezTo>
                    <a:pt x="84" y="0"/>
                    <a:pt x="84" y="0"/>
                    <a:pt x="84" y="0"/>
                  </a:cubicBezTo>
                  <a:lnTo>
                    <a:pt x="84" y="27"/>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grpSp>
    </p:spTree>
    <p:extLst>
      <p:ext uri="{BB962C8B-B14F-4D97-AF65-F5344CB8AC3E}">
        <p14:creationId xmlns:p14="http://schemas.microsoft.com/office/powerpoint/2010/main" val="200524556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53" presetClass="entr" presetSubtype="16" fill="hold" grpId="0" nodeType="afterEffect">
                                  <p:stCondLst>
                                    <p:cond delay="0"/>
                                  </p:stCondLst>
                                  <p:childTnLst>
                                    <p:set>
                                      <p:cBhvr>
                                        <p:cTn id="20" dur="1" fill="hold">
                                          <p:stCondLst>
                                            <p:cond delay="0"/>
                                          </p:stCondLst>
                                        </p:cTn>
                                        <p:tgtEl>
                                          <p:spTgt spid="9"/>
                                        </p:tgtEl>
                                        <p:attrNameLst>
                                          <p:attrName>style.visibility</p:attrName>
                                        </p:attrNameLst>
                                      </p:cBhvr>
                                      <p:to>
                                        <p:strVal val="visible"/>
                                      </p:to>
                                    </p:set>
                                    <p:anim calcmode="lin" valueType="num">
                                      <p:cBhvr>
                                        <p:cTn id="21" dur="500" fill="hold"/>
                                        <p:tgtEl>
                                          <p:spTgt spid="9"/>
                                        </p:tgtEl>
                                        <p:attrNameLst>
                                          <p:attrName>ppt_w</p:attrName>
                                        </p:attrNameLst>
                                      </p:cBhvr>
                                      <p:tavLst>
                                        <p:tav tm="0">
                                          <p:val>
                                            <p:fltVal val="0"/>
                                          </p:val>
                                        </p:tav>
                                        <p:tav tm="100000">
                                          <p:val>
                                            <p:strVal val="#ppt_w"/>
                                          </p:val>
                                        </p:tav>
                                      </p:tavLst>
                                    </p:anim>
                                    <p:anim calcmode="lin" valueType="num">
                                      <p:cBhvr>
                                        <p:cTn id="22" dur="500" fill="hold"/>
                                        <p:tgtEl>
                                          <p:spTgt spid="9"/>
                                        </p:tgtEl>
                                        <p:attrNameLst>
                                          <p:attrName>ppt_h</p:attrName>
                                        </p:attrNameLst>
                                      </p:cBhvr>
                                      <p:tavLst>
                                        <p:tav tm="0">
                                          <p:val>
                                            <p:fltVal val="0"/>
                                          </p:val>
                                        </p:tav>
                                        <p:tav tm="100000">
                                          <p:val>
                                            <p:strVal val="#ppt_h"/>
                                          </p:val>
                                        </p:tav>
                                      </p:tavLst>
                                    </p:anim>
                                    <p:animEffect transition="in" filter="fade">
                                      <p:cBhvr>
                                        <p:cTn id="23" dur="500"/>
                                        <p:tgtEl>
                                          <p:spTgt spid="9"/>
                                        </p:tgtEl>
                                      </p:cBhvr>
                                    </p:animEffect>
                                  </p:childTnLst>
                                </p:cTn>
                              </p:par>
                            </p:childTnLst>
                          </p:cTn>
                        </p:par>
                        <p:par>
                          <p:cTn id="24" fill="hold">
                            <p:stCondLst>
                              <p:cond delay="2000"/>
                            </p:stCondLst>
                            <p:childTnLst>
                              <p:par>
                                <p:cTn id="25" presetID="53" presetClass="entr" presetSubtype="16" fill="hold" grpId="0" nodeType="afterEffect">
                                  <p:stCondLst>
                                    <p:cond delay="0"/>
                                  </p:stCondLst>
                                  <p:childTnLst>
                                    <p:set>
                                      <p:cBhvr>
                                        <p:cTn id="26" dur="1" fill="hold">
                                          <p:stCondLst>
                                            <p:cond delay="0"/>
                                          </p:stCondLst>
                                        </p:cTn>
                                        <p:tgtEl>
                                          <p:spTgt spid="10"/>
                                        </p:tgtEl>
                                        <p:attrNameLst>
                                          <p:attrName>style.visibility</p:attrName>
                                        </p:attrNameLst>
                                      </p:cBhvr>
                                      <p:to>
                                        <p:strVal val="visible"/>
                                      </p:to>
                                    </p:set>
                                    <p:anim calcmode="lin" valueType="num">
                                      <p:cBhvr>
                                        <p:cTn id="27" dur="500" fill="hold"/>
                                        <p:tgtEl>
                                          <p:spTgt spid="10"/>
                                        </p:tgtEl>
                                        <p:attrNameLst>
                                          <p:attrName>ppt_w</p:attrName>
                                        </p:attrNameLst>
                                      </p:cBhvr>
                                      <p:tavLst>
                                        <p:tav tm="0">
                                          <p:val>
                                            <p:fltVal val="0"/>
                                          </p:val>
                                        </p:tav>
                                        <p:tav tm="100000">
                                          <p:val>
                                            <p:strVal val="#ppt_w"/>
                                          </p:val>
                                        </p:tav>
                                      </p:tavLst>
                                    </p:anim>
                                    <p:anim calcmode="lin" valueType="num">
                                      <p:cBhvr>
                                        <p:cTn id="28" dur="500" fill="hold"/>
                                        <p:tgtEl>
                                          <p:spTgt spid="10"/>
                                        </p:tgtEl>
                                        <p:attrNameLst>
                                          <p:attrName>ppt_h</p:attrName>
                                        </p:attrNameLst>
                                      </p:cBhvr>
                                      <p:tavLst>
                                        <p:tav tm="0">
                                          <p:val>
                                            <p:fltVal val="0"/>
                                          </p:val>
                                        </p:tav>
                                        <p:tav tm="100000">
                                          <p:val>
                                            <p:strVal val="#ppt_h"/>
                                          </p:val>
                                        </p:tav>
                                      </p:tavLst>
                                    </p:anim>
                                    <p:animEffect transition="in" filter="fade">
                                      <p:cBhvr>
                                        <p:cTn id="29" dur="500"/>
                                        <p:tgtEl>
                                          <p:spTgt spid="10"/>
                                        </p:tgtEl>
                                      </p:cBhvr>
                                    </p:animEffect>
                                  </p:childTnLst>
                                </p:cTn>
                              </p:par>
                            </p:childTnLst>
                          </p:cTn>
                        </p:par>
                        <p:par>
                          <p:cTn id="30" fill="hold">
                            <p:stCondLst>
                              <p:cond delay="2500"/>
                            </p:stCondLst>
                            <p:childTnLst>
                              <p:par>
                                <p:cTn id="31" presetID="53" presetClass="entr" presetSubtype="16" fill="hold" grpId="0" nodeType="afterEffect">
                                  <p:stCondLst>
                                    <p:cond delay="0"/>
                                  </p:stCondLst>
                                  <p:childTnLst>
                                    <p:set>
                                      <p:cBhvr>
                                        <p:cTn id="32" dur="1" fill="hold">
                                          <p:stCondLst>
                                            <p:cond delay="0"/>
                                          </p:stCondLst>
                                        </p:cTn>
                                        <p:tgtEl>
                                          <p:spTgt spid="11"/>
                                        </p:tgtEl>
                                        <p:attrNameLst>
                                          <p:attrName>style.visibility</p:attrName>
                                        </p:attrNameLst>
                                      </p:cBhvr>
                                      <p:to>
                                        <p:strVal val="visible"/>
                                      </p:to>
                                    </p:set>
                                    <p:anim calcmode="lin" valueType="num">
                                      <p:cBhvr>
                                        <p:cTn id="33" dur="500" fill="hold"/>
                                        <p:tgtEl>
                                          <p:spTgt spid="11"/>
                                        </p:tgtEl>
                                        <p:attrNameLst>
                                          <p:attrName>ppt_w</p:attrName>
                                        </p:attrNameLst>
                                      </p:cBhvr>
                                      <p:tavLst>
                                        <p:tav tm="0">
                                          <p:val>
                                            <p:fltVal val="0"/>
                                          </p:val>
                                        </p:tav>
                                        <p:tav tm="100000">
                                          <p:val>
                                            <p:strVal val="#ppt_w"/>
                                          </p:val>
                                        </p:tav>
                                      </p:tavLst>
                                    </p:anim>
                                    <p:anim calcmode="lin" valueType="num">
                                      <p:cBhvr>
                                        <p:cTn id="34" dur="500" fill="hold"/>
                                        <p:tgtEl>
                                          <p:spTgt spid="11"/>
                                        </p:tgtEl>
                                        <p:attrNameLst>
                                          <p:attrName>ppt_h</p:attrName>
                                        </p:attrNameLst>
                                      </p:cBhvr>
                                      <p:tavLst>
                                        <p:tav tm="0">
                                          <p:val>
                                            <p:fltVal val="0"/>
                                          </p:val>
                                        </p:tav>
                                        <p:tav tm="100000">
                                          <p:val>
                                            <p:strVal val="#ppt_h"/>
                                          </p:val>
                                        </p:tav>
                                      </p:tavLst>
                                    </p:anim>
                                    <p:animEffect transition="in" filter="fade">
                                      <p:cBhvr>
                                        <p:cTn id="35" dur="500"/>
                                        <p:tgtEl>
                                          <p:spTgt spid="11"/>
                                        </p:tgtEl>
                                      </p:cBhvr>
                                    </p:animEffect>
                                  </p:childTnLst>
                                </p:cTn>
                              </p:par>
                            </p:childTnLst>
                          </p:cTn>
                        </p:par>
                        <p:par>
                          <p:cTn id="36" fill="hold">
                            <p:stCondLst>
                              <p:cond delay="3000"/>
                            </p:stCondLst>
                            <p:childTnLst>
                              <p:par>
                                <p:cTn id="37" presetID="53" presetClass="entr" presetSubtype="16" fill="hold" grpId="0" nodeType="afterEffect">
                                  <p:stCondLst>
                                    <p:cond delay="0"/>
                                  </p:stCondLst>
                                  <p:childTnLst>
                                    <p:set>
                                      <p:cBhvr>
                                        <p:cTn id="38" dur="1" fill="hold">
                                          <p:stCondLst>
                                            <p:cond delay="0"/>
                                          </p:stCondLst>
                                        </p:cTn>
                                        <p:tgtEl>
                                          <p:spTgt spid="12"/>
                                        </p:tgtEl>
                                        <p:attrNameLst>
                                          <p:attrName>style.visibility</p:attrName>
                                        </p:attrNameLst>
                                      </p:cBhvr>
                                      <p:to>
                                        <p:strVal val="visible"/>
                                      </p:to>
                                    </p:set>
                                    <p:anim calcmode="lin" valueType="num">
                                      <p:cBhvr>
                                        <p:cTn id="39" dur="500" fill="hold"/>
                                        <p:tgtEl>
                                          <p:spTgt spid="12"/>
                                        </p:tgtEl>
                                        <p:attrNameLst>
                                          <p:attrName>ppt_w</p:attrName>
                                        </p:attrNameLst>
                                      </p:cBhvr>
                                      <p:tavLst>
                                        <p:tav tm="0">
                                          <p:val>
                                            <p:fltVal val="0"/>
                                          </p:val>
                                        </p:tav>
                                        <p:tav tm="100000">
                                          <p:val>
                                            <p:strVal val="#ppt_w"/>
                                          </p:val>
                                        </p:tav>
                                      </p:tavLst>
                                    </p:anim>
                                    <p:anim calcmode="lin" valueType="num">
                                      <p:cBhvr>
                                        <p:cTn id="40" dur="500" fill="hold"/>
                                        <p:tgtEl>
                                          <p:spTgt spid="12"/>
                                        </p:tgtEl>
                                        <p:attrNameLst>
                                          <p:attrName>ppt_h</p:attrName>
                                        </p:attrNameLst>
                                      </p:cBhvr>
                                      <p:tavLst>
                                        <p:tav tm="0">
                                          <p:val>
                                            <p:fltVal val="0"/>
                                          </p:val>
                                        </p:tav>
                                        <p:tav tm="100000">
                                          <p:val>
                                            <p:strVal val="#ppt_h"/>
                                          </p:val>
                                        </p:tav>
                                      </p:tavLst>
                                    </p:anim>
                                    <p:animEffect transition="in" filter="fade">
                                      <p:cBhvr>
                                        <p:cTn id="41" dur="500"/>
                                        <p:tgtEl>
                                          <p:spTgt spid="12"/>
                                        </p:tgtEl>
                                      </p:cBhvr>
                                    </p:animEffect>
                                  </p:childTnLst>
                                </p:cTn>
                              </p:par>
                            </p:childTnLst>
                          </p:cTn>
                        </p:par>
                        <p:par>
                          <p:cTn id="42" fill="hold">
                            <p:stCondLst>
                              <p:cond delay="3500"/>
                            </p:stCondLst>
                            <p:childTnLst>
                              <p:par>
                                <p:cTn id="43" presetID="53" presetClass="entr" presetSubtype="16" fill="hold" grpId="0" nodeType="afterEffect" nodePh="1">
                                  <p:stCondLst>
                                    <p:cond delay="0"/>
                                  </p:stCondLst>
                                  <p:endCondLst>
                                    <p:cond evt="begin" delay="0">
                                      <p:tn val="43"/>
                                    </p:cond>
                                  </p:endCondLst>
                                  <p:childTnLst>
                                    <p:set>
                                      <p:cBhvr>
                                        <p:cTn id="44" dur="1" fill="hold">
                                          <p:stCondLst>
                                            <p:cond delay="0"/>
                                          </p:stCondLst>
                                        </p:cTn>
                                        <p:tgtEl>
                                          <p:spTgt spid="13">
                                            <p:txEl>
                                              <p:pRg st="0" end="0"/>
                                            </p:txEl>
                                          </p:spTgt>
                                        </p:tgtEl>
                                        <p:attrNameLst>
                                          <p:attrName>style.visibility</p:attrName>
                                        </p:attrNameLst>
                                      </p:cBhvr>
                                      <p:to>
                                        <p:strVal val="visible"/>
                                      </p:to>
                                    </p:set>
                                    <p:anim calcmode="lin" valueType="num">
                                      <p:cBhvr>
                                        <p:cTn id="45" dur="500" fill="hold"/>
                                        <p:tgtEl>
                                          <p:spTgt spid="13">
                                            <p:txEl>
                                              <p:pRg st="0" end="0"/>
                                            </p:txEl>
                                          </p:spTgt>
                                        </p:tgtEl>
                                        <p:attrNameLst>
                                          <p:attrName>ppt_w</p:attrName>
                                        </p:attrNameLst>
                                      </p:cBhvr>
                                      <p:tavLst>
                                        <p:tav tm="0">
                                          <p:val>
                                            <p:fltVal val="0"/>
                                          </p:val>
                                        </p:tav>
                                        <p:tav tm="100000">
                                          <p:val>
                                            <p:strVal val="#ppt_w"/>
                                          </p:val>
                                        </p:tav>
                                      </p:tavLst>
                                    </p:anim>
                                    <p:anim calcmode="lin" valueType="num">
                                      <p:cBhvr>
                                        <p:cTn id="46" dur="500" fill="hold"/>
                                        <p:tgtEl>
                                          <p:spTgt spid="13">
                                            <p:txEl>
                                              <p:pRg st="0" end="0"/>
                                            </p:txEl>
                                          </p:spTgt>
                                        </p:tgtEl>
                                        <p:attrNameLst>
                                          <p:attrName>ppt_h</p:attrName>
                                        </p:attrNameLst>
                                      </p:cBhvr>
                                      <p:tavLst>
                                        <p:tav tm="0">
                                          <p:val>
                                            <p:fltVal val="0"/>
                                          </p:val>
                                        </p:tav>
                                        <p:tav tm="100000">
                                          <p:val>
                                            <p:strVal val="#ppt_h"/>
                                          </p:val>
                                        </p:tav>
                                      </p:tavLst>
                                    </p:anim>
                                    <p:animEffect transition="in" filter="fade">
                                      <p:cBhvr>
                                        <p:cTn id="47" dur="500"/>
                                        <p:tgtEl>
                                          <p:spTgt spid="13">
                                            <p:txEl>
                                              <p:pRg st="0" end="0"/>
                                            </p:txEl>
                                          </p:spTgt>
                                        </p:tgtEl>
                                      </p:cBhvr>
                                    </p:animEffect>
                                  </p:childTnLst>
                                </p:cTn>
                              </p:par>
                            </p:childTnLst>
                          </p:cTn>
                        </p:par>
                        <p:par>
                          <p:cTn id="48" fill="hold">
                            <p:stCondLst>
                              <p:cond delay="4000"/>
                            </p:stCondLst>
                            <p:childTnLst>
                              <p:par>
                                <p:cTn id="49" presetID="42" presetClass="entr" presetSubtype="0" fill="hold" grpId="0" nodeType="afterEffect" nodePh="1">
                                  <p:stCondLst>
                                    <p:cond delay="0"/>
                                  </p:stCondLst>
                                  <p:endCondLst>
                                    <p:cond evt="begin" delay="0">
                                      <p:tn val="49"/>
                                    </p:cond>
                                  </p:endCondLst>
                                  <p:childTnLst>
                                    <p:set>
                                      <p:cBhvr>
                                        <p:cTn id="50" dur="1" fill="hold">
                                          <p:stCondLst>
                                            <p:cond delay="0"/>
                                          </p:stCondLst>
                                        </p:cTn>
                                        <p:tgtEl>
                                          <p:spTgt spid="14">
                                            <p:txEl>
                                              <p:pRg st="0" end="0"/>
                                            </p:txEl>
                                          </p:spTgt>
                                        </p:tgtEl>
                                        <p:attrNameLst>
                                          <p:attrName>style.visibility</p:attrName>
                                        </p:attrNameLst>
                                      </p:cBhvr>
                                      <p:to>
                                        <p:strVal val="visible"/>
                                      </p:to>
                                    </p:set>
                                    <p:animEffect transition="in" filter="fade">
                                      <p:cBhvr>
                                        <p:cTn id="51" dur="500"/>
                                        <p:tgtEl>
                                          <p:spTgt spid="14">
                                            <p:txEl>
                                              <p:pRg st="0" end="0"/>
                                            </p:txEl>
                                          </p:spTgt>
                                        </p:tgtEl>
                                      </p:cBhvr>
                                    </p:animEffect>
                                    <p:anim calcmode="lin" valueType="num">
                                      <p:cBhvr>
                                        <p:cTn id="52" dur="500" fill="hold"/>
                                        <p:tgtEl>
                                          <p:spTgt spid="14">
                                            <p:txEl>
                                              <p:pRg st="0" end="0"/>
                                            </p:txEl>
                                          </p:spTgt>
                                        </p:tgtEl>
                                        <p:attrNameLst>
                                          <p:attrName>ppt_x</p:attrName>
                                        </p:attrNameLst>
                                      </p:cBhvr>
                                      <p:tavLst>
                                        <p:tav tm="0">
                                          <p:val>
                                            <p:strVal val="#ppt_x"/>
                                          </p:val>
                                        </p:tav>
                                        <p:tav tm="100000">
                                          <p:val>
                                            <p:strVal val="#ppt_x"/>
                                          </p:val>
                                        </p:tav>
                                      </p:tavLst>
                                    </p:anim>
                                    <p:anim calcmode="lin" valueType="num">
                                      <p:cBhvr>
                                        <p:cTn id="53" dur="500" fill="hold"/>
                                        <p:tgtEl>
                                          <p:spTgt spid="14">
                                            <p:txEl>
                                              <p:pRg st="0" end="0"/>
                                            </p:txEl>
                                          </p:spTgt>
                                        </p:tgtEl>
                                        <p:attrNameLst>
                                          <p:attrName>ppt_y</p:attrName>
                                        </p:attrNameLst>
                                      </p:cBhvr>
                                      <p:tavLst>
                                        <p:tav tm="0">
                                          <p:val>
                                            <p:strVal val="#ppt_y+.1"/>
                                          </p:val>
                                        </p:tav>
                                        <p:tav tm="100000">
                                          <p:val>
                                            <p:strVal val="#ppt_y"/>
                                          </p:val>
                                        </p:tav>
                                      </p:tavLst>
                                    </p:anim>
                                  </p:childTnLst>
                                </p:cTn>
                              </p:par>
                            </p:childTnLst>
                          </p:cTn>
                        </p:par>
                        <p:par>
                          <p:cTn id="54" fill="hold">
                            <p:stCondLst>
                              <p:cond delay="4500"/>
                            </p:stCondLst>
                            <p:childTnLst>
                              <p:par>
                                <p:cTn id="55" presetID="42" presetClass="entr" presetSubtype="0" fill="hold" grpId="0" nodeType="afterEffect" nodePh="1">
                                  <p:stCondLst>
                                    <p:cond delay="0"/>
                                  </p:stCondLst>
                                  <p:endCondLst>
                                    <p:cond evt="begin" delay="0">
                                      <p:tn val="55"/>
                                    </p:cond>
                                  </p:endCondLst>
                                  <p:childTnLst>
                                    <p:set>
                                      <p:cBhvr>
                                        <p:cTn id="56" dur="1" fill="hold">
                                          <p:stCondLst>
                                            <p:cond delay="0"/>
                                          </p:stCondLst>
                                        </p:cTn>
                                        <p:tgtEl>
                                          <p:spTgt spid="21">
                                            <p:txEl>
                                              <p:pRg st="0" end="0"/>
                                            </p:txEl>
                                          </p:spTgt>
                                        </p:tgtEl>
                                        <p:attrNameLst>
                                          <p:attrName>style.visibility</p:attrName>
                                        </p:attrNameLst>
                                      </p:cBhvr>
                                      <p:to>
                                        <p:strVal val="visible"/>
                                      </p:to>
                                    </p:set>
                                    <p:animEffect transition="in" filter="fade">
                                      <p:cBhvr>
                                        <p:cTn id="57" dur="500"/>
                                        <p:tgtEl>
                                          <p:spTgt spid="21">
                                            <p:txEl>
                                              <p:pRg st="0" end="0"/>
                                            </p:txEl>
                                          </p:spTgt>
                                        </p:tgtEl>
                                      </p:cBhvr>
                                    </p:animEffect>
                                    <p:anim calcmode="lin" valueType="num">
                                      <p:cBhvr>
                                        <p:cTn id="58" dur="500" fill="hold"/>
                                        <p:tgtEl>
                                          <p:spTgt spid="21">
                                            <p:txEl>
                                              <p:pRg st="0" end="0"/>
                                            </p:txEl>
                                          </p:spTgt>
                                        </p:tgtEl>
                                        <p:attrNameLst>
                                          <p:attrName>ppt_x</p:attrName>
                                        </p:attrNameLst>
                                      </p:cBhvr>
                                      <p:tavLst>
                                        <p:tav tm="0">
                                          <p:val>
                                            <p:strVal val="#ppt_x"/>
                                          </p:val>
                                        </p:tav>
                                        <p:tav tm="100000">
                                          <p:val>
                                            <p:strVal val="#ppt_x"/>
                                          </p:val>
                                        </p:tav>
                                      </p:tavLst>
                                    </p:anim>
                                    <p:anim calcmode="lin" valueType="num">
                                      <p:cBhvr>
                                        <p:cTn id="59" dur="500" fill="hold"/>
                                        <p:tgtEl>
                                          <p:spTgt spid="21">
                                            <p:txEl>
                                              <p:pRg st="0" end="0"/>
                                            </p:txEl>
                                          </p:spTgt>
                                        </p:tgtEl>
                                        <p:attrNameLst>
                                          <p:attrName>ppt_y</p:attrName>
                                        </p:attrNameLst>
                                      </p:cBhvr>
                                      <p:tavLst>
                                        <p:tav tm="0">
                                          <p:val>
                                            <p:strVal val="#ppt_y+.1"/>
                                          </p:val>
                                        </p:tav>
                                        <p:tav tm="100000">
                                          <p:val>
                                            <p:strVal val="#ppt_y"/>
                                          </p:val>
                                        </p:tav>
                                      </p:tavLst>
                                    </p:anim>
                                  </p:childTnLst>
                                </p:cTn>
                              </p:par>
                            </p:childTnLst>
                          </p:cTn>
                        </p:par>
                        <p:par>
                          <p:cTn id="60" fill="hold">
                            <p:stCondLst>
                              <p:cond delay="5000"/>
                            </p:stCondLst>
                            <p:childTnLst>
                              <p:par>
                                <p:cTn id="61" presetID="10" presetClass="entr" presetSubtype="0" fill="hold" nodeType="afterEffect">
                                  <p:stCondLst>
                                    <p:cond delay="0"/>
                                  </p:stCondLst>
                                  <p:childTnLst>
                                    <p:set>
                                      <p:cBhvr>
                                        <p:cTn id="62" dur="1" fill="hold">
                                          <p:stCondLst>
                                            <p:cond delay="0"/>
                                          </p:stCondLst>
                                        </p:cTn>
                                        <p:tgtEl>
                                          <p:spTgt spid="25"/>
                                        </p:tgtEl>
                                        <p:attrNameLst>
                                          <p:attrName>style.visibility</p:attrName>
                                        </p:attrNameLst>
                                      </p:cBhvr>
                                      <p:to>
                                        <p:strVal val="visible"/>
                                      </p:to>
                                    </p:set>
                                    <p:animEffect transition="in" filter="fade">
                                      <p:cBhvr>
                                        <p:cTn id="63" dur="500"/>
                                        <p:tgtEl>
                                          <p:spTgt spid="25"/>
                                        </p:tgtEl>
                                      </p:cBhvr>
                                    </p:animEffect>
                                  </p:childTnLst>
                                </p:cTn>
                              </p:par>
                            </p:childTnLst>
                          </p:cTn>
                        </p:par>
                        <p:par>
                          <p:cTn id="64" fill="hold">
                            <p:stCondLst>
                              <p:cond delay="5500"/>
                            </p:stCondLst>
                            <p:childTnLst>
                              <p:par>
                                <p:cTn id="65" presetID="53" presetClass="entr" presetSubtype="16" fill="hold" grpId="0" nodeType="afterEffect" nodePh="1">
                                  <p:stCondLst>
                                    <p:cond delay="0"/>
                                  </p:stCondLst>
                                  <p:endCondLst>
                                    <p:cond evt="begin" delay="0">
                                      <p:tn val="65"/>
                                    </p:cond>
                                  </p:endCondLst>
                                  <p:childTnLst>
                                    <p:set>
                                      <p:cBhvr>
                                        <p:cTn id="66" dur="1" fill="hold">
                                          <p:stCondLst>
                                            <p:cond delay="0"/>
                                          </p:stCondLst>
                                        </p:cTn>
                                        <p:tgtEl>
                                          <p:spTgt spid="15">
                                            <p:txEl>
                                              <p:pRg st="0" end="0"/>
                                            </p:txEl>
                                          </p:spTgt>
                                        </p:tgtEl>
                                        <p:attrNameLst>
                                          <p:attrName>style.visibility</p:attrName>
                                        </p:attrNameLst>
                                      </p:cBhvr>
                                      <p:to>
                                        <p:strVal val="visible"/>
                                      </p:to>
                                    </p:set>
                                    <p:anim calcmode="lin" valueType="num">
                                      <p:cBhvr>
                                        <p:cTn id="67" dur="500" fill="hold"/>
                                        <p:tgtEl>
                                          <p:spTgt spid="15">
                                            <p:txEl>
                                              <p:pRg st="0" end="0"/>
                                            </p:txEl>
                                          </p:spTgt>
                                        </p:tgtEl>
                                        <p:attrNameLst>
                                          <p:attrName>ppt_w</p:attrName>
                                        </p:attrNameLst>
                                      </p:cBhvr>
                                      <p:tavLst>
                                        <p:tav tm="0">
                                          <p:val>
                                            <p:fltVal val="0"/>
                                          </p:val>
                                        </p:tav>
                                        <p:tav tm="100000">
                                          <p:val>
                                            <p:strVal val="#ppt_w"/>
                                          </p:val>
                                        </p:tav>
                                      </p:tavLst>
                                    </p:anim>
                                    <p:anim calcmode="lin" valueType="num">
                                      <p:cBhvr>
                                        <p:cTn id="68" dur="500" fill="hold"/>
                                        <p:tgtEl>
                                          <p:spTgt spid="15">
                                            <p:txEl>
                                              <p:pRg st="0" end="0"/>
                                            </p:txEl>
                                          </p:spTgt>
                                        </p:tgtEl>
                                        <p:attrNameLst>
                                          <p:attrName>ppt_h</p:attrName>
                                        </p:attrNameLst>
                                      </p:cBhvr>
                                      <p:tavLst>
                                        <p:tav tm="0">
                                          <p:val>
                                            <p:fltVal val="0"/>
                                          </p:val>
                                        </p:tav>
                                        <p:tav tm="100000">
                                          <p:val>
                                            <p:strVal val="#ppt_h"/>
                                          </p:val>
                                        </p:tav>
                                      </p:tavLst>
                                    </p:anim>
                                    <p:animEffect transition="in" filter="fade">
                                      <p:cBhvr>
                                        <p:cTn id="69" dur="500"/>
                                        <p:tgtEl>
                                          <p:spTgt spid="15">
                                            <p:txEl>
                                              <p:pRg st="0" end="0"/>
                                            </p:txEl>
                                          </p:spTgt>
                                        </p:tgtEl>
                                      </p:cBhvr>
                                    </p:animEffect>
                                  </p:childTnLst>
                                </p:cTn>
                              </p:par>
                            </p:childTnLst>
                          </p:cTn>
                        </p:par>
                        <p:par>
                          <p:cTn id="70" fill="hold">
                            <p:stCondLst>
                              <p:cond delay="6000"/>
                            </p:stCondLst>
                            <p:childTnLst>
                              <p:par>
                                <p:cTn id="71" presetID="42" presetClass="entr" presetSubtype="0" fill="hold" grpId="0" nodeType="afterEffect" nodePh="1">
                                  <p:stCondLst>
                                    <p:cond delay="0"/>
                                  </p:stCondLst>
                                  <p:endCondLst>
                                    <p:cond evt="begin" delay="0">
                                      <p:tn val="71"/>
                                    </p:cond>
                                  </p:endCondLst>
                                  <p:childTnLst>
                                    <p:set>
                                      <p:cBhvr>
                                        <p:cTn id="72" dur="1" fill="hold">
                                          <p:stCondLst>
                                            <p:cond delay="0"/>
                                          </p:stCondLst>
                                        </p:cTn>
                                        <p:tgtEl>
                                          <p:spTgt spid="16">
                                            <p:txEl>
                                              <p:pRg st="0" end="0"/>
                                            </p:txEl>
                                          </p:spTgt>
                                        </p:tgtEl>
                                        <p:attrNameLst>
                                          <p:attrName>style.visibility</p:attrName>
                                        </p:attrNameLst>
                                      </p:cBhvr>
                                      <p:to>
                                        <p:strVal val="visible"/>
                                      </p:to>
                                    </p:set>
                                    <p:animEffect transition="in" filter="fade">
                                      <p:cBhvr>
                                        <p:cTn id="73" dur="500"/>
                                        <p:tgtEl>
                                          <p:spTgt spid="16">
                                            <p:txEl>
                                              <p:pRg st="0" end="0"/>
                                            </p:txEl>
                                          </p:spTgt>
                                        </p:tgtEl>
                                      </p:cBhvr>
                                    </p:animEffect>
                                    <p:anim calcmode="lin" valueType="num">
                                      <p:cBhvr>
                                        <p:cTn id="74" dur="500" fill="hold"/>
                                        <p:tgtEl>
                                          <p:spTgt spid="16">
                                            <p:txEl>
                                              <p:pRg st="0" end="0"/>
                                            </p:txEl>
                                          </p:spTgt>
                                        </p:tgtEl>
                                        <p:attrNameLst>
                                          <p:attrName>ppt_x</p:attrName>
                                        </p:attrNameLst>
                                      </p:cBhvr>
                                      <p:tavLst>
                                        <p:tav tm="0">
                                          <p:val>
                                            <p:strVal val="#ppt_x"/>
                                          </p:val>
                                        </p:tav>
                                        <p:tav tm="100000">
                                          <p:val>
                                            <p:strVal val="#ppt_x"/>
                                          </p:val>
                                        </p:tav>
                                      </p:tavLst>
                                    </p:anim>
                                    <p:anim calcmode="lin" valueType="num">
                                      <p:cBhvr>
                                        <p:cTn id="75" dur="500" fill="hold"/>
                                        <p:tgtEl>
                                          <p:spTgt spid="16">
                                            <p:txEl>
                                              <p:pRg st="0" end="0"/>
                                            </p:txEl>
                                          </p:spTgt>
                                        </p:tgtEl>
                                        <p:attrNameLst>
                                          <p:attrName>ppt_y</p:attrName>
                                        </p:attrNameLst>
                                      </p:cBhvr>
                                      <p:tavLst>
                                        <p:tav tm="0">
                                          <p:val>
                                            <p:strVal val="#ppt_y+.1"/>
                                          </p:val>
                                        </p:tav>
                                        <p:tav tm="100000">
                                          <p:val>
                                            <p:strVal val="#ppt_y"/>
                                          </p:val>
                                        </p:tav>
                                      </p:tavLst>
                                    </p:anim>
                                  </p:childTnLst>
                                </p:cTn>
                              </p:par>
                            </p:childTnLst>
                          </p:cTn>
                        </p:par>
                        <p:par>
                          <p:cTn id="76" fill="hold">
                            <p:stCondLst>
                              <p:cond delay="6500"/>
                            </p:stCondLst>
                            <p:childTnLst>
                              <p:par>
                                <p:cTn id="77" presetID="42" presetClass="entr" presetSubtype="0" fill="hold" grpId="0" nodeType="afterEffect" nodePh="1">
                                  <p:stCondLst>
                                    <p:cond delay="0"/>
                                  </p:stCondLst>
                                  <p:endCondLst>
                                    <p:cond evt="begin" delay="0">
                                      <p:tn val="77"/>
                                    </p:cond>
                                  </p:endCondLst>
                                  <p:childTnLst>
                                    <p:set>
                                      <p:cBhvr>
                                        <p:cTn id="78" dur="1" fill="hold">
                                          <p:stCondLst>
                                            <p:cond delay="0"/>
                                          </p:stCondLst>
                                        </p:cTn>
                                        <p:tgtEl>
                                          <p:spTgt spid="22">
                                            <p:txEl>
                                              <p:pRg st="0" end="0"/>
                                            </p:txEl>
                                          </p:spTgt>
                                        </p:tgtEl>
                                        <p:attrNameLst>
                                          <p:attrName>style.visibility</p:attrName>
                                        </p:attrNameLst>
                                      </p:cBhvr>
                                      <p:to>
                                        <p:strVal val="visible"/>
                                      </p:to>
                                    </p:set>
                                    <p:animEffect transition="in" filter="fade">
                                      <p:cBhvr>
                                        <p:cTn id="79" dur="500"/>
                                        <p:tgtEl>
                                          <p:spTgt spid="22">
                                            <p:txEl>
                                              <p:pRg st="0" end="0"/>
                                            </p:txEl>
                                          </p:spTgt>
                                        </p:tgtEl>
                                      </p:cBhvr>
                                    </p:animEffect>
                                    <p:anim calcmode="lin" valueType="num">
                                      <p:cBhvr>
                                        <p:cTn id="80" dur="500" fill="hold"/>
                                        <p:tgtEl>
                                          <p:spTgt spid="22">
                                            <p:txEl>
                                              <p:pRg st="0" end="0"/>
                                            </p:txEl>
                                          </p:spTgt>
                                        </p:tgtEl>
                                        <p:attrNameLst>
                                          <p:attrName>ppt_x</p:attrName>
                                        </p:attrNameLst>
                                      </p:cBhvr>
                                      <p:tavLst>
                                        <p:tav tm="0">
                                          <p:val>
                                            <p:strVal val="#ppt_x"/>
                                          </p:val>
                                        </p:tav>
                                        <p:tav tm="100000">
                                          <p:val>
                                            <p:strVal val="#ppt_x"/>
                                          </p:val>
                                        </p:tav>
                                      </p:tavLst>
                                    </p:anim>
                                    <p:anim calcmode="lin" valueType="num">
                                      <p:cBhvr>
                                        <p:cTn id="81" dur="500" fill="hold"/>
                                        <p:tgtEl>
                                          <p:spTgt spid="22">
                                            <p:txEl>
                                              <p:pRg st="0" end="0"/>
                                            </p:txEl>
                                          </p:spTgt>
                                        </p:tgtEl>
                                        <p:attrNameLst>
                                          <p:attrName>ppt_y</p:attrName>
                                        </p:attrNameLst>
                                      </p:cBhvr>
                                      <p:tavLst>
                                        <p:tav tm="0">
                                          <p:val>
                                            <p:strVal val="#ppt_y+.1"/>
                                          </p:val>
                                        </p:tav>
                                        <p:tav tm="100000">
                                          <p:val>
                                            <p:strVal val="#ppt_y"/>
                                          </p:val>
                                        </p:tav>
                                      </p:tavLst>
                                    </p:anim>
                                  </p:childTnLst>
                                </p:cTn>
                              </p:par>
                            </p:childTnLst>
                          </p:cTn>
                        </p:par>
                        <p:par>
                          <p:cTn id="82" fill="hold">
                            <p:stCondLst>
                              <p:cond delay="7000"/>
                            </p:stCondLst>
                            <p:childTnLst>
                              <p:par>
                                <p:cTn id="83" presetID="10" presetClass="entr" presetSubtype="0" fill="hold" nodeType="afterEffect">
                                  <p:stCondLst>
                                    <p:cond delay="0"/>
                                  </p:stCondLst>
                                  <p:childTnLst>
                                    <p:set>
                                      <p:cBhvr>
                                        <p:cTn id="84" dur="1" fill="hold">
                                          <p:stCondLst>
                                            <p:cond delay="0"/>
                                          </p:stCondLst>
                                        </p:cTn>
                                        <p:tgtEl>
                                          <p:spTgt spid="32"/>
                                        </p:tgtEl>
                                        <p:attrNameLst>
                                          <p:attrName>style.visibility</p:attrName>
                                        </p:attrNameLst>
                                      </p:cBhvr>
                                      <p:to>
                                        <p:strVal val="visible"/>
                                      </p:to>
                                    </p:set>
                                    <p:animEffect transition="in" filter="fade">
                                      <p:cBhvr>
                                        <p:cTn id="85" dur="500"/>
                                        <p:tgtEl>
                                          <p:spTgt spid="32"/>
                                        </p:tgtEl>
                                      </p:cBhvr>
                                    </p:animEffect>
                                  </p:childTnLst>
                                </p:cTn>
                              </p:par>
                            </p:childTnLst>
                          </p:cTn>
                        </p:par>
                        <p:par>
                          <p:cTn id="86" fill="hold">
                            <p:stCondLst>
                              <p:cond delay="7500"/>
                            </p:stCondLst>
                            <p:childTnLst>
                              <p:par>
                                <p:cTn id="87" presetID="53" presetClass="entr" presetSubtype="16" fill="hold" grpId="0" nodeType="afterEffect" nodePh="1">
                                  <p:stCondLst>
                                    <p:cond delay="0"/>
                                  </p:stCondLst>
                                  <p:endCondLst>
                                    <p:cond evt="begin" delay="0">
                                      <p:tn val="87"/>
                                    </p:cond>
                                  </p:endCondLst>
                                  <p:childTnLst>
                                    <p:set>
                                      <p:cBhvr>
                                        <p:cTn id="88" dur="1" fill="hold">
                                          <p:stCondLst>
                                            <p:cond delay="0"/>
                                          </p:stCondLst>
                                        </p:cTn>
                                        <p:tgtEl>
                                          <p:spTgt spid="17">
                                            <p:txEl>
                                              <p:pRg st="0" end="0"/>
                                            </p:txEl>
                                          </p:spTgt>
                                        </p:tgtEl>
                                        <p:attrNameLst>
                                          <p:attrName>style.visibility</p:attrName>
                                        </p:attrNameLst>
                                      </p:cBhvr>
                                      <p:to>
                                        <p:strVal val="visible"/>
                                      </p:to>
                                    </p:set>
                                    <p:anim calcmode="lin" valueType="num">
                                      <p:cBhvr>
                                        <p:cTn id="89" dur="500" fill="hold"/>
                                        <p:tgtEl>
                                          <p:spTgt spid="17">
                                            <p:txEl>
                                              <p:pRg st="0" end="0"/>
                                            </p:txEl>
                                          </p:spTgt>
                                        </p:tgtEl>
                                        <p:attrNameLst>
                                          <p:attrName>ppt_w</p:attrName>
                                        </p:attrNameLst>
                                      </p:cBhvr>
                                      <p:tavLst>
                                        <p:tav tm="0">
                                          <p:val>
                                            <p:fltVal val="0"/>
                                          </p:val>
                                        </p:tav>
                                        <p:tav tm="100000">
                                          <p:val>
                                            <p:strVal val="#ppt_w"/>
                                          </p:val>
                                        </p:tav>
                                      </p:tavLst>
                                    </p:anim>
                                    <p:anim calcmode="lin" valueType="num">
                                      <p:cBhvr>
                                        <p:cTn id="90" dur="500" fill="hold"/>
                                        <p:tgtEl>
                                          <p:spTgt spid="17">
                                            <p:txEl>
                                              <p:pRg st="0" end="0"/>
                                            </p:txEl>
                                          </p:spTgt>
                                        </p:tgtEl>
                                        <p:attrNameLst>
                                          <p:attrName>ppt_h</p:attrName>
                                        </p:attrNameLst>
                                      </p:cBhvr>
                                      <p:tavLst>
                                        <p:tav tm="0">
                                          <p:val>
                                            <p:fltVal val="0"/>
                                          </p:val>
                                        </p:tav>
                                        <p:tav tm="100000">
                                          <p:val>
                                            <p:strVal val="#ppt_h"/>
                                          </p:val>
                                        </p:tav>
                                      </p:tavLst>
                                    </p:anim>
                                    <p:animEffect transition="in" filter="fade">
                                      <p:cBhvr>
                                        <p:cTn id="91" dur="500"/>
                                        <p:tgtEl>
                                          <p:spTgt spid="17">
                                            <p:txEl>
                                              <p:pRg st="0" end="0"/>
                                            </p:txEl>
                                          </p:spTgt>
                                        </p:tgtEl>
                                      </p:cBhvr>
                                    </p:animEffect>
                                  </p:childTnLst>
                                </p:cTn>
                              </p:par>
                            </p:childTnLst>
                          </p:cTn>
                        </p:par>
                        <p:par>
                          <p:cTn id="92" fill="hold">
                            <p:stCondLst>
                              <p:cond delay="8000"/>
                            </p:stCondLst>
                            <p:childTnLst>
                              <p:par>
                                <p:cTn id="93" presetID="42" presetClass="entr" presetSubtype="0" fill="hold" grpId="0" nodeType="afterEffect" nodePh="1">
                                  <p:stCondLst>
                                    <p:cond delay="0"/>
                                  </p:stCondLst>
                                  <p:endCondLst>
                                    <p:cond evt="begin" delay="0">
                                      <p:tn val="93"/>
                                    </p:cond>
                                  </p:endCondLst>
                                  <p:childTnLst>
                                    <p:set>
                                      <p:cBhvr>
                                        <p:cTn id="94" dur="1" fill="hold">
                                          <p:stCondLst>
                                            <p:cond delay="0"/>
                                          </p:stCondLst>
                                        </p:cTn>
                                        <p:tgtEl>
                                          <p:spTgt spid="18">
                                            <p:txEl>
                                              <p:pRg st="0" end="0"/>
                                            </p:txEl>
                                          </p:spTgt>
                                        </p:tgtEl>
                                        <p:attrNameLst>
                                          <p:attrName>style.visibility</p:attrName>
                                        </p:attrNameLst>
                                      </p:cBhvr>
                                      <p:to>
                                        <p:strVal val="visible"/>
                                      </p:to>
                                    </p:set>
                                    <p:animEffect transition="in" filter="fade">
                                      <p:cBhvr>
                                        <p:cTn id="95" dur="500"/>
                                        <p:tgtEl>
                                          <p:spTgt spid="18">
                                            <p:txEl>
                                              <p:pRg st="0" end="0"/>
                                            </p:txEl>
                                          </p:spTgt>
                                        </p:tgtEl>
                                      </p:cBhvr>
                                    </p:animEffect>
                                    <p:anim calcmode="lin" valueType="num">
                                      <p:cBhvr>
                                        <p:cTn id="96" dur="500" fill="hold"/>
                                        <p:tgtEl>
                                          <p:spTgt spid="18">
                                            <p:txEl>
                                              <p:pRg st="0" end="0"/>
                                            </p:txEl>
                                          </p:spTgt>
                                        </p:tgtEl>
                                        <p:attrNameLst>
                                          <p:attrName>ppt_x</p:attrName>
                                        </p:attrNameLst>
                                      </p:cBhvr>
                                      <p:tavLst>
                                        <p:tav tm="0">
                                          <p:val>
                                            <p:strVal val="#ppt_x"/>
                                          </p:val>
                                        </p:tav>
                                        <p:tav tm="100000">
                                          <p:val>
                                            <p:strVal val="#ppt_x"/>
                                          </p:val>
                                        </p:tav>
                                      </p:tavLst>
                                    </p:anim>
                                    <p:anim calcmode="lin" valueType="num">
                                      <p:cBhvr>
                                        <p:cTn id="97" dur="500" fill="hold"/>
                                        <p:tgtEl>
                                          <p:spTgt spid="18">
                                            <p:txEl>
                                              <p:pRg st="0" end="0"/>
                                            </p:txEl>
                                          </p:spTgt>
                                        </p:tgtEl>
                                        <p:attrNameLst>
                                          <p:attrName>ppt_y</p:attrName>
                                        </p:attrNameLst>
                                      </p:cBhvr>
                                      <p:tavLst>
                                        <p:tav tm="0">
                                          <p:val>
                                            <p:strVal val="#ppt_y+.1"/>
                                          </p:val>
                                        </p:tav>
                                        <p:tav tm="100000">
                                          <p:val>
                                            <p:strVal val="#ppt_y"/>
                                          </p:val>
                                        </p:tav>
                                      </p:tavLst>
                                    </p:anim>
                                  </p:childTnLst>
                                </p:cTn>
                              </p:par>
                            </p:childTnLst>
                          </p:cTn>
                        </p:par>
                        <p:par>
                          <p:cTn id="98" fill="hold">
                            <p:stCondLst>
                              <p:cond delay="8500"/>
                            </p:stCondLst>
                            <p:childTnLst>
                              <p:par>
                                <p:cTn id="99" presetID="42" presetClass="entr" presetSubtype="0" fill="hold" grpId="0" nodeType="afterEffect" nodePh="1">
                                  <p:stCondLst>
                                    <p:cond delay="0"/>
                                  </p:stCondLst>
                                  <p:endCondLst>
                                    <p:cond evt="begin" delay="0">
                                      <p:tn val="99"/>
                                    </p:cond>
                                  </p:endCondLst>
                                  <p:childTnLst>
                                    <p:set>
                                      <p:cBhvr>
                                        <p:cTn id="100" dur="1" fill="hold">
                                          <p:stCondLst>
                                            <p:cond delay="0"/>
                                          </p:stCondLst>
                                        </p:cTn>
                                        <p:tgtEl>
                                          <p:spTgt spid="23">
                                            <p:txEl>
                                              <p:pRg st="0" end="0"/>
                                            </p:txEl>
                                          </p:spTgt>
                                        </p:tgtEl>
                                        <p:attrNameLst>
                                          <p:attrName>style.visibility</p:attrName>
                                        </p:attrNameLst>
                                      </p:cBhvr>
                                      <p:to>
                                        <p:strVal val="visible"/>
                                      </p:to>
                                    </p:set>
                                    <p:animEffect transition="in" filter="fade">
                                      <p:cBhvr>
                                        <p:cTn id="101" dur="500"/>
                                        <p:tgtEl>
                                          <p:spTgt spid="23">
                                            <p:txEl>
                                              <p:pRg st="0" end="0"/>
                                            </p:txEl>
                                          </p:spTgt>
                                        </p:tgtEl>
                                      </p:cBhvr>
                                    </p:animEffect>
                                    <p:anim calcmode="lin" valueType="num">
                                      <p:cBhvr>
                                        <p:cTn id="102" dur="500" fill="hold"/>
                                        <p:tgtEl>
                                          <p:spTgt spid="23">
                                            <p:txEl>
                                              <p:pRg st="0" end="0"/>
                                            </p:txEl>
                                          </p:spTgt>
                                        </p:tgtEl>
                                        <p:attrNameLst>
                                          <p:attrName>ppt_x</p:attrName>
                                        </p:attrNameLst>
                                      </p:cBhvr>
                                      <p:tavLst>
                                        <p:tav tm="0">
                                          <p:val>
                                            <p:strVal val="#ppt_x"/>
                                          </p:val>
                                        </p:tav>
                                        <p:tav tm="100000">
                                          <p:val>
                                            <p:strVal val="#ppt_x"/>
                                          </p:val>
                                        </p:tav>
                                      </p:tavLst>
                                    </p:anim>
                                    <p:anim calcmode="lin" valueType="num">
                                      <p:cBhvr>
                                        <p:cTn id="103" dur="500" fill="hold"/>
                                        <p:tgtEl>
                                          <p:spTgt spid="23">
                                            <p:txEl>
                                              <p:pRg st="0" end="0"/>
                                            </p:txEl>
                                          </p:spTgt>
                                        </p:tgtEl>
                                        <p:attrNameLst>
                                          <p:attrName>ppt_y</p:attrName>
                                        </p:attrNameLst>
                                      </p:cBhvr>
                                      <p:tavLst>
                                        <p:tav tm="0">
                                          <p:val>
                                            <p:strVal val="#ppt_y+.1"/>
                                          </p:val>
                                        </p:tav>
                                        <p:tav tm="100000">
                                          <p:val>
                                            <p:strVal val="#ppt_y"/>
                                          </p:val>
                                        </p:tav>
                                      </p:tavLst>
                                    </p:anim>
                                  </p:childTnLst>
                                </p:cTn>
                              </p:par>
                            </p:childTnLst>
                          </p:cTn>
                        </p:par>
                        <p:par>
                          <p:cTn id="104" fill="hold">
                            <p:stCondLst>
                              <p:cond delay="9000"/>
                            </p:stCondLst>
                            <p:childTnLst>
                              <p:par>
                                <p:cTn id="105" presetID="10" presetClass="entr" presetSubtype="0" fill="hold" nodeType="afterEffect">
                                  <p:stCondLst>
                                    <p:cond delay="0"/>
                                  </p:stCondLst>
                                  <p:childTnLst>
                                    <p:set>
                                      <p:cBhvr>
                                        <p:cTn id="106" dur="1" fill="hold">
                                          <p:stCondLst>
                                            <p:cond delay="0"/>
                                          </p:stCondLst>
                                        </p:cTn>
                                        <p:tgtEl>
                                          <p:spTgt spid="39"/>
                                        </p:tgtEl>
                                        <p:attrNameLst>
                                          <p:attrName>style.visibility</p:attrName>
                                        </p:attrNameLst>
                                      </p:cBhvr>
                                      <p:to>
                                        <p:strVal val="visible"/>
                                      </p:to>
                                    </p:set>
                                    <p:animEffect transition="in" filter="fade">
                                      <p:cBhvr>
                                        <p:cTn id="107" dur="500"/>
                                        <p:tgtEl>
                                          <p:spTgt spid="39"/>
                                        </p:tgtEl>
                                      </p:cBhvr>
                                    </p:animEffect>
                                  </p:childTnLst>
                                </p:cTn>
                              </p:par>
                            </p:childTnLst>
                          </p:cTn>
                        </p:par>
                        <p:par>
                          <p:cTn id="108" fill="hold">
                            <p:stCondLst>
                              <p:cond delay="9500"/>
                            </p:stCondLst>
                            <p:childTnLst>
                              <p:par>
                                <p:cTn id="109" presetID="53" presetClass="entr" presetSubtype="16" fill="hold" grpId="0" nodeType="afterEffect" nodePh="1">
                                  <p:stCondLst>
                                    <p:cond delay="0"/>
                                  </p:stCondLst>
                                  <p:endCondLst>
                                    <p:cond evt="begin" delay="0">
                                      <p:tn val="109"/>
                                    </p:cond>
                                  </p:endCondLst>
                                  <p:childTnLst>
                                    <p:set>
                                      <p:cBhvr>
                                        <p:cTn id="110" dur="1" fill="hold">
                                          <p:stCondLst>
                                            <p:cond delay="0"/>
                                          </p:stCondLst>
                                        </p:cTn>
                                        <p:tgtEl>
                                          <p:spTgt spid="19">
                                            <p:txEl>
                                              <p:pRg st="0" end="0"/>
                                            </p:txEl>
                                          </p:spTgt>
                                        </p:tgtEl>
                                        <p:attrNameLst>
                                          <p:attrName>style.visibility</p:attrName>
                                        </p:attrNameLst>
                                      </p:cBhvr>
                                      <p:to>
                                        <p:strVal val="visible"/>
                                      </p:to>
                                    </p:set>
                                    <p:anim calcmode="lin" valueType="num">
                                      <p:cBhvr>
                                        <p:cTn id="111" dur="500" fill="hold"/>
                                        <p:tgtEl>
                                          <p:spTgt spid="19">
                                            <p:txEl>
                                              <p:pRg st="0" end="0"/>
                                            </p:txEl>
                                          </p:spTgt>
                                        </p:tgtEl>
                                        <p:attrNameLst>
                                          <p:attrName>ppt_w</p:attrName>
                                        </p:attrNameLst>
                                      </p:cBhvr>
                                      <p:tavLst>
                                        <p:tav tm="0">
                                          <p:val>
                                            <p:fltVal val="0"/>
                                          </p:val>
                                        </p:tav>
                                        <p:tav tm="100000">
                                          <p:val>
                                            <p:strVal val="#ppt_w"/>
                                          </p:val>
                                        </p:tav>
                                      </p:tavLst>
                                    </p:anim>
                                    <p:anim calcmode="lin" valueType="num">
                                      <p:cBhvr>
                                        <p:cTn id="112" dur="500" fill="hold"/>
                                        <p:tgtEl>
                                          <p:spTgt spid="19">
                                            <p:txEl>
                                              <p:pRg st="0" end="0"/>
                                            </p:txEl>
                                          </p:spTgt>
                                        </p:tgtEl>
                                        <p:attrNameLst>
                                          <p:attrName>ppt_h</p:attrName>
                                        </p:attrNameLst>
                                      </p:cBhvr>
                                      <p:tavLst>
                                        <p:tav tm="0">
                                          <p:val>
                                            <p:fltVal val="0"/>
                                          </p:val>
                                        </p:tav>
                                        <p:tav tm="100000">
                                          <p:val>
                                            <p:strVal val="#ppt_h"/>
                                          </p:val>
                                        </p:tav>
                                      </p:tavLst>
                                    </p:anim>
                                    <p:animEffect transition="in" filter="fade">
                                      <p:cBhvr>
                                        <p:cTn id="113" dur="500"/>
                                        <p:tgtEl>
                                          <p:spTgt spid="19">
                                            <p:txEl>
                                              <p:pRg st="0" end="0"/>
                                            </p:txEl>
                                          </p:spTgt>
                                        </p:tgtEl>
                                      </p:cBhvr>
                                    </p:animEffect>
                                  </p:childTnLst>
                                </p:cTn>
                              </p:par>
                            </p:childTnLst>
                          </p:cTn>
                        </p:par>
                        <p:par>
                          <p:cTn id="114" fill="hold">
                            <p:stCondLst>
                              <p:cond delay="10000"/>
                            </p:stCondLst>
                            <p:childTnLst>
                              <p:par>
                                <p:cTn id="115" presetID="42" presetClass="entr" presetSubtype="0" fill="hold" grpId="0" nodeType="afterEffect" nodePh="1">
                                  <p:stCondLst>
                                    <p:cond delay="0"/>
                                  </p:stCondLst>
                                  <p:endCondLst>
                                    <p:cond evt="begin" delay="0">
                                      <p:tn val="115"/>
                                    </p:cond>
                                  </p:endCondLst>
                                  <p:childTnLst>
                                    <p:set>
                                      <p:cBhvr>
                                        <p:cTn id="116" dur="1" fill="hold">
                                          <p:stCondLst>
                                            <p:cond delay="0"/>
                                          </p:stCondLst>
                                        </p:cTn>
                                        <p:tgtEl>
                                          <p:spTgt spid="20">
                                            <p:txEl>
                                              <p:pRg st="0" end="0"/>
                                            </p:txEl>
                                          </p:spTgt>
                                        </p:tgtEl>
                                        <p:attrNameLst>
                                          <p:attrName>style.visibility</p:attrName>
                                        </p:attrNameLst>
                                      </p:cBhvr>
                                      <p:to>
                                        <p:strVal val="visible"/>
                                      </p:to>
                                    </p:set>
                                    <p:animEffect transition="in" filter="fade">
                                      <p:cBhvr>
                                        <p:cTn id="117" dur="500"/>
                                        <p:tgtEl>
                                          <p:spTgt spid="20">
                                            <p:txEl>
                                              <p:pRg st="0" end="0"/>
                                            </p:txEl>
                                          </p:spTgt>
                                        </p:tgtEl>
                                      </p:cBhvr>
                                    </p:animEffect>
                                    <p:anim calcmode="lin" valueType="num">
                                      <p:cBhvr>
                                        <p:cTn id="118" dur="500" fill="hold"/>
                                        <p:tgtEl>
                                          <p:spTgt spid="20">
                                            <p:txEl>
                                              <p:pRg st="0" end="0"/>
                                            </p:txEl>
                                          </p:spTgt>
                                        </p:tgtEl>
                                        <p:attrNameLst>
                                          <p:attrName>ppt_x</p:attrName>
                                        </p:attrNameLst>
                                      </p:cBhvr>
                                      <p:tavLst>
                                        <p:tav tm="0">
                                          <p:val>
                                            <p:strVal val="#ppt_x"/>
                                          </p:val>
                                        </p:tav>
                                        <p:tav tm="100000">
                                          <p:val>
                                            <p:strVal val="#ppt_x"/>
                                          </p:val>
                                        </p:tav>
                                      </p:tavLst>
                                    </p:anim>
                                    <p:anim calcmode="lin" valueType="num">
                                      <p:cBhvr>
                                        <p:cTn id="119" dur="500" fill="hold"/>
                                        <p:tgtEl>
                                          <p:spTgt spid="20">
                                            <p:txEl>
                                              <p:pRg st="0" end="0"/>
                                            </p:txEl>
                                          </p:spTgt>
                                        </p:tgtEl>
                                        <p:attrNameLst>
                                          <p:attrName>ppt_y</p:attrName>
                                        </p:attrNameLst>
                                      </p:cBhvr>
                                      <p:tavLst>
                                        <p:tav tm="0">
                                          <p:val>
                                            <p:strVal val="#ppt_y+.1"/>
                                          </p:val>
                                        </p:tav>
                                        <p:tav tm="100000">
                                          <p:val>
                                            <p:strVal val="#ppt_y"/>
                                          </p:val>
                                        </p:tav>
                                      </p:tavLst>
                                    </p:anim>
                                  </p:childTnLst>
                                </p:cTn>
                              </p:par>
                            </p:childTnLst>
                          </p:cTn>
                        </p:par>
                        <p:par>
                          <p:cTn id="120" fill="hold">
                            <p:stCondLst>
                              <p:cond delay="10500"/>
                            </p:stCondLst>
                            <p:childTnLst>
                              <p:par>
                                <p:cTn id="121" presetID="42" presetClass="entr" presetSubtype="0" fill="hold" grpId="0" nodeType="afterEffect" nodePh="1">
                                  <p:stCondLst>
                                    <p:cond delay="0"/>
                                  </p:stCondLst>
                                  <p:endCondLst>
                                    <p:cond evt="begin" delay="0">
                                      <p:tn val="121"/>
                                    </p:cond>
                                  </p:endCondLst>
                                  <p:childTnLst>
                                    <p:set>
                                      <p:cBhvr>
                                        <p:cTn id="122" dur="1" fill="hold">
                                          <p:stCondLst>
                                            <p:cond delay="0"/>
                                          </p:stCondLst>
                                        </p:cTn>
                                        <p:tgtEl>
                                          <p:spTgt spid="24">
                                            <p:txEl>
                                              <p:pRg st="0" end="0"/>
                                            </p:txEl>
                                          </p:spTgt>
                                        </p:tgtEl>
                                        <p:attrNameLst>
                                          <p:attrName>style.visibility</p:attrName>
                                        </p:attrNameLst>
                                      </p:cBhvr>
                                      <p:to>
                                        <p:strVal val="visible"/>
                                      </p:to>
                                    </p:set>
                                    <p:animEffect transition="in" filter="fade">
                                      <p:cBhvr>
                                        <p:cTn id="123" dur="500"/>
                                        <p:tgtEl>
                                          <p:spTgt spid="24">
                                            <p:txEl>
                                              <p:pRg st="0" end="0"/>
                                            </p:txEl>
                                          </p:spTgt>
                                        </p:tgtEl>
                                      </p:cBhvr>
                                    </p:animEffect>
                                    <p:anim calcmode="lin" valueType="num">
                                      <p:cBhvr>
                                        <p:cTn id="124"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p:cTn id="125" dur="500" fill="hold"/>
                                        <p:tgtEl>
                                          <p:spTgt spid="24">
                                            <p:txEl>
                                              <p:pRg st="0" end="0"/>
                                            </p:txEl>
                                          </p:spTgt>
                                        </p:tgtEl>
                                        <p:attrNameLst>
                                          <p:attrName>ppt_y</p:attrName>
                                        </p:attrNameLst>
                                      </p:cBhvr>
                                      <p:tavLst>
                                        <p:tav tm="0">
                                          <p:val>
                                            <p:strVal val="#ppt_y+.1"/>
                                          </p:val>
                                        </p:tav>
                                        <p:tav tm="100000">
                                          <p:val>
                                            <p:strVal val="#ppt_y"/>
                                          </p:val>
                                        </p:tav>
                                      </p:tavLst>
                                    </p:anim>
                                  </p:childTnLst>
                                </p:cTn>
                              </p:par>
                            </p:childTnLst>
                          </p:cTn>
                        </p:par>
                        <p:par>
                          <p:cTn id="126" fill="hold">
                            <p:stCondLst>
                              <p:cond delay="11000"/>
                            </p:stCondLst>
                            <p:childTnLst>
                              <p:par>
                                <p:cTn id="127" presetID="10" presetClass="entr" presetSubtype="0" fill="hold" nodeType="afterEffect">
                                  <p:stCondLst>
                                    <p:cond delay="0"/>
                                  </p:stCondLst>
                                  <p:childTnLst>
                                    <p:set>
                                      <p:cBhvr>
                                        <p:cTn id="128" dur="1" fill="hold">
                                          <p:stCondLst>
                                            <p:cond delay="0"/>
                                          </p:stCondLst>
                                        </p:cTn>
                                        <p:tgtEl>
                                          <p:spTgt spid="46"/>
                                        </p:tgtEl>
                                        <p:attrNameLst>
                                          <p:attrName>style.visibility</p:attrName>
                                        </p:attrNameLst>
                                      </p:cBhvr>
                                      <p:to>
                                        <p:strVal val="visible"/>
                                      </p:to>
                                    </p:set>
                                    <p:animEffect transition="in" filter="fade">
                                      <p:cBhvr>
                                        <p:cTn id="129" dur="500"/>
                                        <p:tgtEl>
                                          <p:spTgt spid="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9" grpId="0" animBg="1"/>
      <p:bldP spid="10" grpId="0" animBg="1"/>
      <p:bldP spid="11" grpId="0" animBg="1"/>
      <p:bldP spid="12" grpId="0" animBg="1"/>
      <p:bldP spid="13"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3"/>
                        </p:tgtEl>
                        <p:attrNameLst>
                          <p:attrName>style.visibility</p:attrName>
                        </p:attrNameLst>
                      </p:cBhvr>
                      <p:to>
                        <p:strVal val="visible"/>
                      </p:to>
                    </p:set>
                    <p:anim calcmode="lin" valueType="num">
                      <p:cBhvr>
                        <p:cTn dur="500" fill="hold"/>
                        <p:tgtEl>
                          <p:spTgt spid="13"/>
                        </p:tgtEl>
                        <p:attrNameLst>
                          <p:attrName>ppt_w</p:attrName>
                        </p:attrNameLst>
                      </p:cBhvr>
                      <p:tavLst>
                        <p:tav tm="0">
                          <p:val>
                            <p:fltVal val="0"/>
                          </p:val>
                        </p:tav>
                        <p:tav tm="100000">
                          <p:val>
                            <p:strVal val="#ppt_w"/>
                          </p:val>
                        </p:tav>
                      </p:tavLst>
                    </p:anim>
                    <p:anim calcmode="lin" valueType="num">
                      <p:cBhvr>
                        <p:cTn dur="500" fill="hold"/>
                        <p:tgtEl>
                          <p:spTgt spid="13"/>
                        </p:tgtEl>
                        <p:attrNameLst>
                          <p:attrName>ppt_h</p:attrName>
                        </p:attrNameLst>
                      </p:cBhvr>
                      <p:tavLst>
                        <p:tav tm="0">
                          <p:val>
                            <p:fltVal val="0"/>
                          </p:val>
                        </p:tav>
                        <p:tav tm="100000">
                          <p:val>
                            <p:strVal val="#ppt_h"/>
                          </p:val>
                        </p:tav>
                      </p:tavLst>
                    </p:anim>
                    <p:animEffect transition="in" filter="fade">
                      <p:cBhvr>
                        <p:cTn dur="500"/>
                        <p:tgtEl>
                          <p:spTgt spid="13"/>
                        </p:tgtEl>
                      </p:cBhvr>
                    </p:animEffect>
                  </p:childTnLst>
                </p:cTn>
              </p:par>
            </p:tnLst>
          </p:tmpl>
        </p:tmplLst>
      </p:bldP>
      <p:bldP spid="14"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4"/>
                        </p:tgtEl>
                        <p:attrNameLst>
                          <p:attrName>style.visibility</p:attrName>
                        </p:attrNameLst>
                      </p:cBhvr>
                      <p:to>
                        <p:strVal val="visible"/>
                      </p:to>
                    </p:set>
                    <p:animEffect transition="in" filter="fade">
                      <p:cBhvr>
                        <p:cTn dur="500"/>
                        <p:tgtEl>
                          <p:spTgt spid="14"/>
                        </p:tgtEl>
                      </p:cBhvr>
                    </p:animEffect>
                    <p:anim calcmode="lin" valueType="num">
                      <p:cBhvr>
                        <p:cTn dur="500" fill="hold"/>
                        <p:tgtEl>
                          <p:spTgt spid="14"/>
                        </p:tgtEl>
                        <p:attrNameLst>
                          <p:attrName>ppt_x</p:attrName>
                        </p:attrNameLst>
                      </p:cBhvr>
                      <p:tavLst>
                        <p:tav tm="0">
                          <p:val>
                            <p:strVal val="#ppt_x"/>
                          </p:val>
                        </p:tav>
                        <p:tav tm="100000">
                          <p:val>
                            <p:strVal val="#ppt_x"/>
                          </p:val>
                        </p:tav>
                      </p:tavLst>
                    </p:anim>
                    <p:anim calcmode="lin" valueType="num">
                      <p:cBhvr>
                        <p:cTn dur="500" fill="hold"/>
                        <p:tgtEl>
                          <p:spTgt spid="14"/>
                        </p:tgtEl>
                        <p:attrNameLst>
                          <p:attrName>ppt_y</p:attrName>
                        </p:attrNameLst>
                      </p:cBhvr>
                      <p:tavLst>
                        <p:tav tm="0">
                          <p:val>
                            <p:strVal val="#ppt_y+.1"/>
                          </p:val>
                        </p:tav>
                        <p:tav tm="100000">
                          <p:val>
                            <p:strVal val="#ppt_y"/>
                          </p:val>
                        </p:tav>
                      </p:tavLst>
                    </p:anim>
                  </p:childTnLst>
                </p:cTn>
              </p:par>
            </p:tnLst>
          </p:tmpl>
        </p:tmplLst>
      </p:bldP>
      <p:bldP spid="15"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5"/>
                        </p:tgtEl>
                        <p:attrNameLst>
                          <p:attrName>style.visibility</p:attrName>
                        </p:attrNameLst>
                      </p:cBhvr>
                      <p:to>
                        <p:strVal val="visible"/>
                      </p:to>
                    </p:set>
                    <p:anim calcmode="lin" valueType="num">
                      <p:cBhvr>
                        <p:cTn dur="500" fill="hold"/>
                        <p:tgtEl>
                          <p:spTgt spid="15"/>
                        </p:tgtEl>
                        <p:attrNameLst>
                          <p:attrName>ppt_w</p:attrName>
                        </p:attrNameLst>
                      </p:cBhvr>
                      <p:tavLst>
                        <p:tav tm="0">
                          <p:val>
                            <p:fltVal val="0"/>
                          </p:val>
                        </p:tav>
                        <p:tav tm="100000">
                          <p:val>
                            <p:strVal val="#ppt_w"/>
                          </p:val>
                        </p:tav>
                      </p:tavLst>
                    </p:anim>
                    <p:anim calcmode="lin" valueType="num">
                      <p:cBhvr>
                        <p:cTn dur="500" fill="hold"/>
                        <p:tgtEl>
                          <p:spTgt spid="15"/>
                        </p:tgtEl>
                        <p:attrNameLst>
                          <p:attrName>ppt_h</p:attrName>
                        </p:attrNameLst>
                      </p:cBhvr>
                      <p:tavLst>
                        <p:tav tm="0">
                          <p:val>
                            <p:fltVal val="0"/>
                          </p:val>
                        </p:tav>
                        <p:tav tm="100000">
                          <p:val>
                            <p:strVal val="#ppt_h"/>
                          </p:val>
                        </p:tav>
                      </p:tavLst>
                    </p:anim>
                    <p:animEffect transition="in" filter="fade">
                      <p:cBhvr>
                        <p:cTn dur="500"/>
                        <p:tgtEl>
                          <p:spTgt spid="15"/>
                        </p:tgtEl>
                      </p:cBhvr>
                    </p:animEffect>
                  </p:childTnLst>
                </p:cTn>
              </p:par>
            </p:tnLst>
          </p:tmpl>
        </p:tmplLst>
      </p:bldP>
      <p:bldP spid="16"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6"/>
                        </p:tgtEl>
                        <p:attrNameLst>
                          <p:attrName>style.visibility</p:attrName>
                        </p:attrNameLst>
                      </p:cBhvr>
                      <p:to>
                        <p:strVal val="visible"/>
                      </p:to>
                    </p:set>
                    <p:animEffect transition="in" filter="fade">
                      <p:cBhvr>
                        <p:cTn dur="500"/>
                        <p:tgtEl>
                          <p:spTgt spid="16"/>
                        </p:tgtEl>
                      </p:cBhvr>
                    </p:animEffect>
                    <p:anim calcmode="lin" valueType="num">
                      <p:cBhvr>
                        <p:cTn dur="500" fill="hold"/>
                        <p:tgtEl>
                          <p:spTgt spid="16"/>
                        </p:tgtEl>
                        <p:attrNameLst>
                          <p:attrName>ppt_x</p:attrName>
                        </p:attrNameLst>
                      </p:cBhvr>
                      <p:tavLst>
                        <p:tav tm="0">
                          <p:val>
                            <p:strVal val="#ppt_x"/>
                          </p:val>
                        </p:tav>
                        <p:tav tm="100000">
                          <p:val>
                            <p:strVal val="#ppt_x"/>
                          </p:val>
                        </p:tav>
                      </p:tavLst>
                    </p:anim>
                    <p:anim calcmode="lin" valueType="num">
                      <p:cBhvr>
                        <p:cTn dur="500" fill="hold"/>
                        <p:tgtEl>
                          <p:spTgt spid="16"/>
                        </p:tgtEl>
                        <p:attrNameLst>
                          <p:attrName>ppt_y</p:attrName>
                        </p:attrNameLst>
                      </p:cBhvr>
                      <p:tavLst>
                        <p:tav tm="0">
                          <p:val>
                            <p:strVal val="#ppt_y+.1"/>
                          </p:val>
                        </p:tav>
                        <p:tav tm="100000">
                          <p:val>
                            <p:strVal val="#ppt_y"/>
                          </p:val>
                        </p:tav>
                      </p:tavLst>
                    </p:anim>
                  </p:childTnLst>
                </p:cTn>
              </p:par>
            </p:tnLst>
          </p:tmpl>
        </p:tmplLst>
      </p:bldP>
      <p:bldP spid="17"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7"/>
                        </p:tgtEl>
                        <p:attrNameLst>
                          <p:attrName>style.visibility</p:attrName>
                        </p:attrNameLst>
                      </p:cBhvr>
                      <p:to>
                        <p:strVal val="visible"/>
                      </p:to>
                    </p:set>
                    <p:anim calcmode="lin" valueType="num">
                      <p:cBhvr>
                        <p:cTn dur="500" fill="hold"/>
                        <p:tgtEl>
                          <p:spTgt spid="17"/>
                        </p:tgtEl>
                        <p:attrNameLst>
                          <p:attrName>ppt_w</p:attrName>
                        </p:attrNameLst>
                      </p:cBhvr>
                      <p:tavLst>
                        <p:tav tm="0">
                          <p:val>
                            <p:fltVal val="0"/>
                          </p:val>
                        </p:tav>
                        <p:tav tm="100000">
                          <p:val>
                            <p:strVal val="#ppt_w"/>
                          </p:val>
                        </p:tav>
                      </p:tavLst>
                    </p:anim>
                    <p:anim calcmode="lin" valueType="num">
                      <p:cBhvr>
                        <p:cTn dur="500" fill="hold"/>
                        <p:tgtEl>
                          <p:spTgt spid="17"/>
                        </p:tgtEl>
                        <p:attrNameLst>
                          <p:attrName>ppt_h</p:attrName>
                        </p:attrNameLst>
                      </p:cBhvr>
                      <p:tavLst>
                        <p:tav tm="0">
                          <p:val>
                            <p:fltVal val="0"/>
                          </p:val>
                        </p:tav>
                        <p:tav tm="100000">
                          <p:val>
                            <p:strVal val="#ppt_h"/>
                          </p:val>
                        </p:tav>
                      </p:tavLst>
                    </p:anim>
                    <p:animEffect transition="in" filter="fade">
                      <p:cBhvr>
                        <p:cTn dur="500"/>
                        <p:tgtEl>
                          <p:spTgt spid="17"/>
                        </p:tgtEl>
                      </p:cBhvr>
                    </p:animEffect>
                  </p:childTnLst>
                </p:cTn>
              </p:par>
            </p:tnLst>
          </p:tmpl>
        </p:tmplLst>
      </p:bldP>
      <p:bldP spid="18"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8"/>
                        </p:tgtEl>
                        <p:attrNameLst>
                          <p:attrName>style.visibility</p:attrName>
                        </p:attrNameLst>
                      </p:cBhvr>
                      <p:to>
                        <p:strVal val="visible"/>
                      </p:to>
                    </p:set>
                    <p:animEffect transition="in" filter="fade">
                      <p:cBhvr>
                        <p:cTn dur="500"/>
                        <p:tgtEl>
                          <p:spTgt spid="18"/>
                        </p:tgtEl>
                      </p:cBhvr>
                    </p:animEffect>
                    <p:anim calcmode="lin" valueType="num">
                      <p:cBhvr>
                        <p:cTn dur="500" fill="hold"/>
                        <p:tgtEl>
                          <p:spTgt spid="18"/>
                        </p:tgtEl>
                        <p:attrNameLst>
                          <p:attrName>ppt_x</p:attrName>
                        </p:attrNameLst>
                      </p:cBhvr>
                      <p:tavLst>
                        <p:tav tm="0">
                          <p:val>
                            <p:strVal val="#ppt_x"/>
                          </p:val>
                        </p:tav>
                        <p:tav tm="100000">
                          <p:val>
                            <p:strVal val="#ppt_x"/>
                          </p:val>
                        </p:tav>
                      </p:tavLst>
                    </p:anim>
                    <p:anim calcmode="lin" valueType="num">
                      <p:cBhvr>
                        <p:cTn dur="500" fill="hold"/>
                        <p:tgtEl>
                          <p:spTgt spid="18"/>
                        </p:tgtEl>
                        <p:attrNameLst>
                          <p:attrName>ppt_y</p:attrName>
                        </p:attrNameLst>
                      </p:cBhvr>
                      <p:tavLst>
                        <p:tav tm="0">
                          <p:val>
                            <p:strVal val="#ppt_y+.1"/>
                          </p:val>
                        </p:tav>
                        <p:tav tm="100000">
                          <p:val>
                            <p:strVal val="#ppt_y"/>
                          </p:val>
                        </p:tav>
                      </p:tavLst>
                    </p:anim>
                  </p:childTnLst>
                </p:cTn>
              </p:par>
            </p:tnLst>
          </p:tmpl>
        </p:tmplLst>
      </p:bldP>
      <p:bldP spid="19"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9"/>
                        </p:tgtEl>
                        <p:attrNameLst>
                          <p:attrName>style.visibility</p:attrName>
                        </p:attrNameLst>
                      </p:cBhvr>
                      <p:to>
                        <p:strVal val="visible"/>
                      </p:to>
                    </p:set>
                    <p:anim calcmode="lin" valueType="num">
                      <p:cBhvr>
                        <p:cTn dur="500" fill="hold"/>
                        <p:tgtEl>
                          <p:spTgt spid="19"/>
                        </p:tgtEl>
                        <p:attrNameLst>
                          <p:attrName>ppt_w</p:attrName>
                        </p:attrNameLst>
                      </p:cBhvr>
                      <p:tavLst>
                        <p:tav tm="0">
                          <p:val>
                            <p:fltVal val="0"/>
                          </p:val>
                        </p:tav>
                        <p:tav tm="100000">
                          <p:val>
                            <p:strVal val="#ppt_w"/>
                          </p:val>
                        </p:tav>
                      </p:tavLst>
                    </p:anim>
                    <p:anim calcmode="lin" valueType="num">
                      <p:cBhvr>
                        <p:cTn dur="500" fill="hold"/>
                        <p:tgtEl>
                          <p:spTgt spid="19"/>
                        </p:tgtEl>
                        <p:attrNameLst>
                          <p:attrName>ppt_h</p:attrName>
                        </p:attrNameLst>
                      </p:cBhvr>
                      <p:tavLst>
                        <p:tav tm="0">
                          <p:val>
                            <p:fltVal val="0"/>
                          </p:val>
                        </p:tav>
                        <p:tav tm="100000">
                          <p:val>
                            <p:strVal val="#ppt_h"/>
                          </p:val>
                        </p:tav>
                      </p:tavLst>
                    </p:anim>
                    <p:animEffect transition="in" filter="fade">
                      <p:cBhvr>
                        <p:cTn dur="500"/>
                        <p:tgtEl>
                          <p:spTgt spid="19"/>
                        </p:tgtEl>
                      </p:cBhvr>
                    </p:animEffect>
                  </p:childTnLst>
                </p:cTn>
              </p:par>
            </p:tnLst>
          </p:tmpl>
        </p:tmplLst>
      </p:bldP>
      <p:bldP spid="20"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0"/>
                        </p:tgtEl>
                        <p:attrNameLst>
                          <p:attrName>style.visibility</p:attrName>
                        </p:attrNameLst>
                      </p:cBhvr>
                      <p:to>
                        <p:strVal val="visible"/>
                      </p:to>
                    </p:set>
                    <p:animEffect transition="in" filter="fade">
                      <p:cBhvr>
                        <p:cTn dur="500"/>
                        <p:tgtEl>
                          <p:spTgt spid="20"/>
                        </p:tgtEl>
                      </p:cBhvr>
                    </p:animEffect>
                    <p:anim calcmode="lin" valueType="num">
                      <p:cBhvr>
                        <p:cTn dur="500" fill="hold"/>
                        <p:tgtEl>
                          <p:spTgt spid="20"/>
                        </p:tgtEl>
                        <p:attrNameLst>
                          <p:attrName>ppt_x</p:attrName>
                        </p:attrNameLst>
                      </p:cBhvr>
                      <p:tavLst>
                        <p:tav tm="0">
                          <p:val>
                            <p:strVal val="#ppt_x"/>
                          </p:val>
                        </p:tav>
                        <p:tav tm="100000">
                          <p:val>
                            <p:strVal val="#ppt_x"/>
                          </p:val>
                        </p:tav>
                      </p:tavLst>
                    </p:anim>
                    <p:anim calcmode="lin" valueType="num">
                      <p:cBhvr>
                        <p:cTn dur="500" fill="hold"/>
                        <p:tgtEl>
                          <p:spTgt spid="20"/>
                        </p:tgtEl>
                        <p:attrNameLst>
                          <p:attrName>ppt_y</p:attrName>
                        </p:attrNameLst>
                      </p:cBhvr>
                      <p:tavLst>
                        <p:tav tm="0">
                          <p:val>
                            <p:strVal val="#ppt_y+.1"/>
                          </p:val>
                        </p:tav>
                        <p:tav tm="100000">
                          <p:val>
                            <p:strVal val="#ppt_y"/>
                          </p:val>
                        </p:tav>
                      </p:tavLst>
                    </p:anim>
                  </p:childTnLst>
                </p:cTn>
              </p:par>
            </p:tnLst>
          </p:tmpl>
        </p:tmplLst>
      </p:bldP>
      <p:bldP spid="21"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1"/>
                        </p:tgtEl>
                        <p:attrNameLst>
                          <p:attrName>style.visibility</p:attrName>
                        </p:attrNameLst>
                      </p:cBhvr>
                      <p:to>
                        <p:strVal val="visible"/>
                      </p:to>
                    </p:set>
                    <p:animEffect transition="in" filter="fade">
                      <p:cBhvr>
                        <p:cTn dur="500"/>
                        <p:tgtEl>
                          <p:spTgt spid="21"/>
                        </p:tgtEl>
                      </p:cBhvr>
                    </p:animEffect>
                    <p:anim calcmode="lin" valueType="num">
                      <p:cBhvr>
                        <p:cTn dur="500" fill="hold"/>
                        <p:tgtEl>
                          <p:spTgt spid="21"/>
                        </p:tgtEl>
                        <p:attrNameLst>
                          <p:attrName>ppt_x</p:attrName>
                        </p:attrNameLst>
                      </p:cBhvr>
                      <p:tavLst>
                        <p:tav tm="0">
                          <p:val>
                            <p:strVal val="#ppt_x"/>
                          </p:val>
                        </p:tav>
                        <p:tav tm="100000">
                          <p:val>
                            <p:strVal val="#ppt_x"/>
                          </p:val>
                        </p:tav>
                      </p:tavLst>
                    </p:anim>
                    <p:anim calcmode="lin" valueType="num">
                      <p:cBhvr>
                        <p:cTn dur="500" fill="hold"/>
                        <p:tgtEl>
                          <p:spTgt spid="21"/>
                        </p:tgtEl>
                        <p:attrNameLst>
                          <p:attrName>ppt_y</p:attrName>
                        </p:attrNameLst>
                      </p:cBhvr>
                      <p:tavLst>
                        <p:tav tm="0">
                          <p:val>
                            <p:strVal val="#ppt_y+.1"/>
                          </p:val>
                        </p:tav>
                        <p:tav tm="100000">
                          <p:val>
                            <p:strVal val="#ppt_y"/>
                          </p:val>
                        </p:tav>
                      </p:tavLst>
                    </p:anim>
                  </p:childTnLst>
                </p:cTn>
              </p:par>
            </p:tnLst>
          </p:tmpl>
        </p:tmplLst>
      </p:bldP>
      <p:bldP spid="22"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2"/>
                        </p:tgtEl>
                        <p:attrNameLst>
                          <p:attrName>style.visibility</p:attrName>
                        </p:attrNameLst>
                      </p:cBhvr>
                      <p:to>
                        <p:strVal val="visible"/>
                      </p:to>
                    </p:set>
                    <p:animEffect transition="in" filter="fade">
                      <p:cBhvr>
                        <p:cTn dur="500"/>
                        <p:tgtEl>
                          <p:spTgt spid="22"/>
                        </p:tgtEl>
                      </p:cBhvr>
                    </p:animEffect>
                    <p:anim calcmode="lin" valueType="num">
                      <p:cBhvr>
                        <p:cTn dur="500" fill="hold"/>
                        <p:tgtEl>
                          <p:spTgt spid="22"/>
                        </p:tgtEl>
                        <p:attrNameLst>
                          <p:attrName>ppt_x</p:attrName>
                        </p:attrNameLst>
                      </p:cBhvr>
                      <p:tavLst>
                        <p:tav tm="0">
                          <p:val>
                            <p:strVal val="#ppt_x"/>
                          </p:val>
                        </p:tav>
                        <p:tav tm="100000">
                          <p:val>
                            <p:strVal val="#ppt_x"/>
                          </p:val>
                        </p:tav>
                      </p:tavLst>
                    </p:anim>
                    <p:anim calcmode="lin" valueType="num">
                      <p:cBhvr>
                        <p:cTn dur="500" fill="hold"/>
                        <p:tgtEl>
                          <p:spTgt spid="22"/>
                        </p:tgtEl>
                        <p:attrNameLst>
                          <p:attrName>ppt_y</p:attrName>
                        </p:attrNameLst>
                      </p:cBhvr>
                      <p:tavLst>
                        <p:tav tm="0">
                          <p:val>
                            <p:strVal val="#ppt_y+.1"/>
                          </p:val>
                        </p:tav>
                        <p:tav tm="100000">
                          <p:val>
                            <p:strVal val="#ppt_y"/>
                          </p:val>
                        </p:tav>
                      </p:tavLst>
                    </p:anim>
                  </p:childTnLst>
                </p:cTn>
              </p:par>
            </p:tnLst>
          </p:tmpl>
        </p:tmplLst>
      </p:bldP>
      <p:bldP spid="23"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3"/>
                        </p:tgtEl>
                        <p:attrNameLst>
                          <p:attrName>style.visibility</p:attrName>
                        </p:attrNameLst>
                      </p:cBhvr>
                      <p:to>
                        <p:strVal val="visible"/>
                      </p:to>
                    </p:set>
                    <p:animEffect transition="in" filter="fade">
                      <p:cBhvr>
                        <p:cTn dur="500"/>
                        <p:tgtEl>
                          <p:spTgt spid="23"/>
                        </p:tgtEl>
                      </p:cBhvr>
                    </p:animEffect>
                    <p:anim calcmode="lin" valueType="num">
                      <p:cBhvr>
                        <p:cTn dur="500" fill="hold"/>
                        <p:tgtEl>
                          <p:spTgt spid="23"/>
                        </p:tgtEl>
                        <p:attrNameLst>
                          <p:attrName>ppt_x</p:attrName>
                        </p:attrNameLst>
                      </p:cBhvr>
                      <p:tavLst>
                        <p:tav tm="0">
                          <p:val>
                            <p:strVal val="#ppt_x"/>
                          </p:val>
                        </p:tav>
                        <p:tav tm="100000">
                          <p:val>
                            <p:strVal val="#ppt_x"/>
                          </p:val>
                        </p:tav>
                      </p:tavLst>
                    </p:anim>
                    <p:anim calcmode="lin" valueType="num">
                      <p:cBhvr>
                        <p:cTn dur="500" fill="hold"/>
                        <p:tgtEl>
                          <p:spTgt spid="23"/>
                        </p:tgtEl>
                        <p:attrNameLst>
                          <p:attrName>ppt_y</p:attrName>
                        </p:attrNameLst>
                      </p:cBhvr>
                      <p:tavLst>
                        <p:tav tm="0">
                          <p:val>
                            <p:strVal val="#ppt_y+.1"/>
                          </p:val>
                        </p:tav>
                        <p:tav tm="100000">
                          <p:val>
                            <p:strVal val="#ppt_y"/>
                          </p:val>
                        </p:tav>
                      </p:tavLst>
                    </p:anim>
                  </p:childTnLst>
                </p:cTn>
              </p:par>
            </p:tnLst>
          </p:tmpl>
        </p:tmplLst>
      </p:bldP>
      <p:bldP spid="24"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4"/>
                        </p:tgtEl>
                        <p:attrNameLst>
                          <p:attrName>style.visibility</p:attrName>
                        </p:attrNameLst>
                      </p:cBhvr>
                      <p:to>
                        <p:strVal val="visible"/>
                      </p:to>
                    </p:set>
                    <p:animEffect transition="in" filter="fade">
                      <p:cBhvr>
                        <p:cTn dur="500"/>
                        <p:tgtEl>
                          <p:spTgt spid="24"/>
                        </p:tgtEl>
                      </p:cBhvr>
                    </p:animEffect>
                    <p:anim calcmode="lin" valueType="num">
                      <p:cBhvr>
                        <p:cTn dur="500" fill="hold"/>
                        <p:tgtEl>
                          <p:spTgt spid="24"/>
                        </p:tgtEl>
                        <p:attrNameLst>
                          <p:attrName>ppt_x</p:attrName>
                        </p:attrNameLst>
                      </p:cBhvr>
                      <p:tavLst>
                        <p:tav tm="0">
                          <p:val>
                            <p:strVal val="#ppt_x"/>
                          </p:val>
                        </p:tav>
                        <p:tav tm="100000">
                          <p:val>
                            <p:strVal val="#ppt_x"/>
                          </p:val>
                        </p:tav>
                      </p:tavLst>
                    </p:anim>
                    <p:anim calcmode="lin" valueType="num">
                      <p:cBhvr>
                        <p:cTn dur="500" fill="hold"/>
                        <p:tgtEl>
                          <p:spTgt spid="24"/>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656.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13" name="Text Placeholder 21"/>
          <p:cNvSpPr>
            <a:spLocks noGrp="1"/>
          </p:cNvSpPr>
          <p:nvPr>
            <p:ph type="body" sz="quarter" idx="20"/>
          </p:nvPr>
        </p:nvSpPr>
        <p:spPr>
          <a:xfrm>
            <a:off x="928685" y="4122030"/>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5" name="Text Placeholder 21"/>
          <p:cNvSpPr>
            <a:spLocks noGrp="1"/>
          </p:cNvSpPr>
          <p:nvPr>
            <p:ph type="body" sz="quarter" idx="23"/>
          </p:nvPr>
        </p:nvSpPr>
        <p:spPr>
          <a:xfrm>
            <a:off x="3741157" y="4122030"/>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7" name="Text Placeholder 21"/>
          <p:cNvSpPr>
            <a:spLocks noGrp="1"/>
          </p:cNvSpPr>
          <p:nvPr>
            <p:ph type="body" sz="quarter" idx="25"/>
          </p:nvPr>
        </p:nvSpPr>
        <p:spPr>
          <a:xfrm>
            <a:off x="6609049" y="4122030"/>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9" name="Text Placeholder 21"/>
          <p:cNvSpPr>
            <a:spLocks noGrp="1"/>
          </p:cNvSpPr>
          <p:nvPr>
            <p:ph type="body" sz="quarter" idx="27"/>
          </p:nvPr>
        </p:nvSpPr>
        <p:spPr>
          <a:xfrm>
            <a:off x="9428447" y="4122030"/>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1" name="Text Placeholder 21"/>
          <p:cNvSpPr>
            <a:spLocks noGrp="1"/>
          </p:cNvSpPr>
          <p:nvPr>
            <p:ph type="body" sz="quarter" idx="29"/>
          </p:nvPr>
        </p:nvSpPr>
        <p:spPr>
          <a:xfrm>
            <a:off x="928685" y="4428734"/>
            <a:ext cx="1814513" cy="87351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2" name="Text Placeholder 21"/>
          <p:cNvSpPr>
            <a:spLocks noGrp="1"/>
          </p:cNvSpPr>
          <p:nvPr>
            <p:ph type="body" sz="quarter" idx="30"/>
          </p:nvPr>
        </p:nvSpPr>
        <p:spPr>
          <a:xfrm>
            <a:off x="3741157" y="4428734"/>
            <a:ext cx="1814513" cy="87351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3" name="Text Placeholder 21"/>
          <p:cNvSpPr>
            <a:spLocks noGrp="1"/>
          </p:cNvSpPr>
          <p:nvPr>
            <p:ph type="body" sz="quarter" idx="31"/>
          </p:nvPr>
        </p:nvSpPr>
        <p:spPr>
          <a:xfrm>
            <a:off x="6609049" y="4428734"/>
            <a:ext cx="1814513" cy="87351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4" name="Text Placeholder 21"/>
          <p:cNvSpPr>
            <a:spLocks noGrp="1"/>
          </p:cNvSpPr>
          <p:nvPr>
            <p:ph type="body" sz="quarter" idx="32"/>
          </p:nvPr>
        </p:nvSpPr>
        <p:spPr>
          <a:xfrm>
            <a:off x="9428447" y="4428734"/>
            <a:ext cx="1814513" cy="87351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1" name="Picture Placeholder 30"/>
          <p:cNvSpPr>
            <a:spLocks noGrp="1"/>
          </p:cNvSpPr>
          <p:nvPr>
            <p:ph type="pic" sz="quarter" idx="33" hasCustomPrompt="1"/>
          </p:nvPr>
        </p:nvSpPr>
        <p:spPr>
          <a:xfrm>
            <a:off x="1246070" y="2009148"/>
            <a:ext cx="1233487" cy="1695450"/>
          </a:xfrm>
          <a:solidFill>
            <a:schemeClr val="bg1">
              <a:lumMod val="85000"/>
            </a:schemeClr>
          </a:solidFill>
        </p:spPr>
        <p:txBody>
          <a:bodyPr/>
          <a:lstStyle>
            <a:lvl1pPr>
              <a:defRPr/>
            </a:lvl1pPr>
          </a:lstStyle>
          <a:p>
            <a:r>
              <a:rPr lang="id-ID" dirty="0" smtClean="0"/>
              <a:t>Pic here</a:t>
            </a:r>
            <a:endParaRPr lang="en-AU" dirty="0"/>
          </a:p>
        </p:txBody>
      </p:sp>
      <p:sp>
        <p:nvSpPr>
          <p:cNvPr id="33" name="Picture Placeholder 30"/>
          <p:cNvSpPr>
            <a:spLocks noGrp="1"/>
          </p:cNvSpPr>
          <p:nvPr>
            <p:ph type="pic" sz="quarter" idx="34" hasCustomPrompt="1"/>
          </p:nvPr>
        </p:nvSpPr>
        <p:spPr>
          <a:xfrm>
            <a:off x="4038600" y="2009148"/>
            <a:ext cx="1233487" cy="1695450"/>
          </a:xfrm>
          <a:solidFill>
            <a:schemeClr val="bg1">
              <a:lumMod val="85000"/>
            </a:schemeClr>
          </a:solidFill>
        </p:spPr>
        <p:txBody>
          <a:bodyPr/>
          <a:lstStyle>
            <a:lvl1pPr>
              <a:defRPr/>
            </a:lvl1pPr>
          </a:lstStyle>
          <a:p>
            <a:r>
              <a:rPr lang="id-ID" dirty="0" smtClean="0"/>
              <a:t>Pic here</a:t>
            </a:r>
            <a:endParaRPr lang="en-AU" dirty="0"/>
          </a:p>
        </p:txBody>
      </p:sp>
      <p:sp>
        <p:nvSpPr>
          <p:cNvPr id="35" name="Picture Placeholder 30"/>
          <p:cNvSpPr>
            <a:spLocks noGrp="1"/>
          </p:cNvSpPr>
          <p:nvPr>
            <p:ph type="pic" sz="quarter" idx="35" hasCustomPrompt="1"/>
          </p:nvPr>
        </p:nvSpPr>
        <p:spPr>
          <a:xfrm>
            <a:off x="6834187" y="2009148"/>
            <a:ext cx="1233487" cy="1695450"/>
          </a:xfrm>
          <a:solidFill>
            <a:schemeClr val="bg1">
              <a:lumMod val="85000"/>
            </a:schemeClr>
          </a:solidFill>
        </p:spPr>
        <p:txBody>
          <a:bodyPr/>
          <a:lstStyle>
            <a:lvl1pPr>
              <a:defRPr/>
            </a:lvl1pPr>
          </a:lstStyle>
          <a:p>
            <a:r>
              <a:rPr lang="id-ID" dirty="0" smtClean="0"/>
              <a:t>Pic here</a:t>
            </a:r>
            <a:endParaRPr lang="en-AU" dirty="0"/>
          </a:p>
        </p:txBody>
      </p:sp>
      <p:sp>
        <p:nvSpPr>
          <p:cNvPr id="37" name="Picture Placeholder 30"/>
          <p:cNvSpPr>
            <a:spLocks noGrp="1"/>
          </p:cNvSpPr>
          <p:nvPr>
            <p:ph type="pic" sz="quarter" idx="36" hasCustomPrompt="1"/>
          </p:nvPr>
        </p:nvSpPr>
        <p:spPr>
          <a:xfrm>
            <a:off x="9712442" y="2009148"/>
            <a:ext cx="1233487" cy="1695450"/>
          </a:xfrm>
          <a:solidFill>
            <a:schemeClr val="bg1">
              <a:lumMod val="85000"/>
            </a:schemeClr>
          </a:solidFill>
        </p:spPr>
        <p:txBody>
          <a:bodyPr/>
          <a:lstStyle>
            <a:lvl1pPr>
              <a:defRPr/>
            </a:lvl1pPr>
          </a:lstStyle>
          <a:p>
            <a:r>
              <a:rPr lang="id-ID" dirty="0" smtClean="0"/>
              <a:t>Pic here</a:t>
            </a:r>
            <a:endParaRPr lang="en-AU" dirty="0"/>
          </a:p>
        </p:txBody>
      </p:sp>
      <p:grpSp>
        <p:nvGrpSpPr>
          <p:cNvPr id="25" name="Group 24"/>
          <p:cNvGrpSpPr/>
          <p:nvPr userDrawn="1"/>
        </p:nvGrpSpPr>
        <p:grpSpPr>
          <a:xfrm>
            <a:off x="973770" y="5352142"/>
            <a:ext cx="1724341" cy="516155"/>
            <a:chOff x="3872969" y="5806923"/>
            <a:chExt cx="1724341" cy="516155"/>
          </a:xfrm>
        </p:grpSpPr>
        <p:sp>
          <p:nvSpPr>
            <p:cNvPr id="26" name="Oval 25"/>
            <p:cNvSpPr/>
            <p:nvPr/>
          </p:nvSpPr>
          <p:spPr>
            <a:xfrm>
              <a:off x="3872969"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27" name="Oval 26"/>
            <p:cNvSpPr/>
            <p:nvPr/>
          </p:nvSpPr>
          <p:spPr>
            <a:xfrm>
              <a:off x="4477062"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28" name="Oval 27"/>
            <p:cNvSpPr/>
            <p:nvPr/>
          </p:nvSpPr>
          <p:spPr>
            <a:xfrm>
              <a:off x="5081155"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30" name="Freeform 63"/>
            <p:cNvSpPr>
              <a:spLocks/>
            </p:cNvSpPr>
            <p:nvPr/>
          </p:nvSpPr>
          <p:spPr bwMode="auto">
            <a:xfrm>
              <a:off x="4576091" y="5937921"/>
              <a:ext cx="318095" cy="261714"/>
            </a:xfrm>
            <a:custGeom>
              <a:avLst/>
              <a:gdLst>
                <a:gd name="T0" fmla="*/ 160 w 160"/>
                <a:gd name="T1" fmla="*/ 16 h 131"/>
                <a:gd name="T2" fmla="*/ 159 w 160"/>
                <a:gd name="T3" fmla="*/ 16 h 131"/>
                <a:gd name="T4" fmla="*/ 144 w 160"/>
                <a:gd name="T5" fmla="*/ 20 h 131"/>
                <a:gd name="T6" fmla="*/ 156 w 160"/>
                <a:gd name="T7" fmla="*/ 4 h 131"/>
                <a:gd name="T8" fmla="*/ 156 w 160"/>
                <a:gd name="T9" fmla="*/ 3 h 131"/>
                <a:gd name="T10" fmla="*/ 155 w 160"/>
                <a:gd name="T11" fmla="*/ 3 h 131"/>
                <a:gd name="T12" fmla="*/ 135 w 160"/>
                <a:gd name="T13" fmla="*/ 11 h 131"/>
                <a:gd name="T14" fmla="*/ 111 w 160"/>
                <a:gd name="T15" fmla="*/ 0 h 131"/>
                <a:gd name="T16" fmla="*/ 77 w 160"/>
                <a:gd name="T17" fmla="*/ 34 h 131"/>
                <a:gd name="T18" fmla="*/ 78 w 160"/>
                <a:gd name="T19" fmla="*/ 40 h 131"/>
                <a:gd name="T20" fmla="*/ 12 w 160"/>
                <a:gd name="T21" fmla="*/ 7 h 131"/>
                <a:gd name="T22" fmla="*/ 12 w 160"/>
                <a:gd name="T23" fmla="*/ 6 h 131"/>
                <a:gd name="T24" fmla="*/ 11 w 160"/>
                <a:gd name="T25" fmla="*/ 7 h 131"/>
                <a:gd name="T26" fmla="*/ 7 w 160"/>
                <a:gd name="T27" fmla="*/ 23 h 131"/>
                <a:gd name="T28" fmla="*/ 19 w 160"/>
                <a:gd name="T29" fmla="*/ 50 h 131"/>
                <a:gd name="T30" fmla="*/ 7 w 160"/>
                <a:gd name="T31" fmla="*/ 46 h 131"/>
                <a:gd name="T32" fmla="*/ 7 w 160"/>
                <a:gd name="T33" fmla="*/ 46 h 131"/>
                <a:gd name="T34" fmla="*/ 6 w 160"/>
                <a:gd name="T35" fmla="*/ 47 h 131"/>
                <a:gd name="T36" fmla="*/ 6 w 160"/>
                <a:gd name="T37" fmla="*/ 47 h 131"/>
                <a:gd name="T38" fmla="*/ 30 w 160"/>
                <a:gd name="T39" fmla="*/ 79 h 131"/>
                <a:gd name="T40" fmla="*/ 19 w 160"/>
                <a:gd name="T41" fmla="*/ 79 h 131"/>
                <a:gd name="T42" fmla="*/ 18 w 160"/>
                <a:gd name="T43" fmla="*/ 79 h 131"/>
                <a:gd name="T44" fmla="*/ 18 w 160"/>
                <a:gd name="T45" fmla="*/ 80 h 131"/>
                <a:gd name="T46" fmla="*/ 47 w 160"/>
                <a:gd name="T47" fmla="*/ 103 h 131"/>
                <a:gd name="T48" fmla="*/ 8 w 160"/>
                <a:gd name="T49" fmla="*/ 115 h 131"/>
                <a:gd name="T50" fmla="*/ 1 w 160"/>
                <a:gd name="T51" fmla="*/ 115 h 131"/>
                <a:gd name="T52" fmla="*/ 0 w 160"/>
                <a:gd name="T53" fmla="*/ 115 h 131"/>
                <a:gd name="T54" fmla="*/ 0 w 160"/>
                <a:gd name="T55" fmla="*/ 116 h 131"/>
                <a:gd name="T56" fmla="*/ 51 w 160"/>
                <a:gd name="T57" fmla="*/ 131 h 131"/>
                <a:gd name="T58" fmla="*/ 144 w 160"/>
                <a:gd name="T59" fmla="*/ 38 h 131"/>
                <a:gd name="T60" fmla="*/ 144 w 160"/>
                <a:gd name="T61" fmla="*/ 34 h 131"/>
                <a:gd name="T62" fmla="*/ 160 w 160"/>
                <a:gd name="T63" fmla="*/ 17 h 131"/>
                <a:gd name="T64" fmla="*/ 160 w 160"/>
                <a:gd name="T65" fmla="*/ 1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0" h="131">
                  <a:moveTo>
                    <a:pt x="160" y="16"/>
                  </a:moveTo>
                  <a:cubicBezTo>
                    <a:pt x="160" y="16"/>
                    <a:pt x="160" y="16"/>
                    <a:pt x="159" y="16"/>
                  </a:cubicBezTo>
                  <a:cubicBezTo>
                    <a:pt x="154" y="18"/>
                    <a:pt x="149" y="19"/>
                    <a:pt x="144" y="20"/>
                  </a:cubicBezTo>
                  <a:cubicBezTo>
                    <a:pt x="150" y="16"/>
                    <a:pt x="154" y="10"/>
                    <a:pt x="156" y="4"/>
                  </a:cubicBezTo>
                  <a:cubicBezTo>
                    <a:pt x="156" y="3"/>
                    <a:pt x="156" y="3"/>
                    <a:pt x="156" y="3"/>
                  </a:cubicBezTo>
                  <a:cubicBezTo>
                    <a:pt x="155" y="3"/>
                    <a:pt x="155" y="3"/>
                    <a:pt x="155" y="3"/>
                  </a:cubicBezTo>
                  <a:cubicBezTo>
                    <a:pt x="149" y="7"/>
                    <a:pt x="142" y="9"/>
                    <a:pt x="135" y="11"/>
                  </a:cubicBezTo>
                  <a:cubicBezTo>
                    <a:pt x="128" y="4"/>
                    <a:pt x="120" y="0"/>
                    <a:pt x="111" y="0"/>
                  </a:cubicBezTo>
                  <a:cubicBezTo>
                    <a:pt x="92" y="0"/>
                    <a:pt x="77" y="15"/>
                    <a:pt x="77" y="34"/>
                  </a:cubicBezTo>
                  <a:cubicBezTo>
                    <a:pt x="77" y="36"/>
                    <a:pt x="77" y="38"/>
                    <a:pt x="78" y="40"/>
                  </a:cubicBezTo>
                  <a:cubicBezTo>
                    <a:pt x="52" y="39"/>
                    <a:pt x="29" y="26"/>
                    <a:pt x="12" y="7"/>
                  </a:cubicBezTo>
                  <a:cubicBezTo>
                    <a:pt x="12" y="6"/>
                    <a:pt x="12" y="6"/>
                    <a:pt x="12" y="6"/>
                  </a:cubicBezTo>
                  <a:cubicBezTo>
                    <a:pt x="11" y="6"/>
                    <a:pt x="11" y="6"/>
                    <a:pt x="11" y="7"/>
                  </a:cubicBezTo>
                  <a:cubicBezTo>
                    <a:pt x="8" y="12"/>
                    <a:pt x="7" y="18"/>
                    <a:pt x="7" y="23"/>
                  </a:cubicBezTo>
                  <a:cubicBezTo>
                    <a:pt x="7" y="34"/>
                    <a:pt x="11" y="43"/>
                    <a:pt x="19" y="50"/>
                  </a:cubicBezTo>
                  <a:cubicBezTo>
                    <a:pt x="15" y="49"/>
                    <a:pt x="11" y="48"/>
                    <a:pt x="7" y="46"/>
                  </a:cubicBezTo>
                  <a:cubicBezTo>
                    <a:pt x="7" y="46"/>
                    <a:pt x="7" y="46"/>
                    <a:pt x="7" y="46"/>
                  </a:cubicBezTo>
                  <a:cubicBezTo>
                    <a:pt x="6" y="46"/>
                    <a:pt x="6" y="46"/>
                    <a:pt x="6" y="47"/>
                  </a:cubicBezTo>
                  <a:cubicBezTo>
                    <a:pt x="6" y="47"/>
                    <a:pt x="6" y="47"/>
                    <a:pt x="6" y="47"/>
                  </a:cubicBezTo>
                  <a:cubicBezTo>
                    <a:pt x="6" y="62"/>
                    <a:pt x="16" y="75"/>
                    <a:pt x="30" y="79"/>
                  </a:cubicBezTo>
                  <a:cubicBezTo>
                    <a:pt x="26" y="79"/>
                    <a:pt x="22" y="79"/>
                    <a:pt x="19" y="79"/>
                  </a:cubicBezTo>
                  <a:cubicBezTo>
                    <a:pt x="18" y="79"/>
                    <a:pt x="18" y="79"/>
                    <a:pt x="18" y="79"/>
                  </a:cubicBezTo>
                  <a:cubicBezTo>
                    <a:pt x="18" y="79"/>
                    <a:pt x="18" y="79"/>
                    <a:pt x="18" y="80"/>
                  </a:cubicBezTo>
                  <a:cubicBezTo>
                    <a:pt x="22" y="93"/>
                    <a:pt x="33" y="102"/>
                    <a:pt x="47" y="103"/>
                  </a:cubicBezTo>
                  <a:cubicBezTo>
                    <a:pt x="36" y="111"/>
                    <a:pt x="22" y="115"/>
                    <a:pt x="8" y="115"/>
                  </a:cubicBezTo>
                  <a:cubicBezTo>
                    <a:pt x="6" y="115"/>
                    <a:pt x="3" y="115"/>
                    <a:pt x="1" y="115"/>
                  </a:cubicBezTo>
                  <a:cubicBezTo>
                    <a:pt x="0" y="115"/>
                    <a:pt x="0" y="115"/>
                    <a:pt x="0" y="115"/>
                  </a:cubicBezTo>
                  <a:cubicBezTo>
                    <a:pt x="0" y="116"/>
                    <a:pt x="0" y="116"/>
                    <a:pt x="0" y="116"/>
                  </a:cubicBezTo>
                  <a:cubicBezTo>
                    <a:pt x="15" y="126"/>
                    <a:pt x="33" y="131"/>
                    <a:pt x="51" y="131"/>
                  </a:cubicBezTo>
                  <a:cubicBezTo>
                    <a:pt x="109" y="131"/>
                    <a:pt x="144" y="83"/>
                    <a:pt x="144" y="38"/>
                  </a:cubicBezTo>
                  <a:cubicBezTo>
                    <a:pt x="144" y="36"/>
                    <a:pt x="144" y="35"/>
                    <a:pt x="144" y="34"/>
                  </a:cubicBezTo>
                  <a:cubicBezTo>
                    <a:pt x="150" y="29"/>
                    <a:pt x="156" y="23"/>
                    <a:pt x="160" y="17"/>
                  </a:cubicBezTo>
                  <a:cubicBezTo>
                    <a:pt x="160" y="17"/>
                    <a:pt x="160" y="16"/>
                    <a:pt x="160" y="16"/>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sp>
          <p:nvSpPr>
            <p:cNvPr id="38" name="Freeform 21"/>
            <p:cNvSpPr>
              <a:spLocks/>
            </p:cNvSpPr>
            <p:nvPr/>
          </p:nvSpPr>
          <p:spPr bwMode="auto">
            <a:xfrm>
              <a:off x="5235659" y="5934143"/>
              <a:ext cx="207145" cy="261714"/>
            </a:xfrm>
            <a:custGeom>
              <a:avLst/>
              <a:gdLst>
                <a:gd name="T0" fmla="*/ 129 w 323"/>
                <a:gd name="T1" fmla="*/ 272 h 408"/>
                <a:gd name="T2" fmla="*/ 68 w 323"/>
                <a:gd name="T3" fmla="*/ 408 h 408"/>
                <a:gd name="T4" fmla="*/ 98 w 323"/>
                <a:gd name="T5" fmla="*/ 196 h 408"/>
                <a:gd name="T6" fmla="*/ 149 w 323"/>
                <a:gd name="T7" fmla="*/ 99 h 408"/>
                <a:gd name="T8" fmla="*/ 172 w 323"/>
                <a:gd name="T9" fmla="*/ 257 h 408"/>
                <a:gd name="T10" fmla="*/ 234 w 323"/>
                <a:gd name="T11" fmla="*/ 73 h 408"/>
                <a:gd name="T12" fmla="*/ 47 w 323"/>
                <a:gd name="T13" fmla="*/ 173 h 408"/>
                <a:gd name="T14" fmla="*/ 57 w 323"/>
                <a:gd name="T15" fmla="*/ 239 h 408"/>
                <a:gd name="T16" fmla="*/ 1 w 323"/>
                <a:gd name="T17" fmla="*/ 147 h 408"/>
                <a:gd name="T18" fmla="*/ 137 w 323"/>
                <a:gd name="T19" fmla="*/ 9 h 408"/>
                <a:gd name="T20" fmla="*/ 310 w 323"/>
                <a:gd name="T21" fmla="*/ 119 h 408"/>
                <a:gd name="T22" fmla="*/ 183 w 323"/>
                <a:gd name="T23" fmla="*/ 298 h 408"/>
                <a:gd name="T24" fmla="*/ 129 w 323"/>
                <a:gd name="T25" fmla="*/ 272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3" h="408">
                  <a:moveTo>
                    <a:pt x="129" y="272"/>
                  </a:moveTo>
                  <a:cubicBezTo>
                    <a:pt x="118" y="328"/>
                    <a:pt x="106" y="380"/>
                    <a:pt x="68" y="408"/>
                  </a:cubicBezTo>
                  <a:cubicBezTo>
                    <a:pt x="56" y="325"/>
                    <a:pt x="85" y="262"/>
                    <a:pt x="98" y="196"/>
                  </a:cubicBezTo>
                  <a:cubicBezTo>
                    <a:pt x="75" y="157"/>
                    <a:pt x="101" y="80"/>
                    <a:pt x="149" y="99"/>
                  </a:cubicBezTo>
                  <a:cubicBezTo>
                    <a:pt x="209" y="122"/>
                    <a:pt x="98" y="242"/>
                    <a:pt x="172" y="257"/>
                  </a:cubicBezTo>
                  <a:cubicBezTo>
                    <a:pt x="250" y="273"/>
                    <a:pt x="282" y="122"/>
                    <a:pt x="234" y="73"/>
                  </a:cubicBezTo>
                  <a:cubicBezTo>
                    <a:pt x="164" y="2"/>
                    <a:pt x="31" y="72"/>
                    <a:pt x="47" y="173"/>
                  </a:cubicBezTo>
                  <a:cubicBezTo>
                    <a:pt x="51" y="198"/>
                    <a:pt x="77" y="205"/>
                    <a:pt x="57" y="239"/>
                  </a:cubicBezTo>
                  <a:cubicBezTo>
                    <a:pt x="13" y="229"/>
                    <a:pt x="0" y="194"/>
                    <a:pt x="1" y="147"/>
                  </a:cubicBezTo>
                  <a:cubicBezTo>
                    <a:pt x="4" y="70"/>
                    <a:pt x="70" y="17"/>
                    <a:pt x="137" y="9"/>
                  </a:cubicBezTo>
                  <a:cubicBezTo>
                    <a:pt x="221" y="0"/>
                    <a:pt x="300" y="40"/>
                    <a:pt x="310" y="119"/>
                  </a:cubicBezTo>
                  <a:cubicBezTo>
                    <a:pt x="323" y="208"/>
                    <a:pt x="273" y="305"/>
                    <a:pt x="183" y="298"/>
                  </a:cubicBezTo>
                  <a:cubicBezTo>
                    <a:pt x="158" y="296"/>
                    <a:pt x="148" y="284"/>
                    <a:pt x="129" y="272"/>
                  </a:cubicBezTo>
                  <a:close/>
                </a:path>
              </a:pathLst>
            </a:custGeom>
            <a:solidFill>
              <a:schemeClr val="bg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mn-cs"/>
              </a:endParaRPr>
            </a:p>
          </p:txBody>
        </p:sp>
        <p:sp>
          <p:nvSpPr>
            <p:cNvPr id="39" name="Freeform 62"/>
            <p:cNvSpPr>
              <a:spLocks/>
            </p:cNvSpPr>
            <p:nvPr/>
          </p:nvSpPr>
          <p:spPr bwMode="auto">
            <a:xfrm>
              <a:off x="4063583" y="5934143"/>
              <a:ext cx="134925" cy="261714"/>
            </a:xfrm>
            <a:custGeom>
              <a:avLst/>
              <a:gdLst>
                <a:gd name="T0" fmla="*/ 84 w 84"/>
                <a:gd name="T1" fmla="*/ 27 h 163"/>
                <a:gd name="T2" fmla="*/ 69 w 84"/>
                <a:gd name="T3" fmla="*/ 27 h 163"/>
                <a:gd name="T4" fmla="*/ 54 w 84"/>
                <a:gd name="T5" fmla="*/ 41 h 163"/>
                <a:gd name="T6" fmla="*/ 54 w 84"/>
                <a:gd name="T7" fmla="*/ 60 h 163"/>
                <a:gd name="T8" fmla="*/ 83 w 84"/>
                <a:gd name="T9" fmla="*/ 60 h 163"/>
                <a:gd name="T10" fmla="*/ 83 w 84"/>
                <a:gd name="T11" fmla="*/ 88 h 163"/>
                <a:gd name="T12" fmla="*/ 54 w 84"/>
                <a:gd name="T13" fmla="*/ 88 h 163"/>
                <a:gd name="T14" fmla="*/ 54 w 84"/>
                <a:gd name="T15" fmla="*/ 163 h 163"/>
                <a:gd name="T16" fmla="*/ 25 w 84"/>
                <a:gd name="T17" fmla="*/ 163 h 163"/>
                <a:gd name="T18" fmla="*/ 25 w 84"/>
                <a:gd name="T19" fmla="*/ 88 h 163"/>
                <a:gd name="T20" fmla="*/ 0 w 84"/>
                <a:gd name="T21" fmla="*/ 88 h 163"/>
                <a:gd name="T22" fmla="*/ 0 w 84"/>
                <a:gd name="T23" fmla="*/ 60 h 163"/>
                <a:gd name="T24" fmla="*/ 25 w 84"/>
                <a:gd name="T25" fmla="*/ 60 h 163"/>
                <a:gd name="T26" fmla="*/ 25 w 84"/>
                <a:gd name="T27" fmla="*/ 38 h 163"/>
                <a:gd name="T28" fmla="*/ 62 w 84"/>
                <a:gd name="T29" fmla="*/ 0 h 163"/>
                <a:gd name="T30" fmla="*/ 84 w 84"/>
                <a:gd name="T31" fmla="*/ 0 h 163"/>
                <a:gd name="T32" fmla="*/ 84 w 84"/>
                <a:gd name="T33" fmla="*/ 27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63">
                  <a:moveTo>
                    <a:pt x="84" y="27"/>
                  </a:moveTo>
                  <a:cubicBezTo>
                    <a:pt x="69" y="27"/>
                    <a:pt x="69" y="27"/>
                    <a:pt x="69" y="27"/>
                  </a:cubicBezTo>
                  <a:cubicBezTo>
                    <a:pt x="57" y="27"/>
                    <a:pt x="54" y="33"/>
                    <a:pt x="54" y="41"/>
                  </a:cubicBezTo>
                  <a:cubicBezTo>
                    <a:pt x="54" y="60"/>
                    <a:pt x="54" y="60"/>
                    <a:pt x="54" y="60"/>
                  </a:cubicBezTo>
                  <a:cubicBezTo>
                    <a:pt x="83" y="60"/>
                    <a:pt x="83" y="60"/>
                    <a:pt x="83" y="60"/>
                  </a:cubicBezTo>
                  <a:cubicBezTo>
                    <a:pt x="83" y="88"/>
                    <a:pt x="83" y="88"/>
                    <a:pt x="83" y="88"/>
                  </a:cubicBezTo>
                  <a:cubicBezTo>
                    <a:pt x="54" y="88"/>
                    <a:pt x="54" y="88"/>
                    <a:pt x="54" y="88"/>
                  </a:cubicBezTo>
                  <a:cubicBezTo>
                    <a:pt x="54" y="163"/>
                    <a:pt x="54" y="163"/>
                    <a:pt x="54" y="163"/>
                  </a:cubicBezTo>
                  <a:cubicBezTo>
                    <a:pt x="25" y="163"/>
                    <a:pt x="25" y="163"/>
                    <a:pt x="25" y="163"/>
                  </a:cubicBezTo>
                  <a:cubicBezTo>
                    <a:pt x="25" y="88"/>
                    <a:pt x="25" y="88"/>
                    <a:pt x="25" y="88"/>
                  </a:cubicBezTo>
                  <a:cubicBezTo>
                    <a:pt x="0" y="88"/>
                    <a:pt x="0" y="88"/>
                    <a:pt x="0" y="88"/>
                  </a:cubicBezTo>
                  <a:cubicBezTo>
                    <a:pt x="0" y="60"/>
                    <a:pt x="0" y="60"/>
                    <a:pt x="0" y="60"/>
                  </a:cubicBezTo>
                  <a:cubicBezTo>
                    <a:pt x="25" y="60"/>
                    <a:pt x="25" y="60"/>
                    <a:pt x="25" y="60"/>
                  </a:cubicBezTo>
                  <a:cubicBezTo>
                    <a:pt x="25" y="38"/>
                    <a:pt x="25" y="38"/>
                    <a:pt x="25" y="38"/>
                  </a:cubicBezTo>
                  <a:cubicBezTo>
                    <a:pt x="25" y="13"/>
                    <a:pt x="40" y="0"/>
                    <a:pt x="62" y="0"/>
                  </a:cubicBezTo>
                  <a:cubicBezTo>
                    <a:pt x="84" y="0"/>
                    <a:pt x="84" y="0"/>
                    <a:pt x="84" y="0"/>
                  </a:cubicBezTo>
                  <a:lnTo>
                    <a:pt x="84" y="27"/>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grpSp>
      <p:grpSp>
        <p:nvGrpSpPr>
          <p:cNvPr id="40" name="Group 39"/>
          <p:cNvGrpSpPr/>
          <p:nvPr userDrawn="1"/>
        </p:nvGrpSpPr>
        <p:grpSpPr>
          <a:xfrm>
            <a:off x="3793172" y="5361672"/>
            <a:ext cx="1724341" cy="516155"/>
            <a:chOff x="3872969" y="5806923"/>
            <a:chExt cx="1724341" cy="516155"/>
          </a:xfrm>
        </p:grpSpPr>
        <p:sp>
          <p:nvSpPr>
            <p:cNvPr id="41" name="Oval 40"/>
            <p:cNvSpPr/>
            <p:nvPr/>
          </p:nvSpPr>
          <p:spPr>
            <a:xfrm>
              <a:off x="3872969"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2" name="Oval 41"/>
            <p:cNvSpPr/>
            <p:nvPr/>
          </p:nvSpPr>
          <p:spPr>
            <a:xfrm>
              <a:off x="4477062"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3" name="Oval 42"/>
            <p:cNvSpPr/>
            <p:nvPr/>
          </p:nvSpPr>
          <p:spPr>
            <a:xfrm>
              <a:off x="5081155"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4" name="Freeform 63"/>
            <p:cNvSpPr>
              <a:spLocks/>
            </p:cNvSpPr>
            <p:nvPr/>
          </p:nvSpPr>
          <p:spPr bwMode="auto">
            <a:xfrm>
              <a:off x="4576091" y="5937921"/>
              <a:ext cx="318095" cy="261714"/>
            </a:xfrm>
            <a:custGeom>
              <a:avLst/>
              <a:gdLst>
                <a:gd name="T0" fmla="*/ 160 w 160"/>
                <a:gd name="T1" fmla="*/ 16 h 131"/>
                <a:gd name="T2" fmla="*/ 159 w 160"/>
                <a:gd name="T3" fmla="*/ 16 h 131"/>
                <a:gd name="T4" fmla="*/ 144 w 160"/>
                <a:gd name="T5" fmla="*/ 20 h 131"/>
                <a:gd name="T6" fmla="*/ 156 w 160"/>
                <a:gd name="T7" fmla="*/ 4 h 131"/>
                <a:gd name="T8" fmla="*/ 156 w 160"/>
                <a:gd name="T9" fmla="*/ 3 h 131"/>
                <a:gd name="T10" fmla="*/ 155 w 160"/>
                <a:gd name="T11" fmla="*/ 3 h 131"/>
                <a:gd name="T12" fmla="*/ 135 w 160"/>
                <a:gd name="T13" fmla="*/ 11 h 131"/>
                <a:gd name="T14" fmla="*/ 111 w 160"/>
                <a:gd name="T15" fmla="*/ 0 h 131"/>
                <a:gd name="T16" fmla="*/ 77 w 160"/>
                <a:gd name="T17" fmla="*/ 34 h 131"/>
                <a:gd name="T18" fmla="*/ 78 w 160"/>
                <a:gd name="T19" fmla="*/ 40 h 131"/>
                <a:gd name="T20" fmla="*/ 12 w 160"/>
                <a:gd name="T21" fmla="*/ 7 h 131"/>
                <a:gd name="T22" fmla="*/ 12 w 160"/>
                <a:gd name="T23" fmla="*/ 6 h 131"/>
                <a:gd name="T24" fmla="*/ 11 w 160"/>
                <a:gd name="T25" fmla="*/ 7 h 131"/>
                <a:gd name="T26" fmla="*/ 7 w 160"/>
                <a:gd name="T27" fmla="*/ 23 h 131"/>
                <a:gd name="T28" fmla="*/ 19 w 160"/>
                <a:gd name="T29" fmla="*/ 50 h 131"/>
                <a:gd name="T30" fmla="*/ 7 w 160"/>
                <a:gd name="T31" fmla="*/ 46 h 131"/>
                <a:gd name="T32" fmla="*/ 7 w 160"/>
                <a:gd name="T33" fmla="*/ 46 h 131"/>
                <a:gd name="T34" fmla="*/ 6 w 160"/>
                <a:gd name="T35" fmla="*/ 47 h 131"/>
                <a:gd name="T36" fmla="*/ 6 w 160"/>
                <a:gd name="T37" fmla="*/ 47 h 131"/>
                <a:gd name="T38" fmla="*/ 30 w 160"/>
                <a:gd name="T39" fmla="*/ 79 h 131"/>
                <a:gd name="T40" fmla="*/ 19 w 160"/>
                <a:gd name="T41" fmla="*/ 79 h 131"/>
                <a:gd name="T42" fmla="*/ 18 w 160"/>
                <a:gd name="T43" fmla="*/ 79 h 131"/>
                <a:gd name="T44" fmla="*/ 18 w 160"/>
                <a:gd name="T45" fmla="*/ 80 h 131"/>
                <a:gd name="T46" fmla="*/ 47 w 160"/>
                <a:gd name="T47" fmla="*/ 103 h 131"/>
                <a:gd name="T48" fmla="*/ 8 w 160"/>
                <a:gd name="T49" fmla="*/ 115 h 131"/>
                <a:gd name="T50" fmla="*/ 1 w 160"/>
                <a:gd name="T51" fmla="*/ 115 h 131"/>
                <a:gd name="T52" fmla="*/ 0 w 160"/>
                <a:gd name="T53" fmla="*/ 115 h 131"/>
                <a:gd name="T54" fmla="*/ 0 w 160"/>
                <a:gd name="T55" fmla="*/ 116 h 131"/>
                <a:gd name="T56" fmla="*/ 51 w 160"/>
                <a:gd name="T57" fmla="*/ 131 h 131"/>
                <a:gd name="T58" fmla="*/ 144 w 160"/>
                <a:gd name="T59" fmla="*/ 38 h 131"/>
                <a:gd name="T60" fmla="*/ 144 w 160"/>
                <a:gd name="T61" fmla="*/ 34 h 131"/>
                <a:gd name="T62" fmla="*/ 160 w 160"/>
                <a:gd name="T63" fmla="*/ 17 h 131"/>
                <a:gd name="T64" fmla="*/ 160 w 160"/>
                <a:gd name="T65" fmla="*/ 1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0" h="131">
                  <a:moveTo>
                    <a:pt x="160" y="16"/>
                  </a:moveTo>
                  <a:cubicBezTo>
                    <a:pt x="160" y="16"/>
                    <a:pt x="160" y="16"/>
                    <a:pt x="159" y="16"/>
                  </a:cubicBezTo>
                  <a:cubicBezTo>
                    <a:pt x="154" y="18"/>
                    <a:pt x="149" y="19"/>
                    <a:pt x="144" y="20"/>
                  </a:cubicBezTo>
                  <a:cubicBezTo>
                    <a:pt x="150" y="16"/>
                    <a:pt x="154" y="10"/>
                    <a:pt x="156" y="4"/>
                  </a:cubicBezTo>
                  <a:cubicBezTo>
                    <a:pt x="156" y="3"/>
                    <a:pt x="156" y="3"/>
                    <a:pt x="156" y="3"/>
                  </a:cubicBezTo>
                  <a:cubicBezTo>
                    <a:pt x="155" y="3"/>
                    <a:pt x="155" y="3"/>
                    <a:pt x="155" y="3"/>
                  </a:cubicBezTo>
                  <a:cubicBezTo>
                    <a:pt x="149" y="7"/>
                    <a:pt x="142" y="9"/>
                    <a:pt x="135" y="11"/>
                  </a:cubicBezTo>
                  <a:cubicBezTo>
                    <a:pt x="128" y="4"/>
                    <a:pt x="120" y="0"/>
                    <a:pt x="111" y="0"/>
                  </a:cubicBezTo>
                  <a:cubicBezTo>
                    <a:pt x="92" y="0"/>
                    <a:pt x="77" y="15"/>
                    <a:pt x="77" y="34"/>
                  </a:cubicBezTo>
                  <a:cubicBezTo>
                    <a:pt x="77" y="36"/>
                    <a:pt x="77" y="38"/>
                    <a:pt x="78" y="40"/>
                  </a:cubicBezTo>
                  <a:cubicBezTo>
                    <a:pt x="52" y="39"/>
                    <a:pt x="29" y="26"/>
                    <a:pt x="12" y="7"/>
                  </a:cubicBezTo>
                  <a:cubicBezTo>
                    <a:pt x="12" y="6"/>
                    <a:pt x="12" y="6"/>
                    <a:pt x="12" y="6"/>
                  </a:cubicBezTo>
                  <a:cubicBezTo>
                    <a:pt x="11" y="6"/>
                    <a:pt x="11" y="6"/>
                    <a:pt x="11" y="7"/>
                  </a:cubicBezTo>
                  <a:cubicBezTo>
                    <a:pt x="8" y="12"/>
                    <a:pt x="7" y="18"/>
                    <a:pt x="7" y="23"/>
                  </a:cubicBezTo>
                  <a:cubicBezTo>
                    <a:pt x="7" y="34"/>
                    <a:pt x="11" y="43"/>
                    <a:pt x="19" y="50"/>
                  </a:cubicBezTo>
                  <a:cubicBezTo>
                    <a:pt x="15" y="49"/>
                    <a:pt x="11" y="48"/>
                    <a:pt x="7" y="46"/>
                  </a:cubicBezTo>
                  <a:cubicBezTo>
                    <a:pt x="7" y="46"/>
                    <a:pt x="7" y="46"/>
                    <a:pt x="7" y="46"/>
                  </a:cubicBezTo>
                  <a:cubicBezTo>
                    <a:pt x="6" y="46"/>
                    <a:pt x="6" y="46"/>
                    <a:pt x="6" y="47"/>
                  </a:cubicBezTo>
                  <a:cubicBezTo>
                    <a:pt x="6" y="47"/>
                    <a:pt x="6" y="47"/>
                    <a:pt x="6" y="47"/>
                  </a:cubicBezTo>
                  <a:cubicBezTo>
                    <a:pt x="6" y="62"/>
                    <a:pt x="16" y="75"/>
                    <a:pt x="30" y="79"/>
                  </a:cubicBezTo>
                  <a:cubicBezTo>
                    <a:pt x="26" y="79"/>
                    <a:pt x="22" y="79"/>
                    <a:pt x="19" y="79"/>
                  </a:cubicBezTo>
                  <a:cubicBezTo>
                    <a:pt x="18" y="79"/>
                    <a:pt x="18" y="79"/>
                    <a:pt x="18" y="79"/>
                  </a:cubicBezTo>
                  <a:cubicBezTo>
                    <a:pt x="18" y="79"/>
                    <a:pt x="18" y="79"/>
                    <a:pt x="18" y="80"/>
                  </a:cubicBezTo>
                  <a:cubicBezTo>
                    <a:pt x="22" y="93"/>
                    <a:pt x="33" y="102"/>
                    <a:pt x="47" y="103"/>
                  </a:cubicBezTo>
                  <a:cubicBezTo>
                    <a:pt x="36" y="111"/>
                    <a:pt x="22" y="115"/>
                    <a:pt x="8" y="115"/>
                  </a:cubicBezTo>
                  <a:cubicBezTo>
                    <a:pt x="6" y="115"/>
                    <a:pt x="3" y="115"/>
                    <a:pt x="1" y="115"/>
                  </a:cubicBezTo>
                  <a:cubicBezTo>
                    <a:pt x="0" y="115"/>
                    <a:pt x="0" y="115"/>
                    <a:pt x="0" y="115"/>
                  </a:cubicBezTo>
                  <a:cubicBezTo>
                    <a:pt x="0" y="116"/>
                    <a:pt x="0" y="116"/>
                    <a:pt x="0" y="116"/>
                  </a:cubicBezTo>
                  <a:cubicBezTo>
                    <a:pt x="15" y="126"/>
                    <a:pt x="33" y="131"/>
                    <a:pt x="51" y="131"/>
                  </a:cubicBezTo>
                  <a:cubicBezTo>
                    <a:pt x="109" y="131"/>
                    <a:pt x="144" y="83"/>
                    <a:pt x="144" y="38"/>
                  </a:cubicBezTo>
                  <a:cubicBezTo>
                    <a:pt x="144" y="36"/>
                    <a:pt x="144" y="35"/>
                    <a:pt x="144" y="34"/>
                  </a:cubicBezTo>
                  <a:cubicBezTo>
                    <a:pt x="150" y="29"/>
                    <a:pt x="156" y="23"/>
                    <a:pt x="160" y="17"/>
                  </a:cubicBezTo>
                  <a:cubicBezTo>
                    <a:pt x="160" y="17"/>
                    <a:pt x="160" y="16"/>
                    <a:pt x="160" y="16"/>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sp>
          <p:nvSpPr>
            <p:cNvPr id="45" name="Freeform 21"/>
            <p:cNvSpPr>
              <a:spLocks/>
            </p:cNvSpPr>
            <p:nvPr/>
          </p:nvSpPr>
          <p:spPr bwMode="auto">
            <a:xfrm>
              <a:off x="5235659" y="5934143"/>
              <a:ext cx="207145" cy="261714"/>
            </a:xfrm>
            <a:custGeom>
              <a:avLst/>
              <a:gdLst>
                <a:gd name="T0" fmla="*/ 129 w 323"/>
                <a:gd name="T1" fmla="*/ 272 h 408"/>
                <a:gd name="T2" fmla="*/ 68 w 323"/>
                <a:gd name="T3" fmla="*/ 408 h 408"/>
                <a:gd name="T4" fmla="*/ 98 w 323"/>
                <a:gd name="T5" fmla="*/ 196 h 408"/>
                <a:gd name="T6" fmla="*/ 149 w 323"/>
                <a:gd name="T7" fmla="*/ 99 h 408"/>
                <a:gd name="T8" fmla="*/ 172 w 323"/>
                <a:gd name="T9" fmla="*/ 257 h 408"/>
                <a:gd name="T10" fmla="*/ 234 w 323"/>
                <a:gd name="T11" fmla="*/ 73 h 408"/>
                <a:gd name="T12" fmla="*/ 47 w 323"/>
                <a:gd name="T13" fmla="*/ 173 h 408"/>
                <a:gd name="T14" fmla="*/ 57 w 323"/>
                <a:gd name="T15" fmla="*/ 239 h 408"/>
                <a:gd name="T16" fmla="*/ 1 w 323"/>
                <a:gd name="T17" fmla="*/ 147 h 408"/>
                <a:gd name="T18" fmla="*/ 137 w 323"/>
                <a:gd name="T19" fmla="*/ 9 h 408"/>
                <a:gd name="T20" fmla="*/ 310 w 323"/>
                <a:gd name="T21" fmla="*/ 119 h 408"/>
                <a:gd name="T22" fmla="*/ 183 w 323"/>
                <a:gd name="T23" fmla="*/ 298 h 408"/>
                <a:gd name="T24" fmla="*/ 129 w 323"/>
                <a:gd name="T25" fmla="*/ 272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3" h="408">
                  <a:moveTo>
                    <a:pt x="129" y="272"/>
                  </a:moveTo>
                  <a:cubicBezTo>
                    <a:pt x="118" y="328"/>
                    <a:pt x="106" y="380"/>
                    <a:pt x="68" y="408"/>
                  </a:cubicBezTo>
                  <a:cubicBezTo>
                    <a:pt x="56" y="325"/>
                    <a:pt x="85" y="262"/>
                    <a:pt x="98" y="196"/>
                  </a:cubicBezTo>
                  <a:cubicBezTo>
                    <a:pt x="75" y="157"/>
                    <a:pt x="101" y="80"/>
                    <a:pt x="149" y="99"/>
                  </a:cubicBezTo>
                  <a:cubicBezTo>
                    <a:pt x="209" y="122"/>
                    <a:pt x="98" y="242"/>
                    <a:pt x="172" y="257"/>
                  </a:cubicBezTo>
                  <a:cubicBezTo>
                    <a:pt x="250" y="273"/>
                    <a:pt x="282" y="122"/>
                    <a:pt x="234" y="73"/>
                  </a:cubicBezTo>
                  <a:cubicBezTo>
                    <a:pt x="164" y="2"/>
                    <a:pt x="31" y="72"/>
                    <a:pt x="47" y="173"/>
                  </a:cubicBezTo>
                  <a:cubicBezTo>
                    <a:pt x="51" y="198"/>
                    <a:pt x="77" y="205"/>
                    <a:pt x="57" y="239"/>
                  </a:cubicBezTo>
                  <a:cubicBezTo>
                    <a:pt x="13" y="229"/>
                    <a:pt x="0" y="194"/>
                    <a:pt x="1" y="147"/>
                  </a:cubicBezTo>
                  <a:cubicBezTo>
                    <a:pt x="4" y="70"/>
                    <a:pt x="70" y="17"/>
                    <a:pt x="137" y="9"/>
                  </a:cubicBezTo>
                  <a:cubicBezTo>
                    <a:pt x="221" y="0"/>
                    <a:pt x="300" y="40"/>
                    <a:pt x="310" y="119"/>
                  </a:cubicBezTo>
                  <a:cubicBezTo>
                    <a:pt x="323" y="208"/>
                    <a:pt x="273" y="305"/>
                    <a:pt x="183" y="298"/>
                  </a:cubicBezTo>
                  <a:cubicBezTo>
                    <a:pt x="158" y="296"/>
                    <a:pt x="148" y="284"/>
                    <a:pt x="129" y="272"/>
                  </a:cubicBezTo>
                  <a:close/>
                </a:path>
              </a:pathLst>
            </a:custGeom>
            <a:solidFill>
              <a:schemeClr val="bg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mn-cs"/>
              </a:endParaRPr>
            </a:p>
          </p:txBody>
        </p:sp>
        <p:sp>
          <p:nvSpPr>
            <p:cNvPr id="46" name="Freeform 62"/>
            <p:cNvSpPr>
              <a:spLocks/>
            </p:cNvSpPr>
            <p:nvPr/>
          </p:nvSpPr>
          <p:spPr bwMode="auto">
            <a:xfrm>
              <a:off x="4063583" y="5934143"/>
              <a:ext cx="134925" cy="261714"/>
            </a:xfrm>
            <a:custGeom>
              <a:avLst/>
              <a:gdLst>
                <a:gd name="T0" fmla="*/ 84 w 84"/>
                <a:gd name="T1" fmla="*/ 27 h 163"/>
                <a:gd name="T2" fmla="*/ 69 w 84"/>
                <a:gd name="T3" fmla="*/ 27 h 163"/>
                <a:gd name="T4" fmla="*/ 54 w 84"/>
                <a:gd name="T5" fmla="*/ 41 h 163"/>
                <a:gd name="T6" fmla="*/ 54 w 84"/>
                <a:gd name="T7" fmla="*/ 60 h 163"/>
                <a:gd name="T8" fmla="*/ 83 w 84"/>
                <a:gd name="T9" fmla="*/ 60 h 163"/>
                <a:gd name="T10" fmla="*/ 83 w 84"/>
                <a:gd name="T11" fmla="*/ 88 h 163"/>
                <a:gd name="T12" fmla="*/ 54 w 84"/>
                <a:gd name="T13" fmla="*/ 88 h 163"/>
                <a:gd name="T14" fmla="*/ 54 w 84"/>
                <a:gd name="T15" fmla="*/ 163 h 163"/>
                <a:gd name="T16" fmla="*/ 25 w 84"/>
                <a:gd name="T17" fmla="*/ 163 h 163"/>
                <a:gd name="T18" fmla="*/ 25 w 84"/>
                <a:gd name="T19" fmla="*/ 88 h 163"/>
                <a:gd name="T20" fmla="*/ 0 w 84"/>
                <a:gd name="T21" fmla="*/ 88 h 163"/>
                <a:gd name="T22" fmla="*/ 0 w 84"/>
                <a:gd name="T23" fmla="*/ 60 h 163"/>
                <a:gd name="T24" fmla="*/ 25 w 84"/>
                <a:gd name="T25" fmla="*/ 60 h 163"/>
                <a:gd name="T26" fmla="*/ 25 w 84"/>
                <a:gd name="T27" fmla="*/ 38 h 163"/>
                <a:gd name="T28" fmla="*/ 62 w 84"/>
                <a:gd name="T29" fmla="*/ 0 h 163"/>
                <a:gd name="T30" fmla="*/ 84 w 84"/>
                <a:gd name="T31" fmla="*/ 0 h 163"/>
                <a:gd name="T32" fmla="*/ 84 w 84"/>
                <a:gd name="T33" fmla="*/ 27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63">
                  <a:moveTo>
                    <a:pt x="84" y="27"/>
                  </a:moveTo>
                  <a:cubicBezTo>
                    <a:pt x="69" y="27"/>
                    <a:pt x="69" y="27"/>
                    <a:pt x="69" y="27"/>
                  </a:cubicBezTo>
                  <a:cubicBezTo>
                    <a:pt x="57" y="27"/>
                    <a:pt x="54" y="33"/>
                    <a:pt x="54" y="41"/>
                  </a:cubicBezTo>
                  <a:cubicBezTo>
                    <a:pt x="54" y="60"/>
                    <a:pt x="54" y="60"/>
                    <a:pt x="54" y="60"/>
                  </a:cubicBezTo>
                  <a:cubicBezTo>
                    <a:pt x="83" y="60"/>
                    <a:pt x="83" y="60"/>
                    <a:pt x="83" y="60"/>
                  </a:cubicBezTo>
                  <a:cubicBezTo>
                    <a:pt x="83" y="88"/>
                    <a:pt x="83" y="88"/>
                    <a:pt x="83" y="88"/>
                  </a:cubicBezTo>
                  <a:cubicBezTo>
                    <a:pt x="54" y="88"/>
                    <a:pt x="54" y="88"/>
                    <a:pt x="54" y="88"/>
                  </a:cubicBezTo>
                  <a:cubicBezTo>
                    <a:pt x="54" y="163"/>
                    <a:pt x="54" y="163"/>
                    <a:pt x="54" y="163"/>
                  </a:cubicBezTo>
                  <a:cubicBezTo>
                    <a:pt x="25" y="163"/>
                    <a:pt x="25" y="163"/>
                    <a:pt x="25" y="163"/>
                  </a:cubicBezTo>
                  <a:cubicBezTo>
                    <a:pt x="25" y="88"/>
                    <a:pt x="25" y="88"/>
                    <a:pt x="25" y="88"/>
                  </a:cubicBezTo>
                  <a:cubicBezTo>
                    <a:pt x="0" y="88"/>
                    <a:pt x="0" y="88"/>
                    <a:pt x="0" y="88"/>
                  </a:cubicBezTo>
                  <a:cubicBezTo>
                    <a:pt x="0" y="60"/>
                    <a:pt x="0" y="60"/>
                    <a:pt x="0" y="60"/>
                  </a:cubicBezTo>
                  <a:cubicBezTo>
                    <a:pt x="25" y="60"/>
                    <a:pt x="25" y="60"/>
                    <a:pt x="25" y="60"/>
                  </a:cubicBezTo>
                  <a:cubicBezTo>
                    <a:pt x="25" y="38"/>
                    <a:pt x="25" y="38"/>
                    <a:pt x="25" y="38"/>
                  </a:cubicBezTo>
                  <a:cubicBezTo>
                    <a:pt x="25" y="13"/>
                    <a:pt x="40" y="0"/>
                    <a:pt x="62" y="0"/>
                  </a:cubicBezTo>
                  <a:cubicBezTo>
                    <a:pt x="84" y="0"/>
                    <a:pt x="84" y="0"/>
                    <a:pt x="84" y="0"/>
                  </a:cubicBezTo>
                  <a:lnTo>
                    <a:pt x="84" y="27"/>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grpSp>
      <p:grpSp>
        <p:nvGrpSpPr>
          <p:cNvPr id="47" name="Group 46"/>
          <p:cNvGrpSpPr/>
          <p:nvPr userDrawn="1"/>
        </p:nvGrpSpPr>
        <p:grpSpPr>
          <a:xfrm>
            <a:off x="6654134" y="5352141"/>
            <a:ext cx="1724341" cy="516155"/>
            <a:chOff x="3872969" y="5806923"/>
            <a:chExt cx="1724341" cy="516155"/>
          </a:xfrm>
        </p:grpSpPr>
        <p:sp>
          <p:nvSpPr>
            <p:cNvPr id="48" name="Oval 47"/>
            <p:cNvSpPr/>
            <p:nvPr/>
          </p:nvSpPr>
          <p:spPr>
            <a:xfrm>
              <a:off x="3872969"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9" name="Oval 48"/>
            <p:cNvSpPr/>
            <p:nvPr/>
          </p:nvSpPr>
          <p:spPr>
            <a:xfrm>
              <a:off x="4477062"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50" name="Oval 49"/>
            <p:cNvSpPr/>
            <p:nvPr/>
          </p:nvSpPr>
          <p:spPr>
            <a:xfrm>
              <a:off x="5081155"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51" name="Freeform 63"/>
            <p:cNvSpPr>
              <a:spLocks/>
            </p:cNvSpPr>
            <p:nvPr/>
          </p:nvSpPr>
          <p:spPr bwMode="auto">
            <a:xfrm>
              <a:off x="4576091" y="5937921"/>
              <a:ext cx="318095" cy="261714"/>
            </a:xfrm>
            <a:custGeom>
              <a:avLst/>
              <a:gdLst>
                <a:gd name="T0" fmla="*/ 160 w 160"/>
                <a:gd name="T1" fmla="*/ 16 h 131"/>
                <a:gd name="T2" fmla="*/ 159 w 160"/>
                <a:gd name="T3" fmla="*/ 16 h 131"/>
                <a:gd name="T4" fmla="*/ 144 w 160"/>
                <a:gd name="T5" fmla="*/ 20 h 131"/>
                <a:gd name="T6" fmla="*/ 156 w 160"/>
                <a:gd name="T7" fmla="*/ 4 h 131"/>
                <a:gd name="T8" fmla="*/ 156 w 160"/>
                <a:gd name="T9" fmla="*/ 3 h 131"/>
                <a:gd name="T10" fmla="*/ 155 w 160"/>
                <a:gd name="T11" fmla="*/ 3 h 131"/>
                <a:gd name="T12" fmla="*/ 135 w 160"/>
                <a:gd name="T13" fmla="*/ 11 h 131"/>
                <a:gd name="T14" fmla="*/ 111 w 160"/>
                <a:gd name="T15" fmla="*/ 0 h 131"/>
                <a:gd name="T16" fmla="*/ 77 w 160"/>
                <a:gd name="T17" fmla="*/ 34 h 131"/>
                <a:gd name="T18" fmla="*/ 78 w 160"/>
                <a:gd name="T19" fmla="*/ 40 h 131"/>
                <a:gd name="T20" fmla="*/ 12 w 160"/>
                <a:gd name="T21" fmla="*/ 7 h 131"/>
                <a:gd name="T22" fmla="*/ 12 w 160"/>
                <a:gd name="T23" fmla="*/ 6 h 131"/>
                <a:gd name="T24" fmla="*/ 11 w 160"/>
                <a:gd name="T25" fmla="*/ 7 h 131"/>
                <a:gd name="T26" fmla="*/ 7 w 160"/>
                <a:gd name="T27" fmla="*/ 23 h 131"/>
                <a:gd name="T28" fmla="*/ 19 w 160"/>
                <a:gd name="T29" fmla="*/ 50 h 131"/>
                <a:gd name="T30" fmla="*/ 7 w 160"/>
                <a:gd name="T31" fmla="*/ 46 h 131"/>
                <a:gd name="T32" fmla="*/ 7 w 160"/>
                <a:gd name="T33" fmla="*/ 46 h 131"/>
                <a:gd name="T34" fmla="*/ 6 w 160"/>
                <a:gd name="T35" fmla="*/ 47 h 131"/>
                <a:gd name="T36" fmla="*/ 6 w 160"/>
                <a:gd name="T37" fmla="*/ 47 h 131"/>
                <a:gd name="T38" fmla="*/ 30 w 160"/>
                <a:gd name="T39" fmla="*/ 79 h 131"/>
                <a:gd name="T40" fmla="*/ 19 w 160"/>
                <a:gd name="T41" fmla="*/ 79 h 131"/>
                <a:gd name="T42" fmla="*/ 18 w 160"/>
                <a:gd name="T43" fmla="*/ 79 h 131"/>
                <a:gd name="T44" fmla="*/ 18 w 160"/>
                <a:gd name="T45" fmla="*/ 80 h 131"/>
                <a:gd name="T46" fmla="*/ 47 w 160"/>
                <a:gd name="T47" fmla="*/ 103 h 131"/>
                <a:gd name="T48" fmla="*/ 8 w 160"/>
                <a:gd name="T49" fmla="*/ 115 h 131"/>
                <a:gd name="T50" fmla="*/ 1 w 160"/>
                <a:gd name="T51" fmla="*/ 115 h 131"/>
                <a:gd name="T52" fmla="*/ 0 w 160"/>
                <a:gd name="T53" fmla="*/ 115 h 131"/>
                <a:gd name="T54" fmla="*/ 0 w 160"/>
                <a:gd name="T55" fmla="*/ 116 h 131"/>
                <a:gd name="T56" fmla="*/ 51 w 160"/>
                <a:gd name="T57" fmla="*/ 131 h 131"/>
                <a:gd name="T58" fmla="*/ 144 w 160"/>
                <a:gd name="T59" fmla="*/ 38 h 131"/>
                <a:gd name="T60" fmla="*/ 144 w 160"/>
                <a:gd name="T61" fmla="*/ 34 h 131"/>
                <a:gd name="T62" fmla="*/ 160 w 160"/>
                <a:gd name="T63" fmla="*/ 17 h 131"/>
                <a:gd name="T64" fmla="*/ 160 w 160"/>
                <a:gd name="T65" fmla="*/ 1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0" h="131">
                  <a:moveTo>
                    <a:pt x="160" y="16"/>
                  </a:moveTo>
                  <a:cubicBezTo>
                    <a:pt x="160" y="16"/>
                    <a:pt x="160" y="16"/>
                    <a:pt x="159" y="16"/>
                  </a:cubicBezTo>
                  <a:cubicBezTo>
                    <a:pt x="154" y="18"/>
                    <a:pt x="149" y="19"/>
                    <a:pt x="144" y="20"/>
                  </a:cubicBezTo>
                  <a:cubicBezTo>
                    <a:pt x="150" y="16"/>
                    <a:pt x="154" y="10"/>
                    <a:pt x="156" y="4"/>
                  </a:cubicBezTo>
                  <a:cubicBezTo>
                    <a:pt x="156" y="3"/>
                    <a:pt x="156" y="3"/>
                    <a:pt x="156" y="3"/>
                  </a:cubicBezTo>
                  <a:cubicBezTo>
                    <a:pt x="155" y="3"/>
                    <a:pt x="155" y="3"/>
                    <a:pt x="155" y="3"/>
                  </a:cubicBezTo>
                  <a:cubicBezTo>
                    <a:pt x="149" y="7"/>
                    <a:pt x="142" y="9"/>
                    <a:pt x="135" y="11"/>
                  </a:cubicBezTo>
                  <a:cubicBezTo>
                    <a:pt x="128" y="4"/>
                    <a:pt x="120" y="0"/>
                    <a:pt x="111" y="0"/>
                  </a:cubicBezTo>
                  <a:cubicBezTo>
                    <a:pt x="92" y="0"/>
                    <a:pt x="77" y="15"/>
                    <a:pt x="77" y="34"/>
                  </a:cubicBezTo>
                  <a:cubicBezTo>
                    <a:pt x="77" y="36"/>
                    <a:pt x="77" y="38"/>
                    <a:pt x="78" y="40"/>
                  </a:cubicBezTo>
                  <a:cubicBezTo>
                    <a:pt x="52" y="39"/>
                    <a:pt x="29" y="26"/>
                    <a:pt x="12" y="7"/>
                  </a:cubicBezTo>
                  <a:cubicBezTo>
                    <a:pt x="12" y="6"/>
                    <a:pt x="12" y="6"/>
                    <a:pt x="12" y="6"/>
                  </a:cubicBezTo>
                  <a:cubicBezTo>
                    <a:pt x="11" y="6"/>
                    <a:pt x="11" y="6"/>
                    <a:pt x="11" y="7"/>
                  </a:cubicBezTo>
                  <a:cubicBezTo>
                    <a:pt x="8" y="12"/>
                    <a:pt x="7" y="18"/>
                    <a:pt x="7" y="23"/>
                  </a:cubicBezTo>
                  <a:cubicBezTo>
                    <a:pt x="7" y="34"/>
                    <a:pt x="11" y="43"/>
                    <a:pt x="19" y="50"/>
                  </a:cubicBezTo>
                  <a:cubicBezTo>
                    <a:pt x="15" y="49"/>
                    <a:pt x="11" y="48"/>
                    <a:pt x="7" y="46"/>
                  </a:cubicBezTo>
                  <a:cubicBezTo>
                    <a:pt x="7" y="46"/>
                    <a:pt x="7" y="46"/>
                    <a:pt x="7" y="46"/>
                  </a:cubicBezTo>
                  <a:cubicBezTo>
                    <a:pt x="6" y="46"/>
                    <a:pt x="6" y="46"/>
                    <a:pt x="6" y="47"/>
                  </a:cubicBezTo>
                  <a:cubicBezTo>
                    <a:pt x="6" y="47"/>
                    <a:pt x="6" y="47"/>
                    <a:pt x="6" y="47"/>
                  </a:cubicBezTo>
                  <a:cubicBezTo>
                    <a:pt x="6" y="62"/>
                    <a:pt x="16" y="75"/>
                    <a:pt x="30" y="79"/>
                  </a:cubicBezTo>
                  <a:cubicBezTo>
                    <a:pt x="26" y="79"/>
                    <a:pt x="22" y="79"/>
                    <a:pt x="19" y="79"/>
                  </a:cubicBezTo>
                  <a:cubicBezTo>
                    <a:pt x="18" y="79"/>
                    <a:pt x="18" y="79"/>
                    <a:pt x="18" y="79"/>
                  </a:cubicBezTo>
                  <a:cubicBezTo>
                    <a:pt x="18" y="79"/>
                    <a:pt x="18" y="79"/>
                    <a:pt x="18" y="80"/>
                  </a:cubicBezTo>
                  <a:cubicBezTo>
                    <a:pt x="22" y="93"/>
                    <a:pt x="33" y="102"/>
                    <a:pt x="47" y="103"/>
                  </a:cubicBezTo>
                  <a:cubicBezTo>
                    <a:pt x="36" y="111"/>
                    <a:pt x="22" y="115"/>
                    <a:pt x="8" y="115"/>
                  </a:cubicBezTo>
                  <a:cubicBezTo>
                    <a:pt x="6" y="115"/>
                    <a:pt x="3" y="115"/>
                    <a:pt x="1" y="115"/>
                  </a:cubicBezTo>
                  <a:cubicBezTo>
                    <a:pt x="0" y="115"/>
                    <a:pt x="0" y="115"/>
                    <a:pt x="0" y="115"/>
                  </a:cubicBezTo>
                  <a:cubicBezTo>
                    <a:pt x="0" y="116"/>
                    <a:pt x="0" y="116"/>
                    <a:pt x="0" y="116"/>
                  </a:cubicBezTo>
                  <a:cubicBezTo>
                    <a:pt x="15" y="126"/>
                    <a:pt x="33" y="131"/>
                    <a:pt x="51" y="131"/>
                  </a:cubicBezTo>
                  <a:cubicBezTo>
                    <a:pt x="109" y="131"/>
                    <a:pt x="144" y="83"/>
                    <a:pt x="144" y="38"/>
                  </a:cubicBezTo>
                  <a:cubicBezTo>
                    <a:pt x="144" y="36"/>
                    <a:pt x="144" y="35"/>
                    <a:pt x="144" y="34"/>
                  </a:cubicBezTo>
                  <a:cubicBezTo>
                    <a:pt x="150" y="29"/>
                    <a:pt x="156" y="23"/>
                    <a:pt x="160" y="17"/>
                  </a:cubicBezTo>
                  <a:cubicBezTo>
                    <a:pt x="160" y="17"/>
                    <a:pt x="160" y="16"/>
                    <a:pt x="160" y="16"/>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sp>
          <p:nvSpPr>
            <p:cNvPr id="52" name="Freeform 21"/>
            <p:cNvSpPr>
              <a:spLocks/>
            </p:cNvSpPr>
            <p:nvPr/>
          </p:nvSpPr>
          <p:spPr bwMode="auto">
            <a:xfrm>
              <a:off x="5235659" y="5934143"/>
              <a:ext cx="207145" cy="261714"/>
            </a:xfrm>
            <a:custGeom>
              <a:avLst/>
              <a:gdLst>
                <a:gd name="T0" fmla="*/ 129 w 323"/>
                <a:gd name="T1" fmla="*/ 272 h 408"/>
                <a:gd name="T2" fmla="*/ 68 w 323"/>
                <a:gd name="T3" fmla="*/ 408 h 408"/>
                <a:gd name="T4" fmla="*/ 98 w 323"/>
                <a:gd name="T5" fmla="*/ 196 h 408"/>
                <a:gd name="T6" fmla="*/ 149 w 323"/>
                <a:gd name="T7" fmla="*/ 99 h 408"/>
                <a:gd name="T8" fmla="*/ 172 w 323"/>
                <a:gd name="T9" fmla="*/ 257 h 408"/>
                <a:gd name="T10" fmla="*/ 234 w 323"/>
                <a:gd name="T11" fmla="*/ 73 h 408"/>
                <a:gd name="T12" fmla="*/ 47 w 323"/>
                <a:gd name="T13" fmla="*/ 173 h 408"/>
                <a:gd name="T14" fmla="*/ 57 w 323"/>
                <a:gd name="T15" fmla="*/ 239 h 408"/>
                <a:gd name="T16" fmla="*/ 1 w 323"/>
                <a:gd name="T17" fmla="*/ 147 h 408"/>
                <a:gd name="T18" fmla="*/ 137 w 323"/>
                <a:gd name="T19" fmla="*/ 9 h 408"/>
                <a:gd name="T20" fmla="*/ 310 w 323"/>
                <a:gd name="T21" fmla="*/ 119 h 408"/>
                <a:gd name="T22" fmla="*/ 183 w 323"/>
                <a:gd name="T23" fmla="*/ 298 h 408"/>
                <a:gd name="T24" fmla="*/ 129 w 323"/>
                <a:gd name="T25" fmla="*/ 272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3" h="408">
                  <a:moveTo>
                    <a:pt x="129" y="272"/>
                  </a:moveTo>
                  <a:cubicBezTo>
                    <a:pt x="118" y="328"/>
                    <a:pt x="106" y="380"/>
                    <a:pt x="68" y="408"/>
                  </a:cubicBezTo>
                  <a:cubicBezTo>
                    <a:pt x="56" y="325"/>
                    <a:pt x="85" y="262"/>
                    <a:pt x="98" y="196"/>
                  </a:cubicBezTo>
                  <a:cubicBezTo>
                    <a:pt x="75" y="157"/>
                    <a:pt x="101" y="80"/>
                    <a:pt x="149" y="99"/>
                  </a:cubicBezTo>
                  <a:cubicBezTo>
                    <a:pt x="209" y="122"/>
                    <a:pt x="98" y="242"/>
                    <a:pt x="172" y="257"/>
                  </a:cubicBezTo>
                  <a:cubicBezTo>
                    <a:pt x="250" y="273"/>
                    <a:pt x="282" y="122"/>
                    <a:pt x="234" y="73"/>
                  </a:cubicBezTo>
                  <a:cubicBezTo>
                    <a:pt x="164" y="2"/>
                    <a:pt x="31" y="72"/>
                    <a:pt x="47" y="173"/>
                  </a:cubicBezTo>
                  <a:cubicBezTo>
                    <a:pt x="51" y="198"/>
                    <a:pt x="77" y="205"/>
                    <a:pt x="57" y="239"/>
                  </a:cubicBezTo>
                  <a:cubicBezTo>
                    <a:pt x="13" y="229"/>
                    <a:pt x="0" y="194"/>
                    <a:pt x="1" y="147"/>
                  </a:cubicBezTo>
                  <a:cubicBezTo>
                    <a:pt x="4" y="70"/>
                    <a:pt x="70" y="17"/>
                    <a:pt x="137" y="9"/>
                  </a:cubicBezTo>
                  <a:cubicBezTo>
                    <a:pt x="221" y="0"/>
                    <a:pt x="300" y="40"/>
                    <a:pt x="310" y="119"/>
                  </a:cubicBezTo>
                  <a:cubicBezTo>
                    <a:pt x="323" y="208"/>
                    <a:pt x="273" y="305"/>
                    <a:pt x="183" y="298"/>
                  </a:cubicBezTo>
                  <a:cubicBezTo>
                    <a:pt x="158" y="296"/>
                    <a:pt x="148" y="284"/>
                    <a:pt x="129" y="272"/>
                  </a:cubicBezTo>
                  <a:close/>
                </a:path>
              </a:pathLst>
            </a:custGeom>
            <a:solidFill>
              <a:schemeClr val="bg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mn-cs"/>
              </a:endParaRPr>
            </a:p>
          </p:txBody>
        </p:sp>
        <p:sp>
          <p:nvSpPr>
            <p:cNvPr id="53" name="Freeform 62"/>
            <p:cNvSpPr>
              <a:spLocks/>
            </p:cNvSpPr>
            <p:nvPr/>
          </p:nvSpPr>
          <p:spPr bwMode="auto">
            <a:xfrm>
              <a:off x="4063583" y="5934143"/>
              <a:ext cx="134925" cy="261714"/>
            </a:xfrm>
            <a:custGeom>
              <a:avLst/>
              <a:gdLst>
                <a:gd name="T0" fmla="*/ 84 w 84"/>
                <a:gd name="T1" fmla="*/ 27 h 163"/>
                <a:gd name="T2" fmla="*/ 69 w 84"/>
                <a:gd name="T3" fmla="*/ 27 h 163"/>
                <a:gd name="T4" fmla="*/ 54 w 84"/>
                <a:gd name="T5" fmla="*/ 41 h 163"/>
                <a:gd name="T6" fmla="*/ 54 w 84"/>
                <a:gd name="T7" fmla="*/ 60 h 163"/>
                <a:gd name="T8" fmla="*/ 83 w 84"/>
                <a:gd name="T9" fmla="*/ 60 h 163"/>
                <a:gd name="T10" fmla="*/ 83 w 84"/>
                <a:gd name="T11" fmla="*/ 88 h 163"/>
                <a:gd name="T12" fmla="*/ 54 w 84"/>
                <a:gd name="T13" fmla="*/ 88 h 163"/>
                <a:gd name="T14" fmla="*/ 54 w 84"/>
                <a:gd name="T15" fmla="*/ 163 h 163"/>
                <a:gd name="T16" fmla="*/ 25 w 84"/>
                <a:gd name="T17" fmla="*/ 163 h 163"/>
                <a:gd name="T18" fmla="*/ 25 w 84"/>
                <a:gd name="T19" fmla="*/ 88 h 163"/>
                <a:gd name="T20" fmla="*/ 0 w 84"/>
                <a:gd name="T21" fmla="*/ 88 h 163"/>
                <a:gd name="T22" fmla="*/ 0 w 84"/>
                <a:gd name="T23" fmla="*/ 60 h 163"/>
                <a:gd name="T24" fmla="*/ 25 w 84"/>
                <a:gd name="T25" fmla="*/ 60 h 163"/>
                <a:gd name="T26" fmla="*/ 25 w 84"/>
                <a:gd name="T27" fmla="*/ 38 h 163"/>
                <a:gd name="T28" fmla="*/ 62 w 84"/>
                <a:gd name="T29" fmla="*/ 0 h 163"/>
                <a:gd name="T30" fmla="*/ 84 w 84"/>
                <a:gd name="T31" fmla="*/ 0 h 163"/>
                <a:gd name="T32" fmla="*/ 84 w 84"/>
                <a:gd name="T33" fmla="*/ 27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63">
                  <a:moveTo>
                    <a:pt x="84" y="27"/>
                  </a:moveTo>
                  <a:cubicBezTo>
                    <a:pt x="69" y="27"/>
                    <a:pt x="69" y="27"/>
                    <a:pt x="69" y="27"/>
                  </a:cubicBezTo>
                  <a:cubicBezTo>
                    <a:pt x="57" y="27"/>
                    <a:pt x="54" y="33"/>
                    <a:pt x="54" y="41"/>
                  </a:cubicBezTo>
                  <a:cubicBezTo>
                    <a:pt x="54" y="60"/>
                    <a:pt x="54" y="60"/>
                    <a:pt x="54" y="60"/>
                  </a:cubicBezTo>
                  <a:cubicBezTo>
                    <a:pt x="83" y="60"/>
                    <a:pt x="83" y="60"/>
                    <a:pt x="83" y="60"/>
                  </a:cubicBezTo>
                  <a:cubicBezTo>
                    <a:pt x="83" y="88"/>
                    <a:pt x="83" y="88"/>
                    <a:pt x="83" y="88"/>
                  </a:cubicBezTo>
                  <a:cubicBezTo>
                    <a:pt x="54" y="88"/>
                    <a:pt x="54" y="88"/>
                    <a:pt x="54" y="88"/>
                  </a:cubicBezTo>
                  <a:cubicBezTo>
                    <a:pt x="54" y="163"/>
                    <a:pt x="54" y="163"/>
                    <a:pt x="54" y="163"/>
                  </a:cubicBezTo>
                  <a:cubicBezTo>
                    <a:pt x="25" y="163"/>
                    <a:pt x="25" y="163"/>
                    <a:pt x="25" y="163"/>
                  </a:cubicBezTo>
                  <a:cubicBezTo>
                    <a:pt x="25" y="88"/>
                    <a:pt x="25" y="88"/>
                    <a:pt x="25" y="88"/>
                  </a:cubicBezTo>
                  <a:cubicBezTo>
                    <a:pt x="0" y="88"/>
                    <a:pt x="0" y="88"/>
                    <a:pt x="0" y="88"/>
                  </a:cubicBezTo>
                  <a:cubicBezTo>
                    <a:pt x="0" y="60"/>
                    <a:pt x="0" y="60"/>
                    <a:pt x="0" y="60"/>
                  </a:cubicBezTo>
                  <a:cubicBezTo>
                    <a:pt x="25" y="60"/>
                    <a:pt x="25" y="60"/>
                    <a:pt x="25" y="60"/>
                  </a:cubicBezTo>
                  <a:cubicBezTo>
                    <a:pt x="25" y="38"/>
                    <a:pt x="25" y="38"/>
                    <a:pt x="25" y="38"/>
                  </a:cubicBezTo>
                  <a:cubicBezTo>
                    <a:pt x="25" y="13"/>
                    <a:pt x="40" y="0"/>
                    <a:pt x="62" y="0"/>
                  </a:cubicBezTo>
                  <a:cubicBezTo>
                    <a:pt x="84" y="0"/>
                    <a:pt x="84" y="0"/>
                    <a:pt x="84" y="0"/>
                  </a:cubicBezTo>
                  <a:lnTo>
                    <a:pt x="84" y="27"/>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grpSp>
      <p:grpSp>
        <p:nvGrpSpPr>
          <p:cNvPr id="54" name="Group 53"/>
          <p:cNvGrpSpPr/>
          <p:nvPr userDrawn="1"/>
        </p:nvGrpSpPr>
        <p:grpSpPr>
          <a:xfrm>
            <a:off x="9473536" y="5361672"/>
            <a:ext cx="1724341" cy="516155"/>
            <a:chOff x="3872969" y="5806923"/>
            <a:chExt cx="1724341" cy="516155"/>
          </a:xfrm>
        </p:grpSpPr>
        <p:sp>
          <p:nvSpPr>
            <p:cNvPr id="55" name="Oval 54"/>
            <p:cNvSpPr/>
            <p:nvPr/>
          </p:nvSpPr>
          <p:spPr>
            <a:xfrm>
              <a:off x="3872969"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56" name="Oval 55"/>
            <p:cNvSpPr/>
            <p:nvPr/>
          </p:nvSpPr>
          <p:spPr>
            <a:xfrm>
              <a:off x="4477062"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57" name="Oval 56"/>
            <p:cNvSpPr/>
            <p:nvPr/>
          </p:nvSpPr>
          <p:spPr>
            <a:xfrm>
              <a:off x="5081155"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58" name="Freeform 63"/>
            <p:cNvSpPr>
              <a:spLocks/>
            </p:cNvSpPr>
            <p:nvPr/>
          </p:nvSpPr>
          <p:spPr bwMode="auto">
            <a:xfrm>
              <a:off x="4576091" y="5937921"/>
              <a:ext cx="318095" cy="261714"/>
            </a:xfrm>
            <a:custGeom>
              <a:avLst/>
              <a:gdLst>
                <a:gd name="T0" fmla="*/ 160 w 160"/>
                <a:gd name="T1" fmla="*/ 16 h 131"/>
                <a:gd name="T2" fmla="*/ 159 w 160"/>
                <a:gd name="T3" fmla="*/ 16 h 131"/>
                <a:gd name="T4" fmla="*/ 144 w 160"/>
                <a:gd name="T5" fmla="*/ 20 h 131"/>
                <a:gd name="T6" fmla="*/ 156 w 160"/>
                <a:gd name="T7" fmla="*/ 4 h 131"/>
                <a:gd name="T8" fmla="*/ 156 w 160"/>
                <a:gd name="T9" fmla="*/ 3 h 131"/>
                <a:gd name="T10" fmla="*/ 155 w 160"/>
                <a:gd name="T11" fmla="*/ 3 h 131"/>
                <a:gd name="T12" fmla="*/ 135 w 160"/>
                <a:gd name="T13" fmla="*/ 11 h 131"/>
                <a:gd name="T14" fmla="*/ 111 w 160"/>
                <a:gd name="T15" fmla="*/ 0 h 131"/>
                <a:gd name="T16" fmla="*/ 77 w 160"/>
                <a:gd name="T17" fmla="*/ 34 h 131"/>
                <a:gd name="T18" fmla="*/ 78 w 160"/>
                <a:gd name="T19" fmla="*/ 40 h 131"/>
                <a:gd name="T20" fmla="*/ 12 w 160"/>
                <a:gd name="T21" fmla="*/ 7 h 131"/>
                <a:gd name="T22" fmla="*/ 12 w 160"/>
                <a:gd name="T23" fmla="*/ 6 h 131"/>
                <a:gd name="T24" fmla="*/ 11 w 160"/>
                <a:gd name="T25" fmla="*/ 7 h 131"/>
                <a:gd name="T26" fmla="*/ 7 w 160"/>
                <a:gd name="T27" fmla="*/ 23 h 131"/>
                <a:gd name="T28" fmla="*/ 19 w 160"/>
                <a:gd name="T29" fmla="*/ 50 h 131"/>
                <a:gd name="T30" fmla="*/ 7 w 160"/>
                <a:gd name="T31" fmla="*/ 46 h 131"/>
                <a:gd name="T32" fmla="*/ 7 w 160"/>
                <a:gd name="T33" fmla="*/ 46 h 131"/>
                <a:gd name="T34" fmla="*/ 6 w 160"/>
                <a:gd name="T35" fmla="*/ 47 h 131"/>
                <a:gd name="T36" fmla="*/ 6 w 160"/>
                <a:gd name="T37" fmla="*/ 47 h 131"/>
                <a:gd name="T38" fmla="*/ 30 w 160"/>
                <a:gd name="T39" fmla="*/ 79 h 131"/>
                <a:gd name="T40" fmla="*/ 19 w 160"/>
                <a:gd name="T41" fmla="*/ 79 h 131"/>
                <a:gd name="T42" fmla="*/ 18 w 160"/>
                <a:gd name="T43" fmla="*/ 79 h 131"/>
                <a:gd name="T44" fmla="*/ 18 w 160"/>
                <a:gd name="T45" fmla="*/ 80 h 131"/>
                <a:gd name="T46" fmla="*/ 47 w 160"/>
                <a:gd name="T47" fmla="*/ 103 h 131"/>
                <a:gd name="T48" fmla="*/ 8 w 160"/>
                <a:gd name="T49" fmla="*/ 115 h 131"/>
                <a:gd name="T50" fmla="*/ 1 w 160"/>
                <a:gd name="T51" fmla="*/ 115 h 131"/>
                <a:gd name="T52" fmla="*/ 0 w 160"/>
                <a:gd name="T53" fmla="*/ 115 h 131"/>
                <a:gd name="T54" fmla="*/ 0 w 160"/>
                <a:gd name="T55" fmla="*/ 116 h 131"/>
                <a:gd name="T56" fmla="*/ 51 w 160"/>
                <a:gd name="T57" fmla="*/ 131 h 131"/>
                <a:gd name="T58" fmla="*/ 144 w 160"/>
                <a:gd name="T59" fmla="*/ 38 h 131"/>
                <a:gd name="T60" fmla="*/ 144 w 160"/>
                <a:gd name="T61" fmla="*/ 34 h 131"/>
                <a:gd name="T62" fmla="*/ 160 w 160"/>
                <a:gd name="T63" fmla="*/ 17 h 131"/>
                <a:gd name="T64" fmla="*/ 160 w 160"/>
                <a:gd name="T65" fmla="*/ 1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0" h="131">
                  <a:moveTo>
                    <a:pt x="160" y="16"/>
                  </a:moveTo>
                  <a:cubicBezTo>
                    <a:pt x="160" y="16"/>
                    <a:pt x="160" y="16"/>
                    <a:pt x="159" y="16"/>
                  </a:cubicBezTo>
                  <a:cubicBezTo>
                    <a:pt x="154" y="18"/>
                    <a:pt x="149" y="19"/>
                    <a:pt x="144" y="20"/>
                  </a:cubicBezTo>
                  <a:cubicBezTo>
                    <a:pt x="150" y="16"/>
                    <a:pt x="154" y="10"/>
                    <a:pt x="156" y="4"/>
                  </a:cubicBezTo>
                  <a:cubicBezTo>
                    <a:pt x="156" y="3"/>
                    <a:pt x="156" y="3"/>
                    <a:pt x="156" y="3"/>
                  </a:cubicBezTo>
                  <a:cubicBezTo>
                    <a:pt x="155" y="3"/>
                    <a:pt x="155" y="3"/>
                    <a:pt x="155" y="3"/>
                  </a:cubicBezTo>
                  <a:cubicBezTo>
                    <a:pt x="149" y="7"/>
                    <a:pt x="142" y="9"/>
                    <a:pt x="135" y="11"/>
                  </a:cubicBezTo>
                  <a:cubicBezTo>
                    <a:pt x="128" y="4"/>
                    <a:pt x="120" y="0"/>
                    <a:pt x="111" y="0"/>
                  </a:cubicBezTo>
                  <a:cubicBezTo>
                    <a:pt x="92" y="0"/>
                    <a:pt x="77" y="15"/>
                    <a:pt x="77" y="34"/>
                  </a:cubicBezTo>
                  <a:cubicBezTo>
                    <a:pt x="77" y="36"/>
                    <a:pt x="77" y="38"/>
                    <a:pt x="78" y="40"/>
                  </a:cubicBezTo>
                  <a:cubicBezTo>
                    <a:pt x="52" y="39"/>
                    <a:pt x="29" y="26"/>
                    <a:pt x="12" y="7"/>
                  </a:cubicBezTo>
                  <a:cubicBezTo>
                    <a:pt x="12" y="6"/>
                    <a:pt x="12" y="6"/>
                    <a:pt x="12" y="6"/>
                  </a:cubicBezTo>
                  <a:cubicBezTo>
                    <a:pt x="11" y="6"/>
                    <a:pt x="11" y="6"/>
                    <a:pt x="11" y="7"/>
                  </a:cubicBezTo>
                  <a:cubicBezTo>
                    <a:pt x="8" y="12"/>
                    <a:pt x="7" y="18"/>
                    <a:pt x="7" y="23"/>
                  </a:cubicBezTo>
                  <a:cubicBezTo>
                    <a:pt x="7" y="34"/>
                    <a:pt x="11" y="43"/>
                    <a:pt x="19" y="50"/>
                  </a:cubicBezTo>
                  <a:cubicBezTo>
                    <a:pt x="15" y="49"/>
                    <a:pt x="11" y="48"/>
                    <a:pt x="7" y="46"/>
                  </a:cubicBezTo>
                  <a:cubicBezTo>
                    <a:pt x="7" y="46"/>
                    <a:pt x="7" y="46"/>
                    <a:pt x="7" y="46"/>
                  </a:cubicBezTo>
                  <a:cubicBezTo>
                    <a:pt x="6" y="46"/>
                    <a:pt x="6" y="46"/>
                    <a:pt x="6" y="47"/>
                  </a:cubicBezTo>
                  <a:cubicBezTo>
                    <a:pt x="6" y="47"/>
                    <a:pt x="6" y="47"/>
                    <a:pt x="6" y="47"/>
                  </a:cubicBezTo>
                  <a:cubicBezTo>
                    <a:pt x="6" y="62"/>
                    <a:pt x="16" y="75"/>
                    <a:pt x="30" y="79"/>
                  </a:cubicBezTo>
                  <a:cubicBezTo>
                    <a:pt x="26" y="79"/>
                    <a:pt x="22" y="79"/>
                    <a:pt x="19" y="79"/>
                  </a:cubicBezTo>
                  <a:cubicBezTo>
                    <a:pt x="18" y="79"/>
                    <a:pt x="18" y="79"/>
                    <a:pt x="18" y="79"/>
                  </a:cubicBezTo>
                  <a:cubicBezTo>
                    <a:pt x="18" y="79"/>
                    <a:pt x="18" y="79"/>
                    <a:pt x="18" y="80"/>
                  </a:cubicBezTo>
                  <a:cubicBezTo>
                    <a:pt x="22" y="93"/>
                    <a:pt x="33" y="102"/>
                    <a:pt x="47" y="103"/>
                  </a:cubicBezTo>
                  <a:cubicBezTo>
                    <a:pt x="36" y="111"/>
                    <a:pt x="22" y="115"/>
                    <a:pt x="8" y="115"/>
                  </a:cubicBezTo>
                  <a:cubicBezTo>
                    <a:pt x="6" y="115"/>
                    <a:pt x="3" y="115"/>
                    <a:pt x="1" y="115"/>
                  </a:cubicBezTo>
                  <a:cubicBezTo>
                    <a:pt x="0" y="115"/>
                    <a:pt x="0" y="115"/>
                    <a:pt x="0" y="115"/>
                  </a:cubicBezTo>
                  <a:cubicBezTo>
                    <a:pt x="0" y="116"/>
                    <a:pt x="0" y="116"/>
                    <a:pt x="0" y="116"/>
                  </a:cubicBezTo>
                  <a:cubicBezTo>
                    <a:pt x="15" y="126"/>
                    <a:pt x="33" y="131"/>
                    <a:pt x="51" y="131"/>
                  </a:cubicBezTo>
                  <a:cubicBezTo>
                    <a:pt x="109" y="131"/>
                    <a:pt x="144" y="83"/>
                    <a:pt x="144" y="38"/>
                  </a:cubicBezTo>
                  <a:cubicBezTo>
                    <a:pt x="144" y="36"/>
                    <a:pt x="144" y="35"/>
                    <a:pt x="144" y="34"/>
                  </a:cubicBezTo>
                  <a:cubicBezTo>
                    <a:pt x="150" y="29"/>
                    <a:pt x="156" y="23"/>
                    <a:pt x="160" y="17"/>
                  </a:cubicBezTo>
                  <a:cubicBezTo>
                    <a:pt x="160" y="17"/>
                    <a:pt x="160" y="16"/>
                    <a:pt x="160" y="16"/>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sp>
          <p:nvSpPr>
            <p:cNvPr id="59" name="Freeform 21"/>
            <p:cNvSpPr>
              <a:spLocks/>
            </p:cNvSpPr>
            <p:nvPr/>
          </p:nvSpPr>
          <p:spPr bwMode="auto">
            <a:xfrm>
              <a:off x="5235659" y="5934143"/>
              <a:ext cx="207145" cy="261714"/>
            </a:xfrm>
            <a:custGeom>
              <a:avLst/>
              <a:gdLst>
                <a:gd name="T0" fmla="*/ 129 w 323"/>
                <a:gd name="T1" fmla="*/ 272 h 408"/>
                <a:gd name="T2" fmla="*/ 68 w 323"/>
                <a:gd name="T3" fmla="*/ 408 h 408"/>
                <a:gd name="T4" fmla="*/ 98 w 323"/>
                <a:gd name="T5" fmla="*/ 196 h 408"/>
                <a:gd name="T6" fmla="*/ 149 w 323"/>
                <a:gd name="T7" fmla="*/ 99 h 408"/>
                <a:gd name="T8" fmla="*/ 172 w 323"/>
                <a:gd name="T9" fmla="*/ 257 h 408"/>
                <a:gd name="T10" fmla="*/ 234 w 323"/>
                <a:gd name="T11" fmla="*/ 73 h 408"/>
                <a:gd name="T12" fmla="*/ 47 w 323"/>
                <a:gd name="T13" fmla="*/ 173 h 408"/>
                <a:gd name="T14" fmla="*/ 57 w 323"/>
                <a:gd name="T15" fmla="*/ 239 h 408"/>
                <a:gd name="T16" fmla="*/ 1 w 323"/>
                <a:gd name="T17" fmla="*/ 147 h 408"/>
                <a:gd name="T18" fmla="*/ 137 w 323"/>
                <a:gd name="T19" fmla="*/ 9 h 408"/>
                <a:gd name="T20" fmla="*/ 310 w 323"/>
                <a:gd name="T21" fmla="*/ 119 h 408"/>
                <a:gd name="T22" fmla="*/ 183 w 323"/>
                <a:gd name="T23" fmla="*/ 298 h 408"/>
                <a:gd name="T24" fmla="*/ 129 w 323"/>
                <a:gd name="T25" fmla="*/ 272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3" h="408">
                  <a:moveTo>
                    <a:pt x="129" y="272"/>
                  </a:moveTo>
                  <a:cubicBezTo>
                    <a:pt x="118" y="328"/>
                    <a:pt x="106" y="380"/>
                    <a:pt x="68" y="408"/>
                  </a:cubicBezTo>
                  <a:cubicBezTo>
                    <a:pt x="56" y="325"/>
                    <a:pt x="85" y="262"/>
                    <a:pt x="98" y="196"/>
                  </a:cubicBezTo>
                  <a:cubicBezTo>
                    <a:pt x="75" y="157"/>
                    <a:pt x="101" y="80"/>
                    <a:pt x="149" y="99"/>
                  </a:cubicBezTo>
                  <a:cubicBezTo>
                    <a:pt x="209" y="122"/>
                    <a:pt x="98" y="242"/>
                    <a:pt x="172" y="257"/>
                  </a:cubicBezTo>
                  <a:cubicBezTo>
                    <a:pt x="250" y="273"/>
                    <a:pt x="282" y="122"/>
                    <a:pt x="234" y="73"/>
                  </a:cubicBezTo>
                  <a:cubicBezTo>
                    <a:pt x="164" y="2"/>
                    <a:pt x="31" y="72"/>
                    <a:pt x="47" y="173"/>
                  </a:cubicBezTo>
                  <a:cubicBezTo>
                    <a:pt x="51" y="198"/>
                    <a:pt x="77" y="205"/>
                    <a:pt x="57" y="239"/>
                  </a:cubicBezTo>
                  <a:cubicBezTo>
                    <a:pt x="13" y="229"/>
                    <a:pt x="0" y="194"/>
                    <a:pt x="1" y="147"/>
                  </a:cubicBezTo>
                  <a:cubicBezTo>
                    <a:pt x="4" y="70"/>
                    <a:pt x="70" y="17"/>
                    <a:pt x="137" y="9"/>
                  </a:cubicBezTo>
                  <a:cubicBezTo>
                    <a:pt x="221" y="0"/>
                    <a:pt x="300" y="40"/>
                    <a:pt x="310" y="119"/>
                  </a:cubicBezTo>
                  <a:cubicBezTo>
                    <a:pt x="323" y="208"/>
                    <a:pt x="273" y="305"/>
                    <a:pt x="183" y="298"/>
                  </a:cubicBezTo>
                  <a:cubicBezTo>
                    <a:pt x="158" y="296"/>
                    <a:pt x="148" y="284"/>
                    <a:pt x="129" y="272"/>
                  </a:cubicBezTo>
                  <a:close/>
                </a:path>
              </a:pathLst>
            </a:custGeom>
            <a:solidFill>
              <a:schemeClr val="bg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mn-cs"/>
              </a:endParaRPr>
            </a:p>
          </p:txBody>
        </p:sp>
        <p:sp>
          <p:nvSpPr>
            <p:cNvPr id="60" name="Freeform 62"/>
            <p:cNvSpPr>
              <a:spLocks/>
            </p:cNvSpPr>
            <p:nvPr/>
          </p:nvSpPr>
          <p:spPr bwMode="auto">
            <a:xfrm>
              <a:off x="4063583" y="5934143"/>
              <a:ext cx="134925" cy="261714"/>
            </a:xfrm>
            <a:custGeom>
              <a:avLst/>
              <a:gdLst>
                <a:gd name="T0" fmla="*/ 84 w 84"/>
                <a:gd name="T1" fmla="*/ 27 h 163"/>
                <a:gd name="T2" fmla="*/ 69 w 84"/>
                <a:gd name="T3" fmla="*/ 27 h 163"/>
                <a:gd name="T4" fmla="*/ 54 w 84"/>
                <a:gd name="T5" fmla="*/ 41 h 163"/>
                <a:gd name="T6" fmla="*/ 54 w 84"/>
                <a:gd name="T7" fmla="*/ 60 h 163"/>
                <a:gd name="T8" fmla="*/ 83 w 84"/>
                <a:gd name="T9" fmla="*/ 60 h 163"/>
                <a:gd name="T10" fmla="*/ 83 w 84"/>
                <a:gd name="T11" fmla="*/ 88 h 163"/>
                <a:gd name="T12" fmla="*/ 54 w 84"/>
                <a:gd name="T13" fmla="*/ 88 h 163"/>
                <a:gd name="T14" fmla="*/ 54 w 84"/>
                <a:gd name="T15" fmla="*/ 163 h 163"/>
                <a:gd name="T16" fmla="*/ 25 w 84"/>
                <a:gd name="T17" fmla="*/ 163 h 163"/>
                <a:gd name="T18" fmla="*/ 25 w 84"/>
                <a:gd name="T19" fmla="*/ 88 h 163"/>
                <a:gd name="T20" fmla="*/ 0 w 84"/>
                <a:gd name="T21" fmla="*/ 88 h 163"/>
                <a:gd name="T22" fmla="*/ 0 w 84"/>
                <a:gd name="T23" fmla="*/ 60 h 163"/>
                <a:gd name="T24" fmla="*/ 25 w 84"/>
                <a:gd name="T25" fmla="*/ 60 h 163"/>
                <a:gd name="T26" fmla="*/ 25 w 84"/>
                <a:gd name="T27" fmla="*/ 38 h 163"/>
                <a:gd name="T28" fmla="*/ 62 w 84"/>
                <a:gd name="T29" fmla="*/ 0 h 163"/>
                <a:gd name="T30" fmla="*/ 84 w 84"/>
                <a:gd name="T31" fmla="*/ 0 h 163"/>
                <a:gd name="T32" fmla="*/ 84 w 84"/>
                <a:gd name="T33" fmla="*/ 27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63">
                  <a:moveTo>
                    <a:pt x="84" y="27"/>
                  </a:moveTo>
                  <a:cubicBezTo>
                    <a:pt x="69" y="27"/>
                    <a:pt x="69" y="27"/>
                    <a:pt x="69" y="27"/>
                  </a:cubicBezTo>
                  <a:cubicBezTo>
                    <a:pt x="57" y="27"/>
                    <a:pt x="54" y="33"/>
                    <a:pt x="54" y="41"/>
                  </a:cubicBezTo>
                  <a:cubicBezTo>
                    <a:pt x="54" y="60"/>
                    <a:pt x="54" y="60"/>
                    <a:pt x="54" y="60"/>
                  </a:cubicBezTo>
                  <a:cubicBezTo>
                    <a:pt x="83" y="60"/>
                    <a:pt x="83" y="60"/>
                    <a:pt x="83" y="60"/>
                  </a:cubicBezTo>
                  <a:cubicBezTo>
                    <a:pt x="83" y="88"/>
                    <a:pt x="83" y="88"/>
                    <a:pt x="83" y="88"/>
                  </a:cubicBezTo>
                  <a:cubicBezTo>
                    <a:pt x="54" y="88"/>
                    <a:pt x="54" y="88"/>
                    <a:pt x="54" y="88"/>
                  </a:cubicBezTo>
                  <a:cubicBezTo>
                    <a:pt x="54" y="163"/>
                    <a:pt x="54" y="163"/>
                    <a:pt x="54" y="163"/>
                  </a:cubicBezTo>
                  <a:cubicBezTo>
                    <a:pt x="25" y="163"/>
                    <a:pt x="25" y="163"/>
                    <a:pt x="25" y="163"/>
                  </a:cubicBezTo>
                  <a:cubicBezTo>
                    <a:pt x="25" y="88"/>
                    <a:pt x="25" y="88"/>
                    <a:pt x="25" y="88"/>
                  </a:cubicBezTo>
                  <a:cubicBezTo>
                    <a:pt x="0" y="88"/>
                    <a:pt x="0" y="88"/>
                    <a:pt x="0" y="88"/>
                  </a:cubicBezTo>
                  <a:cubicBezTo>
                    <a:pt x="0" y="60"/>
                    <a:pt x="0" y="60"/>
                    <a:pt x="0" y="60"/>
                  </a:cubicBezTo>
                  <a:cubicBezTo>
                    <a:pt x="25" y="60"/>
                    <a:pt x="25" y="60"/>
                    <a:pt x="25" y="60"/>
                  </a:cubicBezTo>
                  <a:cubicBezTo>
                    <a:pt x="25" y="38"/>
                    <a:pt x="25" y="38"/>
                    <a:pt x="25" y="38"/>
                  </a:cubicBezTo>
                  <a:cubicBezTo>
                    <a:pt x="25" y="13"/>
                    <a:pt x="40" y="0"/>
                    <a:pt x="62" y="0"/>
                  </a:cubicBezTo>
                  <a:cubicBezTo>
                    <a:pt x="84" y="0"/>
                    <a:pt x="84" y="0"/>
                    <a:pt x="84" y="0"/>
                  </a:cubicBezTo>
                  <a:lnTo>
                    <a:pt x="84" y="27"/>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grpSp>
    </p:spTree>
    <p:extLst>
      <p:ext uri="{BB962C8B-B14F-4D97-AF65-F5344CB8AC3E}">
        <p14:creationId xmlns:p14="http://schemas.microsoft.com/office/powerpoint/2010/main" val="3101931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42" presetClass="entr" presetSubtype="0" fill="hold" grpId="0" nodeType="afterEffect">
                                  <p:stCondLst>
                                    <p:cond delay="0"/>
                                  </p:stCondLst>
                                  <p:childTnLst>
                                    <p:set>
                                      <p:cBhvr>
                                        <p:cTn id="20" dur="1" fill="hold">
                                          <p:stCondLst>
                                            <p:cond delay="0"/>
                                          </p:stCondLst>
                                        </p:cTn>
                                        <p:tgtEl>
                                          <p:spTgt spid="31"/>
                                        </p:tgtEl>
                                        <p:attrNameLst>
                                          <p:attrName>style.visibility</p:attrName>
                                        </p:attrNameLst>
                                      </p:cBhvr>
                                      <p:to>
                                        <p:strVal val="visible"/>
                                      </p:to>
                                    </p:set>
                                    <p:animEffect transition="in" filter="fade">
                                      <p:cBhvr>
                                        <p:cTn id="21" dur="500"/>
                                        <p:tgtEl>
                                          <p:spTgt spid="31"/>
                                        </p:tgtEl>
                                      </p:cBhvr>
                                    </p:animEffect>
                                    <p:anim calcmode="lin" valueType="num">
                                      <p:cBhvr>
                                        <p:cTn id="22" dur="500" fill="hold"/>
                                        <p:tgtEl>
                                          <p:spTgt spid="31"/>
                                        </p:tgtEl>
                                        <p:attrNameLst>
                                          <p:attrName>ppt_x</p:attrName>
                                        </p:attrNameLst>
                                      </p:cBhvr>
                                      <p:tavLst>
                                        <p:tav tm="0">
                                          <p:val>
                                            <p:strVal val="#ppt_x"/>
                                          </p:val>
                                        </p:tav>
                                        <p:tav tm="100000">
                                          <p:val>
                                            <p:strVal val="#ppt_x"/>
                                          </p:val>
                                        </p:tav>
                                      </p:tavLst>
                                    </p:anim>
                                    <p:anim calcmode="lin" valueType="num">
                                      <p:cBhvr>
                                        <p:cTn id="23" dur="500" fill="hold"/>
                                        <p:tgtEl>
                                          <p:spTgt spid="31"/>
                                        </p:tgtEl>
                                        <p:attrNameLst>
                                          <p:attrName>ppt_y</p:attrName>
                                        </p:attrNameLst>
                                      </p:cBhvr>
                                      <p:tavLst>
                                        <p:tav tm="0">
                                          <p:val>
                                            <p:strVal val="#ppt_y+.1"/>
                                          </p:val>
                                        </p:tav>
                                        <p:tav tm="100000">
                                          <p:val>
                                            <p:strVal val="#ppt_y"/>
                                          </p:val>
                                        </p:tav>
                                      </p:tavLst>
                                    </p:anim>
                                  </p:childTnLst>
                                </p:cTn>
                              </p:par>
                            </p:childTnLst>
                          </p:cTn>
                        </p:par>
                        <p:par>
                          <p:cTn id="24" fill="hold">
                            <p:stCondLst>
                              <p:cond delay="2000"/>
                            </p:stCondLst>
                            <p:childTnLst>
                              <p:par>
                                <p:cTn id="25" presetID="53" presetClass="entr" presetSubtype="16" fill="hold" grpId="0" nodeType="afterEffect" nodePh="1">
                                  <p:stCondLst>
                                    <p:cond delay="0"/>
                                  </p:stCondLst>
                                  <p:endCondLst>
                                    <p:cond evt="begin" delay="0">
                                      <p:tn val="25"/>
                                    </p:cond>
                                  </p:endCondLst>
                                  <p:childTnLst>
                                    <p:set>
                                      <p:cBhvr>
                                        <p:cTn id="26" dur="1" fill="hold">
                                          <p:stCondLst>
                                            <p:cond delay="0"/>
                                          </p:stCondLst>
                                        </p:cTn>
                                        <p:tgtEl>
                                          <p:spTgt spid="13">
                                            <p:txEl>
                                              <p:pRg st="0" end="0"/>
                                            </p:txEl>
                                          </p:spTgt>
                                        </p:tgtEl>
                                        <p:attrNameLst>
                                          <p:attrName>style.visibility</p:attrName>
                                        </p:attrNameLst>
                                      </p:cBhvr>
                                      <p:to>
                                        <p:strVal val="visible"/>
                                      </p:to>
                                    </p:set>
                                    <p:anim calcmode="lin" valueType="num">
                                      <p:cBhvr>
                                        <p:cTn id="27" dur="500" fill="hold"/>
                                        <p:tgtEl>
                                          <p:spTgt spid="13">
                                            <p:txEl>
                                              <p:pRg st="0" end="0"/>
                                            </p:txEl>
                                          </p:spTgt>
                                        </p:tgtEl>
                                        <p:attrNameLst>
                                          <p:attrName>ppt_w</p:attrName>
                                        </p:attrNameLst>
                                      </p:cBhvr>
                                      <p:tavLst>
                                        <p:tav tm="0">
                                          <p:val>
                                            <p:fltVal val="0"/>
                                          </p:val>
                                        </p:tav>
                                        <p:tav tm="100000">
                                          <p:val>
                                            <p:strVal val="#ppt_w"/>
                                          </p:val>
                                        </p:tav>
                                      </p:tavLst>
                                    </p:anim>
                                    <p:anim calcmode="lin" valueType="num">
                                      <p:cBhvr>
                                        <p:cTn id="28" dur="500" fill="hold"/>
                                        <p:tgtEl>
                                          <p:spTgt spid="13">
                                            <p:txEl>
                                              <p:pRg st="0" end="0"/>
                                            </p:txEl>
                                          </p:spTgt>
                                        </p:tgtEl>
                                        <p:attrNameLst>
                                          <p:attrName>ppt_h</p:attrName>
                                        </p:attrNameLst>
                                      </p:cBhvr>
                                      <p:tavLst>
                                        <p:tav tm="0">
                                          <p:val>
                                            <p:fltVal val="0"/>
                                          </p:val>
                                        </p:tav>
                                        <p:tav tm="100000">
                                          <p:val>
                                            <p:strVal val="#ppt_h"/>
                                          </p:val>
                                        </p:tav>
                                      </p:tavLst>
                                    </p:anim>
                                    <p:animEffect transition="in" filter="fade">
                                      <p:cBhvr>
                                        <p:cTn id="29" dur="500"/>
                                        <p:tgtEl>
                                          <p:spTgt spid="13">
                                            <p:txEl>
                                              <p:pRg st="0" end="0"/>
                                            </p:txEl>
                                          </p:spTgt>
                                        </p:tgtEl>
                                      </p:cBhvr>
                                    </p:animEffect>
                                  </p:childTnLst>
                                </p:cTn>
                              </p:par>
                            </p:childTnLst>
                          </p:cTn>
                        </p:par>
                        <p:par>
                          <p:cTn id="30" fill="hold">
                            <p:stCondLst>
                              <p:cond delay="2500"/>
                            </p:stCondLst>
                            <p:childTnLst>
                              <p:par>
                                <p:cTn id="31" presetID="42" presetClass="entr" presetSubtype="0" fill="hold" grpId="0" nodeType="afterEffect" nodePh="1">
                                  <p:stCondLst>
                                    <p:cond delay="0"/>
                                  </p:stCondLst>
                                  <p:endCondLst>
                                    <p:cond evt="begin" delay="0">
                                      <p:tn val="31"/>
                                    </p:cond>
                                  </p:endCondLst>
                                  <p:childTnLst>
                                    <p:set>
                                      <p:cBhvr>
                                        <p:cTn id="32" dur="1" fill="hold">
                                          <p:stCondLst>
                                            <p:cond delay="0"/>
                                          </p:stCondLst>
                                        </p:cTn>
                                        <p:tgtEl>
                                          <p:spTgt spid="21">
                                            <p:txEl>
                                              <p:pRg st="0" end="0"/>
                                            </p:txEl>
                                          </p:spTgt>
                                        </p:tgtEl>
                                        <p:attrNameLst>
                                          <p:attrName>style.visibility</p:attrName>
                                        </p:attrNameLst>
                                      </p:cBhvr>
                                      <p:to>
                                        <p:strVal val="visible"/>
                                      </p:to>
                                    </p:set>
                                    <p:animEffect transition="in" filter="fade">
                                      <p:cBhvr>
                                        <p:cTn id="33" dur="500"/>
                                        <p:tgtEl>
                                          <p:spTgt spid="21">
                                            <p:txEl>
                                              <p:pRg st="0" end="0"/>
                                            </p:txEl>
                                          </p:spTgt>
                                        </p:tgtEl>
                                      </p:cBhvr>
                                    </p:animEffect>
                                    <p:anim calcmode="lin" valueType="num">
                                      <p:cBhvr>
                                        <p:cTn id="34" dur="500" fill="hold"/>
                                        <p:tgtEl>
                                          <p:spTgt spid="21">
                                            <p:txEl>
                                              <p:pRg st="0" end="0"/>
                                            </p:txEl>
                                          </p:spTgt>
                                        </p:tgtEl>
                                        <p:attrNameLst>
                                          <p:attrName>ppt_x</p:attrName>
                                        </p:attrNameLst>
                                      </p:cBhvr>
                                      <p:tavLst>
                                        <p:tav tm="0">
                                          <p:val>
                                            <p:strVal val="#ppt_x"/>
                                          </p:val>
                                        </p:tav>
                                        <p:tav tm="100000">
                                          <p:val>
                                            <p:strVal val="#ppt_x"/>
                                          </p:val>
                                        </p:tav>
                                      </p:tavLst>
                                    </p:anim>
                                    <p:anim calcmode="lin" valueType="num">
                                      <p:cBhvr>
                                        <p:cTn id="35" dur="500" fill="hold"/>
                                        <p:tgtEl>
                                          <p:spTgt spid="21">
                                            <p:txEl>
                                              <p:pRg st="0" end="0"/>
                                            </p:txEl>
                                          </p:spTgt>
                                        </p:tgtEl>
                                        <p:attrNameLst>
                                          <p:attrName>ppt_y</p:attrName>
                                        </p:attrNameLst>
                                      </p:cBhvr>
                                      <p:tavLst>
                                        <p:tav tm="0">
                                          <p:val>
                                            <p:strVal val="#ppt_y+.1"/>
                                          </p:val>
                                        </p:tav>
                                        <p:tav tm="100000">
                                          <p:val>
                                            <p:strVal val="#ppt_y"/>
                                          </p:val>
                                        </p:tav>
                                      </p:tavLst>
                                    </p:anim>
                                  </p:childTnLst>
                                </p:cTn>
                              </p:par>
                            </p:childTnLst>
                          </p:cTn>
                        </p:par>
                        <p:par>
                          <p:cTn id="36" fill="hold">
                            <p:stCondLst>
                              <p:cond delay="3000"/>
                            </p:stCondLst>
                            <p:childTnLst>
                              <p:par>
                                <p:cTn id="37" presetID="53" presetClass="entr" presetSubtype="16" fill="hold" nodeType="afterEffect">
                                  <p:stCondLst>
                                    <p:cond delay="0"/>
                                  </p:stCondLst>
                                  <p:childTnLst>
                                    <p:set>
                                      <p:cBhvr>
                                        <p:cTn id="38" dur="1" fill="hold">
                                          <p:stCondLst>
                                            <p:cond delay="0"/>
                                          </p:stCondLst>
                                        </p:cTn>
                                        <p:tgtEl>
                                          <p:spTgt spid="25"/>
                                        </p:tgtEl>
                                        <p:attrNameLst>
                                          <p:attrName>style.visibility</p:attrName>
                                        </p:attrNameLst>
                                      </p:cBhvr>
                                      <p:to>
                                        <p:strVal val="visible"/>
                                      </p:to>
                                    </p:set>
                                    <p:anim calcmode="lin" valueType="num">
                                      <p:cBhvr>
                                        <p:cTn id="39" dur="500" fill="hold"/>
                                        <p:tgtEl>
                                          <p:spTgt spid="25"/>
                                        </p:tgtEl>
                                        <p:attrNameLst>
                                          <p:attrName>ppt_w</p:attrName>
                                        </p:attrNameLst>
                                      </p:cBhvr>
                                      <p:tavLst>
                                        <p:tav tm="0">
                                          <p:val>
                                            <p:fltVal val="0"/>
                                          </p:val>
                                        </p:tav>
                                        <p:tav tm="100000">
                                          <p:val>
                                            <p:strVal val="#ppt_w"/>
                                          </p:val>
                                        </p:tav>
                                      </p:tavLst>
                                    </p:anim>
                                    <p:anim calcmode="lin" valueType="num">
                                      <p:cBhvr>
                                        <p:cTn id="40" dur="500" fill="hold"/>
                                        <p:tgtEl>
                                          <p:spTgt spid="25"/>
                                        </p:tgtEl>
                                        <p:attrNameLst>
                                          <p:attrName>ppt_h</p:attrName>
                                        </p:attrNameLst>
                                      </p:cBhvr>
                                      <p:tavLst>
                                        <p:tav tm="0">
                                          <p:val>
                                            <p:fltVal val="0"/>
                                          </p:val>
                                        </p:tav>
                                        <p:tav tm="100000">
                                          <p:val>
                                            <p:strVal val="#ppt_h"/>
                                          </p:val>
                                        </p:tav>
                                      </p:tavLst>
                                    </p:anim>
                                    <p:animEffect transition="in" filter="fade">
                                      <p:cBhvr>
                                        <p:cTn id="41" dur="500"/>
                                        <p:tgtEl>
                                          <p:spTgt spid="25"/>
                                        </p:tgtEl>
                                      </p:cBhvr>
                                    </p:animEffect>
                                  </p:childTnLst>
                                </p:cTn>
                              </p:par>
                            </p:childTnLst>
                          </p:cTn>
                        </p:par>
                        <p:par>
                          <p:cTn id="42" fill="hold">
                            <p:stCondLst>
                              <p:cond delay="3500"/>
                            </p:stCondLst>
                            <p:childTnLst>
                              <p:par>
                                <p:cTn id="43" presetID="42" presetClass="entr" presetSubtype="0" fill="hold" grpId="0" nodeType="afterEffect">
                                  <p:stCondLst>
                                    <p:cond delay="0"/>
                                  </p:stCondLst>
                                  <p:childTnLst>
                                    <p:set>
                                      <p:cBhvr>
                                        <p:cTn id="44" dur="1" fill="hold">
                                          <p:stCondLst>
                                            <p:cond delay="0"/>
                                          </p:stCondLst>
                                        </p:cTn>
                                        <p:tgtEl>
                                          <p:spTgt spid="33"/>
                                        </p:tgtEl>
                                        <p:attrNameLst>
                                          <p:attrName>style.visibility</p:attrName>
                                        </p:attrNameLst>
                                      </p:cBhvr>
                                      <p:to>
                                        <p:strVal val="visible"/>
                                      </p:to>
                                    </p:set>
                                    <p:animEffect transition="in" filter="fade">
                                      <p:cBhvr>
                                        <p:cTn id="45" dur="500"/>
                                        <p:tgtEl>
                                          <p:spTgt spid="33"/>
                                        </p:tgtEl>
                                      </p:cBhvr>
                                    </p:animEffect>
                                    <p:anim calcmode="lin" valueType="num">
                                      <p:cBhvr>
                                        <p:cTn id="46" dur="500" fill="hold"/>
                                        <p:tgtEl>
                                          <p:spTgt spid="33"/>
                                        </p:tgtEl>
                                        <p:attrNameLst>
                                          <p:attrName>ppt_x</p:attrName>
                                        </p:attrNameLst>
                                      </p:cBhvr>
                                      <p:tavLst>
                                        <p:tav tm="0">
                                          <p:val>
                                            <p:strVal val="#ppt_x"/>
                                          </p:val>
                                        </p:tav>
                                        <p:tav tm="100000">
                                          <p:val>
                                            <p:strVal val="#ppt_x"/>
                                          </p:val>
                                        </p:tav>
                                      </p:tavLst>
                                    </p:anim>
                                    <p:anim calcmode="lin" valueType="num">
                                      <p:cBhvr>
                                        <p:cTn id="47" dur="500" fill="hold"/>
                                        <p:tgtEl>
                                          <p:spTgt spid="33"/>
                                        </p:tgtEl>
                                        <p:attrNameLst>
                                          <p:attrName>ppt_y</p:attrName>
                                        </p:attrNameLst>
                                      </p:cBhvr>
                                      <p:tavLst>
                                        <p:tav tm="0">
                                          <p:val>
                                            <p:strVal val="#ppt_y+.1"/>
                                          </p:val>
                                        </p:tav>
                                        <p:tav tm="100000">
                                          <p:val>
                                            <p:strVal val="#ppt_y"/>
                                          </p:val>
                                        </p:tav>
                                      </p:tavLst>
                                    </p:anim>
                                  </p:childTnLst>
                                </p:cTn>
                              </p:par>
                            </p:childTnLst>
                          </p:cTn>
                        </p:par>
                        <p:par>
                          <p:cTn id="48" fill="hold">
                            <p:stCondLst>
                              <p:cond delay="4000"/>
                            </p:stCondLst>
                            <p:childTnLst>
                              <p:par>
                                <p:cTn id="49" presetID="53" presetClass="entr" presetSubtype="16" fill="hold" grpId="0" nodeType="afterEffect" nodePh="1">
                                  <p:stCondLst>
                                    <p:cond delay="0"/>
                                  </p:stCondLst>
                                  <p:endCondLst>
                                    <p:cond evt="begin" delay="0">
                                      <p:tn val="49"/>
                                    </p:cond>
                                  </p:endCondLst>
                                  <p:childTnLst>
                                    <p:set>
                                      <p:cBhvr>
                                        <p:cTn id="50" dur="1" fill="hold">
                                          <p:stCondLst>
                                            <p:cond delay="0"/>
                                          </p:stCondLst>
                                        </p:cTn>
                                        <p:tgtEl>
                                          <p:spTgt spid="15">
                                            <p:txEl>
                                              <p:pRg st="0" end="0"/>
                                            </p:txEl>
                                          </p:spTgt>
                                        </p:tgtEl>
                                        <p:attrNameLst>
                                          <p:attrName>style.visibility</p:attrName>
                                        </p:attrNameLst>
                                      </p:cBhvr>
                                      <p:to>
                                        <p:strVal val="visible"/>
                                      </p:to>
                                    </p:set>
                                    <p:anim calcmode="lin" valueType="num">
                                      <p:cBhvr>
                                        <p:cTn id="51" dur="500" fill="hold"/>
                                        <p:tgtEl>
                                          <p:spTgt spid="15">
                                            <p:txEl>
                                              <p:pRg st="0" end="0"/>
                                            </p:txEl>
                                          </p:spTgt>
                                        </p:tgtEl>
                                        <p:attrNameLst>
                                          <p:attrName>ppt_w</p:attrName>
                                        </p:attrNameLst>
                                      </p:cBhvr>
                                      <p:tavLst>
                                        <p:tav tm="0">
                                          <p:val>
                                            <p:fltVal val="0"/>
                                          </p:val>
                                        </p:tav>
                                        <p:tav tm="100000">
                                          <p:val>
                                            <p:strVal val="#ppt_w"/>
                                          </p:val>
                                        </p:tav>
                                      </p:tavLst>
                                    </p:anim>
                                    <p:anim calcmode="lin" valueType="num">
                                      <p:cBhvr>
                                        <p:cTn id="52" dur="500" fill="hold"/>
                                        <p:tgtEl>
                                          <p:spTgt spid="15">
                                            <p:txEl>
                                              <p:pRg st="0" end="0"/>
                                            </p:txEl>
                                          </p:spTgt>
                                        </p:tgtEl>
                                        <p:attrNameLst>
                                          <p:attrName>ppt_h</p:attrName>
                                        </p:attrNameLst>
                                      </p:cBhvr>
                                      <p:tavLst>
                                        <p:tav tm="0">
                                          <p:val>
                                            <p:fltVal val="0"/>
                                          </p:val>
                                        </p:tav>
                                        <p:tav tm="100000">
                                          <p:val>
                                            <p:strVal val="#ppt_h"/>
                                          </p:val>
                                        </p:tav>
                                      </p:tavLst>
                                    </p:anim>
                                    <p:animEffect transition="in" filter="fade">
                                      <p:cBhvr>
                                        <p:cTn id="53" dur="500"/>
                                        <p:tgtEl>
                                          <p:spTgt spid="15">
                                            <p:txEl>
                                              <p:pRg st="0" end="0"/>
                                            </p:txEl>
                                          </p:spTgt>
                                        </p:tgtEl>
                                      </p:cBhvr>
                                    </p:animEffect>
                                  </p:childTnLst>
                                </p:cTn>
                              </p:par>
                            </p:childTnLst>
                          </p:cTn>
                        </p:par>
                        <p:par>
                          <p:cTn id="54" fill="hold">
                            <p:stCondLst>
                              <p:cond delay="4500"/>
                            </p:stCondLst>
                            <p:childTnLst>
                              <p:par>
                                <p:cTn id="55" presetID="42" presetClass="entr" presetSubtype="0" fill="hold" grpId="0" nodeType="afterEffect" nodePh="1">
                                  <p:stCondLst>
                                    <p:cond delay="0"/>
                                  </p:stCondLst>
                                  <p:endCondLst>
                                    <p:cond evt="begin" delay="0">
                                      <p:tn val="55"/>
                                    </p:cond>
                                  </p:endCondLst>
                                  <p:childTnLst>
                                    <p:set>
                                      <p:cBhvr>
                                        <p:cTn id="56" dur="1" fill="hold">
                                          <p:stCondLst>
                                            <p:cond delay="0"/>
                                          </p:stCondLst>
                                        </p:cTn>
                                        <p:tgtEl>
                                          <p:spTgt spid="22">
                                            <p:txEl>
                                              <p:pRg st="0" end="0"/>
                                            </p:txEl>
                                          </p:spTgt>
                                        </p:tgtEl>
                                        <p:attrNameLst>
                                          <p:attrName>style.visibility</p:attrName>
                                        </p:attrNameLst>
                                      </p:cBhvr>
                                      <p:to>
                                        <p:strVal val="visible"/>
                                      </p:to>
                                    </p:set>
                                    <p:animEffect transition="in" filter="fade">
                                      <p:cBhvr>
                                        <p:cTn id="57" dur="500"/>
                                        <p:tgtEl>
                                          <p:spTgt spid="22">
                                            <p:txEl>
                                              <p:pRg st="0" end="0"/>
                                            </p:txEl>
                                          </p:spTgt>
                                        </p:tgtEl>
                                      </p:cBhvr>
                                    </p:animEffect>
                                    <p:anim calcmode="lin" valueType="num">
                                      <p:cBhvr>
                                        <p:cTn id="58" dur="500" fill="hold"/>
                                        <p:tgtEl>
                                          <p:spTgt spid="22">
                                            <p:txEl>
                                              <p:pRg st="0" end="0"/>
                                            </p:txEl>
                                          </p:spTgt>
                                        </p:tgtEl>
                                        <p:attrNameLst>
                                          <p:attrName>ppt_x</p:attrName>
                                        </p:attrNameLst>
                                      </p:cBhvr>
                                      <p:tavLst>
                                        <p:tav tm="0">
                                          <p:val>
                                            <p:strVal val="#ppt_x"/>
                                          </p:val>
                                        </p:tav>
                                        <p:tav tm="100000">
                                          <p:val>
                                            <p:strVal val="#ppt_x"/>
                                          </p:val>
                                        </p:tav>
                                      </p:tavLst>
                                    </p:anim>
                                    <p:anim calcmode="lin" valueType="num">
                                      <p:cBhvr>
                                        <p:cTn id="59" dur="500" fill="hold"/>
                                        <p:tgtEl>
                                          <p:spTgt spid="22">
                                            <p:txEl>
                                              <p:pRg st="0" end="0"/>
                                            </p:txEl>
                                          </p:spTgt>
                                        </p:tgtEl>
                                        <p:attrNameLst>
                                          <p:attrName>ppt_y</p:attrName>
                                        </p:attrNameLst>
                                      </p:cBhvr>
                                      <p:tavLst>
                                        <p:tav tm="0">
                                          <p:val>
                                            <p:strVal val="#ppt_y+.1"/>
                                          </p:val>
                                        </p:tav>
                                        <p:tav tm="100000">
                                          <p:val>
                                            <p:strVal val="#ppt_y"/>
                                          </p:val>
                                        </p:tav>
                                      </p:tavLst>
                                    </p:anim>
                                  </p:childTnLst>
                                </p:cTn>
                              </p:par>
                            </p:childTnLst>
                          </p:cTn>
                        </p:par>
                        <p:par>
                          <p:cTn id="60" fill="hold">
                            <p:stCondLst>
                              <p:cond delay="5000"/>
                            </p:stCondLst>
                            <p:childTnLst>
                              <p:par>
                                <p:cTn id="61" presetID="53" presetClass="entr" presetSubtype="16" fill="hold" nodeType="afterEffect">
                                  <p:stCondLst>
                                    <p:cond delay="0"/>
                                  </p:stCondLst>
                                  <p:childTnLst>
                                    <p:set>
                                      <p:cBhvr>
                                        <p:cTn id="62" dur="1" fill="hold">
                                          <p:stCondLst>
                                            <p:cond delay="0"/>
                                          </p:stCondLst>
                                        </p:cTn>
                                        <p:tgtEl>
                                          <p:spTgt spid="40"/>
                                        </p:tgtEl>
                                        <p:attrNameLst>
                                          <p:attrName>style.visibility</p:attrName>
                                        </p:attrNameLst>
                                      </p:cBhvr>
                                      <p:to>
                                        <p:strVal val="visible"/>
                                      </p:to>
                                    </p:set>
                                    <p:anim calcmode="lin" valueType="num">
                                      <p:cBhvr>
                                        <p:cTn id="63" dur="500" fill="hold"/>
                                        <p:tgtEl>
                                          <p:spTgt spid="40"/>
                                        </p:tgtEl>
                                        <p:attrNameLst>
                                          <p:attrName>ppt_w</p:attrName>
                                        </p:attrNameLst>
                                      </p:cBhvr>
                                      <p:tavLst>
                                        <p:tav tm="0">
                                          <p:val>
                                            <p:fltVal val="0"/>
                                          </p:val>
                                        </p:tav>
                                        <p:tav tm="100000">
                                          <p:val>
                                            <p:strVal val="#ppt_w"/>
                                          </p:val>
                                        </p:tav>
                                      </p:tavLst>
                                    </p:anim>
                                    <p:anim calcmode="lin" valueType="num">
                                      <p:cBhvr>
                                        <p:cTn id="64" dur="500" fill="hold"/>
                                        <p:tgtEl>
                                          <p:spTgt spid="40"/>
                                        </p:tgtEl>
                                        <p:attrNameLst>
                                          <p:attrName>ppt_h</p:attrName>
                                        </p:attrNameLst>
                                      </p:cBhvr>
                                      <p:tavLst>
                                        <p:tav tm="0">
                                          <p:val>
                                            <p:fltVal val="0"/>
                                          </p:val>
                                        </p:tav>
                                        <p:tav tm="100000">
                                          <p:val>
                                            <p:strVal val="#ppt_h"/>
                                          </p:val>
                                        </p:tav>
                                      </p:tavLst>
                                    </p:anim>
                                    <p:animEffect transition="in" filter="fade">
                                      <p:cBhvr>
                                        <p:cTn id="65" dur="500"/>
                                        <p:tgtEl>
                                          <p:spTgt spid="40"/>
                                        </p:tgtEl>
                                      </p:cBhvr>
                                    </p:animEffect>
                                  </p:childTnLst>
                                </p:cTn>
                              </p:par>
                            </p:childTnLst>
                          </p:cTn>
                        </p:par>
                        <p:par>
                          <p:cTn id="66" fill="hold">
                            <p:stCondLst>
                              <p:cond delay="5500"/>
                            </p:stCondLst>
                            <p:childTnLst>
                              <p:par>
                                <p:cTn id="67" presetID="42" presetClass="entr" presetSubtype="0" fill="hold" grpId="0" nodeType="afterEffect">
                                  <p:stCondLst>
                                    <p:cond delay="0"/>
                                  </p:stCondLst>
                                  <p:childTnLst>
                                    <p:set>
                                      <p:cBhvr>
                                        <p:cTn id="68" dur="1" fill="hold">
                                          <p:stCondLst>
                                            <p:cond delay="0"/>
                                          </p:stCondLst>
                                        </p:cTn>
                                        <p:tgtEl>
                                          <p:spTgt spid="35"/>
                                        </p:tgtEl>
                                        <p:attrNameLst>
                                          <p:attrName>style.visibility</p:attrName>
                                        </p:attrNameLst>
                                      </p:cBhvr>
                                      <p:to>
                                        <p:strVal val="visible"/>
                                      </p:to>
                                    </p:set>
                                    <p:animEffect transition="in" filter="fade">
                                      <p:cBhvr>
                                        <p:cTn id="69" dur="500"/>
                                        <p:tgtEl>
                                          <p:spTgt spid="35"/>
                                        </p:tgtEl>
                                      </p:cBhvr>
                                    </p:animEffect>
                                    <p:anim calcmode="lin" valueType="num">
                                      <p:cBhvr>
                                        <p:cTn id="70" dur="500" fill="hold"/>
                                        <p:tgtEl>
                                          <p:spTgt spid="35"/>
                                        </p:tgtEl>
                                        <p:attrNameLst>
                                          <p:attrName>ppt_x</p:attrName>
                                        </p:attrNameLst>
                                      </p:cBhvr>
                                      <p:tavLst>
                                        <p:tav tm="0">
                                          <p:val>
                                            <p:strVal val="#ppt_x"/>
                                          </p:val>
                                        </p:tav>
                                        <p:tav tm="100000">
                                          <p:val>
                                            <p:strVal val="#ppt_x"/>
                                          </p:val>
                                        </p:tav>
                                      </p:tavLst>
                                    </p:anim>
                                    <p:anim calcmode="lin" valueType="num">
                                      <p:cBhvr>
                                        <p:cTn id="71" dur="500" fill="hold"/>
                                        <p:tgtEl>
                                          <p:spTgt spid="35"/>
                                        </p:tgtEl>
                                        <p:attrNameLst>
                                          <p:attrName>ppt_y</p:attrName>
                                        </p:attrNameLst>
                                      </p:cBhvr>
                                      <p:tavLst>
                                        <p:tav tm="0">
                                          <p:val>
                                            <p:strVal val="#ppt_y+.1"/>
                                          </p:val>
                                        </p:tav>
                                        <p:tav tm="100000">
                                          <p:val>
                                            <p:strVal val="#ppt_y"/>
                                          </p:val>
                                        </p:tav>
                                      </p:tavLst>
                                    </p:anim>
                                  </p:childTnLst>
                                </p:cTn>
                              </p:par>
                            </p:childTnLst>
                          </p:cTn>
                        </p:par>
                        <p:par>
                          <p:cTn id="72" fill="hold">
                            <p:stCondLst>
                              <p:cond delay="6000"/>
                            </p:stCondLst>
                            <p:childTnLst>
                              <p:par>
                                <p:cTn id="73" presetID="53" presetClass="entr" presetSubtype="16" fill="hold" grpId="0" nodeType="afterEffect" nodePh="1">
                                  <p:stCondLst>
                                    <p:cond delay="0"/>
                                  </p:stCondLst>
                                  <p:endCondLst>
                                    <p:cond evt="begin" delay="0">
                                      <p:tn val="73"/>
                                    </p:cond>
                                  </p:endCondLst>
                                  <p:childTnLst>
                                    <p:set>
                                      <p:cBhvr>
                                        <p:cTn id="74" dur="1" fill="hold">
                                          <p:stCondLst>
                                            <p:cond delay="0"/>
                                          </p:stCondLst>
                                        </p:cTn>
                                        <p:tgtEl>
                                          <p:spTgt spid="17">
                                            <p:txEl>
                                              <p:pRg st="0" end="0"/>
                                            </p:txEl>
                                          </p:spTgt>
                                        </p:tgtEl>
                                        <p:attrNameLst>
                                          <p:attrName>style.visibility</p:attrName>
                                        </p:attrNameLst>
                                      </p:cBhvr>
                                      <p:to>
                                        <p:strVal val="visible"/>
                                      </p:to>
                                    </p:set>
                                    <p:anim calcmode="lin" valueType="num">
                                      <p:cBhvr>
                                        <p:cTn id="75" dur="500" fill="hold"/>
                                        <p:tgtEl>
                                          <p:spTgt spid="17">
                                            <p:txEl>
                                              <p:pRg st="0" end="0"/>
                                            </p:txEl>
                                          </p:spTgt>
                                        </p:tgtEl>
                                        <p:attrNameLst>
                                          <p:attrName>ppt_w</p:attrName>
                                        </p:attrNameLst>
                                      </p:cBhvr>
                                      <p:tavLst>
                                        <p:tav tm="0">
                                          <p:val>
                                            <p:fltVal val="0"/>
                                          </p:val>
                                        </p:tav>
                                        <p:tav tm="100000">
                                          <p:val>
                                            <p:strVal val="#ppt_w"/>
                                          </p:val>
                                        </p:tav>
                                      </p:tavLst>
                                    </p:anim>
                                    <p:anim calcmode="lin" valueType="num">
                                      <p:cBhvr>
                                        <p:cTn id="76" dur="500" fill="hold"/>
                                        <p:tgtEl>
                                          <p:spTgt spid="17">
                                            <p:txEl>
                                              <p:pRg st="0" end="0"/>
                                            </p:txEl>
                                          </p:spTgt>
                                        </p:tgtEl>
                                        <p:attrNameLst>
                                          <p:attrName>ppt_h</p:attrName>
                                        </p:attrNameLst>
                                      </p:cBhvr>
                                      <p:tavLst>
                                        <p:tav tm="0">
                                          <p:val>
                                            <p:fltVal val="0"/>
                                          </p:val>
                                        </p:tav>
                                        <p:tav tm="100000">
                                          <p:val>
                                            <p:strVal val="#ppt_h"/>
                                          </p:val>
                                        </p:tav>
                                      </p:tavLst>
                                    </p:anim>
                                    <p:animEffect transition="in" filter="fade">
                                      <p:cBhvr>
                                        <p:cTn id="77" dur="500"/>
                                        <p:tgtEl>
                                          <p:spTgt spid="17">
                                            <p:txEl>
                                              <p:pRg st="0" end="0"/>
                                            </p:txEl>
                                          </p:spTgt>
                                        </p:tgtEl>
                                      </p:cBhvr>
                                    </p:animEffect>
                                  </p:childTnLst>
                                </p:cTn>
                              </p:par>
                            </p:childTnLst>
                          </p:cTn>
                        </p:par>
                        <p:par>
                          <p:cTn id="78" fill="hold">
                            <p:stCondLst>
                              <p:cond delay="6500"/>
                            </p:stCondLst>
                            <p:childTnLst>
                              <p:par>
                                <p:cTn id="79" presetID="42" presetClass="entr" presetSubtype="0" fill="hold" grpId="0" nodeType="afterEffect" nodePh="1">
                                  <p:stCondLst>
                                    <p:cond delay="0"/>
                                  </p:stCondLst>
                                  <p:endCondLst>
                                    <p:cond evt="begin" delay="0">
                                      <p:tn val="79"/>
                                    </p:cond>
                                  </p:endCondLst>
                                  <p:childTnLst>
                                    <p:set>
                                      <p:cBhvr>
                                        <p:cTn id="80" dur="1" fill="hold">
                                          <p:stCondLst>
                                            <p:cond delay="0"/>
                                          </p:stCondLst>
                                        </p:cTn>
                                        <p:tgtEl>
                                          <p:spTgt spid="23">
                                            <p:txEl>
                                              <p:pRg st="0" end="0"/>
                                            </p:txEl>
                                          </p:spTgt>
                                        </p:tgtEl>
                                        <p:attrNameLst>
                                          <p:attrName>style.visibility</p:attrName>
                                        </p:attrNameLst>
                                      </p:cBhvr>
                                      <p:to>
                                        <p:strVal val="visible"/>
                                      </p:to>
                                    </p:set>
                                    <p:animEffect transition="in" filter="fade">
                                      <p:cBhvr>
                                        <p:cTn id="81" dur="500"/>
                                        <p:tgtEl>
                                          <p:spTgt spid="23">
                                            <p:txEl>
                                              <p:pRg st="0" end="0"/>
                                            </p:txEl>
                                          </p:spTgt>
                                        </p:tgtEl>
                                      </p:cBhvr>
                                    </p:animEffect>
                                    <p:anim calcmode="lin" valueType="num">
                                      <p:cBhvr>
                                        <p:cTn id="82" dur="500" fill="hold"/>
                                        <p:tgtEl>
                                          <p:spTgt spid="23">
                                            <p:txEl>
                                              <p:pRg st="0" end="0"/>
                                            </p:txEl>
                                          </p:spTgt>
                                        </p:tgtEl>
                                        <p:attrNameLst>
                                          <p:attrName>ppt_x</p:attrName>
                                        </p:attrNameLst>
                                      </p:cBhvr>
                                      <p:tavLst>
                                        <p:tav tm="0">
                                          <p:val>
                                            <p:strVal val="#ppt_x"/>
                                          </p:val>
                                        </p:tav>
                                        <p:tav tm="100000">
                                          <p:val>
                                            <p:strVal val="#ppt_x"/>
                                          </p:val>
                                        </p:tav>
                                      </p:tavLst>
                                    </p:anim>
                                    <p:anim calcmode="lin" valueType="num">
                                      <p:cBhvr>
                                        <p:cTn id="83" dur="500" fill="hold"/>
                                        <p:tgtEl>
                                          <p:spTgt spid="23">
                                            <p:txEl>
                                              <p:pRg st="0" end="0"/>
                                            </p:txEl>
                                          </p:spTgt>
                                        </p:tgtEl>
                                        <p:attrNameLst>
                                          <p:attrName>ppt_y</p:attrName>
                                        </p:attrNameLst>
                                      </p:cBhvr>
                                      <p:tavLst>
                                        <p:tav tm="0">
                                          <p:val>
                                            <p:strVal val="#ppt_y+.1"/>
                                          </p:val>
                                        </p:tav>
                                        <p:tav tm="100000">
                                          <p:val>
                                            <p:strVal val="#ppt_y"/>
                                          </p:val>
                                        </p:tav>
                                      </p:tavLst>
                                    </p:anim>
                                  </p:childTnLst>
                                </p:cTn>
                              </p:par>
                            </p:childTnLst>
                          </p:cTn>
                        </p:par>
                        <p:par>
                          <p:cTn id="84" fill="hold">
                            <p:stCondLst>
                              <p:cond delay="7000"/>
                            </p:stCondLst>
                            <p:childTnLst>
                              <p:par>
                                <p:cTn id="85" presetID="53" presetClass="entr" presetSubtype="16" fill="hold" nodeType="afterEffect">
                                  <p:stCondLst>
                                    <p:cond delay="0"/>
                                  </p:stCondLst>
                                  <p:childTnLst>
                                    <p:set>
                                      <p:cBhvr>
                                        <p:cTn id="86" dur="1" fill="hold">
                                          <p:stCondLst>
                                            <p:cond delay="0"/>
                                          </p:stCondLst>
                                        </p:cTn>
                                        <p:tgtEl>
                                          <p:spTgt spid="47"/>
                                        </p:tgtEl>
                                        <p:attrNameLst>
                                          <p:attrName>style.visibility</p:attrName>
                                        </p:attrNameLst>
                                      </p:cBhvr>
                                      <p:to>
                                        <p:strVal val="visible"/>
                                      </p:to>
                                    </p:set>
                                    <p:anim calcmode="lin" valueType="num">
                                      <p:cBhvr>
                                        <p:cTn id="87" dur="500" fill="hold"/>
                                        <p:tgtEl>
                                          <p:spTgt spid="47"/>
                                        </p:tgtEl>
                                        <p:attrNameLst>
                                          <p:attrName>ppt_w</p:attrName>
                                        </p:attrNameLst>
                                      </p:cBhvr>
                                      <p:tavLst>
                                        <p:tav tm="0">
                                          <p:val>
                                            <p:fltVal val="0"/>
                                          </p:val>
                                        </p:tav>
                                        <p:tav tm="100000">
                                          <p:val>
                                            <p:strVal val="#ppt_w"/>
                                          </p:val>
                                        </p:tav>
                                      </p:tavLst>
                                    </p:anim>
                                    <p:anim calcmode="lin" valueType="num">
                                      <p:cBhvr>
                                        <p:cTn id="88" dur="500" fill="hold"/>
                                        <p:tgtEl>
                                          <p:spTgt spid="47"/>
                                        </p:tgtEl>
                                        <p:attrNameLst>
                                          <p:attrName>ppt_h</p:attrName>
                                        </p:attrNameLst>
                                      </p:cBhvr>
                                      <p:tavLst>
                                        <p:tav tm="0">
                                          <p:val>
                                            <p:fltVal val="0"/>
                                          </p:val>
                                        </p:tav>
                                        <p:tav tm="100000">
                                          <p:val>
                                            <p:strVal val="#ppt_h"/>
                                          </p:val>
                                        </p:tav>
                                      </p:tavLst>
                                    </p:anim>
                                    <p:animEffect transition="in" filter="fade">
                                      <p:cBhvr>
                                        <p:cTn id="89" dur="500"/>
                                        <p:tgtEl>
                                          <p:spTgt spid="47"/>
                                        </p:tgtEl>
                                      </p:cBhvr>
                                    </p:animEffect>
                                  </p:childTnLst>
                                </p:cTn>
                              </p:par>
                            </p:childTnLst>
                          </p:cTn>
                        </p:par>
                        <p:par>
                          <p:cTn id="90" fill="hold">
                            <p:stCondLst>
                              <p:cond delay="7500"/>
                            </p:stCondLst>
                            <p:childTnLst>
                              <p:par>
                                <p:cTn id="91" presetID="42" presetClass="entr" presetSubtype="0" fill="hold" grpId="0" nodeType="afterEffect">
                                  <p:stCondLst>
                                    <p:cond delay="0"/>
                                  </p:stCondLst>
                                  <p:childTnLst>
                                    <p:set>
                                      <p:cBhvr>
                                        <p:cTn id="92" dur="1" fill="hold">
                                          <p:stCondLst>
                                            <p:cond delay="0"/>
                                          </p:stCondLst>
                                        </p:cTn>
                                        <p:tgtEl>
                                          <p:spTgt spid="37"/>
                                        </p:tgtEl>
                                        <p:attrNameLst>
                                          <p:attrName>style.visibility</p:attrName>
                                        </p:attrNameLst>
                                      </p:cBhvr>
                                      <p:to>
                                        <p:strVal val="visible"/>
                                      </p:to>
                                    </p:set>
                                    <p:animEffect transition="in" filter="fade">
                                      <p:cBhvr>
                                        <p:cTn id="93" dur="500"/>
                                        <p:tgtEl>
                                          <p:spTgt spid="37"/>
                                        </p:tgtEl>
                                      </p:cBhvr>
                                    </p:animEffect>
                                    <p:anim calcmode="lin" valueType="num">
                                      <p:cBhvr>
                                        <p:cTn id="94" dur="500" fill="hold"/>
                                        <p:tgtEl>
                                          <p:spTgt spid="37"/>
                                        </p:tgtEl>
                                        <p:attrNameLst>
                                          <p:attrName>ppt_x</p:attrName>
                                        </p:attrNameLst>
                                      </p:cBhvr>
                                      <p:tavLst>
                                        <p:tav tm="0">
                                          <p:val>
                                            <p:strVal val="#ppt_x"/>
                                          </p:val>
                                        </p:tav>
                                        <p:tav tm="100000">
                                          <p:val>
                                            <p:strVal val="#ppt_x"/>
                                          </p:val>
                                        </p:tav>
                                      </p:tavLst>
                                    </p:anim>
                                    <p:anim calcmode="lin" valueType="num">
                                      <p:cBhvr>
                                        <p:cTn id="95" dur="500" fill="hold"/>
                                        <p:tgtEl>
                                          <p:spTgt spid="37"/>
                                        </p:tgtEl>
                                        <p:attrNameLst>
                                          <p:attrName>ppt_y</p:attrName>
                                        </p:attrNameLst>
                                      </p:cBhvr>
                                      <p:tavLst>
                                        <p:tav tm="0">
                                          <p:val>
                                            <p:strVal val="#ppt_y+.1"/>
                                          </p:val>
                                        </p:tav>
                                        <p:tav tm="100000">
                                          <p:val>
                                            <p:strVal val="#ppt_y"/>
                                          </p:val>
                                        </p:tav>
                                      </p:tavLst>
                                    </p:anim>
                                  </p:childTnLst>
                                </p:cTn>
                              </p:par>
                            </p:childTnLst>
                          </p:cTn>
                        </p:par>
                        <p:par>
                          <p:cTn id="96" fill="hold">
                            <p:stCondLst>
                              <p:cond delay="8000"/>
                            </p:stCondLst>
                            <p:childTnLst>
                              <p:par>
                                <p:cTn id="97" presetID="53" presetClass="entr" presetSubtype="16" fill="hold" grpId="0" nodeType="afterEffect" nodePh="1">
                                  <p:stCondLst>
                                    <p:cond delay="0"/>
                                  </p:stCondLst>
                                  <p:endCondLst>
                                    <p:cond evt="begin" delay="0">
                                      <p:tn val="97"/>
                                    </p:cond>
                                  </p:endCondLst>
                                  <p:childTnLst>
                                    <p:set>
                                      <p:cBhvr>
                                        <p:cTn id="98" dur="1" fill="hold">
                                          <p:stCondLst>
                                            <p:cond delay="0"/>
                                          </p:stCondLst>
                                        </p:cTn>
                                        <p:tgtEl>
                                          <p:spTgt spid="19">
                                            <p:txEl>
                                              <p:pRg st="0" end="0"/>
                                            </p:txEl>
                                          </p:spTgt>
                                        </p:tgtEl>
                                        <p:attrNameLst>
                                          <p:attrName>style.visibility</p:attrName>
                                        </p:attrNameLst>
                                      </p:cBhvr>
                                      <p:to>
                                        <p:strVal val="visible"/>
                                      </p:to>
                                    </p:set>
                                    <p:anim calcmode="lin" valueType="num">
                                      <p:cBhvr>
                                        <p:cTn id="99" dur="500" fill="hold"/>
                                        <p:tgtEl>
                                          <p:spTgt spid="19">
                                            <p:txEl>
                                              <p:pRg st="0" end="0"/>
                                            </p:txEl>
                                          </p:spTgt>
                                        </p:tgtEl>
                                        <p:attrNameLst>
                                          <p:attrName>ppt_w</p:attrName>
                                        </p:attrNameLst>
                                      </p:cBhvr>
                                      <p:tavLst>
                                        <p:tav tm="0">
                                          <p:val>
                                            <p:fltVal val="0"/>
                                          </p:val>
                                        </p:tav>
                                        <p:tav tm="100000">
                                          <p:val>
                                            <p:strVal val="#ppt_w"/>
                                          </p:val>
                                        </p:tav>
                                      </p:tavLst>
                                    </p:anim>
                                    <p:anim calcmode="lin" valueType="num">
                                      <p:cBhvr>
                                        <p:cTn id="100" dur="500" fill="hold"/>
                                        <p:tgtEl>
                                          <p:spTgt spid="19">
                                            <p:txEl>
                                              <p:pRg st="0" end="0"/>
                                            </p:txEl>
                                          </p:spTgt>
                                        </p:tgtEl>
                                        <p:attrNameLst>
                                          <p:attrName>ppt_h</p:attrName>
                                        </p:attrNameLst>
                                      </p:cBhvr>
                                      <p:tavLst>
                                        <p:tav tm="0">
                                          <p:val>
                                            <p:fltVal val="0"/>
                                          </p:val>
                                        </p:tav>
                                        <p:tav tm="100000">
                                          <p:val>
                                            <p:strVal val="#ppt_h"/>
                                          </p:val>
                                        </p:tav>
                                      </p:tavLst>
                                    </p:anim>
                                    <p:animEffect transition="in" filter="fade">
                                      <p:cBhvr>
                                        <p:cTn id="101" dur="500"/>
                                        <p:tgtEl>
                                          <p:spTgt spid="19">
                                            <p:txEl>
                                              <p:pRg st="0" end="0"/>
                                            </p:txEl>
                                          </p:spTgt>
                                        </p:tgtEl>
                                      </p:cBhvr>
                                    </p:animEffect>
                                  </p:childTnLst>
                                </p:cTn>
                              </p:par>
                            </p:childTnLst>
                          </p:cTn>
                        </p:par>
                        <p:par>
                          <p:cTn id="102" fill="hold">
                            <p:stCondLst>
                              <p:cond delay="8500"/>
                            </p:stCondLst>
                            <p:childTnLst>
                              <p:par>
                                <p:cTn id="103" presetID="42" presetClass="entr" presetSubtype="0" fill="hold" grpId="0" nodeType="afterEffect" nodePh="1">
                                  <p:stCondLst>
                                    <p:cond delay="0"/>
                                  </p:stCondLst>
                                  <p:endCondLst>
                                    <p:cond evt="begin" delay="0">
                                      <p:tn val="103"/>
                                    </p:cond>
                                  </p:endCondLst>
                                  <p:childTnLst>
                                    <p:set>
                                      <p:cBhvr>
                                        <p:cTn id="104" dur="1" fill="hold">
                                          <p:stCondLst>
                                            <p:cond delay="0"/>
                                          </p:stCondLst>
                                        </p:cTn>
                                        <p:tgtEl>
                                          <p:spTgt spid="24">
                                            <p:txEl>
                                              <p:pRg st="0" end="0"/>
                                            </p:txEl>
                                          </p:spTgt>
                                        </p:tgtEl>
                                        <p:attrNameLst>
                                          <p:attrName>style.visibility</p:attrName>
                                        </p:attrNameLst>
                                      </p:cBhvr>
                                      <p:to>
                                        <p:strVal val="visible"/>
                                      </p:to>
                                    </p:set>
                                    <p:animEffect transition="in" filter="fade">
                                      <p:cBhvr>
                                        <p:cTn id="105" dur="500"/>
                                        <p:tgtEl>
                                          <p:spTgt spid="24">
                                            <p:txEl>
                                              <p:pRg st="0" end="0"/>
                                            </p:txEl>
                                          </p:spTgt>
                                        </p:tgtEl>
                                      </p:cBhvr>
                                    </p:animEffect>
                                    <p:anim calcmode="lin" valueType="num">
                                      <p:cBhvr>
                                        <p:cTn id="106"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p:cTn id="107" dur="500" fill="hold"/>
                                        <p:tgtEl>
                                          <p:spTgt spid="24">
                                            <p:txEl>
                                              <p:pRg st="0" end="0"/>
                                            </p:txEl>
                                          </p:spTgt>
                                        </p:tgtEl>
                                        <p:attrNameLst>
                                          <p:attrName>ppt_y</p:attrName>
                                        </p:attrNameLst>
                                      </p:cBhvr>
                                      <p:tavLst>
                                        <p:tav tm="0">
                                          <p:val>
                                            <p:strVal val="#ppt_y+.1"/>
                                          </p:val>
                                        </p:tav>
                                        <p:tav tm="100000">
                                          <p:val>
                                            <p:strVal val="#ppt_y"/>
                                          </p:val>
                                        </p:tav>
                                      </p:tavLst>
                                    </p:anim>
                                  </p:childTnLst>
                                </p:cTn>
                              </p:par>
                            </p:childTnLst>
                          </p:cTn>
                        </p:par>
                        <p:par>
                          <p:cTn id="108" fill="hold">
                            <p:stCondLst>
                              <p:cond delay="9000"/>
                            </p:stCondLst>
                            <p:childTnLst>
                              <p:par>
                                <p:cTn id="109" presetID="53" presetClass="entr" presetSubtype="16" fill="hold" nodeType="afterEffect">
                                  <p:stCondLst>
                                    <p:cond delay="0"/>
                                  </p:stCondLst>
                                  <p:childTnLst>
                                    <p:set>
                                      <p:cBhvr>
                                        <p:cTn id="110" dur="1" fill="hold">
                                          <p:stCondLst>
                                            <p:cond delay="0"/>
                                          </p:stCondLst>
                                        </p:cTn>
                                        <p:tgtEl>
                                          <p:spTgt spid="54"/>
                                        </p:tgtEl>
                                        <p:attrNameLst>
                                          <p:attrName>style.visibility</p:attrName>
                                        </p:attrNameLst>
                                      </p:cBhvr>
                                      <p:to>
                                        <p:strVal val="visible"/>
                                      </p:to>
                                    </p:set>
                                    <p:anim calcmode="lin" valueType="num">
                                      <p:cBhvr>
                                        <p:cTn id="111" dur="500" fill="hold"/>
                                        <p:tgtEl>
                                          <p:spTgt spid="54"/>
                                        </p:tgtEl>
                                        <p:attrNameLst>
                                          <p:attrName>ppt_w</p:attrName>
                                        </p:attrNameLst>
                                      </p:cBhvr>
                                      <p:tavLst>
                                        <p:tav tm="0">
                                          <p:val>
                                            <p:fltVal val="0"/>
                                          </p:val>
                                        </p:tav>
                                        <p:tav tm="100000">
                                          <p:val>
                                            <p:strVal val="#ppt_w"/>
                                          </p:val>
                                        </p:tav>
                                      </p:tavLst>
                                    </p:anim>
                                    <p:anim calcmode="lin" valueType="num">
                                      <p:cBhvr>
                                        <p:cTn id="112" dur="500" fill="hold"/>
                                        <p:tgtEl>
                                          <p:spTgt spid="54"/>
                                        </p:tgtEl>
                                        <p:attrNameLst>
                                          <p:attrName>ppt_h</p:attrName>
                                        </p:attrNameLst>
                                      </p:cBhvr>
                                      <p:tavLst>
                                        <p:tav tm="0">
                                          <p:val>
                                            <p:fltVal val="0"/>
                                          </p:val>
                                        </p:tav>
                                        <p:tav tm="100000">
                                          <p:val>
                                            <p:strVal val="#ppt_h"/>
                                          </p:val>
                                        </p:tav>
                                      </p:tavLst>
                                    </p:anim>
                                    <p:animEffect transition="in" filter="fade">
                                      <p:cBhvr>
                                        <p:cTn id="113" dur="500"/>
                                        <p:tgtEl>
                                          <p:spTgt spid="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13"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3"/>
                        </p:tgtEl>
                        <p:attrNameLst>
                          <p:attrName>style.visibility</p:attrName>
                        </p:attrNameLst>
                      </p:cBhvr>
                      <p:to>
                        <p:strVal val="visible"/>
                      </p:to>
                    </p:set>
                    <p:anim calcmode="lin" valueType="num">
                      <p:cBhvr>
                        <p:cTn dur="500" fill="hold"/>
                        <p:tgtEl>
                          <p:spTgt spid="13"/>
                        </p:tgtEl>
                        <p:attrNameLst>
                          <p:attrName>ppt_w</p:attrName>
                        </p:attrNameLst>
                      </p:cBhvr>
                      <p:tavLst>
                        <p:tav tm="0">
                          <p:val>
                            <p:fltVal val="0"/>
                          </p:val>
                        </p:tav>
                        <p:tav tm="100000">
                          <p:val>
                            <p:strVal val="#ppt_w"/>
                          </p:val>
                        </p:tav>
                      </p:tavLst>
                    </p:anim>
                    <p:anim calcmode="lin" valueType="num">
                      <p:cBhvr>
                        <p:cTn dur="500" fill="hold"/>
                        <p:tgtEl>
                          <p:spTgt spid="13"/>
                        </p:tgtEl>
                        <p:attrNameLst>
                          <p:attrName>ppt_h</p:attrName>
                        </p:attrNameLst>
                      </p:cBhvr>
                      <p:tavLst>
                        <p:tav tm="0">
                          <p:val>
                            <p:fltVal val="0"/>
                          </p:val>
                        </p:tav>
                        <p:tav tm="100000">
                          <p:val>
                            <p:strVal val="#ppt_h"/>
                          </p:val>
                        </p:tav>
                      </p:tavLst>
                    </p:anim>
                    <p:animEffect transition="in" filter="fade">
                      <p:cBhvr>
                        <p:cTn dur="500"/>
                        <p:tgtEl>
                          <p:spTgt spid="13"/>
                        </p:tgtEl>
                      </p:cBhvr>
                    </p:animEffect>
                  </p:childTnLst>
                </p:cTn>
              </p:par>
            </p:tnLst>
          </p:tmpl>
        </p:tmplLst>
      </p:bldP>
      <p:bldP spid="15"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5"/>
                        </p:tgtEl>
                        <p:attrNameLst>
                          <p:attrName>style.visibility</p:attrName>
                        </p:attrNameLst>
                      </p:cBhvr>
                      <p:to>
                        <p:strVal val="visible"/>
                      </p:to>
                    </p:set>
                    <p:anim calcmode="lin" valueType="num">
                      <p:cBhvr>
                        <p:cTn dur="500" fill="hold"/>
                        <p:tgtEl>
                          <p:spTgt spid="15"/>
                        </p:tgtEl>
                        <p:attrNameLst>
                          <p:attrName>ppt_w</p:attrName>
                        </p:attrNameLst>
                      </p:cBhvr>
                      <p:tavLst>
                        <p:tav tm="0">
                          <p:val>
                            <p:fltVal val="0"/>
                          </p:val>
                        </p:tav>
                        <p:tav tm="100000">
                          <p:val>
                            <p:strVal val="#ppt_w"/>
                          </p:val>
                        </p:tav>
                      </p:tavLst>
                    </p:anim>
                    <p:anim calcmode="lin" valueType="num">
                      <p:cBhvr>
                        <p:cTn dur="500" fill="hold"/>
                        <p:tgtEl>
                          <p:spTgt spid="15"/>
                        </p:tgtEl>
                        <p:attrNameLst>
                          <p:attrName>ppt_h</p:attrName>
                        </p:attrNameLst>
                      </p:cBhvr>
                      <p:tavLst>
                        <p:tav tm="0">
                          <p:val>
                            <p:fltVal val="0"/>
                          </p:val>
                        </p:tav>
                        <p:tav tm="100000">
                          <p:val>
                            <p:strVal val="#ppt_h"/>
                          </p:val>
                        </p:tav>
                      </p:tavLst>
                    </p:anim>
                    <p:animEffect transition="in" filter="fade">
                      <p:cBhvr>
                        <p:cTn dur="500"/>
                        <p:tgtEl>
                          <p:spTgt spid="15"/>
                        </p:tgtEl>
                      </p:cBhvr>
                    </p:animEffect>
                  </p:childTnLst>
                </p:cTn>
              </p:par>
            </p:tnLst>
          </p:tmpl>
        </p:tmplLst>
      </p:bldP>
      <p:bldP spid="17"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7"/>
                        </p:tgtEl>
                        <p:attrNameLst>
                          <p:attrName>style.visibility</p:attrName>
                        </p:attrNameLst>
                      </p:cBhvr>
                      <p:to>
                        <p:strVal val="visible"/>
                      </p:to>
                    </p:set>
                    <p:anim calcmode="lin" valueType="num">
                      <p:cBhvr>
                        <p:cTn dur="500" fill="hold"/>
                        <p:tgtEl>
                          <p:spTgt spid="17"/>
                        </p:tgtEl>
                        <p:attrNameLst>
                          <p:attrName>ppt_w</p:attrName>
                        </p:attrNameLst>
                      </p:cBhvr>
                      <p:tavLst>
                        <p:tav tm="0">
                          <p:val>
                            <p:fltVal val="0"/>
                          </p:val>
                        </p:tav>
                        <p:tav tm="100000">
                          <p:val>
                            <p:strVal val="#ppt_w"/>
                          </p:val>
                        </p:tav>
                      </p:tavLst>
                    </p:anim>
                    <p:anim calcmode="lin" valueType="num">
                      <p:cBhvr>
                        <p:cTn dur="500" fill="hold"/>
                        <p:tgtEl>
                          <p:spTgt spid="17"/>
                        </p:tgtEl>
                        <p:attrNameLst>
                          <p:attrName>ppt_h</p:attrName>
                        </p:attrNameLst>
                      </p:cBhvr>
                      <p:tavLst>
                        <p:tav tm="0">
                          <p:val>
                            <p:fltVal val="0"/>
                          </p:val>
                        </p:tav>
                        <p:tav tm="100000">
                          <p:val>
                            <p:strVal val="#ppt_h"/>
                          </p:val>
                        </p:tav>
                      </p:tavLst>
                    </p:anim>
                    <p:animEffect transition="in" filter="fade">
                      <p:cBhvr>
                        <p:cTn dur="500"/>
                        <p:tgtEl>
                          <p:spTgt spid="17"/>
                        </p:tgtEl>
                      </p:cBhvr>
                    </p:animEffect>
                  </p:childTnLst>
                </p:cTn>
              </p:par>
            </p:tnLst>
          </p:tmpl>
        </p:tmplLst>
      </p:bldP>
      <p:bldP spid="19"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9"/>
                        </p:tgtEl>
                        <p:attrNameLst>
                          <p:attrName>style.visibility</p:attrName>
                        </p:attrNameLst>
                      </p:cBhvr>
                      <p:to>
                        <p:strVal val="visible"/>
                      </p:to>
                    </p:set>
                    <p:anim calcmode="lin" valueType="num">
                      <p:cBhvr>
                        <p:cTn dur="500" fill="hold"/>
                        <p:tgtEl>
                          <p:spTgt spid="19"/>
                        </p:tgtEl>
                        <p:attrNameLst>
                          <p:attrName>ppt_w</p:attrName>
                        </p:attrNameLst>
                      </p:cBhvr>
                      <p:tavLst>
                        <p:tav tm="0">
                          <p:val>
                            <p:fltVal val="0"/>
                          </p:val>
                        </p:tav>
                        <p:tav tm="100000">
                          <p:val>
                            <p:strVal val="#ppt_w"/>
                          </p:val>
                        </p:tav>
                      </p:tavLst>
                    </p:anim>
                    <p:anim calcmode="lin" valueType="num">
                      <p:cBhvr>
                        <p:cTn dur="500" fill="hold"/>
                        <p:tgtEl>
                          <p:spTgt spid="19"/>
                        </p:tgtEl>
                        <p:attrNameLst>
                          <p:attrName>ppt_h</p:attrName>
                        </p:attrNameLst>
                      </p:cBhvr>
                      <p:tavLst>
                        <p:tav tm="0">
                          <p:val>
                            <p:fltVal val="0"/>
                          </p:val>
                        </p:tav>
                        <p:tav tm="100000">
                          <p:val>
                            <p:strVal val="#ppt_h"/>
                          </p:val>
                        </p:tav>
                      </p:tavLst>
                    </p:anim>
                    <p:animEffect transition="in" filter="fade">
                      <p:cBhvr>
                        <p:cTn dur="500"/>
                        <p:tgtEl>
                          <p:spTgt spid="19"/>
                        </p:tgtEl>
                      </p:cBhvr>
                    </p:animEffect>
                  </p:childTnLst>
                </p:cTn>
              </p:par>
            </p:tnLst>
          </p:tmpl>
        </p:tmplLst>
      </p:bldP>
      <p:bldP spid="21"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1"/>
                        </p:tgtEl>
                        <p:attrNameLst>
                          <p:attrName>style.visibility</p:attrName>
                        </p:attrNameLst>
                      </p:cBhvr>
                      <p:to>
                        <p:strVal val="visible"/>
                      </p:to>
                    </p:set>
                    <p:animEffect transition="in" filter="fade">
                      <p:cBhvr>
                        <p:cTn dur="500"/>
                        <p:tgtEl>
                          <p:spTgt spid="21"/>
                        </p:tgtEl>
                      </p:cBhvr>
                    </p:animEffect>
                    <p:anim calcmode="lin" valueType="num">
                      <p:cBhvr>
                        <p:cTn dur="500" fill="hold"/>
                        <p:tgtEl>
                          <p:spTgt spid="21"/>
                        </p:tgtEl>
                        <p:attrNameLst>
                          <p:attrName>ppt_x</p:attrName>
                        </p:attrNameLst>
                      </p:cBhvr>
                      <p:tavLst>
                        <p:tav tm="0">
                          <p:val>
                            <p:strVal val="#ppt_x"/>
                          </p:val>
                        </p:tav>
                        <p:tav tm="100000">
                          <p:val>
                            <p:strVal val="#ppt_x"/>
                          </p:val>
                        </p:tav>
                      </p:tavLst>
                    </p:anim>
                    <p:anim calcmode="lin" valueType="num">
                      <p:cBhvr>
                        <p:cTn dur="500" fill="hold"/>
                        <p:tgtEl>
                          <p:spTgt spid="21"/>
                        </p:tgtEl>
                        <p:attrNameLst>
                          <p:attrName>ppt_y</p:attrName>
                        </p:attrNameLst>
                      </p:cBhvr>
                      <p:tavLst>
                        <p:tav tm="0">
                          <p:val>
                            <p:strVal val="#ppt_y+.1"/>
                          </p:val>
                        </p:tav>
                        <p:tav tm="100000">
                          <p:val>
                            <p:strVal val="#ppt_y"/>
                          </p:val>
                        </p:tav>
                      </p:tavLst>
                    </p:anim>
                  </p:childTnLst>
                </p:cTn>
              </p:par>
            </p:tnLst>
          </p:tmpl>
        </p:tmplLst>
      </p:bldP>
      <p:bldP spid="22"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2"/>
                        </p:tgtEl>
                        <p:attrNameLst>
                          <p:attrName>style.visibility</p:attrName>
                        </p:attrNameLst>
                      </p:cBhvr>
                      <p:to>
                        <p:strVal val="visible"/>
                      </p:to>
                    </p:set>
                    <p:animEffect transition="in" filter="fade">
                      <p:cBhvr>
                        <p:cTn dur="500"/>
                        <p:tgtEl>
                          <p:spTgt spid="22"/>
                        </p:tgtEl>
                      </p:cBhvr>
                    </p:animEffect>
                    <p:anim calcmode="lin" valueType="num">
                      <p:cBhvr>
                        <p:cTn dur="500" fill="hold"/>
                        <p:tgtEl>
                          <p:spTgt spid="22"/>
                        </p:tgtEl>
                        <p:attrNameLst>
                          <p:attrName>ppt_x</p:attrName>
                        </p:attrNameLst>
                      </p:cBhvr>
                      <p:tavLst>
                        <p:tav tm="0">
                          <p:val>
                            <p:strVal val="#ppt_x"/>
                          </p:val>
                        </p:tav>
                        <p:tav tm="100000">
                          <p:val>
                            <p:strVal val="#ppt_x"/>
                          </p:val>
                        </p:tav>
                      </p:tavLst>
                    </p:anim>
                    <p:anim calcmode="lin" valueType="num">
                      <p:cBhvr>
                        <p:cTn dur="500" fill="hold"/>
                        <p:tgtEl>
                          <p:spTgt spid="22"/>
                        </p:tgtEl>
                        <p:attrNameLst>
                          <p:attrName>ppt_y</p:attrName>
                        </p:attrNameLst>
                      </p:cBhvr>
                      <p:tavLst>
                        <p:tav tm="0">
                          <p:val>
                            <p:strVal val="#ppt_y+.1"/>
                          </p:val>
                        </p:tav>
                        <p:tav tm="100000">
                          <p:val>
                            <p:strVal val="#ppt_y"/>
                          </p:val>
                        </p:tav>
                      </p:tavLst>
                    </p:anim>
                  </p:childTnLst>
                </p:cTn>
              </p:par>
            </p:tnLst>
          </p:tmpl>
        </p:tmplLst>
      </p:bldP>
      <p:bldP spid="23"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3"/>
                        </p:tgtEl>
                        <p:attrNameLst>
                          <p:attrName>style.visibility</p:attrName>
                        </p:attrNameLst>
                      </p:cBhvr>
                      <p:to>
                        <p:strVal val="visible"/>
                      </p:to>
                    </p:set>
                    <p:animEffect transition="in" filter="fade">
                      <p:cBhvr>
                        <p:cTn dur="500"/>
                        <p:tgtEl>
                          <p:spTgt spid="23"/>
                        </p:tgtEl>
                      </p:cBhvr>
                    </p:animEffect>
                    <p:anim calcmode="lin" valueType="num">
                      <p:cBhvr>
                        <p:cTn dur="500" fill="hold"/>
                        <p:tgtEl>
                          <p:spTgt spid="23"/>
                        </p:tgtEl>
                        <p:attrNameLst>
                          <p:attrName>ppt_x</p:attrName>
                        </p:attrNameLst>
                      </p:cBhvr>
                      <p:tavLst>
                        <p:tav tm="0">
                          <p:val>
                            <p:strVal val="#ppt_x"/>
                          </p:val>
                        </p:tav>
                        <p:tav tm="100000">
                          <p:val>
                            <p:strVal val="#ppt_x"/>
                          </p:val>
                        </p:tav>
                      </p:tavLst>
                    </p:anim>
                    <p:anim calcmode="lin" valueType="num">
                      <p:cBhvr>
                        <p:cTn dur="500" fill="hold"/>
                        <p:tgtEl>
                          <p:spTgt spid="23"/>
                        </p:tgtEl>
                        <p:attrNameLst>
                          <p:attrName>ppt_y</p:attrName>
                        </p:attrNameLst>
                      </p:cBhvr>
                      <p:tavLst>
                        <p:tav tm="0">
                          <p:val>
                            <p:strVal val="#ppt_y+.1"/>
                          </p:val>
                        </p:tav>
                        <p:tav tm="100000">
                          <p:val>
                            <p:strVal val="#ppt_y"/>
                          </p:val>
                        </p:tav>
                      </p:tavLst>
                    </p:anim>
                  </p:childTnLst>
                </p:cTn>
              </p:par>
            </p:tnLst>
          </p:tmpl>
        </p:tmplLst>
      </p:bldP>
      <p:bldP spid="24"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4"/>
                        </p:tgtEl>
                        <p:attrNameLst>
                          <p:attrName>style.visibility</p:attrName>
                        </p:attrNameLst>
                      </p:cBhvr>
                      <p:to>
                        <p:strVal val="visible"/>
                      </p:to>
                    </p:set>
                    <p:animEffect transition="in" filter="fade">
                      <p:cBhvr>
                        <p:cTn dur="500"/>
                        <p:tgtEl>
                          <p:spTgt spid="24"/>
                        </p:tgtEl>
                      </p:cBhvr>
                    </p:animEffect>
                    <p:anim calcmode="lin" valueType="num">
                      <p:cBhvr>
                        <p:cTn dur="500" fill="hold"/>
                        <p:tgtEl>
                          <p:spTgt spid="24"/>
                        </p:tgtEl>
                        <p:attrNameLst>
                          <p:attrName>ppt_x</p:attrName>
                        </p:attrNameLst>
                      </p:cBhvr>
                      <p:tavLst>
                        <p:tav tm="0">
                          <p:val>
                            <p:strVal val="#ppt_x"/>
                          </p:val>
                        </p:tav>
                        <p:tav tm="100000">
                          <p:val>
                            <p:strVal val="#ppt_x"/>
                          </p:val>
                        </p:tav>
                      </p:tavLst>
                    </p:anim>
                    <p:anim calcmode="lin" valueType="num">
                      <p:cBhvr>
                        <p:cTn dur="500" fill="hold"/>
                        <p:tgtEl>
                          <p:spTgt spid="24"/>
                        </p:tgtEl>
                        <p:attrNameLst>
                          <p:attrName>ppt_y</p:attrName>
                        </p:attrNameLst>
                      </p:cBhvr>
                      <p:tavLst>
                        <p:tav tm="0">
                          <p:val>
                            <p:strVal val="#ppt_y+.1"/>
                          </p:val>
                        </p:tav>
                        <p:tav tm="100000">
                          <p:val>
                            <p:strVal val="#ppt_y"/>
                          </p:val>
                        </p:tav>
                      </p:tavLst>
                    </p:anim>
                  </p:childTnLst>
                </p:cTn>
              </p:par>
            </p:tnLst>
          </p:tmpl>
        </p:tmplLst>
      </p:bldP>
      <p:bldP spid="31" grpId="0" animBg="1"/>
      <p:bldP spid="33" grpId="0" animBg="1"/>
      <p:bldP spid="35" grpId="0" animBg="1"/>
      <p:bldP spid="37" grpId="0" animBg="1"/>
    </p:bldLst>
  </p:timing>
</p:sldLayout>
</file>

<file path=ppt/slideLayouts/slideLayout657.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13" name="Text Placeholder 21"/>
          <p:cNvSpPr>
            <a:spLocks noGrp="1"/>
          </p:cNvSpPr>
          <p:nvPr>
            <p:ph type="body" sz="quarter" idx="20"/>
          </p:nvPr>
        </p:nvSpPr>
        <p:spPr>
          <a:xfrm>
            <a:off x="8153400" y="5316142"/>
            <a:ext cx="2492492" cy="256811"/>
          </a:xfrm>
        </p:spPr>
        <p:txBody>
          <a:bodyPr>
            <a:noAutofit/>
          </a:bodyPr>
          <a:lstStyle>
            <a:lvl1pPr algn="ctr">
              <a:defRPr sz="14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1" name="Text Placeholder 21"/>
          <p:cNvSpPr>
            <a:spLocks noGrp="1"/>
          </p:cNvSpPr>
          <p:nvPr>
            <p:ph type="body" sz="quarter" idx="29"/>
          </p:nvPr>
        </p:nvSpPr>
        <p:spPr>
          <a:xfrm>
            <a:off x="8153400" y="5593818"/>
            <a:ext cx="2492492" cy="330467"/>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1" name="Picture Placeholder 30"/>
          <p:cNvSpPr>
            <a:spLocks noGrp="1"/>
          </p:cNvSpPr>
          <p:nvPr>
            <p:ph type="pic" sz="quarter" idx="33" hasCustomPrompt="1"/>
          </p:nvPr>
        </p:nvSpPr>
        <p:spPr>
          <a:xfrm>
            <a:off x="8153400" y="1898601"/>
            <a:ext cx="2492492" cy="3145782"/>
          </a:xfrm>
          <a:solidFill>
            <a:schemeClr val="bg1">
              <a:lumMod val="85000"/>
            </a:schemeClr>
          </a:solidFill>
        </p:spPr>
        <p:txBody>
          <a:bodyPr/>
          <a:lstStyle>
            <a:lvl1pPr>
              <a:defRPr/>
            </a:lvl1pPr>
          </a:lstStyle>
          <a:p>
            <a:r>
              <a:rPr lang="id-ID" dirty="0" smtClean="0"/>
              <a:t>Pic here</a:t>
            </a:r>
            <a:endParaRPr lang="en-AU" dirty="0"/>
          </a:p>
        </p:txBody>
      </p:sp>
      <p:sp>
        <p:nvSpPr>
          <p:cNvPr id="25" name="Text Placeholder 21"/>
          <p:cNvSpPr>
            <a:spLocks noGrp="1"/>
          </p:cNvSpPr>
          <p:nvPr>
            <p:ph type="body" sz="quarter" idx="34"/>
          </p:nvPr>
        </p:nvSpPr>
        <p:spPr>
          <a:xfrm>
            <a:off x="479425" y="2048885"/>
            <a:ext cx="5616575" cy="360363"/>
          </a:xfrm>
        </p:spPr>
        <p:txBody>
          <a:bodyPr/>
          <a:lstStyle>
            <a:lvl1pP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6" name="Text Placeholder 21"/>
          <p:cNvSpPr>
            <a:spLocks noGrp="1"/>
          </p:cNvSpPr>
          <p:nvPr>
            <p:ph type="body" sz="quarter" idx="21"/>
          </p:nvPr>
        </p:nvSpPr>
        <p:spPr>
          <a:xfrm>
            <a:off x="479425" y="2457996"/>
            <a:ext cx="5616575" cy="971004"/>
          </a:xfrm>
        </p:spPr>
        <p:txBody>
          <a:bodyPr>
            <a:normAutofit/>
          </a:bodyPr>
          <a:lstStyle>
            <a:lvl1pP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Tree>
    <p:extLst>
      <p:ext uri="{BB962C8B-B14F-4D97-AF65-F5344CB8AC3E}">
        <p14:creationId xmlns:p14="http://schemas.microsoft.com/office/powerpoint/2010/main" val="145566890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42" presetClass="entr" presetSubtype="0" fill="hold" grpId="0" nodeType="afterEffect">
                                  <p:stCondLst>
                                    <p:cond delay="0"/>
                                  </p:stCondLst>
                                  <p:childTnLst>
                                    <p:set>
                                      <p:cBhvr>
                                        <p:cTn id="20" dur="1" fill="hold">
                                          <p:stCondLst>
                                            <p:cond delay="0"/>
                                          </p:stCondLst>
                                        </p:cTn>
                                        <p:tgtEl>
                                          <p:spTgt spid="31"/>
                                        </p:tgtEl>
                                        <p:attrNameLst>
                                          <p:attrName>style.visibility</p:attrName>
                                        </p:attrNameLst>
                                      </p:cBhvr>
                                      <p:to>
                                        <p:strVal val="visible"/>
                                      </p:to>
                                    </p:set>
                                    <p:animEffect transition="in" filter="fade">
                                      <p:cBhvr>
                                        <p:cTn id="21" dur="500"/>
                                        <p:tgtEl>
                                          <p:spTgt spid="31"/>
                                        </p:tgtEl>
                                      </p:cBhvr>
                                    </p:animEffect>
                                    <p:anim calcmode="lin" valueType="num">
                                      <p:cBhvr>
                                        <p:cTn id="22" dur="500" fill="hold"/>
                                        <p:tgtEl>
                                          <p:spTgt spid="31"/>
                                        </p:tgtEl>
                                        <p:attrNameLst>
                                          <p:attrName>ppt_x</p:attrName>
                                        </p:attrNameLst>
                                      </p:cBhvr>
                                      <p:tavLst>
                                        <p:tav tm="0">
                                          <p:val>
                                            <p:strVal val="#ppt_x"/>
                                          </p:val>
                                        </p:tav>
                                        <p:tav tm="100000">
                                          <p:val>
                                            <p:strVal val="#ppt_x"/>
                                          </p:val>
                                        </p:tav>
                                      </p:tavLst>
                                    </p:anim>
                                    <p:anim calcmode="lin" valueType="num">
                                      <p:cBhvr>
                                        <p:cTn id="23" dur="500" fill="hold"/>
                                        <p:tgtEl>
                                          <p:spTgt spid="31"/>
                                        </p:tgtEl>
                                        <p:attrNameLst>
                                          <p:attrName>ppt_y</p:attrName>
                                        </p:attrNameLst>
                                      </p:cBhvr>
                                      <p:tavLst>
                                        <p:tav tm="0">
                                          <p:val>
                                            <p:strVal val="#ppt_y+.1"/>
                                          </p:val>
                                        </p:tav>
                                        <p:tav tm="100000">
                                          <p:val>
                                            <p:strVal val="#ppt_y"/>
                                          </p:val>
                                        </p:tav>
                                      </p:tavLst>
                                    </p:anim>
                                  </p:childTnLst>
                                </p:cTn>
                              </p:par>
                            </p:childTnLst>
                          </p:cTn>
                        </p:par>
                        <p:par>
                          <p:cTn id="24" fill="hold">
                            <p:stCondLst>
                              <p:cond delay="2000"/>
                            </p:stCondLst>
                            <p:childTnLst>
                              <p:par>
                                <p:cTn id="25" presetID="53" presetClass="entr" presetSubtype="16" fill="hold" grpId="0" nodeType="afterEffect" nodePh="1">
                                  <p:stCondLst>
                                    <p:cond delay="0"/>
                                  </p:stCondLst>
                                  <p:endCondLst>
                                    <p:cond evt="begin" delay="0">
                                      <p:tn val="25"/>
                                    </p:cond>
                                  </p:endCondLst>
                                  <p:childTnLst>
                                    <p:set>
                                      <p:cBhvr>
                                        <p:cTn id="26" dur="1" fill="hold">
                                          <p:stCondLst>
                                            <p:cond delay="0"/>
                                          </p:stCondLst>
                                        </p:cTn>
                                        <p:tgtEl>
                                          <p:spTgt spid="13">
                                            <p:txEl>
                                              <p:pRg st="0" end="0"/>
                                            </p:txEl>
                                          </p:spTgt>
                                        </p:tgtEl>
                                        <p:attrNameLst>
                                          <p:attrName>style.visibility</p:attrName>
                                        </p:attrNameLst>
                                      </p:cBhvr>
                                      <p:to>
                                        <p:strVal val="visible"/>
                                      </p:to>
                                    </p:set>
                                    <p:anim calcmode="lin" valueType="num">
                                      <p:cBhvr>
                                        <p:cTn id="27" dur="500" fill="hold"/>
                                        <p:tgtEl>
                                          <p:spTgt spid="13">
                                            <p:txEl>
                                              <p:pRg st="0" end="0"/>
                                            </p:txEl>
                                          </p:spTgt>
                                        </p:tgtEl>
                                        <p:attrNameLst>
                                          <p:attrName>ppt_w</p:attrName>
                                        </p:attrNameLst>
                                      </p:cBhvr>
                                      <p:tavLst>
                                        <p:tav tm="0">
                                          <p:val>
                                            <p:fltVal val="0"/>
                                          </p:val>
                                        </p:tav>
                                        <p:tav tm="100000">
                                          <p:val>
                                            <p:strVal val="#ppt_w"/>
                                          </p:val>
                                        </p:tav>
                                      </p:tavLst>
                                    </p:anim>
                                    <p:anim calcmode="lin" valueType="num">
                                      <p:cBhvr>
                                        <p:cTn id="28" dur="500" fill="hold"/>
                                        <p:tgtEl>
                                          <p:spTgt spid="13">
                                            <p:txEl>
                                              <p:pRg st="0" end="0"/>
                                            </p:txEl>
                                          </p:spTgt>
                                        </p:tgtEl>
                                        <p:attrNameLst>
                                          <p:attrName>ppt_h</p:attrName>
                                        </p:attrNameLst>
                                      </p:cBhvr>
                                      <p:tavLst>
                                        <p:tav tm="0">
                                          <p:val>
                                            <p:fltVal val="0"/>
                                          </p:val>
                                        </p:tav>
                                        <p:tav tm="100000">
                                          <p:val>
                                            <p:strVal val="#ppt_h"/>
                                          </p:val>
                                        </p:tav>
                                      </p:tavLst>
                                    </p:anim>
                                    <p:animEffect transition="in" filter="fade">
                                      <p:cBhvr>
                                        <p:cTn id="29" dur="500"/>
                                        <p:tgtEl>
                                          <p:spTgt spid="13">
                                            <p:txEl>
                                              <p:pRg st="0" end="0"/>
                                            </p:txEl>
                                          </p:spTgt>
                                        </p:tgtEl>
                                      </p:cBhvr>
                                    </p:animEffect>
                                  </p:childTnLst>
                                </p:cTn>
                              </p:par>
                            </p:childTnLst>
                          </p:cTn>
                        </p:par>
                        <p:par>
                          <p:cTn id="30" fill="hold">
                            <p:stCondLst>
                              <p:cond delay="2500"/>
                            </p:stCondLst>
                            <p:childTnLst>
                              <p:par>
                                <p:cTn id="31" presetID="42" presetClass="entr" presetSubtype="0" fill="hold" grpId="0" nodeType="afterEffect" nodePh="1">
                                  <p:stCondLst>
                                    <p:cond delay="0"/>
                                  </p:stCondLst>
                                  <p:endCondLst>
                                    <p:cond evt="begin" delay="0">
                                      <p:tn val="31"/>
                                    </p:cond>
                                  </p:endCondLst>
                                  <p:childTnLst>
                                    <p:set>
                                      <p:cBhvr>
                                        <p:cTn id="32" dur="1" fill="hold">
                                          <p:stCondLst>
                                            <p:cond delay="0"/>
                                          </p:stCondLst>
                                        </p:cTn>
                                        <p:tgtEl>
                                          <p:spTgt spid="21">
                                            <p:txEl>
                                              <p:pRg st="0" end="0"/>
                                            </p:txEl>
                                          </p:spTgt>
                                        </p:tgtEl>
                                        <p:attrNameLst>
                                          <p:attrName>style.visibility</p:attrName>
                                        </p:attrNameLst>
                                      </p:cBhvr>
                                      <p:to>
                                        <p:strVal val="visible"/>
                                      </p:to>
                                    </p:set>
                                    <p:animEffect transition="in" filter="fade">
                                      <p:cBhvr>
                                        <p:cTn id="33" dur="500"/>
                                        <p:tgtEl>
                                          <p:spTgt spid="21">
                                            <p:txEl>
                                              <p:pRg st="0" end="0"/>
                                            </p:txEl>
                                          </p:spTgt>
                                        </p:tgtEl>
                                      </p:cBhvr>
                                    </p:animEffect>
                                    <p:anim calcmode="lin" valueType="num">
                                      <p:cBhvr>
                                        <p:cTn id="34" dur="500" fill="hold"/>
                                        <p:tgtEl>
                                          <p:spTgt spid="21">
                                            <p:txEl>
                                              <p:pRg st="0" end="0"/>
                                            </p:txEl>
                                          </p:spTgt>
                                        </p:tgtEl>
                                        <p:attrNameLst>
                                          <p:attrName>ppt_x</p:attrName>
                                        </p:attrNameLst>
                                      </p:cBhvr>
                                      <p:tavLst>
                                        <p:tav tm="0">
                                          <p:val>
                                            <p:strVal val="#ppt_x"/>
                                          </p:val>
                                        </p:tav>
                                        <p:tav tm="100000">
                                          <p:val>
                                            <p:strVal val="#ppt_x"/>
                                          </p:val>
                                        </p:tav>
                                      </p:tavLst>
                                    </p:anim>
                                    <p:anim calcmode="lin" valueType="num">
                                      <p:cBhvr>
                                        <p:cTn id="35" dur="500" fill="hold"/>
                                        <p:tgtEl>
                                          <p:spTgt spid="21">
                                            <p:txEl>
                                              <p:pRg st="0" end="0"/>
                                            </p:txEl>
                                          </p:spTgt>
                                        </p:tgtEl>
                                        <p:attrNameLst>
                                          <p:attrName>ppt_y</p:attrName>
                                        </p:attrNameLst>
                                      </p:cBhvr>
                                      <p:tavLst>
                                        <p:tav tm="0">
                                          <p:val>
                                            <p:strVal val="#ppt_y+.1"/>
                                          </p:val>
                                        </p:tav>
                                        <p:tav tm="100000">
                                          <p:val>
                                            <p:strVal val="#ppt_y"/>
                                          </p:val>
                                        </p:tav>
                                      </p:tavLst>
                                    </p:anim>
                                  </p:childTnLst>
                                </p:cTn>
                              </p:par>
                            </p:childTnLst>
                          </p:cTn>
                        </p:par>
                        <p:par>
                          <p:cTn id="36" fill="hold">
                            <p:stCondLst>
                              <p:cond delay="3000"/>
                            </p:stCondLst>
                            <p:childTnLst>
                              <p:par>
                                <p:cTn id="37" presetID="53" presetClass="entr" presetSubtype="16" fill="hold" grpId="0" nodeType="afterEffect" nodePh="1">
                                  <p:stCondLst>
                                    <p:cond delay="0"/>
                                  </p:stCondLst>
                                  <p:endCondLst>
                                    <p:cond evt="begin" delay="0">
                                      <p:tn val="37"/>
                                    </p:cond>
                                  </p:endCondLst>
                                  <p:childTnLst>
                                    <p:set>
                                      <p:cBhvr>
                                        <p:cTn id="38" dur="1" fill="hold">
                                          <p:stCondLst>
                                            <p:cond delay="0"/>
                                          </p:stCondLst>
                                        </p:cTn>
                                        <p:tgtEl>
                                          <p:spTgt spid="25">
                                            <p:txEl>
                                              <p:pRg st="0" end="0"/>
                                            </p:txEl>
                                          </p:spTgt>
                                        </p:tgtEl>
                                        <p:attrNameLst>
                                          <p:attrName>style.visibility</p:attrName>
                                        </p:attrNameLst>
                                      </p:cBhvr>
                                      <p:to>
                                        <p:strVal val="visible"/>
                                      </p:to>
                                    </p:set>
                                    <p:anim calcmode="lin" valueType="num">
                                      <p:cBhvr>
                                        <p:cTn id="39" dur="500" fill="hold"/>
                                        <p:tgtEl>
                                          <p:spTgt spid="25">
                                            <p:txEl>
                                              <p:pRg st="0" end="0"/>
                                            </p:txEl>
                                          </p:spTgt>
                                        </p:tgtEl>
                                        <p:attrNameLst>
                                          <p:attrName>ppt_w</p:attrName>
                                        </p:attrNameLst>
                                      </p:cBhvr>
                                      <p:tavLst>
                                        <p:tav tm="0">
                                          <p:val>
                                            <p:fltVal val="0"/>
                                          </p:val>
                                        </p:tav>
                                        <p:tav tm="100000">
                                          <p:val>
                                            <p:strVal val="#ppt_w"/>
                                          </p:val>
                                        </p:tav>
                                      </p:tavLst>
                                    </p:anim>
                                    <p:anim calcmode="lin" valueType="num">
                                      <p:cBhvr>
                                        <p:cTn id="40" dur="500" fill="hold"/>
                                        <p:tgtEl>
                                          <p:spTgt spid="25">
                                            <p:txEl>
                                              <p:pRg st="0" end="0"/>
                                            </p:txEl>
                                          </p:spTgt>
                                        </p:tgtEl>
                                        <p:attrNameLst>
                                          <p:attrName>ppt_h</p:attrName>
                                        </p:attrNameLst>
                                      </p:cBhvr>
                                      <p:tavLst>
                                        <p:tav tm="0">
                                          <p:val>
                                            <p:fltVal val="0"/>
                                          </p:val>
                                        </p:tav>
                                        <p:tav tm="100000">
                                          <p:val>
                                            <p:strVal val="#ppt_h"/>
                                          </p:val>
                                        </p:tav>
                                      </p:tavLst>
                                    </p:anim>
                                    <p:animEffect transition="in" filter="fade">
                                      <p:cBhvr>
                                        <p:cTn id="41" dur="500"/>
                                        <p:tgtEl>
                                          <p:spTgt spid="25">
                                            <p:txEl>
                                              <p:pRg st="0" end="0"/>
                                            </p:txEl>
                                          </p:spTgt>
                                        </p:tgtEl>
                                      </p:cBhvr>
                                    </p:animEffect>
                                  </p:childTnLst>
                                </p:cTn>
                              </p:par>
                            </p:childTnLst>
                          </p:cTn>
                        </p:par>
                        <p:par>
                          <p:cTn id="42" fill="hold">
                            <p:stCondLst>
                              <p:cond delay="3500"/>
                            </p:stCondLst>
                            <p:childTnLst>
                              <p:par>
                                <p:cTn id="43" presetID="42" presetClass="entr" presetSubtype="0" fill="hold" grpId="0" nodeType="afterEffect" nodePh="1">
                                  <p:stCondLst>
                                    <p:cond delay="0"/>
                                  </p:stCondLst>
                                  <p:endCondLst>
                                    <p:cond evt="begin" delay="0">
                                      <p:tn val="43"/>
                                    </p:cond>
                                  </p:endCondLst>
                                  <p:childTnLst>
                                    <p:set>
                                      <p:cBhvr>
                                        <p:cTn id="44" dur="1" fill="hold">
                                          <p:stCondLst>
                                            <p:cond delay="0"/>
                                          </p:stCondLst>
                                        </p:cTn>
                                        <p:tgtEl>
                                          <p:spTgt spid="26">
                                            <p:txEl>
                                              <p:pRg st="0" end="0"/>
                                            </p:txEl>
                                          </p:spTgt>
                                        </p:tgtEl>
                                        <p:attrNameLst>
                                          <p:attrName>style.visibility</p:attrName>
                                        </p:attrNameLst>
                                      </p:cBhvr>
                                      <p:to>
                                        <p:strVal val="visible"/>
                                      </p:to>
                                    </p:set>
                                    <p:animEffect transition="in" filter="fade">
                                      <p:cBhvr>
                                        <p:cTn id="45" dur="500"/>
                                        <p:tgtEl>
                                          <p:spTgt spid="26">
                                            <p:txEl>
                                              <p:pRg st="0" end="0"/>
                                            </p:txEl>
                                          </p:spTgt>
                                        </p:tgtEl>
                                      </p:cBhvr>
                                    </p:animEffect>
                                    <p:anim calcmode="lin" valueType="num">
                                      <p:cBhvr>
                                        <p:cTn id="46" dur="500" fill="hold"/>
                                        <p:tgtEl>
                                          <p:spTgt spid="26">
                                            <p:txEl>
                                              <p:pRg st="0" end="0"/>
                                            </p:txEl>
                                          </p:spTgt>
                                        </p:tgtEl>
                                        <p:attrNameLst>
                                          <p:attrName>ppt_x</p:attrName>
                                        </p:attrNameLst>
                                      </p:cBhvr>
                                      <p:tavLst>
                                        <p:tav tm="0">
                                          <p:val>
                                            <p:strVal val="#ppt_x"/>
                                          </p:val>
                                        </p:tav>
                                        <p:tav tm="100000">
                                          <p:val>
                                            <p:strVal val="#ppt_x"/>
                                          </p:val>
                                        </p:tav>
                                      </p:tavLst>
                                    </p:anim>
                                    <p:anim calcmode="lin" valueType="num">
                                      <p:cBhvr>
                                        <p:cTn id="47" dur="500" fill="hold"/>
                                        <p:tgtEl>
                                          <p:spTgt spid="26">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13"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3"/>
                        </p:tgtEl>
                        <p:attrNameLst>
                          <p:attrName>style.visibility</p:attrName>
                        </p:attrNameLst>
                      </p:cBhvr>
                      <p:to>
                        <p:strVal val="visible"/>
                      </p:to>
                    </p:set>
                    <p:anim calcmode="lin" valueType="num">
                      <p:cBhvr>
                        <p:cTn dur="500" fill="hold"/>
                        <p:tgtEl>
                          <p:spTgt spid="13"/>
                        </p:tgtEl>
                        <p:attrNameLst>
                          <p:attrName>ppt_w</p:attrName>
                        </p:attrNameLst>
                      </p:cBhvr>
                      <p:tavLst>
                        <p:tav tm="0">
                          <p:val>
                            <p:fltVal val="0"/>
                          </p:val>
                        </p:tav>
                        <p:tav tm="100000">
                          <p:val>
                            <p:strVal val="#ppt_w"/>
                          </p:val>
                        </p:tav>
                      </p:tavLst>
                    </p:anim>
                    <p:anim calcmode="lin" valueType="num">
                      <p:cBhvr>
                        <p:cTn dur="500" fill="hold"/>
                        <p:tgtEl>
                          <p:spTgt spid="13"/>
                        </p:tgtEl>
                        <p:attrNameLst>
                          <p:attrName>ppt_h</p:attrName>
                        </p:attrNameLst>
                      </p:cBhvr>
                      <p:tavLst>
                        <p:tav tm="0">
                          <p:val>
                            <p:fltVal val="0"/>
                          </p:val>
                        </p:tav>
                        <p:tav tm="100000">
                          <p:val>
                            <p:strVal val="#ppt_h"/>
                          </p:val>
                        </p:tav>
                      </p:tavLst>
                    </p:anim>
                    <p:animEffect transition="in" filter="fade">
                      <p:cBhvr>
                        <p:cTn dur="500"/>
                        <p:tgtEl>
                          <p:spTgt spid="13"/>
                        </p:tgtEl>
                      </p:cBhvr>
                    </p:animEffect>
                  </p:childTnLst>
                </p:cTn>
              </p:par>
            </p:tnLst>
          </p:tmpl>
        </p:tmplLst>
      </p:bldP>
      <p:bldP spid="21"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1"/>
                        </p:tgtEl>
                        <p:attrNameLst>
                          <p:attrName>style.visibility</p:attrName>
                        </p:attrNameLst>
                      </p:cBhvr>
                      <p:to>
                        <p:strVal val="visible"/>
                      </p:to>
                    </p:set>
                    <p:animEffect transition="in" filter="fade">
                      <p:cBhvr>
                        <p:cTn dur="500"/>
                        <p:tgtEl>
                          <p:spTgt spid="21"/>
                        </p:tgtEl>
                      </p:cBhvr>
                    </p:animEffect>
                    <p:anim calcmode="lin" valueType="num">
                      <p:cBhvr>
                        <p:cTn dur="500" fill="hold"/>
                        <p:tgtEl>
                          <p:spTgt spid="21"/>
                        </p:tgtEl>
                        <p:attrNameLst>
                          <p:attrName>ppt_x</p:attrName>
                        </p:attrNameLst>
                      </p:cBhvr>
                      <p:tavLst>
                        <p:tav tm="0">
                          <p:val>
                            <p:strVal val="#ppt_x"/>
                          </p:val>
                        </p:tav>
                        <p:tav tm="100000">
                          <p:val>
                            <p:strVal val="#ppt_x"/>
                          </p:val>
                        </p:tav>
                      </p:tavLst>
                    </p:anim>
                    <p:anim calcmode="lin" valueType="num">
                      <p:cBhvr>
                        <p:cTn dur="500" fill="hold"/>
                        <p:tgtEl>
                          <p:spTgt spid="21"/>
                        </p:tgtEl>
                        <p:attrNameLst>
                          <p:attrName>ppt_y</p:attrName>
                        </p:attrNameLst>
                      </p:cBhvr>
                      <p:tavLst>
                        <p:tav tm="0">
                          <p:val>
                            <p:strVal val="#ppt_y+.1"/>
                          </p:val>
                        </p:tav>
                        <p:tav tm="100000">
                          <p:val>
                            <p:strVal val="#ppt_y"/>
                          </p:val>
                        </p:tav>
                      </p:tavLst>
                    </p:anim>
                  </p:childTnLst>
                </p:cTn>
              </p:par>
            </p:tnLst>
          </p:tmpl>
        </p:tmplLst>
      </p:bldP>
      <p:bldP spid="31" grpId="0" animBg="1"/>
      <p:bldP spid="25"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5"/>
                        </p:tgtEl>
                        <p:attrNameLst>
                          <p:attrName>style.visibility</p:attrName>
                        </p:attrNameLst>
                      </p:cBhvr>
                      <p:to>
                        <p:strVal val="visible"/>
                      </p:to>
                    </p:set>
                    <p:anim calcmode="lin" valueType="num">
                      <p:cBhvr>
                        <p:cTn dur="500" fill="hold"/>
                        <p:tgtEl>
                          <p:spTgt spid="25"/>
                        </p:tgtEl>
                        <p:attrNameLst>
                          <p:attrName>ppt_w</p:attrName>
                        </p:attrNameLst>
                      </p:cBhvr>
                      <p:tavLst>
                        <p:tav tm="0">
                          <p:val>
                            <p:fltVal val="0"/>
                          </p:val>
                        </p:tav>
                        <p:tav tm="100000">
                          <p:val>
                            <p:strVal val="#ppt_w"/>
                          </p:val>
                        </p:tav>
                      </p:tavLst>
                    </p:anim>
                    <p:anim calcmode="lin" valueType="num">
                      <p:cBhvr>
                        <p:cTn dur="500" fill="hold"/>
                        <p:tgtEl>
                          <p:spTgt spid="25"/>
                        </p:tgtEl>
                        <p:attrNameLst>
                          <p:attrName>ppt_h</p:attrName>
                        </p:attrNameLst>
                      </p:cBhvr>
                      <p:tavLst>
                        <p:tav tm="0">
                          <p:val>
                            <p:fltVal val="0"/>
                          </p:val>
                        </p:tav>
                        <p:tav tm="100000">
                          <p:val>
                            <p:strVal val="#ppt_h"/>
                          </p:val>
                        </p:tav>
                      </p:tavLst>
                    </p:anim>
                    <p:animEffect transition="in" filter="fade">
                      <p:cBhvr>
                        <p:cTn dur="500"/>
                        <p:tgtEl>
                          <p:spTgt spid="25"/>
                        </p:tgtEl>
                      </p:cBhvr>
                    </p:animEffect>
                  </p:childTnLst>
                </p:cTn>
              </p:par>
            </p:tnLst>
          </p:tmpl>
        </p:tmplLst>
      </p:bldP>
      <p:bldP spid="26"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6"/>
                        </p:tgtEl>
                        <p:attrNameLst>
                          <p:attrName>style.visibility</p:attrName>
                        </p:attrNameLst>
                      </p:cBhvr>
                      <p:to>
                        <p:strVal val="visible"/>
                      </p:to>
                    </p:set>
                    <p:animEffect transition="in" filter="fade">
                      <p:cBhvr>
                        <p:cTn dur="500"/>
                        <p:tgtEl>
                          <p:spTgt spid="26"/>
                        </p:tgtEl>
                      </p:cBhvr>
                    </p:animEffect>
                    <p:anim calcmode="lin" valueType="num">
                      <p:cBhvr>
                        <p:cTn dur="500" fill="hold"/>
                        <p:tgtEl>
                          <p:spTgt spid="26"/>
                        </p:tgtEl>
                        <p:attrNameLst>
                          <p:attrName>ppt_x</p:attrName>
                        </p:attrNameLst>
                      </p:cBhvr>
                      <p:tavLst>
                        <p:tav tm="0">
                          <p:val>
                            <p:strVal val="#ppt_x"/>
                          </p:val>
                        </p:tav>
                        <p:tav tm="100000">
                          <p:val>
                            <p:strVal val="#ppt_x"/>
                          </p:val>
                        </p:tav>
                      </p:tavLst>
                    </p:anim>
                    <p:anim calcmode="lin" valueType="num">
                      <p:cBhvr>
                        <p:cTn dur="500" fill="hold"/>
                        <p:tgtEl>
                          <p:spTgt spid="26"/>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658.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14" name="Picture Placeholder 7"/>
          <p:cNvSpPr>
            <a:spLocks noGrp="1"/>
          </p:cNvSpPr>
          <p:nvPr>
            <p:ph type="pic" sz="quarter" idx="14" hasCustomPrompt="1"/>
          </p:nvPr>
        </p:nvSpPr>
        <p:spPr>
          <a:xfrm>
            <a:off x="0" y="0"/>
            <a:ext cx="12192000" cy="6858000"/>
          </a:xfrm>
          <a:solidFill>
            <a:schemeClr val="bg1">
              <a:lumMod val="85000"/>
            </a:schemeClr>
          </a:solidFill>
        </p:spPr>
        <p:txBody>
          <a:bodyPr>
            <a:normAutofit/>
          </a:bodyPr>
          <a:lstStyle>
            <a:lvl1pPr>
              <a:defRPr sz="1000" baseline="0"/>
            </a:lvl1pPr>
          </a:lstStyle>
          <a:p>
            <a:r>
              <a:rPr lang="id-ID" dirty="0" smtClean="0"/>
              <a:t>Pic here</a:t>
            </a:r>
            <a:endParaRPr lang="en-AU" dirty="0"/>
          </a:p>
        </p:txBody>
      </p:sp>
      <p:sp>
        <p:nvSpPr>
          <p:cNvPr id="17" name="Picture Placeholder 16"/>
          <p:cNvSpPr>
            <a:spLocks noGrp="1"/>
          </p:cNvSpPr>
          <p:nvPr>
            <p:ph type="pic" sz="quarter" idx="35" hasCustomPrompt="1"/>
          </p:nvPr>
        </p:nvSpPr>
        <p:spPr>
          <a:xfrm>
            <a:off x="-228600" y="-247650"/>
            <a:ext cx="7616332" cy="7296150"/>
          </a:xfrm>
          <a:custGeom>
            <a:avLst/>
            <a:gdLst>
              <a:gd name="connsiteX0" fmla="*/ 0 w 7373178"/>
              <a:gd name="connsiteY0" fmla="*/ 0 h 6858000"/>
              <a:gd name="connsiteX1" fmla="*/ 6921578 w 7373178"/>
              <a:gd name="connsiteY1" fmla="*/ 0 h 6858000"/>
              <a:gd name="connsiteX2" fmla="*/ 6822196 w 7373178"/>
              <a:gd name="connsiteY2" fmla="*/ 188338 h 6858000"/>
              <a:gd name="connsiteX3" fmla="*/ 6788524 w 7373178"/>
              <a:gd name="connsiteY3" fmla="*/ 5808780 h 6858000"/>
              <a:gd name="connsiteX4" fmla="*/ 7247696 w 7373178"/>
              <a:gd name="connsiteY4" fmla="*/ 6667831 h 6858000"/>
              <a:gd name="connsiteX5" fmla="*/ 7373178 w 7373178"/>
              <a:gd name="connsiteY5" fmla="*/ 6858000 h 6858000"/>
              <a:gd name="connsiteX6" fmla="*/ 0 w 7373178"/>
              <a:gd name="connsiteY6"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73178" h="6858000">
                <a:moveTo>
                  <a:pt x="0" y="0"/>
                </a:moveTo>
                <a:lnTo>
                  <a:pt x="6921578" y="0"/>
                </a:lnTo>
                <a:lnTo>
                  <a:pt x="6822196" y="188338"/>
                </a:lnTo>
                <a:cubicBezTo>
                  <a:pt x="6006786" y="1830158"/>
                  <a:pt x="5931281" y="3899984"/>
                  <a:pt x="6788524" y="5808780"/>
                </a:cubicBezTo>
                <a:cubicBezTo>
                  <a:pt x="6923879" y="6110169"/>
                  <a:pt x="7077682" y="6396843"/>
                  <a:pt x="7247696" y="6667831"/>
                </a:cubicBezTo>
                <a:lnTo>
                  <a:pt x="7373178" y="6858000"/>
                </a:lnTo>
                <a:lnTo>
                  <a:pt x="0" y="6858000"/>
                </a:lnTo>
                <a:close/>
              </a:path>
            </a:pathLst>
          </a:custGeom>
          <a:solidFill>
            <a:schemeClr val="accent4">
              <a:alpha val="35000"/>
            </a:schemeClr>
          </a:solidFill>
          <a:ln w="76200">
            <a:solidFill>
              <a:schemeClr val="bg1"/>
            </a:solidFill>
          </a:ln>
        </p:spPr>
        <p:txBody>
          <a:bodyPr wrap="square">
            <a:noAutofit/>
          </a:bodyPr>
          <a:lstStyle>
            <a:lvl1pPr>
              <a:defRPr sz="1000" baseline="0"/>
            </a:lvl1pPr>
          </a:lstStyle>
          <a:p>
            <a:r>
              <a:rPr lang="id-ID" dirty="0" smtClean="0"/>
              <a:t>Pic here</a:t>
            </a:r>
            <a:endParaRPr lang="en-AU" dirty="0"/>
          </a:p>
        </p:txBody>
      </p:sp>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13" name="Text Placeholder 21"/>
          <p:cNvSpPr>
            <a:spLocks noGrp="1"/>
          </p:cNvSpPr>
          <p:nvPr>
            <p:ph type="body" sz="quarter" idx="20"/>
          </p:nvPr>
        </p:nvSpPr>
        <p:spPr>
          <a:xfrm>
            <a:off x="8303907" y="5417740"/>
            <a:ext cx="2492492" cy="256811"/>
          </a:xfrm>
        </p:spPr>
        <p:txBody>
          <a:bodyPr>
            <a:noAutofit/>
          </a:bodyPr>
          <a:lstStyle>
            <a:lvl1pPr algn="ctr">
              <a:defRPr sz="14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1" name="Text Placeholder 21"/>
          <p:cNvSpPr>
            <a:spLocks noGrp="1"/>
          </p:cNvSpPr>
          <p:nvPr>
            <p:ph type="body" sz="quarter" idx="29"/>
          </p:nvPr>
        </p:nvSpPr>
        <p:spPr>
          <a:xfrm>
            <a:off x="8303907" y="5695416"/>
            <a:ext cx="2492492" cy="330467"/>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5" name="Text Placeholder 21"/>
          <p:cNvSpPr>
            <a:spLocks noGrp="1"/>
          </p:cNvSpPr>
          <p:nvPr>
            <p:ph type="body" sz="quarter" idx="34"/>
          </p:nvPr>
        </p:nvSpPr>
        <p:spPr>
          <a:xfrm>
            <a:off x="479425" y="2048885"/>
            <a:ext cx="5616575" cy="360363"/>
          </a:xfrm>
        </p:spPr>
        <p:txBody>
          <a:bodyPr/>
          <a:lstStyle>
            <a:lvl1pP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6" name="Text Placeholder 21"/>
          <p:cNvSpPr>
            <a:spLocks noGrp="1"/>
          </p:cNvSpPr>
          <p:nvPr>
            <p:ph type="body" sz="quarter" idx="21"/>
          </p:nvPr>
        </p:nvSpPr>
        <p:spPr>
          <a:xfrm>
            <a:off x="479425" y="2457996"/>
            <a:ext cx="5616575" cy="1285330"/>
          </a:xfrm>
        </p:spPr>
        <p:txBody>
          <a:bodyPr>
            <a:normAutofit/>
          </a:bodyPr>
          <a:lstStyle>
            <a:lvl1pP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Tree>
    <p:extLst>
      <p:ext uri="{BB962C8B-B14F-4D97-AF65-F5344CB8AC3E}">
        <p14:creationId xmlns:p14="http://schemas.microsoft.com/office/powerpoint/2010/main" val="185252061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53" presetClass="entr" presetSubtype="16" fill="hold" grpId="0" nodeType="afterEffect">
                                  <p:stCondLst>
                                    <p:cond delay="0"/>
                                  </p:stCondLst>
                                  <p:childTnLst>
                                    <p:set>
                                      <p:cBhvr>
                                        <p:cTn id="20" dur="1" fill="hold">
                                          <p:stCondLst>
                                            <p:cond delay="0"/>
                                          </p:stCondLst>
                                        </p:cTn>
                                        <p:tgtEl>
                                          <p:spTgt spid="14"/>
                                        </p:tgtEl>
                                        <p:attrNameLst>
                                          <p:attrName>style.visibility</p:attrName>
                                        </p:attrNameLst>
                                      </p:cBhvr>
                                      <p:to>
                                        <p:strVal val="visible"/>
                                      </p:to>
                                    </p:set>
                                    <p:anim calcmode="lin" valueType="num">
                                      <p:cBhvr>
                                        <p:cTn id="21" dur="500" fill="hold"/>
                                        <p:tgtEl>
                                          <p:spTgt spid="14"/>
                                        </p:tgtEl>
                                        <p:attrNameLst>
                                          <p:attrName>ppt_w</p:attrName>
                                        </p:attrNameLst>
                                      </p:cBhvr>
                                      <p:tavLst>
                                        <p:tav tm="0">
                                          <p:val>
                                            <p:fltVal val="0"/>
                                          </p:val>
                                        </p:tav>
                                        <p:tav tm="100000">
                                          <p:val>
                                            <p:strVal val="#ppt_w"/>
                                          </p:val>
                                        </p:tav>
                                      </p:tavLst>
                                    </p:anim>
                                    <p:anim calcmode="lin" valueType="num">
                                      <p:cBhvr>
                                        <p:cTn id="22" dur="500" fill="hold"/>
                                        <p:tgtEl>
                                          <p:spTgt spid="14"/>
                                        </p:tgtEl>
                                        <p:attrNameLst>
                                          <p:attrName>ppt_h</p:attrName>
                                        </p:attrNameLst>
                                      </p:cBhvr>
                                      <p:tavLst>
                                        <p:tav tm="0">
                                          <p:val>
                                            <p:fltVal val="0"/>
                                          </p:val>
                                        </p:tav>
                                        <p:tav tm="100000">
                                          <p:val>
                                            <p:strVal val="#ppt_h"/>
                                          </p:val>
                                        </p:tav>
                                      </p:tavLst>
                                    </p:anim>
                                    <p:animEffect transition="in" filter="fade">
                                      <p:cBhvr>
                                        <p:cTn id="23" dur="500"/>
                                        <p:tgtEl>
                                          <p:spTgt spid="14"/>
                                        </p:tgtEl>
                                      </p:cBhvr>
                                    </p:animEffect>
                                  </p:childTnLst>
                                </p:cTn>
                              </p:par>
                            </p:childTnLst>
                          </p:cTn>
                        </p:par>
                        <p:par>
                          <p:cTn id="24" fill="hold">
                            <p:stCondLst>
                              <p:cond delay="2000"/>
                            </p:stCondLst>
                            <p:childTnLst>
                              <p:par>
                                <p:cTn id="25" presetID="22" presetClass="entr" presetSubtype="8" fill="hold" grpId="0" nodeType="afterEffect">
                                  <p:stCondLst>
                                    <p:cond delay="0"/>
                                  </p:stCondLst>
                                  <p:childTnLst>
                                    <p:set>
                                      <p:cBhvr>
                                        <p:cTn id="26" dur="1" fill="hold">
                                          <p:stCondLst>
                                            <p:cond delay="0"/>
                                          </p:stCondLst>
                                        </p:cTn>
                                        <p:tgtEl>
                                          <p:spTgt spid="17"/>
                                        </p:tgtEl>
                                        <p:attrNameLst>
                                          <p:attrName>style.visibility</p:attrName>
                                        </p:attrNameLst>
                                      </p:cBhvr>
                                      <p:to>
                                        <p:strVal val="visible"/>
                                      </p:to>
                                    </p:set>
                                    <p:animEffect transition="in" filter="wipe(left)">
                                      <p:cBhvr>
                                        <p:cTn id="27" dur="500"/>
                                        <p:tgtEl>
                                          <p:spTgt spid="17"/>
                                        </p:tgtEl>
                                      </p:cBhvr>
                                    </p:animEffect>
                                  </p:childTnLst>
                                </p:cTn>
                              </p:par>
                            </p:childTnLst>
                          </p:cTn>
                        </p:par>
                        <p:par>
                          <p:cTn id="28" fill="hold">
                            <p:stCondLst>
                              <p:cond delay="2500"/>
                            </p:stCondLst>
                            <p:childTnLst>
                              <p:par>
                                <p:cTn id="29" presetID="53" presetClass="entr" presetSubtype="16" fill="hold" grpId="0" nodeType="afterEffect" nodePh="1">
                                  <p:stCondLst>
                                    <p:cond delay="0"/>
                                  </p:stCondLst>
                                  <p:endCondLst>
                                    <p:cond evt="begin" delay="0">
                                      <p:tn val="29"/>
                                    </p:cond>
                                  </p:endCondLst>
                                  <p:childTnLst>
                                    <p:set>
                                      <p:cBhvr>
                                        <p:cTn id="30" dur="1" fill="hold">
                                          <p:stCondLst>
                                            <p:cond delay="0"/>
                                          </p:stCondLst>
                                        </p:cTn>
                                        <p:tgtEl>
                                          <p:spTgt spid="13">
                                            <p:txEl>
                                              <p:pRg st="0" end="0"/>
                                            </p:txEl>
                                          </p:spTgt>
                                        </p:tgtEl>
                                        <p:attrNameLst>
                                          <p:attrName>style.visibility</p:attrName>
                                        </p:attrNameLst>
                                      </p:cBhvr>
                                      <p:to>
                                        <p:strVal val="visible"/>
                                      </p:to>
                                    </p:set>
                                    <p:anim calcmode="lin" valueType="num">
                                      <p:cBhvr>
                                        <p:cTn id="31" dur="500" fill="hold"/>
                                        <p:tgtEl>
                                          <p:spTgt spid="13">
                                            <p:txEl>
                                              <p:pRg st="0" end="0"/>
                                            </p:txEl>
                                          </p:spTgt>
                                        </p:tgtEl>
                                        <p:attrNameLst>
                                          <p:attrName>ppt_w</p:attrName>
                                        </p:attrNameLst>
                                      </p:cBhvr>
                                      <p:tavLst>
                                        <p:tav tm="0">
                                          <p:val>
                                            <p:fltVal val="0"/>
                                          </p:val>
                                        </p:tav>
                                        <p:tav tm="100000">
                                          <p:val>
                                            <p:strVal val="#ppt_w"/>
                                          </p:val>
                                        </p:tav>
                                      </p:tavLst>
                                    </p:anim>
                                    <p:anim calcmode="lin" valueType="num">
                                      <p:cBhvr>
                                        <p:cTn id="32" dur="500" fill="hold"/>
                                        <p:tgtEl>
                                          <p:spTgt spid="13">
                                            <p:txEl>
                                              <p:pRg st="0" end="0"/>
                                            </p:txEl>
                                          </p:spTgt>
                                        </p:tgtEl>
                                        <p:attrNameLst>
                                          <p:attrName>ppt_h</p:attrName>
                                        </p:attrNameLst>
                                      </p:cBhvr>
                                      <p:tavLst>
                                        <p:tav tm="0">
                                          <p:val>
                                            <p:fltVal val="0"/>
                                          </p:val>
                                        </p:tav>
                                        <p:tav tm="100000">
                                          <p:val>
                                            <p:strVal val="#ppt_h"/>
                                          </p:val>
                                        </p:tav>
                                      </p:tavLst>
                                    </p:anim>
                                    <p:animEffect transition="in" filter="fade">
                                      <p:cBhvr>
                                        <p:cTn id="33" dur="500"/>
                                        <p:tgtEl>
                                          <p:spTgt spid="13">
                                            <p:txEl>
                                              <p:pRg st="0" end="0"/>
                                            </p:txEl>
                                          </p:spTgt>
                                        </p:tgtEl>
                                      </p:cBhvr>
                                    </p:animEffect>
                                  </p:childTnLst>
                                </p:cTn>
                              </p:par>
                            </p:childTnLst>
                          </p:cTn>
                        </p:par>
                        <p:par>
                          <p:cTn id="34" fill="hold">
                            <p:stCondLst>
                              <p:cond delay="3000"/>
                            </p:stCondLst>
                            <p:childTnLst>
                              <p:par>
                                <p:cTn id="35" presetID="42" presetClass="entr" presetSubtype="0" fill="hold" grpId="0" nodeType="afterEffect" nodePh="1">
                                  <p:stCondLst>
                                    <p:cond delay="0"/>
                                  </p:stCondLst>
                                  <p:endCondLst>
                                    <p:cond evt="begin" delay="0">
                                      <p:tn val="35"/>
                                    </p:cond>
                                  </p:endCondLst>
                                  <p:childTnLst>
                                    <p:set>
                                      <p:cBhvr>
                                        <p:cTn id="36" dur="1" fill="hold">
                                          <p:stCondLst>
                                            <p:cond delay="0"/>
                                          </p:stCondLst>
                                        </p:cTn>
                                        <p:tgtEl>
                                          <p:spTgt spid="21">
                                            <p:txEl>
                                              <p:pRg st="0" end="0"/>
                                            </p:txEl>
                                          </p:spTgt>
                                        </p:tgtEl>
                                        <p:attrNameLst>
                                          <p:attrName>style.visibility</p:attrName>
                                        </p:attrNameLst>
                                      </p:cBhvr>
                                      <p:to>
                                        <p:strVal val="visible"/>
                                      </p:to>
                                    </p:set>
                                    <p:animEffect transition="in" filter="fade">
                                      <p:cBhvr>
                                        <p:cTn id="37" dur="500"/>
                                        <p:tgtEl>
                                          <p:spTgt spid="21">
                                            <p:txEl>
                                              <p:pRg st="0" end="0"/>
                                            </p:txEl>
                                          </p:spTgt>
                                        </p:tgtEl>
                                      </p:cBhvr>
                                    </p:animEffect>
                                    <p:anim calcmode="lin" valueType="num">
                                      <p:cBhvr>
                                        <p:cTn id="38" dur="500" fill="hold"/>
                                        <p:tgtEl>
                                          <p:spTgt spid="21">
                                            <p:txEl>
                                              <p:pRg st="0" end="0"/>
                                            </p:txEl>
                                          </p:spTgt>
                                        </p:tgtEl>
                                        <p:attrNameLst>
                                          <p:attrName>ppt_x</p:attrName>
                                        </p:attrNameLst>
                                      </p:cBhvr>
                                      <p:tavLst>
                                        <p:tav tm="0">
                                          <p:val>
                                            <p:strVal val="#ppt_x"/>
                                          </p:val>
                                        </p:tav>
                                        <p:tav tm="100000">
                                          <p:val>
                                            <p:strVal val="#ppt_x"/>
                                          </p:val>
                                        </p:tav>
                                      </p:tavLst>
                                    </p:anim>
                                    <p:anim calcmode="lin" valueType="num">
                                      <p:cBhvr>
                                        <p:cTn id="39" dur="500" fill="hold"/>
                                        <p:tgtEl>
                                          <p:spTgt spid="21">
                                            <p:txEl>
                                              <p:pRg st="0" end="0"/>
                                            </p:txEl>
                                          </p:spTgt>
                                        </p:tgtEl>
                                        <p:attrNameLst>
                                          <p:attrName>ppt_y</p:attrName>
                                        </p:attrNameLst>
                                      </p:cBhvr>
                                      <p:tavLst>
                                        <p:tav tm="0">
                                          <p:val>
                                            <p:strVal val="#ppt_y+.1"/>
                                          </p:val>
                                        </p:tav>
                                        <p:tav tm="100000">
                                          <p:val>
                                            <p:strVal val="#ppt_y"/>
                                          </p:val>
                                        </p:tav>
                                      </p:tavLst>
                                    </p:anim>
                                  </p:childTnLst>
                                </p:cTn>
                              </p:par>
                            </p:childTnLst>
                          </p:cTn>
                        </p:par>
                        <p:par>
                          <p:cTn id="40" fill="hold">
                            <p:stCondLst>
                              <p:cond delay="3500"/>
                            </p:stCondLst>
                            <p:childTnLst>
                              <p:par>
                                <p:cTn id="41" presetID="53" presetClass="entr" presetSubtype="16" fill="hold" grpId="0" nodeType="afterEffect" nodePh="1">
                                  <p:stCondLst>
                                    <p:cond delay="0"/>
                                  </p:stCondLst>
                                  <p:endCondLst>
                                    <p:cond evt="begin" delay="0">
                                      <p:tn val="41"/>
                                    </p:cond>
                                  </p:endCondLst>
                                  <p:childTnLst>
                                    <p:set>
                                      <p:cBhvr>
                                        <p:cTn id="42" dur="1" fill="hold">
                                          <p:stCondLst>
                                            <p:cond delay="0"/>
                                          </p:stCondLst>
                                        </p:cTn>
                                        <p:tgtEl>
                                          <p:spTgt spid="25">
                                            <p:txEl>
                                              <p:pRg st="0" end="0"/>
                                            </p:txEl>
                                          </p:spTgt>
                                        </p:tgtEl>
                                        <p:attrNameLst>
                                          <p:attrName>style.visibility</p:attrName>
                                        </p:attrNameLst>
                                      </p:cBhvr>
                                      <p:to>
                                        <p:strVal val="visible"/>
                                      </p:to>
                                    </p:set>
                                    <p:anim calcmode="lin" valueType="num">
                                      <p:cBhvr>
                                        <p:cTn id="43" dur="500" fill="hold"/>
                                        <p:tgtEl>
                                          <p:spTgt spid="25">
                                            <p:txEl>
                                              <p:pRg st="0" end="0"/>
                                            </p:txEl>
                                          </p:spTgt>
                                        </p:tgtEl>
                                        <p:attrNameLst>
                                          <p:attrName>ppt_w</p:attrName>
                                        </p:attrNameLst>
                                      </p:cBhvr>
                                      <p:tavLst>
                                        <p:tav tm="0">
                                          <p:val>
                                            <p:fltVal val="0"/>
                                          </p:val>
                                        </p:tav>
                                        <p:tav tm="100000">
                                          <p:val>
                                            <p:strVal val="#ppt_w"/>
                                          </p:val>
                                        </p:tav>
                                      </p:tavLst>
                                    </p:anim>
                                    <p:anim calcmode="lin" valueType="num">
                                      <p:cBhvr>
                                        <p:cTn id="44" dur="500" fill="hold"/>
                                        <p:tgtEl>
                                          <p:spTgt spid="25">
                                            <p:txEl>
                                              <p:pRg st="0" end="0"/>
                                            </p:txEl>
                                          </p:spTgt>
                                        </p:tgtEl>
                                        <p:attrNameLst>
                                          <p:attrName>ppt_h</p:attrName>
                                        </p:attrNameLst>
                                      </p:cBhvr>
                                      <p:tavLst>
                                        <p:tav tm="0">
                                          <p:val>
                                            <p:fltVal val="0"/>
                                          </p:val>
                                        </p:tav>
                                        <p:tav tm="100000">
                                          <p:val>
                                            <p:strVal val="#ppt_h"/>
                                          </p:val>
                                        </p:tav>
                                      </p:tavLst>
                                    </p:anim>
                                    <p:animEffect transition="in" filter="fade">
                                      <p:cBhvr>
                                        <p:cTn id="45" dur="500"/>
                                        <p:tgtEl>
                                          <p:spTgt spid="25">
                                            <p:txEl>
                                              <p:pRg st="0" end="0"/>
                                            </p:txEl>
                                          </p:spTgt>
                                        </p:tgtEl>
                                      </p:cBhvr>
                                    </p:animEffect>
                                  </p:childTnLst>
                                </p:cTn>
                              </p:par>
                            </p:childTnLst>
                          </p:cTn>
                        </p:par>
                        <p:par>
                          <p:cTn id="46" fill="hold">
                            <p:stCondLst>
                              <p:cond delay="4000"/>
                            </p:stCondLst>
                            <p:childTnLst>
                              <p:par>
                                <p:cTn id="47" presetID="42" presetClass="entr" presetSubtype="0" fill="hold" grpId="0" nodeType="afterEffect" nodePh="1">
                                  <p:stCondLst>
                                    <p:cond delay="0"/>
                                  </p:stCondLst>
                                  <p:endCondLst>
                                    <p:cond evt="begin" delay="0">
                                      <p:tn val="47"/>
                                    </p:cond>
                                  </p:endCondLst>
                                  <p:childTnLst>
                                    <p:set>
                                      <p:cBhvr>
                                        <p:cTn id="48" dur="1" fill="hold">
                                          <p:stCondLst>
                                            <p:cond delay="0"/>
                                          </p:stCondLst>
                                        </p:cTn>
                                        <p:tgtEl>
                                          <p:spTgt spid="26">
                                            <p:txEl>
                                              <p:pRg st="0" end="0"/>
                                            </p:txEl>
                                          </p:spTgt>
                                        </p:tgtEl>
                                        <p:attrNameLst>
                                          <p:attrName>style.visibility</p:attrName>
                                        </p:attrNameLst>
                                      </p:cBhvr>
                                      <p:to>
                                        <p:strVal val="visible"/>
                                      </p:to>
                                    </p:set>
                                    <p:animEffect transition="in" filter="fade">
                                      <p:cBhvr>
                                        <p:cTn id="49" dur="500"/>
                                        <p:tgtEl>
                                          <p:spTgt spid="26">
                                            <p:txEl>
                                              <p:pRg st="0" end="0"/>
                                            </p:txEl>
                                          </p:spTgt>
                                        </p:tgtEl>
                                      </p:cBhvr>
                                    </p:animEffect>
                                    <p:anim calcmode="lin" valueType="num">
                                      <p:cBhvr>
                                        <p:cTn id="50" dur="500" fill="hold"/>
                                        <p:tgtEl>
                                          <p:spTgt spid="26">
                                            <p:txEl>
                                              <p:pRg st="0" end="0"/>
                                            </p:txEl>
                                          </p:spTgt>
                                        </p:tgtEl>
                                        <p:attrNameLst>
                                          <p:attrName>ppt_x</p:attrName>
                                        </p:attrNameLst>
                                      </p:cBhvr>
                                      <p:tavLst>
                                        <p:tav tm="0">
                                          <p:val>
                                            <p:strVal val="#ppt_x"/>
                                          </p:val>
                                        </p:tav>
                                        <p:tav tm="100000">
                                          <p:val>
                                            <p:strVal val="#ppt_x"/>
                                          </p:val>
                                        </p:tav>
                                      </p:tavLst>
                                    </p:anim>
                                    <p:anim calcmode="lin" valueType="num">
                                      <p:cBhvr>
                                        <p:cTn id="51" dur="500" fill="hold"/>
                                        <p:tgtEl>
                                          <p:spTgt spid="26">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7" grpId="0" animBg="1"/>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13"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3"/>
                        </p:tgtEl>
                        <p:attrNameLst>
                          <p:attrName>style.visibility</p:attrName>
                        </p:attrNameLst>
                      </p:cBhvr>
                      <p:to>
                        <p:strVal val="visible"/>
                      </p:to>
                    </p:set>
                    <p:anim calcmode="lin" valueType="num">
                      <p:cBhvr>
                        <p:cTn dur="500" fill="hold"/>
                        <p:tgtEl>
                          <p:spTgt spid="13"/>
                        </p:tgtEl>
                        <p:attrNameLst>
                          <p:attrName>ppt_w</p:attrName>
                        </p:attrNameLst>
                      </p:cBhvr>
                      <p:tavLst>
                        <p:tav tm="0">
                          <p:val>
                            <p:fltVal val="0"/>
                          </p:val>
                        </p:tav>
                        <p:tav tm="100000">
                          <p:val>
                            <p:strVal val="#ppt_w"/>
                          </p:val>
                        </p:tav>
                      </p:tavLst>
                    </p:anim>
                    <p:anim calcmode="lin" valueType="num">
                      <p:cBhvr>
                        <p:cTn dur="500" fill="hold"/>
                        <p:tgtEl>
                          <p:spTgt spid="13"/>
                        </p:tgtEl>
                        <p:attrNameLst>
                          <p:attrName>ppt_h</p:attrName>
                        </p:attrNameLst>
                      </p:cBhvr>
                      <p:tavLst>
                        <p:tav tm="0">
                          <p:val>
                            <p:fltVal val="0"/>
                          </p:val>
                        </p:tav>
                        <p:tav tm="100000">
                          <p:val>
                            <p:strVal val="#ppt_h"/>
                          </p:val>
                        </p:tav>
                      </p:tavLst>
                    </p:anim>
                    <p:animEffect transition="in" filter="fade">
                      <p:cBhvr>
                        <p:cTn dur="500"/>
                        <p:tgtEl>
                          <p:spTgt spid="13"/>
                        </p:tgtEl>
                      </p:cBhvr>
                    </p:animEffect>
                  </p:childTnLst>
                </p:cTn>
              </p:par>
            </p:tnLst>
          </p:tmpl>
        </p:tmplLst>
      </p:bldP>
      <p:bldP spid="21"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1"/>
                        </p:tgtEl>
                        <p:attrNameLst>
                          <p:attrName>style.visibility</p:attrName>
                        </p:attrNameLst>
                      </p:cBhvr>
                      <p:to>
                        <p:strVal val="visible"/>
                      </p:to>
                    </p:set>
                    <p:animEffect transition="in" filter="fade">
                      <p:cBhvr>
                        <p:cTn dur="500"/>
                        <p:tgtEl>
                          <p:spTgt spid="21"/>
                        </p:tgtEl>
                      </p:cBhvr>
                    </p:animEffect>
                    <p:anim calcmode="lin" valueType="num">
                      <p:cBhvr>
                        <p:cTn dur="500" fill="hold"/>
                        <p:tgtEl>
                          <p:spTgt spid="21"/>
                        </p:tgtEl>
                        <p:attrNameLst>
                          <p:attrName>ppt_x</p:attrName>
                        </p:attrNameLst>
                      </p:cBhvr>
                      <p:tavLst>
                        <p:tav tm="0">
                          <p:val>
                            <p:strVal val="#ppt_x"/>
                          </p:val>
                        </p:tav>
                        <p:tav tm="100000">
                          <p:val>
                            <p:strVal val="#ppt_x"/>
                          </p:val>
                        </p:tav>
                      </p:tavLst>
                    </p:anim>
                    <p:anim calcmode="lin" valueType="num">
                      <p:cBhvr>
                        <p:cTn dur="500" fill="hold"/>
                        <p:tgtEl>
                          <p:spTgt spid="21"/>
                        </p:tgtEl>
                        <p:attrNameLst>
                          <p:attrName>ppt_y</p:attrName>
                        </p:attrNameLst>
                      </p:cBhvr>
                      <p:tavLst>
                        <p:tav tm="0">
                          <p:val>
                            <p:strVal val="#ppt_y+.1"/>
                          </p:val>
                        </p:tav>
                        <p:tav tm="100000">
                          <p:val>
                            <p:strVal val="#ppt_y"/>
                          </p:val>
                        </p:tav>
                      </p:tavLst>
                    </p:anim>
                  </p:childTnLst>
                </p:cTn>
              </p:par>
            </p:tnLst>
          </p:tmpl>
        </p:tmplLst>
      </p:bldP>
      <p:bldP spid="25"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5"/>
                        </p:tgtEl>
                        <p:attrNameLst>
                          <p:attrName>style.visibility</p:attrName>
                        </p:attrNameLst>
                      </p:cBhvr>
                      <p:to>
                        <p:strVal val="visible"/>
                      </p:to>
                    </p:set>
                    <p:anim calcmode="lin" valueType="num">
                      <p:cBhvr>
                        <p:cTn dur="500" fill="hold"/>
                        <p:tgtEl>
                          <p:spTgt spid="25"/>
                        </p:tgtEl>
                        <p:attrNameLst>
                          <p:attrName>ppt_w</p:attrName>
                        </p:attrNameLst>
                      </p:cBhvr>
                      <p:tavLst>
                        <p:tav tm="0">
                          <p:val>
                            <p:fltVal val="0"/>
                          </p:val>
                        </p:tav>
                        <p:tav tm="100000">
                          <p:val>
                            <p:strVal val="#ppt_w"/>
                          </p:val>
                        </p:tav>
                      </p:tavLst>
                    </p:anim>
                    <p:anim calcmode="lin" valueType="num">
                      <p:cBhvr>
                        <p:cTn dur="500" fill="hold"/>
                        <p:tgtEl>
                          <p:spTgt spid="25"/>
                        </p:tgtEl>
                        <p:attrNameLst>
                          <p:attrName>ppt_h</p:attrName>
                        </p:attrNameLst>
                      </p:cBhvr>
                      <p:tavLst>
                        <p:tav tm="0">
                          <p:val>
                            <p:fltVal val="0"/>
                          </p:val>
                        </p:tav>
                        <p:tav tm="100000">
                          <p:val>
                            <p:strVal val="#ppt_h"/>
                          </p:val>
                        </p:tav>
                      </p:tavLst>
                    </p:anim>
                    <p:animEffect transition="in" filter="fade">
                      <p:cBhvr>
                        <p:cTn dur="500"/>
                        <p:tgtEl>
                          <p:spTgt spid="25"/>
                        </p:tgtEl>
                      </p:cBhvr>
                    </p:animEffect>
                  </p:childTnLst>
                </p:cTn>
              </p:par>
            </p:tnLst>
          </p:tmpl>
        </p:tmplLst>
      </p:bldP>
      <p:bldP spid="26"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6"/>
                        </p:tgtEl>
                        <p:attrNameLst>
                          <p:attrName>style.visibility</p:attrName>
                        </p:attrNameLst>
                      </p:cBhvr>
                      <p:to>
                        <p:strVal val="visible"/>
                      </p:to>
                    </p:set>
                    <p:animEffect transition="in" filter="fade">
                      <p:cBhvr>
                        <p:cTn dur="500"/>
                        <p:tgtEl>
                          <p:spTgt spid="26"/>
                        </p:tgtEl>
                      </p:cBhvr>
                    </p:animEffect>
                    <p:anim calcmode="lin" valueType="num">
                      <p:cBhvr>
                        <p:cTn dur="500" fill="hold"/>
                        <p:tgtEl>
                          <p:spTgt spid="26"/>
                        </p:tgtEl>
                        <p:attrNameLst>
                          <p:attrName>ppt_x</p:attrName>
                        </p:attrNameLst>
                      </p:cBhvr>
                      <p:tavLst>
                        <p:tav tm="0">
                          <p:val>
                            <p:strVal val="#ppt_x"/>
                          </p:val>
                        </p:tav>
                        <p:tav tm="100000">
                          <p:val>
                            <p:strVal val="#ppt_x"/>
                          </p:val>
                        </p:tav>
                      </p:tavLst>
                    </p:anim>
                    <p:anim calcmode="lin" valueType="num">
                      <p:cBhvr>
                        <p:cTn dur="500" fill="hold"/>
                        <p:tgtEl>
                          <p:spTgt spid="26"/>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659.xml><?xml version="1.0" encoding="utf-8"?>
<p:sldLayout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39" name="Picture Placeholder 38"/>
          <p:cNvSpPr>
            <a:spLocks noGrp="1"/>
          </p:cNvSpPr>
          <p:nvPr>
            <p:ph type="pic" sz="quarter" idx="14"/>
          </p:nvPr>
        </p:nvSpPr>
        <p:spPr>
          <a:xfrm>
            <a:off x="1031972" y="2625206"/>
            <a:ext cx="1919046" cy="1872751"/>
          </a:xfrm>
          <a:custGeom>
            <a:avLst/>
            <a:gdLst>
              <a:gd name="connsiteX0" fmla="*/ 661920 w 1782809"/>
              <a:gd name="connsiteY0" fmla="*/ 0 h 1739801"/>
              <a:gd name="connsiteX1" fmla="*/ 872621 w 1782809"/>
              <a:gd name="connsiteY1" fmla="*/ 112029 h 1739801"/>
              <a:gd name="connsiteX2" fmla="*/ 878174 w 1782809"/>
              <a:gd name="connsiteY2" fmla="*/ 122259 h 1739801"/>
              <a:gd name="connsiteX3" fmla="*/ 888662 w 1782809"/>
              <a:gd name="connsiteY3" fmla="*/ 120659 h 1739801"/>
              <a:gd name="connsiteX4" fmla="*/ 965961 w 1782809"/>
              <a:gd name="connsiteY4" fmla="*/ 116755 h 1739801"/>
              <a:gd name="connsiteX5" fmla="*/ 1326326 w 1782809"/>
              <a:gd name="connsiteY5" fmla="*/ 208003 h 1739801"/>
              <a:gd name="connsiteX6" fmla="*/ 1367203 w 1782809"/>
              <a:gd name="connsiteY6" fmla="*/ 232837 h 1739801"/>
              <a:gd name="connsiteX7" fmla="*/ 1376243 w 1782809"/>
              <a:gd name="connsiteY7" fmla="*/ 225379 h 1739801"/>
              <a:gd name="connsiteX8" fmla="*/ 1518310 w 1782809"/>
              <a:gd name="connsiteY8" fmla="*/ 181983 h 1739801"/>
              <a:gd name="connsiteX9" fmla="*/ 1772407 w 1782809"/>
              <a:gd name="connsiteY9" fmla="*/ 436079 h 1739801"/>
              <a:gd name="connsiteX10" fmla="*/ 1697983 w 1782809"/>
              <a:gd name="connsiteY10" fmla="*/ 615753 h 1739801"/>
              <a:gd name="connsiteX11" fmla="*/ 1681257 w 1782809"/>
              <a:gd name="connsiteY11" fmla="*/ 629554 h 1739801"/>
              <a:gd name="connsiteX12" fmla="*/ 1687993 w 1782809"/>
              <a:gd name="connsiteY12" fmla="*/ 647960 h 1739801"/>
              <a:gd name="connsiteX13" fmla="*/ 1721982 w 1782809"/>
              <a:gd name="connsiteY13" fmla="*/ 872777 h 1739801"/>
              <a:gd name="connsiteX14" fmla="*/ 1718079 w 1782809"/>
              <a:gd name="connsiteY14" fmla="*/ 950076 h 1739801"/>
              <a:gd name="connsiteX15" fmla="*/ 1708911 w 1782809"/>
              <a:gd name="connsiteY15" fmla="*/ 1010143 h 1739801"/>
              <a:gd name="connsiteX16" fmla="*/ 1739413 w 1782809"/>
              <a:gd name="connsiteY16" fmla="*/ 1047112 h 1739801"/>
              <a:gd name="connsiteX17" fmla="*/ 1782809 w 1782809"/>
              <a:gd name="connsiteY17" fmla="*/ 1189180 h 1739801"/>
              <a:gd name="connsiteX18" fmla="*/ 1528713 w 1782809"/>
              <a:gd name="connsiteY18" fmla="*/ 1443276 h 1739801"/>
              <a:gd name="connsiteX19" fmla="*/ 1477504 w 1782809"/>
              <a:gd name="connsiteY19" fmla="*/ 1438114 h 1739801"/>
              <a:gd name="connsiteX20" fmla="*/ 1469464 w 1782809"/>
              <a:gd name="connsiteY20" fmla="*/ 1435618 h 1739801"/>
              <a:gd name="connsiteX21" fmla="*/ 1446861 w 1782809"/>
              <a:gd name="connsiteY21" fmla="*/ 1456160 h 1739801"/>
              <a:gd name="connsiteX22" fmla="*/ 1033711 w 1782809"/>
              <a:gd name="connsiteY22" fmla="*/ 1625805 h 1739801"/>
              <a:gd name="connsiteX23" fmla="*/ 972376 w 1782809"/>
              <a:gd name="connsiteY23" fmla="*/ 1628515 h 1739801"/>
              <a:gd name="connsiteX24" fmla="*/ 941962 w 1782809"/>
              <a:gd name="connsiteY24" fmla="*/ 1665378 h 1739801"/>
              <a:gd name="connsiteX25" fmla="*/ 762288 w 1782809"/>
              <a:gd name="connsiteY25" fmla="*/ 1739801 h 1739801"/>
              <a:gd name="connsiteX26" fmla="*/ 508192 w 1782809"/>
              <a:gd name="connsiteY26" fmla="*/ 1485705 h 1739801"/>
              <a:gd name="connsiteX27" fmla="*/ 509460 w 1782809"/>
              <a:gd name="connsiteY27" fmla="*/ 1473124 h 1739801"/>
              <a:gd name="connsiteX28" fmla="*/ 457628 w 1782809"/>
              <a:gd name="connsiteY28" fmla="*/ 1432399 h 1739801"/>
              <a:gd name="connsiteX29" fmla="*/ 269351 w 1782809"/>
              <a:gd name="connsiteY29" fmla="*/ 1167055 h 1739801"/>
              <a:gd name="connsiteX30" fmla="*/ 256837 w 1782809"/>
              <a:gd name="connsiteY30" fmla="*/ 1132864 h 1739801"/>
              <a:gd name="connsiteX31" fmla="*/ 254096 w 1782809"/>
              <a:gd name="connsiteY31" fmla="*/ 1133141 h 1739801"/>
              <a:gd name="connsiteX32" fmla="*/ 0 w 1782809"/>
              <a:gd name="connsiteY32" fmla="*/ 879044 h 1739801"/>
              <a:gd name="connsiteX33" fmla="*/ 202887 w 1782809"/>
              <a:gd name="connsiteY33" fmla="*/ 630110 h 1739801"/>
              <a:gd name="connsiteX34" fmla="*/ 252284 w 1782809"/>
              <a:gd name="connsiteY34" fmla="*/ 625130 h 1739801"/>
              <a:gd name="connsiteX35" fmla="*/ 269351 w 1782809"/>
              <a:gd name="connsiteY35" fmla="*/ 578499 h 1739801"/>
              <a:gd name="connsiteX36" fmla="*/ 339055 w 1782809"/>
              <a:gd name="connsiteY36" fmla="*/ 450078 h 1739801"/>
              <a:gd name="connsiteX37" fmla="*/ 425429 w 1782809"/>
              <a:gd name="connsiteY37" fmla="*/ 345392 h 1739801"/>
              <a:gd name="connsiteX38" fmla="*/ 412986 w 1782809"/>
              <a:gd name="connsiteY38" fmla="*/ 305306 h 1739801"/>
              <a:gd name="connsiteX39" fmla="*/ 407824 w 1782809"/>
              <a:gd name="connsiteY39" fmla="*/ 254096 h 1739801"/>
              <a:gd name="connsiteX40" fmla="*/ 661920 w 1782809"/>
              <a:gd name="connsiteY40" fmla="*/ 0 h 1739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782809" h="1739801">
                <a:moveTo>
                  <a:pt x="661920" y="0"/>
                </a:moveTo>
                <a:cubicBezTo>
                  <a:pt x="749628" y="0"/>
                  <a:pt x="826958" y="44438"/>
                  <a:pt x="872621" y="112029"/>
                </a:cubicBezTo>
                <a:lnTo>
                  <a:pt x="878174" y="122259"/>
                </a:lnTo>
                <a:lnTo>
                  <a:pt x="888662" y="120659"/>
                </a:lnTo>
                <a:cubicBezTo>
                  <a:pt x="914077" y="118078"/>
                  <a:pt x="939864" y="116755"/>
                  <a:pt x="965961" y="116755"/>
                </a:cubicBezTo>
                <a:cubicBezTo>
                  <a:pt x="1096442" y="116755"/>
                  <a:pt x="1219202" y="149810"/>
                  <a:pt x="1326326" y="208003"/>
                </a:cubicBezTo>
                <a:lnTo>
                  <a:pt x="1367203" y="232837"/>
                </a:lnTo>
                <a:lnTo>
                  <a:pt x="1376243" y="225379"/>
                </a:lnTo>
                <a:cubicBezTo>
                  <a:pt x="1416796" y="197981"/>
                  <a:pt x="1465685" y="181983"/>
                  <a:pt x="1518310" y="181983"/>
                </a:cubicBezTo>
                <a:cubicBezTo>
                  <a:pt x="1658644" y="181983"/>
                  <a:pt x="1772407" y="295746"/>
                  <a:pt x="1772407" y="436079"/>
                </a:cubicBezTo>
                <a:cubicBezTo>
                  <a:pt x="1772407" y="506246"/>
                  <a:pt x="1743966" y="569770"/>
                  <a:pt x="1697983" y="615753"/>
                </a:cubicBezTo>
                <a:lnTo>
                  <a:pt x="1681257" y="629554"/>
                </a:lnTo>
                <a:lnTo>
                  <a:pt x="1687993" y="647960"/>
                </a:lnTo>
                <a:cubicBezTo>
                  <a:pt x="1710083" y="718979"/>
                  <a:pt x="1721982" y="794489"/>
                  <a:pt x="1721982" y="872777"/>
                </a:cubicBezTo>
                <a:cubicBezTo>
                  <a:pt x="1721982" y="898874"/>
                  <a:pt x="1720660" y="924661"/>
                  <a:pt x="1718079" y="950076"/>
                </a:cubicBezTo>
                <a:lnTo>
                  <a:pt x="1708911" y="1010143"/>
                </a:lnTo>
                <a:lnTo>
                  <a:pt x="1739413" y="1047112"/>
                </a:lnTo>
                <a:cubicBezTo>
                  <a:pt x="1766811" y="1087666"/>
                  <a:pt x="1782809" y="1136555"/>
                  <a:pt x="1782809" y="1189180"/>
                </a:cubicBezTo>
                <a:cubicBezTo>
                  <a:pt x="1782809" y="1329513"/>
                  <a:pt x="1669046" y="1443276"/>
                  <a:pt x="1528713" y="1443276"/>
                </a:cubicBezTo>
                <a:cubicBezTo>
                  <a:pt x="1511171" y="1443276"/>
                  <a:pt x="1494045" y="1441498"/>
                  <a:pt x="1477504" y="1438114"/>
                </a:cubicBezTo>
                <a:lnTo>
                  <a:pt x="1469464" y="1435618"/>
                </a:lnTo>
                <a:lnTo>
                  <a:pt x="1446861" y="1456160"/>
                </a:lnTo>
                <a:cubicBezTo>
                  <a:pt x="1332511" y="1550530"/>
                  <a:pt x="1189943" y="1611930"/>
                  <a:pt x="1033711" y="1625805"/>
                </a:cubicBezTo>
                <a:lnTo>
                  <a:pt x="972376" y="1628515"/>
                </a:lnTo>
                <a:lnTo>
                  <a:pt x="941962" y="1665378"/>
                </a:lnTo>
                <a:cubicBezTo>
                  <a:pt x="895980" y="1711361"/>
                  <a:pt x="832455" y="1739801"/>
                  <a:pt x="762288" y="1739801"/>
                </a:cubicBezTo>
                <a:cubicBezTo>
                  <a:pt x="621955" y="1739801"/>
                  <a:pt x="508192" y="1626038"/>
                  <a:pt x="508192" y="1485705"/>
                </a:cubicBezTo>
                <a:lnTo>
                  <a:pt x="509460" y="1473124"/>
                </a:lnTo>
                <a:lnTo>
                  <a:pt x="457628" y="1432399"/>
                </a:lnTo>
                <a:cubicBezTo>
                  <a:pt x="377073" y="1359182"/>
                  <a:pt x="312390" y="1268811"/>
                  <a:pt x="269351" y="1167055"/>
                </a:cubicBezTo>
                <a:lnTo>
                  <a:pt x="256837" y="1132864"/>
                </a:lnTo>
                <a:lnTo>
                  <a:pt x="254096" y="1133141"/>
                </a:lnTo>
                <a:cubicBezTo>
                  <a:pt x="113763" y="1133141"/>
                  <a:pt x="0" y="1019378"/>
                  <a:pt x="0" y="879044"/>
                </a:cubicBezTo>
                <a:cubicBezTo>
                  <a:pt x="0" y="756252"/>
                  <a:pt x="87099" y="653803"/>
                  <a:pt x="202887" y="630110"/>
                </a:cubicBezTo>
                <a:lnTo>
                  <a:pt x="252284" y="625130"/>
                </a:lnTo>
                <a:lnTo>
                  <a:pt x="269351" y="578499"/>
                </a:lnTo>
                <a:cubicBezTo>
                  <a:pt x="288479" y="533275"/>
                  <a:pt x="311883" y="490299"/>
                  <a:pt x="339055" y="450078"/>
                </a:cubicBezTo>
                <a:lnTo>
                  <a:pt x="425429" y="345392"/>
                </a:lnTo>
                <a:lnTo>
                  <a:pt x="412986" y="305306"/>
                </a:lnTo>
                <a:cubicBezTo>
                  <a:pt x="409601" y="288764"/>
                  <a:pt x="407824" y="271638"/>
                  <a:pt x="407824" y="254096"/>
                </a:cubicBezTo>
                <a:cubicBezTo>
                  <a:pt x="407824" y="113763"/>
                  <a:pt x="521586" y="0"/>
                  <a:pt x="661920" y="0"/>
                </a:cubicBezTo>
                <a:close/>
              </a:path>
            </a:pathLst>
          </a:custGeom>
          <a:solidFill>
            <a:schemeClr val="bg1">
              <a:lumMod val="85000"/>
            </a:schemeClr>
          </a:solidFill>
        </p:spPr>
        <p:txBody>
          <a:bodyPr wrap="square">
            <a:noAutofit/>
          </a:bodyPr>
          <a:lstStyle/>
          <a:p>
            <a:endParaRPr lang="en-AU"/>
          </a:p>
        </p:txBody>
      </p:sp>
      <p:sp>
        <p:nvSpPr>
          <p:cNvPr id="40" name="Picture Placeholder 39"/>
          <p:cNvSpPr>
            <a:spLocks noGrp="1"/>
          </p:cNvSpPr>
          <p:nvPr>
            <p:ph type="pic" sz="quarter" idx="15"/>
          </p:nvPr>
        </p:nvSpPr>
        <p:spPr>
          <a:xfrm flipH="1">
            <a:off x="3913909" y="5105241"/>
            <a:ext cx="1004455" cy="980224"/>
          </a:xfrm>
          <a:custGeom>
            <a:avLst/>
            <a:gdLst>
              <a:gd name="connsiteX0" fmla="*/ 661920 w 1782809"/>
              <a:gd name="connsiteY0" fmla="*/ 0 h 1739801"/>
              <a:gd name="connsiteX1" fmla="*/ 872621 w 1782809"/>
              <a:gd name="connsiteY1" fmla="*/ 112029 h 1739801"/>
              <a:gd name="connsiteX2" fmla="*/ 878174 w 1782809"/>
              <a:gd name="connsiteY2" fmla="*/ 122259 h 1739801"/>
              <a:gd name="connsiteX3" fmla="*/ 888662 w 1782809"/>
              <a:gd name="connsiteY3" fmla="*/ 120659 h 1739801"/>
              <a:gd name="connsiteX4" fmla="*/ 965961 w 1782809"/>
              <a:gd name="connsiteY4" fmla="*/ 116755 h 1739801"/>
              <a:gd name="connsiteX5" fmla="*/ 1326326 w 1782809"/>
              <a:gd name="connsiteY5" fmla="*/ 208003 h 1739801"/>
              <a:gd name="connsiteX6" fmla="*/ 1367203 w 1782809"/>
              <a:gd name="connsiteY6" fmla="*/ 232837 h 1739801"/>
              <a:gd name="connsiteX7" fmla="*/ 1376243 w 1782809"/>
              <a:gd name="connsiteY7" fmla="*/ 225379 h 1739801"/>
              <a:gd name="connsiteX8" fmla="*/ 1518310 w 1782809"/>
              <a:gd name="connsiteY8" fmla="*/ 181983 h 1739801"/>
              <a:gd name="connsiteX9" fmla="*/ 1772407 w 1782809"/>
              <a:gd name="connsiteY9" fmla="*/ 436079 h 1739801"/>
              <a:gd name="connsiteX10" fmla="*/ 1697983 w 1782809"/>
              <a:gd name="connsiteY10" fmla="*/ 615753 h 1739801"/>
              <a:gd name="connsiteX11" fmla="*/ 1681257 w 1782809"/>
              <a:gd name="connsiteY11" fmla="*/ 629554 h 1739801"/>
              <a:gd name="connsiteX12" fmla="*/ 1687993 w 1782809"/>
              <a:gd name="connsiteY12" fmla="*/ 647960 h 1739801"/>
              <a:gd name="connsiteX13" fmla="*/ 1721982 w 1782809"/>
              <a:gd name="connsiteY13" fmla="*/ 872777 h 1739801"/>
              <a:gd name="connsiteX14" fmla="*/ 1718079 w 1782809"/>
              <a:gd name="connsiteY14" fmla="*/ 950076 h 1739801"/>
              <a:gd name="connsiteX15" fmla="*/ 1708911 w 1782809"/>
              <a:gd name="connsiteY15" fmla="*/ 1010143 h 1739801"/>
              <a:gd name="connsiteX16" fmla="*/ 1739413 w 1782809"/>
              <a:gd name="connsiteY16" fmla="*/ 1047112 h 1739801"/>
              <a:gd name="connsiteX17" fmla="*/ 1782809 w 1782809"/>
              <a:gd name="connsiteY17" fmla="*/ 1189180 h 1739801"/>
              <a:gd name="connsiteX18" fmla="*/ 1528713 w 1782809"/>
              <a:gd name="connsiteY18" fmla="*/ 1443276 h 1739801"/>
              <a:gd name="connsiteX19" fmla="*/ 1477504 w 1782809"/>
              <a:gd name="connsiteY19" fmla="*/ 1438114 h 1739801"/>
              <a:gd name="connsiteX20" fmla="*/ 1469464 w 1782809"/>
              <a:gd name="connsiteY20" fmla="*/ 1435618 h 1739801"/>
              <a:gd name="connsiteX21" fmla="*/ 1446861 w 1782809"/>
              <a:gd name="connsiteY21" fmla="*/ 1456160 h 1739801"/>
              <a:gd name="connsiteX22" fmla="*/ 1033711 w 1782809"/>
              <a:gd name="connsiteY22" fmla="*/ 1625805 h 1739801"/>
              <a:gd name="connsiteX23" fmla="*/ 972376 w 1782809"/>
              <a:gd name="connsiteY23" fmla="*/ 1628515 h 1739801"/>
              <a:gd name="connsiteX24" fmla="*/ 941962 w 1782809"/>
              <a:gd name="connsiteY24" fmla="*/ 1665378 h 1739801"/>
              <a:gd name="connsiteX25" fmla="*/ 762288 w 1782809"/>
              <a:gd name="connsiteY25" fmla="*/ 1739801 h 1739801"/>
              <a:gd name="connsiteX26" fmla="*/ 508192 w 1782809"/>
              <a:gd name="connsiteY26" fmla="*/ 1485705 h 1739801"/>
              <a:gd name="connsiteX27" fmla="*/ 509460 w 1782809"/>
              <a:gd name="connsiteY27" fmla="*/ 1473124 h 1739801"/>
              <a:gd name="connsiteX28" fmla="*/ 457628 w 1782809"/>
              <a:gd name="connsiteY28" fmla="*/ 1432399 h 1739801"/>
              <a:gd name="connsiteX29" fmla="*/ 269351 w 1782809"/>
              <a:gd name="connsiteY29" fmla="*/ 1167055 h 1739801"/>
              <a:gd name="connsiteX30" fmla="*/ 256837 w 1782809"/>
              <a:gd name="connsiteY30" fmla="*/ 1132864 h 1739801"/>
              <a:gd name="connsiteX31" fmla="*/ 254096 w 1782809"/>
              <a:gd name="connsiteY31" fmla="*/ 1133141 h 1739801"/>
              <a:gd name="connsiteX32" fmla="*/ 0 w 1782809"/>
              <a:gd name="connsiteY32" fmla="*/ 879044 h 1739801"/>
              <a:gd name="connsiteX33" fmla="*/ 202887 w 1782809"/>
              <a:gd name="connsiteY33" fmla="*/ 630110 h 1739801"/>
              <a:gd name="connsiteX34" fmla="*/ 252284 w 1782809"/>
              <a:gd name="connsiteY34" fmla="*/ 625130 h 1739801"/>
              <a:gd name="connsiteX35" fmla="*/ 269351 w 1782809"/>
              <a:gd name="connsiteY35" fmla="*/ 578499 h 1739801"/>
              <a:gd name="connsiteX36" fmla="*/ 339055 w 1782809"/>
              <a:gd name="connsiteY36" fmla="*/ 450078 h 1739801"/>
              <a:gd name="connsiteX37" fmla="*/ 425429 w 1782809"/>
              <a:gd name="connsiteY37" fmla="*/ 345392 h 1739801"/>
              <a:gd name="connsiteX38" fmla="*/ 412986 w 1782809"/>
              <a:gd name="connsiteY38" fmla="*/ 305306 h 1739801"/>
              <a:gd name="connsiteX39" fmla="*/ 407824 w 1782809"/>
              <a:gd name="connsiteY39" fmla="*/ 254096 h 1739801"/>
              <a:gd name="connsiteX40" fmla="*/ 661920 w 1782809"/>
              <a:gd name="connsiteY40" fmla="*/ 0 h 1739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782809" h="1739801">
                <a:moveTo>
                  <a:pt x="661920" y="0"/>
                </a:moveTo>
                <a:cubicBezTo>
                  <a:pt x="749628" y="0"/>
                  <a:pt x="826958" y="44438"/>
                  <a:pt x="872621" y="112029"/>
                </a:cubicBezTo>
                <a:lnTo>
                  <a:pt x="878174" y="122259"/>
                </a:lnTo>
                <a:lnTo>
                  <a:pt x="888662" y="120659"/>
                </a:lnTo>
                <a:cubicBezTo>
                  <a:pt x="914077" y="118078"/>
                  <a:pt x="939864" y="116755"/>
                  <a:pt x="965961" y="116755"/>
                </a:cubicBezTo>
                <a:cubicBezTo>
                  <a:pt x="1096442" y="116755"/>
                  <a:pt x="1219202" y="149810"/>
                  <a:pt x="1326326" y="208003"/>
                </a:cubicBezTo>
                <a:lnTo>
                  <a:pt x="1367203" y="232837"/>
                </a:lnTo>
                <a:lnTo>
                  <a:pt x="1376243" y="225379"/>
                </a:lnTo>
                <a:cubicBezTo>
                  <a:pt x="1416796" y="197981"/>
                  <a:pt x="1465685" y="181983"/>
                  <a:pt x="1518310" y="181983"/>
                </a:cubicBezTo>
                <a:cubicBezTo>
                  <a:pt x="1658644" y="181983"/>
                  <a:pt x="1772407" y="295746"/>
                  <a:pt x="1772407" y="436079"/>
                </a:cubicBezTo>
                <a:cubicBezTo>
                  <a:pt x="1772407" y="506246"/>
                  <a:pt x="1743966" y="569770"/>
                  <a:pt x="1697983" y="615753"/>
                </a:cubicBezTo>
                <a:lnTo>
                  <a:pt x="1681257" y="629554"/>
                </a:lnTo>
                <a:lnTo>
                  <a:pt x="1687993" y="647960"/>
                </a:lnTo>
                <a:cubicBezTo>
                  <a:pt x="1710083" y="718979"/>
                  <a:pt x="1721982" y="794489"/>
                  <a:pt x="1721982" y="872777"/>
                </a:cubicBezTo>
                <a:cubicBezTo>
                  <a:pt x="1721982" y="898874"/>
                  <a:pt x="1720660" y="924661"/>
                  <a:pt x="1718079" y="950076"/>
                </a:cubicBezTo>
                <a:lnTo>
                  <a:pt x="1708911" y="1010143"/>
                </a:lnTo>
                <a:lnTo>
                  <a:pt x="1739413" y="1047112"/>
                </a:lnTo>
                <a:cubicBezTo>
                  <a:pt x="1766811" y="1087666"/>
                  <a:pt x="1782809" y="1136555"/>
                  <a:pt x="1782809" y="1189180"/>
                </a:cubicBezTo>
                <a:cubicBezTo>
                  <a:pt x="1782809" y="1329513"/>
                  <a:pt x="1669046" y="1443276"/>
                  <a:pt x="1528713" y="1443276"/>
                </a:cubicBezTo>
                <a:cubicBezTo>
                  <a:pt x="1511171" y="1443276"/>
                  <a:pt x="1494045" y="1441498"/>
                  <a:pt x="1477504" y="1438114"/>
                </a:cubicBezTo>
                <a:lnTo>
                  <a:pt x="1469464" y="1435618"/>
                </a:lnTo>
                <a:lnTo>
                  <a:pt x="1446861" y="1456160"/>
                </a:lnTo>
                <a:cubicBezTo>
                  <a:pt x="1332511" y="1550530"/>
                  <a:pt x="1189943" y="1611930"/>
                  <a:pt x="1033711" y="1625805"/>
                </a:cubicBezTo>
                <a:lnTo>
                  <a:pt x="972376" y="1628515"/>
                </a:lnTo>
                <a:lnTo>
                  <a:pt x="941962" y="1665378"/>
                </a:lnTo>
                <a:cubicBezTo>
                  <a:pt x="895980" y="1711361"/>
                  <a:pt x="832455" y="1739801"/>
                  <a:pt x="762288" y="1739801"/>
                </a:cubicBezTo>
                <a:cubicBezTo>
                  <a:pt x="621955" y="1739801"/>
                  <a:pt x="508192" y="1626038"/>
                  <a:pt x="508192" y="1485705"/>
                </a:cubicBezTo>
                <a:lnTo>
                  <a:pt x="509460" y="1473124"/>
                </a:lnTo>
                <a:lnTo>
                  <a:pt x="457628" y="1432399"/>
                </a:lnTo>
                <a:cubicBezTo>
                  <a:pt x="377073" y="1359182"/>
                  <a:pt x="312390" y="1268811"/>
                  <a:pt x="269351" y="1167055"/>
                </a:cubicBezTo>
                <a:lnTo>
                  <a:pt x="256837" y="1132864"/>
                </a:lnTo>
                <a:lnTo>
                  <a:pt x="254096" y="1133141"/>
                </a:lnTo>
                <a:cubicBezTo>
                  <a:pt x="113763" y="1133141"/>
                  <a:pt x="0" y="1019378"/>
                  <a:pt x="0" y="879044"/>
                </a:cubicBezTo>
                <a:cubicBezTo>
                  <a:pt x="0" y="756252"/>
                  <a:pt x="87099" y="653803"/>
                  <a:pt x="202887" y="630110"/>
                </a:cubicBezTo>
                <a:lnTo>
                  <a:pt x="252284" y="625130"/>
                </a:lnTo>
                <a:lnTo>
                  <a:pt x="269351" y="578499"/>
                </a:lnTo>
                <a:cubicBezTo>
                  <a:pt x="288479" y="533275"/>
                  <a:pt x="311883" y="490299"/>
                  <a:pt x="339055" y="450078"/>
                </a:cubicBezTo>
                <a:lnTo>
                  <a:pt x="425429" y="345392"/>
                </a:lnTo>
                <a:lnTo>
                  <a:pt x="412986" y="305306"/>
                </a:lnTo>
                <a:cubicBezTo>
                  <a:pt x="409601" y="288764"/>
                  <a:pt x="407824" y="271638"/>
                  <a:pt x="407824" y="254096"/>
                </a:cubicBezTo>
                <a:cubicBezTo>
                  <a:pt x="407824" y="113763"/>
                  <a:pt x="521586" y="0"/>
                  <a:pt x="661920" y="0"/>
                </a:cubicBezTo>
                <a:close/>
              </a:path>
            </a:pathLst>
          </a:custGeom>
          <a:solidFill>
            <a:schemeClr val="bg1">
              <a:lumMod val="85000"/>
            </a:schemeClr>
          </a:solidFill>
        </p:spPr>
        <p:txBody>
          <a:bodyPr wrap="square">
            <a:noAutofit/>
          </a:bodyPr>
          <a:lstStyle/>
          <a:p>
            <a:endParaRPr lang="en-AU"/>
          </a:p>
        </p:txBody>
      </p:sp>
      <p:sp>
        <p:nvSpPr>
          <p:cNvPr id="41" name="Picture Placeholder 40"/>
          <p:cNvSpPr>
            <a:spLocks noGrp="1"/>
          </p:cNvSpPr>
          <p:nvPr>
            <p:ph type="pic" sz="quarter" idx="16"/>
          </p:nvPr>
        </p:nvSpPr>
        <p:spPr>
          <a:xfrm flipH="1">
            <a:off x="3913908" y="1877961"/>
            <a:ext cx="1004455" cy="980224"/>
          </a:xfrm>
          <a:custGeom>
            <a:avLst/>
            <a:gdLst>
              <a:gd name="connsiteX0" fmla="*/ 661920 w 1782809"/>
              <a:gd name="connsiteY0" fmla="*/ 0 h 1739801"/>
              <a:gd name="connsiteX1" fmla="*/ 872621 w 1782809"/>
              <a:gd name="connsiteY1" fmla="*/ 112029 h 1739801"/>
              <a:gd name="connsiteX2" fmla="*/ 878174 w 1782809"/>
              <a:gd name="connsiteY2" fmla="*/ 122259 h 1739801"/>
              <a:gd name="connsiteX3" fmla="*/ 888662 w 1782809"/>
              <a:gd name="connsiteY3" fmla="*/ 120659 h 1739801"/>
              <a:gd name="connsiteX4" fmla="*/ 965961 w 1782809"/>
              <a:gd name="connsiteY4" fmla="*/ 116755 h 1739801"/>
              <a:gd name="connsiteX5" fmla="*/ 1326326 w 1782809"/>
              <a:gd name="connsiteY5" fmla="*/ 208003 h 1739801"/>
              <a:gd name="connsiteX6" fmla="*/ 1367203 w 1782809"/>
              <a:gd name="connsiteY6" fmla="*/ 232837 h 1739801"/>
              <a:gd name="connsiteX7" fmla="*/ 1376243 w 1782809"/>
              <a:gd name="connsiteY7" fmla="*/ 225379 h 1739801"/>
              <a:gd name="connsiteX8" fmla="*/ 1518310 w 1782809"/>
              <a:gd name="connsiteY8" fmla="*/ 181983 h 1739801"/>
              <a:gd name="connsiteX9" fmla="*/ 1772407 w 1782809"/>
              <a:gd name="connsiteY9" fmla="*/ 436079 h 1739801"/>
              <a:gd name="connsiteX10" fmla="*/ 1697983 w 1782809"/>
              <a:gd name="connsiteY10" fmla="*/ 615753 h 1739801"/>
              <a:gd name="connsiteX11" fmla="*/ 1681257 w 1782809"/>
              <a:gd name="connsiteY11" fmla="*/ 629554 h 1739801"/>
              <a:gd name="connsiteX12" fmla="*/ 1687993 w 1782809"/>
              <a:gd name="connsiteY12" fmla="*/ 647960 h 1739801"/>
              <a:gd name="connsiteX13" fmla="*/ 1721982 w 1782809"/>
              <a:gd name="connsiteY13" fmla="*/ 872777 h 1739801"/>
              <a:gd name="connsiteX14" fmla="*/ 1718079 w 1782809"/>
              <a:gd name="connsiteY14" fmla="*/ 950076 h 1739801"/>
              <a:gd name="connsiteX15" fmla="*/ 1708911 w 1782809"/>
              <a:gd name="connsiteY15" fmla="*/ 1010143 h 1739801"/>
              <a:gd name="connsiteX16" fmla="*/ 1739413 w 1782809"/>
              <a:gd name="connsiteY16" fmla="*/ 1047112 h 1739801"/>
              <a:gd name="connsiteX17" fmla="*/ 1782809 w 1782809"/>
              <a:gd name="connsiteY17" fmla="*/ 1189180 h 1739801"/>
              <a:gd name="connsiteX18" fmla="*/ 1528713 w 1782809"/>
              <a:gd name="connsiteY18" fmla="*/ 1443276 h 1739801"/>
              <a:gd name="connsiteX19" fmla="*/ 1477504 w 1782809"/>
              <a:gd name="connsiteY19" fmla="*/ 1438114 h 1739801"/>
              <a:gd name="connsiteX20" fmla="*/ 1469464 w 1782809"/>
              <a:gd name="connsiteY20" fmla="*/ 1435618 h 1739801"/>
              <a:gd name="connsiteX21" fmla="*/ 1446861 w 1782809"/>
              <a:gd name="connsiteY21" fmla="*/ 1456160 h 1739801"/>
              <a:gd name="connsiteX22" fmla="*/ 1033711 w 1782809"/>
              <a:gd name="connsiteY22" fmla="*/ 1625805 h 1739801"/>
              <a:gd name="connsiteX23" fmla="*/ 972376 w 1782809"/>
              <a:gd name="connsiteY23" fmla="*/ 1628515 h 1739801"/>
              <a:gd name="connsiteX24" fmla="*/ 941962 w 1782809"/>
              <a:gd name="connsiteY24" fmla="*/ 1665378 h 1739801"/>
              <a:gd name="connsiteX25" fmla="*/ 762288 w 1782809"/>
              <a:gd name="connsiteY25" fmla="*/ 1739801 h 1739801"/>
              <a:gd name="connsiteX26" fmla="*/ 508192 w 1782809"/>
              <a:gd name="connsiteY26" fmla="*/ 1485705 h 1739801"/>
              <a:gd name="connsiteX27" fmla="*/ 509460 w 1782809"/>
              <a:gd name="connsiteY27" fmla="*/ 1473124 h 1739801"/>
              <a:gd name="connsiteX28" fmla="*/ 457628 w 1782809"/>
              <a:gd name="connsiteY28" fmla="*/ 1432399 h 1739801"/>
              <a:gd name="connsiteX29" fmla="*/ 269351 w 1782809"/>
              <a:gd name="connsiteY29" fmla="*/ 1167055 h 1739801"/>
              <a:gd name="connsiteX30" fmla="*/ 256837 w 1782809"/>
              <a:gd name="connsiteY30" fmla="*/ 1132864 h 1739801"/>
              <a:gd name="connsiteX31" fmla="*/ 254096 w 1782809"/>
              <a:gd name="connsiteY31" fmla="*/ 1133141 h 1739801"/>
              <a:gd name="connsiteX32" fmla="*/ 0 w 1782809"/>
              <a:gd name="connsiteY32" fmla="*/ 879044 h 1739801"/>
              <a:gd name="connsiteX33" fmla="*/ 202887 w 1782809"/>
              <a:gd name="connsiteY33" fmla="*/ 630110 h 1739801"/>
              <a:gd name="connsiteX34" fmla="*/ 252284 w 1782809"/>
              <a:gd name="connsiteY34" fmla="*/ 625130 h 1739801"/>
              <a:gd name="connsiteX35" fmla="*/ 269351 w 1782809"/>
              <a:gd name="connsiteY35" fmla="*/ 578499 h 1739801"/>
              <a:gd name="connsiteX36" fmla="*/ 339055 w 1782809"/>
              <a:gd name="connsiteY36" fmla="*/ 450078 h 1739801"/>
              <a:gd name="connsiteX37" fmla="*/ 425429 w 1782809"/>
              <a:gd name="connsiteY37" fmla="*/ 345392 h 1739801"/>
              <a:gd name="connsiteX38" fmla="*/ 412986 w 1782809"/>
              <a:gd name="connsiteY38" fmla="*/ 305306 h 1739801"/>
              <a:gd name="connsiteX39" fmla="*/ 407824 w 1782809"/>
              <a:gd name="connsiteY39" fmla="*/ 254096 h 1739801"/>
              <a:gd name="connsiteX40" fmla="*/ 661920 w 1782809"/>
              <a:gd name="connsiteY40" fmla="*/ 0 h 1739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782809" h="1739801">
                <a:moveTo>
                  <a:pt x="661920" y="0"/>
                </a:moveTo>
                <a:cubicBezTo>
                  <a:pt x="749628" y="0"/>
                  <a:pt x="826958" y="44438"/>
                  <a:pt x="872621" y="112029"/>
                </a:cubicBezTo>
                <a:lnTo>
                  <a:pt x="878174" y="122259"/>
                </a:lnTo>
                <a:lnTo>
                  <a:pt x="888662" y="120659"/>
                </a:lnTo>
                <a:cubicBezTo>
                  <a:pt x="914077" y="118078"/>
                  <a:pt x="939864" y="116755"/>
                  <a:pt x="965961" y="116755"/>
                </a:cubicBezTo>
                <a:cubicBezTo>
                  <a:pt x="1096442" y="116755"/>
                  <a:pt x="1219202" y="149810"/>
                  <a:pt x="1326326" y="208003"/>
                </a:cubicBezTo>
                <a:lnTo>
                  <a:pt x="1367203" y="232837"/>
                </a:lnTo>
                <a:lnTo>
                  <a:pt x="1376243" y="225379"/>
                </a:lnTo>
                <a:cubicBezTo>
                  <a:pt x="1416796" y="197981"/>
                  <a:pt x="1465685" y="181983"/>
                  <a:pt x="1518310" y="181983"/>
                </a:cubicBezTo>
                <a:cubicBezTo>
                  <a:pt x="1658644" y="181983"/>
                  <a:pt x="1772407" y="295746"/>
                  <a:pt x="1772407" y="436079"/>
                </a:cubicBezTo>
                <a:cubicBezTo>
                  <a:pt x="1772407" y="506246"/>
                  <a:pt x="1743966" y="569770"/>
                  <a:pt x="1697983" y="615753"/>
                </a:cubicBezTo>
                <a:lnTo>
                  <a:pt x="1681257" y="629554"/>
                </a:lnTo>
                <a:lnTo>
                  <a:pt x="1687993" y="647960"/>
                </a:lnTo>
                <a:cubicBezTo>
                  <a:pt x="1710083" y="718979"/>
                  <a:pt x="1721982" y="794489"/>
                  <a:pt x="1721982" y="872777"/>
                </a:cubicBezTo>
                <a:cubicBezTo>
                  <a:pt x="1721982" y="898874"/>
                  <a:pt x="1720660" y="924661"/>
                  <a:pt x="1718079" y="950076"/>
                </a:cubicBezTo>
                <a:lnTo>
                  <a:pt x="1708911" y="1010143"/>
                </a:lnTo>
                <a:lnTo>
                  <a:pt x="1739413" y="1047112"/>
                </a:lnTo>
                <a:cubicBezTo>
                  <a:pt x="1766811" y="1087666"/>
                  <a:pt x="1782809" y="1136555"/>
                  <a:pt x="1782809" y="1189180"/>
                </a:cubicBezTo>
                <a:cubicBezTo>
                  <a:pt x="1782809" y="1329513"/>
                  <a:pt x="1669046" y="1443276"/>
                  <a:pt x="1528713" y="1443276"/>
                </a:cubicBezTo>
                <a:cubicBezTo>
                  <a:pt x="1511171" y="1443276"/>
                  <a:pt x="1494045" y="1441498"/>
                  <a:pt x="1477504" y="1438114"/>
                </a:cubicBezTo>
                <a:lnTo>
                  <a:pt x="1469464" y="1435618"/>
                </a:lnTo>
                <a:lnTo>
                  <a:pt x="1446861" y="1456160"/>
                </a:lnTo>
                <a:cubicBezTo>
                  <a:pt x="1332511" y="1550530"/>
                  <a:pt x="1189943" y="1611930"/>
                  <a:pt x="1033711" y="1625805"/>
                </a:cubicBezTo>
                <a:lnTo>
                  <a:pt x="972376" y="1628515"/>
                </a:lnTo>
                <a:lnTo>
                  <a:pt x="941962" y="1665378"/>
                </a:lnTo>
                <a:cubicBezTo>
                  <a:pt x="895980" y="1711361"/>
                  <a:pt x="832455" y="1739801"/>
                  <a:pt x="762288" y="1739801"/>
                </a:cubicBezTo>
                <a:cubicBezTo>
                  <a:pt x="621955" y="1739801"/>
                  <a:pt x="508192" y="1626038"/>
                  <a:pt x="508192" y="1485705"/>
                </a:cubicBezTo>
                <a:lnTo>
                  <a:pt x="509460" y="1473124"/>
                </a:lnTo>
                <a:lnTo>
                  <a:pt x="457628" y="1432399"/>
                </a:lnTo>
                <a:cubicBezTo>
                  <a:pt x="377073" y="1359182"/>
                  <a:pt x="312390" y="1268811"/>
                  <a:pt x="269351" y="1167055"/>
                </a:cubicBezTo>
                <a:lnTo>
                  <a:pt x="256837" y="1132864"/>
                </a:lnTo>
                <a:lnTo>
                  <a:pt x="254096" y="1133141"/>
                </a:lnTo>
                <a:cubicBezTo>
                  <a:pt x="113763" y="1133141"/>
                  <a:pt x="0" y="1019378"/>
                  <a:pt x="0" y="879044"/>
                </a:cubicBezTo>
                <a:cubicBezTo>
                  <a:pt x="0" y="756252"/>
                  <a:pt x="87099" y="653803"/>
                  <a:pt x="202887" y="630110"/>
                </a:cubicBezTo>
                <a:lnTo>
                  <a:pt x="252284" y="625130"/>
                </a:lnTo>
                <a:lnTo>
                  <a:pt x="269351" y="578499"/>
                </a:lnTo>
                <a:cubicBezTo>
                  <a:pt x="288479" y="533275"/>
                  <a:pt x="311883" y="490299"/>
                  <a:pt x="339055" y="450078"/>
                </a:cubicBezTo>
                <a:lnTo>
                  <a:pt x="425429" y="345392"/>
                </a:lnTo>
                <a:lnTo>
                  <a:pt x="412986" y="305306"/>
                </a:lnTo>
                <a:cubicBezTo>
                  <a:pt x="409601" y="288764"/>
                  <a:pt x="407824" y="271638"/>
                  <a:pt x="407824" y="254096"/>
                </a:cubicBezTo>
                <a:cubicBezTo>
                  <a:pt x="407824" y="113763"/>
                  <a:pt x="521586" y="0"/>
                  <a:pt x="661920" y="0"/>
                </a:cubicBezTo>
                <a:close/>
              </a:path>
            </a:pathLst>
          </a:custGeom>
          <a:solidFill>
            <a:schemeClr val="bg1">
              <a:lumMod val="85000"/>
            </a:schemeClr>
          </a:solidFill>
        </p:spPr>
        <p:txBody>
          <a:bodyPr wrap="square">
            <a:noAutofit/>
          </a:bodyPr>
          <a:lstStyle/>
          <a:p>
            <a:endParaRPr lang="en-AU" dirty="0"/>
          </a:p>
        </p:txBody>
      </p:sp>
      <p:sp>
        <p:nvSpPr>
          <p:cNvPr id="42" name="Picture Placeholder 41"/>
          <p:cNvSpPr>
            <a:spLocks noGrp="1"/>
          </p:cNvSpPr>
          <p:nvPr>
            <p:ph type="pic" sz="quarter" idx="17"/>
          </p:nvPr>
        </p:nvSpPr>
        <p:spPr>
          <a:xfrm flipH="1">
            <a:off x="4191001" y="3495474"/>
            <a:ext cx="1004455" cy="980224"/>
          </a:xfrm>
          <a:custGeom>
            <a:avLst/>
            <a:gdLst>
              <a:gd name="connsiteX0" fmla="*/ 661920 w 1782809"/>
              <a:gd name="connsiteY0" fmla="*/ 0 h 1739801"/>
              <a:gd name="connsiteX1" fmla="*/ 872621 w 1782809"/>
              <a:gd name="connsiteY1" fmla="*/ 112029 h 1739801"/>
              <a:gd name="connsiteX2" fmla="*/ 878174 w 1782809"/>
              <a:gd name="connsiteY2" fmla="*/ 122259 h 1739801"/>
              <a:gd name="connsiteX3" fmla="*/ 888662 w 1782809"/>
              <a:gd name="connsiteY3" fmla="*/ 120659 h 1739801"/>
              <a:gd name="connsiteX4" fmla="*/ 965961 w 1782809"/>
              <a:gd name="connsiteY4" fmla="*/ 116755 h 1739801"/>
              <a:gd name="connsiteX5" fmla="*/ 1326326 w 1782809"/>
              <a:gd name="connsiteY5" fmla="*/ 208003 h 1739801"/>
              <a:gd name="connsiteX6" fmla="*/ 1367203 w 1782809"/>
              <a:gd name="connsiteY6" fmla="*/ 232837 h 1739801"/>
              <a:gd name="connsiteX7" fmla="*/ 1376243 w 1782809"/>
              <a:gd name="connsiteY7" fmla="*/ 225379 h 1739801"/>
              <a:gd name="connsiteX8" fmla="*/ 1518310 w 1782809"/>
              <a:gd name="connsiteY8" fmla="*/ 181983 h 1739801"/>
              <a:gd name="connsiteX9" fmla="*/ 1772407 w 1782809"/>
              <a:gd name="connsiteY9" fmla="*/ 436079 h 1739801"/>
              <a:gd name="connsiteX10" fmla="*/ 1697983 w 1782809"/>
              <a:gd name="connsiteY10" fmla="*/ 615753 h 1739801"/>
              <a:gd name="connsiteX11" fmla="*/ 1681257 w 1782809"/>
              <a:gd name="connsiteY11" fmla="*/ 629554 h 1739801"/>
              <a:gd name="connsiteX12" fmla="*/ 1687993 w 1782809"/>
              <a:gd name="connsiteY12" fmla="*/ 647960 h 1739801"/>
              <a:gd name="connsiteX13" fmla="*/ 1721982 w 1782809"/>
              <a:gd name="connsiteY13" fmla="*/ 872777 h 1739801"/>
              <a:gd name="connsiteX14" fmla="*/ 1718079 w 1782809"/>
              <a:gd name="connsiteY14" fmla="*/ 950076 h 1739801"/>
              <a:gd name="connsiteX15" fmla="*/ 1708911 w 1782809"/>
              <a:gd name="connsiteY15" fmla="*/ 1010143 h 1739801"/>
              <a:gd name="connsiteX16" fmla="*/ 1739413 w 1782809"/>
              <a:gd name="connsiteY16" fmla="*/ 1047112 h 1739801"/>
              <a:gd name="connsiteX17" fmla="*/ 1782809 w 1782809"/>
              <a:gd name="connsiteY17" fmla="*/ 1189180 h 1739801"/>
              <a:gd name="connsiteX18" fmla="*/ 1528713 w 1782809"/>
              <a:gd name="connsiteY18" fmla="*/ 1443276 h 1739801"/>
              <a:gd name="connsiteX19" fmla="*/ 1477504 w 1782809"/>
              <a:gd name="connsiteY19" fmla="*/ 1438114 h 1739801"/>
              <a:gd name="connsiteX20" fmla="*/ 1469464 w 1782809"/>
              <a:gd name="connsiteY20" fmla="*/ 1435618 h 1739801"/>
              <a:gd name="connsiteX21" fmla="*/ 1446861 w 1782809"/>
              <a:gd name="connsiteY21" fmla="*/ 1456160 h 1739801"/>
              <a:gd name="connsiteX22" fmla="*/ 1033711 w 1782809"/>
              <a:gd name="connsiteY22" fmla="*/ 1625805 h 1739801"/>
              <a:gd name="connsiteX23" fmla="*/ 972376 w 1782809"/>
              <a:gd name="connsiteY23" fmla="*/ 1628515 h 1739801"/>
              <a:gd name="connsiteX24" fmla="*/ 941962 w 1782809"/>
              <a:gd name="connsiteY24" fmla="*/ 1665378 h 1739801"/>
              <a:gd name="connsiteX25" fmla="*/ 762288 w 1782809"/>
              <a:gd name="connsiteY25" fmla="*/ 1739801 h 1739801"/>
              <a:gd name="connsiteX26" fmla="*/ 508192 w 1782809"/>
              <a:gd name="connsiteY26" fmla="*/ 1485705 h 1739801"/>
              <a:gd name="connsiteX27" fmla="*/ 509460 w 1782809"/>
              <a:gd name="connsiteY27" fmla="*/ 1473124 h 1739801"/>
              <a:gd name="connsiteX28" fmla="*/ 457628 w 1782809"/>
              <a:gd name="connsiteY28" fmla="*/ 1432399 h 1739801"/>
              <a:gd name="connsiteX29" fmla="*/ 269351 w 1782809"/>
              <a:gd name="connsiteY29" fmla="*/ 1167055 h 1739801"/>
              <a:gd name="connsiteX30" fmla="*/ 256837 w 1782809"/>
              <a:gd name="connsiteY30" fmla="*/ 1132864 h 1739801"/>
              <a:gd name="connsiteX31" fmla="*/ 254096 w 1782809"/>
              <a:gd name="connsiteY31" fmla="*/ 1133141 h 1739801"/>
              <a:gd name="connsiteX32" fmla="*/ 0 w 1782809"/>
              <a:gd name="connsiteY32" fmla="*/ 879044 h 1739801"/>
              <a:gd name="connsiteX33" fmla="*/ 202887 w 1782809"/>
              <a:gd name="connsiteY33" fmla="*/ 630110 h 1739801"/>
              <a:gd name="connsiteX34" fmla="*/ 252284 w 1782809"/>
              <a:gd name="connsiteY34" fmla="*/ 625130 h 1739801"/>
              <a:gd name="connsiteX35" fmla="*/ 269351 w 1782809"/>
              <a:gd name="connsiteY35" fmla="*/ 578499 h 1739801"/>
              <a:gd name="connsiteX36" fmla="*/ 339055 w 1782809"/>
              <a:gd name="connsiteY36" fmla="*/ 450078 h 1739801"/>
              <a:gd name="connsiteX37" fmla="*/ 425429 w 1782809"/>
              <a:gd name="connsiteY37" fmla="*/ 345392 h 1739801"/>
              <a:gd name="connsiteX38" fmla="*/ 412986 w 1782809"/>
              <a:gd name="connsiteY38" fmla="*/ 305306 h 1739801"/>
              <a:gd name="connsiteX39" fmla="*/ 407824 w 1782809"/>
              <a:gd name="connsiteY39" fmla="*/ 254096 h 1739801"/>
              <a:gd name="connsiteX40" fmla="*/ 661920 w 1782809"/>
              <a:gd name="connsiteY40" fmla="*/ 0 h 1739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782809" h="1739801">
                <a:moveTo>
                  <a:pt x="661920" y="0"/>
                </a:moveTo>
                <a:cubicBezTo>
                  <a:pt x="749628" y="0"/>
                  <a:pt x="826958" y="44438"/>
                  <a:pt x="872621" y="112029"/>
                </a:cubicBezTo>
                <a:lnTo>
                  <a:pt x="878174" y="122259"/>
                </a:lnTo>
                <a:lnTo>
                  <a:pt x="888662" y="120659"/>
                </a:lnTo>
                <a:cubicBezTo>
                  <a:pt x="914077" y="118078"/>
                  <a:pt x="939864" y="116755"/>
                  <a:pt x="965961" y="116755"/>
                </a:cubicBezTo>
                <a:cubicBezTo>
                  <a:pt x="1096442" y="116755"/>
                  <a:pt x="1219202" y="149810"/>
                  <a:pt x="1326326" y="208003"/>
                </a:cubicBezTo>
                <a:lnTo>
                  <a:pt x="1367203" y="232837"/>
                </a:lnTo>
                <a:lnTo>
                  <a:pt x="1376243" y="225379"/>
                </a:lnTo>
                <a:cubicBezTo>
                  <a:pt x="1416796" y="197981"/>
                  <a:pt x="1465685" y="181983"/>
                  <a:pt x="1518310" y="181983"/>
                </a:cubicBezTo>
                <a:cubicBezTo>
                  <a:pt x="1658644" y="181983"/>
                  <a:pt x="1772407" y="295746"/>
                  <a:pt x="1772407" y="436079"/>
                </a:cubicBezTo>
                <a:cubicBezTo>
                  <a:pt x="1772407" y="506246"/>
                  <a:pt x="1743966" y="569770"/>
                  <a:pt x="1697983" y="615753"/>
                </a:cubicBezTo>
                <a:lnTo>
                  <a:pt x="1681257" y="629554"/>
                </a:lnTo>
                <a:lnTo>
                  <a:pt x="1687993" y="647960"/>
                </a:lnTo>
                <a:cubicBezTo>
                  <a:pt x="1710083" y="718979"/>
                  <a:pt x="1721982" y="794489"/>
                  <a:pt x="1721982" y="872777"/>
                </a:cubicBezTo>
                <a:cubicBezTo>
                  <a:pt x="1721982" y="898874"/>
                  <a:pt x="1720660" y="924661"/>
                  <a:pt x="1718079" y="950076"/>
                </a:cubicBezTo>
                <a:lnTo>
                  <a:pt x="1708911" y="1010143"/>
                </a:lnTo>
                <a:lnTo>
                  <a:pt x="1739413" y="1047112"/>
                </a:lnTo>
                <a:cubicBezTo>
                  <a:pt x="1766811" y="1087666"/>
                  <a:pt x="1782809" y="1136555"/>
                  <a:pt x="1782809" y="1189180"/>
                </a:cubicBezTo>
                <a:cubicBezTo>
                  <a:pt x="1782809" y="1329513"/>
                  <a:pt x="1669046" y="1443276"/>
                  <a:pt x="1528713" y="1443276"/>
                </a:cubicBezTo>
                <a:cubicBezTo>
                  <a:pt x="1511171" y="1443276"/>
                  <a:pt x="1494045" y="1441498"/>
                  <a:pt x="1477504" y="1438114"/>
                </a:cubicBezTo>
                <a:lnTo>
                  <a:pt x="1469464" y="1435618"/>
                </a:lnTo>
                <a:lnTo>
                  <a:pt x="1446861" y="1456160"/>
                </a:lnTo>
                <a:cubicBezTo>
                  <a:pt x="1332511" y="1550530"/>
                  <a:pt x="1189943" y="1611930"/>
                  <a:pt x="1033711" y="1625805"/>
                </a:cubicBezTo>
                <a:lnTo>
                  <a:pt x="972376" y="1628515"/>
                </a:lnTo>
                <a:lnTo>
                  <a:pt x="941962" y="1665378"/>
                </a:lnTo>
                <a:cubicBezTo>
                  <a:pt x="895980" y="1711361"/>
                  <a:pt x="832455" y="1739801"/>
                  <a:pt x="762288" y="1739801"/>
                </a:cubicBezTo>
                <a:cubicBezTo>
                  <a:pt x="621955" y="1739801"/>
                  <a:pt x="508192" y="1626038"/>
                  <a:pt x="508192" y="1485705"/>
                </a:cubicBezTo>
                <a:lnTo>
                  <a:pt x="509460" y="1473124"/>
                </a:lnTo>
                <a:lnTo>
                  <a:pt x="457628" y="1432399"/>
                </a:lnTo>
                <a:cubicBezTo>
                  <a:pt x="377073" y="1359182"/>
                  <a:pt x="312390" y="1268811"/>
                  <a:pt x="269351" y="1167055"/>
                </a:cubicBezTo>
                <a:lnTo>
                  <a:pt x="256837" y="1132864"/>
                </a:lnTo>
                <a:lnTo>
                  <a:pt x="254096" y="1133141"/>
                </a:lnTo>
                <a:cubicBezTo>
                  <a:pt x="113763" y="1133141"/>
                  <a:pt x="0" y="1019378"/>
                  <a:pt x="0" y="879044"/>
                </a:cubicBezTo>
                <a:cubicBezTo>
                  <a:pt x="0" y="756252"/>
                  <a:pt x="87099" y="653803"/>
                  <a:pt x="202887" y="630110"/>
                </a:cubicBezTo>
                <a:lnTo>
                  <a:pt x="252284" y="625130"/>
                </a:lnTo>
                <a:lnTo>
                  <a:pt x="269351" y="578499"/>
                </a:lnTo>
                <a:cubicBezTo>
                  <a:pt x="288479" y="533275"/>
                  <a:pt x="311883" y="490299"/>
                  <a:pt x="339055" y="450078"/>
                </a:cubicBezTo>
                <a:lnTo>
                  <a:pt x="425429" y="345392"/>
                </a:lnTo>
                <a:lnTo>
                  <a:pt x="412986" y="305306"/>
                </a:lnTo>
                <a:cubicBezTo>
                  <a:pt x="409601" y="288764"/>
                  <a:pt x="407824" y="271638"/>
                  <a:pt x="407824" y="254096"/>
                </a:cubicBezTo>
                <a:cubicBezTo>
                  <a:pt x="407824" y="113763"/>
                  <a:pt x="521586" y="0"/>
                  <a:pt x="661920" y="0"/>
                </a:cubicBezTo>
                <a:close/>
              </a:path>
            </a:pathLst>
          </a:custGeom>
          <a:solidFill>
            <a:schemeClr val="bg1">
              <a:lumMod val="85000"/>
            </a:schemeClr>
          </a:solidFill>
        </p:spPr>
        <p:txBody>
          <a:bodyPr wrap="square">
            <a:noAutofit/>
          </a:bodyPr>
          <a:lstStyle/>
          <a:p>
            <a:endParaRPr lang="en-AU" dirty="0"/>
          </a:p>
        </p:txBody>
      </p:sp>
      <p:cxnSp>
        <p:nvCxnSpPr>
          <p:cNvPr id="12" name="Curved Connector 11"/>
          <p:cNvCxnSpPr/>
          <p:nvPr userDrawn="1"/>
        </p:nvCxnSpPr>
        <p:spPr>
          <a:xfrm flipV="1">
            <a:off x="3016827" y="2482812"/>
            <a:ext cx="831271" cy="750746"/>
          </a:xfrm>
          <a:prstGeom prst="curvedConnector3">
            <a:avLst>
              <a:gd name="adj1" fmla="val 42552"/>
            </a:avLst>
          </a:prstGeom>
          <a:ln w="63500">
            <a:tailEnd type="triangle" w="med" len="med"/>
          </a:ln>
        </p:spPr>
        <p:style>
          <a:lnRef idx="1">
            <a:schemeClr val="accent1"/>
          </a:lnRef>
          <a:fillRef idx="0">
            <a:schemeClr val="accent1"/>
          </a:fillRef>
          <a:effectRef idx="0">
            <a:schemeClr val="accent1"/>
          </a:effectRef>
          <a:fontRef idx="minor">
            <a:schemeClr val="tx1"/>
          </a:fontRef>
        </p:style>
      </p:cxnSp>
      <p:cxnSp>
        <p:nvCxnSpPr>
          <p:cNvPr id="43" name="Curved Connector 42"/>
          <p:cNvCxnSpPr/>
          <p:nvPr userDrawn="1"/>
        </p:nvCxnSpPr>
        <p:spPr>
          <a:xfrm>
            <a:off x="3054763" y="3447034"/>
            <a:ext cx="1052417" cy="466216"/>
          </a:xfrm>
          <a:prstGeom prst="curvedConnector3">
            <a:avLst>
              <a:gd name="adj1" fmla="val 50000"/>
            </a:avLst>
          </a:prstGeom>
          <a:ln w="63500">
            <a:solidFill>
              <a:schemeClr val="accent2"/>
            </a:solidFill>
            <a:tailEnd type="triangle" w="med" len="med"/>
          </a:ln>
        </p:spPr>
        <p:style>
          <a:lnRef idx="1">
            <a:schemeClr val="accent1"/>
          </a:lnRef>
          <a:fillRef idx="0">
            <a:schemeClr val="accent1"/>
          </a:fillRef>
          <a:effectRef idx="0">
            <a:schemeClr val="accent1"/>
          </a:effectRef>
          <a:fontRef idx="minor">
            <a:schemeClr val="tx1"/>
          </a:fontRef>
        </p:style>
      </p:cxnSp>
      <p:cxnSp>
        <p:nvCxnSpPr>
          <p:cNvPr id="47" name="Curved Connector 46"/>
          <p:cNvCxnSpPr/>
          <p:nvPr userDrawn="1"/>
        </p:nvCxnSpPr>
        <p:spPr>
          <a:xfrm rot="16200000" flipH="1">
            <a:off x="2903902" y="3831001"/>
            <a:ext cx="1285559" cy="983837"/>
          </a:xfrm>
          <a:prstGeom prst="curvedConnector3">
            <a:avLst>
              <a:gd name="adj1" fmla="val 50000"/>
            </a:avLst>
          </a:prstGeom>
          <a:ln w="63500">
            <a:solidFill>
              <a:schemeClr val="accent3"/>
            </a:solidFill>
            <a:tailEnd type="triangle" w="med" len="med"/>
          </a:ln>
        </p:spPr>
        <p:style>
          <a:lnRef idx="1">
            <a:schemeClr val="accent1"/>
          </a:lnRef>
          <a:fillRef idx="0">
            <a:schemeClr val="accent1"/>
          </a:fillRef>
          <a:effectRef idx="0">
            <a:schemeClr val="accent1"/>
          </a:effectRef>
          <a:fontRef idx="minor">
            <a:schemeClr val="tx1"/>
          </a:fontRef>
        </p:style>
      </p:cxnSp>
      <p:sp>
        <p:nvSpPr>
          <p:cNvPr id="15" name="Text Placeholder 21"/>
          <p:cNvSpPr>
            <a:spLocks noGrp="1"/>
          </p:cNvSpPr>
          <p:nvPr>
            <p:ph type="body" sz="quarter" idx="20"/>
          </p:nvPr>
        </p:nvSpPr>
        <p:spPr>
          <a:xfrm>
            <a:off x="727364" y="4731063"/>
            <a:ext cx="2492492" cy="256811"/>
          </a:xfrm>
        </p:spPr>
        <p:txBody>
          <a:bodyPr>
            <a:noAutofit/>
          </a:bodyPr>
          <a:lstStyle>
            <a:lvl1pPr algn="ctr">
              <a:defRPr sz="14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6" name="Text Placeholder 21"/>
          <p:cNvSpPr>
            <a:spLocks noGrp="1"/>
          </p:cNvSpPr>
          <p:nvPr>
            <p:ph type="body" sz="quarter" idx="29"/>
          </p:nvPr>
        </p:nvSpPr>
        <p:spPr>
          <a:xfrm>
            <a:off x="727364" y="5008739"/>
            <a:ext cx="2492492" cy="330467"/>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7" name="Text Placeholder 21"/>
          <p:cNvSpPr>
            <a:spLocks noGrp="1"/>
          </p:cNvSpPr>
          <p:nvPr>
            <p:ph type="body" sz="quarter" idx="30"/>
          </p:nvPr>
        </p:nvSpPr>
        <p:spPr>
          <a:xfrm>
            <a:off x="4984173" y="1985429"/>
            <a:ext cx="1950027" cy="256811"/>
          </a:xfrm>
        </p:spPr>
        <p:txBody>
          <a:bodyPr>
            <a:noAutofit/>
          </a:bodyPr>
          <a:lstStyle>
            <a:lvl1pPr algn="ctr">
              <a:defRPr sz="14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8" name="Text Placeholder 21"/>
          <p:cNvSpPr>
            <a:spLocks noGrp="1"/>
          </p:cNvSpPr>
          <p:nvPr>
            <p:ph type="body" sz="quarter" idx="31"/>
          </p:nvPr>
        </p:nvSpPr>
        <p:spPr>
          <a:xfrm>
            <a:off x="4984173" y="2263105"/>
            <a:ext cx="1950027" cy="330467"/>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9" name="Text Placeholder 21"/>
          <p:cNvSpPr>
            <a:spLocks noGrp="1"/>
          </p:cNvSpPr>
          <p:nvPr>
            <p:ph type="body" sz="quarter" idx="32"/>
          </p:nvPr>
        </p:nvSpPr>
        <p:spPr>
          <a:xfrm>
            <a:off x="5347857" y="3720474"/>
            <a:ext cx="1959723" cy="228072"/>
          </a:xfrm>
        </p:spPr>
        <p:txBody>
          <a:bodyPr>
            <a:noAutofit/>
          </a:bodyPr>
          <a:lstStyle>
            <a:lvl1pPr algn="ctr">
              <a:defRPr sz="14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0" name="Text Placeholder 21"/>
          <p:cNvSpPr>
            <a:spLocks noGrp="1"/>
          </p:cNvSpPr>
          <p:nvPr>
            <p:ph type="body" sz="quarter" idx="33"/>
          </p:nvPr>
        </p:nvSpPr>
        <p:spPr>
          <a:xfrm>
            <a:off x="5347857" y="3998149"/>
            <a:ext cx="1959723" cy="29348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8" name="Text Placeholder 21"/>
          <p:cNvSpPr>
            <a:spLocks noGrp="1"/>
          </p:cNvSpPr>
          <p:nvPr>
            <p:ph type="body" sz="quarter" idx="34"/>
          </p:nvPr>
        </p:nvSpPr>
        <p:spPr>
          <a:xfrm>
            <a:off x="4984173" y="5377600"/>
            <a:ext cx="1950027" cy="256811"/>
          </a:xfrm>
        </p:spPr>
        <p:txBody>
          <a:bodyPr>
            <a:noAutofit/>
          </a:bodyPr>
          <a:lstStyle>
            <a:lvl1pPr algn="ctr">
              <a:defRPr sz="14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9" name="Text Placeholder 21"/>
          <p:cNvSpPr>
            <a:spLocks noGrp="1"/>
          </p:cNvSpPr>
          <p:nvPr>
            <p:ph type="body" sz="quarter" idx="35"/>
          </p:nvPr>
        </p:nvSpPr>
        <p:spPr>
          <a:xfrm>
            <a:off x="4984173" y="5655276"/>
            <a:ext cx="1950027" cy="330467"/>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cxnSp>
        <p:nvCxnSpPr>
          <p:cNvPr id="31" name="Curved Connector 30"/>
          <p:cNvCxnSpPr/>
          <p:nvPr userDrawn="1"/>
        </p:nvCxnSpPr>
        <p:spPr>
          <a:xfrm flipV="1">
            <a:off x="7470570" y="2732683"/>
            <a:ext cx="1396339" cy="1062006"/>
          </a:xfrm>
          <a:prstGeom prst="curvedConnector3">
            <a:avLst>
              <a:gd name="adj1" fmla="val 50000"/>
            </a:avLst>
          </a:prstGeom>
          <a:ln w="63500">
            <a:solidFill>
              <a:schemeClr val="accent5"/>
            </a:solidFill>
            <a:tailEnd type="triangle" w="med" len="med"/>
          </a:ln>
        </p:spPr>
        <p:style>
          <a:lnRef idx="1">
            <a:schemeClr val="accent1"/>
          </a:lnRef>
          <a:fillRef idx="0">
            <a:schemeClr val="accent1"/>
          </a:fillRef>
          <a:effectRef idx="0">
            <a:schemeClr val="accent1"/>
          </a:effectRef>
          <a:fontRef idx="minor">
            <a:schemeClr val="tx1"/>
          </a:fontRef>
        </p:style>
      </p:cxnSp>
      <p:cxnSp>
        <p:nvCxnSpPr>
          <p:cNvPr id="32" name="Curved Connector 31"/>
          <p:cNvCxnSpPr/>
          <p:nvPr userDrawn="1"/>
        </p:nvCxnSpPr>
        <p:spPr>
          <a:xfrm>
            <a:off x="7459981" y="3998149"/>
            <a:ext cx="1140030" cy="0"/>
          </a:xfrm>
          <a:prstGeom prst="straightConnector1">
            <a:avLst/>
          </a:prstGeom>
          <a:ln w="63500">
            <a:solidFill>
              <a:schemeClr val="accent4"/>
            </a:solidFill>
            <a:tailEnd type="triangle" w="med" len="med"/>
          </a:ln>
        </p:spPr>
        <p:style>
          <a:lnRef idx="1">
            <a:schemeClr val="accent1"/>
          </a:lnRef>
          <a:fillRef idx="0">
            <a:schemeClr val="accent1"/>
          </a:fillRef>
          <a:effectRef idx="0">
            <a:schemeClr val="accent1"/>
          </a:effectRef>
          <a:fontRef idx="minor">
            <a:schemeClr val="tx1"/>
          </a:fontRef>
        </p:style>
      </p:cxnSp>
      <p:cxnSp>
        <p:nvCxnSpPr>
          <p:cNvPr id="35" name="Curved Connector 34"/>
          <p:cNvCxnSpPr/>
          <p:nvPr userDrawn="1"/>
        </p:nvCxnSpPr>
        <p:spPr>
          <a:xfrm>
            <a:off x="7455230" y="4220040"/>
            <a:ext cx="1396339" cy="1062006"/>
          </a:xfrm>
          <a:prstGeom prst="curvedConnector3">
            <a:avLst>
              <a:gd name="adj1" fmla="val 50000"/>
            </a:avLst>
          </a:prstGeom>
          <a:ln w="63500">
            <a:solidFill>
              <a:schemeClr val="accent6"/>
            </a:solidFill>
            <a:tailEnd type="triangle" w="med" len="med"/>
          </a:ln>
        </p:spPr>
        <p:style>
          <a:lnRef idx="1">
            <a:schemeClr val="accent1"/>
          </a:lnRef>
          <a:fillRef idx="0">
            <a:schemeClr val="accent1"/>
          </a:fillRef>
          <a:effectRef idx="0">
            <a:schemeClr val="accent1"/>
          </a:effectRef>
          <a:fontRef idx="minor">
            <a:schemeClr val="tx1"/>
          </a:fontRef>
        </p:style>
      </p:cxnSp>
      <p:sp>
        <p:nvSpPr>
          <p:cNvPr id="36" name="Picture Placeholder 40"/>
          <p:cNvSpPr>
            <a:spLocks noGrp="1"/>
          </p:cNvSpPr>
          <p:nvPr>
            <p:ph type="pic" sz="quarter" idx="36"/>
          </p:nvPr>
        </p:nvSpPr>
        <p:spPr>
          <a:xfrm flipH="1">
            <a:off x="8891349" y="1938226"/>
            <a:ext cx="1004455" cy="980224"/>
          </a:xfrm>
          <a:custGeom>
            <a:avLst/>
            <a:gdLst>
              <a:gd name="connsiteX0" fmla="*/ 661920 w 1782809"/>
              <a:gd name="connsiteY0" fmla="*/ 0 h 1739801"/>
              <a:gd name="connsiteX1" fmla="*/ 872621 w 1782809"/>
              <a:gd name="connsiteY1" fmla="*/ 112029 h 1739801"/>
              <a:gd name="connsiteX2" fmla="*/ 878174 w 1782809"/>
              <a:gd name="connsiteY2" fmla="*/ 122259 h 1739801"/>
              <a:gd name="connsiteX3" fmla="*/ 888662 w 1782809"/>
              <a:gd name="connsiteY3" fmla="*/ 120659 h 1739801"/>
              <a:gd name="connsiteX4" fmla="*/ 965961 w 1782809"/>
              <a:gd name="connsiteY4" fmla="*/ 116755 h 1739801"/>
              <a:gd name="connsiteX5" fmla="*/ 1326326 w 1782809"/>
              <a:gd name="connsiteY5" fmla="*/ 208003 h 1739801"/>
              <a:gd name="connsiteX6" fmla="*/ 1367203 w 1782809"/>
              <a:gd name="connsiteY6" fmla="*/ 232837 h 1739801"/>
              <a:gd name="connsiteX7" fmla="*/ 1376243 w 1782809"/>
              <a:gd name="connsiteY7" fmla="*/ 225379 h 1739801"/>
              <a:gd name="connsiteX8" fmla="*/ 1518310 w 1782809"/>
              <a:gd name="connsiteY8" fmla="*/ 181983 h 1739801"/>
              <a:gd name="connsiteX9" fmla="*/ 1772407 w 1782809"/>
              <a:gd name="connsiteY9" fmla="*/ 436079 h 1739801"/>
              <a:gd name="connsiteX10" fmla="*/ 1697983 w 1782809"/>
              <a:gd name="connsiteY10" fmla="*/ 615753 h 1739801"/>
              <a:gd name="connsiteX11" fmla="*/ 1681257 w 1782809"/>
              <a:gd name="connsiteY11" fmla="*/ 629554 h 1739801"/>
              <a:gd name="connsiteX12" fmla="*/ 1687993 w 1782809"/>
              <a:gd name="connsiteY12" fmla="*/ 647960 h 1739801"/>
              <a:gd name="connsiteX13" fmla="*/ 1721982 w 1782809"/>
              <a:gd name="connsiteY13" fmla="*/ 872777 h 1739801"/>
              <a:gd name="connsiteX14" fmla="*/ 1718079 w 1782809"/>
              <a:gd name="connsiteY14" fmla="*/ 950076 h 1739801"/>
              <a:gd name="connsiteX15" fmla="*/ 1708911 w 1782809"/>
              <a:gd name="connsiteY15" fmla="*/ 1010143 h 1739801"/>
              <a:gd name="connsiteX16" fmla="*/ 1739413 w 1782809"/>
              <a:gd name="connsiteY16" fmla="*/ 1047112 h 1739801"/>
              <a:gd name="connsiteX17" fmla="*/ 1782809 w 1782809"/>
              <a:gd name="connsiteY17" fmla="*/ 1189180 h 1739801"/>
              <a:gd name="connsiteX18" fmla="*/ 1528713 w 1782809"/>
              <a:gd name="connsiteY18" fmla="*/ 1443276 h 1739801"/>
              <a:gd name="connsiteX19" fmla="*/ 1477504 w 1782809"/>
              <a:gd name="connsiteY19" fmla="*/ 1438114 h 1739801"/>
              <a:gd name="connsiteX20" fmla="*/ 1469464 w 1782809"/>
              <a:gd name="connsiteY20" fmla="*/ 1435618 h 1739801"/>
              <a:gd name="connsiteX21" fmla="*/ 1446861 w 1782809"/>
              <a:gd name="connsiteY21" fmla="*/ 1456160 h 1739801"/>
              <a:gd name="connsiteX22" fmla="*/ 1033711 w 1782809"/>
              <a:gd name="connsiteY22" fmla="*/ 1625805 h 1739801"/>
              <a:gd name="connsiteX23" fmla="*/ 972376 w 1782809"/>
              <a:gd name="connsiteY23" fmla="*/ 1628515 h 1739801"/>
              <a:gd name="connsiteX24" fmla="*/ 941962 w 1782809"/>
              <a:gd name="connsiteY24" fmla="*/ 1665378 h 1739801"/>
              <a:gd name="connsiteX25" fmla="*/ 762288 w 1782809"/>
              <a:gd name="connsiteY25" fmla="*/ 1739801 h 1739801"/>
              <a:gd name="connsiteX26" fmla="*/ 508192 w 1782809"/>
              <a:gd name="connsiteY26" fmla="*/ 1485705 h 1739801"/>
              <a:gd name="connsiteX27" fmla="*/ 509460 w 1782809"/>
              <a:gd name="connsiteY27" fmla="*/ 1473124 h 1739801"/>
              <a:gd name="connsiteX28" fmla="*/ 457628 w 1782809"/>
              <a:gd name="connsiteY28" fmla="*/ 1432399 h 1739801"/>
              <a:gd name="connsiteX29" fmla="*/ 269351 w 1782809"/>
              <a:gd name="connsiteY29" fmla="*/ 1167055 h 1739801"/>
              <a:gd name="connsiteX30" fmla="*/ 256837 w 1782809"/>
              <a:gd name="connsiteY30" fmla="*/ 1132864 h 1739801"/>
              <a:gd name="connsiteX31" fmla="*/ 254096 w 1782809"/>
              <a:gd name="connsiteY31" fmla="*/ 1133141 h 1739801"/>
              <a:gd name="connsiteX32" fmla="*/ 0 w 1782809"/>
              <a:gd name="connsiteY32" fmla="*/ 879044 h 1739801"/>
              <a:gd name="connsiteX33" fmla="*/ 202887 w 1782809"/>
              <a:gd name="connsiteY33" fmla="*/ 630110 h 1739801"/>
              <a:gd name="connsiteX34" fmla="*/ 252284 w 1782809"/>
              <a:gd name="connsiteY34" fmla="*/ 625130 h 1739801"/>
              <a:gd name="connsiteX35" fmla="*/ 269351 w 1782809"/>
              <a:gd name="connsiteY35" fmla="*/ 578499 h 1739801"/>
              <a:gd name="connsiteX36" fmla="*/ 339055 w 1782809"/>
              <a:gd name="connsiteY36" fmla="*/ 450078 h 1739801"/>
              <a:gd name="connsiteX37" fmla="*/ 425429 w 1782809"/>
              <a:gd name="connsiteY37" fmla="*/ 345392 h 1739801"/>
              <a:gd name="connsiteX38" fmla="*/ 412986 w 1782809"/>
              <a:gd name="connsiteY38" fmla="*/ 305306 h 1739801"/>
              <a:gd name="connsiteX39" fmla="*/ 407824 w 1782809"/>
              <a:gd name="connsiteY39" fmla="*/ 254096 h 1739801"/>
              <a:gd name="connsiteX40" fmla="*/ 661920 w 1782809"/>
              <a:gd name="connsiteY40" fmla="*/ 0 h 1739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782809" h="1739801">
                <a:moveTo>
                  <a:pt x="661920" y="0"/>
                </a:moveTo>
                <a:cubicBezTo>
                  <a:pt x="749628" y="0"/>
                  <a:pt x="826958" y="44438"/>
                  <a:pt x="872621" y="112029"/>
                </a:cubicBezTo>
                <a:lnTo>
                  <a:pt x="878174" y="122259"/>
                </a:lnTo>
                <a:lnTo>
                  <a:pt x="888662" y="120659"/>
                </a:lnTo>
                <a:cubicBezTo>
                  <a:pt x="914077" y="118078"/>
                  <a:pt x="939864" y="116755"/>
                  <a:pt x="965961" y="116755"/>
                </a:cubicBezTo>
                <a:cubicBezTo>
                  <a:pt x="1096442" y="116755"/>
                  <a:pt x="1219202" y="149810"/>
                  <a:pt x="1326326" y="208003"/>
                </a:cubicBezTo>
                <a:lnTo>
                  <a:pt x="1367203" y="232837"/>
                </a:lnTo>
                <a:lnTo>
                  <a:pt x="1376243" y="225379"/>
                </a:lnTo>
                <a:cubicBezTo>
                  <a:pt x="1416796" y="197981"/>
                  <a:pt x="1465685" y="181983"/>
                  <a:pt x="1518310" y="181983"/>
                </a:cubicBezTo>
                <a:cubicBezTo>
                  <a:pt x="1658644" y="181983"/>
                  <a:pt x="1772407" y="295746"/>
                  <a:pt x="1772407" y="436079"/>
                </a:cubicBezTo>
                <a:cubicBezTo>
                  <a:pt x="1772407" y="506246"/>
                  <a:pt x="1743966" y="569770"/>
                  <a:pt x="1697983" y="615753"/>
                </a:cubicBezTo>
                <a:lnTo>
                  <a:pt x="1681257" y="629554"/>
                </a:lnTo>
                <a:lnTo>
                  <a:pt x="1687993" y="647960"/>
                </a:lnTo>
                <a:cubicBezTo>
                  <a:pt x="1710083" y="718979"/>
                  <a:pt x="1721982" y="794489"/>
                  <a:pt x="1721982" y="872777"/>
                </a:cubicBezTo>
                <a:cubicBezTo>
                  <a:pt x="1721982" y="898874"/>
                  <a:pt x="1720660" y="924661"/>
                  <a:pt x="1718079" y="950076"/>
                </a:cubicBezTo>
                <a:lnTo>
                  <a:pt x="1708911" y="1010143"/>
                </a:lnTo>
                <a:lnTo>
                  <a:pt x="1739413" y="1047112"/>
                </a:lnTo>
                <a:cubicBezTo>
                  <a:pt x="1766811" y="1087666"/>
                  <a:pt x="1782809" y="1136555"/>
                  <a:pt x="1782809" y="1189180"/>
                </a:cubicBezTo>
                <a:cubicBezTo>
                  <a:pt x="1782809" y="1329513"/>
                  <a:pt x="1669046" y="1443276"/>
                  <a:pt x="1528713" y="1443276"/>
                </a:cubicBezTo>
                <a:cubicBezTo>
                  <a:pt x="1511171" y="1443276"/>
                  <a:pt x="1494045" y="1441498"/>
                  <a:pt x="1477504" y="1438114"/>
                </a:cubicBezTo>
                <a:lnTo>
                  <a:pt x="1469464" y="1435618"/>
                </a:lnTo>
                <a:lnTo>
                  <a:pt x="1446861" y="1456160"/>
                </a:lnTo>
                <a:cubicBezTo>
                  <a:pt x="1332511" y="1550530"/>
                  <a:pt x="1189943" y="1611930"/>
                  <a:pt x="1033711" y="1625805"/>
                </a:cubicBezTo>
                <a:lnTo>
                  <a:pt x="972376" y="1628515"/>
                </a:lnTo>
                <a:lnTo>
                  <a:pt x="941962" y="1665378"/>
                </a:lnTo>
                <a:cubicBezTo>
                  <a:pt x="895980" y="1711361"/>
                  <a:pt x="832455" y="1739801"/>
                  <a:pt x="762288" y="1739801"/>
                </a:cubicBezTo>
                <a:cubicBezTo>
                  <a:pt x="621955" y="1739801"/>
                  <a:pt x="508192" y="1626038"/>
                  <a:pt x="508192" y="1485705"/>
                </a:cubicBezTo>
                <a:lnTo>
                  <a:pt x="509460" y="1473124"/>
                </a:lnTo>
                <a:lnTo>
                  <a:pt x="457628" y="1432399"/>
                </a:lnTo>
                <a:cubicBezTo>
                  <a:pt x="377073" y="1359182"/>
                  <a:pt x="312390" y="1268811"/>
                  <a:pt x="269351" y="1167055"/>
                </a:cubicBezTo>
                <a:lnTo>
                  <a:pt x="256837" y="1132864"/>
                </a:lnTo>
                <a:lnTo>
                  <a:pt x="254096" y="1133141"/>
                </a:lnTo>
                <a:cubicBezTo>
                  <a:pt x="113763" y="1133141"/>
                  <a:pt x="0" y="1019378"/>
                  <a:pt x="0" y="879044"/>
                </a:cubicBezTo>
                <a:cubicBezTo>
                  <a:pt x="0" y="756252"/>
                  <a:pt x="87099" y="653803"/>
                  <a:pt x="202887" y="630110"/>
                </a:cubicBezTo>
                <a:lnTo>
                  <a:pt x="252284" y="625130"/>
                </a:lnTo>
                <a:lnTo>
                  <a:pt x="269351" y="578499"/>
                </a:lnTo>
                <a:cubicBezTo>
                  <a:pt x="288479" y="533275"/>
                  <a:pt x="311883" y="490299"/>
                  <a:pt x="339055" y="450078"/>
                </a:cubicBezTo>
                <a:lnTo>
                  <a:pt x="425429" y="345392"/>
                </a:lnTo>
                <a:lnTo>
                  <a:pt x="412986" y="305306"/>
                </a:lnTo>
                <a:cubicBezTo>
                  <a:pt x="409601" y="288764"/>
                  <a:pt x="407824" y="271638"/>
                  <a:pt x="407824" y="254096"/>
                </a:cubicBezTo>
                <a:cubicBezTo>
                  <a:pt x="407824" y="113763"/>
                  <a:pt x="521586" y="0"/>
                  <a:pt x="661920" y="0"/>
                </a:cubicBezTo>
                <a:close/>
              </a:path>
            </a:pathLst>
          </a:custGeom>
          <a:solidFill>
            <a:schemeClr val="bg1">
              <a:lumMod val="85000"/>
            </a:schemeClr>
          </a:solidFill>
        </p:spPr>
        <p:txBody>
          <a:bodyPr wrap="square">
            <a:noAutofit/>
          </a:bodyPr>
          <a:lstStyle/>
          <a:p>
            <a:endParaRPr lang="en-AU" dirty="0"/>
          </a:p>
        </p:txBody>
      </p:sp>
      <p:sp>
        <p:nvSpPr>
          <p:cNvPr id="37" name="Picture Placeholder 40"/>
          <p:cNvSpPr>
            <a:spLocks noGrp="1"/>
          </p:cNvSpPr>
          <p:nvPr>
            <p:ph type="pic" sz="quarter" idx="37"/>
          </p:nvPr>
        </p:nvSpPr>
        <p:spPr>
          <a:xfrm flipH="1">
            <a:off x="8860669" y="3517733"/>
            <a:ext cx="1004455" cy="980224"/>
          </a:xfrm>
          <a:custGeom>
            <a:avLst/>
            <a:gdLst>
              <a:gd name="connsiteX0" fmla="*/ 661920 w 1782809"/>
              <a:gd name="connsiteY0" fmla="*/ 0 h 1739801"/>
              <a:gd name="connsiteX1" fmla="*/ 872621 w 1782809"/>
              <a:gd name="connsiteY1" fmla="*/ 112029 h 1739801"/>
              <a:gd name="connsiteX2" fmla="*/ 878174 w 1782809"/>
              <a:gd name="connsiteY2" fmla="*/ 122259 h 1739801"/>
              <a:gd name="connsiteX3" fmla="*/ 888662 w 1782809"/>
              <a:gd name="connsiteY3" fmla="*/ 120659 h 1739801"/>
              <a:gd name="connsiteX4" fmla="*/ 965961 w 1782809"/>
              <a:gd name="connsiteY4" fmla="*/ 116755 h 1739801"/>
              <a:gd name="connsiteX5" fmla="*/ 1326326 w 1782809"/>
              <a:gd name="connsiteY5" fmla="*/ 208003 h 1739801"/>
              <a:gd name="connsiteX6" fmla="*/ 1367203 w 1782809"/>
              <a:gd name="connsiteY6" fmla="*/ 232837 h 1739801"/>
              <a:gd name="connsiteX7" fmla="*/ 1376243 w 1782809"/>
              <a:gd name="connsiteY7" fmla="*/ 225379 h 1739801"/>
              <a:gd name="connsiteX8" fmla="*/ 1518310 w 1782809"/>
              <a:gd name="connsiteY8" fmla="*/ 181983 h 1739801"/>
              <a:gd name="connsiteX9" fmla="*/ 1772407 w 1782809"/>
              <a:gd name="connsiteY9" fmla="*/ 436079 h 1739801"/>
              <a:gd name="connsiteX10" fmla="*/ 1697983 w 1782809"/>
              <a:gd name="connsiteY10" fmla="*/ 615753 h 1739801"/>
              <a:gd name="connsiteX11" fmla="*/ 1681257 w 1782809"/>
              <a:gd name="connsiteY11" fmla="*/ 629554 h 1739801"/>
              <a:gd name="connsiteX12" fmla="*/ 1687993 w 1782809"/>
              <a:gd name="connsiteY12" fmla="*/ 647960 h 1739801"/>
              <a:gd name="connsiteX13" fmla="*/ 1721982 w 1782809"/>
              <a:gd name="connsiteY13" fmla="*/ 872777 h 1739801"/>
              <a:gd name="connsiteX14" fmla="*/ 1718079 w 1782809"/>
              <a:gd name="connsiteY14" fmla="*/ 950076 h 1739801"/>
              <a:gd name="connsiteX15" fmla="*/ 1708911 w 1782809"/>
              <a:gd name="connsiteY15" fmla="*/ 1010143 h 1739801"/>
              <a:gd name="connsiteX16" fmla="*/ 1739413 w 1782809"/>
              <a:gd name="connsiteY16" fmla="*/ 1047112 h 1739801"/>
              <a:gd name="connsiteX17" fmla="*/ 1782809 w 1782809"/>
              <a:gd name="connsiteY17" fmla="*/ 1189180 h 1739801"/>
              <a:gd name="connsiteX18" fmla="*/ 1528713 w 1782809"/>
              <a:gd name="connsiteY18" fmla="*/ 1443276 h 1739801"/>
              <a:gd name="connsiteX19" fmla="*/ 1477504 w 1782809"/>
              <a:gd name="connsiteY19" fmla="*/ 1438114 h 1739801"/>
              <a:gd name="connsiteX20" fmla="*/ 1469464 w 1782809"/>
              <a:gd name="connsiteY20" fmla="*/ 1435618 h 1739801"/>
              <a:gd name="connsiteX21" fmla="*/ 1446861 w 1782809"/>
              <a:gd name="connsiteY21" fmla="*/ 1456160 h 1739801"/>
              <a:gd name="connsiteX22" fmla="*/ 1033711 w 1782809"/>
              <a:gd name="connsiteY22" fmla="*/ 1625805 h 1739801"/>
              <a:gd name="connsiteX23" fmla="*/ 972376 w 1782809"/>
              <a:gd name="connsiteY23" fmla="*/ 1628515 h 1739801"/>
              <a:gd name="connsiteX24" fmla="*/ 941962 w 1782809"/>
              <a:gd name="connsiteY24" fmla="*/ 1665378 h 1739801"/>
              <a:gd name="connsiteX25" fmla="*/ 762288 w 1782809"/>
              <a:gd name="connsiteY25" fmla="*/ 1739801 h 1739801"/>
              <a:gd name="connsiteX26" fmla="*/ 508192 w 1782809"/>
              <a:gd name="connsiteY26" fmla="*/ 1485705 h 1739801"/>
              <a:gd name="connsiteX27" fmla="*/ 509460 w 1782809"/>
              <a:gd name="connsiteY27" fmla="*/ 1473124 h 1739801"/>
              <a:gd name="connsiteX28" fmla="*/ 457628 w 1782809"/>
              <a:gd name="connsiteY28" fmla="*/ 1432399 h 1739801"/>
              <a:gd name="connsiteX29" fmla="*/ 269351 w 1782809"/>
              <a:gd name="connsiteY29" fmla="*/ 1167055 h 1739801"/>
              <a:gd name="connsiteX30" fmla="*/ 256837 w 1782809"/>
              <a:gd name="connsiteY30" fmla="*/ 1132864 h 1739801"/>
              <a:gd name="connsiteX31" fmla="*/ 254096 w 1782809"/>
              <a:gd name="connsiteY31" fmla="*/ 1133141 h 1739801"/>
              <a:gd name="connsiteX32" fmla="*/ 0 w 1782809"/>
              <a:gd name="connsiteY32" fmla="*/ 879044 h 1739801"/>
              <a:gd name="connsiteX33" fmla="*/ 202887 w 1782809"/>
              <a:gd name="connsiteY33" fmla="*/ 630110 h 1739801"/>
              <a:gd name="connsiteX34" fmla="*/ 252284 w 1782809"/>
              <a:gd name="connsiteY34" fmla="*/ 625130 h 1739801"/>
              <a:gd name="connsiteX35" fmla="*/ 269351 w 1782809"/>
              <a:gd name="connsiteY35" fmla="*/ 578499 h 1739801"/>
              <a:gd name="connsiteX36" fmla="*/ 339055 w 1782809"/>
              <a:gd name="connsiteY36" fmla="*/ 450078 h 1739801"/>
              <a:gd name="connsiteX37" fmla="*/ 425429 w 1782809"/>
              <a:gd name="connsiteY37" fmla="*/ 345392 h 1739801"/>
              <a:gd name="connsiteX38" fmla="*/ 412986 w 1782809"/>
              <a:gd name="connsiteY38" fmla="*/ 305306 h 1739801"/>
              <a:gd name="connsiteX39" fmla="*/ 407824 w 1782809"/>
              <a:gd name="connsiteY39" fmla="*/ 254096 h 1739801"/>
              <a:gd name="connsiteX40" fmla="*/ 661920 w 1782809"/>
              <a:gd name="connsiteY40" fmla="*/ 0 h 1739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782809" h="1739801">
                <a:moveTo>
                  <a:pt x="661920" y="0"/>
                </a:moveTo>
                <a:cubicBezTo>
                  <a:pt x="749628" y="0"/>
                  <a:pt x="826958" y="44438"/>
                  <a:pt x="872621" y="112029"/>
                </a:cubicBezTo>
                <a:lnTo>
                  <a:pt x="878174" y="122259"/>
                </a:lnTo>
                <a:lnTo>
                  <a:pt x="888662" y="120659"/>
                </a:lnTo>
                <a:cubicBezTo>
                  <a:pt x="914077" y="118078"/>
                  <a:pt x="939864" y="116755"/>
                  <a:pt x="965961" y="116755"/>
                </a:cubicBezTo>
                <a:cubicBezTo>
                  <a:pt x="1096442" y="116755"/>
                  <a:pt x="1219202" y="149810"/>
                  <a:pt x="1326326" y="208003"/>
                </a:cubicBezTo>
                <a:lnTo>
                  <a:pt x="1367203" y="232837"/>
                </a:lnTo>
                <a:lnTo>
                  <a:pt x="1376243" y="225379"/>
                </a:lnTo>
                <a:cubicBezTo>
                  <a:pt x="1416796" y="197981"/>
                  <a:pt x="1465685" y="181983"/>
                  <a:pt x="1518310" y="181983"/>
                </a:cubicBezTo>
                <a:cubicBezTo>
                  <a:pt x="1658644" y="181983"/>
                  <a:pt x="1772407" y="295746"/>
                  <a:pt x="1772407" y="436079"/>
                </a:cubicBezTo>
                <a:cubicBezTo>
                  <a:pt x="1772407" y="506246"/>
                  <a:pt x="1743966" y="569770"/>
                  <a:pt x="1697983" y="615753"/>
                </a:cubicBezTo>
                <a:lnTo>
                  <a:pt x="1681257" y="629554"/>
                </a:lnTo>
                <a:lnTo>
                  <a:pt x="1687993" y="647960"/>
                </a:lnTo>
                <a:cubicBezTo>
                  <a:pt x="1710083" y="718979"/>
                  <a:pt x="1721982" y="794489"/>
                  <a:pt x="1721982" y="872777"/>
                </a:cubicBezTo>
                <a:cubicBezTo>
                  <a:pt x="1721982" y="898874"/>
                  <a:pt x="1720660" y="924661"/>
                  <a:pt x="1718079" y="950076"/>
                </a:cubicBezTo>
                <a:lnTo>
                  <a:pt x="1708911" y="1010143"/>
                </a:lnTo>
                <a:lnTo>
                  <a:pt x="1739413" y="1047112"/>
                </a:lnTo>
                <a:cubicBezTo>
                  <a:pt x="1766811" y="1087666"/>
                  <a:pt x="1782809" y="1136555"/>
                  <a:pt x="1782809" y="1189180"/>
                </a:cubicBezTo>
                <a:cubicBezTo>
                  <a:pt x="1782809" y="1329513"/>
                  <a:pt x="1669046" y="1443276"/>
                  <a:pt x="1528713" y="1443276"/>
                </a:cubicBezTo>
                <a:cubicBezTo>
                  <a:pt x="1511171" y="1443276"/>
                  <a:pt x="1494045" y="1441498"/>
                  <a:pt x="1477504" y="1438114"/>
                </a:cubicBezTo>
                <a:lnTo>
                  <a:pt x="1469464" y="1435618"/>
                </a:lnTo>
                <a:lnTo>
                  <a:pt x="1446861" y="1456160"/>
                </a:lnTo>
                <a:cubicBezTo>
                  <a:pt x="1332511" y="1550530"/>
                  <a:pt x="1189943" y="1611930"/>
                  <a:pt x="1033711" y="1625805"/>
                </a:cubicBezTo>
                <a:lnTo>
                  <a:pt x="972376" y="1628515"/>
                </a:lnTo>
                <a:lnTo>
                  <a:pt x="941962" y="1665378"/>
                </a:lnTo>
                <a:cubicBezTo>
                  <a:pt x="895980" y="1711361"/>
                  <a:pt x="832455" y="1739801"/>
                  <a:pt x="762288" y="1739801"/>
                </a:cubicBezTo>
                <a:cubicBezTo>
                  <a:pt x="621955" y="1739801"/>
                  <a:pt x="508192" y="1626038"/>
                  <a:pt x="508192" y="1485705"/>
                </a:cubicBezTo>
                <a:lnTo>
                  <a:pt x="509460" y="1473124"/>
                </a:lnTo>
                <a:lnTo>
                  <a:pt x="457628" y="1432399"/>
                </a:lnTo>
                <a:cubicBezTo>
                  <a:pt x="377073" y="1359182"/>
                  <a:pt x="312390" y="1268811"/>
                  <a:pt x="269351" y="1167055"/>
                </a:cubicBezTo>
                <a:lnTo>
                  <a:pt x="256837" y="1132864"/>
                </a:lnTo>
                <a:lnTo>
                  <a:pt x="254096" y="1133141"/>
                </a:lnTo>
                <a:cubicBezTo>
                  <a:pt x="113763" y="1133141"/>
                  <a:pt x="0" y="1019378"/>
                  <a:pt x="0" y="879044"/>
                </a:cubicBezTo>
                <a:cubicBezTo>
                  <a:pt x="0" y="756252"/>
                  <a:pt x="87099" y="653803"/>
                  <a:pt x="202887" y="630110"/>
                </a:cubicBezTo>
                <a:lnTo>
                  <a:pt x="252284" y="625130"/>
                </a:lnTo>
                <a:lnTo>
                  <a:pt x="269351" y="578499"/>
                </a:lnTo>
                <a:cubicBezTo>
                  <a:pt x="288479" y="533275"/>
                  <a:pt x="311883" y="490299"/>
                  <a:pt x="339055" y="450078"/>
                </a:cubicBezTo>
                <a:lnTo>
                  <a:pt x="425429" y="345392"/>
                </a:lnTo>
                <a:lnTo>
                  <a:pt x="412986" y="305306"/>
                </a:lnTo>
                <a:cubicBezTo>
                  <a:pt x="409601" y="288764"/>
                  <a:pt x="407824" y="271638"/>
                  <a:pt x="407824" y="254096"/>
                </a:cubicBezTo>
                <a:cubicBezTo>
                  <a:pt x="407824" y="113763"/>
                  <a:pt x="521586" y="0"/>
                  <a:pt x="661920" y="0"/>
                </a:cubicBezTo>
                <a:close/>
              </a:path>
            </a:pathLst>
          </a:custGeom>
          <a:solidFill>
            <a:schemeClr val="bg1">
              <a:lumMod val="85000"/>
            </a:schemeClr>
          </a:solidFill>
        </p:spPr>
        <p:txBody>
          <a:bodyPr wrap="square">
            <a:noAutofit/>
          </a:bodyPr>
          <a:lstStyle/>
          <a:p>
            <a:endParaRPr lang="en-AU" dirty="0"/>
          </a:p>
        </p:txBody>
      </p:sp>
      <p:sp>
        <p:nvSpPr>
          <p:cNvPr id="38" name="Picture Placeholder 40"/>
          <p:cNvSpPr>
            <a:spLocks noGrp="1"/>
          </p:cNvSpPr>
          <p:nvPr>
            <p:ph type="pic" sz="quarter" idx="38"/>
          </p:nvPr>
        </p:nvSpPr>
        <p:spPr>
          <a:xfrm flipH="1">
            <a:off x="8891349" y="5189755"/>
            <a:ext cx="1004455" cy="980224"/>
          </a:xfrm>
          <a:custGeom>
            <a:avLst/>
            <a:gdLst>
              <a:gd name="connsiteX0" fmla="*/ 661920 w 1782809"/>
              <a:gd name="connsiteY0" fmla="*/ 0 h 1739801"/>
              <a:gd name="connsiteX1" fmla="*/ 872621 w 1782809"/>
              <a:gd name="connsiteY1" fmla="*/ 112029 h 1739801"/>
              <a:gd name="connsiteX2" fmla="*/ 878174 w 1782809"/>
              <a:gd name="connsiteY2" fmla="*/ 122259 h 1739801"/>
              <a:gd name="connsiteX3" fmla="*/ 888662 w 1782809"/>
              <a:gd name="connsiteY3" fmla="*/ 120659 h 1739801"/>
              <a:gd name="connsiteX4" fmla="*/ 965961 w 1782809"/>
              <a:gd name="connsiteY4" fmla="*/ 116755 h 1739801"/>
              <a:gd name="connsiteX5" fmla="*/ 1326326 w 1782809"/>
              <a:gd name="connsiteY5" fmla="*/ 208003 h 1739801"/>
              <a:gd name="connsiteX6" fmla="*/ 1367203 w 1782809"/>
              <a:gd name="connsiteY6" fmla="*/ 232837 h 1739801"/>
              <a:gd name="connsiteX7" fmla="*/ 1376243 w 1782809"/>
              <a:gd name="connsiteY7" fmla="*/ 225379 h 1739801"/>
              <a:gd name="connsiteX8" fmla="*/ 1518310 w 1782809"/>
              <a:gd name="connsiteY8" fmla="*/ 181983 h 1739801"/>
              <a:gd name="connsiteX9" fmla="*/ 1772407 w 1782809"/>
              <a:gd name="connsiteY9" fmla="*/ 436079 h 1739801"/>
              <a:gd name="connsiteX10" fmla="*/ 1697983 w 1782809"/>
              <a:gd name="connsiteY10" fmla="*/ 615753 h 1739801"/>
              <a:gd name="connsiteX11" fmla="*/ 1681257 w 1782809"/>
              <a:gd name="connsiteY11" fmla="*/ 629554 h 1739801"/>
              <a:gd name="connsiteX12" fmla="*/ 1687993 w 1782809"/>
              <a:gd name="connsiteY12" fmla="*/ 647960 h 1739801"/>
              <a:gd name="connsiteX13" fmla="*/ 1721982 w 1782809"/>
              <a:gd name="connsiteY13" fmla="*/ 872777 h 1739801"/>
              <a:gd name="connsiteX14" fmla="*/ 1718079 w 1782809"/>
              <a:gd name="connsiteY14" fmla="*/ 950076 h 1739801"/>
              <a:gd name="connsiteX15" fmla="*/ 1708911 w 1782809"/>
              <a:gd name="connsiteY15" fmla="*/ 1010143 h 1739801"/>
              <a:gd name="connsiteX16" fmla="*/ 1739413 w 1782809"/>
              <a:gd name="connsiteY16" fmla="*/ 1047112 h 1739801"/>
              <a:gd name="connsiteX17" fmla="*/ 1782809 w 1782809"/>
              <a:gd name="connsiteY17" fmla="*/ 1189180 h 1739801"/>
              <a:gd name="connsiteX18" fmla="*/ 1528713 w 1782809"/>
              <a:gd name="connsiteY18" fmla="*/ 1443276 h 1739801"/>
              <a:gd name="connsiteX19" fmla="*/ 1477504 w 1782809"/>
              <a:gd name="connsiteY19" fmla="*/ 1438114 h 1739801"/>
              <a:gd name="connsiteX20" fmla="*/ 1469464 w 1782809"/>
              <a:gd name="connsiteY20" fmla="*/ 1435618 h 1739801"/>
              <a:gd name="connsiteX21" fmla="*/ 1446861 w 1782809"/>
              <a:gd name="connsiteY21" fmla="*/ 1456160 h 1739801"/>
              <a:gd name="connsiteX22" fmla="*/ 1033711 w 1782809"/>
              <a:gd name="connsiteY22" fmla="*/ 1625805 h 1739801"/>
              <a:gd name="connsiteX23" fmla="*/ 972376 w 1782809"/>
              <a:gd name="connsiteY23" fmla="*/ 1628515 h 1739801"/>
              <a:gd name="connsiteX24" fmla="*/ 941962 w 1782809"/>
              <a:gd name="connsiteY24" fmla="*/ 1665378 h 1739801"/>
              <a:gd name="connsiteX25" fmla="*/ 762288 w 1782809"/>
              <a:gd name="connsiteY25" fmla="*/ 1739801 h 1739801"/>
              <a:gd name="connsiteX26" fmla="*/ 508192 w 1782809"/>
              <a:gd name="connsiteY26" fmla="*/ 1485705 h 1739801"/>
              <a:gd name="connsiteX27" fmla="*/ 509460 w 1782809"/>
              <a:gd name="connsiteY27" fmla="*/ 1473124 h 1739801"/>
              <a:gd name="connsiteX28" fmla="*/ 457628 w 1782809"/>
              <a:gd name="connsiteY28" fmla="*/ 1432399 h 1739801"/>
              <a:gd name="connsiteX29" fmla="*/ 269351 w 1782809"/>
              <a:gd name="connsiteY29" fmla="*/ 1167055 h 1739801"/>
              <a:gd name="connsiteX30" fmla="*/ 256837 w 1782809"/>
              <a:gd name="connsiteY30" fmla="*/ 1132864 h 1739801"/>
              <a:gd name="connsiteX31" fmla="*/ 254096 w 1782809"/>
              <a:gd name="connsiteY31" fmla="*/ 1133141 h 1739801"/>
              <a:gd name="connsiteX32" fmla="*/ 0 w 1782809"/>
              <a:gd name="connsiteY32" fmla="*/ 879044 h 1739801"/>
              <a:gd name="connsiteX33" fmla="*/ 202887 w 1782809"/>
              <a:gd name="connsiteY33" fmla="*/ 630110 h 1739801"/>
              <a:gd name="connsiteX34" fmla="*/ 252284 w 1782809"/>
              <a:gd name="connsiteY34" fmla="*/ 625130 h 1739801"/>
              <a:gd name="connsiteX35" fmla="*/ 269351 w 1782809"/>
              <a:gd name="connsiteY35" fmla="*/ 578499 h 1739801"/>
              <a:gd name="connsiteX36" fmla="*/ 339055 w 1782809"/>
              <a:gd name="connsiteY36" fmla="*/ 450078 h 1739801"/>
              <a:gd name="connsiteX37" fmla="*/ 425429 w 1782809"/>
              <a:gd name="connsiteY37" fmla="*/ 345392 h 1739801"/>
              <a:gd name="connsiteX38" fmla="*/ 412986 w 1782809"/>
              <a:gd name="connsiteY38" fmla="*/ 305306 h 1739801"/>
              <a:gd name="connsiteX39" fmla="*/ 407824 w 1782809"/>
              <a:gd name="connsiteY39" fmla="*/ 254096 h 1739801"/>
              <a:gd name="connsiteX40" fmla="*/ 661920 w 1782809"/>
              <a:gd name="connsiteY40" fmla="*/ 0 h 1739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782809" h="1739801">
                <a:moveTo>
                  <a:pt x="661920" y="0"/>
                </a:moveTo>
                <a:cubicBezTo>
                  <a:pt x="749628" y="0"/>
                  <a:pt x="826958" y="44438"/>
                  <a:pt x="872621" y="112029"/>
                </a:cubicBezTo>
                <a:lnTo>
                  <a:pt x="878174" y="122259"/>
                </a:lnTo>
                <a:lnTo>
                  <a:pt x="888662" y="120659"/>
                </a:lnTo>
                <a:cubicBezTo>
                  <a:pt x="914077" y="118078"/>
                  <a:pt x="939864" y="116755"/>
                  <a:pt x="965961" y="116755"/>
                </a:cubicBezTo>
                <a:cubicBezTo>
                  <a:pt x="1096442" y="116755"/>
                  <a:pt x="1219202" y="149810"/>
                  <a:pt x="1326326" y="208003"/>
                </a:cubicBezTo>
                <a:lnTo>
                  <a:pt x="1367203" y="232837"/>
                </a:lnTo>
                <a:lnTo>
                  <a:pt x="1376243" y="225379"/>
                </a:lnTo>
                <a:cubicBezTo>
                  <a:pt x="1416796" y="197981"/>
                  <a:pt x="1465685" y="181983"/>
                  <a:pt x="1518310" y="181983"/>
                </a:cubicBezTo>
                <a:cubicBezTo>
                  <a:pt x="1658644" y="181983"/>
                  <a:pt x="1772407" y="295746"/>
                  <a:pt x="1772407" y="436079"/>
                </a:cubicBezTo>
                <a:cubicBezTo>
                  <a:pt x="1772407" y="506246"/>
                  <a:pt x="1743966" y="569770"/>
                  <a:pt x="1697983" y="615753"/>
                </a:cubicBezTo>
                <a:lnTo>
                  <a:pt x="1681257" y="629554"/>
                </a:lnTo>
                <a:lnTo>
                  <a:pt x="1687993" y="647960"/>
                </a:lnTo>
                <a:cubicBezTo>
                  <a:pt x="1710083" y="718979"/>
                  <a:pt x="1721982" y="794489"/>
                  <a:pt x="1721982" y="872777"/>
                </a:cubicBezTo>
                <a:cubicBezTo>
                  <a:pt x="1721982" y="898874"/>
                  <a:pt x="1720660" y="924661"/>
                  <a:pt x="1718079" y="950076"/>
                </a:cubicBezTo>
                <a:lnTo>
                  <a:pt x="1708911" y="1010143"/>
                </a:lnTo>
                <a:lnTo>
                  <a:pt x="1739413" y="1047112"/>
                </a:lnTo>
                <a:cubicBezTo>
                  <a:pt x="1766811" y="1087666"/>
                  <a:pt x="1782809" y="1136555"/>
                  <a:pt x="1782809" y="1189180"/>
                </a:cubicBezTo>
                <a:cubicBezTo>
                  <a:pt x="1782809" y="1329513"/>
                  <a:pt x="1669046" y="1443276"/>
                  <a:pt x="1528713" y="1443276"/>
                </a:cubicBezTo>
                <a:cubicBezTo>
                  <a:pt x="1511171" y="1443276"/>
                  <a:pt x="1494045" y="1441498"/>
                  <a:pt x="1477504" y="1438114"/>
                </a:cubicBezTo>
                <a:lnTo>
                  <a:pt x="1469464" y="1435618"/>
                </a:lnTo>
                <a:lnTo>
                  <a:pt x="1446861" y="1456160"/>
                </a:lnTo>
                <a:cubicBezTo>
                  <a:pt x="1332511" y="1550530"/>
                  <a:pt x="1189943" y="1611930"/>
                  <a:pt x="1033711" y="1625805"/>
                </a:cubicBezTo>
                <a:lnTo>
                  <a:pt x="972376" y="1628515"/>
                </a:lnTo>
                <a:lnTo>
                  <a:pt x="941962" y="1665378"/>
                </a:lnTo>
                <a:cubicBezTo>
                  <a:pt x="895980" y="1711361"/>
                  <a:pt x="832455" y="1739801"/>
                  <a:pt x="762288" y="1739801"/>
                </a:cubicBezTo>
                <a:cubicBezTo>
                  <a:pt x="621955" y="1739801"/>
                  <a:pt x="508192" y="1626038"/>
                  <a:pt x="508192" y="1485705"/>
                </a:cubicBezTo>
                <a:lnTo>
                  <a:pt x="509460" y="1473124"/>
                </a:lnTo>
                <a:lnTo>
                  <a:pt x="457628" y="1432399"/>
                </a:lnTo>
                <a:cubicBezTo>
                  <a:pt x="377073" y="1359182"/>
                  <a:pt x="312390" y="1268811"/>
                  <a:pt x="269351" y="1167055"/>
                </a:cubicBezTo>
                <a:lnTo>
                  <a:pt x="256837" y="1132864"/>
                </a:lnTo>
                <a:lnTo>
                  <a:pt x="254096" y="1133141"/>
                </a:lnTo>
                <a:cubicBezTo>
                  <a:pt x="113763" y="1133141"/>
                  <a:pt x="0" y="1019378"/>
                  <a:pt x="0" y="879044"/>
                </a:cubicBezTo>
                <a:cubicBezTo>
                  <a:pt x="0" y="756252"/>
                  <a:pt x="87099" y="653803"/>
                  <a:pt x="202887" y="630110"/>
                </a:cubicBezTo>
                <a:lnTo>
                  <a:pt x="252284" y="625130"/>
                </a:lnTo>
                <a:lnTo>
                  <a:pt x="269351" y="578499"/>
                </a:lnTo>
                <a:cubicBezTo>
                  <a:pt x="288479" y="533275"/>
                  <a:pt x="311883" y="490299"/>
                  <a:pt x="339055" y="450078"/>
                </a:cubicBezTo>
                <a:lnTo>
                  <a:pt x="425429" y="345392"/>
                </a:lnTo>
                <a:lnTo>
                  <a:pt x="412986" y="305306"/>
                </a:lnTo>
                <a:cubicBezTo>
                  <a:pt x="409601" y="288764"/>
                  <a:pt x="407824" y="271638"/>
                  <a:pt x="407824" y="254096"/>
                </a:cubicBezTo>
                <a:cubicBezTo>
                  <a:pt x="407824" y="113763"/>
                  <a:pt x="521586" y="0"/>
                  <a:pt x="661920" y="0"/>
                </a:cubicBezTo>
                <a:close/>
              </a:path>
            </a:pathLst>
          </a:custGeom>
          <a:solidFill>
            <a:schemeClr val="bg1">
              <a:lumMod val="85000"/>
            </a:schemeClr>
          </a:solidFill>
        </p:spPr>
        <p:txBody>
          <a:bodyPr wrap="square">
            <a:noAutofit/>
          </a:bodyPr>
          <a:lstStyle/>
          <a:p>
            <a:endParaRPr lang="en-AU" dirty="0"/>
          </a:p>
        </p:txBody>
      </p:sp>
      <p:sp>
        <p:nvSpPr>
          <p:cNvPr id="44" name="Text Placeholder 21"/>
          <p:cNvSpPr>
            <a:spLocks noGrp="1"/>
          </p:cNvSpPr>
          <p:nvPr>
            <p:ph type="body" sz="quarter" idx="39"/>
          </p:nvPr>
        </p:nvSpPr>
        <p:spPr>
          <a:xfrm>
            <a:off x="9975125" y="2355972"/>
            <a:ext cx="1950027" cy="256811"/>
          </a:xfrm>
        </p:spPr>
        <p:txBody>
          <a:bodyPr>
            <a:noAutofit/>
          </a:bodyPr>
          <a:lstStyle>
            <a:lvl1pPr algn="ctr">
              <a:defRPr sz="14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5" name="Text Placeholder 21"/>
          <p:cNvSpPr>
            <a:spLocks noGrp="1"/>
          </p:cNvSpPr>
          <p:nvPr>
            <p:ph type="body" sz="quarter" idx="40"/>
          </p:nvPr>
        </p:nvSpPr>
        <p:spPr>
          <a:xfrm>
            <a:off x="9975125" y="2633648"/>
            <a:ext cx="1950027" cy="330467"/>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6" name="Text Placeholder 21"/>
          <p:cNvSpPr>
            <a:spLocks noGrp="1"/>
          </p:cNvSpPr>
          <p:nvPr>
            <p:ph type="body" sz="quarter" idx="41"/>
          </p:nvPr>
        </p:nvSpPr>
        <p:spPr>
          <a:xfrm>
            <a:off x="9975125" y="3907067"/>
            <a:ext cx="1950027" cy="256811"/>
          </a:xfrm>
        </p:spPr>
        <p:txBody>
          <a:bodyPr>
            <a:noAutofit/>
          </a:bodyPr>
          <a:lstStyle>
            <a:lvl1pPr algn="ctr">
              <a:defRPr sz="14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8" name="Text Placeholder 21"/>
          <p:cNvSpPr>
            <a:spLocks noGrp="1"/>
          </p:cNvSpPr>
          <p:nvPr>
            <p:ph type="body" sz="quarter" idx="42"/>
          </p:nvPr>
        </p:nvSpPr>
        <p:spPr>
          <a:xfrm>
            <a:off x="9975125" y="4184743"/>
            <a:ext cx="1950027" cy="330467"/>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9" name="Text Placeholder 21"/>
          <p:cNvSpPr>
            <a:spLocks noGrp="1"/>
          </p:cNvSpPr>
          <p:nvPr>
            <p:ph type="body" sz="quarter" idx="43"/>
          </p:nvPr>
        </p:nvSpPr>
        <p:spPr>
          <a:xfrm>
            <a:off x="9975125" y="5398106"/>
            <a:ext cx="1950027" cy="256811"/>
          </a:xfrm>
        </p:spPr>
        <p:txBody>
          <a:bodyPr>
            <a:noAutofit/>
          </a:bodyPr>
          <a:lstStyle>
            <a:lvl1pPr algn="ctr">
              <a:defRPr sz="14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50" name="Text Placeholder 21"/>
          <p:cNvSpPr>
            <a:spLocks noGrp="1"/>
          </p:cNvSpPr>
          <p:nvPr>
            <p:ph type="body" sz="quarter" idx="44"/>
          </p:nvPr>
        </p:nvSpPr>
        <p:spPr>
          <a:xfrm>
            <a:off x="9975125" y="5675782"/>
            <a:ext cx="1950027" cy="330467"/>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Tree>
    <p:extLst>
      <p:ext uri="{BB962C8B-B14F-4D97-AF65-F5344CB8AC3E}">
        <p14:creationId xmlns:p14="http://schemas.microsoft.com/office/powerpoint/2010/main" val="399395777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53" presetClass="entr" presetSubtype="16" fill="hold" grpId="0" nodeType="afterEffect">
                                  <p:stCondLst>
                                    <p:cond delay="0"/>
                                  </p:stCondLst>
                                  <p:childTnLst>
                                    <p:set>
                                      <p:cBhvr>
                                        <p:cTn id="20" dur="1" fill="hold">
                                          <p:stCondLst>
                                            <p:cond delay="0"/>
                                          </p:stCondLst>
                                        </p:cTn>
                                        <p:tgtEl>
                                          <p:spTgt spid="39"/>
                                        </p:tgtEl>
                                        <p:attrNameLst>
                                          <p:attrName>style.visibility</p:attrName>
                                        </p:attrNameLst>
                                      </p:cBhvr>
                                      <p:to>
                                        <p:strVal val="visible"/>
                                      </p:to>
                                    </p:set>
                                    <p:anim calcmode="lin" valueType="num">
                                      <p:cBhvr>
                                        <p:cTn id="21" dur="500" fill="hold"/>
                                        <p:tgtEl>
                                          <p:spTgt spid="39"/>
                                        </p:tgtEl>
                                        <p:attrNameLst>
                                          <p:attrName>ppt_w</p:attrName>
                                        </p:attrNameLst>
                                      </p:cBhvr>
                                      <p:tavLst>
                                        <p:tav tm="0">
                                          <p:val>
                                            <p:fltVal val="0"/>
                                          </p:val>
                                        </p:tav>
                                        <p:tav tm="100000">
                                          <p:val>
                                            <p:strVal val="#ppt_w"/>
                                          </p:val>
                                        </p:tav>
                                      </p:tavLst>
                                    </p:anim>
                                    <p:anim calcmode="lin" valueType="num">
                                      <p:cBhvr>
                                        <p:cTn id="22" dur="500" fill="hold"/>
                                        <p:tgtEl>
                                          <p:spTgt spid="39"/>
                                        </p:tgtEl>
                                        <p:attrNameLst>
                                          <p:attrName>ppt_h</p:attrName>
                                        </p:attrNameLst>
                                      </p:cBhvr>
                                      <p:tavLst>
                                        <p:tav tm="0">
                                          <p:val>
                                            <p:fltVal val="0"/>
                                          </p:val>
                                        </p:tav>
                                        <p:tav tm="100000">
                                          <p:val>
                                            <p:strVal val="#ppt_h"/>
                                          </p:val>
                                        </p:tav>
                                      </p:tavLst>
                                    </p:anim>
                                    <p:animEffect transition="in" filter="fade">
                                      <p:cBhvr>
                                        <p:cTn id="23" dur="500"/>
                                        <p:tgtEl>
                                          <p:spTgt spid="39"/>
                                        </p:tgtEl>
                                      </p:cBhvr>
                                    </p:animEffect>
                                  </p:childTnLst>
                                </p:cTn>
                              </p:par>
                            </p:childTnLst>
                          </p:cTn>
                        </p:par>
                        <p:par>
                          <p:cTn id="24" fill="hold">
                            <p:stCondLst>
                              <p:cond delay="2000"/>
                            </p:stCondLst>
                            <p:childTnLst>
                              <p:par>
                                <p:cTn id="25" presetID="53" presetClass="entr" presetSubtype="16" fill="hold" grpId="0" nodeType="afterEffect" nodePh="1">
                                  <p:stCondLst>
                                    <p:cond delay="0"/>
                                  </p:stCondLst>
                                  <p:endCondLst>
                                    <p:cond evt="begin" delay="0">
                                      <p:tn val="25"/>
                                    </p:cond>
                                  </p:endCondLst>
                                  <p:childTnLst>
                                    <p:set>
                                      <p:cBhvr>
                                        <p:cTn id="26" dur="1" fill="hold">
                                          <p:stCondLst>
                                            <p:cond delay="0"/>
                                          </p:stCondLst>
                                        </p:cTn>
                                        <p:tgtEl>
                                          <p:spTgt spid="15">
                                            <p:txEl>
                                              <p:pRg st="0" end="0"/>
                                            </p:txEl>
                                          </p:spTgt>
                                        </p:tgtEl>
                                        <p:attrNameLst>
                                          <p:attrName>style.visibility</p:attrName>
                                        </p:attrNameLst>
                                      </p:cBhvr>
                                      <p:to>
                                        <p:strVal val="visible"/>
                                      </p:to>
                                    </p:set>
                                    <p:anim calcmode="lin" valueType="num">
                                      <p:cBhvr>
                                        <p:cTn id="27" dur="500" fill="hold"/>
                                        <p:tgtEl>
                                          <p:spTgt spid="15">
                                            <p:txEl>
                                              <p:pRg st="0" end="0"/>
                                            </p:txEl>
                                          </p:spTgt>
                                        </p:tgtEl>
                                        <p:attrNameLst>
                                          <p:attrName>ppt_w</p:attrName>
                                        </p:attrNameLst>
                                      </p:cBhvr>
                                      <p:tavLst>
                                        <p:tav tm="0">
                                          <p:val>
                                            <p:fltVal val="0"/>
                                          </p:val>
                                        </p:tav>
                                        <p:tav tm="100000">
                                          <p:val>
                                            <p:strVal val="#ppt_w"/>
                                          </p:val>
                                        </p:tav>
                                      </p:tavLst>
                                    </p:anim>
                                    <p:anim calcmode="lin" valueType="num">
                                      <p:cBhvr>
                                        <p:cTn id="28" dur="500" fill="hold"/>
                                        <p:tgtEl>
                                          <p:spTgt spid="15">
                                            <p:txEl>
                                              <p:pRg st="0" end="0"/>
                                            </p:txEl>
                                          </p:spTgt>
                                        </p:tgtEl>
                                        <p:attrNameLst>
                                          <p:attrName>ppt_h</p:attrName>
                                        </p:attrNameLst>
                                      </p:cBhvr>
                                      <p:tavLst>
                                        <p:tav tm="0">
                                          <p:val>
                                            <p:fltVal val="0"/>
                                          </p:val>
                                        </p:tav>
                                        <p:tav tm="100000">
                                          <p:val>
                                            <p:strVal val="#ppt_h"/>
                                          </p:val>
                                        </p:tav>
                                      </p:tavLst>
                                    </p:anim>
                                    <p:animEffect transition="in" filter="fade">
                                      <p:cBhvr>
                                        <p:cTn id="29" dur="500"/>
                                        <p:tgtEl>
                                          <p:spTgt spid="15">
                                            <p:txEl>
                                              <p:pRg st="0" end="0"/>
                                            </p:txEl>
                                          </p:spTgt>
                                        </p:tgtEl>
                                      </p:cBhvr>
                                    </p:animEffect>
                                  </p:childTnLst>
                                </p:cTn>
                              </p:par>
                            </p:childTnLst>
                          </p:cTn>
                        </p:par>
                        <p:par>
                          <p:cTn id="30" fill="hold">
                            <p:stCondLst>
                              <p:cond delay="2500"/>
                            </p:stCondLst>
                            <p:childTnLst>
                              <p:par>
                                <p:cTn id="31" presetID="42" presetClass="entr" presetSubtype="0" fill="hold" grpId="0" nodeType="afterEffect" nodePh="1">
                                  <p:stCondLst>
                                    <p:cond delay="0"/>
                                  </p:stCondLst>
                                  <p:endCondLst>
                                    <p:cond evt="begin" delay="0">
                                      <p:tn val="31"/>
                                    </p:cond>
                                  </p:endCondLst>
                                  <p:childTnLst>
                                    <p:set>
                                      <p:cBhvr>
                                        <p:cTn id="32" dur="1" fill="hold">
                                          <p:stCondLst>
                                            <p:cond delay="0"/>
                                          </p:stCondLst>
                                        </p:cTn>
                                        <p:tgtEl>
                                          <p:spTgt spid="16">
                                            <p:txEl>
                                              <p:pRg st="0" end="0"/>
                                            </p:txEl>
                                          </p:spTgt>
                                        </p:tgtEl>
                                        <p:attrNameLst>
                                          <p:attrName>style.visibility</p:attrName>
                                        </p:attrNameLst>
                                      </p:cBhvr>
                                      <p:to>
                                        <p:strVal val="visible"/>
                                      </p:to>
                                    </p:set>
                                    <p:animEffect transition="in" filter="fade">
                                      <p:cBhvr>
                                        <p:cTn id="33" dur="500"/>
                                        <p:tgtEl>
                                          <p:spTgt spid="16">
                                            <p:txEl>
                                              <p:pRg st="0" end="0"/>
                                            </p:txEl>
                                          </p:spTgt>
                                        </p:tgtEl>
                                      </p:cBhvr>
                                    </p:animEffect>
                                    <p:anim calcmode="lin" valueType="num">
                                      <p:cBhvr>
                                        <p:cTn id="34" dur="500" fill="hold"/>
                                        <p:tgtEl>
                                          <p:spTgt spid="16">
                                            <p:txEl>
                                              <p:pRg st="0" end="0"/>
                                            </p:txEl>
                                          </p:spTgt>
                                        </p:tgtEl>
                                        <p:attrNameLst>
                                          <p:attrName>ppt_x</p:attrName>
                                        </p:attrNameLst>
                                      </p:cBhvr>
                                      <p:tavLst>
                                        <p:tav tm="0">
                                          <p:val>
                                            <p:strVal val="#ppt_x"/>
                                          </p:val>
                                        </p:tav>
                                        <p:tav tm="100000">
                                          <p:val>
                                            <p:strVal val="#ppt_x"/>
                                          </p:val>
                                        </p:tav>
                                      </p:tavLst>
                                    </p:anim>
                                    <p:anim calcmode="lin" valueType="num">
                                      <p:cBhvr>
                                        <p:cTn id="35" dur="500" fill="hold"/>
                                        <p:tgtEl>
                                          <p:spTgt spid="16">
                                            <p:txEl>
                                              <p:pRg st="0" end="0"/>
                                            </p:txEl>
                                          </p:spTgt>
                                        </p:tgtEl>
                                        <p:attrNameLst>
                                          <p:attrName>ppt_y</p:attrName>
                                        </p:attrNameLst>
                                      </p:cBhvr>
                                      <p:tavLst>
                                        <p:tav tm="0">
                                          <p:val>
                                            <p:strVal val="#ppt_y+.1"/>
                                          </p:val>
                                        </p:tav>
                                        <p:tav tm="100000">
                                          <p:val>
                                            <p:strVal val="#ppt_y"/>
                                          </p:val>
                                        </p:tav>
                                      </p:tavLst>
                                    </p:anim>
                                  </p:childTnLst>
                                </p:cTn>
                              </p:par>
                            </p:childTnLst>
                          </p:cTn>
                        </p:par>
                        <p:par>
                          <p:cTn id="36" fill="hold">
                            <p:stCondLst>
                              <p:cond delay="3000"/>
                            </p:stCondLst>
                            <p:childTnLst>
                              <p:par>
                                <p:cTn id="37" presetID="22" presetClass="entr" presetSubtype="8" fill="hold" nodeType="afterEffect">
                                  <p:stCondLst>
                                    <p:cond delay="0"/>
                                  </p:stCondLst>
                                  <p:childTnLst>
                                    <p:set>
                                      <p:cBhvr>
                                        <p:cTn id="38" dur="1" fill="hold">
                                          <p:stCondLst>
                                            <p:cond delay="0"/>
                                          </p:stCondLst>
                                        </p:cTn>
                                        <p:tgtEl>
                                          <p:spTgt spid="12"/>
                                        </p:tgtEl>
                                        <p:attrNameLst>
                                          <p:attrName>style.visibility</p:attrName>
                                        </p:attrNameLst>
                                      </p:cBhvr>
                                      <p:to>
                                        <p:strVal val="visible"/>
                                      </p:to>
                                    </p:set>
                                    <p:animEffect transition="in" filter="wipe(left)">
                                      <p:cBhvr>
                                        <p:cTn id="39" dur="500"/>
                                        <p:tgtEl>
                                          <p:spTgt spid="12"/>
                                        </p:tgtEl>
                                      </p:cBhvr>
                                    </p:animEffect>
                                  </p:childTnLst>
                                </p:cTn>
                              </p:par>
                            </p:childTnLst>
                          </p:cTn>
                        </p:par>
                        <p:par>
                          <p:cTn id="40" fill="hold">
                            <p:stCondLst>
                              <p:cond delay="3500"/>
                            </p:stCondLst>
                            <p:childTnLst>
                              <p:par>
                                <p:cTn id="41" presetID="10" presetClass="entr" presetSubtype="0" fill="hold" grpId="0" nodeType="afterEffect">
                                  <p:stCondLst>
                                    <p:cond delay="0"/>
                                  </p:stCondLst>
                                  <p:childTnLst>
                                    <p:set>
                                      <p:cBhvr>
                                        <p:cTn id="42" dur="1" fill="hold">
                                          <p:stCondLst>
                                            <p:cond delay="0"/>
                                          </p:stCondLst>
                                        </p:cTn>
                                        <p:tgtEl>
                                          <p:spTgt spid="41"/>
                                        </p:tgtEl>
                                        <p:attrNameLst>
                                          <p:attrName>style.visibility</p:attrName>
                                        </p:attrNameLst>
                                      </p:cBhvr>
                                      <p:to>
                                        <p:strVal val="visible"/>
                                      </p:to>
                                    </p:set>
                                    <p:animEffect transition="in" filter="fade">
                                      <p:cBhvr>
                                        <p:cTn id="43" dur="500"/>
                                        <p:tgtEl>
                                          <p:spTgt spid="41"/>
                                        </p:tgtEl>
                                      </p:cBhvr>
                                    </p:animEffect>
                                  </p:childTnLst>
                                </p:cTn>
                              </p:par>
                            </p:childTnLst>
                          </p:cTn>
                        </p:par>
                        <p:par>
                          <p:cTn id="44" fill="hold">
                            <p:stCondLst>
                              <p:cond delay="4000"/>
                            </p:stCondLst>
                            <p:childTnLst>
                              <p:par>
                                <p:cTn id="45" presetID="53" presetClass="entr" presetSubtype="16" fill="hold" grpId="0" nodeType="afterEffect" nodePh="1">
                                  <p:stCondLst>
                                    <p:cond delay="0"/>
                                  </p:stCondLst>
                                  <p:endCondLst>
                                    <p:cond evt="begin" delay="0">
                                      <p:tn val="45"/>
                                    </p:cond>
                                  </p:endCondLst>
                                  <p:childTnLst>
                                    <p:set>
                                      <p:cBhvr>
                                        <p:cTn id="46" dur="1" fill="hold">
                                          <p:stCondLst>
                                            <p:cond delay="0"/>
                                          </p:stCondLst>
                                        </p:cTn>
                                        <p:tgtEl>
                                          <p:spTgt spid="17">
                                            <p:txEl>
                                              <p:pRg st="0" end="0"/>
                                            </p:txEl>
                                          </p:spTgt>
                                        </p:tgtEl>
                                        <p:attrNameLst>
                                          <p:attrName>style.visibility</p:attrName>
                                        </p:attrNameLst>
                                      </p:cBhvr>
                                      <p:to>
                                        <p:strVal val="visible"/>
                                      </p:to>
                                    </p:set>
                                    <p:anim calcmode="lin" valueType="num">
                                      <p:cBhvr>
                                        <p:cTn id="47" dur="500" fill="hold"/>
                                        <p:tgtEl>
                                          <p:spTgt spid="17">
                                            <p:txEl>
                                              <p:pRg st="0" end="0"/>
                                            </p:txEl>
                                          </p:spTgt>
                                        </p:tgtEl>
                                        <p:attrNameLst>
                                          <p:attrName>ppt_w</p:attrName>
                                        </p:attrNameLst>
                                      </p:cBhvr>
                                      <p:tavLst>
                                        <p:tav tm="0">
                                          <p:val>
                                            <p:fltVal val="0"/>
                                          </p:val>
                                        </p:tav>
                                        <p:tav tm="100000">
                                          <p:val>
                                            <p:strVal val="#ppt_w"/>
                                          </p:val>
                                        </p:tav>
                                      </p:tavLst>
                                    </p:anim>
                                    <p:anim calcmode="lin" valueType="num">
                                      <p:cBhvr>
                                        <p:cTn id="48" dur="500" fill="hold"/>
                                        <p:tgtEl>
                                          <p:spTgt spid="17">
                                            <p:txEl>
                                              <p:pRg st="0" end="0"/>
                                            </p:txEl>
                                          </p:spTgt>
                                        </p:tgtEl>
                                        <p:attrNameLst>
                                          <p:attrName>ppt_h</p:attrName>
                                        </p:attrNameLst>
                                      </p:cBhvr>
                                      <p:tavLst>
                                        <p:tav tm="0">
                                          <p:val>
                                            <p:fltVal val="0"/>
                                          </p:val>
                                        </p:tav>
                                        <p:tav tm="100000">
                                          <p:val>
                                            <p:strVal val="#ppt_h"/>
                                          </p:val>
                                        </p:tav>
                                      </p:tavLst>
                                    </p:anim>
                                    <p:animEffect transition="in" filter="fade">
                                      <p:cBhvr>
                                        <p:cTn id="49" dur="500"/>
                                        <p:tgtEl>
                                          <p:spTgt spid="17">
                                            <p:txEl>
                                              <p:pRg st="0" end="0"/>
                                            </p:txEl>
                                          </p:spTgt>
                                        </p:tgtEl>
                                      </p:cBhvr>
                                    </p:animEffect>
                                  </p:childTnLst>
                                </p:cTn>
                              </p:par>
                            </p:childTnLst>
                          </p:cTn>
                        </p:par>
                        <p:par>
                          <p:cTn id="50" fill="hold">
                            <p:stCondLst>
                              <p:cond delay="4500"/>
                            </p:stCondLst>
                            <p:childTnLst>
                              <p:par>
                                <p:cTn id="51" presetID="42" presetClass="entr" presetSubtype="0" fill="hold" grpId="0" nodeType="afterEffect" nodePh="1">
                                  <p:stCondLst>
                                    <p:cond delay="0"/>
                                  </p:stCondLst>
                                  <p:endCondLst>
                                    <p:cond evt="begin" delay="0">
                                      <p:tn val="51"/>
                                    </p:cond>
                                  </p:endCondLst>
                                  <p:childTnLst>
                                    <p:set>
                                      <p:cBhvr>
                                        <p:cTn id="52" dur="1" fill="hold">
                                          <p:stCondLst>
                                            <p:cond delay="0"/>
                                          </p:stCondLst>
                                        </p:cTn>
                                        <p:tgtEl>
                                          <p:spTgt spid="18">
                                            <p:txEl>
                                              <p:pRg st="0" end="0"/>
                                            </p:txEl>
                                          </p:spTgt>
                                        </p:tgtEl>
                                        <p:attrNameLst>
                                          <p:attrName>style.visibility</p:attrName>
                                        </p:attrNameLst>
                                      </p:cBhvr>
                                      <p:to>
                                        <p:strVal val="visible"/>
                                      </p:to>
                                    </p:set>
                                    <p:animEffect transition="in" filter="fade">
                                      <p:cBhvr>
                                        <p:cTn id="53" dur="500"/>
                                        <p:tgtEl>
                                          <p:spTgt spid="18">
                                            <p:txEl>
                                              <p:pRg st="0" end="0"/>
                                            </p:txEl>
                                          </p:spTgt>
                                        </p:tgtEl>
                                      </p:cBhvr>
                                    </p:animEffect>
                                    <p:anim calcmode="lin" valueType="num">
                                      <p:cBhvr>
                                        <p:cTn id="54" dur="500" fill="hold"/>
                                        <p:tgtEl>
                                          <p:spTgt spid="18">
                                            <p:txEl>
                                              <p:pRg st="0" end="0"/>
                                            </p:txEl>
                                          </p:spTgt>
                                        </p:tgtEl>
                                        <p:attrNameLst>
                                          <p:attrName>ppt_x</p:attrName>
                                        </p:attrNameLst>
                                      </p:cBhvr>
                                      <p:tavLst>
                                        <p:tav tm="0">
                                          <p:val>
                                            <p:strVal val="#ppt_x"/>
                                          </p:val>
                                        </p:tav>
                                        <p:tav tm="100000">
                                          <p:val>
                                            <p:strVal val="#ppt_x"/>
                                          </p:val>
                                        </p:tav>
                                      </p:tavLst>
                                    </p:anim>
                                    <p:anim calcmode="lin" valueType="num">
                                      <p:cBhvr>
                                        <p:cTn id="55" dur="500" fill="hold"/>
                                        <p:tgtEl>
                                          <p:spTgt spid="18">
                                            <p:txEl>
                                              <p:pRg st="0" end="0"/>
                                            </p:txEl>
                                          </p:spTgt>
                                        </p:tgtEl>
                                        <p:attrNameLst>
                                          <p:attrName>ppt_y</p:attrName>
                                        </p:attrNameLst>
                                      </p:cBhvr>
                                      <p:tavLst>
                                        <p:tav tm="0">
                                          <p:val>
                                            <p:strVal val="#ppt_y+.1"/>
                                          </p:val>
                                        </p:tav>
                                        <p:tav tm="100000">
                                          <p:val>
                                            <p:strVal val="#ppt_y"/>
                                          </p:val>
                                        </p:tav>
                                      </p:tavLst>
                                    </p:anim>
                                  </p:childTnLst>
                                </p:cTn>
                              </p:par>
                            </p:childTnLst>
                          </p:cTn>
                        </p:par>
                        <p:par>
                          <p:cTn id="56" fill="hold">
                            <p:stCondLst>
                              <p:cond delay="5000"/>
                            </p:stCondLst>
                            <p:childTnLst>
                              <p:par>
                                <p:cTn id="57" presetID="22" presetClass="entr" presetSubtype="8" fill="hold" nodeType="afterEffect">
                                  <p:stCondLst>
                                    <p:cond delay="0"/>
                                  </p:stCondLst>
                                  <p:childTnLst>
                                    <p:set>
                                      <p:cBhvr>
                                        <p:cTn id="58" dur="1" fill="hold">
                                          <p:stCondLst>
                                            <p:cond delay="0"/>
                                          </p:stCondLst>
                                        </p:cTn>
                                        <p:tgtEl>
                                          <p:spTgt spid="43"/>
                                        </p:tgtEl>
                                        <p:attrNameLst>
                                          <p:attrName>style.visibility</p:attrName>
                                        </p:attrNameLst>
                                      </p:cBhvr>
                                      <p:to>
                                        <p:strVal val="visible"/>
                                      </p:to>
                                    </p:set>
                                    <p:animEffect transition="in" filter="wipe(left)">
                                      <p:cBhvr>
                                        <p:cTn id="59" dur="500"/>
                                        <p:tgtEl>
                                          <p:spTgt spid="43"/>
                                        </p:tgtEl>
                                      </p:cBhvr>
                                    </p:animEffect>
                                  </p:childTnLst>
                                </p:cTn>
                              </p:par>
                            </p:childTnLst>
                          </p:cTn>
                        </p:par>
                        <p:par>
                          <p:cTn id="60" fill="hold">
                            <p:stCondLst>
                              <p:cond delay="5500"/>
                            </p:stCondLst>
                            <p:childTnLst>
                              <p:par>
                                <p:cTn id="61" presetID="10" presetClass="entr" presetSubtype="0" fill="hold" grpId="0" nodeType="afterEffect">
                                  <p:stCondLst>
                                    <p:cond delay="0"/>
                                  </p:stCondLst>
                                  <p:childTnLst>
                                    <p:set>
                                      <p:cBhvr>
                                        <p:cTn id="62" dur="1" fill="hold">
                                          <p:stCondLst>
                                            <p:cond delay="0"/>
                                          </p:stCondLst>
                                        </p:cTn>
                                        <p:tgtEl>
                                          <p:spTgt spid="42"/>
                                        </p:tgtEl>
                                        <p:attrNameLst>
                                          <p:attrName>style.visibility</p:attrName>
                                        </p:attrNameLst>
                                      </p:cBhvr>
                                      <p:to>
                                        <p:strVal val="visible"/>
                                      </p:to>
                                    </p:set>
                                    <p:animEffect transition="in" filter="fade">
                                      <p:cBhvr>
                                        <p:cTn id="63" dur="500"/>
                                        <p:tgtEl>
                                          <p:spTgt spid="42"/>
                                        </p:tgtEl>
                                      </p:cBhvr>
                                    </p:animEffect>
                                  </p:childTnLst>
                                </p:cTn>
                              </p:par>
                            </p:childTnLst>
                          </p:cTn>
                        </p:par>
                        <p:par>
                          <p:cTn id="64" fill="hold">
                            <p:stCondLst>
                              <p:cond delay="6000"/>
                            </p:stCondLst>
                            <p:childTnLst>
                              <p:par>
                                <p:cTn id="65" presetID="53" presetClass="entr" presetSubtype="16" fill="hold" grpId="0" nodeType="afterEffect" nodePh="1">
                                  <p:stCondLst>
                                    <p:cond delay="0"/>
                                  </p:stCondLst>
                                  <p:endCondLst>
                                    <p:cond evt="begin" delay="0">
                                      <p:tn val="65"/>
                                    </p:cond>
                                  </p:endCondLst>
                                  <p:childTnLst>
                                    <p:set>
                                      <p:cBhvr>
                                        <p:cTn id="66" dur="1" fill="hold">
                                          <p:stCondLst>
                                            <p:cond delay="0"/>
                                          </p:stCondLst>
                                        </p:cTn>
                                        <p:tgtEl>
                                          <p:spTgt spid="19">
                                            <p:txEl>
                                              <p:pRg st="0" end="0"/>
                                            </p:txEl>
                                          </p:spTgt>
                                        </p:tgtEl>
                                        <p:attrNameLst>
                                          <p:attrName>style.visibility</p:attrName>
                                        </p:attrNameLst>
                                      </p:cBhvr>
                                      <p:to>
                                        <p:strVal val="visible"/>
                                      </p:to>
                                    </p:set>
                                    <p:anim calcmode="lin" valueType="num">
                                      <p:cBhvr>
                                        <p:cTn id="67" dur="500" fill="hold"/>
                                        <p:tgtEl>
                                          <p:spTgt spid="19">
                                            <p:txEl>
                                              <p:pRg st="0" end="0"/>
                                            </p:txEl>
                                          </p:spTgt>
                                        </p:tgtEl>
                                        <p:attrNameLst>
                                          <p:attrName>ppt_w</p:attrName>
                                        </p:attrNameLst>
                                      </p:cBhvr>
                                      <p:tavLst>
                                        <p:tav tm="0">
                                          <p:val>
                                            <p:fltVal val="0"/>
                                          </p:val>
                                        </p:tav>
                                        <p:tav tm="100000">
                                          <p:val>
                                            <p:strVal val="#ppt_w"/>
                                          </p:val>
                                        </p:tav>
                                      </p:tavLst>
                                    </p:anim>
                                    <p:anim calcmode="lin" valueType="num">
                                      <p:cBhvr>
                                        <p:cTn id="68" dur="500" fill="hold"/>
                                        <p:tgtEl>
                                          <p:spTgt spid="19">
                                            <p:txEl>
                                              <p:pRg st="0" end="0"/>
                                            </p:txEl>
                                          </p:spTgt>
                                        </p:tgtEl>
                                        <p:attrNameLst>
                                          <p:attrName>ppt_h</p:attrName>
                                        </p:attrNameLst>
                                      </p:cBhvr>
                                      <p:tavLst>
                                        <p:tav tm="0">
                                          <p:val>
                                            <p:fltVal val="0"/>
                                          </p:val>
                                        </p:tav>
                                        <p:tav tm="100000">
                                          <p:val>
                                            <p:strVal val="#ppt_h"/>
                                          </p:val>
                                        </p:tav>
                                      </p:tavLst>
                                    </p:anim>
                                    <p:animEffect transition="in" filter="fade">
                                      <p:cBhvr>
                                        <p:cTn id="69" dur="500"/>
                                        <p:tgtEl>
                                          <p:spTgt spid="19">
                                            <p:txEl>
                                              <p:pRg st="0" end="0"/>
                                            </p:txEl>
                                          </p:spTgt>
                                        </p:tgtEl>
                                      </p:cBhvr>
                                    </p:animEffect>
                                  </p:childTnLst>
                                </p:cTn>
                              </p:par>
                            </p:childTnLst>
                          </p:cTn>
                        </p:par>
                        <p:par>
                          <p:cTn id="70" fill="hold">
                            <p:stCondLst>
                              <p:cond delay="6500"/>
                            </p:stCondLst>
                            <p:childTnLst>
                              <p:par>
                                <p:cTn id="71" presetID="42" presetClass="entr" presetSubtype="0" fill="hold" grpId="0" nodeType="afterEffect" nodePh="1">
                                  <p:stCondLst>
                                    <p:cond delay="0"/>
                                  </p:stCondLst>
                                  <p:endCondLst>
                                    <p:cond evt="begin" delay="0">
                                      <p:tn val="71"/>
                                    </p:cond>
                                  </p:endCondLst>
                                  <p:childTnLst>
                                    <p:set>
                                      <p:cBhvr>
                                        <p:cTn id="72" dur="1" fill="hold">
                                          <p:stCondLst>
                                            <p:cond delay="0"/>
                                          </p:stCondLst>
                                        </p:cTn>
                                        <p:tgtEl>
                                          <p:spTgt spid="20">
                                            <p:txEl>
                                              <p:pRg st="0" end="0"/>
                                            </p:txEl>
                                          </p:spTgt>
                                        </p:tgtEl>
                                        <p:attrNameLst>
                                          <p:attrName>style.visibility</p:attrName>
                                        </p:attrNameLst>
                                      </p:cBhvr>
                                      <p:to>
                                        <p:strVal val="visible"/>
                                      </p:to>
                                    </p:set>
                                    <p:animEffect transition="in" filter="fade">
                                      <p:cBhvr>
                                        <p:cTn id="73" dur="500"/>
                                        <p:tgtEl>
                                          <p:spTgt spid="20">
                                            <p:txEl>
                                              <p:pRg st="0" end="0"/>
                                            </p:txEl>
                                          </p:spTgt>
                                        </p:tgtEl>
                                      </p:cBhvr>
                                    </p:animEffect>
                                    <p:anim calcmode="lin" valueType="num">
                                      <p:cBhvr>
                                        <p:cTn id="74" dur="500" fill="hold"/>
                                        <p:tgtEl>
                                          <p:spTgt spid="20">
                                            <p:txEl>
                                              <p:pRg st="0" end="0"/>
                                            </p:txEl>
                                          </p:spTgt>
                                        </p:tgtEl>
                                        <p:attrNameLst>
                                          <p:attrName>ppt_x</p:attrName>
                                        </p:attrNameLst>
                                      </p:cBhvr>
                                      <p:tavLst>
                                        <p:tav tm="0">
                                          <p:val>
                                            <p:strVal val="#ppt_x"/>
                                          </p:val>
                                        </p:tav>
                                        <p:tav tm="100000">
                                          <p:val>
                                            <p:strVal val="#ppt_x"/>
                                          </p:val>
                                        </p:tav>
                                      </p:tavLst>
                                    </p:anim>
                                    <p:anim calcmode="lin" valueType="num">
                                      <p:cBhvr>
                                        <p:cTn id="75" dur="500" fill="hold"/>
                                        <p:tgtEl>
                                          <p:spTgt spid="20">
                                            <p:txEl>
                                              <p:pRg st="0" end="0"/>
                                            </p:txEl>
                                          </p:spTgt>
                                        </p:tgtEl>
                                        <p:attrNameLst>
                                          <p:attrName>ppt_y</p:attrName>
                                        </p:attrNameLst>
                                      </p:cBhvr>
                                      <p:tavLst>
                                        <p:tav tm="0">
                                          <p:val>
                                            <p:strVal val="#ppt_y+.1"/>
                                          </p:val>
                                        </p:tav>
                                        <p:tav tm="100000">
                                          <p:val>
                                            <p:strVal val="#ppt_y"/>
                                          </p:val>
                                        </p:tav>
                                      </p:tavLst>
                                    </p:anim>
                                  </p:childTnLst>
                                </p:cTn>
                              </p:par>
                            </p:childTnLst>
                          </p:cTn>
                        </p:par>
                        <p:par>
                          <p:cTn id="76" fill="hold">
                            <p:stCondLst>
                              <p:cond delay="7000"/>
                            </p:stCondLst>
                            <p:childTnLst>
                              <p:par>
                                <p:cTn id="77" presetID="22" presetClass="entr" presetSubtype="8" fill="hold" nodeType="afterEffect">
                                  <p:stCondLst>
                                    <p:cond delay="0"/>
                                  </p:stCondLst>
                                  <p:childTnLst>
                                    <p:set>
                                      <p:cBhvr>
                                        <p:cTn id="78" dur="1" fill="hold">
                                          <p:stCondLst>
                                            <p:cond delay="0"/>
                                          </p:stCondLst>
                                        </p:cTn>
                                        <p:tgtEl>
                                          <p:spTgt spid="47"/>
                                        </p:tgtEl>
                                        <p:attrNameLst>
                                          <p:attrName>style.visibility</p:attrName>
                                        </p:attrNameLst>
                                      </p:cBhvr>
                                      <p:to>
                                        <p:strVal val="visible"/>
                                      </p:to>
                                    </p:set>
                                    <p:animEffect transition="in" filter="wipe(left)">
                                      <p:cBhvr>
                                        <p:cTn id="79" dur="500"/>
                                        <p:tgtEl>
                                          <p:spTgt spid="47"/>
                                        </p:tgtEl>
                                      </p:cBhvr>
                                    </p:animEffect>
                                  </p:childTnLst>
                                </p:cTn>
                              </p:par>
                            </p:childTnLst>
                          </p:cTn>
                        </p:par>
                        <p:par>
                          <p:cTn id="80" fill="hold">
                            <p:stCondLst>
                              <p:cond delay="7500"/>
                            </p:stCondLst>
                            <p:childTnLst>
                              <p:par>
                                <p:cTn id="81" presetID="10" presetClass="entr" presetSubtype="0" fill="hold" grpId="0" nodeType="afterEffect">
                                  <p:stCondLst>
                                    <p:cond delay="0"/>
                                  </p:stCondLst>
                                  <p:childTnLst>
                                    <p:set>
                                      <p:cBhvr>
                                        <p:cTn id="82" dur="1" fill="hold">
                                          <p:stCondLst>
                                            <p:cond delay="0"/>
                                          </p:stCondLst>
                                        </p:cTn>
                                        <p:tgtEl>
                                          <p:spTgt spid="40"/>
                                        </p:tgtEl>
                                        <p:attrNameLst>
                                          <p:attrName>style.visibility</p:attrName>
                                        </p:attrNameLst>
                                      </p:cBhvr>
                                      <p:to>
                                        <p:strVal val="visible"/>
                                      </p:to>
                                    </p:set>
                                    <p:animEffect transition="in" filter="fade">
                                      <p:cBhvr>
                                        <p:cTn id="83" dur="500"/>
                                        <p:tgtEl>
                                          <p:spTgt spid="40"/>
                                        </p:tgtEl>
                                      </p:cBhvr>
                                    </p:animEffect>
                                  </p:childTnLst>
                                </p:cTn>
                              </p:par>
                            </p:childTnLst>
                          </p:cTn>
                        </p:par>
                        <p:par>
                          <p:cTn id="84" fill="hold">
                            <p:stCondLst>
                              <p:cond delay="8000"/>
                            </p:stCondLst>
                            <p:childTnLst>
                              <p:par>
                                <p:cTn id="85" presetID="53" presetClass="entr" presetSubtype="16" fill="hold" grpId="0" nodeType="afterEffect" nodePh="1">
                                  <p:stCondLst>
                                    <p:cond delay="0"/>
                                  </p:stCondLst>
                                  <p:endCondLst>
                                    <p:cond evt="begin" delay="0">
                                      <p:tn val="85"/>
                                    </p:cond>
                                  </p:endCondLst>
                                  <p:childTnLst>
                                    <p:set>
                                      <p:cBhvr>
                                        <p:cTn id="86" dur="1" fill="hold">
                                          <p:stCondLst>
                                            <p:cond delay="0"/>
                                          </p:stCondLst>
                                        </p:cTn>
                                        <p:tgtEl>
                                          <p:spTgt spid="28">
                                            <p:txEl>
                                              <p:pRg st="0" end="0"/>
                                            </p:txEl>
                                          </p:spTgt>
                                        </p:tgtEl>
                                        <p:attrNameLst>
                                          <p:attrName>style.visibility</p:attrName>
                                        </p:attrNameLst>
                                      </p:cBhvr>
                                      <p:to>
                                        <p:strVal val="visible"/>
                                      </p:to>
                                    </p:set>
                                    <p:anim calcmode="lin" valueType="num">
                                      <p:cBhvr>
                                        <p:cTn id="87" dur="500" fill="hold"/>
                                        <p:tgtEl>
                                          <p:spTgt spid="28">
                                            <p:txEl>
                                              <p:pRg st="0" end="0"/>
                                            </p:txEl>
                                          </p:spTgt>
                                        </p:tgtEl>
                                        <p:attrNameLst>
                                          <p:attrName>ppt_w</p:attrName>
                                        </p:attrNameLst>
                                      </p:cBhvr>
                                      <p:tavLst>
                                        <p:tav tm="0">
                                          <p:val>
                                            <p:fltVal val="0"/>
                                          </p:val>
                                        </p:tav>
                                        <p:tav tm="100000">
                                          <p:val>
                                            <p:strVal val="#ppt_w"/>
                                          </p:val>
                                        </p:tav>
                                      </p:tavLst>
                                    </p:anim>
                                    <p:anim calcmode="lin" valueType="num">
                                      <p:cBhvr>
                                        <p:cTn id="88" dur="500" fill="hold"/>
                                        <p:tgtEl>
                                          <p:spTgt spid="28">
                                            <p:txEl>
                                              <p:pRg st="0" end="0"/>
                                            </p:txEl>
                                          </p:spTgt>
                                        </p:tgtEl>
                                        <p:attrNameLst>
                                          <p:attrName>ppt_h</p:attrName>
                                        </p:attrNameLst>
                                      </p:cBhvr>
                                      <p:tavLst>
                                        <p:tav tm="0">
                                          <p:val>
                                            <p:fltVal val="0"/>
                                          </p:val>
                                        </p:tav>
                                        <p:tav tm="100000">
                                          <p:val>
                                            <p:strVal val="#ppt_h"/>
                                          </p:val>
                                        </p:tav>
                                      </p:tavLst>
                                    </p:anim>
                                    <p:animEffect transition="in" filter="fade">
                                      <p:cBhvr>
                                        <p:cTn id="89" dur="500"/>
                                        <p:tgtEl>
                                          <p:spTgt spid="28">
                                            <p:txEl>
                                              <p:pRg st="0" end="0"/>
                                            </p:txEl>
                                          </p:spTgt>
                                        </p:tgtEl>
                                      </p:cBhvr>
                                    </p:animEffect>
                                  </p:childTnLst>
                                </p:cTn>
                              </p:par>
                            </p:childTnLst>
                          </p:cTn>
                        </p:par>
                        <p:par>
                          <p:cTn id="90" fill="hold">
                            <p:stCondLst>
                              <p:cond delay="8500"/>
                            </p:stCondLst>
                            <p:childTnLst>
                              <p:par>
                                <p:cTn id="91" presetID="42" presetClass="entr" presetSubtype="0" fill="hold" grpId="0" nodeType="afterEffect" nodePh="1">
                                  <p:stCondLst>
                                    <p:cond delay="0"/>
                                  </p:stCondLst>
                                  <p:endCondLst>
                                    <p:cond evt="begin" delay="0">
                                      <p:tn val="91"/>
                                    </p:cond>
                                  </p:endCondLst>
                                  <p:childTnLst>
                                    <p:set>
                                      <p:cBhvr>
                                        <p:cTn id="92" dur="1" fill="hold">
                                          <p:stCondLst>
                                            <p:cond delay="0"/>
                                          </p:stCondLst>
                                        </p:cTn>
                                        <p:tgtEl>
                                          <p:spTgt spid="29">
                                            <p:txEl>
                                              <p:pRg st="0" end="0"/>
                                            </p:txEl>
                                          </p:spTgt>
                                        </p:tgtEl>
                                        <p:attrNameLst>
                                          <p:attrName>style.visibility</p:attrName>
                                        </p:attrNameLst>
                                      </p:cBhvr>
                                      <p:to>
                                        <p:strVal val="visible"/>
                                      </p:to>
                                    </p:set>
                                    <p:animEffect transition="in" filter="fade">
                                      <p:cBhvr>
                                        <p:cTn id="93" dur="500"/>
                                        <p:tgtEl>
                                          <p:spTgt spid="29">
                                            <p:txEl>
                                              <p:pRg st="0" end="0"/>
                                            </p:txEl>
                                          </p:spTgt>
                                        </p:tgtEl>
                                      </p:cBhvr>
                                    </p:animEffect>
                                    <p:anim calcmode="lin" valueType="num">
                                      <p:cBhvr>
                                        <p:cTn id="94" dur="500" fill="hold"/>
                                        <p:tgtEl>
                                          <p:spTgt spid="29">
                                            <p:txEl>
                                              <p:pRg st="0" end="0"/>
                                            </p:txEl>
                                          </p:spTgt>
                                        </p:tgtEl>
                                        <p:attrNameLst>
                                          <p:attrName>ppt_x</p:attrName>
                                        </p:attrNameLst>
                                      </p:cBhvr>
                                      <p:tavLst>
                                        <p:tav tm="0">
                                          <p:val>
                                            <p:strVal val="#ppt_x"/>
                                          </p:val>
                                        </p:tav>
                                        <p:tav tm="100000">
                                          <p:val>
                                            <p:strVal val="#ppt_x"/>
                                          </p:val>
                                        </p:tav>
                                      </p:tavLst>
                                    </p:anim>
                                    <p:anim calcmode="lin" valueType="num">
                                      <p:cBhvr>
                                        <p:cTn id="95" dur="500" fill="hold"/>
                                        <p:tgtEl>
                                          <p:spTgt spid="29">
                                            <p:txEl>
                                              <p:pRg st="0" end="0"/>
                                            </p:txEl>
                                          </p:spTgt>
                                        </p:tgtEl>
                                        <p:attrNameLst>
                                          <p:attrName>ppt_y</p:attrName>
                                        </p:attrNameLst>
                                      </p:cBhvr>
                                      <p:tavLst>
                                        <p:tav tm="0">
                                          <p:val>
                                            <p:strVal val="#ppt_y+.1"/>
                                          </p:val>
                                        </p:tav>
                                        <p:tav tm="100000">
                                          <p:val>
                                            <p:strVal val="#ppt_y"/>
                                          </p:val>
                                        </p:tav>
                                      </p:tavLst>
                                    </p:anim>
                                  </p:childTnLst>
                                </p:cTn>
                              </p:par>
                            </p:childTnLst>
                          </p:cTn>
                        </p:par>
                        <p:par>
                          <p:cTn id="96" fill="hold">
                            <p:stCondLst>
                              <p:cond delay="9000"/>
                            </p:stCondLst>
                            <p:childTnLst>
                              <p:par>
                                <p:cTn id="97" presetID="22" presetClass="entr" presetSubtype="8" fill="hold" nodeType="afterEffect">
                                  <p:stCondLst>
                                    <p:cond delay="0"/>
                                  </p:stCondLst>
                                  <p:childTnLst>
                                    <p:set>
                                      <p:cBhvr>
                                        <p:cTn id="98" dur="1" fill="hold">
                                          <p:stCondLst>
                                            <p:cond delay="0"/>
                                          </p:stCondLst>
                                        </p:cTn>
                                        <p:tgtEl>
                                          <p:spTgt spid="31"/>
                                        </p:tgtEl>
                                        <p:attrNameLst>
                                          <p:attrName>style.visibility</p:attrName>
                                        </p:attrNameLst>
                                      </p:cBhvr>
                                      <p:to>
                                        <p:strVal val="visible"/>
                                      </p:to>
                                    </p:set>
                                    <p:animEffect transition="in" filter="wipe(left)">
                                      <p:cBhvr>
                                        <p:cTn id="99" dur="500"/>
                                        <p:tgtEl>
                                          <p:spTgt spid="31"/>
                                        </p:tgtEl>
                                      </p:cBhvr>
                                    </p:animEffect>
                                  </p:childTnLst>
                                </p:cTn>
                              </p:par>
                            </p:childTnLst>
                          </p:cTn>
                        </p:par>
                        <p:par>
                          <p:cTn id="100" fill="hold">
                            <p:stCondLst>
                              <p:cond delay="9500"/>
                            </p:stCondLst>
                            <p:childTnLst>
                              <p:par>
                                <p:cTn id="101" presetID="22" presetClass="entr" presetSubtype="8" fill="hold" nodeType="afterEffect">
                                  <p:stCondLst>
                                    <p:cond delay="0"/>
                                  </p:stCondLst>
                                  <p:childTnLst>
                                    <p:set>
                                      <p:cBhvr>
                                        <p:cTn id="102" dur="1" fill="hold">
                                          <p:stCondLst>
                                            <p:cond delay="0"/>
                                          </p:stCondLst>
                                        </p:cTn>
                                        <p:tgtEl>
                                          <p:spTgt spid="32"/>
                                        </p:tgtEl>
                                        <p:attrNameLst>
                                          <p:attrName>style.visibility</p:attrName>
                                        </p:attrNameLst>
                                      </p:cBhvr>
                                      <p:to>
                                        <p:strVal val="visible"/>
                                      </p:to>
                                    </p:set>
                                    <p:animEffect transition="in" filter="wipe(left)">
                                      <p:cBhvr>
                                        <p:cTn id="103" dur="500"/>
                                        <p:tgtEl>
                                          <p:spTgt spid="32"/>
                                        </p:tgtEl>
                                      </p:cBhvr>
                                    </p:animEffect>
                                  </p:childTnLst>
                                </p:cTn>
                              </p:par>
                            </p:childTnLst>
                          </p:cTn>
                        </p:par>
                        <p:par>
                          <p:cTn id="104" fill="hold">
                            <p:stCondLst>
                              <p:cond delay="10000"/>
                            </p:stCondLst>
                            <p:childTnLst>
                              <p:par>
                                <p:cTn id="105" presetID="22" presetClass="entr" presetSubtype="8" fill="hold" nodeType="afterEffect">
                                  <p:stCondLst>
                                    <p:cond delay="0"/>
                                  </p:stCondLst>
                                  <p:childTnLst>
                                    <p:set>
                                      <p:cBhvr>
                                        <p:cTn id="106" dur="1" fill="hold">
                                          <p:stCondLst>
                                            <p:cond delay="0"/>
                                          </p:stCondLst>
                                        </p:cTn>
                                        <p:tgtEl>
                                          <p:spTgt spid="35"/>
                                        </p:tgtEl>
                                        <p:attrNameLst>
                                          <p:attrName>style.visibility</p:attrName>
                                        </p:attrNameLst>
                                      </p:cBhvr>
                                      <p:to>
                                        <p:strVal val="visible"/>
                                      </p:to>
                                    </p:set>
                                    <p:animEffect transition="in" filter="wipe(left)">
                                      <p:cBhvr>
                                        <p:cTn id="107" dur="500"/>
                                        <p:tgtEl>
                                          <p:spTgt spid="35"/>
                                        </p:tgtEl>
                                      </p:cBhvr>
                                    </p:animEffect>
                                  </p:childTnLst>
                                </p:cTn>
                              </p:par>
                            </p:childTnLst>
                          </p:cTn>
                        </p:par>
                        <p:par>
                          <p:cTn id="108" fill="hold">
                            <p:stCondLst>
                              <p:cond delay="10500"/>
                            </p:stCondLst>
                            <p:childTnLst>
                              <p:par>
                                <p:cTn id="109" presetID="10" presetClass="entr" presetSubtype="0" fill="hold" grpId="0" nodeType="afterEffect">
                                  <p:stCondLst>
                                    <p:cond delay="0"/>
                                  </p:stCondLst>
                                  <p:childTnLst>
                                    <p:set>
                                      <p:cBhvr>
                                        <p:cTn id="110" dur="1" fill="hold">
                                          <p:stCondLst>
                                            <p:cond delay="0"/>
                                          </p:stCondLst>
                                        </p:cTn>
                                        <p:tgtEl>
                                          <p:spTgt spid="36"/>
                                        </p:tgtEl>
                                        <p:attrNameLst>
                                          <p:attrName>style.visibility</p:attrName>
                                        </p:attrNameLst>
                                      </p:cBhvr>
                                      <p:to>
                                        <p:strVal val="visible"/>
                                      </p:to>
                                    </p:set>
                                    <p:animEffect transition="in" filter="fade">
                                      <p:cBhvr>
                                        <p:cTn id="111" dur="500"/>
                                        <p:tgtEl>
                                          <p:spTgt spid="36"/>
                                        </p:tgtEl>
                                      </p:cBhvr>
                                    </p:animEffect>
                                  </p:childTnLst>
                                </p:cTn>
                              </p:par>
                            </p:childTnLst>
                          </p:cTn>
                        </p:par>
                        <p:par>
                          <p:cTn id="112" fill="hold">
                            <p:stCondLst>
                              <p:cond delay="11000"/>
                            </p:stCondLst>
                            <p:childTnLst>
                              <p:par>
                                <p:cTn id="113" presetID="53" presetClass="entr" presetSubtype="16" fill="hold" grpId="0" nodeType="afterEffect" nodePh="1">
                                  <p:stCondLst>
                                    <p:cond delay="0"/>
                                  </p:stCondLst>
                                  <p:endCondLst>
                                    <p:cond evt="begin" delay="0">
                                      <p:tn val="113"/>
                                    </p:cond>
                                  </p:endCondLst>
                                  <p:childTnLst>
                                    <p:set>
                                      <p:cBhvr>
                                        <p:cTn id="114" dur="1" fill="hold">
                                          <p:stCondLst>
                                            <p:cond delay="0"/>
                                          </p:stCondLst>
                                        </p:cTn>
                                        <p:tgtEl>
                                          <p:spTgt spid="44">
                                            <p:txEl>
                                              <p:pRg st="0" end="0"/>
                                            </p:txEl>
                                          </p:spTgt>
                                        </p:tgtEl>
                                        <p:attrNameLst>
                                          <p:attrName>style.visibility</p:attrName>
                                        </p:attrNameLst>
                                      </p:cBhvr>
                                      <p:to>
                                        <p:strVal val="visible"/>
                                      </p:to>
                                    </p:set>
                                    <p:anim calcmode="lin" valueType="num">
                                      <p:cBhvr>
                                        <p:cTn id="115" dur="500" fill="hold"/>
                                        <p:tgtEl>
                                          <p:spTgt spid="44">
                                            <p:txEl>
                                              <p:pRg st="0" end="0"/>
                                            </p:txEl>
                                          </p:spTgt>
                                        </p:tgtEl>
                                        <p:attrNameLst>
                                          <p:attrName>ppt_w</p:attrName>
                                        </p:attrNameLst>
                                      </p:cBhvr>
                                      <p:tavLst>
                                        <p:tav tm="0">
                                          <p:val>
                                            <p:fltVal val="0"/>
                                          </p:val>
                                        </p:tav>
                                        <p:tav tm="100000">
                                          <p:val>
                                            <p:strVal val="#ppt_w"/>
                                          </p:val>
                                        </p:tav>
                                      </p:tavLst>
                                    </p:anim>
                                    <p:anim calcmode="lin" valueType="num">
                                      <p:cBhvr>
                                        <p:cTn id="116" dur="500" fill="hold"/>
                                        <p:tgtEl>
                                          <p:spTgt spid="44">
                                            <p:txEl>
                                              <p:pRg st="0" end="0"/>
                                            </p:txEl>
                                          </p:spTgt>
                                        </p:tgtEl>
                                        <p:attrNameLst>
                                          <p:attrName>ppt_h</p:attrName>
                                        </p:attrNameLst>
                                      </p:cBhvr>
                                      <p:tavLst>
                                        <p:tav tm="0">
                                          <p:val>
                                            <p:fltVal val="0"/>
                                          </p:val>
                                        </p:tav>
                                        <p:tav tm="100000">
                                          <p:val>
                                            <p:strVal val="#ppt_h"/>
                                          </p:val>
                                        </p:tav>
                                      </p:tavLst>
                                    </p:anim>
                                    <p:animEffect transition="in" filter="fade">
                                      <p:cBhvr>
                                        <p:cTn id="117" dur="500"/>
                                        <p:tgtEl>
                                          <p:spTgt spid="44">
                                            <p:txEl>
                                              <p:pRg st="0" end="0"/>
                                            </p:txEl>
                                          </p:spTgt>
                                        </p:tgtEl>
                                      </p:cBhvr>
                                    </p:animEffect>
                                  </p:childTnLst>
                                </p:cTn>
                              </p:par>
                            </p:childTnLst>
                          </p:cTn>
                        </p:par>
                        <p:par>
                          <p:cTn id="118" fill="hold">
                            <p:stCondLst>
                              <p:cond delay="11500"/>
                            </p:stCondLst>
                            <p:childTnLst>
                              <p:par>
                                <p:cTn id="119" presetID="42" presetClass="entr" presetSubtype="0" fill="hold" grpId="0" nodeType="afterEffect" nodePh="1">
                                  <p:stCondLst>
                                    <p:cond delay="0"/>
                                  </p:stCondLst>
                                  <p:endCondLst>
                                    <p:cond evt="begin" delay="0">
                                      <p:tn val="119"/>
                                    </p:cond>
                                  </p:endCondLst>
                                  <p:childTnLst>
                                    <p:set>
                                      <p:cBhvr>
                                        <p:cTn id="120" dur="1" fill="hold">
                                          <p:stCondLst>
                                            <p:cond delay="0"/>
                                          </p:stCondLst>
                                        </p:cTn>
                                        <p:tgtEl>
                                          <p:spTgt spid="45">
                                            <p:txEl>
                                              <p:pRg st="0" end="0"/>
                                            </p:txEl>
                                          </p:spTgt>
                                        </p:tgtEl>
                                        <p:attrNameLst>
                                          <p:attrName>style.visibility</p:attrName>
                                        </p:attrNameLst>
                                      </p:cBhvr>
                                      <p:to>
                                        <p:strVal val="visible"/>
                                      </p:to>
                                    </p:set>
                                    <p:animEffect transition="in" filter="fade">
                                      <p:cBhvr>
                                        <p:cTn id="121" dur="500"/>
                                        <p:tgtEl>
                                          <p:spTgt spid="45">
                                            <p:txEl>
                                              <p:pRg st="0" end="0"/>
                                            </p:txEl>
                                          </p:spTgt>
                                        </p:tgtEl>
                                      </p:cBhvr>
                                    </p:animEffect>
                                    <p:anim calcmode="lin" valueType="num">
                                      <p:cBhvr>
                                        <p:cTn id="122" dur="500" fill="hold"/>
                                        <p:tgtEl>
                                          <p:spTgt spid="45">
                                            <p:txEl>
                                              <p:pRg st="0" end="0"/>
                                            </p:txEl>
                                          </p:spTgt>
                                        </p:tgtEl>
                                        <p:attrNameLst>
                                          <p:attrName>ppt_x</p:attrName>
                                        </p:attrNameLst>
                                      </p:cBhvr>
                                      <p:tavLst>
                                        <p:tav tm="0">
                                          <p:val>
                                            <p:strVal val="#ppt_x"/>
                                          </p:val>
                                        </p:tav>
                                        <p:tav tm="100000">
                                          <p:val>
                                            <p:strVal val="#ppt_x"/>
                                          </p:val>
                                        </p:tav>
                                      </p:tavLst>
                                    </p:anim>
                                    <p:anim calcmode="lin" valueType="num">
                                      <p:cBhvr>
                                        <p:cTn id="123" dur="500" fill="hold"/>
                                        <p:tgtEl>
                                          <p:spTgt spid="45">
                                            <p:txEl>
                                              <p:pRg st="0" end="0"/>
                                            </p:txEl>
                                          </p:spTgt>
                                        </p:tgtEl>
                                        <p:attrNameLst>
                                          <p:attrName>ppt_y</p:attrName>
                                        </p:attrNameLst>
                                      </p:cBhvr>
                                      <p:tavLst>
                                        <p:tav tm="0">
                                          <p:val>
                                            <p:strVal val="#ppt_y+.1"/>
                                          </p:val>
                                        </p:tav>
                                        <p:tav tm="100000">
                                          <p:val>
                                            <p:strVal val="#ppt_y"/>
                                          </p:val>
                                        </p:tav>
                                      </p:tavLst>
                                    </p:anim>
                                  </p:childTnLst>
                                </p:cTn>
                              </p:par>
                            </p:childTnLst>
                          </p:cTn>
                        </p:par>
                        <p:par>
                          <p:cTn id="124" fill="hold">
                            <p:stCondLst>
                              <p:cond delay="12000"/>
                            </p:stCondLst>
                            <p:childTnLst>
                              <p:par>
                                <p:cTn id="125" presetID="10" presetClass="entr" presetSubtype="0" fill="hold" grpId="0" nodeType="afterEffect">
                                  <p:stCondLst>
                                    <p:cond delay="0"/>
                                  </p:stCondLst>
                                  <p:childTnLst>
                                    <p:set>
                                      <p:cBhvr>
                                        <p:cTn id="126" dur="1" fill="hold">
                                          <p:stCondLst>
                                            <p:cond delay="0"/>
                                          </p:stCondLst>
                                        </p:cTn>
                                        <p:tgtEl>
                                          <p:spTgt spid="37"/>
                                        </p:tgtEl>
                                        <p:attrNameLst>
                                          <p:attrName>style.visibility</p:attrName>
                                        </p:attrNameLst>
                                      </p:cBhvr>
                                      <p:to>
                                        <p:strVal val="visible"/>
                                      </p:to>
                                    </p:set>
                                    <p:animEffect transition="in" filter="fade">
                                      <p:cBhvr>
                                        <p:cTn id="127" dur="500"/>
                                        <p:tgtEl>
                                          <p:spTgt spid="37"/>
                                        </p:tgtEl>
                                      </p:cBhvr>
                                    </p:animEffect>
                                  </p:childTnLst>
                                </p:cTn>
                              </p:par>
                            </p:childTnLst>
                          </p:cTn>
                        </p:par>
                        <p:par>
                          <p:cTn id="128" fill="hold">
                            <p:stCondLst>
                              <p:cond delay="12500"/>
                            </p:stCondLst>
                            <p:childTnLst>
                              <p:par>
                                <p:cTn id="129" presetID="53" presetClass="entr" presetSubtype="16" fill="hold" grpId="0" nodeType="afterEffect" nodePh="1">
                                  <p:stCondLst>
                                    <p:cond delay="0"/>
                                  </p:stCondLst>
                                  <p:endCondLst>
                                    <p:cond evt="begin" delay="0">
                                      <p:tn val="129"/>
                                    </p:cond>
                                  </p:endCondLst>
                                  <p:childTnLst>
                                    <p:set>
                                      <p:cBhvr>
                                        <p:cTn id="130" dur="1" fill="hold">
                                          <p:stCondLst>
                                            <p:cond delay="0"/>
                                          </p:stCondLst>
                                        </p:cTn>
                                        <p:tgtEl>
                                          <p:spTgt spid="46">
                                            <p:txEl>
                                              <p:pRg st="0" end="0"/>
                                            </p:txEl>
                                          </p:spTgt>
                                        </p:tgtEl>
                                        <p:attrNameLst>
                                          <p:attrName>style.visibility</p:attrName>
                                        </p:attrNameLst>
                                      </p:cBhvr>
                                      <p:to>
                                        <p:strVal val="visible"/>
                                      </p:to>
                                    </p:set>
                                    <p:anim calcmode="lin" valueType="num">
                                      <p:cBhvr>
                                        <p:cTn id="131" dur="500" fill="hold"/>
                                        <p:tgtEl>
                                          <p:spTgt spid="46">
                                            <p:txEl>
                                              <p:pRg st="0" end="0"/>
                                            </p:txEl>
                                          </p:spTgt>
                                        </p:tgtEl>
                                        <p:attrNameLst>
                                          <p:attrName>ppt_w</p:attrName>
                                        </p:attrNameLst>
                                      </p:cBhvr>
                                      <p:tavLst>
                                        <p:tav tm="0">
                                          <p:val>
                                            <p:fltVal val="0"/>
                                          </p:val>
                                        </p:tav>
                                        <p:tav tm="100000">
                                          <p:val>
                                            <p:strVal val="#ppt_w"/>
                                          </p:val>
                                        </p:tav>
                                      </p:tavLst>
                                    </p:anim>
                                    <p:anim calcmode="lin" valueType="num">
                                      <p:cBhvr>
                                        <p:cTn id="132" dur="500" fill="hold"/>
                                        <p:tgtEl>
                                          <p:spTgt spid="46">
                                            <p:txEl>
                                              <p:pRg st="0" end="0"/>
                                            </p:txEl>
                                          </p:spTgt>
                                        </p:tgtEl>
                                        <p:attrNameLst>
                                          <p:attrName>ppt_h</p:attrName>
                                        </p:attrNameLst>
                                      </p:cBhvr>
                                      <p:tavLst>
                                        <p:tav tm="0">
                                          <p:val>
                                            <p:fltVal val="0"/>
                                          </p:val>
                                        </p:tav>
                                        <p:tav tm="100000">
                                          <p:val>
                                            <p:strVal val="#ppt_h"/>
                                          </p:val>
                                        </p:tav>
                                      </p:tavLst>
                                    </p:anim>
                                    <p:animEffect transition="in" filter="fade">
                                      <p:cBhvr>
                                        <p:cTn id="133" dur="500"/>
                                        <p:tgtEl>
                                          <p:spTgt spid="46">
                                            <p:txEl>
                                              <p:pRg st="0" end="0"/>
                                            </p:txEl>
                                          </p:spTgt>
                                        </p:tgtEl>
                                      </p:cBhvr>
                                    </p:animEffect>
                                  </p:childTnLst>
                                </p:cTn>
                              </p:par>
                            </p:childTnLst>
                          </p:cTn>
                        </p:par>
                        <p:par>
                          <p:cTn id="134" fill="hold">
                            <p:stCondLst>
                              <p:cond delay="13000"/>
                            </p:stCondLst>
                            <p:childTnLst>
                              <p:par>
                                <p:cTn id="135" presetID="42" presetClass="entr" presetSubtype="0" fill="hold" grpId="0" nodeType="afterEffect" nodePh="1">
                                  <p:stCondLst>
                                    <p:cond delay="0"/>
                                  </p:stCondLst>
                                  <p:endCondLst>
                                    <p:cond evt="begin" delay="0">
                                      <p:tn val="135"/>
                                    </p:cond>
                                  </p:endCondLst>
                                  <p:childTnLst>
                                    <p:set>
                                      <p:cBhvr>
                                        <p:cTn id="136" dur="1" fill="hold">
                                          <p:stCondLst>
                                            <p:cond delay="0"/>
                                          </p:stCondLst>
                                        </p:cTn>
                                        <p:tgtEl>
                                          <p:spTgt spid="48">
                                            <p:txEl>
                                              <p:pRg st="0" end="0"/>
                                            </p:txEl>
                                          </p:spTgt>
                                        </p:tgtEl>
                                        <p:attrNameLst>
                                          <p:attrName>style.visibility</p:attrName>
                                        </p:attrNameLst>
                                      </p:cBhvr>
                                      <p:to>
                                        <p:strVal val="visible"/>
                                      </p:to>
                                    </p:set>
                                    <p:animEffect transition="in" filter="fade">
                                      <p:cBhvr>
                                        <p:cTn id="137" dur="500"/>
                                        <p:tgtEl>
                                          <p:spTgt spid="48">
                                            <p:txEl>
                                              <p:pRg st="0" end="0"/>
                                            </p:txEl>
                                          </p:spTgt>
                                        </p:tgtEl>
                                      </p:cBhvr>
                                    </p:animEffect>
                                    <p:anim calcmode="lin" valueType="num">
                                      <p:cBhvr>
                                        <p:cTn id="138" dur="500" fill="hold"/>
                                        <p:tgtEl>
                                          <p:spTgt spid="48">
                                            <p:txEl>
                                              <p:pRg st="0" end="0"/>
                                            </p:txEl>
                                          </p:spTgt>
                                        </p:tgtEl>
                                        <p:attrNameLst>
                                          <p:attrName>ppt_x</p:attrName>
                                        </p:attrNameLst>
                                      </p:cBhvr>
                                      <p:tavLst>
                                        <p:tav tm="0">
                                          <p:val>
                                            <p:strVal val="#ppt_x"/>
                                          </p:val>
                                        </p:tav>
                                        <p:tav tm="100000">
                                          <p:val>
                                            <p:strVal val="#ppt_x"/>
                                          </p:val>
                                        </p:tav>
                                      </p:tavLst>
                                    </p:anim>
                                    <p:anim calcmode="lin" valueType="num">
                                      <p:cBhvr>
                                        <p:cTn id="139" dur="500" fill="hold"/>
                                        <p:tgtEl>
                                          <p:spTgt spid="48">
                                            <p:txEl>
                                              <p:pRg st="0" end="0"/>
                                            </p:txEl>
                                          </p:spTgt>
                                        </p:tgtEl>
                                        <p:attrNameLst>
                                          <p:attrName>ppt_y</p:attrName>
                                        </p:attrNameLst>
                                      </p:cBhvr>
                                      <p:tavLst>
                                        <p:tav tm="0">
                                          <p:val>
                                            <p:strVal val="#ppt_y+.1"/>
                                          </p:val>
                                        </p:tav>
                                        <p:tav tm="100000">
                                          <p:val>
                                            <p:strVal val="#ppt_y"/>
                                          </p:val>
                                        </p:tav>
                                      </p:tavLst>
                                    </p:anim>
                                  </p:childTnLst>
                                </p:cTn>
                              </p:par>
                            </p:childTnLst>
                          </p:cTn>
                        </p:par>
                        <p:par>
                          <p:cTn id="140" fill="hold">
                            <p:stCondLst>
                              <p:cond delay="13500"/>
                            </p:stCondLst>
                            <p:childTnLst>
                              <p:par>
                                <p:cTn id="141" presetID="10" presetClass="entr" presetSubtype="0" fill="hold" grpId="0" nodeType="afterEffect">
                                  <p:stCondLst>
                                    <p:cond delay="0"/>
                                  </p:stCondLst>
                                  <p:childTnLst>
                                    <p:set>
                                      <p:cBhvr>
                                        <p:cTn id="142" dur="1" fill="hold">
                                          <p:stCondLst>
                                            <p:cond delay="0"/>
                                          </p:stCondLst>
                                        </p:cTn>
                                        <p:tgtEl>
                                          <p:spTgt spid="38"/>
                                        </p:tgtEl>
                                        <p:attrNameLst>
                                          <p:attrName>style.visibility</p:attrName>
                                        </p:attrNameLst>
                                      </p:cBhvr>
                                      <p:to>
                                        <p:strVal val="visible"/>
                                      </p:to>
                                    </p:set>
                                    <p:animEffect transition="in" filter="fade">
                                      <p:cBhvr>
                                        <p:cTn id="143" dur="500"/>
                                        <p:tgtEl>
                                          <p:spTgt spid="38"/>
                                        </p:tgtEl>
                                      </p:cBhvr>
                                    </p:animEffect>
                                  </p:childTnLst>
                                </p:cTn>
                              </p:par>
                            </p:childTnLst>
                          </p:cTn>
                        </p:par>
                        <p:par>
                          <p:cTn id="144" fill="hold">
                            <p:stCondLst>
                              <p:cond delay="14000"/>
                            </p:stCondLst>
                            <p:childTnLst>
                              <p:par>
                                <p:cTn id="145" presetID="53" presetClass="entr" presetSubtype="16" fill="hold" grpId="0" nodeType="afterEffect" nodePh="1">
                                  <p:stCondLst>
                                    <p:cond delay="0"/>
                                  </p:stCondLst>
                                  <p:endCondLst>
                                    <p:cond evt="begin" delay="0">
                                      <p:tn val="145"/>
                                    </p:cond>
                                  </p:endCondLst>
                                  <p:childTnLst>
                                    <p:set>
                                      <p:cBhvr>
                                        <p:cTn id="146" dur="1" fill="hold">
                                          <p:stCondLst>
                                            <p:cond delay="0"/>
                                          </p:stCondLst>
                                        </p:cTn>
                                        <p:tgtEl>
                                          <p:spTgt spid="49">
                                            <p:txEl>
                                              <p:pRg st="0" end="0"/>
                                            </p:txEl>
                                          </p:spTgt>
                                        </p:tgtEl>
                                        <p:attrNameLst>
                                          <p:attrName>style.visibility</p:attrName>
                                        </p:attrNameLst>
                                      </p:cBhvr>
                                      <p:to>
                                        <p:strVal val="visible"/>
                                      </p:to>
                                    </p:set>
                                    <p:anim calcmode="lin" valueType="num">
                                      <p:cBhvr>
                                        <p:cTn id="147" dur="500" fill="hold"/>
                                        <p:tgtEl>
                                          <p:spTgt spid="49">
                                            <p:txEl>
                                              <p:pRg st="0" end="0"/>
                                            </p:txEl>
                                          </p:spTgt>
                                        </p:tgtEl>
                                        <p:attrNameLst>
                                          <p:attrName>ppt_w</p:attrName>
                                        </p:attrNameLst>
                                      </p:cBhvr>
                                      <p:tavLst>
                                        <p:tav tm="0">
                                          <p:val>
                                            <p:fltVal val="0"/>
                                          </p:val>
                                        </p:tav>
                                        <p:tav tm="100000">
                                          <p:val>
                                            <p:strVal val="#ppt_w"/>
                                          </p:val>
                                        </p:tav>
                                      </p:tavLst>
                                    </p:anim>
                                    <p:anim calcmode="lin" valueType="num">
                                      <p:cBhvr>
                                        <p:cTn id="148" dur="500" fill="hold"/>
                                        <p:tgtEl>
                                          <p:spTgt spid="49">
                                            <p:txEl>
                                              <p:pRg st="0" end="0"/>
                                            </p:txEl>
                                          </p:spTgt>
                                        </p:tgtEl>
                                        <p:attrNameLst>
                                          <p:attrName>ppt_h</p:attrName>
                                        </p:attrNameLst>
                                      </p:cBhvr>
                                      <p:tavLst>
                                        <p:tav tm="0">
                                          <p:val>
                                            <p:fltVal val="0"/>
                                          </p:val>
                                        </p:tav>
                                        <p:tav tm="100000">
                                          <p:val>
                                            <p:strVal val="#ppt_h"/>
                                          </p:val>
                                        </p:tav>
                                      </p:tavLst>
                                    </p:anim>
                                    <p:animEffect transition="in" filter="fade">
                                      <p:cBhvr>
                                        <p:cTn id="149" dur="500"/>
                                        <p:tgtEl>
                                          <p:spTgt spid="49">
                                            <p:txEl>
                                              <p:pRg st="0" end="0"/>
                                            </p:txEl>
                                          </p:spTgt>
                                        </p:tgtEl>
                                      </p:cBhvr>
                                    </p:animEffect>
                                  </p:childTnLst>
                                </p:cTn>
                              </p:par>
                            </p:childTnLst>
                          </p:cTn>
                        </p:par>
                        <p:par>
                          <p:cTn id="150" fill="hold">
                            <p:stCondLst>
                              <p:cond delay="14500"/>
                            </p:stCondLst>
                            <p:childTnLst>
                              <p:par>
                                <p:cTn id="151" presetID="42" presetClass="entr" presetSubtype="0" fill="hold" grpId="0" nodeType="afterEffect" nodePh="1">
                                  <p:stCondLst>
                                    <p:cond delay="0"/>
                                  </p:stCondLst>
                                  <p:endCondLst>
                                    <p:cond evt="begin" delay="0">
                                      <p:tn val="151"/>
                                    </p:cond>
                                  </p:endCondLst>
                                  <p:childTnLst>
                                    <p:set>
                                      <p:cBhvr>
                                        <p:cTn id="152" dur="1" fill="hold">
                                          <p:stCondLst>
                                            <p:cond delay="0"/>
                                          </p:stCondLst>
                                        </p:cTn>
                                        <p:tgtEl>
                                          <p:spTgt spid="50">
                                            <p:txEl>
                                              <p:pRg st="0" end="0"/>
                                            </p:txEl>
                                          </p:spTgt>
                                        </p:tgtEl>
                                        <p:attrNameLst>
                                          <p:attrName>style.visibility</p:attrName>
                                        </p:attrNameLst>
                                      </p:cBhvr>
                                      <p:to>
                                        <p:strVal val="visible"/>
                                      </p:to>
                                    </p:set>
                                    <p:animEffect transition="in" filter="fade">
                                      <p:cBhvr>
                                        <p:cTn id="153" dur="500"/>
                                        <p:tgtEl>
                                          <p:spTgt spid="50">
                                            <p:txEl>
                                              <p:pRg st="0" end="0"/>
                                            </p:txEl>
                                          </p:spTgt>
                                        </p:tgtEl>
                                      </p:cBhvr>
                                    </p:animEffect>
                                    <p:anim calcmode="lin" valueType="num">
                                      <p:cBhvr>
                                        <p:cTn id="154" dur="500" fill="hold"/>
                                        <p:tgtEl>
                                          <p:spTgt spid="50">
                                            <p:txEl>
                                              <p:pRg st="0" end="0"/>
                                            </p:txEl>
                                          </p:spTgt>
                                        </p:tgtEl>
                                        <p:attrNameLst>
                                          <p:attrName>ppt_x</p:attrName>
                                        </p:attrNameLst>
                                      </p:cBhvr>
                                      <p:tavLst>
                                        <p:tav tm="0">
                                          <p:val>
                                            <p:strVal val="#ppt_x"/>
                                          </p:val>
                                        </p:tav>
                                        <p:tav tm="100000">
                                          <p:val>
                                            <p:strVal val="#ppt_x"/>
                                          </p:val>
                                        </p:tav>
                                      </p:tavLst>
                                    </p:anim>
                                    <p:anim calcmode="lin" valueType="num">
                                      <p:cBhvr>
                                        <p:cTn id="155" dur="500" fill="hold"/>
                                        <p:tgtEl>
                                          <p:spTgt spid="50">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39" grpId="0" animBg="1"/>
      <p:bldP spid="40" grpId="0" animBg="1"/>
      <p:bldP spid="41" grpId="0" animBg="1"/>
      <p:bldP spid="42" grpId="0" animBg="1"/>
      <p:bldP spid="15"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5"/>
                        </p:tgtEl>
                        <p:attrNameLst>
                          <p:attrName>style.visibility</p:attrName>
                        </p:attrNameLst>
                      </p:cBhvr>
                      <p:to>
                        <p:strVal val="visible"/>
                      </p:to>
                    </p:set>
                    <p:anim calcmode="lin" valueType="num">
                      <p:cBhvr>
                        <p:cTn dur="500" fill="hold"/>
                        <p:tgtEl>
                          <p:spTgt spid="15"/>
                        </p:tgtEl>
                        <p:attrNameLst>
                          <p:attrName>ppt_w</p:attrName>
                        </p:attrNameLst>
                      </p:cBhvr>
                      <p:tavLst>
                        <p:tav tm="0">
                          <p:val>
                            <p:fltVal val="0"/>
                          </p:val>
                        </p:tav>
                        <p:tav tm="100000">
                          <p:val>
                            <p:strVal val="#ppt_w"/>
                          </p:val>
                        </p:tav>
                      </p:tavLst>
                    </p:anim>
                    <p:anim calcmode="lin" valueType="num">
                      <p:cBhvr>
                        <p:cTn dur="500" fill="hold"/>
                        <p:tgtEl>
                          <p:spTgt spid="15"/>
                        </p:tgtEl>
                        <p:attrNameLst>
                          <p:attrName>ppt_h</p:attrName>
                        </p:attrNameLst>
                      </p:cBhvr>
                      <p:tavLst>
                        <p:tav tm="0">
                          <p:val>
                            <p:fltVal val="0"/>
                          </p:val>
                        </p:tav>
                        <p:tav tm="100000">
                          <p:val>
                            <p:strVal val="#ppt_h"/>
                          </p:val>
                        </p:tav>
                      </p:tavLst>
                    </p:anim>
                    <p:animEffect transition="in" filter="fade">
                      <p:cBhvr>
                        <p:cTn dur="500"/>
                        <p:tgtEl>
                          <p:spTgt spid="15"/>
                        </p:tgtEl>
                      </p:cBhvr>
                    </p:animEffect>
                  </p:childTnLst>
                </p:cTn>
              </p:par>
            </p:tnLst>
          </p:tmpl>
        </p:tmplLst>
      </p:bldP>
      <p:bldP spid="16"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6"/>
                        </p:tgtEl>
                        <p:attrNameLst>
                          <p:attrName>style.visibility</p:attrName>
                        </p:attrNameLst>
                      </p:cBhvr>
                      <p:to>
                        <p:strVal val="visible"/>
                      </p:to>
                    </p:set>
                    <p:animEffect transition="in" filter="fade">
                      <p:cBhvr>
                        <p:cTn dur="500"/>
                        <p:tgtEl>
                          <p:spTgt spid="16"/>
                        </p:tgtEl>
                      </p:cBhvr>
                    </p:animEffect>
                    <p:anim calcmode="lin" valueType="num">
                      <p:cBhvr>
                        <p:cTn dur="500" fill="hold"/>
                        <p:tgtEl>
                          <p:spTgt spid="16"/>
                        </p:tgtEl>
                        <p:attrNameLst>
                          <p:attrName>ppt_x</p:attrName>
                        </p:attrNameLst>
                      </p:cBhvr>
                      <p:tavLst>
                        <p:tav tm="0">
                          <p:val>
                            <p:strVal val="#ppt_x"/>
                          </p:val>
                        </p:tav>
                        <p:tav tm="100000">
                          <p:val>
                            <p:strVal val="#ppt_x"/>
                          </p:val>
                        </p:tav>
                      </p:tavLst>
                    </p:anim>
                    <p:anim calcmode="lin" valueType="num">
                      <p:cBhvr>
                        <p:cTn dur="500" fill="hold"/>
                        <p:tgtEl>
                          <p:spTgt spid="16"/>
                        </p:tgtEl>
                        <p:attrNameLst>
                          <p:attrName>ppt_y</p:attrName>
                        </p:attrNameLst>
                      </p:cBhvr>
                      <p:tavLst>
                        <p:tav tm="0">
                          <p:val>
                            <p:strVal val="#ppt_y+.1"/>
                          </p:val>
                        </p:tav>
                        <p:tav tm="100000">
                          <p:val>
                            <p:strVal val="#ppt_y"/>
                          </p:val>
                        </p:tav>
                      </p:tavLst>
                    </p:anim>
                  </p:childTnLst>
                </p:cTn>
              </p:par>
            </p:tnLst>
          </p:tmpl>
        </p:tmplLst>
      </p:bldP>
      <p:bldP spid="17"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7"/>
                        </p:tgtEl>
                        <p:attrNameLst>
                          <p:attrName>style.visibility</p:attrName>
                        </p:attrNameLst>
                      </p:cBhvr>
                      <p:to>
                        <p:strVal val="visible"/>
                      </p:to>
                    </p:set>
                    <p:anim calcmode="lin" valueType="num">
                      <p:cBhvr>
                        <p:cTn dur="500" fill="hold"/>
                        <p:tgtEl>
                          <p:spTgt spid="17"/>
                        </p:tgtEl>
                        <p:attrNameLst>
                          <p:attrName>ppt_w</p:attrName>
                        </p:attrNameLst>
                      </p:cBhvr>
                      <p:tavLst>
                        <p:tav tm="0">
                          <p:val>
                            <p:fltVal val="0"/>
                          </p:val>
                        </p:tav>
                        <p:tav tm="100000">
                          <p:val>
                            <p:strVal val="#ppt_w"/>
                          </p:val>
                        </p:tav>
                      </p:tavLst>
                    </p:anim>
                    <p:anim calcmode="lin" valueType="num">
                      <p:cBhvr>
                        <p:cTn dur="500" fill="hold"/>
                        <p:tgtEl>
                          <p:spTgt spid="17"/>
                        </p:tgtEl>
                        <p:attrNameLst>
                          <p:attrName>ppt_h</p:attrName>
                        </p:attrNameLst>
                      </p:cBhvr>
                      <p:tavLst>
                        <p:tav tm="0">
                          <p:val>
                            <p:fltVal val="0"/>
                          </p:val>
                        </p:tav>
                        <p:tav tm="100000">
                          <p:val>
                            <p:strVal val="#ppt_h"/>
                          </p:val>
                        </p:tav>
                      </p:tavLst>
                    </p:anim>
                    <p:animEffect transition="in" filter="fade">
                      <p:cBhvr>
                        <p:cTn dur="500"/>
                        <p:tgtEl>
                          <p:spTgt spid="17"/>
                        </p:tgtEl>
                      </p:cBhvr>
                    </p:animEffect>
                  </p:childTnLst>
                </p:cTn>
              </p:par>
            </p:tnLst>
          </p:tmpl>
        </p:tmplLst>
      </p:bldP>
      <p:bldP spid="18"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8"/>
                        </p:tgtEl>
                        <p:attrNameLst>
                          <p:attrName>style.visibility</p:attrName>
                        </p:attrNameLst>
                      </p:cBhvr>
                      <p:to>
                        <p:strVal val="visible"/>
                      </p:to>
                    </p:set>
                    <p:animEffect transition="in" filter="fade">
                      <p:cBhvr>
                        <p:cTn dur="500"/>
                        <p:tgtEl>
                          <p:spTgt spid="18"/>
                        </p:tgtEl>
                      </p:cBhvr>
                    </p:animEffect>
                    <p:anim calcmode="lin" valueType="num">
                      <p:cBhvr>
                        <p:cTn dur="500" fill="hold"/>
                        <p:tgtEl>
                          <p:spTgt spid="18"/>
                        </p:tgtEl>
                        <p:attrNameLst>
                          <p:attrName>ppt_x</p:attrName>
                        </p:attrNameLst>
                      </p:cBhvr>
                      <p:tavLst>
                        <p:tav tm="0">
                          <p:val>
                            <p:strVal val="#ppt_x"/>
                          </p:val>
                        </p:tav>
                        <p:tav tm="100000">
                          <p:val>
                            <p:strVal val="#ppt_x"/>
                          </p:val>
                        </p:tav>
                      </p:tavLst>
                    </p:anim>
                    <p:anim calcmode="lin" valueType="num">
                      <p:cBhvr>
                        <p:cTn dur="500" fill="hold"/>
                        <p:tgtEl>
                          <p:spTgt spid="18"/>
                        </p:tgtEl>
                        <p:attrNameLst>
                          <p:attrName>ppt_y</p:attrName>
                        </p:attrNameLst>
                      </p:cBhvr>
                      <p:tavLst>
                        <p:tav tm="0">
                          <p:val>
                            <p:strVal val="#ppt_y+.1"/>
                          </p:val>
                        </p:tav>
                        <p:tav tm="100000">
                          <p:val>
                            <p:strVal val="#ppt_y"/>
                          </p:val>
                        </p:tav>
                      </p:tavLst>
                    </p:anim>
                  </p:childTnLst>
                </p:cTn>
              </p:par>
            </p:tnLst>
          </p:tmpl>
        </p:tmplLst>
      </p:bldP>
      <p:bldP spid="19"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9"/>
                        </p:tgtEl>
                        <p:attrNameLst>
                          <p:attrName>style.visibility</p:attrName>
                        </p:attrNameLst>
                      </p:cBhvr>
                      <p:to>
                        <p:strVal val="visible"/>
                      </p:to>
                    </p:set>
                    <p:anim calcmode="lin" valueType="num">
                      <p:cBhvr>
                        <p:cTn dur="500" fill="hold"/>
                        <p:tgtEl>
                          <p:spTgt spid="19"/>
                        </p:tgtEl>
                        <p:attrNameLst>
                          <p:attrName>ppt_w</p:attrName>
                        </p:attrNameLst>
                      </p:cBhvr>
                      <p:tavLst>
                        <p:tav tm="0">
                          <p:val>
                            <p:fltVal val="0"/>
                          </p:val>
                        </p:tav>
                        <p:tav tm="100000">
                          <p:val>
                            <p:strVal val="#ppt_w"/>
                          </p:val>
                        </p:tav>
                      </p:tavLst>
                    </p:anim>
                    <p:anim calcmode="lin" valueType="num">
                      <p:cBhvr>
                        <p:cTn dur="500" fill="hold"/>
                        <p:tgtEl>
                          <p:spTgt spid="19"/>
                        </p:tgtEl>
                        <p:attrNameLst>
                          <p:attrName>ppt_h</p:attrName>
                        </p:attrNameLst>
                      </p:cBhvr>
                      <p:tavLst>
                        <p:tav tm="0">
                          <p:val>
                            <p:fltVal val="0"/>
                          </p:val>
                        </p:tav>
                        <p:tav tm="100000">
                          <p:val>
                            <p:strVal val="#ppt_h"/>
                          </p:val>
                        </p:tav>
                      </p:tavLst>
                    </p:anim>
                    <p:animEffect transition="in" filter="fade">
                      <p:cBhvr>
                        <p:cTn dur="500"/>
                        <p:tgtEl>
                          <p:spTgt spid="19"/>
                        </p:tgtEl>
                      </p:cBhvr>
                    </p:animEffect>
                  </p:childTnLst>
                </p:cTn>
              </p:par>
            </p:tnLst>
          </p:tmpl>
        </p:tmplLst>
      </p:bldP>
      <p:bldP spid="20"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0"/>
                        </p:tgtEl>
                        <p:attrNameLst>
                          <p:attrName>style.visibility</p:attrName>
                        </p:attrNameLst>
                      </p:cBhvr>
                      <p:to>
                        <p:strVal val="visible"/>
                      </p:to>
                    </p:set>
                    <p:animEffect transition="in" filter="fade">
                      <p:cBhvr>
                        <p:cTn dur="500"/>
                        <p:tgtEl>
                          <p:spTgt spid="20"/>
                        </p:tgtEl>
                      </p:cBhvr>
                    </p:animEffect>
                    <p:anim calcmode="lin" valueType="num">
                      <p:cBhvr>
                        <p:cTn dur="500" fill="hold"/>
                        <p:tgtEl>
                          <p:spTgt spid="20"/>
                        </p:tgtEl>
                        <p:attrNameLst>
                          <p:attrName>ppt_x</p:attrName>
                        </p:attrNameLst>
                      </p:cBhvr>
                      <p:tavLst>
                        <p:tav tm="0">
                          <p:val>
                            <p:strVal val="#ppt_x"/>
                          </p:val>
                        </p:tav>
                        <p:tav tm="100000">
                          <p:val>
                            <p:strVal val="#ppt_x"/>
                          </p:val>
                        </p:tav>
                      </p:tavLst>
                    </p:anim>
                    <p:anim calcmode="lin" valueType="num">
                      <p:cBhvr>
                        <p:cTn dur="500" fill="hold"/>
                        <p:tgtEl>
                          <p:spTgt spid="20"/>
                        </p:tgtEl>
                        <p:attrNameLst>
                          <p:attrName>ppt_y</p:attrName>
                        </p:attrNameLst>
                      </p:cBhvr>
                      <p:tavLst>
                        <p:tav tm="0">
                          <p:val>
                            <p:strVal val="#ppt_y+.1"/>
                          </p:val>
                        </p:tav>
                        <p:tav tm="100000">
                          <p:val>
                            <p:strVal val="#ppt_y"/>
                          </p:val>
                        </p:tav>
                      </p:tavLst>
                    </p:anim>
                  </p:childTnLst>
                </p:cTn>
              </p:par>
            </p:tnLst>
          </p:tmpl>
        </p:tmplLst>
      </p:bldP>
      <p:bldP spid="28"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8"/>
                        </p:tgtEl>
                        <p:attrNameLst>
                          <p:attrName>style.visibility</p:attrName>
                        </p:attrNameLst>
                      </p:cBhvr>
                      <p:to>
                        <p:strVal val="visible"/>
                      </p:to>
                    </p:set>
                    <p:anim calcmode="lin" valueType="num">
                      <p:cBhvr>
                        <p:cTn dur="500" fill="hold"/>
                        <p:tgtEl>
                          <p:spTgt spid="28"/>
                        </p:tgtEl>
                        <p:attrNameLst>
                          <p:attrName>ppt_w</p:attrName>
                        </p:attrNameLst>
                      </p:cBhvr>
                      <p:tavLst>
                        <p:tav tm="0">
                          <p:val>
                            <p:fltVal val="0"/>
                          </p:val>
                        </p:tav>
                        <p:tav tm="100000">
                          <p:val>
                            <p:strVal val="#ppt_w"/>
                          </p:val>
                        </p:tav>
                      </p:tavLst>
                    </p:anim>
                    <p:anim calcmode="lin" valueType="num">
                      <p:cBhvr>
                        <p:cTn dur="500" fill="hold"/>
                        <p:tgtEl>
                          <p:spTgt spid="28"/>
                        </p:tgtEl>
                        <p:attrNameLst>
                          <p:attrName>ppt_h</p:attrName>
                        </p:attrNameLst>
                      </p:cBhvr>
                      <p:tavLst>
                        <p:tav tm="0">
                          <p:val>
                            <p:fltVal val="0"/>
                          </p:val>
                        </p:tav>
                        <p:tav tm="100000">
                          <p:val>
                            <p:strVal val="#ppt_h"/>
                          </p:val>
                        </p:tav>
                      </p:tavLst>
                    </p:anim>
                    <p:animEffect transition="in" filter="fade">
                      <p:cBhvr>
                        <p:cTn dur="500"/>
                        <p:tgtEl>
                          <p:spTgt spid="28"/>
                        </p:tgtEl>
                      </p:cBhvr>
                    </p:animEffect>
                  </p:childTnLst>
                </p:cTn>
              </p:par>
            </p:tnLst>
          </p:tmpl>
        </p:tmplLst>
      </p:bldP>
      <p:bldP spid="29"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9"/>
                        </p:tgtEl>
                        <p:attrNameLst>
                          <p:attrName>style.visibility</p:attrName>
                        </p:attrNameLst>
                      </p:cBhvr>
                      <p:to>
                        <p:strVal val="visible"/>
                      </p:to>
                    </p:set>
                    <p:animEffect transition="in" filter="fade">
                      <p:cBhvr>
                        <p:cTn dur="500"/>
                        <p:tgtEl>
                          <p:spTgt spid="29"/>
                        </p:tgtEl>
                      </p:cBhvr>
                    </p:animEffect>
                    <p:anim calcmode="lin" valueType="num">
                      <p:cBhvr>
                        <p:cTn dur="500" fill="hold"/>
                        <p:tgtEl>
                          <p:spTgt spid="29"/>
                        </p:tgtEl>
                        <p:attrNameLst>
                          <p:attrName>ppt_x</p:attrName>
                        </p:attrNameLst>
                      </p:cBhvr>
                      <p:tavLst>
                        <p:tav tm="0">
                          <p:val>
                            <p:strVal val="#ppt_x"/>
                          </p:val>
                        </p:tav>
                        <p:tav tm="100000">
                          <p:val>
                            <p:strVal val="#ppt_x"/>
                          </p:val>
                        </p:tav>
                      </p:tavLst>
                    </p:anim>
                    <p:anim calcmode="lin" valueType="num">
                      <p:cBhvr>
                        <p:cTn dur="500" fill="hold"/>
                        <p:tgtEl>
                          <p:spTgt spid="29"/>
                        </p:tgtEl>
                        <p:attrNameLst>
                          <p:attrName>ppt_y</p:attrName>
                        </p:attrNameLst>
                      </p:cBhvr>
                      <p:tavLst>
                        <p:tav tm="0">
                          <p:val>
                            <p:strVal val="#ppt_y+.1"/>
                          </p:val>
                        </p:tav>
                        <p:tav tm="100000">
                          <p:val>
                            <p:strVal val="#ppt_y"/>
                          </p:val>
                        </p:tav>
                      </p:tavLst>
                    </p:anim>
                  </p:childTnLst>
                </p:cTn>
              </p:par>
            </p:tnLst>
          </p:tmpl>
        </p:tmplLst>
      </p:bldP>
      <p:bldP spid="36" grpId="0" animBg="1"/>
      <p:bldP spid="37" grpId="0" animBg="1"/>
      <p:bldP spid="38" grpId="0" animBg="1"/>
      <p:bldP spid="44"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44"/>
                        </p:tgtEl>
                        <p:attrNameLst>
                          <p:attrName>style.visibility</p:attrName>
                        </p:attrNameLst>
                      </p:cBhvr>
                      <p:to>
                        <p:strVal val="visible"/>
                      </p:to>
                    </p:set>
                    <p:anim calcmode="lin" valueType="num">
                      <p:cBhvr>
                        <p:cTn dur="500" fill="hold"/>
                        <p:tgtEl>
                          <p:spTgt spid="44"/>
                        </p:tgtEl>
                        <p:attrNameLst>
                          <p:attrName>ppt_w</p:attrName>
                        </p:attrNameLst>
                      </p:cBhvr>
                      <p:tavLst>
                        <p:tav tm="0">
                          <p:val>
                            <p:fltVal val="0"/>
                          </p:val>
                        </p:tav>
                        <p:tav tm="100000">
                          <p:val>
                            <p:strVal val="#ppt_w"/>
                          </p:val>
                        </p:tav>
                      </p:tavLst>
                    </p:anim>
                    <p:anim calcmode="lin" valueType="num">
                      <p:cBhvr>
                        <p:cTn dur="500" fill="hold"/>
                        <p:tgtEl>
                          <p:spTgt spid="44"/>
                        </p:tgtEl>
                        <p:attrNameLst>
                          <p:attrName>ppt_h</p:attrName>
                        </p:attrNameLst>
                      </p:cBhvr>
                      <p:tavLst>
                        <p:tav tm="0">
                          <p:val>
                            <p:fltVal val="0"/>
                          </p:val>
                        </p:tav>
                        <p:tav tm="100000">
                          <p:val>
                            <p:strVal val="#ppt_h"/>
                          </p:val>
                        </p:tav>
                      </p:tavLst>
                    </p:anim>
                    <p:animEffect transition="in" filter="fade">
                      <p:cBhvr>
                        <p:cTn dur="500"/>
                        <p:tgtEl>
                          <p:spTgt spid="44"/>
                        </p:tgtEl>
                      </p:cBhvr>
                    </p:animEffect>
                  </p:childTnLst>
                </p:cTn>
              </p:par>
            </p:tnLst>
          </p:tmpl>
        </p:tmplLst>
      </p:bldP>
      <p:bldP spid="45"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45"/>
                        </p:tgtEl>
                        <p:attrNameLst>
                          <p:attrName>style.visibility</p:attrName>
                        </p:attrNameLst>
                      </p:cBhvr>
                      <p:to>
                        <p:strVal val="visible"/>
                      </p:to>
                    </p:set>
                    <p:animEffect transition="in" filter="fade">
                      <p:cBhvr>
                        <p:cTn dur="500"/>
                        <p:tgtEl>
                          <p:spTgt spid="45"/>
                        </p:tgtEl>
                      </p:cBhvr>
                    </p:animEffect>
                    <p:anim calcmode="lin" valueType="num">
                      <p:cBhvr>
                        <p:cTn dur="500" fill="hold"/>
                        <p:tgtEl>
                          <p:spTgt spid="45"/>
                        </p:tgtEl>
                        <p:attrNameLst>
                          <p:attrName>ppt_x</p:attrName>
                        </p:attrNameLst>
                      </p:cBhvr>
                      <p:tavLst>
                        <p:tav tm="0">
                          <p:val>
                            <p:strVal val="#ppt_x"/>
                          </p:val>
                        </p:tav>
                        <p:tav tm="100000">
                          <p:val>
                            <p:strVal val="#ppt_x"/>
                          </p:val>
                        </p:tav>
                      </p:tavLst>
                    </p:anim>
                    <p:anim calcmode="lin" valueType="num">
                      <p:cBhvr>
                        <p:cTn dur="500" fill="hold"/>
                        <p:tgtEl>
                          <p:spTgt spid="45"/>
                        </p:tgtEl>
                        <p:attrNameLst>
                          <p:attrName>ppt_y</p:attrName>
                        </p:attrNameLst>
                      </p:cBhvr>
                      <p:tavLst>
                        <p:tav tm="0">
                          <p:val>
                            <p:strVal val="#ppt_y+.1"/>
                          </p:val>
                        </p:tav>
                        <p:tav tm="100000">
                          <p:val>
                            <p:strVal val="#ppt_y"/>
                          </p:val>
                        </p:tav>
                      </p:tavLst>
                    </p:anim>
                  </p:childTnLst>
                </p:cTn>
              </p:par>
            </p:tnLst>
          </p:tmpl>
        </p:tmplLst>
      </p:bldP>
      <p:bldP spid="46"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46"/>
                        </p:tgtEl>
                        <p:attrNameLst>
                          <p:attrName>style.visibility</p:attrName>
                        </p:attrNameLst>
                      </p:cBhvr>
                      <p:to>
                        <p:strVal val="visible"/>
                      </p:to>
                    </p:set>
                    <p:anim calcmode="lin" valueType="num">
                      <p:cBhvr>
                        <p:cTn dur="500" fill="hold"/>
                        <p:tgtEl>
                          <p:spTgt spid="46"/>
                        </p:tgtEl>
                        <p:attrNameLst>
                          <p:attrName>ppt_w</p:attrName>
                        </p:attrNameLst>
                      </p:cBhvr>
                      <p:tavLst>
                        <p:tav tm="0">
                          <p:val>
                            <p:fltVal val="0"/>
                          </p:val>
                        </p:tav>
                        <p:tav tm="100000">
                          <p:val>
                            <p:strVal val="#ppt_w"/>
                          </p:val>
                        </p:tav>
                      </p:tavLst>
                    </p:anim>
                    <p:anim calcmode="lin" valueType="num">
                      <p:cBhvr>
                        <p:cTn dur="500" fill="hold"/>
                        <p:tgtEl>
                          <p:spTgt spid="46"/>
                        </p:tgtEl>
                        <p:attrNameLst>
                          <p:attrName>ppt_h</p:attrName>
                        </p:attrNameLst>
                      </p:cBhvr>
                      <p:tavLst>
                        <p:tav tm="0">
                          <p:val>
                            <p:fltVal val="0"/>
                          </p:val>
                        </p:tav>
                        <p:tav tm="100000">
                          <p:val>
                            <p:strVal val="#ppt_h"/>
                          </p:val>
                        </p:tav>
                      </p:tavLst>
                    </p:anim>
                    <p:animEffect transition="in" filter="fade">
                      <p:cBhvr>
                        <p:cTn dur="500"/>
                        <p:tgtEl>
                          <p:spTgt spid="46"/>
                        </p:tgtEl>
                      </p:cBhvr>
                    </p:animEffect>
                  </p:childTnLst>
                </p:cTn>
              </p:par>
            </p:tnLst>
          </p:tmpl>
        </p:tmplLst>
      </p:bldP>
      <p:bldP spid="48"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48"/>
                        </p:tgtEl>
                        <p:attrNameLst>
                          <p:attrName>style.visibility</p:attrName>
                        </p:attrNameLst>
                      </p:cBhvr>
                      <p:to>
                        <p:strVal val="visible"/>
                      </p:to>
                    </p:set>
                    <p:animEffect transition="in" filter="fade">
                      <p:cBhvr>
                        <p:cTn dur="500"/>
                        <p:tgtEl>
                          <p:spTgt spid="48"/>
                        </p:tgtEl>
                      </p:cBhvr>
                    </p:animEffect>
                    <p:anim calcmode="lin" valueType="num">
                      <p:cBhvr>
                        <p:cTn dur="500" fill="hold"/>
                        <p:tgtEl>
                          <p:spTgt spid="48"/>
                        </p:tgtEl>
                        <p:attrNameLst>
                          <p:attrName>ppt_x</p:attrName>
                        </p:attrNameLst>
                      </p:cBhvr>
                      <p:tavLst>
                        <p:tav tm="0">
                          <p:val>
                            <p:strVal val="#ppt_x"/>
                          </p:val>
                        </p:tav>
                        <p:tav tm="100000">
                          <p:val>
                            <p:strVal val="#ppt_x"/>
                          </p:val>
                        </p:tav>
                      </p:tavLst>
                    </p:anim>
                    <p:anim calcmode="lin" valueType="num">
                      <p:cBhvr>
                        <p:cTn dur="500" fill="hold"/>
                        <p:tgtEl>
                          <p:spTgt spid="48"/>
                        </p:tgtEl>
                        <p:attrNameLst>
                          <p:attrName>ppt_y</p:attrName>
                        </p:attrNameLst>
                      </p:cBhvr>
                      <p:tavLst>
                        <p:tav tm="0">
                          <p:val>
                            <p:strVal val="#ppt_y+.1"/>
                          </p:val>
                        </p:tav>
                        <p:tav tm="100000">
                          <p:val>
                            <p:strVal val="#ppt_y"/>
                          </p:val>
                        </p:tav>
                      </p:tavLst>
                    </p:anim>
                  </p:childTnLst>
                </p:cTn>
              </p:par>
            </p:tnLst>
          </p:tmpl>
        </p:tmplLst>
      </p:bldP>
      <p:bldP spid="49"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49"/>
                        </p:tgtEl>
                        <p:attrNameLst>
                          <p:attrName>style.visibility</p:attrName>
                        </p:attrNameLst>
                      </p:cBhvr>
                      <p:to>
                        <p:strVal val="visible"/>
                      </p:to>
                    </p:set>
                    <p:anim calcmode="lin" valueType="num">
                      <p:cBhvr>
                        <p:cTn dur="500" fill="hold"/>
                        <p:tgtEl>
                          <p:spTgt spid="49"/>
                        </p:tgtEl>
                        <p:attrNameLst>
                          <p:attrName>ppt_w</p:attrName>
                        </p:attrNameLst>
                      </p:cBhvr>
                      <p:tavLst>
                        <p:tav tm="0">
                          <p:val>
                            <p:fltVal val="0"/>
                          </p:val>
                        </p:tav>
                        <p:tav tm="100000">
                          <p:val>
                            <p:strVal val="#ppt_w"/>
                          </p:val>
                        </p:tav>
                      </p:tavLst>
                    </p:anim>
                    <p:anim calcmode="lin" valueType="num">
                      <p:cBhvr>
                        <p:cTn dur="500" fill="hold"/>
                        <p:tgtEl>
                          <p:spTgt spid="49"/>
                        </p:tgtEl>
                        <p:attrNameLst>
                          <p:attrName>ppt_h</p:attrName>
                        </p:attrNameLst>
                      </p:cBhvr>
                      <p:tavLst>
                        <p:tav tm="0">
                          <p:val>
                            <p:fltVal val="0"/>
                          </p:val>
                        </p:tav>
                        <p:tav tm="100000">
                          <p:val>
                            <p:strVal val="#ppt_h"/>
                          </p:val>
                        </p:tav>
                      </p:tavLst>
                    </p:anim>
                    <p:animEffect transition="in" filter="fade">
                      <p:cBhvr>
                        <p:cTn dur="500"/>
                        <p:tgtEl>
                          <p:spTgt spid="49"/>
                        </p:tgtEl>
                      </p:cBhvr>
                    </p:animEffect>
                  </p:childTnLst>
                </p:cTn>
              </p:par>
            </p:tnLst>
          </p:tmpl>
        </p:tmplLst>
      </p:bldP>
      <p:bldP spid="50"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50"/>
                        </p:tgtEl>
                        <p:attrNameLst>
                          <p:attrName>style.visibility</p:attrName>
                        </p:attrNameLst>
                      </p:cBhvr>
                      <p:to>
                        <p:strVal val="visible"/>
                      </p:to>
                    </p:set>
                    <p:animEffect transition="in" filter="fade">
                      <p:cBhvr>
                        <p:cTn dur="500"/>
                        <p:tgtEl>
                          <p:spTgt spid="50"/>
                        </p:tgtEl>
                      </p:cBhvr>
                    </p:animEffect>
                    <p:anim calcmode="lin" valueType="num">
                      <p:cBhvr>
                        <p:cTn dur="500" fill="hold"/>
                        <p:tgtEl>
                          <p:spTgt spid="50"/>
                        </p:tgtEl>
                        <p:attrNameLst>
                          <p:attrName>ppt_x</p:attrName>
                        </p:attrNameLst>
                      </p:cBhvr>
                      <p:tavLst>
                        <p:tav tm="0">
                          <p:val>
                            <p:strVal val="#ppt_x"/>
                          </p:val>
                        </p:tav>
                        <p:tav tm="100000">
                          <p:val>
                            <p:strVal val="#ppt_x"/>
                          </p:val>
                        </p:tav>
                      </p:tavLst>
                    </p:anim>
                    <p:anim calcmode="lin" valueType="num">
                      <p:cBhvr>
                        <p:cTn dur="500" fill="hold"/>
                        <p:tgtEl>
                          <p:spTgt spid="50"/>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660.xml><?xml version="1.0" encoding="utf-8"?>
<p:sldLayout xmlns:a="http://schemas.openxmlformats.org/drawingml/2006/main" xmlns:r="http://schemas.openxmlformats.org/officeDocument/2006/relationships" xmlns:p="http://schemas.openxmlformats.org/presentationml/2006/main" preserve="1" userDrawn="1">
  <p:cSld name="10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6" name="Rectangle 5"/>
          <p:cNvSpPr/>
          <p:nvPr userDrawn="1"/>
        </p:nvSpPr>
        <p:spPr>
          <a:xfrm rot="20700000">
            <a:off x="1558637" y="2070541"/>
            <a:ext cx="1510146" cy="18288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9" name="Rectangle 8"/>
          <p:cNvSpPr/>
          <p:nvPr userDrawn="1"/>
        </p:nvSpPr>
        <p:spPr>
          <a:xfrm rot="900000">
            <a:off x="1558636" y="2070541"/>
            <a:ext cx="1510146" cy="18288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18" name="Picture Placeholder 17"/>
          <p:cNvSpPr>
            <a:spLocks noGrp="1"/>
          </p:cNvSpPr>
          <p:nvPr>
            <p:ph type="pic" sz="quarter" idx="15"/>
          </p:nvPr>
        </p:nvSpPr>
        <p:spPr>
          <a:xfrm>
            <a:off x="1558637" y="2042755"/>
            <a:ext cx="1510148" cy="1828800"/>
          </a:xfrm>
          <a:custGeom>
            <a:avLst/>
            <a:gdLst>
              <a:gd name="connsiteX0" fmla="*/ 0 w 1510148"/>
              <a:gd name="connsiteY0" fmla="*/ 0 h 1828800"/>
              <a:gd name="connsiteX1" fmla="*/ 1510148 w 1510148"/>
              <a:gd name="connsiteY1" fmla="*/ 0 h 1828800"/>
              <a:gd name="connsiteX2" fmla="*/ 1510148 w 1510148"/>
              <a:gd name="connsiteY2" fmla="*/ 1828800 h 1828800"/>
              <a:gd name="connsiteX3" fmla="*/ 0 w 1510148"/>
              <a:gd name="connsiteY3" fmla="*/ 1828800 h 1828800"/>
            </a:gdLst>
            <a:ahLst/>
            <a:cxnLst>
              <a:cxn ang="0">
                <a:pos x="connsiteX0" y="connsiteY0"/>
              </a:cxn>
              <a:cxn ang="0">
                <a:pos x="connsiteX1" y="connsiteY1"/>
              </a:cxn>
              <a:cxn ang="0">
                <a:pos x="connsiteX2" y="connsiteY2"/>
              </a:cxn>
              <a:cxn ang="0">
                <a:pos x="connsiteX3" y="connsiteY3"/>
              </a:cxn>
            </a:cxnLst>
            <a:rect l="l" t="t" r="r" b="b"/>
            <a:pathLst>
              <a:path w="1510148" h="1828800">
                <a:moveTo>
                  <a:pt x="0" y="0"/>
                </a:moveTo>
                <a:lnTo>
                  <a:pt x="1510148" y="0"/>
                </a:lnTo>
                <a:lnTo>
                  <a:pt x="1510148" y="1828800"/>
                </a:lnTo>
                <a:lnTo>
                  <a:pt x="0" y="1828800"/>
                </a:lnTo>
                <a:close/>
              </a:path>
            </a:pathLst>
          </a:custGeom>
          <a:solidFill>
            <a:schemeClr val="bg1">
              <a:lumMod val="85000"/>
            </a:schemeClr>
          </a:solidFill>
        </p:spPr>
        <p:txBody>
          <a:bodyPr wrap="square">
            <a:noAutofit/>
          </a:bodyPr>
          <a:lstStyle/>
          <a:p>
            <a:endParaRPr lang="en-AU"/>
          </a:p>
        </p:txBody>
      </p:sp>
      <p:sp>
        <p:nvSpPr>
          <p:cNvPr id="19" name="Rectangle 18"/>
          <p:cNvSpPr/>
          <p:nvPr userDrawn="1"/>
        </p:nvSpPr>
        <p:spPr>
          <a:xfrm rot="20700000">
            <a:off x="5346295" y="2070541"/>
            <a:ext cx="1510146" cy="18288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0" name="Rectangle 19"/>
          <p:cNvSpPr/>
          <p:nvPr userDrawn="1"/>
        </p:nvSpPr>
        <p:spPr>
          <a:xfrm rot="900000">
            <a:off x="5346294" y="2070541"/>
            <a:ext cx="1510146" cy="18288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1" name="Picture Placeholder 20"/>
          <p:cNvSpPr>
            <a:spLocks noGrp="1"/>
          </p:cNvSpPr>
          <p:nvPr>
            <p:ph type="pic" sz="quarter" idx="16"/>
          </p:nvPr>
        </p:nvSpPr>
        <p:spPr>
          <a:xfrm>
            <a:off x="5346295" y="2042755"/>
            <a:ext cx="1510148" cy="1828800"/>
          </a:xfrm>
          <a:custGeom>
            <a:avLst/>
            <a:gdLst>
              <a:gd name="connsiteX0" fmla="*/ 0 w 1510148"/>
              <a:gd name="connsiteY0" fmla="*/ 0 h 1828800"/>
              <a:gd name="connsiteX1" fmla="*/ 1510148 w 1510148"/>
              <a:gd name="connsiteY1" fmla="*/ 0 h 1828800"/>
              <a:gd name="connsiteX2" fmla="*/ 1510148 w 1510148"/>
              <a:gd name="connsiteY2" fmla="*/ 1828800 h 1828800"/>
              <a:gd name="connsiteX3" fmla="*/ 0 w 1510148"/>
              <a:gd name="connsiteY3" fmla="*/ 1828800 h 1828800"/>
            </a:gdLst>
            <a:ahLst/>
            <a:cxnLst>
              <a:cxn ang="0">
                <a:pos x="connsiteX0" y="connsiteY0"/>
              </a:cxn>
              <a:cxn ang="0">
                <a:pos x="connsiteX1" y="connsiteY1"/>
              </a:cxn>
              <a:cxn ang="0">
                <a:pos x="connsiteX2" y="connsiteY2"/>
              </a:cxn>
              <a:cxn ang="0">
                <a:pos x="connsiteX3" y="connsiteY3"/>
              </a:cxn>
            </a:cxnLst>
            <a:rect l="l" t="t" r="r" b="b"/>
            <a:pathLst>
              <a:path w="1510148" h="1828800">
                <a:moveTo>
                  <a:pt x="0" y="0"/>
                </a:moveTo>
                <a:lnTo>
                  <a:pt x="1510148" y="0"/>
                </a:lnTo>
                <a:lnTo>
                  <a:pt x="1510148" y="1828800"/>
                </a:lnTo>
                <a:lnTo>
                  <a:pt x="0" y="1828800"/>
                </a:lnTo>
                <a:close/>
              </a:path>
            </a:pathLst>
          </a:custGeom>
          <a:solidFill>
            <a:schemeClr val="bg1">
              <a:lumMod val="85000"/>
            </a:schemeClr>
          </a:solidFill>
        </p:spPr>
        <p:txBody>
          <a:bodyPr wrap="square">
            <a:noAutofit/>
          </a:bodyPr>
          <a:lstStyle/>
          <a:p>
            <a:endParaRPr lang="en-AU"/>
          </a:p>
        </p:txBody>
      </p:sp>
      <p:sp>
        <p:nvSpPr>
          <p:cNvPr id="22" name="Rectangle 21"/>
          <p:cNvSpPr/>
          <p:nvPr userDrawn="1"/>
        </p:nvSpPr>
        <p:spPr>
          <a:xfrm rot="20700000">
            <a:off x="9133955" y="2049759"/>
            <a:ext cx="1510146" cy="182880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3" name="Rectangle 22"/>
          <p:cNvSpPr/>
          <p:nvPr userDrawn="1"/>
        </p:nvSpPr>
        <p:spPr>
          <a:xfrm rot="900000">
            <a:off x="9133954" y="2049759"/>
            <a:ext cx="1510146" cy="18288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4" name="Picture Placeholder 23"/>
          <p:cNvSpPr>
            <a:spLocks noGrp="1"/>
          </p:cNvSpPr>
          <p:nvPr>
            <p:ph type="pic" sz="quarter" idx="17"/>
          </p:nvPr>
        </p:nvSpPr>
        <p:spPr>
          <a:xfrm>
            <a:off x="9133955" y="2021973"/>
            <a:ext cx="1510148" cy="1828800"/>
          </a:xfrm>
          <a:custGeom>
            <a:avLst/>
            <a:gdLst>
              <a:gd name="connsiteX0" fmla="*/ 0 w 1510148"/>
              <a:gd name="connsiteY0" fmla="*/ 0 h 1828800"/>
              <a:gd name="connsiteX1" fmla="*/ 1510148 w 1510148"/>
              <a:gd name="connsiteY1" fmla="*/ 0 h 1828800"/>
              <a:gd name="connsiteX2" fmla="*/ 1510148 w 1510148"/>
              <a:gd name="connsiteY2" fmla="*/ 1828800 h 1828800"/>
              <a:gd name="connsiteX3" fmla="*/ 0 w 1510148"/>
              <a:gd name="connsiteY3" fmla="*/ 1828800 h 1828800"/>
            </a:gdLst>
            <a:ahLst/>
            <a:cxnLst>
              <a:cxn ang="0">
                <a:pos x="connsiteX0" y="connsiteY0"/>
              </a:cxn>
              <a:cxn ang="0">
                <a:pos x="connsiteX1" y="connsiteY1"/>
              </a:cxn>
              <a:cxn ang="0">
                <a:pos x="connsiteX2" y="connsiteY2"/>
              </a:cxn>
              <a:cxn ang="0">
                <a:pos x="connsiteX3" y="connsiteY3"/>
              </a:cxn>
            </a:cxnLst>
            <a:rect l="l" t="t" r="r" b="b"/>
            <a:pathLst>
              <a:path w="1510148" h="1828800">
                <a:moveTo>
                  <a:pt x="0" y="0"/>
                </a:moveTo>
                <a:lnTo>
                  <a:pt x="1510148" y="0"/>
                </a:lnTo>
                <a:lnTo>
                  <a:pt x="1510148" y="1828800"/>
                </a:lnTo>
                <a:lnTo>
                  <a:pt x="0" y="1828800"/>
                </a:lnTo>
                <a:close/>
              </a:path>
            </a:pathLst>
          </a:custGeom>
          <a:solidFill>
            <a:schemeClr val="bg1">
              <a:lumMod val="85000"/>
            </a:schemeClr>
          </a:solidFill>
        </p:spPr>
        <p:txBody>
          <a:bodyPr wrap="square">
            <a:noAutofit/>
          </a:bodyPr>
          <a:lstStyle/>
          <a:p>
            <a:endParaRPr lang="en-AU"/>
          </a:p>
        </p:txBody>
      </p:sp>
      <p:sp>
        <p:nvSpPr>
          <p:cNvPr id="25" name="Text Placeholder 21"/>
          <p:cNvSpPr>
            <a:spLocks noGrp="1"/>
          </p:cNvSpPr>
          <p:nvPr>
            <p:ph type="body" sz="quarter" idx="20"/>
          </p:nvPr>
        </p:nvSpPr>
        <p:spPr>
          <a:xfrm>
            <a:off x="1347700" y="4415134"/>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6" name="Text Placeholder 21"/>
          <p:cNvSpPr>
            <a:spLocks noGrp="1"/>
          </p:cNvSpPr>
          <p:nvPr>
            <p:ph type="body" sz="quarter" idx="29"/>
          </p:nvPr>
        </p:nvSpPr>
        <p:spPr>
          <a:xfrm>
            <a:off x="1347700" y="4721838"/>
            <a:ext cx="1814513"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8" name="Text Placeholder 21"/>
          <p:cNvSpPr>
            <a:spLocks noGrp="1"/>
          </p:cNvSpPr>
          <p:nvPr>
            <p:ph type="body" sz="quarter" idx="30"/>
          </p:nvPr>
        </p:nvSpPr>
        <p:spPr>
          <a:xfrm>
            <a:off x="5188743" y="4415134"/>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9" name="Text Placeholder 21"/>
          <p:cNvSpPr>
            <a:spLocks noGrp="1"/>
          </p:cNvSpPr>
          <p:nvPr>
            <p:ph type="body" sz="quarter" idx="31"/>
          </p:nvPr>
        </p:nvSpPr>
        <p:spPr>
          <a:xfrm>
            <a:off x="5188743" y="4721838"/>
            <a:ext cx="1814513"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0" name="Text Placeholder 21"/>
          <p:cNvSpPr>
            <a:spLocks noGrp="1"/>
          </p:cNvSpPr>
          <p:nvPr>
            <p:ph type="body" sz="quarter" idx="32"/>
          </p:nvPr>
        </p:nvSpPr>
        <p:spPr>
          <a:xfrm>
            <a:off x="9029786" y="4415134"/>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1" name="Text Placeholder 21"/>
          <p:cNvSpPr>
            <a:spLocks noGrp="1"/>
          </p:cNvSpPr>
          <p:nvPr>
            <p:ph type="body" sz="quarter" idx="33"/>
          </p:nvPr>
        </p:nvSpPr>
        <p:spPr>
          <a:xfrm>
            <a:off x="9029786" y="4721838"/>
            <a:ext cx="1814513"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Tree>
    <p:extLst>
      <p:ext uri="{BB962C8B-B14F-4D97-AF65-F5344CB8AC3E}">
        <p14:creationId xmlns:p14="http://schemas.microsoft.com/office/powerpoint/2010/main" val="212751463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10" presetClass="entr" presetSubtype="0" fill="hold" grpId="0" nodeType="afterEffect">
                                  <p:stCondLst>
                                    <p:cond delay="0"/>
                                  </p:stCondLst>
                                  <p:childTnLst>
                                    <p:set>
                                      <p:cBhvr>
                                        <p:cTn id="20" dur="1" fill="hold">
                                          <p:stCondLst>
                                            <p:cond delay="0"/>
                                          </p:stCondLst>
                                        </p:cTn>
                                        <p:tgtEl>
                                          <p:spTgt spid="6"/>
                                        </p:tgtEl>
                                        <p:attrNameLst>
                                          <p:attrName>style.visibility</p:attrName>
                                        </p:attrNameLst>
                                      </p:cBhvr>
                                      <p:to>
                                        <p:strVal val="visible"/>
                                      </p:to>
                                    </p:set>
                                    <p:animEffect transition="in" filter="fade">
                                      <p:cBhvr>
                                        <p:cTn id="21" dur="500"/>
                                        <p:tgtEl>
                                          <p:spTgt spid="6"/>
                                        </p:tgtEl>
                                      </p:cBhvr>
                                    </p:animEffect>
                                  </p:childTnLst>
                                </p:cTn>
                              </p:par>
                            </p:childTnLst>
                          </p:cTn>
                        </p:par>
                        <p:par>
                          <p:cTn id="22" fill="hold">
                            <p:stCondLst>
                              <p:cond delay="2000"/>
                            </p:stCondLst>
                            <p:childTnLst>
                              <p:par>
                                <p:cTn id="23" presetID="10" presetClass="entr" presetSubtype="0" fill="hold" grpId="0" nodeType="afterEffect">
                                  <p:stCondLst>
                                    <p:cond delay="0"/>
                                  </p:stCondLst>
                                  <p:childTnLst>
                                    <p:set>
                                      <p:cBhvr>
                                        <p:cTn id="24" dur="1" fill="hold">
                                          <p:stCondLst>
                                            <p:cond delay="0"/>
                                          </p:stCondLst>
                                        </p:cTn>
                                        <p:tgtEl>
                                          <p:spTgt spid="9"/>
                                        </p:tgtEl>
                                        <p:attrNameLst>
                                          <p:attrName>style.visibility</p:attrName>
                                        </p:attrNameLst>
                                      </p:cBhvr>
                                      <p:to>
                                        <p:strVal val="visible"/>
                                      </p:to>
                                    </p:set>
                                    <p:animEffect transition="in" filter="fade">
                                      <p:cBhvr>
                                        <p:cTn id="25" dur="500"/>
                                        <p:tgtEl>
                                          <p:spTgt spid="9"/>
                                        </p:tgtEl>
                                      </p:cBhvr>
                                    </p:animEffect>
                                  </p:childTnLst>
                                </p:cTn>
                              </p:par>
                            </p:childTnLst>
                          </p:cTn>
                        </p:par>
                        <p:par>
                          <p:cTn id="26" fill="hold">
                            <p:stCondLst>
                              <p:cond delay="2500"/>
                            </p:stCondLst>
                            <p:childTnLst>
                              <p:par>
                                <p:cTn id="27" presetID="53" presetClass="entr" presetSubtype="16" fill="hold" grpId="0" nodeType="afterEffect">
                                  <p:stCondLst>
                                    <p:cond delay="0"/>
                                  </p:stCondLst>
                                  <p:childTnLst>
                                    <p:set>
                                      <p:cBhvr>
                                        <p:cTn id="28" dur="1" fill="hold">
                                          <p:stCondLst>
                                            <p:cond delay="0"/>
                                          </p:stCondLst>
                                        </p:cTn>
                                        <p:tgtEl>
                                          <p:spTgt spid="18"/>
                                        </p:tgtEl>
                                        <p:attrNameLst>
                                          <p:attrName>style.visibility</p:attrName>
                                        </p:attrNameLst>
                                      </p:cBhvr>
                                      <p:to>
                                        <p:strVal val="visible"/>
                                      </p:to>
                                    </p:set>
                                    <p:anim calcmode="lin" valueType="num">
                                      <p:cBhvr>
                                        <p:cTn id="29" dur="500" fill="hold"/>
                                        <p:tgtEl>
                                          <p:spTgt spid="18"/>
                                        </p:tgtEl>
                                        <p:attrNameLst>
                                          <p:attrName>ppt_w</p:attrName>
                                        </p:attrNameLst>
                                      </p:cBhvr>
                                      <p:tavLst>
                                        <p:tav tm="0">
                                          <p:val>
                                            <p:fltVal val="0"/>
                                          </p:val>
                                        </p:tav>
                                        <p:tav tm="100000">
                                          <p:val>
                                            <p:strVal val="#ppt_w"/>
                                          </p:val>
                                        </p:tav>
                                      </p:tavLst>
                                    </p:anim>
                                    <p:anim calcmode="lin" valueType="num">
                                      <p:cBhvr>
                                        <p:cTn id="30" dur="500" fill="hold"/>
                                        <p:tgtEl>
                                          <p:spTgt spid="18"/>
                                        </p:tgtEl>
                                        <p:attrNameLst>
                                          <p:attrName>ppt_h</p:attrName>
                                        </p:attrNameLst>
                                      </p:cBhvr>
                                      <p:tavLst>
                                        <p:tav tm="0">
                                          <p:val>
                                            <p:fltVal val="0"/>
                                          </p:val>
                                        </p:tav>
                                        <p:tav tm="100000">
                                          <p:val>
                                            <p:strVal val="#ppt_h"/>
                                          </p:val>
                                        </p:tav>
                                      </p:tavLst>
                                    </p:anim>
                                    <p:animEffect transition="in" filter="fade">
                                      <p:cBhvr>
                                        <p:cTn id="31" dur="500"/>
                                        <p:tgtEl>
                                          <p:spTgt spid="18"/>
                                        </p:tgtEl>
                                      </p:cBhvr>
                                    </p:animEffect>
                                  </p:childTnLst>
                                </p:cTn>
                              </p:par>
                            </p:childTnLst>
                          </p:cTn>
                        </p:par>
                        <p:par>
                          <p:cTn id="32" fill="hold">
                            <p:stCondLst>
                              <p:cond delay="3000"/>
                            </p:stCondLst>
                            <p:childTnLst>
                              <p:par>
                                <p:cTn id="33" presetID="53" presetClass="entr" presetSubtype="16" fill="hold" grpId="0" nodeType="afterEffect" nodePh="1">
                                  <p:stCondLst>
                                    <p:cond delay="0"/>
                                  </p:stCondLst>
                                  <p:endCondLst>
                                    <p:cond evt="begin" delay="0">
                                      <p:tn val="33"/>
                                    </p:cond>
                                  </p:endCondLst>
                                  <p:childTnLst>
                                    <p:set>
                                      <p:cBhvr>
                                        <p:cTn id="34" dur="1" fill="hold">
                                          <p:stCondLst>
                                            <p:cond delay="0"/>
                                          </p:stCondLst>
                                        </p:cTn>
                                        <p:tgtEl>
                                          <p:spTgt spid="25">
                                            <p:txEl>
                                              <p:pRg st="0" end="0"/>
                                            </p:txEl>
                                          </p:spTgt>
                                        </p:tgtEl>
                                        <p:attrNameLst>
                                          <p:attrName>style.visibility</p:attrName>
                                        </p:attrNameLst>
                                      </p:cBhvr>
                                      <p:to>
                                        <p:strVal val="visible"/>
                                      </p:to>
                                    </p:set>
                                    <p:anim calcmode="lin" valueType="num">
                                      <p:cBhvr>
                                        <p:cTn id="35" dur="500" fill="hold"/>
                                        <p:tgtEl>
                                          <p:spTgt spid="25">
                                            <p:txEl>
                                              <p:pRg st="0" end="0"/>
                                            </p:txEl>
                                          </p:spTgt>
                                        </p:tgtEl>
                                        <p:attrNameLst>
                                          <p:attrName>ppt_w</p:attrName>
                                        </p:attrNameLst>
                                      </p:cBhvr>
                                      <p:tavLst>
                                        <p:tav tm="0">
                                          <p:val>
                                            <p:fltVal val="0"/>
                                          </p:val>
                                        </p:tav>
                                        <p:tav tm="100000">
                                          <p:val>
                                            <p:strVal val="#ppt_w"/>
                                          </p:val>
                                        </p:tav>
                                      </p:tavLst>
                                    </p:anim>
                                    <p:anim calcmode="lin" valueType="num">
                                      <p:cBhvr>
                                        <p:cTn id="36" dur="500" fill="hold"/>
                                        <p:tgtEl>
                                          <p:spTgt spid="25">
                                            <p:txEl>
                                              <p:pRg st="0" end="0"/>
                                            </p:txEl>
                                          </p:spTgt>
                                        </p:tgtEl>
                                        <p:attrNameLst>
                                          <p:attrName>ppt_h</p:attrName>
                                        </p:attrNameLst>
                                      </p:cBhvr>
                                      <p:tavLst>
                                        <p:tav tm="0">
                                          <p:val>
                                            <p:fltVal val="0"/>
                                          </p:val>
                                        </p:tav>
                                        <p:tav tm="100000">
                                          <p:val>
                                            <p:strVal val="#ppt_h"/>
                                          </p:val>
                                        </p:tav>
                                      </p:tavLst>
                                    </p:anim>
                                    <p:animEffect transition="in" filter="fade">
                                      <p:cBhvr>
                                        <p:cTn id="37" dur="500"/>
                                        <p:tgtEl>
                                          <p:spTgt spid="25">
                                            <p:txEl>
                                              <p:pRg st="0" end="0"/>
                                            </p:txEl>
                                          </p:spTgt>
                                        </p:tgtEl>
                                      </p:cBhvr>
                                    </p:animEffect>
                                  </p:childTnLst>
                                </p:cTn>
                              </p:par>
                            </p:childTnLst>
                          </p:cTn>
                        </p:par>
                        <p:par>
                          <p:cTn id="38" fill="hold">
                            <p:stCondLst>
                              <p:cond delay="3500"/>
                            </p:stCondLst>
                            <p:childTnLst>
                              <p:par>
                                <p:cTn id="39" presetID="42" presetClass="entr" presetSubtype="0" fill="hold" grpId="0" nodeType="afterEffect" nodePh="1">
                                  <p:stCondLst>
                                    <p:cond delay="0"/>
                                  </p:stCondLst>
                                  <p:endCondLst>
                                    <p:cond evt="begin" delay="0">
                                      <p:tn val="39"/>
                                    </p:cond>
                                  </p:endCondLst>
                                  <p:childTnLst>
                                    <p:set>
                                      <p:cBhvr>
                                        <p:cTn id="40" dur="1" fill="hold">
                                          <p:stCondLst>
                                            <p:cond delay="0"/>
                                          </p:stCondLst>
                                        </p:cTn>
                                        <p:tgtEl>
                                          <p:spTgt spid="26">
                                            <p:txEl>
                                              <p:pRg st="0" end="0"/>
                                            </p:txEl>
                                          </p:spTgt>
                                        </p:tgtEl>
                                        <p:attrNameLst>
                                          <p:attrName>style.visibility</p:attrName>
                                        </p:attrNameLst>
                                      </p:cBhvr>
                                      <p:to>
                                        <p:strVal val="visible"/>
                                      </p:to>
                                    </p:set>
                                    <p:animEffect transition="in" filter="fade">
                                      <p:cBhvr>
                                        <p:cTn id="41" dur="500"/>
                                        <p:tgtEl>
                                          <p:spTgt spid="26">
                                            <p:txEl>
                                              <p:pRg st="0" end="0"/>
                                            </p:txEl>
                                          </p:spTgt>
                                        </p:tgtEl>
                                      </p:cBhvr>
                                    </p:animEffect>
                                    <p:anim calcmode="lin" valueType="num">
                                      <p:cBhvr>
                                        <p:cTn id="42" dur="500" fill="hold"/>
                                        <p:tgtEl>
                                          <p:spTgt spid="26">
                                            <p:txEl>
                                              <p:pRg st="0" end="0"/>
                                            </p:txEl>
                                          </p:spTgt>
                                        </p:tgtEl>
                                        <p:attrNameLst>
                                          <p:attrName>ppt_x</p:attrName>
                                        </p:attrNameLst>
                                      </p:cBhvr>
                                      <p:tavLst>
                                        <p:tav tm="0">
                                          <p:val>
                                            <p:strVal val="#ppt_x"/>
                                          </p:val>
                                        </p:tav>
                                        <p:tav tm="100000">
                                          <p:val>
                                            <p:strVal val="#ppt_x"/>
                                          </p:val>
                                        </p:tav>
                                      </p:tavLst>
                                    </p:anim>
                                    <p:anim calcmode="lin" valueType="num">
                                      <p:cBhvr>
                                        <p:cTn id="43" dur="500" fill="hold"/>
                                        <p:tgtEl>
                                          <p:spTgt spid="26">
                                            <p:txEl>
                                              <p:pRg st="0" end="0"/>
                                            </p:txEl>
                                          </p:spTgt>
                                        </p:tgtEl>
                                        <p:attrNameLst>
                                          <p:attrName>ppt_y</p:attrName>
                                        </p:attrNameLst>
                                      </p:cBhvr>
                                      <p:tavLst>
                                        <p:tav tm="0">
                                          <p:val>
                                            <p:strVal val="#ppt_y+.1"/>
                                          </p:val>
                                        </p:tav>
                                        <p:tav tm="100000">
                                          <p:val>
                                            <p:strVal val="#ppt_y"/>
                                          </p:val>
                                        </p:tav>
                                      </p:tavLst>
                                    </p:anim>
                                  </p:childTnLst>
                                </p:cTn>
                              </p:par>
                            </p:childTnLst>
                          </p:cTn>
                        </p:par>
                        <p:par>
                          <p:cTn id="44" fill="hold">
                            <p:stCondLst>
                              <p:cond delay="4000"/>
                            </p:stCondLst>
                            <p:childTnLst>
                              <p:par>
                                <p:cTn id="45" presetID="10" presetClass="entr" presetSubtype="0" fill="hold" grpId="0" nodeType="afterEffect">
                                  <p:stCondLst>
                                    <p:cond delay="0"/>
                                  </p:stCondLst>
                                  <p:childTnLst>
                                    <p:set>
                                      <p:cBhvr>
                                        <p:cTn id="46" dur="1" fill="hold">
                                          <p:stCondLst>
                                            <p:cond delay="0"/>
                                          </p:stCondLst>
                                        </p:cTn>
                                        <p:tgtEl>
                                          <p:spTgt spid="19"/>
                                        </p:tgtEl>
                                        <p:attrNameLst>
                                          <p:attrName>style.visibility</p:attrName>
                                        </p:attrNameLst>
                                      </p:cBhvr>
                                      <p:to>
                                        <p:strVal val="visible"/>
                                      </p:to>
                                    </p:set>
                                    <p:animEffect transition="in" filter="fade">
                                      <p:cBhvr>
                                        <p:cTn id="47" dur="500"/>
                                        <p:tgtEl>
                                          <p:spTgt spid="19"/>
                                        </p:tgtEl>
                                      </p:cBhvr>
                                    </p:animEffect>
                                  </p:childTnLst>
                                </p:cTn>
                              </p:par>
                            </p:childTnLst>
                          </p:cTn>
                        </p:par>
                        <p:par>
                          <p:cTn id="48" fill="hold">
                            <p:stCondLst>
                              <p:cond delay="4500"/>
                            </p:stCondLst>
                            <p:childTnLst>
                              <p:par>
                                <p:cTn id="49" presetID="10" presetClass="entr" presetSubtype="0" fill="hold" grpId="0" nodeType="afterEffect">
                                  <p:stCondLst>
                                    <p:cond delay="0"/>
                                  </p:stCondLst>
                                  <p:childTnLst>
                                    <p:set>
                                      <p:cBhvr>
                                        <p:cTn id="50" dur="1" fill="hold">
                                          <p:stCondLst>
                                            <p:cond delay="0"/>
                                          </p:stCondLst>
                                        </p:cTn>
                                        <p:tgtEl>
                                          <p:spTgt spid="20"/>
                                        </p:tgtEl>
                                        <p:attrNameLst>
                                          <p:attrName>style.visibility</p:attrName>
                                        </p:attrNameLst>
                                      </p:cBhvr>
                                      <p:to>
                                        <p:strVal val="visible"/>
                                      </p:to>
                                    </p:set>
                                    <p:animEffect transition="in" filter="fade">
                                      <p:cBhvr>
                                        <p:cTn id="51" dur="500"/>
                                        <p:tgtEl>
                                          <p:spTgt spid="20"/>
                                        </p:tgtEl>
                                      </p:cBhvr>
                                    </p:animEffect>
                                  </p:childTnLst>
                                </p:cTn>
                              </p:par>
                            </p:childTnLst>
                          </p:cTn>
                        </p:par>
                        <p:par>
                          <p:cTn id="52" fill="hold">
                            <p:stCondLst>
                              <p:cond delay="5000"/>
                            </p:stCondLst>
                            <p:childTnLst>
                              <p:par>
                                <p:cTn id="53" presetID="53" presetClass="entr" presetSubtype="16" fill="hold" grpId="0" nodeType="afterEffect">
                                  <p:stCondLst>
                                    <p:cond delay="0"/>
                                  </p:stCondLst>
                                  <p:childTnLst>
                                    <p:set>
                                      <p:cBhvr>
                                        <p:cTn id="54" dur="1" fill="hold">
                                          <p:stCondLst>
                                            <p:cond delay="0"/>
                                          </p:stCondLst>
                                        </p:cTn>
                                        <p:tgtEl>
                                          <p:spTgt spid="21"/>
                                        </p:tgtEl>
                                        <p:attrNameLst>
                                          <p:attrName>style.visibility</p:attrName>
                                        </p:attrNameLst>
                                      </p:cBhvr>
                                      <p:to>
                                        <p:strVal val="visible"/>
                                      </p:to>
                                    </p:set>
                                    <p:anim calcmode="lin" valueType="num">
                                      <p:cBhvr>
                                        <p:cTn id="55" dur="500" fill="hold"/>
                                        <p:tgtEl>
                                          <p:spTgt spid="21"/>
                                        </p:tgtEl>
                                        <p:attrNameLst>
                                          <p:attrName>ppt_w</p:attrName>
                                        </p:attrNameLst>
                                      </p:cBhvr>
                                      <p:tavLst>
                                        <p:tav tm="0">
                                          <p:val>
                                            <p:fltVal val="0"/>
                                          </p:val>
                                        </p:tav>
                                        <p:tav tm="100000">
                                          <p:val>
                                            <p:strVal val="#ppt_w"/>
                                          </p:val>
                                        </p:tav>
                                      </p:tavLst>
                                    </p:anim>
                                    <p:anim calcmode="lin" valueType="num">
                                      <p:cBhvr>
                                        <p:cTn id="56" dur="500" fill="hold"/>
                                        <p:tgtEl>
                                          <p:spTgt spid="21"/>
                                        </p:tgtEl>
                                        <p:attrNameLst>
                                          <p:attrName>ppt_h</p:attrName>
                                        </p:attrNameLst>
                                      </p:cBhvr>
                                      <p:tavLst>
                                        <p:tav tm="0">
                                          <p:val>
                                            <p:fltVal val="0"/>
                                          </p:val>
                                        </p:tav>
                                        <p:tav tm="100000">
                                          <p:val>
                                            <p:strVal val="#ppt_h"/>
                                          </p:val>
                                        </p:tav>
                                      </p:tavLst>
                                    </p:anim>
                                    <p:animEffect transition="in" filter="fade">
                                      <p:cBhvr>
                                        <p:cTn id="57" dur="500"/>
                                        <p:tgtEl>
                                          <p:spTgt spid="21"/>
                                        </p:tgtEl>
                                      </p:cBhvr>
                                    </p:animEffect>
                                  </p:childTnLst>
                                </p:cTn>
                              </p:par>
                            </p:childTnLst>
                          </p:cTn>
                        </p:par>
                        <p:par>
                          <p:cTn id="58" fill="hold">
                            <p:stCondLst>
                              <p:cond delay="5500"/>
                            </p:stCondLst>
                            <p:childTnLst>
                              <p:par>
                                <p:cTn id="59" presetID="53" presetClass="entr" presetSubtype="16" fill="hold" grpId="0" nodeType="afterEffect" nodePh="1">
                                  <p:stCondLst>
                                    <p:cond delay="0"/>
                                  </p:stCondLst>
                                  <p:endCondLst>
                                    <p:cond evt="begin" delay="0">
                                      <p:tn val="59"/>
                                    </p:cond>
                                  </p:endCondLst>
                                  <p:childTnLst>
                                    <p:set>
                                      <p:cBhvr>
                                        <p:cTn id="60" dur="1" fill="hold">
                                          <p:stCondLst>
                                            <p:cond delay="0"/>
                                          </p:stCondLst>
                                        </p:cTn>
                                        <p:tgtEl>
                                          <p:spTgt spid="28">
                                            <p:txEl>
                                              <p:pRg st="0" end="0"/>
                                            </p:txEl>
                                          </p:spTgt>
                                        </p:tgtEl>
                                        <p:attrNameLst>
                                          <p:attrName>style.visibility</p:attrName>
                                        </p:attrNameLst>
                                      </p:cBhvr>
                                      <p:to>
                                        <p:strVal val="visible"/>
                                      </p:to>
                                    </p:set>
                                    <p:anim calcmode="lin" valueType="num">
                                      <p:cBhvr>
                                        <p:cTn id="61" dur="500" fill="hold"/>
                                        <p:tgtEl>
                                          <p:spTgt spid="28">
                                            <p:txEl>
                                              <p:pRg st="0" end="0"/>
                                            </p:txEl>
                                          </p:spTgt>
                                        </p:tgtEl>
                                        <p:attrNameLst>
                                          <p:attrName>ppt_w</p:attrName>
                                        </p:attrNameLst>
                                      </p:cBhvr>
                                      <p:tavLst>
                                        <p:tav tm="0">
                                          <p:val>
                                            <p:fltVal val="0"/>
                                          </p:val>
                                        </p:tav>
                                        <p:tav tm="100000">
                                          <p:val>
                                            <p:strVal val="#ppt_w"/>
                                          </p:val>
                                        </p:tav>
                                      </p:tavLst>
                                    </p:anim>
                                    <p:anim calcmode="lin" valueType="num">
                                      <p:cBhvr>
                                        <p:cTn id="62" dur="500" fill="hold"/>
                                        <p:tgtEl>
                                          <p:spTgt spid="28">
                                            <p:txEl>
                                              <p:pRg st="0" end="0"/>
                                            </p:txEl>
                                          </p:spTgt>
                                        </p:tgtEl>
                                        <p:attrNameLst>
                                          <p:attrName>ppt_h</p:attrName>
                                        </p:attrNameLst>
                                      </p:cBhvr>
                                      <p:tavLst>
                                        <p:tav tm="0">
                                          <p:val>
                                            <p:fltVal val="0"/>
                                          </p:val>
                                        </p:tav>
                                        <p:tav tm="100000">
                                          <p:val>
                                            <p:strVal val="#ppt_h"/>
                                          </p:val>
                                        </p:tav>
                                      </p:tavLst>
                                    </p:anim>
                                    <p:animEffect transition="in" filter="fade">
                                      <p:cBhvr>
                                        <p:cTn id="63" dur="500"/>
                                        <p:tgtEl>
                                          <p:spTgt spid="28">
                                            <p:txEl>
                                              <p:pRg st="0" end="0"/>
                                            </p:txEl>
                                          </p:spTgt>
                                        </p:tgtEl>
                                      </p:cBhvr>
                                    </p:animEffect>
                                  </p:childTnLst>
                                </p:cTn>
                              </p:par>
                            </p:childTnLst>
                          </p:cTn>
                        </p:par>
                        <p:par>
                          <p:cTn id="64" fill="hold">
                            <p:stCondLst>
                              <p:cond delay="6000"/>
                            </p:stCondLst>
                            <p:childTnLst>
                              <p:par>
                                <p:cTn id="65" presetID="42" presetClass="entr" presetSubtype="0" fill="hold" grpId="0" nodeType="afterEffect" nodePh="1">
                                  <p:stCondLst>
                                    <p:cond delay="0"/>
                                  </p:stCondLst>
                                  <p:endCondLst>
                                    <p:cond evt="begin" delay="0">
                                      <p:tn val="65"/>
                                    </p:cond>
                                  </p:endCondLst>
                                  <p:childTnLst>
                                    <p:set>
                                      <p:cBhvr>
                                        <p:cTn id="66" dur="1" fill="hold">
                                          <p:stCondLst>
                                            <p:cond delay="0"/>
                                          </p:stCondLst>
                                        </p:cTn>
                                        <p:tgtEl>
                                          <p:spTgt spid="29">
                                            <p:txEl>
                                              <p:pRg st="0" end="0"/>
                                            </p:txEl>
                                          </p:spTgt>
                                        </p:tgtEl>
                                        <p:attrNameLst>
                                          <p:attrName>style.visibility</p:attrName>
                                        </p:attrNameLst>
                                      </p:cBhvr>
                                      <p:to>
                                        <p:strVal val="visible"/>
                                      </p:to>
                                    </p:set>
                                    <p:animEffect transition="in" filter="fade">
                                      <p:cBhvr>
                                        <p:cTn id="67" dur="500"/>
                                        <p:tgtEl>
                                          <p:spTgt spid="29">
                                            <p:txEl>
                                              <p:pRg st="0" end="0"/>
                                            </p:txEl>
                                          </p:spTgt>
                                        </p:tgtEl>
                                      </p:cBhvr>
                                    </p:animEffect>
                                    <p:anim calcmode="lin" valueType="num">
                                      <p:cBhvr>
                                        <p:cTn id="68" dur="500" fill="hold"/>
                                        <p:tgtEl>
                                          <p:spTgt spid="29">
                                            <p:txEl>
                                              <p:pRg st="0" end="0"/>
                                            </p:txEl>
                                          </p:spTgt>
                                        </p:tgtEl>
                                        <p:attrNameLst>
                                          <p:attrName>ppt_x</p:attrName>
                                        </p:attrNameLst>
                                      </p:cBhvr>
                                      <p:tavLst>
                                        <p:tav tm="0">
                                          <p:val>
                                            <p:strVal val="#ppt_x"/>
                                          </p:val>
                                        </p:tav>
                                        <p:tav tm="100000">
                                          <p:val>
                                            <p:strVal val="#ppt_x"/>
                                          </p:val>
                                        </p:tav>
                                      </p:tavLst>
                                    </p:anim>
                                    <p:anim calcmode="lin" valueType="num">
                                      <p:cBhvr>
                                        <p:cTn id="69" dur="500" fill="hold"/>
                                        <p:tgtEl>
                                          <p:spTgt spid="29">
                                            <p:txEl>
                                              <p:pRg st="0" end="0"/>
                                            </p:txEl>
                                          </p:spTgt>
                                        </p:tgtEl>
                                        <p:attrNameLst>
                                          <p:attrName>ppt_y</p:attrName>
                                        </p:attrNameLst>
                                      </p:cBhvr>
                                      <p:tavLst>
                                        <p:tav tm="0">
                                          <p:val>
                                            <p:strVal val="#ppt_y+.1"/>
                                          </p:val>
                                        </p:tav>
                                        <p:tav tm="100000">
                                          <p:val>
                                            <p:strVal val="#ppt_y"/>
                                          </p:val>
                                        </p:tav>
                                      </p:tavLst>
                                    </p:anim>
                                  </p:childTnLst>
                                </p:cTn>
                              </p:par>
                            </p:childTnLst>
                          </p:cTn>
                        </p:par>
                        <p:par>
                          <p:cTn id="70" fill="hold">
                            <p:stCondLst>
                              <p:cond delay="6500"/>
                            </p:stCondLst>
                            <p:childTnLst>
                              <p:par>
                                <p:cTn id="71" presetID="10" presetClass="entr" presetSubtype="0" fill="hold" grpId="0" nodeType="afterEffect">
                                  <p:stCondLst>
                                    <p:cond delay="0"/>
                                  </p:stCondLst>
                                  <p:childTnLst>
                                    <p:set>
                                      <p:cBhvr>
                                        <p:cTn id="72" dur="1" fill="hold">
                                          <p:stCondLst>
                                            <p:cond delay="0"/>
                                          </p:stCondLst>
                                        </p:cTn>
                                        <p:tgtEl>
                                          <p:spTgt spid="22"/>
                                        </p:tgtEl>
                                        <p:attrNameLst>
                                          <p:attrName>style.visibility</p:attrName>
                                        </p:attrNameLst>
                                      </p:cBhvr>
                                      <p:to>
                                        <p:strVal val="visible"/>
                                      </p:to>
                                    </p:set>
                                    <p:animEffect transition="in" filter="fade">
                                      <p:cBhvr>
                                        <p:cTn id="73" dur="500"/>
                                        <p:tgtEl>
                                          <p:spTgt spid="22"/>
                                        </p:tgtEl>
                                      </p:cBhvr>
                                    </p:animEffect>
                                  </p:childTnLst>
                                </p:cTn>
                              </p:par>
                            </p:childTnLst>
                          </p:cTn>
                        </p:par>
                        <p:par>
                          <p:cTn id="74" fill="hold">
                            <p:stCondLst>
                              <p:cond delay="7000"/>
                            </p:stCondLst>
                            <p:childTnLst>
                              <p:par>
                                <p:cTn id="75" presetID="10" presetClass="entr" presetSubtype="0" fill="hold" grpId="0" nodeType="afterEffect">
                                  <p:stCondLst>
                                    <p:cond delay="0"/>
                                  </p:stCondLst>
                                  <p:childTnLst>
                                    <p:set>
                                      <p:cBhvr>
                                        <p:cTn id="76" dur="1" fill="hold">
                                          <p:stCondLst>
                                            <p:cond delay="0"/>
                                          </p:stCondLst>
                                        </p:cTn>
                                        <p:tgtEl>
                                          <p:spTgt spid="23"/>
                                        </p:tgtEl>
                                        <p:attrNameLst>
                                          <p:attrName>style.visibility</p:attrName>
                                        </p:attrNameLst>
                                      </p:cBhvr>
                                      <p:to>
                                        <p:strVal val="visible"/>
                                      </p:to>
                                    </p:set>
                                    <p:animEffect transition="in" filter="fade">
                                      <p:cBhvr>
                                        <p:cTn id="77" dur="500"/>
                                        <p:tgtEl>
                                          <p:spTgt spid="23"/>
                                        </p:tgtEl>
                                      </p:cBhvr>
                                    </p:animEffect>
                                  </p:childTnLst>
                                </p:cTn>
                              </p:par>
                            </p:childTnLst>
                          </p:cTn>
                        </p:par>
                        <p:par>
                          <p:cTn id="78" fill="hold">
                            <p:stCondLst>
                              <p:cond delay="7500"/>
                            </p:stCondLst>
                            <p:childTnLst>
                              <p:par>
                                <p:cTn id="79" presetID="53" presetClass="entr" presetSubtype="16" fill="hold" grpId="0" nodeType="afterEffect">
                                  <p:stCondLst>
                                    <p:cond delay="0"/>
                                  </p:stCondLst>
                                  <p:childTnLst>
                                    <p:set>
                                      <p:cBhvr>
                                        <p:cTn id="80" dur="1" fill="hold">
                                          <p:stCondLst>
                                            <p:cond delay="0"/>
                                          </p:stCondLst>
                                        </p:cTn>
                                        <p:tgtEl>
                                          <p:spTgt spid="24"/>
                                        </p:tgtEl>
                                        <p:attrNameLst>
                                          <p:attrName>style.visibility</p:attrName>
                                        </p:attrNameLst>
                                      </p:cBhvr>
                                      <p:to>
                                        <p:strVal val="visible"/>
                                      </p:to>
                                    </p:set>
                                    <p:anim calcmode="lin" valueType="num">
                                      <p:cBhvr>
                                        <p:cTn id="81" dur="500" fill="hold"/>
                                        <p:tgtEl>
                                          <p:spTgt spid="24"/>
                                        </p:tgtEl>
                                        <p:attrNameLst>
                                          <p:attrName>ppt_w</p:attrName>
                                        </p:attrNameLst>
                                      </p:cBhvr>
                                      <p:tavLst>
                                        <p:tav tm="0">
                                          <p:val>
                                            <p:fltVal val="0"/>
                                          </p:val>
                                        </p:tav>
                                        <p:tav tm="100000">
                                          <p:val>
                                            <p:strVal val="#ppt_w"/>
                                          </p:val>
                                        </p:tav>
                                      </p:tavLst>
                                    </p:anim>
                                    <p:anim calcmode="lin" valueType="num">
                                      <p:cBhvr>
                                        <p:cTn id="82" dur="500" fill="hold"/>
                                        <p:tgtEl>
                                          <p:spTgt spid="24"/>
                                        </p:tgtEl>
                                        <p:attrNameLst>
                                          <p:attrName>ppt_h</p:attrName>
                                        </p:attrNameLst>
                                      </p:cBhvr>
                                      <p:tavLst>
                                        <p:tav tm="0">
                                          <p:val>
                                            <p:fltVal val="0"/>
                                          </p:val>
                                        </p:tav>
                                        <p:tav tm="100000">
                                          <p:val>
                                            <p:strVal val="#ppt_h"/>
                                          </p:val>
                                        </p:tav>
                                      </p:tavLst>
                                    </p:anim>
                                    <p:animEffect transition="in" filter="fade">
                                      <p:cBhvr>
                                        <p:cTn id="83" dur="500"/>
                                        <p:tgtEl>
                                          <p:spTgt spid="24"/>
                                        </p:tgtEl>
                                      </p:cBhvr>
                                    </p:animEffect>
                                  </p:childTnLst>
                                </p:cTn>
                              </p:par>
                            </p:childTnLst>
                          </p:cTn>
                        </p:par>
                        <p:par>
                          <p:cTn id="84" fill="hold">
                            <p:stCondLst>
                              <p:cond delay="8000"/>
                            </p:stCondLst>
                            <p:childTnLst>
                              <p:par>
                                <p:cTn id="85" presetID="53" presetClass="entr" presetSubtype="16" fill="hold" grpId="0" nodeType="afterEffect" nodePh="1">
                                  <p:stCondLst>
                                    <p:cond delay="0"/>
                                  </p:stCondLst>
                                  <p:endCondLst>
                                    <p:cond evt="begin" delay="0">
                                      <p:tn val="85"/>
                                    </p:cond>
                                  </p:endCondLst>
                                  <p:childTnLst>
                                    <p:set>
                                      <p:cBhvr>
                                        <p:cTn id="86" dur="1" fill="hold">
                                          <p:stCondLst>
                                            <p:cond delay="0"/>
                                          </p:stCondLst>
                                        </p:cTn>
                                        <p:tgtEl>
                                          <p:spTgt spid="30">
                                            <p:txEl>
                                              <p:pRg st="0" end="0"/>
                                            </p:txEl>
                                          </p:spTgt>
                                        </p:tgtEl>
                                        <p:attrNameLst>
                                          <p:attrName>style.visibility</p:attrName>
                                        </p:attrNameLst>
                                      </p:cBhvr>
                                      <p:to>
                                        <p:strVal val="visible"/>
                                      </p:to>
                                    </p:set>
                                    <p:anim calcmode="lin" valueType="num">
                                      <p:cBhvr>
                                        <p:cTn id="87" dur="500" fill="hold"/>
                                        <p:tgtEl>
                                          <p:spTgt spid="30">
                                            <p:txEl>
                                              <p:pRg st="0" end="0"/>
                                            </p:txEl>
                                          </p:spTgt>
                                        </p:tgtEl>
                                        <p:attrNameLst>
                                          <p:attrName>ppt_w</p:attrName>
                                        </p:attrNameLst>
                                      </p:cBhvr>
                                      <p:tavLst>
                                        <p:tav tm="0">
                                          <p:val>
                                            <p:fltVal val="0"/>
                                          </p:val>
                                        </p:tav>
                                        <p:tav tm="100000">
                                          <p:val>
                                            <p:strVal val="#ppt_w"/>
                                          </p:val>
                                        </p:tav>
                                      </p:tavLst>
                                    </p:anim>
                                    <p:anim calcmode="lin" valueType="num">
                                      <p:cBhvr>
                                        <p:cTn id="88" dur="500" fill="hold"/>
                                        <p:tgtEl>
                                          <p:spTgt spid="30">
                                            <p:txEl>
                                              <p:pRg st="0" end="0"/>
                                            </p:txEl>
                                          </p:spTgt>
                                        </p:tgtEl>
                                        <p:attrNameLst>
                                          <p:attrName>ppt_h</p:attrName>
                                        </p:attrNameLst>
                                      </p:cBhvr>
                                      <p:tavLst>
                                        <p:tav tm="0">
                                          <p:val>
                                            <p:fltVal val="0"/>
                                          </p:val>
                                        </p:tav>
                                        <p:tav tm="100000">
                                          <p:val>
                                            <p:strVal val="#ppt_h"/>
                                          </p:val>
                                        </p:tav>
                                      </p:tavLst>
                                    </p:anim>
                                    <p:animEffect transition="in" filter="fade">
                                      <p:cBhvr>
                                        <p:cTn id="89" dur="500"/>
                                        <p:tgtEl>
                                          <p:spTgt spid="30">
                                            <p:txEl>
                                              <p:pRg st="0" end="0"/>
                                            </p:txEl>
                                          </p:spTgt>
                                        </p:tgtEl>
                                      </p:cBhvr>
                                    </p:animEffect>
                                  </p:childTnLst>
                                </p:cTn>
                              </p:par>
                            </p:childTnLst>
                          </p:cTn>
                        </p:par>
                        <p:par>
                          <p:cTn id="90" fill="hold">
                            <p:stCondLst>
                              <p:cond delay="8500"/>
                            </p:stCondLst>
                            <p:childTnLst>
                              <p:par>
                                <p:cTn id="91" presetID="42" presetClass="entr" presetSubtype="0" fill="hold" grpId="0" nodeType="afterEffect" nodePh="1">
                                  <p:stCondLst>
                                    <p:cond delay="0"/>
                                  </p:stCondLst>
                                  <p:endCondLst>
                                    <p:cond evt="begin" delay="0">
                                      <p:tn val="91"/>
                                    </p:cond>
                                  </p:endCondLst>
                                  <p:childTnLst>
                                    <p:set>
                                      <p:cBhvr>
                                        <p:cTn id="92" dur="1" fill="hold">
                                          <p:stCondLst>
                                            <p:cond delay="0"/>
                                          </p:stCondLst>
                                        </p:cTn>
                                        <p:tgtEl>
                                          <p:spTgt spid="31">
                                            <p:txEl>
                                              <p:pRg st="0" end="0"/>
                                            </p:txEl>
                                          </p:spTgt>
                                        </p:tgtEl>
                                        <p:attrNameLst>
                                          <p:attrName>style.visibility</p:attrName>
                                        </p:attrNameLst>
                                      </p:cBhvr>
                                      <p:to>
                                        <p:strVal val="visible"/>
                                      </p:to>
                                    </p:set>
                                    <p:animEffect transition="in" filter="fade">
                                      <p:cBhvr>
                                        <p:cTn id="93" dur="500"/>
                                        <p:tgtEl>
                                          <p:spTgt spid="31">
                                            <p:txEl>
                                              <p:pRg st="0" end="0"/>
                                            </p:txEl>
                                          </p:spTgt>
                                        </p:tgtEl>
                                      </p:cBhvr>
                                    </p:animEffect>
                                    <p:anim calcmode="lin" valueType="num">
                                      <p:cBhvr>
                                        <p:cTn id="94" dur="500" fill="hold"/>
                                        <p:tgtEl>
                                          <p:spTgt spid="31">
                                            <p:txEl>
                                              <p:pRg st="0" end="0"/>
                                            </p:txEl>
                                          </p:spTgt>
                                        </p:tgtEl>
                                        <p:attrNameLst>
                                          <p:attrName>ppt_x</p:attrName>
                                        </p:attrNameLst>
                                      </p:cBhvr>
                                      <p:tavLst>
                                        <p:tav tm="0">
                                          <p:val>
                                            <p:strVal val="#ppt_x"/>
                                          </p:val>
                                        </p:tav>
                                        <p:tav tm="100000">
                                          <p:val>
                                            <p:strVal val="#ppt_x"/>
                                          </p:val>
                                        </p:tav>
                                      </p:tavLst>
                                    </p:anim>
                                    <p:anim calcmode="lin" valueType="num">
                                      <p:cBhvr>
                                        <p:cTn id="95" dur="500" fill="hold"/>
                                        <p:tgtEl>
                                          <p:spTgt spid="31">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6" grpId="0" animBg="1"/>
      <p:bldP spid="9" grpId="0" animBg="1"/>
      <p:bldP spid="18" grpId="0" animBg="1"/>
      <p:bldP spid="19" grpId="0" animBg="1"/>
      <p:bldP spid="20" grpId="0" animBg="1"/>
      <p:bldP spid="21" grpId="0" animBg="1"/>
      <p:bldP spid="22" grpId="0" animBg="1"/>
      <p:bldP spid="23" grpId="0" animBg="1"/>
      <p:bldP spid="24" grpId="0" animBg="1"/>
      <p:bldP spid="25"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5"/>
                        </p:tgtEl>
                        <p:attrNameLst>
                          <p:attrName>style.visibility</p:attrName>
                        </p:attrNameLst>
                      </p:cBhvr>
                      <p:to>
                        <p:strVal val="visible"/>
                      </p:to>
                    </p:set>
                    <p:anim calcmode="lin" valueType="num">
                      <p:cBhvr>
                        <p:cTn dur="500" fill="hold"/>
                        <p:tgtEl>
                          <p:spTgt spid="25"/>
                        </p:tgtEl>
                        <p:attrNameLst>
                          <p:attrName>ppt_w</p:attrName>
                        </p:attrNameLst>
                      </p:cBhvr>
                      <p:tavLst>
                        <p:tav tm="0">
                          <p:val>
                            <p:fltVal val="0"/>
                          </p:val>
                        </p:tav>
                        <p:tav tm="100000">
                          <p:val>
                            <p:strVal val="#ppt_w"/>
                          </p:val>
                        </p:tav>
                      </p:tavLst>
                    </p:anim>
                    <p:anim calcmode="lin" valueType="num">
                      <p:cBhvr>
                        <p:cTn dur="500" fill="hold"/>
                        <p:tgtEl>
                          <p:spTgt spid="25"/>
                        </p:tgtEl>
                        <p:attrNameLst>
                          <p:attrName>ppt_h</p:attrName>
                        </p:attrNameLst>
                      </p:cBhvr>
                      <p:tavLst>
                        <p:tav tm="0">
                          <p:val>
                            <p:fltVal val="0"/>
                          </p:val>
                        </p:tav>
                        <p:tav tm="100000">
                          <p:val>
                            <p:strVal val="#ppt_h"/>
                          </p:val>
                        </p:tav>
                      </p:tavLst>
                    </p:anim>
                    <p:animEffect transition="in" filter="fade">
                      <p:cBhvr>
                        <p:cTn dur="500"/>
                        <p:tgtEl>
                          <p:spTgt spid="25"/>
                        </p:tgtEl>
                      </p:cBhvr>
                    </p:animEffect>
                  </p:childTnLst>
                </p:cTn>
              </p:par>
            </p:tnLst>
          </p:tmpl>
        </p:tmplLst>
      </p:bldP>
      <p:bldP spid="26"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6"/>
                        </p:tgtEl>
                        <p:attrNameLst>
                          <p:attrName>style.visibility</p:attrName>
                        </p:attrNameLst>
                      </p:cBhvr>
                      <p:to>
                        <p:strVal val="visible"/>
                      </p:to>
                    </p:set>
                    <p:animEffect transition="in" filter="fade">
                      <p:cBhvr>
                        <p:cTn dur="500"/>
                        <p:tgtEl>
                          <p:spTgt spid="26"/>
                        </p:tgtEl>
                      </p:cBhvr>
                    </p:animEffect>
                    <p:anim calcmode="lin" valueType="num">
                      <p:cBhvr>
                        <p:cTn dur="500" fill="hold"/>
                        <p:tgtEl>
                          <p:spTgt spid="26"/>
                        </p:tgtEl>
                        <p:attrNameLst>
                          <p:attrName>ppt_x</p:attrName>
                        </p:attrNameLst>
                      </p:cBhvr>
                      <p:tavLst>
                        <p:tav tm="0">
                          <p:val>
                            <p:strVal val="#ppt_x"/>
                          </p:val>
                        </p:tav>
                        <p:tav tm="100000">
                          <p:val>
                            <p:strVal val="#ppt_x"/>
                          </p:val>
                        </p:tav>
                      </p:tavLst>
                    </p:anim>
                    <p:anim calcmode="lin" valueType="num">
                      <p:cBhvr>
                        <p:cTn dur="500" fill="hold"/>
                        <p:tgtEl>
                          <p:spTgt spid="26"/>
                        </p:tgtEl>
                        <p:attrNameLst>
                          <p:attrName>ppt_y</p:attrName>
                        </p:attrNameLst>
                      </p:cBhvr>
                      <p:tavLst>
                        <p:tav tm="0">
                          <p:val>
                            <p:strVal val="#ppt_y+.1"/>
                          </p:val>
                        </p:tav>
                        <p:tav tm="100000">
                          <p:val>
                            <p:strVal val="#ppt_y"/>
                          </p:val>
                        </p:tav>
                      </p:tavLst>
                    </p:anim>
                  </p:childTnLst>
                </p:cTn>
              </p:par>
            </p:tnLst>
          </p:tmpl>
        </p:tmplLst>
      </p:bldP>
      <p:bldP spid="28"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8"/>
                        </p:tgtEl>
                        <p:attrNameLst>
                          <p:attrName>style.visibility</p:attrName>
                        </p:attrNameLst>
                      </p:cBhvr>
                      <p:to>
                        <p:strVal val="visible"/>
                      </p:to>
                    </p:set>
                    <p:anim calcmode="lin" valueType="num">
                      <p:cBhvr>
                        <p:cTn dur="500" fill="hold"/>
                        <p:tgtEl>
                          <p:spTgt spid="28"/>
                        </p:tgtEl>
                        <p:attrNameLst>
                          <p:attrName>ppt_w</p:attrName>
                        </p:attrNameLst>
                      </p:cBhvr>
                      <p:tavLst>
                        <p:tav tm="0">
                          <p:val>
                            <p:fltVal val="0"/>
                          </p:val>
                        </p:tav>
                        <p:tav tm="100000">
                          <p:val>
                            <p:strVal val="#ppt_w"/>
                          </p:val>
                        </p:tav>
                      </p:tavLst>
                    </p:anim>
                    <p:anim calcmode="lin" valueType="num">
                      <p:cBhvr>
                        <p:cTn dur="500" fill="hold"/>
                        <p:tgtEl>
                          <p:spTgt spid="28"/>
                        </p:tgtEl>
                        <p:attrNameLst>
                          <p:attrName>ppt_h</p:attrName>
                        </p:attrNameLst>
                      </p:cBhvr>
                      <p:tavLst>
                        <p:tav tm="0">
                          <p:val>
                            <p:fltVal val="0"/>
                          </p:val>
                        </p:tav>
                        <p:tav tm="100000">
                          <p:val>
                            <p:strVal val="#ppt_h"/>
                          </p:val>
                        </p:tav>
                      </p:tavLst>
                    </p:anim>
                    <p:animEffect transition="in" filter="fade">
                      <p:cBhvr>
                        <p:cTn dur="500"/>
                        <p:tgtEl>
                          <p:spTgt spid="28"/>
                        </p:tgtEl>
                      </p:cBhvr>
                    </p:animEffect>
                  </p:childTnLst>
                </p:cTn>
              </p:par>
            </p:tnLst>
          </p:tmpl>
        </p:tmplLst>
      </p:bldP>
      <p:bldP spid="29"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9"/>
                        </p:tgtEl>
                        <p:attrNameLst>
                          <p:attrName>style.visibility</p:attrName>
                        </p:attrNameLst>
                      </p:cBhvr>
                      <p:to>
                        <p:strVal val="visible"/>
                      </p:to>
                    </p:set>
                    <p:animEffect transition="in" filter="fade">
                      <p:cBhvr>
                        <p:cTn dur="500"/>
                        <p:tgtEl>
                          <p:spTgt spid="29"/>
                        </p:tgtEl>
                      </p:cBhvr>
                    </p:animEffect>
                    <p:anim calcmode="lin" valueType="num">
                      <p:cBhvr>
                        <p:cTn dur="500" fill="hold"/>
                        <p:tgtEl>
                          <p:spTgt spid="29"/>
                        </p:tgtEl>
                        <p:attrNameLst>
                          <p:attrName>ppt_x</p:attrName>
                        </p:attrNameLst>
                      </p:cBhvr>
                      <p:tavLst>
                        <p:tav tm="0">
                          <p:val>
                            <p:strVal val="#ppt_x"/>
                          </p:val>
                        </p:tav>
                        <p:tav tm="100000">
                          <p:val>
                            <p:strVal val="#ppt_x"/>
                          </p:val>
                        </p:tav>
                      </p:tavLst>
                    </p:anim>
                    <p:anim calcmode="lin" valueType="num">
                      <p:cBhvr>
                        <p:cTn dur="500" fill="hold"/>
                        <p:tgtEl>
                          <p:spTgt spid="29"/>
                        </p:tgtEl>
                        <p:attrNameLst>
                          <p:attrName>ppt_y</p:attrName>
                        </p:attrNameLst>
                      </p:cBhvr>
                      <p:tavLst>
                        <p:tav tm="0">
                          <p:val>
                            <p:strVal val="#ppt_y+.1"/>
                          </p:val>
                        </p:tav>
                        <p:tav tm="100000">
                          <p:val>
                            <p:strVal val="#ppt_y"/>
                          </p:val>
                        </p:tav>
                      </p:tavLst>
                    </p:anim>
                  </p:childTnLst>
                </p:cTn>
              </p:par>
            </p:tnLst>
          </p:tmpl>
        </p:tmplLst>
      </p:bldP>
      <p:bldP spid="30"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30"/>
                        </p:tgtEl>
                        <p:attrNameLst>
                          <p:attrName>style.visibility</p:attrName>
                        </p:attrNameLst>
                      </p:cBhvr>
                      <p:to>
                        <p:strVal val="visible"/>
                      </p:to>
                    </p:set>
                    <p:anim calcmode="lin" valueType="num">
                      <p:cBhvr>
                        <p:cTn dur="500" fill="hold"/>
                        <p:tgtEl>
                          <p:spTgt spid="30"/>
                        </p:tgtEl>
                        <p:attrNameLst>
                          <p:attrName>ppt_w</p:attrName>
                        </p:attrNameLst>
                      </p:cBhvr>
                      <p:tavLst>
                        <p:tav tm="0">
                          <p:val>
                            <p:fltVal val="0"/>
                          </p:val>
                        </p:tav>
                        <p:tav tm="100000">
                          <p:val>
                            <p:strVal val="#ppt_w"/>
                          </p:val>
                        </p:tav>
                      </p:tavLst>
                    </p:anim>
                    <p:anim calcmode="lin" valueType="num">
                      <p:cBhvr>
                        <p:cTn dur="500" fill="hold"/>
                        <p:tgtEl>
                          <p:spTgt spid="30"/>
                        </p:tgtEl>
                        <p:attrNameLst>
                          <p:attrName>ppt_h</p:attrName>
                        </p:attrNameLst>
                      </p:cBhvr>
                      <p:tavLst>
                        <p:tav tm="0">
                          <p:val>
                            <p:fltVal val="0"/>
                          </p:val>
                        </p:tav>
                        <p:tav tm="100000">
                          <p:val>
                            <p:strVal val="#ppt_h"/>
                          </p:val>
                        </p:tav>
                      </p:tavLst>
                    </p:anim>
                    <p:animEffect transition="in" filter="fade">
                      <p:cBhvr>
                        <p:cTn dur="500"/>
                        <p:tgtEl>
                          <p:spTgt spid="30"/>
                        </p:tgtEl>
                      </p:cBhvr>
                    </p:animEffect>
                  </p:childTnLst>
                </p:cTn>
              </p:par>
            </p:tnLst>
          </p:tmpl>
        </p:tmplLst>
      </p:bldP>
      <p:bldP spid="31"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31"/>
                        </p:tgtEl>
                        <p:attrNameLst>
                          <p:attrName>style.visibility</p:attrName>
                        </p:attrNameLst>
                      </p:cBhvr>
                      <p:to>
                        <p:strVal val="visible"/>
                      </p:to>
                    </p:set>
                    <p:animEffect transition="in" filter="fade">
                      <p:cBhvr>
                        <p:cTn dur="500"/>
                        <p:tgtEl>
                          <p:spTgt spid="31"/>
                        </p:tgtEl>
                      </p:cBhvr>
                    </p:animEffect>
                    <p:anim calcmode="lin" valueType="num">
                      <p:cBhvr>
                        <p:cTn dur="500" fill="hold"/>
                        <p:tgtEl>
                          <p:spTgt spid="31"/>
                        </p:tgtEl>
                        <p:attrNameLst>
                          <p:attrName>ppt_x</p:attrName>
                        </p:attrNameLst>
                      </p:cBhvr>
                      <p:tavLst>
                        <p:tav tm="0">
                          <p:val>
                            <p:strVal val="#ppt_x"/>
                          </p:val>
                        </p:tav>
                        <p:tav tm="100000">
                          <p:val>
                            <p:strVal val="#ppt_x"/>
                          </p:val>
                        </p:tav>
                      </p:tavLst>
                    </p:anim>
                    <p:anim calcmode="lin" valueType="num">
                      <p:cBhvr>
                        <p:cTn dur="500" fill="hold"/>
                        <p:tgtEl>
                          <p:spTgt spid="31"/>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661.xml><?xml version="1.0" encoding="utf-8"?>
<p:sldLayout xmlns:a="http://schemas.openxmlformats.org/drawingml/2006/main" xmlns:r="http://schemas.openxmlformats.org/officeDocument/2006/relationships" xmlns:p="http://schemas.openxmlformats.org/presentationml/2006/main" preserve="1" userDrawn="1">
  <p:cSld name="11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23" name="Freeform 22"/>
          <p:cNvSpPr/>
          <p:nvPr userDrawn="1"/>
        </p:nvSpPr>
        <p:spPr>
          <a:xfrm>
            <a:off x="713492" y="2456421"/>
            <a:ext cx="1964841" cy="1945159"/>
          </a:xfrm>
          <a:custGeom>
            <a:avLst/>
            <a:gdLst>
              <a:gd name="connsiteX0" fmla="*/ 1150436 w 1964841"/>
              <a:gd name="connsiteY0" fmla="*/ 0 h 1945159"/>
              <a:gd name="connsiteX1" fmla="*/ 1610594 w 1964841"/>
              <a:gd name="connsiteY1" fmla="*/ 305013 h 1945159"/>
              <a:gd name="connsiteX2" fmla="*/ 1633316 w 1964841"/>
              <a:gd name="connsiteY2" fmla="*/ 378214 h 1945159"/>
              <a:gd name="connsiteX3" fmla="*/ 1659828 w 1964841"/>
              <a:gd name="connsiteY3" fmla="*/ 386444 h 1945159"/>
              <a:gd name="connsiteX4" fmla="*/ 1964841 w 1964841"/>
              <a:gd name="connsiteY4" fmla="*/ 846601 h 1945159"/>
              <a:gd name="connsiteX5" fmla="*/ 1925596 w 1964841"/>
              <a:gd name="connsiteY5" fmla="*/ 1040991 h 1945159"/>
              <a:gd name="connsiteX6" fmla="*/ 1919536 w 1964841"/>
              <a:gd name="connsiteY6" fmla="*/ 1052155 h 1945159"/>
              <a:gd name="connsiteX7" fmla="*/ 1920944 w 1964841"/>
              <a:gd name="connsiteY7" fmla="*/ 1059512 h 1945159"/>
              <a:gd name="connsiteX8" fmla="*/ 1924956 w 1964841"/>
              <a:gd name="connsiteY8" fmla="*/ 1123118 h 1945159"/>
              <a:gd name="connsiteX9" fmla="*/ 1778684 w 1964841"/>
              <a:gd name="connsiteY9" fmla="*/ 1476249 h 1945159"/>
              <a:gd name="connsiteX10" fmla="*/ 1761362 w 1964841"/>
              <a:gd name="connsiteY10" fmla="*/ 1490542 h 1945159"/>
              <a:gd name="connsiteX11" fmla="*/ 1757309 w 1964841"/>
              <a:gd name="connsiteY11" fmla="*/ 1530745 h 1945159"/>
              <a:gd name="connsiteX12" fmla="*/ 1268052 w 1964841"/>
              <a:gd name="connsiteY12" fmla="*/ 1929501 h 1945159"/>
              <a:gd name="connsiteX13" fmla="*/ 1073662 w 1964841"/>
              <a:gd name="connsiteY13" fmla="*/ 1890256 h 1945159"/>
              <a:gd name="connsiteX14" fmla="*/ 1039885 w 1964841"/>
              <a:gd name="connsiteY14" fmla="*/ 1871923 h 1945159"/>
              <a:gd name="connsiteX15" fmla="*/ 998147 w 1964841"/>
              <a:gd name="connsiteY15" fmla="*/ 1895913 h 1945159"/>
              <a:gd name="connsiteX16" fmla="*/ 781635 w 1964841"/>
              <a:gd name="connsiteY16" fmla="*/ 1945159 h 1945159"/>
              <a:gd name="connsiteX17" fmla="*/ 321477 w 1964841"/>
              <a:gd name="connsiteY17" fmla="*/ 1640147 h 1945159"/>
              <a:gd name="connsiteX18" fmla="*/ 300660 w 1964841"/>
              <a:gd name="connsiteY18" fmla="*/ 1573084 h 1945159"/>
              <a:gd name="connsiteX19" fmla="*/ 220182 w 1964841"/>
              <a:gd name="connsiteY19" fmla="*/ 1529402 h 1945159"/>
              <a:gd name="connsiteX20" fmla="*/ 0 w 1964841"/>
              <a:gd name="connsiteY20" fmla="*/ 1115289 h 1945159"/>
              <a:gd name="connsiteX21" fmla="*/ 146272 w 1964841"/>
              <a:gd name="connsiteY21" fmla="*/ 762158 h 1945159"/>
              <a:gd name="connsiteX22" fmla="*/ 151038 w 1964841"/>
              <a:gd name="connsiteY22" fmla="*/ 758225 h 1945159"/>
              <a:gd name="connsiteX23" fmla="*/ 133236 w 1964841"/>
              <a:gd name="connsiteY23" fmla="*/ 700876 h 1945159"/>
              <a:gd name="connsiteX24" fmla="*/ 123090 w 1964841"/>
              <a:gd name="connsiteY24" fmla="*/ 600229 h 1945159"/>
              <a:gd name="connsiteX25" fmla="*/ 622493 w 1964841"/>
              <a:gd name="connsiteY25" fmla="*/ 100826 h 1945159"/>
              <a:gd name="connsiteX26" fmla="*/ 723140 w 1964841"/>
              <a:gd name="connsiteY26" fmla="*/ 110972 h 1945159"/>
              <a:gd name="connsiteX27" fmla="*/ 808117 w 1964841"/>
              <a:gd name="connsiteY27" fmla="*/ 137351 h 1945159"/>
              <a:gd name="connsiteX28" fmla="*/ 871215 w 1964841"/>
              <a:gd name="connsiteY28" fmla="*/ 85290 h 1945159"/>
              <a:gd name="connsiteX29" fmla="*/ 1150436 w 1964841"/>
              <a:gd name="connsiteY29" fmla="*/ 0 h 1945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964841" h="1945159">
                <a:moveTo>
                  <a:pt x="1150436" y="0"/>
                </a:moveTo>
                <a:cubicBezTo>
                  <a:pt x="1357296" y="0"/>
                  <a:pt x="1534780" y="125770"/>
                  <a:pt x="1610594" y="305013"/>
                </a:cubicBezTo>
                <a:lnTo>
                  <a:pt x="1633316" y="378214"/>
                </a:lnTo>
                <a:lnTo>
                  <a:pt x="1659828" y="386444"/>
                </a:lnTo>
                <a:cubicBezTo>
                  <a:pt x="1839072" y="462257"/>
                  <a:pt x="1964841" y="639741"/>
                  <a:pt x="1964841" y="846601"/>
                </a:cubicBezTo>
                <a:cubicBezTo>
                  <a:pt x="1964841" y="915554"/>
                  <a:pt x="1950867" y="981244"/>
                  <a:pt x="1925596" y="1040991"/>
                </a:cubicBezTo>
                <a:lnTo>
                  <a:pt x="1919536" y="1052155"/>
                </a:lnTo>
                <a:lnTo>
                  <a:pt x="1920944" y="1059512"/>
                </a:lnTo>
                <a:cubicBezTo>
                  <a:pt x="1923591" y="1080341"/>
                  <a:pt x="1924956" y="1101570"/>
                  <a:pt x="1924956" y="1123118"/>
                </a:cubicBezTo>
                <a:cubicBezTo>
                  <a:pt x="1924956" y="1261025"/>
                  <a:pt x="1869059" y="1385875"/>
                  <a:pt x="1778684" y="1476249"/>
                </a:cubicBezTo>
                <a:lnTo>
                  <a:pt x="1761362" y="1490542"/>
                </a:lnTo>
                <a:lnTo>
                  <a:pt x="1757309" y="1530745"/>
                </a:lnTo>
                <a:cubicBezTo>
                  <a:pt x="1710742" y="1758315"/>
                  <a:pt x="1509388" y="1929501"/>
                  <a:pt x="1268052" y="1929501"/>
                </a:cubicBezTo>
                <a:cubicBezTo>
                  <a:pt x="1199099" y="1929501"/>
                  <a:pt x="1133410" y="1915527"/>
                  <a:pt x="1073662" y="1890256"/>
                </a:cubicBezTo>
                <a:lnTo>
                  <a:pt x="1039885" y="1871923"/>
                </a:lnTo>
                <a:lnTo>
                  <a:pt x="998147" y="1895913"/>
                </a:lnTo>
                <a:cubicBezTo>
                  <a:pt x="932649" y="1927473"/>
                  <a:pt x="859208" y="1945159"/>
                  <a:pt x="781635" y="1945159"/>
                </a:cubicBezTo>
                <a:cubicBezTo>
                  <a:pt x="574775" y="1945159"/>
                  <a:pt x="397291" y="1819390"/>
                  <a:pt x="321477" y="1640147"/>
                </a:cubicBezTo>
                <a:lnTo>
                  <a:pt x="300660" y="1573084"/>
                </a:lnTo>
                <a:lnTo>
                  <a:pt x="220182" y="1529402"/>
                </a:lnTo>
                <a:cubicBezTo>
                  <a:pt x="87340" y="1439656"/>
                  <a:pt x="0" y="1287672"/>
                  <a:pt x="0" y="1115289"/>
                </a:cubicBezTo>
                <a:cubicBezTo>
                  <a:pt x="0" y="977383"/>
                  <a:pt x="55897" y="852532"/>
                  <a:pt x="146272" y="762158"/>
                </a:cubicBezTo>
                <a:lnTo>
                  <a:pt x="151038" y="758225"/>
                </a:lnTo>
                <a:lnTo>
                  <a:pt x="133236" y="700876"/>
                </a:lnTo>
                <a:cubicBezTo>
                  <a:pt x="126584" y="668366"/>
                  <a:pt x="123090" y="634706"/>
                  <a:pt x="123090" y="600229"/>
                </a:cubicBezTo>
                <a:cubicBezTo>
                  <a:pt x="123090" y="324416"/>
                  <a:pt x="346680" y="100826"/>
                  <a:pt x="622493" y="100826"/>
                </a:cubicBezTo>
                <a:cubicBezTo>
                  <a:pt x="656970" y="100826"/>
                  <a:pt x="690630" y="104320"/>
                  <a:pt x="723140" y="110972"/>
                </a:cubicBezTo>
                <a:lnTo>
                  <a:pt x="808117" y="137351"/>
                </a:lnTo>
                <a:lnTo>
                  <a:pt x="871215" y="85290"/>
                </a:lnTo>
                <a:cubicBezTo>
                  <a:pt x="950920" y="31443"/>
                  <a:pt x="1047006" y="0"/>
                  <a:pt x="1150436"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17" name="Picture Placeholder 16"/>
          <p:cNvSpPr>
            <a:spLocks noGrp="1"/>
          </p:cNvSpPr>
          <p:nvPr>
            <p:ph type="pic" sz="quarter" idx="13"/>
          </p:nvPr>
        </p:nvSpPr>
        <p:spPr>
          <a:xfrm>
            <a:off x="809647" y="2542735"/>
            <a:ext cx="1772530" cy="1772530"/>
          </a:xfrm>
          <a:custGeom>
            <a:avLst/>
            <a:gdLst>
              <a:gd name="connsiteX0" fmla="*/ 886265 w 1772530"/>
              <a:gd name="connsiteY0" fmla="*/ 0 h 1772530"/>
              <a:gd name="connsiteX1" fmla="*/ 1772530 w 1772530"/>
              <a:gd name="connsiteY1" fmla="*/ 886265 h 1772530"/>
              <a:gd name="connsiteX2" fmla="*/ 886265 w 1772530"/>
              <a:gd name="connsiteY2" fmla="*/ 1772530 h 1772530"/>
              <a:gd name="connsiteX3" fmla="*/ 0 w 1772530"/>
              <a:gd name="connsiteY3" fmla="*/ 886265 h 1772530"/>
              <a:gd name="connsiteX4" fmla="*/ 886265 w 1772530"/>
              <a:gd name="connsiteY4" fmla="*/ 0 h 17725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2530" h="1772530">
                <a:moveTo>
                  <a:pt x="886265" y="0"/>
                </a:moveTo>
                <a:cubicBezTo>
                  <a:pt x="1375736" y="0"/>
                  <a:pt x="1772530" y="396794"/>
                  <a:pt x="1772530" y="886265"/>
                </a:cubicBezTo>
                <a:cubicBezTo>
                  <a:pt x="1772530" y="1375736"/>
                  <a:pt x="1375736" y="1772530"/>
                  <a:pt x="886265" y="1772530"/>
                </a:cubicBezTo>
                <a:cubicBezTo>
                  <a:pt x="396794" y="1772530"/>
                  <a:pt x="0" y="1375736"/>
                  <a:pt x="0" y="886265"/>
                </a:cubicBezTo>
                <a:cubicBezTo>
                  <a:pt x="0" y="396794"/>
                  <a:pt x="396794" y="0"/>
                  <a:pt x="886265" y="0"/>
                </a:cubicBezTo>
                <a:close/>
              </a:path>
            </a:pathLst>
          </a:custGeom>
          <a:solidFill>
            <a:schemeClr val="bg1">
              <a:lumMod val="85000"/>
            </a:schemeClr>
          </a:solidFill>
        </p:spPr>
        <p:txBody>
          <a:bodyPr wrap="square">
            <a:noAutofit/>
          </a:bodyPr>
          <a:lstStyle/>
          <a:p>
            <a:endParaRPr lang="en-AU"/>
          </a:p>
        </p:txBody>
      </p:sp>
      <p:sp>
        <p:nvSpPr>
          <p:cNvPr id="24" name="Freeform 23"/>
          <p:cNvSpPr/>
          <p:nvPr userDrawn="1"/>
        </p:nvSpPr>
        <p:spPr>
          <a:xfrm>
            <a:off x="3663045" y="2456420"/>
            <a:ext cx="1964841" cy="1945159"/>
          </a:xfrm>
          <a:custGeom>
            <a:avLst/>
            <a:gdLst>
              <a:gd name="connsiteX0" fmla="*/ 1150436 w 1964841"/>
              <a:gd name="connsiteY0" fmla="*/ 0 h 1945159"/>
              <a:gd name="connsiteX1" fmla="*/ 1610594 w 1964841"/>
              <a:gd name="connsiteY1" fmla="*/ 305013 h 1945159"/>
              <a:gd name="connsiteX2" fmla="*/ 1633316 w 1964841"/>
              <a:gd name="connsiteY2" fmla="*/ 378214 h 1945159"/>
              <a:gd name="connsiteX3" fmla="*/ 1659828 w 1964841"/>
              <a:gd name="connsiteY3" fmla="*/ 386444 h 1945159"/>
              <a:gd name="connsiteX4" fmla="*/ 1964841 w 1964841"/>
              <a:gd name="connsiteY4" fmla="*/ 846601 h 1945159"/>
              <a:gd name="connsiteX5" fmla="*/ 1925596 w 1964841"/>
              <a:gd name="connsiteY5" fmla="*/ 1040991 h 1945159"/>
              <a:gd name="connsiteX6" fmla="*/ 1919536 w 1964841"/>
              <a:gd name="connsiteY6" fmla="*/ 1052155 h 1945159"/>
              <a:gd name="connsiteX7" fmla="*/ 1920944 w 1964841"/>
              <a:gd name="connsiteY7" fmla="*/ 1059512 h 1945159"/>
              <a:gd name="connsiteX8" fmla="*/ 1924956 w 1964841"/>
              <a:gd name="connsiteY8" fmla="*/ 1123118 h 1945159"/>
              <a:gd name="connsiteX9" fmla="*/ 1778684 w 1964841"/>
              <a:gd name="connsiteY9" fmla="*/ 1476249 h 1945159"/>
              <a:gd name="connsiteX10" fmla="*/ 1761362 w 1964841"/>
              <a:gd name="connsiteY10" fmla="*/ 1490542 h 1945159"/>
              <a:gd name="connsiteX11" fmla="*/ 1757309 w 1964841"/>
              <a:gd name="connsiteY11" fmla="*/ 1530745 h 1945159"/>
              <a:gd name="connsiteX12" fmla="*/ 1268052 w 1964841"/>
              <a:gd name="connsiteY12" fmla="*/ 1929501 h 1945159"/>
              <a:gd name="connsiteX13" fmla="*/ 1073662 w 1964841"/>
              <a:gd name="connsiteY13" fmla="*/ 1890256 h 1945159"/>
              <a:gd name="connsiteX14" fmla="*/ 1039885 w 1964841"/>
              <a:gd name="connsiteY14" fmla="*/ 1871923 h 1945159"/>
              <a:gd name="connsiteX15" fmla="*/ 998147 w 1964841"/>
              <a:gd name="connsiteY15" fmla="*/ 1895913 h 1945159"/>
              <a:gd name="connsiteX16" fmla="*/ 781635 w 1964841"/>
              <a:gd name="connsiteY16" fmla="*/ 1945159 h 1945159"/>
              <a:gd name="connsiteX17" fmla="*/ 321477 w 1964841"/>
              <a:gd name="connsiteY17" fmla="*/ 1640147 h 1945159"/>
              <a:gd name="connsiteX18" fmla="*/ 300660 w 1964841"/>
              <a:gd name="connsiteY18" fmla="*/ 1573084 h 1945159"/>
              <a:gd name="connsiteX19" fmla="*/ 220182 w 1964841"/>
              <a:gd name="connsiteY19" fmla="*/ 1529402 h 1945159"/>
              <a:gd name="connsiteX20" fmla="*/ 0 w 1964841"/>
              <a:gd name="connsiteY20" fmla="*/ 1115289 h 1945159"/>
              <a:gd name="connsiteX21" fmla="*/ 146272 w 1964841"/>
              <a:gd name="connsiteY21" fmla="*/ 762158 h 1945159"/>
              <a:gd name="connsiteX22" fmla="*/ 151038 w 1964841"/>
              <a:gd name="connsiteY22" fmla="*/ 758225 h 1945159"/>
              <a:gd name="connsiteX23" fmla="*/ 133236 w 1964841"/>
              <a:gd name="connsiteY23" fmla="*/ 700876 h 1945159"/>
              <a:gd name="connsiteX24" fmla="*/ 123090 w 1964841"/>
              <a:gd name="connsiteY24" fmla="*/ 600229 h 1945159"/>
              <a:gd name="connsiteX25" fmla="*/ 622493 w 1964841"/>
              <a:gd name="connsiteY25" fmla="*/ 100826 h 1945159"/>
              <a:gd name="connsiteX26" fmla="*/ 723140 w 1964841"/>
              <a:gd name="connsiteY26" fmla="*/ 110972 h 1945159"/>
              <a:gd name="connsiteX27" fmla="*/ 808117 w 1964841"/>
              <a:gd name="connsiteY27" fmla="*/ 137351 h 1945159"/>
              <a:gd name="connsiteX28" fmla="*/ 871215 w 1964841"/>
              <a:gd name="connsiteY28" fmla="*/ 85290 h 1945159"/>
              <a:gd name="connsiteX29" fmla="*/ 1150436 w 1964841"/>
              <a:gd name="connsiteY29" fmla="*/ 0 h 1945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964841" h="1945159">
                <a:moveTo>
                  <a:pt x="1150436" y="0"/>
                </a:moveTo>
                <a:cubicBezTo>
                  <a:pt x="1357296" y="0"/>
                  <a:pt x="1534780" y="125770"/>
                  <a:pt x="1610594" y="305013"/>
                </a:cubicBezTo>
                <a:lnTo>
                  <a:pt x="1633316" y="378214"/>
                </a:lnTo>
                <a:lnTo>
                  <a:pt x="1659828" y="386444"/>
                </a:lnTo>
                <a:cubicBezTo>
                  <a:pt x="1839072" y="462257"/>
                  <a:pt x="1964841" y="639741"/>
                  <a:pt x="1964841" y="846601"/>
                </a:cubicBezTo>
                <a:cubicBezTo>
                  <a:pt x="1964841" y="915554"/>
                  <a:pt x="1950867" y="981244"/>
                  <a:pt x="1925596" y="1040991"/>
                </a:cubicBezTo>
                <a:lnTo>
                  <a:pt x="1919536" y="1052155"/>
                </a:lnTo>
                <a:lnTo>
                  <a:pt x="1920944" y="1059512"/>
                </a:lnTo>
                <a:cubicBezTo>
                  <a:pt x="1923591" y="1080341"/>
                  <a:pt x="1924956" y="1101570"/>
                  <a:pt x="1924956" y="1123118"/>
                </a:cubicBezTo>
                <a:cubicBezTo>
                  <a:pt x="1924956" y="1261025"/>
                  <a:pt x="1869059" y="1385875"/>
                  <a:pt x="1778684" y="1476249"/>
                </a:cubicBezTo>
                <a:lnTo>
                  <a:pt x="1761362" y="1490542"/>
                </a:lnTo>
                <a:lnTo>
                  <a:pt x="1757309" y="1530745"/>
                </a:lnTo>
                <a:cubicBezTo>
                  <a:pt x="1710742" y="1758315"/>
                  <a:pt x="1509388" y="1929501"/>
                  <a:pt x="1268052" y="1929501"/>
                </a:cubicBezTo>
                <a:cubicBezTo>
                  <a:pt x="1199099" y="1929501"/>
                  <a:pt x="1133410" y="1915527"/>
                  <a:pt x="1073662" y="1890256"/>
                </a:cubicBezTo>
                <a:lnTo>
                  <a:pt x="1039885" y="1871923"/>
                </a:lnTo>
                <a:lnTo>
                  <a:pt x="998147" y="1895913"/>
                </a:lnTo>
                <a:cubicBezTo>
                  <a:pt x="932649" y="1927473"/>
                  <a:pt x="859208" y="1945159"/>
                  <a:pt x="781635" y="1945159"/>
                </a:cubicBezTo>
                <a:cubicBezTo>
                  <a:pt x="574775" y="1945159"/>
                  <a:pt x="397291" y="1819390"/>
                  <a:pt x="321477" y="1640147"/>
                </a:cubicBezTo>
                <a:lnTo>
                  <a:pt x="300660" y="1573084"/>
                </a:lnTo>
                <a:lnTo>
                  <a:pt x="220182" y="1529402"/>
                </a:lnTo>
                <a:cubicBezTo>
                  <a:pt x="87340" y="1439656"/>
                  <a:pt x="0" y="1287672"/>
                  <a:pt x="0" y="1115289"/>
                </a:cubicBezTo>
                <a:cubicBezTo>
                  <a:pt x="0" y="977383"/>
                  <a:pt x="55897" y="852532"/>
                  <a:pt x="146272" y="762158"/>
                </a:cubicBezTo>
                <a:lnTo>
                  <a:pt x="151038" y="758225"/>
                </a:lnTo>
                <a:lnTo>
                  <a:pt x="133236" y="700876"/>
                </a:lnTo>
                <a:cubicBezTo>
                  <a:pt x="126584" y="668366"/>
                  <a:pt x="123090" y="634706"/>
                  <a:pt x="123090" y="600229"/>
                </a:cubicBezTo>
                <a:cubicBezTo>
                  <a:pt x="123090" y="324416"/>
                  <a:pt x="346680" y="100826"/>
                  <a:pt x="622493" y="100826"/>
                </a:cubicBezTo>
                <a:cubicBezTo>
                  <a:pt x="656970" y="100826"/>
                  <a:pt x="690630" y="104320"/>
                  <a:pt x="723140" y="110972"/>
                </a:cubicBezTo>
                <a:lnTo>
                  <a:pt x="808117" y="137351"/>
                </a:lnTo>
                <a:lnTo>
                  <a:pt x="871215" y="85290"/>
                </a:lnTo>
                <a:cubicBezTo>
                  <a:pt x="950920" y="31443"/>
                  <a:pt x="1047006" y="0"/>
                  <a:pt x="1150436"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5" name="Picture Placeholder 24"/>
          <p:cNvSpPr>
            <a:spLocks noGrp="1"/>
          </p:cNvSpPr>
          <p:nvPr>
            <p:ph type="pic" sz="quarter" idx="14"/>
          </p:nvPr>
        </p:nvSpPr>
        <p:spPr>
          <a:xfrm>
            <a:off x="3759200" y="2542734"/>
            <a:ext cx="1772530" cy="1772530"/>
          </a:xfrm>
          <a:custGeom>
            <a:avLst/>
            <a:gdLst>
              <a:gd name="connsiteX0" fmla="*/ 886265 w 1772530"/>
              <a:gd name="connsiteY0" fmla="*/ 0 h 1772530"/>
              <a:gd name="connsiteX1" fmla="*/ 1772530 w 1772530"/>
              <a:gd name="connsiteY1" fmla="*/ 886265 h 1772530"/>
              <a:gd name="connsiteX2" fmla="*/ 886265 w 1772530"/>
              <a:gd name="connsiteY2" fmla="*/ 1772530 h 1772530"/>
              <a:gd name="connsiteX3" fmla="*/ 0 w 1772530"/>
              <a:gd name="connsiteY3" fmla="*/ 886265 h 1772530"/>
              <a:gd name="connsiteX4" fmla="*/ 886265 w 1772530"/>
              <a:gd name="connsiteY4" fmla="*/ 0 h 17725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2530" h="1772530">
                <a:moveTo>
                  <a:pt x="886265" y="0"/>
                </a:moveTo>
                <a:cubicBezTo>
                  <a:pt x="1375736" y="0"/>
                  <a:pt x="1772530" y="396794"/>
                  <a:pt x="1772530" y="886265"/>
                </a:cubicBezTo>
                <a:cubicBezTo>
                  <a:pt x="1772530" y="1375736"/>
                  <a:pt x="1375736" y="1772530"/>
                  <a:pt x="886265" y="1772530"/>
                </a:cubicBezTo>
                <a:cubicBezTo>
                  <a:pt x="396794" y="1772530"/>
                  <a:pt x="0" y="1375736"/>
                  <a:pt x="0" y="886265"/>
                </a:cubicBezTo>
                <a:cubicBezTo>
                  <a:pt x="0" y="396794"/>
                  <a:pt x="396794" y="0"/>
                  <a:pt x="886265" y="0"/>
                </a:cubicBezTo>
                <a:close/>
              </a:path>
            </a:pathLst>
          </a:custGeom>
          <a:solidFill>
            <a:schemeClr val="bg1">
              <a:lumMod val="85000"/>
            </a:schemeClr>
          </a:solidFill>
        </p:spPr>
        <p:txBody>
          <a:bodyPr wrap="square">
            <a:noAutofit/>
          </a:bodyPr>
          <a:lstStyle/>
          <a:p>
            <a:endParaRPr lang="en-AU"/>
          </a:p>
        </p:txBody>
      </p:sp>
      <p:sp>
        <p:nvSpPr>
          <p:cNvPr id="26" name="Freeform 25"/>
          <p:cNvSpPr/>
          <p:nvPr userDrawn="1"/>
        </p:nvSpPr>
        <p:spPr>
          <a:xfrm>
            <a:off x="9562151" y="2453684"/>
            <a:ext cx="1964841" cy="1945159"/>
          </a:xfrm>
          <a:custGeom>
            <a:avLst/>
            <a:gdLst>
              <a:gd name="connsiteX0" fmla="*/ 1150436 w 1964841"/>
              <a:gd name="connsiteY0" fmla="*/ 0 h 1945159"/>
              <a:gd name="connsiteX1" fmla="*/ 1610594 w 1964841"/>
              <a:gd name="connsiteY1" fmla="*/ 305013 h 1945159"/>
              <a:gd name="connsiteX2" fmla="*/ 1633316 w 1964841"/>
              <a:gd name="connsiteY2" fmla="*/ 378214 h 1945159"/>
              <a:gd name="connsiteX3" fmla="*/ 1659828 w 1964841"/>
              <a:gd name="connsiteY3" fmla="*/ 386444 h 1945159"/>
              <a:gd name="connsiteX4" fmla="*/ 1964841 w 1964841"/>
              <a:gd name="connsiteY4" fmla="*/ 846601 h 1945159"/>
              <a:gd name="connsiteX5" fmla="*/ 1925596 w 1964841"/>
              <a:gd name="connsiteY5" fmla="*/ 1040991 h 1945159"/>
              <a:gd name="connsiteX6" fmla="*/ 1919536 w 1964841"/>
              <a:gd name="connsiteY6" fmla="*/ 1052155 h 1945159"/>
              <a:gd name="connsiteX7" fmla="*/ 1920944 w 1964841"/>
              <a:gd name="connsiteY7" fmla="*/ 1059512 h 1945159"/>
              <a:gd name="connsiteX8" fmla="*/ 1924956 w 1964841"/>
              <a:gd name="connsiteY8" fmla="*/ 1123118 h 1945159"/>
              <a:gd name="connsiteX9" fmla="*/ 1778684 w 1964841"/>
              <a:gd name="connsiteY9" fmla="*/ 1476249 h 1945159"/>
              <a:gd name="connsiteX10" fmla="*/ 1761362 w 1964841"/>
              <a:gd name="connsiteY10" fmla="*/ 1490542 h 1945159"/>
              <a:gd name="connsiteX11" fmla="*/ 1757309 w 1964841"/>
              <a:gd name="connsiteY11" fmla="*/ 1530745 h 1945159"/>
              <a:gd name="connsiteX12" fmla="*/ 1268052 w 1964841"/>
              <a:gd name="connsiteY12" fmla="*/ 1929501 h 1945159"/>
              <a:gd name="connsiteX13" fmla="*/ 1073662 w 1964841"/>
              <a:gd name="connsiteY13" fmla="*/ 1890256 h 1945159"/>
              <a:gd name="connsiteX14" fmla="*/ 1039885 w 1964841"/>
              <a:gd name="connsiteY14" fmla="*/ 1871923 h 1945159"/>
              <a:gd name="connsiteX15" fmla="*/ 998147 w 1964841"/>
              <a:gd name="connsiteY15" fmla="*/ 1895913 h 1945159"/>
              <a:gd name="connsiteX16" fmla="*/ 781635 w 1964841"/>
              <a:gd name="connsiteY16" fmla="*/ 1945159 h 1945159"/>
              <a:gd name="connsiteX17" fmla="*/ 321477 w 1964841"/>
              <a:gd name="connsiteY17" fmla="*/ 1640147 h 1945159"/>
              <a:gd name="connsiteX18" fmla="*/ 300660 w 1964841"/>
              <a:gd name="connsiteY18" fmla="*/ 1573084 h 1945159"/>
              <a:gd name="connsiteX19" fmla="*/ 220182 w 1964841"/>
              <a:gd name="connsiteY19" fmla="*/ 1529402 h 1945159"/>
              <a:gd name="connsiteX20" fmla="*/ 0 w 1964841"/>
              <a:gd name="connsiteY20" fmla="*/ 1115289 h 1945159"/>
              <a:gd name="connsiteX21" fmla="*/ 146272 w 1964841"/>
              <a:gd name="connsiteY21" fmla="*/ 762158 h 1945159"/>
              <a:gd name="connsiteX22" fmla="*/ 151038 w 1964841"/>
              <a:gd name="connsiteY22" fmla="*/ 758225 h 1945159"/>
              <a:gd name="connsiteX23" fmla="*/ 133236 w 1964841"/>
              <a:gd name="connsiteY23" fmla="*/ 700876 h 1945159"/>
              <a:gd name="connsiteX24" fmla="*/ 123090 w 1964841"/>
              <a:gd name="connsiteY24" fmla="*/ 600229 h 1945159"/>
              <a:gd name="connsiteX25" fmla="*/ 622493 w 1964841"/>
              <a:gd name="connsiteY25" fmla="*/ 100826 h 1945159"/>
              <a:gd name="connsiteX26" fmla="*/ 723140 w 1964841"/>
              <a:gd name="connsiteY26" fmla="*/ 110972 h 1945159"/>
              <a:gd name="connsiteX27" fmla="*/ 808117 w 1964841"/>
              <a:gd name="connsiteY27" fmla="*/ 137351 h 1945159"/>
              <a:gd name="connsiteX28" fmla="*/ 871215 w 1964841"/>
              <a:gd name="connsiteY28" fmla="*/ 85290 h 1945159"/>
              <a:gd name="connsiteX29" fmla="*/ 1150436 w 1964841"/>
              <a:gd name="connsiteY29" fmla="*/ 0 h 1945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964841" h="1945159">
                <a:moveTo>
                  <a:pt x="1150436" y="0"/>
                </a:moveTo>
                <a:cubicBezTo>
                  <a:pt x="1357296" y="0"/>
                  <a:pt x="1534780" y="125770"/>
                  <a:pt x="1610594" y="305013"/>
                </a:cubicBezTo>
                <a:lnTo>
                  <a:pt x="1633316" y="378214"/>
                </a:lnTo>
                <a:lnTo>
                  <a:pt x="1659828" y="386444"/>
                </a:lnTo>
                <a:cubicBezTo>
                  <a:pt x="1839072" y="462257"/>
                  <a:pt x="1964841" y="639741"/>
                  <a:pt x="1964841" y="846601"/>
                </a:cubicBezTo>
                <a:cubicBezTo>
                  <a:pt x="1964841" y="915554"/>
                  <a:pt x="1950867" y="981244"/>
                  <a:pt x="1925596" y="1040991"/>
                </a:cubicBezTo>
                <a:lnTo>
                  <a:pt x="1919536" y="1052155"/>
                </a:lnTo>
                <a:lnTo>
                  <a:pt x="1920944" y="1059512"/>
                </a:lnTo>
                <a:cubicBezTo>
                  <a:pt x="1923591" y="1080341"/>
                  <a:pt x="1924956" y="1101570"/>
                  <a:pt x="1924956" y="1123118"/>
                </a:cubicBezTo>
                <a:cubicBezTo>
                  <a:pt x="1924956" y="1261025"/>
                  <a:pt x="1869059" y="1385875"/>
                  <a:pt x="1778684" y="1476249"/>
                </a:cubicBezTo>
                <a:lnTo>
                  <a:pt x="1761362" y="1490542"/>
                </a:lnTo>
                <a:lnTo>
                  <a:pt x="1757309" y="1530745"/>
                </a:lnTo>
                <a:cubicBezTo>
                  <a:pt x="1710742" y="1758315"/>
                  <a:pt x="1509388" y="1929501"/>
                  <a:pt x="1268052" y="1929501"/>
                </a:cubicBezTo>
                <a:cubicBezTo>
                  <a:pt x="1199099" y="1929501"/>
                  <a:pt x="1133410" y="1915527"/>
                  <a:pt x="1073662" y="1890256"/>
                </a:cubicBezTo>
                <a:lnTo>
                  <a:pt x="1039885" y="1871923"/>
                </a:lnTo>
                <a:lnTo>
                  <a:pt x="998147" y="1895913"/>
                </a:lnTo>
                <a:cubicBezTo>
                  <a:pt x="932649" y="1927473"/>
                  <a:pt x="859208" y="1945159"/>
                  <a:pt x="781635" y="1945159"/>
                </a:cubicBezTo>
                <a:cubicBezTo>
                  <a:pt x="574775" y="1945159"/>
                  <a:pt x="397291" y="1819390"/>
                  <a:pt x="321477" y="1640147"/>
                </a:cubicBezTo>
                <a:lnTo>
                  <a:pt x="300660" y="1573084"/>
                </a:lnTo>
                <a:lnTo>
                  <a:pt x="220182" y="1529402"/>
                </a:lnTo>
                <a:cubicBezTo>
                  <a:pt x="87340" y="1439656"/>
                  <a:pt x="0" y="1287672"/>
                  <a:pt x="0" y="1115289"/>
                </a:cubicBezTo>
                <a:cubicBezTo>
                  <a:pt x="0" y="977383"/>
                  <a:pt x="55897" y="852532"/>
                  <a:pt x="146272" y="762158"/>
                </a:cubicBezTo>
                <a:lnTo>
                  <a:pt x="151038" y="758225"/>
                </a:lnTo>
                <a:lnTo>
                  <a:pt x="133236" y="700876"/>
                </a:lnTo>
                <a:cubicBezTo>
                  <a:pt x="126584" y="668366"/>
                  <a:pt x="123090" y="634706"/>
                  <a:pt x="123090" y="600229"/>
                </a:cubicBezTo>
                <a:cubicBezTo>
                  <a:pt x="123090" y="324416"/>
                  <a:pt x="346680" y="100826"/>
                  <a:pt x="622493" y="100826"/>
                </a:cubicBezTo>
                <a:cubicBezTo>
                  <a:pt x="656970" y="100826"/>
                  <a:pt x="690630" y="104320"/>
                  <a:pt x="723140" y="110972"/>
                </a:cubicBezTo>
                <a:lnTo>
                  <a:pt x="808117" y="137351"/>
                </a:lnTo>
                <a:lnTo>
                  <a:pt x="871215" y="85290"/>
                </a:lnTo>
                <a:cubicBezTo>
                  <a:pt x="950920" y="31443"/>
                  <a:pt x="1047006" y="0"/>
                  <a:pt x="1150436"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7" name="Picture Placeholder 26"/>
          <p:cNvSpPr>
            <a:spLocks noGrp="1"/>
          </p:cNvSpPr>
          <p:nvPr>
            <p:ph type="pic" sz="quarter" idx="15"/>
          </p:nvPr>
        </p:nvSpPr>
        <p:spPr>
          <a:xfrm>
            <a:off x="9658306" y="2539998"/>
            <a:ext cx="1772530" cy="1772530"/>
          </a:xfrm>
          <a:custGeom>
            <a:avLst/>
            <a:gdLst>
              <a:gd name="connsiteX0" fmla="*/ 886265 w 1772530"/>
              <a:gd name="connsiteY0" fmla="*/ 0 h 1772530"/>
              <a:gd name="connsiteX1" fmla="*/ 1772530 w 1772530"/>
              <a:gd name="connsiteY1" fmla="*/ 886265 h 1772530"/>
              <a:gd name="connsiteX2" fmla="*/ 886265 w 1772530"/>
              <a:gd name="connsiteY2" fmla="*/ 1772530 h 1772530"/>
              <a:gd name="connsiteX3" fmla="*/ 0 w 1772530"/>
              <a:gd name="connsiteY3" fmla="*/ 886265 h 1772530"/>
              <a:gd name="connsiteX4" fmla="*/ 886265 w 1772530"/>
              <a:gd name="connsiteY4" fmla="*/ 0 h 17725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2530" h="1772530">
                <a:moveTo>
                  <a:pt x="886265" y="0"/>
                </a:moveTo>
                <a:cubicBezTo>
                  <a:pt x="1375736" y="0"/>
                  <a:pt x="1772530" y="396794"/>
                  <a:pt x="1772530" y="886265"/>
                </a:cubicBezTo>
                <a:cubicBezTo>
                  <a:pt x="1772530" y="1375736"/>
                  <a:pt x="1375736" y="1772530"/>
                  <a:pt x="886265" y="1772530"/>
                </a:cubicBezTo>
                <a:cubicBezTo>
                  <a:pt x="396794" y="1772530"/>
                  <a:pt x="0" y="1375736"/>
                  <a:pt x="0" y="886265"/>
                </a:cubicBezTo>
                <a:cubicBezTo>
                  <a:pt x="0" y="396794"/>
                  <a:pt x="396794" y="0"/>
                  <a:pt x="886265" y="0"/>
                </a:cubicBezTo>
                <a:close/>
              </a:path>
            </a:pathLst>
          </a:custGeom>
          <a:solidFill>
            <a:schemeClr val="bg1">
              <a:lumMod val="85000"/>
            </a:schemeClr>
          </a:solidFill>
        </p:spPr>
        <p:txBody>
          <a:bodyPr wrap="square">
            <a:noAutofit/>
          </a:bodyPr>
          <a:lstStyle/>
          <a:p>
            <a:endParaRPr lang="en-AU" dirty="0"/>
          </a:p>
        </p:txBody>
      </p:sp>
      <p:sp>
        <p:nvSpPr>
          <p:cNvPr id="28" name="Freeform 27"/>
          <p:cNvSpPr/>
          <p:nvPr userDrawn="1"/>
        </p:nvSpPr>
        <p:spPr>
          <a:xfrm>
            <a:off x="6612598" y="2456420"/>
            <a:ext cx="1964841" cy="1945159"/>
          </a:xfrm>
          <a:custGeom>
            <a:avLst/>
            <a:gdLst>
              <a:gd name="connsiteX0" fmla="*/ 1150436 w 1964841"/>
              <a:gd name="connsiteY0" fmla="*/ 0 h 1945159"/>
              <a:gd name="connsiteX1" fmla="*/ 1610594 w 1964841"/>
              <a:gd name="connsiteY1" fmla="*/ 305013 h 1945159"/>
              <a:gd name="connsiteX2" fmla="*/ 1633316 w 1964841"/>
              <a:gd name="connsiteY2" fmla="*/ 378214 h 1945159"/>
              <a:gd name="connsiteX3" fmla="*/ 1659828 w 1964841"/>
              <a:gd name="connsiteY3" fmla="*/ 386444 h 1945159"/>
              <a:gd name="connsiteX4" fmla="*/ 1964841 w 1964841"/>
              <a:gd name="connsiteY4" fmla="*/ 846601 h 1945159"/>
              <a:gd name="connsiteX5" fmla="*/ 1925596 w 1964841"/>
              <a:gd name="connsiteY5" fmla="*/ 1040991 h 1945159"/>
              <a:gd name="connsiteX6" fmla="*/ 1919536 w 1964841"/>
              <a:gd name="connsiteY6" fmla="*/ 1052155 h 1945159"/>
              <a:gd name="connsiteX7" fmla="*/ 1920944 w 1964841"/>
              <a:gd name="connsiteY7" fmla="*/ 1059512 h 1945159"/>
              <a:gd name="connsiteX8" fmla="*/ 1924956 w 1964841"/>
              <a:gd name="connsiteY8" fmla="*/ 1123118 h 1945159"/>
              <a:gd name="connsiteX9" fmla="*/ 1778684 w 1964841"/>
              <a:gd name="connsiteY9" fmla="*/ 1476249 h 1945159"/>
              <a:gd name="connsiteX10" fmla="*/ 1761362 w 1964841"/>
              <a:gd name="connsiteY10" fmla="*/ 1490542 h 1945159"/>
              <a:gd name="connsiteX11" fmla="*/ 1757309 w 1964841"/>
              <a:gd name="connsiteY11" fmla="*/ 1530745 h 1945159"/>
              <a:gd name="connsiteX12" fmla="*/ 1268052 w 1964841"/>
              <a:gd name="connsiteY12" fmla="*/ 1929501 h 1945159"/>
              <a:gd name="connsiteX13" fmla="*/ 1073662 w 1964841"/>
              <a:gd name="connsiteY13" fmla="*/ 1890256 h 1945159"/>
              <a:gd name="connsiteX14" fmla="*/ 1039885 w 1964841"/>
              <a:gd name="connsiteY14" fmla="*/ 1871923 h 1945159"/>
              <a:gd name="connsiteX15" fmla="*/ 998147 w 1964841"/>
              <a:gd name="connsiteY15" fmla="*/ 1895913 h 1945159"/>
              <a:gd name="connsiteX16" fmla="*/ 781635 w 1964841"/>
              <a:gd name="connsiteY16" fmla="*/ 1945159 h 1945159"/>
              <a:gd name="connsiteX17" fmla="*/ 321477 w 1964841"/>
              <a:gd name="connsiteY17" fmla="*/ 1640147 h 1945159"/>
              <a:gd name="connsiteX18" fmla="*/ 300660 w 1964841"/>
              <a:gd name="connsiteY18" fmla="*/ 1573084 h 1945159"/>
              <a:gd name="connsiteX19" fmla="*/ 220182 w 1964841"/>
              <a:gd name="connsiteY19" fmla="*/ 1529402 h 1945159"/>
              <a:gd name="connsiteX20" fmla="*/ 0 w 1964841"/>
              <a:gd name="connsiteY20" fmla="*/ 1115289 h 1945159"/>
              <a:gd name="connsiteX21" fmla="*/ 146272 w 1964841"/>
              <a:gd name="connsiteY21" fmla="*/ 762158 h 1945159"/>
              <a:gd name="connsiteX22" fmla="*/ 151038 w 1964841"/>
              <a:gd name="connsiteY22" fmla="*/ 758225 h 1945159"/>
              <a:gd name="connsiteX23" fmla="*/ 133236 w 1964841"/>
              <a:gd name="connsiteY23" fmla="*/ 700876 h 1945159"/>
              <a:gd name="connsiteX24" fmla="*/ 123090 w 1964841"/>
              <a:gd name="connsiteY24" fmla="*/ 600229 h 1945159"/>
              <a:gd name="connsiteX25" fmla="*/ 622493 w 1964841"/>
              <a:gd name="connsiteY25" fmla="*/ 100826 h 1945159"/>
              <a:gd name="connsiteX26" fmla="*/ 723140 w 1964841"/>
              <a:gd name="connsiteY26" fmla="*/ 110972 h 1945159"/>
              <a:gd name="connsiteX27" fmla="*/ 808117 w 1964841"/>
              <a:gd name="connsiteY27" fmla="*/ 137351 h 1945159"/>
              <a:gd name="connsiteX28" fmla="*/ 871215 w 1964841"/>
              <a:gd name="connsiteY28" fmla="*/ 85290 h 1945159"/>
              <a:gd name="connsiteX29" fmla="*/ 1150436 w 1964841"/>
              <a:gd name="connsiteY29" fmla="*/ 0 h 1945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964841" h="1945159">
                <a:moveTo>
                  <a:pt x="1150436" y="0"/>
                </a:moveTo>
                <a:cubicBezTo>
                  <a:pt x="1357296" y="0"/>
                  <a:pt x="1534780" y="125770"/>
                  <a:pt x="1610594" y="305013"/>
                </a:cubicBezTo>
                <a:lnTo>
                  <a:pt x="1633316" y="378214"/>
                </a:lnTo>
                <a:lnTo>
                  <a:pt x="1659828" y="386444"/>
                </a:lnTo>
                <a:cubicBezTo>
                  <a:pt x="1839072" y="462257"/>
                  <a:pt x="1964841" y="639741"/>
                  <a:pt x="1964841" y="846601"/>
                </a:cubicBezTo>
                <a:cubicBezTo>
                  <a:pt x="1964841" y="915554"/>
                  <a:pt x="1950867" y="981244"/>
                  <a:pt x="1925596" y="1040991"/>
                </a:cubicBezTo>
                <a:lnTo>
                  <a:pt x="1919536" y="1052155"/>
                </a:lnTo>
                <a:lnTo>
                  <a:pt x="1920944" y="1059512"/>
                </a:lnTo>
                <a:cubicBezTo>
                  <a:pt x="1923591" y="1080341"/>
                  <a:pt x="1924956" y="1101570"/>
                  <a:pt x="1924956" y="1123118"/>
                </a:cubicBezTo>
                <a:cubicBezTo>
                  <a:pt x="1924956" y="1261025"/>
                  <a:pt x="1869059" y="1385875"/>
                  <a:pt x="1778684" y="1476249"/>
                </a:cubicBezTo>
                <a:lnTo>
                  <a:pt x="1761362" y="1490542"/>
                </a:lnTo>
                <a:lnTo>
                  <a:pt x="1757309" y="1530745"/>
                </a:lnTo>
                <a:cubicBezTo>
                  <a:pt x="1710742" y="1758315"/>
                  <a:pt x="1509388" y="1929501"/>
                  <a:pt x="1268052" y="1929501"/>
                </a:cubicBezTo>
                <a:cubicBezTo>
                  <a:pt x="1199099" y="1929501"/>
                  <a:pt x="1133410" y="1915527"/>
                  <a:pt x="1073662" y="1890256"/>
                </a:cubicBezTo>
                <a:lnTo>
                  <a:pt x="1039885" y="1871923"/>
                </a:lnTo>
                <a:lnTo>
                  <a:pt x="998147" y="1895913"/>
                </a:lnTo>
                <a:cubicBezTo>
                  <a:pt x="932649" y="1927473"/>
                  <a:pt x="859208" y="1945159"/>
                  <a:pt x="781635" y="1945159"/>
                </a:cubicBezTo>
                <a:cubicBezTo>
                  <a:pt x="574775" y="1945159"/>
                  <a:pt x="397291" y="1819390"/>
                  <a:pt x="321477" y="1640147"/>
                </a:cubicBezTo>
                <a:lnTo>
                  <a:pt x="300660" y="1573084"/>
                </a:lnTo>
                <a:lnTo>
                  <a:pt x="220182" y="1529402"/>
                </a:lnTo>
                <a:cubicBezTo>
                  <a:pt x="87340" y="1439656"/>
                  <a:pt x="0" y="1287672"/>
                  <a:pt x="0" y="1115289"/>
                </a:cubicBezTo>
                <a:cubicBezTo>
                  <a:pt x="0" y="977383"/>
                  <a:pt x="55897" y="852532"/>
                  <a:pt x="146272" y="762158"/>
                </a:cubicBezTo>
                <a:lnTo>
                  <a:pt x="151038" y="758225"/>
                </a:lnTo>
                <a:lnTo>
                  <a:pt x="133236" y="700876"/>
                </a:lnTo>
                <a:cubicBezTo>
                  <a:pt x="126584" y="668366"/>
                  <a:pt x="123090" y="634706"/>
                  <a:pt x="123090" y="600229"/>
                </a:cubicBezTo>
                <a:cubicBezTo>
                  <a:pt x="123090" y="324416"/>
                  <a:pt x="346680" y="100826"/>
                  <a:pt x="622493" y="100826"/>
                </a:cubicBezTo>
                <a:cubicBezTo>
                  <a:pt x="656970" y="100826"/>
                  <a:pt x="690630" y="104320"/>
                  <a:pt x="723140" y="110972"/>
                </a:cubicBezTo>
                <a:lnTo>
                  <a:pt x="808117" y="137351"/>
                </a:lnTo>
                <a:lnTo>
                  <a:pt x="871215" y="85290"/>
                </a:lnTo>
                <a:cubicBezTo>
                  <a:pt x="950920" y="31443"/>
                  <a:pt x="1047006" y="0"/>
                  <a:pt x="1150436"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9" name="Picture Placeholder 28"/>
          <p:cNvSpPr>
            <a:spLocks noGrp="1"/>
          </p:cNvSpPr>
          <p:nvPr>
            <p:ph type="pic" sz="quarter" idx="16"/>
          </p:nvPr>
        </p:nvSpPr>
        <p:spPr>
          <a:xfrm>
            <a:off x="6708753" y="2542734"/>
            <a:ext cx="1772530" cy="1772530"/>
          </a:xfrm>
          <a:custGeom>
            <a:avLst/>
            <a:gdLst>
              <a:gd name="connsiteX0" fmla="*/ 886265 w 1772530"/>
              <a:gd name="connsiteY0" fmla="*/ 0 h 1772530"/>
              <a:gd name="connsiteX1" fmla="*/ 1772530 w 1772530"/>
              <a:gd name="connsiteY1" fmla="*/ 886265 h 1772530"/>
              <a:gd name="connsiteX2" fmla="*/ 886265 w 1772530"/>
              <a:gd name="connsiteY2" fmla="*/ 1772530 h 1772530"/>
              <a:gd name="connsiteX3" fmla="*/ 0 w 1772530"/>
              <a:gd name="connsiteY3" fmla="*/ 886265 h 1772530"/>
              <a:gd name="connsiteX4" fmla="*/ 886265 w 1772530"/>
              <a:gd name="connsiteY4" fmla="*/ 0 h 17725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2530" h="1772530">
                <a:moveTo>
                  <a:pt x="886265" y="0"/>
                </a:moveTo>
                <a:cubicBezTo>
                  <a:pt x="1375736" y="0"/>
                  <a:pt x="1772530" y="396794"/>
                  <a:pt x="1772530" y="886265"/>
                </a:cubicBezTo>
                <a:cubicBezTo>
                  <a:pt x="1772530" y="1375736"/>
                  <a:pt x="1375736" y="1772530"/>
                  <a:pt x="886265" y="1772530"/>
                </a:cubicBezTo>
                <a:cubicBezTo>
                  <a:pt x="396794" y="1772530"/>
                  <a:pt x="0" y="1375736"/>
                  <a:pt x="0" y="886265"/>
                </a:cubicBezTo>
                <a:cubicBezTo>
                  <a:pt x="0" y="396794"/>
                  <a:pt x="396794" y="0"/>
                  <a:pt x="886265" y="0"/>
                </a:cubicBezTo>
                <a:close/>
              </a:path>
            </a:pathLst>
          </a:custGeom>
          <a:solidFill>
            <a:schemeClr val="bg1">
              <a:lumMod val="85000"/>
            </a:schemeClr>
          </a:solidFill>
        </p:spPr>
        <p:txBody>
          <a:bodyPr wrap="square">
            <a:noAutofit/>
          </a:bodyPr>
          <a:lstStyle/>
          <a:p>
            <a:endParaRPr lang="en-AU" dirty="0"/>
          </a:p>
        </p:txBody>
      </p:sp>
      <p:sp>
        <p:nvSpPr>
          <p:cNvPr id="15" name="Text Placeholder 21"/>
          <p:cNvSpPr>
            <a:spLocks noGrp="1"/>
          </p:cNvSpPr>
          <p:nvPr>
            <p:ph type="body" sz="quarter" idx="20"/>
          </p:nvPr>
        </p:nvSpPr>
        <p:spPr>
          <a:xfrm>
            <a:off x="713492" y="4547044"/>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6" name="Text Placeholder 21"/>
          <p:cNvSpPr>
            <a:spLocks noGrp="1"/>
          </p:cNvSpPr>
          <p:nvPr>
            <p:ph type="body" sz="quarter" idx="29"/>
          </p:nvPr>
        </p:nvSpPr>
        <p:spPr>
          <a:xfrm>
            <a:off x="713492" y="4853748"/>
            <a:ext cx="1814513"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8" name="Text Placeholder 21"/>
          <p:cNvSpPr>
            <a:spLocks noGrp="1"/>
          </p:cNvSpPr>
          <p:nvPr>
            <p:ph type="body" sz="quarter" idx="30"/>
          </p:nvPr>
        </p:nvSpPr>
        <p:spPr>
          <a:xfrm>
            <a:off x="3717217" y="4547044"/>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9" name="Text Placeholder 21"/>
          <p:cNvSpPr>
            <a:spLocks noGrp="1"/>
          </p:cNvSpPr>
          <p:nvPr>
            <p:ph type="body" sz="quarter" idx="31"/>
          </p:nvPr>
        </p:nvSpPr>
        <p:spPr>
          <a:xfrm>
            <a:off x="3717217" y="4853748"/>
            <a:ext cx="1814513"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0" name="Text Placeholder 21"/>
          <p:cNvSpPr>
            <a:spLocks noGrp="1"/>
          </p:cNvSpPr>
          <p:nvPr>
            <p:ph type="body" sz="quarter" idx="32"/>
          </p:nvPr>
        </p:nvSpPr>
        <p:spPr>
          <a:xfrm>
            <a:off x="6720942" y="4547044"/>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1" name="Text Placeholder 21"/>
          <p:cNvSpPr>
            <a:spLocks noGrp="1"/>
          </p:cNvSpPr>
          <p:nvPr>
            <p:ph type="body" sz="quarter" idx="33"/>
          </p:nvPr>
        </p:nvSpPr>
        <p:spPr>
          <a:xfrm>
            <a:off x="6720942" y="4853748"/>
            <a:ext cx="1814513"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2" name="Text Placeholder 21"/>
          <p:cNvSpPr>
            <a:spLocks noGrp="1"/>
          </p:cNvSpPr>
          <p:nvPr>
            <p:ph type="body" sz="quarter" idx="34"/>
          </p:nvPr>
        </p:nvSpPr>
        <p:spPr>
          <a:xfrm>
            <a:off x="9724667" y="4546572"/>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0" name="Text Placeholder 21"/>
          <p:cNvSpPr>
            <a:spLocks noGrp="1"/>
          </p:cNvSpPr>
          <p:nvPr>
            <p:ph type="body" sz="quarter" idx="35"/>
          </p:nvPr>
        </p:nvSpPr>
        <p:spPr>
          <a:xfrm>
            <a:off x="9724667" y="4853276"/>
            <a:ext cx="1814513"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Tree>
    <p:extLst>
      <p:ext uri="{BB962C8B-B14F-4D97-AF65-F5344CB8AC3E}">
        <p14:creationId xmlns:p14="http://schemas.microsoft.com/office/powerpoint/2010/main" val="260608852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42" presetClass="entr" presetSubtype="0" fill="hold" grpId="0" nodeType="afterEffect">
                                  <p:stCondLst>
                                    <p:cond delay="0"/>
                                  </p:stCondLst>
                                  <p:childTnLst>
                                    <p:set>
                                      <p:cBhvr>
                                        <p:cTn id="10" dur="1" fill="hold">
                                          <p:stCondLst>
                                            <p:cond delay="0"/>
                                          </p:stCondLst>
                                        </p:cTn>
                                        <p:tgtEl>
                                          <p:spTgt spid="8">
                                            <p:txEl>
                                              <p:pRg st="0" end="0"/>
                                            </p:txEl>
                                          </p:spTgt>
                                        </p:tgtEl>
                                        <p:attrNameLst>
                                          <p:attrName>style.visibility</p:attrName>
                                        </p:attrNameLst>
                                      </p:cBhvr>
                                      <p:to>
                                        <p:strVal val="visible"/>
                                      </p:to>
                                    </p:set>
                                    <p:animEffect transition="in" filter="fade">
                                      <p:cBhvr>
                                        <p:cTn id="11" dur="500"/>
                                        <p:tgtEl>
                                          <p:spTgt spid="8">
                                            <p:txEl>
                                              <p:pRg st="0" end="0"/>
                                            </p:txEl>
                                          </p:spTgt>
                                        </p:tgtEl>
                                      </p:cBhvr>
                                    </p:animEffect>
                                    <p:anim calcmode="lin" valueType="num">
                                      <p:cBhvr>
                                        <p:cTn id="12"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4" fill="hold">
                            <p:stCondLst>
                              <p:cond delay="1000"/>
                            </p:stCondLst>
                            <p:childTnLst>
                              <p:par>
                                <p:cTn id="15" presetID="10" presetClass="entr" presetSubtype="0" fill="hold" grpId="0" nodeType="afterEffect">
                                  <p:stCondLst>
                                    <p:cond delay="0"/>
                                  </p:stCondLst>
                                  <p:childTnLst>
                                    <p:set>
                                      <p:cBhvr>
                                        <p:cTn id="16" dur="1" fill="hold">
                                          <p:stCondLst>
                                            <p:cond delay="0"/>
                                          </p:stCondLst>
                                        </p:cTn>
                                        <p:tgtEl>
                                          <p:spTgt spid="23"/>
                                        </p:tgtEl>
                                        <p:attrNameLst>
                                          <p:attrName>style.visibility</p:attrName>
                                        </p:attrNameLst>
                                      </p:cBhvr>
                                      <p:to>
                                        <p:strVal val="visible"/>
                                      </p:to>
                                    </p:set>
                                    <p:animEffect transition="in" filter="fade">
                                      <p:cBhvr>
                                        <p:cTn id="17" dur="500"/>
                                        <p:tgtEl>
                                          <p:spTgt spid="23"/>
                                        </p:tgtEl>
                                      </p:cBhvr>
                                    </p:animEffect>
                                  </p:childTnLst>
                                </p:cTn>
                              </p:par>
                            </p:childTnLst>
                          </p:cTn>
                        </p:par>
                        <p:par>
                          <p:cTn id="18" fill="hold">
                            <p:stCondLst>
                              <p:cond delay="1500"/>
                            </p:stCondLst>
                            <p:childTnLst>
                              <p:par>
                                <p:cTn id="19" presetID="53" presetClass="entr" presetSubtype="16" fill="hold" grpId="0" nodeType="afterEffect">
                                  <p:stCondLst>
                                    <p:cond delay="0"/>
                                  </p:stCondLst>
                                  <p:childTnLst>
                                    <p:set>
                                      <p:cBhvr>
                                        <p:cTn id="20" dur="1" fill="hold">
                                          <p:stCondLst>
                                            <p:cond delay="0"/>
                                          </p:stCondLst>
                                        </p:cTn>
                                        <p:tgtEl>
                                          <p:spTgt spid="17"/>
                                        </p:tgtEl>
                                        <p:attrNameLst>
                                          <p:attrName>style.visibility</p:attrName>
                                        </p:attrNameLst>
                                      </p:cBhvr>
                                      <p:to>
                                        <p:strVal val="visible"/>
                                      </p:to>
                                    </p:set>
                                    <p:anim calcmode="lin" valueType="num">
                                      <p:cBhvr>
                                        <p:cTn id="21" dur="500" fill="hold"/>
                                        <p:tgtEl>
                                          <p:spTgt spid="17"/>
                                        </p:tgtEl>
                                        <p:attrNameLst>
                                          <p:attrName>ppt_w</p:attrName>
                                        </p:attrNameLst>
                                      </p:cBhvr>
                                      <p:tavLst>
                                        <p:tav tm="0">
                                          <p:val>
                                            <p:fltVal val="0"/>
                                          </p:val>
                                        </p:tav>
                                        <p:tav tm="100000">
                                          <p:val>
                                            <p:strVal val="#ppt_w"/>
                                          </p:val>
                                        </p:tav>
                                      </p:tavLst>
                                    </p:anim>
                                    <p:anim calcmode="lin" valueType="num">
                                      <p:cBhvr>
                                        <p:cTn id="22" dur="500" fill="hold"/>
                                        <p:tgtEl>
                                          <p:spTgt spid="17"/>
                                        </p:tgtEl>
                                        <p:attrNameLst>
                                          <p:attrName>ppt_h</p:attrName>
                                        </p:attrNameLst>
                                      </p:cBhvr>
                                      <p:tavLst>
                                        <p:tav tm="0">
                                          <p:val>
                                            <p:fltVal val="0"/>
                                          </p:val>
                                        </p:tav>
                                        <p:tav tm="100000">
                                          <p:val>
                                            <p:strVal val="#ppt_h"/>
                                          </p:val>
                                        </p:tav>
                                      </p:tavLst>
                                    </p:anim>
                                    <p:animEffect transition="in" filter="fade">
                                      <p:cBhvr>
                                        <p:cTn id="23" dur="500"/>
                                        <p:tgtEl>
                                          <p:spTgt spid="17"/>
                                        </p:tgtEl>
                                      </p:cBhvr>
                                    </p:animEffect>
                                  </p:childTnLst>
                                </p:cTn>
                              </p:par>
                            </p:childTnLst>
                          </p:cTn>
                        </p:par>
                        <p:par>
                          <p:cTn id="24" fill="hold">
                            <p:stCondLst>
                              <p:cond delay="2000"/>
                            </p:stCondLst>
                            <p:childTnLst>
                              <p:par>
                                <p:cTn id="25" presetID="53" presetClass="entr" presetSubtype="16" fill="hold" grpId="0" nodeType="afterEffect" nodePh="1">
                                  <p:stCondLst>
                                    <p:cond delay="0"/>
                                  </p:stCondLst>
                                  <p:endCondLst>
                                    <p:cond evt="begin" delay="0">
                                      <p:tn val="25"/>
                                    </p:cond>
                                  </p:endCondLst>
                                  <p:childTnLst>
                                    <p:set>
                                      <p:cBhvr>
                                        <p:cTn id="26" dur="1" fill="hold">
                                          <p:stCondLst>
                                            <p:cond delay="0"/>
                                          </p:stCondLst>
                                        </p:cTn>
                                        <p:tgtEl>
                                          <p:spTgt spid="15">
                                            <p:txEl>
                                              <p:pRg st="0" end="0"/>
                                            </p:txEl>
                                          </p:spTgt>
                                        </p:tgtEl>
                                        <p:attrNameLst>
                                          <p:attrName>style.visibility</p:attrName>
                                        </p:attrNameLst>
                                      </p:cBhvr>
                                      <p:to>
                                        <p:strVal val="visible"/>
                                      </p:to>
                                    </p:set>
                                    <p:anim calcmode="lin" valueType="num">
                                      <p:cBhvr>
                                        <p:cTn id="27" dur="500" fill="hold"/>
                                        <p:tgtEl>
                                          <p:spTgt spid="15">
                                            <p:txEl>
                                              <p:pRg st="0" end="0"/>
                                            </p:txEl>
                                          </p:spTgt>
                                        </p:tgtEl>
                                        <p:attrNameLst>
                                          <p:attrName>ppt_w</p:attrName>
                                        </p:attrNameLst>
                                      </p:cBhvr>
                                      <p:tavLst>
                                        <p:tav tm="0">
                                          <p:val>
                                            <p:fltVal val="0"/>
                                          </p:val>
                                        </p:tav>
                                        <p:tav tm="100000">
                                          <p:val>
                                            <p:strVal val="#ppt_w"/>
                                          </p:val>
                                        </p:tav>
                                      </p:tavLst>
                                    </p:anim>
                                    <p:anim calcmode="lin" valueType="num">
                                      <p:cBhvr>
                                        <p:cTn id="28" dur="500" fill="hold"/>
                                        <p:tgtEl>
                                          <p:spTgt spid="15">
                                            <p:txEl>
                                              <p:pRg st="0" end="0"/>
                                            </p:txEl>
                                          </p:spTgt>
                                        </p:tgtEl>
                                        <p:attrNameLst>
                                          <p:attrName>ppt_h</p:attrName>
                                        </p:attrNameLst>
                                      </p:cBhvr>
                                      <p:tavLst>
                                        <p:tav tm="0">
                                          <p:val>
                                            <p:fltVal val="0"/>
                                          </p:val>
                                        </p:tav>
                                        <p:tav tm="100000">
                                          <p:val>
                                            <p:strVal val="#ppt_h"/>
                                          </p:val>
                                        </p:tav>
                                      </p:tavLst>
                                    </p:anim>
                                    <p:animEffect transition="in" filter="fade">
                                      <p:cBhvr>
                                        <p:cTn id="29" dur="500"/>
                                        <p:tgtEl>
                                          <p:spTgt spid="15">
                                            <p:txEl>
                                              <p:pRg st="0" end="0"/>
                                            </p:txEl>
                                          </p:spTgt>
                                        </p:tgtEl>
                                      </p:cBhvr>
                                    </p:animEffect>
                                  </p:childTnLst>
                                </p:cTn>
                              </p:par>
                            </p:childTnLst>
                          </p:cTn>
                        </p:par>
                        <p:par>
                          <p:cTn id="30" fill="hold">
                            <p:stCondLst>
                              <p:cond delay="2500"/>
                            </p:stCondLst>
                            <p:childTnLst>
                              <p:par>
                                <p:cTn id="31" presetID="42" presetClass="entr" presetSubtype="0" fill="hold" grpId="0" nodeType="afterEffect" nodePh="1">
                                  <p:stCondLst>
                                    <p:cond delay="0"/>
                                  </p:stCondLst>
                                  <p:endCondLst>
                                    <p:cond evt="begin" delay="0">
                                      <p:tn val="31"/>
                                    </p:cond>
                                  </p:endCondLst>
                                  <p:childTnLst>
                                    <p:set>
                                      <p:cBhvr>
                                        <p:cTn id="32" dur="1" fill="hold">
                                          <p:stCondLst>
                                            <p:cond delay="0"/>
                                          </p:stCondLst>
                                        </p:cTn>
                                        <p:tgtEl>
                                          <p:spTgt spid="16">
                                            <p:txEl>
                                              <p:pRg st="0" end="0"/>
                                            </p:txEl>
                                          </p:spTgt>
                                        </p:tgtEl>
                                        <p:attrNameLst>
                                          <p:attrName>style.visibility</p:attrName>
                                        </p:attrNameLst>
                                      </p:cBhvr>
                                      <p:to>
                                        <p:strVal val="visible"/>
                                      </p:to>
                                    </p:set>
                                    <p:animEffect transition="in" filter="fade">
                                      <p:cBhvr>
                                        <p:cTn id="33" dur="500"/>
                                        <p:tgtEl>
                                          <p:spTgt spid="16">
                                            <p:txEl>
                                              <p:pRg st="0" end="0"/>
                                            </p:txEl>
                                          </p:spTgt>
                                        </p:tgtEl>
                                      </p:cBhvr>
                                    </p:animEffect>
                                    <p:anim calcmode="lin" valueType="num">
                                      <p:cBhvr>
                                        <p:cTn id="34" dur="500" fill="hold"/>
                                        <p:tgtEl>
                                          <p:spTgt spid="16">
                                            <p:txEl>
                                              <p:pRg st="0" end="0"/>
                                            </p:txEl>
                                          </p:spTgt>
                                        </p:tgtEl>
                                        <p:attrNameLst>
                                          <p:attrName>ppt_x</p:attrName>
                                        </p:attrNameLst>
                                      </p:cBhvr>
                                      <p:tavLst>
                                        <p:tav tm="0">
                                          <p:val>
                                            <p:strVal val="#ppt_x"/>
                                          </p:val>
                                        </p:tav>
                                        <p:tav tm="100000">
                                          <p:val>
                                            <p:strVal val="#ppt_x"/>
                                          </p:val>
                                        </p:tav>
                                      </p:tavLst>
                                    </p:anim>
                                    <p:anim calcmode="lin" valueType="num">
                                      <p:cBhvr>
                                        <p:cTn id="35" dur="500" fill="hold"/>
                                        <p:tgtEl>
                                          <p:spTgt spid="16">
                                            <p:txEl>
                                              <p:pRg st="0" end="0"/>
                                            </p:txEl>
                                          </p:spTgt>
                                        </p:tgtEl>
                                        <p:attrNameLst>
                                          <p:attrName>ppt_y</p:attrName>
                                        </p:attrNameLst>
                                      </p:cBhvr>
                                      <p:tavLst>
                                        <p:tav tm="0">
                                          <p:val>
                                            <p:strVal val="#ppt_y+.1"/>
                                          </p:val>
                                        </p:tav>
                                        <p:tav tm="100000">
                                          <p:val>
                                            <p:strVal val="#ppt_y"/>
                                          </p:val>
                                        </p:tav>
                                      </p:tavLst>
                                    </p:anim>
                                  </p:childTnLst>
                                </p:cTn>
                              </p:par>
                            </p:childTnLst>
                          </p:cTn>
                        </p:par>
                        <p:par>
                          <p:cTn id="36" fill="hold">
                            <p:stCondLst>
                              <p:cond delay="3000"/>
                            </p:stCondLst>
                            <p:childTnLst>
                              <p:par>
                                <p:cTn id="37" presetID="10" presetClass="entr" presetSubtype="0" fill="hold" grpId="0" nodeType="afterEffect">
                                  <p:stCondLst>
                                    <p:cond delay="0"/>
                                  </p:stCondLst>
                                  <p:childTnLst>
                                    <p:set>
                                      <p:cBhvr>
                                        <p:cTn id="38" dur="1" fill="hold">
                                          <p:stCondLst>
                                            <p:cond delay="0"/>
                                          </p:stCondLst>
                                        </p:cTn>
                                        <p:tgtEl>
                                          <p:spTgt spid="24"/>
                                        </p:tgtEl>
                                        <p:attrNameLst>
                                          <p:attrName>style.visibility</p:attrName>
                                        </p:attrNameLst>
                                      </p:cBhvr>
                                      <p:to>
                                        <p:strVal val="visible"/>
                                      </p:to>
                                    </p:set>
                                    <p:animEffect transition="in" filter="fade">
                                      <p:cBhvr>
                                        <p:cTn id="39" dur="500"/>
                                        <p:tgtEl>
                                          <p:spTgt spid="24"/>
                                        </p:tgtEl>
                                      </p:cBhvr>
                                    </p:animEffect>
                                  </p:childTnLst>
                                </p:cTn>
                              </p:par>
                            </p:childTnLst>
                          </p:cTn>
                        </p:par>
                        <p:par>
                          <p:cTn id="40" fill="hold">
                            <p:stCondLst>
                              <p:cond delay="3500"/>
                            </p:stCondLst>
                            <p:childTnLst>
                              <p:par>
                                <p:cTn id="41" presetID="53" presetClass="entr" presetSubtype="16" fill="hold" grpId="0" nodeType="afterEffect">
                                  <p:stCondLst>
                                    <p:cond delay="0"/>
                                  </p:stCondLst>
                                  <p:childTnLst>
                                    <p:set>
                                      <p:cBhvr>
                                        <p:cTn id="42" dur="1" fill="hold">
                                          <p:stCondLst>
                                            <p:cond delay="0"/>
                                          </p:stCondLst>
                                        </p:cTn>
                                        <p:tgtEl>
                                          <p:spTgt spid="25"/>
                                        </p:tgtEl>
                                        <p:attrNameLst>
                                          <p:attrName>style.visibility</p:attrName>
                                        </p:attrNameLst>
                                      </p:cBhvr>
                                      <p:to>
                                        <p:strVal val="visible"/>
                                      </p:to>
                                    </p:set>
                                    <p:anim calcmode="lin" valueType="num">
                                      <p:cBhvr>
                                        <p:cTn id="43" dur="500" fill="hold"/>
                                        <p:tgtEl>
                                          <p:spTgt spid="25"/>
                                        </p:tgtEl>
                                        <p:attrNameLst>
                                          <p:attrName>ppt_w</p:attrName>
                                        </p:attrNameLst>
                                      </p:cBhvr>
                                      <p:tavLst>
                                        <p:tav tm="0">
                                          <p:val>
                                            <p:fltVal val="0"/>
                                          </p:val>
                                        </p:tav>
                                        <p:tav tm="100000">
                                          <p:val>
                                            <p:strVal val="#ppt_w"/>
                                          </p:val>
                                        </p:tav>
                                      </p:tavLst>
                                    </p:anim>
                                    <p:anim calcmode="lin" valueType="num">
                                      <p:cBhvr>
                                        <p:cTn id="44" dur="500" fill="hold"/>
                                        <p:tgtEl>
                                          <p:spTgt spid="25"/>
                                        </p:tgtEl>
                                        <p:attrNameLst>
                                          <p:attrName>ppt_h</p:attrName>
                                        </p:attrNameLst>
                                      </p:cBhvr>
                                      <p:tavLst>
                                        <p:tav tm="0">
                                          <p:val>
                                            <p:fltVal val="0"/>
                                          </p:val>
                                        </p:tav>
                                        <p:tav tm="100000">
                                          <p:val>
                                            <p:strVal val="#ppt_h"/>
                                          </p:val>
                                        </p:tav>
                                      </p:tavLst>
                                    </p:anim>
                                    <p:animEffect transition="in" filter="fade">
                                      <p:cBhvr>
                                        <p:cTn id="45" dur="500"/>
                                        <p:tgtEl>
                                          <p:spTgt spid="25"/>
                                        </p:tgtEl>
                                      </p:cBhvr>
                                    </p:animEffect>
                                  </p:childTnLst>
                                </p:cTn>
                              </p:par>
                            </p:childTnLst>
                          </p:cTn>
                        </p:par>
                        <p:par>
                          <p:cTn id="46" fill="hold">
                            <p:stCondLst>
                              <p:cond delay="4000"/>
                            </p:stCondLst>
                            <p:childTnLst>
                              <p:par>
                                <p:cTn id="47" presetID="53" presetClass="entr" presetSubtype="16" fill="hold" grpId="0" nodeType="afterEffect" nodePh="1">
                                  <p:stCondLst>
                                    <p:cond delay="0"/>
                                  </p:stCondLst>
                                  <p:endCondLst>
                                    <p:cond evt="begin" delay="0">
                                      <p:tn val="47"/>
                                    </p:cond>
                                  </p:endCondLst>
                                  <p:childTnLst>
                                    <p:set>
                                      <p:cBhvr>
                                        <p:cTn id="48" dur="1" fill="hold">
                                          <p:stCondLst>
                                            <p:cond delay="0"/>
                                          </p:stCondLst>
                                        </p:cTn>
                                        <p:tgtEl>
                                          <p:spTgt spid="18">
                                            <p:txEl>
                                              <p:pRg st="0" end="0"/>
                                            </p:txEl>
                                          </p:spTgt>
                                        </p:tgtEl>
                                        <p:attrNameLst>
                                          <p:attrName>style.visibility</p:attrName>
                                        </p:attrNameLst>
                                      </p:cBhvr>
                                      <p:to>
                                        <p:strVal val="visible"/>
                                      </p:to>
                                    </p:set>
                                    <p:anim calcmode="lin" valueType="num">
                                      <p:cBhvr>
                                        <p:cTn id="49" dur="500" fill="hold"/>
                                        <p:tgtEl>
                                          <p:spTgt spid="18">
                                            <p:txEl>
                                              <p:pRg st="0" end="0"/>
                                            </p:txEl>
                                          </p:spTgt>
                                        </p:tgtEl>
                                        <p:attrNameLst>
                                          <p:attrName>ppt_w</p:attrName>
                                        </p:attrNameLst>
                                      </p:cBhvr>
                                      <p:tavLst>
                                        <p:tav tm="0">
                                          <p:val>
                                            <p:fltVal val="0"/>
                                          </p:val>
                                        </p:tav>
                                        <p:tav tm="100000">
                                          <p:val>
                                            <p:strVal val="#ppt_w"/>
                                          </p:val>
                                        </p:tav>
                                      </p:tavLst>
                                    </p:anim>
                                    <p:anim calcmode="lin" valueType="num">
                                      <p:cBhvr>
                                        <p:cTn id="50" dur="500" fill="hold"/>
                                        <p:tgtEl>
                                          <p:spTgt spid="18">
                                            <p:txEl>
                                              <p:pRg st="0" end="0"/>
                                            </p:txEl>
                                          </p:spTgt>
                                        </p:tgtEl>
                                        <p:attrNameLst>
                                          <p:attrName>ppt_h</p:attrName>
                                        </p:attrNameLst>
                                      </p:cBhvr>
                                      <p:tavLst>
                                        <p:tav tm="0">
                                          <p:val>
                                            <p:fltVal val="0"/>
                                          </p:val>
                                        </p:tav>
                                        <p:tav tm="100000">
                                          <p:val>
                                            <p:strVal val="#ppt_h"/>
                                          </p:val>
                                        </p:tav>
                                      </p:tavLst>
                                    </p:anim>
                                    <p:animEffect transition="in" filter="fade">
                                      <p:cBhvr>
                                        <p:cTn id="51" dur="500"/>
                                        <p:tgtEl>
                                          <p:spTgt spid="18">
                                            <p:txEl>
                                              <p:pRg st="0" end="0"/>
                                            </p:txEl>
                                          </p:spTgt>
                                        </p:tgtEl>
                                      </p:cBhvr>
                                    </p:animEffect>
                                  </p:childTnLst>
                                </p:cTn>
                              </p:par>
                            </p:childTnLst>
                          </p:cTn>
                        </p:par>
                        <p:par>
                          <p:cTn id="52" fill="hold">
                            <p:stCondLst>
                              <p:cond delay="4500"/>
                            </p:stCondLst>
                            <p:childTnLst>
                              <p:par>
                                <p:cTn id="53" presetID="42" presetClass="entr" presetSubtype="0" fill="hold" grpId="0" nodeType="afterEffect" nodePh="1">
                                  <p:stCondLst>
                                    <p:cond delay="0"/>
                                  </p:stCondLst>
                                  <p:endCondLst>
                                    <p:cond evt="begin" delay="0">
                                      <p:tn val="53"/>
                                    </p:cond>
                                  </p:endCondLst>
                                  <p:childTnLst>
                                    <p:set>
                                      <p:cBhvr>
                                        <p:cTn id="54" dur="1" fill="hold">
                                          <p:stCondLst>
                                            <p:cond delay="0"/>
                                          </p:stCondLst>
                                        </p:cTn>
                                        <p:tgtEl>
                                          <p:spTgt spid="19">
                                            <p:txEl>
                                              <p:pRg st="0" end="0"/>
                                            </p:txEl>
                                          </p:spTgt>
                                        </p:tgtEl>
                                        <p:attrNameLst>
                                          <p:attrName>style.visibility</p:attrName>
                                        </p:attrNameLst>
                                      </p:cBhvr>
                                      <p:to>
                                        <p:strVal val="visible"/>
                                      </p:to>
                                    </p:set>
                                    <p:animEffect transition="in" filter="fade">
                                      <p:cBhvr>
                                        <p:cTn id="55" dur="500"/>
                                        <p:tgtEl>
                                          <p:spTgt spid="19">
                                            <p:txEl>
                                              <p:pRg st="0" end="0"/>
                                            </p:txEl>
                                          </p:spTgt>
                                        </p:tgtEl>
                                      </p:cBhvr>
                                    </p:animEffect>
                                    <p:anim calcmode="lin" valueType="num">
                                      <p:cBhvr>
                                        <p:cTn id="56" dur="500" fill="hold"/>
                                        <p:tgtEl>
                                          <p:spTgt spid="19">
                                            <p:txEl>
                                              <p:pRg st="0" end="0"/>
                                            </p:txEl>
                                          </p:spTgt>
                                        </p:tgtEl>
                                        <p:attrNameLst>
                                          <p:attrName>ppt_x</p:attrName>
                                        </p:attrNameLst>
                                      </p:cBhvr>
                                      <p:tavLst>
                                        <p:tav tm="0">
                                          <p:val>
                                            <p:strVal val="#ppt_x"/>
                                          </p:val>
                                        </p:tav>
                                        <p:tav tm="100000">
                                          <p:val>
                                            <p:strVal val="#ppt_x"/>
                                          </p:val>
                                        </p:tav>
                                      </p:tavLst>
                                    </p:anim>
                                    <p:anim calcmode="lin" valueType="num">
                                      <p:cBhvr>
                                        <p:cTn id="57" dur="500" fill="hold"/>
                                        <p:tgtEl>
                                          <p:spTgt spid="19">
                                            <p:txEl>
                                              <p:pRg st="0" end="0"/>
                                            </p:txEl>
                                          </p:spTgt>
                                        </p:tgtEl>
                                        <p:attrNameLst>
                                          <p:attrName>ppt_y</p:attrName>
                                        </p:attrNameLst>
                                      </p:cBhvr>
                                      <p:tavLst>
                                        <p:tav tm="0">
                                          <p:val>
                                            <p:strVal val="#ppt_y+.1"/>
                                          </p:val>
                                        </p:tav>
                                        <p:tav tm="100000">
                                          <p:val>
                                            <p:strVal val="#ppt_y"/>
                                          </p:val>
                                        </p:tav>
                                      </p:tavLst>
                                    </p:anim>
                                  </p:childTnLst>
                                </p:cTn>
                              </p:par>
                            </p:childTnLst>
                          </p:cTn>
                        </p:par>
                        <p:par>
                          <p:cTn id="58" fill="hold">
                            <p:stCondLst>
                              <p:cond delay="5000"/>
                            </p:stCondLst>
                            <p:childTnLst>
                              <p:par>
                                <p:cTn id="59" presetID="10" presetClass="entr" presetSubtype="0" fill="hold" grpId="0" nodeType="afterEffect">
                                  <p:stCondLst>
                                    <p:cond delay="0"/>
                                  </p:stCondLst>
                                  <p:childTnLst>
                                    <p:set>
                                      <p:cBhvr>
                                        <p:cTn id="60" dur="1" fill="hold">
                                          <p:stCondLst>
                                            <p:cond delay="0"/>
                                          </p:stCondLst>
                                        </p:cTn>
                                        <p:tgtEl>
                                          <p:spTgt spid="28"/>
                                        </p:tgtEl>
                                        <p:attrNameLst>
                                          <p:attrName>style.visibility</p:attrName>
                                        </p:attrNameLst>
                                      </p:cBhvr>
                                      <p:to>
                                        <p:strVal val="visible"/>
                                      </p:to>
                                    </p:set>
                                    <p:animEffect transition="in" filter="fade">
                                      <p:cBhvr>
                                        <p:cTn id="61" dur="500"/>
                                        <p:tgtEl>
                                          <p:spTgt spid="28"/>
                                        </p:tgtEl>
                                      </p:cBhvr>
                                    </p:animEffect>
                                  </p:childTnLst>
                                </p:cTn>
                              </p:par>
                            </p:childTnLst>
                          </p:cTn>
                        </p:par>
                        <p:par>
                          <p:cTn id="62" fill="hold">
                            <p:stCondLst>
                              <p:cond delay="5500"/>
                            </p:stCondLst>
                            <p:childTnLst>
                              <p:par>
                                <p:cTn id="63" presetID="53" presetClass="entr" presetSubtype="16" fill="hold" grpId="0" nodeType="afterEffect">
                                  <p:stCondLst>
                                    <p:cond delay="0"/>
                                  </p:stCondLst>
                                  <p:childTnLst>
                                    <p:set>
                                      <p:cBhvr>
                                        <p:cTn id="64" dur="1" fill="hold">
                                          <p:stCondLst>
                                            <p:cond delay="0"/>
                                          </p:stCondLst>
                                        </p:cTn>
                                        <p:tgtEl>
                                          <p:spTgt spid="29"/>
                                        </p:tgtEl>
                                        <p:attrNameLst>
                                          <p:attrName>style.visibility</p:attrName>
                                        </p:attrNameLst>
                                      </p:cBhvr>
                                      <p:to>
                                        <p:strVal val="visible"/>
                                      </p:to>
                                    </p:set>
                                    <p:anim calcmode="lin" valueType="num">
                                      <p:cBhvr>
                                        <p:cTn id="65" dur="500" fill="hold"/>
                                        <p:tgtEl>
                                          <p:spTgt spid="29"/>
                                        </p:tgtEl>
                                        <p:attrNameLst>
                                          <p:attrName>ppt_w</p:attrName>
                                        </p:attrNameLst>
                                      </p:cBhvr>
                                      <p:tavLst>
                                        <p:tav tm="0">
                                          <p:val>
                                            <p:fltVal val="0"/>
                                          </p:val>
                                        </p:tav>
                                        <p:tav tm="100000">
                                          <p:val>
                                            <p:strVal val="#ppt_w"/>
                                          </p:val>
                                        </p:tav>
                                      </p:tavLst>
                                    </p:anim>
                                    <p:anim calcmode="lin" valueType="num">
                                      <p:cBhvr>
                                        <p:cTn id="66" dur="500" fill="hold"/>
                                        <p:tgtEl>
                                          <p:spTgt spid="29"/>
                                        </p:tgtEl>
                                        <p:attrNameLst>
                                          <p:attrName>ppt_h</p:attrName>
                                        </p:attrNameLst>
                                      </p:cBhvr>
                                      <p:tavLst>
                                        <p:tav tm="0">
                                          <p:val>
                                            <p:fltVal val="0"/>
                                          </p:val>
                                        </p:tav>
                                        <p:tav tm="100000">
                                          <p:val>
                                            <p:strVal val="#ppt_h"/>
                                          </p:val>
                                        </p:tav>
                                      </p:tavLst>
                                    </p:anim>
                                    <p:animEffect transition="in" filter="fade">
                                      <p:cBhvr>
                                        <p:cTn id="67" dur="500"/>
                                        <p:tgtEl>
                                          <p:spTgt spid="29"/>
                                        </p:tgtEl>
                                      </p:cBhvr>
                                    </p:animEffect>
                                  </p:childTnLst>
                                </p:cTn>
                              </p:par>
                            </p:childTnLst>
                          </p:cTn>
                        </p:par>
                        <p:par>
                          <p:cTn id="68" fill="hold">
                            <p:stCondLst>
                              <p:cond delay="6000"/>
                            </p:stCondLst>
                            <p:childTnLst>
                              <p:par>
                                <p:cTn id="69" presetID="53" presetClass="entr" presetSubtype="16" fill="hold" grpId="0" nodeType="afterEffect" nodePh="1">
                                  <p:stCondLst>
                                    <p:cond delay="0"/>
                                  </p:stCondLst>
                                  <p:endCondLst>
                                    <p:cond evt="begin" delay="0">
                                      <p:tn val="69"/>
                                    </p:cond>
                                  </p:endCondLst>
                                  <p:childTnLst>
                                    <p:set>
                                      <p:cBhvr>
                                        <p:cTn id="70" dur="1" fill="hold">
                                          <p:stCondLst>
                                            <p:cond delay="0"/>
                                          </p:stCondLst>
                                        </p:cTn>
                                        <p:tgtEl>
                                          <p:spTgt spid="20">
                                            <p:txEl>
                                              <p:pRg st="0" end="0"/>
                                            </p:txEl>
                                          </p:spTgt>
                                        </p:tgtEl>
                                        <p:attrNameLst>
                                          <p:attrName>style.visibility</p:attrName>
                                        </p:attrNameLst>
                                      </p:cBhvr>
                                      <p:to>
                                        <p:strVal val="visible"/>
                                      </p:to>
                                    </p:set>
                                    <p:anim calcmode="lin" valueType="num">
                                      <p:cBhvr>
                                        <p:cTn id="71" dur="500" fill="hold"/>
                                        <p:tgtEl>
                                          <p:spTgt spid="20">
                                            <p:txEl>
                                              <p:pRg st="0" end="0"/>
                                            </p:txEl>
                                          </p:spTgt>
                                        </p:tgtEl>
                                        <p:attrNameLst>
                                          <p:attrName>ppt_w</p:attrName>
                                        </p:attrNameLst>
                                      </p:cBhvr>
                                      <p:tavLst>
                                        <p:tav tm="0">
                                          <p:val>
                                            <p:fltVal val="0"/>
                                          </p:val>
                                        </p:tav>
                                        <p:tav tm="100000">
                                          <p:val>
                                            <p:strVal val="#ppt_w"/>
                                          </p:val>
                                        </p:tav>
                                      </p:tavLst>
                                    </p:anim>
                                    <p:anim calcmode="lin" valueType="num">
                                      <p:cBhvr>
                                        <p:cTn id="72" dur="500" fill="hold"/>
                                        <p:tgtEl>
                                          <p:spTgt spid="20">
                                            <p:txEl>
                                              <p:pRg st="0" end="0"/>
                                            </p:txEl>
                                          </p:spTgt>
                                        </p:tgtEl>
                                        <p:attrNameLst>
                                          <p:attrName>ppt_h</p:attrName>
                                        </p:attrNameLst>
                                      </p:cBhvr>
                                      <p:tavLst>
                                        <p:tav tm="0">
                                          <p:val>
                                            <p:fltVal val="0"/>
                                          </p:val>
                                        </p:tav>
                                        <p:tav tm="100000">
                                          <p:val>
                                            <p:strVal val="#ppt_h"/>
                                          </p:val>
                                        </p:tav>
                                      </p:tavLst>
                                    </p:anim>
                                    <p:animEffect transition="in" filter="fade">
                                      <p:cBhvr>
                                        <p:cTn id="73" dur="500"/>
                                        <p:tgtEl>
                                          <p:spTgt spid="20">
                                            <p:txEl>
                                              <p:pRg st="0" end="0"/>
                                            </p:txEl>
                                          </p:spTgt>
                                        </p:tgtEl>
                                      </p:cBhvr>
                                    </p:animEffect>
                                  </p:childTnLst>
                                </p:cTn>
                              </p:par>
                            </p:childTnLst>
                          </p:cTn>
                        </p:par>
                        <p:par>
                          <p:cTn id="74" fill="hold">
                            <p:stCondLst>
                              <p:cond delay="6500"/>
                            </p:stCondLst>
                            <p:childTnLst>
                              <p:par>
                                <p:cTn id="75" presetID="42" presetClass="entr" presetSubtype="0" fill="hold" grpId="0" nodeType="afterEffect" nodePh="1">
                                  <p:stCondLst>
                                    <p:cond delay="0"/>
                                  </p:stCondLst>
                                  <p:endCondLst>
                                    <p:cond evt="begin" delay="0">
                                      <p:tn val="75"/>
                                    </p:cond>
                                  </p:endCondLst>
                                  <p:childTnLst>
                                    <p:set>
                                      <p:cBhvr>
                                        <p:cTn id="76" dur="1" fill="hold">
                                          <p:stCondLst>
                                            <p:cond delay="0"/>
                                          </p:stCondLst>
                                        </p:cTn>
                                        <p:tgtEl>
                                          <p:spTgt spid="21">
                                            <p:txEl>
                                              <p:pRg st="0" end="0"/>
                                            </p:txEl>
                                          </p:spTgt>
                                        </p:tgtEl>
                                        <p:attrNameLst>
                                          <p:attrName>style.visibility</p:attrName>
                                        </p:attrNameLst>
                                      </p:cBhvr>
                                      <p:to>
                                        <p:strVal val="visible"/>
                                      </p:to>
                                    </p:set>
                                    <p:animEffect transition="in" filter="fade">
                                      <p:cBhvr>
                                        <p:cTn id="77" dur="500"/>
                                        <p:tgtEl>
                                          <p:spTgt spid="21">
                                            <p:txEl>
                                              <p:pRg st="0" end="0"/>
                                            </p:txEl>
                                          </p:spTgt>
                                        </p:tgtEl>
                                      </p:cBhvr>
                                    </p:animEffect>
                                    <p:anim calcmode="lin" valueType="num">
                                      <p:cBhvr>
                                        <p:cTn id="78" dur="500" fill="hold"/>
                                        <p:tgtEl>
                                          <p:spTgt spid="21">
                                            <p:txEl>
                                              <p:pRg st="0" end="0"/>
                                            </p:txEl>
                                          </p:spTgt>
                                        </p:tgtEl>
                                        <p:attrNameLst>
                                          <p:attrName>ppt_x</p:attrName>
                                        </p:attrNameLst>
                                      </p:cBhvr>
                                      <p:tavLst>
                                        <p:tav tm="0">
                                          <p:val>
                                            <p:strVal val="#ppt_x"/>
                                          </p:val>
                                        </p:tav>
                                        <p:tav tm="100000">
                                          <p:val>
                                            <p:strVal val="#ppt_x"/>
                                          </p:val>
                                        </p:tav>
                                      </p:tavLst>
                                    </p:anim>
                                    <p:anim calcmode="lin" valueType="num">
                                      <p:cBhvr>
                                        <p:cTn id="79" dur="500" fill="hold"/>
                                        <p:tgtEl>
                                          <p:spTgt spid="21">
                                            <p:txEl>
                                              <p:pRg st="0" end="0"/>
                                            </p:txEl>
                                          </p:spTgt>
                                        </p:tgtEl>
                                        <p:attrNameLst>
                                          <p:attrName>ppt_y</p:attrName>
                                        </p:attrNameLst>
                                      </p:cBhvr>
                                      <p:tavLst>
                                        <p:tav tm="0">
                                          <p:val>
                                            <p:strVal val="#ppt_y+.1"/>
                                          </p:val>
                                        </p:tav>
                                        <p:tav tm="100000">
                                          <p:val>
                                            <p:strVal val="#ppt_y"/>
                                          </p:val>
                                        </p:tav>
                                      </p:tavLst>
                                    </p:anim>
                                  </p:childTnLst>
                                </p:cTn>
                              </p:par>
                            </p:childTnLst>
                          </p:cTn>
                        </p:par>
                        <p:par>
                          <p:cTn id="80" fill="hold">
                            <p:stCondLst>
                              <p:cond delay="7000"/>
                            </p:stCondLst>
                            <p:childTnLst>
                              <p:par>
                                <p:cTn id="81" presetID="10" presetClass="entr" presetSubtype="0" fill="hold" grpId="0" nodeType="afterEffect">
                                  <p:stCondLst>
                                    <p:cond delay="0"/>
                                  </p:stCondLst>
                                  <p:childTnLst>
                                    <p:set>
                                      <p:cBhvr>
                                        <p:cTn id="82" dur="1" fill="hold">
                                          <p:stCondLst>
                                            <p:cond delay="0"/>
                                          </p:stCondLst>
                                        </p:cTn>
                                        <p:tgtEl>
                                          <p:spTgt spid="26"/>
                                        </p:tgtEl>
                                        <p:attrNameLst>
                                          <p:attrName>style.visibility</p:attrName>
                                        </p:attrNameLst>
                                      </p:cBhvr>
                                      <p:to>
                                        <p:strVal val="visible"/>
                                      </p:to>
                                    </p:set>
                                    <p:animEffect transition="in" filter="fade">
                                      <p:cBhvr>
                                        <p:cTn id="83" dur="500"/>
                                        <p:tgtEl>
                                          <p:spTgt spid="26"/>
                                        </p:tgtEl>
                                      </p:cBhvr>
                                    </p:animEffect>
                                  </p:childTnLst>
                                </p:cTn>
                              </p:par>
                            </p:childTnLst>
                          </p:cTn>
                        </p:par>
                        <p:par>
                          <p:cTn id="84" fill="hold">
                            <p:stCondLst>
                              <p:cond delay="7500"/>
                            </p:stCondLst>
                            <p:childTnLst>
                              <p:par>
                                <p:cTn id="85" presetID="53" presetClass="entr" presetSubtype="16" fill="hold" grpId="0" nodeType="afterEffect">
                                  <p:stCondLst>
                                    <p:cond delay="0"/>
                                  </p:stCondLst>
                                  <p:childTnLst>
                                    <p:set>
                                      <p:cBhvr>
                                        <p:cTn id="86" dur="1" fill="hold">
                                          <p:stCondLst>
                                            <p:cond delay="0"/>
                                          </p:stCondLst>
                                        </p:cTn>
                                        <p:tgtEl>
                                          <p:spTgt spid="27"/>
                                        </p:tgtEl>
                                        <p:attrNameLst>
                                          <p:attrName>style.visibility</p:attrName>
                                        </p:attrNameLst>
                                      </p:cBhvr>
                                      <p:to>
                                        <p:strVal val="visible"/>
                                      </p:to>
                                    </p:set>
                                    <p:anim calcmode="lin" valueType="num">
                                      <p:cBhvr>
                                        <p:cTn id="87" dur="500" fill="hold"/>
                                        <p:tgtEl>
                                          <p:spTgt spid="27"/>
                                        </p:tgtEl>
                                        <p:attrNameLst>
                                          <p:attrName>ppt_w</p:attrName>
                                        </p:attrNameLst>
                                      </p:cBhvr>
                                      <p:tavLst>
                                        <p:tav tm="0">
                                          <p:val>
                                            <p:fltVal val="0"/>
                                          </p:val>
                                        </p:tav>
                                        <p:tav tm="100000">
                                          <p:val>
                                            <p:strVal val="#ppt_w"/>
                                          </p:val>
                                        </p:tav>
                                      </p:tavLst>
                                    </p:anim>
                                    <p:anim calcmode="lin" valueType="num">
                                      <p:cBhvr>
                                        <p:cTn id="88" dur="500" fill="hold"/>
                                        <p:tgtEl>
                                          <p:spTgt spid="27"/>
                                        </p:tgtEl>
                                        <p:attrNameLst>
                                          <p:attrName>ppt_h</p:attrName>
                                        </p:attrNameLst>
                                      </p:cBhvr>
                                      <p:tavLst>
                                        <p:tav tm="0">
                                          <p:val>
                                            <p:fltVal val="0"/>
                                          </p:val>
                                        </p:tav>
                                        <p:tav tm="100000">
                                          <p:val>
                                            <p:strVal val="#ppt_h"/>
                                          </p:val>
                                        </p:tav>
                                      </p:tavLst>
                                    </p:anim>
                                    <p:animEffect transition="in" filter="fade">
                                      <p:cBhvr>
                                        <p:cTn id="89" dur="500"/>
                                        <p:tgtEl>
                                          <p:spTgt spid="27"/>
                                        </p:tgtEl>
                                      </p:cBhvr>
                                    </p:animEffect>
                                  </p:childTnLst>
                                </p:cTn>
                              </p:par>
                            </p:childTnLst>
                          </p:cTn>
                        </p:par>
                        <p:par>
                          <p:cTn id="90" fill="hold">
                            <p:stCondLst>
                              <p:cond delay="8000"/>
                            </p:stCondLst>
                            <p:childTnLst>
                              <p:par>
                                <p:cTn id="91" presetID="53" presetClass="entr" presetSubtype="16" fill="hold" grpId="0" nodeType="afterEffect" nodePh="1">
                                  <p:stCondLst>
                                    <p:cond delay="0"/>
                                  </p:stCondLst>
                                  <p:endCondLst>
                                    <p:cond evt="begin" delay="0">
                                      <p:tn val="91"/>
                                    </p:cond>
                                  </p:endCondLst>
                                  <p:childTnLst>
                                    <p:set>
                                      <p:cBhvr>
                                        <p:cTn id="92" dur="1" fill="hold">
                                          <p:stCondLst>
                                            <p:cond delay="0"/>
                                          </p:stCondLst>
                                        </p:cTn>
                                        <p:tgtEl>
                                          <p:spTgt spid="22">
                                            <p:txEl>
                                              <p:pRg st="0" end="0"/>
                                            </p:txEl>
                                          </p:spTgt>
                                        </p:tgtEl>
                                        <p:attrNameLst>
                                          <p:attrName>style.visibility</p:attrName>
                                        </p:attrNameLst>
                                      </p:cBhvr>
                                      <p:to>
                                        <p:strVal val="visible"/>
                                      </p:to>
                                    </p:set>
                                    <p:anim calcmode="lin" valueType="num">
                                      <p:cBhvr>
                                        <p:cTn id="93" dur="500" fill="hold"/>
                                        <p:tgtEl>
                                          <p:spTgt spid="22">
                                            <p:txEl>
                                              <p:pRg st="0" end="0"/>
                                            </p:txEl>
                                          </p:spTgt>
                                        </p:tgtEl>
                                        <p:attrNameLst>
                                          <p:attrName>ppt_w</p:attrName>
                                        </p:attrNameLst>
                                      </p:cBhvr>
                                      <p:tavLst>
                                        <p:tav tm="0">
                                          <p:val>
                                            <p:fltVal val="0"/>
                                          </p:val>
                                        </p:tav>
                                        <p:tav tm="100000">
                                          <p:val>
                                            <p:strVal val="#ppt_w"/>
                                          </p:val>
                                        </p:tav>
                                      </p:tavLst>
                                    </p:anim>
                                    <p:anim calcmode="lin" valueType="num">
                                      <p:cBhvr>
                                        <p:cTn id="94" dur="500" fill="hold"/>
                                        <p:tgtEl>
                                          <p:spTgt spid="22">
                                            <p:txEl>
                                              <p:pRg st="0" end="0"/>
                                            </p:txEl>
                                          </p:spTgt>
                                        </p:tgtEl>
                                        <p:attrNameLst>
                                          <p:attrName>ppt_h</p:attrName>
                                        </p:attrNameLst>
                                      </p:cBhvr>
                                      <p:tavLst>
                                        <p:tav tm="0">
                                          <p:val>
                                            <p:fltVal val="0"/>
                                          </p:val>
                                        </p:tav>
                                        <p:tav tm="100000">
                                          <p:val>
                                            <p:strVal val="#ppt_h"/>
                                          </p:val>
                                        </p:tav>
                                      </p:tavLst>
                                    </p:anim>
                                    <p:animEffect transition="in" filter="fade">
                                      <p:cBhvr>
                                        <p:cTn id="95" dur="500"/>
                                        <p:tgtEl>
                                          <p:spTgt spid="22">
                                            <p:txEl>
                                              <p:pRg st="0" end="0"/>
                                            </p:txEl>
                                          </p:spTgt>
                                        </p:tgtEl>
                                      </p:cBhvr>
                                    </p:animEffect>
                                  </p:childTnLst>
                                </p:cTn>
                              </p:par>
                            </p:childTnLst>
                          </p:cTn>
                        </p:par>
                        <p:par>
                          <p:cTn id="96" fill="hold">
                            <p:stCondLst>
                              <p:cond delay="8500"/>
                            </p:stCondLst>
                            <p:childTnLst>
                              <p:par>
                                <p:cTn id="97" presetID="42" presetClass="entr" presetSubtype="0" fill="hold" grpId="0" nodeType="afterEffect" nodePh="1">
                                  <p:stCondLst>
                                    <p:cond delay="0"/>
                                  </p:stCondLst>
                                  <p:endCondLst>
                                    <p:cond evt="begin" delay="0">
                                      <p:tn val="97"/>
                                    </p:cond>
                                  </p:endCondLst>
                                  <p:childTnLst>
                                    <p:set>
                                      <p:cBhvr>
                                        <p:cTn id="98" dur="1" fill="hold">
                                          <p:stCondLst>
                                            <p:cond delay="0"/>
                                          </p:stCondLst>
                                        </p:cTn>
                                        <p:tgtEl>
                                          <p:spTgt spid="30">
                                            <p:txEl>
                                              <p:pRg st="0" end="0"/>
                                            </p:txEl>
                                          </p:spTgt>
                                        </p:tgtEl>
                                        <p:attrNameLst>
                                          <p:attrName>style.visibility</p:attrName>
                                        </p:attrNameLst>
                                      </p:cBhvr>
                                      <p:to>
                                        <p:strVal val="visible"/>
                                      </p:to>
                                    </p:set>
                                    <p:animEffect transition="in" filter="fade">
                                      <p:cBhvr>
                                        <p:cTn id="99" dur="500"/>
                                        <p:tgtEl>
                                          <p:spTgt spid="30">
                                            <p:txEl>
                                              <p:pRg st="0" end="0"/>
                                            </p:txEl>
                                          </p:spTgt>
                                        </p:tgtEl>
                                      </p:cBhvr>
                                    </p:animEffect>
                                    <p:anim calcmode="lin" valueType="num">
                                      <p:cBhvr>
                                        <p:cTn id="100" dur="500" fill="hold"/>
                                        <p:tgtEl>
                                          <p:spTgt spid="30">
                                            <p:txEl>
                                              <p:pRg st="0" end="0"/>
                                            </p:txEl>
                                          </p:spTgt>
                                        </p:tgtEl>
                                        <p:attrNameLst>
                                          <p:attrName>ppt_x</p:attrName>
                                        </p:attrNameLst>
                                      </p:cBhvr>
                                      <p:tavLst>
                                        <p:tav tm="0">
                                          <p:val>
                                            <p:strVal val="#ppt_x"/>
                                          </p:val>
                                        </p:tav>
                                        <p:tav tm="100000">
                                          <p:val>
                                            <p:strVal val="#ppt_x"/>
                                          </p:val>
                                        </p:tav>
                                      </p:tavLst>
                                    </p:anim>
                                    <p:anim calcmode="lin" valueType="num">
                                      <p:cBhvr>
                                        <p:cTn id="101" dur="500" fill="hold"/>
                                        <p:tgtEl>
                                          <p:spTgt spid="30">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23" grpId="0" animBg="1"/>
      <p:bldP spid="17" grpId="0" animBg="1"/>
      <p:bldP spid="24" grpId="0" animBg="1"/>
      <p:bldP spid="25" grpId="0" animBg="1"/>
      <p:bldP spid="26" grpId="0" animBg="1"/>
      <p:bldP spid="27" grpId="0" animBg="1"/>
      <p:bldP spid="28" grpId="0" animBg="1"/>
      <p:bldP spid="29" grpId="0" animBg="1"/>
      <p:bldP spid="15"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5"/>
                        </p:tgtEl>
                        <p:attrNameLst>
                          <p:attrName>style.visibility</p:attrName>
                        </p:attrNameLst>
                      </p:cBhvr>
                      <p:to>
                        <p:strVal val="visible"/>
                      </p:to>
                    </p:set>
                    <p:anim calcmode="lin" valueType="num">
                      <p:cBhvr>
                        <p:cTn dur="500" fill="hold"/>
                        <p:tgtEl>
                          <p:spTgt spid="15"/>
                        </p:tgtEl>
                        <p:attrNameLst>
                          <p:attrName>ppt_w</p:attrName>
                        </p:attrNameLst>
                      </p:cBhvr>
                      <p:tavLst>
                        <p:tav tm="0">
                          <p:val>
                            <p:fltVal val="0"/>
                          </p:val>
                        </p:tav>
                        <p:tav tm="100000">
                          <p:val>
                            <p:strVal val="#ppt_w"/>
                          </p:val>
                        </p:tav>
                      </p:tavLst>
                    </p:anim>
                    <p:anim calcmode="lin" valueType="num">
                      <p:cBhvr>
                        <p:cTn dur="500" fill="hold"/>
                        <p:tgtEl>
                          <p:spTgt spid="15"/>
                        </p:tgtEl>
                        <p:attrNameLst>
                          <p:attrName>ppt_h</p:attrName>
                        </p:attrNameLst>
                      </p:cBhvr>
                      <p:tavLst>
                        <p:tav tm="0">
                          <p:val>
                            <p:fltVal val="0"/>
                          </p:val>
                        </p:tav>
                        <p:tav tm="100000">
                          <p:val>
                            <p:strVal val="#ppt_h"/>
                          </p:val>
                        </p:tav>
                      </p:tavLst>
                    </p:anim>
                    <p:animEffect transition="in" filter="fade">
                      <p:cBhvr>
                        <p:cTn dur="500"/>
                        <p:tgtEl>
                          <p:spTgt spid="15"/>
                        </p:tgtEl>
                      </p:cBhvr>
                    </p:animEffect>
                  </p:childTnLst>
                </p:cTn>
              </p:par>
            </p:tnLst>
          </p:tmpl>
        </p:tmplLst>
      </p:bldP>
      <p:bldP spid="16"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6"/>
                        </p:tgtEl>
                        <p:attrNameLst>
                          <p:attrName>style.visibility</p:attrName>
                        </p:attrNameLst>
                      </p:cBhvr>
                      <p:to>
                        <p:strVal val="visible"/>
                      </p:to>
                    </p:set>
                    <p:animEffect transition="in" filter="fade">
                      <p:cBhvr>
                        <p:cTn dur="500"/>
                        <p:tgtEl>
                          <p:spTgt spid="16"/>
                        </p:tgtEl>
                      </p:cBhvr>
                    </p:animEffect>
                    <p:anim calcmode="lin" valueType="num">
                      <p:cBhvr>
                        <p:cTn dur="500" fill="hold"/>
                        <p:tgtEl>
                          <p:spTgt spid="16"/>
                        </p:tgtEl>
                        <p:attrNameLst>
                          <p:attrName>ppt_x</p:attrName>
                        </p:attrNameLst>
                      </p:cBhvr>
                      <p:tavLst>
                        <p:tav tm="0">
                          <p:val>
                            <p:strVal val="#ppt_x"/>
                          </p:val>
                        </p:tav>
                        <p:tav tm="100000">
                          <p:val>
                            <p:strVal val="#ppt_x"/>
                          </p:val>
                        </p:tav>
                      </p:tavLst>
                    </p:anim>
                    <p:anim calcmode="lin" valueType="num">
                      <p:cBhvr>
                        <p:cTn dur="500" fill="hold"/>
                        <p:tgtEl>
                          <p:spTgt spid="16"/>
                        </p:tgtEl>
                        <p:attrNameLst>
                          <p:attrName>ppt_y</p:attrName>
                        </p:attrNameLst>
                      </p:cBhvr>
                      <p:tavLst>
                        <p:tav tm="0">
                          <p:val>
                            <p:strVal val="#ppt_y+.1"/>
                          </p:val>
                        </p:tav>
                        <p:tav tm="100000">
                          <p:val>
                            <p:strVal val="#ppt_y"/>
                          </p:val>
                        </p:tav>
                      </p:tavLst>
                    </p:anim>
                  </p:childTnLst>
                </p:cTn>
              </p:par>
            </p:tnLst>
          </p:tmpl>
        </p:tmplLst>
      </p:bldP>
      <p:bldP spid="18"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8"/>
                        </p:tgtEl>
                        <p:attrNameLst>
                          <p:attrName>style.visibility</p:attrName>
                        </p:attrNameLst>
                      </p:cBhvr>
                      <p:to>
                        <p:strVal val="visible"/>
                      </p:to>
                    </p:set>
                    <p:anim calcmode="lin" valueType="num">
                      <p:cBhvr>
                        <p:cTn dur="500" fill="hold"/>
                        <p:tgtEl>
                          <p:spTgt spid="18"/>
                        </p:tgtEl>
                        <p:attrNameLst>
                          <p:attrName>ppt_w</p:attrName>
                        </p:attrNameLst>
                      </p:cBhvr>
                      <p:tavLst>
                        <p:tav tm="0">
                          <p:val>
                            <p:fltVal val="0"/>
                          </p:val>
                        </p:tav>
                        <p:tav tm="100000">
                          <p:val>
                            <p:strVal val="#ppt_w"/>
                          </p:val>
                        </p:tav>
                      </p:tavLst>
                    </p:anim>
                    <p:anim calcmode="lin" valueType="num">
                      <p:cBhvr>
                        <p:cTn dur="500" fill="hold"/>
                        <p:tgtEl>
                          <p:spTgt spid="18"/>
                        </p:tgtEl>
                        <p:attrNameLst>
                          <p:attrName>ppt_h</p:attrName>
                        </p:attrNameLst>
                      </p:cBhvr>
                      <p:tavLst>
                        <p:tav tm="0">
                          <p:val>
                            <p:fltVal val="0"/>
                          </p:val>
                        </p:tav>
                        <p:tav tm="100000">
                          <p:val>
                            <p:strVal val="#ppt_h"/>
                          </p:val>
                        </p:tav>
                      </p:tavLst>
                    </p:anim>
                    <p:animEffect transition="in" filter="fade">
                      <p:cBhvr>
                        <p:cTn dur="500"/>
                        <p:tgtEl>
                          <p:spTgt spid="18"/>
                        </p:tgtEl>
                      </p:cBhvr>
                    </p:animEffect>
                  </p:childTnLst>
                </p:cTn>
              </p:par>
            </p:tnLst>
          </p:tmpl>
        </p:tmplLst>
      </p:bldP>
      <p:bldP spid="19"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9"/>
                        </p:tgtEl>
                        <p:attrNameLst>
                          <p:attrName>style.visibility</p:attrName>
                        </p:attrNameLst>
                      </p:cBhvr>
                      <p:to>
                        <p:strVal val="visible"/>
                      </p:to>
                    </p:set>
                    <p:animEffect transition="in" filter="fade">
                      <p:cBhvr>
                        <p:cTn dur="500"/>
                        <p:tgtEl>
                          <p:spTgt spid="19"/>
                        </p:tgtEl>
                      </p:cBhvr>
                    </p:animEffect>
                    <p:anim calcmode="lin" valueType="num">
                      <p:cBhvr>
                        <p:cTn dur="500" fill="hold"/>
                        <p:tgtEl>
                          <p:spTgt spid="19"/>
                        </p:tgtEl>
                        <p:attrNameLst>
                          <p:attrName>ppt_x</p:attrName>
                        </p:attrNameLst>
                      </p:cBhvr>
                      <p:tavLst>
                        <p:tav tm="0">
                          <p:val>
                            <p:strVal val="#ppt_x"/>
                          </p:val>
                        </p:tav>
                        <p:tav tm="100000">
                          <p:val>
                            <p:strVal val="#ppt_x"/>
                          </p:val>
                        </p:tav>
                      </p:tavLst>
                    </p:anim>
                    <p:anim calcmode="lin" valueType="num">
                      <p:cBhvr>
                        <p:cTn dur="500" fill="hold"/>
                        <p:tgtEl>
                          <p:spTgt spid="19"/>
                        </p:tgtEl>
                        <p:attrNameLst>
                          <p:attrName>ppt_y</p:attrName>
                        </p:attrNameLst>
                      </p:cBhvr>
                      <p:tavLst>
                        <p:tav tm="0">
                          <p:val>
                            <p:strVal val="#ppt_y+.1"/>
                          </p:val>
                        </p:tav>
                        <p:tav tm="100000">
                          <p:val>
                            <p:strVal val="#ppt_y"/>
                          </p:val>
                        </p:tav>
                      </p:tavLst>
                    </p:anim>
                  </p:childTnLst>
                </p:cTn>
              </p:par>
            </p:tnLst>
          </p:tmpl>
        </p:tmplLst>
      </p:bldP>
      <p:bldP spid="20"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0"/>
                        </p:tgtEl>
                        <p:attrNameLst>
                          <p:attrName>style.visibility</p:attrName>
                        </p:attrNameLst>
                      </p:cBhvr>
                      <p:to>
                        <p:strVal val="visible"/>
                      </p:to>
                    </p:set>
                    <p:anim calcmode="lin" valueType="num">
                      <p:cBhvr>
                        <p:cTn dur="500" fill="hold"/>
                        <p:tgtEl>
                          <p:spTgt spid="20"/>
                        </p:tgtEl>
                        <p:attrNameLst>
                          <p:attrName>ppt_w</p:attrName>
                        </p:attrNameLst>
                      </p:cBhvr>
                      <p:tavLst>
                        <p:tav tm="0">
                          <p:val>
                            <p:fltVal val="0"/>
                          </p:val>
                        </p:tav>
                        <p:tav tm="100000">
                          <p:val>
                            <p:strVal val="#ppt_w"/>
                          </p:val>
                        </p:tav>
                      </p:tavLst>
                    </p:anim>
                    <p:anim calcmode="lin" valueType="num">
                      <p:cBhvr>
                        <p:cTn dur="500" fill="hold"/>
                        <p:tgtEl>
                          <p:spTgt spid="20"/>
                        </p:tgtEl>
                        <p:attrNameLst>
                          <p:attrName>ppt_h</p:attrName>
                        </p:attrNameLst>
                      </p:cBhvr>
                      <p:tavLst>
                        <p:tav tm="0">
                          <p:val>
                            <p:fltVal val="0"/>
                          </p:val>
                        </p:tav>
                        <p:tav tm="100000">
                          <p:val>
                            <p:strVal val="#ppt_h"/>
                          </p:val>
                        </p:tav>
                      </p:tavLst>
                    </p:anim>
                    <p:animEffect transition="in" filter="fade">
                      <p:cBhvr>
                        <p:cTn dur="500"/>
                        <p:tgtEl>
                          <p:spTgt spid="20"/>
                        </p:tgtEl>
                      </p:cBhvr>
                    </p:animEffect>
                  </p:childTnLst>
                </p:cTn>
              </p:par>
            </p:tnLst>
          </p:tmpl>
        </p:tmplLst>
      </p:bldP>
      <p:bldP spid="21"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1"/>
                        </p:tgtEl>
                        <p:attrNameLst>
                          <p:attrName>style.visibility</p:attrName>
                        </p:attrNameLst>
                      </p:cBhvr>
                      <p:to>
                        <p:strVal val="visible"/>
                      </p:to>
                    </p:set>
                    <p:animEffect transition="in" filter="fade">
                      <p:cBhvr>
                        <p:cTn dur="500"/>
                        <p:tgtEl>
                          <p:spTgt spid="21"/>
                        </p:tgtEl>
                      </p:cBhvr>
                    </p:animEffect>
                    <p:anim calcmode="lin" valueType="num">
                      <p:cBhvr>
                        <p:cTn dur="500" fill="hold"/>
                        <p:tgtEl>
                          <p:spTgt spid="21"/>
                        </p:tgtEl>
                        <p:attrNameLst>
                          <p:attrName>ppt_x</p:attrName>
                        </p:attrNameLst>
                      </p:cBhvr>
                      <p:tavLst>
                        <p:tav tm="0">
                          <p:val>
                            <p:strVal val="#ppt_x"/>
                          </p:val>
                        </p:tav>
                        <p:tav tm="100000">
                          <p:val>
                            <p:strVal val="#ppt_x"/>
                          </p:val>
                        </p:tav>
                      </p:tavLst>
                    </p:anim>
                    <p:anim calcmode="lin" valueType="num">
                      <p:cBhvr>
                        <p:cTn dur="500" fill="hold"/>
                        <p:tgtEl>
                          <p:spTgt spid="21"/>
                        </p:tgtEl>
                        <p:attrNameLst>
                          <p:attrName>ppt_y</p:attrName>
                        </p:attrNameLst>
                      </p:cBhvr>
                      <p:tavLst>
                        <p:tav tm="0">
                          <p:val>
                            <p:strVal val="#ppt_y+.1"/>
                          </p:val>
                        </p:tav>
                        <p:tav tm="100000">
                          <p:val>
                            <p:strVal val="#ppt_y"/>
                          </p:val>
                        </p:tav>
                      </p:tavLst>
                    </p:anim>
                  </p:childTnLst>
                </p:cTn>
              </p:par>
            </p:tnLst>
          </p:tmpl>
        </p:tmplLst>
      </p:bldP>
      <p:bldP spid="22"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2"/>
                        </p:tgtEl>
                        <p:attrNameLst>
                          <p:attrName>style.visibility</p:attrName>
                        </p:attrNameLst>
                      </p:cBhvr>
                      <p:to>
                        <p:strVal val="visible"/>
                      </p:to>
                    </p:set>
                    <p:anim calcmode="lin" valueType="num">
                      <p:cBhvr>
                        <p:cTn dur="500" fill="hold"/>
                        <p:tgtEl>
                          <p:spTgt spid="22"/>
                        </p:tgtEl>
                        <p:attrNameLst>
                          <p:attrName>ppt_w</p:attrName>
                        </p:attrNameLst>
                      </p:cBhvr>
                      <p:tavLst>
                        <p:tav tm="0">
                          <p:val>
                            <p:fltVal val="0"/>
                          </p:val>
                        </p:tav>
                        <p:tav tm="100000">
                          <p:val>
                            <p:strVal val="#ppt_w"/>
                          </p:val>
                        </p:tav>
                      </p:tavLst>
                    </p:anim>
                    <p:anim calcmode="lin" valueType="num">
                      <p:cBhvr>
                        <p:cTn dur="500" fill="hold"/>
                        <p:tgtEl>
                          <p:spTgt spid="22"/>
                        </p:tgtEl>
                        <p:attrNameLst>
                          <p:attrName>ppt_h</p:attrName>
                        </p:attrNameLst>
                      </p:cBhvr>
                      <p:tavLst>
                        <p:tav tm="0">
                          <p:val>
                            <p:fltVal val="0"/>
                          </p:val>
                        </p:tav>
                        <p:tav tm="100000">
                          <p:val>
                            <p:strVal val="#ppt_h"/>
                          </p:val>
                        </p:tav>
                      </p:tavLst>
                    </p:anim>
                    <p:animEffect transition="in" filter="fade">
                      <p:cBhvr>
                        <p:cTn dur="500"/>
                        <p:tgtEl>
                          <p:spTgt spid="22"/>
                        </p:tgtEl>
                      </p:cBhvr>
                    </p:animEffect>
                  </p:childTnLst>
                </p:cTn>
              </p:par>
            </p:tnLst>
          </p:tmpl>
        </p:tmplLst>
      </p:bldP>
      <p:bldP spid="30"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30"/>
                        </p:tgtEl>
                        <p:attrNameLst>
                          <p:attrName>style.visibility</p:attrName>
                        </p:attrNameLst>
                      </p:cBhvr>
                      <p:to>
                        <p:strVal val="visible"/>
                      </p:to>
                    </p:set>
                    <p:animEffect transition="in" filter="fade">
                      <p:cBhvr>
                        <p:cTn dur="500"/>
                        <p:tgtEl>
                          <p:spTgt spid="30"/>
                        </p:tgtEl>
                      </p:cBhvr>
                    </p:animEffect>
                    <p:anim calcmode="lin" valueType="num">
                      <p:cBhvr>
                        <p:cTn dur="500" fill="hold"/>
                        <p:tgtEl>
                          <p:spTgt spid="30"/>
                        </p:tgtEl>
                        <p:attrNameLst>
                          <p:attrName>ppt_x</p:attrName>
                        </p:attrNameLst>
                      </p:cBhvr>
                      <p:tavLst>
                        <p:tav tm="0">
                          <p:val>
                            <p:strVal val="#ppt_x"/>
                          </p:val>
                        </p:tav>
                        <p:tav tm="100000">
                          <p:val>
                            <p:strVal val="#ppt_x"/>
                          </p:val>
                        </p:tav>
                      </p:tavLst>
                    </p:anim>
                    <p:anim calcmode="lin" valueType="num">
                      <p:cBhvr>
                        <p:cTn dur="500" fill="hold"/>
                        <p:tgtEl>
                          <p:spTgt spid="30"/>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662.xml><?xml version="1.0" encoding="utf-8"?>
<p:sldLayout xmlns:a="http://schemas.openxmlformats.org/drawingml/2006/main" xmlns:r="http://schemas.openxmlformats.org/officeDocument/2006/relationships" xmlns:p="http://schemas.openxmlformats.org/presentationml/2006/main" preserve="1" userDrawn="1">
  <p:cSld name="12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31" name="Picture Placeholder 30"/>
          <p:cNvSpPr>
            <a:spLocks noGrp="1"/>
          </p:cNvSpPr>
          <p:nvPr>
            <p:ph type="pic" sz="quarter" idx="33" hasCustomPrompt="1"/>
          </p:nvPr>
        </p:nvSpPr>
        <p:spPr>
          <a:xfrm>
            <a:off x="308985" y="1987212"/>
            <a:ext cx="3773920" cy="2183006"/>
          </a:xfrm>
          <a:solidFill>
            <a:schemeClr val="bg1">
              <a:lumMod val="85000"/>
            </a:schemeClr>
          </a:solidFill>
        </p:spPr>
        <p:txBody>
          <a:bodyPr/>
          <a:lstStyle>
            <a:lvl1pPr>
              <a:defRPr/>
            </a:lvl1pPr>
          </a:lstStyle>
          <a:p>
            <a:r>
              <a:rPr lang="id-ID" dirty="0" smtClean="0"/>
              <a:t>Pic here</a:t>
            </a:r>
            <a:endParaRPr lang="en-AU" dirty="0"/>
          </a:p>
        </p:txBody>
      </p:sp>
      <p:sp>
        <p:nvSpPr>
          <p:cNvPr id="25" name="Picture Placeholder 30"/>
          <p:cNvSpPr>
            <a:spLocks noGrp="1"/>
          </p:cNvSpPr>
          <p:nvPr>
            <p:ph type="pic" sz="quarter" idx="34" hasCustomPrompt="1"/>
          </p:nvPr>
        </p:nvSpPr>
        <p:spPr>
          <a:xfrm>
            <a:off x="308985" y="4300488"/>
            <a:ext cx="3773920" cy="2183006"/>
          </a:xfrm>
          <a:solidFill>
            <a:schemeClr val="bg1">
              <a:lumMod val="85000"/>
            </a:schemeClr>
          </a:solidFill>
        </p:spPr>
        <p:txBody>
          <a:bodyPr/>
          <a:lstStyle>
            <a:lvl1pPr>
              <a:defRPr/>
            </a:lvl1pPr>
          </a:lstStyle>
          <a:p>
            <a:r>
              <a:rPr lang="id-ID" dirty="0" smtClean="0"/>
              <a:t>Pic here</a:t>
            </a:r>
            <a:endParaRPr lang="en-AU" dirty="0"/>
          </a:p>
        </p:txBody>
      </p:sp>
      <p:sp>
        <p:nvSpPr>
          <p:cNvPr id="42" name="Picture Placeholder 30"/>
          <p:cNvSpPr>
            <a:spLocks noGrp="1"/>
          </p:cNvSpPr>
          <p:nvPr>
            <p:ph type="pic" sz="quarter" idx="35" hasCustomPrompt="1"/>
          </p:nvPr>
        </p:nvSpPr>
        <p:spPr>
          <a:xfrm>
            <a:off x="4209040" y="1987212"/>
            <a:ext cx="3773920" cy="2183006"/>
          </a:xfrm>
          <a:solidFill>
            <a:schemeClr val="bg1">
              <a:lumMod val="85000"/>
            </a:schemeClr>
          </a:solidFill>
        </p:spPr>
        <p:txBody>
          <a:bodyPr/>
          <a:lstStyle>
            <a:lvl1pPr>
              <a:defRPr/>
            </a:lvl1pPr>
          </a:lstStyle>
          <a:p>
            <a:r>
              <a:rPr lang="id-ID" dirty="0" smtClean="0"/>
              <a:t>Pic here</a:t>
            </a:r>
            <a:endParaRPr lang="en-AU" dirty="0"/>
          </a:p>
        </p:txBody>
      </p:sp>
      <p:sp>
        <p:nvSpPr>
          <p:cNvPr id="43" name="Picture Placeholder 30"/>
          <p:cNvSpPr>
            <a:spLocks noGrp="1"/>
          </p:cNvSpPr>
          <p:nvPr>
            <p:ph type="pic" sz="quarter" idx="36" hasCustomPrompt="1"/>
          </p:nvPr>
        </p:nvSpPr>
        <p:spPr>
          <a:xfrm>
            <a:off x="4209040" y="4300488"/>
            <a:ext cx="3773920" cy="2183006"/>
          </a:xfrm>
          <a:solidFill>
            <a:schemeClr val="bg1">
              <a:lumMod val="85000"/>
            </a:schemeClr>
          </a:solidFill>
        </p:spPr>
        <p:txBody>
          <a:bodyPr/>
          <a:lstStyle>
            <a:lvl1pPr>
              <a:defRPr/>
            </a:lvl1pPr>
          </a:lstStyle>
          <a:p>
            <a:r>
              <a:rPr lang="id-ID" dirty="0" smtClean="0"/>
              <a:t>Pic here</a:t>
            </a:r>
            <a:endParaRPr lang="en-AU" dirty="0"/>
          </a:p>
        </p:txBody>
      </p:sp>
      <p:sp>
        <p:nvSpPr>
          <p:cNvPr id="44" name="Picture Placeholder 30"/>
          <p:cNvSpPr>
            <a:spLocks noGrp="1"/>
          </p:cNvSpPr>
          <p:nvPr>
            <p:ph type="pic" sz="quarter" idx="37" hasCustomPrompt="1"/>
          </p:nvPr>
        </p:nvSpPr>
        <p:spPr>
          <a:xfrm>
            <a:off x="8109095" y="1987212"/>
            <a:ext cx="3773920" cy="2183006"/>
          </a:xfrm>
          <a:solidFill>
            <a:schemeClr val="bg1">
              <a:lumMod val="85000"/>
            </a:schemeClr>
          </a:solidFill>
        </p:spPr>
        <p:txBody>
          <a:bodyPr/>
          <a:lstStyle>
            <a:lvl1pPr>
              <a:defRPr/>
            </a:lvl1pPr>
          </a:lstStyle>
          <a:p>
            <a:r>
              <a:rPr lang="id-ID" dirty="0" smtClean="0"/>
              <a:t>Pic here</a:t>
            </a:r>
            <a:endParaRPr lang="en-AU" dirty="0"/>
          </a:p>
        </p:txBody>
      </p:sp>
      <p:sp>
        <p:nvSpPr>
          <p:cNvPr id="45" name="Picture Placeholder 30"/>
          <p:cNvSpPr>
            <a:spLocks noGrp="1"/>
          </p:cNvSpPr>
          <p:nvPr>
            <p:ph type="pic" sz="quarter" idx="38" hasCustomPrompt="1"/>
          </p:nvPr>
        </p:nvSpPr>
        <p:spPr>
          <a:xfrm>
            <a:off x="8109095" y="4300488"/>
            <a:ext cx="3773920" cy="2183006"/>
          </a:xfrm>
          <a:solidFill>
            <a:schemeClr val="bg1">
              <a:lumMod val="85000"/>
            </a:schemeClr>
          </a:solidFill>
        </p:spPr>
        <p:txBody>
          <a:bodyPr/>
          <a:lstStyle>
            <a:lvl1pPr>
              <a:defRPr/>
            </a:lvl1pPr>
          </a:lstStyle>
          <a:p>
            <a:r>
              <a:rPr lang="id-ID" dirty="0" smtClean="0"/>
              <a:t>Pic here</a:t>
            </a:r>
            <a:endParaRPr lang="en-AU" dirty="0"/>
          </a:p>
        </p:txBody>
      </p:sp>
    </p:spTree>
    <p:extLst>
      <p:ext uri="{BB962C8B-B14F-4D97-AF65-F5344CB8AC3E}">
        <p14:creationId xmlns:p14="http://schemas.microsoft.com/office/powerpoint/2010/main" val="7690036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42" presetClass="entr" presetSubtype="0" fill="hold" grpId="0" nodeType="afterEffect">
                                  <p:stCondLst>
                                    <p:cond delay="0"/>
                                  </p:stCondLst>
                                  <p:childTnLst>
                                    <p:set>
                                      <p:cBhvr>
                                        <p:cTn id="20" dur="1" fill="hold">
                                          <p:stCondLst>
                                            <p:cond delay="0"/>
                                          </p:stCondLst>
                                        </p:cTn>
                                        <p:tgtEl>
                                          <p:spTgt spid="31"/>
                                        </p:tgtEl>
                                        <p:attrNameLst>
                                          <p:attrName>style.visibility</p:attrName>
                                        </p:attrNameLst>
                                      </p:cBhvr>
                                      <p:to>
                                        <p:strVal val="visible"/>
                                      </p:to>
                                    </p:set>
                                    <p:animEffect transition="in" filter="fade">
                                      <p:cBhvr>
                                        <p:cTn id="21" dur="500"/>
                                        <p:tgtEl>
                                          <p:spTgt spid="31"/>
                                        </p:tgtEl>
                                      </p:cBhvr>
                                    </p:animEffect>
                                    <p:anim calcmode="lin" valueType="num">
                                      <p:cBhvr>
                                        <p:cTn id="22" dur="500" fill="hold"/>
                                        <p:tgtEl>
                                          <p:spTgt spid="31"/>
                                        </p:tgtEl>
                                        <p:attrNameLst>
                                          <p:attrName>ppt_x</p:attrName>
                                        </p:attrNameLst>
                                      </p:cBhvr>
                                      <p:tavLst>
                                        <p:tav tm="0">
                                          <p:val>
                                            <p:strVal val="#ppt_x"/>
                                          </p:val>
                                        </p:tav>
                                        <p:tav tm="100000">
                                          <p:val>
                                            <p:strVal val="#ppt_x"/>
                                          </p:val>
                                        </p:tav>
                                      </p:tavLst>
                                    </p:anim>
                                    <p:anim calcmode="lin" valueType="num">
                                      <p:cBhvr>
                                        <p:cTn id="23" dur="500" fill="hold"/>
                                        <p:tgtEl>
                                          <p:spTgt spid="31"/>
                                        </p:tgtEl>
                                        <p:attrNameLst>
                                          <p:attrName>ppt_y</p:attrName>
                                        </p:attrNameLst>
                                      </p:cBhvr>
                                      <p:tavLst>
                                        <p:tav tm="0">
                                          <p:val>
                                            <p:strVal val="#ppt_y+.1"/>
                                          </p:val>
                                        </p:tav>
                                        <p:tav tm="100000">
                                          <p:val>
                                            <p:strVal val="#ppt_y"/>
                                          </p:val>
                                        </p:tav>
                                      </p:tavLst>
                                    </p:anim>
                                  </p:childTnLst>
                                </p:cTn>
                              </p:par>
                            </p:childTnLst>
                          </p:cTn>
                        </p:par>
                        <p:par>
                          <p:cTn id="24" fill="hold">
                            <p:stCondLst>
                              <p:cond delay="2000"/>
                            </p:stCondLst>
                            <p:childTnLst>
                              <p:par>
                                <p:cTn id="25" presetID="42" presetClass="entr" presetSubtype="0" fill="hold" grpId="0" nodeType="afterEffect">
                                  <p:stCondLst>
                                    <p:cond delay="0"/>
                                  </p:stCondLst>
                                  <p:childTnLst>
                                    <p:set>
                                      <p:cBhvr>
                                        <p:cTn id="26" dur="1" fill="hold">
                                          <p:stCondLst>
                                            <p:cond delay="0"/>
                                          </p:stCondLst>
                                        </p:cTn>
                                        <p:tgtEl>
                                          <p:spTgt spid="25"/>
                                        </p:tgtEl>
                                        <p:attrNameLst>
                                          <p:attrName>style.visibility</p:attrName>
                                        </p:attrNameLst>
                                      </p:cBhvr>
                                      <p:to>
                                        <p:strVal val="visible"/>
                                      </p:to>
                                    </p:set>
                                    <p:animEffect transition="in" filter="fade">
                                      <p:cBhvr>
                                        <p:cTn id="27" dur="500"/>
                                        <p:tgtEl>
                                          <p:spTgt spid="25"/>
                                        </p:tgtEl>
                                      </p:cBhvr>
                                    </p:animEffect>
                                    <p:anim calcmode="lin" valueType="num">
                                      <p:cBhvr>
                                        <p:cTn id="28" dur="500" fill="hold"/>
                                        <p:tgtEl>
                                          <p:spTgt spid="25"/>
                                        </p:tgtEl>
                                        <p:attrNameLst>
                                          <p:attrName>ppt_x</p:attrName>
                                        </p:attrNameLst>
                                      </p:cBhvr>
                                      <p:tavLst>
                                        <p:tav tm="0">
                                          <p:val>
                                            <p:strVal val="#ppt_x"/>
                                          </p:val>
                                        </p:tav>
                                        <p:tav tm="100000">
                                          <p:val>
                                            <p:strVal val="#ppt_x"/>
                                          </p:val>
                                        </p:tav>
                                      </p:tavLst>
                                    </p:anim>
                                    <p:anim calcmode="lin" valueType="num">
                                      <p:cBhvr>
                                        <p:cTn id="29" dur="500" fill="hold"/>
                                        <p:tgtEl>
                                          <p:spTgt spid="25"/>
                                        </p:tgtEl>
                                        <p:attrNameLst>
                                          <p:attrName>ppt_y</p:attrName>
                                        </p:attrNameLst>
                                      </p:cBhvr>
                                      <p:tavLst>
                                        <p:tav tm="0">
                                          <p:val>
                                            <p:strVal val="#ppt_y+.1"/>
                                          </p:val>
                                        </p:tav>
                                        <p:tav tm="100000">
                                          <p:val>
                                            <p:strVal val="#ppt_y"/>
                                          </p:val>
                                        </p:tav>
                                      </p:tavLst>
                                    </p:anim>
                                  </p:childTnLst>
                                </p:cTn>
                              </p:par>
                            </p:childTnLst>
                          </p:cTn>
                        </p:par>
                        <p:par>
                          <p:cTn id="30" fill="hold">
                            <p:stCondLst>
                              <p:cond delay="2500"/>
                            </p:stCondLst>
                            <p:childTnLst>
                              <p:par>
                                <p:cTn id="31" presetID="42" presetClass="entr" presetSubtype="0" fill="hold" grpId="0" nodeType="afterEffect">
                                  <p:stCondLst>
                                    <p:cond delay="0"/>
                                  </p:stCondLst>
                                  <p:childTnLst>
                                    <p:set>
                                      <p:cBhvr>
                                        <p:cTn id="32" dur="1" fill="hold">
                                          <p:stCondLst>
                                            <p:cond delay="0"/>
                                          </p:stCondLst>
                                        </p:cTn>
                                        <p:tgtEl>
                                          <p:spTgt spid="42"/>
                                        </p:tgtEl>
                                        <p:attrNameLst>
                                          <p:attrName>style.visibility</p:attrName>
                                        </p:attrNameLst>
                                      </p:cBhvr>
                                      <p:to>
                                        <p:strVal val="visible"/>
                                      </p:to>
                                    </p:set>
                                    <p:animEffect transition="in" filter="fade">
                                      <p:cBhvr>
                                        <p:cTn id="33" dur="500"/>
                                        <p:tgtEl>
                                          <p:spTgt spid="42"/>
                                        </p:tgtEl>
                                      </p:cBhvr>
                                    </p:animEffect>
                                    <p:anim calcmode="lin" valueType="num">
                                      <p:cBhvr>
                                        <p:cTn id="34" dur="500" fill="hold"/>
                                        <p:tgtEl>
                                          <p:spTgt spid="42"/>
                                        </p:tgtEl>
                                        <p:attrNameLst>
                                          <p:attrName>ppt_x</p:attrName>
                                        </p:attrNameLst>
                                      </p:cBhvr>
                                      <p:tavLst>
                                        <p:tav tm="0">
                                          <p:val>
                                            <p:strVal val="#ppt_x"/>
                                          </p:val>
                                        </p:tav>
                                        <p:tav tm="100000">
                                          <p:val>
                                            <p:strVal val="#ppt_x"/>
                                          </p:val>
                                        </p:tav>
                                      </p:tavLst>
                                    </p:anim>
                                    <p:anim calcmode="lin" valueType="num">
                                      <p:cBhvr>
                                        <p:cTn id="35" dur="500" fill="hold"/>
                                        <p:tgtEl>
                                          <p:spTgt spid="42"/>
                                        </p:tgtEl>
                                        <p:attrNameLst>
                                          <p:attrName>ppt_y</p:attrName>
                                        </p:attrNameLst>
                                      </p:cBhvr>
                                      <p:tavLst>
                                        <p:tav tm="0">
                                          <p:val>
                                            <p:strVal val="#ppt_y+.1"/>
                                          </p:val>
                                        </p:tav>
                                        <p:tav tm="100000">
                                          <p:val>
                                            <p:strVal val="#ppt_y"/>
                                          </p:val>
                                        </p:tav>
                                      </p:tavLst>
                                    </p:anim>
                                  </p:childTnLst>
                                </p:cTn>
                              </p:par>
                            </p:childTnLst>
                          </p:cTn>
                        </p:par>
                        <p:par>
                          <p:cTn id="36" fill="hold">
                            <p:stCondLst>
                              <p:cond delay="3000"/>
                            </p:stCondLst>
                            <p:childTnLst>
                              <p:par>
                                <p:cTn id="37" presetID="42" presetClass="entr" presetSubtype="0" fill="hold" grpId="0" nodeType="afterEffect">
                                  <p:stCondLst>
                                    <p:cond delay="0"/>
                                  </p:stCondLst>
                                  <p:childTnLst>
                                    <p:set>
                                      <p:cBhvr>
                                        <p:cTn id="38" dur="1" fill="hold">
                                          <p:stCondLst>
                                            <p:cond delay="0"/>
                                          </p:stCondLst>
                                        </p:cTn>
                                        <p:tgtEl>
                                          <p:spTgt spid="43"/>
                                        </p:tgtEl>
                                        <p:attrNameLst>
                                          <p:attrName>style.visibility</p:attrName>
                                        </p:attrNameLst>
                                      </p:cBhvr>
                                      <p:to>
                                        <p:strVal val="visible"/>
                                      </p:to>
                                    </p:set>
                                    <p:animEffect transition="in" filter="fade">
                                      <p:cBhvr>
                                        <p:cTn id="39" dur="500"/>
                                        <p:tgtEl>
                                          <p:spTgt spid="43"/>
                                        </p:tgtEl>
                                      </p:cBhvr>
                                    </p:animEffect>
                                    <p:anim calcmode="lin" valueType="num">
                                      <p:cBhvr>
                                        <p:cTn id="40" dur="500" fill="hold"/>
                                        <p:tgtEl>
                                          <p:spTgt spid="43"/>
                                        </p:tgtEl>
                                        <p:attrNameLst>
                                          <p:attrName>ppt_x</p:attrName>
                                        </p:attrNameLst>
                                      </p:cBhvr>
                                      <p:tavLst>
                                        <p:tav tm="0">
                                          <p:val>
                                            <p:strVal val="#ppt_x"/>
                                          </p:val>
                                        </p:tav>
                                        <p:tav tm="100000">
                                          <p:val>
                                            <p:strVal val="#ppt_x"/>
                                          </p:val>
                                        </p:tav>
                                      </p:tavLst>
                                    </p:anim>
                                    <p:anim calcmode="lin" valueType="num">
                                      <p:cBhvr>
                                        <p:cTn id="41" dur="500" fill="hold"/>
                                        <p:tgtEl>
                                          <p:spTgt spid="43"/>
                                        </p:tgtEl>
                                        <p:attrNameLst>
                                          <p:attrName>ppt_y</p:attrName>
                                        </p:attrNameLst>
                                      </p:cBhvr>
                                      <p:tavLst>
                                        <p:tav tm="0">
                                          <p:val>
                                            <p:strVal val="#ppt_y+.1"/>
                                          </p:val>
                                        </p:tav>
                                        <p:tav tm="100000">
                                          <p:val>
                                            <p:strVal val="#ppt_y"/>
                                          </p:val>
                                        </p:tav>
                                      </p:tavLst>
                                    </p:anim>
                                  </p:childTnLst>
                                </p:cTn>
                              </p:par>
                            </p:childTnLst>
                          </p:cTn>
                        </p:par>
                        <p:par>
                          <p:cTn id="42" fill="hold">
                            <p:stCondLst>
                              <p:cond delay="3500"/>
                            </p:stCondLst>
                            <p:childTnLst>
                              <p:par>
                                <p:cTn id="43" presetID="42" presetClass="entr" presetSubtype="0" fill="hold" grpId="0" nodeType="afterEffect">
                                  <p:stCondLst>
                                    <p:cond delay="0"/>
                                  </p:stCondLst>
                                  <p:childTnLst>
                                    <p:set>
                                      <p:cBhvr>
                                        <p:cTn id="44" dur="1" fill="hold">
                                          <p:stCondLst>
                                            <p:cond delay="0"/>
                                          </p:stCondLst>
                                        </p:cTn>
                                        <p:tgtEl>
                                          <p:spTgt spid="44"/>
                                        </p:tgtEl>
                                        <p:attrNameLst>
                                          <p:attrName>style.visibility</p:attrName>
                                        </p:attrNameLst>
                                      </p:cBhvr>
                                      <p:to>
                                        <p:strVal val="visible"/>
                                      </p:to>
                                    </p:set>
                                    <p:animEffect transition="in" filter="fade">
                                      <p:cBhvr>
                                        <p:cTn id="45" dur="500"/>
                                        <p:tgtEl>
                                          <p:spTgt spid="44"/>
                                        </p:tgtEl>
                                      </p:cBhvr>
                                    </p:animEffect>
                                    <p:anim calcmode="lin" valueType="num">
                                      <p:cBhvr>
                                        <p:cTn id="46" dur="500" fill="hold"/>
                                        <p:tgtEl>
                                          <p:spTgt spid="44"/>
                                        </p:tgtEl>
                                        <p:attrNameLst>
                                          <p:attrName>ppt_x</p:attrName>
                                        </p:attrNameLst>
                                      </p:cBhvr>
                                      <p:tavLst>
                                        <p:tav tm="0">
                                          <p:val>
                                            <p:strVal val="#ppt_x"/>
                                          </p:val>
                                        </p:tav>
                                        <p:tav tm="100000">
                                          <p:val>
                                            <p:strVal val="#ppt_x"/>
                                          </p:val>
                                        </p:tav>
                                      </p:tavLst>
                                    </p:anim>
                                    <p:anim calcmode="lin" valueType="num">
                                      <p:cBhvr>
                                        <p:cTn id="47" dur="500" fill="hold"/>
                                        <p:tgtEl>
                                          <p:spTgt spid="44"/>
                                        </p:tgtEl>
                                        <p:attrNameLst>
                                          <p:attrName>ppt_y</p:attrName>
                                        </p:attrNameLst>
                                      </p:cBhvr>
                                      <p:tavLst>
                                        <p:tav tm="0">
                                          <p:val>
                                            <p:strVal val="#ppt_y+.1"/>
                                          </p:val>
                                        </p:tav>
                                        <p:tav tm="100000">
                                          <p:val>
                                            <p:strVal val="#ppt_y"/>
                                          </p:val>
                                        </p:tav>
                                      </p:tavLst>
                                    </p:anim>
                                  </p:childTnLst>
                                </p:cTn>
                              </p:par>
                            </p:childTnLst>
                          </p:cTn>
                        </p:par>
                        <p:par>
                          <p:cTn id="48" fill="hold">
                            <p:stCondLst>
                              <p:cond delay="4000"/>
                            </p:stCondLst>
                            <p:childTnLst>
                              <p:par>
                                <p:cTn id="49" presetID="42" presetClass="entr" presetSubtype="0" fill="hold" grpId="0" nodeType="afterEffect">
                                  <p:stCondLst>
                                    <p:cond delay="0"/>
                                  </p:stCondLst>
                                  <p:childTnLst>
                                    <p:set>
                                      <p:cBhvr>
                                        <p:cTn id="50" dur="1" fill="hold">
                                          <p:stCondLst>
                                            <p:cond delay="0"/>
                                          </p:stCondLst>
                                        </p:cTn>
                                        <p:tgtEl>
                                          <p:spTgt spid="45"/>
                                        </p:tgtEl>
                                        <p:attrNameLst>
                                          <p:attrName>style.visibility</p:attrName>
                                        </p:attrNameLst>
                                      </p:cBhvr>
                                      <p:to>
                                        <p:strVal val="visible"/>
                                      </p:to>
                                    </p:set>
                                    <p:animEffect transition="in" filter="fade">
                                      <p:cBhvr>
                                        <p:cTn id="51" dur="500"/>
                                        <p:tgtEl>
                                          <p:spTgt spid="45"/>
                                        </p:tgtEl>
                                      </p:cBhvr>
                                    </p:animEffect>
                                    <p:anim calcmode="lin" valueType="num">
                                      <p:cBhvr>
                                        <p:cTn id="52" dur="500" fill="hold"/>
                                        <p:tgtEl>
                                          <p:spTgt spid="45"/>
                                        </p:tgtEl>
                                        <p:attrNameLst>
                                          <p:attrName>ppt_x</p:attrName>
                                        </p:attrNameLst>
                                      </p:cBhvr>
                                      <p:tavLst>
                                        <p:tav tm="0">
                                          <p:val>
                                            <p:strVal val="#ppt_x"/>
                                          </p:val>
                                        </p:tav>
                                        <p:tav tm="100000">
                                          <p:val>
                                            <p:strVal val="#ppt_x"/>
                                          </p:val>
                                        </p:tav>
                                      </p:tavLst>
                                    </p:anim>
                                    <p:anim calcmode="lin" valueType="num">
                                      <p:cBhvr>
                                        <p:cTn id="53" dur="500" fill="hold"/>
                                        <p:tgtEl>
                                          <p:spTgt spid="4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31" grpId="0" animBg="1"/>
      <p:bldP spid="25" grpId="0" animBg="1"/>
      <p:bldP spid="42" grpId="0" animBg="1"/>
      <p:bldP spid="43" grpId="0" animBg="1"/>
      <p:bldP spid="44" grpId="0" animBg="1"/>
      <p:bldP spid="45" grpId="0" animBg="1"/>
    </p:bldLst>
  </p:timing>
</p:sldLayout>
</file>

<file path=ppt/slideLayouts/slideLayout663.xml><?xml version="1.0" encoding="utf-8"?>
<p:sldLayout xmlns:a="http://schemas.openxmlformats.org/drawingml/2006/main" xmlns:r="http://schemas.openxmlformats.org/officeDocument/2006/relationships" xmlns:p="http://schemas.openxmlformats.org/presentationml/2006/main" preserve="1" userDrawn="1">
  <p:cSld name="14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42" name="Picture Placeholder 30"/>
          <p:cNvSpPr>
            <a:spLocks noGrp="1"/>
          </p:cNvSpPr>
          <p:nvPr>
            <p:ph type="pic" sz="quarter" idx="35" hasCustomPrompt="1"/>
          </p:nvPr>
        </p:nvSpPr>
        <p:spPr>
          <a:xfrm>
            <a:off x="507135" y="1983474"/>
            <a:ext cx="5519593" cy="2183006"/>
          </a:xfrm>
          <a:solidFill>
            <a:schemeClr val="bg1">
              <a:lumMod val="85000"/>
            </a:schemeClr>
          </a:solidFill>
        </p:spPr>
        <p:txBody>
          <a:bodyPr/>
          <a:lstStyle>
            <a:lvl1pPr>
              <a:defRPr/>
            </a:lvl1pPr>
          </a:lstStyle>
          <a:p>
            <a:r>
              <a:rPr lang="id-ID" dirty="0" smtClean="0"/>
              <a:t>Pic here</a:t>
            </a:r>
            <a:endParaRPr lang="en-AU" dirty="0"/>
          </a:p>
        </p:txBody>
      </p:sp>
      <p:sp>
        <p:nvSpPr>
          <p:cNvPr id="43" name="Picture Placeholder 30"/>
          <p:cNvSpPr>
            <a:spLocks noGrp="1"/>
          </p:cNvSpPr>
          <p:nvPr>
            <p:ph type="pic" sz="quarter" idx="36" hasCustomPrompt="1"/>
          </p:nvPr>
        </p:nvSpPr>
        <p:spPr>
          <a:xfrm>
            <a:off x="507134" y="4342054"/>
            <a:ext cx="5519593" cy="2183006"/>
          </a:xfrm>
          <a:solidFill>
            <a:schemeClr val="bg1">
              <a:lumMod val="85000"/>
            </a:schemeClr>
          </a:solidFill>
        </p:spPr>
        <p:txBody>
          <a:bodyPr/>
          <a:lstStyle>
            <a:lvl1pPr>
              <a:defRPr/>
            </a:lvl1pPr>
          </a:lstStyle>
          <a:p>
            <a:r>
              <a:rPr lang="id-ID" dirty="0" smtClean="0"/>
              <a:t>Pic here</a:t>
            </a:r>
            <a:endParaRPr lang="en-AU" dirty="0"/>
          </a:p>
        </p:txBody>
      </p:sp>
      <p:sp>
        <p:nvSpPr>
          <p:cNvPr id="16" name="Picture Placeholder 30"/>
          <p:cNvSpPr>
            <a:spLocks noGrp="1"/>
          </p:cNvSpPr>
          <p:nvPr>
            <p:ph type="pic" sz="quarter" idx="37" hasCustomPrompt="1"/>
          </p:nvPr>
        </p:nvSpPr>
        <p:spPr>
          <a:xfrm>
            <a:off x="6179133" y="1983474"/>
            <a:ext cx="5519593" cy="2183006"/>
          </a:xfrm>
          <a:solidFill>
            <a:schemeClr val="bg1">
              <a:lumMod val="85000"/>
            </a:schemeClr>
          </a:solidFill>
        </p:spPr>
        <p:txBody>
          <a:bodyPr/>
          <a:lstStyle>
            <a:lvl1pPr>
              <a:defRPr/>
            </a:lvl1pPr>
          </a:lstStyle>
          <a:p>
            <a:r>
              <a:rPr lang="id-ID" dirty="0" smtClean="0"/>
              <a:t>Pic here</a:t>
            </a:r>
            <a:endParaRPr lang="en-AU" dirty="0"/>
          </a:p>
        </p:txBody>
      </p:sp>
      <p:sp>
        <p:nvSpPr>
          <p:cNvPr id="17" name="Picture Placeholder 30"/>
          <p:cNvSpPr>
            <a:spLocks noGrp="1"/>
          </p:cNvSpPr>
          <p:nvPr>
            <p:ph type="pic" sz="quarter" idx="38" hasCustomPrompt="1"/>
          </p:nvPr>
        </p:nvSpPr>
        <p:spPr>
          <a:xfrm>
            <a:off x="6179132" y="4342054"/>
            <a:ext cx="5519593" cy="2183006"/>
          </a:xfrm>
          <a:solidFill>
            <a:schemeClr val="bg1">
              <a:lumMod val="85000"/>
            </a:schemeClr>
          </a:solidFill>
        </p:spPr>
        <p:txBody>
          <a:bodyPr/>
          <a:lstStyle>
            <a:lvl1pPr>
              <a:defRPr/>
            </a:lvl1pPr>
          </a:lstStyle>
          <a:p>
            <a:r>
              <a:rPr lang="id-ID" dirty="0" smtClean="0"/>
              <a:t>Pic here</a:t>
            </a:r>
            <a:endParaRPr lang="en-AU" dirty="0"/>
          </a:p>
        </p:txBody>
      </p:sp>
      <p:sp>
        <p:nvSpPr>
          <p:cNvPr id="21" name="Picture Placeholder 20"/>
          <p:cNvSpPr>
            <a:spLocks noGrp="1"/>
          </p:cNvSpPr>
          <p:nvPr>
            <p:ph type="pic" sz="quarter" idx="39" hasCustomPrompt="1"/>
          </p:nvPr>
        </p:nvSpPr>
        <p:spPr>
          <a:xfrm>
            <a:off x="4731330" y="2893088"/>
            <a:ext cx="2743200" cy="2743200"/>
          </a:xfrm>
          <a:custGeom>
            <a:avLst/>
            <a:gdLst>
              <a:gd name="connsiteX0" fmla="*/ 1371600 w 2743200"/>
              <a:gd name="connsiteY0" fmla="*/ 0 h 2743200"/>
              <a:gd name="connsiteX1" fmla="*/ 2743200 w 2743200"/>
              <a:gd name="connsiteY1" fmla="*/ 1371600 h 2743200"/>
              <a:gd name="connsiteX2" fmla="*/ 1371600 w 2743200"/>
              <a:gd name="connsiteY2" fmla="*/ 2743200 h 2743200"/>
              <a:gd name="connsiteX3" fmla="*/ 0 w 2743200"/>
              <a:gd name="connsiteY3" fmla="*/ 1371600 h 2743200"/>
              <a:gd name="connsiteX4" fmla="*/ 1371600 w 2743200"/>
              <a:gd name="connsiteY4" fmla="*/ 0 h 2743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2743200">
                <a:moveTo>
                  <a:pt x="1371600" y="0"/>
                </a:moveTo>
                <a:cubicBezTo>
                  <a:pt x="2129114" y="0"/>
                  <a:pt x="2743200" y="614086"/>
                  <a:pt x="2743200" y="1371600"/>
                </a:cubicBezTo>
                <a:cubicBezTo>
                  <a:pt x="2743200" y="2129114"/>
                  <a:pt x="2129114" y="2743200"/>
                  <a:pt x="1371600" y="2743200"/>
                </a:cubicBezTo>
                <a:cubicBezTo>
                  <a:pt x="614086" y="2743200"/>
                  <a:pt x="0" y="2129114"/>
                  <a:pt x="0" y="1371600"/>
                </a:cubicBezTo>
                <a:cubicBezTo>
                  <a:pt x="0" y="614086"/>
                  <a:pt x="614086" y="0"/>
                  <a:pt x="1371600" y="0"/>
                </a:cubicBezTo>
                <a:close/>
              </a:path>
            </a:pathLst>
          </a:custGeom>
          <a:solidFill>
            <a:schemeClr val="accent4"/>
          </a:solidFill>
        </p:spPr>
        <p:txBody>
          <a:bodyPr wrap="square">
            <a:noAutofit/>
          </a:bodyPr>
          <a:lstStyle>
            <a:lvl1pPr algn="r">
              <a:defRPr sz="1000"/>
            </a:lvl1pPr>
          </a:lstStyle>
          <a:p>
            <a:r>
              <a:rPr lang="id-ID" dirty="0" smtClean="0"/>
              <a:t>Nopic</a:t>
            </a:r>
            <a:endParaRPr lang="en-AU" dirty="0"/>
          </a:p>
        </p:txBody>
      </p:sp>
      <p:sp>
        <p:nvSpPr>
          <p:cNvPr id="22" name="Text Placeholder 21"/>
          <p:cNvSpPr>
            <a:spLocks noGrp="1"/>
          </p:cNvSpPr>
          <p:nvPr>
            <p:ph type="body" sz="quarter" idx="20"/>
          </p:nvPr>
        </p:nvSpPr>
        <p:spPr>
          <a:xfrm>
            <a:off x="4731331" y="3492745"/>
            <a:ext cx="2743200" cy="256811"/>
          </a:xfrm>
        </p:spPr>
        <p:txBody>
          <a:bodyPr/>
          <a:lstStyle>
            <a:lvl1pPr algn="ctr">
              <a:defRPr>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3" name="Text Placeholder 21"/>
          <p:cNvSpPr>
            <a:spLocks noGrp="1"/>
          </p:cNvSpPr>
          <p:nvPr>
            <p:ph type="body" sz="quarter" idx="29"/>
          </p:nvPr>
        </p:nvSpPr>
        <p:spPr>
          <a:xfrm>
            <a:off x="4731331" y="3799449"/>
            <a:ext cx="2743200" cy="1304045"/>
          </a:xfrm>
        </p:spPr>
        <p:txBody>
          <a:bodyPr>
            <a:normAutofit/>
          </a:bodyPr>
          <a:lstStyle>
            <a:lvl1pPr algn="ctr">
              <a:defRPr sz="120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Tree>
    <p:extLst>
      <p:ext uri="{BB962C8B-B14F-4D97-AF65-F5344CB8AC3E}">
        <p14:creationId xmlns:p14="http://schemas.microsoft.com/office/powerpoint/2010/main" val="113109738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42" presetClass="entr" presetSubtype="0" fill="hold" grpId="0" nodeType="afterEffect">
                                  <p:stCondLst>
                                    <p:cond delay="0"/>
                                  </p:stCondLst>
                                  <p:childTnLst>
                                    <p:set>
                                      <p:cBhvr>
                                        <p:cTn id="20" dur="1" fill="hold">
                                          <p:stCondLst>
                                            <p:cond delay="0"/>
                                          </p:stCondLst>
                                        </p:cTn>
                                        <p:tgtEl>
                                          <p:spTgt spid="42"/>
                                        </p:tgtEl>
                                        <p:attrNameLst>
                                          <p:attrName>style.visibility</p:attrName>
                                        </p:attrNameLst>
                                      </p:cBhvr>
                                      <p:to>
                                        <p:strVal val="visible"/>
                                      </p:to>
                                    </p:set>
                                    <p:animEffect transition="in" filter="fade">
                                      <p:cBhvr>
                                        <p:cTn id="21" dur="500"/>
                                        <p:tgtEl>
                                          <p:spTgt spid="42"/>
                                        </p:tgtEl>
                                      </p:cBhvr>
                                    </p:animEffect>
                                    <p:anim calcmode="lin" valueType="num">
                                      <p:cBhvr>
                                        <p:cTn id="22" dur="500" fill="hold"/>
                                        <p:tgtEl>
                                          <p:spTgt spid="42"/>
                                        </p:tgtEl>
                                        <p:attrNameLst>
                                          <p:attrName>ppt_x</p:attrName>
                                        </p:attrNameLst>
                                      </p:cBhvr>
                                      <p:tavLst>
                                        <p:tav tm="0">
                                          <p:val>
                                            <p:strVal val="#ppt_x"/>
                                          </p:val>
                                        </p:tav>
                                        <p:tav tm="100000">
                                          <p:val>
                                            <p:strVal val="#ppt_x"/>
                                          </p:val>
                                        </p:tav>
                                      </p:tavLst>
                                    </p:anim>
                                    <p:anim calcmode="lin" valueType="num">
                                      <p:cBhvr>
                                        <p:cTn id="23" dur="500" fill="hold"/>
                                        <p:tgtEl>
                                          <p:spTgt spid="42"/>
                                        </p:tgtEl>
                                        <p:attrNameLst>
                                          <p:attrName>ppt_y</p:attrName>
                                        </p:attrNameLst>
                                      </p:cBhvr>
                                      <p:tavLst>
                                        <p:tav tm="0">
                                          <p:val>
                                            <p:strVal val="#ppt_y+.1"/>
                                          </p:val>
                                        </p:tav>
                                        <p:tav tm="100000">
                                          <p:val>
                                            <p:strVal val="#ppt_y"/>
                                          </p:val>
                                        </p:tav>
                                      </p:tavLst>
                                    </p:anim>
                                  </p:childTnLst>
                                </p:cTn>
                              </p:par>
                            </p:childTnLst>
                          </p:cTn>
                        </p:par>
                        <p:par>
                          <p:cTn id="24" fill="hold">
                            <p:stCondLst>
                              <p:cond delay="2000"/>
                            </p:stCondLst>
                            <p:childTnLst>
                              <p:par>
                                <p:cTn id="25" presetID="42" presetClass="entr" presetSubtype="0" fill="hold" grpId="0" nodeType="afterEffect">
                                  <p:stCondLst>
                                    <p:cond delay="0"/>
                                  </p:stCondLst>
                                  <p:childTnLst>
                                    <p:set>
                                      <p:cBhvr>
                                        <p:cTn id="26" dur="1" fill="hold">
                                          <p:stCondLst>
                                            <p:cond delay="0"/>
                                          </p:stCondLst>
                                        </p:cTn>
                                        <p:tgtEl>
                                          <p:spTgt spid="43"/>
                                        </p:tgtEl>
                                        <p:attrNameLst>
                                          <p:attrName>style.visibility</p:attrName>
                                        </p:attrNameLst>
                                      </p:cBhvr>
                                      <p:to>
                                        <p:strVal val="visible"/>
                                      </p:to>
                                    </p:set>
                                    <p:animEffect transition="in" filter="fade">
                                      <p:cBhvr>
                                        <p:cTn id="27" dur="500"/>
                                        <p:tgtEl>
                                          <p:spTgt spid="43"/>
                                        </p:tgtEl>
                                      </p:cBhvr>
                                    </p:animEffect>
                                    <p:anim calcmode="lin" valueType="num">
                                      <p:cBhvr>
                                        <p:cTn id="28" dur="500" fill="hold"/>
                                        <p:tgtEl>
                                          <p:spTgt spid="43"/>
                                        </p:tgtEl>
                                        <p:attrNameLst>
                                          <p:attrName>ppt_x</p:attrName>
                                        </p:attrNameLst>
                                      </p:cBhvr>
                                      <p:tavLst>
                                        <p:tav tm="0">
                                          <p:val>
                                            <p:strVal val="#ppt_x"/>
                                          </p:val>
                                        </p:tav>
                                        <p:tav tm="100000">
                                          <p:val>
                                            <p:strVal val="#ppt_x"/>
                                          </p:val>
                                        </p:tav>
                                      </p:tavLst>
                                    </p:anim>
                                    <p:anim calcmode="lin" valueType="num">
                                      <p:cBhvr>
                                        <p:cTn id="29" dur="500" fill="hold"/>
                                        <p:tgtEl>
                                          <p:spTgt spid="43"/>
                                        </p:tgtEl>
                                        <p:attrNameLst>
                                          <p:attrName>ppt_y</p:attrName>
                                        </p:attrNameLst>
                                      </p:cBhvr>
                                      <p:tavLst>
                                        <p:tav tm="0">
                                          <p:val>
                                            <p:strVal val="#ppt_y+.1"/>
                                          </p:val>
                                        </p:tav>
                                        <p:tav tm="100000">
                                          <p:val>
                                            <p:strVal val="#ppt_y"/>
                                          </p:val>
                                        </p:tav>
                                      </p:tavLst>
                                    </p:anim>
                                  </p:childTnLst>
                                </p:cTn>
                              </p:par>
                            </p:childTnLst>
                          </p:cTn>
                        </p:par>
                        <p:par>
                          <p:cTn id="30" fill="hold">
                            <p:stCondLst>
                              <p:cond delay="2500"/>
                            </p:stCondLst>
                            <p:childTnLst>
                              <p:par>
                                <p:cTn id="31" presetID="42" presetClass="entr" presetSubtype="0" fill="hold" grpId="0" nodeType="afterEffect">
                                  <p:stCondLst>
                                    <p:cond delay="0"/>
                                  </p:stCondLst>
                                  <p:childTnLst>
                                    <p:set>
                                      <p:cBhvr>
                                        <p:cTn id="32" dur="1" fill="hold">
                                          <p:stCondLst>
                                            <p:cond delay="0"/>
                                          </p:stCondLst>
                                        </p:cTn>
                                        <p:tgtEl>
                                          <p:spTgt spid="16"/>
                                        </p:tgtEl>
                                        <p:attrNameLst>
                                          <p:attrName>style.visibility</p:attrName>
                                        </p:attrNameLst>
                                      </p:cBhvr>
                                      <p:to>
                                        <p:strVal val="visible"/>
                                      </p:to>
                                    </p:set>
                                    <p:animEffect transition="in" filter="fade">
                                      <p:cBhvr>
                                        <p:cTn id="33" dur="500"/>
                                        <p:tgtEl>
                                          <p:spTgt spid="16"/>
                                        </p:tgtEl>
                                      </p:cBhvr>
                                    </p:animEffect>
                                    <p:anim calcmode="lin" valueType="num">
                                      <p:cBhvr>
                                        <p:cTn id="34" dur="500" fill="hold"/>
                                        <p:tgtEl>
                                          <p:spTgt spid="16"/>
                                        </p:tgtEl>
                                        <p:attrNameLst>
                                          <p:attrName>ppt_x</p:attrName>
                                        </p:attrNameLst>
                                      </p:cBhvr>
                                      <p:tavLst>
                                        <p:tav tm="0">
                                          <p:val>
                                            <p:strVal val="#ppt_x"/>
                                          </p:val>
                                        </p:tav>
                                        <p:tav tm="100000">
                                          <p:val>
                                            <p:strVal val="#ppt_x"/>
                                          </p:val>
                                        </p:tav>
                                      </p:tavLst>
                                    </p:anim>
                                    <p:anim calcmode="lin" valueType="num">
                                      <p:cBhvr>
                                        <p:cTn id="35" dur="500" fill="hold"/>
                                        <p:tgtEl>
                                          <p:spTgt spid="16"/>
                                        </p:tgtEl>
                                        <p:attrNameLst>
                                          <p:attrName>ppt_y</p:attrName>
                                        </p:attrNameLst>
                                      </p:cBhvr>
                                      <p:tavLst>
                                        <p:tav tm="0">
                                          <p:val>
                                            <p:strVal val="#ppt_y+.1"/>
                                          </p:val>
                                        </p:tav>
                                        <p:tav tm="100000">
                                          <p:val>
                                            <p:strVal val="#ppt_y"/>
                                          </p:val>
                                        </p:tav>
                                      </p:tavLst>
                                    </p:anim>
                                  </p:childTnLst>
                                </p:cTn>
                              </p:par>
                            </p:childTnLst>
                          </p:cTn>
                        </p:par>
                        <p:par>
                          <p:cTn id="36" fill="hold">
                            <p:stCondLst>
                              <p:cond delay="3000"/>
                            </p:stCondLst>
                            <p:childTnLst>
                              <p:par>
                                <p:cTn id="37" presetID="42" presetClass="entr" presetSubtype="0" fill="hold" grpId="0" nodeType="afterEffect">
                                  <p:stCondLst>
                                    <p:cond delay="0"/>
                                  </p:stCondLst>
                                  <p:childTnLst>
                                    <p:set>
                                      <p:cBhvr>
                                        <p:cTn id="38" dur="1" fill="hold">
                                          <p:stCondLst>
                                            <p:cond delay="0"/>
                                          </p:stCondLst>
                                        </p:cTn>
                                        <p:tgtEl>
                                          <p:spTgt spid="17"/>
                                        </p:tgtEl>
                                        <p:attrNameLst>
                                          <p:attrName>style.visibility</p:attrName>
                                        </p:attrNameLst>
                                      </p:cBhvr>
                                      <p:to>
                                        <p:strVal val="visible"/>
                                      </p:to>
                                    </p:set>
                                    <p:animEffect transition="in" filter="fade">
                                      <p:cBhvr>
                                        <p:cTn id="39" dur="500"/>
                                        <p:tgtEl>
                                          <p:spTgt spid="17"/>
                                        </p:tgtEl>
                                      </p:cBhvr>
                                    </p:animEffect>
                                    <p:anim calcmode="lin" valueType="num">
                                      <p:cBhvr>
                                        <p:cTn id="40" dur="500" fill="hold"/>
                                        <p:tgtEl>
                                          <p:spTgt spid="17"/>
                                        </p:tgtEl>
                                        <p:attrNameLst>
                                          <p:attrName>ppt_x</p:attrName>
                                        </p:attrNameLst>
                                      </p:cBhvr>
                                      <p:tavLst>
                                        <p:tav tm="0">
                                          <p:val>
                                            <p:strVal val="#ppt_x"/>
                                          </p:val>
                                        </p:tav>
                                        <p:tav tm="100000">
                                          <p:val>
                                            <p:strVal val="#ppt_x"/>
                                          </p:val>
                                        </p:tav>
                                      </p:tavLst>
                                    </p:anim>
                                    <p:anim calcmode="lin" valueType="num">
                                      <p:cBhvr>
                                        <p:cTn id="41" dur="500" fill="hold"/>
                                        <p:tgtEl>
                                          <p:spTgt spid="17"/>
                                        </p:tgtEl>
                                        <p:attrNameLst>
                                          <p:attrName>ppt_y</p:attrName>
                                        </p:attrNameLst>
                                      </p:cBhvr>
                                      <p:tavLst>
                                        <p:tav tm="0">
                                          <p:val>
                                            <p:strVal val="#ppt_y+.1"/>
                                          </p:val>
                                        </p:tav>
                                        <p:tav tm="100000">
                                          <p:val>
                                            <p:strVal val="#ppt_y"/>
                                          </p:val>
                                        </p:tav>
                                      </p:tavLst>
                                    </p:anim>
                                  </p:childTnLst>
                                </p:cTn>
                              </p:par>
                            </p:childTnLst>
                          </p:cTn>
                        </p:par>
                        <p:par>
                          <p:cTn id="42" fill="hold">
                            <p:stCondLst>
                              <p:cond delay="3500"/>
                            </p:stCondLst>
                            <p:childTnLst>
                              <p:par>
                                <p:cTn id="43" presetID="10" presetClass="entr" presetSubtype="0" fill="hold" grpId="0" nodeType="afterEffect">
                                  <p:stCondLst>
                                    <p:cond delay="0"/>
                                  </p:stCondLst>
                                  <p:childTnLst>
                                    <p:set>
                                      <p:cBhvr>
                                        <p:cTn id="44" dur="1" fill="hold">
                                          <p:stCondLst>
                                            <p:cond delay="0"/>
                                          </p:stCondLst>
                                        </p:cTn>
                                        <p:tgtEl>
                                          <p:spTgt spid="21"/>
                                        </p:tgtEl>
                                        <p:attrNameLst>
                                          <p:attrName>style.visibility</p:attrName>
                                        </p:attrNameLst>
                                      </p:cBhvr>
                                      <p:to>
                                        <p:strVal val="visible"/>
                                      </p:to>
                                    </p:set>
                                    <p:animEffect transition="in" filter="fade">
                                      <p:cBhvr>
                                        <p:cTn id="45" dur="500"/>
                                        <p:tgtEl>
                                          <p:spTgt spid="21"/>
                                        </p:tgtEl>
                                      </p:cBhvr>
                                    </p:animEffect>
                                  </p:childTnLst>
                                </p:cTn>
                              </p:par>
                            </p:childTnLst>
                          </p:cTn>
                        </p:par>
                        <p:par>
                          <p:cTn id="46" fill="hold">
                            <p:stCondLst>
                              <p:cond delay="4000"/>
                            </p:stCondLst>
                            <p:childTnLst>
                              <p:par>
                                <p:cTn id="47" presetID="53" presetClass="entr" presetSubtype="16" fill="hold" grpId="0" nodeType="afterEffect" nodePh="1">
                                  <p:stCondLst>
                                    <p:cond delay="0"/>
                                  </p:stCondLst>
                                  <p:endCondLst>
                                    <p:cond evt="begin" delay="0">
                                      <p:tn val="47"/>
                                    </p:cond>
                                  </p:endCondLst>
                                  <p:childTnLst>
                                    <p:set>
                                      <p:cBhvr>
                                        <p:cTn id="48" dur="1" fill="hold">
                                          <p:stCondLst>
                                            <p:cond delay="0"/>
                                          </p:stCondLst>
                                        </p:cTn>
                                        <p:tgtEl>
                                          <p:spTgt spid="22">
                                            <p:txEl>
                                              <p:pRg st="0" end="0"/>
                                            </p:txEl>
                                          </p:spTgt>
                                        </p:tgtEl>
                                        <p:attrNameLst>
                                          <p:attrName>style.visibility</p:attrName>
                                        </p:attrNameLst>
                                      </p:cBhvr>
                                      <p:to>
                                        <p:strVal val="visible"/>
                                      </p:to>
                                    </p:set>
                                    <p:anim calcmode="lin" valueType="num">
                                      <p:cBhvr>
                                        <p:cTn id="49" dur="500" fill="hold"/>
                                        <p:tgtEl>
                                          <p:spTgt spid="22">
                                            <p:txEl>
                                              <p:pRg st="0" end="0"/>
                                            </p:txEl>
                                          </p:spTgt>
                                        </p:tgtEl>
                                        <p:attrNameLst>
                                          <p:attrName>ppt_w</p:attrName>
                                        </p:attrNameLst>
                                      </p:cBhvr>
                                      <p:tavLst>
                                        <p:tav tm="0">
                                          <p:val>
                                            <p:fltVal val="0"/>
                                          </p:val>
                                        </p:tav>
                                        <p:tav tm="100000">
                                          <p:val>
                                            <p:strVal val="#ppt_w"/>
                                          </p:val>
                                        </p:tav>
                                      </p:tavLst>
                                    </p:anim>
                                    <p:anim calcmode="lin" valueType="num">
                                      <p:cBhvr>
                                        <p:cTn id="50" dur="500" fill="hold"/>
                                        <p:tgtEl>
                                          <p:spTgt spid="22">
                                            <p:txEl>
                                              <p:pRg st="0" end="0"/>
                                            </p:txEl>
                                          </p:spTgt>
                                        </p:tgtEl>
                                        <p:attrNameLst>
                                          <p:attrName>ppt_h</p:attrName>
                                        </p:attrNameLst>
                                      </p:cBhvr>
                                      <p:tavLst>
                                        <p:tav tm="0">
                                          <p:val>
                                            <p:fltVal val="0"/>
                                          </p:val>
                                        </p:tav>
                                        <p:tav tm="100000">
                                          <p:val>
                                            <p:strVal val="#ppt_h"/>
                                          </p:val>
                                        </p:tav>
                                      </p:tavLst>
                                    </p:anim>
                                    <p:animEffect transition="in" filter="fade">
                                      <p:cBhvr>
                                        <p:cTn id="51" dur="500"/>
                                        <p:tgtEl>
                                          <p:spTgt spid="22">
                                            <p:txEl>
                                              <p:pRg st="0" end="0"/>
                                            </p:txEl>
                                          </p:spTgt>
                                        </p:tgtEl>
                                      </p:cBhvr>
                                    </p:animEffect>
                                  </p:childTnLst>
                                </p:cTn>
                              </p:par>
                            </p:childTnLst>
                          </p:cTn>
                        </p:par>
                        <p:par>
                          <p:cTn id="52" fill="hold">
                            <p:stCondLst>
                              <p:cond delay="4500"/>
                            </p:stCondLst>
                            <p:childTnLst>
                              <p:par>
                                <p:cTn id="53" presetID="42" presetClass="entr" presetSubtype="0" fill="hold" grpId="0" nodeType="afterEffect" nodePh="1">
                                  <p:stCondLst>
                                    <p:cond delay="0"/>
                                  </p:stCondLst>
                                  <p:endCondLst>
                                    <p:cond evt="begin" delay="0">
                                      <p:tn val="53"/>
                                    </p:cond>
                                  </p:endCondLst>
                                  <p:childTnLst>
                                    <p:set>
                                      <p:cBhvr>
                                        <p:cTn id="54" dur="1" fill="hold">
                                          <p:stCondLst>
                                            <p:cond delay="0"/>
                                          </p:stCondLst>
                                        </p:cTn>
                                        <p:tgtEl>
                                          <p:spTgt spid="23">
                                            <p:txEl>
                                              <p:pRg st="0" end="0"/>
                                            </p:txEl>
                                          </p:spTgt>
                                        </p:tgtEl>
                                        <p:attrNameLst>
                                          <p:attrName>style.visibility</p:attrName>
                                        </p:attrNameLst>
                                      </p:cBhvr>
                                      <p:to>
                                        <p:strVal val="visible"/>
                                      </p:to>
                                    </p:set>
                                    <p:animEffect transition="in" filter="fade">
                                      <p:cBhvr>
                                        <p:cTn id="55" dur="500"/>
                                        <p:tgtEl>
                                          <p:spTgt spid="23">
                                            <p:txEl>
                                              <p:pRg st="0" end="0"/>
                                            </p:txEl>
                                          </p:spTgt>
                                        </p:tgtEl>
                                      </p:cBhvr>
                                    </p:animEffect>
                                    <p:anim calcmode="lin" valueType="num">
                                      <p:cBhvr>
                                        <p:cTn id="56" dur="500" fill="hold"/>
                                        <p:tgtEl>
                                          <p:spTgt spid="23">
                                            <p:txEl>
                                              <p:pRg st="0" end="0"/>
                                            </p:txEl>
                                          </p:spTgt>
                                        </p:tgtEl>
                                        <p:attrNameLst>
                                          <p:attrName>ppt_x</p:attrName>
                                        </p:attrNameLst>
                                      </p:cBhvr>
                                      <p:tavLst>
                                        <p:tav tm="0">
                                          <p:val>
                                            <p:strVal val="#ppt_x"/>
                                          </p:val>
                                        </p:tav>
                                        <p:tav tm="100000">
                                          <p:val>
                                            <p:strVal val="#ppt_x"/>
                                          </p:val>
                                        </p:tav>
                                      </p:tavLst>
                                    </p:anim>
                                    <p:anim calcmode="lin" valueType="num">
                                      <p:cBhvr>
                                        <p:cTn id="57" dur="500" fill="hold"/>
                                        <p:tgtEl>
                                          <p:spTgt spid="23">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42" grpId="0" animBg="1"/>
      <p:bldP spid="43" grpId="0" animBg="1"/>
      <p:bldP spid="16" grpId="0" animBg="1"/>
      <p:bldP spid="17" grpId="0" animBg="1"/>
      <p:bldP spid="21" grpId="0" animBg="1"/>
      <p:bldP spid="22"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2"/>
                        </p:tgtEl>
                        <p:attrNameLst>
                          <p:attrName>style.visibility</p:attrName>
                        </p:attrNameLst>
                      </p:cBhvr>
                      <p:to>
                        <p:strVal val="visible"/>
                      </p:to>
                    </p:set>
                    <p:anim calcmode="lin" valueType="num">
                      <p:cBhvr>
                        <p:cTn dur="500" fill="hold"/>
                        <p:tgtEl>
                          <p:spTgt spid="22"/>
                        </p:tgtEl>
                        <p:attrNameLst>
                          <p:attrName>ppt_w</p:attrName>
                        </p:attrNameLst>
                      </p:cBhvr>
                      <p:tavLst>
                        <p:tav tm="0">
                          <p:val>
                            <p:fltVal val="0"/>
                          </p:val>
                        </p:tav>
                        <p:tav tm="100000">
                          <p:val>
                            <p:strVal val="#ppt_w"/>
                          </p:val>
                        </p:tav>
                      </p:tavLst>
                    </p:anim>
                    <p:anim calcmode="lin" valueType="num">
                      <p:cBhvr>
                        <p:cTn dur="500" fill="hold"/>
                        <p:tgtEl>
                          <p:spTgt spid="22"/>
                        </p:tgtEl>
                        <p:attrNameLst>
                          <p:attrName>ppt_h</p:attrName>
                        </p:attrNameLst>
                      </p:cBhvr>
                      <p:tavLst>
                        <p:tav tm="0">
                          <p:val>
                            <p:fltVal val="0"/>
                          </p:val>
                        </p:tav>
                        <p:tav tm="100000">
                          <p:val>
                            <p:strVal val="#ppt_h"/>
                          </p:val>
                        </p:tav>
                      </p:tavLst>
                    </p:anim>
                    <p:animEffect transition="in" filter="fade">
                      <p:cBhvr>
                        <p:cTn dur="500"/>
                        <p:tgtEl>
                          <p:spTgt spid="22"/>
                        </p:tgtEl>
                      </p:cBhvr>
                    </p:animEffect>
                  </p:childTnLst>
                </p:cTn>
              </p:par>
            </p:tnLst>
          </p:tmpl>
        </p:tmplLst>
      </p:bldP>
      <p:bldP spid="23"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3"/>
                        </p:tgtEl>
                        <p:attrNameLst>
                          <p:attrName>style.visibility</p:attrName>
                        </p:attrNameLst>
                      </p:cBhvr>
                      <p:to>
                        <p:strVal val="visible"/>
                      </p:to>
                    </p:set>
                    <p:animEffect transition="in" filter="fade">
                      <p:cBhvr>
                        <p:cTn dur="500"/>
                        <p:tgtEl>
                          <p:spTgt spid="23"/>
                        </p:tgtEl>
                      </p:cBhvr>
                    </p:animEffect>
                    <p:anim calcmode="lin" valueType="num">
                      <p:cBhvr>
                        <p:cTn dur="500" fill="hold"/>
                        <p:tgtEl>
                          <p:spTgt spid="23"/>
                        </p:tgtEl>
                        <p:attrNameLst>
                          <p:attrName>ppt_x</p:attrName>
                        </p:attrNameLst>
                      </p:cBhvr>
                      <p:tavLst>
                        <p:tav tm="0">
                          <p:val>
                            <p:strVal val="#ppt_x"/>
                          </p:val>
                        </p:tav>
                        <p:tav tm="100000">
                          <p:val>
                            <p:strVal val="#ppt_x"/>
                          </p:val>
                        </p:tav>
                      </p:tavLst>
                    </p:anim>
                    <p:anim calcmode="lin" valueType="num">
                      <p:cBhvr>
                        <p:cTn dur="500" fill="hold"/>
                        <p:tgtEl>
                          <p:spTgt spid="23"/>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664.xml><?xml version="1.0" encoding="utf-8"?>
<p:sldLayout xmlns:a="http://schemas.openxmlformats.org/drawingml/2006/main" xmlns:r="http://schemas.openxmlformats.org/officeDocument/2006/relationships" xmlns:p="http://schemas.openxmlformats.org/presentationml/2006/main" preserve="1" userDrawn="1">
  <p:cSld name="15_Custom Layout">
    <p:spTree>
      <p:nvGrpSpPr>
        <p:cNvPr id="1" name=""/>
        <p:cNvGrpSpPr/>
        <p:nvPr/>
      </p:nvGrpSpPr>
      <p:grpSpPr>
        <a:xfrm>
          <a:off x="0" y="0"/>
          <a:ext cx="0" cy="0"/>
          <a:chOff x="0" y="0"/>
          <a:chExt cx="0" cy="0"/>
        </a:xfrm>
      </p:grpSpPr>
      <p:sp>
        <p:nvSpPr>
          <p:cNvPr id="31" name="Rounded Rectangle 30"/>
          <p:cNvSpPr/>
          <p:nvPr userDrawn="1"/>
        </p:nvSpPr>
        <p:spPr>
          <a:xfrm>
            <a:off x="8372331" y="4003119"/>
            <a:ext cx="2762538" cy="2022764"/>
          </a:xfrm>
          <a:prstGeom prst="round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0" name="Rounded Rectangle 29"/>
          <p:cNvSpPr/>
          <p:nvPr userDrawn="1"/>
        </p:nvSpPr>
        <p:spPr>
          <a:xfrm>
            <a:off x="4714731" y="4003119"/>
            <a:ext cx="2762538" cy="2022764"/>
          </a:xfrm>
          <a:prstGeom prst="round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6" name="Rounded Rectangle 5"/>
          <p:cNvSpPr/>
          <p:nvPr userDrawn="1"/>
        </p:nvSpPr>
        <p:spPr>
          <a:xfrm>
            <a:off x="1057131" y="4003119"/>
            <a:ext cx="2762538" cy="2022764"/>
          </a:xfrm>
          <a:prstGeom prst="round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43" name="Picture Placeholder 30"/>
          <p:cNvSpPr>
            <a:spLocks noGrp="1"/>
          </p:cNvSpPr>
          <p:nvPr>
            <p:ph type="pic" sz="quarter" idx="36" hasCustomPrompt="1"/>
          </p:nvPr>
        </p:nvSpPr>
        <p:spPr>
          <a:xfrm>
            <a:off x="1057131" y="2078182"/>
            <a:ext cx="2762538" cy="2701636"/>
          </a:xfrm>
          <a:solidFill>
            <a:schemeClr val="bg1">
              <a:lumMod val="85000"/>
            </a:schemeClr>
          </a:solidFill>
        </p:spPr>
        <p:txBody>
          <a:bodyPr/>
          <a:lstStyle>
            <a:lvl1pPr>
              <a:defRPr/>
            </a:lvl1pPr>
          </a:lstStyle>
          <a:p>
            <a:r>
              <a:rPr lang="id-ID" dirty="0" smtClean="0"/>
              <a:t>Pic here</a:t>
            </a:r>
            <a:endParaRPr lang="en-AU" dirty="0"/>
          </a:p>
        </p:txBody>
      </p:sp>
      <p:sp>
        <p:nvSpPr>
          <p:cNvPr id="15"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1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19" name="Picture Placeholder 30"/>
          <p:cNvSpPr>
            <a:spLocks noGrp="1"/>
          </p:cNvSpPr>
          <p:nvPr>
            <p:ph type="pic" sz="quarter" idx="37" hasCustomPrompt="1"/>
          </p:nvPr>
        </p:nvSpPr>
        <p:spPr>
          <a:xfrm>
            <a:off x="4714731" y="2078182"/>
            <a:ext cx="2762538" cy="2701636"/>
          </a:xfrm>
          <a:solidFill>
            <a:schemeClr val="bg1">
              <a:lumMod val="85000"/>
            </a:schemeClr>
          </a:solidFill>
        </p:spPr>
        <p:txBody>
          <a:bodyPr/>
          <a:lstStyle>
            <a:lvl1pPr>
              <a:defRPr/>
            </a:lvl1pPr>
          </a:lstStyle>
          <a:p>
            <a:r>
              <a:rPr lang="id-ID" dirty="0" smtClean="0"/>
              <a:t>Pic here</a:t>
            </a:r>
            <a:endParaRPr lang="en-AU" dirty="0"/>
          </a:p>
        </p:txBody>
      </p:sp>
      <p:sp>
        <p:nvSpPr>
          <p:cNvPr id="20" name="Picture Placeholder 30"/>
          <p:cNvSpPr>
            <a:spLocks noGrp="1"/>
          </p:cNvSpPr>
          <p:nvPr>
            <p:ph type="pic" sz="quarter" idx="38" hasCustomPrompt="1"/>
          </p:nvPr>
        </p:nvSpPr>
        <p:spPr>
          <a:xfrm>
            <a:off x="8372331" y="2078182"/>
            <a:ext cx="2762538" cy="2701636"/>
          </a:xfrm>
          <a:solidFill>
            <a:schemeClr val="bg1">
              <a:lumMod val="85000"/>
            </a:schemeClr>
          </a:solidFill>
        </p:spPr>
        <p:txBody>
          <a:bodyPr/>
          <a:lstStyle>
            <a:lvl1pPr>
              <a:defRPr/>
            </a:lvl1pPr>
          </a:lstStyle>
          <a:p>
            <a:r>
              <a:rPr lang="id-ID" dirty="0" smtClean="0"/>
              <a:t>Pic here</a:t>
            </a:r>
            <a:endParaRPr lang="en-AU" dirty="0"/>
          </a:p>
        </p:txBody>
      </p:sp>
      <p:sp>
        <p:nvSpPr>
          <p:cNvPr id="24" name="Picture Placeholder 30"/>
          <p:cNvSpPr>
            <a:spLocks noGrp="1"/>
          </p:cNvSpPr>
          <p:nvPr>
            <p:ph type="pic" sz="quarter" idx="39" hasCustomPrompt="1"/>
          </p:nvPr>
        </p:nvSpPr>
        <p:spPr>
          <a:xfrm>
            <a:off x="1057131" y="4142509"/>
            <a:ext cx="2762538" cy="637309"/>
          </a:xfrm>
          <a:solidFill>
            <a:schemeClr val="accent1"/>
          </a:solidFill>
        </p:spPr>
        <p:txBody>
          <a:bodyPr>
            <a:normAutofit/>
          </a:bodyPr>
          <a:lstStyle>
            <a:lvl1pPr algn="r">
              <a:defRPr sz="1050"/>
            </a:lvl1pPr>
          </a:lstStyle>
          <a:p>
            <a:r>
              <a:rPr lang="id-ID" dirty="0" smtClean="0"/>
              <a:t>Nopic</a:t>
            </a:r>
            <a:endParaRPr lang="en-AU" dirty="0"/>
          </a:p>
        </p:txBody>
      </p:sp>
      <p:sp>
        <p:nvSpPr>
          <p:cNvPr id="25" name="Picture Placeholder 30"/>
          <p:cNvSpPr>
            <a:spLocks noGrp="1"/>
          </p:cNvSpPr>
          <p:nvPr>
            <p:ph type="pic" sz="quarter" idx="40" hasCustomPrompt="1"/>
          </p:nvPr>
        </p:nvSpPr>
        <p:spPr>
          <a:xfrm>
            <a:off x="4714731" y="4142509"/>
            <a:ext cx="2762538" cy="637309"/>
          </a:xfrm>
          <a:solidFill>
            <a:schemeClr val="accent2"/>
          </a:solidFill>
        </p:spPr>
        <p:txBody>
          <a:bodyPr>
            <a:normAutofit/>
          </a:bodyPr>
          <a:lstStyle>
            <a:lvl1pPr algn="r">
              <a:defRPr sz="1050"/>
            </a:lvl1pPr>
          </a:lstStyle>
          <a:p>
            <a:r>
              <a:rPr lang="id-ID" dirty="0" smtClean="0"/>
              <a:t>Nopic</a:t>
            </a:r>
            <a:endParaRPr lang="en-AU" dirty="0"/>
          </a:p>
        </p:txBody>
      </p:sp>
      <p:sp>
        <p:nvSpPr>
          <p:cNvPr id="26" name="Picture Placeholder 30"/>
          <p:cNvSpPr>
            <a:spLocks noGrp="1"/>
          </p:cNvSpPr>
          <p:nvPr>
            <p:ph type="pic" sz="quarter" idx="41" hasCustomPrompt="1"/>
          </p:nvPr>
        </p:nvSpPr>
        <p:spPr>
          <a:xfrm>
            <a:off x="8372331" y="4142509"/>
            <a:ext cx="2762538" cy="637309"/>
          </a:xfrm>
          <a:solidFill>
            <a:schemeClr val="accent4"/>
          </a:solidFill>
        </p:spPr>
        <p:txBody>
          <a:bodyPr>
            <a:normAutofit/>
          </a:bodyPr>
          <a:lstStyle>
            <a:lvl1pPr algn="r">
              <a:defRPr sz="1050"/>
            </a:lvl1pPr>
          </a:lstStyle>
          <a:p>
            <a:r>
              <a:rPr lang="id-ID" dirty="0" smtClean="0"/>
              <a:t>Nopic</a:t>
            </a:r>
            <a:endParaRPr lang="en-AU" dirty="0"/>
          </a:p>
        </p:txBody>
      </p:sp>
      <p:sp>
        <p:nvSpPr>
          <p:cNvPr id="27" name="Text Placeholder 21"/>
          <p:cNvSpPr>
            <a:spLocks noGrp="1"/>
          </p:cNvSpPr>
          <p:nvPr>
            <p:ph type="body" sz="quarter" idx="20"/>
          </p:nvPr>
        </p:nvSpPr>
        <p:spPr>
          <a:xfrm>
            <a:off x="1057131" y="4332757"/>
            <a:ext cx="2743200" cy="256811"/>
          </a:xfrm>
        </p:spPr>
        <p:txBody>
          <a:bodyPr/>
          <a:lstStyle>
            <a:lvl1pPr algn="ctr">
              <a:defRPr>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8" name="Text Placeholder 21"/>
          <p:cNvSpPr>
            <a:spLocks noGrp="1"/>
          </p:cNvSpPr>
          <p:nvPr>
            <p:ph type="body" sz="quarter" idx="42"/>
          </p:nvPr>
        </p:nvSpPr>
        <p:spPr>
          <a:xfrm>
            <a:off x="4734069" y="4332756"/>
            <a:ext cx="2743200" cy="256811"/>
          </a:xfrm>
        </p:spPr>
        <p:txBody>
          <a:bodyPr/>
          <a:lstStyle>
            <a:lvl1pPr algn="ctr">
              <a:defRPr>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9" name="Text Placeholder 21"/>
          <p:cNvSpPr>
            <a:spLocks noGrp="1"/>
          </p:cNvSpPr>
          <p:nvPr>
            <p:ph type="body" sz="quarter" idx="43"/>
          </p:nvPr>
        </p:nvSpPr>
        <p:spPr>
          <a:xfrm>
            <a:off x="8372331" y="4332756"/>
            <a:ext cx="2743200" cy="256811"/>
          </a:xfrm>
        </p:spPr>
        <p:txBody>
          <a:bodyPr/>
          <a:lstStyle>
            <a:lvl1pPr algn="ctr">
              <a:defRPr>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3" name="Text Placeholder 21"/>
          <p:cNvSpPr>
            <a:spLocks noGrp="1"/>
          </p:cNvSpPr>
          <p:nvPr>
            <p:ph type="body" sz="quarter" idx="44"/>
          </p:nvPr>
        </p:nvSpPr>
        <p:spPr>
          <a:xfrm>
            <a:off x="1057131" y="5014501"/>
            <a:ext cx="2743200" cy="682675"/>
          </a:xfrm>
        </p:spPr>
        <p:txBody>
          <a:bodyPr>
            <a:noAutofit/>
          </a:bodyPr>
          <a:lstStyle>
            <a:lvl1pPr algn="ctr">
              <a:defRPr sz="120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4" name="Text Placeholder 21"/>
          <p:cNvSpPr>
            <a:spLocks noGrp="1"/>
          </p:cNvSpPr>
          <p:nvPr>
            <p:ph type="body" sz="quarter" idx="45"/>
          </p:nvPr>
        </p:nvSpPr>
        <p:spPr>
          <a:xfrm>
            <a:off x="4695393" y="5014500"/>
            <a:ext cx="2743200" cy="682675"/>
          </a:xfrm>
        </p:spPr>
        <p:txBody>
          <a:bodyPr>
            <a:noAutofit/>
          </a:bodyPr>
          <a:lstStyle>
            <a:lvl1pPr algn="ctr">
              <a:defRPr sz="120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5" name="Text Placeholder 21"/>
          <p:cNvSpPr>
            <a:spLocks noGrp="1"/>
          </p:cNvSpPr>
          <p:nvPr>
            <p:ph type="body" sz="quarter" idx="46"/>
          </p:nvPr>
        </p:nvSpPr>
        <p:spPr>
          <a:xfrm>
            <a:off x="8380703" y="5014500"/>
            <a:ext cx="2743200" cy="682675"/>
          </a:xfrm>
        </p:spPr>
        <p:txBody>
          <a:bodyPr>
            <a:noAutofit/>
          </a:bodyPr>
          <a:lstStyle>
            <a:lvl1pPr algn="ctr">
              <a:defRPr sz="120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Tree>
    <p:extLst>
      <p:ext uri="{BB962C8B-B14F-4D97-AF65-F5344CB8AC3E}">
        <p14:creationId xmlns:p14="http://schemas.microsoft.com/office/powerpoint/2010/main" val="20312085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500"/>
                            </p:stCondLst>
                            <p:childTnLst>
                              <p:par>
                                <p:cTn id="5" presetID="10" presetClass="entr" presetSubtype="0" fill="hold" grpId="0" nodeType="after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500"/>
                                        <p:tgtEl>
                                          <p:spTgt spid="15"/>
                                        </p:tgtEl>
                                      </p:cBhvr>
                                    </p:animEffect>
                                  </p:childTnLst>
                                </p:cTn>
                              </p:par>
                            </p:childTnLst>
                          </p:cTn>
                        </p:par>
                        <p:par>
                          <p:cTn id="8" fill="hold">
                            <p:stCondLst>
                              <p:cond delay="1000"/>
                            </p:stCondLst>
                            <p:childTnLst>
                              <p:par>
                                <p:cTn id="9" presetID="42" presetClass="entr" presetSubtype="0" fill="hold" grpId="0" nodeType="afterEffect">
                                  <p:stCondLst>
                                    <p:cond delay="0"/>
                                  </p:stCondLst>
                                  <p:childTnLst>
                                    <p:set>
                                      <p:cBhvr>
                                        <p:cTn id="10" dur="1" fill="hold">
                                          <p:stCondLst>
                                            <p:cond delay="0"/>
                                          </p:stCondLst>
                                        </p:cTn>
                                        <p:tgtEl>
                                          <p:spTgt spid="18">
                                            <p:txEl>
                                              <p:pRg st="0" end="0"/>
                                            </p:txEl>
                                          </p:spTgt>
                                        </p:tgtEl>
                                        <p:attrNameLst>
                                          <p:attrName>style.visibility</p:attrName>
                                        </p:attrNameLst>
                                      </p:cBhvr>
                                      <p:to>
                                        <p:strVal val="visible"/>
                                      </p:to>
                                    </p:set>
                                    <p:animEffect transition="in" filter="fade">
                                      <p:cBhvr>
                                        <p:cTn id="11" dur="500"/>
                                        <p:tgtEl>
                                          <p:spTgt spid="18">
                                            <p:txEl>
                                              <p:pRg st="0" end="0"/>
                                            </p:txEl>
                                          </p:spTgt>
                                        </p:tgtEl>
                                      </p:cBhvr>
                                    </p:animEffect>
                                    <p:anim calcmode="lin" valueType="num">
                                      <p:cBhvr>
                                        <p:cTn id="12" dur="500" fill="hold"/>
                                        <p:tgtEl>
                                          <p:spTgt spid="18">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18">
                                            <p:txEl>
                                              <p:pRg st="0" end="0"/>
                                            </p:txEl>
                                          </p:spTgt>
                                        </p:tgtEl>
                                        <p:attrNameLst>
                                          <p:attrName>ppt_y</p:attrName>
                                        </p:attrNameLst>
                                      </p:cBhvr>
                                      <p:tavLst>
                                        <p:tav tm="0">
                                          <p:val>
                                            <p:strVal val="#ppt_y+.1"/>
                                          </p:val>
                                        </p:tav>
                                        <p:tav tm="100000">
                                          <p:val>
                                            <p:strVal val="#ppt_y"/>
                                          </p:val>
                                        </p:tav>
                                      </p:tavLst>
                                    </p:anim>
                                  </p:childTnLst>
                                </p:cTn>
                              </p:par>
                            </p:childTnLst>
                          </p:cTn>
                        </p:par>
                        <p:par>
                          <p:cTn id="14" fill="hold">
                            <p:stCondLst>
                              <p:cond delay="1500"/>
                            </p:stCondLst>
                            <p:childTnLst>
                              <p:par>
                                <p:cTn id="15" presetID="42" presetClass="entr" presetSubtype="0" fill="hold" grpId="0" nodeType="afterEffect">
                                  <p:stCondLst>
                                    <p:cond delay="0"/>
                                  </p:stCondLst>
                                  <p:childTnLst>
                                    <p:set>
                                      <p:cBhvr>
                                        <p:cTn id="16" dur="1" fill="hold">
                                          <p:stCondLst>
                                            <p:cond delay="0"/>
                                          </p:stCondLst>
                                        </p:cTn>
                                        <p:tgtEl>
                                          <p:spTgt spid="43"/>
                                        </p:tgtEl>
                                        <p:attrNameLst>
                                          <p:attrName>style.visibility</p:attrName>
                                        </p:attrNameLst>
                                      </p:cBhvr>
                                      <p:to>
                                        <p:strVal val="visible"/>
                                      </p:to>
                                    </p:set>
                                    <p:animEffect transition="in" filter="fade">
                                      <p:cBhvr>
                                        <p:cTn id="17" dur="500"/>
                                        <p:tgtEl>
                                          <p:spTgt spid="43"/>
                                        </p:tgtEl>
                                      </p:cBhvr>
                                    </p:animEffect>
                                    <p:anim calcmode="lin" valueType="num">
                                      <p:cBhvr>
                                        <p:cTn id="18" dur="500" fill="hold"/>
                                        <p:tgtEl>
                                          <p:spTgt spid="43"/>
                                        </p:tgtEl>
                                        <p:attrNameLst>
                                          <p:attrName>ppt_x</p:attrName>
                                        </p:attrNameLst>
                                      </p:cBhvr>
                                      <p:tavLst>
                                        <p:tav tm="0">
                                          <p:val>
                                            <p:strVal val="#ppt_x"/>
                                          </p:val>
                                        </p:tav>
                                        <p:tav tm="100000">
                                          <p:val>
                                            <p:strVal val="#ppt_x"/>
                                          </p:val>
                                        </p:tav>
                                      </p:tavLst>
                                    </p:anim>
                                    <p:anim calcmode="lin" valueType="num">
                                      <p:cBhvr>
                                        <p:cTn id="19" dur="500" fill="hold"/>
                                        <p:tgtEl>
                                          <p:spTgt spid="43"/>
                                        </p:tgtEl>
                                        <p:attrNameLst>
                                          <p:attrName>ppt_y</p:attrName>
                                        </p:attrNameLst>
                                      </p:cBhvr>
                                      <p:tavLst>
                                        <p:tav tm="0">
                                          <p:val>
                                            <p:strVal val="#ppt_y+.1"/>
                                          </p:val>
                                        </p:tav>
                                        <p:tav tm="100000">
                                          <p:val>
                                            <p:strVal val="#ppt_y"/>
                                          </p:val>
                                        </p:tav>
                                      </p:tavLst>
                                    </p:anim>
                                  </p:childTnLst>
                                </p:cTn>
                              </p:par>
                            </p:childTnLst>
                          </p:cTn>
                        </p:par>
                        <p:par>
                          <p:cTn id="20" fill="hold">
                            <p:stCondLst>
                              <p:cond delay="2000"/>
                            </p:stCondLst>
                            <p:childTnLst>
                              <p:par>
                                <p:cTn id="21" presetID="42" presetClass="entr" presetSubtype="0" fill="hold" grpId="0" nodeType="afterEffect">
                                  <p:stCondLst>
                                    <p:cond delay="0"/>
                                  </p:stCondLst>
                                  <p:childTnLst>
                                    <p:set>
                                      <p:cBhvr>
                                        <p:cTn id="22" dur="1" fill="hold">
                                          <p:stCondLst>
                                            <p:cond delay="0"/>
                                          </p:stCondLst>
                                        </p:cTn>
                                        <p:tgtEl>
                                          <p:spTgt spid="19"/>
                                        </p:tgtEl>
                                        <p:attrNameLst>
                                          <p:attrName>style.visibility</p:attrName>
                                        </p:attrNameLst>
                                      </p:cBhvr>
                                      <p:to>
                                        <p:strVal val="visible"/>
                                      </p:to>
                                    </p:set>
                                    <p:animEffect transition="in" filter="fade">
                                      <p:cBhvr>
                                        <p:cTn id="23" dur="500"/>
                                        <p:tgtEl>
                                          <p:spTgt spid="19"/>
                                        </p:tgtEl>
                                      </p:cBhvr>
                                    </p:animEffect>
                                    <p:anim calcmode="lin" valueType="num">
                                      <p:cBhvr>
                                        <p:cTn id="24" dur="500" fill="hold"/>
                                        <p:tgtEl>
                                          <p:spTgt spid="19"/>
                                        </p:tgtEl>
                                        <p:attrNameLst>
                                          <p:attrName>ppt_x</p:attrName>
                                        </p:attrNameLst>
                                      </p:cBhvr>
                                      <p:tavLst>
                                        <p:tav tm="0">
                                          <p:val>
                                            <p:strVal val="#ppt_x"/>
                                          </p:val>
                                        </p:tav>
                                        <p:tav tm="100000">
                                          <p:val>
                                            <p:strVal val="#ppt_x"/>
                                          </p:val>
                                        </p:tav>
                                      </p:tavLst>
                                    </p:anim>
                                    <p:anim calcmode="lin" valueType="num">
                                      <p:cBhvr>
                                        <p:cTn id="25" dur="500" fill="hold"/>
                                        <p:tgtEl>
                                          <p:spTgt spid="19"/>
                                        </p:tgtEl>
                                        <p:attrNameLst>
                                          <p:attrName>ppt_y</p:attrName>
                                        </p:attrNameLst>
                                      </p:cBhvr>
                                      <p:tavLst>
                                        <p:tav tm="0">
                                          <p:val>
                                            <p:strVal val="#ppt_y+.1"/>
                                          </p:val>
                                        </p:tav>
                                        <p:tav tm="100000">
                                          <p:val>
                                            <p:strVal val="#ppt_y"/>
                                          </p:val>
                                        </p:tav>
                                      </p:tavLst>
                                    </p:anim>
                                  </p:childTnLst>
                                </p:cTn>
                              </p:par>
                            </p:childTnLst>
                          </p:cTn>
                        </p:par>
                        <p:par>
                          <p:cTn id="26" fill="hold">
                            <p:stCondLst>
                              <p:cond delay="2500"/>
                            </p:stCondLst>
                            <p:childTnLst>
                              <p:par>
                                <p:cTn id="27" presetID="42" presetClass="entr" presetSubtype="0" fill="hold" grpId="0" nodeType="afterEffect">
                                  <p:stCondLst>
                                    <p:cond delay="0"/>
                                  </p:stCondLst>
                                  <p:childTnLst>
                                    <p:set>
                                      <p:cBhvr>
                                        <p:cTn id="28" dur="1" fill="hold">
                                          <p:stCondLst>
                                            <p:cond delay="0"/>
                                          </p:stCondLst>
                                        </p:cTn>
                                        <p:tgtEl>
                                          <p:spTgt spid="20"/>
                                        </p:tgtEl>
                                        <p:attrNameLst>
                                          <p:attrName>style.visibility</p:attrName>
                                        </p:attrNameLst>
                                      </p:cBhvr>
                                      <p:to>
                                        <p:strVal val="visible"/>
                                      </p:to>
                                    </p:set>
                                    <p:animEffect transition="in" filter="fade">
                                      <p:cBhvr>
                                        <p:cTn id="29" dur="500"/>
                                        <p:tgtEl>
                                          <p:spTgt spid="20"/>
                                        </p:tgtEl>
                                      </p:cBhvr>
                                    </p:animEffect>
                                    <p:anim calcmode="lin" valueType="num">
                                      <p:cBhvr>
                                        <p:cTn id="30" dur="500" fill="hold"/>
                                        <p:tgtEl>
                                          <p:spTgt spid="20"/>
                                        </p:tgtEl>
                                        <p:attrNameLst>
                                          <p:attrName>ppt_x</p:attrName>
                                        </p:attrNameLst>
                                      </p:cBhvr>
                                      <p:tavLst>
                                        <p:tav tm="0">
                                          <p:val>
                                            <p:strVal val="#ppt_x"/>
                                          </p:val>
                                        </p:tav>
                                        <p:tav tm="100000">
                                          <p:val>
                                            <p:strVal val="#ppt_x"/>
                                          </p:val>
                                        </p:tav>
                                      </p:tavLst>
                                    </p:anim>
                                    <p:anim calcmode="lin" valueType="num">
                                      <p:cBhvr>
                                        <p:cTn id="31" dur="500" fill="hold"/>
                                        <p:tgtEl>
                                          <p:spTgt spid="20"/>
                                        </p:tgtEl>
                                        <p:attrNameLst>
                                          <p:attrName>ppt_y</p:attrName>
                                        </p:attrNameLst>
                                      </p:cBhvr>
                                      <p:tavLst>
                                        <p:tav tm="0">
                                          <p:val>
                                            <p:strVal val="#ppt_y+.1"/>
                                          </p:val>
                                        </p:tav>
                                        <p:tav tm="100000">
                                          <p:val>
                                            <p:strVal val="#ppt_y"/>
                                          </p:val>
                                        </p:tav>
                                      </p:tavLst>
                                    </p:anim>
                                  </p:childTnLst>
                                </p:cTn>
                              </p:par>
                            </p:childTnLst>
                          </p:cTn>
                        </p:par>
                        <p:par>
                          <p:cTn id="32" fill="hold">
                            <p:stCondLst>
                              <p:cond delay="3000"/>
                            </p:stCondLst>
                            <p:childTnLst>
                              <p:par>
                                <p:cTn id="33" presetID="42" presetClass="entr" presetSubtype="0" fill="hold" grpId="0" nodeType="afterEffect">
                                  <p:stCondLst>
                                    <p:cond delay="0"/>
                                  </p:stCondLst>
                                  <p:childTnLst>
                                    <p:set>
                                      <p:cBhvr>
                                        <p:cTn id="34" dur="1" fill="hold">
                                          <p:stCondLst>
                                            <p:cond delay="0"/>
                                          </p:stCondLst>
                                        </p:cTn>
                                        <p:tgtEl>
                                          <p:spTgt spid="24"/>
                                        </p:tgtEl>
                                        <p:attrNameLst>
                                          <p:attrName>style.visibility</p:attrName>
                                        </p:attrNameLst>
                                      </p:cBhvr>
                                      <p:to>
                                        <p:strVal val="visible"/>
                                      </p:to>
                                    </p:set>
                                    <p:animEffect transition="in" filter="fade">
                                      <p:cBhvr>
                                        <p:cTn id="35" dur="500"/>
                                        <p:tgtEl>
                                          <p:spTgt spid="24"/>
                                        </p:tgtEl>
                                      </p:cBhvr>
                                    </p:animEffect>
                                    <p:anim calcmode="lin" valueType="num">
                                      <p:cBhvr>
                                        <p:cTn id="36" dur="500" fill="hold"/>
                                        <p:tgtEl>
                                          <p:spTgt spid="24"/>
                                        </p:tgtEl>
                                        <p:attrNameLst>
                                          <p:attrName>ppt_x</p:attrName>
                                        </p:attrNameLst>
                                      </p:cBhvr>
                                      <p:tavLst>
                                        <p:tav tm="0">
                                          <p:val>
                                            <p:strVal val="#ppt_x"/>
                                          </p:val>
                                        </p:tav>
                                        <p:tav tm="100000">
                                          <p:val>
                                            <p:strVal val="#ppt_x"/>
                                          </p:val>
                                        </p:tav>
                                      </p:tavLst>
                                    </p:anim>
                                    <p:anim calcmode="lin" valueType="num">
                                      <p:cBhvr>
                                        <p:cTn id="37" dur="500" fill="hold"/>
                                        <p:tgtEl>
                                          <p:spTgt spid="24"/>
                                        </p:tgtEl>
                                        <p:attrNameLst>
                                          <p:attrName>ppt_y</p:attrName>
                                        </p:attrNameLst>
                                      </p:cBhvr>
                                      <p:tavLst>
                                        <p:tav tm="0">
                                          <p:val>
                                            <p:strVal val="#ppt_y+.1"/>
                                          </p:val>
                                        </p:tav>
                                        <p:tav tm="100000">
                                          <p:val>
                                            <p:strVal val="#ppt_y"/>
                                          </p:val>
                                        </p:tav>
                                      </p:tavLst>
                                    </p:anim>
                                  </p:childTnLst>
                                </p:cTn>
                              </p:par>
                            </p:childTnLst>
                          </p:cTn>
                        </p:par>
                        <p:par>
                          <p:cTn id="38" fill="hold">
                            <p:stCondLst>
                              <p:cond delay="3500"/>
                            </p:stCondLst>
                            <p:childTnLst>
                              <p:par>
                                <p:cTn id="39" presetID="42" presetClass="entr" presetSubtype="0" fill="hold" grpId="0" nodeType="afterEffect">
                                  <p:stCondLst>
                                    <p:cond delay="0"/>
                                  </p:stCondLst>
                                  <p:childTnLst>
                                    <p:set>
                                      <p:cBhvr>
                                        <p:cTn id="40" dur="1" fill="hold">
                                          <p:stCondLst>
                                            <p:cond delay="0"/>
                                          </p:stCondLst>
                                        </p:cTn>
                                        <p:tgtEl>
                                          <p:spTgt spid="25"/>
                                        </p:tgtEl>
                                        <p:attrNameLst>
                                          <p:attrName>style.visibility</p:attrName>
                                        </p:attrNameLst>
                                      </p:cBhvr>
                                      <p:to>
                                        <p:strVal val="visible"/>
                                      </p:to>
                                    </p:set>
                                    <p:animEffect transition="in" filter="fade">
                                      <p:cBhvr>
                                        <p:cTn id="41" dur="500"/>
                                        <p:tgtEl>
                                          <p:spTgt spid="25"/>
                                        </p:tgtEl>
                                      </p:cBhvr>
                                    </p:animEffect>
                                    <p:anim calcmode="lin" valueType="num">
                                      <p:cBhvr>
                                        <p:cTn id="42" dur="500" fill="hold"/>
                                        <p:tgtEl>
                                          <p:spTgt spid="25"/>
                                        </p:tgtEl>
                                        <p:attrNameLst>
                                          <p:attrName>ppt_x</p:attrName>
                                        </p:attrNameLst>
                                      </p:cBhvr>
                                      <p:tavLst>
                                        <p:tav tm="0">
                                          <p:val>
                                            <p:strVal val="#ppt_x"/>
                                          </p:val>
                                        </p:tav>
                                        <p:tav tm="100000">
                                          <p:val>
                                            <p:strVal val="#ppt_x"/>
                                          </p:val>
                                        </p:tav>
                                      </p:tavLst>
                                    </p:anim>
                                    <p:anim calcmode="lin" valueType="num">
                                      <p:cBhvr>
                                        <p:cTn id="43" dur="500" fill="hold"/>
                                        <p:tgtEl>
                                          <p:spTgt spid="25"/>
                                        </p:tgtEl>
                                        <p:attrNameLst>
                                          <p:attrName>ppt_y</p:attrName>
                                        </p:attrNameLst>
                                      </p:cBhvr>
                                      <p:tavLst>
                                        <p:tav tm="0">
                                          <p:val>
                                            <p:strVal val="#ppt_y+.1"/>
                                          </p:val>
                                        </p:tav>
                                        <p:tav tm="100000">
                                          <p:val>
                                            <p:strVal val="#ppt_y"/>
                                          </p:val>
                                        </p:tav>
                                      </p:tavLst>
                                    </p:anim>
                                  </p:childTnLst>
                                </p:cTn>
                              </p:par>
                            </p:childTnLst>
                          </p:cTn>
                        </p:par>
                        <p:par>
                          <p:cTn id="44" fill="hold">
                            <p:stCondLst>
                              <p:cond delay="4000"/>
                            </p:stCondLst>
                            <p:childTnLst>
                              <p:par>
                                <p:cTn id="45" presetID="42" presetClass="entr" presetSubtype="0" fill="hold" grpId="0" nodeType="afterEffect">
                                  <p:stCondLst>
                                    <p:cond delay="0"/>
                                  </p:stCondLst>
                                  <p:childTnLst>
                                    <p:set>
                                      <p:cBhvr>
                                        <p:cTn id="46" dur="1" fill="hold">
                                          <p:stCondLst>
                                            <p:cond delay="0"/>
                                          </p:stCondLst>
                                        </p:cTn>
                                        <p:tgtEl>
                                          <p:spTgt spid="26"/>
                                        </p:tgtEl>
                                        <p:attrNameLst>
                                          <p:attrName>style.visibility</p:attrName>
                                        </p:attrNameLst>
                                      </p:cBhvr>
                                      <p:to>
                                        <p:strVal val="visible"/>
                                      </p:to>
                                    </p:set>
                                    <p:animEffect transition="in" filter="fade">
                                      <p:cBhvr>
                                        <p:cTn id="47" dur="500"/>
                                        <p:tgtEl>
                                          <p:spTgt spid="26"/>
                                        </p:tgtEl>
                                      </p:cBhvr>
                                    </p:animEffect>
                                    <p:anim calcmode="lin" valueType="num">
                                      <p:cBhvr>
                                        <p:cTn id="48" dur="500" fill="hold"/>
                                        <p:tgtEl>
                                          <p:spTgt spid="26"/>
                                        </p:tgtEl>
                                        <p:attrNameLst>
                                          <p:attrName>ppt_x</p:attrName>
                                        </p:attrNameLst>
                                      </p:cBhvr>
                                      <p:tavLst>
                                        <p:tav tm="0">
                                          <p:val>
                                            <p:strVal val="#ppt_x"/>
                                          </p:val>
                                        </p:tav>
                                        <p:tav tm="100000">
                                          <p:val>
                                            <p:strVal val="#ppt_x"/>
                                          </p:val>
                                        </p:tav>
                                      </p:tavLst>
                                    </p:anim>
                                    <p:anim calcmode="lin" valueType="num">
                                      <p:cBhvr>
                                        <p:cTn id="49" dur="500" fill="hold"/>
                                        <p:tgtEl>
                                          <p:spTgt spid="26"/>
                                        </p:tgtEl>
                                        <p:attrNameLst>
                                          <p:attrName>ppt_y</p:attrName>
                                        </p:attrNameLst>
                                      </p:cBhvr>
                                      <p:tavLst>
                                        <p:tav tm="0">
                                          <p:val>
                                            <p:strVal val="#ppt_y+.1"/>
                                          </p:val>
                                        </p:tav>
                                        <p:tav tm="100000">
                                          <p:val>
                                            <p:strVal val="#ppt_y"/>
                                          </p:val>
                                        </p:tav>
                                      </p:tavLst>
                                    </p:anim>
                                  </p:childTnLst>
                                </p:cTn>
                              </p:par>
                            </p:childTnLst>
                          </p:cTn>
                        </p:par>
                        <p:par>
                          <p:cTn id="50" fill="hold">
                            <p:stCondLst>
                              <p:cond delay="4500"/>
                            </p:stCondLst>
                            <p:childTnLst>
                              <p:par>
                                <p:cTn id="51" presetID="53" presetClass="entr" presetSubtype="16" fill="hold" grpId="0" nodeType="afterEffect" nodePh="1">
                                  <p:stCondLst>
                                    <p:cond delay="0"/>
                                  </p:stCondLst>
                                  <p:endCondLst>
                                    <p:cond evt="begin" delay="0">
                                      <p:tn val="51"/>
                                    </p:cond>
                                  </p:endCondLst>
                                  <p:childTnLst>
                                    <p:set>
                                      <p:cBhvr>
                                        <p:cTn id="52" dur="1" fill="hold">
                                          <p:stCondLst>
                                            <p:cond delay="0"/>
                                          </p:stCondLst>
                                        </p:cTn>
                                        <p:tgtEl>
                                          <p:spTgt spid="27">
                                            <p:txEl>
                                              <p:pRg st="0" end="0"/>
                                            </p:txEl>
                                          </p:spTgt>
                                        </p:tgtEl>
                                        <p:attrNameLst>
                                          <p:attrName>style.visibility</p:attrName>
                                        </p:attrNameLst>
                                      </p:cBhvr>
                                      <p:to>
                                        <p:strVal val="visible"/>
                                      </p:to>
                                    </p:set>
                                    <p:anim calcmode="lin" valueType="num">
                                      <p:cBhvr>
                                        <p:cTn id="53" dur="500" fill="hold"/>
                                        <p:tgtEl>
                                          <p:spTgt spid="27">
                                            <p:txEl>
                                              <p:pRg st="0" end="0"/>
                                            </p:txEl>
                                          </p:spTgt>
                                        </p:tgtEl>
                                        <p:attrNameLst>
                                          <p:attrName>ppt_w</p:attrName>
                                        </p:attrNameLst>
                                      </p:cBhvr>
                                      <p:tavLst>
                                        <p:tav tm="0">
                                          <p:val>
                                            <p:fltVal val="0"/>
                                          </p:val>
                                        </p:tav>
                                        <p:tav tm="100000">
                                          <p:val>
                                            <p:strVal val="#ppt_w"/>
                                          </p:val>
                                        </p:tav>
                                      </p:tavLst>
                                    </p:anim>
                                    <p:anim calcmode="lin" valueType="num">
                                      <p:cBhvr>
                                        <p:cTn id="54" dur="500" fill="hold"/>
                                        <p:tgtEl>
                                          <p:spTgt spid="27">
                                            <p:txEl>
                                              <p:pRg st="0" end="0"/>
                                            </p:txEl>
                                          </p:spTgt>
                                        </p:tgtEl>
                                        <p:attrNameLst>
                                          <p:attrName>ppt_h</p:attrName>
                                        </p:attrNameLst>
                                      </p:cBhvr>
                                      <p:tavLst>
                                        <p:tav tm="0">
                                          <p:val>
                                            <p:fltVal val="0"/>
                                          </p:val>
                                        </p:tav>
                                        <p:tav tm="100000">
                                          <p:val>
                                            <p:strVal val="#ppt_h"/>
                                          </p:val>
                                        </p:tav>
                                      </p:tavLst>
                                    </p:anim>
                                    <p:animEffect transition="in" filter="fade">
                                      <p:cBhvr>
                                        <p:cTn id="55" dur="500"/>
                                        <p:tgtEl>
                                          <p:spTgt spid="27">
                                            <p:txEl>
                                              <p:pRg st="0" end="0"/>
                                            </p:txEl>
                                          </p:spTgt>
                                        </p:tgtEl>
                                      </p:cBhvr>
                                    </p:animEffect>
                                  </p:childTnLst>
                                </p:cTn>
                              </p:par>
                            </p:childTnLst>
                          </p:cTn>
                        </p:par>
                        <p:par>
                          <p:cTn id="56" fill="hold">
                            <p:stCondLst>
                              <p:cond delay="5000"/>
                            </p:stCondLst>
                            <p:childTnLst>
                              <p:par>
                                <p:cTn id="57" presetID="53" presetClass="entr" presetSubtype="16" fill="hold" grpId="0" nodeType="afterEffect" nodePh="1">
                                  <p:stCondLst>
                                    <p:cond delay="0"/>
                                  </p:stCondLst>
                                  <p:endCondLst>
                                    <p:cond evt="begin" delay="0">
                                      <p:tn val="57"/>
                                    </p:cond>
                                  </p:endCondLst>
                                  <p:childTnLst>
                                    <p:set>
                                      <p:cBhvr>
                                        <p:cTn id="58" dur="1" fill="hold">
                                          <p:stCondLst>
                                            <p:cond delay="0"/>
                                          </p:stCondLst>
                                        </p:cTn>
                                        <p:tgtEl>
                                          <p:spTgt spid="28">
                                            <p:txEl>
                                              <p:pRg st="0" end="0"/>
                                            </p:txEl>
                                          </p:spTgt>
                                        </p:tgtEl>
                                        <p:attrNameLst>
                                          <p:attrName>style.visibility</p:attrName>
                                        </p:attrNameLst>
                                      </p:cBhvr>
                                      <p:to>
                                        <p:strVal val="visible"/>
                                      </p:to>
                                    </p:set>
                                    <p:anim calcmode="lin" valueType="num">
                                      <p:cBhvr>
                                        <p:cTn id="59" dur="500" fill="hold"/>
                                        <p:tgtEl>
                                          <p:spTgt spid="28">
                                            <p:txEl>
                                              <p:pRg st="0" end="0"/>
                                            </p:txEl>
                                          </p:spTgt>
                                        </p:tgtEl>
                                        <p:attrNameLst>
                                          <p:attrName>ppt_w</p:attrName>
                                        </p:attrNameLst>
                                      </p:cBhvr>
                                      <p:tavLst>
                                        <p:tav tm="0">
                                          <p:val>
                                            <p:fltVal val="0"/>
                                          </p:val>
                                        </p:tav>
                                        <p:tav tm="100000">
                                          <p:val>
                                            <p:strVal val="#ppt_w"/>
                                          </p:val>
                                        </p:tav>
                                      </p:tavLst>
                                    </p:anim>
                                    <p:anim calcmode="lin" valueType="num">
                                      <p:cBhvr>
                                        <p:cTn id="60" dur="500" fill="hold"/>
                                        <p:tgtEl>
                                          <p:spTgt spid="28">
                                            <p:txEl>
                                              <p:pRg st="0" end="0"/>
                                            </p:txEl>
                                          </p:spTgt>
                                        </p:tgtEl>
                                        <p:attrNameLst>
                                          <p:attrName>ppt_h</p:attrName>
                                        </p:attrNameLst>
                                      </p:cBhvr>
                                      <p:tavLst>
                                        <p:tav tm="0">
                                          <p:val>
                                            <p:fltVal val="0"/>
                                          </p:val>
                                        </p:tav>
                                        <p:tav tm="100000">
                                          <p:val>
                                            <p:strVal val="#ppt_h"/>
                                          </p:val>
                                        </p:tav>
                                      </p:tavLst>
                                    </p:anim>
                                    <p:animEffect transition="in" filter="fade">
                                      <p:cBhvr>
                                        <p:cTn id="61" dur="500"/>
                                        <p:tgtEl>
                                          <p:spTgt spid="28">
                                            <p:txEl>
                                              <p:pRg st="0" end="0"/>
                                            </p:txEl>
                                          </p:spTgt>
                                        </p:tgtEl>
                                      </p:cBhvr>
                                    </p:animEffect>
                                  </p:childTnLst>
                                </p:cTn>
                              </p:par>
                            </p:childTnLst>
                          </p:cTn>
                        </p:par>
                        <p:par>
                          <p:cTn id="62" fill="hold">
                            <p:stCondLst>
                              <p:cond delay="5500"/>
                            </p:stCondLst>
                            <p:childTnLst>
                              <p:par>
                                <p:cTn id="63" presetID="53" presetClass="entr" presetSubtype="16" fill="hold" grpId="0" nodeType="afterEffect" nodePh="1">
                                  <p:stCondLst>
                                    <p:cond delay="0"/>
                                  </p:stCondLst>
                                  <p:endCondLst>
                                    <p:cond evt="begin" delay="0">
                                      <p:tn val="63"/>
                                    </p:cond>
                                  </p:endCondLst>
                                  <p:childTnLst>
                                    <p:set>
                                      <p:cBhvr>
                                        <p:cTn id="64" dur="1" fill="hold">
                                          <p:stCondLst>
                                            <p:cond delay="0"/>
                                          </p:stCondLst>
                                        </p:cTn>
                                        <p:tgtEl>
                                          <p:spTgt spid="29">
                                            <p:txEl>
                                              <p:pRg st="0" end="0"/>
                                            </p:txEl>
                                          </p:spTgt>
                                        </p:tgtEl>
                                        <p:attrNameLst>
                                          <p:attrName>style.visibility</p:attrName>
                                        </p:attrNameLst>
                                      </p:cBhvr>
                                      <p:to>
                                        <p:strVal val="visible"/>
                                      </p:to>
                                    </p:set>
                                    <p:anim calcmode="lin" valueType="num">
                                      <p:cBhvr>
                                        <p:cTn id="65" dur="500" fill="hold"/>
                                        <p:tgtEl>
                                          <p:spTgt spid="29">
                                            <p:txEl>
                                              <p:pRg st="0" end="0"/>
                                            </p:txEl>
                                          </p:spTgt>
                                        </p:tgtEl>
                                        <p:attrNameLst>
                                          <p:attrName>ppt_w</p:attrName>
                                        </p:attrNameLst>
                                      </p:cBhvr>
                                      <p:tavLst>
                                        <p:tav tm="0">
                                          <p:val>
                                            <p:fltVal val="0"/>
                                          </p:val>
                                        </p:tav>
                                        <p:tav tm="100000">
                                          <p:val>
                                            <p:strVal val="#ppt_w"/>
                                          </p:val>
                                        </p:tav>
                                      </p:tavLst>
                                    </p:anim>
                                    <p:anim calcmode="lin" valueType="num">
                                      <p:cBhvr>
                                        <p:cTn id="66" dur="500" fill="hold"/>
                                        <p:tgtEl>
                                          <p:spTgt spid="29">
                                            <p:txEl>
                                              <p:pRg st="0" end="0"/>
                                            </p:txEl>
                                          </p:spTgt>
                                        </p:tgtEl>
                                        <p:attrNameLst>
                                          <p:attrName>ppt_h</p:attrName>
                                        </p:attrNameLst>
                                      </p:cBhvr>
                                      <p:tavLst>
                                        <p:tav tm="0">
                                          <p:val>
                                            <p:fltVal val="0"/>
                                          </p:val>
                                        </p:tav>
                                        <p:tav tm="100000">
                                          <p:val>
                                            <p:strVal val="#ppt_h"/>
                                          </p:val>
                                        </p:tav>
                                      </p:tavLst>
                                    </p:anim>
                                    <p:animEffect transition="in" filter="fade">
                                      <p:cBhvr>
                                        <p:cTn id="67" dur="500"/>
                                        <p:tgtEl>
                                          <p:spTgt spid="29">
                                            <p:txEl>
                                              <p:pRg st="0" end="0"/>
                                            </p:txEl>
                                          </p:spTgt>
                                        </p:tgtEl>
                                      </p:cBhvr>
                                    </p:animEffect>
                                  </p:childTnLst>
                                </p:cTn>
                              </p:par>
                            </p:childTnLst>
                          </p:cTn>
                        </p:par>
                        <p:par>
                          <p:cTn id="68" fill="hold">
                            <p:stCondLst>
                              <p:cond delay="6000"/>
                            </p:stCondLst>
                            <p:childTnLst>
                              <p:par>
                                <p:cTn id="69" presetID="10" presetClass="entr" presetSubtype="0" fill="hold" grpId="0" nodeType="afterEffect">
                                  <p:stCondLst>
                                    <p:cond delay="0"/>
                                  </p:stCondLst>
                                  <p:childTnLst>
                                    <p:set>
                                      <p:cBhvr>
                                        <p:cTn id="70" dur="1" fill="hold">
                                          <p:stCondLst>
                                            <p:cond delay="0"/>
                                          </p:stCondLst>
                                        </p:cTn>
                                        <p:tgtEl>
                                          <p:spTgt spid="6"/>
                                        </p:tgtEl>
                                        <p:attrNameLst>
                                          <p:attrName>style.visibility</p:attrName>
                                        </p:attrNameLst>
                                      </p:cBhvr>
                                      <p:to>
                                        <p:strVal val="visible"/>
                                      </p:to>
                                    </p:set>
                                    <p:animEffect transition="in" filter="fade">
                                      <p:cBhvr>
                                        <p:cTn id="71" dur="500"/>
                                        <p:tgtEl>
                                          <p:spTgt spid="6"/>
                                        </p:tgtEl>
                                      </p:cBhvr>
                                    </p:animEffect>
                                  </p:childTnLst>
                                </p:cTn>
                              </p:par>
                            </p:childTnLst>
                          </p:cTn>
                        </p:par>
                        <p:par>
                          <p:cTn id="72" fill="hold">
                            <p:stCondLst>
                              <p:cond delay="6500"/>
                            </p:stCondLst>
                            <p:childTnLst>
                              <p:par>
                                <p:cTn id="73" presetID="53" presetClass="entr" presetSubtype="16" fill="hold" grpId="0" nodeType="afterEffect" nodePh="1">
                                  <p:stCondLst>
                                    <p:cond delay="0"/>
                                  </p:stCondLst>
                                  <p:endCondLst>
                                    <p:cond evt="begin" delay="0">
                                      <p:tn val="73"/>
                                    </p:cond>
                                  </p:endCondLst>
                                  <p:childTnLst>
                                    <p:set>
                                      <p:cBhvr>
                                        <p:cTn id="74" dur="1" fill="hold">
                                          <p:stCondLst>
                                            <p:cond delay="0"/>
                                          </p:stCondLst>
                                        </p:cTn>
                                        <p:tgtEl>
                                          <p:spTgt spid="33">
                                            <p:txEl>
                                              <p:pRg st="0" end="0"/>
                                            </p:txEl>
                                          </p:spTgt>
                                        </p:tgtEl>
                                        <p:attrNameLst>
                                          <p:attrName>style.visibility</p:attrName>
                                        </p:attrNameLst>
                                      </p:cBhvr>
                                      <p:to>
                                        <p:strVal val="visible"/>
                                      </p:to>
                                    </p:set>
                                    <p:anim calcmode="lin" valueType="num">
                                      <p:cBhvr>
                                        <p:cTn id="75" dur="500" fill="hold"/>
                                        <p:tgtEl>
                                          <p:spTgt spid="33">
                                            <p:txEl>
                                              <p:pRg st="0" end="0"/>
                                            </p:txEl>
                                          </p:spTgt>
                                        </p:tgtEl>
                                        <p:attrNameLst>
                                          <p:attrName>ppt_w</p:attrName>
                                        </p:attrNameLst>
                                      </p:cBhvr>
                                      <p:tavLst>
                                        <p:tav tm="0">
                                          <p:val>
                                            <p:fltVal val="0"/>
                                          </p:val>
                                        </p:tav>
                                        <p:tav tm="100000">
                                          <p:val>
                                            <p:strVal val="#ppt_w"/>
                                          </p:val>
                                        </p:tav>
                                      </p:tavLst>
                                    </p:anim>
                                    <p:anim calcmode="lin" valueType="num">
                                      <p:cBhvr>
                                        <p:cTn id="76" dur="500" fill="hold"/>
                                        <p:tgtEl>
                                          <p:spTgt spid="33">
                                            <p:txEl>
                                              <p:pRg st="0" end="0"/>
                                            </p:txEl>
                                          </p:spTgt>
                                        </p:tgtEl>
                                        <p:attrNameLst>
                                          <p:attrName>ppt_h</p:attrName>
                                        </p:attrNameLst>
                                      </p:cBhvr>
                                      <p:tavLst>
                                        <p:tav tm="0">
                                          <p:val>
                                            <p:fltVal val="0"/>
                                          </p:val>
                                        </p:tav>
                                        <p:tav tm="100000">
                                          <p:val>
                                            <p:strVal val="#ppt_h"/>
                                          </p:val>
                                        </p:tav>
                                      </p:tavLst>
                                    </p:anim>
                                    <p:animEffect transition="in" filter="fade">
                                      <p:cBhvr>
                                        <p:cTn id="77" dur="500"/>
                                        <p:tgtEl>
                                          <p:spTgt spid="33">
                                            <p:txEl>
                                              <p:pRg st="0" end="0"/>
                                            </p:txEl>
                                          </p:spTgt>
                                        </p:tgtEl>
                                      </p:cBhvr>
                                    </p:animEffect>
                                  </p:childTnLst>
                                </p:cTn>
                              </p:par>
                            </p:childTnLst>
                          </p:cTn>
                        </p:par>
                        <p:par>
                          <p:cTn id="78" fill="hold">
                            <p:stCondLst>
                              <p:cond delay="7000"/>
                            </p:stCondLst>
                            <p:childTnLst>
                              <p:par>
                                <p:cTn id="79" presetID="10" presetClass="entr" presetSubtype="0" fill="hold" grpId="0" nodeType="afterEffect">
                                  <p:stCondLst>
                                    <p:cond delay="0"/>
                                  </p:stCondLst>
                                  <p:childTnLst>
                                    <p:set>
                                      <p:cBhvr>
                                        <p:cTn id="80" dur="1" fill="hold">
                                          <p:stCondLst>
                                            <p:cond delay="0"/>
                                          </p:stCondLst>
                                        </p:cTn>
                                        <p:tgtEl>
                                          <p:spTgt spid="30"/>
                                        </p:tgtEl>
                                        <p:attrNameLst>
                                          <p:attrName>style.visibility</p:attrName>
                                        </p:attrNameLst>
                                      </p:cBhvr>
                                      <p:to>
                                        <p:strVal val="visible"/>
                                      </p:to>
                                    </p:set>
                                    <p:animEffect transition="in" filter="fade">
                                      <p:cBhvr>
                                        <p:cTn id="81" dur="500"/>
                                        <p:tgtEl>
                                          <p:spTgt spid="30"/>
                                        </p:tgtEl>
                                      </p:cBhvr>
                                    </p:animEffect>
                                  </p:childTnLst>
                                </p:cTn>
                              </p:par>
                            </p:childTnLst>
                          </p:cTn>
                        </p:par>
                        <p:par>
                          <p:cTn id="82" fill="hold">
                            <p:stCondLst>
                              <p:cond delay="7500"/>
                            </p:stCondLst>
                            <p:childTnLst>
                              <p:par>
                                <p:cTn id="83" presetID="53" presetClass="entr" presetSubtype="16" fill="hold" grpId="0" nodeType="afterEffect" nodePh="1">
                                  <p:stCondLst>
                                    <p:cond delay="0"/>
                                  </p:stCondLst>
                                  <p:endCondLst>
                                    <p:cond evt="begin" delay="0">
                                      <p:tn val="83"/>
                                    </p:cond>
                                  </p:endCondLst>
                                  <p:childTnLst>
                                    <p:set>
                                      <p:cBhvr>
                                        <p:cTn id="84" dur="1" fill="hold">
                                          <p:stCondLst>
                                            <p:cond delay="0"/>
                                          </p:stCondLst>
                                        </p:cTn>
                                        <p:tgtEl>
                                          <p:spTgt spid="34">
                                            <p:txEl>
                                              <p:pRg st="0" end="0"/>
                                            </p:txEl>
                                          </p:spTgt>
                                        </p:tgtEl>
                                        <p:attrNameLst>
                                          <p:attrName>style.visibility</p:attrName>
                                        </p:attrNameLst>
                                      </p:cBhvr>
                                      <p:to>
                                        <p:strVal val="visible"/>
                                      </p:to>
                                    </p:set>
                                    <p:anim calcmode="lin" valueType="num">
                                      <p:cBhvr>
                                        <p:cTn id="85" dur="500" fill="hold"/>
                                        <p:tgtEl>
                                          <p:spTgt spid="34">
                                            <p:txEl>
                                              <p:pRg st="0" end="0"/>
                                            </p:txEl>
                                          </p:spTgt>
                                        </p:tgtEl>
                                        <p:attrNameLst>
                                          <p:attrName>ppt_w</p:attrName>
                                        </p:attrNameLst>
                                      </p:cBhvr>
                                      <p:tavLst>
                                        <p:tav tm="0">
                                          <p:val>
                                            <p:fltVal val="0"/>
                                          </p:val>
                                        </p:tav>
                                        <p:tav tm="100000">
                                          <p:val>
                                            <p:strVal val="#ppt_w"/>
                                          </p:val>
                                        </p:tav>
                                      </p:tavLst>
                                    </p:anim>
                                    <p:anim calcmode="lin" valueType="num">
                                      <p:cBhvr>
                                        <p:cTn id="86" dur="500" fill="hold"/>
                                        <p:tgtEl>
                                          <p:spTgt spid="34">
                                            <p:txEl>
                                              <p:pRg st="0" end="0"/>
                                            </p:txEl>
                                          </p:spTgt>
                                        </p:tgtEl>
                                        <p:attrNameLst>
                                          <p:attrName>ppt_h</p:attrName>
                                        </p:attrNameLst>
                                      </p:cBhvr>
                                      <p:tavLst>
                                        <p:tav tm="0">
                                          <p:val>
                                            <p:fltVal val="0"/>
                                          </p:val>
                                        </p:tav>
                                        <p:tav tm="100000">
                                          <p:val>
                                            <p:strVal val="#ppt_h"/>
                                          </p:val>
                                        </p:tav>
                                      </p:tavLst>
                                    </p:anim>
                                    <p:animEffect transition="in" filter="fade">
                                      <p:cBhvr>
                                        <p:cTn id="87" dur="500"/>
                                        <p:tgtEl>
                                          <p:spTgt spid="34">
                                            <p:txEl>
                                              <p:pRg st="0" end="0"/>
                                            </p:txEl>
                                          </p:spTgt>
                                        </p:tgtEl>
                                      </p:cBhvr>
                                    </p:animEffect>
                                  </p:childTnLst>
                                </p:cTn>
                              </p:par>
                            </p:childTnLst>
                          </p:cTn>
                        </p:par>
                        <p:par>
                          <p:cTn id="88" fill="hold">
                            <p:stCondLst>
                              <p:cond delay="8000"/>
                            </p:stCondLst>
                            <p:childTnLst>
                              <p:par>
                                <p:cTn id="89" presetID="10" presetClass="entr" presetSubtype="0" fill="hold" grpId="0" nodeType="afterEffect">
                                  <p:stCondLst>
                                    <p:cond delay="0"/>
                                  </p:stCondLst>
                                  <p:childTnLst>
                                    <p:set>
                                      <p:cBhvr>
                                        <p:cTn id="90" dur="1" fill="hold">
                                          <p:stCondLst>
                                            <p:cond delay="0"/>
                                          </p:stCondLst>
                                        </p:cTn>
                                        <p:tgtEl>
                                          <p:spTgt spid="31"/>
                                        </p:tgtEl>
                                        <p:attrNameLst>
                                          <p:attrName>style.visibility</p:attrName>
                                        </p:attrNameLst>
                                      </p:cBhvr>
                                      <p:to>
                                        <p:strVal val="visible"/>
                                      </p:to>
                                    </p:set>
                                    <p:animEffect transition="in" filter="fade">
                                      <p:cBhvr>
                                        <p:cTn id="91" dur="500"/>
                                        <p:tgtEl>
                                          <p:spTgt spid="31"/>
                                        </p:tgtEl>
                                      </p:cBhvr>
                                    </p:animEffect>
                                  </p:childTnLst>
                                </p:cTn>
                              </p:par>
                            </p:childTnLst>
                          </p:cTn>
                        </p:par>
                        <p:par>
                          <p:cTn id="92" fill="hold">
                            <p:stCondLst>
                              <p:cond delay="8500"/>
                            </p:stCondLst>
                            <p:childTnLst>
                              <p:par>
                                <p:cTn id="93" presetID="53" presetClass="entr" presetSubtype="16" fill="hold" grpId="0" nodeType="afterEffect" nodePh="1">
                                  <p:stCondLst>
                                    <p:cond delay="0"/>
                                  </p:stCondLst>
                                  <p:endCondLst>
                                    <p:cond evt="begin" delay="0">
                                      <p:tn val="93"/>
                                    </p:cond>
                                  </p:endCondLst>
                                  <p:childTnLst>
                                    <p:set>
                                      <p:cBhvr>
                                        <p:cTn id="94" dur="1" fill="hold">
                                          <p:stCondLst>
                                            <p:cond delay="0"/>
                                          </p:stCondLst>
                                        </p:cTn>
                                        <p:tgtEl>
                                          <p:spTgt spid="35">
                                            <p:txEl>
                                              <p:pRg st="0" end="0"/>
                                            </p:txEl>
                                          </p:spTgt>
                                        </p:tgtEl>
                                        <p:attrNameLst>
                                          <p:attrName>style.visibility</p:attrName>
                                        </p:attrNameLst>
                                      </p:cBhvr>
                                      <p:to>
                                        <p:strVal val="visible"/>
                                      </p:to>
                                    </p:set>
                                    <p:anim calcmode="lin" valueType="num">
                                      <p:cBhvr>
                                        <p:cTn id="95" dur="500" fill="hold"/>
                                        <p:tgtEl>
                                          <p:spTgt spid="35">
                                            <p:txEl>
                                              <p:pRg st="0" end="0"/>
                                            </p:txEl>
                                          </p:spTgt>
                                        </p:tgtEl>
                                        <p:attrNameLst>
                                          <p:attrName>ppt_w</p:attrName>
                                        </p:attrNameLst>
                                      </p:cBhvr>
                                      <p:tavLst>
                                        <p:tav tm="0">
                                          <p:val>
                                            <p:fltVal val="0"/>
                                          </p:val>
                                        </p:tav>
                                        <p:tav tm="100000">
                                          <p:val>
                                            <p:strVal val="#ppt_w"/>
                                          </p:val>
                                        </p:tav>
                                      </p:tavLst>
                                    </p:anim>
                                    <p:anim calcmode="lin" valueType="num">
                                      <p:cBhvr>
                                        <p:cTn id="96" dur="500" fill="hold"/>
                                        <p:tgtEl>
                                          <p:spTgt spid="35">
                                            <p:txEl>
                                              <p:pRg st="0" end="0"/>
                                            </p:txEl>
                                          </p:spTgt>
                                        </p:tgtEl>
                                        <p:attrNameLst>
                                          <p:attrName>ppt_h</p:attrName>
                                        </p:attrNameLst>
                                      </p:cBhvr>
                                      <p:tavLst>
                                        <p:tav tm="0">
                                          <p:val>
                                            <p:fltVal val="0"/>
                                          </p:val>
                                        </p:tav>
                                        <p:tav tm="100000">
                                          <p:val>
                                            <p:strVal val="#ppt_h"/>
                                          </p:val>
                                        </p:tav>
                                      </p:tavLst>
                                    </p:anim>
                                    <p:animEffect transition="in" filter="fade">
                                      <p:cBhvr>
                                        <p:cTn id="97" dur="500"/>
                                        <p:tgtEl>
                                          <p:spTgt spid="35">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30" grpId="0" animBg="1"/>
      <p:bldP spid="6" grpId="0" animBg="1"/>
      <p:bldP spid="43" grpId="0" animBg="1"/>
      <p:bldP spid="15" grpId="0"/>
      <p:bldP spid="18" grpId="0" build="p">
        <p:tmplLst>
          <p:tmpl lvl="1">
            <p:tnLst>
              <p:par>
                <p:cTn presetID="42" presetClass="entr" presetSubtype="0" fill="hold" nodeType="afterEffect">
                  <p:stCondLst>
                    <p:cond delay="0"/>
                  </p:stCondLst>
                  <p:childTnLst>
                    <p:set>
                      <p:cBhvr>
                        <p:cTn dur="1" fill="hold">
                          <p:stCondLst>
                            <p:cond delay="0"/>
                          </p:stCondLst>
                        </p:cTn>
                        <p:tgtEl>
                          <p:spTgt spid="18"/>
                        </p:tgtEl>
                        <p:attrNameLst>
                          <p:attrName>style.visibility</p:attrName>
                        </p:attrNameLst>
                      </p:cBhvr>
                      <p:to>
                        <p:strVal val="visible"/>
                      </p:to>
                    </p:set>
                    <p:animEffect transition="in" filter="fade">
                      <p:cBhvr>
                        <p:cTn dur="500"/>
                        <p:tgtEl>
                          <p:spTgt spid="18"/>
                        </p:tgtEl>
                      </p:cBhvr>
                    </p:animEffect>
                    <p:anim calcmode="lin" valueType="num">
                      <p:cBhvr>
                        <p:cTn dur="500" fill="hold"/>
                        <p:tgtEl>
                          <p:spTgt spid="18"/>
                        </p:tgtEl>
                        <p:attrNameLst>
                          <p:attrName>ppt_x</p:attrName>
                        </p:attrNameLst>
                      </p:cBhvr>
                      <p:tavLst>
                        <p:tav tm="0">
                          <p:val>
                            <p:strVal val="#ppt_x"/>
                          </p:val>
                        </p:tav>
                        <p:tav tm="100000">
                          <p:val>
                            <p:strVal val="#ppt_x"/>
                          </p:val>
                        </p:tav>
                      </p:tavLst>
                    </p:anim>
                    <p:anim calcmode="lin" valueType="num">
                      <p:cBhvr>
                        <p:cTn dur="500" fill="hold"/>
                        <p:tgtEl>
                          <p:spTgt spid="18"/>
                        </p:tgtEl>
                        <p:attrNameLst>
                          <p:attrName>ppt_y</p:attrName>
                        </p:attrNameLst>
                      </p:cBhvr>
                      <p:tavLst>
                        <p:tav tm="0">
                          <p:val>
                            <p:strVal val="#ppt_y+.1"/>
                          </p:val>
                        </p:tav>
                        <p:tav tm="100000">
                          <p:val>
                            <p:strVal val="#ppt_y"/>
                          </p:val>
                        </p:tav>
                      </p:tavLst>
                    </p:anim>
                  </p:childTnLst>
                </p:cTn>
              </p:par>
            </p:tnLst>
          </p:tmpl>
        </p:tmplLst>
      </p:bldP>
      <p:bldP spid="19" grpId="0" animBg="1"/>
      <p:bldP spid="20" grpId="0" animBg="1"/>
      <p:bldP spid="24" grpId="0" animBg="1"/>
      <p:bldP spid="25" grpId="0" animBg="1"/>
      <p:bldP spid="26" grpId="0" animBg="1"/>
      <p:bldP spid="27"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7"/>
                        </p:tgtEl>
                        <p:attrNameLst>
                          <p:attrName>style.visibility</p:attrName>
                        </p:attrNameLst>
                      </p:cBhvr>
                      <p:to>
                        <p:strVal val="visible"/>
                      </p:to>
                    </p:set>
                    <p:anim calcmode="lin" valueType="num">
                      <p:cBhvr>
                        <p:cTn dur="500" fill="hold"/>
                        <p:tgtEl>
                          <p:spTgt spid="27"/>
                        </p:tgtEl>
                        <p:attrNameLst>
                          <p:attrName>ppt_w</p:attrName>
                        </p:attrNameLst>
                      </p:cBhvr>
                      <p:tavLst>
                        <p:tav tm="0">
                          <p:val>
                            <p:fltVal val="0"/>
                          </p:val>
                        </p:tav>
                        <p:tav tm="100000">
                          <p:val>
                            <p:strVal val="#ppt_w"/>
                          </p:val>
                        </p:tav>
                      </p:tavLst>
                    </p:anim>
                    <p:anim calcmode="lin" valueType="num">
                      <p:cBhvr>
                        <p:cTn dur="500" fill="hold"/>
                        <p:tgtEl>
                          <p:spTgt spid="27"/>
                        </p:tgtEl>
                        <p:attrNameLst>
                          <p:attrName>ppt_h</p:attrName>
                        </p:attrNameLst>
                      </p:cBhvr>
                      <p:tavLst>
                        <p:tav tm="0">
                          <p:val>
                            <p:fltVal val="0"/>
                          </p:val>
                        </p:tav>
                        <p:tav tm="100000">
                          <p:val>
                            <p:strVal val="#ppt_h"/>
                          </p:val>
                        </p:tav>
                      </p:tavLst>
                    </p:anim>
                    <p:animEffect transition="in" filter="fade">
                      <p:cBhvr>
                        <p:cTn dur="500"/>
                        <p:tgtEl>
                          <p:spTgt spid="27"/>
                        </p:tgtEl>
                      </p:cBhvr>
                    </p:animEffect>
                  </p:childTnLst>
                </p:cTn>
              </p:par>
            </p:tnLst>
          </p:tmpl>
        </p:tmplLst>
      </p:bldP>
      <p:bldP spid="28"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8"/>
                        </p:tgtEl>
                        <p:attrNameLst>
                          <p:attrName>style.visibility</p:attrName>
                        </p:attrNameLst>
                      </p:cBhvr>
                      <p:to>
                        <p:strVal val="visible"/>
                      </p:to>
                    </p:set>
                    <p:anim calcmode="lin" valueType="num">
                      <p:cBhvr>
                        <p:cTn dur="500" fill="hold"/>
                        <p:tgtEl>
                          <p:spTgt spid="28"/>
                        </p:tgtEl>
                        <p:attrNameLst>
                          <p:attrName>ppt_w</p:attrName>
                        </p:attrNameLst>
                      </p:cBhvr>
                      <p:tavLst>
                        <p:tav tm="0">
                          <p:val>
                            <p:fltVal val="0"/>
                          </p:val>
                        </p:tav>
                        <p:tav tm="100000">
                          <p:val>
                            <p:strVal val="#ppt_w"/>
                          </p:val>
                        </p:tav>
                      </p:tavLst>
                    </p:anim>
                    <p:anim calcmode="lin" valueType="num">
                      <p:cBhvr>
                        <p:cTn dur="500" fill="hold"/>
                        <p:tgtEl>
                          <p:spTgt spid="28"/>
                        </p:tgtEl>
                        <p:attrNameLst>
                          <p:attrName>ppt_h</p:attrName>
                        </p:attrNameLst>
                      </p:cBhvr>
                      <p:tavLst>
                        <p:tav tm="0">
                          <p:val>
                            <p:fltVal val="0"/>
                          </p:val>
                        </p:tav>
                        <p:tav tm="100000">
                          <p:val>
                            <p:strVal val="#ppt_h"/>
                          </p:val>
                        </p:tav>
                      </p:tavLst>
                    </p:anim>
                    <p:animEffect transition="in" filter="fade">
                      <p:cBhvr>
                        <p:cTn dur="500"/>
                        <p:tgtEl>
                          <p:spTgt spid="28"/>
                        </p:tgtEl>
                      </p:cBhvr>
                    </p:animEffect>
                  </p:childTnLst>
                </p:cTn>
              </p:par>
            </p:tnLst>
          </p:tmpl>
        </p:tmplLst>
      </p:bldP>
      <p:bldP spid="29"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9"/>
                        </p:tgtEl>
                        <p:attrNameLst>
                          <p:attrName>style.visibility</p:attrName>
                        </p:attrNameLst>
                      </p:cBhvr>
                      <p:to>
                        <p:strVal val="visible"/>
                      </p:to>
                    </p:set>
                    <p:anim calcmode="lin" valueType="num">
                      <p:cBhvr>
                        <p:cTn dur="500" fill="hold"/>
                        <p:tgtEl>
                          <p:spTgt spid="29"/>
                        </p:tgtEl>
                        <p:attrNameLst>
                          <p:attrName>ppt_w</p:attrName>
                        </p:attrNameLst>
                      </p:cBhvr>
                      <p:tavLst>
                        <p:tav tm="0">
                          <p:val>
                            <p:fltVal val="0"/>
                          </p:val>
                        </p:tav>
                        <p:tav tm="100000">
                          <p:val>
                            <p:strVal val="#ppt_w"/>
                          </p:val>
                        </p:tav>
                      </p:tavLst>
                    </p:anim>
                    <p:anim calcmode="lin" valueType="num">
                      <p:cBhvr>
                        <p:cTn dur="500" fill="hold"/>
                        <p:tgtEl>
                          <p:spTgt spid="29"/>
                        </p:tgtEl>
                        <p:attrNameLst>
                          <p:attrName>ppt_h</p:attrName>
                        </p:attrNameLst>
                      </p:cBhvr>
                      <p:tavLst>
                        <p:tav tm="0">
                          <p:val>
                            <p:fltVal val="0"/>
                          </p:val>
                        </p:tav>
                        <p:tav tm="100000">
                          <p:val>
                            <p:strVal val="#ppt_h"/>
                          </p:val>
                        </p:tav>
                      </p:tavLst>
                    </p:anim>
                    <p:animEffect transition="in" filter="fade">
                      <p:cBhvr>
                        <p:cTn dur="500"/>
                        <p:tgtEl>
                          <p:spTgt spid="29"/>
                        </p:tgtEl>
                      </p:cBhvr>
                    </p:animEffect>
                  </p:childTnLst>
                </p:cTn>
              </p:par>
            </p:tnLst>
          </p:tmpl>
        </p:tmplLst>
      </p:bldP>
      <p:bldP spid="33"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33"/>
                        </p:tgtEl>
                        <p:attrNameLst>
                          <p:attrName>style.visibility</p:attrName>
                        </p:attrNameLst>
                      </p:cBhvr>
                      <p:to>
                        <p:strVal val="visible"/>
                      </p:to>
                    </p:set>
                    <p:anim calcmode="lin" valueType="num">
                      <p:cBhvr>
                        <p:cTn dur="500" fill="hold"/>
                        <p:tgtEl>
                          <p:spTgt spid="33"/>
                        </p:tgtEl>
                        <p:attrNameLst>
                          <p:attrName>ppt_w</p:attrName>
                        </p:attrNameLst>
                      </p:cBhvr>
                      <p:tavLst>
                        <p:tav tm="0">
                          <p:val>
                            <p:fltVal val="0"/>
                          </p:val>
                        </p:tav>
                        <p:tav tm="100000">
                          <p:val>
                            <p:strVal val="#ppt_w"/>
                          </p:val>
                        </p:tav>
                      </p:tavLst>
                    </p:anim>
                    <p:anim calcmode="lin" valueType="num">
                      <p:cBhvr>
                        <p:cTn dur="500" fill="hold"/>
                        <p:tgtEl>
                          <p:spTgt spid="33"/>
                        </p:tgtEl>
                        <p:attrNameLst>
                          <p:attrName>ppt_h</p:attrName>
                        </p:attrNameLst>
                      </p:cBhvr>
                      <p:tavLst>
                        <p:tav tm="0">
                          <p:val>
                            <p:fltVal val="0"/>
                          </p:val>
                        </p:tav>
                        <p:tav tm="100000">
                          <p:val>
                            <p:strVal val="#ppt_h"/>
                          </p:val>
                        </p:tav>
                      </p:tavLst>
                    </p:anim>
                    <p:animEffect transition="in" filter="fade">
                      <p:cBhvr>
                        <p:cTn dur="500"/>
                        <p:tgtEl>
                          <p:spTgt spid="33"/>
                        </p:tgtEl>
                      </p:cBhvr>
                    </p:animEffect>
                  </p:childTnLst>
                </p:cTn>
              </p:par>
            </p:tnLst>
          </p:tmpl>
        </p:tmplLst>
      </p:bldP>
      <p:bldP spid="34"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34"/>
                        </p:tgtEl>
                        <p:attrNameLst>
                          <p:attrName>style.visibility</p:attrName>
                        </p:attrNameLst>
                      </p:cBhvr>
                      <p:to>
                        <p:strVal val="visible"/>
                      </p:to>
                    </p:set>
                    <p:anim calcmode="lin" valueType="num">
                      <p:cBhvr>
                        <p:cTn dur="500" fill="hold"/>
                        <p:tgtEl>
                          <p:spTgt spid="34"/>
                        </p:tgtEl>
                        <p:attrNameLst>
                          <p:attrName>ppt_w</p:attrName>
                        </p:attrNameLst>
                      </p:cBhvr>
                      <p:tavLst>
                        <p:tav tm="0">
                          <p:val>
                            <p:fltVal val="0"/>
                          </p:val>
                        </p:tav>
                        <p:tav tm="100000">
                          <p:val>
                            <p:strVal val="#ppt_w"/>
                          </p:val>
                        </p:tav>
                      </p:tavLst>
                    </p:anim>
                    <p:anim calcmode="lin" valueType="num">
                      <p:cBhvr>
                        <p:cTn dur="500" fill="hold"/>
                        <p:tgtEl>
                          <p:spTgt spid="34"/>
                        </p:tgtEl>
                        <p:attrNameLst>
                          <p:attrName>ppt_h</p:attrName>
                        </p:attrNameLst>
                      </p:cBhvr>
                      <p:tavLst>
                        <p:tav tm="0">
                          <p:val>
                            <p:fltVal val="0"/>
                          </p:val>
                        </p:tav>
                        <p:tav tm="100000">
                          <p:val>
                            <p:strVal val="#ppt_h"/>
                          </p:val>
                        </p:tav>
                      </p:tavLst>
                    </p:anim>
                    <p:animEffect transition="in" filter="fade">
                      <p:cBhvr>
                        <p:cTn dur="500"/>
                        <p:tgtEl>
                          <p:spTgt spid="34"/>
                        </p:tgtEl>
                      </p:cBhvr>
                    </p:animEffect>
                  </p:childTnLst>
                </p:cTn>
              </p:par>
            </p:tnLst>
          </p:tmpl>
        </p:tmplLst>
      </p:bldP>
      <p:bldP spid="35"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35"/>
                        </p:tgtEl>
                        <p:attrNameLst>
                          <p:attrName>style.visibility</p:attrName>
                        </p:attrNameLst>
                      </p:cBhvr>
                      <p:to>
                        <p:strVal val="visible"/>
                      </p:to>
                    </p:set>
                    <p:anim calcmode="lin" valueType="num">
                      <p:cBhvr>
                        <p:cTn dur="500" fill="hold"/>
                        <p:tgtEl>
                          <p:spTgt spid="35"/>
                        </p:tgtEl>
                        <p:attrNameLst>
                          <p:attrName>ppt_w</p:attrName>
                        </p:attrNameLst>
                      </p:cBhvr>
                      <p:tavLst>
                        <p:tav tm="0">
                          <p:val>
                            <p:fltVal val="0"/>
                          </p:val>
                        </p:tav>
                        <p:tav tm="100000">
                          <p:val>
                            <p:strVal val="#ppt_w"/>
                          </p:val>
                        </p:tav>
                      </p:tavLst>
                    </p:anim>
                    <p:anim calcmode="lin" valueType="num">
                      <p:cBhvr>
                        <p:cTn dur="500" fill="hold"/>
                        <p:tgtEl>
                          <p:spTgt spid="35"/>
                        </p:tgtEl>
                        <p:attrNameLst>
                          <p:attrName>ppt_h</p:attrName>
                        </p:attrNameLst>
                      </p:cBhvr>
                      <p:tavLst>
                        <p:tav tm="0">
                          <p:val>
                            <p:fltVal val="0"/>
                          </p:val>
                        </p:tav>
                        <p:tav tm="100000">
                          <p:val>
                            <p:strVal val="#ppt_h"/>
                          </p:val>
                        </p:tav>
                      </p:tavLst>
                    </p:anim>
                    <p:animEffect transition="in" filter="fade">
                      <p:cBhvr>
                        <p:cTn dur="500"/>
                        <p:tgtEl>
                          <p:spTgt spid="35"/>
                        </p:tgtEl>
                      </p:cBhvr>
                    </p:animEffect>
                  </p:childTnLst>
                </p:cTn>
              </p:par>
            </p:tnLst>
          </p:tmpl>
        </p:tmplLst>
      </p:bldP>
    </p:bldLst>
  </p:timing>
</p:sldLayout>
</file>

<file path=ppt/slideLayouts/slideLayout665.xml><?xml version="1.0" encoding="utf-8"?>
<p:sldLayout xmlns:a="http://schemas.openxmlformats.org/drawingml/2006/main" xmlns:r="http://schemas.openxmlformats.org/officeDocument/2006/relationships" xmlns:p="http://schemas.openxmlformats.org/presentationml/2006/main" preserve="1" userDrawn="1">
  <p:cSld name="16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43" name="Picture Placeholder 30"/>
          <p:cNvSpPr>
            <a:spLocks noGrp="1"/>
          </p:cNvSpPr>
          <p:nvPr>
            <p:ph type="pic" sz="quarter" idx="36" hasCustomPrompt="1"/>
          </p:nvPr>
        </p:nvSpPr>
        <p:spPr>
          <a:xfrm>
            <a:off x="590262" y="1729839"/>
            <a:ext cx="2762538" cy="2064325"/>
          </a:xfrm>
          <a:solidFill>
            <a:schemeClr val="bg1">
              <a:lumMod val="85000"/>
            </a:schemeClr>
          </a:solidFill>
        </p:spPr>
        <p:txBody>
          <a:bodyPr/>
          <a:lstStyle>
            <a:lvl1pPr>
              <a:defRPr/>
            </a:lvl1pPr>
          </a:lstStyle>
          <a:p>
            <a:r>
              <a:rPr lang="id-ID" dirty="0" smtClean="0"/>
              <a:t>Pic here</a:t>
            </a:r>
            <a:endParaRPr lang="en-AU" dirty="0"/>
          </a:p>
        </p:txBody>
      </p:sp>
      <p:sp>
        <p:nvSpPr>
          <p:cNvPr id="15"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1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24" name="Picture Placeholder 30"/>
          <p:cNvSpPr>
            <a:spLocks noGrp="1"/>
          </p:cNvSpPr>
          <p:nvPr>
            <p:ph type="pic" sz="quarter" idx="39" hasCustomPrompt="1"/>
          </p:nvPr>
        </p:nvSpPr>
        <p:spPr>
          <a:xfrm>
            <a:off x="590262" y="3794166"/>
            <a:ext cx="2762538" cy="637309"/>
          </a:xfrm>
          <a:solidFill>
            <a:schemeClr val="accent1"/>
          </a:solidFill>
        </p:spPr>
        <p:txBody>
          <a:bodyPr>
            <a:normAutofit/>
          </a:bodyPr>
          <a:lstStyle>
            <a:lvl1pPr algn="r">
              <a:defRPr sz="1050"/>
            </a:lvl1pPr>
          </a:lstStyle>
          <a:p>
            <a:r>
              <a:rPr lang="id-ID" dirty="0" smtClean="0"/>
              <a:t>Nopic</a:t>
            </a:r>
            <a:endParaRPr lang="en-AU" dirty="0"/>
          </a:p>
        </p:txBody>
      </p:sp>
      <p:sp>
        <p:nvSpPr>
          <p:cNvPr id="27" name="Text Placeholder 21"/>
          <p:cNvSpPr>
            <a:spLocks noGrp="1"/>
          </p:cNvSpPr>
          <p:nvPr>
            <p:ph type="body" sz="quarter" idx="20"/>
          </p:nvPr>
        </p:nvSpPr>
        <p:spPr>
          <a:xfrm>
            <a:off x="590262" y="3984414"/>
            <a:ext cx="2743200" cy="256811"/>
          </a:xfrm>
        </p:spPr>
        <p:txBody>
          <a:bodyPr/>
          <a:lstStyle>
            <a:lvl1pPr algn="ctr">
              <a:defRPr>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3" name="Picture Placeholder 30"/>
          <p:cNvSpPr>
            <a:spLocks noGrp="1"/>
          </p:cNvSpPr>
          <p:nvPr>
            <p:ph type="pic" sz="quarter" idx="40" hasCustomPrompt="1"/>
          </p:nvPr>
        </p:nvSpPr>
        <p:spPr>
          <a:xfrm>
            <a:off x="3352800" y="3794166"/>
            <a:ext cx="2762538" cy="637309"/>
          </a:xfrm>
          <a:solidFill>
            <a:schemeClr val="accent2"/>
          </a:solidFill>
        </p:spPr>
        <p:txBody>
          <a:bodyPr>
            <a:normAutofit/>
          </a:bodyPr>
          <a:lstStyle>
            <a:lvl1pPr algn="r">
              <a:defRPr sz="1050"/>
            </a:lvl1pPr>
          </a:lstStyle>
          <a:p>
            <a:r>
              <a:rPr lang="id-ID" dirty="0" smtClean="0"/>
              <a:t>Nopic</a:t>
            </a:r>
            <a:endParaRPr lang="en-AU" dirty="0"/>
          </a:p>
        </p:txBody>
      </p:sp>
      <p:sp>
        <p:nvSpPr>
          <p:cNvPr id="32" name="Text Placeholder 21"/>
          <p:cNvSpPr>
            <a:spLocks noGrp="1"/>
          </p:cNvSpPr>
          <p:nvPr>
            <p:ph type="body" sz="quarter" idx="41"/>
          </p:nvPr>
        </p:nvSpPr>
        <p:spPr>
          <a:xfrm>
            <a:off x="3352800" y="3984414"/>
            <a:ext cx="2743200" cy="256811"/>
          </a:xfrm>
        </p:spPr>
        <p:txBody>
          <a:bodyPr/>
          <a:lstStyle>
            <a:lvl1pPr algn="ctr">
              <a:defRPr>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6" name="Picture Placeholder 30"/>
          <p:cNvSpPr>
            <a:spLocks noGrp="1"/>
          </p:cNvSpPr>
          <p:nvPr>
            <p:ph type="pic" sz="quarter" idx="42" hasCustomPrompt="1"/>
          </p:nvPr>
        </p:nvSpPr>
        <p:spPr>
          <a:xfrm>
            <a:off x="6115338" y="3782703"/>
            <a:ext cx="2762538" cy="637309"/>
          </a:xfrm>
          <a:solidFill>
            <a:schemeClr val="accent3"/>
          </a:solidFill>
        </p:spPr>
        <p:txBody>
          <a:bodyPr>
            <a:normAutofit/>
          </a:bodyPr>
          <a:lstStyle>
            <a:lvl1pPr algn="r">
              <a:defRPr sz="1050"/>
            </a:lvl1pPr>
          </a:lstStyle>
          <a:p>
            <a:r>
              <a:rPr lang="id-ID" dirty="0" smtClean="0"/>
              <a:t>Nopic</a:t>
            </a:r>
            <a:endParaRPr lang="en-AU" dirty="0"/>
          </a:p>
        </p:txBody>
      </p:sp>
      <p:sp>
        <p:nvSpPr>
          <p:cNvPr id="37" name="Text Placeholder 21"/>
          <p:cNvSpPr>
            <a:spLocks noGrp="1"/>
          </p:cNvSpPr>
          <p:nvPr>
            <p:ph type="body" sz="quarter" idx="43"/>
          </p:nvPr>
        </p:nvSpPr>
        <p:spPr>
          <a:xfrm>
            <a:off x="6115338" y="3972951"/>
            <a:ext cx="2743200" cy="256811"/>
          </a:xfrm>
        </p:spPr>
        <p:txBody>
          <a:bodyPr/>
          <a:lstStyle>
            <a:lvl1pPr algn="ctr">
              <a:defRPr>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8" name="Picture Placeholder 30"/>
          <p:cNvSpPr>
            <a:spLocks noGrp="1"/>
          </p:cNvSpPr>
          <p:nvPr>
            <p:ph type="pic" sz="quarter" idx="44" hasCustomPrompt="1"/>
          </p:nvPr>
        </p:nvSpPr>
        <p:spPr>
          <a:xfrm>
            <a:off x="3352800" y="4431473"/>
            <a:ext cx="2762538" cy="2064325"/>
          </a:xfrm>
          <a:solidFill>
            <a:schemeClr val="bg1">
              <a:lumMod val="85000"/>
            </a:schemeClr>
          </a:solidFill>
        </p:spPr>
        <p:txBody>
          <a:bodyPr/>
          <a:lstStyle>
            <a:lvl1pPr>
              <a:defRPr/>
            </a:lvl1pPr>
          </a:lstStyle>
          <a:p>
            <a:r>
              <a:rPr lang="id-ID" dirty="0" smtClean="0"/>
              <a:t>Pic here</a:t>
            </a:r>
            <a:endParaRPr lang="en-AU" dirty="0"/>
          </a:p>
        </p:txBody>
      </p:sp>
      <p:sp>
        <p:nvSpPr>
          <p:cNvPr id="39" name="Picture Placeholder 30"/>
          <p:cNvSpPr>
            <a:spLocks noGrp="1"/>
          </p:cNvSpPr>
          <p:nvPr>
            <p:ph type="pic" sz="quarter" idx="45" hasCustomPrompt="1"/>
          </p:nvPr>
        </p:nvSpPr>
        <p:spPr>
          <a:xfrm>
            <a:off x="6115338" y="1726630"/>
            <a:ext cx="2762538" cy="2064325"/>
          </a:xfrm>
          <a:solidFill>
            <a:schemeClr val="bg1">
              <a:lumMod val="85000"/>
            </a:schemeClr>
          </a:solidFill>
        </p:spPr>
        <p:txBody>
          <a:bodyPr/>
          <a:lstStyle>
            <a:lvl1pPr>
              <a:defRPr/>
            </a:lvl1pPr>
          </a:lstStyle>
          <a:p>
            <a:r>
              <a:rPr lang="id-ID" dirty="0" smtClean="0"/>
              <a:t>Pic here</a:t>
            </a:r>
            <a:endParaRPr lang="en-AU" dirty="0"/>
          </a:p>
        </p:txBody>
      </p:sp>
      <p:sp>
        <p:nvSpPr>
          <p:cNvPr id="40" name="Picture Placeholder 30"/>
          <p:cNvSpPr>
            <a:spLocks noGrp="1"/>
          </p:cNvSpPr>
          <p:nvPr>
            <p:ph type="pic" sz="quarter" idx="46" hasCustomPrompt="1"/>
          </p:nvPr>
        </p:nvSpPr>
        <p:spPr>
          <a:xfrm>
            <a:off x="8858538" y="3782703"/>
            <a:ext cx="2762538" cy="637309"/>
          </a:xfrm>
          <a:solidFill>
            <a:schemeClr val="accent4"/>
          </a:solidFill>
        </p:spPr>
        <p:txBody>
          <a:bodyPr>
            <a:normAutofit/>
          </a:bodyPr>
          <a:lstStyle>
            <a:lvl1pPr algn="r">
              <a:defRPr sz="1050"/>
            </a:lvl1pPr>
          </a:lstStyle>
          <a:p>
            <a:r>
              <a:rPr lang="id-ID" dirty="0" smtClean="0"/>
              <a:t>Nopic</a:t>
            </a:r>
            <a:endParaRPr lang="en-AU" dirty="0"/>
          </a:p>
        </p:txBody>
      </p:sp>
      <p:sp>
        <p:nvSpPr>
          <p:cNvPr id="41" name="Text Placeholder 21"/>
          <p:cNvSpPr>
            <a:spLocks noGrp="1"/>
          </p:cNvSpPr>
          <p:nvPr>
            <p:ph type="body" sz="quarter" idx="47"/>
          </p:nvPr>
        </p:nvSpPr>
        <p:spPr>
          <a:xfrm>
            <a:off x="8858538" y="3972951"/>
            <a:ext cx="2743200" cy="256811"/>
          </a:xfrm>
        </p:spPr>
        <p:txBody>
          <a:bodyPr/>
          <a:lstStyle>
            <a:lvl1pPr algn="ctr">
              <a:defRPr>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2" name="Picture Placeholder 30"/>
          <p:cNvSpPr>
            <a:spLocks noGrp="1"/>
          </p:cNvSpPr>
          <p:nvPr>
            <p:ph type="pic" sz="quarter" idx="48" hasCustomPrompt="1"/>
          </p:nvPr>
        </p:nvSpPr>
        <p:spPr>
          <a:xfrm>
            <a:off x="8848869" y="4408547"/>
            <a:ext cx="2762538" cy="2064325"/>
          </a:xfrm>
          <a:solidFill>
            <a:schemeClr val="bg1">
              <a:lumMod val="85000"/>
            </a:schemeClr>
          </a:solidFill>
        </p:spPr>
        <p:txBody>
          <a:bodyPr/>
          <a:lstStyle>
            <a:lvl1pPr>
              <a:defRPr/>
            </a:lvl1pPr>
          </a:lstStyle>
          <a:p>
            <a:r>
              <a:rPr lang="id-ID" dirty="0" smtClean="0"/>
              <a:t>Pic here</a:t>
            </a:r>
            <a:endParaRPr lang="en-AU" dirty="0"/>
          </a:p>
        </p:txBody>
      </p:sp>
      <p:sp>
        <p:nvSpPr>
          <p:cNvPr id="44" name="Text Placeholder 21"/>
          <p:cNvSpPr>
            <a:spLocks noGrp="1"/>
          </p:cNvSpPr>
          <p:nvPr>
            <p:ph type="body" sz="quarter" idx="49"/>
          </p:nvPr>
        </p:nvSpPr>
        <p:spPr>
          <a:xfrm>
            <a:off x="628994" y="4555101"/>
            <a:ext cx="2376072"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5" name="Text Placeholder 21"/>
          <p:cNvSpPr>
            <a:spLocks noGrp="1"/>
          </p:cNvSpPr>
          <p:nvPr>
            <p:ph type="body" sz="quarter" idx="29"/>
          </p:nvPr>
        </p:nvSpPr>
        <p:spPr>
          <a:xfrm>
            <a:off x="628994" y="4861805"/>
            <a:ext cx="2376072"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6" name="Text Placeholder 21"/>
          <p:cNvSpPr>
            <a:spLocks noGrp="1"/>
          </p:cNvSpPr>
          <p:nvPr>
            <p:ph type="body" sz="quarter" idx="50"/>
          </p:nvPr>
        </p:nvSpPr>
        <p:spPr>
          <a:xfrm>
            <a:off x="3536364" y="1936648"/>
            <a:ext cx="2376072"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7" name="Text Placeholder 21"/>
          <p:cNvSpPr>
            <a:spLocks noGrp="1"/>
          </p:cNvSpPr>
          <p:nvPr>
            <p:ph type="body" sz="quarter" idx="51"/>
          </p:nvPr>
        </p:nvSpPr>
        <p:spPr>
          <a:xfrm>
            <a:off x="3536364" y="2243352"/>
            <a:ext cx="2376072"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8" name="Text Placeholder 21"/>
          <p:cNvSpPr>
            <a:spLocks noGrp="1"/>
          </p:cNvSpPr>
          <p:nvPr>
            <p:ph type="body" sz="quarter" idx="52"/>
          </p:nvPr>
        </p:nvSpPr>
        <p:spPr>
          <a:xfrm>
            <a:off x="6294067" y="4555101"/>
            <a:ext cx="2376072"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9" name="Text Placeholder 21"/>
          <p:cNvSpPr>
            <a:spLocks noGrp="1"/>
          </p:cNvSpPr>
          <p:nvPr>
            <p:ph type="body" sz="quarter" idx="53"/>
          </p:nvPr>
        </p:nvSpPr>
        <p:spPr>
          <a:xfrm>
            <a:off x="6294067" y="4861805"/>
            <a:ext cx="2376072"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50" name="Text Placeholder 21"/>
          <p:cNvSpPr>
            <a:spLocks noGrp="1"/>
          </p:cNvSpPr>
          <p:nvPr>
            <p:ph type="body" sz="quarter" idx="54"/>
          </p:nvPr>
        </p:nvSpPr>
        <p:spPr>
          <a:xfrm>
            <a:off x="9061440" y="1936648"/>
            <a:ext cx="2376072"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51" name="Text Placeholder 21"/>
          <p:cNvSpPr>
            <a:spLocks noGrp="1"/>
          </p:cNvSpPr>
          <p:nvPr>
            <p:ph type="body" sz="quarter" idx="55"/>
          </p:nvPr>
        </p:nvSpPr>
        <p:spPr>
          <a:xfrm>
            <a:off x="9061440" y="2243352"/>
            <a:ext cx="2376072"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Tree>
    <p:extLst>
      <p:ext uri="{BB962C8B-B14F-4D97-AF65-F5344CB8AC3E}">
        <p14:creationId xmlns:p14="http://schemas.microsoft.com/office/powerpoint/2010/main" val="212879306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500"/>
                            </p:stCondLst>
                            <p:childTnLst>
                              <p:par>
                                <p:cTn id="5" presetID="10" presetClass="entr" presetSubtype="0" fill="hold" grpId="0" nodeType="after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500"/>
                                        <p:tgtEl>
                                          <p:spTgt spid="15"/>
                                        </p:tgtEl>
                                      </p:cBhvr>
                                    </p:animEffect>
                                  </p:childTnLst>
                                </p:cTn>
                              </p:par>
                            </p:childTnLst>
                          </p:cTn>
                        </p:par>
                        <p:par>
                          <p:cTn id="8" fill="hold">
                            <p:stCondLst>
                              <p:cond delay="1000"/>
                            </p:stCondLst>
                            <p:childTnLst>
                              <p:par>
                                <p:cTn id="9" presetID="42" presetClass="entr" presetSubtype="0" fill="hold" grpId="0" nodeType="afterEffect">
                                  <p:stCondLst>
                                    <p:cond delay="0"/>
                                  </p:stCondLst>
                                  <p:childTnLst>
                                    <p:set>
                                      <p:cBhvr>
                                        <p:cTn id="10" dur="1" fill="hold">
                                          <p:stCondLst>
                                            <p:cond delay="0"/>
                                          </p:stCondLst>
                                        </p:cTn>
                                        <p:tgtEl>
                                          <p:spTgt spid="18">
                                            <p:txEl>
                                              <p:pRg st="0" end="0"/>
                                            </p:txEl>
                                          </p:spTgt>
                                        </p:tgtEl>
                                        <p:attrNameLst>
                                          <p:attrName>style.visibility</p:attrName>
                                        </p:attrNameLst>
                                      </p:cBhvr>
                                      <p:to>
                                        <p:strVal val="visible"/>
                                      </p:to>
                                    </p:set>
                                    <p:animEffect transition="in" filter="fade">
                                      <p:cBhvr>
                                        <p:cTn id="11" dur="500"/>
                                        <p:tgtEl>
                                          <p:spTgt spid="18">
                                            <p:txEl>
                                              <p:pRg st="0" end="0"/>
                                            </p:txEl>
                                          </p:spTgt>
                                        </p:tgtEl>
                                      </p:cBhvr>
                                    </p:animEffect>
                                    <p:anim calcmode="lin" valueType="num">
                                      <p:cBhvr>
                                        <p:cTn id="12" dur="500" fill="hold"/>
                                        <p:tgtEl>
                                          <p:spTgt spid="18">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18">
                                            <p:txEl>
                                              <p:pRg st="0" end="0"/>
                                            </p:txEl>
                                          </p:spTgt>
                                        </p:tgtEl>
                                        <p:attrNameLst>
                                          <p:attrName>ppt_y</p:attrName>
                                        </p:attrNameLst>
                                      </p:cBhvr>
                                      <p:tavLst>
                                        <p:tav tm="0">
                                          <p:val>
                                            <p:strVal val="#ppt_y+.1"/>
                                          </p:val>
                                        </p:tav>
                                        <p:tav tm="100000">
                                          <p:val>
                                            <p:strVal val="#ppt_y"/>
                                          </p:val>
                                        </p:tav>
                                      </p:tavLst>
                                    </p:anim>
                                  </p:childTnLst>
                                </p:cTn>
                              </p:par>
                            </p:childTnLst>
                          </p:cTn>
                        </p:par>
                        <p:par>
                          <p:cTn id="14" fill="hold">
                            <p:stCondLst>
                              <p:cond delay="1500"/>
                            </p:stCondLst>
                            <p:childTnLst>
                              <p:par>
                                <p:cTn id="15" presetID="42" presetClass="entr" presetSubtype="0" fill="hold" grpId="0" nodeType="afterEffect">
                                  <p:stCondLst>
                                    <p:cond delay="0"/>
                                  </p:stCondLst>
                                  <p:childTnLst>
                                    <p:set>
                                      <p:cBhvr>
                                        <p:cTn id="16" dur="1" fill="hold">
                                          <p:stCondLst>
                                            <p:cond delay="0"/>
                                          </p:stCondLst>
                                        </p:cTn>
                                        <p:tgtEl>
                                          <p:spTgt spid="24"/>
                                        </p:tgtEl>
                                        <p:attrNameLst>
                                          <p:attrName>style.visibility</p:attrName>
                                        </p:attrNameLst>
                                      </p:cBhvr>
                                      <p:to>
                                        <p:strVal val="visible"/>
                                      </p:to>
                                    </p:set>
                                    <p:animEffect transition="in" filter="fade">
                                      <p:cBhvr>
                                        <p:cTn id="17" dur="500"/>
                                        <p:tgtEl>
                                          <p:spTgt spid="24"/>
                                        </p:tgtEl>
                                      </p:cBhvr>
                                    </p:animEffect>
                                    <p:anim calcmode="lin" valueType="num">
                                      <p:cBhvr>
                                        <p:cTn id="18" dur="500" fill="hold"/>
                                        <p:tgtEl>
                                          <p:spTgt spid="24"/>
                                        </p:tgtEl>
                                        <p:attrNameLst>
                                          <p:attrName>ppt_x</p:attrName>
                                        </p:attrNameLst>
                                      </p:cBhvr>
                                      <p:tavLst>
                                        <p:tav tm="0">
                                          <p:val>
                                            <p:strVal val="#ppt_x"/>
                                          </p:val>
                                        </p:tav>
                                        <p:tav tm="100000">
                                          <p:val>
                                            <p:strVal val="#ppt_x"/>
                                          </p:val>
                                        </p:tav>
                                      </p:tavLst>
                                    </p:anim>
                                    <p:anim calcmode="lin" valueType="num">
                                      <p:cBhvr>
                                        <p:cTn id="19" dur="500" fill="hold"/>
                                        <p:tgtEl>
                                          <p:spTgt spid="24"/>
                                        </p:tgtEl>
                                        <p:attrNameLst>
                                          <p:attrName>ppt_y</p:attrName>
                                        </p:attrNameLst>
                                      </p:cBhvr>
                                      <p:tavLst>
                                        <p:tav tm="0">
                                          <p:val>
                                            <p:strVal val="#ppt_y+.1"/>
                                          </p:val>
                                        </p:tav>
                                        <p:tav tm="100000">
                                          <p:val>
                                            <p:strVal val="#ppt_y"/>
                                          </p:val>
                                        </p:tav>
                                      </p:tavLst>
                                    </p:anim>
                                  </p:childTnLst>
                                </p:cTn>
                              </p:par>
                            </p:childTnLst>
                          </p:cTn>
                        </p:par>
                        <p:par>
                          <p:cTn id="20" fill="hold">
                            <p:stCondLst>
                              <p:cond delay="2000"/>
                            </p:stCondLst>
                            <p:childTnLst>
                              <p:par>
                                <p:cTn id="21" presetID="53" presetClass="entr" presetSubtype="16" fill="hold" grpId="0" nodeType="afterEffect" nodePh="1">
                                  <p:stCondLst>
                                    <p:cond delay="0"/>
                                  </p:stCondLst>
                                  <p:endCondLst>
                                    <p:cond evt="begin" delay="0">
                                      <p:tn val="21"/>
                                    </p:cond>
                                  </p:endCondLst>
                                  <p:childTnLst>
                                    <p:set>
                                      <p:cBhvr>
                                        <p:cTn id="22" dur="1" fill="hold">
                                          <p:stCondLst>
                                            <p:cond delay="0"/>
                                          </p:stCondLst>
                                        </p:cTn>
                                        <p:tgtEl>
                                          <p:spTgt spid="27">
                                            <p:txEl>
                                              <p:pRg st="0" end="0"/>
                                            </p:txEl>
                                          </p:spTgt>
                                        </p:tgtEl>
                                        <p:attrNameLst>
                                          <p:attrName>style.visibility</p:attrName>
                                        </p:attrNameLst>
                                      </p:cBhvr>
                                      <p:to>
                                        <p:strVal val="visible"/>
                                      </p:to>
                                    </p:set>
                                    <p:anim calcmode="lin" valueType="num">
                                      <p:cBhvr>
                                        <p:cTn id="23" dur="500" fill="hold"/>
                                        <p:tgtEl>
                                          <p:spTgt spid="27">
                                            <p:txEl>
                                              <p:pRg st="0" end="0"/>
                                            </p:txEl>
                                          </p:spTgt>
                                        </p:tgtEl>
                                        <p:attrNameLst>
                                          <p:attrName>ppt_w</p:attrName>
                                        </p:attrNameLst>
                                      </p:cBhvr>
                                      <p:tavLst>
                                        <p:tav tm="0">
                                          <p:val>
                                            <p:fltVal val="0"/>
                                          </p:val>
                                        </p:tav>
                                        <p:tav tm="100000">
                                          <p:val>
                                            <p:strVal val="#ppt_w"/>
                                          </p:val>
                                        </p:tav>
                                      </p:tavLst>
                                    </p:anim>
                                    <p:anim calcmode="lin" valueType="num">
                                      <p:cBhvr>
                                        <p:cTn id="24" dur="500" fill="hold"/>
                                        <p:tgtEl>
                                          <p:spTgt spid="27">
                                            <p:txEl>
                                              <p:pRg st="0" end="0"/>
                                            </p:txEl>
                                          </p:spTgt>
                                        </p:tgtEl>
                                        <p:attrNameLst>
                                          <p:attrName>ppt_h</p:attrName>
                                        </p:attrNameLst>
                                      </p:cBhvr>
                                      <p:tavLst>
                                        <p:tav tm="0">
                                          <p:val>
                                            <p:fltVal val="0"/>
                                          </p:val>
                                        </p:tav>
                                        <p:tav tm="100000">
                                          <p:val>
                                            <p:strVal val="#ppt_h"/>
                                          </p:val>
                                        </p:tav>
                                      </p:tavLst>
                                    </p:anim>
                                    <p:animEffect transition="in" filter="fade">
                                      <p:cBhvr>
                                        <p:cTn id="25" dur="500"/>
                                        <p:tgtEl>
                                          <p:spTgt spid="27">
                                            <p:txEl>
                                              <p:pRg st="0" end="0"/>
                                            </p:txEl>
                                          </p:spTgt>
                                        </p:tgtEl>
                                      </p:cBhvr>
                                    </p:animEffect>
                                  </p:childTnLst>
                                </p:cTn>
                              </p:par>
                            </p:childTnLst>
                          </p:cTn>
                        </p:par>
                        <p:par>
                          <p:cTn id="26" fill="hold">
                            <p:stCondLst>
                              <p:cond delay="2500"/>
                            </p:stCondLst>
                            <p:childTnLst>
                              <p:par>
                                <p:cTn id="27" presetID="42" presetClass="entr" presetSubtype="0" fill="hold" grpId="0" nodeType="afterEffect">
                                  <p:stCondLst>
                                    <p:cond delay="0"/>
                                  </p:stCondLst>
                                  <p:childTnLst>
                                    <p:set>
                                      <p:cBhvr>
                                        <p:cTn id="28" dur="1" fill="hold">
                                          <p:stCondLst>
                                            <p:cond delay="0"/>
                                          </p:stCondLst>
                                        </p:cTn>
                                        <p:tgtEl>
                                          <p:spTgt spid="43"/>
                                        </p:tgtEl>
                                        <p:attrNameLst>
                                          <p:attrName>style.visibility</p:attrName>
                                        </p:attrNameLst>
                                      </p:cBhvr>
                                      <p:to>
                                        <p:strVal val="visible"/>
                                      </p:to>
                                    </p:set>
                                    <p:animEffect transition="in" filter="fade">
                                      <p:cBhvr>
                                        <p:cTn id="29" dur="500"/>
                                        <p:tgtEl>
                                          <p:spTgt spid="43"/>
                                        </p:tgtEl>
                                      </p:cBhvr>
                                    </p:animEffect>
                                    <p:anim calcmode="lin" valueType="num">
                                      <p:cBhvr>
                                        <p:cTn id="30" dur="500" fill="hold"/>
                                        <p:tgtEl>
                                          <p:spTgt spid="43"/>
                                        </p:tgtEl>
                                        <p:attrNameLst>
                                          <p:attrName>ppt_x</p:attrName>
                                        </p:attrNameLst>
                                      </p:cBhvr>
                                      <p:tavLst>
                                        <p:tav tm="0">
                                          <p:val>
                                            <p:strVal val="#ppt_x"/>
                                          </p:val>
                                        </p:tav>
                                        <p:tav tm="100000">
                                          <p:val>
                                            <p:strVal val="#ppt_x"/>
                                          </p:val>
                                        </p:tav>
                                      </p:tavLst>
                                    </p:anim>
                                    <p:anim calcmode="lin" valueType="num">
                                      <p:cBhvr>
                                        <p:cTn id="31" dur="500" fill="hold"/>
                                        <p:tgtEl>
                                          <p:spTgt spid="43"/>
                                        </p:tgtEl>
                                        <p:attrNameLst>
                                          <p:attrName>ppt_y</p:attrName>
                                        </p:attrNameLst>
                                      </p:cBhvr>
                                      <p:tavLst>
                                        <p:tav tm="0">
                                          <p:val>
                                            <p:strVal val="#ppt_y+.1"/>
                                          </p:val>
                                        </p:tav>
                                        <p:tav tm="100000">
                                          <p:val>
                                            <p:strVal val="#ppt_y"/>
                                          </p:val>
                                        </p:tav>
                                      </p:tavLst>
                                    </p:anim>
                                  </p:childTnLst>
                                </p:cTn>
                              </p:par>
                            </p:childTnLst>
                          </p:cTn>
                        </p:par>
                        <p:par>
                          <p:cTn id="32" fill="hold">
                            <p:stCondLst>
                              <p:cond delay="3000"/>
                            </p:stCondLst>
                            <p:childTnLst>
                              <p:par>
                                <p:cTn id="33" presetID="53" presetClass="entr" presetSubtype="16" fill="hold" grpId="0" nodeType="afterEffect" nodePh="1">
                                  <p:stCondLst>
                                    <p:cond delay="0"/>
                                  </p:stCondLst>
                                  <p:endCondLst>
                                    <p:cond evt="begin" delay="0">
                                      <p:tn val="33"/>
                                    </p:cond>
                                  </p:endCondLst>
                                  <p:childTnLst>
                                    <p:set>
                                      <p:cBhvr>
                                        <p:cTn id="34" dur="1" fill="hold">
                                          <p:stCondLst>
                                            <p:cond delay="0"/>
                                          </p:stCondLst>
                                        </p:cTn>
                                        <p:tgtEl>
                                          <p:spTgt spid="44">
                                            <p:txEl>
                                              <p:pRg st="0" end="0"/>
                                            </p:txEl>
                                          </p:spTgt>
                                        </p:tgtEl>
                                        <p:attrNameLst>
                                          <p:attrName>style.visibility</p:attrName>
                                        </p:attrNameLst>
                                      </p:cBhvr>
                                      <p:to>
                                        <p:strVal val="visible"/>
                                      </p:to>
                                    </p:set>
                                    <p:anim calcmode="lin" valueType="num">
                                      <p:cBhvr>
                                        <p:cTn id="35" dur="500" fill="hold"/>
                                        <p:tgtEl>
                                          <p:spTgt spid="44">
                                            <p:txEl>
                                              <p:pRg st="0" end="0"/>
                                            </p:txEl>
                                          </p:spTgt>
                                        </p:tgtEl>
                                        <p:attrNameLst>
                                          <p:attrName>ppt_w</p:attrName>
                                        </p:attrNameLst>
                                      </p:cBhvr>
                                      <p:tavLst>
                                        <p:tav tm="0">
                                          <p:val>
                                            <p:fltVal val="0"/>
                                          </p:val>
                                        </p:tav>
                                        <p:tav tm="100000">
                                          <p:val>
                                            <p:strVal val="#ppt_w"/>
                                          </p:val>
                                        </p:tav>
                                      </p:tavLst>
                                    </p:anim>
                                    <p:anim calcmode="lin" valueType="num">
                                      <p:cBhvr>
                                        <p:cTn id="36" dur="500" fill="hold"/>
                                        <p:tgtEl>
                                          <p:spTgt spid="44">
                                            <p:txEl>
                                              <p:pRg st="0" end="0"/>
                                            </p:txEl>
                                          </p:spTgt>
                                        </p:tgtEl>
                                        <p:attrNameLst>
                                          <p:attrName>ppt_h</p:attrName>
                                        </p:attrNameLst>
                                      </p:cBhvr>
                                      <p:tavLst>
                                        <p:tav tm="0">
                                          <p:val>
                                            <p:fltVal val="0"/>
                                          </p:val>
                                        </p:tav>
                                        <p:tav tm="100000">
                                          <p:val>
                                            <p:strVal val="#ppt_h"/>
                                          </p:val>
                                        </p:tav>
                                      </p:tavLst>
                                    </p:anim>
                                    <p:animEffect transition="in" filter="fade">
                                      <p:cBhvr>
                                        <p:cTn id="37" dur="500"/>
                                        <p:tgtEl>
                                          <p:spTgt spid="44">
                                            <p:txEl>
                                              <p:pRg st="0" end="0"/>
                                            </p:txEl>
                                          </p:spTgt>
                                        </p:tgtEl>
                                      </p:cBhvr>
                                    </p:animEffect>
                                  </p:childTnLst>
                                </p:cTn>
                              </p:par>
                            </p:childTnLst>
                          </p:cTn>
                        </p:par>
                        <p:par>
                          <p:cTn id="38" fill="hold">
                            <p:stCondLst>
                              <p:cond delay="3500"/>
                            </p:stCondLst>
                            <p:childTnLst>
                              <p:par>
                                <p:cTn id="39" presetID="42" presetClass="entr" presetSubtype="0" fill="hold" grpId="0" nodeType="afterEffect" nodePh="1">
                                  <p:stCondLst>
                                    <p:cond delay="0"/>
                                  </p:stCondLst>
                                  <p:endCondLst>
                                    <p:cond evt="begin" delay="0">
                                      <p:tn val="39"/>
                                    </p:cond>
                                  </p:endCondLst>
                                  <p:childTnLst>
                                    <p:set>
                                      <p:cBhvr>
                                        <p:cTn id="40" dur="1" fill="hold">
                                          <p:stCondLst>
                                            <p:cond delay="0"/>
                                          </p:stCondLst>
                                        </p:cTn>
                                        <p:tgtEl>
                                          <p:spTgt spid="45">
                                            <p:txEl>
                                              <p:pRg st="0" end="0"/>
                                            </p:txEl>
                                          </p:spTgt>
                                        </p:tgtEl>
                                        <p:attrNameLst>
                                          <p:attrName>style.visibility</p:attrName>
                                        </p:attrNameLst>
                                      </p:cBhvr>
                                      <p:to>
                                        <p:strVal val="visible"/>
                                      </p:to>
                                    </p:set>
                                    <p:animEffect transition="in" filter="fade">
                                      <p:cBhvr>
                                        <p:cTn id="41" dur="500"/>
                                        <p:tgtEl>
                                          <p:spTgt spid="45">
                                            <p:txEl>
                                              <p:pRg st="0" end="0"/>
                                            </p:txEl>
                                          </p:spTgt>
                                        </p:tgtEl>
                                      </p:cBhvr>
                                    </p:animEffect>
                                    <p:anim calcmode="lin" valueType="num">
                                      <p:cBhvr>
                                        <p:cTn id="42" dur="500" fill="hold"/>
                                        <p:tgtEl>
                                          <p:spTgt spid="45">
                                            <p:txEl>
                                              <p:pRg st="0" end="0"/>
                                            </p:txEl>
                                          </p:spTgt>
                                        </p:tgtEl>
                                        <p:attrNameLst>
                                          <p:attrName>ppt_x</p:attrName>
                                        </p:attrNameLst>
                                      </p:cBhvr>
                                      <p:tavLst>
                                        <p:tav tm="0">
                                          <p:val>
                                            <p:strVal val="#ppt_x"/>
                                          </p:val>
                                        </p:tav>
                                        <p:tav tm="100000">
                                          <p:val>
                                            <p:strVal val="#ppt_x"/>
                                          </p:val>
                                        </p:tav>
                                      </p:tavLst>
                                    </p:anim>
                                    <p:anim calcmode="lin" valueType="num">
                                      <p:cBhvr>
                                        <p:cTn id="43" dur="500" fill="hold"/>
                                        <p:tgtEl>
                                          <p:spTgt spid="45">
                                            <p:txEl>
                                              <p:pRg st="0" end="0"/>
                                            </p:txEl>
                                          </p:spTgt>
                                        </p:tgtEl>
                                        <p:attrNameLst>
                                          <p:attrName>ppt_y</p:attrName>
                                        </p:attrNameLst>
                                      </p:cBhvr>
                                      <p:tavLst>
                                        <p:tav tm="0">
                                          <p:val>
                                            <p:strVal val="#ppt_y+.1"/>
                                          </p:val>
                                        </p:tav>
                                        <p:tav tm="100000">
                                          <p:val>
                                            <p:strVal val="#ppt_y"/>
                                          </p:val>
                                        </p:tav>
                                      </p:tavLst>
                                    </p:anim>
                                  </p:childTnLst>
                                </p:cTn>
                              </p:par>
                            </p:childTnLst>
                          </p:cTn>
                        </p:par>
                        <p:par>
                          <p:cTn id="44" fill="hold">
                            <p:stCondLst>
                              <p:cond delay="4000"/>
                            </p:stCondLst>
                            <p:childTnLst>
                              <p:par>
                                <p:cTn id="45" presetID="42" presetClass="entr" presetSubtype="0" fill="hold" grpId="0" nodeType="afterEffect">
                                  <p:stCondLst>
                                    <p:cond delay="0"/>
                                  </p:stCondLst>
                                  <p:childTnLst>
                                    <p:set>
                                      <p:cBhvr>
                                        <p:cTn id="46" dur="1" fill="hold">
                                          <p:stCondLst>
                                            <p:cond delay="0"/>
                                          </p:stCondLst>
                                        </p:cTn>
                                        <p:tgtEl>
                                          <p:spTgt spid="23"/>
                                        </p:tgtEl>
                                        <p:attrNameLst>
                                          <p:attrName>style.visibility</p:attrName>
                                        </p:attrNameLst>
                                      </p:cBhvr>
                                      <p:to>
                                        <p:strVal val="visible"/>
                                      </p:to>
                                    </p:set>
                                    <p:animEffect transition="in" filter="fade">
                                      <p:cBhvr>
                                        <p:cTn id="47" dur="500"/>
                                        <p:tgtEl>
                                          <p:spTgt spid="23"/>
                                        </p:tgtEl>
                                      </p:cBhvr>
                                    </p:animEffect>
                                    <p:anim calcmode="lin" valueType="num">
                                      <p:cBhvr>
                                        <p:cTn id="48" dur="500" fill="hold"/>
                                        <p:tgtEl>
                                          <p:spTgt spid="23"/>
                                        </p:tgtEl>
                                        <p:attrNameLst>
                                          <p:attrName>ppt_x</p:attrName>
                                        </p:attrNameLst>
                                      </p:cBhvr>
                                      <p:tavLst>
                                        <p:tav tm="0">
                                          <p:val>
                                            <p:strVal val="#ppt_x"/>
                                          </p:val>
                                        </p:tav>
                                        <p:tav tm="100000">
                                          <p:val>
                                            <p:strVal val="#ppt_x"/>
                                          </p:val>
                                        </p:tav>
                                      </p:tavLst>
                                    </p:anim>
                                    <p:anim calcmode="lin" valueType="num">
                                      <p:cBhvr>
                                        <p:cTn id="49" dur="500" fill="hold"/>
                                        <p:tgtEl>
                                          <p:spTgt spid="23"/>
                                        </p:tgtEl>
                                        <p:attrNameLst>
                                          <p:attrName>ppt_y</p:attrName>
                                        </p:attrNameLst>
                                      </p:cBhvr>
                                      <p:tavLst>
                                        <p:tav tm="0">
                                          <p:val>
                                            <p:strVal val="#ppt_y+.1"/>
                                          </p:val>
                                        </p:tav>
                                        <p:tav tm="100000">
                                          <p:val>
                                            <p:strVal val="#ppt_y"/>
                                          </p:val>
                                        </p:tav>
                                      </p:tavLst>
                                    </p:anim>
                                  </p:childTnLst>
                                </p:cTn>
                              </p:par>
                            </p:childTnLst>
                          </p:cTn>
                        </p:par>
                        <p:par>
                          <p:cTn id="50" fill="hold">
                            <p:stCondLst>
                              <p:cond delay="4500"/>
                            </p:stCondLst>
                            <p:childTnLst>
                              <p:par>
                                <p:cTn id="51" presetID="53" presetClass="entr" presetSubtype="16" fill="hold" grpId="0" nodeType="afterEffect" nodePh="1">
                                  <p:stCondLst>
                                    <p:cond delay="0"/>
                                  </p:stCondLst>
                                  <p:endCondLst>
                                    <p:cond evt="begin" delay="0">
                                      <p:tn val="51"/>
                                    </p:cond>
                                  </p:endCondLst>
                                  <p:childTnLst>
                                    <p:set>
                                      <p:cBhvr>
                                        <p:cTn id="52" dur="1" fill="hold">
                                          <p:stCondLst>
                                            <p:cond delay="0"/>
                                          </p:stCondLst>
                                        </p:cTn>
                                        <p:tgtEl>
                                          <p:spTgt spid="32">
                                            <p:txEl>
                                              <p:pRg st="0" end="0"/>
                                            </p:txEl>
                                          </p:spTgt>
                                        </p:tgtEl>
                                        <p:attrNameLst>
                                          <p:attrName>style.visibility</p:attrName>
                                        </p:attrNameLst>
                                      </p:cBhvr>
                                      <p:to>
                                        <p:strVal val="visible"/>
                                      </p:to>
                                    </p:set>
                                    <p:anim calcmode="lin" valueType="num">
                                      <p:cBhvr>
                                        <p:cTn id="53" dur="500" fill="hold"/>
                                        <p:tgtEl>
                                          <p:spTgt spid="32">
                                            <p:txEl>
                                              <p:pRg st="0" end="0"/>
                                            </p:txEl>
                                          </p:spTgt>
                                        </p:tgtEl>
                                        <p:attrNameLst>
                                          <p:attrName>ppt_w</p:attrName>
                                        </p:attrNameLst>
                                      </p:cBhvr>
                                      <p:tavLst>
                                        <p:tav tm="0">
                                          <p:val>
                                            <p:fltVal val="0"/>
                                          </p:val>
                                        </p:tav>
                                        <p:tav tm="100000">
                                          <p:val>
                                            <p:strVal val="#ppt_w"/>
                                          </p:val>
                                        </p:tav>
                                      </p:tavLst>
                                    </p:anim>
                                    <p:anim calcmode="lin" valueType="num">
                                      <p:cBhvr>
                                        <p:cTn id="54" dur="500" fill="hold"/>
                                        <p:tgtEl>
                                          <p:spTgt spid="32">
                                            <p:txEl>
                                              <p:pRg st="0" end="0"/>
                                            </p:txEl>
                                          </p:spTgt>
                                        </p:tgtEl>
                                        <p:attrNameLst>
                                          <p:attrName>ppt_h</p:attrName>
                                        </p:attrNameLst>
                                      </p:cBhvr>
                                      <p:tavLst>
                                        <p:tav tm="0">
                                          <p:val>
                                            <p:fltVal val="0"/>
                                          </p:val>
                                        </p:tav>
                                        <p:tav tm="100000">
                                          <p:val>
                                            <p:strVal val="#ppt_h"/>
                                          </p:val>
                                        </p:tav>
                                      </p:tavLst>
                                    </p:anim>
                                    <p:animEffect transition="in" filter="fade">
                                      <p:cBhvr>
                                        <p:cTn id="55" dur="500"/>
                                        <p:tgtEl>
                                          <p:spTgt spid="32">
                                            <p:txEl>
                                              <p:pRg st="0" end="0"/>
                                            </p:txEl>
                                          </p:spTgt>
                                        </p:tgtEl>
                                      </p:cBhvr>
                                    </p:animEffect>
                                  </p:childTnLst>
                                </p:cTn>
                              </p:par>
                            </p:childTnLst>
                          </p:cTn>
                        </p:par>
                        <p:par>
                          <p:cTn id="56" fill="hold">
                            <p:stCondLst>
                              <p:cond delay="5000"/>
                            </p:stCondLst>
                            <p:childTnLst>
                              <p:par>
                                <p:cTn id="57" presetID="47" presetClass="entr" presetSubtype="0" fill="hold" grpId="0" nodeType="afterEffect">
                                  <p:stCondLst>
                                    <p:cond delay="0"/>
                                  </p:stCondLst>
                                  <p:childTnLst>
                                    <p:set>
                                      <p:cBhvr>
                                        <p:cTn id="58" dur="1" fill="hold">
                                          <p:stCondLst>
                                            <p:cond delay="0"/>
                                          </p:stCondLst>
                                        </p:cTn>
                                        <p:tgtEl>
                                          <p:spTgt spid="38"/>
                                        </p:tgtEl>
                                        <p:attrNameLst>
                                          <p:attrName>style.visibility</p:attrName>
                                        </p:attrNameLst>
                                      </p:cBhvr>
                                      <p:to>
                                        <p:strVal val="visible"/>
                                      </p:to>
                                    </p:set>
                                    <p:animEffect transition="in" filter="fade">
                                      <p:cBhvr>
                                        <p:cTn id="59" dur="500"/>
                                        <p:tgtEl>
                                          <p:spTgt spid="38"/>
                                        </p:tgtEl>
                                      </p:cBhvr>
                                    </p:animEffect>
                                    <p:anim calcmode="lin" valueType="num">
                                      <p:cBhvr>
                                        <p:cTn id="60" dur="500" fill="hold"/>
                                        <p:tgtEl>
                                          <p:spTgt spid="38"/>
                                        </p:tgtEl>
                                        <p:attrNameLst>
                                          <p:attrName>ppt_x</p:attrName>
                                        </p:attrNameLst>
                                      </p:cBhvr>
                                      <p:tavLst>
                                        <p:tav tm="0">
                                          <p:val>
                                            <p:strVal val="#ppt_x"/>
                                          </p:val>
                                        </p:tav>
                                        <p:tav tm="100000">
                                          <p:val>
                                            <p:strVal val="#ppt_x"/>
                                          </p:val>
                                        </p:tav>
                                      </p:tavLst>
                                    </p:anim>
                                    <p:anim calcmode="lin" valueType="num">
                                      <p:cBhvr>
                                        <p:cTn id="61" dur="500" fill="hold"/>
                                        <p:tgtEl>
                                          <p:spTgt spid="38"/>
                                        </p:tgtEl>
                                        <p:attrNameLst>
                                          <p:attrName>ppt_y</p:attrName>
                                        </p:attrNameLst>
                                      </p:cBhvr>
                                      <p:tavLst>
                                        <p:tav tm="0">
                                          <p:val>
                                            <p:strVal val="#ppt_y-.1"/>
                                          </p:val>
                                        </p:tav>
                                        <p:tav tm="100000">
                                          <p:val>
                                            <p:strVal val="#ppt_y"/>
                                          </p:val>
                                        </p:tav>
                                      </p:tavLst>
                                    </p:anim>
                                  </p:childTnLst>
                                </p:cTn>
                              </p:par>
                            </p:childTnLst>
                          </p:cTn>
                        </p:par>
                        <p:par>
                          <p:cTn id="62" fill="hold">
                            <p:stCondLst>
                              <p:cond delay="5500"/>
                            </p:stCondLst>
                            <p:childTnLst>
                              <p:par>
                                <p:cTn id="63" presetID="53" presetClass="entr" presetSubtype="16" fill="hold" grpId="0" nodeType="afterEffect" nodePh="1">
                                  <p:stCondLst>
                                    <p:cond delay="0"/>
                                  </p:stCondLst>
                                  <p:endCondLst>
                                    <p:cond evt="begin" delay="0">
                                      <p:tn val="63"/>
                                    </p:cond>
                                  </p:endCondLst>
                                  <p:childTnLst>
                                    <p:set>
                                      <p:cBhvr>
                                        <p:cTn id="64" dur="1" fill="hold">
                                          <p:stCondLst>
                                            <p:cond delay="0"/>
                                          </p:stCondLst>
                                        </p:cTn>
                                        <p:tgtEl>
                                          <p:spTgt spid="46">
                                            <p:txEl>
                                              <p:pRg st="0" end="0"/>
                                            </p:txEl>
                                          </p:spTgt>
                                        </p:tgtEl>
                                        <p:attrNameLst>
                                          <p:attrName>style.visibility</p:attrName>
                                        </p:attrNameLst>
                                      </p:cBhvr>
                                      <p:to>
                                        <p:strVal val="visible"/>
                                      </p:to>
                                    </p:set>
                                    <p:anim calcmode="lin" valueType="num">
                                      <p:cBhvr>
                                        <p:cTn id="65" dur="500" fill="hold"/>
                                        <p:tgtEl>
                                          <p:spTgt spid="46">
                                            <p:txEl>
                                              <p:pRg st="0" end="0"/>
                                            </p:txEl>
                                          </p:spTgt>
                                        </p:tgtEl>
                                        <p:attrNameLst>
                                          <p:attrName>ppt_w</p:attrName>
                                        </p:attrNameLst>
                                      </p:cBhvr>
                                      <p:tavLst>
                                        <p:tav tm="0">
                                          <p:val>
                                            <p:fltVal val="0"/>
                                          </p:val>
                                        </p:tav>
                                        <p:tav tm="100000">
                                          <p:val>
                                            <p:strVal val="#ppt_w"/>
                                          </p:val>
                                        </p:tav>
                                      </p:tavLst>
                                    </p:anim>
                                    <p:anim calcmode="lin" valueType="num">
                                      <p:cBhvr>
                                        <p:cTn id="66" dur="500" fill="hold"/>
                                        <p:tgtEl>
                                          <p:spTgt spid="46">
                                            <p:txEl>
                                              <p:pRg st="0" end="0"/>
                                            </p:txEl>
                                          </p:spTgt>
                                        </p:tgtEl>
                                        <p:attrNameLst>
                                          <p:attrName>ppt_h</p:attrName>
                                        </p:attrNameLst>
                                      </p:cBhvr>
                                      <p:tavLst>
                                        <p:tav tm="0">
                                          <p:val>
                                            <p:fltVal val="0"/>
                                          </p:val>
                                        </p:tav>
                                        <p:tav tm="100000">
                                          <p:val>
                                            <p:strVal val="#ppt_h"/>
                                          </p:val>
                                        </p:tav>
                                      </p:tavLst>
                                    </p:anim>
                                    <p:animEffect transition="in" filter="fade">
                                      <p:cBhvr>
                                        <p:cTn id="67" dur="500"/>
                                        <p:tgtEl>
                                          <p:spTgt spid="46">
                                            <p:txEl>
                                              <p:pRg st="0" end="0"/>
                                            </p:txEl>
                                          </p:spTgt>
                                        </p:tgtEl>
                                      </p:cBhvr>
                                    </p:animEffect>
                                  </p:childTnLst>
                                </p:cTn>
                              </p:par>
                            </p:childTnLst>
                          </p:cTn>
                        </p:par>
                        <p:par>
                          <p:cTn id="68" fill="hold">
                            <p:stCondLst>
                              <p:cond delay="6000"/>
                            </p:stCondLst>
                            <p:childTnLst>
                              <p:par>
                                <p:cTn id="69" presetID="42" presetClass="entr" presetSubtype="0" fill="hold" grpId="0" nodeType="afterEffect" nodePh="1">
                                  <p:stCondLst>
                                    <p:cond delay="0"/>
                                  </p:stCondLst>
                                  <p:endCondLst>
                                    <p:cond evt="begin" delay="0">
                                      <p:tn val="69"/>
                                    </p:cond>
                                  </p:endCondLst>
                                  <p:childTnLst>
                                    <p:set>
                                      <p:cBhvr>
                                        <p:cTn id="70" dur="1" fill="hold">
                                          <p:stCondLst>
                                            <p:cond delay="0"/>
                                          </p:stCondLst>
                                        </p:cTn>
                                        <p:tgtEl>
                                          <p:spTgt spid="47">
                                            <p:txEl>
                                              <p:pRg st="0" end="0"/>
                                            </p:txEl>
                                          </p:spTgt>
                                        </p:tgtEl>
                                        <p:attrNameLst>
                                          <p:attrName>style.visibility</p:attrName>
                                        </p:attrNameLst>
                                      </p:cBhvr>
                                      <p:to>
                                        <p:strVal val="visible"/>
                                      </p:to>
                                    </p:set>
                                    <p:animEffect transition="in" filter="fade">
                                      <p:cBhvr>
                                        <p:cTn id="71" dur="500"/>
                                        <p:tgtEl>
                                          <p:spTgt spid="47">
                                            <p:txEl>
                                              <p:pRg st="0" end="0"/>
                                            </p:txEl>
                                          </p:spTgt>
                                        </p:tgtEl>
                                      </p:cBhvr>
                                    </p:animEffect>
                                    <p:anim calcmode="lin" valueType="num">
                                      <p:cBhvr>
                                        <p:cTn id="72" dur="500" fill="hold"/>
                                        <p:tgtEl>
                                          <p:spTgt spid="47">
                                            <p:txEl>
                                              <p:pRg st="0" end="0"/>
                                            </p:txEl>
                                          </p:spTgt>
                                        </p:tgtEl>
                                        <p:attrNameLst>
                                          <p:attrName>ppt_x</p:attrName>
                                        </p:attrNameLst>
                                      </p:cBhvr>
                                      <p:tavLst>
                                        <p:tav tm="0">
                                          <p:val>
                                            <p:strVal val="#ppt_x"/>
                                          </p:val>
                                        </p:tav>
                                        <p:tav tm="100000">
                                          <p:val>
                                            <p:strVal val="#ppt_x"/>
                                          </p:val>
                                        </p:tav>
                                      </p:tavLst>
                                    </p:anim>
                                    <p:anim calcmode="lin" valueType="num">
                                      <p:cBhvr>
                                        <p:cTn id="73" dur="500" fill="hold"/>
                                        <p:tgtEl>
                                          <p:spTgt spid="47">
                                            <p:txEl>
                                              <p:pRg st="0" end="0"/>
                                            </p:txEl>
                                          </p:spTgt>
                                        </p:tgtEl>
                                        <p:attrNameLst>
                                          <p:attrName>ppt_y</p:attrName>
                                        </p:attrNameLst>
                                      </p:cBhvr>
                                      <p:tavLst>
                                        <p:tav tm="0">
                                          <p:val>
                                            <p:strVal val="#ppt_y+.1"/>
                                          </p:val>
                                        </p:tav>
                                        <p:tav tm="100000">
                                          <p:val>
                                            <p:strVal val="#ppt_y"/>
                                          </p:val>
                                        </p:tav>
                                      </p:tavLst>
                                    </p:anim>
                                  </p:childTnLst>
                                </p:cTn>
                              </p:par>
                            </p:childTnLst>
                          </p:cTn>
                        </p:par>
                        <p:par>
                          <p:cTn id="74" fill="hold">
                            <p:stCondLst>
                              <p:cond delay="6500"/>
                            </p:stCondLst>
                            <p:childTnLst>
                              <p:par>
                                <p:cTn id="75" presetID="42" presetClass="entr" presetSubtype="0" fill="hold" grpId="0" nodeType="afterEffect">
                                  <p:stCondLst>
                                    <p:cond delay="0"/>
                                  </p:stCondLst>
                                  <p:childTnLst>
                                    <p:set>
                                      <p:cBhvr>
                                        <p:cTn id="76" dur="1" fill="hold">
                                          <p:stCondLst>
                                            <p:cond delay="0"/>
                                          </p:stCondLst>
                                        </p:cTn>
                                        <p:tgtEl>
                                          <p:spTgt spid="36"/>
                                        </p:tgtEl>
                                        <p:attrNameLst>
                                          <p:attrName>style.visibility</p:attrName>
                                        </p:attrNameLst>
                                      </p:cBhvr>
                                      <p:to>
                                        <p:strVal val="visible"/>
                                      </p:to>
                                    </p:set>
                                    <p:animEffect transition="in" filter="fade">
                                      <p:cBhvr>
                                        <p:cTn id="77" dur="500"/>
                                        <p:tgtEl>
                                          <p:spTgt spid="36"/>
                                        </p:tgtEl>
                                      </p:cBhvr>
                                    </p:animEffect>
                                    <p:anim calcmode="lin" valueType="num">
                                      <p:cBhvr>
                                        <p:cTn id="78" dur="500" fill="hold"/>
                                        <p:tgtEl>
                                          <p:spTgt spid="36"/>
                                        </p:tgtEl>
                                        <p:attrNameLst>
                                          <p:attrName>ppt_x</p:attrName>
                                        </p:attrNameLst>
                                      </p:cBhvr>
                                      <p:tavLst>
                                        <p:tav tm="0">
                                          <p:val>
                                            <p:strVal val="#ppt_x"/>
                                          </p:val>
                                        </p:tav>
                                        <p:tav tm="100000">
                                          <p:val>
                                            <p:strVal val="#ppt_x"/>
                                          </p:val>
                                        </p:tav>
                                      </p:tavLst>
                                    </p:anim>
                                    <p:anim calcmode="lin" valueType="num">
                                      <p:cBhvr>
                                        <p:cTn id="79" dur="500" fill="hold"/>
                                        <p:tgtEl>
                                          <p:spTgt spid="36"/>
                                        </p:tgtEl>
                                        <p:attrNameLst>
                                          <p:attrName>ppt_y</p:attrName>
                                        </p:attrNameLst>
                                      </p:cBhvr>
                                      <p:tavLst>
                                        <p:tav tm="0">
                                          <p:val>
                                            <p:strVal val="#ppt_y+.1"/>
                                          </p:val>
                                        </p:tav>
                                        <p:tav tm="100000">
                                          <p:val>
                                            <p:strVal val="#ppt_y"/>
                                          </p:val>
                                        </p:tav>
                                      </p:tavLst>
                                    </p:anim>
                                  </p:childTnLst>
                                </p:cTn>
                              </p:par>
                            </p:childTnLst>
                          </p:cTn>
                        </p:par>
                        <p:par>
                          <p:cTn id="80" fill="hold">
                            <p:stCondLst>
                              <p:cond delay="7000"/>
                            </p:stCondLst>
                            <p:childTnLst>
                              <p:par>
                                <p:cTn id="81" presetID="53" presetClass="entr" presetSubtype="16" fill="hold" grpId="0" nodeType="afterEffect" nodePh="1">
                                  <p:stCondLst>
                                    <p:cond delay="0"/>
                                  </p:stCondLst>
                                  <p:endCondLst>
                                    <p:cond evt="begin" delay="0">
                                      <p:tn val="81"/>
                                    </p:cond>
                                  </p:endCondLst>
                                  <p:childTnLst>
                                    <p:set>
                                      <p:cBhvr>
                                        <p:cTn id="82" dur="1" fill="hold">
                                          <p:stCondLst>
                                            <p:cond delay="0"/>
                                          </p:stCondLst>
                                        </p:cTn>
                                        <p:tgtEl>
                                          <p:spTgt spid="37">
                                            <p:txEl>
                                              <p:pRg st="0" end="0"/>
                                            </p:txEl>
                                          </p:spTgt>
                                        </p:tgtEl>
                                        <p:attrNameLst>
                                          <p:attrName>style.visibility</p:attrName>
                                        </p:attrNameLst>
                                      </p:cBhvr>
                                      <p:to>
                                        <p:strVal val="visible"/>
                                      </p:to>
                                    </p:set>
                                    <p:anim calcmode="lin" valueType="num">
                                      <p:cBhvr>
                                        <p:cTn id="83" dur="500" fill="hold"/>
                                        <p:tgtEl>
                                          <p:spTgt spid="37">
                                            <p:txEl>
                                              <p:pRg st="0" end="0"/>
                                            </p:txEl>
                                          </p:spTgt>
                                        </p:tgtEl>
                                        <p:attrNameLst>
                                          <p:attrName>ppt_w</p:attrName>
                                        </p:attrNameLst>
                                      </p:cBhvr>
                                      <p:tavLst>
                                        <p:tav tm="0">
                                          <p:val>
                                            <p:fltVal val="0"/>
                                          </p:val>
                                        </p:tav>
                                        <p:tav tm="100000">
                                          <p:val>
                                            <p:strVal val="#ppt_w"/>
                                          </p:val>
                                        </p:tav>
                                      </p:tavLst>
                                    </p:anim>
                                    <p:anim calcmode="lin" valueType="num">
                                      <p:cBhvr>
                                        <p:cTn id="84" dur="500" fill="hold"/>
                                        <p:tgtEl>
                                          <p:spTgt spid="37">
                                            <p:txEl>
                                              <p:pRg st="0" end="0"/>
                                            </p:txEl>
                                          </p:spTgt>
                                        </p:tgtEl>
                                        <p:attrNameLst>
                                          <p:attrName>ppt_h</p:attrName>
                                        </p:attrNameLst>
                                      </p:cBhvr>
                                      <p:tavLst>
                                        <p:tav tm="0">
                                          <p:val>
                                            <p:fltVal val="0"/>
                                          </p:val>
                                        </p:tav>
                                        <p:tav tm="100000">
                                          <p:val>
                                            <p:strVal val="#ppt_h"/>
                                          </p:val>
                                        </p:tav>
                                      </p:tavLst>
                                    </p:anim>
                                    <p:animEffect transition="in" filter="fade">
                                      <p:cBhvr>
                                        <p:cTn id="85" dur="500"/>
                                        <p:tgtEl>
                                          <p:spTgt spid="37">
                                            <p:txEl>
                                              <p:pRg st="0" end="0"/>
                                            </p:txEl>
                                          </p:spTgt>
                                        </p:tgtEl>
                                      </p:cBhvr>
                                    </p:animEffect>
                                  </p:childTnLst>
                                </p:cTn>
                              </p:par>
                            </p:childTnLst>
                          </p:cTn>
                        </p:par>
                        <p:par>
                          <p:cTn id="86" fill="hold">
                            <p:stCondLst>
                              <p:cond delay="7500"/>
                            </p:stCondLst>
                            <p:childTnLst>
                              <p:par>
                                <p:cTn id="87" presetID="42" presetClass="entr" presetSubtype="0" fill="hold" grpId="0" nodeType="afterEffect">
                                  <p:stCondLst>
                                    <p:cond delay="0"/>
                                  </p:stCondLst>
                                  <p:childTnLst>
                                    <p:set>
                                      <p:cBhvr>
                                        <p:cTn id="88" dur="1" fill="hold">
                                          <p:stCondLst>
                                            <p:cond delay="0"/>
                                          </p:stCondLst>
                                        </p:cTn>
                                        <p:tgtEl>
                                          <p:spTgt spid="39"/>
                                        </p:tgtEl>
                                        <p:attrNameLst>
                                          <p:attrName>style.visibility</p:attrName>
                                        </p:attrNameLst>
                                      </p:cBhvr>
                                      <p:to>
                                        <p:strVal val="visible"/>
                                      </p:to>
                                    </p:set>
                                    <p:animEffect transition="in" filter="fade">
                                      <p:cBhvr>
                                        <p:cTn id="89" dur="500"/>
                                        <p:tgtEl>
                                          <p:spTgt spid="39"/>
                                        </p:tgtEl>
                                      </p:cBhvr>
                                    </p:animEffect>
                                    <p:anim calcmode="lin" valueType="num">
                                      <p:cBhvr>
                                        <p:cTn id="90" dur="500" fill="hold"/>
                                        <p:tgtEl>
                                          <p:spTgt spid="39"/>
                                        </p:tgtEl>
                                        <p:attrNameLst>
                                          <p:attrName>ppt_x</p:attrName>
                                        </p:attrNameLst>
                                      </p:cBhvr>
                                      <p:tavLst>
                                        <p:tav tm="0">
                                          <p:val>
                                            <p:strVal val="#ppt_x"/>
                                          </p:val>
                                        </p:tav>
                                        <p:tav tm="100000">
                                          <p:val>
                                            <p:strVal val="#ppt_x"/>
                                          </p:val>
                                        </p:tav>
                                      </p:tavLst>
                                    </p:anim>
                                    <p:anim calcmode="lin" valueType="num">
                                      <p:cBhvr>
                                        <p:cTn id="91" dur="500" fill="hold"/>
                                        <p:tgtEl>
                                          <p:spTgt spid="39"/>
                                        </p:tgtEl>
                                        <p:attrNameLst>
                                          <p:attrName>ppt_y</p:attrName>
                                        </p:attrNameLst>
                                      </p:cBhvr>
                                      <p:tavLst>
                                        <p:tav tm="0">
                                          <p:val>
                                            <p:strVal val="#ppt_y+.1"/>
                                          </p:val>
                                        </p:tav>
                                        <p:tav tm="100000">
                                          <p:val>
                                            <p:strVal val="#ppt_y"/>
                                          </p:val>
                                        </p:tav>
                                      </p:tavLst>
                                    </p:anim>
                                  </p:childTnLst>
                                </p:cTn>
                              </p:par>
                            </p:childTnLst>
                          </p:cTn>
                        </p:par>
                        <p:par>
                          <p:cTn id="92" fill="hold">
                            <p:stCondLst>
                              <p:cond delay="8000"/>
                            </p:stCondLst>
                            <p:childTnLst>
                              <p:par>
                                <p:cTn id="93" presetID="53" presetClass="entr" presetSubtype="16" fill="hold" grpId="0" nodeType="afterEffect" nodePh="1">
                                  <p:stCondLst>
                                    <p:cond delay="0"/>
                                  </p:stCondLst>
                                  <p:endCondLst>
                                    <p:cond evt="begin" delay="0">
                                      <p:tn val="93"/>
                                    </p:cond>
                                  </p:endCondLst>
                                  <p:childTnLst>
                                    <p:set>
                                      <p:cBhvr>
                                        <p:cTn id="94" dur="1" fill="hold">
                                          <p:stCondLst>
                                            <p:cond delay="0"/>
                                          </p:stCondLst>
                                        </p:cTn>
                                        <p:tgtEl>
                                          <p:spTgt spid="48">
                                            <p:txEl>
                                              <p:pRg st="0" end="0"/>
                                            </p:txEl>
                                          </p:spTgt>
                                        </p:tgtEl>
                                        <p:attrNameLst>
                                          <p:attrName>style.visibility</p:attrName>
                                        </p:attrNameLst>
                                      </p:cBhvr>
                                      <p:to>
                                        <p:strVal val="visible"/>
                                      </p:to>
                                    </p:set>
                                    <p:anim calcmode="lin" valueType="num">
                                      <p:cBhvr>
                                        <p:cTn id="95" dur="500" fill="hold"/>
                                        <p:tgtEl>
                                          <p:spTgt spid="48">
                                            <p:txEl>
                                              <p:pRg st="0" end="0"/>
                                            </p:txEl>
                                          </p:spTgt>
                                        </p:tgtEl>
                                        <p:attrNameLst>
                                          <p:attrName>ppt_w</p:attrName>
                                        </p:attrNameLst>
                                      </p:cBhvr>
                                      <p:tavLst>
                                        <p:tav tm="0">
                                          <p:val>
                                            <p:fltVal val="0"/>
                                          </p:val>
                                        </p:tav>
                                        <p:tav tm="100000">
                                          <p:val>
                                            <p:strVal val="#ppt_w"/>
                                          </p:val>
                                        </p:tav>
                                      </p:tavLst>
                                    </p:anim>
                                    <p:anim calcmode="lin" valueType="num">
                                      <p:cBhvr>
                                        <p:cTn id="96" dur="500" fill="hold"/>
                                        <p:tgtEl>
                                          <p:spTgt spid="48">
                                            <p:txEl>
                                              <p:pRg st="0" end="0"/>
                                            </p:txEl>
                                          </p:spTgt>
                                        </p:tgtEl>
                                        <p:attrNameLst>
                                          <p:attrName>ppt_h</p:attrName>
                                        </p:attrNameLst>
                                      </p:cBhvr>
                                      <p:tavLst>
                                        <p:tav tm="0">
                                          <p:val>
                                            <p:fltVal val="0"/>
                                          </p:val>
                                        </p:tav>
                                        <p:tav tm="100000">
                                          <p:val>
                                            <p:strVal val="#ppt_h"/>
                                          </p:val>
                                        </p:tav>
                                      </p:tavLst>
                                    </p:anim>
                                    <p:animEffect transition="in" filter="fade">
                                      <p:cBhvr>
                                        <p:cTn id="97" dur="500"/>
                                        <p:tgtEl>
                                          <p:spTgt spid="48">
                                            <p:txEl>
                                              <p:pRg st="0" end="0"/>
                                            </p:txEl>
                                          </p:spTgt>
                                        </p:tgtEl>
                                      </p:cBhvr>
                                    </p:animEffect>
                                  </p:childTnLst>
                                </p:cTn>
                              </p:par>
                            </p:childTnLst>
                          </p:cTn>
                        </p:par>
                        <p:par>
                          <p:cTn id="98" fill="hold">
                            <p:stCondLst>
                              <p:cond delay="8500"/>
                            </p:stCondLst>
                            <p:childTnLst>
                              <p:par>
                                <p:cTn id="99" presetID="42" presetClass="entr" presetSubtype="0" fill="hold" grpId="0" nodeType="afterEffect" nodePh="1">
                                  <p:stCondLst>
                                    <p:cond delay="0"/>
                                  </p:stCondLst>
                                  <p:endCondLst>
                                    <p:cond evt="begin" delay="0">
                                      <p:tn val="99"/>
                                    </p:cond>
                                  </p:endCondLst>
                                  <p:childTnLst>
                                    <p:set>
                                      <p:cBhvr>
                                        <p:cTn id="100" dur="1" fill="hold">
                                          <p:stCondLst>
                                            <p:cond delay="0"/>
                                          </p:stCondLst>
                                        </p:cTn>
                                        <p:tgtEl>
                                          <p:spTgt spid="49">
                                            <p:txEl>
                                              <p:pRg st="0" end="0"/>
                                            </p:txEl>
                                          </p:spTgt>
                                        </p:tgtEl>
                                        <p:attrNameLst>
                                          <p:attrName>style.visibility</p:attrName>
                                        </p:attrNameLst>
                                      </p:cBhvr>
                                      <p:to>
                                        <p:strVal val="visible"/>
                                      </p:to>
                                    </p:set>
                                    <p:animEffect transition="in" filter="fade">
                                      <p:cBhvr>
                                        <p:cTn id="101" dur="500"/>
                                        <p:tgtEl>
                                          <p:spTgt spid="49">
                                            <p:txEl>
                                              <p:pRg st="0" end="0"/>
                                            </p:txEl>
                                          </p:spTgt>
                                        </p:tgtEl>
                                      </p:cBhvr>
                                    </p:animEffect>
                                    <p:anim calcmode="lin" valueType="num">
                                      <p:cBhvr>
                                        <p:cTn id="102" dur="500" fill="hold"/>
                                        <p:tgtEl>
                                          <p:spTgt spid="49">
                                            <p:txEl>
                                              <p:pRg st="0" end="0"/>
                                            </p:txEl>
                                          </p:spTgt>
                                        </p:tgtEl>
                                        <p:attrNameLst>
                                          <p:attrName>ppt_x</p:attrName>
                                        </p:attrNameLst>
                                      </p:cBhvr>
                                      <p:tavLst>
                                        <p:tav tm="0">
                                          <p:val>
                                            <p:strVal val="#ppt_x"/>
                                          </p:val>
                                        </p:tav>
                                        <p:tav tm="100000">
                                          <p:val>
                                            <p:strVal val="#ppt_x"/>
                                          </p:val>
                                        </p:tav>
                                      </p:tavLst>
                                    </p:anim>
                                    <p:anim calcmode="lin" valueType="num">
                                      <p:cBhvr>
                                        <p:cTn id="103" dur="500" fill="hold"/>
                                        <p:tgtEl>
                                          <p:spTgt spid="49">
                                            <p:txEl>
                                              <p:pRg st="0" end="0"/>
                                            </p:txEl>
                                          </p:spTgt>
                                        </p:tgtEl>
                                        <p:attrNameLst>
                                          <p:attrName>ppt_y</p:attrName>
                                        </p:attrNameLst>
                                      </p:cBhvr>
                                      <p:tavLst>
                                        <p:tav tm="0">
                                          <p:val>
                                            <p:strVal val="#ppt_y+.1"/>
                                          </p:val>
                                        </p:tav>
                                        <p:tav tm="100000">
                                          <p:val>
                                            <p:strVal val="#ppt_y"/>
                                          </p:val>
                                        </p:tav>
                                      </p:tavLst>
                                    </p:anim>
                                  </p:childTnLst>
                                </p:cTn>
                              </p:par>
                            </p:childTnLst>
                          </p:cTn>
                        </p:par>
                        <p:par>
                          <p:cTn id="104" fill="hold">
                            <p:stCondLst>
                              <p:cond delay="9000"/>
                            </p:stCondLst>
                            <p:childTnLst>
                              <p:par>
                                <p:cTn id="105" presetID="42" presetClass="entr" presetSubtype="0" fill="hold" grpId="0" nodeType="afterEffect">
                                  <p:stCondLst>
                                    <p:cond delay="0"/>
                                  </p:stCondLst>
                                  <p:childTnLst>
                                    <p:set>
                                      <p:cBhvr>
                                        <p:cTn id="106" dur="1" fill="hold">
                                          <p:stCondLst>
                                            <p:cond delay="0"/>
                                          </p:stCondLst>
                                        </p:cTn>
                                        <p:tgtEl>
                                          <p:spTgt spid="40"/>
                                        </p:tgtEl>
                                        <p:attrNameLst>
                                          <p:attrName>style.visibility</p:attrName>
                                        </p:attrNameLst>
                                      </p:cBhvr>
                                      <p:to>
                                        <p:strVal val="visible"/>
                                      </p:to>
                                    </p:set>
                                    <p:animEffect transition="in" filter="fade">
                                      <p:cBhvr>
                                        <p:cTn id="107" dur="500"/>
                                        <p:tgtEl>
                                          <p:spTgt spid="40"/>
                                        </p:tgtEl>
                                      </p:cBhvr>
                                    </p:animEffect>
                                    <p:anim calcmode="lin" valueType="num">
                                      <p:cBhvr>
                                        <p:cTn id="108" dur="500" fill="hold"/>
                                        <p:tgtEl>
                                          <p:spTgt spid="40"/>
                                        </p:tgtEl>
                                        <p:attrNameLst>
                                          <p:attrName>ppt_x</p:attrName>
                                        </p:attrNameLst>
                                      </p:cBhvr>
                                      <p:tavLst>
                                        <p:tav tm="0">
                                          <p:val>
                                            <p:strVal val="#ppt_x"/>
                                          </p:val>
                                        </p:tav>
                                        <p:tav tm="100000">
                                          <p:val>
                                            <p:strVal val="#ppt_x"/>
                                          </p:val>
                                        </p:tav>
                                      </p:tavLst>
                                    </p:anim>
                                    <p:anim calcmode="lin" valueType="num">
                                      <p:cBhvr>
                                        <p:cTn id="109" dur="500" fill="hold"/>
                                        <p:tgtEl>
                                          <p:spTgt spid="40"/>
                                        </p:tgtEl>
                                        <p:attrNameLst>
                                          <p:attrName>ppt_y</p:attrName>
                                        </p:attrNameLst>
                                      </p:cBhvr>
                                      <p:tavLst>
                                        <p:tav tm="0">
                                          <p:val>
                                            <p:strVal val="#ppt_y+.1"/>
                                          </p:val>
                                        </p:tav>
                                        <p:tav tm="100000">
                                          <p:val>
                                            <p:strVal val="#ppt_y"/>
                                          </p:val>
                                        </p:tav>
                                      </p:tavLst>
                                    </p:anim>
                                  </p:childTnLst>
                                </p:cTn>
                              </p:par>
                            </p:childTnLst>
                          </p:cTn>
                        </p:par>
                        <p:par>
                          <p:cTn id="110" fill="hold">
                            <p:stCondLst>
                              <p:cond delay="9500"/>
                            </p:stCondLst>
                            <p:childTnLst>
                              <p:par>
                                <p:cTn id="111" presetID="53" presetClass="entr" presetSubtype="16" fill="hold" grpId="0" nodeType="afterEffect" nodePh="1">
                                  <p:stCondLst>
                                    <p:cond delay="0"/>
                                  </p:stCondLst>
                                  <p:endCondLst>
                                    <p:cond evt="begin" delay="0">
                                      <p:tn val="111"/>
                                    </p:cond>
                                  </p:endCondLst>
                                  <p:childTnLst>
                                    <p:set>
                                      <p:cBhvr>
                                        <p:cTn id="112" dur="1" fill="hold">
                                          <p:stCondLst>
                                            <p:cond delay="0"/>
                                          </p:stCondLst>
                                        </p:cTn>
                                        <p:tgtEl>
                                          <p:spTgt spid="41">
                                            <p:txEl>
                                              <p:pRg st="0" end="0"/>
                                            </p:txEl>
                                          </p:spTgt>
                                        </p:tgtEl>
                                        <p:attrNameLst>
                                          <p:attrName>style.visibility</p:attrName>
                                        </p:attrNameLst>
                                      </p:cBhvr>
                                      <p:to>
                                        <p:strVal val="visible"/>
                                      </p:to>
                                    </p:set>
                                    <p:anim calcmode="lin" valueType="num">
                                      <p:cBhvr>
                                        <p:cTn id="113" dur="500" fill="hold"/>
                                        <p:tgtEl>
                                          <p:spTgt spid="41">
                                            <p:txEl>
                                              <p:pRg st="0" end="0"/>
                                            </p:txEl>
                                          </p:spTgt>
                                        </p:tgtEl>
                                        <p:attrNameLst>
                                          <p:attrName>ppt_w</p:attrName>
                                        </p:attrNameLst>
                                      </p:cBhvr>
                                      <p:tavLst>
                                        <p:tav tm="0">
                                          <p:val>
                                            <p:fltVal val="0"/>
                                          </p:val>
                                        </p:tav>
                                        <p:tav tm="100000">
                                          <p:val>
                                            <p:strVal val="#ppt_w"/>
                                          </p:val>
                                        </p:tav>
                                      </p:tavLst>
                                    </p:anim>
                                    <p:anim calcmode="lin" valueType="num">
                                      <p:cBhvr>
                                        <p:cTn id="114" dur="500" fill="hold"/>
                                        <p:tgtEl>
                                          <p:spTgt spid="41">
                                            <p:txEl>
                                              <p:pRg st="0" end="0"/>
                                            </p:txEl>
                                          </p:spTgt>
                                        </p:tgtEl>
                                        <p:attrNameLst>
                                          <p:attrName>ppt_h</p:attrName>
                                        </p:attrNameLst>
                                      </p:cBhvr>
                                      <p:tavLst>
                                        <p:tav tm="0">
                                          <p:val>
                                            <p:fltVal val="0"/>
                                          </p:val>
                                        </p:tav>
                                        <p:tav tm="100000">
                                          <p:val>
                                            <p:strVal val="#ppt_h"/>
                                          </p:val>
                                        </p:tav>
                                      </p:tavLst>
                                    </p:anim>
                                    <p:animEffect transition="in" filter="fade">
                                      <p:cBhvr>
                                        <p:cTn id="115" dur="500"/>
                                        <p:tgtEl>
                                          <p:spTgt spid="41">
                                            <p:txEl>
                                              <p:pRg st="0" end="0"/>
                                            </p:txEl>
                                          </p:spTgt>
                                        </p:tgtEl>
                                      </p:cBhvr>
                                    </p:animEffect>
                                  </p:childTnLst>
                                </p:cTn>
                              </p:par>
                            </p:childTnLst>
                          </p:cTn>
                        </p:par>
                        <p:par>
                          <p:cTn id="116" fill="hold">
                            <p:stCondLst>
                              <p:cond delay="10000"/>
                            </p:stCondLst>
                            <p:childTnLst>
                              <p:par>
                                <p:cTn id="117" presetID="47" presetClass="entr" presetSubtype="0" fill="hold" grpId="0" nodeType="afterEffect">
                                  <p:stCondLst>
                                    <p:cond delay="0"/>
                                  </p:stCondLst>
                                  <p:childTnLst>
                                    <p:set>
                                      <p:cBhvr>
                                        <p:cTn id="118" dur="1" fill="hold">
                                          <p:stCondLst>
                                            <p:cond delay="0"/>
                                          </p:stCondLst>
                                        </p:cTn>
                                        <p:tgtEl>
                                          <p:spTgt spid="42"/>
                                        </p:tgtEl>
                                        <p:attrNameLst>
                                          <p:attrName>style.visibility</p:attrName>
                                        </p:attrNameLst>
                                      </p:cBhvr>
                                      <p:to>
                                        <p:strVal val="visible"/>
                                      </p:to>
                                    </p:set>
                                    <p:animEffect transition="in" filter="fade">
                                      <p:cBhvr>
                                        <p:cTn id="119" dur="500"/>
                                        <p:tgtEl>
                                          <p:spTgt spid="42"/>
                                        </p:tgtEl>
                                      </p:cBhvr>
                                    </p:animEffect>
                                    <p:anim calcmode="lin" valueType="num">
                                      <p:cBhvr>
                                        <p:cTn id="120" dur="500" fill="hold"/>
                                        <p:tgtEl>
                                          <p:spTgt spid="42"/>
                                        </p:tgtEl>
                                        <p:attrNameLst>
                                          <p:attrName>ppt_x</p:attrName>
                                        </p:attrNameLst>
                                      </p:cBhvr>
                                      <p:tavLst>
                                        <p:tav tm="0">
                                          <p:val>
                                            <p:strVal val="#ppt_x"/>
                                          </p:val>
                                        </p:tav>
                                        <p:tav tm="100000">
                                          <p:val>
                                            <p:strVal val="#ppt_x"/>
                                          </p:val>
                                        </p:tav>
                                      </p:tavLst>
                                    </p:anim>
                                    <p:anim calcmode="lin" valueType="num">
                                      <p:cBhvr>
                                        <p:cTn id="121" dur="500" fill="hold"/>
                                        <p:tgtEl>
                                          <p:spTgt spid="42"/>
                                        </p:tgtEl>
                                        <p:attrNameLst>
                                          <p:attrName>ppt_y</p:attrName>
                                        </p:attrNameLst>
                                      </p:cBhvr>
                                      <p:tavLst>
                                        <p:tav tm="0">
                                          <p:val>
                                            <p:strVal val="#ppt_y-.1"/>
                                          </p:val>
                                        </p:tav>
                                        <p:tav tm="100000">
                                          <p:val>
                                            <p:strVal val="#ppt_y"/>
                                          </p:val>
                                        </p:tav>
                                      </p:tavLst>
                                    </p:anim>
                                  </p:childTnLst>
                                </p:cTn>
                              </p:par>
                            </p:childTnLst>
                          </p:cTn>
                        </p:par>
                        <p:par>
                          <p:cTn id="122" fill="hold">
                            <p:stCondLst>
                              <p:cond delay="10500"/>
                            </p:stCondLst>
                            <p:childTnLst>
                              <p:par>
                                <p:cTn id="123" presetID="53" presetClass="entr" presetSubtype="16" fill="hold" grpId="0" nodeType="afterEffect" nodePh="1">
                                  <p:stCondLst>
                                    <p:cond delay="0"/>
                                  </p:stCondLst>
                                  <p:endCondLst>
                                    <p:cond evt="begin" delay="0">
                                      <p:tn val="123"/>
                                    </p:cond>
                                  </p:endCondLst>
                                  <p:childTnLst>
                                    <p:set>
                                      <p:cBhvr>
                                        <p:cTn id="124" dur="1" fill="hold">
                                          <p:stCondLst>
                                            <p:cond delay="0"/>
                                          </p:stCondLst>
                                        </p:cTn>
                                        <p:tgtEl>
                                          <p:spTgt spid="50">
                                            <p:txEl>
                                              <p:pRg st="0" end="0"/>
                                            </p:txEl>
                                          </p:spTgt>
                                        </p:tgtEl>
                                        <p:attrNameLst>
                                          <p:attrName>style.visibility</p:attrName>
                                        </p:attrNameLst>
                                      </p:cBhvr>
                                      <p:to>
                                        <p:strVal val="visible"/>
                                      </p:to>
                                    </p:set>
                                    <p:anim calcmode="lin" valueType="num">
                                      <p:cBhvr>
                                        <p:cTn id="125" dur="500" fill="hold"/>
                                        <p:tgtEl>
                                          <p:spTgt spid="50">
                                            <p:txEl>
                                              <p:pRg st="0" end="0"/>
                                            </p:txEl>
                                          </p:spTgt>
                                        </p:tgtEl>
                                        <p:attrNameLst>
                                          <p:attrName>ppt_w</p:attrName>
                                        </p:attrNameLst>
                                      </p:cBhvr>
                                      <p:tavLst>
                                        <p:tav tm="0">
                                          <p:val>
                                            <p:fltVal val="0"/>
                                          </p:val>
                                        </p:tav>
                                        <p:tav tm="100000">
                                          <p:val>
                                            <p:strVal val="#ppt_w"/>
                                          </p:val>
                                        </p:tav>
                                      </p:tavLst>
                                    </p:anim>
                                    <p:anim calcmode="lin" valueType="num">
                                      <p:cBhvr>
                                        <p:cTn id="126" dur="500" fill="hold"/>
                                        <p:tgtEl>
                                          <p:spTgt spid="50">
                                            <p:txEl>
                                              <p:pRg st="0" end="0"/>
                                            </p:txEl>
                                          </p:spTgt>
                                        </p:tgtEl>
                                        <p:attrNameLst>
                                          <p:attrName>ppt_h</p:attrName>
                                        </p:attrNameLst>
                                      </p:cBhvr>
                                      <p:tavLst>
                                        <p:tav tm="0">
                                          <p:val>
                                            <p:fltVal val="0"/>
                                          </p:val>
                                        </p:tav>
                                        <p:tav tm="100000">
                                          <p:val>
                                            <p:strVal val="#ppt_h"/>
                                          </p:val>
                                        </p:tav>
                                      </p:tavLst>
                                    </p:anim>
                                    <p:animEffect transition="in" filter="fade">
                                      <p:cBhvr>
                                        <p:cTn id="127" dur="500"/>
                                        <p:tgtEl>
                                          <p:spTgt spid="50">
                                            <p:txEl>
                                              <p:pRg st="0" end="0"/>
                                            </p:txEl>
                                          </p:spTgt>
                                        </p:tgtEl>
                                      </p:cBhvr>
                                    </p:animEffect>
                                  </p:childTnLst>
                                </p:cTn>
                              </p:par>
                            </p:childTnLst>
                          </p:cTn>
                        </p:par>
                        <p:par>
                          <p:cTn id="128" fill="hold">
                            <p:stCondLst>
                              <p:cond delay="11000"/>
                            </p:stCondLst>
                            <p:childTnLst>
                              <p:par>
                                <p:cTn id="129" presetID="42" presetClass="entr" presetSubtype="0" fill="hold" grpId="0" nodeType="afterEffect" nodePh="1">
                                  <p:stCondLst>
                                    <p:cond delay="0"/>
                                  </p:stCondLst>
                                  <p:endCondLst>
                                    <p:cond evt="begin" delay="0">
                                      <p:tn val="129"/>
                                    </p:cond>
                                  </p:endCondLst>
                                  <p:childTnLst>
                                    <p:set>
                                      <p:cBhvr>
                                        <p:cTn id="130" dur="1" fill="hold">
                                          <p:stCondLst>
                                            <p:cond delay="0"/>
                                          </p:stCondLst>
                                        </p:cTn>
                                        <p:tgtEl>
                                          <p:spTgt spid="51">
                                            <p:txEl>
                                              <p:pRg st="0" end="0"/>
                                            </p:txEl>
                                          </p:spTgt>
                                        </p:tgtEl>
                                        <p:attrNameLst>
                                          <p:attrName>style.visibility</p:attrName>
                                        </p:attrNameLst>
                                      </p:cBhvr>
                                      <p:to>
                                        <p:strVal val="visible"/>
                                      </p:to>
                                    </p:set>
                                    <p:animEffect transition="in" filter="fade">
                                      <p:cBhvr>
                                        <p:cTn id="131" dur="500"/>
                                        <p:tgtEl>
                                          <p:spTgt spid="51">
                                            <p:txEl>
                                              <p:pRg st="0" end="0"/>
                                            </p:txEl>
                                          </p:spTgt>
                                        </p:tgtEl>
                                      </p:cBhvr>
                                    </p:animEffect>
                                    <p:anim calcmode="lin" valueType="num">
                                      <p:cBhvr>
                                        <p:cTn id="132" dur="500" fill="hold"/>
                                        <p:tgtEl>
                                          <p:spTgt spid="51">
                                            <p:txEl>
                                              <p:pRg st="0" end="0"/>
                                            </p:txEl>
                                          </p:spTgt>
                                        </p:tgtEl>
                                        <p:attrNameLst>
                                          <p:attrName>ppt_x</p:attrName>
                                        </p:attrNameLst>
                                      </p:cBhvr>
                                      <p:tavLst>
                                        <p:tav tm="0">
                                          <p:val>
                                            <p:strVal val="#ppt_x"/>
                                          </p:val>
                                        </p:tav>
                                        <p:tav tm="100000">
                                          <p:val>
                                            <p:strVal val="#ppt_x"/>
                                          </p:val>
                                        </p:tav>
                                      </p:tavLst>
                                    </p:anim>
                                    <p:anim calcmode="lin" valueType="num">
                                      <p:cBhvr>
                                        <p:cTn id="133" dur="500" fill="hold"/>
                                        <p:tgtEl>
                                          <p:spTgt spid="51">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animBg="1"/>
      <p:bldP spid="15" grpId="0"/>
      <p:bldP spid="18" grpId="0" build="p">
        <p:tmplLst>
          <p:tmpl lvl="1">
            <p:tnLst>
              <p:par>
                <p:cTn presetID="42" presetClass="entr" presetSubtype="0" fill="hold" nodeType="afterEffect">
                  <p:stCondLst>
                    <p:cond delay="0"/>
                  </p:stCondLst>
                  <p:childTnLst>
                    <p:set>
                      <p:cBhvr>
                        <p:cTn dur="1" fill="hold">
                          <p:stCondLst>
                            <p:cond delay="0"/>
                          </p:stCondLst>
                        </p:cTn>
                        <p:tgtEl>
                          <p:spTgt spid="18"/>
                        </p:tgtEl>
                        <p:attrNameLst>
                          <p:attrName>style.visibility</p:attrName>
                        </p:attrNameLst>
                      </p:cBhvr>
                      <p:to>
                        <p:strVal val="visible"/>
                      </p:to>
                    </p:set>
                    <p:animEffect transition="in" filter="fade">
                      <p:cBhvr>
                        <p:cTn dur="500"/>
                        <p:tgtEl>
                          <p:spTgt spid="18"/>
                        </p:tgtEl>
                      </p:cBhvr>
                    </p:animEffect>
                    <p:anim calcmode="lin" valueType="num">
                      <p:cBhvr>
                        <p:cTn dur="500" fill="hold"/>
                        <p:tgtEl>
                          <p:spTgt spid="18"/>
                        </p:tgtEl>
                        <p:attrNameLst>
                          <p:attrName>ppt_x</p:attrName>
                        </p:attrNameLst>
                      </p:cBhvr>
                      <p:tavLst>
                        <p:tav tm="0">
                          <p:val>
                            <p:strVal val="#ppt_x"/>
                          </p:val>
                        </p:tav>
                        <p:tav tm="100000">
                          <p:val>
                            <p:strVal val="#ppt_x"/>
                          </p:val>
                        </p:tav>
                      </p:tavLst>
                    </p:anim>
                    <p:anim calcmode="lin" valueType="num">
                      <p:cBhvr>
                        <p:cTn dur="500" fill="hold"/>
                        <p:tgtEl>
                          <p:spTgt spid="18"/>
                        </p:tgtEl>
                        <p:attrNameLst>
                          <p:attrName>ppt_y</p:attrName>
                        </p:attrNameLst>
                      </p:cBhvr>
                      <p:tavLst>
                        <p:tav tm="0">
                          <p:val>
                            <p:strVal val="#ppt_y+.1"/>
                          </p:val>
                        </p:tav>
                        <p:tav tm="100000">
                          <p:val>
                            <p:strVal val="#ppt_y"/>
                          </p:val>
                        </p:tav>
                      </p:tavLst>
                    </p:anim>
                  </p:childTnLst>
                </p:cTn>
              </p:par>
            </p:tnLst>
          </p:tmpl>
        </p:tmplLst>
      </p:bldP>
      <p:bldP spid="24" grpId="0" animBg="1"/>
      <p:bldP spid="27"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7"/>
                        </p:tgtEl>
                        <p:attrNameLst>
                          <p:attrName>style.visibility</p:attrName>
                        </p:attrNameLst>
                      </p:cBhvr>
                      <p:to>
                        <p:strVal val="visible"/>
                      </p:to>
                    </p:set>
                    <p:anim calcmode="lin" valueType="num">
                      <p:cBhvr>
                        <p:cTn dur="500" fill="hold"/>
                        <p:tgtEl>
                          <p:spTgt spid="27"/>
                        </p:tgtEl>
                        <p:attrNameLst>
                          <p:attrName>ppt_w</p:attrName>
                        </p:attrNameLst>
                      </p:cBhvr>
                      <p:tavLst>
                        <p:tav tm="0">
                          <p:val>
                            <p:fltVal val="0"/>
                          </p:val>
                        </p:tav>
                        <p:tav tm="100000">
                          <p:val>
                            <p:strVal val="#ppt_w"/>
                          </p:val>
                        </p:tav>
                      </p:tavLst>
                    </p:anim>
                    <p:anim calcmode="lin" valueType="num">
                      <p:cBhvr>
                        <p:cTn dur="500" fill="hold"/>
                        <p:tgtEl>
                          <p:spTgt spid="27"/>
                        </p:tgtEl>
                        <p:attrNameLst>
                          <p:attrName>ppt_h</p:attrName>
                        </p:attrNameLst>
                      </p:cBhvr>
                      <p:tavLst>
                        <p:tav tm="0">
                          <p:val>
                            <p:fltVal val="0"/>
                          </p:val>
                        </p:tav>
                        <p:tav tm="100000">
                          <p:val>
                            <p:strVal val="#ppt_h"/>
                          </p:val>
                        </p:tav>
                      </p:tavLst>
                    </p:anim>
                    <p:animEffect transition="in" filter="fade">
                      <p:cBhvr>
                        <p:cTn dur="500"/>
                        <p:tgtEl>
                          <p:spTgt spid="27"/>
                        </p:tgtEl>
                      </p:cBhvr>
                    </p:animEffect>
                  </p:childTnLst>
                </p:cTn>
              </p:par>
            </p:tnLst>
          </p:tmpl>
        </p:tmplLst>
      </p:bldP>
      <p:bldP spid="23" grpId="0" animBg="1"/>
      <p:bldP spid="32"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32"/>
                        </p:tgtEl>
                        <p:attrNameLst>
                          <p:attrName>style.visibility</p:attrName>
                        </p:attrNameLst>
                      </p:cBhvr>
                      <p:to>
                        <p:strVal val="visible"/>
                      </p:to>
                    </p:set>
                    <p:anim calcmode="lin" valueType="num">
                      <p:cBhvr>
                        <p:cTn dur="500" fill="hold"/>
                        <p:tgtEl>
                          <p:spTgt spid="32"/>
                        </p:tgtEl>
                        <p:attrNameLst>
                          <p:attrName>ppt_w</p:attrName>
                        </p:attrNameLst>
                      </p:cBhvr>
                      <p:tavLst>
                        <p:tav tm="0">
                          <p:val>
                            <p:fltVal val="0"/>
                          </p:val>
                        </p:tav>
                        <p:tav tm="100000">
                          <p:val>
                            <p:strVal val="#ppt_w"/>
                          </p:val>
                        </p:tav>
                      </p:tavLst>
                    </p:anim>
                    <p:anim calcmode="lin" valueType="num">
                      <p:cBhvr>
                        <p:cTn dur="500" fill="hold"/>
                        <p:tgtEl>
                          <p:spTgt spid="32"/>
                        </p:tgtEl>
                        <p:attrNameLst>
                          <p:attrName>ppt_h</p:attrName>
                        </p:attrNameLst>
                      </p:cBhvr>
                      <p:tavLst>
                        <p:tav tm="0">
                          <p:val>
                            <p:fltVal val="0"/>
                          </p:val>
                        </p:tav>
                        <p:tav tm="100000">
                          <p:val>
                            <p:strVal val="#ppt_h"/>
                          </p:val>
                        </p:tav>
                      </p:tavLst>
                    </p:anim>
                    <p:animEffect transition="in" filter="fade">
                      <p:cBhvr>
                        <p:cTn dur="500"/>
                        <p:tgtEl>
                          <p:spTgt spid="32"/>
                        </p:tgtEl>
                      </p:cBhvr>
                    </p:animEffect>
                  </p:childTnLst>
                </p:cTn>
              </p:par>
            </p:tnLst>
          </p:tmpl>
        </p:tmplLst>
      </p:bldP>
      <p:bldP spid="36" grpId="0" animBg="1"/>
      <p:bldP spid="37"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37"/>
                        </p:tgtEl>
                        <p:attrNameLst>
                          <p:attrName>style.visibility</p:attrName>
                        </p:attrNameLst>
                      </p:cBhvr>
                      <p:to>
                        <p:strVal val="visible"/>
                      </p:to>
                    </p:set>
                    <p:anim calcmode="lin" valueType="num">
                      <p:cBhvr>
                        <p:cTn dur="500" fill="hold"/>
                        <p:tgtEl>
                          <p:spTgt spid="37"/>
                        </p:tgtEl>
                        <p:attrNameLst>
                          <p:attrName>ppt_w</p:attrName>
                        </p:attrNameLst>
                      </p:cBhvr>
                      <p:tavLst>
                        <p:tav tm="0">
                          <p:val>
                            <p:fltVal val="0"/>
                          </p:val>
                        </p:tav>
                        <p:tav tm="100000">
                          <p:val>
                            <p:strVal val="#ppt_w"/>
                          </p:val>
                        </p:tav>
                      </p:tavLst>
                    </p:anim>
                    <p:anim calcmode="lin" valueType="num">
                      <p:cBhvr>
                        <p:cTn dur="500" fill="hold"/>
                        <p:tgtEl>
                          <p:spTgt spid="37"/>
                        </p:tgtEl>
                        <p:attrNameLst>
                          <p:attrName>ppt_h</p:attrName>
                        </p:attrNameLst>
                      </p:cBhvr>
                      <p:tavLst>
                        <p:tav tm="0">
                          <p:val>
                            <p:fltVal val="0"/>
                          </p:val>
                        </p:tav>
                        <p:tav tm="100000">
                          <p:val>
                            <p:strVal val="#ppt_h"/>
                          </p:val>
                        </p:tav>
                      </p:tavLst>
                    </p:anim>
                    <p:animEffect transition="in" filter="fade">
                      <p:cBhvr>
                        <p:cTn dur="500"/>
                        <p:tgtEl>
                          <p:spTgt spid="37"/>
                        </p:tgtEl>
                      </p:cBhvr>
                    </p:animEffect>
                  </p:childTnLst>
                </p:cTn>
              </p:par>
            </p:tnLst>
          </p:tmpl>
        </p:tmplLst>
      </p:bldP>
      <p:bldP spid="38" grpId="0" animBg="1"/>
      <p:bldP spid="39" grpId="0" animBg="1"/>
      <p:bldP spid="40" grpId="0" animBg="1"/>
      <p:bldP spid="41"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41"/>
                        </p:tgtEl>
                        <p:attrNameLst>
                          <p:attrName>style.visibility</p:attrName>
                        </p:attrNameLst>
                      </p:cBhvr>
                      <p:to>
                        <p:strVal val="visible"/>
                      </p:to>
                    </p:set>
                    <p:anim calcmode="lin" valueType="num">
                      <p:cBhvr>
                        <p:cTn dur="500" fill="hold"/>
                        <p:tgtEl>
                          <p:spTgt spid="41"/>
                        </p:tgtEl>
                        <p:attrNameLst>
                          <p:attrName>ppt_w</p:attrName>
                        </p:attrNameLst>
                      </p:cBhvr>
                      <p:tavLst>
                        <p:tav tm="0">
                          <p:val>
                            <p:fltVal val="0"/>
                          </p:val>
                        </p:tav>
                        <p:tav tm="100000">
                          <p:val>
                            <p:strVal val="#ppt_w"/>
                          </p:val>
                        </p:tav>
                      </p:tavLst>
                    </p:anim>
                    <p:anim calcmode="lin" valueType="num">
                      <p:cBhvr>
                        <p:cTn dur="500" fill="hold"/>
                        <p:tgtEl>
                          <p:spTgt spid="41"/>
                        </p:tgtEl>
                        <p:attrNameLst>
                          <p:attrName>ppt_h</p:attrName>
                        </p:attrNameLst>
                      </p:cBhvr>
                      <p:tavLst>
                        <p:tav tm="0">
                          <p:val>
                            <p:fltVal val="0"/>
                          </p:val>
                        </p:tav>
                        <p:tav tm="100000">
                          <p:val>
                            <p:strVal val="#ppt_h"/>
                          </p:val>
                        </p:tav>
                      </p:tavLst>
                    </p:anim>
                    <p:animEffect transition="in" filter="fade">
                      <p:cBhvr>
                        <p:cTn dur="500"/>
                        <p:tgtEl>
                          <p:spTgt spid="41"/>
                        </p:tgtEl>
                      </p:cBhvr>
                    </p:animEffect>
                  </p:childTnLst>
                </p:cTn>
              </p:par>
            </p:tnLst>
          </p:tmpl>
        </p:tmplLst>
      </p:bldP>
      <p:bldP spid="42" grpId="0" animBg="1"/>
      <p:bldP spid="44"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44"/>
                        </p:tgtEl>
                        <p:attrNameLst>
                          <p:attrName>style.visibility</p:attrName>
                        </p:attrNameLst>
                      </p:cBhvr>
                      <p:to>
                        <p:strVal val="visible"/>
                      </p:to>
                    </p:set>
                    <p:anim calcmode="lin" valueType="num">
                      <p:cBhvr>
                        <p:cTn dur="500" fill="hold"/>
                        <p:tgtEl>
                          <p:spTgt spid="44"/>
                        </p:tgtEl>
                        <p:attrNameLst>
                          <p:attrName>ppt_w</p:attrName>
                        </p:attrNameLst>
                      </p:cBhvr>
                      <p:tavLst>
                        <p:tav tm="0">
                          <p:val>
                            <p:fltVal val="0"/>
                          </p:val>
                        </p:tav>
                        <p:tav tm="100000">
                          <p:val>
                            <p:strVal val="#ppt_w"/>
                          </p:val>
                        </p:tav>
                      </p:tavLst>
                    </p:anim>
                    <p:anim calcmode="lin" valueType="num">
                      <p:cBhvr>
                        <p:cTn dur="500" fill="hold"/>
                        <p:tgtEl>
                          <p:spTgt spid="44"/>
                        </p:tgtEl>
                        <p:attrNameLst>
                          <p:attrName>ppt_h</p:attrName>
                        </p:attrNameLst>
                      </p:cBhvr>
                      <p:tavLst>
                        <p:tav tm="0">
                          <p:val>
                            <p:fltVal val="0"/>
                          </p:val>
                        </p:tav>
                        <p:tav tm="100000">
                          <p:val>
                            <p:strVal val="#ppt_h"/>
                          </p:val>
                        </p:tav>
                      </p:tavLst>
                    </p:anim>
                    <p:animEffect transition="in" filter="fade">
                      <p:cBhvr>
                        <p:cTn dur="500"/>
                        <p:tgtEl>
                          <p:spTgt spid="44"/>
                        </p:tgtEl>
                      </p:cBhvr>
                    </p:animEffect>
                  </p:childTnLst>
                </p:cTn>
              </p:par>
            </p:tnLst>
          </p:tmpl>
        </p:tmplLst>
      </p:bldP>
      <p:bldP spid="45"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45"/>
                        </p:tgtEl>
                        <p:attrNameLst>
                          <p:attrName>style.visibility</p:attrName>
                        </p:attrNameLst>
                      </p:cBhvr>
                      <p:to>
                        <p:strVal val="visible"/>
                      </p:to>
                    </p:set>
                    <p:animEffect transition="in" filter="fade">
                      <p:cBhvr>
                        <p:cTn dur="500"/>
                        <p:tgtEl>
                          <p:spTgt spid="45"/>
                        </p:tgtEl>
                      </p:cBhvr>
                    </p:animEffect>
                    <p:anim calcmode="lin" valueType="num">
                      <p:cBhvr>
                        <p:cTn dur="500" fill="hold"/>
                        <p:tgtEl>
                          <p:spTgt spid="45"/>
                        </p:tgtEl>
                        <p:attrNameLst>
                          <p:attrName>ppt_x</p:attrName>
                        </p:attrNameLst>
                      </p:cBhvr>
                      <p:tavLst>
                        <p:tav tm="0">
                          <p:val>
                            <p:strVal val="#ppt_x"/>
                          </p:val>
                        </p:tav>
                        <p:tav tm="100000">
                          <p:val>
                            <p:strVal val="#ppt_x"/>
                          </p:val>
                        </p:tav>
                      </p:tavLst>
                    </p:anim>
                    <p:anim calcmode="lin" valueType="num">
                      <p:cBhvr>
                        <p:cTn dur="500" fill="hold"/>
                        <p:tgtEl>
                          <p:spTgt spid="45"/>
                        </p:tgtEl>
                        <p:attrNameLst>
                          <p:attrName>ppt_y</p:attrName>
                        </p:attrNameLst>
                      </p:cBhvr>
                      <p:tavLst>
                        <p:tav tm="0">
                          <p:val>
                            <p:strVal val="#ppt_y+.1"/>
                          </p:val>
                        </p:tav>
                        <p:tav tm="100000">
                          <p:val>
                            <p:strVal val="#ppt_y"/>
                          </p:val>
                        </p:tav>
                      </p:tavLst>
                    </p:anim>
                  </p:childTnLst>
                </p:cTn>
              </p:par>
            </p:tnLst>
          </p:tmpl>
        </p:tmplLst>
      </p:bldP>
      <p:bldP spid="46"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46"/>
                        </p:tgtEl>
                        <p:attrNameLst>
                          <p:attrName>style.visibility</p:attrName>
                        </p:attrNameLst>
                      </p:cBhvr>
                      <p:to>
                        <p:strVal val="visible"/>
                      </p:to>
                    </p:set>
                    <p:anim calcmode="lin" valueType="num">
                      <p:cBhvr>
                        <p:cTn dur="500" fill="hold"/>
                        <p:tgtEl>
                          <p:spTgt spid="46"/>
                        </p:tgtEl>
                        <p:attrNameLst>
                          <p:attrName>ppt_w</p:attrName>
                        </p:attrNameLst>
                      </p:cBhvr>
                      <p:tavLst>
                        <p:tav tm="0">
                          <p:val>
                            <p:fltVal val="0"/>
                          </p:val>
                        </p:tav>
                        <p:tav tm="100000">
                          <p:val>
                            <p:strVal val="#ppt_w"/>
                          </p:val>
                        </p:tav>
                      </p:tavLst>
                    </p:anim>
                    <p:anim calcmode="lin" valueType="num">
                      <p:cBhvr>
                        <p:cTn dur="500" fill="hold"/>
                        <p:tgtEl>
                          <p:spTgt spid="46"/>
                        </p:tgtEl>
                        <p:attrNameLst>
                          <p:attrName>ppt_h</p:attrName>
                        </p:attrNameLst>
                      </p:cBhvr>
                      <p:tavLst>
                        <p:tav tm="0">
                          <p:val>
                            <p:fltVal val="0"/>
                          </p:val>
                        </p:tav>
                        <p:tav tm="100000">
                          <p:val>
                            <p:strVal val="#ppt_h"/>
                          </p:val>
                        </p:tav>
                      </p:tavLst>
                    </p:anim>
                    <p:animEffect transition="in" filter="fade">
                      <p:cBhvr>
                        <p:cTn dur="500"/>
                        <p:tgtEl>
                          <p:spTgt spid="46"/>
                        </p:tgtEl>
                      </p:cBhvr>
                    </p:animEffect>
                  </p:childTnLst>
                </p:cTn>
              </p:par>
            </p:tnLst>
          </p:tmpl>
        </p:tmplLst>
      </p:bldP>
      <p:bldP spid="47"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47"/>
                        </p:tgtEl>
                        <p:attrNameLst>
                          <p:attrName>style.visibility</p:attrName>
                        </p:attrNameLst>
                      </p:cBhvr>
                      <p:to>
                        <p:strVal val="visible"/>
                      </p:to>
                    </p:set>
                    <p:animEffect transition="in" filter="fade">
                      <p:cBhvr>
                        <p:cTn dur="500"/>
                        <p:tgtEl>
                          <p:spTgt spid="47"/>
                        </p:tgtEl>
                      </p:cBhvr>
                    </p:animEffect>
                    <p:anim calcmode="lin" valueType="num">
                      <p:cBhvr>
                        <p:cTn dur="500" fill="hold"/>
                        <p:tgtEl>
                          <p:spTgt spid="47"/>
                        </p:tgtEl>
                        <p:attrNameLst>
                          <p:attrName>ppt_x</p:attrName>
                        </p:attrNameLst>
                      </p:cBhvr>
                      <p:tavLst>
                        <p:tav tm="0">
                          <p:val>
                            <p:strVal val="#ppt_x"/>
                          </p:val>
                        </p:tav>
                        <p:tav tm="100000">
                          <p:val>
                            <p:strVal val="#ppt_x"/>
                          </p:val>
                        </p:tav>
                      </p:tavLst>
                    </p:anim>
                    <p:anim calcmode="lin" valueType="num">
                      <p:cBhvr>
                        <p:cTn dur="500" fill="hold"/>
                        <p:tgtEl>
                          <p:spTgt spid="47"/>
                        </p:tgtEl>
                        <p:attrNameLst>
                          <p:attrName>ppt_y</p:attrName>
                        </p:attrNameLst>
                      </p:cBhvr>
                      <p:tavLst>
                        <p:tav tm="0">
                          <p:val>
                            <p:strVal val="#ppt_y+.1"/>
                          </p:val>
                        </p:tav>
                        <p:tav tm="100000">
                          <p:val>
                            <p:strVal val="#ppt_y"/>
                          </p:val>
                        </p:tav>
                      </p:tavLst>
                    </p:anim>
                  </p:childTnLst>
                </p:cTn>
              </p:par>
            </p:tnLst>
          </p:tmpl>
        </p:tmplLst>
      </p:bldP>
      <p:bldP spid="48"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48"/>
                        </p:tgtEl>
                        <p:attrNameLst>
                          <p:attrName>style.visibility</p:attrName>
                        </p:attrNameLst>
                      </p:cBhvr>
                      <p:to>
                        <p:strVal val="visible"/>
                      </p:to>
                    </p:set>
                    <p:anim calcmode="lin" valueType="num">
                      <p:cBhvr>
                        <p:cTn dur="500" fill="hold"/>
                        <p:tgtEl>
                          <p:spTgt spid="48"/>
                        </p:tgtEl>
                        <p:attrNameLst>
                          <p:attrName>ppt_w</p:attrName>
                        </p:attrNameLst>
                      </p:cBhvr>
                      <p:tavLst>
                        <p:tav tm="0">
                          <p:val>
                            <p:fltVal val="0"/>
                          </p:val>
                        </p:tav>
                        <p:tav tm="100000">
                          <p:val>
                            <p:strVal val="#ppt_w"/>
                          </p:val>
                        </p:tav>
                      </p:tavLst>
                    </p:anim>
                    <p:anim calcmode="lin" valueType="num">
                      <p:cBhvr>
                        <p:cTn dur="500" fill="hold"/>
                        <p:tgtEl>
                          <p:spTgt spid="48"/>
                        </p:tgtEl>
                        <p:attrNameLst>
                          <p:attrName>ppt_h</p:attrName>
                        </p:attrNameLst>
                      </p:cBhvr>
                      <p:tavLst>
                        <p:tav tm="0">
                          <p:val>
                            <p:fltVal val="0"/>
                          </p:val>
                        </p:tav>
                        <p:tav tm="100000">
                          <p:val>
                            <p:strVal val="#ppt_h"/>
                          </p:val>
                        </p:tav>
                      </p:tavLst>
                    </p:anim>
                    <p:animEffect transition="in" filter="fade">
                      <p:cBhvr>
                        <p:cTn dur="500"/>
                        <p:tgtEl>
                          <p:spTgt spid="48"/>
                        </p:tgtEl>
                      </p:cBhvr>
                    </p:animEffect>
                  </p:childTnLst>
                </p:cTn>
              </p:par>
            </p:tnLst>
          </p:tmpl>
        </p:tmplLst>
      </p:bldP>
      <p:bldP spid="49"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49"/>
                        </p:tgtEl>
                        <p:attrNameLst>
                          <p:attrName>style.visibility</p:attrName>
                        </p:attrNameLst>
                      </p:cBhvr>
                      <p:to>
                        <p:strVal val="visible"/>
                      </p:to>
                    </p:set>
                    <p:animEffect transition="in" filter="fade">
                      <p:cBhvr>
                        <p:cTn dur="500"/>
                        <p:tgtEl>
                          <p:spTgt spid="49"/>
                        </p:tgtEl>
                      </p:cBhvr>
                    </p:animEffect>
                    <p:anim calcmode="lin" valueType="num">
                      <p:cBhvr>
                        <p:cTn dur="500" fill="hold"/>
                        <p:tgtEl>
                          <p:spTgt spid="49"/>
                        </p:tgtEl>
                        <p:attrNameLst>
                          <p:attrName>ppt_x</p:attrName>
                        </p:attrNameLst>
                      </p:cBhvr>
                      <p:tavLst>
                        <p:tav tm="0">
                          <p:val>
                            <p:strVal val="#ppt_x"/>
                          </p:val>
                        </p:tav>
                        <p:tav tm="100000">
                          <p:val>
                            <p:strVal val="#ppt_x"/>
                          </p:val>
                        </p:tav>
                      </p:tavLst>
                    </p:anim>
                    <p:anim calcmode="lin" valueType="num">
                      <p:cBhvr>
                        <p:cTn dur="500" fill="hold"/>
                        <p:tgtEl>
                          <p:spTgt spid="49"/>
                        </p:tgtEl>
                        <p:attrNameLst>
                          <p:attrName>ppt_y</p:attrName>
                        </p:attrNameLst>
                      </p:cBhvr>
                      <p:tavLst>
                        <p:tav tm="0">
                          <p:val>
                            <p:strVal val="#ppt_y+.1"/>
                          </p:val>
                        </p:tav>
                        <p:tav tm="100000">
                          <p:val>
                            <p:strVal val="#ppt_y"/>
                          </p:val>
                        </p:tav>
                      </p:tavLst>
                    </p:anim>
                  </p:childTnLst>
                </p:cTn>
              </p:par>
            </p:tnLst>
          </p:tmpl>
        </p:tmplLst>
      </p:bldP>
      <p:bldP spid="50"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50"/>
                        </p:tgtEl>
                        <p:attrNameLst>
                          <p:attrName>style.visibility</p:attrName>
                        </p:attrNameLst>
                      </p:cBhvr>
                      <p:to>
                        <p:strVal val="visible"/>
                      </p:to>
                    </p:set>
                    <p:anim calcmode="lin" valueType="num">
                      <p:cBhvr>
                        <p:cTn dur="500" fill="hold"/>
                        <p:tgtEl>
                          <p:spTgt spid="50"/>
                        </p:tgtEl>
                        <p:attrNameLst>
                          <p:attrName>ppt_w</p:attrName>
                        </p:attrNameLst>
                      </p:cBhvr>
                      <p:tavLst>
                        <p:tav tm="0">
                          <p:val>
                            <p:fltVal val="0"/>
                          </p:val>
                        </p:tav>
                        <p:tav tm="100000">
                          <p:val>
                            <p:strVal val="#ppt_w"/>
                          </p:val>
                        </p:tav>
                      </p:tavLst>
                    </p:anim>
                    <p:anim calcmode="lin" valueType="num">
                      <p:cBhvr>
                        <p:cTn dur="500" fill="hold"/>
                        <p:tgtEl>
                          <p:spTgt spid="50"/>
                        </p:tgtEl>
                        <p:attrNameLst>
                          <p:attrName>ppt_h</p:attrName>
                        </p:attrNameLst>
                      </p:cBhvr>
                      <p:tavLst>
                        <p:tav tm="0">
                          <p:val>
                            <p:fltVal val="0"/>
                          </p:val>
                        </p:tav>
                        <p:tav tm="100000">
                          <p:val>
                            <p:strVal val="#ppt_h"/>
                          </p:val>
                        </p:tav>
                      </p:tavLst>
                    </p:anim>
                    <p:animEffect transition="in" filter="fade">
                      <p:cBhvr>
                        <p:cTn dur="500"/>
                        <p:tgtEl>
                          <p:spTgt spid="50"/>
                        </p:tgtEl>
                      </p:cBhvr>
                    </p:animEffect>
                  </p:childTnLst>
                </p:cTn>
              </p:par>
            </p:tnLst>
          </p:tmpl>
        </p:tmplLst>
      </p:bldP>
      <p:bldP spid="51"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51"/>
                        </p:tgtEl>
                        <p:attrNameLst>
                          <p:attrName>style.visibility</p:attrName>
                        </p:attrNameLst>
                      </p:cBhvr>
                      <p:to>
                        <p:strVal val="visible"/>
                      </p:to>
                    </p:set>
                    <p:animEffect transition="in" filter="fade">
                      <p:cBhvr>
                        <p:cTn dur="500"/>
                        <p:tgtEl>
                          <p:spTgt spid="51"/>
                        </p:tgtEl>
                      </p:cBhvr>
                    </p:animEffect>
                    <p:anim calcmode="lin" valueType="num">
                      <p:cBhvr>
                        <p:cTn dur="500" fill="hold"/>
                        <p:tgtEl>
                          <p:spTgt spid="51"/>
                        </p:tgtEl>
                        <p:attrNameLst>
                          <p:attrName>ppt_x</p:attrName>
                        </p:attrNameLst>
                      </p:cBhvr>
                      <p:tavLst>
                        <p:tav tm="0">
                          <p:val>
                            <p:strVal val="#ppt_x"/>
                          </p:val>
                        </p:tav>
                        <p:tav tm="100000">
                          <p:val>
                            <p:strVal val="#ppt_x"/>
                          </p:val>
                        </p:tav>
                      </p:tavLst>
                    </p:anim>
                    <p:anim calcmode="lin" valueType="num">
                      <p:cBhvr>
                        <p:cTn dur="500" fill="hold"/>
                        <p:tgtEl>
                          <p:spTgt spid="51"/>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666.xml><?xml version="1.0" encoding="utf-8"?>
<p:sldLayout xmlns:a="http://schemas.openxmlformats.org/drawingml/2006/main" xmlns:r="http://schemas.openxmlformats.org/officeDocument/2006/relationships" xmlns:p="http://schemas.openxmlformats.org/presentationml/2006/main" preserve="1" userDrawn="1">
  <p:cSld name="17_Custom Layout">
    <p:spTree>
      <p:nvGrpSpPr>
        <p:cNvPr id="1" name=""/>
        <p:cNvGrpSpPr/>
        <p:nvPr/>
      </p:nvGrpSpPr>
      <p:grpSpPr>
        <a:xfrm>
          <a:off x="0" y="0"/>
          <a:ext cx="0" cy="0"/>
          <a:chOff x="0" y="0"/>
          <a:chExt cx="0" cy="0"/>
        </a:xfrm>
      </p:grpSpPr>
      <p:sp>
        <p:nvSpPr>
          <p:cNvPr id="9" name="Rectangle 8"/>
          <p:cNvSpPr/>
          <p:nvPr userDrawn="1"/>
        </p:nvSpPr>
        <p:spPr>
          <a:xfrm>
            <a:off x="-158750" y="2006600"/>
            <a:ext cx="12509500" cy="4159250"/>
          </a:xfrm>
          <a:prstGeom prst="rect">
            <a:avLst/>
          </a:prstGeom>
          <a:solidFill>
            <a:schemeClr val="tx1">
              <a:lumMod val="75000"/>
              <a:lumOff val="25000"/>
            </a:schemeClr>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 name="Title 1"/>
          <p:cNvSpPr>
            <a:spLocks noGrp="1"/>
          </p:cNvSpPr>
          <p:nvPr>
            <p:ph type="title" hasCustomPrompt="1"/>
          </p:nvPr>
        </p:nvSpPr>
        <p:spPr>
          <a:xfrm>
            <a:off x="479425" y="692150"/>
            <a:ext cx="11233150" cy="405130"/>
          </a:xfrm>
        </p:spPr>
        <p:txBody>
          <a:bodyPr/>
          <a:lstStyle>
            <a:lvl1pPr algn="ct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8" name="Text Placeholder 2"/>
          <p:cNvSpPr>
            <a:spLocks noGrp="1"/>
          </p:cNvSpPr>
          <p:nvPr>
            <p:ph type="body" idx="1"/>
          </p:nvPr>
        </p:nvSpPr>
        <p:spPr>
          <a:xfrm>
            <a:off x="479425" y="1154764"/>
            <a:ext cx="11233150" cy="272983"/>
          </a:xfrm>
        </p:spPr>
        <p:txBody>
          <a:bodyPr>
            <a:normAutofit/>
          </a:bodyPr>
          <a:lstStyle>
            <a:lvl1pPr marL="0" indent="0" algn="ctr">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7" name="Picture Placeholder 6"/>
          <p:cNvSpPr>
            <a:spLocks noGrp="1"/>
          </p:cNvSpPr>
          <p:nvPr>
            <p:ph type="pic" sz="quarter" idx="13"/>
          </p:nvPr>
        </p:nvSpPr>
        <p:spPr>
          <a:xfrm>
            <a:off x="3505200" y="2006600"/>
            <a:ext cx="5181600" cy="4159250"/>
          </a:xfrm>
          <a:solidFill>
            <a:schemeClr val="bg1">
              <a:lumMod val="85000"/>
            </a:schemeClr>
          </a:solidFill>
          <a:ln w="57150">
            <a:solidFill>
              <a:schemeClr val="bg1"/>
            </a:solidFill>
          </a:ln>
        </p:spPr>
        <p:txBody>
          <a:bodyPr/>
          <a:lstStyle/>
          <a:p>
            <a:endParaRPr lang="en-AU"/>
          </a:p>
        </p:txBody>
      </p:sp>
    </p:spTree>
    <p:extLst>
      <p:ext uri="{BB962C8B-B14F-4D97-AF65-F5344CB8AC3E}">
        <p14:creationId xmlns:p14="http://schemas.microsoft.com/office/powerpoint/2010/main" val="90506382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42" presetClass="entr" presetSubtype="0" fill="hold" grpId="0" nodeType="afterEffect">
                                  <p:stCondLst>
                                    <p:cond delay="0"/>
                                  </p:stCondLst>
                                  <p:childTnLst>
                                    <p:set>
                                      <p:cBhvr>
                                        <p:cTn id="10" dur="1" fill="hold">
                                          <p:stCondLst>
                                            <p:cond delay="0"/>
                                          </p:stCondLst>
                                        </p:cTn>
                                        <p:tgtEl>
                                          <p:spTgt spid="8">
                                            <p:txEl>
                                              <p:pRg st="0" end="0"/>
                                            </p:txEl>
                                          </p:spTgt>
                                        </p:tgtEl>
                                        <p:attrNameLst>
                                          <p:attrName>style.visibility</p:attrName>
                                        </p:attrNameLst>
                                      </p:cBhvr>
                                      <p:to>
                                        <p:strVal val="visible"/>
                                      </p:to>
                                    </p:set>
                                    <p:animEffect transition="in" filter="fade">
                                      <p:cBhvr>
                                        <p:cTn id="11" dur="500"/>
                                        <p:tgtEl>
                                          <p:spTgt spid="8">
                                            <p:txEl>
                                              <p:pRg st="0" end="0"/>
                                            </p:txEl>
                                          </p:spTgt>
                                        </p:tgtEl>
                                      </p:cBhvr>
                                    </p:animEffect>
                                    <p:anim calcmode="lin" valueType="num">
                                      <p:cBhvr>
                                        <p:cTn id="12"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4" fill="hold">
                            <p:stCondLst>
                              <p:cond delay="1000"/>
                            </p:stCondLst>
                            <p:childTnLst>
                              <p:par>
                                <p:cTn id="15" presetID="10" presetClass="entr" presetSubtype="0" fill="hold" grpId="0" nodeType="after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500"/>
                                        <p:tgtEl>
                                          <p:spTgt spid="9"/>
                                        </p:tgtEl>
                                      </p:cBhvr>
                                    </p:animEffect>
                                  </p:childTnLst>
                                </p:cTn>
                              </p:par>
                            </p:childTnLst>
                          </p:cTn>
                        </p:par>
                        <p:par>
                          <p:cTn id="18" fill="hold">
                            <p:stCondLst>
                              <p:cond delay="1500"/>
                            </p:stCondLst>
                            <p:childTnLst>
                              <p:par>
                                <p:cTn id="19" presetID="53" presetClass="entr" presetSubtype="16" fill="hold" grpId="0" nodeType="afterEffect">
                                  <p:stCondLst>
                                    <p:cond delay="0"/>
                                  </p:stCondLst>
                                  <p:childTnLst>
                                    <p:set>
                                      <p:cBhvr>
                                        <p:cTn id="20" dur="1" fill="hold">
                                          <p:stCondLst>
                                            <p:cond delay="0"/>
                                          </p:stCondLst>
                                        </p:cTn>
                                        <p:tgtEl>
                                          <p:spTgt spid="7"/>
                                        </p:tgtEl>
                                        <p:attrNameLst>
                                          <p:attrName>style.visibility</p:attrName>
                                        </p:attrNameLst>
                                      </p:cBhvr>
                                      <p:to>
                                        <p:strVal val="visible"/>
                                      </p:to>
                                    </p:set>
                                    <p:anim calcmode="lin" valueType="num">
                                      <p:cBhvr>
                                        <p:cTn id="21" dur="500" fill="hold"/>
                                        <p:tgtEl>
                                          <p:spTgt spid="7"/>
                                        </p:tgtEl>
                                        <p:attrNameLst>
                                          <p:attrName>ppt_w</p:attrName>
                                        </p:attrNameLst>
                                      </p:cBhvr>
                                      <p:tavLst>
                                        <p:tav tm="0">
                                          <p:val>
                                            <p:fltVal val="0"/>
                                          </p:val>
                                        </p:tav>
                                        <p:tav tm="100000">
                                          <p:val>
                                            <p:strVal val="#ppt_w"/>
                                          </p:val>
                                        </p:tav>
                                      </p:tavLst>
                                    </p:anim>
                                    <p:anim calcmode="lin" valueType="num">
                                      <p:cBhvr>
                                        <p:cTn id="22" dur="500" fill="hold"/>
                                        <p:tgtEl>
                                          <p:spTgt spid="7"/>
                                        </p:tgtEl>
                                        <p:attrNameLst>
                                          <p:attrName>ppt_h</p:attrName>
                                        </p:attrNameLst>
                                      </p:cBhvr>
                                      <p:tavLst>
                                        <p:tav tm="0">
                                          <p:val>
                                            <p:fltVal val="0"/>
                                          </p:val>
                                        </p:tav>
                                        <p:tav tm="100000">
                                          <p:val>
                                            <p:strVal val="#ppt_h"/>
                                          </p:val>
                                        </p:tav>
                                      </p:tavLst>
                                    </p:anim>
                                    <p:animEffect transition="in" filter="fade">
                                      <p:cBhvr>
                                        <p:cTn id="23"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2" grpId="0"/>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7" grpId="0" animBg="1"/>
    </p:bldLst>
  </p:timing>
</p:sldLayout>
</file>

<file path=ppt/slideLayouts/slideLayout667.xml><?xml version="1.0" encoding="utf-8"?>
<p:sldLayout xmlns:a="http://schemas.openxmlformats.org/drawingml/2006/main" xmlns:r="http://schemas.openxmlformats.org/officeDocument/2006/relationships" xmlns:p="http://schemas.openxmlformats.org/presentationml/2006/main" preserve="1" userDrawn="1">
  <p:cSld name="18_Custom Layout">
    <p:spTree>
      <p:nvGrpSpPr>
        <p:cNvPr id="1" name=""/>
        <p:cNvGrpSpPr/>
        <p:nvPr/>
      </p:nvGrpSpPr>
      <p:grpSpPr>
        <a:xfrm>
          <a:off x="0" y="0"/>
          <a:ext cx="0" cy="0"/>
          <a:chOff x="0" y="0"/>
          <a:chExt cx="0" cy="0"/>
        </a:xfrm>
      </p:grpSpPr>
      <p:sp>
        <p:nvSpPr>
          <p:cNvPr id="7" name="Picture Placeholder 6"/>
          <p:cNvSpPr>
            <a:spLocks noGrp="1"/>
          </p:cNvSpPr>
          <p:nvPr>
            <p:ph type="pic" sz="quarter" idx="13"/>
          </p:nvPr>
        </p:nvSpPr>
        <p:spPr>
          <a:xfrm>
            <a:off x="838200" y="692150"/>
            <a:ext cx="4687664" cy="3679952"/>
          </a:xfrm>
          <a:solidFill>
            <a:schemeClr val="bg1">
              <a:lumMod val="85000"/>
            </a:schemeClr>
          </a:solidFill>
          <a:ln w="57150">
            <a:solidFill>
              <a:schemeClr val="bg1"/>
            </a:solidFill>
          </a:ln>
        </p:spPr>
        <p:txBody>
          <a:bodyPr/>
          <a:lstStyle/>
          <a:p>
            <a:endParaRPr lang="en-AU" dirty="0"/>
          </a:p>
        </p:txBody>
      </p:sp>
      <p:sp>
        <p:nvSpPr>
          <p:cNvPr id="12" name="Picture Placeholder 6"/>
          <p:cNvSpPr>
            <a:spLocks noGrp="1"/>
          </p:cNvSpPr>
          <p:nvPr>
            <p:ph type="pic" sz="quarter" idx="14"/>
          </p:nvPr>
        </p:nvSpPr>
        <p:spPr>
          <a:xfrm>
            <a:off x="838200" y="4372102"/>
            <a:ext cx="1175430" cy="972340"/>
          </a:xfrm>
          <a:solidFill>
            <a:schemeClr val="bg1">
              <a:lumMod val="85000"/>
            </a:schemeClr>
          </a:solidFill>
          <a:ln w="57150">
            <a:solidFill>
              <a:schemeClr val="bg1"/>
            </a:solidFill>
          </a:ln>
        </p:spPr>
        <p:txBody>
          <a:bodyPr/>
          <a:lstStyle/>
          <a:p>
            <a:endParaRPr lang="en-AU"/>
          </a:p>
        </p:txBody>
      </p:sp>
      <p:sp>
        <p:nvSpPr>
          <p:cNvPr id="13" name="Picture Placeholder 6"/>
          <p:cNvSpPr>
            <a:spLocks noGrp="1"/>
          </p:cNvSpPr>
          <p:nvPr>
            <p:ph type="pic" sz="quarter" idx="15"/>
          </p:nvPr>
        </p:nvSpPr>
        <p:spPr>
          <a:xfrm>
            <a:off x="1999574" y="4372102"/>
            <a:ext cx="1175430" cy="972340"/>
          </a:xfrm>
          <a:solidFill>
            <a:schemeClr val="bg1">
              <a:lumMod val="85000"/>
            </a:schemeClr>
          </a:solidFill>
          <a:ln w="57150">
            <a:solidFill>
              <a:schemeClr val="bg1"/>
            </a:solidFill>
          </a:ln>
        </p:spPr>
        <p:txBody>
          <a:bodyPr/>
          <a:lstStyle/>
          <a:p>
            <a:endParaRPr lang="en-AU"/>
          </a:p>
        </p:txBody>
      </p:sp>
      <p:sp>
        <p:nvSpPr>
          <p:cNvPr id="2" name="Title 1"/>
          <p:cNvSpPr>
            <a:spLocks noGrp="1"/>
          </p:cNvSpPr>
          <p:nvPr>
            <p:ph type="title" hasCustomPrompt="1"/>
          </p:nvPr>
        </p:nvSpPr>
        <p:spPr>
          <a:xfrm>
            <a:off x="6096000" y="692150"/>
            <a:ext cx="5616574" cy="970396"/>
          </a:xfrm>
        </p:spPr>
        <p:txBody>
          <a:bodyPr/>
          <a:lstStyle>
            <a:lvl1pPr algn="l">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8" name="Text Placeholder 2"/>
          <p:cNvSpPr>
            <a:spLocks noGrp="1"/>
          </p:cNvSpPr>
          <p:nvPr>
            <p:ph type="body" idx="1"/>
          </p:nvPr>
        </p:nvSpPr>
        <p:spPr>
          <a:xfrm>
            <a:off x="6096000" y="1702911"/>
            <a:ext cx="5616575" cy="272983"/>
          </a:xfrm>
        </p:spPr>
        <p:txBody>
          <a:bodyPr>
            <a:normAutofit/>
          </a:bodyPr>
          <a:lstStyle>
            <a:lvl1pPr marL="0" indent="0" algn="l">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14" name="Picture Placeholder 6"/>
          <p:cNvSpPr>
            <a:spLocks noGrp="1"/>
          </p:cNvSpPr>
          <p:nvPr>
            <p:ph type="pic" sz="quarter" idx="16"/>
          </p:nvPr>
        </p:nvSpPr>
        <p:spPr>
          <a:xfrm>
            <a:off x="3175004" y="4372102"/>
            <a:ext cx="1175430" cy="972340"/>
          </a:xfrm>
          <a:solidFill>
            <a:schemeClr val="bg1">
              <a:lumMod val="85000"/>
            </a:schemeClr>
          </a:solidFill>
          <a:ln w="57150">
            <a:solidFill>
              <a:schemeClr val="bg1"/>
            </a:solidFill>
          </a:ln>
        </p:spPr>
        <p:txBody>
          <a:bodyPr/>
          <a:lstStyle/>
          <a:p>
            <a:endParaRPr lang="en-AU"/>
          </a:p>
        </p:txBody>
      </p:sp>
      <p:sp>
        <p:nvSpPr>
          <p:cNvPr id="15" name="Picture Placeholder 6"/>
          <p:cNvSpPr>
            <a:spLocks noGrp="1"/>
          </p:cNvSpPr>
          <p:nvPr>
            <p:ph type="pic" sz="quarter" idx="17"/>
          </p:nvPr>
        </p:nvSpPr>
        <p:spPr>
          <a:xfrm>
            <a:off x="4350434" y="4372102"/>
            <a:ext cx="1175430" cy="972340"/>
          </a:xfrm>
          <a:solidFill>
            <a:schemeClr val="bg1">
              <a:lumMod val="85000"/>
            </a:schemeClr>
          </a:solidFill>
          <a:ln w="57150">
            <a:solidFill>
              <a:schemeClr val="bg1"/>
            </a:solidFill>
          </a:ln>
        </p:spPr>
        <p:txBody>
          <a:bodyPr/>
          <a:lstStyle/>
          <a:p>
            <a:endParaRPr lang="en-AU"/>
          </a:p>
        </p:txBody>
      </p:sp>
      <p:sp>
        <p:nvSpPr>
          <p:cNvPr id="23" name="Text Placeholder 21"/>
          <p:cNvSpPr>
            <a:spLocks noGrp="1"/>
          </p:cNvSpPr>
          <p:nvPr>
            <p:ph type="body" sz="quarter" idx="34"/>
          </p:nvPr>
        </p:nvSpPr>
        <p:spPr>
          <a:xfrm>
            <a:off x="6099595" y="2959028"/>
            <a:ext cx="5616575" cy="360363"/>
          </a:xfrm>
        </p:spPr>
        <p:txBody>
          <a:bodyPr/>
          <a:lstStyle>
            <a:lvl1pP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4" name="Text Placeholder 21"/>
          <p:cNvSpPr>
            <a:spLocks noGrp="1"/>
          </p:cNvSpPr>
          <p:nvPr>
            <p:ph type="body" sz="quarter" idx="21"/>
          </p:nvPr>
        </p:nvSpPr>
        <p:spPr>
          <a:xfrm>
            <a:off x="6099595" y="3368138"/>
            <a:ext cx="5616575" cy="2674864"/>
          </a:xfrm>
        </p:spPr>
        <p:txBody>
          <a:bodyPr>
            <a:normAutofit/>
          </a:bodyPr>
          <a:lstStyle>
            <a:lvl1pP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6" name="Text Placeholder 21"/>
          <p:cNvSpPr>
            <a:spLocks noGrp="1"/>
          </p:cNvSpPr>
          <p:nvPr>
            <p:ph type="body" sz="quarter" idx="35" hasCustomPrompt="1"/>
          </p:nvPr>
        </p:nvSpPr>
        <p:spPr>
          <a:xfrm>
            <a:off x="2943025" y="2171676"/>
            <a:ext cx="478016" cy="720899"/>
          </a:xfrm>
        </p:spPr>
        <p:txBody>
          <a:bodyPr>
            <a:noAutofit/>
          </a:bodyPr>
          <a:lstStyle>
            <a:lvl1pPr>
              <a:defRPr sz="5400" b="1">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1</a:t>
            </a:r>
            <a:endParaRPr lang="en-AU" dirty="0"/>
          </a:p>
        </p:txBody>
      </p:sp>
      <p:sp>
        <p:nvSpPr>
          <p:cNvPr id="27" name="Text Placeholder 21"/>
          <p:cNvSpPr>
            <a:spLocks noGrp="1"/>
          </p:cNvSpPr>
          <p:nvPr>
            <p:ph type="body" sz="quarter" idx="36" hasCustomPrompt="1"/>
          </p:nvPr>
        </p:nvSpPr>
        <p:spPr>
          <a:xfrm>
            <a:off x="1186835" y="4644385"/>
            <a:ext cx="478016" cy="427774"/>
          </a:xfrm>
        </p:spPr>
        <p:txBody>
          <a:bodyPr>
            <a:noAutofit/>
          </a:bodyPr>
          <a:lstStyle>
            <a:lvl1pPr>
              <a:defRPr sz="3200" b="1">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2</a:t>
            </a:r>
            <a:endParaRPr lang="en-AU" dirty="0"/>
          </a:p>
        </p:txBody>
      </p:sp>
      <p:sp>
        <p:nvSpPr>
          <p:cNvPr id="28" name="Text Placeholder 21"/>
          <p:cNvSpPr>
            <a:spLocks noGrp="1"/>
          </p:cNvSpPr>
          <p:nvPr>
            <p:ph type="body" sz="quarter" idx="37" hasCustomPrompt="1"/>
          </p:nvPr>
        </p:nvSpPr>
        <p:spPr>
          <a:xfrm>
            <a:off x="2348209" y="4644385"/>
            <a:ext cx="478016" cy="427774"/>
          </a:xfrm>
        </p:spPr>
        <p:txBody>
          <a:bodyPr>
            <a:noAutofit/>
          </a:bodyPr>
          <a:lstStyle>
            <a:lvl1pPr>
              <a:defRPr sz="3200" b="1">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3</a:t>
            </a:r>
            <a:endParaRPr lang="en-AU" dirty="0"/>
          </a:p>
        </p:txBody>
      </p:sp>
      <p:sp>
        <p:nvSpPr>
          <p:cNvPr id="29" name="Text Placeholder 21"/>
          <p:cNvSpPr>
            <a:spLocks noGrp="1"/>
          </p:cNvSpPr>
          <p:nvPr>
            <p:ph type="body" sz="quarter" idx="38" hasCustomPrompt="1"/>
          </p:nvPr>
        </p:nvSpPr>
        <p:spPr>
          <a:xfrm>
            <a:off x="3518358" y="4644385"/>
            <a:ext cx="478016" cy="427774"/>
          </a:xfrm>
        </p:spPr>
        <p:txBody>
          <a:bodyPr>
            <a:noAutofit/>
          </a:bodyPr>
          <a:lstStyle>
            <a:lvl1pPr>
              <a:defRPr sz="3200" b="1">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4</a:t>
            </a:r>
            <a:endParaRPr lang="en-AU" dirty="0"/>
          </a:p>
        </p:txBody>
      </p:sp>
      <p:sp>
        <p:nvSpPr>
          <p:cNvPr id="30" name="Text Placeholder 21"/>
          <p:cNvSpPr>
            <a:spLocks noGrp="1"/>
          </p:cNvSpPr>
          <p:nvPr>
            <p:ph type="body" sz="quarter" idx="39" hasCustomPrompt="1"/>
          </p:nvPr>
        </p:nvSpPr>
        <p:spPr>
          <a:xfrm>
            <a:off x="4699141" y="4644385"/>
            <a:ext cx="478016" cy="427774"/>
          </a:xfrm>
        </p:spPr>
        <p:txBody>
          <a:bodyPr>
            <a:noAutofit/>
          </a:bodyPr>
          <a:lstStyle>
            <a:lvl1pPr>
              <a:defRPr sz="3200" b="1">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5</a:t>
            </a:r>
            <a:endParaRPr lang="en-AU" dirty="0"/>
          </a:p>
        </p:txBody>
      </p:sp>
    </p:spTree>
    <p:extLst>
      <p:ext uri="{BB962C8B-B14F-4D97-AF65-F5344CB8AC3E}">
        <p14:creationId xmlns:p14="http://schemas.microsoft.com/office/powerpoint/2010/main" val="330392229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42" presetClass="entr" presetSubtype="0" fill="hold" grpId="0" nodeType="afterEffect">
                                  <p:stCondLst>
                                    <p:cond delay="0"/>
                                  </p:stCondLst>
                                  <p:childTnLst>
                                    <p:set>
                                      <p:cBhvr>
                                        <p:cTn id="10" dur="1" fill="hold">
                                          <p:stCondLst>
                                            <p:cond delay="0"/>
                                          </p:stCondLst>
                                        </p:cTn>
                                        <p:tgtEl>
                                          <p:spTgt spid="8">
                                            <p:txEl>
                                              <p:pRg st="0" end="0"/>
                                            </p:txEl>
                                          </p:spTgt>
                                        </p:tgtEl>
                                        <p:attrNameLst>
                                          <p:attrName>style.visibility</p:attrName>
                                        </p:attrNameLst>
                                      </p:cBhvr>
                                      <p:to>
                                        <p:strVal val="visible"/>
                                      </p:to>
                                    </p:set>
                                    <p:animEffect transition="in" filter="fade">
                                      <p:cBhvr>
                                        <p:cTn id="11" dur="500"/>
                                        <p:tgtEl>
                                          <p:spTgt spid="8">
                                            <p:txEl>
                                              <p:pRg st="0" end="0"/>
                                            </p:txEl>
                                          </p:spTgt>
                                        </p:tgtEl>
                                      </p:cBhvr>
                                    </p:animEffect>
                                    <p:anim calcmode="lin" valueType="num">
                                      <p:cBhvr>
                                        <p:cTn id="12"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4" fill="hold">
                            <p:stCondLst>
                              <p:cond delay="1000"/>
                            </p:stCondLst>
                            <p:childTnLst>
                              <p:par>
                                <p:cTn id="15" presetID="53" presetClass="entr" presetSubtype="16" fill="hold" grpId="0" nodeType="afterEffect">
                                  <p:stCondLst>
                                    <p:cond delay="0"/>
                                  </p:stCondLst>
                                  <p:childTnLst>
                                    <p:set>
                                      <p:cBhvr>
                                        <p:cTn id="16" dur="1" fill="hold">
                                          <p:stCondLst>
                                            <p:cond delay="0"/>
                                          </p:stCondLst>
                                        </p:cTn>
                                        <p:tgtEl>
                                          <p:spTgt spid="7"/>
                                        </p:tgtEl>
                                        <p:attrNameLst>
                                          <p:attrName>style.visibility</p:attrName>
                                        </p:attrNameLst>
                                      </p:cBhvr>
                                      <p:to>
                                        <p:strVal val="visible"/>
                                      </p:to>
                                    </p:set>
                                    <p:anim calcmode="lin" valueType="num">
                                      <p:cBhvr>
                                        <p:cTn id="17" dur="500" fill="hold"/>
                                        <p:tgtEl>
                                          <p:spTgt spid="7"/>
                                        </p:tgtEl>
                                        <p:attrNameLst>
                                          <p:attrName>ppt_w</p:attrName>
                                        </p:attrNameLst>
                                      </p:cBhvr>
                                      <p:tavLst>
                                        <p:tav tm="0">
                                          <p:val>
                                            <p:fltVal val="0"/>
                                          </p:val>
                                        </p:tav>
                                        <p:tav tm="100000">
                                          <p:val>
                                            <p:strVal val="#ppt_w"/>
                                          </p:val>
                                        </p:tav>
                                      </p:tavLst>
                                    </p:anim>
                                    <p:anim calcmode="lin" valueType="num">
                                      <p:cBhvr>
                                        <p:cTn id="18" dur="500" fill="hold"/>
                                        <p:tgtEl>
                                          <p:spTgt spid="7"/>
                                        </p:tgtEl>
                                        <p:attrNameLst>
                                          <p:attrName>ppt_h</p:attrName>
                                        </p:attrNameLst>
                                      </p:cBhvr>
                                      <p:tavLst>
                                        <p:tav tm="0">
                                          <p:val>
                                            <p:fltVal val="0"/>
                                          </p:val>
                                        </p:tav>
                                        <p:tav tm="100000">
                                          <p:val>
                                            <p:strVal val="#ppt_h"/>
                                          </p:val>
                                        </p:tav>
                                      </p:tavLst>
                                    </p:anim>
                                    <p:animEffect transition="in" filter="fade">
                                      <p:cBhvr>
                                        <p:cTn id="19" dur="500"/>
                                        <p:tgtEl>
                                          <p:spTgt spid="7"/>
                                        </p:tgtEl>
                                      </p:cBhvr>
                                    </p:animEffect>
                                  </p:childTnLst>
                                </p:cTn>
                              </p:par>
                            </p:childTnLst>
                          </p:cTn>
                        </p:par>
                        <p:par>
                          <p:cTn id="20" fill="hold">
                            <p:stCondLst>
                              <p:cond delay="1500"/>
                            </p:stCondLst>
                            <p:childTnLst>
                              <p:par>
                                <p:cTn id="21" presetID="53" presetClass="entr" presetSubtype="16" fill="hold" grpId="0" nodeType="afterEffect">
                                  <p:stCondLst>
                                    <p:cond delay="0"/>
                                  </p:stCondLst>
                                  <p:childTnLst>
                                    <p:set>
                                      <p:cBhvr>
                                        <p:cTn id="22" dur="1" fill="hold">
                                          <p:stCondLst>
                                            <p:cond delay="0"/>
                                          </p:stCondLst>
                                        </p:cTn>
                                        <p:tgtEl>
                                          <p:spTgt spid="12"/>
                                        </p:tgtEl>
                                        <p:attrNameLst>
                                          <p:attrName>style.visibility</p:attrName>
                                        </p:attrNameLst>
                                      </p:cBhvr>
                                      <p:to>
                                        <p:strVal val="visible"/>
                                      </p:to>
                                    </p:set>
                                    <p:anim calcmode="lin" valueType="num">
                                      <p:cBhvr>
                                        <p:cTn id="23" dur="500" fill="hold"/>
                                        <p:tgtEl>
                                          <p:spTgt spid="12"/>
                                        </p:tgtEl>
                                        <p:attrNameLst>
                                          <p:attrName>ppt_w</p:attrName>
                                        </p:attrNameLst>
                                      </p:cBhvr>
                                      <p:tavLst>
                                        <p:tav tm="0">
                                          <p:val>
                                            <p:fltVal val="0"/>
                                          </p:val>
                                        </p:tav>
                                        <p:tav tm="100000">
                                          <p:val>
                                            <p:strVal val="#ppt_w"/>
                                          </p:val>
                                        </p:tav>
                                      </p:tavLst>
                                    </p:anim>
                                    <p:anim calcmode="lin" valueType="num">
                                      <p:cBhvr>
                                        <p:cTn id="24" dur="500" fill="hold"/>
                                        <p:tgtEl>
                                          <p:spTgt spid="12"/>
                                        </p:tgtEl>
                                        <p:attrNameLst>
                                          <p:attrName>ppt_h</p:attrName>
                                        </p:attrNameLst>
                                      </p:cBhvr>
                                      <p:tavLst>
                                        <p:tav tm="0">
                                          <p:val>
                                            <p:fltVal val="0"/>
                                          </p:val>
                                        </p:tav>
                                        <p:tav tm="100000">
                                          <p:val>
                                            <p:strVal val="#ppt_h"/>
                                          </p:val>
                                        </p:tav>
                                      </p:tavLst>
                                    </p:anim>
                                    <p:animEffect transition="in" filter="fade">
                                      <p:cBhvr>
                                        <p:cTn id="25" dur="500"/>
                                        <p:tgtEl>
                                          <p:spTgt spid="12"/>
                                        </p:tgtEl>
                                      </p:cBhvr>
                                    </p:animEffect>
                                  </p:childTnLst>
                                </p:cTn>
                              </p:par>
                            </p:childTnLst>
                          </p:cTn>
                        </p:par>
                        <p:par>
                          <p:cTn id="26" fill="hold">
                            <p:stCondLst>
                              <p:cond delay="2000"/>
                            </p:stCondLst>
                            <p:childTnLst>
                              <p:par>
                                <p:cTn id="27" presetID="53" presetClass="entr" presetSubtype="16" fill="hold" grpId="0" nodeType="afterEffect">
                                  <p:stCondLst>
                                    <p:cond delay="0"/>
                                  </p:stCondLst>
                                  <p:childTnLst>
                                    <p:set>
                                      <p:cBhvr>
                                        <p:cTn id="28" dur="1" fill="hold">
                                          <p:stCondLst>
                                            <p:cond delay="0"/>
                                          </p:stCondLst>
                                        </p:cTn>
                                        <p:tgtEl>
                                          <p:spTgt spid="13"/>
                                        </p:tgtEl>
                                        <p:attrNameLst>
                                          <p:attrName>style.visibility</p:attrName>
                                        </p:attrNameLst>
                                      </p:cBhvr>
                                      <p:to>
                                        <p:strVal val="visible"/>
                                      </p:to>
                                    </p:set>
                                    <p:anim calcmode="lin" valueType="num">
                                      <p:cBhvr>
                                        <p:cTn id="29" dur="500" fill="hold"/>
                                        <p:tgtEl>
                                          <p:spTgt spid="13"/>
                                        </p:tgtEl>
                                        <p:attrNameLst>
                                          <p:attrName>ppt_w</p:attrName>
                                        </p:attrNameLst>
                                      </p:cBhvr>
                                      <p:tavLst>
                                        <p:tav tm="0">
                                          <p:val>
                                            <p:fltVal val="0"/>
                                          </p:val>
                                        </p:tav>
                                        <p:tav tm="100000">
                                          <p:val>
                                            <p:strVal val="#ppt_w"/>
                                          </p:val>
                                        </p:tav>
                                      </p:tavLst>
                                    </p:anim>
                                    <p:anim calcmode="lin" valueType="num">
                                      <p:cBhvr>
                                        <p:cTn id="30" dur="500" fill="hold"/>
                                        <p:tgtEl>
                                          <p:spTgt spid="13"/>
                                        </p:tgtEl>
                                        <p:attrNameLst>
                                          <p:attrName>ppt_h</p:attrName>
                                        </p:attrNameLst>
                                      </p:cBhvr>
                                      <p:tavLst>
                                        <p:tav tm="0">
                                          <p:val>
                                            <p:fltVal val="0"/>
                                          </p:val>
                                        </p:tav>
                                        <p:tav tm="100000">
                                          <p:val>
                                            <p:strVal val="#ppt_h"/>
                                          </p:val>
                                        </p:tav>
                                      </p:tavLst>
                                    </p:anim>
                                    <p:animEffect transition="in" filter="fade">
                                      <p:cBhvr>
                                        <p:cTn id="31" dur="500"/>
                                        <p:tgtEl>
                                          <p:spTgt spid="13"/>
                                        </p:tgtEl>
                                      </p:cBhvr>
                                    </p:animEffect>
                                  </p:childTnLst>
                                </p:cTn>
                              </p:par>
                            </p:childTnLst>
                          </p:cTn>
                        </p:par>
                        <p:par>
                          <p:cTn id="32" fill="hold">
                            <p:stCondLst>
                              <p:cond delay="2500"/>
                            </p:stCondLst>
                            <p:childTnLst>
                              <p:par>
                                <p:cTn id="33" presetID="53" presetClass="entr" presetSubtype="16" fill="hold" grpId="0" nodeType="afterEffect">
                                  <p:stCondLst>
                                    <p:cond delay="0"/>
                                  </p:stCondLst>
                                  <p:childTnLst>
                                    <p:set>
                                      <p:cBhvr>
                                        <p:cTn id="34" dur="1" fill="hold">
                                          <p:stCondLst>
                                            <p:cond delay="0"/>
                                          </p:stCondLst>
                                        </p:cTn>
                                        <p:tgtEl>
                                          <p:spTgt spid="14"/>
                                        </p:tgtEl>
                                        <p:attrNameLst>
                                          <p:attrName>style.visibility</p:attrName>
                                        </p:attrNameLst>
                                      </p:cBhvr>
                                      <p:to>
                                        <p:strVal val="visible"/>
                                      </p:to>
                                    </p:set>
                                    <p:anim calcmode="lin" valueType="num">
                                      <p:cBhvr>
                                        <p:cTn id="35" dur="500" fill="hold"/>
                                        <p:tgtEl>
                                          <p:spTgt spid="14"/>
                                        </p:tgtEl>
                                        <p:attrNameLst>
                                          <p:attrName>ppt_w</p:attrName>
                                        </p:attrNameLst>
                                      </p:cBhvr>
                                      <p:tavLst>
                                        <p:tav tm="0">
                                          <p:val>
                                            <p:fltVal val="0"/>
                                          </p:val>
                                        </p:tav>
                                        <p:tav tm="100000">
                                          <p:val>
                                            <p:strVal val="#ppt_w"/>
                                          </p:val>
                                        </p:tav>
                                      </p:tavLst>
                                    </p:anim>
                                    <p:anim calcmode="lin" valueType="num">
                                      <p:cBhvr>
                                        <p:cTn id="36" dur="500" fill="hold"/>
                                        <p:tgtEl>
                                          <p:spTgt spid="14"/>
                                        </p:tgtEl>
                                        <p:attrNameLst>
                                          <p:attrName>ppt_h</p:attrName>
                                        </p:attrNameLst>
                                      </p:cBhvr>
                                      <p:tavLst>
                                        <p:tav tm="0">
                                          <p:val>
                                            <p:fltVal val="0"/>
                                          </p:val>
                                        </p:tav>
                                        <p:tav tm="100000">
                                          <p:val>
                                            <p:strVal val="#ppt_h"/>
                                          </p:val>
                                        </p:tav>
                                      </p:tavLst>
                                    </p:anim>
                                    <p:animEffect transition="in" filter="fade">
                                      <p:cBhvr>
                                        <p:cTn id="37" dur="500"/>
                                        <p:tgtEl>
                                          <p:spTgt spid="14"/>
                                        </p:tgtEl>
                                      </p:cBhvr>
                                    </p:animEffect>
                                  </p:childTnLst>
                                </p:cTn>
                              </p:par>
                            </p:childTnLst>
                          </p:cTn>
                        </p:par>
                        <p:par>
                          <p:cTn id="38" fill="hold">
                            <p:stCondLst>
                              <p:cond delay="3000"/>
                            </p:stCondLst>
                            <p:childTnLst>
                              <p:par>
                                <p:cTn id="39" presetID="53" presetClass="entr" presetSubtype="16" fill="hold" grpId="0" nodeType="afterEffect">
                                  <p:stCondLst>
                                    <p:cond delay="0"/>
                                  </p:stCondLst>
                                  <p:childTnLst>
                                    <p:set>
                                      <p:cBhvr>
                                        <p:cTn id="40" dur="1" fill="hold">
                                          <p:stCondLst>
                                            <p:cond delay="0"/>
                                          </p:stCondLst>
                                        </p:cTn>
                                        <p:tgtEl>
                                          <p:spTgt spid="15"/>
                                        </p:tgtEl>
                                        <p:attrNameLst>
                                          <p:attrName>style.visibility</p:attrName>
                                        </p:attrNameLst>
                                      </p:cBhvr>
                                      <p:to>
                                        <p:strVal val="visible"/>
                                      </p:to>
                                    </p:set>
                                    <p:anim calcmode="lin" valueType="num">
                                      <p:cBhvr>
                                        <p:cTn id="41" dur="500" fill="hold"/>
                                        <p:tgtEl>
                                          <p:spTgt spid="15"/>
                                        </p:tgtEl>
                                        <p:attrNameLst>
                                          <p:attrName>ppt_w</p:attrName>
                                        </p:attrNameLst>
                                      </p:cBhvr>
                                      <p:tavLst>
                                        <p:tav tm="0">
                                          <p:val>
                                            <p:fltVal val="0"/>
                                          </p:val>
                                        </p:tav>
                                        <p:tav tm="100000">
                                          <p:val>
                                            <p:strVal val="#ppt_w"/>
                                          </p:val>
                                        </p:tav>
                                      </p:tavLst>
                                    </p:anim>
                                    <p:anim calcmode="lin" valueType="num">
                                      <p:cBhvr>
                                        <p:cTn id="42" dur="500" fill="hold"/>
                                        <p:tgtEl>
                                          <p:spTgt spid="15"/>
                                        </p:tgtEl>
                                        <p:attrNameLst>
                                          <p:attrName>ppt_h</p:attrName>
                                        </p:attrNameLst>
                                      </p:cBhvr>
                                      <p:tavLst>
                                        <p:tav tm="0">
                                          <p:val>
                                            <p:fltVal val="0"/>
                                          </p:val>
                                        </p:tav>
                                        <p:tav tm="100000">
                                          <p:val>
                                            <p:strVal val="#ppt_h"/>
                                          </p:val>
                                        </p:tav>
                                      </p:tavLst>
                                    </p:anim>
                                    <p:animEffect transition="in" filter="fade">
                                      <p:cBhvr>
                                        <p:cTn id="43" dur="500"/>
                                        <p:tgtEl>
                                          <p:spTgt spid="15"/>
                                        </p:tgtEl>
                                      </p:cBhvr>
                                    </p:animEffect>
                                  </p:childTnLst>
                                </p:cTn>
                              </p:par>
                            </p:childTnLst>
                          </p:cTn>
                        </p:par>
                        <p:par>
                          <p:cTn id="44" fill="hold">
                            <p:stCondLst>
                              <p:cond delay="3500"/>
                            </p:stCondLst>
                            <p:childTnLst>
                              <p:par>
                                <p:cTn id="45" presetID="53" presetClass="entr" presetSubtype="16" fill="hold" grpId="0" nodeType="afterEffect" nodePh="1">
                                  <p:stCondLst>
                                    <p:cond delay="0"/>
                                  </p:stCondLst>
                                  <p:endCondLst>
                                    <p:cond evt="begin" delay="0">
                                      <p:tn val="45"/>
                                    </p:cond>
                                  </p:endCondLst>
                                  <p:childTnLst>
                                    <p:set>
                                      <p:cBhvr>
                                        <p:cTn id="46" dur="1" fill="hold">
                                          <p:stCondLst>
                                            <p:cond delay="0"/>
                                          </p:stCondLst>
                                        </p:cTn>
                                        <p:tgtEl>
                                          <p:spTgt spid="23">
                                            <p:txEl>
                                              <p:pRg st="0" end="0"/>
                                            </p:txEl>
                                          </p:spTgt>
                                        </p:tgtEl>
                                        <p:attrNameLst>
                                          <p:attrName>style.visibility</p:attrName>
                                        </p:attrNameLst>
                                      </p:cBhvr>
                                      <p:to>
                                        <p:strVal val="visible"/>
                                      </p:to>
                                    </p:set>
                                    <p:anim calcmode="lin" valueType="num">
                                      <p:cBhvr>
                                        <p:cTn id="47" dur="500" fill="hold"/>
                                        <p:tgtEl>
                                          <p:spTgt spid="23">
                                            <p:txEl>
                                              <p:pRg st="0" end="0"/>
                                            </p:txEl>
                                          </p:spTgt>
                                        </p:tgtEl>
                                        <p:attrNameLst>
                                          <p:attrName>ppt_w</p:attrName>
                                        </p:attrNameLst>
                                      </p:cBhvr>
                                      <p:tavLst>
                                        <p:tav tm="0">
                                          <p:val>
                                            <p:fltVal val="0"/>
                                          </p:val>
                                        </p:tav>
                                        <p:tav tm="100000">
                                          <p:val>
                                            <p:strVal val="#ppt_w"/>
                                          </p:val>
                                        </p:tav>
                                      </p:tavLst>
                                    </p:anim>
                                    <p:anim calcmode="lin" valueType="num">
                                      <p:cBhvr>
                                        <p:cTn id="48" dur="500" fill="hold"/>
                                        <p:tgtEl>
                                          <p:spTgt spid="23">
                                            <p:txEl>
                                              <p:pRg st="0" end="0"/>
                                            </p:txEl>
                                          </p:spTgt>
                                        </p:tgtEl>
                                        <p:attrNameLst>
                                          <p:attrName>ppt_h</p:attrName>
                                        </p:attrNameLst>
                                      </p:cBhvr>
                                      <p:tavLst>
                                        <p:tav tm="0">
                                          <p:val>
                                            <p:fltVal val="0"/>
                                          </p:val>
                                        </p:tav>
                                        <p:tav tm="100000">
                                          <p:val>
                                            <p:strVal val="#ppt_h"/>
                                          </p:val>
                                        </p:tav>
                                      </p:tavLst>
                                    </p:anim>
                                    <p:animEffect transition="in" filter="fade">
                                      <p:cBhvr>
                                        <p:cTn id="49" dur="500"/>
                                        <p:tgtEl>
                                          <p:spTgt spid="23">
                                            <p:txEl>
                                              <p:pRg st="0" end="0"/>
                                            </p:txEl>
                                          </p:spTgt>
                                        </p:tgtEl>
                                      </p:cBhvr>
                                    </p:animEffect>
                                  </p:childTnLst>
                                </p:cTn>
                              </p:par>
                            </p:childTnLst>
                          </p:cTn>
                        </p:par>
                        <p:par>
                          <p:cTn id="50" fill="hold">
                            <p:stCondLst>
                              <p:cond delay="4000"/>
                            </p:stCondLst>
                            <p:childTnLst>
                              <p:par>
                                <p:cTn id="51" presetID="42" presetClass="entr" presetSubtype="0" fill="hold" grpId="0" nodeType="afterEffect" nodePh="1">
                                  <p:stCondLst>
                                    <p:cond delay="0"/>
                                  </p:stCondLst>
                                  <p:endCondLst>
                                    <p:cond evt="begin" delay="0">
                                      <p:tn val="51"/>
                                    </p:cond>
                                  </p:endCondLst>
                                  <p:childTnLst>
                                    <p:set>
                                      <p:cBhvr>
                                        <p:cTn id="52" dur="1" fill="hold">
                                          <p:stCondLst>
                                            <p:cond delay="0"/>
                                          </p:stCondLst>
                                        </p:cTn>
                                        <p:tgtEl>
                                          <p:spTgt spid="24">
                                            <p:txEl>
                                              <p:pRg st="0" end="0"/>
                                            </p:txEl>
                                          </p:spTgt>
                                        </p:tgtEl>
                                        <p:attrNameLst>
                                          <p:attrName>style.visibility</p:attrName>
                                        </p:attrNameLst>
                                      </p:cBhvr>
                                      <p:to>
                                        <p:strVal val="visible"/>
                                      </p:to>
                                    </p:set>
                                    <p:animEffect transition="in" filter="fade">
                                      <p:cBhvr>
                                        <p:cTn id="53" dur="500"/>
                                        <p:tgtEl>
                                          <p:spTgt spid="24">
                                            <p:txEl>
                                              <p:pRg st="0" end="0"/>
                                            </p:txEl>
                                          </p:spTgt>
                                        </p:tgtEl>
                                      </p:cBhvr>
                                    </p:animEffect>
                                    <p:anim calcmode="lin" valueType="num">
                                      <p:cBhvr>
                                        <p:cTn id="54"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p:cTn id="55" dur="500" fill="hold"/>
                                        <p:tgtEl>
                                          <p:spTgt spid="24">
                                            <p:txEl>
                                              <p:pRg st="0" end="0"/>
                                            </p:txEl>
                                          </p:spTgt>
                                        </p:tgtEl>
                                        <p:attrNameLst>
                                          <p:attrName>ppt_y</p:attrName>
                                        </p:attrNameLst>
                                      </p:cBhvr>
                                      <p:tavLst>
                                        <p:tav tm="0">
                                          <p:val>
                                            <p:strVal val="#ppt_y+.1"/>
                                          </p:val>
                                        </p:tav>
                                        <p:tav tm="100000">
                                          <p:val>
                                            <p:strVal val="#ppt_y"/>
                                          </p:val>
                                        </p:tav>
                                      </p:tavLst>
                                    </p:anim>
                                  </p:childTnLst>
                                </p:cTn>
                              </p:par>
                            </p:childTnLst>
                          </p:cTn>
                        </p:par>
                        <p:par>
                          <p:cTn id="56" fill="hold">
                            <p:stCondLst>
                              <p:cond delay="4500"/>
                            </p:stCondLst>
                            <p:childTnLst>
                              <p:par>
                                <p:cTn id="57" presetID="53" presetClass="entr" presetSubtype="16" fill="hold" grpId="0" nodeType="afterEffect">
                                  <p:stCondLst>
                                    <p:cond delay="0"/>
                                  </p:stCondLst>
                                  <p:childTnLst>
                                    <p:set>
                                      <p:cBhvr>
                                        <p:cTn id="58" dur="1" fill="hold">
                                          <p:stCondLst>
                                            <p:cond delay="0"/>
                                          </p:stCondLst>
                                        </p:cTn>
                                        <p:tgtEl>
                                          <p:spTgt spid="26">
                                            <p:txEl>
                                              <p:pRg st="0" end="0"/>
                                            </p:txEl>
                                          </p:spTgt>
                                        </p:tgtEl>
                                        <p:attrNameLst>
                                          <p:attrName>style.visibility</p:attrName>
                                        </p:attrNameLst>
                                      </p:cBhvr>
                                      <p:to>
                                        <p:strVal val="visible"/>
                                      </p:to>
                                    </p:set>
                                    <p:anim calcmode="lin" valueType="num">
                                      <p:cBhvr>
                                        <p:cTn id="59" dur="500" fill="hold"/>
                                        <p:tgtEl>
                                          <p:spTgt spid="26">
                                            <p:txEl>
                                              <p:pRg st="0" end="0"/>
                                            </p:txEl>
                                          </p:spTgt>
                                        </p:tgtEl>
                                        <p:attrNameLst>
                                          <p:attrName>ppt_w</p:attrName>
                                        </p:attrNameLst>
                                      </p:cBhvr>
                                      <p:tavLst>
                                        <p:tav tm="0">
                                          <p:val>
                                            <p:fltVal val="0"/>
                                          </p:val>
                                        </p:tav>
                                        <p:tav tm="100000">
                                          <p:val>
                                            <p:strVal val="#ppt_w"/>
                                          </p:val>
                                        </p:tav>
                                      </p:tavLst>
                                    </p:anim>
                                    <p:anim calcmode="lin" valueType="num">
                                      <p:cBhvr>
                                        <p:cTn id="60" dur="500" fill="hold"/>
                                        <p:tgtEl>
                                          <p:spTgt spid="26">
                                            <p:txEl>
                                              <p:pRg st="0" end="0"/>
                                            </p:txEl>
                                          </p:spTgt>
                                        </p:tgtEl>
                                        <p:attrNameLst>
                                          <p:attrName>ppt_h</p:attrName>
                                        </p:attrNameLst>
                                      </p:cBhvr>
                                      <p:tavLst>
                                        <p:tav tm="0">
                                          <p:val>
                                            <p:fltVal val="0"/>
                                          </p:val>
                                        </p:tav>
                                        <p:tav tm="100000">
                                          <p:val>
                                            <p:strVal val="#ppt_h"/>
                                          </p:val>
                                        </p:tav>
                                      </p:tavLst>
                                    </p:anim>
                                    <p:animEffect transition="in" filter="fade">
                                      <p:cBhvr>
                                        <p:cTn id="61" dur="500"/>
                                        <p:tgtEl>
                                          <p:spTgt spid="26">
                                            <p:txEl>
                                              <p:pRg st="0" end="0"/>
                                            </p:txEl>
                                          </p:spTgt>
                                        </p:tgtEl>
                                      </p:cBhvr>
                                    </p:animEffect>
                                  </p:childTnLst>
                                </p:cTn>
                              </p:par>
                            </p:childTnLst>
                          </p:cTn>
                        </p:par>
                        <p:par>
                          <p:cTn id="62" fill="hold">
                            <p:stCondLst>
                              <p:cond delay="5000"/>
                            </p:stCondLst>
                            <p:childTnLst>
                              <p:par>
                                <p:cTn id="63" presetID="53" presetClass="entr" presetSubtype="16" fill="hold" grpId="0" nodeType="afterEffect">
                                  <p:stCondLst>
                                    <p:cond delay="0"/>
                                  </p:stCondLst>
                                  <p:childTnLst>
                                    <p:set>
                                      <p:cBhvr>
                                        <p:cTn id="64" dur="1" fill="hold">
                                          <p:stCondLst>
                                            <p:cond delay="0"/>
                                          </p:stCondLst>
                                        </p:cTn>
                                        <p:tgtEl>
                                          <p:spTgt spid="27">
                                            <p:txEl>
                                              <p:pRg st="0" end="0"/>
                                            </p:txEl>
                                          </p:spTgt>
                                        </p:tgtEl>
                                        <p:attrNameLst>
                                          <p:attrName>style.visibility</p:attrName>
                                        </p:attrNameLst>
                                      </p:cBhvr>
                                      <p:to>
                                        <p:strVal val="visible"/>
                                      </p:to>
                                    </p:set>
                                    <p:anim calcmode="lin" valueType="num">
                                      <p:cBhvr>
                                        <p:cTn id="65" dur="500" fill="hold"/>
                                        <p:tgtEl>
                                          <p:spTgt spid="27">
                                            <p:txEl>
                                              <p:pRg st="0" end="0"/>
                                            </p:txEl>
                                          </p:spTgt>
                                        </p:tgtEl>
                                        <p:attrNameLst>
                                          <p:attrName>ppt_w</p:attrName>
                                        </p:attrNameLst>
                                      </p:cBhvr>
                                      <p:tavLst>
                                        <p:tav tm="0">
                                          <p:val>
                                            <p:fltVal val="0"/>
                                          </p:val>
                                        </p:tav>
                                        <p:tav tm="100000">
                                          <p:val>
                                            <p:strVal val="#ppt_w"/>
                                          </p:val>
                                        </p:tav>
                                      </p:tavLst>
                                    </p:anim>
                                    <p:anim calcmode="lin" valueType="num">
                                      <p:cBhvr>
                                        <p:cTn id="66" dur="500" fill="hold"/>
                                        <p:tgtEl>
                                          <p:spTgt spid="27">
                                            <p:txEl>
                                              <p:pRg st="0" end="0"/>
                                            </p:txEl>
                                          </p:spTgt>
                                        </p:tgtEl>
                                        <p:attrNameLst>
                                          <p:attrName>ppt_h</p:attrName>
                                        </p:attrNameLst>
                                      </p:cBhvr>
                                      <p:tavLst>
                                        <p:tav tm="0">
                                          <p:val>
                                            <p:fltVal val="0"/>
                                          </p:val>
                                        </p:tav>
                                        <p:tav tm="100000">
                                          <p:val>
                                            <p:strVal val="#ppt_h"/>
                                          </p:val>
                                        </p:tav>
                                      </p:tavLst>
                                    </p:anim>
                                    <p:animEffect transition="in" filter="fade">
                                      <p:cBhvr>
                                        <p:cTn id="67" dur="500"/>
                                        <p:tgtEl>
                                          <p:spTgt spid="27">
                                            <p:txEl>
                                              <p:pRg st="0" end="0"/>
                                            </p:txEl>
                                          </p:spTgt>
                                        </p:tgtEl>
                                      </p:cBhvr>
                                    </p:animEffect>
                                  </p:childTnLst>
                                </p:cTn>
                              </p:par>
                            </p:childTnLst>
                          </p:cTn>
                        </p:par>
                        <p:par>
                          <p:cTn id="68" fill="hold">
                            <p:stCondLst>
                              <p:cond delay="5500"/>
                            </p:stCondLst>
                            <p:childTnLst>
                              <p:par>
                                <p:cTn id="69" presetID="53" presetClass="entr" presetSubtype="16" fill="hold" grpId="0" nodeType="afterEffect">
                                  <p:stCondLst>
                                    <p:cond delay="0"/>
                                  </p:stCondLst>
                                  <p:childTnLst>
                                    <p:set>
                                      <p:cBhvr>
                                        <p:cTn id="70" dur="1" fill="hold">
                                          <p:stCondLst>
                                            <p:cond delay="0"/>
                                          </p:stCondLst>
                                        </p:cTn>
                                        <p:tgtEl>
                                          <p:spTgt spid="28">
                                            <p:txEl>
                                              <p:pRg st="0" end="0"/>
                                            </p:txEl>
                                          </p:spTgt>
                                        </p:tgtEl>
                                        <p:attrNameLst>
                                          <p:attrName>style.visibility</p:attrName>
                                        </p:attrNameLst>
                                      </p:cBhvr>
                                      <p:to>
                                        <p:strVal val="visible"/>
                                      </p:to>
                                    </p:set>
                                    <p:anim calcmode="lin" valueType="num">
                                      <p:cBhvr>
                                        <p:cTn id="71" dur="500" fill="hold"/>
                                        <p:tgtEl>
                                          <p:spTgt spid="28">
                                            <p:txEl>
                                              <p:pRg st="0" end="0"/>
                                            </p:txEl>
                                          </p:spTgt>
                                        </p:tgtEl>
                                        <p:attrNameLst>
                                          <p:attrName>ppt_w</p:attrName>
                                        </p:attrNameLst>
                                      </p:cBhvr>
                                      <p:tavLst>
                                        <p:tav tm="0">
                                          <p:val>
                                            <p:fltVal val="0"/>
                                          </p:val>
                                        </p:tav>
                                        <p:tav tm="100000">
                                          <p:val>
                                            <p:strVal val="#ppt_w"/>
                                          </p:val>
                                        </p:tav>
                                      </p:tavLst>
                                    </p:anim>
                                    <p:anim calcmode="lin" valueType="num">
                                      <p:cBhvr>
                                        <p:cTn id="72" dur="500" fill="hold"/>
                                        <p:tgtEl>
                                          <p:spTgt spid="28">
                                            <p:txEl>
                                              <p:pRg st="0" end="0"/>
                                            </p:txEl>
                                          </p:spTgt>
                                        </p:tgtEl>
                                        <p:attrNameLst>
                                          <p:attrName>ppt_h</p:attrName>
                                        </p:attrNameLst>
                                      </p:cBhvr>
                                      <p:tavLst>
                                        <p:tav tm="0">
                                          <p:val>
                                            <p:fltVal val="0"/>
                                          </p:val>
                                        </p:tav>
                                        <p:tav tm="100000">
                                          <p:val>
                                            <p:strVal val="#ppt_h"/>
                                          </p:val>
                                        </p:tav>
                                      </p:tavLst>
                                    </p:anim>
                                    <p:animEffect transition="in" filter="fade">
                                      <p:cBhvr>
                                        <p:cTn id="73" dur="500"/>
                                        <p:tgtEl>
                                          <p:spTgt spid="28">
                                            <p:txEl>
                                              <p:pRg st="0" end="0"/>
                                            </p:txEl>
                                          </p:spTgt>
                                        </p:tgtEl>
                                      </p:cBhvr>
                                    </p:animEffect>
                                  </p:childTnLst>
                                </p:cTn>
                              </p:par>
                            </p:childTnLst>
                          </p:cTn>
                        </p:par>
                        <p:par>
                          <p:cTn id="74" fill="hold">
                            <p:stCondLst>
                              <p:cond delay="6000"/>
                            </p:stCondLst>
                            <p:childTnLst>
                              <p:par>
                                <p:cTn id="75" presetID="53" presetClass="entr" presetSubtype="16" fill="hold" grpId="0" nodeType="afterEffect">
                                  <p:stCondLst>
                                    <p:cond delay="0"/>
                                  </p:stCondLst>
                                  <p:childTnLst>
                                    <p:set>
                                      <p:cBhvr>
                                        <p:cTn id="76" dur="1" fill="hold">
                                          <p:stCondLst>
                                            <p:cond delay="0"/>
                                          </p:stCondLst>
                                        </p:cTn>
                                        <p:tgtEl>
                                          <p:spTgt spid="29">
                                            <p:txEl>
                                              <p:pRg st="0" end="0"/>
                                            </p:txEl>
                                          </p:spTgt>
                                        </p:tgtEl>
                                        <p:attrNameLst>
                                          <p:attrName>style.visibility</p:attrName>
                                        </p:attrNameLst>
                                      </p:cBhvr>
                                      <p:to>
                                        <p:strVal val="visible"/>
                                      </p:to>
                                    </p:set>
                                    <p:anim calcmode="lin" valueType="num">
                                      <p:cBhvr>
                                        <p:cTn id="77" dur="500" fill="hold"/>
                                        <p:tgtEl>
                                          <p:spTgt spid="29">
                                            <p:txEl>
                                              <p:pRg st="0" end="0"/>
                                            </p:txEl>
                                          </p:spTgt>
                                        </p:tgtEl>
                                        <p:attrNameLst>
                                          <p:attrName>ppt_w</p:attrName>
                                        </p:attrNameLst>
                                      </p:cBhvr>
                                      <p:tavLst>
                                        <p:tav tm="0">
                                          <p:val>
                                            <p:fltVal val="0"/>
                                          </p:val>
                                        </p:tav>
                                        <p:tav tm="100000">
                                          <p:val>
                                            <p:strVal val="#ppt_w"/>
                                          </p:val>
                                        </p:tav>
                                      </p:tavLst>
                                    </p:anim>
                                    <p:anim calcmode="lin" valueType="num">
                                      <p:cBhvr>
                                        <p:cTn id="78" dur="500" fill="hold"/>
                                        <p:tgtEl>
                                          <p:spTgt spid="29">
                                            <p:txEl>
                                              <p:pRg st="0" end="0"/>
                                            </p:txEl>
                                          </p:spTgt>
                                        </p:tgtEl>
                                        <p:attrNameLst>
                                          <p:attrName>ppt_h</p:attrName>
                                        </p:attrNameLst>
                                      </p:cBhvr>
                                      <p:tavLst>
                                        <p:tav tm="0">
                                          <p:val>
                                            <p:fltVal val="0"/>
                                          </p:val>
                                        </p:tav>
                                        <p:tav tm="100000">
                                          <p:val>
                                            <p:strVal val="#ppt_h"/>
                                          </p:val>
                                        </p:tav>
                                      </p:tavLst>
                                    </p:anim>
                                    <p:animEffect transition="in" filter="fade">
                                      <p:cBhvr>
                                        <p:cTn id="79" dur="500"/>
                                        <p:tgtEl>
                                          <p:spTgt spid="29">
                                            <p:txEl>
                                              <p:pRg st="0" end="0"/>
                                            </p:txEl>
                                          </p:spTgt>
                                        </p:tgtEl>
                                      </p:cBhvr>
                                    </p:animEffect>
                                  </p:childTnLst>
                                </p:cTn>
                              </p:par>
                            </p:childTnLst>
                          </p:cTn>
                        </p:par>
                        <p:par>
                          <p:cTn id="80" fill="hold">
                            <p:stCondLst>
                              <p:cond delay="6500"/>
                            </p:stCondLst>
                            <p:childTnLst>
                              <p:par>
                                <p:cTn id="81" presetID="53" presetClass="entr" presetSubtype="16" fill="hold" grpId="0" nodeType="afterEffect">
                                  <p:stCondLst>
                                    <p:cond delay="0"/>
                                  </p:stCondLst>
                                  <p:childTnLst>
                                    <p:set>
                                      <p:cBhvr>
                                        <p:cTn id="82" dur="1" fill="hold">
                                          <p:stCondLst>
                                            <p:cond delay="0"/>
                                          </p:stCondLst>
                                        </p:cTn>
                                        <p:tgtEl>
                                          <p:spTgt spid="30">
                                            <p:txEl>
                                              <p:pRg st="0" end="0"/>
                                            </p:txEl>
                                          </p:spTgt>
                                        </p:tgtEl>
                                        <p:attrNameLst>
                                          <p:attrName>style.visibility</p:attrName>
                                        </p:attrNameLst>
                                      </p:cBhvr>
                                      <p:to>
                                        <p:strVal val="visible"/>
                                      </p:to>
                                    </p:set>
                                    <p:anim calcmode="lin" valueType="num">
                                      <p:cBhvr>
                                        <p:cTn id="83" dur="500" fill="hold"/>
                                        <p:tgtEl>
                                          <p:spTgt spid="30">
                                            <p:txEl>
                                              <p:pRg st="0" end="0"/>
                                            </p:txEl>
                                          </p:spTgt>
                                        </p:tgtEl>
                                        <p:attrNameLst>
                                          <p:attrName>ppt_w</p:attrName>
                                        </p:attrNameLst>
                                      </p:cBhvr>
                                      <p:tavLst>
                                        <p:tav tm="0">
                                          <p:val>
                                            <p:fltVal val="0"/>
                                          </p:val>
                                        </p:tav>
                                        <p:tav tm="100000">
                                          <p:val>
                                            <p:strVal val="#ppt_w"/>
                                          </p:val>
                                        </p:tav>
                                      </p:tavLst>
                                    </p:anim>
                                    <p:anim calcmode="lin" valueType="num">
                                      <p:cBhvr>
                                        <p:cTn id="84" dur="500" fill="hold"/>
                                        <p:tgtEl>
                                          <p:spTgt spid="30">
                                            <p:txEl>
                                              <p:pRg st="0" end="0"/>
                                            </p:txEl>
                                          </p:spTgt>
                                        </p:tgtEl>
                                        <p:attrNameLst>
                                          <p:attrName>ppt_h</p:attrName>
                                        </p:attrNameLst>
                                      </p:cBhvr>
                                      <p:tavLst>
                                        <p:tav tm="0">
                                          <p:val>
                                            <p:fltVal val="0"/>
                                          </p:val>
                                        </p:tav>
                                        <p:tav tm="100000">
                                          <p:val>
                                            <p:strVal val="#ppt_h"/>
                                          </p:val>
                                        </p:tav>
                                      </p:tavLst>
                                    </p:anim>
                                    <p:animEffect transition="in" filter="fade">
                                      <p:cBhvr>
                                        <p:cTn id="85" dur="500"/>
                                        <p:tgtEl>
                                          <p:spTgt spid="30">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12" grpId="0" animBg="1"/>
      <p:bldP spid="13" grpId="0" animBg="1"/>
      <p:bldP spid="2" grpId="0"/>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14" grpId="0" animBg="1"/>
      <p:bldP spid="15" grpId="0" animBg="1"/>
      <p:bldP spid="23"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3"/>
                        </p:tgtEl>
                        <p:attrNameLst>
                          <p:attrName>style.visibility</p:attrName>
                        </p:attrNameLst>
                      </p:cBhvr>
                      <p:to>
                        <p:strVal val="visible"/>
                      </p:to>
                    </p:set>
                    <p:anim calcmode="lin" valueType="num">
                      <p:cBhvr>
                        <p:cTn dur="500" fill="hold"/>
                        <p:tgtEl>
                          <p:spTgt spid="23"/>
                        </p:tgtEl>
                        <p:attrNameLst>
                          <p:attrName>ppt_w</p:attrName>
                        </p:attrNameLst>
                      </p:cBhvr>
                      <p:tavLst>
                        <p:tav tm="0">
                          <p:val>
                            <p:fltVal val="0"/>
                          </p:val>
                        </p:tav>
                        <p:tav tm="100000">
                          <p:val>
                            <p:strVal val="#ppt_w"/>
                          </p:val>
                        </p:tav>
                      </p:tavLst>
                    </p:anim>
                    <p:anim calcmode="lin" valueType="num">
                      <p:cBhvr>
                        <p:cTn dur="500" fill="hold"/>
                        <p:tgtEl>
                          <p:spTgt spid="23"/>
                        </p:tgtEl>
                        <p:attrNameLst>
                          <p:attrName>ppt_h</p:attrName>
                        </p:attrNameLst>
                      </p:cBhvr>
                      <p:tavLst>
                        <p:tav tm="0">
                          <p:val>
                            <p:fltVal val="0"/>
                          </p:val>
                        </p:tav>
                        <p:tav tm="100000">
                          <p:val>
                            <p:strVal val="#ppt_h"/>
                          </p:val>
                        </p:tav>
                      </p:tavLst>
                    </p:anim>
                    <p:animEffect transition="in" filter="fade">
                      <p:cBhvr>
                        <p:cTn dur="500"/>
                        <p:tgtEl>
                          <p:spTgt spid="23"/>
                        </p:tgtEl>
                      </p:cBhvr>
                    </p:animEffect>
                  </p:childTnLst>
                </p:cTn>
              </p:par>
            </p:tnLst>
          </p:tmpl>
        </p:tmplLst>
      </p:bldP>
      <p:bldP spid="24"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4"/>
                        </p:tgtEl>
                        <p:attrNameLst>
                          <p:attrName>style.visibility</p:attrName>
                        </p:attrNameLst>
                      </p:cBhvr>
                      <p:to>
                        <p:strVal val="visible"/>
                      </p:to>
                    </p:set>
                    <p:animEffect transition="in" filter="fade">
                      <p:cBhvr>
                        <p:cTn dur="500"/>
                        <p:tgtEl>
                          <p:spTgt spid="24"/>
                        </p:tgtEl>
                      </p:cBhvr>
                    </p:animEffect>
                    <p:anim calcmode="lin" valueType="num">
                      <p:cBhvr>
                        <p:cTn dur="500" fill="hold"/>
                        <p:tgtEl>
                          <p:spTgt spid="24"/>
                        </p:tgtEl>
                        <p:attrNameLst>
                          <p:attrName>ppt_x</p:attrName>
                        </p:attrNameLst>
                      </p:cBhvr>
                      <p:tavLst>
                        <p:tav tm="0">
                          <p:val>
                            <p:strVal val="#ppt_x"/>
                          </p:val>
                        </p:tav>
                        <p:tav tm="100000">
                          <p:val>
                            <p:strVal val="#ppt_x"/>
                          </p:val>
                        </p:tav>
                      </p:tavLst>
                    </p:anim>
                    <p:anim calcmode="lin" valueType="num">
                      <p:cBhvr>
                        <p:cTn dur="500" fill="hold"/>
                        <p:tgtEl>
                          <p:spTgt spid="24"/>
                        </p:tgtEl>
                        <p:attrNameLst>
                          <p:attrName>ppt_y</p:attrName>
                        </p:attrNameLst>
                      </p:cBhvr>
                      <p:tavLst>
                        <p:tav tm="0">
                          <p:val>
                            <p:strVal val="#ppt_y+.1"/>
                          </p:val>
                        </p:tav>
                        <p:tav tm="100000">
                          <p:val>
                            <p:strVal val="#ppt_y"/>
                          </p:val>
                        </p:tav>
                      </p:tavLst>
                    </p:anim>
                  </p:childTnLst>
                </p:cTn>
              </p:par>
            </p:tnLst>
          </p:tmpl>
        </p:tmplLst>
      </p:bldP>
      <p:bldP spid="26" grpId="0" build="p">
        <p:tmplLst>
          <p:tmpl lvl="1">
            <p:tnLst>
              <p:par>
                <p:cTn presetID="53" presetClass="entr" presetSubtype="16" fill="hold" nodeType="afterEffect">
                  <p:stCondLst>
                    <p:cond delay="0"/>
                  </p:stCondLst>
                  <p:childTnLst>
                    <p:set>
                      <p:cBhvr>
                        <p:cTn dur="1" fill="hold">
                          <p:stCondLst>
                            <p:cond delay="0"/>
                          </p:stCondLst>
                        </p:cTn>
                        <p:tgtEl>
                          <p:spTgt spid="26"/>
                        </p:tgtEl>
                        <p:attrNameLst>
                          <p:attrName>style.visibility</p:attrName>
                        </p:attrNameLst>
                      </p:cBhvr>
                      <p:to>
                        <p:strVal val="visible"/>
                      </p:to>
                    </p:set>
                    <p:anim calcmode="lin" valueType="num">
                      <p:cBhvr>
                        <p:cTn dur="500" fill="hold"/>
                        <p:tgtEl>
                          <p:spTgt spid="26"/>
                        </p:tgtEl>
                        <p:attrNameLst>
                          <p:attrName>ppt_w</p:attrName>
                        </p:attrNameLst>
                      </p:cBhvr>
                      <p:tavLst>
                        <p:tav tm="0">
                          <p:val>
                            <p:fltVal val="0"/>
                          </p:val>
                        </p:tav>
                        <p:tav tm="100000">
                          <p:val>
                            <p:strVal val="#ppt_w"/>
                          </p:val>
                        </p:tav>
                      </p:tavLst>
                    </p:anim>
                    <p:anim calcmode="lin" valueType="num">
                      <p:cBhvr>
                        <p:cTn dur="500" fill="hold"/>
                        <p:tgtEl>
                          <p:spTgt spid="26"/>
                        </p:tgtEl>
                        <p:attrNameLst>
                          <p:attrName>ppt_h</p:attrName>
                        </p:attrNameLst>
                      </p:cBhvr>
                      <p:tavLst>
                        <p:tav tm="0">
                          <p:val>
                            <p:fltVal val="0"/>
                          </p:val>
                        </p:tav>
                        <p:tav tm="100000">
                          <p:val>
                            <p:strVal val="#ppt_h"/>
                          </p:val>
                        </p:tav>
                      </p:tavLst>
                    </p:anim>
                    <p:animEffect transition="in" filter="fade">
                      <p:cBhvr>
                        <p:cTn dur="500"/>
                        <p:tgtEl>
                          <p:spTgt spid="26"/>
                        </p:tgtEl>
                      </p:cBhvr>
                    </p:animEffect>
                  </p:childTnLst>
                </p:cTn>
              </p:par>
            </p:tnLst>
          </p:tmpl>
        </p:tmplLst>
      </p:bldP>
      <p:bldP spid="27" grpId="0" build="p">
        <p:tmplLst>
          <p:tmpl lvl="1">
            <p:tnLst>
              <p:par>
                <p:cTn presetID="53" presetClass="entr" presetSubtype="16" fill="hold" nodeType="afterEffect">
                  <p:stCondLst>
                    <p:cond delay="0"/>
                  </p:stCondLst>
                  <p:childTnLst>
                    <p:set>
                      <p:cBhvr>
                        <p:cTn dur="1" fill="hold">
                          <p:stCondLst>
                            <p:cond delay="0"/>
                          </p:stCondLst>
                        </p:cTn>
                        <p:tgtEl>
                          <p:spTgt spid="27"/>
                        </p:tgtEl>
                        <p:attrNameLst>
                          <p:attrName>style.visibility</p:attrName>
                        </p:attrNameLst>
                      </p:cBhvr>
                      <p:to>
                        <p:strVal val="visible"/>
                      </p:to>
                    </p:set>
                    <p:anim calcmode="lin" valueType="num">
                      <p:cBhvr>
                        <p:cTn dur="500" fill="hold"/>
                        <p:tgtEl>
                          <p:spTgt spid="27"/>
                        </p:tgtEl>
                        <p:attrNameLst>
                          <p:attrName>ppt_w</p:attrName>
                        </p:attrNameLst>
                      </p:cBhvr>
                      <p:tavLst>
                        <p:tav tm="0">
                          <p:val>
                            <p:fltVal val="0"/>
                          </p:val>
                        </p:tav>
                        <p:tav tm="100000">
                          <p:val>
                            <p:strVal val="#ppt_w"/>
                          </p:val>
                        </p:tav>
                      </p:tavLst>
                    </p:anim>
                    <p:anim calcmode="lin" valueType="num">
                      <p:cBhvr>
                        <p:cTn dur="500" fill="hold"/>
                        <p:tgtEl>
                          <p:spTgt spid="27"/>
                        </p:tgtEl>
                        <p:attrNameLst>
                          <p:attrName>ppt_h</p:attrName>
                        </p:attrNameLst>
                      </p:cBhvr>
                      <p:tavLst>
                        <p:tav tm="0">
                          <p:val>
                            <p:fltVal val="0"/>
                          </p:val>
                        </p:tav>
                        <p:tav tm="100000">
                          <p:val>
                            <p:strVal val="#ppt_h"/>
                          </p:val>
                        </p:tav>
                      </p:tavLst>
                    </p:anim>
                    <p:animEffect transition="in" filter="fade">
                      <p:cBhvr>
                        <p:cTn dur="500"/>
                        <p:tgtEl>
                          <p:spTgt spid="27"/>
                        </p:tgtEl>
                      </p:cBhvr>
                    </p:animEffect>
                  </p:childTnLst>
                </p:cTn>
              </p:par>
            </p:tnLst>
          </p:tmpl>
        </p:tmplLst>
      </p:bldP>
      <p:bldP spid="28" grpId="0" build="p">
        <p:tmplLst>
          <p:tmpl lvl="1">
            <p:tnLst>
              <p:par>
                <p:cTn presetID="53" presetClass="entr" presetSubtype="16" fill="hold" nodeType="afterEffect">
                  <p:stCondLst>
                    <p:cond delay="0"/>
                  </p:stCondLst>
                  <p:childTnLst>
                    <p:set>
                      <p:cBhvr>
                        <p:cTn dur="1" fill="hold">
                          <p:stCondLst>
                            <p:cond delay="0"/>
                          </p:stCondLst>
                        </p:cTn>
                        <p:tgtEl>
                          <p:spTgt spid="28"/>
                        </p:tgtEl>
                        <p:attrNameLst>
                          <p:attrName>style.visibility</p:attrName>
                        </p:attrNameLst>
                      </p:cBhvr>
                      <p:to>
                        <p:strVal val="visible"/>
                      </p:to>
                    </p:set>
                    <p:anim calcmode="lin" valueType="num">
                      <p:cBhvr>
                        <p:cTn dur="500" fill="hold"/>
                        <p:tgtEl>
                          <p:spTgt spid="28"/>
                        </p:tgtEl>
                        <p:attrNameLst>
                          <p:attrName>ppt_w</p:attrName>
                        </p:attrNameLst>
                      </p:cBhvr>
                      <p:tavLst>
                        <p:tav tm="0">
                          <p:val>
                            <p:fltVal val="0"/>
                          </p:val>
                        </p:tav>
                        <p:tav tm="100000">
                          <p:val>
                            <p:strVal val="#ppt_w"/>
                          </p:val>
                        </p:tav>
                      </p:tavLst>
                    </p:anim>
                    <p:anim calcmode="lin" valueType="num">
                      <p:cBhvr>
                        <p:cTn dur="500" fill="hold"/>
                        <p:tgtEl>
                          <p:spTgt spid="28"/>
                        </p:tgtEl>
                        <p:attrNameLst>
                          <p:attrName>ppt_h</p:attrName>
                        </p:attrNameLst>
                      </p:cBhvr>
                      <p:tavLst>
                        <p:tav tm="0">
                          <p:val>
                            <p:fltVal val="0"/>
                          </p:val>
                        </p:tav>
                        <p:tav tm="100000">
                          <p:val>
                            <p:strVal val="#ppt_h"/>
                          </p:val>
                        </p:tav>
                      </p:tavLst>
                    </p:anim>
                    <p:animEffect transition="in" filter="fade">
                      <p:cBhvr>
                        <p:cTn dur="500"/>
                        <p:tgtEl>
                          <p:spTgt spid="28"/>
                        </p:tgtEl>
                      </p:cBhvr>
                    </p:animEffect>
                  </p:childTnLst>
                </p:cTn>
              </p:par>
            </p:tnLst>
          </p:tmpl>
        </p:tmplLst>
      </p:bldP>
      <p:bldP spid="29" grpId="0" build="p">
        <p:tmplLst>
          <p:tmpl lvl="1">
            <p:tnLst>
              <p:par>
                <p:cTn presetID="53" presetClass="entr" presetSubtype="16" fill="hold" nodeType="afterEffect">
                  <p:stCondLst>
                    <p:cond delay="0"/>
                  </p:stCondLst>
                  <p:childTnLst>
                    <p:set>
                      <p:cBhvr>
                        <p:cTn dur="1" fill="hold">
                          <p:stCondLst>
                            <p:cond delay="0"/>
                          </p:stCondLst>
                        </p:cTn>
                        <p:tgtEl>
                          <p:spTgt spid="29"/>
                        </p:tgtEl>
                        <p:attrNameLst>
                          <p:attrName>style.visibility</p:attrName>
                        </p:attrNameLst>
                      </p:cBhvr>
                      <p:to>
                        <p:strVal val="visible"/>
                      </p:to>
                    </p:set>
                    <p:anim calcmode="lin" valueType="num">
                      <p:cBhvr>
                        <p:cTn dur="500" fill="hold"/>
                        <p:tgtEl>
                          <p:spTgt spid="29"/>
                        </p:tgtEl>
                        <p:attrNameLst>
                          <p:attrName>ppt_w</p:attrName>
                        </p:attrNameLst>
                      </p:cBhvr>
                      <p:tavLst>
                        <p:tav tm="0">
                          <p:val>
                            <p:fltVal val="0"/>
                          </p:val>
                        </p:tav>
                        <p:tav tm="100000">
                          <p:val>
                            <p:strVal val="#ppt_w"/>
                          </p:val>
                        </p:tav>
                      </p:tavLst>
                    </p:anim>
                    <p:anim calcmode="lin" valueType="num">
                      <p:cBhvr>
                        <p:cTn dur="500" fill="hold"/>
                        <p:tgtEl>
                          <p:spTgt spid="29"/>
                        </p:tgtEl>
                        <p:attrNameLst>
                          <p:attrName>ppt_h</p:attrName>
                        </p:attrNameLst>
                      </p:cBhvr>
                      <p:tavLst>
                        <p:tav tm="0">
                          <p:val>
                            <p:fltVal val="0"/>
                          </p:val>
                        </p:tav>
                        <p:tav tm="100000">
                          <p:val>
                            <p:strVal val="#ppt_h"/>
                          </p:val>
                        </p:tav>
                      </p:tavLst>
                    </p:anim>
                    <p:animEffect transition="in" filter="fade">
                      <p:cBhvr>
                        <p:cTn dur="500"/>
                        <p:tgtEl>
                          <p:spTgt spid="29"/>
                        </p:tgtEl>
                      </p:cBhvr>
                    </p:animEffect>
                  </p:childTnLst>
                </p:cTn>
              </p:par>
            </p:tnLst>
          </p:tmpl>
        </p:tmplLst>
      </p:bldP>
      <p:bldP spid="30" grpId="0" build="p">
        <p:tmplLst>
          <p:tmpl lvl="1">
            <p:tnLst>
              <p:par>
                <p:cTn presetID="53" presetClass="entr" presetSubtype="16" fill="hold" nodeType="afterEffect">
                  <p:stCondLst>
                    <p:cond delay="0"/>
                  </p:stCondLst>
                  <p:childTnLst>
                    <p:set>
                      <p:cBhvr>
                        <p:cTn dur="1" fill="hold">
                          <p:stCondLst>
                            <p:cond delay="0"/>
                          </p:stCondLst>
                        </p:cTn>
                        <p:tgtEl>
                          <p:spTgt spid="30"/>
                        </p:tgtEl>
                        <p:attrNameLst>
                          <p:attrName>style.visibility</p:attrName>
                        </p:attrNameLst>
                      </p:cBhvr>
                      <p:to>
                        <p:strVal val="visible"/>
                      </p:to>
                    </p:set>
                    <p:anim calcmode="lin" valueType="num">
                      <p:cBhvr>
                        <p:cTn dur="500" fill="hold"/>
                        <p:tgtEl>
                          <p:spTgt spid="30"/>
                        </p:tgtEl>
                        <p:attrNameLst>
                          <p:attrName>ppt_w</p:attrName>
                        </p:attrNameLst>
                      </p:cBhvr>
                      <p:tavLst>
                        <p:tav tm="0">
                          <p:val>
                            <p:fltVal val="0"/>
                          </p:val>
                        </p:tav>
                        <p:tav tm="100000">
                          <p:val>
                            <p:strVal val="#ppt_w"/>
                          </p:val>
                        </p:tav>
                      </p:tavLst>
                    </p:anim>
                    <p:anim calcmode="lin" valueType="num">
                      <p:cBhvr>
                        <p:cTn dur="500" fill="hold"/>
                        <p:tgtEl>
                          <p:spTgt spid="30"/>
                        </p:tgtEl>
                        <p:attrNameLst>
                          <p:attrName>ppt_h</p:attrName>
                        </p:attrNameLst>
                      </p:cBhvr>
                      <p:tavLst>
                        <p:tav tm="0">
                          <p:val>
                            <p:fltVal val="0"/>
                          </p:val>
                        </p:tav>
                        <p:tav tm="100000">
                          <p:val>
                            <p:strVal val="#ppt_h"/>
                          </p:val>
                        </p:tav>
                      </p:tavLst>
                    </p:anim>
                    <p:animEffect transition="in" filter="fade">
                      <p:cBhvr>
                        <p:cTn dur="500"/>
                        <p:tgtEl>
                          <p:spTgt spid="30"/>
                        </p:tgtEl>
                      </p:cBhvr>
                    </p:animEffect>
                  </p:childTnLst>
                </p:cTn>
              </p:par>
            </p:tnLst>
          </p:tmpl>
        </p:tmplLst>
      </p:bldP>
    </p:bldLst>
  </p:timing>
</p:sldLayout>
</file>

<file path=ppt/slideLayouts/slideLayout668.xml><?xml version="1.0" encoding="utf-8"?>
<p:sldLayout xmlns:a="http://schemas.openxmlformats.org/drawingml/2006/main" xmlns:r="http://schemas.openxmlformats.org/officeDocument/2006/relationships" xmlns:p="http://schemas.openxmlformats.org/presentationml/2006/main" preserve="1" userDrawn="1">
  <p:cSld name="13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2673352"/>
            <a:ext cx="4605193" cy="1559213"/>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4" y="2394613"/>
            <a:ext cx="2164273" cy="458854"/>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4" y="4418436"/>
            <a:ext cx="4605193"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Tree>
    <p:extLst>
      <p:ext uri="{BB962C8B-B14F-4D97-AF65-F5344CB8AC3E}">
        <p14:creationId xmlns:p14="http://schemas.microsoft.com/office/powerpoint/2010/main" val="27243004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669.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7" name="Rectangle 6"/>
          <p:cNvSpPr/>
          <p:nvPr userDrawn="1"/>
        </p:nvSpPr>
        <p:spPr>
          <a:xfrm>
            <a:off x="1714500" y="1695450"/>
            <a:ext cx="10477500" cy="72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9" name="Isosceles Triangle 8"/>
          <p:cNvSpPr/>
          <p:nvPr userDrawn="1"/>
        </p:nvSpPr>
        <p:spPr>
          <a:xfrm rot="10800000">
            <a:off x="1890032" y="1731450"/>
            <a:ext cx="516618" cy="252814"/>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10" name="Picture Placeholder 7"/>
          <p:cNvSpPr>
            <a:spLocks noGrp="1"/>
          </p:cNvSpPr>
          <p:nvPr>
            <p:ph type="pic" sz="quarter" idx="14" hasCustomPrompt="1"/>
          </p:nvPr>
        </p:nvSpPr>
        <p:spPr>
          <a:xfrm>
            <a:off x="0" y="2365620"/>
            <a:ext cx="5389418" cy="4492380"/>
          </a:xfrm>
          <a:solidFill>
            <a:schemeClr val="bg1">
              <a:lumMod val="85000"/>
            </a:schemeClr>
          </a:solidFill>
        </p:spPr>
        <p:txBody>
          <a:bodyPr>
            <a:normAutofit/>
          </a:bodyPr>
          <a:lstStyle>
            <a:lvl1pPr>
              <a:defRPr sz="1000" baseline="0"/>
            </a:lvl1pPr>
          </a:lstStyle>
          <a:p>
            <a:r>
              <a:rPr lang="id-ID" dirty="0" smtClean="0"/>
              <a:t>Pic here</a:t>
            </a:r>
            <a:endParaRPr lang="en-AU" dirty="0"/>
          </a:p>
        </p:txBody>
      </p:sp>
      <p:sp>
        <p:nvSpPr>
          <p:cNvPr id="13" name="Picture Placeholder 12"/>
          <p:cNvSpPr>
            <a:spLocks noGrp="1"/>
          </p:cNvSpPr>
          <p:nvPr>
            <p:ph type="pic" sz="quarter" idx="15" hasCustomPrompt="1"/>
          </p:nvPr>
        </p:nvSpPr>
        <p:spPr>
          <a:xfrm>
            <a:off x="4905829" y="2931885"/>
            <a:ext cx="878115" cy="878115"/>
          </a:xfrm>
          <a:custGeom>
            <a:avLst/>
            <a:gdLst>
              <a:gd name="connsiteX0" fmla="*/ 595086 w 1190172"/>
              <a:gd name="connsiteY0" fmla="*/ 0 h 1190172"/>
              <a:gd name="connsiteX1" fmla="*/ 1190172 w 1190172"/>
              <a:gd name="connsiteY1" fmla="*/ 595086 h 1190172"/>
              <a:gd name="connsiteX2" fmla="*/ 595086 w 1190172"/>
              <a:gd name="connsiteY2" fmla="*/ 1190172 h 1190172"/>
              <a:gd name="connsiteX3" fmla="*/ 0 w 1190172"/>
              <a:gd name="connsiteY3" fmla="*/ 595086 h 1190172"/>
              <a:gd name="connsiteX4" fmla="*/ 595086 w 1190172"/>
              <a:gd name="connsiteY4" fmla="*/ 0 h 11901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0172" h="1190172">
                <a:moveTo>
                  <a:pt x="595086" y="0"/>
                </a:moveTo>
                <a:cubicBezTo>
                  <a:pt x="923743" y="0"/>
                  <a:pt x="1190172" y="266429"/>
                  <a:pt x="1190172" y="595086"/>
                </a:cubicBezTo>
                <a:cubicBezTo>
                  <a:pt x="1190172" y="923743"/>
                  <a:pt x="923743" y="1190172"/>
                  <a:pt x="595086" y="1190172"/>
                </a:cubicBezTo>
                <a:cubicBezTo>
                  <a:pt x="266429" y="1190172"/>
                  <a:pt x="0" y="923743"/>
                  <a:pt x="0" y="595086"/>
                </a:cubicBezTo>
                <a:cubicBezTo>
                  <a:pt x="0" y="266429"/>
                  <a:pt x="266429" y="0"/>
                  <a:pt x="595086" y="0"/>
                </a:cubicBezTo>
                <a:close/>
              </a:path>
            </a:pathLst>
          </a:custGeom>
          <a:solidFill>
            <a:schemeClr val="accent4"/>
          </a:solidFill>
          <a:ln w="76200">
            <a:solidFill>
              <a:schemeClr val="bg1"/>
            </a:solidFill>
          </a:ln>
          <a:effectLst>
            <a:outerShdw blurRad="50800" dist="38100" dir="8100000" algn="tr" rotWithShape="0">
              <a:prstClr val="black">
                <a:alpha val="40000"/>
              </a:prstClr>
            </a:outerShdw>
          </a:effectLst>
        </p:spPr>
        <p:txBody>
          <a:bodyPr wrap="square">
            <a:noAutofit/>
          </a:bodyPr>
          <a:lstStyle>
            <a:lvl1pPr>
              <a:defRPr sz="1000"/>
            </a:lvl1pPr>
          </a:lstStyle>
          <a:p>
            <a:r>
              <a:rPr lang="id-ID" dirty="0" smtClean="0"/>
              <a:t>Nopic</a:t>
            </a:r>
            <a:endParaRPr lang="en-AU" dirty="0"/>
          </a:p>
        </p:txBody>
      </p:sp>
      <p:sp>
        <p:nvSpPr>
          <p:cNvPr id="15" name="Text Placeholder 21"/>
          <p:cNvSpPr>
            <a:spLocks noGrp="1"/>
          </p:cNvSpPr>
          <p:nvPr>
            <p:ph type="body" sz="quarter" idx="20"/>
          </p:nvPr>
        </p:nvSpPr>
        <p:spPr>
          <a:xfrm>
            <a:off x="6096000" y="2934950"/>
            <a:ext cx="5616575" cy="360363"/>
          </a:xfrm>
        </p:spPr>
        <p:txBody>
          <a:bodyPr/>
          <a:lstStyle>
            <a:lvl1pPr>
              <a:defRPr baseline="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6" name="Text Placeholder 21"/>
          <p:cNvSpPr>
            <a:spLocks noGrp="1"/>
          </p:cNvSpPr>
          <p:nvPr>
            <p:ph type="body" sz="quarter" idx="21"/>
          </p:nvPr>
        </p:nvSpPr>
        <p:spPr>
          <a:xfrm>
            <a:off x="6096000" y="3344061"/>
            <a:ext cx="5616575" cy="1391908"/>
          </a:xfrm>
        </p:spPr>
        <p:txBody>
          <a:bodyPr>
            <a:normAutofit/>
          </a:bodyPr>
          <a:lstStyle>
            <a:lvl1pP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grpSp>
        <p:nvGrpSpPr>
          <p:cNvPr id="21" name="Group 20"/>
          <p:cNvGrpSpPr/>
          <p:nvPr userDrawn="1"/>
        </p:nvGrpSpPr>
        <p:grpSpPr>
          <a:xfrm>
            <a:off x="0" y="2256968"/>
            <a:ext cx="5389418" cy="108652"/>
            <a:chOff x="0" y="2256968"/>
            <a:chExt cx="5721120" cy="108652"/>
          </a:xfrm>
        </p:grpSpPr>
        <p:sp>
          <p:nvSpPr>
            <p:cNvPr id="17" name="Rectangle 16"/>
            <p:cNvSpPr/>
            <p:nvPr userDrawn="1"/>
          </p:nvSpPr>
          <p:spPr>
            <a:xfrm>
              <a:off x="0" y="2257620"/>
              <a:ext cx="1447800" cy="10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18" name="Rectangle 17"/>
            <p:cNvSpPr/>
            <p:nvPr userDrawn="1"/>
          </p:nvSpPr>
          <p:spPr>
            <a:xfrm>
              <a:off x="1424440" y="2257620"/>
              <a:ext cx="1447800" cy="1080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19" name="Rectangle 18"/>
            <p:cNvSpPr/>
            <p:nvPr userDrawn="1"/>
          </p:nvSpPr>
          <p:spPr>
            <a:xfrm>
              <a:off x="2872240" y="2256968"/>
              <a:ext cx="1447800" cy="108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0" name="Rectangle 19"/>
            <p:cNvSpPr/>
            <p:nvPr userDrawn="1"/>
          </p:nvSpPr>
          <p:spPr>
            <a:xfrm>
              <a:off x="4273320" y="2256968"/>
              <a:ext cx="1447800" cy="10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grpSp>
    </p:spTree>
    <p:extLst>
      <p:ext uri="{BB962C8B-B14F-4D97-AF65-F5344CB8AC3E}">
        <p14:creationId xmlns:p14="http://schemas.microsoft.com/office/powerpoint/2010/main" val="359223785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42" presetClass="entr" presetSubtype="0" fill="hold" grpId="0" nodeType="afterEffect">
                                  <p:stCondLst>
                                    <p:cond delay="0"/>
                                  </p:stCondLst>
                                  <p:childTnLst>
                                    <p:set>
                                      <p:cBhvr>
                                        <p:cTn id="10" dur="1" fill="hold">
                                          <p:stCondLst>
                                            <p:cond delay="0"/>
                                          </p:stCondLst>
                                        </p:cTn>
                                        <p:tgtEl>
                                          <p:spTgt spid="8">
                                            <p:txEl>
                                              <p:pRg st="0" end="0"/>
                                            </p:txEl>
                                          </p:spTgt>
                                        </p:tgtEl>
                                        <p:attrNameLst>
                                          <p:attrName>style.visibility</p:attrName>
                                        </p:attrNameLst>
                                      </p:cBhvr>
                                      <p:to>
                                        <p:strVal val="visible"/>
                                      </p:to>
                                    </p:set>
                                    <p:animEffect transition="in" filter="fade">
                                      <p:cBhvr>
                                        <p:cTn id="11" dur="500"/>
                                        <p:tgtEl>
                                          <p:spTgt spid="8">
                                            <p:txEl>
                                              <p:pRg st="0" end="0"/>
                                            </p:txEl>
                                          </p:spTgt>
                                        </p:tgtEl>
                                      </p:cBhvr>
                                    </p:animEffect>
                                    <p:anim calcmode="lin" valueType="num">
                                      <p:cBhvr>
                                        <p:cTn id="12"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4" fill="hold">
                            <p:stCondLst>
                              <p:cond delay="1000"/>
                            </p:stCondLst>
                            <p:childTnLst>
                              <p:par>
                                <p:cTn id="15" presetID="22" presetClass="entr" presetSubtype="2" fill="hold" grpId="0" nodeType="after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wipe(right)">
                                      <p:cBhvr>
                                        <p:cTn id="17" dur="500"/>
                                        <p:tgtEl>
                                          <p:spTgt spid="7"/>
                                        </p:tgtEl>
                                      </p:cBhvr>
                                    </p:animEffect>
                                  </p:childTnLst>
                                </p:cTn>
                              </p:par>
                            </p:childTnLst>
                          </p:cTn>
                        </p:par>
                        <p:par>
                          <p:cTn id="18" fill="hold">
                            <p:stCondLst>
                              <p:cond delay="1500"/>
                            </p:stCondLst>
                            <p:childTnLst>
                              <p:par>
                                <p:cTn id="19" presetID="10" presetClass="entr" presetSubtype="0" fill="hold" grpId="0" nodeType="afterEffect">
                                  <p:stCondLst>
                                    <p:cond delay="0"/>
                                  </p:stCondLst>
                                  <p:childTnLst>
                                    <p:set>
                                      <p:cBhvr>
                                        <p:cTn id="20" dur="1" fill="hold">
                                          <p:stCondLst>
                                            <p:cond delay="0"/>
                                          </p:stCondLst>
                                        </p:cTn>
                                        <p:tgtEl>
                                          <p:spTgt spid="9"/>
                                        </p:tgtEl>
                                        <p:attrNameLst>
                                          <p:attrName>style.visibility</p:attrName>
                                        </p:attrNameLst>
                                      </p:cBhvr>
                                      <p:to>
                                        <p:strVal val="visible"/>
                                      </p:to>
                                    </p:set>
                                    <p:animEffect transition="in" filter="fade">
                                      <p:cBhvr>
                                        <p:cTn id="21" dur="500"/>
                                        <p:tgtEl>
                                          <p:spTgt spid="9"/>
                                        </p:tgtEl>
                                      </p:cBhvr>
                                    </p:animEffect>
                                  </p:childTnLst>
                                </p:cTn>
                              </p:par>
                            </p:childTnLst>
                          </p:cTn>
                        </p:par>
                        <p:par>
                          <p:cTn id="22" fill="hold">
                            <p:stCondLst>
                              <p:cond delay="2000"/>
                            </p:stCondLst>
                            <p:childTnLst>
                              <p:par>
                                <p:cTn id="23" presetID="10" presetClass="entr" presetSubtype="0" fill="hold" nodeType="afterEffect">
                                  <p:stCondLst>
                                    <p:cond delay="0"/>
                                  </p:stCondLst>
                                  <p:childTnLst>
                                    <p:set>
                                      <p:cBhvr>
                                        <p:cTn id="24" dur="1" fill="hold">
                                          <p:stCondLst>
                                            <p:cond delay="0"/>
                                          </p:stCondLst>
                                        </p:cTn>
                                        <p:tgtEl>
                                          <p:spTgt spid="21"/>
                                        </p:tgtEl>
                                        <p:attrNameLst>
                                          <p:attrName>style.visibility</p:attrName>
                                        </p:attrNameLst>
                                      </p:cBhvr>
                                      <p:to>
                                        <p:strVal val="visible"/>
                                      </p:to>
                                    </p:set>
                                    <p:animEffect transition="in" filter="fade">
                                      <p:cBhvr>
                                        <p:cTn id="25" dur="500"/>
                                        <p:tgtEl>
                                          <p:spTgt spid="21"/>
                                        </p:tgtEl>
                                      </p:cBhvr>
                                    </p:animEffect>
                                  </p:childTnLst>
                                </p:cTn>
                              </p:par>
                            </p:childTnLst>
                          </p:cTn>
                        </p:par>
                        <p:par>
                          <p:cTn id="26" fill="hold">
                            <p:stCondLst>
                              <p:cond delay="2500"/>
                            </p:stCondLst>
                            <p:childTnLst>
                              <p:par>
                                <p:cTn id="27" presetID="53" presetClass="entr" presetSubtype="16" fill="hold" grpId="0" nodeType="afterEffect">
                                  <p:stCondLst>
                                    <p:cond delay="0"/>
                                  </p:stCondLst>
                                  <p:childTnLst>
                                    <p:set>
                                      <p:cBhvr>
                                        <p:cTn id="28" dur="1" fill="hold">
                                          <p:stCondLst>
                                            <p:cond delay="0"/>
                                          </p:stCondLst>
                                        </p:cTn>
                                        <p:tgtEl>
                                          <p:spTgt spid="10"/>
                                        </p:tgtEl>
                                        <p:attrNameLst>
                                          <p:attrName>style.visibility</p:attrName>
                                        </p:attrNameLst>
                                      </p:cBhvr>
                                      <p:to>
                                        <p:strVal val="visible"/>
                                      </p:to>
                                    </p:set>
                                    <p:anim calcmode="lin" valueType="num">
                                      <p:cBhvr>
                                        <p:cTn id="29" dur="500" fill="hold"/>
                                        <p:tgtEl>
                                          <p:spTgt spid="10"/>
                                        </p:tgtEl>
                                        <p:attrNameLst>
                                          <p:attrName>ppt_w</p:attrName>
                                        </p:attrNameLst>
                                      </p:cBhvr>
                                      <p:tavLst>
                                        <p:tav tm="0">
                                          <p:val>
                                            <p:fltVal val="0"/>
                                          </p:val>
                                        </p:tav>
                                        <p:tav tm="100000">
                                          <p:val>
                                            <p:strVal val="#ppt_w"/>
                                          </p:val>
                                        </p:tav>
                                      </p:tavLst>
                                    </p:anim>
                                    <p:anim calcmode="lin" valueType="num">
                                      <p:cBhvr>
                                        <p:cTn id="30" dur="500" fill="hold"/>
                                        <p:tgtEl>
                                          <p:spTgt spid="10"/>
                                        </p:tgtEl>
                                        <p:attrNameLst>
                                          <p:attrName>ppt_h</p:attrName>
                                        </p:attrNameLst>
                                      </p:cBhvr>
                                      <p:tavLst>
                                        <p:tav tm="0">
                                          <p:val>
                                            <p:fltVal val="0"/>
                                          </p:val>
                                        </p:tav>
                                        <p:tav tm="100000">
                                          <p:val>
                                            <p:strVal val="#ppt_h"/>
                                          </p:val>
                                        </p:tav>
                                      </p:tavLst>
                                    </p:anim>
                                    <p:animEffect transition="in" filter="fade">
                                      <p:cBhvr>
                                        <p:cTn id="31" dur="500"/>
                                        <p:tgtEl>
                                          <p:spTgt spid="10"/>
                                        </p:tgtEl>
                                      </p:cBhvr>
                                    </p:animEffect>
                                  </p:childTnLst>
                                </p:cTn>
                              </p:par>
                            </p:childTnLst>
                          </p:cTn>
                        </p:par>
                        <p:par>
                          <p:cTn id="32" fill="hold">
                            <p:stCondLst>
                              <p:cond delay="3000"/>
                            </p:stCondLst>
                            <p:childTnLst>
                              <p:par>
                                <p:cTn id="33" presetID="10" presetClass="entr" presetSubtype="0" fill="hold" grpId="0" nodeType="afterEffect">
                                  <p:stCondLst>
                                    <p:cond delay="0"/>
                                  </p:stCondLst>
                                  <p:childTnLst>
                                    <p:set>
                                      <p:cBhvr>
                                        <p:cTn id="34" dur="1" fill="hold">
                                          <p:stCondLst>
                                            <p:cond delay="0"/>
                                          </p:stCondLst>
                                        </p:cTn>
                                        <p:tgtEl>
                                          <p:spTgt spid="13"/>
                                        </p:tgtEl>
                                        <p:attrNameLst>
                                          <p:attrName>style.visibility</p:attrName>
                                        </p:attrNameLst>
                                      </p:cBhvr>
                                      <p:to>
                                        <p:strVal val="visible"/>
                                      </p:to>
                                    </p:set>
                                    <p:animEffect transition="in" filter="fade">
                                      <p:cBhvr>
                                        <p:cTn id="35" dur="500"/>
                                        <p:tgtEl>
                                          <p:spTgt spid="13"/>
                                        </p:tgtEl>
                                      </p:cBhvr>
                                    </p:animEffect>
                                  </p:childTnLst>
                                </p:cTn>
                              </p:par>
                            </p:childTnLst>
                          </p:cTn>
                        </p:par>
                        <p:par>
                          <p:cTn id="36" fill="hold">
                            <p:stCondLst>
                              <p:cond delay="3500"/>
                            </p:stCondLst>
                            <p:childTnLst>
                              <p:par>
                                <p:cTn id="37" presetID="53" presetClass="entr" presetSubtype="16" fill="hold" grpId="0" nodeType="afterEffect" nodePh="1">
                                  <p:stCondLst>
                                    <p:cond delay="0"/>
                                  </p:stCondLst>
                                  <p:endCondLst>
                                    <p:cond evt="begin" delay="0">
                                      <p:tn val="37"/>
                                    </p:cond>
                                  </p:endCondLst>
                                  <p:childTnLst>
                                    <p:set>
                                      <p:cBhvr>
                                        <p:cTn id="38" dur="1" fill="hold">
                                          <p:stCondLst>
                                            <p:cond delay="0"/>
                                          </p:stCondLst>
                                        </p:cTn>
                                        <p:tgtEl>
                                          <p:spTgt spid="15">
                                            <p:txEl>
                                              <p:pRg st="0" end="0"/>
                                            </p:txEl>
                                          </p:spTgt>
                                        </p:tgtEl>
                                        <p:attrNameLst>
                                          <p:attrName>style.visibility</p:attrName>
                                        </p:attrNameLst>
                                      </p:cBhvr>
                                      <p:to>
                                        <p:strVal val="visible"/>
                                      </p:to>
                                    </p:set>
                                    <p:anim calcmode="lin" valueType="num">
                                      <p:cBhvr>
                                        <p:cTn id="39" dur="500" fill="hold"/>
                                        <p:tgtEl>
                                          <p:spTgt spid="15">
                                            <p:txEl>
                                              <p:pRg st="0" end="0"/>
                                            </p:txEl>
                                          </p:spTgt>
                                        </p:tgtEl>
                                        <p:attrNameLst>
                                          <p:attrName>ppt_w</p:attrName>
                                        </p:attrNameLst>
                                      </p:cBhvr>
                                      <p:tavLst>
                                        <p:tav tm="0">
                                          <p:val>
                                            <p:fltVal val="0"/>
                                          </p:val>
                                        </p:tav>
                                        <p:tav tm="100000">
                                          <p:val>
                                            <p:strVal val="#ppt_w"/>
                                          </p:val>
                                        </p:tav>
                                      </p:tavLst>
                                    </p:anim>
                                    <p:anim calcmode="lin" valueType="num">
                                      <p:cBhvr>
                                        <p:cTn id="40" dur="500" fill="hold"/>
                                        <p:tgtEl>
                                          <p:spTgt spid="15">
                                            <p:txEl>
                                              <p:pRg st="0" end="0"/>
                                            </p:txEl>
                                          </p:spTgt>
                                        </p:tgtEl>
                                        <p:attrNameLst>
                                          <p:attrName>ppt_h</p:attrName>
                                        </p:attrNameLst>
                                      </p:cBhvr>
                                      <p:tavLst>
                                        <p:tav tm="0">
                                          <p:val>
                                            <p:fltVal val="0"/>
                                          </p:val>
                                        </p:tav>
                                        <p:tav tm="100000">
                                          <p:val>
                                            <p:strVal val="#ppt_h"/>
                                          </p:val>
                                        </p:tav>
                                      </p:tavLst>
                                    </p:anim>
                                    <p:animEffect transition="in" filter="fade">
                                      <p:cBhvr>
                                        <p:cTn id="41" dur="500"/>
                                        <p:tgtEl>
                                          <p:spTgt spid="15">
                                            <p:txEl>
                                              <p:pRg st="0" end="0"/>
                                            </p:txEl>
                                          </p:spTgt>
                                        </p:tgtEl>
                                      </p:cBhvr>
                                    </p:animEffect>
                                  </p:childTnLst>
                                </p:cTn>
                              </p:par>
                            </p:childTnLst>
                          </p:cTn>
                        </p:par>
                        <p:par>
                          <p:cTn id="42" fill="hold">
                            <p:stCondLst>
                              <p:cond delay="4000"/>
                            </p:stCondLst>
                            <p:childTnLst>
                              <p:par>
                                <p:cTn id="43" presetID="42" presetClass="entr" presetSubtype="0" fill="hold" grpId="0" nodeType="afterEffect" nodePh="1">
                                  <p:stCondLst>
                                    <p:cond delay="0"/>
                                  </p:stCondLst>
                                  <p:endCondLst>
                                    <p:cond evt="begin" delay="0">
                                      <p:tn val="43"/>
                                    </p:cond>
                                  </p:endCondLst>
                                  <p:childTnLst>
                                    <p:set>
                                      <p:cBhvr>
                                        <p:cTn id="44" dur="1" fill="hold">
                                          <p:stCondLst>
                                            <p:cond delay="0"/>
                                          </p:stCondLst>
                                        </p:cTn>
                                        <p:tgtEl>
                                          <p:spTgt spid="16">
                                            <p:txEl>
                                              <p:pRg st="0" end="0"/>
                                            </p:txEl>
                                          </p:spTgt>
                                        </p:tgtEl>
                                        <p:attrNameLst>
                                          <p:attrName>style.visibility</p:attrName>
                                        </p:attrNameLst>
                                      </p:cBhvr>
                                      <p:to>
                                        <p:strVal val="visible"/>
                                      </p:to>
                                    </p:set>
                                    <p:animEffect transition="in" filter="fade">
                                      <p:cBhvr>
                                        <p:cTn id="45" dur="500"/>
                                        <p:tgtEl>
                                          <p:spTgt spid="16">
                                            <p:txEl>
                                              <p:pRg st="0" end="0"/>
                                            </p:txEl>
                                          </p:spTgt>
                                        </p:tgtEl>
                                      </p:cBhvr>
                                    </p:animEffect>
                                    <p:anim calcmode="lin" valueType="num">
                                      <p:cBhvr>
                                        <p:cTn id="46" dur="500" fill="hold"/>
                                        <p:tgtEl>
                                          <p:spTgt spid="16">
                                            <p:txEl>
                                              <p:pRg st="0" end="0"/>
                                            </p:txEl>
                                          </p:spTgt>
                                        </p:tgtEl>
                                        <p:attrNameLst>
                                          <p:attrName>ppt_x</p:attrName>
                                        </p:attrNameLst>
                                      </p:cBhvr>
                                      <p:tavLst>
                                        <p:tav tm="0">
                                          <p:val>
                                            <p:strVal val="#ppt_x"/>
                                          </p:val>
                                        </p:tav>
                                        <p:tav tm="100000">
                                          <p:val>
                                            <p:strVal val="#ppt_x"/>
                                          </p:val>
                                        </p:tav>
                                      </p:tavLst>
                                    </p:anim>
                                    <p:anim calcmode="lin" valueType="num">
                                      <p:cBhvr>
                                        <p:cTn id="47" dur="500" fill="hold"/>
                                        <p:tgtEl>
                                          <p:spTgt spid="16">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7" grpId="0" animBg="1"/>
      <p:bldP spid="9" grpId="0" animBg="1"/>
      <p:bldP spid="10" grpId="0" animBg="1"/>
      <p:bldP spid="13" grpId="0" animBg="1"/>
      <p:bldP spid="15"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5"/>
                        </p:tgtEl>
                        <p:attrNameLst>
                          <p:attrName>style.visibility</p:attrName>
                        </p:attrNameLst>
                      </p:cBhvr>
                      <p:to>
                        <p:strVal val="visible"/>
                      </p:to>
                    </p:set>
                    <p:anim calcmode="lin" valueType="num">
                      <p:cBhvr>
                        <p:cTn dur="500" fill="hold"/>
                        <p:tgtEl>
                          <p:spTgt spid="15"/>
                        </p:tgtEl>
                        <p:attrNameLst>
                          <p:attrName>ppt_w</p:attrName>
                        </p:attrNameLst>
                      </p:cBhvr>
                      <p:tavLst>
                        <p:tav tm="0">
                          <p:val>
                            <p:fltVal val="0"/>
                          </p:val>
                        </p:tav>
                        <p:tav tm="100000">
                          <p:val>
                            <p:strVal val="#ppt_w"/>
                          </p:val>
                        </p:tav>
                      </p:tavLst>
                    </p:anim>
                    <p:anim calcmode="lin" valueType="num">
                      <p:cBhvr>
                        <p:cTn dur="500" fill="hold"/>
                        <p:tgtEl>
                          <p:spTgt spid="15"/>
                        </p:tgtEl>
                        <p:attrNameLst>
                          <p:attrName>ppt_h</p:attrName>
                        </p:attrNameLst>
                      </p:cBhvr>
                      <p:tavLst>
                        <p:tav tm="0">
                          <p:val>
                            <p:fltVal val="0"/>
                          </p:val>
                        </p:tav>
                        <p:tav tm="100000">
                          <p:val>
                            <p:strVal val="#ppt_h"/>
                          </p:val>
                        </p:tav>
                      </p:tavLst>
                    </p:anim>
                    <p:animEffect transition="in" filter="fade">
                      <p:cBhvr>
                        <p:cTn dur="500"/>
                        <p:tgtEl>
                          <p:spTgt spid="15"/>
                        </p:tgtEl>
                      </p:cBhvr>
                    </p:animEffect>
                  </p:childTnLst>
                </p:cTn>
              </p:par>
            </p:tnLst>
          </p:tmpl>
        </p:tmplLst>
      </p:bldP>
      <p:bldP spid="16"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6"/>
                        </p:tgtEl>
                        <p:attrNameLst>
                          <p:attrName>style.visibility</p:attrName>
                        </p:attrNameLst>
                      </p:cBhvr>
                      <p:to>
                        <p:strVal val="visible"/>
                      </p:to>
                    </p:set>
                    <p:animEffect transition="in" filter="fade">
                      <p:cBhvr>
                        <p:cTn dur="500"/>
                        <p:tgtEl>
                          <p:spTgt spid="16"/>
                        </p:tgtEl>
                      </p:cBhvr>
                    </p:animEffect>
                    <p:anim calcmode="lin" valueType="num">
                      <p:cBhvr>
                        <p:cTn dur="500" fill="hold"/>
                        <p:tgtEl>
                          <p:spTgt spid="16"/>
                        </p:tgtEl>
                        <p:attrNameLst>
                          <p:attrName>ppt_x</p:attrName>
                        </p:attrNameLst>
                      </p:cBhvr>
                      <p:tavLst>
                        <p:tav tm="0">
                          <p:val>
                            <p:strVal val="#ppt_x"/>
                          </p:val>
                        </p:tav>
                        <p:tav tm="100000">
                          <p:val>
                            <p:strVal val="#ppt_x"/>
                          </p:val>
                        </p:tav>
                      </p:tavLst>
                    </p:anim>
                    <p:anim calcmode="lin" valueType="num">
                      <p:cBhvr>
                        <p:cTn dur="500" fill="hold"/>
                        <p:tgtEl>
                          <p:spTgt spid="16"/>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670.xml><?xml version="1.0" encoding="utf-8"?>
<p:sldLayout xmlns:a="http://schemas.openxmlformats.org/drawingml/2006/main" xmlns:r="http://schemas.openxmlformats.org/officeDocument/2006/relationships" xmlns:p="http://schemas.openxmlformats.org/presentationml/2006/main" preserve="1" userDrawn="1">
  <p:cSld name="20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grpSp>
        <p:nvGrpSpPr>
          <p:cNvPr id="6" name="Group 5"/>
          <p:cNvGrpSpPr/>
          <p:nvPr userDrawn="1"/>
        </p:nvGrpSpPr>
        <p:grpSpPr>
          <a:xfrm>
            <a:off x="0" y="2827606"/>
            <a:ext cx="6136175" cy="4030394"/>
            <a:chOff x="1017405" y="2693983"/>
            <a:chExt cx="6794663" cy="4462905"/>
          </a:xfrm>
        </p:grpSpPr>
        <p:grpSp>
          <p:nvGrpSpPr>
            <p:cNvPr id="7" name="Group 6"/>
            <p:cNvGrpSpPr/>
            <p:nvPr/>
          </p:nvGrpSpPr>
          <p:grpSpPr>
            <a:xfrm>
              <a:off x="1017405" y="2693983"/>
              <a:ext cx="6794663" cy="4462905"/>
              <a:chOff x="1017405" y="2693983"/>
              <a:chExt cx="6794663" cy="4462905"/>
            </a:xfrm>
          </p:grpSpPr>
          <p:sp>
            <p:nvSpPr>
              <p:cNvPr id="9" name="AutoShape 1"/>
              <p:cNvSpPr>
                <a:spLocks/>
              </p:cNvSpPr>
              <p:nvPr/>
            </p:nvSpPr>
            <p:spPr bwMode="auto">
              <a:xfrm>
                <a:off x="1017405" y="2693983"/>
                <a:ext cx="6794663" cy="4462905"/>
              </a:xfrm>
              <a:prstGeom prst="roundRect">
                <a:avLst>
                  <a:gd name="adj" fmla="val 1292"/>
                </a:avLst>
              </a:prstGeom>
              <a:solidFill>
                <a:srgbClr val="343434"/>
              </a:solidFill>
              <a:ln w="25400" cap="flat">
                <a:noFill/>
                <a:prstDash val="solid"/>
                <a:miter lim="800000"/>
                <a:headEnd type="none" w="med" len="med"/>
                <a:tailEnd type="none" w="med" len="med"/>
              </a:ln>
              <a:effectLst>
                <a:outerShdw blurRad="254000" dist="114299" dir="5340024" algn="ctr" rotWithShape="0">
                  <a:schemeClr val="bg2">
                    <a:alpha val="39000"/>
                  </a:schemeClr>
                </a:outerShdw>
              </a:effectLst>
            </p:spPr>
            <p:txBody>
              <a:bodyPr lIns="0" tIns="0" rIns="0" bIns="0"/>
              <a:lstStyle/>
              <a:p>
                <a:pPr fontAlgn="auto">
                  <a:spcBef>
                    <a:spcPts val="0"/>
                  </a:spcBef>
                  <a:spcAft>
                    <a:spcPts val="0"/>
                  </a:spcAft>
                </a:pPr>
                <a:endParaRPr lang="id-ID">
                  <a:solidFill>
                    <a:prstClr val="black"/>
                  </a:solidFill>
                  <a:latin typeface="Roboto Lt"/>
                  <a:cs typeface="+mn-cs"/>
                </a:endParaRPr>
              </a:p>
            </p:txBody>
          </p:sp>
          <p:sp>
            <p:nvSpPr>
              <p:cNvPr id="10" name="Rectangle 2"/>
              <p:cNvSpPr>
                <a:spLocks/>
              </p:cNvSpPr>
              <p:nvPr/>
            </p:nvSpPr>
            <p:spPr bwMode="auto">
              <a:xfrm>
                <a:off x="1017405" y="3024940"/>
                <a:ext cx="6794663" cy="315914"/>
              </a:xfrm>
              <a:prstGeom prst="rect">
                <a:avLst/>
              </a:prstGeom>
              <a:solidFill>
                <a:srgbClr val="CDCDCD"/>
              </a:solidFill>
              <a:ln w="25400" cap="flat">
                <a:solidFill>
                  <a:srgbClr val="CDCDCD"/>
                </a:solidFill>
                <a:prstDash val="solid"/>
                <a:miter lim="800000"/>
                <a:headEnd type="none" w="med" len="med"/>
                <a:tailEnd type="none" w="med" len="med"/>
              </a:ln>
            </p:spPr>
            <p:txBody>
              <a:bodyPr lIns="0" tIns="0" rIns="0" bIns="0"/>
              <a:lstStyle/>
              <a:p>
                <a:pPr fontAlgn="auto">
                  <a:spcBef>
                    <a:spcPts val="0"/>
                  </a:spcBef>
                  <a:spcAft>
                    <a:spcPts val="0"/>
                  </a:spcAft>
                </a:pPr>
                <a:endParaRPr lang="id-ID">
                  <a:solidFill>
                    <a:prstClr val="black"/>
                  </a:solidFill>
                  <a:latin typeface="Roboto Lt"/>
                  <a:cs typeface="+mn-cs"/>
                </a:endParaRPr>
              </a:p>
            </p:txBody>
          </p:sp>
          <p:sp>
            <p:nvSpPr>
              <p:cNvPr id="11" name="AutoShape 3"/>
              <p:cNvSpPr>
                <a:spLocks/>
              </p:cNvSpPr>
              <p:nvPr/>
            </p:nvSpPr>
            <p:spPr bwMode="auto">
              <a:xfrm>
                <a:off x="2035351" y="2779231"/>
                <a:ext cx="2064459" cy="561624"/>
              </a:xfrm>
              <a:prstGeom prst="roundRect">
                <a:avLst>
                  <a:gd name="adj" fmla="val 11986"/>
                </a:avLst>
              </a:prstGeom>
              <a:solidFill>
                <a:srgbClr val="CDCDCD"/>
              </a:solidFill>
              <a:ln w="25400" cap="flat">
                <a:solidFill>
                  <a:srgbClr val="CDCDCD"/>
                </a:solidFill>
                <a:prstDash val="solid"/>
                <a:miter lim="800000"/>
                <a:headEnd type="none" w="med" len="med"/>
                <a:tailEnd type="none" w="med" len="med"/>
              </a:ln>
            </p:spPr>
            <p:txBody>
              <a:bodyPr lIns="0" tIns="0" rIns="0" bIns="0"/>
              <a:lstStyle/>
              <a:p>
                <a:pPr fontAlgn="auto">
                  <a:spcBef>
                    <a:spcPts val="0"/>
                  </a:spcBef>
                  <a:spcAft>
                    <a:spcPts val="0"/>
                  </a:spcAft>
                </a:pPr>
                <a:endParaRPr lang="id-ID">
                  <a:solidFill>
                    <a:prstClr val="black"/>
                  </a:solidFill>
                  <a:latin typeface="Roboto Lt"/>
                  <a:cs typeface="+mn-cs"/>
                </a:endParaRPr>
              </a:p>
            </p:txBody>
          </p:sp>
          <p:sp>
            <p:nvSpPr>
              <p:cNvPr id="12" name="Oval 4"/>
              <p:cNvSpPr>
                <a:spLocks/>
              </p:cNvSpPr>
              <p:nvPr/>
            </p:nvSpPr>
            <p:spPr bwMode="auto">
              <a:xfrm>
                <a:off x="1137753" y="2814331"/>
                <a:ext cx="95903" cy="95276"/>
              </a:xfrm>
              <a:prstGeom prst="ellipse">
                <a:avLst/>
              </a:prstGeom>
              <a:solidFill>
                <a:schemeClr val="accent1"/>
              </a:solidFill>
              <a:ln w="25400" cap="flat">
                <a:noFill/>
                <a:prstDash val="solid"/>
                <a:miter lim="800000"/>
                <a:headEnd type="none" w="med" len="med"/>
                <a:tailEnd type="none" w="med" len="med"/>
              </a:ln>
            </p:spPr>
            <p:txBody>
              <a:bodyPr lIns="0" tIns="0" rIns="0" bIns="0"/>
              <a:lstStyle/>
              <a:p>
                <a:pPr fontAlgn="auto">
                  <a:spcBef>
                    <a:spcPts val="0"/>
                  </a:spcBef>
                  <a:spcAft>
                    <a:spcPts val="0"/>
                  </a:spcAft>
                </a:pPr>
                <a:endParaRPr lang="id-ID">
                  <a:solidFill>
                    <a:prstClr val="black"/>
                  </a:solidFill>
                  <a:latin typeface="Roboto Lt"/>
                  <a:cs typeface="+mn-cs"/>
                </a:endParaRPr>
              </a:p>
            </p:txBody>
          </p:sp>
          <p:sp>
            <p:nvSpPr>
              <p:cNvPr id="13" name="Oval 5"/>
              <p:cNvSpPr>
                <a:spLocks/>
              </p:cNvSpPr>
              <p:nvPr/>
            </p:nvSpPr>
            <p:spPr bwMode="auto">
              <a:xfrm>
                <a:off x="1307620" y="2814331"/>
                <a:ext cx="95903" cy="95276"/>
              </a:xfrm>
              <a:prstGeom prst="ellipse">
                <a:avLst/>
              </a:prstGeom>
              <a:solidFill>
                <a:schemeClr val="accent2"/>
              </a:solidFill>
              <a:ln w="25400" cap="flat">
                <a:noFill/>
                <a:prstDash val="solid"/>
                <a:miter lim="800000"/>
                <a:headEnd type="none" w="med" len="med"/>
                <a:tailEnd type="none" w="med" len="med"/>
              </a:ln>
            </p:spPr>
            <p:txBody>
              <a:bodyPr lIns="0" tIns="0" rIns="0" bIns="0"/>
              <a:lstStyle/>
              <a:p>
                <a:pPr fontAlgn="auto">
                  <a:spcBef>
                    <a:spcPts val="0"/>
                  </a:spcBef>
                  <a:spcAft>
                    <a:spcPts val="0"/>
                  </a:spcAft>
                </a:pPr>
                <a:endParaRPr lang="id-ID">
                  <a:solidFill>
                    <a:prstClr val="black"/>
                  </a:solidFill>
                  <a:latin typeface="Roboto Lt"/>
                  <a:cs typeface="+mn-cs"/>
                </a:endParaRPr>
              </a:p>
            </p:txBody>
          </p:sp>
          <p:sp>
            <p:nvSpPr>
              <p:cNvPr id="14" name="Oval 6"/>
              <p:cNvSpPr>
                <a:spLocks/>
              </p:cNvSpPr>
              <p:nvPr/>
            </p:nvSpPr>
            <p:spPr bwMode="auto">
              <a:xfrm>
                <a:off x="1477486" y="2814331"/>
                <a:ext cx="95903" cy="95276"/>
              </a:xfrm>
              <a:prstGeom prst="ellipse">
                <a:avLst/>
              </a:prstGeom>
              <a:solidFill>
                <a:schemeClr val="accent4"/>
              </a:solidFill>
              <a:ln w="25400" cap="flat">
                <a:noFill/>
                <a:prstDash val="solid"/>
                <a:miter lim="800000"/>
                <a:headEnd type="none" w="med" len="med"/>
                <a:tailEnd type="none" w="med" len="med"/>
              </a:ln>
            </p:spPr>
            <p:txBody>
              <a:bodyPr lIns="0" tIns="0" rIns="0" bIns="0"/>
              <a:lstStyle/>
              <a:p>
                <a:pPr fontAlgn="auto">
                  <a:spcBef>
                    <a:spcPts val="0"/>
                  </a:spcBef>
                  <a:spcAft>
                    <a:spcPts val="0"/>
                  </a:spcAft>
                </a:pPr>
                <a:endParaRPr lang="id-ID">
                  <a:solidFill>
                    <a:prstClr val="black"/>
                  </a:solidFill>
                  <a:latin typeface="Roboto Lt"/>
                  <a:cs typeface="+mn-cs"/>
                </a:endParaRPr>
              </a:p>
            </p:txBody>
          </p:sp>
          <p:sp>
            <p:nvSpPr>
              <p:cNvPr id="15" name="Rectangle 11"/>
              <p:cNvSpPr>
                <a:spLocks/>
              </p:cNvSpPr>
              <p:nvPr/>
            </p:nvSpPr>
            <p:spPr bwMode="auto">
              <a:xfrm>
                <a:off x="2205844" y="3085114"/>
                <a:ext cx="5104773" cy="200580"/>
              </a:xfrm>
              <a:prstGeom prst="rect">
                <a:avLst/>
              </a:prstGeom>
              <a:solidFill>
                <a:srgbClr val="FFFFFF"/>
              </a:solidFill>
              <a:ln w="25400" cap="flat">
                <a:solidFill>
                  <a:srgbClr val="B3B3B3"/>
                </a:solidFill>
                <a:prstDash val="solid"/>
                <a:miter lim="800000"/>
                <a:headEnd type="none" w="med" len="med"/>
                <a:tailEnd type="none" w="med" len="med"/>
              </a:ln>
            </p:spPr>
            <p:txBody>
              <a:bodyPr lIns="0" tIns="0" rIns="0" bIns="0"/>
              <a:lstStyle/>
              <a:p>
                <a:pPr fontAlgn="auto">
                  <a:spcBef>
                    <a:spcPts val="0"/>
                  </a:spcBef>
                  <a:spcAft>
                    <a:spcPts val="0"/>
                  </a:spcAft>
                </a:pPr>
                <a:endParaRPr lang="id-ID" dirty="0">
                  <a:solidFill>
                    <a:prstClr val="black"/>
                  </a:solidFill>
                  <a:latin typeface="Roboto Lt"/>
                  <a:cs typeface="+mn-cs"/>
                </a:endParaRPr>
              </a:p>
            </p:txBody>
          </p:sp>
          <p:sp>
            <p:nvSpPr>
              <p:cNvPr id="16" name="Freeform 9"/>
              <p:cNvSpPr>
                <a:spLocks/>
              </p:cNvSpPr>
              <p:nvPr/>
            </p:nvSpPr>
            <p:spPr bwMode="auto">
              <a:xfrm rot="18900000">
                <a:off x="3964946" y="2855903"/>
                <a:ext cx="99496" cy="99498"/>
              </a:xfrm>
              <a:custGeom>
                <a:avLst/>
                <a:gdLst>
                  <a:gd name="T0" fmla="*/ 42 w 64"/>
                  <a:gd name="T1" fmla="*/ 0 h 64"/>
                  <a:gd name="T2" fmla="*/ 21 w 64"/>
                  <a:gd name="T3" fmla="*/ 0 h 64"/>
                  <a:gd name="T4" fmla="*/ 21 w 64"/>
                  <a:gd name="T5" fmla="*/ 21 h 64"/>
                  <a:gd name="T6" fmla="*/ 0 w 64"/>
                  <a:gd name="T7" fmla="*/ 21 h 64"/>
                  <a:gd name="T8" fmla="*/ 0 w 64"/>
                  <a:gd name="T9" fmla="*/ 42 h 64"/>
                  <a:gd name="T10" fmla="*/ 21 w 64"/>
                  <a:gd name="T11" fmla="*/ 42 h 64"/>
                  <a:gd name="T12" fmla="*/ 21 w 64"/>
                  <a:gd name="T13" fmla="*/ 64 h 64"/>
                  <a:gd name="T14" fmla="*/ 42 w 64"/>
                  <a:gd name="T15" fmla="*/ 64 h 64"/>
                  <a:gd name="T16" fmla="*/ 42 w 64"/>
                  <a:gd name="T17" fmla="*/ 42 h 64"/>
                  <a:gd name="T18" fmla="*/ 64 w 64"/>
                  <a:gd name="T19" fmla="*/ 42 h 64"/>
                  <a:gd name="T20" fmla="*/ 64 w 64"/>
                  <a:gd name="T21" fmla="*/ 21 h 64"/>
                  <a:gd name="T22" fmla="*/ 42 w 64"/>
                  <a:gd name="T23" fmla="*/ 21 h 64"/>
                  <a:gd name="T24" fmla="*/ 42 w 64"/>
                  <a:gd name="T25"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4" h="64">
                    <a:moveTo>
                      <a:pt x="42" y="0"/>
                    </a:moveTo>
                    <a:lnTo>
                      <a:pt x="21" y="0"/>
                    </a:lnTo>
                    <a:lnTo>
                      <a:pt x="21" y="21"/>
                    </a:lnTo>
                    <a:lnTo>
                      <a:pt x="0" y="21"/>
                    </a:lnTo>
                    <a:lnTo>
                      <a:pt x="0" y="42"/>
                    </a:lnTo>
                    <a:lnTo>
                      <a:pt x="21" y="42"/>
                    </a:lnTo>
                    <a:lnTo>
                      <a:pt x="21" y="64"/>
                    </a:lnTo>
                    <a:lnTo>
                      <a:pt x="42" y="64"/>
                    </a:lnTo>
                    <a:lnTo>
                      <a:pt x="42" y="42"/>
                    </a:lnTo>
                    <a:lnTo>
                      <a:pt x="64" y="42"/>
                    </a:lnTo>
                    <a:lnTo>
                      <a:pt x="64" y="21"/>
                    </a:lnTo>
                    <a:lnTo>
                      <a:pt x="42" y="21"/>
                    </a:lnTo>
                    <a:lnTo>
                      <a:pt x="42" y="0"/>
                    </a:lnTo>
                    <a:close/>
                  </a:path>
                </a:pathLst>
              </a:custGeom>
              <a:solidFill>
                <a:schemeClr val="bg1">
                  <a:lumMod val="5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grpSp>
            <p:nvGrpSpPr>
              <p:cNvPr id="17" name="Group 16"/>
              <p:cNvGrpSpPr/>
              <p:nvPr/>
            </p:nvGrpSpPr>
            <p:grpSpPr>
              <a:xfrm>
                <a:off x="7494380" y="2779230"/>
                <a:ext cx="155357" cy="155272"/>
                <a:chOff x="4763" y="0"/>
                <a:chExt cx="2900362" cy="2898775"/>
              </a:xfrm>
              <a:solidFill>
                <a:schemeClr val="bg1">
                  <a:lumMod val="50000"/>
                </a:schemeClr>
              </a:solidFill>
            </p:grpSpPr>
            <p:sp>
              <p:nvSpPr>
                <p:cNvPr id="20" name="Freeform 13"/>
                <p:cNvSpPr>
                  <a:spLocks/>
                </p:cNvSpPr>
                <p:nvPr/>
              </p:nvSpPr>
              <p:spPr bwMode="auto">
                <a:xfrm>
                  <a:off x="4763" y="0"/>
                  <a:ext cx="727075" cy="722313"/>
                </a:xfrm>
                <a:custGeom>
                  <a:avLst/>
                  <a:gdLst>
                    <a:gd name="T0" fmla="*/ 168 w 193"/>
                    <a:gd name="T1" fmla="*/ 0 h 192"/>
                    <a:gd name="T2" fmla="*/ 24 w 193"/>
                    <a:gd name="T3" fmla="*/ 0 h 192"/>
                    <a:gd name="T4" fmla="*/ 0 w 193"/>
                    <a:gd name="T5" fmla="*/ 24 h 192"/>
                    <a:gd name="T6" fmla="*/ 0 w 193"/>
                    <a:gd name="T7" fmla="*/ 168 h 192"/>
                    <a:gd name="T8" fmla="*/ 24 w 193"/>
                    <a:gd name="T9" fmla="*/ 192 h 192"/>
                    <a:gd name="T10" fmla="*/ 168 w 193"/>
                    <a:gd name="T11" fmla="*/ 192 h 192"/>
                    <a:gd name="T12" fmla="*/ 193 w 193"/>
                    <a:gd name="T13" fmla="*/ 168 h 192"/>
                    <a:gd name="T14" fmla="*/ 193 w 193"/>
                    <a:gd name="T15" fmla="*/ 24 h 192"/>
                    <a:gd name="T16" fmla="*/ 168 w 193"/>
                    <a:gd name="T17"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3" h="192">
                      <a:moveTo>
                        <a:pt x="168" y="0"/>
                      </a:moveTo>
                      <a:cubicBezTo>
                        <a:pt x="24" y="0"/>
                        <a:pt x="24" y="0"/>
                        <a:pt x="24" y="0"/>
                      </a:cubicBezTo>
                      <a:cubicBezTo>
                        <a:pt x="11" y="0"/>
                        <a:pt x="0" y="11"/>
                        <a:pt x="0" y="24"/>
                      </a:cubicBezTo>
                      <a:cubicBezTo>
                        <a:pt x="0" y="168"/>
                        <a:pt x="0" y="168"/>
                        <a:pt x="0" y="168"/>
                      </a:cubicBezTo>
                      <a:cubicBezTo>
                        <a:pt x="0" y="182"/>
                        <a:pt x="11" y="192"/>
                        <a:pt x="24" y="192"/>
                      </a:cubicBezTo>
                      <a:cubicBezTo>
                        <a:pt x="168" y="192"/>
                        <a:pt x="168" y="192"/>
                        <a:pt x="168" y="192"/>
                      </a:cubicBezTo>
                      <a:cubicBezTo>
                        <a:pt x="182" y="192"/>
                        <a:pt x="193" y="182"/>
                        <a:pt x="193" y="168"/>
                      </a:cubicBezTo>
                      <a:cubicBezTo>
                        <a:pt x="193" y="24"/>
                        <a:pt x="193" y="24"/>
                        <a:pt x="193" y="24"/>
                      </a:cubicBezTo>
                      <a:cubicBezTo>
                        <a:pt x="193" y="11"/>
                        <a:pt x="182" y="0"/>
                        <a:pt x="168"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sp>
              <p:nvSpPr>
                <p:cNvPr id="21" name="Freeform 14"/>
                <p:cNvSpPr>
                  <a:spLocks/>
                </p:cNvSpPr>
                <p:nvPr/>
              </p:nvSpPr>
              <p:spPr bwMode="auto">
                <a:xfrm>
                  <a:off x="4763" y="1087438"/>
                  <a:ext cx="727075" cy="722313"/>
                </a:xfrm>
                <a:custGeom>
                  <a:avLst/>
                  <a:gdLst>
                    <a:gd name="T0" fmla="*/ 168 w 193"/>
                    <a:gd name="T1" fmla="*/ 0 h 192"/>
                    <a:gd name="T2" fmla="*/ 24 w 193"/>
                    <a:gd name="T3" fmla="*/ 0 h 192"/>
                    <a:gd name="T4" fmla="*/ 0 w 193"/>
                    <a:gd name="T5" fmla="*/ 24 h 192"/>
                    <a:gd name="T6" fmla="*/ 0 w 193"/>
                    <a:gd name="T7" fmla="*/ 168 h 192"/>
                    <a:gd name="T8" fmla="*/ 24 w 193"/>
                    <a:gd name="T9" fmla="*/ 192 h 192"/>
                    <a:gd name="T10" fmla="*/ 168 w 193"/>
                    <a:gd name="T11" fmla="*/ 192 h 192"/>
                    <a:gd name="T12" fmla="*/ 193 w 193"/>
                    <a:gd name="T13" fmla="*/ 168 h 192"/>
                    <a:gd name="T14" fmla="*/ 193 w 193"/>
                    <a:gd name="T15" fmla="*/ 24 h 192"/>
                    <a:gd name="T16" fmla="*/ 168 w 193"/>
                    <a:gd name="T17"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3" h="192">
                      <a:moveTo>
                        <a:pt x="168" y="0"/>
                      </a:moveTo>
                      <a:cubicBezTo>
                        <a:pt x="24" y="0"/>
                        <a:pt x="24" y="0"/>
                        <a:pt x="24" y="0"/>
                      </a:cubicBezTo>
                      <a:cubicBezTo>
                        <a:pt x="11" y="0"/>
                        <a:pt x="0" y="11"/>
                        <a:pt x="0" y="24"/>
                      </a:cubicBezTo>
                      <a:cubicBezTo>
                        <a:pt x="0" y="168"/>
                        <a:pt x="0" y="168"/>
                        <a:pt x="0" y="168"/>
                      </a:cubicBezTo>
                      <a:cubicBezTo>
                        <a:pt x="0" y="181"/>
                        <a:pt x="11" y="192"/>
                        <a:pt x="24" y="192"/>
                      </a:cubicBezTo>
                      <a:cubicBezTo>
                        <a:pt x="168" y="192"/>
                        <a:pt x="168" y="192"/>
                        <a:pt x="168" y="192"/>
                      </a:cubicBezTo>
                      <a:cubicBezTo>
                        <a:pt x="182" y="192"/>
                        <a:pt x="193" y="181"/>
                        <a:pt x="193" y="168"/>
                      </a:cubicBezTo>
                      <a:cubicBezTo>
                        <a:pt x="193" y="24"/>
                        <a:pt x="193" y="24"/>
                        <a:pt x="193" y="24"/>
                      </a:cubicBezTo>
                      <a:cubicBezTo>
                        <a:pt x="193" y="11"/>
                        <a:pt x="182" y="0"/>
                        <a:pt x="168"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sp>
              <p:nvSpPr>
                <p:cNvPr id="22" name="Freeform 15"/>
                <p:cNvSpPr>
                  <a:spLocks/>
                </p:cNvSpPr>
                <p:nvPr/>
              </p:nvSpPr>
              <p:spPr bwMode="auto">
                <a:xfrm>
                  <a:off x="4763" y="2171700"/>
                  <a:ext cx="727075" cy="727075"/>
                </a:xfrm>
                <a:custGeom>
                  <a:avLst/>
                  <a:gdLst>
                    <a:gd name="T0" fmla="*/ 168 w 193"/>
                    <a:gd name="T1" fmla="*/ 0 h 193"/>
                    <a:gd name="T2" fmla="*/ 24 w 193"/>
                    <a:gd name="T3" fmla="*/ 0 h 193"/>
                    <a:gd name="T4" fmla="*/ 0 w 193"/>
                    <a:gd name="T5" fmla="*/ 25 h 193"/>
                    <a:gd name="T6" fmla="*/ 0 w 193"/>
                    <a:gd name="T7" fmla="*/ 169 h 193"/>
                    <a:gd name="T8" fmla="*/ 24 w 193"/>
                    <a:gd name="T9" fmla="*/ 193 h 193"/>
                    <a:gd name="T10" fmla="*/ 168 w 193"/>
                    <a:gd name="T11" fmla="*/ 193 h 193"/>
                    <a:gd name="T12" fmla="*/ 193 w 193"/>
                    <a:gd name="T13" fmla="*/ 169 h 193"/>
                    <a:gd name="T14" fmla="*/ 193 w 193"/>
                    <a:gd name="T15" fmla="*/ 25 h 193"/>
                    <a:gd name="T16" fmla="*/ 168 w 193"/>
                    <a:gd name="T17" fmla="*/ 0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3" h="193">
                      <a:moveTo>
                        <a:pt x="168" y="0"/>
                      </a:moveTo>
                      <a:cubicBezTo>
                        <a:pt x="24" y="0"/>
                        <a:pt x="24" y="0"/>
                        <a:pt x="24" y="0"/>
                      </a:cubicBezTo>
                      <a:cubicBezTo>
                        <a:pt x="11" y="0"/>
                        <a:pt x="0" y="11"/>
                        <a:pt x="0" y="25"/>
                      </a:cubicBezTo>
                      <a:cubicBezTo>
                        <a:pt x="0" y="169"/>
                        <a:pt x="0" y="169"/>
                        <a:pt x="0" y="169"/>
                      </a:cubicBezTo>
                      <a:cubicBezTo>
                        <a:pt x="0" y="182"/>
                        <a:pt x="11" y="193"/>
                        <a:pt x="24" y="193"/>
                      </a:cubicBezTo>
                      <a:cubicBezTo>
                        <a:pt x="168" y="193"/>
                        <a:pt x="168" y="193"/>
                        <a:pt x="168" y="193"/>
                      </a:cubicBezTo>
                      <a:cubicBezTo>
                        <a:pt x="182" y="193"/>
                        <a:pt x="193" y="182"/>
                        <a:pt x="193" y="169"/>
                      </a:cubicBezTo>
                      <a:cubicBezTo>
                        <a:pt x="193" y="25"/>
                        <a:pt x="193" y="25"/>
                        <a:pt x="193" y="25"/>
                      </a:cubicBezTo>
                      <a:cubicBezTo>
                        <a:pt x="193" y="11"/>
                        <a:pt x="182" y="0"/>
                        <a:pt x="168"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sp>
              <p:nvSpPr>
                <p:cNvPr id="23" name="Freeform 16"/>
                <p:cNvSpPr>
                  <a:spLocks/>
                </p:cNvSpPr>
                <p:nvPr/>
              </p:nvSpPr>
              <p:spPr bwMode="auto">
                <a:xfrm>
                  <a:off x="1093788" y="0"/>
                  <a:ext cx="722312" cy="722313"/>
                </a:xfrm>
                <a:custGeom>
                  <a:avLst/>
                  <a:gdLst>
                    <a:gd name="T0" fmla="*/ 168 w 192"/>
                    <a:gd name="T1" fmla="*/ 0 h 192"/>
                    <a:gd name="T2" fmla="*/ 24 w 192"/>
                    <a:gd name="T3" fmla="*/ 0 h 192"/>
                    <a:gd name="T4" fmla="*/ 0 w 192"/>
                    <a:gd name="T5" fmla="*/ 24 h 192"/>
                    <a:gd name="T6" fmla="*/ 0 w 192"/>
                    <a:gd name="T7" fmla="*/ 168 h 192"/>
                    <a:gd name="T8" fmla="*/ 24 w 192"/>
                    <a:gd name="T9" fmla="*/ 192 h 192"/>
                    <a:gd name="T10" fmla="*/ 168 w 192"/>
                    <a:gd name="T11" fmla="*/ 192 h 192"/>
                    <a:gd name="T12" fmla="*/ 192 w 192"/>
                    <a:gd name="T13" fmla="*/ 168 h 192"/>
                    <a:gd name="T14" fmla="*/ 192 w 192"/>
                    <a:gd name="T15" fmla="*/ 24 h 192"/>
                    <a:gd name="T16" fmla="*/ 168 w 192"/>
                    <a:gd name="T17"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192">
                      <a:moveTo>
                        <a:pt x="168" y="0"/>
                      </a:moveTo>
                      <a:cubicBezTo>
                        <a:pt x="24" y="0"/>
                        <a:pt x="24" y="0"/>
                        <a:pt x="24" y="0"/>
                      </a:cubicBezTo>
                      <a:cubicBezTo>
                        <a:pt x="11" y="0"/>
                        <a:pt x="0" y="11"/>
                        <a:pt x="0" y="24"/>
                      </a:cubicBezTo>
                      <a:cubicBezTo>
                        <a:pt x="0" y="168"/>
                        <a:pt x="0" y="168"/>
                        <a:pt x="0" y="168"/>
                      </a:cubicBezTo>
                      <a:cubicBezTo>
                        <a:pt x="0" y="182"/>
                        <a:pt x="11" y="192"/>
                        <a:pt x="24" y="192"/>
                      </a:cubicBezTo>
                      <a:cubicBezTo>
                        <a:pt x="168" y="192"/>
                        <a:pt x="168" y="192"/>
                        <a:pt x="168" y="192"/>
                      </a:cubicBezTo>
                      <a:cubicBezTo>
                        <a:pt x="181" y="192"/>
                        <a:pt x="192" y="182"/>
                        <a:pt x="192" y="168"/>
                      </a:cubicBezTo>
                      <a:cubicBezTo>
                        <a:pt x="192" y="24"/>
                        <a:pt x="192" y="24"/>
                        <a:pt x="192" y="24"/>
                      </a:cubicBezTo>
                      <a:cubicBezTo>
                        <a:pt x="192" y="11"/>
                        <a:pt x="181" y="0"/>
                        <a:pt x="168"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sp>
              <p:nvSpPr>
                <p:cNvPr id="24" name="Freeform 17"/>
                <p:cNvSpPr>
                  <a:spLocks/>
                </p:cNvSpPr>
                <p:nvPr/>
              </p:nvSpPr>
              <p:spPr bwMode="auto">
                <a:xfrm>
                  <a:off x="1093788" y="1087438"/>
                  <a:ext cx="722312" cy="722313"/>
                </a:xfrm>
                <a:custGeom>
                  <a:avLst/>
                  <a:gdLst>
                    <a:gd name="T0" fmla="*/ 168 w 192"/>
                    <a:gd name="T1" fmla="*/ 0 h 192"/>
                    <a:gd name="T2" fmla="*/ 24 w 192"/>
                    <a:gd name="T3" fmla="*/ 0 h 192"/>
                    <a:gd name="T4" fmla="*/ 0 w 192"/>
                    <a:gd name="T5" fmla="*/ 24 h 192"/>
                    <a:gd name="T6" fmla="*/ 0 w 192"/>
                    <a:gd name="T7" fmla="*/ 168 h 192"/>
                    <a:gd name="T8" fmla="*/ 24 w 192"/>
                    <a:gd name="T9" fmla="*/ 192 h 192"/>
                    <a:gd name="T10" fmla="*/ 168 w 192"/>
                    <a:gd name="T11" fmla="*/ 192 h 192"/>
                    <a:gd name="T12" fmla="*/ 192 w 192"/>
                    <a:gd name="T13" fmla="*/ 168 h 192"/>
                    <a:gd name="T14" fmla="*/ 192 w 192"/>
                    <a:gd name="T15" fmla="*/ 24 h 192"/>
                    <a:gd name="T16" fmla="*/ 168 w 192"/>
                    <a:gd name="T17"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192">
                      <a:moveTo>
                        <a:pt x="168" y="0"/>
                      </a:moveTo>
                      <a:cubicBezTo>
                        <a:pt x="24" y="0"/>
                        <a:pt x="24" y="0"/>
                        <a:pt x="24" y="0"/>
                      </a:cubicBezTo>
                      <a:cubicBezTo>
                        <a:pt x="11" y="0"/>
                        <a:pt x="0" y="11"/>
                        <a:pt x="0" y="24"/>
                      </a:cubicBezTo>
                      <a:cubicBezTo>
                        <a:pt x="0" y="168"/>
                        <a:pt x="0" y="168"/>
                        <a:pt x="0" y="168"/>
                      </a:cubicBezTo>
                      <a:cubicBezTo>
                        <a:pt x="0" y="181"/>
                        <a:pt x="11" y="192"/>
                        <a:pt x="24" y="192"/>
                      </a:cubicBezTo>
                      <a:cubicBezTo>
                        <a:pt x="168" y="192"/>
                        <a:pt x="168" y="192"/>
                        <a:pt x="168" y="192"/>
                      </a:cubicBezTo>
                      <a:cubicBezTo>
                        <a:pt x="181" y="192"/>
                        <a:pt x="192" y="181"/>
                        <a:pt x="192" y="168"/>
                      </a:cubicBezTo>
                      <a:cubicBezTo>
                        <a:pt x="192" y="24"/>
                        <a:pt x="192" y="24"/>
                        <a:pt x="192" y="24"/>
                      </a:cubicBezTo>
                      <a:cubicBezTo>
                        <a:pt x="192" y="11"/>
                        <a:pt x="181" y="0"/>
                        <a:pt x="168"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sp>
              <p:nvSpPr>
                <p:cNvPr id="25" name="Freeform 18"/>
                <p:cNvSpPr>
                  <a:spLocks/>
                </p:cNvSpPr>
                <p:nvPr/>
              </p:nvSpPr>
              <p:spPr bwMode="auto">
                <a:xfrm>
                  <a:off x="1093788" y="2171700"/>
                  <a:ext cx="722312" cy="727075"/>
                </a:xfrm>
                <a:custGeom>
                  <a:avLst/>
                  <a:gdLst>
                    <a:gd name="T0" fmla="*/ 168 w 192"/>
                    <a:gd name="T1" fmla="*/ 0 h 193"/>
                    <a:gd name="T2" fmla="*/ 24 w 192"/>
                    <a:gd name="T3" fmla="*/ 0 h 193"/>
                    <a:gd name="T4" fmla="*/ 0 w 192"/>
                    <a:gd name="T5" fmla="*/ 25 h 193"/>
                    <a:gd name="T6" fmla="*/ 0 w 192"/>
                    <a:gd name="T7" fmla="*/ 169 h 193"/>
                    <a:gd name="T8" fmla="*/ 24 w 192"/>
                    <a:gd name="T9" fmla="*/ 193 h 193"/>
                    <a:gd name="T10" fmla="*/ 168 w 192"/>
                    <a:gd name="T11" fmla="*/ 193 h 193"/>
                    <a:gd name="T12" fmla="*/ 192 w 192"/>
                    <a:gd name="T13" fmla="*/ 169 h 193"/>
                    <a:gd name="T14" fmla="*/ 192 w 192"/>
                    <a:gd name="T15" fmla="*/ 25 h 193"/>
                    <a:gd name="T16" fmla="*/ 168 w 192"/>
                    <a:gd name="T17" fmla="*/ 0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193">
                      <a:moveTo>
                        <a:pt x="168" y="0"/>
                      </a:moveTo>
                      <a:cubicBezTo>
                        <a:pt x="24" y="0"/>
                        <a:pt x="24" y="0"/>
                        <a:pt x="24" y="0"/>
                      </a:cubicBezTo>
                      <a:cubicBezTo>
                        <a:pt x="11" y="0"/>
                        <a:pt x="0" y="11"/>
                        <a:pt x="0" y="25"/>
                      </a:cubicBezTo>
                      <a:cubicBezTo>
                        <a:pt x="0" y="169"/>
                        <a:pt x="0" y="169"/>
                        <a:pt x="0" y="169"/>
                      </a:cubicBezTo>
                      <a:cubicBezTo>
                        <a:pt x="0" y="182"/>
                        <a:pt x="11" y="193"/>
                        <a:pt x="24" y="193"/>
                      </a:cubicBezTo>
                      <a:cubicBezTo>
                        <a:pt x="168" y="193"/>
                        <a:pt x="168" y="193"/>
                        <a:pt x="168" y="193"/>
                      </a:cubicBezTo>
                      <a:cubicBezTo>
                        <a:pt x="181" y="193"/>
                        <a:pt x="192" y="182"/>
                        <a:pt x="192" y="169"/>
                      </a:cubicBezTo>
                      <a:cubicBezTo>
                        <a:pt x="192" y="25"/>
                        <a:pt x="192" y="25"/>
                        <a:pt x="192" y="25"/>
                      </a:cubicBezTo>
                      <a:cubicBezTo>
                        <a:pt x="192" y="11"/>
                        <a:pt x="181" y="0"/>
                        <a:pt x="168"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sp>
              <p:nvSpPr>
                <p:cNvPr id="26" name="Freeform 19"/>
                <p:cNvSpPr>
                  <a:spLocks/>
                </p:cNvSpPr>
                <p:nvPr/>
              </p:nvSpPr>
              <p:spPr bwMode="auto">
                <a:xfrm>
                  <a:off x="2181225" y="0"/>
                  <a:ext cx="723900" cy="722313"/>
                </a:xfrm>
                <a:custGeom>
                  <a:avLst/>
                  <a:gdLst>
                    <a:gd name="T0" fmla="*/ 168 w 192"/>
                    <a:gd name="T1" fmla="*/ 0 h 192"/>
                    <a:gd name="T2" fmla="*/ 24 w 192"/>
                    <a:gd name="T3" fmla="*/ 0 h 192"/>
                    <a:gd name="T4" fmla="*/ 0 w 192"/>
                    <a:gd name="T5" fmla="*/ 24 h 192"/>
                    <a:gd name="T6" fmla="*/ 0 w 192"/>
                    <a:gd name="T7" fmla="*/ 168 h 192"/>
                    <a:gd name="T8" fmla="*/ 24 w 192"/>
                    <a:gd name="T9" fmla="*/ 192 h 192"/>
                    <a:gd name="T10" fmla="*/ 168 w 192"/>
                    <a:gd name="T11" fmla="*/ 192 h 192"/>
                    <a:gd name="T12" fmla="*/ 192 w 192"/>
                    <a:gd name="T13" fmla="*/ 168 h 192"/>
                    <a:gd name="T14" fmla="*/ 192 w 192"/>
                    <a:gd name="T15" fmla="*/ 24 h 192"/>
                    <a:gd name="T16" fmla="*/ 168 w 192"/>
                    <a:gd name="T17"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192">
                      <a:moveTo>
                        <a:pt x="168" y="0"/>
                      </a:moveTo>
                      <a:cubicBezTo>
                        <a:pt x="24" y="0"/>
                        <a:pt x="24" y="0"/>
                        <a:pt x="24" y="0"/>
                      </a:cubicBezTo>
                      <a:cubicBezTo>
                        <a:pt x="10" y="0"/>
                        <a:pt x="0" y="11"/>
                        <a:pt x="0" y="24"/>
                      </a:cubicBezTo>
                      <a:cubicBezTo>
                        <a:pt x="0" y="168"/>
                        <a:pt x="0" y="168"/>
                        <a:pt x="0" y="168"/>
                      </a:cubicBezTo>
                      <a:cubicBezTo>
                        <a:pt x="0" y="182"/>
                        <a:pt x="10" y="192"/>
                        <a:pt x="24" y="192"/>
                      </a:cubicBezTo>
                      <a:cubicBezTo>
                        <a:pt x="168" y="192"/>
                        <a:pt x="168" y="192"/>
                        <a:pt x="168" y="192"/>
                      </a:cubicBezTo>
                      <a:cubicBezTo>
                        <a:pt x="181" y="192"/>
                        <a:pt x="192" y="182"/>
                        <a:pt x="192" y="168"/>
                      </a:cubicBezTo>
                      <a:cubicBezTo>
                        <a:pt x="192" y="24"/>
                        <a:pt x="192" y="24"/>
                        <a:pt x="192" y="24"/>
                      </a:cubicBezTo>
                      <a:cubicBezTo>
                        <a:pt x="192" y="11"/>
                        <a:pt x="181" y="0"/>
                        <a:pt x="168"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sp>
              <p:nvSpPr>
                <p:cNvPr id="27" name="Freeform 20"/>
                <p:cNvSpPr>
                  <a:spLocks/>
                </p:cNvSpPr>
                <p:nvPr/>
              </p:nvSpPr>
              <p:spPr bwMode="auto">
                <a:xfrm>
                  <a:off x="2181225" y="1087438"/>
                  <a:ext cx="723900" cy="722313"/>
                </a:xfrm>
                <a:custGeom>
                  <a:avLst/>
                  <a:gdLst>
                    <a:gd name="T0" fmla="*/ 168 w 192"/>
                    <a:gd name="T1" fmla="*/ 0 h 192"/>
                    <a:gd name="T2" fmla="*/ 24 w 192"/>
                    <a:gd name="T3" fmla="*/ 0 h 192"/>
                    <a:gd name="T4" fmla="*/ 0 w 192"/>
                    <a:gd name="T5" fmla="*/ 24 h 192"/>
                    <a:gd name="T6" fmla="*/ 0 w 192"/>
                    <a:gd name="T7" fmla="*/ 168 h 192"/>
                    <a:gd name="T8" fmla="*/ 24 w 192"/>
                    <a:gd name="T9" fmla="*/ 192 h 192"/>
                    <a:gd name="T10" fmla="*/ 168 w 192"/>
                    <a:gd name="T11" fmla="*/ 192 h 192"/>
                    <a:gd name="T12" fmla="*/ 192 w 192"/>
                    <a:gd name="T13" fmla="*/ 168 h 192"/>
                    <a:gd name="T14" fmla="*/ 192 w 192"/>
                    <a:gd name="T15" fmla="*/ 24 h 192"/>
                    <a:gd name="T16" fmla="*/ 168 w 192"/>
                    <a:gd name="T17"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192">
                      <a:moveTo>
                        <a:pt x="168" y="0"/>
                      </a:moveTo>
                      <a:cubicBezTo>
                        <a:pt x="24" y="0"/>
                        <a:pt x="24" y="0"/>
                        <a:pt x="24" y="0"/>
                      </a:cubicBezTo>
                      <a:cubicBezTo>
                        <a:pt x="10" y="0"/>
                        <a:pt x="0" y="11"/>
                        <a:pt x="0" y="24"/>
                      </a:cubicBezTo>
                      <a:cubicBezTo>
                        <a:pt x="0" y="168"/>
                        <a:pt x="0" y="168"/>
                        <a:pt x="0" y="168"/>
                      </a:cubicBezTo>
                      <a:cubicBezTo>
                        <a:pt x="0" y="181"/>
                        <a:pt x="10" y="192"/>
                        <a:pt x="24" y="192"/>
                      </a:cubicBezTo>
                      <a:cubicBezTo>
                        <a:pt x="168" y="192"/>
                        <a:pt x="168" y="192"/>
                        <a:pt x="168" y="192"/>
                      </a:cubicBezTo>
                      <a:cubicBezTo>
                        <a:pt x="181" y="192"/>
                        <a:pt x="192" y="181"/>
                        <a:pt x="192" y="168"/>
                      </a:cubicBezTo>
                      <a:cubicBezTo>
                        <a:pt x="192" y="24"/>
                        <a:pt x="192" y="24"/>
                        <a:pt x="192" y="24"/>
                      </a:cubicBezTo>
                      <a:cubicBezTo>
                        <a:pt x="192" y="11"/>
                        <a:pt x="181" y="0"/>
                        <a:pt x="168"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sp>
              <p:nvSpPr>
                <p:cNvPr id="28" name="Freeform 21"/>
                <p:cNvSpPr>
                  <a:spLocks/>
                </p:cNvSpPr>
                <p:nvPr/>
              </p:nvSpPr>
              <p:spPr bwMode="auto">
                <a:xfrm>
                  <a:off x="2181225" y="2171700"/>
                  <a:ext cx="723900" cy="727075"/>
                </a:xfrm>
                <a:custGeom>
                  <a:avLst/>
                  <a:gdLst>
                    <a:gd name="T0" fmla="*/ 168 w 192"/>
                    <a:gd name="T1" fmla="*/ 0 h 193"/>
                    <a:gd name="T2" fmla="*/ 24 w 192"/>
                    <a:gd name="T3" fmla="*/ 0 h 193"/>
                    <a:gd name="T4" fmla="*/ 0 w 192"/>
                    <a:gd name="T5" fmla="*/ 25 h 193"/>
                    <a:gd name="T6" fmla="*/ 0 w 192"/>
                    <a:gd name="T7" fmla="*/ 169 h 193"/>
                    <a:gd name="T8" fmla="*/ 24 w 192"/>
                    <a:gd name="T9" fmla="*/ 193 h 193"/>
                    <a:gd name="T10" fmla="*/ 168 w 192"/>
                    <a:gd name="T11" fmla="*/ 193 h 193"/>
                    <a:gd name="T12" fmla="*/ 192 w 192"/>
                    <a:gd name="T13" fmla="*/ 169 h 193"/>
                    <a:gd name="T14" fmla="*/ 192 w 192"/>
                    <a:gd name="T15" fmla="*/ 25 h 193"/>
                    <a:gd name="T16" fmla="*/ 168 w 192"/>
                    <a:gd name="T17" fmla="*/ 0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193">
                      <a:moveTo>
                        <a:pt x="168" y="0"/>
                      </a:moveTo>
                      <a:cubicBezTo>
                        <a:pt x="24" y="0"/>
                        <a:pt x="24" y="0"/>
                        <a:pt x="24" y="0"/>
                      </a:cubicBezTo>
                      <a:cubicBezTo>
                        <a:pt x="10" y="0"/>
                        <a:pt x="0" y="11"/>
                        <a:pt x="0" y="25"/>
                      </a:cubicBezTo>
                      <a:cubicBezTo>
                        <a:pt x="0" y="169"/>
                        <a:pt x="0" y="169"/>
                        <a:pt x="0" y="169"/>
                      </a:cubicBezTo>
                      <a:cubicBezTo>
                        <a:pt x="0" y="182"/>
                        <a:pt x="10" y="193"/>
                        <a:pt x="24" y="193"/>
                      </a:cubicBezTo>
                      <a:cubicBezTo>
                        <a:pt x="168" y="193"/>
                        <a:pt x="168" y="193"/>
                        <a:pt x="168" y="193"/>
                      </a:cubicBezTo>
                      <a:cubicBezTo>
                        <a:pt x="181" y="193"/>
                        <a:pt x="192" y="182"/>
                        <a:pt x="192" y="169"/>
                      </a:cubicBezTo>
                      <a:cubicBezTo>
                        <a:pt x="192" y="25"/>
                        <a:pt x="192" y="25"/>
                        <a:pt x="192" y="25"/>
                      </a:cubicBezTo>
                      <a:cubicBezTo>
                        <a:pt x="192" y="11"/>
                        <a:pt x="181" y="0"/>
                        <a:pt x="168"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grpSp>
          <p:sp>
            <p:nvSpPr>
              <p:cNvPr id="18" name="Freeform 25"/>
              <p:cNvSpPr>
                <a:spLocks/>
              </p:cNvSpPr>
              <p:nvPr/>
            </p:nvSpPr>
            <p:spPr bwMode="auto">
              <a:xfrm rot="5400000">
                <a:off x="7497092" y="3115886"/>
                <a:ext cx="146921" cy="128651"/>
              </a:xfrm>
              <a:custGeom>
                <a:avLst/>
                <a:gdLst>
                  <a:gd name="T0" fmla="*/ 504 w 896"/>
                  <a:gd name="T1" fmla="*/ 0 h 784"/>
                  <a:gd name="T2" fmla="*/ 116 w 896"/>
                  <a:gd name="T3" fmla="*/ 336 h 784"/>
                  <a:gd name="T4" fmla="*/ 0 w 896"/>
                  <a:gd name="T5" fmla="*/ 336 h 784"/>
                  <a:gd name="T6" fmla="*/ 168 w 896"/>
                  <a:gd name="T7" fmla="*/ 560 h 784"/>
                  <a:gd name="T8" fmla="*/ 336 w 896"/>
                  <a:gd name="T9" fmla="*/ 336 h 784"/>
                  <a:gd name="T10" fmla="*/ 230 w 896"/>
                  <a:gd name="T11" fmla="*/ 336 h 784"/>
                  <a:gd name="T12" fmla="*/ 504 w 896"/>
                  <a:gd name="T13" fmla="*/ 112 h 784"/>
                  <a:gd name="T14" fmla="*/ 784 w 896"/>
                  <a:gd name="T15" fmla="*/ 392 h 784"/>
                  <a:gd name="T16" fmla="*/ 504 w 896"/>
                  <a:gd name="T17" fmla="*/ 672 h 784"/>
                  <a:gd name="T18" fmla="*/ 504 w 896"/>
                  <a:gd name="T19" fmla="*/ 784 h 784"/>
                  <a:gd name="T20" fmla="*/ 896 w 896"/>
                  <a:gd name="T21" fmla="*/ 392 h 784"/>
                  <a:gd name="T22" fmla="*/ 504 w 896"/>
                  <a:gd name="T23" fmla="*/ 0 h 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96" h="784">
                    <a:moveTo>
                      <a:pt x="504" y="0"/>
                    </a:moveTo>
                    <a:cubicBezTo>
                      <a:pt x="307" y="0"/>
                      <a:pt x="144" y="146"/>
                      <a:pt x="116" y="336"/>
                    </a:cubicBezTo>
                    <a:cubicBezTo>
                      <a:pt x="0" y="336"/>
                      <a:pt x="0" y="336"/>
                      <a:pt x="0" y="336"/>
                    </a:cubicBezTo>
                    <a:cubicBezTo>
                      <a:pt x="168" y="560"/>
                      <a:pt x="168" y="560"/>
                      <a:pt x="168" y="560"/>
                    </a:cubicBezTo>
                    <a:cubicBezTo>
                      <a:pt x="336" y="336"/>
                      <a:pt x="336" y="336"/>
                      <a:pt x="336" y="336"/>
                    </a:cubicBezTo>
                    <a:cubicBezTo>
                      <a:pt x="230" y="336"/>
                      <a:pt x="230" y="336"/>
                      <a:pt x="230" y="336"/>
                    </a:cubicBezTo>
                    <a:cubicBezTo>
                      <a:pt x="256" y="208"/>
                      <a:pt x="369" y="112"/>
                      <a:pt x="504" y="112"/>
                    </a:cubicBezTo>
                    <a:cubicBezTo>
                      <a:pt x="658" y="112"/>
                      <a:pt x="784" y="238"/>
                      <a:pt x="784" y="392"/>
                    </a:cubicBezTo>
                    <a:cubicBezTo>
                      <a:pt x="784" y="546"/>
                      <a:pt x="658" y="672"/>
                      <a:pt x="504" y="672"/>
                    </a:cubicBezTo>
                    <a:cubicBezTo>
                      <a:pt x="504" y="784"/>
                      <a:pt x="504" y="784"/>
                      <a:pt x="504" y="784"/>
                    </a:cubicBezTo>
                    <a:cubicBezTo>
                      <a:pt x="721" y="784"/>
                      <a:pt x="896" y="609"/>
                      <a:pt x="896" y="392"/>
                    </a:cubicBezTo>
                    <a:cubicBezTo>
                      <a:pt x="896" y="175"/>
                      <a:pt x="721" y="0"/>
                      <a:pt x="504" y="0"/>
                    </a:cubicBezTo>
                    <a:close/>
                  </a:path>
                </a:pathLst>
              </a:custGeom>
              <a:solidFill>
                <a:schemeClr val="bg1">
                  <a:lumMod val="5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sp>
            <p:nvSpPr>
              <p:cNvPr id="19" name="Oval 6"/>
              <p:cNvSpPr>
                <a:spLocks/>
              </p:cNvSpPr>
              <p:nvPr/>
            </p:nvSpPr>
            <p:spPr bwMode="auto">
              <a:xfrm>
                <a:off x="1655635" y="2814331"/>
                <a:ext cx="95903" cy="95276"/>
              </a:xfrm>
              <a:prstGeom prst="ellipse">
                <a:avLst/>
              </a:prstGeom>
              <a:solidFill>
                <a:schemeClr val="accent5"/>
              </a:solidFill>
              <a:ln w="25400" cap="flat">
                <a:noFill/>
                <a:prstDash val="solid"/>
                <a:miter lim="800000"/>
                <a:headEnd type="none" w="med" len="med"/>
                <a:tailEnd type="none" w="med" len="med"/>
              </a:ln>
            </p:spPr>
            <p:txBody>
              <a:bodyPr lIns="0" tIns="0" rIns="0" bIns="0"/>
              <a:lstStyle/>
              <a:p>
                <a:pPr fontAlgn="auto">
                  <a:spcBef>
                    <a:spcPts val="0"/>
                  </a:spcBef>
                  <a:spcAft>
                    <a:spcPts val="0"/>
                  </a:spcAft>
                </a:pPr>
                <a:endParaRPr lang="id-ID">
                  <a:solidFill>
                    <a:prstClr val="black"/>
                  </a:solidFill>
                  <a:latin typeface="Roboto Lt"/>
                  <a:cs typeface="+mn-cs"/>
                </a:endParaRPr>
              </a:p>
            </p:txBody>
          </p:sp>
        </p:grpSp>
        <p:sp>
          <p:nvSpPr>
            <p:cNvPr id="8" name="TextBox 7"/>
            <p:cNvSpPr txBox="1"/>
            <p:nvPr/>
          </p:nvSpPr>
          <p:spPr>
            <a:xfrm>
              <a:off x="2353072" y="3063038"/>
              <a:ext cx="1372295" cy="223997"/>
            </a:xfrm>
            <a:prstGeom prst="rect">
              <a:avLst/>
            </a:prstGeom>
            <a:noFill/>
          </p:spPr>
          <p:txBody>
            <a:bodyPr wrap="none" rtlCol="0">
              <a:spAutoFit/>
            </a:bodyPr>
            <a:lstStyle/>
            <a:p>
              <a:pPr fontAlgn="auto">
                <a:spcBef>
                  <a:spcPts val="0"/>
                </a:spcBef>
                <a:spcAft>
                  <a:spcPts val="0"/>
                </a:spcAft>
              </a:pPr>
              <a:r>
                <a:rPr lang="id-ID" sz="900" dirty="0" smtClean="0">
                  <a:solidFill>
                    <a:prstClr val="white">
                      <a:lumMod val="65000"/>
                    </a:prstClr>
                  </a:solidFill>
                  <a:latin typeface="Roboto"/>
                  <a:cs typeface="+mn-cs"/>
                </a:rPr>
                <a:t>www.designcorner.com</a:t>
              </a:r>
              <a:endParaRPr lang="id-ID" sz="900" dirty="0">
                <a:solidFill>
                  <a:prstClr val="white">
                    <a:lumMod val="65000"/>
                  </a:prstClr>
                </a:solidFill>
                <a:latin typeface="Roboto"/>
                <a:cs typeface="+mn-cs"/>
              </a:endParaRPr>
            </a:p>
          </p:txBody>
        </p:sp>
      </p:grpSp>
      <p:sp>
        <p:nvSpPr>
          <p:cNvPr id="29"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0"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31"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32" name="Picture Placeholder 30"/>
          <p:cNvSpPr>
            <a:spLocks noGrp="1"/>
          </p:cNvSpPr>
          <p:nvPr>
            <p:ph type="pic" sz="quarter" idx="36" hasCustomPrompt="1"/>
          </p:nvPr>
        </p:nvSpPr>
        <p:spPr>
          <a:xfrm>
            <a:off x="-1" y="3411787"/>
            <a:ext cx="6136175" cy="3446213"/>
          </a:xfrm>
          <a:solidFill>
            <a:schemeClr val="bg1">
              <a:lumMod val="85000"/>
            </a:schemeClr>
          </a:solidFill>
        </p:spPr>
        <p:txBody>
          <a:bodyPr/>
          <a:lstStyle>
            <a:lvl1pPr>
              <a:defRPr/>
            </a:lvl1pPr>
          </a:lstStyle>
          <a:p>
            <a:r>
              <a:rPr lang="id-ID" dirty="0" smtClean="0"/>
              <a:t>Pic here</a:t>
            </a:r>
            <a:endParaRPr lang="en-AU" dirty="0"/>
          </a:p>
        </p:txBody>
      </p:sp>
    </p:spTree>
    <p:extLst>
      <p:ext uri="{BB962C8B-B14F-4D97-AF65-F5344CB8AC3E}">
        <p14:creationId xmlns:p14="http://schemas.microsoft.com/office/powerpoint/2010/main" val="38979202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100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30">
                                            <p:txEl>
                                              <p:pRg st="0" end="0"/>
                                            </p:txEl>
                                          </p:spTgt>
                                        </p:tgtEl>
                                        <p:attrNameLst>
                                          <p:attrName>style.visibility</p:attrName>
                                        </p:attrNameLst>
                                      </p:cBhvr>
                                      <p:to>
                                        <p:strVal val="visible"/>
                                      </p:to>
                                    </p:set>
                                    <p:animEffect transition="in" filter="fade">
                                      <p:cBhvr>
                                        <p:cTn id="7" dur="500"/>
                                        <p:tgtEl>
                                          <p:spTgt spid="30">
                                            <p:txEl>
                                              <p:pRg st="0" end="0"/>
                                            </p:txEl>
                                          </p:spTgt>
                                        </p:tgtEl>
                                      </p:cBhvr>
                                    </p:animEffect>
                                  </p:childTnLst>
                                </p:cTn>
                              </p:par>
                            </p:childTnLst>
                          </p:cTn>
                        </p:par>
                        <p:par>
                          <p:cTn id="8" fill="hold">
                            <p:stCondLst>
                              <p:cond delay="1500"/>
                            </p:stCondLst>
                            <p:childTnLst>
                              <p:par>
                                <p:cTn id="9" presetID="10" presetClass="entr" presetSubtype="0" fill="hold" grpId="0" nodeType="afterEffect">
                                  <p:stCondLst>
                                    <p:cond delay="0"/>
                                  </p:stCondLst>
                                  <p:childTnLst>
                                    <p:set>
                                      <p:cBhvr>
                                        <p:cTn id="10" dur="1" fill="hold">
                                          <p:stCondLst>
                                            <p:cond delay="0"/>
                                          </p:stCondLst>
                                        </p:cTn>
                                        <p:tgtEl>
                                          <p:spTgt spid="29"/>
                                        </p:tgtEl>
                                        <p:attrNameLst>
                                          <p:attrName>style.visibility</p:attrName>
                                        </p:attrNameLst>
                                      </p:cBhvr>
                                      <p:to>
                                        <p:strVal val="visible"/>
                                      </p:to>
                                    </p:set>
                                    <p:animEffect transition="in" filter="fade">
                                      <p:cBhvr>
                                        <p:cTn id="11" dur="500"/>
                                        <p:tgtEl>
                                          <p:spTgt spid="29"/>
                                        </p:tgtEl>
                                      </p:cBhvr>
                                    </p:animEffect>
                                  </p:childTnLst>
                                </p:cTn>
                              </p:par>
                            </p:childTnLst>
                          </p:cTn>
                        </p:par>
                        <p:par>
                          <p:cTn id="12" fill="hold">
                            <p:stCondLst>
                              <p:cond delay="2000"/>
                            </p:stCondLst>
                            <p:childTnLst>
                              <p:par>
                                <p:cTn id="13" presetID="42" presetClass="entr" presetSubtype="0" fill="hold" grpId="0" nodeType="afterEffect">
                                  <p:stCondLst>
                                    <p:cond delay="0"/>
                                  </p:stCondLst>
                                  <p:childTnLst>
                                    <p:set>
                                      <p:cBhvr>
                                        <p:cTn id="14" dur="1" fill="hold">
                                          <p:stCondLst>
                                            <p:cond delay="0"/>
                                          </p:stCondLst>
                                        </p:cTn>
                                        <p:tgtEl>
                                          <p:spTgt spid="31">
                                            <p:txEl>
                                              <p:pRg st="0" end="0"/>
                                            </p:txEl>
                                          </p:spTgt>
                                        </p:tgtEl>
                                        <p:attrNameLst>
                                          <p:attrName>style.visibility</p:attrName>
                                        </p:attrNameLst>
                                      </p:cBhvr>
                                      <p:to>
                                        <p:strVal val="visible"/>
                                      </p:to>
                                    </p:set>
                                    <p:animEffect transition="in" filter="fade">
                                      <p:cBhvr>
                                        <p:cTn id="15" dur="500"/>
                                        <p:tgtEl>
                                          <p:spTgt spid="31">
                                            <p:txEl>
                                              <p:pRg st="0" end="0"/>
                                            </p:txEl>
                                          </p:spTgt>
                                        </p:tgtEl>
                                      </p:cBhvr>
                                    </p:animEffect>
                                    <p:anim calcmode="lin" valueType="num">
                                      <p:cBhvr>
                                        <p:cTn id="16" dur="500" fill="hold"/>
                                        <p:tgtEl>
                                          <p:spTgt spid="31">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31">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2500"/>
                            </p:stCondLst>
                            <p:childTnLst>
                              <p:par>
                                <p:cTn id="19" presetID="42" presetClass="entr" presetSubtype="0" fill="hold" nodeType="afterEffect">
                                  <p:stCondLst>
                                    <p:cond delay="0"/>
                                  </p:stCondLst>
                                  <p:childTnLst>
                                    <p:set>
                                      <p:cBhvr>
                                        <p:cTn id="20" dur="1" fill="hold">
                                          <p:stCondLst>
                                            <p:cond delay="0"/>
                                          </p:stCondLst>
                                        </p:cTn>
                                        <p:tgtEl>
                                          <p:spTgt spid="6"/>
                                        </p:tgtEl>
                                        <p:attrNameLst>
                                          <p:attrName>style.visibility</p:attrName>
                                        </p:attrNameLst>
                                      </p:cBhvr>
                                      <p:to>
                                        <p:strVal val="visible"/>
                                      </p:to>
                                    </p:set>
                                    <p:animEffect transition="in" filter="fade">
                                      <p:cBhvr>
                                        <p:cTn id="21" dur="1000"/>
                                        <p:tgtEl>
                                          <p:spTgt spid="6"/>
                                        </p:tgtEl>
                                      </p:cBhvr>
                                    </p:animEffect>
                                    <p:anim calcmode="lin" valueType="num">
                                      <p:cBhvr>
                                        <p:cTn id="22" dur="1000" fill="hold"/>
                                        <p:tgtEl>
                                          <p:spTgt spid="6"/>
                                        </p:tgtEl>
                                        <p:attrNameLst>
                                          <p:attrName>ppt_x</p:attrName>
                                        </p:attrNameLst>
                                      </p:cBhvr>
                                      <p:tavLst>
                                        <p:tav tm="0">
                                          <p:val>
                                            <p:strVal val="#ppt_x"/>
                                          </p:val>
                                        </p:tav>
                                        <p:tav tm="100000">
                                          <p:val>
                                            <p:strVal val="#ppt_x"/>
                                          </p:val>
                                        </p:tav>
                                      </p:tavLst>
                                    </p:anim>
                                    <p:anim calcmode="lin" valueType="num">
                                      <p:cBhvr>
                                        <p:cTn id="23" dur="1000" fill="hold"/>
                                        <p:tgtEl>
                                          <p:spTgt spid="6"/>
                                        </p:tgtEl>
                                        <p:attrNameLst>
                                          <p:attrName>ppt_y</p:attrName>
                                        </p:attrNameLst>
                                      </p:cBhvr>
                                      <p:tavLst>
                                        <p:tav tm="0">
                                          <p:val>
                                            <p:strVal val="#ppt_y+.1"/>
                                          </p:val>
                                        </p:tav>
                                        <p:tav tm="100000">
                                          <p:val>
                                            <p:strVal val="#ppt_y"/>
                                          </p:val>
                                        </p:tav>
                                      </p:tavLst>
                                    </p:anim>
                                  </p:childTnLst>
                                </p:cTn>
                              </p:par>
                            </p:childTnLst>
                          </p:cTn>
                        </p:par>
                        <p:par>
                          <p:cTn id="24" fill="hold">
                            <p:stCondLst>
                              <p:cond delay="3500"/>
                            </p:stCondLst>
                            <p:childTnLst>
                              <p:par>
                                <p:cTn id="25" presetID="42" presetClass="entr" presetSubtype="0" fill="hold" grpId="0" nodeType="afterEffect">
                                  <p:stCondLst>
                                    <p:cond delay="0"/>
                                  </p:stCondLst>
                                  <p:childTnLst>
                                    <p:set>
                                      <p:cBhvr>
                                        <p:cTn id="26" dur="1" fill="hold">
                                          <p:stCondLst>
                                            <p:cond delay="0"/>
                                          </p:stCondLst>
                                        </p:cTn>
                                        <p:tgtEl>
                                          <p:spTgt spid="32"/>
                                        </p:tgtEl>
                                        <p:attrNameLst>
                                          <p:attrName>style.visibility</p:attrName>
                                        </p:attrNameLst>
                                      </p:cBhvr>
                                      <p:to>
                                        <p:strVal val="visible"/>
                                      </p:to>
                                    </p:set>
                                    <p:animEffect transition="in" filter="fade">
                                      <p:cBhvr>
                                        <p:cTn id="27" dur="500"/>
                                        <p:tgtEl>
                                          <p:spTgt spid="32"/>
                                        </p:tgtEl>
                                      </p:cBhvr>
                                    </p:animEffect>
                                    <p:anim calcmode="lin" valueType="num">
                                      <p:cBhvr>
                                        <p:cTn id="28" dur="500" fill="hold"/>
                                        <p:tgtEl>
                                          <p:spTgt spid="32"/>
                                        </p:tgtEl>
                                        <p:attrNameLst>
                                          <p:attrName>ppt_x</p:attrName>
                                        </p:attrNameLst>
                                      </p:cBhvr>
                                      <p:tavLst>
                                        <p:tav tm="0">
                                          <p:val>
                                            <p:strVal val="#ppt_x"/>
                                          </p:val>
                                        </p:tav>
                                        <p:tav tm="100000">
                                          <p:val>
                                            <p:strVal val="#ppt_x"/>
                                          </p:val>
                                        </p:tav>
                                      </p:tavLst>
                                    </p:anim>
                                    <p:anim calcmode="lin" valueType="num">
                                      <p:cBhvr>
                                        <p:cTn id="29" dur="500" fill="hold"/>
                                        <p:tgtEl>
                                          <p:spTgt spid="3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p:bldP spid="30"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30"/>
                        </p:tgtEl>
                        <p:attrNameLst>
                          <p:attrName>style.visibility</p:attrName>
                        </p:attrNameLst>
                      </p:cBhvr>
                      <p:to>
                        <p:strVal val="visible"/>
                      </p:to>
                    </p:set>
                    <p:animEffect transition="in" filter="fade">
                      <p:cBhvr>
                        <p:cTn dur="500"/>
                        <p:tgtEl>
                          <p:spTgt spid="30"/>
                        </p:tgtEl>
                      </p:cBhvr>
                    </p:animEffect>
                  </p:childTnLst>
                </p:cTn>
              </p:par>
            </p:tnLst>
          </p:tmpl>
        </p:tmplLst>
      </p:bldP>
      <p:bldP spid="31" grpId="0" build="p">
        <p:tmplLst>
          <p:tmpl lvl="1">
            <p:tnLst>
              <p:par>
                <p:cTn presetID="42" presetClass="entr" presetSubtype="0" fill="hold" nodeType="afterEffect">
                  <p:stCondLst>
                    <p:cond delay="0"/>
                  </p:stCondLst>
                  <p:childTnLst>
                    <p:set>
                      <p:cBhvr>
                        <p:cTn dur="1" fill="hold">
                          <p:stCondLst>
                            <p:cond delay="0"/>
                          </p:stCondLst>
                        </p:cTn>
                        <p:tgtEl>
                          <p:spTgt spid="31"/>
                        </p:tgtEl>
                        <p:attrNameLst>
                          <p:attrName>style.visibility</p:attrName>
                        </p:attrNameLst>
                      </p:cBhvr>
                      <p:to>
                        <p:strVal val="visible"/>
                      </p:to>
                    </p:set>
                    <p:animEffect transition="in" filter="fade">
                      <p:cBhvr>
                        <p:cTn dur="500"/>
                        <p:tgtEl>
                          <p:spTgt spid="31"/>
                        </p:tgtEl>
                      </p:cBhvr>
                    </p:animEffect>
                    <p:anim calcmode="lin" valueType="num">
                      <p:cBhvr>
                        <p:cTn dur="500" fill="hold"/>
                        <p:tgtEl>
                          <p:spTgt spid="31"/>
                        </p:tgtEl>
                        <p:attrNameLst>
                          <p:attrName>ppt_x</p:attrName>
                        </p:attrNameLst>
                      </p:cBhvr>
                      <p:tavLst>
                        <p:tav tm="0">
                          <p:val>
                            <p:strVal val="#ppt_x"/>
                          </p:val>
                        </p:tav>
                        <p:tav tm="100000">
                          <p:val>
                            <p:strVal val="#ppt_x"/>
                          </p:val>
                        </p:tav>
                      </p:tavLst>
                    </p:anim>
                    <p:anim calcmode="lin" valueType="num">
                      <p:cBhvr>
                        <p:cTn dur="500" fill="hold"/>
                        <p:tgtEl>
                          <p:spTgt spid="31"/>
                        </p:tgtEl>
                        <p:attrNameLst>
                          <p:attrName>ppt_y</p:attrName>
                        </p:attrNameLst>
                      </p:cBhvr>
                      <p:tavLst>
                        <p:tav tm="0">
                          <p:val>
                            <p:strVal val="#ppt_y+.1"/>
                          </p:val>
                        </p:tav>
                        <p:tav tm="100000">
                          <p:val>
                            <p:strVal val="#ppt_y"/>
                          </p:val>
                        </p:tav>
                      </p:tavLst>
                    </p:anim>
                  </p:childTnLst>
                </p:cTn>
              </p:par>
            </p:tnLst>
          </p:tmpl>
        </p:tmplLst>
      </p:bldP>
      <p:bldP spid="32" grpId="0" animBg="1"/>
    </p:bldLst>
  </p:timing>
</p:sldLayout>
</file>

<file path=ppt/slideLayouts/slideLayout671.xml><?xml version="1.0" encoding="utf-8"?>
<p:sldLayout xmlns:a="http://schemas.openxmlformats.org/drawingml/2006/main" xmlns:r="http://schemas.openxmlformats.org/officeDocument/2006/relationships" xmlns:p="http://schemas.openxmlformats.org/presentationml/2006/main" preserve="1" userDrawn="1">
  <p:cSld name="21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15"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1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28" name="Picture Placeholder 30"/>
          <p:cNvSpPr>
            <a:spLocks noGrp="1"/>
          </p:cNvSpPr>
          <p:nvPr>
            <p:ph type="pic" sz="quarter" idx="36" hasCustomPrompt="1"/>
          </p:nvPr>
        </p:nvSpPr>
        <p:spPr>
          <a:xfrm>
            <a:off x="1" y="2071466"/>
            <a:ext cx="4038600" cy="2393267"/>
          </a:xfrm>
          <a:solidFill>
            <a:schemeClr val="bg1">
              <a:lumMod val="85000"/>
            </a:schemeClr>
          </a:solidFill>
        </p:spPr>
        <p:txBody>
          <a:bodyPr/>
          <a:lstStyle>
            <a:lvl1pPr>
              <a:defRPr/>
            </a:lvl1pPr>
          </a:lstStyle>
          <a:p>
            <a:r>
              <a:rPr lang="id-ID" dirty="0" smtClean="0"/>
              <a:t>Pic here</a:t>
            </a:r>
            <a:endParaRPr lang="en-AU" dirty="0"/>
          </a:p>
        </p:txBody>
      </p:sp>
      <p:sp>
        <p:nvSpPr>
          <p:cNvPr id="29" name="Picture Placeholder 30"/>
          <p:cNvSpPr>
            <a:spLocks noGrp="1"/>
          </p:cNvSpPr>
          <p:nvPr>
            <p:ph type="pic" sz="quarter" idx="37" hasCustomPrompt="1"/>
          </p:nvPr>
        </p:nvSpPr>
        <p:spPr>
          <a:xfrm>
            <a:off x="0" y="4464733"/>
            <a:ext cx="4038600" cy="2393267"/>
          </a:xfrm>
          <a:solidFill>
            <a:schemeClr val="bg1">
              <a:lumMod val="85000"/>
            </a:schemeClr>
          </a:solidFill>
        </p:spPr>
        <p:txBody>
          <a:bodyPr/>
          <a:lstStyle>
            <a:lvl1pPr>
              <a:defRPr/>
            </a:lvl1pPr>
          </a:lstStyle>
          <a:p>
            <a:r>
              <a:rPr lang="id-ID" dirty="0" smtClean="0"/>
              <a:t>Pic here</a:t>
            </a:r>
            <a:endParaRPr lang="en-AU" dirty="0"/>
          </a:p>
        </p:txBody>
      </p:sp>
      <p:sp>
        <p:nvSpPr>
          <p:cNvPr id="30" name="Picture Placeholder 30"/>
          <p:cNvSpPr>
            <a:spLocks noGrp="1"/>
          </p:cNvSpPr>
          <p:nvPr>
            <p:ph type="pic" sz="quarter" idx="38" hasCustomPrompt="1"/>
          </p:nvPr>
        </p:nvSpPr>
        <p:spPr>
          <a:xfrm>
            <a:off x="4038600" y="2071466"/>
            <a:ext cx="4038600" cy="2393267"/>
          </a:xfrm>
          <a:solidFill>
            <a:schemeClr val="bg1">
              <a:lumMod val="85000"/>
            </a:schemeClr>
          </a:solidFill>
        </p:spPr>
        <p:txBody>
          <a:bodyPr/>
          <a:lstStyle>
            <a:lvl1pPr>
              <a:defRPr/>
            </a:lvl1pPr>
          </a:lstStyle>
          <a:p>
            <a:r>
              <a:rPr lang="id-ID" dirty="0" smtClean="0"/>
              <a:t>Pic here</a:t>
            </a:r>
            <a:endParaRPr lang="en-AU" dirty="0"/>
          </a:p>
        </p:txBody>
      </p:sp>
      <p:sp>
        <p:nvSpPr>
          <p:cNvPr id="31" name="Picture Placeholder 30"/>
          <p:cNvSpPr>
            <a:spLocks noGrp="1"/>
          </p:cNvSpPr>
          <p:nvPr>
            <p:ph type="pic" sz="quarter" idx="39" hasCustomPrompt="1"/>
          </p:nvPr>
        </p:nvSpPr>
        <p:spPr>
          <a:xfrm>
            <a:off x="4038599" y="4464733"/>
            <a:ext cx="4038600" cy="2393267"/>
          </a:xfrm>
          <a:solidFill>
            <a:schemeClr val="bg1">
              <a:lumMod val="85000"/>
            </a:schemeClr>
          </a:solidFill>
        </p:spPr>
        <p:txBody>
          <a:bodyPr/>
          <a:lstStyle>
            <a:lvl1pPr>
              <a:defRPr/>
            </a:lvl1pPr>
          </a:lstStyle>
          <a:p>
            <a:r>
              <a:rPr lang="id-ID" dirty="0" smtClean="0"/>
              <a:t>Pic here</a:t>
            </a:r>
            <a:endParaRPr lang="en-AU" dirty="0"/>
          </a:p>
        </p:txBody>
      </p:sp>
      <p:grpSp>
        <p:nvGrpSpPr>
          <p:cNvPr id="6" name="Group 5"/>
          <p:cNvGrpSpPr/>
          <p:nvPr userDrawn="1"/>
        </p:nvGrpSpPr>
        <p:grpSpPr>
          <a:xfrm>
            <a:off x="8077197" y="2071466"/>
            <a:ext cx="4114803" cy="4786534"/>
            <a:chOff x="8077197" y="2071466"/>
            <a:chExt cx="4114803" cy="3172804"/>
          </a:xfrm>
        </p:grpSpPr>
        <p:sp>
          <p:nvSpPr>
            <p:cNvPr id="2" name="Rectangle 1"/>
            <p:cNvSpPr/>
            <p:nvPr userDrawn="1"/>
          </p:nvSpPr>
          <p:spPr>
            <a:xfrm>
              <a:off x="8077199" y="2071466"/>
              <a:ext cx="4114801" cy="80236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3" name="Rectangle 32"/>
            <p:cNvSpPr/>
            <p:nvPr userDrawn="1"/>
          </p:nvSpPr>
          <p:spPr>
            <a:xfrm>
              <a:off x="8077198" y="2866917"/>
              <a:ext cx="4114801" cy="80236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4" name="Rectangle 33"/>
            <p:cNvSpPr/>
            <p:nvPr userDrawn="1"/>
          </p:nvSpPr>
          <p:spPr>
            <a:xfrm>
              <a:off x="8077197" y="3657868"/>
              <a:ext cx="4114801" cy="802363"/>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5" name="Rectangle 34"/>
            <p:cNvSpPr/>
            <p:nvPr userDrawn="1"/>
          </p:nvSpPr>
          <p:spPr>
            <a:xfrm>
              <a:off x="8077199" y="4441907"/>
              <a:ext cx="4114801" cy="80236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grpSp>
    </p:spTree>
    <p:extLst>
      <p:ext uri="{BB962C8B-B14F-4D97-AF65-F5344CB8AC3E}">
        <p14:creationId xmlns:p14="http://schemas.microsoft.com/office/powerpoint/2010/main" val="213144471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500"/>
                                        <p:tgtEl>
                                          <p:spTgt spid="15"/>
                                        </p:tgtEl>
                                      </p:cBhvr>
                                    </p:animEffect>
                                  </p:childTnLst>
                                </p:cTn>
                              </p:par>
                            </p:childTnLst>
                          </p:cTn>
                        </p:par>
                        <p:par>
                          <p:cTn id="8" fill="hold">
                            <p:stCondLst>
                              <p:cond delay="500"/>
                            </p:stCondLst>
                            <p:childTnLst>
                              <p:par>
                                <p:cTn id="9" presetID="42" presetClass="entr" presetSubtype="0" fill="hold" grpId="0" nodeType="afterEffect">
                                  <p:stCondLst>
                                    <p:cond delay="0"/>
                                  </p:stCondLst>
                                  <p:childTnLst>
                                    <p:set>
                                      <p:cBhvr>
                                        <p:cTn id="10" dur="1" fill="hold">
                                          <p:stCondLst>
                                            <p:cond delay="0"/>
                                          </p:stCondLst>
                                        </p:cTn>
                                        <p:tgtEl>
                                          <p:spTgt spid="18">
                                            <p:txEl>
                                              <p:pRg st="0" end="0"/>
                                            </p:txEl>
                                          </p:spTgt>
                                        </p:tgtEl>
                                        <p:attrNameLst>
                                          <p:attrName>style.visibility</p:attrName>
                                        </p:attrNameLst>
                                      </p:cBhvr>
                                      <p:to>
                                        <p:strVal val="visible"/>
                                      </p:to>
                                    </p:set>
                                    <p:animEffect transition="in" filter="fade">
                                      <p:cBhvr>
                                        <p:cTn id="11" dur="500"/>
                                        <p:tgtEl>
                                          <p:spTgt spid="18">
                                            <p:txEl>
                                              <p:pRg st="0" end="0"/>
                                            </p:txEl>
                                          </p:spTgt>
                                        </p:tgtEl>
                                      </p:cBhvr>
                                    </p:animEffect>
                                    <p:anim calcmode="lin" valueType="num">
                                      <p:cBhvr>
                                        <p:cTn id="12" dur="500" fill="hold"/>
                                        <p:tgtEl>
                                          <p:spTgt spid="18">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18">
                                            <p:txEl>
                                              <p:pRg st="0" end="0"/>
                                            </p:txEl>
                                          </p:spTgt>
                                        </p:tgtEl>
                                        <p:attrNameLst>
                                          <p:attrName>ppt_y</p:attrName>
                                        </p:attrNameLst>
                                      </p:cBhvr>
                                      <p:tavLst>
                                        <p:tav tm="0">
                                          <p:val>
                                            <p:strVal val="#ppt_y+.1"/>
                                          </p:val>
                                        </p:tav>
                                        <p:tav tm="100000">
                                          <p:val>
                                            <p:strVal val="#ppt_y"/>
                                          </p:val>
                                        </p:tav>
                                      </p:tavLst>
                                    </p:anim>
                                  </p:childTnLst>
                                </p:cTn>
                              </p:par>
                            </p:childTnLst>
                          </p:cTn>
                        </p:par>
                        <p:par>
                          <p:cTn id="14" fill="hold">
                            <p:stCondLst>
                              <p:cond delay="1000"/>
                            </p:stCondLst>
                            <p:childTnLst>
                              <p:par>
                                <p:cTn id="15" presetID="42" presetClass="entr" presetSubtype="0" fill="hold" grpId="0" nodeType="afterEffect">
                                  <p:stCondLst>
                                    <p:cond delay="0"/>
                                  </p:stCondLst>
                                  <p:childTnLst>
                                    <p:set>
                                      <p:cBhvr>
                                        <p:cTn id="16" dur="1" fill="hold">
                                          <p:stCondLst>
                                            <p:cond delay="0"/>
                                          </p:stCondLst>
                                        </p:cTn>
                                        <p:tgtEl>
                                          <p:spTgt spid="28"/>
                                        </p:tgtEl>
                                        <p:attrNameLst>
                                          <p:attrName>style.visibility</p:attrName>
                                        </p:attrNameLst>
                                      </p:cBhvr>
                                      <p:to>
                                        <p:strVal val="visible"/>
                                      </p:to>
                                    </p:set>
                                    <p:animEffect transition="in" filter="fade">
                                      <p:cBhvr>
                                        <p:cTn id="17" dur="500"/>
                                        <p:tgtEl>
                                          <p:spTgt spid="28"/>
                                        </p:tgtEl>
                                      </p:cBhvr>
                                    </p:animEffect>
                                    <p:anim calcmode="lin" valueType="num">
                                      <p:cBhvr>
                                        <p:cTn id="18" dur="500" fill="hold"/>
                                        <p:tgtEl>
                                          <p:spTgt spid="28"/>
                                        </p:tgtEl>
                                        <p:attrNameLst>
                                          <p:attrName>ppt_x</p:attrName>
                                        </p:attrNameLst>
                                      </p:cBhvr>
                                      <p:tavLst>
                                        <p:tav tm="0">
                                          <p:val>
                                            <p:strVal val="#ppt_x"/>
                                          </p:val>
                                        </p:tav>
                                        <p:tav tm="100000">
                                          <p:val>
                                            <p:strVal val="#ppt_x"/>
                                          </p:val>
                                        </p:tav>
                                      </p:tavLst>
                                    </p:anim>
                                    <p:anim calcmode="lin" valueType="num">
                                      <p:cBhvr>
                                        <p:cTn id="19" dur="500" fill="hold"/>
                                        <p:tgtEl>
                                          <p:spTgt spid="28"/>
                                        </p:tgtEl>
                                        <p:attrNameLst>
                                          <p:attrName>ppt_y</p:attrName>
                                        </p:attrNameLst>
                                      </p:cBhvr>
                                      <p:tavLst>
                                        <p:tav tm="0">
                                          <p:val>
                                            <p:strVal val="#ppt_y+.1"/>
                                          </p:val>
                                        </p:tav>
                                        <p:tav tm="100000">
                                          <p:val>
                                            <p:strVal val="#ppt_y"/>
                                          </p:val>
                                        </p:tav>
                                      </p:tavLst>
                                    </p:anim>
                                  </p:childTnLst>
                                </p:cTn>
                              </p:par>
                            </p:childTnLst>
                          </p:cTn>
                        </p:par>
                        <p:par>
                          <p:cTn id="20" fill="hold">
                            <p:stCondLst>
                              <p:cond delay="1500"/>
                            </p:stCondLst>
                            <p:childTnLst>
                              <p:par>
                                <p:cTn id="21" presetID="42" presetClass="entr" presetSubtype="0" fill="hold" grpId="0" nodeType="afterEffect">
                                  <p:stCondLst>
                                    <p:cond delay="0"/>
                                  </p:stCondLst>
                                  <p:childTnLst>
                                    <p:set>
                                      <p:cBhvr>
                                        <p:cTn id="22" dur="1" fill="hold">
                                          <p:stCondLst>
                                            <p:cond delay="0"/>
                                          </p:stCondLst>
                                        </p:cTn>
                                        <p:tgtEl>
                                          <p:spTgt spid="29"/>
                                        </p:tgtEl>
                                        <p:attrNameLst>
                                          <p:attrName>style.visibility</p:attrName>
                                        </p:attrNameLst>
                                      </p:cBhvr>
                                      <p:to>
                                        <p:strVal val="visible"/>
                                      </p:to>
                                    </p:set>
                                    <p:animEffect transition="in" filter="fade">
                                      <p:cBhvr>
                                        <p:cTn id="23" dur="500"/>
                                        <p:tgtEl>
                                          <p:spTgt spid="29"/>
                                        </p:tgtEl>
                                      </p:cBhvr>
                                    </p:animEffect>
                                    <p:anim calcmode="lin" valueType="num">
                                      <p:cBhvr>
                                        <p:cTn id="24" dur="500" fill="hold"/>
                                        <p:tgtEl>
                                          <p:spTgt spid="29"/>
                                        </p:tgtEl>
                                        <p:attrNameLst>
                                          <p:attrName>ppt_x</p:attrName>
                                        </p:attrNameLst>
                                      </p:cBhvr>
                                      <p:tavLst>
                                        <p:tav tm="0">
                                          <p:val>
                                            <p:strVal val="#ppt_x"/>
                                          </p:val>
                                        </p:tav>
                                        <p:tav tm="100000">
                                          <p:val>
                                            <p:strVal val="#ppt_x"/>
                                          </p:val>
                                        </p:tav>
                                      </p:tavLst>
                                    </p:anim>
                                    <p:anim calcmode="lin" valueType="num">
                                      <p:cBhvr>
                                        <p:cTn id="25" dur="500" fill="hold"/>
                                        <p:tgtEl>
                                          <p:spTgt spid="29"/>
                                        </p:tgtEl>
                                        <p:attrNameLst>
                                          <p:attrName>ppt_y</p:attrName>
                                        </p:attrNameLst>
                                      </p:cBhvr>
                                      <p:tavLst>
                                        <p:tav tm="0">
                                          <p:val>
                                            <p:strVal val="#ppt_y+.1"/>
                                          </p:val>
                                        </p:tav>
                                        <p:tav tm="100000">
                                          <p:val>
                                            <p:strVal val="#ppt_y"/>
                                          </p:val>
                                        </p:tav>
                                      </p:tavLst>
                                    </p:anim>
                                  </p:childTnLst>
                                </p:cTn>
                              </p:par>
                            </p:childTnLst>
                          </p:cTn>
                        </p:par>
                        <p:par>
                          <p:cTn id="26" fill="hold">
                            <p:stCondLst>
                              <p:cond delay="2000"/>
                            </p:stCondLst>
                            <p:childTnLst>
                              <p:par>
                                <p:cTn id="27" presetID="42" presetClass="entr" presetSubtype="0" fill="hold" grpId="0" nodeType="afterEffect">
                                  <p:stCondLst>
                                    <p:cond delay="0"/>
                                  </p:stCondLst>
                                  <p:childTnLst>
                                    <p:set>
                                      <p:cBhvr>
                                        <p:cTn id="28" dur="1" fill="hold">
                                          <p:stCondLst>
                                            <p:cond delay="0"/>
                                          </p:stCondLst>
                                        </p:cTn>
                                        <p:tgtEl>
                                          <p:spTgt spid="30"/>
                                        </p:tgtEl>
                                        <p:attrNameLst>
                                          <p:attrName>style.visibility</p:attrName>
                                        </p:attrNameLst>
                                      </p:cBhvr>
                                      <p:to>
                                        <p:strVal val="visible"/>
                                      </p:to>
                                    </p:set>
                                    <p:animEffect transition="in" filter="fade">
                                      <p:cBhvr>
                                        <p:cTn id="29" dur="500"/>
                                        <p:tgtEl>
                                          <p:spTgt spid="30"/>
                                        </p:tgtEl>
                                      </p:cBhvr>
                                    </p:animEffect>
                                    <p:anim calcmode="lin" valueType="num">
                                      <p:cBhvr>
                                        <p:cTn id="30" dur="500" fill="hold"/>
                                        <p:tgtEl>
                                          <p:spTgt spid="30"/>
                                        </p:tgtEl>
                                        <p:attrNameLst>
                                          <p:attrName>ppt_x</p:attrName>
                                        </p:attrNameLst>
                                      </p:cBhvr>
                                      <p:tavLst>
                                        <p:tav tm="0">
                                          <p:val>
                                            <p:strVal val="#ppt_x"/>
                                          </p:val>
                                        </p:tav>
                                        <p:tav tm="100000">
                                          <p:val>
                                            <p:strVal val="#ppt_x"/>
                                          </p:val>
                                        </p:tav>
                                      </p:tavLst>
                                    </p:anim>
                                    <p:anim calcmode="lin" valueType="num">
                                      <p:cBhvr>
                                        <p:cTn id="31" dur="500" fill="hold"/>
                                        <p:tgtEl>
                                          <p:spTgt spid="30"/>
                                        </p:tgtEl>
                                        <p:attrNameLst>
                                          <p:attrName>ppt_y</p:attrName>
                                        </p:attrNameLst>
                                      </p:cBhvr>
                                      <p:tavLst>
                                        <p:tav tm="0">
                                          <p:val>
                                            <p:strVal val="#ppt_y+.1"/>
                                          </p:val>
                                        </p:tav>
                                        <p:tav tm="100000">
                                          <p:val>
                                            <p:strVal val="#ppt_y"/>
                                          </p:val>
                                        </p:tav>
                                      </p:tavLst>
                                    </p:anim>
                                  </p:childTnLst>
                                </p:cTn>
                              </p:par>
                            </p:childTnLst>
                          </p:cTn>
                        </p:par>
                        <p:par>
                          <p:cTn id="32" fill="hold">
                            <p:stCondLst>
                              <p:cond delay="2500"/>
                            </p:stCondLst>
                            <p:childTnLst>
                              <p:par>
                                <p:cTn id="33" presetID="42" presetClass="entr" presetSubtype="0" fill="hold" grpId="0" nodeType="afterEffect">
                                  <p:stCondLst>
                                    <p:cond delay="0"/>
                                  </p:stCondLst>
                                  <p:childTnLst>
                                    <p:set>
                                      <p:cBhvr>
                                        <p:cTn id="34" dur="1" fill="hold">
                                          <p:stCondLst>
                                            <p:cond delay="0"/>
                                          </p:stCondLst>
                                        </p:cTn>
                                        <p:tgtEl>
                                          <p:spTgt spid="31"/>
                                        </p:tgtEl>
                                        <p:attrNameLst>
                                          <p:attrName>style.visibility</p:attrName>
                                        </p:attrNameLst>
                                      </p:cBhvr>
                                      <p:to>
                                        <p:strVal val="visible"/>
                                      </p:to>
                                    </p:set>
                                    <p:animEffect transition="in" filter="fade">
                                      <p:cBhvr>
                                        <p:cTn id="35" dur="500"/>
                                        <p:tgtEl>
                                          <p:spTgt spid="31"/>
                                        </p:tgtEl>
                                      </p:cBhvr>
                                    </p:animEffect>
                                    <p:anim calcmode="lin" valueType="num">
                                      <p:cBhvr>
                                        <p:cTn id="36" dur="500" fill="hold"/>
                                        <p:tgtEl>
                                          <p:spTgt spid="31"/>
                                        </p:tgtEl>
                                        <p:attrNameLst>
                                          <p:attrName>ppt_x</p:attrName>
                                        </p:attrNameLst>
                                      </p:cBhvr>
                                      <p:tavLst>
                                        <p:tav tm="0">
                                          <p:val>
                                            <p:strVal val="#ppt_x"/>
                                          </p:val>
                                        </p:tav>
                                        <p:tav tm="100000">
                                          <p:val>
                                            <p:strVal val="#ppt_x"/>
                                          </p:val>
                                        </p:tav>
                                      </p:tavLst>
                                    </p:anim>
                                    <p:anim calcmode="lin" valueType="num">
                                      <p:cBhvr>
                                        <p:cTn id="37" dur="500" fill="hold"/>
                                        <p:tgtEl>
                                          <p:spTgt spid="31"/>
                                        </p:tgtEl>
                                        <p:attrNameLst>
                                          <p:attrName>ppt_y</p:attrName>
                                        </p:attrNameLst>
                                      </p:cBhvr>
                                      <p:tavLst>
                                        <p:tav tm="0">
                                          <p:val>
                                            <p:strVal val="#ppt_y+.1"/>
                                          </p:val>
                                        </p:tav>
                                        <p:tav tm="100000">
                                          <p:val>
                                            <p:strVal val="#ppt_y"/>
                                          </p:val>
                                        </p:tav>
                                      </p:tavLst>
                                    </p:anim>
                                  </p:childTnLst>
                                </p:cTn>
                              </p:par>
                            </p:childTnLst>
                          </p:cTn>
                        </p:par>
                        <p:par>
                          <p:cTn id="38" fill="hold">
                            <p:stCondLst>
                              <p:cond delay="3000"/>
                            </p:stCondLst>
                            <p:childTnLst>
                              <p:par>
                                <p:cTn id="39" presetID="22" presetClass="entr" presetSubtype="8" fill="hold" nodeType="afterEffect">
                                  <p:stCondLst>
                                    <p:cond delay="0"/>
                                  </p:stCondLst>
                                  <p:childTnLst>
                                    <p:set>
                                      <p:cBhvr>
                                        <p:cTn id="40" dur="1" fill="hold">
                                          <p:stCondLst>
                                            <p:cond delay="0"/>
                                          </p:stCondLst>
                                        </p:cTn>
                                        <p:tgtEl>
                                          <p:spTgt spid="6"/>
                                        </p:tgtEl>
                                        <p:attrNameLst>
                                          <p:attrName>style.visibility</p:attrName>
                                        </p:attrNameLst>
                                      </p:cBhvr>
                                      <p:to>
                                        <p:strVal val="visible"/>
                                      </p:to>
                                    </p:set>
                                    <p:animEffect transition="in" filter="wipe(left)">
                                      <p:cBhvr>
                                        <p:cTn id="41"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18" grpId="0" build="p">
        <p:tmplLst>
          <p:tmpl lvl="1">
            <p:tnLst>
              <p:par>
                <p:cTn presetID="42" presetClass="entr" presetSubtype="0" fill="hold" nodeType="afterEffect">
                  <p:stCondLst>
                    <p:cond delay="0"/>
                  </p:stCondLst>
                  <p:childTnLst>
                    <p:set>
                      <p:cBhvr>
                        <p:cTn dur="1" fill="hold">
                          <p:stCondLst>
                            <p:cond delay="0"/>
                          </p:stCondLst>
                        </p:cTn>
                        <p:tgtEl>
                          <p:spTgt spid="18"/>
                        </p:tgtEl>
                        <p:attrNameLst>
                          <p:attrName>style.visibility</p:attrName>
                        </p:attrNameLst>
                      </p:cBhvr>
                      <p:to>
                        <p:strVal val="visible"/>
                      </p:to>
                    </p:set>
                    <p:animEffect transition="in" filter="fade">
                      <p:cBhvr>
                        <p:cTn dur="500"/>
                        <p:tgtEl>
                          <p:spTgt spid="18"/>
                        </p:tgtEl>
                      </p:cBhvr>
                    </p:animEffect>
                    <p:anim calcmode="lin" valueType="num">
                      <p:cBhvr>
                        <p:cTn dur="500" fill="hold"/>
                        <p:tgtEl>
                          <p:spTgt spid="18"/>
                        </p:tgtEl>
                        <p:attrNameLst>
                          <p:attrName>ppt_x</p:attrName>
                        </p:attrNameLst>
                      </p:cBhvr>
                      <p:tavLst>
                        <p:tav tm="0">
                          <p:val>
                            <p:strVal val="#ppt_x"/>
                          </p:val>
                        </p:tav>
                        <p:tav tm="100000">
                          <p:val>
                            <p:strVal val="#ppt_x"/>
                          </p:val>
                        </p:tav>
                      </p:tavLst>
                    </p:anim>
                    <p:anim calcmode="lin" valueType="num">
                      <p:cBhvr>
                        <p:cTn dur="500" fill="hold"/>
                        <p:tgtEl>
                          <p:spTgt spid="18"/>
                        </p:tgtEl>
                        <p:attrNameLst>
                          <p:attrName>ppt_y</p:attrName>
                        </p:attrNameLst>
                      </p:cBhvr>
                      <p:tavLst>
                        <p:tav tm="0">
                          <p:val>
                            <p:strVal val="#ppt_y+.1"/>
                          </p:val>
                        </p:tav>
                        <p:tav tm="100000">
                          <p:val>
                            <p:strVal val="#ppt_y"/>
                          </p:val>
                        </p:tav>
                      </p:tavLst>
                    </p:anim>
                  </p:childTnLst>
                </p:cTn>
              </p:par>
            </p:tnLst>
          </p:tmpl>
        </p:tmplLst>
      </p:bldP>
      <p:bldP spid="28" grpId="0" animBg="1"/>
      <p:bldP spid="29" grpId="0" animBg="1"/>
      <p:bldP spid="30" grpId="0" animBg="1"/>
      <p:bldP spid="31" grpId="0" animBg="1"/>
    </p:bldLst>
  </p:timing>
</p:sldLayout>
</file>

<file path=ppt/slideLayouts/slideLayout672.xml><?xml version="1.0" encoding="utf-8"?>
<p:sldLayout xmlns:a="http://schemas.openxmlformats.org/drawingml/2006/main" xmlns:r="http://schemas.openxmlformats.org/officeDocument/2006/relationships" xmlns:p="http://schemas.openxmlformats.org/presentationml/2006/main" preserve="1" userDrawn="1">
  <p:cSld name="19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2549236"/>
            <a:ext cx="4605193" cy="1683329"/>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8" name="Text Placeholder 2"/>
          <p:cNvSpPr>
            <a:spLocks noGrp="1"/>
          </p:cNvSpPr>
          <p:nvPr>
            <p:ph type="body" idx="1"/>
          </p:nvPr>
        </p:nvSpPr>
        <p:spPr>
          <a:xfrm>
            <a:off x="479424" y="4418436"/>
            <a:ext cx="4605193"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Tree>
    <p:extLst>
      <p:ext uri="{BB962C8B-B14F-4D97-AF65-F5344CB8AC3E}">
        <p14:creationId xmlns:p14="http://schemas.microsoft.com/office/powerpoint/2010/main" val="10548338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42" presetClass="entr" presetSubtype="0" fill="hold" grpId="0" nodeType="afterEffect">
                                  <p:stCondLst>
                                    <p:cond delay="0"/>
                                  </p:stCondLst>
                                  <p:childTnLst>
                                    <p:set>
                                      <p:cBhvr>
                                        <p:cTn id="10" dur="1" fill="hold">
                                          <p:stCondLst>
                                            <p:cond delay="0"/>
                                          </p:stCondLst>
                                        </p:cTn>
                                        <p:tgtEl>
                                          <p:spTgt spid="8">
                                            <p:txEl>
                                              <p:pRg st="0" end="0"/>
                                            </p:txEl>
                                          </p:spTgt>
                                        </p:tgtEl>
                                        <p:attrNameLst>
                                          <p:attrName>style.visibility</p:attrName>
                                        </p:attrNameLst>
                                      </p:cBhvr>
                                      <p:to>
                                        <p:strVal val="visible"/>
                                      </p:to>
                                    </p:set>
                                    <p:animEffect transition="in" filter="fade">
                                      <p:cBhvr>
                                        <p:cTn id="11" dur="500"/>
                                        <p:tgtEl>
                                          <p:spTgt spid="8">
                                            <p:txEl>
                                              <p:pRg st="0" end="0"/>
                                            </p:txEl>
                                          </p:spTgt>
                                        </p:tgtEl>
                                      </p:cBhvr>
                                    </p:animEffect>
                                    <p:anim calcmode="lin" valueType="num">
                                      <p:cBhvr>
                                        <p:cTn id="12"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67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smtClean="0"/>
              <a:t>Click to edit Master title style</a:t>
            </a:r>
            <a:endParaRPr lang="en-AU"/>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5" name="Footer Placeholder 4"/>
          <p:cNvSpPr>
            <a:spLocks noGrp="1"/>
          </p:cNvSpPr>
          <p:nvPr>
            <p:ph type="ftr" sz="quarter" idx="11"/>
          </p:nvPr>
        </p:nvSpPr>
        <p:spPr/>
        <p:txBody>
          <a:bodyPr/>
          <a:lstStyle/>
          <a:p>
            <a:endParaRPr lang="en-AU">
              <a:solidFill>
                <a:prstClr val="black">
                  <a:tint val="75000"/>
                </a:prstClr>
              </a:solidFill>
            </a:endParaRPr>
          </a:p>
        </p:txBody>
      </p:sp>
      <p:sp>
        <p:nvSpPr>
          <p:cNvPr id="6" name="Slide Number Placeholder 5"/>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358995538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67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AU"/>
          </a:p>
        </p:txBody>
      </p:sp>
      <p:sp>
        <p:nvSpPr>
          <p:cNvPr id="3" name="Content Placeholder 2"/>
          <p:cNvSpPr>
            <a:spLocks noGrp="1"/>
          </p:cNvSpPr>
          <p:nvPr>
            <p:ph sz="half" idx="1"/>
          </p:nvPr>
        </p:nvSpPr>
        <p:spPr>
          <a:xfrm>
            <a:off x="838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4" name="Content Placeholder 3"/>
          <p:cNvSpPr>
            <a:spLocks noGrp="1"/>
          </p:cNvSpPr>
          <p:nvPr>
            <p:ph sz="half" idx="2"/>
          </p:nvPr>
        </p:nvSpPr>
        <p:spPr>
          <a:xfrm>
            <a:off x="6172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5" name="Date Placeholder 4"/>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6" name="Footer Placeholder 5"/>
          <p:cNvSpPr>
            <a:spLocks noGrp="1"/>
          </p:cNvSpPr>
          <p:nvPr>
            <p:ph type="ftr" sz="quarter" idx="11"/>
          </p:nvPr>
        </p:nvSpPr>
        <p:spPr/>
        <p:txBody>
          <a:bodyPr/>
          <a:lstStyle/>
          <a:p>
            <a:endParaRPr lang="en-AU">
              <a:solidFill>
                <a:prstClr val="black">
                  <a:tint val="75000"/>
                </a:prstClr>
              </a:solidFill>
            </a:endParaRPr>
          </a:p>
        </p:txBody>
      </p:sp>
      <p:sp>
        <p:nvSpPr>
          <p:cNvPr id="7" name="Slide Number Placeholder 6"/>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394608692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67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smtClean="0"/>
              <a:t>Click to edit Master title style</a:t>
            </a:r>
            <a:endParaRPr lang="en-AU"/>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7" name="Date Placeholder 6"/>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8" name="Footer Placeholder 7"/>
          <p:cNvSpPr>
            <a:spLocks noGrp="1"/>
          </p:cNvSpPr>
          <p:nvPr>
            <p:ph type="ftr" sz="quarter" idx="11"/>
          </p:nvPr>
        </p:nvSpPr>
        <p:spPr/>
        <p:txBody>
          <a:bodyPr/>
          <a:lstStyle/>
          <a:p>
            <a:endParaRPr lang="en-AU">
              <a:solidFill>
                <a:prstClr val="black">
                  <a:tint val="75000"/>
                </a:prstClr>
              </a:solidFill>
            </a:endParaRPr>
          </a:p>
        </p:txBody>
      </p:sp>
      <p:sp>
        <p:nvSpPr>
          <p:cNvPr id="9" name="Slide Number Placeholder 8"/>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25559043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67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AU"/>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211043231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67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3" name="Footer Placeholder 2"/>
          <p:cNvSpPr>
            <a:spLocks noGrp="1"/>
          </p:cNvSpPr>
          <p:nvPr>
            <p:ph type="ftr" sz="quarter" idx="11"/>
          </p:nvPr>
        </p:nvSpPr>
        <p:spPr/>
        <p:txBody>
          <a:bodyPr/>
          <a:lstStyle/>
          <a:p>
            <a:endParaRPr lang="en-AU">
              <a:solidFill>
                <a:prstClr val="black">
                  <a:tint val="75000"/>
                </a:prstClr>
              </a:solidFill>
            </a:endParaRPr>
          </a:p>
        </p:txBody>
      </p:sp>
      <p:sp>
        <p:nvSpPr>
          <p:cNvPr id="4" name="Slide Number Placeholder 3"/>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322909805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67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AU"/>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6" name="Footer Placeholder 5"/>
          <p:cNvSpPr>
            <a:spLocks noGrp="1"/>
          </p:cNvSpPr>
          <p:nvPr>
            <p:ph type="ftr" sz="quarter" idx="11"/>
          </p:nvPr>
        </p:nvSpPr>
        <p:spPr/>
        <p:txBody>
          <a:bodyPr/>
          <a:lstStyle/>
          <a:p>
            <a:endParaRPr lang="en-AU">
              <a:solidFill>
                <a:prstClr val="black">
                  <a:tint val="75000"/>
                </a:prstClr>
              </a:solidFill>
            </a:endParaRPr>
          </a:p>
        </p:txBody>
      </p:sp>
      <p:sp>
        <p:nvSpPr>
          <p:cNvPr id="7" name="Slide Number Placeholder 6"/>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45046076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67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AU"/>
          </a:p>
        </p:txBody>
      </p:sp>
      <p:sp>
        <p:nvSpPr>
          <p:cNvPr id="3" name="Picture Placeholder 2"/>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AU"/>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6" name="Footer Placeholder 5"/>
          <p:cNvSpPr>
            <a:spLocks noGrp="1"/>
          </p:cNvSpPr>
          <p:nvPr>
            <p:ph type="ftr" sz="quarter" idx="11"/>
          </p:nvPr>
        </p:nvSpPr>
        <p:spPr/>
        <p:txBody>
          <a:bodyPr/>
          <a:lstStyle/>
          <a:p>
            <a:endParaRPr lang="en-AU">
              <a:solidFill>
                <a:prstClr val="black">
                  <a:tint val="75000"/>
                </a:prstClr>
              </a:solidFill>
            </a:endParaRPr>
          </a:p>
        </p:txBody>
      </p:sp>
      <p:sp>
        <p:nvSpPr>
          <p:cNvPr id="7" name="Slide Number Placeholder 6"/>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302032424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68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AU"/>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4" name="Date Placeholder 3"/>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5" name="Footer Placeholder 4"/>
          <p:cNvSpPr>
            <a:spLocks noGrp="1"/>
          </p:cNvSpPr>
          <p:nvPr>
            <p:ph type="ftr" sz="quarter" idx="11"/>
          </p:nvPr>
        </p:nvSpPr>
        <p:spPr/>
        <p:txBody>
          <a:bodyPr/>
          <a:lstStyle/>
          <a:p>
            <a:endParaRPr lang="en-AU">
              <a:solidFill>
                <a:prstClr val="black">
                  <a:tint val="75000"/>
                </a:prstClr>
              </a:solidFill>
            </a:endParaRPr>
          </a:p>
        </p:txBody>
      </p:sp>
      <p:sp>
        <p:nvSpPr>
          <p:cNvPr id="6" name="Slide Number Placeholder 5"/>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194428344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68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smtClean="0"/>
              <a:t>Click to edit Master title style</a:t>
            </a:r>
            <a:endParaRPr lang="en-AU"/>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4" name="Date Placeholder 3"/>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5" name="Footer Placeholder 4"/>
          <p:cNvSpPr>
            <a:spLocks noGrp="1"/>
          </p:cNvSpPr>
          <p:nvPr>
            <p:ph type="ftr" sz="quarter" idx="11"/>
          </p:nvPr>
        </p:nvSpPr>
        <p:spPr/>
        <p:txBody>
          <a:bodyPr/>
          <a:lstStyle/>
          <a:p>
            <a:endParaRPr lang="en-AU">
              <a:solidFill>
                <a:prstClr val="black">
                  <a:tint val="75000"/>
                </a:prstClr>
              </a:solidFill>
            </a:endParaRPr>
          </a:p>
        </p:txBody>
      </p:sp>
      <p:sp>
        <p:nvSpPr>
          <p:cNvPr id="6" name="Slide Number Placeholder 5"/>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125540148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68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79223423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68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246186916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68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smtClean="0"/>
              <a:t>Click to edit Master title style</a:t>
            </a:r>
            <a:endParaRPr lang="en-US" dirty="0"/>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307664816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68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838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6172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6" name="Footer Placeholder 5"/>
          <p:cNvSpPr>
            <a:spLocks noGrp="1"/>
          </p:cNvSpPr>
          <p:nvPr>
            <p:ph type="ftr" sz="quarter" idx="11"/>
          </p:nvPr>
        </p:nvSpPr>
        <p:spPr/>
        <p:txBody>
          <a:bodyPr/>
          <a:lstStyle/>
          <a:p>
            <a:endParaRPr lang="id-ID">
              <a:solidFill>
                <a:prstClr val="black">
                  <a:tint val="75000"/>
                </a:prstClr>
              </a:solidFill>
            </a:endParaRPr>
          </a:p>
        </p:txBody>
      </p:sp>
      <p:sp>
        <p:nvSpPr>
          <p:cNvPr id="7" name="Slide Number Placeholder 6"/>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346742108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68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8" name="Footer Placeholder 7"/>
          <p:cNvSpPr>
            <a:spLocks noGrp="1"/>
          </p:cNvSpPr>
          <p:nvPr>
            <p:ph type="ftr" sz="quarter" idx="11"/>
          </p:nvPr>
        </p:nvSpPr>
        <p:spPr/>
        <p:txBody>
          <a:bodyPr/>
          <a:lstStyle/>
          <a:p>
            <a:endParaRPr lang="id-ID">
              <a:solidFill>
                <a:prstClr val="black">
                  <a:tint val="75000"/>
                </a:prstClr>
              </a:solidFill>
            </a:endParaRPr>
          </a:p>
        </p:txBody>
      </p:sp>
      <p:sp>
        <p:nvSpPr>
          <p:cNvPr id="9" name="Slide Number Placeholder 8"/>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38209841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68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Date Placeholder 2"/>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4" name="Footer Placeholder 3"/>
          <p:cNvSpPr>
            <a:spLocks noGrp="1"/>
          </p:cNvSpPr>
          <p:nvPr>
            <p:ph type="ftr" sz="quarter" idx="11"/>
          </p:nvPr>
        </p:nvSpPr>
        <p:spPr/>
        <p:txBody>
          <a:bodyPr/>
          <a:lstStyle/>
          <a:p>
            <a:endParaRPr lang="id-ID">
              <a:solidFill>
                <a:prstClr val="black">
                  <a:tint val="75000"/>
                </a:prstClr>
              </a:solidFill>
            </a:endParaRPr>
          </a:p>
        </p:txBody>
      </p:sp>
      <p:sp>
        <p:nvSpPr>
          <p:cNvPr id="5" name="Slide Number Placeholder 4"/>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191578633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68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3" name="Footer Placeholder 2"/>
          <p:cNvSpPr>
            <a:spLocks noGrp="1"/>
          </p:cNvSpPr>
          <p:nvPr>
            <p:ph type="ftr" sz="quarter" idx="11"/>
          </p:nvPr>
        </p:nvSpPr>
        <p:spPr/>
        <p:txBody>
          <a:bodyPr/>
          <a:lstStyle/>
          <a:p>
            <a:endParaRPr lang="id-ID">
              <a:solidFill>
                <a:prstClr val="black">
                  <a:tint val="75000"/>
                </a:prstClr>
              </a:solidFill>
            </a:endParaRPr>
          </a:p>
        </p:txBody>
      </p:sp>
      <p:sp>
        <p:nvSpPr>
          <p:cNvPr id="4" name="Slide Number Placeholder 3"/>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152900018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68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6" name="Footer Placeholder 5"/>
          <p:cNvSpPr>
            <a:spLocks noGrp="1"/>
          </p:cNvSpPr>
          <p:nvPr>
            <p:ph type="ftr" sz="quarter" idx="11"/>
          </p:nvPr>
        </p:nvSpPr>
        <p:spPr/>
        <p:txBody>
          <a:bodyPr/>
          <a:lstStyle/>
          <a:p>
            <a:endParaRPr lang="id-ID">
              <a:solidFill>
                <a:prstClr val="black">
                  <a:tint val="75000"/>
                </a:prstClr>
              </a:solidFill>
            </a:endParaRPr>
          </a:p>
        </p:txBody>
      </p:sp>
      <p:sp>
        <p:nvSpPr>
          <p:cNvPr id="7" name="Slide Number Placeholder 6"/>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60609567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69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5183188" y="987425"/>
            <a:ext cx="617220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6" name="Footer Placeholder 5"/>
          <p:cNvSpPr>
            <a:spLocks noGrp="1"/>
          </p:cNvSpPr>
          <p:nvPr>
            <p:ph type="ftr" sz="quarter" idx="11"/>
          </p:nvPr>
        </p:nvSpPr>
        <p:spPr/>
        <p:txBody>
          <a:bodyPr/>
          <a:lstStyle/>
          <a:p>
            <a:endParaRPr lang="id-ID">
              <a:solidFill>
                <a:prstClr val="black">
                  <a:tint val="75000"/>
                </a:prstClr>
              </a:solidFill>
            </a:endParaRPr>
          </a:p>
        </p:txBody>
      </p:sp>
      <p:sp>
        <p:nvSpPr>
          <p:cNvPr id="7" name="Slide Number Placeholder 6"/>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145698783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69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8707250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69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58067986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69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73005284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69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219172884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69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smtClean="0"/>
              <a:t>Click to edit Master title style</a:t>
            </a:r>
            <a:endParaRPr lang="en-US" dirty="0"/>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348485360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69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838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6172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6" name="Footer Placeholder 5"/>
          <p:cNvSpPr>
            <a:spLocks noGrp="1"/>
          </p:cNvSpPr>
          <p:nvPr>
            <p:ph type="ftr" sz="quarter" idx="11"/>
          </p:nvPr>
        </p:nvSpPr>
        <p:spPr/>
        <p:txBody>
          <a:bodyPr/>
          <a:lstStyle/>
          <a:p>
            <a:endParaRPr lang="id-ID">
              <a:solidFill>
                <a:prstClr val="black">
                  <a:tint val="75000"/>
                </a:prstClr>
              </a:solidFill>
            </a:endParaRPr>
          </a:p>
        </p:txBody>
      </p:sp>
      <p:sp>
        <p:nvSpPr>
          <p:cNvPr id="7" name="Slide Number Placeholder 6"/>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173135802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69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8" name="Footer Placeholder 7"/>
          <p:cNvSpPr>
            <a:spLocks noGrp="1"/>
          </p:cNvSpPr>
          <p:nvPr>
            <p:ph type="ftr" sz="quarter" idx="11"/>
          </p:nvPr>
        </p:nvSpPr>
        <p:spPr/>
        <p:txBody>
          <a:bodyPr/>
          <a:lstStyle/>
          <a:p>
            <a:endParaRPr lang="id-ID">
              <a:solidFill>
                <a:prstClr val="black">
                  <a:tint val="75000"/>
                </a:prstClr>
              </a:solidFill>
            </a:endParaRPr>
          </a:p>
        </p:txBody>
      </p:sp>
      <p:sp>
        <p:nvSpPr>
          <p:cNvPr id="9" name="Slide Number Placeholder 8"/>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381741235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69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Date Placeholder 2"/>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4" name="Footer Placeholder 3"/>
          <p:cNvSpPr>
            <a:spLocks noGrp="1"/>
          </p:cNvSpPr>
          <p:nvPr>
            <p:ph type="ftr" sz="quarter" idx="11"/>
          </p:nvPr>
        </p:nvSpPr>
        <p:spPr/>
        <p:txBody>
          <a:bodyPr/>
          <a:lstStyle/>
          <a:p>
            <a:endParaRPr lang="id-ID">
              <a:solidFill>
                <a:prstClr val="black">
                  <a:tint val="75000"/>
                </a:prstClr>
              </a:solidFill>
            </a:endParaRPr>
          </a:p>
        </p:txBody>
      </p:sp>
      <p:sp>
        <p:nvSpPr>
          <p:cNvPr id="5" name="Slide Number Placeholder 4"/>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24454762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69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3" name="Footer Placeholder 2"/>
          <p:cNvSpPr>
            <a:spLocks noGrp="1"/>
          </p:cNvSpPr>
          <p:nvPr>
            <p:ph type="ftr" sz="quarter" idx="11"/>
          </p:nvPr>
        </p:nvSpPr>
        <p:spPr/>
        <p:txBody>
          <a:bodyPr/>
          <a:lstStyle/>
          <a:p>
            <a:endParaRPr lang="id-ID">
              <a:solidFill>
                <a:prstClr val="black">
                  <a:tint val="75000"/>
                </a:prstClr>
              </a:solidFill>
            </a:endParaRPr>
          </a:p>
        </p:txBody>
      </p:sp>
      <p:sp>
        <p:nvSpPr>
          <p:cNvPr id="4" name="Slide Number Placeholder 3"/>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28414340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70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6" name="Footer Placeholder 5"/>
          <p:cNvSpPr>
            <a:spLocks noGrp="1"/>
          </p:cNvSpPr>
          <p:nvPr>
            <p:ph type="ftr" sz="quarter" idx="11"/>
          </p:nvPr>
        </p:nvSpPr>
        <p:spPr/>
        <p:txBody>
          <a:bodyPr/>
          <a:lstStyle/>
          <a:p>
            <a:endParaRPr lang="id-ID">
              <a:solidFill>
                <a:prstClr val="black">
                  <a:tint val="75000"/>
                </a:prstClr>
              </a:solidFill>
            </a:endParaRPr>
          </a:p>
        </p:txBody>
      </p:sp>
      <p:sp>
        <p:nvSpPr>
          <p:cNvPr id="7" name="Slide Number Placeholder 6"/>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281197558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70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5183188" y="987425"/>
            <a:ext cx="617220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6" name="Footer Placeholder 5"/>
          <p:cNvSpPr>
            <a:spLocks noGrp="1"/>
          </p:cNvSpPr>
          <p:nvPr>
            <p:ph type="ftr" sz="quarter" idx="11"/>
          </p:nvPr>
        </p:nvSpPr>
        <p:spPr/>
        <p:txBody>
          <a:bodyPr/>
          <a:lstStyle/>
          <a:p>
            <a:endParaRPr lang="id-ID">
              <a:solidFill>
                <a:prstClr val="black">
                  <a:tint val="75000"/>
                </a:prstClr>
              </a:solidFill>
            </a:endParaRPr>
          </a:p>
        </p:txBody>
      </p:sp>
      <p:sp>
        <p:nvSpPr>
          <p:cNvPr id="7" name="Slide Number Placeholder 6"/>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126343046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70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377137112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70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290658376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70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11128641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70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188037058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70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smtClean="0"/>
              <a:t>Click to edit Master title style</a:t>
            </a:r>
            <a:endParaRPr lang="en-US" dirty="0"/>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300505165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70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838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6172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6" name="Footer Placeholder 5"/>
          <p:cNvSpPr>
            <a:spLocks noGrp="1"/>
          </p:cNvSpPr>
          <p:nvPr>
            <p:ph type="ftr" sz="quarter" idx="11"/>
          </p:nvPr>
        </p:nvSpPr>
        <p:spPr/>
        <p:txBody>
          <a:bodyPr/>
          <a:lstStyle/>
          <a:p>
            <a:endParaRPr lang="id-ID">
              <a:solidFill>
                <a:prstClr val="black">
                  <a:tint val="75000"/>
                </a:prstClr>
              </a:solidFill>
            </a:endParaRPr>
          </a:p>
        </p:txBody>
      </p:sp>
      <p:sp>
        <p:nvSpPr>
          <p:cNvPr id="7" name="Slide Number Placeholder 6"/>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101991641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70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8" name="Footer Placeholder 7"/>
          <p:cNvSpPr>
            <a:spLocks noGrp="1"/>
          </p:cNvSpPr>
          <p:nvPr>
            <p:ph type="ftr" sz="quarter" idx="11"/>
          </p:nvPr>
        </p:nvSpPr>
        <p:spPr/>
        <p:txBody>
          <a:bodyPr/>
          <a:lstStyle/>
          <a:p>
            <a:endParaRPr lang="id-ID">
              <a:solidFill>
                <a:prstClr val="black">
                  <a:tint val="75000"/>
                </a:prstClr>
              </a:solidFill>
            </a:endParaRPr>
          </a:p>
        </p:txBody>
      </p:sp>
      <p:sp>
        <p:nvSpPr>
          <p:cNvPr id="9" name="Slide Number Placeholder 8"/>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95461768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70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Date Placeholder 2"/>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4" name="Footer Placeholder 3"/>
          <p:cNvSpPr>
            <a:spLocks noGrp="1"/>
          </p:cNvSpPr>
          <p:nvPr>
            <p:ph type="ftr" sz="quarter" idx="11"/>
          </p:nvPr>
        </p:nvSpPr>
        <p:spPr/>
        <p:txBody>
          <a:bodyPr/>
          <a:lstStyle/>
          <a:p>
            <a:endParaRPr lang="id-ID">
              <a:solidFill>
                <a:prstClr val="black">
                  <a:tint val="75000"/>
                </a:prstClr>
              </a:solidFill>
            </a:endParaRPr>
          </a:p>
        </p:txBody>
      </p:sp>
      <p:sp>
        <p:nvSpPr>
          <p:cNvPr id="5" name="Slide Number Placeholder 4"/>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78392944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71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3" name="Footer Placeholder 2"/>
          <p:cNvSpPr>
            <a:spLocks noGrp="1"/>
          </p:cNvSpPr>
          <p:nvPr>
            <p:ph type="ftr" sz="quarter" idx="11"/>
          </p:nvPr>
        </p:nvSpPr>
        <p:spPr/>
        <p:txBody>
          <a:bodyPr/>
          <a:lstStyle/>
          <a:p>
            <a:endParaRPr lang="id-ID">
              <a:solidFill>
                <a:prstClr val="black">
                  <a:tint val="75000"/>
                </a:prstClr>
              </a:solidFill>
            </a:endParaRPr>
          </a:p>
        </p:txBody>
      </p:sp>
      <p:sp>
        <p:nvSpPr>
          <p:cNvPr id="4" name="Slide Number Placeholder 3"/>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44555831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71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6" name="Footer Placeholder 5"/>
          <p:cNvSpPr>
            <a:spLocks noGrp="1"/>
          </p:cNvSpPr>
          <p:nvPr>
            <p:ph type="ftr" sz="quarter" idx="11"/>
          </p:nvPr>
        </p:nvSpPr>
        <p:spPr/>
        <p:txBody>
          <a:bodyPr/>
          <a:lstStyle/>
          <a:p>
            <a:endParaRPr lang="id-ID">
              <a:solidFill>
                <a:prstClr val="black">
                  <a:tint val="75000"/>
                </a:prstClr>
              </a:solidFill>
            </a:endParaRPr>
          </a:p>
        </p:txBody>
      </p:sp>
      <p:sp>
        <p:nvSpPr>
          <p:cNvPr id="7" name="Slide Number Placeholder 6"/>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409526606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71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5183188" y="987425"/>
            <a:ext cx="617220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6" name="Footer Placeholder 5"/>
          <p:cNvSpPr>
            <a:spLocks noGrp="1"/>
          </p:cNvSpPr>
          <p:nvPr>
            <p:ph type="ftr" sz="quarter" idx="11"/>
          </p:nvPr>
        </p:nvSpPr>
        <p:spPr/>
        <p:txBody>
          <a:bodyPr/>
          <a:lstStyle/>
          <a:p>
            <a:endParaRPr lang="id-ID">
              <a:solidFill>
                <a:prstClr val="black">
                  <a:tint val="75000"/>
                </a:prstClr>
              </a:solidFill>
            </a:endParaRPr>
          </a:p>
        </p:txBody>
      </p:sp>
      <p:sp>
        <p:nvSpPr>
          <p:cNvPr id="7" name="Slide Number Placeholder 6"/>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390347585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71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388129849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71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171880149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715.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
        <p:nvSpPr>
          <p:cNvPr id="8" name="Picture Placeholder 7"/>
          <p:cNvSpPr>
            <a:spLocks noGrp="1"/>
          </p:cNvSpPr>
          <p:nvPr>
            <p:ph type="pic" sz="quarter" idx="13"/>
          </p:nvPr>
        </p:nvSpPr>
        <p:spPr>
          <a:xfrm>
            <a:off x="0" y="0"/>
            <a:ext cx="12192000" cy="6858000"/>
          </a:xfrm>
          <a:solidFill>
            <a:schemeClr val="bg1">
              <a:lumMod val="85000"/>
            </a:schemeClr>
          </a:solidFill>
        </p:spPr>
        <p:txBody>
          <a:bodyPr/>
          <a:lstStyle/>
          <a:p>
            <a:endParaRPr lang="en-AU"/>
          </a:p>
        </p:txBody>
      </p:sp>
      <p:sp>
        <p:nvSpPr>
          <p:cNvPr id="9" name="Picture Placeholder 7"/>
          <p:cNvSpPr>
            <a:spLocks noGrp="1"/>
          </p:cNvSpPr>
          <p:nvPr>
            <p:ph type="pic" sz="quarter" idx="14"/>
          </p:nvPr>
        </p:nvSpPr>
        <p:spPr>
          <a:xfrm>
            <a:off x="3028950" y="1943100"/>
            <a:ext cx="6096000" cy="4914900"/>
          </a:xfrm>
          <a:solidFill>
            <a:schemeClr val="bg2">
              <a:lumMod val="25000"/>
            </a:schemeClr>
          </a:solidFill>
        </p:spPr>
        <p:txBody>
          <a:bodyPr/>
          <a:lstStyle/>
          <a:p>
            <a:endParaRPr lang="en-AU"/>
          </a:p>
        </p:txBody>
      </p:sp>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smtClean="0"/>
              <a:t>Click to edit Master title style</a:t>
            </a:r>
            <a:endParaRPr lang="en-AU"/>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smtClean="0"/>
              <a:t>Click to edit Master subtitle style</a:t>
            </a:r>
            <a:endParaRPr lang="en-AU" dirty="0"/>
          </a:p>
        </p:txBody>
      </p:sp>
      <p:sp>
        <p:nvSpPr>
          <p:cNvPr id="4" name="Date Placeholder 3"/>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5" name="Footer Placeholder 4"/>
          <p:cNvSpPr>
            <a:spLocks noGrp="1"/>
          </p:cNvSpPr>
          <p:nvPr>
            <p:ph type="ftr" sz="quarter" idx="11"/>
          </p:nvPr>
        </p:nvSpPr>
        <p:spPr/>
        <p:txBody>
          <a:bodyPr/>
          <a:lstStyle/>
          <a:p>
            <a:endParaRPr lang="en-AU">
              <a:solidFill>
                <a:prstClr val="black">
                  <a:tint val="75000"/>
                </a:prstClr>
              </a:solidFill>
            </a:endParaRPr>
          </a:p>
        </p:txBody>
      </p:sp>
      <p:sp>
        <p:nvSpPr>
          <p:cNvPr id="6" name="Slide Number Placeholder 5"/>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288264535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after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wipe(down)">
                                      <p:cBhvr>
                                        <p:cTn id="7" dur="500"/>
                                        <p:tgtEl>
                                          <p:spTgt spid="9"/>
                                        </p:tgtEl>
                                      </p:cBhvr>
                                    </p:animEffect>
                                  </p:childTnLst>
                                </p:cTn>
                              </p:par>
                            </p:childTnLst>
                          </p:cTn>
                        </p:par>
                        <p:par>
                          <p:cTn id="8" fill="hold">
                            <p:stCondLst>
                              <p:cond delay="500"/>
                            </p:stCondLst>
                            <p:childTnLst>
                              <p:par>
                                <p:cTn id="9" presetID="42"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anim calcmode="lin" valueType="num">
                                      <p:cBhvr>
                                        <p:cTn id="12" dur="500" fill="hold"/>
                                        <p:tgtEl>
                                          <p:spTgt spid="2"/>
                                        </p:tgtEl>
                                        <p:attrNameLst>
                                          <p:attrName>ppt_x</p:attrName>
                                        </p:attrNameLst>
                                      </p:cBhvr>
                                      <p:tavLst>
                                        <p:tav tm="0">
                                          <p:val>
                                            <p:strVal val="#ppt_x"/>
                                          </p:val>
                                        </p:tav>
                                        <p:tav tm="100000">
                                          <p:val>
                                            <p:strVal val="#ppt_x"/>
                                          </p:val>
                                        </p:tav>
                                      </p:tavLst>
                                    </p:anim>
                                    <p:anim calcmode="lin" valueType="num">
                                      <p:cBhvr>
                                        <p:cTn id="13" dur="500" fill="hold"/>
                                        <p:tgtEl>
                                          <p:spTgt spid="2"/>
                                        </p:tgtEl>
                                        <p:attrNameLst>
                                          <p:attrName>ppt_y</p:attrName>
                                        </p:attrNameLst>
                                      </p:cBhvr>
                                      <p:tavLst>
                                        <p:tav tm="0">
                                          <p:val>
                                            <p:strVal val="#ppt_y+.1"/>
                                          </p:val>
                                        </p:tav>
                                        <p:tav tm="100000">
                                          <p:val>
                                            <p:strVal val="#ppt_y"/>
                                          </p:val>
                                        </p:tav>
                                      </p:tavLst>
                                    </p:anim>
                                  </p:childTnLst>
                                </p:cTn>
                              </p:par>
                            </p:childTnLst>
                          </p:cTn>
                        </p:par>
                        <p:par>
                          <p:cTn id="14" fill="hold">
                            <p:stCondLst>
                              <p:cond delay="1000"/>
                            </p:stCondLst>
                            <p:childTnLst>
                              <p:par>
                                <p:cTn id="15" presetID="10" presetClass="entr" presetSubtype="0" fill="hold" grpId="0" nodeType="afterEffect">
                                  <p:stCondLst>
                                    <p:cond delay="0"/>
                                  </p:stCondLst>
                                  <p:childTnLst>
                                    <p:set>
                                      <p:cBhvr>
                                        <p:cTn id="16" dur="1" fill="hold">
                                          <p:stCondLst>
                                            <p:cond delay="0"/>
                                          </p:stCondLst>
                                        </p:cTn>
                                        <p:tgtEl>
                                          <p:spTgt spid="3">
                                            <p:txEl>
                                              <p:pRg st="0" end="0"/>
                                            </p:txEl>
                                          </p:spTgt>
                                        </p:tgtEl>
                                        <p:attrNameLst>
                                          <p:attrName>style.visibility</p:attrName>
                                        </p:attrNameLst>
                                      </p:cBhvr>
                                      <p:to>
                                        <p:strVal val="visible"/>
                                      </p:to>
                                    </p:set>
                                    <p:animEffect transition="in" filter="fade">
                                      <p:cBhvr>
                                        <p:cTn id="17" dur="500"/>
                                        <p:tgtEl>
                                          <p:spTgt spid="3">
                                            <p:txEl>
                                              <p:pRg st="0" end="0"/>
                                            </p:txEl>
                                          </p:spTgt>
                                        </p:tgtEl>
                                      </p:cBhvr>
                                    </p:animEffect>
                                  </p:childTnLst>
                                </p:cTn>
                              </p:par>
                            </p:childTnLst>
                          </p:cTn>
                        </p:par>
                        <p:par>
                          <p:cTn id="18" fill="hold">
                            <p:stCondLst>
                              <p:cond delay="1500"/>
                            </p:stCondLst>
                            <p:childTnLst>
                              <p:par>
                                <p:cTn id="19" presetID="53" presetClass="entr" presetSubtype="16" fill="hold" grpId="0" nodeType="afterEffect">
                                  <p:stCondLst>
                                    <p:cond delay="0"/>
                                  </p:stCondLst>
                                  <p:childTnLst>
                                    <p:set>
                                      <p:cBhvr>
                                        <p:cTn id="20" dur="1" fill="hold">
                                          <p:stCondLst>
                                            <p:cond delay="0"/>
                                          </p:stCondLst>
                                        </p:cTn>
                                        <p:tgtEl>
                                          <p:spTgt spid="8"/>
                                        </p:tgtEl>
                                        <p:attrNameLst>
                                          <p:attrName>style.visibility</p:attrName>
                                        </p:attrNameLst>
                                      </p:cBhvr>
                                      <p:to>
                                        <p:strVal val="visible"/>
                                      </p:to>
                                    </p:set>
                                    <p:anim calcmode="lin" valueType="num">
                                      <p:cBhvr>
                                        <p:cTn id="21" dur="500" fill="hold"/>
                                        <p:tgtEl>
                                          <p:spTgt spid="8"/>
                                        </p:tgtEl>
                                        <p:attrNameLst>
                                          <p:attrName>ppt_w</p:attrName>
                                        </p:attrNameLst>
                                      </p:cBhvr>
                                      <p:tavLst>
                                        <p:tav tm="0">
                                          <p:val>
                                            <p:fltVal val="0"/>
                                          </p:val>
                                        </p:tav>
                                        <p:tav tm="100000">
                                          <p:val>
                                            <p:strVal val="#ppt_w"/>
                                          </p:val>
                                        </p:tav>
                                      </p:tavLst>
                                    </p:anim>
                                    <p:anim calcmode="lin" valueType="num">
                                      <p:cBhvr>
                                        <p:cTn id="22" dur="500" fill="hold"/>
                                        <p:tgtEl>
                                          <p:spTgt spid="8"/>
                                        </p:tgtEl>
                                        <p:attrNameLst>
                                          <p:attrName>ppt_h</p:attrName>
                                        </p:attrNameLst>
                                      </p:cBhvr>
                                      <p:tavLst>
                                        <p:tav tm="0">
                                          <p:val>
                                            <p:fltVal val="0"/>
                                          </p:val>
                                        </p:tav>
                                        <p:tav tm="100000">
                                          <p:val>
                                            <p:strVal val="#ppt_h"/>
                                          </p:val>
                                        </p:tav>
                                      </p:tavLst>
                                    </p:anim>
                                    <p:animEffect transition="in" filter="fade">
                                      <p:cBhvr>
                                        <p:cTn id="23"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P spid="2" grpId="0"/>
      <p:bldP spid="3" grpId="0" build="p">
        <p:tmplLst>
          <p:tmpl lvl="1">
            <p:tnLst>
              <p:par>
                <p:cTn presetID="10" presetClass="entr" presetSubtype="0" fill="hold" nodeType="afterEffect">
                  <p:stCondLst>
                    <p:cond delay="0"/>
                  </p:stCondLst>
                  <p:childTnLst>
                    <p:set>
                      <p:cBhvr>
                        <p:cTn dur="1" fill="hold">
                          <p:stCondLst>
                            <p:cond delay="0"/>
                          </p:stCondLst>
                        </p:cTn>
                        <p:tgtEl>
                          <p:spTgt spid="3"/>
                        </p:tgtEl>
                        <p:attrNameLst>
                          <p:attrName>style.visibility</p:attrName>
                        </p:attrNameLst>
                      </p:cBhvr>
                      <p:to>
                        <p:strVal val="visible"/>
                      </p:to>
                    </p:set>
                    <p:animEffect transition="in" filter="fade">
                      <p:cBhvr>
                        <p:cTn dur="500"/>
                        <p:tgtEl>
                          <p:spTgt spid="3"/>
                        </p:tgtEl>
                      </p:cBhvr>
                    </p:animEffect>
                  </p:childTnLst>
                </p:cTn>
              </p:par>
            </p:tnLst>
          </p:tmpl>
        </p:tmplLst>
      </p:bldP>
    </p:bldLst>
  </p:timing>
</p:sldLayout>
</file>

<file path=ppt/slideLayouts/slideLayout716.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1778000" y="1996719"/>
            <a:ext cx="4307472" cy="839020"/>
          </a:xfrm>
        </p:spPr>
        <p:txBody>
          <a:bodyPr>
            <a:noAutofit/>
          </a:bodyPr>
          <a:lstStyle>
            <a:lvl1pPr algn="r">
              <a:defRPr sz="6000">
                <a:solidFill>
                  <a:schemeClr val="tx1">
                    <a:lumMod val="75000"/>
                    <a:lumOff val="25000"/>
                  </a:schemeClr>
                </a:solidFill>
              </a:defRPr>
            </a:lvl1pPr>
          </a:lstStyle>
          <a:p>
            <a:r>
              <a:rPr lang="id-ID" dirty="0" smtClean="0"/>
              <a:t>TITLE</a:t>
            </a:r>
            <a:endParaRPr lang="en-AU" dirty="0"/>
          </a:p>
        </p:txBody>
      </p:sp>
      <p:sp>
        <p:nvSpPr>
          <p:cNvPr id="3" name="Content Placeholder 2"/>
          <p:cNvSpPr>
            <a:spLocks noGrp="1"/>
          </p:cNvSpPr>
          <p:nvPr>
            <p:ph idx="1"/>
          </p:nvPr>
        </p:nvSpPr>
        <p:spPr>
          <a:xfrm>
            <a:off x="1788528" y="2758235"/>
            <a:ext cx="4307472" cy="1425158"/>
          </a:xfrm>
        </p:spPr>
        <p:txBody>
          <a:bodyPr>
            <a:normAutofit/>
          </a:bodyPr>
          <a:lstStyle>
            <a:lvl1pPr algn="r">
              <a:defRPr sz="2000">
                <a:solidFill>
                  <a:schemeClr val="tx1">
                    <a:lumMod val="50000"/>
                    <a:lumOff val="50000"/>
                  </a:schemeClr>
                </a:solidFill>
              </a:defRPr>
            </a:lvl1pPr>
          </a:lstStyle>
          <a:p>
            <a:pPr lvl="0"/>
            <a:r>
              <a:rPr lang="en-US" dirty="0" smtClean="0"/>
              <a:t>Click to edit Master text styles</a:t>
            </a:r>
          </a:p>
        </p:txBody>
      </p:sp>
      <p:sp>
        <p:nvSpPr>
          <p:cNvPr id="4" name="Date Placeholder 3"/>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5" name="Footer Placeholder 4"/>
          <p:cNvSpPr>
            <a:spLocks noGrp="1"/>
          </p:cNvSpPr>
          <p:nvPr>
            <p:ph type="ftr" sz="quarter" idx="11"/>
          </p:nvPr>
        </p:nvSpPr>
        <p:spPr/>
        <p:txBody>
          <a:bodyPr/>
          <a:lstStyle/>
          <a:p>
            <a:endParaRPr lang="en-AU">
              <a:solidFill>
                <a:prstClr val="black">
                  <a:tint val="75000"/>
                </a:prstClr>
              </a:solidFill>
            </a:endParaRPr>
          </a:p>
        </p:txBody>
      </p:sp>
      <p:sp>
        <p:nvSpPr>
          <p:cNvPr id="6" name="Slide Number Placeholder 5"/>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8" name="Picture Placeholder 7"/>
          <p:cNvSpPr>
            <a:spLocks noGrp="1"/>
          </p:cNvSpPr>
          <p:nvPr>
            <p:ph type="pic" sz="quarter" idx="13" hasCustomPrompt="1"/>
          </p:nvPr>
        </p:nvSpPr>
        <p:spPr>
          <a:xfrm>
            <a:off x="0" y="0"/>
            <a:ext cx="12192000" cy="1989138"/>
          </a:xfrm>
          <a:solidFill>
            <a:schemeClr val="bg1">
              <a:lumMod val="85000"/>
            </a:schemeClr>
          </a:solidFill>
        </p:spPr>
        <p:txBody>
          <a:bodyPr>
            <a:normAutofit/>
          </a:bodyPr>
          <a:lstStyle>
            <a:lvl1pPr>
              <a:defRPr sz="1000"/>
            </a:lvl1pPr>
          </a:lstStyle>
          <a:p>
            <a:r>
              <a:rPr lang="id-ID" dirty="0" smtClean="0"/>
              <a:t>Pic here</a:t>
            </a:r>
            <a:endParaRPr lang="en-AU" dirty="0"/>
          </a:p>
        </p:txBody>
      </p:sp>
      <p:sp>
        <p:nvSpPr>
          <p:cNvPr id="10" name="Picture Placeholder 9"/>
          <p:cNvSpPr>
            <a:spLocks noGrp="1"/>
          </p:cNvSpPr>
          <p:nvPr>
            <p:ph type="pic" sz="quarter" idx="14"/>
          </p:nvPr>
        </p:nvSpPr>
        <p:spPr>
          <a:xfrm rot="21079909">
            <a:off x="7010400" y="1587500"/>
            <a:ext cx="1976438" cy="1976438"/>
          </a:xfrm>
          <a:solidFill>
            <a:schemeClr val="bg1">
              <a:lumMod val="75000"/>
            </a:schemeClr>
          </a:solidFill>
        </p:spPr>
        <p:txBody>
          <a:bodyPr/>
          <a:lstStyle/>
          <a:p>
            <a:endParaRPr lang="en-AU"/>
          </a:p>
        </p:txBody>
      </p:sp>
      <p:sp>
        <p:nvSpPr>
          <p:cNvPr id="16" name="Picture Placeholder 15"/>
          <p:cNvSpPr>
            <a:spLocks noGrp="1"/>
          </p:cNvSpPr>
          <p:nvPr>
            <p:ph type="pic" sz="quarter" idx="16" hasCustomPrompt="1"/>
          </p:nvPr>
        </p:nvSpPr>
        <p:spPr>
          <a:xfrm>
            <a:off x="7010400" y="1583575"/>
            <a:ext cx="1976438" cy="63291"/>
          </a:xfrm>
          <a:solidFill>
            <a:schemeClr val="accent1"/>
          </a:solidFill>
        </p:spPr>
        <p:txBody>
          <a:bodyPr>
            <a:noAutofit/>
          </a:bodyPr>
          <a:lstStyle>
            <a:lvl1pPr algn="r">
              <a:defRPr sz="500"/>
            </a:lvl1pPr>
          </a:lstStyle>
          <a:p>
            <a:r>
              <a:rPr lang="id-ID" dirty="0" smtClean="0"/>
              <a:t>Nopic</a:t>
            </a:r>
            <a:endParaRPr lang="en-AU" dirty="0"/>
          </a:p>
        </p:txBody>
      </p:sp>
      <p:sp>
        <p:nvSpPr>
          <p:cNvPr id="18" name="Picture Placeholder 15"/>
          <p:cNvSpPr>
            <a:spLocks noGrp="1"/>
          </p:cNvSpPr>
          <p:nvPr>
            <p:ph type="pic" sz="quarter" idx="17" hasCustomPrompt="1"/>
          </p:nvPr>
        </p:nvSpPr>
        <p:spPr>
          <a:xfrm rot="16200000">
            <a:off x="6053827" y="2538457"/>
            <a:ext cx="1976438" cy="63291"/>
          </a:xfrm>
          <a:solidFill>
            <a:schemeClr val="accent2"/>
          </a:solidFill>
        </p:spPr>
        <p:txBody>
          <a:bodyPr>
            <a:noAutofit/>
          </a:bodyPr>
          <a:lstStyle>
            <a:lvl1pPr algn="r">
              <a:defRPr sz="500"/>
            </a:lvl1pPr>
          </a:lstStyle>
          <a:p>
            <a:r>
              <a:rPr lang="id-ID" dirty="0" smtClean="0"/>
              <a:t>Nopic</a:t>
            </a:r>
            <a:endParaRPr lang="en-AU" dirty="0"/>
          </a:p>
        </p:txBody>
      </p:sp>
      <p:sp>
        <p:nvSpPr>
          <p:cNvPr id="19" name="Picture Placeholder 15"/>
          <p:cNvSpPr>
            <a:spLocks noGrp="1"/>
          </p:cNvSpPr>
          <p:nvPr>
            <p:ph type="pic" sz="quarter" idx="18" hasCustomPrompt="1"/>
          </p:nvPr>
        </p:nvSpPr>
        <p:spPr>
          <a:xfrm rot="16200000">
            <a:off x="7966974" y="2538458"/>
            <a:ext cx="1976438" cy="63291"/>
          </a:xfrm>
          <a:solidFill>
            <a:schemeClr val="accent4"/>
          </a:solidFill>
        </p:spPr>
        <p:txBody>
          <a:bodyPr>
            <a:noAutofit/>
          </a:bodyPr>
          <a:lstStyle>
            <a:lvl1pPr algn="r">
              <a:defRPr sz="500"/>
            </a:lvl1pPr>
          </a:lstStyle>
          <a:p>
            <a:r>
              <a:rPr lang="id-ID" dirty="0" smtClean="0"/>
              <a:t>Nopic</a:t>
            </a:r>
            <a:endParaRPr lang="en-AU" dirty="0"/>
          </a:p>
        </p:txBody>
      </p:sp>
      <p:sp>
        <p:nvSpPr>
          <p:cNvPr id="20" name="Picture Placeholder 15"/>
          <p:cNvSpPr>
            <a:spLocks noGrp="1"/>
          </p:cNvSpPr>
          <p:nvPr>
            <p:ph type="pic" sz="quarter" idx="19" hasCustomPrompt="1"/>
          </p:nvPr>
        </p:nvSpPr>
        <p:spPr>
          <a:xfrm>
            <a:off x="7010400" y="3523186"/>
            <a:ext cx="1976438" cy="63291"/>
          </a:xfrm>
          <a:solidFill>
            <a:schemeClr val="accent5"/>
          </a:solidFill>
        </p:spPr>
        <p:txBody>
          <a:bodyPr>
            <a:noAutofit/>
          </a:bodyPr>
          <a:lstStyle>
            <a:lvl1pPr algn="r">
              <a:defRPr sz="500"/>
            </a:lvl1pPr>
          </a:lstStyle>
          <a:p>
            <a:r>
              <a:rPr lang="id-ID" dirty="0" smtClean="0"/>
              <a:t>Nopic</a:t>
            </a:r>
            <a:endParaRPr lang="en-AU" dirty="0"/>
          </a:p>
        </p:txBody>
      </p:sp>
      <p:sp>
        <p:nvSpPr>
          <p:cNvPr id="22" name="Text Placeholder 21"/>
          <p:cNvSpPr>
            <a:spLocks noGrp="1"/>
          </p:cNvSpPr>
          <p:nvPr>
            <p:ph type="body" sz="quarter" idx="20"/>
          </p:nvPr>
        </p:nvSpPr>
        <p:spPr>
          <a:xfrm>
            <a:off x="6872288" y="4073525"/>
            <a:ext cx="3109912" cy="360363"/>
          </a:xfrm>
        </p:spPr>
        <p:txBody>
          <a:bodyPr/>
          <a:lstStyle>
            <a:lvl1pP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3" name="Text Placeholder 21"/>
          <p:cNvSpPr>
            <a:spLocks noGrp="1"/>
          </p:cNvSpPr>
          <p:nvPr>
            <p:ph type="body" sz="quarter" idx="21"/>
          </p:nvPr>
        </p:nvSpPr>
        <p:spPr>
          <a:xfrm>
            <a:off x="6872288" y="4482636"/>
            <a:ext cx="3109912" cy="1391908"/>
          </a:xfrm>
        </p:spPr>
        <p:txBody>
          <a:bodyPr>
            <a:normAutofit/>
          </a:bodyPr>
          <a:lstStyle>
            <a:lvl1pP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4" name="Text Placeholder 6"/>
          <p:cNvSpPr>
            <a:spLocks noGrp="1"/>
          </p:cNvSpPr>
          <p:nvPr>
            <p:ph type="body" sz="quarter" idx="22"/>
          </p:nvPr>
        </p:nvSpPr>
        <p:spPr>
          <a:xfrm>
            <a:off x="2526297" y="1603582"/>
            <a:ext cx="3559175" cy="372856"/>
          </a:xfrm>
        </p:spPr>
        <p:txBody>
          <a:bodyPr>
            <a:noAutofit/>
          </a:bodyPr>
          <a:lstStyle>
            <a:lvl1pPr algn="r">
              <a:defRPr sz="2800">
                <a:solidFill>
                  <a:schemeClr val="tx1">
                    <a:lumMod val="65000"/>
                    <a:lumOff val="35000"/>
                  </a:schemeClr>
                </a:solidFill>
                <a:latin typeface="+mj-lt"/>
              </a:defRPr>
            </a:lvl1pPr>
          </a:lstStyle>
          <a:p>
            <a:pPr lvl="0"/>
            <a:endParaRPr lang="en-AU" dirty="0"/>
          </a:p>
        </p:txBody>
      </p:sp>
    </p:spTree>
    <p:extLst>
      <p:ext uri="{BB962C8B-B14F-4D97-AF65-F5344CB8AC3E}">
        <p14:creationId xmlns:p14="http://schemas.microsoft.com/office/powerpoint/2010/main" val="98065975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after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p:cTn id="7" dur="500" fill="hold"/>
                                        <p:tgtEl>
                                          <p:spTgt spid="8"/>
                                        </p:tgtEl>
                                        <p:attrNameLst>
                                          <p:attrName>ppt_w</p:attrName>
                                        </p:attrNameLst>
                                      </p:cBhvr>
                                      <p:tavLst>
                                        <p:tav tm="0">
                                          <p:val>
                                            <p:fltVal val="0"/>
                                          </p:val>
                                        </p:tav>
                                        <p:tav tm="100000">
                                          <p:val>
                                            <p:strVal val="#ppt_w"/>
                                          </p:val>
                                        </p:tav>
                                      </p:tavLst>
                                    </p:anim>
                                    <p:anim calcmode="lin" valueType="num">
                                      <p:cBhvr>
                                        <p:cTn id="8" dur="500" fill="hold"/>
                                        <p:tgtEl>
                                          <p:spTgt spid="8"/>
                                        </p:tgtEl>
                                        <p:attrNameLst>
                                          <p:attrName>ppt_h</p:attrName>
                                        </p:attrNameLst>
                                      </p:cBhvr>
                                      <p:tavLst>
                                        <p:tav tm="0">
                                          <p:val>
                                            <p:fltVal val="0"/>
                                          </p:val>
                                        </p:tav>
                                        <p:tav tm="100000">
                                          <p:val>
                                            <p:strVal val="#ppt_h"/>
                                          </p:val>
                                        </p:tav>
                                      </p:tavLst>
                                    </p:anim>
                                    <p:animEffect transition="in" filter="fade">
                                      <p:cBhvr>
                                        <p:cTn id="9" dur="500"/>
                                        <p:tgtEl>
                                          <p:spTgt spid="8"/>
                                        </p:tgtEl>
                                      </p:cBhvr>
                                    </p:animEffect>
                                  </p:childTnLst>
                                </p:cTn>
                              </p:par>
                            </p:childTnLst>
                          </p:cTn>
                        </p:par>
                        <p:par>
                          <p:cTn id="10" fill="hold">
                            <p:stCondLst>
                              <p:cond delay="500"/>
                            </p:stCondLst>
                            <p:childTnLst>
                              <p:par>
                                <p:cTn id="11" presetID="10" presetClass="entr" presetSubtype="0" fill="hold" grpId="0" nodeType="afterEffect" nodePh="1">
                                  <p:stCondLst>
                                    <p:cond delay="0"/>
                                  </p:stCondLst>
                                  <p:endCondLst>
                                    <p:cond evt="begin" delay="0">
                                      <p:tn val="11"/>
                                    </p:cond>
                                  </p:endCondLst>
                                  <p:childTnLst>
                                    <p:set>
                                      <p:cBhvr>
                                        <p:cTn id="12" dur="1" fill="hold">
                                          <p:stCondLst>
                                            <p:cond delay="0"/>
                                          </p:stCondLst>
                                        </p:cTn>
                                        <p:tgtEl>
                                          <p:spTgt spid="24">
                                            <p:txEl>
                                              <p:pRg st="0" end="0"/>
                                            </p:txEl>
                                          </p:spTgt>
                                        </p:tgtEl>
                                        <p:attrNameLst>
                                          <p:attrName>style.visibility</p:attrName>
                                        </p:attrNameLst>
                                      </p:cBhvr>
                                      <p:to>
                                        <p:strVal val="visible"/>
                                      </p:to>
                                    </p:set>
                                    <p:animEffect transition="in" filter="fade">
                                      <p:cBhvr>
                                        <p:cTn id="13" dur="500"/>
                                        <p:tgtEl>
                                          <p:spTgt spid="24">
                                            <p:txEl>
                                              <p:pRg st="0" end="0"/>
                                            </p:txEl>
                                          </p:spTgt>
                                        </p:tgtEl>
                                      </p:cBhvr>
                                    </p:animEffect>
                                  </p:childTnLst>
                                </p:cTn>
                              </p:par>
                            </p:childTnLst>
                          </p:cTn>
                        </p:par>
                        <p:par>
                          <p:cTn id="14" fill="hold">
                            <p:stCondLst>
                              <p:cond delay="1000"/>
                            </p:stCondLst>
                            <p:childTnLst>
                              <p:par>
                                <p:cTn id="15" presetID="42" presetClass="entr" presetSubtype="0" fill="hold" grpId="0" nodeType="afterEffect">
                                  <p:stCondLst>
                                    <p:cond delay="0"/>
                                  </p:stCondLst>
                                  <p:childTnLst>
                                    <p:set>
                                      <p:cBhvr>
                                        <p:cTn id="16" dur="1" fill="hold">
                                          <p:stCondLst>
                                            <p:cond delay="0"/>
                                          </p:stCondLst>
                                        </p:cTn>
                                        <p:tgtEl>
                                          <p:spTgt spid="2"/>
                                        </p:tgtEl>
                                        <p:attrNameLst>
                                          <p:attrName>style.visibility</p:attrName>
                                        </p:attrNameLst>
                                      </p:cBhvr>
                                      <p:to>
                                        <p:strVal val="visible"/>
                                      </p:to>
                                    </p:set>
                                    <p:animEffect transition="in" filter="fade">
                                      <p:cBhvr>
                                        <p:cTn id="17" dur="500"/>
                                        <p:tgtEl>
                                          <p:spTgt spid="2"/>
                                        </p:tgtEl>
                                      </p:cBhvr>
                                    </p:animEffect>
                                    <p:anim calcmode="lin" valueType="num">
                                      <p:cBhvr>
                                        <p:cTn id="18" dur="500" fill="hold"/>
                                        <p:tgtEl>
                                          <p:spTgt spid="2"/>
                                        </p:tgtEl>
                                        <p:attrNameLst>
                                          <p:attrName>ppt_x</p:attrName>
                                        </p:attrNameLst>
                                      </p:cBhvr>
                                      <p:tavLst>
                                        <p:tav tm="0">
                                          <p:val>
                                            <p:strVal val="#ppt_x"/>
                                          </p:val>
                                        </p:tav>
                                        <p:tav tm="100000">
                                          <p:val>
                                            <p:strVal val="#ppt_x"/>
                                          </p:val>
                                        </p:tav>
                                      </p:tavLst>
                                    </p:anim>
                                    <p:anim calcmode="lin" valueType="num">
                                      <p:cBhvr>
                                        <p:cTn id="19" dur="500" fill="hold"/>
                                        <p:tgtEl>
                                          <p:spTgt spid="2"/>
                                        </p:tgtEl>
                                        <p:attrNameLst>
                                          <p:attrName>ppt_y</p:attrName>
                                        </p:attrNameLst>
                                      </p:cBhvr>
                                      <p:tavLst>
                                        <p:tav tm="0">
                                          <p:val>
                                            <p:strVal val="#ppt_y+.1"/>
                                          </p:val>
                                        </p:tav>
                                        <p:tav tm="100000">
                                          <p:val>
                                            <p:strVal val="#ppt_y"/>
                                          </p:val>
                                        </p:tav>
                                      </p:tavLst>
                                    </p:anim>
                                  </p:childTnLst>
                                </p:cTn>
                              </p:par>
                            </p:childTnLst>
                          </p:cTn>
                        </p:par>
                        <p:par>
                          <p:cTn id="20" fill="hold">
                            <p:stCondLst>
                              <p:cond delay="1500"/>
                            </p:stCondLst>
                            <p:childTnLst>
                              <p:par>
                                <p:cTn id="21" presetID="10" presetClass="entr" presetSubtype="0" fill="hold" grpId="0" nodeType="afterEffect">
                                  <p:stCondLst>
                                    <p:cond delay="0"/>
                                  </p:stCondLst>
                                  <p:childTnLst>
                                    <p:set>
                                      <p:cBhvr>
                                        <p:cTn id="22" dur="1" fill="hold">
                                          <p:stCondLst>
                                            <p:cond delay="0"/>
                                          </p:stCondLst>
                                        </p:cTn>
                                        <p:tgtEl>
                                          <p:spTgt spid="3">
                                            <p:txEl>
                                              <p:pRg st="0" end="0"/>
                                            </p:txEl>
                                          </p:spTgt>
                                        </p:tgtEl>
                                        <p:attrNameLst>
                                          <p:attrName>style.visibility</p:attrName>
                                        </p:attrNameLst>
                                      </p:cBhvr>
                                      <p:to>
                                        <p:strVal val="visible"/>
                                      </p:to>
                                    </p:set>
                                    <p:animEffect transition="in" filter="fade">
                                      <p:cBhvr>
                                        <p:cTn id="23" dur="500"/>
                                        <p:tgtEl>
                                          <p:spTgt spid="3">
                                            <p:txEl>
                                              <p:pRg st="0" end="0"/>
                                            </p:txEl>
                                          </p:spTgt>
                                        </p:tgtEl>
                                      </p:cBhvr>
                                    </p:animEffect>
                                  </p:childTnLst>
                                </p:cTn>
                              </p:par>
                            </p:childTnLst>
                          </p:cTn>
                        </p:par>
                        <p:par>
                          <p:cTn id="24" fill="hold">
                            <p:stCondLst>
                              <p:cond delay="2000"/>
                            </p:stCondLst>
                            <p:childTnLst>
                              <p:par>
                                <p:cTn id="25" presetID="10" presetClass="entr" presetSubtype="0" fill="hold" grpId="0" nodeType="after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fade">
                                      <p:cBhvr>
                                        <p:cTn id="27" dur="500"/>
                                        <p:tgtEl>
                                          <p:spTgt spid="10"/>
                                        </p:tgtEl>
                                      </p:cBhvr>
                                    </p:animEffect>
                                  </p:childTnLst>
                                </p:cTn>
                              </p:par>
                            </p:childTnLst>
                          </p:cTn>
                        </p:par>
                        <p:par>
                          <p:cTn id="28" fill="hold">
                            <p:stCondLst>
                              <p:cond delay="2500"/>
                            </p:stCondLst>
                            <p:childTnLst>
                              <p:par>
                                <p:cTn id="29" presetID="22" presetClass="entr" presetSubtype="8" fill="hold" grpId="0" nodeType="afterEffect">
                                  <p:stCondLst>
                                    <p:cond delay="0"/>
                                  </p:stCondLst>
                                  <p:childTnLst>
                                    <p:set>
                                      <p:cBhvr>
                                        <p:cTn id="30" dur="1" fill="hold">
                                          <p:stCondLst>
                                            <p:cond delay="0"/>
                                          </p:stCondLst>
                                        </p:cTn>
                                        <p:tgtEl>
                                          <p:spTgt spid="16"/>
                                        </p:tgtEl>
                                        <p:attrNameLst>
                                          <p:attrName>style.visibility</p:attrName>
                                        </p:attrNameLst>
                                      </p:cBhvr>
                                      <p:to>
                                        <p:strVal val="visible"/>
                                      </p:to>
                                    </p:set>
                                    <p:animEffect transition="in" filter="wipe(left)">
                                      <p:cBhvr>
                                        <p:cTn id="31" dur="500"/>
                                        <p:tgtEl>
                                          <p:spTgt spid="16"/>
                                        </p:tgtEl>
                                      </p:cBhvr>
                                    </p:animEffect>
                                  </p:childTnLst>
                                </p:cTn>
                              </p:par>
                              <p:par>
                                <p:cTn id="32" presetID="22" presetClass="entr" presetSubtype="1" fill="hold" grpId="0" nodeType="withEffect">
                                  <p:stCondLst>
                                    <p:cond delay="0"/>
                                  </p:stCondLst>
                                  <p:childTnLst>
                                    <p:set>
                                      <p:cBhvr>
                                        <p:cTn id="33" dur="1" fill="hold">
                                          <p:stCondLst>
                                            <p:cond delay="0"/>
                                          </p:stCondLst>
                                        </p:cTn>
                                        <p:tgtEl>
                                          <p:spTgt spid="19"/>
                                        </p:tgtEl>
                                        <p:attrNameLst>
                                          <p:attrName>style.visibility</p:attrName>
                                        </p:attrNameLst>
                                      </p:cBhvr>
                                      <p:to>
                                        <p:strVal val="visible"/>
                                      </p:to>
                                    </p:set>
                                    <p:animEffect transition="in" filter="wipe(up)">
                                      <p:cBhvr>
                                        <p:cTn id="34" dur="500"/>
                                        <p:tgtEl>
                                          <p:spTgt spid="19"/>
                                        </p:tgtEl>
                                      </p:cBhvr>
                                    </p:animEffect>
                                  </p:childTnLst>
                                </p:cTn>
                              </p:par>
                              <p:par>
                                <p:cTn id="35" presetID="22" presetClass="entr" presetSubtype="2" fill="hold" grpId="0" nodeType="withEffect">
                                  <p:stCondLst>
                                    <p:cond delay="0"/>
                                  </p:stCondLst>
                                  <p:childTnLst>
                                    <p:set>
                                      <p:cBhvr>
                                        <p:cTn id="36" dur="1" fill="hold">
                                          <p:stCondLst>
                                            <p:cond delay="0"/>
                                          </p:stCondLst>
                                        </p:cTn>
                                        <p:tgtEl>
                                          <p:spTgt spid="20"/>
                                        </p:tgtEl>
                                        <p:attrNameLst>
                                          <p:attrName>style.visibility</p:attrName>
                                        </p:attrNameLst>
                                      </p:cBhvr>
                                      <p:to>
                                        <p:strVal val="visible"/>
                                      </p:to>
                                    </p:set>
                                    <p:animEffect transition="in" filter="wipe(right)">
                                      <p:cBhvr>
                                        <p:cTn id="37" dur="500"/>
                                        <p:tgtEl>
                                          <p:spTgt spid="20"/>
                                        </p:tgtEl>
                                      </p:cBhvr>
                                    </p:animEffect>
                                  </p:childTnLst>
                                </p:cTn>
                              </p:par>
                              <p:par>
                                <p:cTn id="38" presetID="22" presetClass="entr" presetSubtype="4" fill="hold" grpId="0" nodeType="withEffect">
                                  <p:stCondLst>
                                    <p:cond delay="0"/>
                                  </p:stCondLst>
                                  <p:childTnLst>
                                    <p:set>
                                      <p:cBhvr>
                                        <p:cTn id="39" dur="1" fill="hold">
                                          <p:stCondLst>
                                            <p:cond delay="0"/>
                                          </p:stCondLst>
                                        </p:cTn>
                                        <p:tgtEl>
                                          <p:spTgt spid="18"/>
                                        </p:tgtEl>
                                        <p:attrNameLst>
                                          <p:attrName>style.visibility</p:attrName>
                                        </p:attrNameLst>
                                      </p:cBhvr>
                                      <p:to>
                                        <p:strVal val="visible"/>
                                      </p:to>
                                    </p:set>
                                    <p:animEffect transition="in" filter="wipe(down)">
                                      <p:cBhvr>
                                        <p:cTn id="40" dur="500"/>
                                        <p:tgtEl>
                                          <p:spTgt spid="18"/>
                                        </p:tgtEl>
                                      </p:cBhvr>
                                    </p:animEffect>
                                  </p:childTnLst>
                                </p:cTn>
                              </p:par>
                            </p:childTnLst>
                          </p:cTn>
                        </p:par>
                        <p:par>
                          <p:cTn id="41" fill="hold">
                            <p:stCondLst>
                              <p:cond delay="3000"/>
                            </p:stCondLst>
                            <p:childTnLst>
                              <p:par>
                                <p:cTn id="42" presetID="53" presetClass="entr" presetSubtype="16" fill="hold" grpId="0" nodeType="afterEffect" nodePh="1">
                                  <p:stCondLst>
                                    <p:cond delay="0"/>
                                  </p:stCondLst>
                                  <p:endCondLst>
                                    <p:cond evt="begin" delay="0">
                                      <p:tn val="42"/>
                                    </p:cond>
                                  </p:endCondLst>
                                  <p:childTnLst>
                                    <p:set>
                                      <p:cBhvr>
                                        <p:cTn id="43" dur="1" fill="hold">
                                          <p:stCondLst>
                                            <p:cond delay="0"/>
                                          </p:stCondLst>
                                        </p:cTn>
                                        <p:tgtEl>
                                          <p:spTgt spid="22">
                                            <p:txEl>
                                              <p:pRg st="0" end="0"/>
                                            </p:txEl>
                                          </p:spTgt>
                                        </p:tgtEl>
                                        <p:attrNameLst>
                                          <p:attrName>style.visibility</p:attrName>
                                        </p:attrNameLst>
                                      </p:cBhvr>
                                      <p:to>
                                        <p:strVal val="visible"/>
                                      </p:to>
                                    </p:set>
                                    <p:anim calcmode="lin" valueType="num">
                                      <p:cBhvr>
                                        <p:cTn id="44" dur="500" fill="hold"/>
                                        <p:tgtEl>
                                          <p:spTgt spid="22">
                                            <p:txEl>
                                              <p:pRg st="0" end="0"/>
                                            </p:txEl>
                                          </p:spTgt>
                                        </p:tgtEl>
                                        <p:attrNameLst>
                                          <p:attrName>ppt_w</p:attrName>
                                        </p:attrNameLst>
                                      </p:cBhvr>
                                      <p:tavLst>
                                        <p:tav tm="0">
                                          <p:val>
                                            <p:fltVal val="0"/>
                                          </p:val>
                                        </p:tav>
                                        <p:tav tm="100000">
                                          <p:val>
                                            <p:strVal val="#ppt_w"/>
                                          </p:val>
                                        </p:tav>
                                      </p:tavLst>
                                    </p:anim>
                                    <p:anim calcmode="lin" valueType="num">
                                      <p:cBhvr>
                                        <p:cTn id="45" dur="500" fill="hold"/>
                                        <p:tgtEl>
                                          <p:spTgt spid="22">
                                            <p:txEl>
                                              <p:pRg st="0" end="0"/>
                                            </p:txEl>
                                          </p:spTgt>
                                        </p:tgtEl>
                                        <p:attrNameLst>
                                          <p:attrName>ppt_h</p:attrName>
                                        </p:attrNameLst>
                                      </p:cBhvr>
                                      <p:tavLst>
                                        <p:tav tm="0">
                                          <p:val>
                                            <p:fltVal val="0"/>
                                          </p:val>
                                        </p:tav>
                                        <p:tav tm="100000">
                                          <p:val>
                                            <p:strVal val="#ppt_h"/>
                                          </p:val>
                                        </p:tav>
                                      </p:tavLst>
                                    </p:anim>
                                    <p:animEffect transition="in" filter="fade">
                                      <p:cBhvr>
                                        <p:cTn id="46" dur="500"/>
                                        <p:tgtEl>
                                          <p:spTgt spid="22">
                                            <p:txEl>
                                              <p:pRg st="0" end="0"/>
                                            </p:txEl>
                                          </p:spTgt>
                                        </p:tgtEl>
                                      </p:cBhvr>
                                    </p:animEffect>
                                  </p:childTnLst>
                                </p:cTn>
                              </p:par>
                            </p:childTnLst>
                          </p:cTn>
                        </p:par>
                        <p:par>
                          <p:cTn id="47" fill="hold">
                            <p:stCondLst>
                              <p:cond delay="3500"/>
                            </p:stCondLst>
                            <p:childTnLst>
                              <p:par>
                                <p:cTn id="48" presetID="42" presetClass="entr" presetSubtype="0" fill="hold" grpId="0" nodeType="afterEffect" nodePh="1">
                                  <p:stCondLst>
                                    <p:cond delay="0"/>
                                  </p:stCondLst>
                                  <p:endCondLst>
                                    <p:cond evt="begin" delay="0">
                                      <p:tn val="48"/>
                                    </p:cond>
                                  </p:endCondLst>
                                  <p:childTnLst>
                                    <p:set>
                                      <p:cBhvr>
                                        <p:cTn id="49" dur="1" fill="hold">
                                          <p:stCondLst>
                                            <p:cond delay="0"/>
                                          </p:stCondLst>
                                        </p:cTn>
                                        <p:tgtEl>
                                          <p:spTgt spid="23">
                                            <p:txEl>
                                              <p:pRg st="0" end="0"/>
                                            </p:txEl>
                                          </p:spTgt>
                                        </p:tgtEl>
                                        <p:attrNameLst>
                                          <p:attrName>style.visibility</p:attrName>
                                        </p:attrNameLst>
                                      </p:cBhvr>
                                      <p:to>
                                        <p:strVal val="visible"/>
                                      </p:to>
                                    </p:set>
                                    <p:animEffect transition="in" filter="fade">
                                      <p:cBhvr>
                                        <p:cTn id="50" dur="500"/>
                                        <p:tgtEl>
                                          <p:spTgt spid="23">
                                            <p:txEl>
                                              <p:pRg st="0" end="0"/>
                                            </p:txEl>
                                          </p:spTgt>
                                        </p:tgtEl>
                                      </p:cBhvr>
                                    </p:animEffect>
                                    <p:anim calcmode="lin" valueType="num">
                                      <p:cBhvr>
                                        <p:cTn id="51" dur="500" fill="hold"/>
                                        <p:tgtEl>
                                          <p:spTgt spid="23">
                                            <p:txEl>
                                              <p:pRg st="0" end="0"/>
                                            </p:txEl>
                                          </p:spTgt>
                                        </p:tgtEl>
                                        <p:attrNameLst>
                                          <p:attrName>ppt_x</p:attrName>
                                        </p:attrNameLst>
                                      </p:cBhvr>
                                      <p:tavLst>
                                        <p:tav tm="0">
                                          <p:val>
                                            <p:strVal val="#ppt_x"/>
                                          </p:val>
                                        </p:tav>
                                        <p:tav tm="100000">
                                          <p:val>
                                            <p:strVal val="#ppt_x"/>
                                          </p:val>
                                        </p:tav>
                                      </p:tavLst>
                                    </p:anim>
                                    <p:anim calcmode="lin" valueType="num">
                                      <p:cBhvr>
                                        <p:cTn id="52" dur="500" fill="hold"/>
                                        <p:tgtEl>
                                          <p:spTgt spid="23">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build="p">
        <p:tmplLst>
          <p:tmpl lvl="1">
            <p:tnLst>
              <p:par>
                <p:cTn presetID="10" presetClass="entr" presetSubtype="0" fill="hold" nodeType="afterEffect">
                  <p:stCondLst>
                    <p:cond delay="0"/>
                  </p:stCondLst>
                  <p:childTnLst>
                    <p:set>
                      <p:cBhvr>
                        <p:cTn dur="1" fill="hold">
                          <p:stCondLst>
                            <p:cond delay="0"/>
                          </p:stCondLst>
                        </p:cTn>
                        <p:tgtEl>
                          <p:spTgt spid="3"/>
                        </p:tgtEl>
                        <p:attrNameLst>
                          <p:attrName>style.visibility</p:attrName>
                        </p:attrNameLst>
                      </p:cBhvr>
                      <p:to>
                        <p:strVal val="visible"/>
                      </p:to>
                    </p:set>
                    <p:animEffect transition="in" filter="fade">
                      <p:cBhvr>
                        <p:cTn dur="500"/>
                        <p:tgtEl>
                          <p:spTgt spid="3"/>
                        </p:tgtEl>
                      </p:cBhvr>
                    </p:animEffect>
                  </p:childTnLst>
                </p:cTn>
              </p:par>
            </p:tnLst>
          </p:tmpl>
        </p:tmplLst>
      </p:bldP>
      <p:bldP spid="8" grpId="0" animBg="1"/>
      <p:bldP spid="10" grpId="0" animBg="1"/>
      <p:bldP spid="16" grpId="0" animBg="1"/>
      <p:bldP spid="18" grpId="0" animBg="1"/>
      <p:bldP spid="19" grpId="0" animBg="1"/>
      <p:bldP spid="20" grpId="0" animBg="1"/>
      <p:bldP spid="22"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2"/>
                        </p:tgtEl>
                        <p:attrNameLst>
                          <p:attrName>style.visibility</p:attrName>
                        </p:attrNameLst>
                      </p:cBhvr>
                      <p:to>
                        <p:strVal val="visible"/>
                      </p:to>
                    </p:set>
                    <p:anim calcmode="lin" valueType="num">
                      <p:cBhvr>
                        <p:cTn dur="500" fill="hold"/>
                        <p:tgtEl>
                          <p:spTgt spid="22"/>
                        </p:tgtEl>
                        <p:attrNameLst>
                          <p:attrName>ppt_w</p:attrName>
                        </p:attrNameLst>
                      </p:cBhvr>
                      <p:tavLst>
                        <p:tav tm="0">
                          <p:val>
                            <p:fltVal val="0"/>
                          </p:val>
                        </p:tav>
                        <p:tav tm="100000">
                          <p:val>
                            <p:strVal val="#ppt_w"/>
                          </p:val>
                        </p:tav>
                      </p:tavLst>
                    </p:anim>
                    <p:anim calcmode="lin" valueType="num">
                      <p:cBhvr>
                        <p:cTn dur="500" fill="hold"/>
                        <p:tgtEl>
                          <p:spTgt spid="22"/>
                        </p:tgtEl>
                        <p:attrNameLst>
                          <p:attrName>ppt_h</p:attrName>
                        </p:attrNameLst>
                      </p:cBhvr>
                      <p:tavLst>
                        <p:tav tm="0">
                          <p:val>
                            <p:fltVal val="0"/>
                          </p:val>
                        </p:tav>
                        <p:tav tm="100000">
                          <p:val>
                            <p:strVal val="#ppt_h"/>
                          </p:val>
                        </p:tav>
                      </p:tavLst>
                    </p:anim>
                    <p:animEffect transition="in" filter="fade">
                      <p:cBhvr>
                        <p:cTn dur="500"/>
                        <p:tgtEl>
                          <p:spTgt spid="22"/>
                        </p:tgtEl>
                      </p:cBhvr>
                    </p:animEffect>
                  </p:childTnLst>
                </p:cTn>
              </p:par>
            </p:tnLst>
          </p:tmpl>
        </p:tmplLst>
      </p:bldP>
      <p:bldP spid="23"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3"/>
                        </p:tgtEl>
                        <p:attrNameLst>
                          <p:attrName>style.visibility</p:attrName>
                        </p:attrNameLst>
                      </p:cBhvr>
                      <p:to>
                        <p:strVal val="visible"/>
                      </p:to>
                    </p:set>
                    <p:animEffect transition="in" filter="fade">
                      <p:cBhvr>
                        <p:cTn dur="500"/>
                        <p:tgtEl>
                          <p:spTgt spid="23"/>
                        </p:tgtEl>
                      </p:cBhvr>
                    </p:animEffect>
                    <p:anim calcmode="lin" valueType="num">
                      <p:cBhvr>
                        <p:cTn dur="500" fill="hold"/>
                        <p:tgtEl>
                          <p:spTgt spid="23"/>
                        </p:tgtEl>
                        <p:attrNameLst>
                          <p:attrName>ppt_x</p:attrName>
                        </p:attrNameLst>
                      </p:cBhvr>
                      <p:tavLst>
                        <p:tav tm="0">
                          <p:val>
                            <p:strVal val="#ppt_x"/>
                          </p:val>
                        </p:tav>
                        <p:tav tm="100000">
                          <p:val>
                            <p:strVal val="#ppt_x"/>
                          </p:val>
                        </p:tav>
                      </p:tavLst>
                    </p:anim>
                    <p:anim calcmode="lin" valueType="num">
                      <p:cBhvr>
                        <p:cTn dur="500" fill="hold"/>
                        <p:tgtEl>
                          <p:spTgt spid="23"/>
                        </p:tgtEl>
                        <p:attrNameLst>
                          <p:attrName>ppt_y</p:attrName>
                        </p:attrNameLst>
                      </p:cBhvr>
                      <p:tavLst>
                        <p:tav tm="0">
                          <p:val>
                            <p:strVal val="#ppt_y+.1"/>
                          </p:val>
                        </p:tav>
                        <p:tav tm="100000">
                          <p:val>
                            <p:strVal val="#ppt_y"/>
                          </p:val>
                        </p:tav>
                      </p:tavLst>
                    </p:anim>
                  </p:childTnLst>
                </p:cTn>
              </p:par>
            </p:tnLst>
          </p:tmpl>
        </p:tmplLst>
      </p:bldP>
      <p:bldP spid="24"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24"/>
                        </p:tgtEl>
                        <p:attrNameLst>
                          <p:attrName>style.visibility</p:attrName>
                        </p:attrNameLst>
                      </p:cBhvr>
                      <p:to>
                        <p:strVal val="visible"/>
                      </p:to>
                    </p:set>
                    <p:animEffect transition="in" filter="fade">
                      <p:cBhvr>
                        <p:cTn dur="500"/>
                        <p:tgtEl>
                          <p:spTgt spid="24"/>
                        </p:tgtEl>
                      </p:cBhvr>
                    </p:animEffect>
                  </p:childTnLst>
                </p:cTn>
              </p:par>
            </p:tnLst>
          </p:tmpl>
        </p:tmplLst>
      </p:bldP>
    </p:bldLst>
  </p:timing>
</p:sldLayout>
</file>

<file path=ppt/slideLayouts/slideLayout717.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Tree>
    <p:extLst>
      <p:ext uri="{BB962C8B-B14F-4D97-AF65-F5344CB8AC3E}">
        <p14:creationId xmlns:p14="http://schemas.microsoft.com/office/powerpoint/2010/main" val="250682131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718.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17" name="Picture Placeholder 16"/>
          <p:cNvSpPr>
            <a:spLocks noGrp="1"/>
          </p:cNvSpPr>
          <p:nvPr>
            <p:ph type="pic" sz="quarter" idx="14" hasCustomPrompt="1"/>
          </p:nvPr>
        </p:nvSpPr>
        <p:spPr>
          <a:xfrm>
            <a:off x="1839095" y="2048259"/>
            <a:ext cx="2886714" cy="3313449"/>
          </a:xfrm>
          <a:custGeom>
            <a:avLst/>
            <a:gdLst>
              <a:gd name="connsiteX0" fmla="*/ 947087 w 3533533"/>
              <a:gd name="connsiteY0" fmla="*/ 1224307 h 4055885"/>
              <a:gd name="connsiteX1" fmla="*/ 1170091 w 3533533"/>
              <a:gd name="connsiteY1" fmla="*/ 1352331 h 4055885"/>
              <a:gd name="connsiteX2" fmla="*/ 2355380 w 3533533"/>
              <a:gd name="connsiteY2" fmla="*/ 3719063 h 4055885"/>
              <a:gd name="connsiteX3" fmla="*/ 2251556 w 3533533"/>
              <a:gd name="connsiteY3" fmla="*/ 4031211 h 4055885"/>
              <a:gd name="connsiteX4" fmla="*/ 2251557 w 3533533"/>
              <a:gd name="connsiteY4" fmla="*/ 4031210 h 4055885"/>
              <a:gd name="connsiteX5" fmla="*/ 1939409 w 3533533"/>
              <a:gd name="connsiteY5" fmla="*/ 3927386 h 4055885"/>
              <a:gd name="connsiteX6" fmla="*/ 754120 w 3533533"/>
              <a:gd name="connsiteY6" fmla="*/ 1560655 h 4055885"/>
              <a:gd name="connsiteX7" fmla="*/ 857943 w 3533533"/>
              <a:gd name="connsiteY7" fmla="*/ 1248507 h 4055885"/>
              <a:gd name="connsiteX8" fmla="*/ 947087 w 3533533"/>
              <a:gd name="connsiteY8" fmla="*/ 1224307 h 4055885"/>
              <a:gd name="connsiteX9" fmla="*/ 217642 w 3533533"/>
              <a:gd name="connsiteY9" fmla="*/ 943467 h 4055885"/>
              <a:gd name="connsiteX10" fmla="*/ 440647 w 3533533"/>
              <a:gd name="connsiteY10" fmla="*/ 1071491 h 4055885"/>
              <a:gd name="connsiteX11" fmla="*/ 1625936 w 3533533"/>
              <a:gd name="connsiteY11" fmla="*/ 3438223 h 4055885"/>
              <a:gd name="connsiteX12" fmla="*/ 1522111 w 3533533"/>
              <a:gd name="connsiteY12" fmla="*/ 3750371 h 4055885"/>
              <a:gd name="connsiteX13" fmla="*/ 1522112 w 3533533"/>
              <a:gd name="connsiteY13" fmla="*/ 3750370 h 4055885"/>
              <a:gd name="connsiteX14" fmla="*/ 1209964 w 3533533"/>
              <a:gd name="connsiteY14" fmla="*/ 3646546 h 4055885"/>
              <a:gd name="connsiteX15" fmla="*/ 24675 w 3533533"/>
              <a:gd name="connsiteY15" fmla="*/ 1279815 h 4055885"/>
              <a:gd name="connsiteX16" fmla="*/ 128499 w 3533533"/>
              <a:gd name="connsiteY16" fmla="*/ 967667 h 4055885"/>
              <a:gd name="connsiteX17" fmla="*/ 217642 w 3533533"/>
              <a:gd name="connsiteY17" fmla="*/ 943467 h 4055885"/>
              <a:gd name="connsiteX18" fmla="*/ 1888548 w 3533533"/>
              <a:gd name="connsiteY18" fmla="*/ 752811 h 4055885"/>
              <a:gd name="connsiteX19" fmla="*/ 2111553 w 3533533"/>
              <a:gd name="connsiteY19" fmla="*/ 880835 h 4055885"/>
              <a:gd name="connsiteX20" fmla="*/ 3296841 w 3533533"/>
              <a:gd name="connsiteY20" fmla="*/ 3247567 h 4055885"/>
              <a:gd name="connsiteX21" fmla="*/ 3193017 w 3533533"/>
              <a:gd name="connsiteY21" fmla="*/ 3559715 h 4055885"/>
              <a:gd name="connsiteX22" fmla="*/ 3193018 w 3533533"/>
              <a:gd name="connsiteY22" fmla="*/ 3559714 h 4055885"/>
              <a:gd name="connsiteX23" fmla="*/ 2880870 w 3533533"/>
              <a:gd name="connsiteY23" fmla="*/ 3455890 h 4055885"/>
              <a:gd name="connsiteX24" fmla="*/ 1695581 w 3533533"/>
              <a:gd name="connsiteY24" fmla="*/ 1089159 h 4055885"/>
              <a:gd name="connsiteX25" fmla="*/ 1799405 w 3533533"/>
              <a:gd name="connsiteY25" fmla="*/ 777011 h 4055885"/>
              <a:gd name="connsiteX26" fmla="*/ 1888548 w 3533533"/>
              <a:gd name="connsiteY26" fmla="*/ 752811 h 4055885"/>
              <a:gd name="connsiteX27" fmla="*/ 1011122 w 3533533"/>
              <a:gd name="connsiteY27" fmla="*/ 176488 h 4055885"/>
              <a:gd name="connsiteX28" fmla="*/ 1234126 w 3533533"/>
              <a:gd name="connsiteY28" fmla="*/ 304512 h 4055885"/>
              <a:gd name="connsiteX29" fmla="*/ 2419415 w 3533533"/>
              <a:gd name="connsiteY29" fmla="*/ 2671244 h 4055885"/>
              <a:gd name="connsiteX30" fmla="*/ 2315591 w 3533533"/>
              <a:gd name="connsiteY30" fmla="*/ 2983392 h 4055885"/>
              <a:gd name="connsiteX31" fmla="*/ 2315592 w 3533533"/>
              <a:gd name="connsiteY31" fmla="*/ 2983391 h 4055885"/>
              <a:gd name="connsiteX32" fmla="*/ 2003444 w 3533533"/>
              <a:gd name="connsiteY32" fmla="*/ 2879567 h 4055885"/>
              <a:gd name="connsiteX33" fmla="*/ 818154 w 3533533"/>
              <a:gd name="connsiteY33" fmla="*/ 512836 h 4055885"/>
              <a:gd name="connsiteX34" fmla="*/ 921978 w 3533533"/>
              <a:gd name="connsiteY34" fmla="*/ 200688 h 4055885"/>
              <a:gd name="connsiteX35" fmla="*/ 1011122 w 3533533"/>
              <a:gd name="connsiteY35" fmla="*/ 176488 h 4055885"/>
              <a:gd name="connsiteX36" fmla="*/ 2100564 w 3533533"/>
              <a:gd name="connsiteY36" fmla="*/ 475 h 4055885"/>
              <a:gd name="connsiteX37" fmla="*/ 2323569 w 3533533"/>
              <a:gd name="connsiteY37" fmla="*/ 128499 h 4055885"/>
              <a:gd name="connsiteX38" fmla="*/ 3508858 w 3533533"/>
              <a:gd name="connsiteY38" fmla="*/ 2495231 h 4055885"/>
              <a:gd name="connsiteX39" fmla="*/ 3405034 w 3533533"/>
              <a:gd name="connsiteY39" fmla="*/ 2807379 h 4055885"/>
              <a:gd name="connsiteX40" fmla="*/ 3405034 w 3533533"/>
              <a:gd name="connsiteY40" fmla="*/ 2807378 h 4055885"/>
              <a:gd name="connsiteX41" fmla="*/ 3092887 w 3533533"/>
              <a:gd name="connsiteY41" fmla="*/ 2703554 h 4055885"/>
              <a:gd name="connsiteX42" fmla="*/ 1907597 w 3533533"/>
              <a:gd name="connsiteY42" fmla="*/ 336823 h 4055885"/>
              <a:gd name="connsiteX43" fmla="*/ 2011421 w 3533533"/>
              <a:gd name="connsiteY43" fmla="*/ 24675 h 4055885"/>
              <a:gd name="connsiteX44" fmla="*/ 2100564 w 3533533"/>
              <a:gd name="connsiteY44" fmla="*/ 475 h 4055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3533533" h="4055885">
                <a:moveTo>
                  <a:pt x="947087" y="1224307"/>
                </a:moveTo>
                <a:cubicBezTo>
                  <a:pt x="1037548" y="1218495"/>
                  <a:pt x="1126946" y="1266180"/>
                  <a:pt x="1170091" y="1352331"/>
                </a:cubicBezTo>
                <a:cubicBezTo>
                  <a:pt x="1565188" y="2141242"/>
                  <a:pt x="1960283" y="2930152"/>
                  <a:pt x="2355380" y="3719063"/>
                </a:cubicBezTo>
                <a:cubicBezTo>
                  <a:pt x="2412907" y="3833931"/>
                  <a:pt x="2366424" y="3973684"/>
                  <a:pt x="2251556" y="4031211"/>
                </a:cubicBezTo>
                <a:lnTo>
                  <a:pt x="2251557" y="4031210"/>
                </a:lnTo>
                <a:cubicBezTo>
                  <a:pt x="2136689" y="4088737"/>
                  <a:pt x="1996936" y="4042254"/>
                  <a:pt x="1939409" y="3927386"/>
                </a:cubicBezTo>
                <a:lnTo>
                  <a:pt x="754120" y="1560655"/>
                </a:lnTo>
                <a:cubicBezTo>
                  <a:pt x="696592" y="1445787"/>
                  <a:pt x="743075" y="1306034"/>
                  <a:pt x="857943" y="1248507"/>
                </a:cubicBezTo>
                <a:cubicBezTo>
                  <a:pt x="886660" y="1234125"/>
                  <a:pt x="916933" y="1226244"/>
                  <a:pt x="947087" y="1224307"/>
                </a:cubicBezTo>
                <a:close/>
                <a:moveTo>
                  <a:pt x="217642" y="943467"/>
                </a:moveTo>
                <a:cubicBezTo>
                  <a:pt x="308104" y="937655"/>
                  <a:pt x="397501" y="985340"/>
                  <a:pt x="440647" y="1071491"/>
                </a:cubicBezTo>
                <a:cubicBezTo>
                  <a:pt x="835743" y="1860402"/>
                  <a:pt x="1230839" y="2649312"/>
                  <a:pt x="1625936" y="3438223"/>
                </a:cubicBezTo>
                <a:cubicBezTo>
                  <a:pt x="1683463" y="3553091"/>
                  <a:pt x="1636980" y="3692844"/>
                  <a:pt x="1522111" y="3750371"/>
                </a:cubicBezTo>
                <a:lnTo>
                  <a:pt x="1522112" y="3750370"/>
                </a:lnTo>
                <a:cubicBezTo>
                  <a:pt x="1407244" y="3807897"/>
                  <a:pt x="1267491" y="3761414"/>
                  <a:pt x="1209964" y="3646546"/>
                </a:cubicBezTo>
                <a:lnTo>
                  <a:pt x="24675" y="1279815"/>
                </a:lnTo>
                <a:cubicBezTo>
                  <a:pt x="-32852" y="1164947"/>
                  <a:pt x="13631" y="1025194"/>
                  <a:pt x="128499" y="967667"/>
                </a:cubicBezTo>
                <a:cubicBezTo>
                  <a:pt x="157216" y="953285"/>
                  <a:pt x="187488" y="945404"/>
                  <a:pt x="217642" y="943467"/>
                </a:cubicBezTo>
                <a:close/>
                <a:moveTo>
                  <a:pt x="1888548" y="752811"/>
                </a:moveTo>
                <a:cubicBezTo>
                  <a:pt x="1979010" y="747000"/>
                  <a:pt x="2068407" y="794684"/>
                  <a:pt x="2111553" y="880835"/>
                </a:cubicBezTo>
                <a:cubicBezTo>
                  <a:pt x="2506649" y="1669746"/>
                  <a:pt x="2901745" y="2458656"/>
                  <a:pt x="3296841" y="3247567"/>
                </a:cubicBezTo>
                <a:cubicBezTo>
                  <a:pt x="3354369" y="3362435"/>
                  <a:pt x="3307885" y="3502188"/>
                  <a:pt x="3193017" y="3559715"/>
                </a:cubicBezTo>
                <a:lnTo>
                  <a:pt x="3193018" y="3559714"/>
                </a:lnTo>
                <a:cubicBezTo>
                  <a:pt x="3078150" y="3617241"/>
                  <a:pt x="2938397" y="3570758"/>
                  <a:pt x="2880870" y="3455890"/>
                </a:cubicBezTo>
                <a:lnTo>
                  <a:pt x="1695581" y="1089159"/>
                </a:lnTo>
                <a:cubicBezTo>
                  <a:pt x="1638053" y="974291"/>
                  <a:pt x="1684537" y="834539"/>
                  <a:pt x="1799405" y="777011"/>
                </a:cubicBezTo>
                <a:cubicBezTo>
                  <a:pt x="1828122" y="762629"/>
                  <a:pt x="1858394" y="754748"/>
                  <a:pt x="1888548" y="752811"/>
                </a:cubicBezTo>
                <a:close/>
                <a:moveTo>
                  <a:pt x="1011122" y="176488"/>
                </a:moveTo>
                <a:cubicBezTo>
                  <a:pt x="1101583" y="170677"/>
                  <a:pt x="1190981" y="218361"/>
                  <a:pt x="1234126" y="304512"/>
                </a:cubicBezTo>
                <a:cubicBezTo>
                  <a:pt x="1629223" y="1093423"/>
                  <a:pt x="2024319" y="1882334"/>
                  <a:pt x="2419415" y="2671244"/>
                </a:cubicBezTo>
                <a:cubicBezTo>
                  <a:pt x="2476943" y="2786112"/>
                  <a:pt x="2430459" y="2925865"/>
                  <a:pt x="2315591" y="2983392"/>
                </a:cubicBezTo>
                <a:lnTo>
                  <a:pt x="2315592" y="2983391"/>
                </a:lnTo>
                <a:cubicBezTo>
                  <a:pt x="2200724" y="3040918"/>
                  <a:pt x="2060971" y="2994435"/>
                  <a:pt x="2003444" y="2879567"/>
                </a:cubicBezTo>
                <a:lnTo>
                  <a:pt x="818154" y="512836"/>
                </a:lnTo>
                <a:cubicBezTo>
                  <a:pt x="760627" y="397969"/>
                  <a:pt x="807110" y="258216"/>
                  <a:pt x="921978" y="200688"/>
                </a:cubicBezTo>
                <a:cubicBezTo>
                  <a:pt x="950695" y="186307"/>
                  <a:pt x="980968" y="178425"/>
                  <a:pt x="1011122" y="176488"/>
                </a:cubicBezTo>
                <a:close/>
                <a:moveTo>
                  <a:pt x="2100564" y="475"/>
                </a:moveTo>
                <a:cubicBezTo>
                  <a:pt x="2191026" y="-5336"/>
                  <a:pt x="2280424" y="42348"/>
                  <a:pt x="2323569" y="128499"/>
                </a:cubicBezTo>
                <a:cubicBezTo>
                  <a:pt x="2718666" y="917410"/>
                  <a:pt x="3113761" y="1706320"/>
                  <a:pt x="3508858" y="2495231"/>
                </a:cubicBezTo>
                <a:cubicBezTo>
                  <a:pt x="3566385" y="2610099"/>
                  <a:pt x="3519902" y="2749852"/>
                  <a:pt x="3405034" y="2807379"/>
                </a:cubicBezTo>
                <a:lnTo>
                  <a:pt x="3405034" y="2807378"/>
                </a:lnTo>
                <a:cubicBezTo>
                  <a:pt x="3290167" y="2864905"/>
                  <a:pt x="3150414" y="2818422"/>
                  <a:pt x="3092887" y="2703554"/>
                </a:cubicBezTo>
                <a:lnTo>
                  <a:pt x="1907597" y="336823"/>
                </a:lnTo>
                <a:cubicBezTo>
                  <a:pt x="1850070" y="221955"/>
                  <a:pt x="1896553" y="82203"/>
                  <a:pt x="2011421" y="24675"/>
                </a:cubicBezTo>
                <a:cubicBezTo>
                  <a:pt x="2040138" y="10293"/>
                  <a:pt x="2070410" y="2412"/>
                  <a:pt x="2100564" y="475"/>
                </a:cubicBezTo>
                <a:close/>
              </a:path>
            </a:pathLst>
          </a:custGeom>
          <a:solidFill>
            <a:schemeClr val="bg1">
              <a:lumMod val="85000"/>
            </a:schemeClr>
          </a:solidFill>
        </p:spPr>
        <p:txBody>
          <a:bodyPr wrap="square">
            <a:noAutofit/>
          </a:bodyPr>
          <a:lstStyle>
            <a:lvl1pPr>
              <a:defRPr baseline="0"/>
            </a:lvl1pPr>
          </a:lstStyle>
          <a:p>
            <a:r>
              <a:rPr lang="id-ID" dirty="0" smtClean="0"/>
              <a:t>Pic here</a:t>
            </a:r>
            <a:endParaRPr lang="en-AU" dirty="0"/>
          </a:p>
        </p:txBody>
      </p:sp>
      <p:sp>
        <p:nvSpPr>
          <p:cNvPr id="18" name="Text Placeholder 21"/>
          <p:cNvSpPr>
            <a:spLocks noGrp="1"/>
          </p:cNvSpPr>
          <p:nvPr>
            <p:ph type="body" sz="quarter" idx="21"/>
          </p:nvPr>
        </p:nvSpPr>
        <p:spPr>
          <a:xfrm>
            <a:off x="1727496" y="5567867"/>
            <a:ext cx="3109912" cy="291162"/>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4" name="Text Placeholder 21"/>
          <p:cNvSpPr>
            <a:spLocks noGrp="1"/>
          </p:cNvSpPr>
          <p:nvPr>
            <p:ph type="body" sz="quarter" idx="20"/>
          </p:nvPr>
        </p:nvSpPr>
        <p:spPr>
          <a:xfrm>
            <a:off x="7315633" y="2417115"/>
            <a:ext cx="4396942" cy="256811"/>
          </a:xfrm>
        </p:spPr>
        <p:txBody>
          <a:bodyPr/>
          <a:lstStyle>
            <a:lvl1pP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5" name="Text Placeholder 21"/>
          <p:cNvSpPr>
            <a:spLocks noGrp="1"/>
          </p:cNvSpPr>
          <p:nvPr>
            <p:ph type="body" sz="quarter" idx="22"/>
          </p:nvPr>
        </p:nvSpPr>
        <p:spPr>
          <a:xfrm>
            <a:off x="7315633" y="2715386"/>
            <a:ext cx="4396942" cy="448573"/>
          </a:xfrm>
        </p:spPr>
        <p:txBody>
          <a:bodyPr>
            <a:normAutofit/>
          </a:bodyPr>
          <a:lstStyle>
            <a:lvl1pP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1" name="Text Placeholder 21"/>
          <p:cNvSpPr>
            <a:spLocks noGrp="1"/>
          </p:cNvSpPr>
          <p:nvPr>
            <p:ph type="body" sz="quarter" idx="23"/>
          </p:nvPr>
        </p:nvSpPr>
        <p:spPr>
          <a:xfrm>
            <a:off x="7315633" y="3436112"/>
            <a:ext cx="4396942" cy="256811"/>
          </a:xfrm>
        </p:spPr>
        <p:txBody>
          <a:bodyPr/>
          <a:lstStyle>
            <a:lvl1pP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2" name="Text Placeholder 21"/>
          <p:cNvSpPr>
            <a:spLocks noGrp="1"/>
          </p:cNvSpPr>
          <p:nvPr>
            <p:ph type="body" sz="quarter" idx="24"/>
          </p:nvPr>
        </p:nvSpPr>
        <p:spPr>
          <a:xfrm>
            <a:off x="7315633" y="3734383"/>
            <a:ext cx="4396942" cy="448573"/>
          </a:xfrm>
        </p:spPr>
        <p:txBody>
          <a:bodyPr>
            <a:normAutofit/>
          </a:bodyPr>
          <a:lstStyle>
            <a:lvl1pP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3" name="Text Placeholder 21"/>
          <p:cNvSpPr>
            <a:spLocks noGrp="1"/>
          </p:cNvSpPr>
          <p:nvPr>
            <p:ph type="body" sz="quarter" idx="25"/>
          </p:nvPr>
        </p:nvSpPr>
        <p:spPr>
          <a:xfrm>
            <a:off x="7315633" y="4449520"/>
            <a:ext cx="4396942" cy="256811"/>
          </a:xfrm>
        </p:spPr>
        <p:txBody>
          <a:bodyPr/>
          <a:lstStyle>
            <a:lvl1pP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4" name="Text Placeholder 21"/>
          <p:cNvSpPr>
            <a:spLocks noGrp="1"/>
          </p:cNvSpPr>
          <p:nvPr>
            <p:ph type="body" sz="quarter" idx="26"/>
          </p:nvPr>
        </p:nvSpPr>
        <p:spPr>
          <a:xfrm>
            <a:off x="7315633" y="4747791"/>
            <a:ext cx="4396942" cy="448573"/>
          </a:xfrm>
        </p:spPr>
        <p:txBody>
          <a:bodyPr>
            <a:normAutofit/>
          </a:bodyPr>
          <a:lstStyle>
            <a:lvl1pP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5" name="Oval 24"/>
          <p:cNvSpPr/>
          <p:nvPr userDrawn="1"/>
        </p:nvSpPr>
        <p:spPr>
          <a:xfrm>
            <a:off x="6059039" y="6567361"/>
            <a:ext cx="130810" cy="13081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6" name="Oval 25"/>
          <p:cNvSpPr/>
          <p:nvPr userDrawn="1"/>
        </p:nvSpPr>
        <p:spPr>
          <a:xfrm>
            <a:off x="5867450" y="6278852"/>
            <a:ext cx="196034" cy="196034"/>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7" name="Oval 26"/>
          <p:cNvSpPr/>
          <p:nvPr userDrawn="1"/>
        </p:nvSpPr>
        <p:spPr>
          <a:xfrm>
            <a:off x="6104759" y="6188934"/>
            <a:ext cx="130810" cy="13081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8" name="Oval 27"/>
          <p:cNvSpPr/>
          <p:nvPr userDrawn="1"/>
        </p:nvSpPr>
        <p:spPr>
          <a:xfrm>
            <a:off x="6276844" y="6207097"/>
            <a:ext cx="196034" cy="196034"/>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9" name="Oval 28"/>
          <p:cNvSpPr/>
          <p:nvPr userDrawn="1"/>
        </p:nvSpPr>
        <p:spPr>
          <a:xfrm>
            <a:off x="5932674" y="5972031"/>
            <a:ext cx="196034" cy="196034"/>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0" name="Oval 29"/>
          <p:cNvSpPr/>
          <p:nvPr userDrawn="1"/>
        </p:nvSpPr>
        <p:spPr>
          <a:xfrm>
            <a:off x="6194113" y="5651678"/>
            <a:ext cx="414701" cy="414701"/>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1" name="Oval 30"/>
          <p:cNvSpPr/>
          <p:nvPr userDrawn="1"/>
        </p:nvSpPr>
        <p:spPr>
          <a:xfrm>
            <a:off x="5655825" y="5288725"/>
            <a:ext cx="538288" cy="53828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Tree>
    <p:extLst>
      <p:ext uri="{BB962C8B-B14F-4D97-AF65-F5344CB8AC3E}">
        <p14:creationId xmlns:p14="http://schemas.microsoft.com/office/powerpoint/2010/main" val="33142380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10" presetClass="entr" presetSubtype="0" fill="hold" grpId="0" nodeType="afterEffect">
                                  <p:stCondLst>
                                    <p:cond delay="0"/>
                                  </p:stCondLst>
                                  <p:childTnLst>
                                    <p:set>
                                      <p:cBhvr>
                                        <p:cTn id="20" dur="1" fill="hold">
                                          <p:stCondLst>
                                            <p:cond delay="0"/>
                                          </p:stCondLst>
                                        </p:cTn>
                                        <p:tgtEl>
                                          <p:spTgt spid="17"/>
                                        </p:tgtEl>
                                        <p:attrNameLst>
                                          <p:attrName>style.visibility</p:attrName>
                                        </p:attrNameLst>
                                      </p:cBhvr>
                                      <p:to>
                                        <p:strVal val="visible"/>
                                      </p:to>
                                    </p:set>
                                    <p:animEffect transition="in" filter="fade">
                                      <p:cBhvr>
                                        <p:cTn id="21" dur="500"/>
                                        <p:tgtEl>
                                          <p:spTgt spid="17"/>
                                        </p:tgtEl>
                                      </p:cBhvr>
                                    </p:animEffect>
                                  </p:childTnLst>
                                </p:cTn>
                              </p:par>
                            </p:childTnLst>
                          </p:cTn>
                        </p:par>
                        <p:par>
                          <p:cTn id="22" fill="hold">
                            <p:stCondLst>
                              <p:cond delay="2000"/>
                            </p:stCondLst>
                            <p:childTnLst>
                              <p:par>
                                <p:cTn id="23" presetID="42" presetClass="entr" presetSubtype="0" fill="hold" grpId="0" nodeType="afterEffect" nodePh="1">
                                  <p:stCondLst>
                                    <p:cond delay="0"/>
                                  </p:stCondLst>
                                  <p:endCondLst>
                                    <p:cond evt="begin" delay="0">
                                      <p:tn val="23"/>
                                    </p:cond>
                                  </p:endCondLst>
                                  <p:childTnLst>
                                    <p:set>
                                      <p:cBhvr>
                                        <p:cTn id="24" dur="1" fill="hold">
                                          <p:stCondLst>
                                            <p:cond delay="0"/>
                                          </p:stCondLst>
                                        </p:cTn>
                                        <p:tgtEl>
                                          <p:spTgt spid="18">
                                            <p:txEl>
                                              <p:pRg st="0" end="0"/>
                                            </p:txEl>
                                          </p:spTgt>
                                        </p:tgtEl>
                                        <p:attrNameLst>
                                          <p:attrName>style.visibility</p:attrName>
                                        </p:attrNameLst>
                                      </p:cBhvr>
                                      <p:to>
                                        <p:strVal val="visible"/>
                                      </p:to>
                                    </p:set>
                                    <p:animEffect transition="in" filter="fade">
                                      <p:cBhvr>
                                        <p:cTn id="25" dur="500"/>
                                        <p:tgtEl>
                                          <p:spTgt spid="18">
                                            <p:txEl>
                                              <p:pRg st="0" end="0"/>
                                            </p:txEl>
                                          </p:spTgt>
                                        </p:tgtEl>
                                      </p:cBhvr>
                                    </p:animEffect>
                                    <p:anim calcmode="lin" valueType="num">
                                      <p:cBhvr>
                                        <p:cTn id="26" dur="500" fill="hold"/>
                                        <p:tgtEl>
                                          <p:spTgt spid="18">
                                            <p:txEl>
                                              <p:pRg st="0" end="0"/>
                                            </p:txEl>
                                          </p:spTgt>
                                        </p:tgtEl>
                                        <p:attrNameLst>
                                          <p:attrName>ppt_x</p:attrName>
                                        </p:attrNameLst>
                                      </p:cBhvr>
                                      <p:tavLst>
                                        <p:tav tm="0">
                                          <p:val>
                                            <p:strVal val="#ppt_x"/>
                                          </p:val>
                                        </p:tav>
                                        <p:tav tm="100000">
                                          <p:val>
                                            <p:strVal val="#ppt_x"/>
                                          </p:val>
                                        </p:tav>
                                      </p:tavLst>
                                    </p:anim>
                                    <p:anim calcmode="lin" valueType="num">
                                      <p:cBhvr>
                                        <p:cTn id="27" dur="500" fill="hold"/>
                                        <p:tgtEl>
                                          <p:spTgt spid="18">
                                            <p:txEl>
                                              <p:pRg st="0" end="0"/>
                                            </p:txEl>
                                          </p:spTgt>
                                        </p:tgtEl>
                                        <p:attrNameLst>
                                          <p:attrName>ppt_y</p:attrName>
                                        </p:attrNameLst>
                                      </p:cBhvr>
                                      <p:tavLst>
                                        <p:tav tm="0">
                                          <p:val>
                                            <p:strVal val="#ppt_y+.1"/>
                                          </p:val>
                                        </p:tav>
                                        <p:tav tm="100000">
                                          <p:val>
                                            <p:strVal val="#ppt_y"/>
                                          </p:val>
                                        </p:tav>
                                      </p:tavLst>
                                    </p:anim>
                                  </p:childTnLst>
                                </p:cTn>
                              </p:par>
                            </p:childTnLst>
                          </p:cTn>
                        </p:par>
                        <p:par>
                          <p:cTn id="28" fill="hold">
                            <p:stCondLst>
                              <p:cond delay="2500"/>
                            </p:stCondLst>
                            <p:childTnLst>
                              <p:par>
                                <p:cTn id="29" presetID="53" presetClass="entr" presetSubtype="16" fill="hold" grpId="0" nodeType="afterEffect" nodePh="1">
                                  <p:stCondLst>
                                    <p:cond delay="0"/>
                                  </p:stCondLst>
                                  <p:endCondLst>
                                    <p:cond evt="begin" delay="0">
                                      <p:tn val="29"/>
                                    </p:cond>
                                  </p:endCondLst>
                                  <p:childTnLst>
                                    <p:set>
                                      <p:cBhvr>
                                        <p:cTn id="30" dur="1" fill="hold">
                                          <p:stCondLst>
                                            <p:cond delay="0"/>
                                          </p:stCondLst>
                                        </p:cTn>
                                        <p:tgtEl>
                                          <p:spTgt spid="14">
                                            <p:txEl>
                                              <p:pRg st="0" end="0"/>
                                            </p:txEl>
                                          </p:spTgt>
                                        </p:tgtEl>
                                        <p:attrNameLst>
                                          <p:attrName>style.visibility</p:attrName>
                                        </p:attrNameLst>
                                      </p:cBhvr>
                                      <p:to>
                                        <p:strVal val="visible"/>
                                      </p:to>
                                    </p:set>
                                    <p:anim calcmode="lin" valueType="num">
                                      <p:cBhvr>
                                        <p:cTn id="31" dur="500" fill="hold"/>
                                        <p:tgtEl>
                                          <p:spTgt spid="14">
                                            <p:txEl>
                                              <p:pRg st="0" end="0"/>
                                            </p:txEl>
                                          </p:spTgt>
                                        </p:tgtEl>
                                        <p:attrNameLst>
                                          <p:attrName>ppt_w</p:attrName>
                                        </p:attrNameLst>
                                      </p:cBhvr>
                                      <p:tavLst>
                                        <p:tav tm="0">
                                          <p:val>
                                            <p:fltVal val="0"/>
                                          </p:val>
                                        </p:tav>
                                        <p:tav tm="100000">
                                          <p:val>
                                            <p:strVal val="#ppt_w"/>
                                          </p:val>
                                        </p:tav>
                                      </p:tavLst>
                                    </p:anim>
                                    <p:anim calcmode="lin" valueType="num">
                                      <p:cBhvr>
                                        <p:cTn id="32" dur="500" fill="hold"/>
                                        <p:tgtEl>
                                          <p:spTgt spid="14">
                                            <p:txEl>
                                              <p:pRg st="0" end="0"/>
                                            </p:txEl>
                                          </p:spTgt>
                                        </p:tgtEl>
                                        <p:attrNameLst>
                                          <p:attrName>ppt_h</p:attrName>
                                        </p:attrNameLst>
                                      </p:cBhvr>
                                      <p:tavLst>
                                        <p:tav tm="0">
                                          <p:val>
                                            <p:fltVal val="0"/>
                                          </p:val>
                                        </p:tav>
                                        <p:tav tm="100000">
                                          <p:val>
                                            <p:strVal val="#ppt_h"/>
                                          </p:val>
                                        </p:tav>
                                      </p:tavLst>
                                    </p:anim>
                                    <p:animEffect transition="in" filter="fade">
                                      <p:cBhvr>
                                        <p:cTn id="33" dur="500"/>
                                        <p:tgtEl>
                                          <p:spTgt spid="14">
                                            <p:txEl>
                                              <p:pRg st="0" end="0"/>
                                            </p:txEl>
                                          </p:spTgt>
                                        </p:tgtEl>
                                      </p:cBhvr>
                                    </p:animEffect>
                                  </p:childTnLst>
                                </p:cTn>
                              </p:par>
                            </p:childTnLst>
                          </p:cTn>
                        </p:par>
                        <p:par>
                          <p:cTn id="34" fill="hold">
                            <p:stCondLst>
                              <p:cond delay="3000"/>
                            </p:stCondLst>
                            <p:childTnLst>
                              <p:par>
                                <p:cTn id="35" presetID="42" presetClass="entr" presetSubtype="0" fill="hold" grpId="0" nodeType="afterEffect" nodePh="1">
                                  <p:stCondLst>
                                    <p:cond delay="0"/>
                                  </p:stCondLst>
                                  <p:endCondLst>
                                    <p:cond evt="begin" delay="0">
                                      <p:tn val="35"/>
                                    </p:cond>
                                  </p:endCondLst>
                                  <p:childTnLst>
                                    <p:set>
                                      <p:cBhvr>
                                        <p:cTn id="36" dur="1" fill="hold">
                                          <p:stCondLst>
                                            <p:cond delay="0"/>
                                          </p:stCondLst>
                                        </p:cTn>
                                        <p:tgtEl>
                                          <p:spTgt spid="15">
                                            <p:txEl>
                                              <p:pRg st="0" end="0"/>
                                            </p:txEl>
                                          </p:spTgt>
                                        </p:tgtEl>
                                        <p:attrNameLst>
                                          <p:attrName>style.visibility</p:attrName>
                                        </p:attrNameLst>
                                      </p:cBhvr>
                                      <p:to>
                                        <p:strVal val="visible"/>
                                      </p:to>
                                    </p:set>
                                    <p:animEffect transition="in" filter="fade">
                                      <p:cBhvr>
                                        <p:cTn id="37" dur="500"/>
                                        <p:tgtEl>
                                          <p:spTgt spid="15">
                                            <p:txEl>
                                              <p:pRg st="0" end="0"/>
                                            </p:txEl>
                                          </p:spTgt>
                                        </p:tgtEl>
                                      </p:cBhvr>
                                    </p:animEffect>
                                    <p:anim calcmode="lin" valueType="num">
                                      <p:cBhvr>
                                        <p:cTn id="38" dur="500" fill="hold"/>
                                        <p:tgtEl>
                                          <p:spTgt spid="15">
                                            <p:txEl>
                                              <p:pRg st="0" end="0"/>
                                            </p:txEl>
                                          </p:spTgt>
                                        </p:tgtEl>
                                        <p:attrNameLst>
                                          <p:attrName>ppt_x</p:attrName>
                                        </p:attrNameLst>
                                      </p:cBhvr>
                                      <p:tavLst>
                                        <p:tav tm="0">
                                          <p:val>
                                            <p:strVal val="#ppt_x"/>
                                          </p:val>
                                        </p:tav>
                                        <p:tav tm="100000">
                                          <p:val>
                                            <p:strVal val="#ppt_x"/>
                                          </p:val>
                                        </p:tav>
                                      </p:tavLst>
                                    </p:anim>
                                    <p:anim calcmode="lin" valueType="num">
                                      <p:cBhvr>
                                        <p:cTn id="39" dur="500" fill="hold"/>
                                        <p:tgtEl>
                                          <p:spTgt spid="15">
                                            <p:txEl>
                                              <p:pRg st="0" end="0"/>
                                            </p:txEl>
                                          </p:spTgt>
                                        </p:tgtEl>
                                        <p:attrNameLst>
                                          <p:attrName>ppt_y</p:attrName>
                                        </p:attrNameLst>
                                      </p:cBhvr>
                                      <p:tavLst>
                                        <p:tav tm="0">
                                          <p:val>
                                            <p:strVal val="#ppt_y+.1"/>
                                          </p:val>
                                        </p:tav>
                                        <p:tav tm="100000">
                                          <p:val>
                                            <p:strVal val="#ppt_y"/>
                                          </p:val>
                                        </p:tav>
                                      </p:tavLst>
                                    </p:anim>
                                  </p:childTnLst>
                                </p:cTn>
                              </p:par>
                            </p:childTnLst>
                          </p:cTn>
                        </p:par>
                        <p:par>
                          <p:cTn id="40" fill="hold">
                            <p:stCondLst>
                              <p:cond delay="3500"/>
                            </p:stCondLst>
                            <p:childTnLst>
                              <p:par>
                                <p:cTn id="41" presetID="53" presetClass="entr" presetSubtype="16" fill="hold" grpId="0" nodeType="afterEffect" nodePh="1">
                                  <p:stCondLst>
                                    <p:cond delay="0"/>
                                  </p:stCondLst>
                                  <p:endCondLst>
                                    <p:cond evt="begin" delay="0">
                                      <p:tn val="41"/>
                                    </p:cond>
                                  </p:endCondLst>
                                  <p:childTnLst>
                                    <p:set>
                                      <p:cBhvr>
                                        <p:cTn id="42" dur="1" fill="hold">
                                          <p:stCondLst>
                                            <p:cond delay="0"/>
                                          </p:stCondLst>
                                        </p:cTn>
                                        <p:tgtEl>
                                          <p:spTgt spid="21">
                                            <p:txEl>
                                              <p:pRg st="0" end="0"/>
                                            </p:txEl>
                                          </p:spTgt>
                                        </p:tgtEl>
                                        <p:attrNameLst>
                                          <p:attrName>style.visibility</p:attrName>
                                        </p:attrNameLst>
                                      </p:cBhvr>
                                      <p:to>
                                        <p:strVal val="visible"/>
                                      </p:to>
                                    </p:set>
                                    <p:anim calcmode="lin" valueType="num">
                                      <p:cBhvr>
                                        <p:cTn id="43" dur="500" fill="hold"/>
                                        <p:tgtEl>
                                          <p:spTgt spid="21">
                                            <p:txEl>
                                              <p:pRg st="0" end="0"/>
                                            </p:txEl>
                                          </p:spTgt>
                                        </p:tgtEl>
                                        <p:attrNameLst>
                                          <p:attrName>ppt_w</p:attrName>
                                        </p:attrNameLst>
                                      </p:cBhvr>
                                      <p:tavLst>
                                        <p:tav tm="0">
                                          <p:val>
                                            <p:fltVal val="0"/>
                                          </p:val>
                                        </p:tav>
                                        <p:tav tm="100000">
                                          <p:val>
                                            <p:strVal val="#ppt_w"/>
                                          </p:val>
                                        </p:tav>
                                      </p:tavLst>
                                    </p:anim>
                                    <p:anim calcmode="lin" valueType="num">
                                      <p:cBhvr>
                                        <p:cTn id="44" dur="500" fill="hold"/>
                                        <p:tgtEl>
                                          <p:spTgt spid="21">
                                            <p:txEl>
                                              <p:pRg st="0" end="0"/>
                                            </p:txEl>
                                          </p:spTgt>
                                        </p:tgtEl>
                                        <p:attrNameLst>
                                          <p:attrName>ppt_h</p:attrName>
                                        </p:attrNameLst>
                                      </p:cBhvr>
                                      <p:tavLst>
                                        <p:tav tm="0">
                                          <p:val>
                                            <p:fltVal val="0"/>
                                          </p:val>
                                        </p:tav>
                                        <p:tav tm="100000">
                                          <p:val>
                                            <p:strVal val="#ppt_h"/>
                                          </p:val>
                                        </p:tav>
                                      </p:tavLst>
                                    </p:anim>
                                    <p:animEffect transition="in" filter="fade">
                                      <p:cBhvr>
                                        <p:cTn id="45" dur="500"/>
                                        <p:tgtEl>
                                          <p:spTgt spid="21">
                                            <p:txEl>
                                              <p:pRg st="0" end="0"/>
                                            </p:txEl>
                                          </p:spTgt>
                                        </p:tgtEl>
                                      </p:cBhvr>
                                    </p:animEffect>
                                  </p:childTnLst>
                                </p:cTn>
                              </p:par>
                            </p:childTnLst>
                          </p:cTn>
                        </p:par>
                        <p:par>
                          <p:cTn id="46" fill="hold">
                            <p:stCondLst>
                              <p:cond delay="4000"/>
                            </p:stCondLst>
                            <p:childTnLst>
                              <p:par>
                                <p:cTn id="47" presetID="42" presetClass="entr" presetSubtype="0" fill="hold" grpId="0" nodeType="afterEffect" nodePh="1">
                                  <p:stCondLst>
                                    <p:cond delay="0"/>
                                  </p:stCondLst>
                                  <p:endCondLst>
                                    <p:cond evt="begin" delay="0">
                                      <p:tn val="47"/>
                                    </p:cond>
                                  </p:endCondLst>
                                  <p:childTnLst>
                                    <p:set>
                                      <p:cBhvr>
                                        <p:cTn id="48" dur="1" fill="hold">
                                          <p:stCondLst>
                                            <p:cond delay="0"/>
                                          </p:stCondLst>
                                        </p:cTn>
                                        <p:tgtEl>
                                          <p:spTgt spid="22">
                                            <p:txEl>
                                              <p:pRg st="0" end="0"/>
                                            </p:txEl>
                                          </p:spTgt>
                                        </p:tgtEl>
                                        <p:attrNameLst>
                                          <p:attrName>style.visibility</p:attrName>
                                        </p:attrNameLst>
                                      </p:cBhvr>
                                      <p:to>
                                        <p:strVal val="visible"/>
                                      </p:to>
                                    </p:set>
                                    <p:animEffect transition="in" filter="fade">
                                      <p:cBhvr>
                                        <p:cTn id="49" dur="500"/>
                                        <p:tgtEl>
                                          <p:spTgt spid="22">
                                            <p:txEl>
                                              <p:pRg st="0" end="0"/>
                                            </p:txEl>
                                          </p:spTgt>
                                        </p:tgtEl>
                                      </p:cBhvr>
                                    </p:animEffect>
                                    <p:anim calcmode="lin" valueType="num">
                                      <p:cBhvr>
                                        <p:cTn id="50" dur="500" fill="hold"/>
                                        <p:tgtEl>
                                          <p:spTgt spid="22">
                                            <p:txEl>
                                              <p:pRg st="0" end="0"/>
                                            </p:txEl>
                                          </p:spTgt>
                                        </p:tgtEl>
                                        <p:attrNameLst>
                                          <p:attrName>ppt_x</p:attrName>
                                        </p:attrNameLst>
                                      </p:cBhvr>
                                      <p:tavLst>
                                        <p:tav tm="0">
                                          <p:val>
                                            <p:strVal val="#ppt_x"/>
                                          </p:val>
                                        </p:tav>
                                        <p:tav tm="100000">
                                          <p:val>
                                            <p:strVal val="#ppt_x"/>
                                          </p:val>
                                        </p:tav>
                                      </p:tavLst>
                                    </p:anim>
                                    <p:anim calcmode="lin" valueType="num">
                                      <p:cBhvr>
                                        <p:cTn id="51" dur="500" fill="hold"/>
                                        <p:tgtEl>
                                          <p:spTgt spid="22">
                                            <p:txEl>
                                              <p:pRg st="0" end="0"/>
                                            </p:txEl>
                                          </p:spTgt>
                                        </p:tgtEl>
                                        <p:attrNameLst>
                                          <p:attrName>ppt_y</p:attrName>
                                        </p:attrNameLst>
                                      </p:cBhvr>
                                      <p:tavLst>
                                        <p:tav tm="0">
                                          <p:val>
                                            <p:strVal val="#ppt_y+.1"/>
                                          </p:val>
                                        </p:tav>
                                        <p:tav tm="100000">
                                          <p:val>
                                            <p:strVal val="#ppt_y"/>
                                          </p:val>
                                        </p:tav>
                                      </p:tavLst>
                                    </p:anim>
                                  </p:childTnLst>
                                </p:cTn>
                              </p:par>
                            </p:childTnLst>
                          </p:cTn>
                        </p:par>
                        <p:par>
                          <p:cTn id="52" fill="hold">
                            <p:stCondLst>
                              <p:cond delay="4500"/>
                            </p:stCondLst>
                            <p:childTnLst>
                              <p:par>
                                <p:cTn id="53" presetID="53" presetClass="entr" presetSubtype="16" fill="hold" grpId="0" nodeType="afterEffect" nodePh="1">
                                  <p:stCondLst>
                                    <p:cond delay="0"/>
                                  </p:stCondLst>
                                  <p:endCondLst>
                                    <p:cond evt="begin" delay="0">
                                      <p:tn val="53"/>
                                    </p:cond>
                                  </p:endCondLst>
                                  <p:childTnLst>
                                    <p:set>
                                      <p:cBhvr>
                                        <p:cTn id="54" dur="1" fill="hold">
                                          <p:stCondLst>
                                            <p:cond delay="0"/>
                                          </p:stCondLst>
                                        </p:cTn>
                                        <p:tgtEl>
                                          <p:spTgt spid="23">
                                            <p:txEl>
                                              <p:pRg st="0" end="0"/>
                                            </p:txEl>
                                          </p:spTgt>
                                        </p:tgtEl>
                                        <p:attrNameLst>
                                          <p:attrName>style.visibility</p:attrName>
                                        </p:attrNameLst>
                                      </p:cBhvr>
                                      <p:to>
                                        <p:strVal val="visible"/>
                                      </p:to>
                                    </p:set>
                                    <p:anim calcmode="lin" valueType="num">
                                      <p:cBhvr>
                                        <p:cTn id="55" dur="500" fill="hold"/>
                                        <p:tgtEl>
                                          <p:spTgt spid="23">
                                            <p:txEl>
                                              <p:pRg st="0" end="0"/>
                                            </p:txEl>
                                          </p:spTgt>
                                        </p:tgtEl>
                                        <p:attrNameLst>
                                          <p:attrName>ppt_w</p:attrName>
                                        </p:attrNameLst>
                                      </p:cBhvr>
                                      <p:tavLst>
                                        <p:tav tm="0">
                                          <p:val>
                                            <p:fltVal val="0"/>
                                          </p:val>
                                        </p:tav>
                                        <p:tav tm="100000">
                                          <p:val>
                                            <p:strVal val="#ppt_w"/>
                                          </p:val>
                                        </p:tav>
                                      </p:tavLst>
                                    </p:anim>
                                    <p:anim calcmode="lin" valueType="num">
                                      <p:cBhvr>
                                        <p:cTn id="56" dur="500" fill="hold"/>
                                        <p:tgtEl>
                                          <p:spTgt spid="23">
                                            <p:txEl>
                                              <p:pRg st="0" end="0"/>
                                            </p:txEl>
                                          </p:spTgt>
                                        </p:tgtEl>
                                        <p:attrNameLst>
                                          <p:attrName>ppt_h</p:attrName>
                                        </p:attrNameLst>
                                      </p:cBhvr>
                                      <p:tavLst>
                                        <p:tav tm="0">
                                          <p:val>
                                            <p:fltVal val="0"/>
                                          </p:val>
                                        </p:tav>
                                        <p:tav tm="100000">
                                          <p:val>
                                            <p:strVal val="#ppt_h"/>
                                          </p:val>
                                        </p:tav>
                                      </p:tavLst>
                                    </p:anim>
                                    <p:animEffect transition="in" filter="fade">
                                      <p:cBhvr>
                                        <p:cTn id="57" dur="500"/>
                                        <p:tgtEl>
                                          <p:spTgt spid="23">
                                            <p:txEl>
                                              <p:pRg st="0" end="0"/>
                                            </p:txEl>
                                          </p:spTgt>
                                        </p:tgtEl>
                                      </p:cBhvr>
                                    </p:animEffect>
                                  </p:childTnLst>
                                </p:cTn>
                              </p:par>
                            </p:childTnLst>
                          </p:cTn>
                        </p:par>
                        <p:par>
                          <p:cTn id="58" fill="hold">
                            <p:stCondLst>
                              <p:cond delay="5000"/>
                            </p:stCondLst>
                            <p:childTnLst>
                              <p:par>
                                <p:cTn id="59" presetID="42" presetClass="entr" presetSubtype="0" fill="hold" grpId="0" nodeType="afterEffect" nodePh="1">
                                  <p:stCondLst>
                                    <p:cond delay="0"/>
                                  </p:stCondLst>
                                  <p:endCondLst>
                                    <p:cond evt="begin" delay="0">
                                      <p:tn val="59"/>
                                    </p:cond>
                                  </p:endCondLst>
                                  <p:childTnLst>
                                    <p:set>
                                      <p:cBhvr>
                                        <p:cTn id="60" dur="1" fill="hold">
                                          <p:stCondLst>
                                            <p:cond delay="0"/>
                                          </p:stCondLst>
                                        </p:cTn>
                                        <p:tgtEl>
                                          <p:spTgt spid="24">
                                            <p:txEl>
                                              <p:pRg st="0" end="0"/>
                                            </p:txEl>
                                          </p:spTgt>
                                        </p:tgtEl>
                                        <p:attrNameLst>
                                          <p:attrName>style.visibility</p:attrName>
                                        </p:attrNameLst>
                                      </p:cBhvr>
                                      <p:to>
                                        <p:strVal val="visible"/>
                                      </p:to>
                                    </p:set>
                                    <p:animEffect transition="in" filter="fade">
                                      <p:cBhvr>
                                        <p:cTn id="61" dur="500"/>
                                        <p:tgtEl>
                                          <p:spTgt spid="24">
                                            <p:txEl>
                                              <p:pRg st="0" end="0"/>
                                            </p:txEl>
                                          </p:spTgt>
                                        </p:tgtEl>
                                      </p:cBhvr>
                                    </p:animEffect>
                                    <p:anim calcmode="lin" valueType="num">
                                      <p:cBhvr>
                                        <p:cTn id="62"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p:cTn id="63" dur="500" fill="hold"/>
                                        <p:tgtEl>
                                          <p:spTgt spid="24">
                                            <p:txEl>
                                              <p:pRg st="0" end="0"/>
                                            </p:txEl>
                                          </p:spTgt>
                                        </p:tgtEl>
                                        <p:attrNameLst>
                                          <p:attrName>ppt_y</p:attrName>
                                        </p:attrNameLst>
                                      </p:cBhvr>
                                      <p:tavLst>
                                        <p:tav tm="0">
                                          <p:val>
                                            <p:strVal val="#ppt_y+.1"/>
                                          </p:val>
                                        </p:tav>
                                        <p:tav tm="100000">
                                          <p:val>
                                            <p:strVal val="#ppt_y"/>
                                          </p:val>
                                        </p:tav>
                                      </p:tavLst>
                                    </p:anim>
                                  </p:childTnLst>
                                </p:cTn>
                              </p:par>
                            </p:childTnLst>
                          </p:cTn>
                        </p:par>
                        <p:par>
                          <p:cTn id="64" fill="hold">
                            <p:stCondLst>
                              <p:cond delay="5500"/>
                            </p:stCondLst>
                            <p:childTnLst>
                              <p:par>
                                <p:cTn id="65" presetID="42" presetClass="entr" presetSubtype="0" fill="hold" grpId="0" nodeType="afterEffect">
                                  <p:stCondLst>
                                    <p:cond delay="0"/>
                                  </p:stCondLst>
                                  <p:childTnLst>
                                    <p:set>
                                      <p:cBhvr>
                                        <p:cTn id="66" dur="1" fill="hold">
                                          <p:stCondLst>
                                            <p:cond delay="0"/>
                                          </p:stCondLst>
                                        </p:cTn>
                                        <p:tgtEl>
                                          <p:spTgt spid="25"/>
                                        </p:tgtEl>
                                        <p:attrNameLst>
                                          <p:attrName>style.visibility</p:attrName>
                                        </p:attrNameLst>
                                      </p:cBhvr>
                                      <p:to>
                                        <p:strVal val="visible"/>
                                      </p:to>
                                    </p:set>
                                    <p:animEffect transition="in" filter="fade">
                                      <p:cBhvr>
                                        <p:cTn id="67" dur="500"/>
                                        <p:tgtEl>
                                          <p:spTgt spid="25"/>
                                        </p:tgtEl>
                                      </p:cBhvr>
                                    </p:animEffect>
                                    <p:anim calcmode="lin" valueType="num">
                                      <p:cBhvr>
                                        <p:cTn id="68" dur="500" fill="hold"/>
                                        <p:tgtEl>
                                          <p:spTgt spid="25"/>
                                        </p:tgtEl>
                                        <p:attrNameLst>
                                          <p:attrName>ppt_x</p:attrName>
                                        </p:attrNameLst>
                                      </p:cBhvr>
                                      <p:tavLst>
                                        <p:tav tm="0">
                                          <p:val>
                                            <p:strVal val="#ppt_x"/>
                                          </p:val>
                                        </p:tav>
                                        <p:tav tm="100000">
                                          <p:val>
                                            <p:strVal val="#ppt_x"/>
                                          </p:val>
                                        </p:tav>
                                      </p:tavLst>
                                    </p:anim>
                                    <p:anim calcmode="lin" valueType="num">
                                      <p:cBhvr>
                                        <p:cTn id="69" dur="500" fill="hold"/>
                                        <p:tgtEl>
                                          <p:spTgt spid="25"/>
                                        </p:tgtEl>
                                        <p:attrNameLst>
                                          <p:attrName>ppt_y</p:attrName>
                                        </p:attrNameLst>
                                      </p:cBhvr>
                                      <p:tavLst>
                                        <p:tav tm="0">
                                          <p:val>
                                            <p:strVal val="#ppt_y+.1"/>
                                          </p:val>
                                        </p:tav>
                                        <p:tav tm="100000">
                                          <p:val>
                                            <p:strVal val="#ppt_y"/>
                                          </p:val>
                                        </p:tav>
                                      </p:tavLst>
                                    </p:anim>
                                  </p:childTnLst>
                                </p:cTn>
                              </p:par>
                              <p:par>
                                <p:cTn id="70" presetID="42" presetClass="entr" presetSubtype="0" fill="hold" grpId="0" nodeType="withEffect">
                                  <p:stCondLst>
                                    <p:cond delay="0"/>
                                  </p:stCondLst>
                                  <p:childTnLst>
                                    <p:set>
                                      <p:cBhvr>
                                        <p:cTn id="71" dur="1" fill="hold">
                                          <p:stCondLst>
                                            <p:cond delay="0"/>
                                          </p:stCondLst>
                                        </p:cTn>
                                        <p:tgtEl>
                                          <p:spTgt spid="26"/>
                                        </p:tgtEl>
                                        <p:attrNameLst>
                                          <p:attrName>style.visibility</p:attrName>
                                        </p:attrNameLst>
                                      </p:cBhvr>
                                      <p:to>
                                        <p:strVal val="visible"/>
                                      </p:to>
                                    </p:set>
                                    <p:animEffect transition="in" filter="fade">
                                      <p:cBhvr>
                                        <p:cTn id="72" dur="500"/>
                                        <p:tgtEl>
                                          <p:spTgt spid="26"/>
                                        </p:tgtEl>
                                      </p:cBhvr>
                                    </p:animEffect>
                                    <p:anim calcmode="lin" valueType="num">
                                      <p:cBhvr>
                                        <p:cTn id="73" dur="500" fill="hold"/>
                                        <p:tgtEl>
                                          <p:spTgt spid="26"/>
                                        </p:tgtEl>
                                        <p:attrNameLst>
                                          <p:attrName>ppt_x</p:attrName>
                                        </p:attrNameLst>
                                      </p:cBhvr>
                                      <p:tavLst>
                                        <p:tav tm="0">
                                          <p:val>
                                            <p:strVal val="#ppt_x"/>
                                          </p:val>
                                        </p:tav>
                                        <p:tav tm="100000">
                                          <p:val>
                                            <p:strVal val="#ppt_x"/>
                                          </p:val>
                                        </p:tav>
                                      </p:tavLst>
                                    </p:anim>
                                    <p:anim calcmode="lin" valueType="num">
                                      <p:cBhvr>
                                        <p:cTn id="74" dur="500" fill="hold"/>
                                        <p:tgtEl>
                                          <p:spTgt spid="26"/>
                                        </p:tgtEl>
                                        <p:attrNameLst>
                                          <p:attrName>ppt_y</p:attrName>
                                        </p:attrNameLst>
                                      </p:cBhvr>
                                      <p:tavLst>
                                        <p:tav tm="0">
                                          <p:val>
                                            <p:strVal val="#ppt_y+.1"/>
                                          </p:val>
                                        </p:tav>
                                        <p:tav tm="100000">
                                          <p:val>
                                            <p:strVal val="#ppt_y"/>
                                          </p:val>
                                        </p:tav>
                                      </p:tavLst>
                                    </p:anim>
                                  </p:childTnLst>
                                </p:cTn>
                              </p:par>
                              <p:par>
                                <p:cTn id="75" presetID="42" presetClass="entr" presetSubtype="0" fill="hold" grpId="0" nodeType="withEffect">
                                  <p:stCondLst>
                                    <p:cond delay="0"/>
                                  </p:stCondLst>
                                  <p:childTnLst>
                                    <p:set>
                                      <p:cBhvr>
                                        <p:cTn id="76" dur="1" fill="hold">
                                          <p:stCondLst>
                                            <p:cond delay="0"/>
                                          </p:stCondLst>
                                        </p:cTn>
                                        <p:tgtEl>
                                          <p:spTgt spid="27"/>
                                        </p:tgtEl>
                                        <p:attrNameLst>
                                          <p:attrName>style.visibility</p:attrName>
                                        </p:attrNameLst>
                                      </p:cBhvr>
                                      <p:to>
                                        <p:strVal val="visible"/>
                                      </p:to>
                                    </p:set>
                                    <p:animEffect transition="in" filter="fade">
                                      <p:cBhvr>
                                        <p:cTn id="77" dur="500"/>
                                        <p:tgtEl>
                                          <p:spTgt spid="27"/>
                                        </p:tgtEl>
                                      </p:cBhvr>
                                    </p:animEffect>
                                    <p:anim calcmode="lin" valueType="num">
                                      <p:cBhvr>
                                        <p:cTn id="78" dur="500" fill="hold"/>
                                        <p:tgtEl>
                                          <p:spTgt spid="27"/>
                                        </p:tgtEl>
                                        <p:attrNameLst>
                                          <p:attrName>ppt_x</p:attrName>
                                        </p:attrNameLst>
                                      </p:cBhvr>
                                      <p:tavLst>
                                        <p:tav tm="0">
                                          <p:val>
                                            <p:strVal val="#ppt_x"/>
                                          </p:val>
                                        </p:tav>
                                        <p:tav tm="100000">
                                          <p:val>
                                            <p:strVal val="#ppt_x"/>
                                          </p:val>
                                        </p:tav>
                                      </p:tavLst>
                                    </p:anim>
                                    <p:anim calcmode="lin" valueType="num">
                                      <p:cBhvr>
                                        <p:cTn id="79" dur="500" fill="hold"/>
                                        <p:tgtEl>
                                          <p:spTgt spid="27"/>
                                        </p:tgtEl>
                                        <p:attrNameLst>
                                          <p:attrName>ppt_y</p:attrName>
                                        </p:attrNameLst>
                                      </p:cBhvr>
                                      <p:tavLst>
                                        <p:tav tm="0">
                                          <p:val>
                                            <p:strVal val="#ppt_y+.1"/>
                                          </p:val>
                                        </p:tav>
                                        <p:tav tm="100000">
                                          <p:val>
                                            <p:strVal val="#ppt_y"/>
                                          </p:val>
                                        </p:tav>
                                      </p:tavLst>
                                    </p:anim>
                                  </p:childTnLst>
                                </p:cTn>
                              </p:par>
                              <p:par>
                                <p:cTn id="80" presetID="42" presetClass="entr" presetSubtype="0" fill="hold" grpId="0" nodeType="withEffect">
                                  <p:stCondLst>
                                    <p:cond delay="0"/>
                                  </p:stCondLst>
                                  <p:childTnLst>
                                    <p:set>
                                      <p:cBhvr>
                                        <p:cTn id="81" dur="1" fill="hold">
                                          <p:stCondLst>
                                            <p:cond delay="0"/>
                                          </p:stCondLst>
                                        </p:cTn>
                                        <p:tgtEl>
                                          <p:spTgt spid="28"/>
                                        </p:tgtEl>
                                        <p:attrNameLst>
                                          <p:attrName>style.visibility</p:attrName>
                                        </p:attrNameLst>
                                      </p:cBhvr>
                                      <p:to>
                                        <p:strVal val="visible"/>
                                      </p:to>
                                    </p:set>
                                    <p:animEffect transition="in" filter="fade">
                                      <p:cBhvr>
                                        <p:cTn id="82" dur="500"/>
                                        <p:tgtEl>
                                          <p:spTgt spid="28"/>
                                        </p:tgtEl>
                                      </p:cBhvr>
                                    </p:animEffect>
                                    <p:anim calcmode="lin" valueType="num">
                                      <p:cBhvr>
                                        <p:cTn id="83" dur="500" fill="hold"/>
                                        <p:tgtEl>
                                          <p:spTgt spid="28"/>
                                        </p:tgtEl>
                                        <p:attrNameLst>
                                          <p:attrName>ppt_x</p:attrName>
                                        </p:attrNameLst>
                                      </p:cBhvr>
                                      <p:tavLst>
                                        <p:tav tm="0">
                                          <p:val>
                                            <p:strVal val="#ppt_x"/>
                                          </p:val>
                                        </p:tav>
                                        <p:tav tm="100000">
                                          <p:val>
                                            <p:strVal val="#ppt_x"/>
                                          </p:val>
                                        </p:tav>
                                      </p:tavLst>
                                    </p:anim>
                                    <p:anim calcmode="lin" valueType="num">
                                      <p:cBhvr>
                                        <p:cTn id="84" dur="500" fill="hold"/>
                                        <p:tgtEl>
                                          <p:spTgt spid="28"/>
                                        </p:tgtEl>
                                        <p:attrNameLst>
                                          <p:attrName>ppt_y</p:attrName>
                                        </p:attrNameLst>
                                      </p:cBhvr>
                                      <p:tavLst>
                                        <p:tav tm="0">
                                          <p:val>
                                            <p:strVal val="#ppt_y+.1"/>
                                          </p:val>
                                        </p:tav>
                                        <p:tav tm="100000">
                                          <p:val>
                                            <p:strVal val="#ppt_y"/>
                                          </p:val>
                                        </p:tav>
                                      </p:tavLst>
                                    </p:anim>
                                  </p:childTnLst>
                                </p:cTn>
                              </p:par>
                              <p:par>
                                <p:cTn id="85" presetID="42" presetClass="entr" presetSubtype="0" fill="hold" grpId="0" nodeType="withEffect">
                                  <p:stCondLst>
                                    <p:cond delay="0"/>
                                  </p:stCondLst>
                                  <p:childTnLst>
                                    <p:set>
                                      <p:cBhvr>
                                        <p:cTn id="86" dur="1" fill="hold">
                                          <p:stCondLst>
                                            <p:cond delay="0"/>
                                          </p:stCondLst>
                                        </p:cTn>
                                        <p:tgtEl>
                                          <p:spTgt spid="29"/>
                                        </p:tgtEl>
                                        <p:attrNameLst>
                                          <p:attrName>style.visibility</p:attrName>
                                        </p:attrNameLst>
                                      </p:cBhvr>
                                      <p:to>
                                        <p:strVal val="visible"/>
                                      </p:to>
                                    </p:set>
                                    <p:animEffect transition="in" filter="fade">
                                      <p:cBhvr>
                                        <p:cTn id="87" dur="500"/>
                                        <p:tgtEl>
                                          <p:spTgt spid="29"/>
                                        </p:tgtEl>
                                      </p:cBhvr>
                                    </p:animEffect>
                                    <p:anim calcmode="lin" valueType="num">
                                      <p:cBhvr>
                                        <p:cTn id="88" dur="500" fill="hold"/>
                                        <p:tgtEl>
                                          <p:spTgt spid="29"/>
                                        </p:tgtEl>
                                        <p:attrNameLst>
                                          <p:attrName>ppt_x</p:attrName>
                                        </p:attrNameLst>
                                      </p:cBhvr>
                                      <p:tavLst>
                                        <p:tav tm="0">
                                          <p:val>
                                            <p:strVal val="#ppt_x"/>
                                          </p:val>
                                        </p:tav>
                                        <p:tav tm="100000">
                                          <p:val>
                                            <p:strVal val="#ppt_x"/>
                                          </p:val>
                                        </p:tav>
                                      </p:tavLst>
                                    </p:anim>
                                    <p:anim calcmode="lin" valueType="num">
                                      <p:cBhvr>
                                        <p:cTn id="89" dur="500" fill="hold"/>
                                        <p:tgtEl>
                                          <p:spTgt spid="29"/>
                                        </p:tgtEl>
                                        <p:attrNameLst>
                                          <p:attrName>ppt_y</p:attrName>
                                        </p:attrNameLst>
                                      </p:cBhvr>
                                      <p:tavLst>
                                        <p:tav tm="0">
                                          <p:val>
                                            <p:strVal val="#ppt_y+.1"/>
                                          </p:val>
                                        </p:tav>
                                        <p:tav tm="100000">
                                          <p:val>
                                            <p:strVal val="#ppt_y"/>
                                          </p:val>
                                        </p:tav>
                                      </p:tavLst>
                                    </p:anim>
                                  </p:childTnLst>
                                </p:cTn>
                              </p:par>
                              <p:par>
                                <p:cTn id="90" presetID="42" presetClass="entr" presetSubtype="0" fill="hold" grpId="0" nodeType="withEffect">
                                  <p:stCondLst>
                                    <p:cond delay="0"/>
                                  </p:stCondLst>
                                  <p:childTnLst>
                                    <p:set>
                                      <p:cBhvr>
                                        <p:cTn id="91" dur="1" fill="hold">
                                          <p:stCondLst>
                                            <p:cond delay="0"/>
                                          </p:stCondLst>
                                        </p:cTn>
                                        <p:tgtEl>
                                          <p:spTgt spid="30"/>
                                        </p:tgtEl>
                                        <p:attrNameLst>
                                          <p:attrName>style.visibility</p:attrName>
                                        </p:attrNameLst>
                                      </p:cBhvr>
                                      <p:to>
                                        <p:strVal val="visible"/>
                                      </p:to>
                                    </p:set>
                                    <p:animEffect transition="in" filter="fade">
                                      <p:cBhvr>
                                        <p:cTn id="92" dur="500"/>
                                        <p:tgtEl>
                                          <p:spTgt spid="30"/>
                                        </p:tgtEl>
                                      </p:cBhvr>
                                    </p:animEffect>
                                    <p:anim calcmode="lin" valueType="num">
                                      <p:cBhvr>
                                        <p:cTn id="93" dur="500" fill="hold"/>
                                        <p:tgtEl>
                                          <p:spTgt spid="30"/>
                                        </p:tgtEl>
                                        <p:attrNameLst>
                                          <p:attrName>ppt_x</p:attrName>
                                        </p:attrNameLst>
                                      </p:cBhvr>
                                      <p:tavLst>
                                        <p:tav tm="0">
                                          <p:val>
                                            <p:strVal val="#ppt_x"/>
                                          </p:val>
                                        </p:tav>
                                        <p:tav tm="100000">
                                          <p:val>
                                            <p:strVal val="#ppt_x"/>
                                          </p:val>
                                        </p:tav>
                                      </p:tavLst>
                                    </p:anim>
                                    <p:anim calcmode="lin" valueType="num">
                                      <p:cBhvr>
                                        <p:cTn id="94" dur="500" fill="hold"/>
                                        <p:tgtEl>
                                          <p:spTgt spid="30"/>
                                        </p:tgtEl>
                                        <p:attrNameLst>
                                          <p:attrName>ppt_y</p:attrName>
                                        </p:attrNameLst>
                                      </p:cBhvr>
                                      <p:tavLst>
                                        <p:tav tm="0">
                                          <p:val>
                                            <p:strVal val="#ppt_y+.1"/>
                                          </p:val>
                                        </p:tav>
                                        <p:tav tm="100000">
                                          <p:val>
                                            <p:strVal val="#ppt_y"/>
                                          </p:val>
                                        </p:tav>
                                      </p:tavLst>
                                    </p:anim>
                                  </p:childTnLst>
                                </p:cTn>
                              </p:par>
                              <p:par>
                                <p:cTn id="95" presetID="42" presetClass="entr" presetSubtype="0" fill="hold" grpId="0" nodeType="withEffect">
                                  <p:stCondLst>
                                    <p:cond delay="0"/>
                                  </p:stCondLst>
                                  <p:childTnLst>
                                    <p:set>
                                      <p:cBhvr>
                                        <p:cTn id="96" dur="1" fill="hold">
                                          <p:stCondLst>
                                            <p:cond delay="0"/>
                                          </p:stCondLst>
                                        </p:cTn>
                                        <p:tgtEl>
                                          <p:spTgt spid="31"/>
                                        </p:tgtEl>
                                        <p:attrNameLst>
                                          <p:attrName>style.visibility</p:attrName>
                                        </p:attrNameLst>
                                      </p:cBhvr>
                                      <p:to>
                                        <p:strVal val="visible"/>
                                      </p:to>
                                    </p:set>
                                    <p:animEffect transition="in" filter="fade">
                                      <p:cBhvr>
                                        <p:cTn id="97" dur="500"/>
                                        <p:tgtEl>
                                          <p:spTgt spid="31"/>
                                        </p:tgtEl>
                                      </p:cBhvr>
                                    </p:animEffect>
                                    <p:anim calcmode="lin" valueType="num">
                                      <p:cBhvr>
                                        <p:cTn id="98" dur="500" fill="hold"/>
                                        <p:tgtEl>
                                          <p:spTgt spid="31"/>
                                        </p:tgtEl>
                                        <p:attrNameLst>
                                          <p:attrName>ppt_x</p:attrName>
                                        </p:attrNameLst>
                                      </p:cBhvr>
                                      <p:tavLst>
                                        <p:tav tm="0">
                                          <p:val>
                                            <p:strVal val="#ppt_x"/>
                                          </p:val>
                                        </p:tav>
                                        <p:tav tm="100000">
                                          <p:val>
                                            <p:strVal val="#ppt_x"/>
                                          </p:val>
                                        </p:tav>
                                      </p:tavLst>
                                    </p:anim>
                                    <p:anim calcmode="lin" valueType="num">
                                      <p:cBhvr>
                                        <p:cTn id="99" dur="500" fill="hold"/>
                                        <p:tgtEl>
                                          <p:spTgt spid="3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17" grpId="0" animBg="1"/>
      <p:bldP spid="18"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8"/>
                        </p:tgtEl>
                        <p:attrNameLst>
                          <p:attrName>style.visibility</p:attrName>
                        </p:attrNameLst>
                      </p:cBhvr>
                      <p:to>
                        <p:strVal val="visible"/>
                      </p:to>
                    </p:set>
                    <p:animEffect transition="in" filter="fade">
                      <p:cBhvr>
                        <p:cTn dur="500"/>
                        <p:tgtEl>
                          <p:spTgt spid="18"/>
                        </p:tgtEl>
                      </p:cBhvr>
                    </p:animEffect>
                    <p:anim calcmode="lin" valueType="num">
                      <p:cBhvr>
                        <p:cTn dur="500" fill="hold"/>
                        <p:tgtEl>
                          <p:spTgt spid="18"/>
                        </p:tgtEl>
                        <p:attrNameLst>
                          <p:attrName>ppt_x</p:attrName>
                        </p:attrNameLst>
                      </p:cBhvr>
                      <p:tavLst>
                        <p:tav tm="0">
                          <p:val>
                            <p:strVal val="#ppt_x"/>
                          </p:val>
                        </p:tav>
                        <p:tav tm="100000">
                          <p:val>
                            <p:strVal val="#ppt_x"/>
                          </p:val>
                        </p:tav>
                      </p:tavLst>
                    </p:anim>
                    <p:anim calcmode="lin" valueType="num">
                      <p:cBhvr>
                        <p:cTn dur="500" fill="hold"/>
                        <p:tgtEl>
                          <p:spTgt spid="18"/>
                        </p:tgtEl>
                        <p:attrNameLst>
                          <p:attrName>ppt_y</p:attrName>
                        </p:attrNameLst>
                      </p:cBhvr>
                      <p:tavLst>
                        <p:tav tm="0">
                          <p:val>
                            <p:strVal val="#ppt_y+.1"/>
                          </p:val>
                        </p:tav>
                        <p:tav tm="100000">
                          <p:val>
                            <p:strVal val="#ppt_y"/>
                          </p:val>
                        </p:tav>
                      </p:tavLst>
                    </p:anim>
                  </p:childTnLst>
                </p:cTn>
              </p:par>
            </p:tnLst>
          </p:tmpl>
        </p:tmplLst>
      </p:bldP>
      <p:bldP spid="14"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4"/>
                        </p:tgtEl>
                        <p:attrNameLst>
                          <p:attrName>style.visibility</p:attrName>
                        </p:attrNameLst>
                      </p:cBhvr>
                      <p:to>
                        <p:strVal val="visible"/>
                      </p:to>
                    </p:set>
                    <p:anim calcmode="lin" valueType="num">
                      <p:cBhvr>
                        <p:cTn dur="500" fill="hold"/>
                        <p:tgtEl>
                          <p:spTgt spid="14"/>
                        </p:tgtEl>
                        <p:attrNameLst>
                          <p:attrName>ppt_w</p:attrName>
                        </p:attrNameLst>
                      </p:cBhvr>
                      <p:tavLst>
                        <p:tav tm="0">
                          <p:val>
                            <p:fltVal val="0"/>
                          </p:val>
                        </p:tav>
                        <p:tav tm="100000">
                          <p:val>
                            <p:strVal val="#ppt_w"/>
                          </p:val>
                        </p:tav>
                      </p:tavLst>
                    </p:anim>
                    <p:anim calcmode="lin" valueType="num">
                      <p:cBhvr>
                        <p:cTn dur="500" fill="hold"/>
                        <p:tgtEl>
                          <p:spTgt spid="14"/>
                        </p:tgtEl>
                        <p:attrNameLst>
                          <p:attrName>ppt_h</p:attrName>
                        </p:attrNameLst>
                      </p:cBhvr>
                      <p:tavLst>
                        <p:tav tm="0">
                          <p:val>
                            <p:fltVal val="0"/>
                          </p:val>
                        </p:tav>
                        <p:tav tm="100000">
                          <p:val>
                            <p:strVal val="#ppt_h"/>
                          </p:val>
                        </p:tav>
                      </p:tavLst>
                    </p:anim>
                    <p:animEffect transition="in" filter="fade">
                      <p:cBhvr>
                        <p:cTn dur="500"/>
                        <p:tgtEl>
                          <p:spTgt spid="14"/>
                        </p:tgtEl>
                      </p:cBhvr>
                    </p:animEffect>
                  </p:childTnLst>
                </p:cTn>
              </p:par>
            </p:tnLst>
          </p:tmpl>
        </p:tmplLst>
      </p:bldP>
      <p:bldP spid="15"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5"/>
                        </p:tgtEl>
                        <p:attrNameLst>
                          <p:attrName>style.visibility</p:attrName>
                        </p:attrNameLst>
                      </p:cBhvr>
                      <p:to>
                        <p:strVal val="visible"/>
                      </p:to>
                    </p:set>
                    <p:animEffect transition="in" filter="fade">
                      <p:cBhvr>
                        <p:cTn dur="500"/>
                        <p:tgtEl>
                          <p:spTgt spid="15"/>
                        </p:tgtEl>
                      </p:cBhvr>
                    </p:animEffect>
                    <p:anim calcmode="lin" valueType="num">
                      <p:cBhvr>
                        <p:cTn dur="500" fill="hold"/>
                        <p:tgtEl>
                          <p:spTgt spid="15"/>
                        </p:tgtEl>
                        <p:attrNameLst>
                          <p:attrName>ppt_x</p:attrName>
                        </p:attrNameLst>
                      </p:cBhvr>
                      <p:tavLst>
                        <p:tav tm="0">
                          <p:val>
                            <p:strVal val="#ppt_x"/>
                          </p:val>
                        </p:tav>
                        <p:tav tm="100000">
                          <p:val>
                            <p:strVal val="#ppt_x"/>
                          </p:val>
                        </p:tav>
                      </p:tavLst>
                    </p:anim>
                    <p:anim calcmode="lin" valueType="num">
                      <p:cBhvr>
                        <p:cTn dur="500" fill="hold"/>
                        <p:tgtEl>
                          <p:spTgt spid="15"/>
                        </p:tgtEl>
                        <p:attrNameLst>
                          <p:attrName>ppt_y</p:attrName>
                        </p:attrNameLst>
                      </p:cBhvr>
                      <p:tavLst>
                        <p:tav tm="0">
                          <p:val>
                            <p:strVal val="#ppt_y+.1"/>
                          </p:val>
                        </p:tav>
                        <p:tav tm="100000">
                          <p:val>
                            <p:strVal val="#ppt_y"/>
                          </p:val>
                        </p:tav>
                      </p:tavLst>
                    </p:anim>
                  </p:childTnLst>
                </p:cTn>
              </p:par>
            </p:tnLst>
          </p:tmpl>
        </p:tmplLst>
      </p:bldP>
      <p:bldP spid="21"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1"/>
                        </p:tgtEl>
                        <p:attrNameLst>
                          <p:attrName>style.visibility</p:attrName>
                        </p:attrNameLst>
                      </p:cBhvr>
                      <p:to>
                        <p:strVal val="visible"/>
                      </p:to>
                    </p:set>
                    <p:anim calcmode="lin" valueType="num">
                      <p:cBhvr>
                        <p:cTn dur="500" fill="hold"/>
                        <p:tgtEl>
                          <p:spTgt spid="21"/>
                        </p:tgtEl>
                        <p:attrNameLst>
                          <p:attrName>ppt_w</p:attrName>
                        </p:attrNameLst>
                      </p:cBhvr>
                      <p:tavLst>
                        <p:tav tm="0">
                          <p:val>
                            <p:fltVal val="0"/>
                          </p:val>
                        </p:tav>
                        <p:tav tm="100000">
                          <p:val>
                            <p:strVal val="#ppt_w"/>
                          </p:val>
                        </p:tav>
                      </p:tavLst>
                    </p:anim>
                    <p:anim calcmode="lin" valueType="num">
                      <p:cBhvr>
                        <p:cTn dur="500" fill="hold"/>
                        <p:tgtEl>
                          <p:spTgt spid="21"/>
                        </p:tgtEl>
                        <p:attrNameLst>
                          <p:attrName>ppt_h</p:attrName>
                        </p:attrNameLst>
                      </p:cBhvr>
                      <p:tavLst>
                        <p:tav tm="0">
                          <p:val>
                            <p:fltVal val="0"/>
                          </p:val>
                        </p:tav>
                        <p:tav tm="100000">
                          <p:val>
                            <p:strVal val="#ppt_h"/>
                          </p:val>
                        </p:tav>
                      </p:tavLst>
                    </p:anim>
                    <p:animEffect transition="in" filter="fade">
                      <p:cBhvr>
                        <p:cTn dur="500"/>
                        <p:tgtEl>
                          <p:spTgt spid="21"/>
                        </p:tgtEl>
                      </p:cBhvr>
                    </p:animEffect>
                  </p:childTnLst>
                </p:cTn>
              </p:par>
            </p:tnLst>
          </p:tmpl>
        </p:tmplLst>
      </p:bldP>
      <p:bldP spid="22"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2"/>
                        </p:tgtEl>
                        <p:attrNameLst>
                          <p:attrName>style.visibility</p:attrName>
                        </p:attrNameLst>
                      </p:cBhvr>
                      <p:to>
                        <p:strVal val="visible"/>
                      </p:to>
                    </p:set>
                    <p:animEffect transition="in" filter="fade">
                      <p:cBhvr>
                        <p:cTn dur="500"/>
                        <p:tgtEl>
                          <p:spTgt spid="22"/>
                        </p:tgtEl>
                      </p:cBhvr>
                    </p:animEffect>
                    <p:anim calcmode="lin" valueType="num">
                      <p:cBhvr>
                        <p:cTn dur="500" fill="hold"/>
                        <p:tgtEl>
                          <p:spTgt spid="22"/>
                        </p:tgtEl>
                        <p:attrNameLst>
                          <p:attrName>ppt_x</p:attrName>
                        </p:attrNameLst>
                      </p:cBhvr>
                      <p:tavLst>
                        <p:tav tm="0">
                          <p:val>
                            <p:strVal val="#ppt_x"/>
                          </p:val>
                        </p:tav>
                        <p:tav tm="100000">
                          <p:val>
                            <p:strVal val="#ppt_x"/>
                          </p:val>
                        </p:tav>
                      </p:tavLst>
                    </p:anim>
                    <p:anim calcmode="lin" valueType="num">
                      <p:cBhvr>
                        <p:cTn dur="500" fill="hold"/>
                        <p:tgtEl>
                          <p:spTgt spid="22"/>
                        </p:tgtEl>
                        <p:attrNameLst>
                          <p:attrName>ppt_y</p:attrName>
                        </p:attrNameLst>
                      </p:cBhvr>
                      <p:tavLst>
                        <p:tav tm="0">
                          <p:val>
                            <p:strVal val="#ppt_y+.1"/>
                          </p:val>
                        </p:tav>
                        <p:tav tm="100000">
                          <p:val>
                            <p:strVal val="#ppt_y"/>
                          </p:val>
                        </p:tav>
                      </p:tavLst>
                    </p:anim>
                  </p:childTnLst>
                </p:cTn>
              </p:par>
            </p:tnLst>
          </p:tmpl>
        </p:tmplLst>
      </p:bldP>
      <p:bldP spid="23"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3"/>
                        </p:tgtEl>
                        <p:attrNameLst>
                          <p:attrName>style.visibility</p:attrName>
                        </p:attrNameLst>
                      </p:cBhvr>
                      <p:to>
                        <p:strVal val="visible"/>
                      </p:to>
                    </p:set>
                    <p:anim calcmode="lin" valueType="num">
                      <p:cBhvr>
                        <p:cTn dur="500" fill="hold"/>
                        <p:tgtEl>
                          <p:spTgt spid="23"/>
                        </p:tgtEl>
                        <p:attrNameLst>
                          <p:attrName>ppt_w</p:attrName>
                        </p:attrNameLst>
                      </p:cBhvr>
                      <p:tavLst>
                        <p:tav tm="0">
                          <p:val>
                            <p:fltVal val="0"/>
                          </p:val>
                        </p:tav>
                        <p:tav tm="100000">
                          <p:val>
                            <p:strVal val="#ppt_w"/>
                          </p:val>
                        </p:tav>
                      </p:tavLst>
                    </p:anim>
                    <p:anim calcmode="lin" valueType="num">
                      <p:cBhvr>
                        <p:cTn dur="500" fill="hold"/>
                        <p:tgtEl>
                          <p:spTgt spid="23"/>
                        </p:tgtEl>
                        <p:attrNameLst>
                          <p:attrName>ppt_h</p:attrName>
                        </p:attrNameLst>
                      </p:cBhvr>
                      <p:tavLst>
                        <p:tav tm="0">
                          <p:val>
                            <p:fltVal val="0"/>
                          </p:val>
                        </p:tav>
                        <p:tav tm="100000">
                          <p:val>
                            <p:strVal val="#ppt_h"/>
                          </p:val>
                        </p:tav>
                      </p:tavLst>
                    </p:anim>
                    <p:animEffect transition="in" filter="fade">
                      <p:cBhvr>
                        <p:cTn dur="500"/>
                        <p:tgtEl>
                          <p:spTgt spid="23"/>
                        </p:tgtEl>
                      </p:cBhvr>
                    </p:animEffect>
                  </p:childTnLst>
                </p:cTn>
              </p:par>
            </p:tnLst>
          </p:tmpl>
        </p:tmplLst>
      </p:bldP>
      <p:bldP spid="24"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4"/>
                        </p:tgtEl>
                        <p:attrNameLst>
                          <p:attrName>style.visibility</p:attrName>
                        </p:attrNameLst>
                      </p:cBhvr>
                      <p:to>
                        <p:strVal val="visible"/>
                      </p:to>
                    </p:set>
                    <p:animEffect transition="in" filter="fade">
                      <p:cBhvr>
                        <p:cTn dur="500"/>
                        <p:tgtEl>
                          <p:spTgt spid="24"/>
                        </p:tgtEl>
                      </p:cBhvr>
                    </p:animEffect>
                    <p:anim calcmode="lin" valueType="num">
                      <p:cBhvr>
                        <p:cTn dur="500" fill="hold"/>
                        <p:tgtEl>
                          <p:spTgt spid="24"/>
                        </p:tgtEl>
                        <p:attrNameLst>
                          <p:attrName>ppt_x</p:attrName>
                        </p:attrNameLst>
                      </p:cBhvr>
                      <p:tavLst>
                        <p:tav tm="0">
                          <p:val>
                            <p:strVal val="#ppt_x"/>
                          </p:val>
                        </p:tav>
                        <p:tav tm="100000">
                          <p:val>
                            <p:strVal val="#ppt_x"/>
                          </p:val>
                        </p:tav>
                      </p:tavLst>
                    </p:anim>
                    <p:anim calcmode="lin" valueType="num">
                      <p:cBhvr>
                        <p:cTn dur="500" fill="hold"/>
                        <p:tgtEl>
                          <p:spTgt spid="24"/>
                        </p:tgtEl>
                        <p:attrNameLst>
                          <p:attrName>ppt_y</p:attrName>
                        </p:attrNameLst>
                      </p:cBhvr>
                      <p:tavLst>
                        <p:tav tm="0">
                          <p:val>
                            <p:strVal val="#ppt_y+.1"/>
                          </p:val>
                        </p:tav>
                        <p:tav tm="100000">
                          <p:val>
                            <p:strVal val="#ppt_y"/>
                          </p:val>
                        </p:tav>
                      </p:tavLst>
                    </p:anim>
                  </p:childTnLst>
                </p:cTn>
              </p:par>
            </p:tnLst>
          </p:tmpl>
        </p:tmplLst>
      </p:bldP>
      <p:bldP spid="25" grpId="0" animBg="1"/>
      <p:bldP spid="26" grpId="0" animBg="1"/>
      <p:bldP spid="27" grpId="0" animBg="1"/>
      <p:bldP spid="28" grpId="0" animBg="1"/>
      <p:bldP spid="29" grpId="0" animBg="1"/>
      <p:bldP spid="30" grpId="0" animBg="1"/>
      <p:bldP spid="31" grpId="0" animBg="1"/>
    </p:bldLst>
  </p:timing>
</p:sldLayout>
</file>

<file path=ppt/slideLayouts/slideLayout719.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Tree>
    <p:extLst>
      <p:ext uri="{BB962C8B-B14F-4D97-AF65-F5344CB8AC3E}">
        <p14:creationId xmlns:p14="http://schemas.microsoft.com/office/powerpoint/2010/main" val="240677488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42" presetClass="entr" presetSubtype="0" fill="hold" grpId="0" nodeType="afterEffect">
                                  <p:stCondLst>
                                    <p:cond delay="0"/>
                                  </p:stCondLst>
                                  <p:childTnLst>
                                    <p:set>
                                      <p:cBhvr>
                                        <p:cTn id="10" dur="1" fill="hold">
                                          <p:stCondLst>
                                            <p:cond delay="0"/>
                                          </p:stCondLst>
                                        </p:cTn>
                                        <p:tgtEl>
                                          <p:spTgt spid="8">
                                            <p:txEl>
                                              <p:pRg st="0" end="0"/>
                                            </p:txEl>
                                          </p:spTgt>
                                        </p:tgtEl>
                                        <p:attrNameLst>
                                          <p:attrName>style.visibility</p:attrName>
                                        </p:attrNameLst>
                                      </p:cBhvr>
                                      <p:to>
                                        <p:strVal val="visible"/>
                                      </p:to>
                                    </p:set>
                                    <p:animEffect transition="in" filter="fade">
                                      <p:cBhvr>
                                        <p:cTn id="11" dur="500"/>
                                        <p:tgtEl>
                                          <p:spTgt spid="8">
                                            <p:txEl>
                                              <p:pRg st="0" end="0"/>
                                            </p:txEl>
                                          </p:spTgt>
                                        </p:tgtEl>
                                      </p:cBhvr>
                                    </p:animEffect>
                                    <p:anim calcmode="lin" valueType="num">
                                      <p:cBhvr>
                                        <p:cTn id="12"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720.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9" name="Picture Placeholder 7"/>
          <p:cNvSpPr>
            <a:spLocks noGrp="1"/>
          </p:cNvSpPr>
          <p:nvPr>
            <p:ph type="pic" sz="quarter" idx="14" hasCustomPrompt="1"/>
          </p:nvPr>
        </p:nvSpPr>
        <p:spPr>
          <a:xfrm>
            <a:off x="0" y="0"/>
            <a:ext cx="4038600" cy="6858000"/>
          </a:xfrm>
          <a:solidFill>
            <a:schemeClr val="bg1">
              <a:lumMod val="85000"/>
            </a:schemeClr>
          </a:solidFill>
        </p:spPr>
        <p:txBody>
          <a:bodyPr>
            <a:normAutofit/>
          </a:bodyPr>
          <a:lstStyle>
            <a:lvl1pPr>
              <a:defRPr sz="1000" baseline="0"/>
            </a:lvl1pPr>
          </a:lstStyle>
          <a:p>
            <a:r>
              <a:rPr lang="id-ID" dirty="0" smtClean="0"/>
              <a:t>Pic here</a:t>
            </a:r>
            <a:endParaRPr lang="en-AU" dirty="0"/>
          </a:p>
        </p:txBody>
      </p:sp>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35" name="Picture Placeholder 34"/>
          <p:cNvSpPr>
            <a:spLocks noGrp="1"/>
          </p:cNvSpPr>
          <p:nvPr>
            <p:ph type="pic" sz="quarter" idx="15" hasCustomPrompt="1"/>
          </p:nvPr>
        </p:nvSpPr>
        <p:spPr>
          <a:xfrm>
            <a:off x="2768558" y="2247607"/>
            <a:ext cx="1435225" cy="1418415"/>
          </a:xfrm>
          <a:custGeom>
            <a:avLst/>
            <a:gdLst>
              <a:gd name="connsiteX0" fmla="*/ 1419184 w 1435225"/>
              <a:gd name="connsiteY0" fmla="*/ 0 h 1418415"/>
              <a:gd name="connsiteX1" fmla="*/ 1435225 w 1435225"/>
              <a:gd name="connsiteY1" fmla="*/ 810 h 1418415"/>
              <a:gd name="connsiteX2" fmla="*/ 1435225 w 1435225"/>
              <a:gd name="connsiteY2" fmla="*/ 138129 h 1418415"/>
              <a:gd name="connsiteX3" fmla="*/ 1419184 w 1435225"/>
              <a:gd name="connsiteY3" fmla="*/ 137319 h 1418415"/>
              <a:gd name="connsiteX4" fmla="*/ 143897 w 1435225"/>
              <a:gd name="connsiteY4" fmla="*/ 1288158 h 1418415"/>
              <a:gd name="connsiteX5" fmla="*/ 137319 w 1435225"/>
              <a:gd name="connsiteY5" fmla="*/ 1418415 h 1418415"/>
              <a:gd name="connsiteX6" fmla="*/ 0 w 1435225"/>
              <a:gd name="connsiteY6" fmla="*/ 1418415 h 1418415"/>
              <a:gd name="connsiteX7" fmla="*/ 7287 w 1435225"/>
              <a:gd name="connsiteY7" fmla="*/ 1274118 h 1418415"/>
              <a:gd name="connsiteX8" fmla="*/ 1419184 w 1435225"/>
              <a:gd name="connsiteY8" fmla="*/ 0 h 1418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5225" h="1418415">
                <a:moveTo>
                  <a:pt x="1419184" y="0"/>
                </a:moveTo>
                <a:lnTo>
                  <a:pt x="1435225" y="810"/>
                </a:lnTo>
                <a:lnTo>
                  <a:pt x="1435225" y="138129"/>
                </a:lnTo>
                <a:lnTo>
                  <a:pt x="1419184" y="137319"/>
                </a:lnTo>
                <a:cubicBezTo>
                  <a:pt x="755456" y="137319"/>
                  <a:pt x="209543" y="641749"/>
                  <a:pt x="143897" y="1288158"/>
                </a:cubicBezTo>
                <a:lnTo>
                  <a:pt x="137319" y="1418415"/>
                </a:lnTo>
                <a:lnTo>
                  <a:pt x="0" y="1418415"/>
                </a:lnTo>
                <a:lnTo>
                  <a:pt x="7287" y="1274118"/>
                </a:lnTo>
                <a:cubicBezTo>
                  <a:pt x="79965" y="558465"/>
                  <a:pt x="684357" y="0"/>
                  <a:pt x="1419184" y="0"/>
                </a:cubicBezTo>
                <a:close/>
              </a:path>
            </a:pathLst>
          </a:custGeom>
          <a:solidFill>
            <a:schemeClr val="accent2"/>
          </a:solidFill>
          <a:ln>
            <a:noFill/>
          </a:ln>
        </p:spPr>
        <p:txBody>
          <a:bodyPr wrap="square">
            <a:noAutofit/>
          </a:bodyPr>
          <a:lstStyle>
            <a:lvl1pPr>
              <a:defRPr sz="800"/>
            </a:lvl1pPr>
          </a:lstStyle>
          <a:p>
            <a:r>
              <a:rPr lang="id-ID" dirty="0" smtClean="0"/>
              <a:t>Nopic</a:t>
            </a:r>
            <a:endParaRPr lang="en-AU" dirty="0"/>
          </a:p>
        </p:txBody>
      </p:sp>
      <p:sp>
        <p:nvSpPr>
          <p:cNvPr id="40" name="Picture Placeholder 39"/>
          <p:cNvSpPr>
            <a:spLocks noGrp="1"/>
          </p:cNvSpPr>
          <p:nvPr>
            <p:ph type="pic" sz="quarter" idx="16" hasCustomPrompt="1"/>
          </p:nvPr>
        </p:nvSpPr>
        <p:spPr>
          <a:xfrm>
            <a:off x="4203783" y="2247608"/>
            <a:ext cx="1403184" cy="1418415"/>
          </a:xfrm>
          <a:custGeom>
            <a:avLst/>
            <a:gdLst>
              <a:gd name="connsiteX0" fmla="*/ 0 w 1403184"/>
              <a:gd name="connsiteY0" fmla="*/ 0 h 1418415"/>
              <a:gd name="connsiteX1" fmla="*/ 129067 w 1403184"/>
              <a:gd name="connsiteY1" fmla="*/ 6517 h 1418415"/>
              <a:gd name="connsiteX2" fmla="*/ 1403184 w 1403184"/>
              <a:gd name="connsiteY2" fmla="*/ 1418415 h 1418415"/>
              <a:gd name="connsiteX3" fmla="*/ 1265865 w 1403184"/>
              <a:gd name="connsiteY3" fmla="*/ 1418415 h 1418415"/>
              <a:gd name="connsiteX4" fmla="*/ 115027 w 1403184"/>
              <a:gd name="connsiteY4" fmla="*/ 143128 h 1418415"/>
              <a:gd name="connsiteX5" fmla="*/ 0 w 1403184"/>
              <a:gd name="connsiteY5" fmla="*/ 137319 h 1418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3184" h="1418415">
                <a:moveTo>
                  <a:pt x="0" y="0"/>
                </a:moveTo>
                <a:lnTo>
                  <a:pt x="129067" y="6517"/>
                </a:lnTo>
                <a:cubicBezTo>
                  <a:pt x="844719" y="79196"/>
                  <a:pt x="1403184" y="683588"/>
                  <a:pt x="1403184" y="1418415"/>
                </a:cubicBezTo>
                <a:lnTo>
                  <a:pt x="1265865" y="1418415"/>
                </a:lnTo>
                <a:cubicBezTo>
                  <a:pt x="1265865" y="754687"/>
                  <a:pt x="761435" y="208774"/>
                  <a:pt x="115027" y="143128"/>
                </a:cubicBezTo>
                <a:lnTo>
                  <a:pt x="0" y="137319"/>
                </a:lnTo>
                <a:close/>
              </a:path>
            </a:pathLst>
          </a:custGeom>
          <a:solidFill>
            <a:schemeClr val="accent4"/>
          </a:solidFill>
          <a:ln>
            <a:noFill/>
          </a:ln>
        </p:spPr>
        <p:txBody>
          <a:bodyPr wrap="square">
            <a:noAutofit/>
          </a:bodyPr>
          <a:lstStyle>
            <a:lvl1pPr algn="r">
              <a:defRPr sz="800"/>
            </a:lvl1pPr>
          </a:lstStyle>
          <a:p>
            <a:r>
              <a:rPr lang="id-ID" dirty="0" smtClean="0"/>
              <a:t>Nopic</a:t>
            </a:r>
            <a:endParaRPr lang="en-AU" dirty="0"/>
          </a:p>
        </p:txBody>
      </p:sp>
      <p:sp>
        <p:nvSpPr>
          <p:cNvPr id="43" name="Picture Placeholder 42"/>
          <p:cNvSpPr>
            <a:spLocks noGrp="1"/>
          </p:cNvSpPr>
          <p:nvPr>
            <p:ph type="pic" sz="quarter" idx="17" hasCustomPrompt="1"/>
          </p:nvPr>
        </p:nvSpPr>
        <p:spPr>
          <a:xfrm>
            <a:off x="2768517" y="3664402"/>
            <a:ext cx="1435266" cy="1420035"/>
          </a:xfrm>
          <a:custGeom>
            <a:avLst/>
            <a:gdLst>
              <a:gd name="connsiteX0" fmla="*/ 41 w 1435266"/>
              <a:gd name="connsiteY0" fmla="*/ 0 h 1420035"/>
              <a:gd name="connsiteX1" fmla="*/ 137360 w 1435266"/>
              <a:gd name="connsiteY1" fmla="*/ 0 h 1420035"/>
              <a:gd name="connsiteX2" fmla="*/ 137319 w 1435266"/>
              <a:gd name="connsiteY2" fmla="*/ 810 h 1420035"/>
              <a:gd name="connsiteX3" fmla="*/ 1419225 w 1435266"/>
              <a:gd name="connsiteY3" fmla="*/ 1282716 h 1420035"/>
              <a:gd name="connsiteX4" fmla="*/ 1435266 w 1435266"/>
              <a:gd name="connsiteY4" fmla="*/ 1281906 h 1420035"/>
              <a:gd name="connsiteX5" fmla="*/ 1435266 w 1435266"/>
              <a:gd name="connsiteY5" fmla="*/ 1419225 h 1420035"/>
              <a:gd name="connsiteX6" fmla="*/ 1419225 w 1435266"/>
              <a:gd name="connsiteY6" fmla="*/ 1420035 h 1420035"/>
              <a:gd name="connsiteX7" fmla="*/ 0 w 1435266"/>
              <a:gd name="connsiteY7" fmla="*/ 810 h 1420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35266" h="1420035">
                <a:moveTo>
                  <a:pt x="41" y="0"/>
                </a:moveTo>
                <a:lnTo>
                  <a:pt x="137360" y="0"/>
                </a:lnTo>
                <a:lnTo>
                  <a:pt x="137319" y="810"/>
                </a:lnTo>
                <a:cubicBezTo>
                  <a:pt x="137319" y="708787"/>
                  <a:pt x="711248" y="1282716"/>
                  <a:pt x="1419225" y="1282716"/>
                </a:cubicBezTo>
                <a:lnTo>
                  <a:pt x="1435266" y="1281906"/>
                </a:lnTo>
                <a:lnTo>
                  <a:pt x="1435266" y="1419225"/>
                </a:lnTo>
                <a:lnTo>
                  <a:pt x="1419225" y="1420035"/>
                </a:lnTo>
                <a:cubicBezTo>
                  <a:pt x="635409" y="1420035"/>
                  <a:pt x="0" y="784626"/>
                  <a:pt x="0" y="810"/>
                </a:cubicBezTo>
                <a:close/>
              </a:path>
            </a:pathLst>
          </a:custGeom>
          <a:solidFill>
            <a:schemeClr val="accent1"/>
          </a:solidFill>
          <a:ln>
            <a:noFill/>
          </a:ln>
        </p:spPr>
        <p:txBody>
          <a:bodyPr wrap="square">
            <a:noAutofit/>
          </a:bodyPr>
          <a:lstStyle>
            <a:lvl1pPr>
              <a:defRPr sz="800"/>
            </a:lvl1pPr>
          </a:lstStyle>
          <a:p>
            <a:r>
              <a:rPr lang="id-ID" dirty="0" smtClean="0"/>
              <a:t>Nopic</a:t>
            </a:r>
            <a:endParaRPr lang="en-AU" dirty="0"/>
          </a:p>
        </p:txBody>
      </p:sp>
      <p:sp>
        <p:nvSpPr>
          <p:cNvPr id="46" name="Picture Placeholder 45"/>
          <p:cNvSpPr>
            <a:spLocks noGrp="1"/>
          </p:cNvSpPr>
          <p:nvPr>
            <p:ph type="pic" sz="quarter" idx="18" hasCustomPrompt="1"/>
          </p:nvPr>
        </p:nvSpPr>
        <p:spPr>
          <a:xfrm>
            <a:off x="4203783" y="3666022"/>
            <a:ext cx="1403184" cy="1418415"/>
          </a:xfrm>
          <a:custGeom>
            <a:avLst/>
            <a:gdLst>
              <a:gd name="connsiteX0" fmla="*/ 1265865 w 1403184"/>
              <a:gd name="connsiteY0" fmla="*/ 0 h 1418415"/>
              <a:gd name="connsiteX1" fmla="*/ 1403184 w 1403184"/>
              <a:gd name="connsiteY1" fmla="*/ 0 h 1418415"/>
              <a:gd name="connsiteX2" fmla="*/ 129067 w 1403184"/>
              <a:gd name="connsiteY2" fmla="*/ 1411898 h 1418415"/>
              <a:gd name="connsiteX3" fmla="*/ 0 w 1403184"/>
              <a:gd name="connsiteY3" fmla="*/ 1418415 h 1418415"/>
              <a:gd name="connsiteX4" fmla="*/ 0 w 1403184"/>
              <a:gd name="connsiteY4" fmla="*/ 1281096 h 1418415"/>
              <a:gd name="connsiteX5" fmla="*/ 115027 w 1403184"/>
              <a:gd name="connsiteY5" fmla="*/ 1275288 h 1418415"/>
              <a:gd name="connsiteX6" fmla="*/ 1265865 w 1403184"/>
              <a:gd name="connsiteY6" fmla="*/ 0 h 1418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03184" h="1418415">
                <a:moveTo>
                  <a:pt x="1265865" y="0"/>
                </a:moveTo>
                <a:lnTo>
                  <a:pt x="1403184" y="0"/>
                </a:lnTo>
                <a:cubicBezTo>
                  <a:pt x="1403184" y="734828"/>
                  <a:pt x="844719" y="1339219"/>
                  <a:pt x="129067" y="1411898"/>
                </a:cubicBezTo>
                <a:lnTo>
                  <a:pt x="0" y="1418415"/>
                </a:lnTo>
                <a:lnTo>
                  <a:pt x="0" y="1281096"/>
                </a:lnTo>
                <a:lnTo>
                  <a:pt x="115027" y="1275288"/>
                </a:lnTo>
                <a:cubicBezTo>
                  <a:pt x="761435" y="1209641"/>
                  <a:pt x="1265865" y="663729"/>
                  <a:pt x="1265865" y="0"/>
                </a:cubicBezTo>
                <a:close/>
              </a:path>
            </a:pathLst>
          </a:custGeom>
          <a:solidFill>
            <a:schemeClr val="accent5"/>
          </a:solidFill>
          <a:ln>
            <a:noFill/>
          </a:ln>
        </p:spPr>
        <p:txBody>
          <a:bodyPr wrap="square">
            <a:noAutofit/>
          </a:bodyPr>
          <a:lstStyle>
            <a:lvl1pPr>
              <a:defRPr sz="800"/>
            </a:lvl1pPr>
          </a:lstStyle>
          <a:p>
            <a:r>
              <a:rPr lang="id-ID" dirty="0" smtClean="0"/>
              <a:t>Nopic</a:t>
            </a:r>
            <a:endParaRPr lang="en-AU" dirty="0"/>
          </a:p>
        </p:txBody>
      </p:sp>
      <p:sp>
        <p:nvSpPr>
          <p:cNvPr id="50" name="Picture Placeholder 49"/>
          <p:cNvSpPr>
            <a:spLocks noGrp="1"/>
          </p:cNvSpPr>
          <p:nvPr>
            <p:ph type="pic" sz="quarter" idx="19" hasCustomPrompt="1"/>
          </p:nvPr>
        </p:nvSpPr>
        <p:spPr>
          <a:xfrm>
            <a:off x="2941304" y="2416943"/>
            <a:ext cx="2492875" cy="2494587"/>
          </a:xfrm>
          <a:custGeom>
            <a:avLst/>
            <a:gdLst>
              <a:gd name="connsiteX0" fmla="*/ 1103672 w 2207344"/>
              <a:gd name="connsiteY0" fmla="*/ 0 h 2208860"/>
              <a:gd name="connsiteX1" fmla="*/ 2207344 w 2207344"/>
              <a:gd name="connsiteY1" fmla="*/ 1104430 h 2208860"/>
              <a:gd name="connsiteX2" fmla="*/ 1103672 w 2207344"/>
              <a:gd name="connsiteY2" fmla="*/ 2208860 h 2208860"/>
              <a:gd name="connsiteX3" fmla="*/ 0 w 2207344"/>
              <a:gd name="connsiteY3" fmla="*/ 1104430 h 2208860"/>
              <a:gd name="connsiteX4" fmla="*/ 1103672 w 2207344"/>
              <a:gd name="connsiteY4" fmla="*/ 0 h 2208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7344" h="2208860">
                <a:moveTo>
                  <a:pt x="1103672" y="0"/>
                </a:moveTo>
                <a:cubicBezTo>
                  <a:pt x="1713213" y="0"/>
                  <a:pt x="2207344" y="494470"/>
                  <a:pt x="2207344" y="1104430"/>
                </a:cubicBezTo>
                <a:cubicBezTo>
                  <a:pt x="2207344" y="1714390"/>
                  <a:pt x="1713213" y="2208860"/>
                  <a:pt x="1103672" y="2208860"/>
                </a:cubicBezTo>
                <a:cubicBezTo>
                  <a:pt x="494131" y="2208860"/>
                  <a:pt x="0" y="1714390"/>
                  <a:pt x="0" y="1104430"/>
                </a:cubicBezTo>
                <a:cubicBezTo>
                  <a:pt x="0" y="494470"/>
                  <a:pt x="494131" y="0"/>
                  <a:pt x="1103672" y="0"/>
                </a:cubicBezTo>
                <a:close/>
              </a:path>
            </a:pathLst>
          </a:custGeom>
          <a:solidFill>
            <a:schemeClr val="accent3"/>
          </a:solidFill>
        </p:spPr>
        <p:txBody>
          <a:bodyPr wrap="square">
            <a:noAutofit/>
          </a:bodyPr>
          <a:lstStyle>
            <a:lvl1pPr>
              <a:defRPr/>
            </a:lvl1pPr>
          </a:lstStyle>
          <a:p>
            <a:r>
              <a:rPr lang="id-ID" dirty="0" smtClean="0"/>
              <a:t>Nopic</a:t>
            </a:r>
            <a:endParaRPr lang="en-AU" dirty="0"/>
          </a:p>
        </p:txBody>
      </p:sp>
      <p:sp>
        <p:nvSpPr>
          <p:cNvPr id="51" name="Text Placeholder 21"/>
          <p:cNvSpPr>
            <a:spLocks noGrp="1"/>
          </p:cNvSpPr>
          <p:nvPr>
            <p:ph type="body" sz="quarter" idx="20"/>
          </p:nvPr>
        </p:nvSpPr>
        <p:spPr>
          <a:xfrm>
            <a:off x="6095999" y="1986588"/>
            <a:ext cx="5616575" cy="360363"/>
          </a:xfrm>
        </p:spPr>
        <p:txBody>
          <a:bodyPr/>
          <a:lstStyle>
            <a:lvl1pP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52" name="Text Placeholder 21"/>
          <p:cNvSpPr>
            <a:spLocks noGrp="1"/>
          </p:cNvSpPr>
          <p:nvPr>
            <p:ph type="body" sz="quarter" idx="21"/>
          </p:nvPr>
        </p:nvSpPr>
        <p:spPr>
          <a:xfrm>
            <a:off x="6095999" y="2395699"/>
            <a:ext cx="5616575" cy="1391908"/>
          </a:xfrm>
        </p:spPr>
        <p:txBody>
          <a:bodyPr>
            <a:normAutofit/>
          </a:bodyPr>
          <a:lstStyle>
            <a:lvl1pP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53" name="Text Placeholder 21"/>
          <p:cNvSpPr>
            <a:spLocks noGrp="1"/>
          </p:cNvSpPr>
          <p:nvPr>
            <p:ph type="body" sz="quarter" idx="22" hasCustomPrompt="1"/>
          </p:nvPr>
        </p:nvSpPr>
        <p:spPr>
          <a:xfrm>
            <a:off x="6122109" y="4374419"/>
            <a:ext cx="5616575" cy="360363"/>
          </a:xfrm>
        </p:spPr>
        <p:txBody>
          <a:bodyPr>
            <a:noAutofit/>
          </a:bodyPr>
          <a:lstStyle>
            <a:lvl1pPr>
              <a:defRPr sz="60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a:t>
            </a:r>
            <a:endParaRPr lang="en-AU" dirty="0"/>
          </a:p>
        </p:txBody>
      </p:sp>
      <p:sp>
        <p:nvSpPr>
          <p:cNvPr id="54" name="Text Placeholder 21"/>
          <p:cNvSpPr>
            <a:spLocks noGrp="1"/>
          </p:cNvSpPr>
          <p:nvPr>
            <p:ph type="body" sz="quarter" idx="23"/>
          </p:nvPr>
        </p:nvSpPr>
        <p:spPr>
          <a:xfrm>
            <a:off x="6122109" y="4828372"/>
            <a:ext cx="5616575" cy="1337478"/>
          </a:xfrm>
        </p:spPr>
        <p:txBody>
          <a:bodyPr>
            <a:normAutofit/>
          </a:bodyPr>
          <a:lstStyle>
            <a:lvl1pPr>
              <a:defRPr sz="1400" i="1">
                <a:solidFill>
                  <a:schemeClr val="tx1">
                    <a:lumMod val="75000"/>
                    <a:lumOff val="25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Tree>
    <p:extLst>
      <p:ext uri="{BB962C8B-B14F-4D97-AF65-F5344CB8AC3E}">
        <p14:creationId xmlns:p14="http://schemas.microsoft.com/office/powerpoint/2010/main" val="249829533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53" presetClass="entr" presetSubtype="16" fill="hold" grpId="0" nodeType="afterEffect">
                                  <p:stCondLst>
                                    <p:cond delay="0"/>
                                  </p:stCondLst>
                                  <p:childTnLst>
                                    <p:set>
                                      <p:cBhvr>
                                        <p:cTn id="20" dur="1" fill="hold">
                                          <p:stCondLst>
                                            <p:cond delay="0"/>
                                          </p:stCondLst>
                                        </p:cTn>
                                        <p:tgtEl>
                                          <p:spTgt spid="9"/>
                                        </p:tgtEl>
                                        <p:attrNameLst>
                                          <p:attrName>style.visibility</p:attrName>
                                        </p:attrNameLst>
                                      </p:cBhvr>
                                      <p:to>
                                        <p:strVal val="visible"/>
                                      </p:to>
                                    </p:set>
                                    <p:anim calcmode="lin" valueType="num">
                                      <p:cBhvr>
                                        <p:cTn id="21" dur="500" fill="hold"/>
                                        <p:tgtEl>
                                          <p:spTgt spid="9"/>
                                        </p:tgtEl>
                                        <p:attrNameLst>
                                          <p:attrName>ppt_w</p:attrName>
                                        </p:attrNameLst>
                                      </p:cBhvr>
                                      <p:tavLst>
                                        <p:tav tm="0">
                                          <p:val>
                                            <p:fltVal val="0"/>
                                          </p:val>
                                        </p:tav>
                                        <p:tav tm="100000">
                                          <p:val>
                                            <p:strVal val="#ppt_w"/>
                                          </p:val>
                                        </p:tav>
                                      </p:tavLst>
                                    </p:anim>
                                    <p:anim calcmode="lin" valueType="num">
                                      <p:cBhvr>
                                        <p:cTn id="22" dur="500" fill="hold"/>
                                        <p:tgtEl>
                                          <p:spTgt spid="9"/>
                                        </p:tgtEl>
                                        <p:attrNameLst>
                                          <p:attrName>ppt_h</p:attrName>
                                        </p:attrNameLst>
                                      </p:cBhvr>
                                      <p:tavLst>
                                        <p:tav tm="0">
                                          <p:val>
                                            <p:fltVal val="0"/>
                                          </p:val>
                                        </p:tav>
                                        <p:tav tm="100000">
                                          <p:val>
                                            <p:strVal val="#ppt_h"/>
                                          </p:val>
                                        </p:tav>
                                      </p:tavLst>
                                    </p:anim>
                                    <p:animEffect transition="in" filter="fade">
                                      <p:cBhvr>
                                        <p:cTn id="23" dur="500"/>
                                        <p:tgtEl>
                                          <p:spTgt spid="9"/>
                                        </p:tgtEl>
                                      </p:cBhvr>
                                    </p:animEffect>
                                  </p:childTnLst>
                                </p:cTn>
                              </p:par>
                            </p:childTnLst>
                          </p:cTn>
                        </p:par>
                        <p:par>
                          <p:cTn id="24" fill="hold">
                            <p:stCondLst>
                              <p:cond delay="2000"/>
                            </p:stCondLst>
                            <p:childTnLst>
                              <p:par>
                                <p:cTn id="25" presetID="10" presetClass="entr" presetSubtype="0" fill="hold" grpId="0" nodeType="afterEffect">
                                  <p:stCondLst>
                                    <p:cond delay="0"/>
                                  </p:stCondLst>
                                  <p:childTnLst>
                                    <p:set>
                                      <p:cBhvr>
                                        <p:cTn id="26" dur="1" fill="hold">
                                          <p:stCondLst>
                                            <p:cond delay="0"/>
                                          </p:stCondLst>
                                        </p:cTn>
                                        <p:tgtEl>
                                          <p:spTgt spid="50"/>
                                        </p:tgtEl>
                                        <p:attrNameLst>
                                          <p:attrName>style.visibility</p:attrName>
                                        </p:attrNameLst>
                                      </p:cBhvr>
                                      <p:to>
                                        <p:strVal val="visible"/>
                                      </p:to>
                                    </p:set>
                                    <p:animEffect transition="in" filter="fade">
                                      <p:cBhvr>
                                        <p:cTn id="27" dur="500"/>
                                        <p:tgtEl>
                                          <p:spTgt spid="50"/>
                                        </p:tgtEl>
                                      </p:cBhvr>
                                    </p:animEffect>
                                  </p:childTnLst>
                                </p:cTn>
                              </p:par>
                            </p:childTnLst>
                          </p:cTn>
                        </p:par>
                        <p:par>
                          <p:cTn id="28" fill="hold">
                            <p:stCondLst>
                              <p:cond delay="2500"/>
                            </p:stCondLst>
                            <p:childTnLst>
                              <p:par>
                                <p:cTn id="29" presetID="22" presetClass="entr" presetSubtype="4" fill="hold" grpId="0" nodeType="afterEffect">
                                  <p:stCondLst>
                                    <p:cond delay="0"/>
                                  </p:stCondLst>
                                  <p:childTnLst>
                                    <p:set>
                                      <p:cBhvr>
                                        <p:cTn id="30" dur="1" fill="hold">
                                          <p:stCondLst>
                                            <p:cond delay="0"/>
                                          </p:stCondLst>
                                        </p:cTn>
                                        <p:tgtEl>
                                          <p:spTgt spid="35"/>
                                        </p:tgtEl>
                                        <p:attrNameLst>
                                          <p:attrName>style.visibility</p:attrName>
                                        </p:attrNameLst>
                                      </p:cBhvr>
                                      <p:to>
                                        <p:strVal val="visible"/>
                                      </p:to>
                                    </p:set>
                                    <p:animEffect transition="in" filter="wipe(down)">
                                      <p:cBhvr>
                                        <p:cTn id="31" dur="500"/>
                                        <p:tgtEl>
                                          <p:spTgt spid="35"/>
                                        </p:tgtEl>
                                      </p:cBhvr>
                                    </p:animEffect>
                                  </p:childTnLst>
                                </p:cTn>
                              </p:par>
                              <p:par>
                                <p:cTn id="32" presetID="22" presetClass="entr" presetSubtype="1" fill="hold" grpId="0" nodeType="withEffect">
                                  <p:stCondLst>
                                    <p:cond delay="0"/>
                                  </p:stCondLst>
                                  <p:childTnLst>
                                    <p:set>
                                      <p:cBhvr>
                                        <p:cTn id="33" dur="1" fill="hold">
                                          <p:stCondLst>
                                            <p:cond delay="0"/>
                                          </p:stCondLst>
                                        </p:cTn>
                                        <p:tgtEl>
                                          <p:spTgt spid="40"/>
                                        </p:tgtEl>
                                        <p:attrNameLst>
                                          <p:attrName>style.visibility</p:attrName>
                                        </p:attrNameLst>
                                      </p:cBhvr>
                                      <p:to>
                                        <p:strVal val="visible"/>
                                      </p:to>
                                    </p:set>
                                    <p:animEffect transition="in" filter="wipe(up)">
                                      <p:cBhvr>
                                        <p:cTn id="34" dur="500"/>
                                        <p:tgtEl>
                                          <p:spTgt spid="40"/>
                                        </p:tgtEl>
                                      </p:cBhvr>
                                    </p:animEffect>
                                  </p:childTnLst>
                                </p:cTn>
                              </p:par>
                              <p:par>
                                <p:cTn id="35" presetID="22" presetClass="entr" presetSubtype="1" fill="hold" grpId="0" nodeType="withEffect">
                                  <p:stCondLst>
                                    <p:cond delay="0"/>
                                  </p:stCondLst>
                                  <p:childTnLst>
                                    <p:set>
                                      <p:cBhvr>
                                        <p:cTn id="36" dur="1" fill="hold">
                                          <p:stCondLst>
                                            <p:cond delay="0"/>
                                          </p:stCondLst>
                                        </p:cTn>
                                        <p:tgtEl>
                                          <p:spTgt spid="46"/>
                                        </p:tgtEl>
                                        <p:attrNameLst>
                                          <p:attrName>style.visibility</p:attrName>
                                        </p:attrNameLst>
                                      </p:cBhvr>
                                      <p:to>
                                        <p:strVal val="visible"/>
                                      </p:to>
                                    </p:set>
                                    <p:animEffect transition="in" filter="wipe(up)">
                                      <p:cBhvr>
                                        <p:cTn id="37" dur="500"/>
                                        <p:tgtEl>
                                          <p:spTgt spid="46"/>
                                        </p:tgtEl>
                                      </p:cBhvr>
                                    </p:animEffect>
                                  </p:childTnLst>
                                </p:cTn>
                              </p:par>
                              <p:par>
                                <p:cTn id="38" presetID="22" presetClass="entr" presetSubtype="4" fill="hold" grpId="0" nodeType="withEffect">
                                  <p:stCondLst>
                                    <p:cond delay="0"/>
                                  </p:stCondLst>
                                  <p:childTnLst>
                                    <p:set>
                                      <p:cBhvr>
                                        <p:cTn id="39" dur="1" fill="hold">
                                          <p:stCondLst>
                                            <p:cond delay="0"/>
                                          </p:stCondLst>
                                        </p:cTn>
                                        <p:tgtEl>
                                          <p:spTgt spid="43"/>
                                        </p:tgtEl>
                                        <p:attrNameLst>
                                          <p:attrName>style.visibility</p:attrName>
                                        </p:attrNameLst>
                                      </p:cBhvr>
                                      <p:to>
                                        <p:strVal val="visible"/>
                                      </p:to>
                                    </p:set>
                                    <p:animEffect transition="in" filter="wipe(down)">
                                      <p:cBhvr>
                                        <p:cTn id="40" dur="500"/>
                                        <p:tgtEl>
                                          <p:spTgt spid="43"/>
                                        </p:tgtEl>
                                      </p:cBhvr>
                                    </p:animEffect>
                                  </p:childTnLst>
                                </p:cTn>
                              </p:par>
                            </p:childTnLst>
                          </p:cTn>
                        </p:par>
                        <p:par>
                          <p:cTn id="41" fill="hold">
                            <p:stCondLst>
                              <p:cond delay="3000"/>
                            </p:stCondLst>
                            <p:childTnLst>
                              <p:par>
                                <p:cTn id="42" presetID="53" presetClass="entr" presetSubtype="16" fill="hold" grpId="0" nodeType="afterEffect" nodePh="1">
                                  <p:stCondLst>
                                    <p:cond delay="0"/>
                                  </p:stCondLst>
                                  <p:endCondLst>
                                    <p:cond evt="begin" delay="0">
                                      <p:tn val="42"/>
                                    </p:cond>
                                  </p:endCondLst>
                                  <p:childTnLst>
                                    <p:set>
                                      <p:cBhvr>
                                        <p:cTn id="43" dur="1" fill="hold">
                                          <p:stCondLst>
                                            <p:cond delay="0"/>
                                          </p:stCondLst>
                                        </p:cTn>
                                        <p:tgtEl>
                                          <p:spTgt spid="51">
                                            <p:txEl>
                                              <p:pRg st="0" end="0"/>
                                            </p:txEl>
                                          </p:spTgt>
                                        </p:tgtEl>
                                        <p:attrNameLst>
                                          <p:attrName>style.visibility</p:attrName>
                                        </p:attrNameLst>
                                      </p:cBhvr>
                                      <p:to>
                                        <p:strVal val="visible"/>
                                      </p:to>
                                    </p:set>
                                    <p:anim calcmode="lin" valueType="num">
                                      <p:cBhvr>
                                        <p:cTn id="44" dur="500" fill="hold"/>
                                        <p:tgtEl>
                                          <p:spTgt spid="51">
                                            <p:txEl>
                                              <p:pRg st="0" end="0"/>
                                            </p:txEl>
                                          </p:spTgt>
                                        </p:tgtEl>
                                        <p:attrNameLst>
                                          <p:attrName>ppt_w</p:attrName>
                                        </p:attrNameLst>
                                      </p:cBhvr>
                                      <p:tavLst>
                                        <p:tav tm="0">
                                          <p:val>
                                            <p:fltVal val="0"/>
                                          </p:val>
                                        </p:tav>
                                        <p:tav tm="100000">
                                          <p:val>
                                            <p:strVal val="#ppt_w"/>
                                          </p:val>
                                        </p:tav>
                                      </p:tavLst>
                                    </p:anim>
                                    <p:anim calcmode="lin" valueType="num">
                                      <p:cBhvr>
                                        <p:cTn id="45" dur="500" fill="hold"/>
                                        <p:tgtEl>
                                          <p:spTgt spid="51">
                                            <p:txEl>
                                              <p:pRg st="0" end="0"/>
                                            </p:txEl>
                                          </p:spTgt>
                                        </p:tgtEl>
                                        <p:attrNameLst>
                                          <p:attrName>ppt_h</p:attrName>
                                        </p:attrNameLst>
                                      </p:cBhvr>
                                      <p:tavLst>
                                        <p:tav tm="0">
                                          <p:val>
                                            <p:fltVal val="0"/>
                                          </p:val>
                                        </p:tav>
                                        <p:tav tm="100000">
                                          <p:val>
                                            <p:strVal val="#ppt_h"/>
                                          </p:val>
                                        </p:tav>
                                      </p:tavLst>
                                    </p:anim>
                                    <p:animEffect transition="in" filter="fade">
                                      <p:cBhvr>
                                        <p:cTn id="46" dur="500"/>
                                        <p:tgtEl>
                                          <p:spTgt spid="51">
                                            <p:txEl>
                                              <p:pRg st="0" end="0"/>
                                            </p:txEl>
                                          </p:spTgt>
                                        </p:tgtEl>
                                      </p:cBhvr>
                                    </p:animEffect>
                                  </p:childTnLst>
                                </p:cTn>
                              </p:par>
                            </p:childTnLst>
                          </p:cTn>
                        </p:par>
                        <p:par>
                          <p:cTn id="47" fill="hold">
                            <p:stCondLst>
                              <p:cond delay="3500"/>
                            </p:stCondLst>
                            <p:childTnLst>
                              <p:par>
                                <p:cTn id="48" presetID="42" presetClass="entr" presetSubtype="0" fill="hold" grpId="0" nodeType="afterEffect" nodePh="1">
                                  <p:stCondLst>
                                    <p:cond delay="0"/>
                                  </p:stCondLst>
                                  <p:endCondLst>
                                    <p:cond evt="begin" delay="0">
                                      <p:tn val="48"/>
                                    </p:cond>
                                  </p:endCondLst>
                                  <p:childTnLst>
                                    <p:set>
                                      <p:cBhvr>
                                        <p:cTn id="49" dur="1" fill="hold">
                                          <p:stCondLst>
                                            <p:cond delay="0"/>
                                          </p:stCondLst>
                                        </p:cTn>
                                        <p:tgtEl>
                                          <p:spTgt spid="52">
                                            <p:txEl>
                                              <p:pRg st="0" end="0"/>
                                            </p:txEl>
                                          </p:spTgt>
                                        </p:tgtEl>
                                        <p:attrNameLst>
                                          <p:attrName>style.visibility</p:attrName>
                                        </p:attrNameLst>
                                      </p:cBhvr>
                                      <p:to>
                                        <p:strVal val="visible"/>
                                      </p:to>
                                    </p:set>
                                    <p:animEffect transition="in" filter="fade">
                                      <p:cBhvr>
                                        <p:cTn id="50" dur="500"/>
                                        <p:tgtEl>
                                          <p:spTgt spid="52">
                                            <p:txEl>
                                              <p:pRg st="0" end="0"/>
                                            </p:txEl>
                                          </p:spTgt>
                                        </p:tgtEl>
                                      </p:cBhvr>
                                    </p:animEffect>
                                    <p:anim calcmode="lin" valueType="num">
                                      <p:cBhvr>
                                        <p:cTn id="51" dur="500" fill="hold"/>
                                        <p:tgtEl>
                                          <p:spTgt spid="52">
                                            <p:txEl>
                                              <p:pRg st="0" end="0"/>
                                            </p:txEl>
                                          </p:spTgt>
                                        </p:tgtEl>
                                        <p:attrNameLst>
                                          <p:attrName>ppt_x</p:attrName>
                                        </p:attrNameLst>
                                      </p:cBhvr>
                                      <p:tavLst>
                                        <p:tav tm="0">
                                          <p:val>
                                            <p:strVal val="#ppt_x"/>
                                          </p:val>
                                        </p:tav>
                                        <p:tav tm="100000">
                                          <p:val>
                                            <p:strVal val="#ppt_x"/>
                                          </p:val>
                                        </p:tav>
                                      </p:tavLst>
                                    </p:anim>
                                    <p:anim calcmode="lin" valueType="num">
                                      <p:cBhvr>
                                        <p:cTn id="52" dur="500" fill="hold"/>
                                        <p:tgtEl>
                                          <p:spTgt spid="52">
                                            <p:txEl>
                                              <p:pRg st="0" end="0"/>
                                            </p:txEl>
                                          </p:spTgt>
                                        </p:tgtEl>
                                        <p:attrNameLst>
                                          <p:attrName>ppt_y</p:attrName>
                                        </p:attrNameLst>
                                      </p:cBhvr>
                                      <p:tavLst>
                                        <p:tav tm="0">
                                          <p:val>
                                            <p:strVal val="#ppt_y+.1"/>
                                          </p:val>
                                        </p:tav>
                                        <p:tav tm="100000">
                                          <p:val>
                                            <p:strVal val="#ppt_y"/>
                                          </p:val>
                                        </p:tav>
                                      </p:tavLst>
                                    </p:anim>
                                  </p:childTnLst>
                                </p:cTn>
                              </p:par>
                            </p:childTnLst>
                          </p:cTn>
                        </p:par>
                        <p:par>
                          <p:cTn id="53" fill="hold">
                            <p:stCondLst>
                              <p:cond delay="4000"/>
                            </p:stCondLst>
                            <p:childTnLst>
                              <p:par>
                                <p:cTn id="54" presetID="53" presetClass="entr" presetSubtype="16" fill="hold" grpId="0" nodeType="afterEffect">
                                  <p:stCondLst>
                                    <p:cond delay="0"/>
                                  </p:stCondLst>
                                  <p:childTnLst>
                                    <p:set>
                                      <p:cBhvr>
                                        <p:cTn id="55" dur="1" fill="hold">
                                          <p:stCondLst>
                                            <p:cond delay="0"/>
                                          </p:stCondLst>
                                        </p:cTn>
                                        <p:tgtEl>
                                          <p:spTgt spid="53">
                                            <p:txEl>
                                              <p:pRg st="0" end="0"/>
                                            </p:txEl>
                                          </p:spTgt>
                                        </p:tgtEl>
                                        <p:attrNameLst>
                                          <p:attrName>style.visibility</p:attrName>
                                        </p:attrNameLst>
                                      </p:cBhvr>
                                      <p:to>
                                        <p:strVal val="visible"/>
                                      </p:to>
                                    </p:set>
                                    <p:anim calcmode="lin" valueType="num">
                                      <p:cBhvr>
                                        <p:cTn id="56" dur="500" fill="hold"/>
                                        <p:tgtEl>
                                          <p:spTgt spid="53">
                                            <p:txEl>
                                              <p:pRg st="0" end="0"/>
                                            </p:txEl>
                                          </p:spTgt>
                                        </p:tgtEl>
                                        <p:attrNameLst>
                                          <p:attrName>ppt_w</p:attrName>
                                        </p:attrNameLst>
                                      </p:cBhvr>
                                      <p:tavLst>
                                        <p:tav tm="0">
                                          <p:val>
                                            <p:fltVal val="0"/>
                                          </p:val>
                                        </p:tav>
                                        <p:tav tm="100000">
                                          <p:val>
                                            <p:strVal val="#ppt_w"/>
                                          </p:val>
                                        </p:tav>
                                      </p:tavLst>
                                    </p:anim>
                                    <p:anim calcmode="lin" valueType="num">
                                      <p:cBhvr>
                                        <p:cTn id="57" dur="500" fill="hold"/>
                                        <p:tgtEl>
                                          <p:spTgt spid="53">
                                            <p:txEl>
                                              <p:pRg st="0" end="0"/>
                                            </p:txEl>
                                          </p:spTgt>
                                        </p:tgtEl>
                                        <p:attrNameLst>
                                          <p:attrName>ppt_h</p:attrName>
                                        </p:attrNameLst>
                                      </p:cBhvr>
                                      <p:tavLst>
                                        <p:tav tm="0">
                                          <p:val>
                                            <p:fltVal val="0"/>
                                          </p:val>
                                        </p:tav>
                                        <p:tav tm="100000">
                                          <p:val>
                                            <p:strVal val="#ppt_h"/>
                                          </p:val>
                                        </p:tav>
                                      </p:tavLst>
                                    </p:anim>
                                    <p:animEffect transition="in" filter="fade">
                                      <p:cBhvr>
                                        <p:cTn id="58" dur="500"/>
                                        <p:tgtEl>
                                          <p:spTgt spid="53">
                                            <p:txEl>
                                              <p:pRg st="0" end="0"/>
                                            </p:txEl>
                                          </p:spTgt>
                                        </p:tgtEl>
                                      </p:cBhvr>
                                    </p:animEffect>
                                  </p:childTnLst>
                                </p:cTn>
                              </p:par>
                            </p:childTnLst>
                          </p:cTn>
                        </p:par>
                        <p:par>
                          <p:cTn id="59" fill="hold">
                            <p:stCondLst>
                              <p:cond delay="4500"/>
                            </p:stCondLst>
                            <p:childTnLst>
                              <p:par>
                                <p:cTn id="60" presetID="53" presetClass="entr" presetSubtype="16" fill="hold" grpId="0" nodeType="afterEffect" nodePh="1">
                                  <p:stCondLst>
                                    <p:cond delay="0"/>
                                  </p:stCondLst>
                                  <p:endCondLst>
                                    <p:cond evt="begin" delay="0">
                                      <p:tn val="60"/>
                                    </p:cond>
                                  </p:endCondLst>
                                  <p:childTnLst>
                                    <p:set>
                                      <p:cBhvr>
                                        <p:cTn id="61" dur="1" fill="hold">
                                          <p:stCondLst>
                                            <p:cond delay="0"/>
                                          </p:stCondLst>
                                        </p:cTn>
                                        <p:tgtEl>
                                          <p:spTgt spid="54">
                                            <p:txEl>
                                              <p:pRg st="0" end="0"/>
                                            </p:txEl>
                                          </p:spTgt>
                                        </p:tgtEl>
                                        <p:attrNameLst>
                                          <p:attrName>style.visibility</p:attrName>
                                        </p:attrNameLst>
                                      </p:cBhvr>
                                      <p:to>
                                        <p:strVal val="visible"/>
                                      </p:to>
                                    </p:set>
                                    <p:anim calcmode="lin" valueType="num">
                                      <p:cBhvr>
                                        <p:cTn id="62" dur="500" fill="hold"/>
                                        <p:tgtEl>
                                          <p:spTgt spid="54">
                                            <p:txEl>
                                              <p:pRg st="0" end="0"/>
                                            </p:txEl>
                                          </p:spTgt>
                                        </p:tgtEl>
                                        <p:attrNameLst>
                                          <p:attrName>ppt_w</p:attrName>
                                        </p:attrNameLst>
                                      </p:cBhvr>
                                      <p:tavLst>
                                        <p:tav tm="0">
                                          <p:val>
                                            <p:fltVal val="0"/>
                                          </p:val>
                                        </p:tav>
                                        <p:tav tm="100000">
                                          <p:val>
                                            <p:strVal val="#ppt_w"/>
                                          </p:val>
                                        </p:tav>
                                      </p:tavLst>
                                    </p:anim>
                                    <p:anim calcmode="lin" valueType="num">
                                      <p:cBhvr>
                                        <p:cTn id="63" dur="500" fill="hold"/>
                                        <p:tgtEl>
                                          <p:spTgt spid="54">
                                            <p:txEl>
                                              <p:pRg st="0" end="0"/>
                                            </p:txEl>
                                          </p:spTgt>
                                        </p:tgtEl>
                                        <p:attrNameLst>
                                          <p:attrName>ppt_h</p:attrName>
                                        </p:attrNameLst>
                                      </p:cBhvr>
                                      <p:tavLst>
                                        <p:tav tm="0">
                                          <p:val>
                                            <p:fltVal val="0"/>
                                          </p:val>
                                        </p:tav>
                                        <p:tav tm="100000">
                                          <p:val>
                                            <p:strVal val="#ppt_h"/>
                                          </p:val>
                                        </p:tav>
                                      </p:tavLst>
                                    </p:anim>
                                    <p:animEffect transition="in" filter="fade">
                                      <p:cBhvr>
                                        <p:cTn id="64" dur="500"/>
                                        <p:tgtEl>
                                          <p:spTgt spid="5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35" grpId="0" animBg="1"/>
      <p:bldP spid="40" grpId="0" animBg="1"/>
      <p:bldP spid="43" grpId="0" animBg="1"/>
      <p:bldP spid="46" grpId="0" animBg="1"/>
      <p:bldP spid="50" grpId="0" animBg="1"/>
      <p:bldP spid="51"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51"/>
                        </p:tgtEl>
                        <p:attrNameLst>
                          <p:attrName>style.visibility</p:attrName>
                        </p:attrNameLst>
                      </p:cBhvr>
                      <p:to>
                        <p:strVal val="visible"/>
                      </p:to>
                    </p:set>
                    <p:anim calcmode="lin" valueType="num">
                      <p:cBhvr>
                        <p:cTn dur="500" fill="hold"/>
                        <p:tgtEl>
                          <p:spTgt spid="51"/>
                        </p:tgtEl>
                        <p:attrNameLst>
                          <p:attrName>ppt_w</p:attrName>
                        </p:attrNameLst>
                      </p:cBhvr>
                      <p:tavLst>
                        <p:tav tm="0">
                          <p:val>
                            <p:fltVal val="0"/>
                          </p:val>
                        </p:tav>
                        <p:tav tm="100000">
                          <p:val>
                            <p:strVal val="#ppt_w"/>
                          </p:val>
                        </p:tav>
                      </p:tavLst>
                    </p:anim>
                    <p:anim calcmode="lin" valueType="num">
                      <p:cBhvr>
                        <p:cTn dur="500" fill="hold"/>
                        <p:tgtEl>
                          <p:spTgt spid="51"/>
                        </p:tgtEl>
                        <p:attrNameLst>
                          <p:attrName>ppt_h</p:attrName>
                        </p:attrNameLst>
                      </p:cBhvr>
                      <p:tavLst>
                        <p:tav tm="0">
                          <p:val>
                            <p:fltVal val="0"/>
                          </p:val>
                        </p:tav>
                        <p:tav tm="100000">
                          <p:val>
                            <p:strVal val="#ppt_h"/>
                          </p:val>
                        </p:tav>
                      </p:tavLst>
                    </p:anim>
                    <p:animEffect transition="in" filter="fade">
                      <p:cBhvr>
                        <p:cTn dur="500"/>
                        <p:tgtEl>
                          <p:spTgt spid="51"/>
                        </p:tgtEl>
                      </p:cBhvr>
                    </p:animEffect>
                  </p:childTnLst>
                </p:cTn>
              </p:par>
            </p:tnLst>
          </p:tmpl>
        </p:tmplLst>
      </p:bldP>
      <p:bldP spid="52"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52"/>
                        </p:tgtEl>
                        <p:attrNameLst>
                          <p:attrName>style.visibility</p:attrName>
                        </p:attrNameLst>
                      </p:cBhvr>
                      <p:to>
                        <p:strVal val="visible"/>
                      </p:to>
                    </p:set>
                    <p:animEffect transition="in" filter="fade">
                      <p:cBhvr>
                        <p:cTn dur="500"/>
                        <p:tgtEl>
                          <p:spTgt spid="52"/>
                        </p:tgtEl>
                      </p:cBhvr>
                    </p:animEffect>
                    <p:anim calcmode="lin" valueType="num">
                      <p:cBhvr>
                        <p:cTn dur="500" fill="hold"/>
                        <p:tgtEl>
                          <p:spTgt spid="52"/>
                        </p:tgtEl>
                        <p:attrNameLst>
                          <p:attrName>ppt_x</p:attrName>
                        </p:attrNameLst>
                      </p:cBhvr>
                      <p:tavLst>
                        <p:tav tm="0">
                          <p:val>
                            <p:strVal val="#ppt_x"/>
                          </p:val>
                        </p:tav>
                        <p:tav tm="100000">
                          <p:val>
                            <p:strVal val="#ppt_x"/>
                          </p:val>
                        </p:tav>
                      </p:tavLst>
                    </p:anim>
                    <p:anim calcmode="lin" valueType="num">
                      <p:cBhvr>
                        <p:cTn dur="500" fill="hold"/>
                        <p:tgtEl>
                          <p:spTgt spid="52"/>
                        </p:tgtEl>
                        <p:attrNameLst>
                          <p:attrName>ppt_y</p:attrName>
                        </p:attrNameLst>
                      </p:cBhvr>
                      <p:tavLst>
                        <p:tav tm="0">
                          <p:val>
                            <p:strVal val="#ppt_y+.1"/>
                          </p:val>
                        </p:tav>
                        <p:tav tm="100000">
                          <p:val>
                            <p:strVal val="#ppt_y"/>
                          </p:val>
                        </p:tav>
                      </p:tavLst>
                    </p:anim>
                  </p:childTnLst>
                </p:cTn>
              </p:par>
            </p:tnLst>
          </p:tmpl>
        </p:tmplLst>
      </p:bldP>
      <p:bldP spid="53" grpId="0" build="p">
        <p:tmplLst>
          <p:tmpl lvl="1">
            <p:tnLst>
              <p:par>
                <p:cTn presetID="53" presetClass="entr" presetSubtype="16" fill="hold" nodeType="afterEffect">
                  <p:stCondLst>
                    <p:cond delay="0"/>
                  </p:stCondLst>
                  <p:childTnLst>
                    <p:set>
                      <p:cBhvr>
                        <p:cTn dur="1" fill="hold">
                          <p:stCondLst>
                            <p:cond delay="0"/>
                          </p:stCondLst>
                        </p:cTn>
                        <p:tgtEl>
                          <p:spTgt spid="53"/>
                        </p:tgtEl>
                        <p:attrNameLst>
                          <p:attrName>style.visibility</p:attrName>
                        </p:attrNameLst>
                      </p:cBhvr>
                      <p:to>
                        <p:strVal val="visible"/>
                      </p:to>
                    </p:set>
                    <p:anim calcmode="lin" valueType="num">
                      <p:cBhvr>
                        <p:cTn dur="500" fill="hold"/>
                        <p:tgtEl>
                          <p:spTgt spid="53"/>
                        </p:tgtEl>
                        <p:attrNameLst>
                          <p:attrName>ppt_w</p:attrName>
                        </p:attrNameLst>
                      </p:cBhvr>
                      <p:tavLst>
                        <p:tav tm="0">
                          <p:val>
                            <p:fltVal val="0"/>
                          </p:val>
                        </p:tav>
                        <p:tav tm="100000">
                          <p:val>
                            <p:strVal val="#ppt_w"/>
                          </p:val>
                        </p:tav>
                      </p:tavLst>
                    </p:anim>
                    <p:anim calcmode="lin" valueType="num">
                      <p:cBhvr>
                        <p:cTn dur="500" fill="hold"/>
                        <p:tgtEl>
                          <p:spTgt spid="53"/>
                        </p:tgtEl>
                        <p:attrNameLst>
                          <p:attrName>ppt_h</p:attrName>
                        </p:attrNameLst>
                      </p:cBhvr>
                      <p:tavLst>
                        <p:tav tm="0">
                          <p:val>
                            <p:fltVal val="0"/>
                          </p:val>
                        </p:tav>
                        <p:tav tm="100000">
                          <p:val>
                            <p:strVal val="#ppt_h"/>
                          </p:val>
                        </p:tav>
                      </p:tavLst>
                    </p:anim>
                    <p:animEffect transition="in" filter="fade">
                      <p:cBhvr>
                        <p:cTn dur="500"/>
                        <p:tgtEl>
                          <p:spTgt spid="53"/>
                        </p:tgtEl>
                      </p:cBhvr>
                    </p:animEffect>
                  </p:childTnLst>
                </p:cTn>
              </p:par>
            </p:tnLst>
          </p:tmpl>
        </p:tmplLst>
      </p:bldP>
      <p:bldP spid="54"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54"/>
                        </p:tgtEl>
                        <p:attrNameLst>
                          <p:attrName>style.visibility</p:attrName>
                        </p:attrNameLst>
                      </p:cBhvr>
                      <p:to>
                        <p:strVal val="visible"/>
                      </p:to>
                    </p:set>
                    <p:anim calcmode="lin" valueType="num">
                      <p:cBhvr>
                        <p:cTn dur="500" fill="hold"/>
                        <p:tgtEl>
                          <p:spTgt spid="54"/>
                        </p:tgtEl>
                        <p:attrNameLst>
                          <p:attrName>ppt_w</p:attrName>
                        </p:attrNameLst>
                      </p:cBhvr>
                      <p:tavLst>
                        <p:tav tm="0">
                          <p:val>
                            <p:fltVal val="0"/>
                          </p:val>
                        </p:tav>
                        <p:tav tm="100000">
                          <p:val>
                            <p:strVal val="#ppt_w"/>
                          </p:val>
                        </p:tav>
                      </p:tavLst>
                    </p:anim>
                    <p:anim calcmode="lin" valueType="num">
                      <p:cBhvr>
                        <p:cTn dur="500" fill="hold"/>
                        <p:tgtEl>
                          <p:spTgt spid="54"/>
                        </p:tgtEl>
                        <p:attrNameLst>
                          <p:attrName>ppt_h</p:attrName>
                        </p:attrNameLst>
                      </p:cBhvr>
                      <p:tavLst>
                        <p:tav tm="0">
                          <p:val>
                            <p:fltVal val="0"/>
                          </p:val>
                        </p:tav>
                        <p:tav tm="100000">
                          <p:val>
                            <p:strVal val="#ppt_h"/>
                          </p:val>
                        </p:tav>
                      </p:tavLst>
                    </p:anim>
                    <p:animEffect transition="in" filter="fade">
                      <p:cBhvr>
                        <p:cTn dur="500"/>
                        <p:tgtEl>
                          <p:spTgt spid="54"/>
                        </p:tgtEl>
                      </p:cBhvr>
                    </p:animEffect>
                  </p:childTnLst>
                </p:cTn>
              </p:par>
            </p:tnLst>
          </p:tmpl>
        </p:tmplLst>
      </p:bldP>
    </p:bldLst>
  </p:timing>
</p:sldLayout>
</file>

<file path=ppt/slideLayouts/slideLayout721.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9" name="Picture Placeholder 24"/>
          <p:cNvSpPr>
            <a:spLocks noGrp="1"/>
          </p:cNvSpPr>
          <p:nvPr>
            <p:ph type="pic" sz="quarter" idx="14" hasCustomPrompt="1"/>
          </p:nvPr>
        </p:nvSpPr>
        <p:spPr>
          <a:xfrm>
            <a:off x="775852" y="1921135"/>
            <a:ext cx="2166842" cy="2166842"/>
          </a:xfrm>
          <a:custGeom>
            <a:avLst/>
            <a:gdLst>
              <a:gd name="connsiteX0" fmla="*/ 1342864 w 2685728"/>
              <a:gd name="connsiteY0" fmla="*/ 0 h 2685728"/>
              <a:gd name="connsiteX1" fmla="*/ 1590895 w 2685728"/>
              <a:gd name="connsiteY1" fmla="*/ 102738 h 2685728"/>
              <a:gd name="connsiteX2" fmla="*/ 2582990 w 2685728"/>
              <a:gd name="connsiteY2" fmla="*/ 1094833 h 2685728"/>
              <a:gd name="connsiteX3" fmla="*/ 2582990 w 2685728"/>
              <a:gd name="connsiteY3" fmla="*/ 1590895 h 2685728"/>
              <a:gd name="connsiteX4" fmla="*/ 1590895 w 2685728"/>
              <a:gd name="connsiteY4" fmla="*/ 2582990 h 2685728"/>
              <a:gd name="connsiteX5" fmla="*/ 1094833 w 2685728"/>
              <a:gd name="connsiteY5" fmla="*/ 2582990 h 2685728"/>
              <a:gd name="connsiteX6" fmla="*/ 102738 w 2685728"/>
              <a:gd name="connsiteY6" fmla="*/ 1590895 h 2685728"/>
              <a:gd name="connsiteX7" fmla="*/ 102738 w 2685728"/>
              <a:gd name="connsiteY7" fmla="*/ 1094833 h 2685728"/>
              <a:gd name="connsiteX8" fmla="*/ 1094833 w 2685728"/>
              <a:gd name="connsiteY8" fmla="*/ 102738 h 2685728"/>
              <a:gd name="connsiteX9" fmla="*/ 1342864 w 2685728"/>
              <a:gd name="connsiteY9" fmla="*/ 0 h 2685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5728" h="2685728">
                <a:moveTo>
                  <a:pt x="1342864" y="0"/>
                </a:moveTo>
                <a:cubicBezTo>
                  <a:pt x="1432634" y="0"/>
                  <a:pt x="1522403" y="34246"/>
                  <a:pt x="1590895" y="102738"/>
                </a:cubicBezTo>
                <a:lnTo>
                  <a:pt x="2582990" y="1094833"/>
                </a:lnTo>
                <a:cubicBezTo>
                  <a:pt x="2719974" y="1231817"/>
                  <a:pt x="2719974" y="1453912"/>
                  <a:pt x="2582990" y="1590895"/>
                </a:cubicBezTo>
                <a:lnTo>
                  <a:pt x="1590895" y="2582990"/>
                </a:lnTo>
                <a:cubicBezTo>
                  <a:pt x="1453912" y="2719974"/>
                  <a:pt x="1231817" y="2719974"/>
                  <a:pt x="1094833" y="2582990"/>
                </a:cubicBezTo>
                <a:lnTo>
                  <a:pt x="102738" y="1590895"/>
                </a:lnTo>
                <a:cubicBezTo>
                  <a:pt x="-34246" y="1453912"/>
                  <a:pt x="-34246" y="1231817"/>
                  <a:pt x="102738" y="1094833"/>
                </a:cubicBezTo>
                <a:lnTo>
                  <a:pt x="1094833" y="102738"/>
                </a:lnTo>
                <a:cubicBezTo>
                  <a:pt x="1163325" y="34246"/>
                  <a:pt x="1253094" y="0"/>
                  <a:pt x="1342864" y="0"/>
                </a:cubicBezTo>
                <a:close/>
              </a:path>
            </a:pathLst>
          </a:custGeom>
          <a:solidFill>
            <a:schemeClr val="bg1">
              <a:lumMod val="85000"/>
            </a:schemeClr>
          </a:solidFill>
          <a:ln w="76200">
            <a:solidFill>
              <a:schemeClr val="bg1"/>
            </a:solidFill>
          </a:ln>
          <a:effectLst>
            <a:outerShdw blurRad="50800" dist="38100" dir="2700000" algn="tl" rotWithShape="0">
              <a:prstClr val="black">
                <a:alpha val="40000"/>
              </a:prstClr>
            </a:outerShdw>
          </a:effectLst>
        </p:spPr>
        <p:txBody>
          <a:bodyPr wrap="square">
            <a:noAutofit/>
          </a:bodyPr>
          <a:lstStyle>
            <a:lvl1pPr>
              <a:defRPr baseline="0"/>
            </a:lvl1pPr>
          </a:lstStyle>
          <a:p>
            <a:r>
              <a:rPr lang="id-ID" dirty="0" smtClean="0"/>
              <a:t>Pic here</a:t>
            </a:r>
            <a:endParaRPr lang="en-AU" dirty="0"/>
          </a:p>
        </p:txBody>
      </p:sp>
      <p:sp>
        <p:nvSpPr>
          <p:cNvPr id="10" name="Picture Placeholder 24"/>
          <p:cNvSpPr>
            <a:spLocks noGrp="1"/>
          </p:cNvSpPr>
          <p:nvPr>
            <p:ph type="pic" sz="quarter" idx="15" hasCustomPrompt="1"/>
          </p:nvPr>
        </p:nvSpPr>
        <p:spPr>
          <a:xfrm>
            <a:off x="3595252" y="1921135"/>
            <a:ext cx="2166842" cy="2166842"/>
          </a:xfrm>
          <a:custGeom>
            <a:avLst/>
            <a:gdLst>
              <a:gd name="connsiteX0" fmla="*/ 1342864 w 2685728"/>
              <a:gd name="connsiteY0" fmla="*/ 0 h 2685728"/>
              <a:gd name="connsiteX1" fmla="*/ 1590895 w 2685728"/>
              <a:gd name="connsiteY1" fmla="*/ 102738 h 2685728"/>
              <a:gd name="connsiteX2" fmla="*/ 2582990 w 2685728"/>
              <a:gd name="connsiteY2" fmla="*/ 1094833 h 2685728"/>
              <a:gd name="connsiteX3" fmla="*/ 2582990 w 2685728"/>
              <a:gd name="connsiteY3" fmla="*/ 1590895 h 2685728"/>
              <a:gd name="connsiteX4" fmla="*/ 1590895 w 2685728"/>
              <a:gd name="connsiteY4" fmla="*/ 2582990 h 2685728"/>
              <a:gd name="connsiteX5" fmla="*/ 1094833 w 2685728"/>
              <a:gd name="connsiteY5" fmla="*/ 2582990 h 2685728"/>
              <a:gd name="connsiteX6" fmla="*/ 102738 w 2685728"/>
              <a:gd name="connsiteY6" fmla="*/ 1590895 h 2685728"/>
              <a:gd name="connsiteX7" fmla="*/ 102738 w 2685728"/>
              <a:gd name="connsiteY7" fmla="*/ 1094833 h 2685728"/>
              <a:gd name="connsiteX8" fmla="*/ 1094833 w 2685728"/>
              <a:gd name="connsiteY8" fmla="*/ 102738 h 2685728"/>
              <a:gd name="connsiteX9" fmla="*/ 1342864 w 2685728"/>
              <a:gd name="connsiteY9" fmla="*/ 0 h 2685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5728" h="2685728">
                <a:moveTo>
                  <a:pt x="1342864" y="0"/>
                </a:moveTo>
                <a:cubicBezTo>
                  <a:pt x="1432634" y="0"/>
                  <a:pt x="1522403" y="34246"/>
                  <a:pt x="1590895" y="102738"/>
                </a:cubicBezTo>
                <a:lnTo>
                  <a:pt x="2582990" y="1094833"/>
                </a:lnTo>
                <a:cubicBezTo>
                  <a:pt x="2719974" y="1231817"/>
                  <a:pt x="2719974" y="1453912"/>
                  <a:pt x="2582990" y="1590895"/>
                </a:cubicBezTo>
                <a:lnTo>
                  <a:pt x="1590895" y="2582990"/>
                </a:lnTo>
                <a:cubicBezTo>
                  <a:pt x="1453912" y="2719974"/>
                  <a:pt x="1231817" y="2719974"/>
                  <a:pt x="1094833" y="2582990"/>
                </a:cubicBezTo>
                <a:lnTo>
                  <a:pt x="102738" y="1590895"/>
                </a:lnTo>
                <a:cubicBezTo>
                  <a:pt x="-34246" y="1453912"/>
                  <a:pt x="-34246" y="1231817"/>
                  <a:pt x="102738" y="1094833"/>
                </a:cubicBezTo>
                <a:lnTo>
                  <a:pt x="1094833" y="102738"/>
                </a:lnTo>
                <a:cubicBezTo>
                  <a:pt x="1163325" y="34246"/>
                  <a:pt x="1253094" y="0"/>
                  <a:pt x="1342864" y="0"/>
                </a:cubicBezTo>
                <a:close/>
              </a:path>
            </a:pathLst>
          </a:custGeom>
          <a:solidFill>
            <a:schemeClr val="bg1">
              <a:lumMod val="85000"/>
            </a:schemeClr>
          </a:solidFill>
          <a:ln w="76200">
            <a:solidFill>
              <a:schemeClr val="bg1"/>
            </a:solidFill>
          </a:ln>
          <a:effectLst>
            <a:outerShdw blurRad="50800" dist="38100" dir="2700000" algn="tl" rotWithShape="0">
              <a:prstClr val="black">
                <a:alpha val="40000"/>
              </a:prstClr>
            </a:outerShdw>
          </a:effectLst>
        </p:spPr>
        <p:txBody>
          <a:bodyPr wrap="square">
            <a:noAutofit/>
          </a:bodyPr>
          <a:lstStyle>
            <a:lvl1pPr>
              <a:defRPr baseline="0"/>
            </a:lvl1pPr>
          </a:lstStyle>
          <a:p>
            <a:r>
              <a:rPr lang="id-ID" dirty="0" smtClean="0"/>
              <a:t>Pic here</a:t>
            </a:r>
            <a:endParaRPr lang="en-AU" dirty="0"/>
          </a:p>
        </p:txBody>
      </p:sp>
      <p:sp>
        <p:nvSpPr>
          <p:cNvPr id="11" name="Picture Placeholder 24"/>
          <p:cNvSpPr>
            <a:spLocks noGrp="1"/>
          </p:cNvSpPr>
          <p:nvPr>
            <p:ph type="pic" sz="quarter" idx="16" hasCustomPrompt="1"/>
          </p:nvPr>
        </p:nvSpPr>
        <p:spPr>
          <a:xfrm>
            <a:off x="6414652" y="1921135"/>
            <a:ext cx="2166842" cy="2166842"/>
          </a:xfrm>
          <a:custGeom>
            <a:avLst/>
            <a:gdLst>
              <a:gd name="connsiteX0" fmla="*/ 1342864 w 2685728"/>
              <a:gd name="connsiteY0" fmla="*/ 0 h 2685728"/>
              <a:gd name="connsiteX1" fmla="*/ 1590895 w 2685728"/>
              <a:gd name="connsiteY1" fmla="*/ 102738 h 2685728"/>
              <a:gd name="connsiteX2" fmla="*/ 2582990 w 2685728"/>
              <a:gd name="connsiteY2" fmla="*/ 1094833 h 2685728"/>
              <a:gd name="connsiteX3" fmla="*/ 2582990 w 2685728"/>
              <a:gd name="connsiteY3" fmla="*/ 1590895 h 2685728"/>
              <a:gd name="connsiteX4" fmla="*/ 1590895 w 2685728"/>
              <a:gd name="connsiteY4" fmla="*/ 2582990 h 2685728"/>
              <a:gd name="connsiteX5" fmla="*/ 1094833 w 2685728"/>
              <a:gd name="connsiteY5" fmla="*/ 2582990 h 2685728"/>
              <a:gd name="connsiteX6" fmla="*/ 102738 w 2685728"/>
              <a:gd name="connsiteY6" fmla="*/ 1590895 h 2685728"/>
              <a:gd name="connsiteX7" fmla="*/ 102738 w 2685728"/>
              <a:gd name="connsiteY7" fmla="*/ 1094833 h 2685728"/>
              <a:gd name="connsiteX8" fmla="*/ 1094833 w 2685728"/>
              <a:gd name="connsiteY8" fmla="*/ 102738 h 2685728"/>
              <a:gd name="connsiteX9" fmla="*/ 1342864 w 2685728"/>
              <a:gd name="connsiteY9" fmla="*/ 0 h 2685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5728" h="2685728">
                <a:moveTo>
                  <a:pt x="1342864" y="0"/>
                </a:moveTo>
                <a:cubicBezTo>
                  <a:pt x="1432634" y="0"/>
                  <a:pt x="1522403" y="34246"/>
                  <a:pt x="1590895" y="102738"/>
                </a:cubicBezTo>
                <a:lnTo>
                  <a:pt x="2582990" y="1094833"/>
                </a:lnTo>
                <a:cubicBezTo>
                  <a:pt x="2719974" y="1231817"/>
                  <a:pt x="2719974" y="1453912"/>
                  <a:pt x="2582990" y="1590895"/>
                </a:cubicBezTo>
                <a:lnTo>
                  <a:pt x="1590895" y="2582990"/>
                </a:lnTo>
                <a:cubicBezTo>
                  <a:pt x="1453912" y="2719974"/>
                  <a:pt x="1231817" y="2719974"/>
                  <a:pt x="1094833" y="2582990"/>
                </a:cubicBezTo>
                <a:lnTo>
                  <a:pt x="102738" y="1590895"/>
                </a:lnTo>
                <a:cubicBezTo>
                  <a:pt x="-34246" y="1453912"/>
                  <a:pt x="-34246" y="1231817"/>
                  <a:pt x="102738" y="1094833"/>
                </a:cubicBezTo>
                <a:lnTo>
                  <a:pt x="1094833" y="102738"/>
                </a:lnTo>
                <a:cubicBezTo>
                  <a:pt x="1163325" y="34246"/>
                  <a:pt x="1253094" y="0"/>
                  <a:pt x="1342864" y="0"/>
                </a:cubicBezTo>
                <a:close/>
              </a:path>
            </a:pathLst>
          </a:custGeom>
          <a:solidFill>
            <a:schemeClr val="bg1">
              <a:lumMod val="85000"/>
            </a:schemeClr>
          </a:solidFill>
          <a:ln w="76200">
            <a:solidFill>
              <a:schemeClr val="bg1"/>
            </a:solidFill>
          </a:ln>
          <a:effectLst>
            <a:outerShdw blurRad="50800" dist="38100" dir="2700000" algn="tl" rotWithShape="0">
              <a:prstClr val="black">
                <a:alpha val="40000"/>
              </a:prstClr>
            </a:outerShdw>
          </a:effectLst>
        </p:spPr>
        <p:txBody>
          <a:bodyPr wrap="square">
            <a:noAutofit/>
          </a:bodyPr>
          <a:lstStyle>
            <a:lvl1pPr>
              <a:defRPr baseline="0"/>
            </a:lvl1pPr>
          </a:lstStyle>
          <a:p>
            <a:r>
              <a:rPr lang="id-ID" dirty="0" smtClean="0"/>
              <a:t>Pic here</a:t>
            </a:r>
            <a:endParaRPr lang="en-AU" dirty="0"/>
          </a:p>
        </p:txBody>
      </p:sp>
      <p:sp>
        <p:nvSpPr>
          <p:cNvPr id="12" name="Picture Placeholder 24"/>
          <p:cNvSpPr>
            <a:spLocks noGrp="1"/>
          </p:cNvSpPr>
          <p:nvPr>
            <p:ph type="pic" sz="quarter" idx="17" hasCustomPrompt="1"/>
          </p:nvPr>
        </p:nvSpPr>
        <p:spPr>
          <a:xfrm>
            <a:off x="9234052" y="1921135"/>
            <a:ext cx="2166842" cy="2166842"/>
          </a:xfrm>
          <a:custGeom>
            <a:avLst/>
            <a:gdLst>
              <a:gd name="connsiteX0" fmla="*/ 1342864 w 2685728"/>
              <a:gd name="connsiteY0" fmla="*/ 0 h 2685728"/>
              <a:gd name="connsiteX1" fmla="*/ 1590895 w 2685728"/>
              <a:gd name="connsiteY1" fmla="*/ 102738 h 2685728"/>
              <a:gd name="connsiteX2" fmla="*/ 2582990 w 2685728"/>
              <a:gd name="connsiteY2" fmla="*/ 1094833 h 2685728"/>
              <a:gd name="connsiteX3" fmla="*/ 2582990 w 2685728"/>
              <a:gd name="connsiteY3" fmla="*/ 1590895 h 2685728"/>
              <a:gd name="connsiteX4" fmla="*/ 1590895 w 2685728"/>
              <a:gd name="connsiteY4" fmla="*/ 2582990 h 2685728"/>
              <a:gd name="connsiteX5" fmla="*/ 1094833 w 2685728"/>
              <a:gd name="connsiteY5" fmla="*/ 2582990 h 2685728"/>
              <a:gd name="connsiteX6" fmla="*/ 102738 w 2685728"/>
              <a:gd name="connsiteY6" fmla="*/ 1590895 h 2685728"/>
              <a:gd name="connsiteX7" fmla="*/ 102738 w 2685728"/>
              <a:gd name="connsiteY7" fmla="*/ 1094833 h 2685728"/>
              <a:gd name="connsiteX8" fmla="*/ 1094833 w 2685728"/>
              <a:gd name="connsiteY8" fmla="*/ 102738 h 2685728"/>
              <a:gd name="connsiteX9" fmla="*/ 1342864 w 2685728"/>
              <a:gd name="connsiteY9" fmla="*/ 0 h 2685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5728" h="2685728">
                <a:moveTo>
                  <a:pt x="1342864" y="0"/>
                </a:moveTo>
                <a:cubicBezTo>
                  <a:pt x="1432634" y="0"/>
                  <a:pt x="1522403" y="34246"/>
                  <a:pt x="1590895" y="102738"/>
                </a:cubicBezTo>
                <a:lnTo>
                  <a:pt x="2582990" y="1094833"/>
                </a:lnTo>
                <a:cubicBezTo>
                  <a:pt x="2719974" y="1231817"/>
                  <a:pt x="2719974" y="1453912"/>
                  <a:pt x="2582990" y="1590895"/>
                </a:cubicBezTo>
                <a:lnTo>
                  <a:pt x="1590895" y="2582990"/>
                </a:lnTo>
                <a:cubicBezTo>
                  <a:pt x="1453912" y="2719974"/>
                  <a:pt x="1231817" y="2719974"/>
                  <a:pt x="1094833" y="2582990"/>
                </a:cubicBezTo>
                <a:lnTo>
                  <a:pt x="102738" y="1590895"/>
                </a:lnTo>
                <a:cubicBezTo>
                  <a:pt x="-34246" y="1453912"/>
                  <a:pt x="-34246" y="1231817"/>
                  <a:pt x="102738" y="1094833"/>
                </a:cubicBezTo>
                <a:lnTo>
                  <a:pt x="1094833" y="102738"/>
                </a:lnTo>
                <a:cubicBezTo>
                  <a:pt x="1163325" y="34246"/>
                  <a:pt x="1253094" y="0"/>
                  <a:pt x="1342864" y="0"/>
                </a:cubicBezTo>
                <a:close/>
              </a:path>
            </a:pathLst>
          </a:custGeom>
          <a:solidFill>
            <a:schemeClr val="bg1">
              <a:lumMod val="85000"/>
            </a:schemeClr>
          </a:solidFill>
          <a:ln w="76200">
            <a:solidFill>
              <a:schemeClr val="bg1"/>
            </a:solidFill>
          </a:ln>
          <a:effectLst>
            <a:outerShdw blurRad="50800" dist="38100" dir="2700000" algn="tl" rotWithShape="0">
              <a:prstClr val="black">
                <a:alpha val="40000"/>
              </a:prstClr>
            </a:outerShdw>
          </a:effectLst>
        </p:spPr>
        <p:txBody>
          <a:bodyPr wrap="square">
            <a:noAutofit/>
          </a:bodyPr>
          <a:lstStyle>
            <a:lvl1pPr>
              <a:defRPr baseline="0"/>
            </a:lvl1pPr>
          </a:lstStyle>
          <a:p>
            <a:r>
              <a:rPr lang="id-ID" dirty="0" smtClean="0"/>
              <a:t>Pic here</a:t>
            </a:r>
            <a:endParaRPr lang="en-AU" dirty="0"/>
          </a:p>
        </p:txBody>
      </p:sp>
      <p:sp>
        <p:nvSpPr>
          <p:cNvPr id="13" name="Text Placeholder 21"/>
          <p:cNvSpPr>
            <a:spLocks noGrp="1"/>
          </p:cNvSpPr>
          <p:nvPr>
            <p:ph type="body" sz="quarter" idx="20"/>
          </p:nvPr>
        </p:nvSpPr>
        <p:spPr>
          <a:xfrm>
            <a:off x="928685" y="4388730"/>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4" name="Text Placeholder 21"/>
          <p:cNvSpPr>
            <a:spLocks noGrp="1"/>
          </p:cNvSpPr>
          <p:nvPr>
            <p:ph type="body" sz="quarter" idx="22"/>
          </p:nvPr>
        </p:nvSpPr>
        <p:spPr>
          <a:xfrm>
            <a:off x="928685" y="4687002"/>
            <a:ext cx="1814513" cy="284472"/>
          </a:xfrm>
        </p:spPr>
        <p:txBody>
          <a:bodyPr>
            <a:normAutofit/>
          </a:bodyPr>
          <a:lstStyle>
            <a:lvl1pPr algn="ctr">
              <a:defRPr sz="1000" b="1" i="1">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5" name="Text Placeholder 21"/>
          <p:cNvSpPr>
            <a:spLocks noGrp="1"/>
          </p:cNvSpPr>
          <p:nvPr>
            <p:ph type="body" sz="quarter" idx="23"/>
          </p:nvPr>
        </p:nvSpPr>
        <p:spPr>
          <a:xfrm>
            <a:off x="3741157" y="4388730"/>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6" name="Text Placeholder 21"/>
          <p:cNvSpPr>
            <a:spLocks noGrp="1"/>
          </p:cNvSpPr>
          <p:nvPr>
            <p:ph type="body" sz="quarter" idx="24"/>
          </p:nvPr>
        </p:nvSpPr>
        <p:spPr>
          <a:xfrm>
            <a:off x="3741157" y="4687002"/>
            <a:ext cx="1814513" cy="284472"/>
          </a:xfrm>
        </p:spPr>
        <p:txBody>
          <a:bodyPr>
            <a:normAutofit/>
          </a:bodyPr>
          <a:lstStyle>
            <a:lvl1pPr algn="ctr">
              <a:defRPr sz="1000" b="1" i="1">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7" name="Text Placeholder 21"/>
          <p:cNvSpPr>
            <a:spLocks noGrp="1"/>
          </p:cNvSpPr>
          <p:nvPr>
            <p:ph type="body" sz="quarter" idx="25"/>
          </p:nvPr>
        </p:nvSpPr>
        <p:spPr>
          <a:xfrm>
            <a:off x="6609049" y="4388730"/>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8" name="Text Placeholder 21"/>
          <p:cNvSpPr>
            <a:spLocks noGrp="1"/>
          </p:cNvSpPr>
          <p:nvPr>
            <p:ph type="body" sz="quarter" idx="26"/>
          </p:nvPr>
        </p:nvSpPr>
        <p:spPr>
          <a:xfrm>
            <a:off x="6609049" y="4687002"/>
            <a:ext cx="1814513" cy="284472"/>
          </a:xfrm>
        </p:spPr>
        <p:txBody>
          <a:bodyPr>
            <a:normAutofit/>
          </a:bodyPr>
          <a:lstStyle>
            <a:lvl1pPr algn="ctr">
              <a:defRPr sz="1000" b="1" i="1">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9" name="Text Placeholder 21"/>
          <p:cNvSpPr>
            <a:spLocks noGrp="1"/>
          </p:cNvSpPr>
          <p:nvPr>
            <p:ph type="body" sz="quarter" idx="27"/>
          </p:nvPr>
        </p:nvSpPr>
        <p:spPr>
          <a:xfrm>
            <a:off x="9428447" y="4388730"/>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0" name="Text Placeholder 21"/>
          <p:cNvSpPr>
            <a:spLocks noGrp="1"/>
          </p:cNvSpPr>
          <p:nvPr>
            <p:ph type="body" sz="quarter" idx="28"/>
          </p:nvPr>
        </p:nvSpPr>
        <p:spPr>
          <a:xfrm>
            <a:off x="9428447" y="4687002"/>
            <a:ext cx="1814513" cy="284472"/>
          </a:xfrm>
        </p:spPr>
        <p:txBody>
          <a:bodyPr>
            <a:normAutofit/>
          </a:bodyPr>
          <a:lstStyle>
            <a:lvl1pPr algn="ctr">
              <a:defRPr sz="1000" b="1" i="1">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1" name="Text Placeholder 21"/>
          <p:cNvSpPr>
            <a:spLocks noGrp="1"/>
          </p:cNvSpPr>
          <p:nvPr>
            <p:ph type="body" sz="quarter" idx="29"/>
          </p:nvPr>
        </p:nvSpPr>
        <p:spPr>
          <a:xfrm>
            <a:off x="928685" y="5012934"/>
            <a:ext cx="1814513" cy="87351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2" name="Text Placeholder 21"/>
          <p:cNvSpPr>
            <a:spLocks noGrp="1"/>
          </p:cNvSpPr>
          <p:nvPr>
            <p:ph type="body" sz="quarter" idx="30"/>
          </p:nvPr>
        </p:nvSpPr>
        <p:spPr>
          <a:xfrm>
            <a:off x="3741157" y="5012934"/>
            <a:ext cx="1814513" cy="87351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3" name="Text Placeholder 21"/>
          <p:cNvSpPr>
            <a:spLocks noGrp="1"/>
          </p:cNvSpPr>
          <p:nvPr>
            <p:ph type="body" sz="quarter" idx="31"/>
          </p:nvPr>
        </p:nvSpPr>
        <p:spPr>
          <a:xfrm>
            <a:off x="6609049" y="5012934"/>
            <a:ext cx="1814513" cy="87351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4" name="Text Placeholder 21"/>
          <p:cNvSpPr>
            <a:spLocks noGrp="1"/>
          </p:cNvSpPr>
          <p:nvPr>
            <p:ph type="body" sz="quarter" idx="32"/>
          </p:nvPr>
        </p:nvSpPr>
        <p:spPr>
          <a:xfrm>
            <a:off x="9428447" y="5012934"/>
            <a:ext cx="1814513" cy="87351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grpSp>
        <p:nvGrpSpPr>
          <p:cNvPr id="25" name="Group 24"/>
          <p:cNvGrpSpPr/>
          <p:nvPr userDrawn="1"/>
        </p:nvGrpSpPr>
        <p:grpSpPr>
          <a:xfrm>
            <a:off x="1548795" y="5922241"/>
            <a:ext cx="615286" cy="184176"/>
            <a:chOff x="3872969" y="5806923"/>
            <a:chExt cx="1724341" cy="516155"/>
          </a:xfrm>
        </p:grpSpPr>
        <p:sp>
          <p:nvSpPr>
            <p:cNvPr id="26" name="Oval 25"/>
            <p:cNvSpPr/>
            <p:nvPr/>
          </p:nvSpPr>
          <p:spPr>
            <a:xfrm>
              <a:off x="3872969"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27" name="Oval 26"/>
            <p:cNvSpPr/>
            <p:nvPr/>
          </p:nvSpPr>
          <p:spPr>
            <a:xfrm>
              <a:off x="4477062"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28" name="Oval 27"/>
            <p:cNvSpPr/>
            <p:nvPr/>
          </p:nvSpPr>
          <p:spPr>
            <a:xfrm>
              <a:off x="5081155"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29" name="Freeform 63"/>
            <p:cNvSpPr>
              <a:spLocks/>
            </p:cNvSpPr>
            <p:nvPr/>
          </p:nvSpPr>
          <p:spPr bwMode="auto">
            <a:xfrm>
              <a:off x="4576091" y="5937921"/>
              <a:ext cx="318095" cy="261714"/>
            </a:xfrm>
            <a:custGeom>
              <a:avLst/>
              <a:gdLst>
                <a:gd name="T0" fmla="*/ 160 w 160"/>
                <a:gd name="T1" fmla="*/ 16 h 131"/>
                <a:gd name="T2" fmla="*/ 159 w 160"/>
                <a:gd name="T3" fmla="*/ 16 h 131"/>
                <a:gd name="T4" fmla="*/ 144 w 160"/>
                <a:gd name="T5" fmla="*/ 20 h 131"/>
                <a:gd name="T6" fmla="*/ 156 w 160"/>
                <a:gd name="T7" fmla="*/ 4 h 131"/>
                <a:gd name="T8" fmla="*/ 156 w 160"/>
                <a:gd name="T9" fmla="*/ 3 h 131"/>
                <a:gd name="T10" fmla="*/ 155 w 160"/>
                <a:gd name="T11" fmla="*/ 3 h 131"/>
                <a:gd name="T12" fmla="*/ 135 w 160"/>
                <a:gd name="T13" fmla="*/ 11 h 131"/>
                <a:gd name="T14" fmla="*/ 111 w 160"/>
                <a:gd name="T15" fmla="*/ 0 h 131"/>
                <a:gd name="T16" fmla="*/ 77 w 160"/>
                <a:gd name="T17" fmla="*/ 34 h 131"/>
                <a:gd name="T18" fmla="*/ 78 w 160"/>
                <a:gd name="T19" fmla="*/ 40 h 131"/>
                <a:gd name="T20" fmla="*/ 12 w 160"/>
                <a:gd name="T21" fmla="*/ 7 h 131"/>
                <a:gd name="T22" fmla="*/ 12 w 160"/>
                <a:gd name="T23" fmla="*/ 6 h 131"/>
                <a:gd name="T24" fmla="*/ 11 w 160"/>
                <a:gd name="T25" fmla="*/ 7 h 131"/>
                <a:gd name="T26" fmla="*/ 7 w 160"/>
                <a:gd name="T27" fmla="*/ 23 h 131"/>
                <a:gd name="T28" fmla="*/ 19 w 160"/>
                <a:gd name="T29" fmla="*/ 50 h 131"/>
                <a:gd name="T30" fmla="*/ 7 w 160"/>
                <a:gd name="T31" fmla="*/ 46 h 131"/>
                <a:gd name="T32" fmla="*/ 7 w 160"/>
                <a:gd name="T33" fmla="*/ 46 h 131"/>
                <a:gd name="T34" fmla="*/ 6 w 160"/>
                <a:gd name="T35" fmla="*/ 47 h 131"/>
                <a:gd name="T36" fmla="*/ 6 w 160"/>
                <a:gd name="T37" fmla="*/ 47 h 131"/>
                <a:gd name="T38" fmla="*/ 30 w 160"/>
                <a:gd name="T39" fmla="*/ 79 h 131"/>
                <a:gd name="T40" fmla="*/ 19 w 160"/>
                <a:gd name="T41" fmla="*/ 79 h 131"/>
                <a:gd name="T42" fmla="*/ 18 w 160"/>
                <a:gd name="T43" fmla="*/ 79 h 131"/>
                <a:gd name="T44" fmla="*/ 18 w 160"/>
                <a:gd name="T45" fmla="*/ 80 h 131"/>
                <a:gd name="T46" fmla="*/ 47 w 160"/>
                <a:gd name="T47" fmla="*/ 103 h 131"/>
                <a:gd name="T48" fmla="*/ 8 w 160"/>
                <a:gd name="T49" fmla="*/ 115 h 131"/>
                <a:gd name="T50" fmla="*/ 1 w 160"/>
                <a:gd name="T51" fmla="*/ 115 h 131"/>
                <a:gd name="T52" fmla="*/ 0 w 160"/>
                <a:gd name="T53" fmla="*/ 115 h 131"/>
                <a:gd name="T54" fmla="*/ 0 w 160"/>
                <a:gd name="T55" fmla="*/ 116 h 131"/>
                <a:gd name="T56" fmla="*/ 51 w 160"/>
                <a:gd name="T57" fmla="*/ 131 h 131"/>
                <a:gd name="T58" fmla="*/ 144 w 160"/>
                <a:gd name="T59" fmla="*/ 38 h 131"/>
                <a:gd name="T60" fmla="*/ 144 w 160"/>
                <a:gd name="T61" fmla="*/ 34 h 131"/>
                <a:gd name="T62" fmla="*/ 160 w 160"/>
                <a:gd name="T63" fmla="*/ 17 h 131"/>
                <a:gd name="T64" fmla="*/ 160 w 160"/>
                <a:gd name="T65" fmla="*/ 1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0" h="131">
                  <a:moveTo>
                    <a:pt x="160" y="16"/>
                  </a:moveTo>
                  <a:cubicBezTo>
                    <a:pt x="160" y="16"/>
                    <a:pt x="160" y="16"/>
                    <a:pt x="159" y="16"/>
                  </a:cubicBezTo>
                  <a:cubicBezTo>
                    <a:pt x="154" y="18"/>
                    <a:pt x="149" y="19"/>
                    <a:pt x="144" y="20"/>
                  </a:cubicBezTo>
                  <a:cubicBezTo>
                    <a:pt x="150" y="16"/>
                    <a:pt x="154" y="10"/>
                    <a:pt x="156" y="4"/>
                  </a:cubicBezTo>
                  <a:cubicBezTo>
                    <a:pt x="156" y="3"/>
                    <a:pt x="156" y="3"/>
                    <a:pt x="156" y="3"/>
                  </a:cubicBezTo>
                  <a:cubicBezTo>
                    <a:pt x="155" y="3"/>
                    <a:pt x="155" y="3"/>
                    <a:pt x="155" y="3"/>
                  </a:cubicBezTo>
                  <a:cubicBezTo>
                    <a:pt x="149" y="7"/>
                    <a:pt x="142" y="9"/>
                    <a:pt x="135" y="11"/>
                  </a:cubicBezTo>
                  <a:cubicBezTo>
                    <a:pt x="128" y="4"/>
                    <a:pt x="120" y="0"/>
                    <a:pt x="111" y="0"/>
                  </a:cubicBezTo>
                  <a:cubicBezTo>
                    <a:pt x="92" y="0"/>
                    <a:pt x="77" y="15"/>
                    <a:pt x="77" y="34"/>
                  </a:cubicBezTo>
                  <a:cubicBezTo>
                    <a:pt x="77" y="36"/>
                    <a:pt x="77" y="38"/>
                    <a:pt x="78" y="40"/>
                  </a:cubicBezTo>
                  <a:cubicBezTo>
                    <a:pt x="52" y="39"/>
                    <a:pt x="29" y="26"/>
                    <a:pt x="12" y="7"/>
                  </a:cubicBezTo>
                  <a:cubicBezTo>
                    <a:pt x="12" y="6"/>
                    <a:pt x="12" y="6"/>
                    <a:pt x="12" y="6"/>
                  </a:cubicBezTo>
                  <a:cubicBezTo>
                    <a:pt x="11" y="6"/>
                    <a:pt x="11" y="6"/>
                    <a:pt x="11" y="7"/>
                  </a:cubicBezTo>
                  <a:cubicBezTo>
                    <a:pt x="8" y="12"/>
                    <a:pt x="7" y="18"/>
                    <a:pt x="7" y="23"/>
                  </a:cubicBezTo>
                  <a:cubicBezTo>
                    <a:pt x="7" y="34"/>
                    <a:pt x="11" y="43"/>
                    <a:pt x="19" y="50"/>
                  </a:cubicBezTo>
                  <a:cubicBezTo>
                    <a:pt x="15" y="49"/>
                    <a:pt x="11" y="48"/>
                    <a:pt x="7" y="46"/>
                  </a:cubicBezTo>
                  <a:cubicBezTo>
                    <a:pt x="7" y="46"/>
                    <a:pt x="7" y="46"/>
                    <a:pt x="7" y="46"/>
                  </a:cubicBezTo>
                  <a:cubicBezTo>
                    <a:pt x="6" y="46"/>
                    <a:pt x="6" y="46"/>
                    <a:pt x="6" y="47"/>
                  </a:cubicBezTo>
                  <a:cubicBezTo>
                    <a:pt x="6" y="47"/>
                    <a:pt x="6" y="47"/>
                    <a:pt x="6" y="47"/>
                  </a:cubicBezTo>
                  <a:cubicBezTo>
                    <a:pt x="6" y="62"/>
                    <a:pt x="16" y="75"/>
                    <a:pt x="30" y="79"/>
                  </a:cubicBezTo>
                  <a:cubicBezTo>
                    <a:pt x="26" y="79"/>
                    <a:pt x="22" y="79"/>
                    <a:pt x="19" y="79"/>
                  </a:cubicBezTo>
                  <a:cubicBezTo>
                    <a:pt x="18" y="79"/>
                    <a:pt x="18" y="79"/>
                    <a:pt x="18" y="79"/>
                  </a:cubicBezTo>
                  <a:cubicBezTo>
                    <a:pt x="18" y="79"/>
                    <a:pt x="18" y="79"/>
                    <a:pt x="18" y="80"/>
                  </a:cubicBezTo>
                  <a:cubicBezTo>
                    <a:pt x="22" y="93"/>
                    <a:pt x="33" y="102"/>
                    <a:pt x="47" y="103"/>
                  </a:cubicBezTo>
                  <a:cubicBezTo>
                    <a:pt x="36" y="111"/>
                    <a:pt x="22" y="115"/>
                    <a:pt x="8" y="115"/>
                  </a:cubicBezTo>
                  <a:cubicBezTo>
                    <a:pt x="6" y="115"/>
                    <a:pt x="3" y="115"/>
                    <a:pt x="1" y="115"/>
                  </a:cubicBezTo>
                  <a:cubicBezTo>
                    <a:pt x="0" y="115"/>
                    <a:pt x="0" y="115"/>
                    <a:pt x="0" y="115"/>
                  </a:cubicBezTo>
                  <a:cubicBezTo>
                    <a:pt x="0" y="116"/>
                    <a:pt x="0" y="116"/>
                    <a:pt x="0" y="116"/>
                  </a:cubicBezTo>
                  <a:cubicBezTo>
                    <a:pt x="15" y="126"/>
                    <a:pt x="33" y="131"/>
                    <a:pt x="51" y="131"/>
                  </a:cubicBezTo>
                  <a:cubicBezTo>
                    <a:pt x="109" y="131"/>
                    <a:pt x="144" y="83"/>
                    <a:pt x="144" y="38"/>
                  </a:cubicBezTo>
                  <a:cubicBezTo>
                    <a:pt x="144" y="36"/>
                    <a:pt x="144" y="35"/>
                    <a:pt x="144" y="34"/>
                  </a:cubicBezTo>
                  <a:cubicBezTo>
                    <a:pt x="150" y="29"/>
                    <a:pt x="156" y="23"/>
                    <a:pt x="160" y="17"/>
                  </a:cubicBezTo>
                  <a:cubicBezTo>
                    <a:pt x="160" y="17"/>
                    <a:pt x="160" y="16"/>
                    <a:pt x="160" y="16"/>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sp>
          <p:nvSpPr>
            <p:cNvPr id="30" name="Freeform 21"/>
            <p:cNvSpPr>
              <a:spLocks/>
            </p:cNvSpPr>
            <p:nvPr/>
          </p:nvSpPr>
          <p:spPr bwMode="auto">
            <a:xfrm>
              <a:off x="5235659" y="5934143"/>
              <a:ext cx="207145" cy="261714"/>
            </a:xfrm>
            <a:custGeom>
              <a:avLst/>
              <a:gdLst>
                <a:gd name="T0" fmla="*/ 129 w 323"/>
                <a:gd name="T1" fmla="*/ 272 h 408"/>
                <a:gd name="T2" fmla="*/ 68 w 323"/>
                <a:gd name="T3" fmla="*/ 408 h 408"/>
                <a:gd name="T4" fmla="*/ 98 w 323"/>
                <a:gd name="T5" fmla="*/ 196 h 408"/>
                <a:gd name="T6" fmla="*/ 149 w 323"/>
                <a:gd name="T7" fmla="*/ 99 h 408"/>
                <a:gd name="T8" fmla="*/ 172 w 323"/>
                <a:gd name="T9" fmla="*/ 257 h 408"/>
                <a:gd name="T10" fmla="*/ 234 w 323"/>
                <a:gd name="T11" fmla="*/ 73 h 408"/>
                <a:gd name="T12" fmla="*/ 47 w 323"/>
                <a:gd name="T13" fmla="*/ 173 h 408"/>
                <a:gd name="T14" fmla="*/ 57 w 323"/>
                <a:gd name="T15" fmla="*/ 239 h 408"/>
                <a:gd name="T16" fmla="*/ 1 w 323"/>
                <a:gd name="T17" fmla="*/ 147 h 408"/>
                <a:gd name="T18" fmla="*/ 137 w 323"/>
                <a:gd name="T19" fmla="*/ 9 h 408"/>
                <a:gd name="T20" fmla="*/ 310 w 323"/>
                <a:gd name="T21" fmla="*/ 119 h 408"/>
                <a:gd name="T22" fmla="*/ 183 w 323"/>
                <a:gd name="T23" fmla="*/ 298 h 408"/>
                <a:gd name="T24" fmla="*/ 129 w 323"/>
                <a:gd name="T25" fmla="*/ 272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3" h="408">
                  <a:moveTo>
                    <a:pt x="129" y="272"/>
                  </a:moveTo>
                  <a:cubicBezTo>
                    <a:pt x="118" y="328"/>
                    <a:pt x="106" y="380"/>
                    <a:pt x="68" y="408"/>
                  </a:cubicBezTo>
                  <a:cubicBezTo>
                    <a:pt x="56" y="325"/>
                    <a:pt x="85" y="262"/>
                    <a:pt x="98" y="196"/>
                  </a:cubicBezTo>
                  <a:cubicBezTo>
                    <a:pt x="75" y="157"/>
                    <a:pt x="101" y="80"/>
                    <a:pt x="149" y="99"/>
                  </a:cubicBezTo>
                  <a:cubicBezTo>
                    <a:pt x="209" y="122"/>
                    <a:pt x="98" y="242"/>
                    <a:pt x="172" y="257"/>
                  </a:cubicBezTo>
                  <a:cubicBezTo>
                    <a:pt x="250" y="273"/>
                    <a:pt x="282" y="122"/>
                    <a:pt x="234" y="73"/>
                  </a:cubicBezTo>
                  <a:cubicBezTo>
                    <a:pt x="164" y="2"/>
                    <a:pt x="31" y="72"/>
                    <a:pt x="47" y="173"/>
                  </a:cubicBezTo>
                  <a:cubicBezTo>
                    <a:pt x="51" y="198"/>
                    <a:pt x="77" y="205"/>
                    <a:pt x="57" y="239"/>
                  </a:cubicBezTo>
                  <a:cubicBezTo>
                    <a:pt x="13" y="229"/>
                    <a:pt x="0" y="194"/>
                    <a:pt x="1" y="147"/>
                  </a:cubicBezTo>
                  <a:cubicBezTo>
                    <a:pt x="4" y="70"/>
                    <a:pt x="70" y="17"/>
                    <a:pt x="137" y="9"/>
                  </a:cubicBezTo>
                  <a:cubicBezTo>
                    <a:pt x="221" y="0"/>
                    <a:pt x="300" y="40"/>
                    <a:pt x="310" y="119"/>
                  </a:cubicBezTo>
                  <a:cubicBezTo>
                    <a:pt x="323" y="208"/>
                    <a:pt x="273" y="305"/>
                    <a:pt x="183" y="298"/>
                  </a:cubicBezTo>
                  <a:cubicBezTo>
                    <a:pt x="158" y="296"/>
                    <a:pt x="148" y="284"/>
                    <a:pt x="129" y="272"/>
                  </a:cubicBezTo>
                  <a:close/>
                </a:path>
              </a:pathLst>
            </a:custGeom>
            <a:solidFill>
              <a:schemeClr val="bg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mn-cs"/>
              </a:endParaRPr>
            </a:p>
          </p:txBody>
        </p:sp>
        <p:sp>
          <p:nvSpPr>
            <p:cNvPr id="31" name="Freeform 62"/>
            <p:cNvSpPr>
              <a:spLocks/>
            </p:cNvSpPr>
            <p:nvPr/>
          </p:nvSpPr>
          <p:spPr bwMode="auto">
            <a:xfrm>
              <a:off x="4063583" y="5934143"/>
              <a:ext cx="134925" cy="261714"/>
            </a:xfrm>
            <a:custGeom>
              <a:avLst/>
              <a:gdLst>
                <a:gd name="T0" fmla="*/ 84 w 84"/>
                <a:gd name="T1" fmla="*/ 27 h 163"/>
                <a:gd name="T2" fmla="*/ 69 w 84"/>
                <a:gd name="T3" fmla="*/ 27 h 163"/>
                <a:gd name="T4" fmla="*/ 54 w 84"/>
                <a:gd name="T5" fmla="*/ 41 h 163"/>
                <a:gd name="T6" fmla="*/ 54 w 84"/>
                <a:gd name="T7" fmla="*/ 60 h 163"/>
                <a:gd name="T8" fmla="*/ 83 w 84"/>
                <a:gd name="T9" fmla="*/ 60 h 163"/>
                <a:gd name="T10" fmla="*/ 83 w 84"/>
                <a:gd name="T11" fmla="*/ 88 h 163"/>
                <a:gd name="T12" fmla="*/ 54 w 84"/>
                <a:gd name="T13" fmla="*/ 88 h 163"/>
                <a:gd name="T14" fmla="*/ 54 w 84"/>
                <a:gd name="T15" fmla="*/ 163 h 163"/>
                <a:gd name="T16" fmla="*/ 25 w 84"/>
                <a:gd name="T17" fmla="*/ 163 h 163"/>
                <a:gd name="T18" fmla="*/ 25 w 84"/>
                <a:gd name="T19" fmla="*/ 88 h 163"/>
                <a:gd name="T20" fmla="*/ 0 w 84"/>
                <a:gd name="T21" fmla="*/ 88 h 163"/>
                <a:gd name="T22" fmla="*/ 0 w 84"/>
                <a:gd name="T23" fmla="*/ 60 h 163"/>
                <a:gd name="T24" fmla="*/ 25 w 84"/>
                <a:gd name="T25" fmla="*/ 60 h 163"/>
                <a:gd name="T26" fmla="*/ 25 w 84"/>
                <a:gd name="T27" fmla="*/ 38 h 163"/>
                <a:gd name="T28" fmla="*/ 62 w 84"/>
                <a:gd name="T29" fmla="*/ 0 h 163"/>
                <a:gd name="T30" fmla="*/ 84 w 84"/>
                <a:gd name="T31" fmla="*/ 0 h 163"/>
                <a:gd name="T32" fmla="*/ 84 w 84"/>
                <a:gd name="T33" fmla="*/ 27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63">
                  <a:moveTo>
                    <a:pt x="84" y="27"/>
                  </a:moveTo>
                  <a:cubicBezTo>
                    <a:pt x="69" y="27"/>
                    <a:pt x="69" y="27"/>
                    <a:pt x="69" y="27"/>
                  </a:cubicBezTo>
                  <a:cubicBezTo>
                    <a:pt x="57" y="27"/>
                    <a:pt x="54" y="33"/>
                    <a:pt x="54" y="41"/>
                  </a:cubicBezTo>
                  <a:cubicBezTo>
                    <a:pt x="54" y="60"/>
                    <a:pt x="54" y="60"/>
                    <a:pt x="54" y="60"/>
                  </a:cubicBezTo>
                  <a:cubicBezTo>
                    <a:pt x="83" y="60"/>
                    <a:pt x="83" y="60"/>
                    <a:pt x="83" y="60"/>
                  </a:cubicBezTo>
                  <a:cubicBezTo>
                    <a:pt x="83" y="88"/>
                    <a:pt x="83" y="88"/>
                    <a:pt x="83" y="88"/>
                  </a:cubicBezTo>
                  <a:cubicBezTo>
                    <a:pt x="54" y="88"/>
                    <a:pt x="54" y="88"/>
                    <a:pt x="54" y="88"/>
                  </a:cubicBezTo>
                  <a:cubicBezTo>
                    <a:pt x="54" y="163"/>
                    <a:pt x="54" y="163"/>
                    <a:pt x="54" y="163"/>
                  </a:cubicBezTo>
                  <a:cubicBezTo>
                    <a:pt x="25" y="163"/>
                    <a:pt x="25" y="163"/>
                    <a:pt x="25" y="163"/>
                  </a:cubicBezTo>
                  <a:cubicBezTo>
                    <a:pt x="25" y="88"/>
                    <a:pt x="25" y="88"/>
                    <a:pt x="25" y="88"/>
                  </a:cubicBezTo>
                  <a:cubicBezTo>
                    <a:pt x="0" y="88"/>
                    <a:pt x="0" y="88"/>
                    <a:pt x="0" y="88"/>
                  </a:cubicBezTo>
                  <a:cubicBezTo>
                    <a:pt x="0" y="60"/>
                    <a:pt x="0" y="60"/>
                    <a:pt x="0" y="60"/>
                  </a:cubicBezTo>
                  <a:cubicBezTo>
                    <a:pt x="25" y="60"/>
                    <a:pt x="25" y="60"/>
                    <a:pt x="25" y="60"/>
                  </a:cubicBezTo>
                  <a:cubicBezTo>
                    <a:pt x="25" y="38"/>
                    <a:pt x="25" y="38"/>
                    <a:pt x="25" y="38"/>
                  </a:cubicBezTo>
                  <a:cubicBezTo>
                    <a:pt x="25" y="13"/>
                    <a:pt x="40" y="0"/>
                    <a:pt x="62" y="0"/>
                  </a:cubicBezTo>
                  <a:cubicBezTo>
                    <a:pt x="84" y="0"/>
                    <a:pt x="84" y="0"/>
                    <a:pt x="84" y="0"/>
                  </a:cubicBezTo>
                  <a:lnTo>
                    <a:pt x="84" y="27"/>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grpSp>
      <p:grpSp>
        <p:nvGrpSpPr>
          <p:cNvPr id="32" name="Group 31"/>
          <p:cNvGrpSpPr/>
          <p:nvPr userDrawn="1"/>
        </p:nvGrpSpPr>
        <p:grpSpPr>
          <a:xfrm>
            <a:off x="4371030" y="5929154"/>
            <a:ext cx="615286" cy="184176"/>
            <a:chOff x="3872969" y="5806923"/>
            <a:chExt cx="1724341" cy="516155"/>
          </a:xfrm>
        </p:grpSpPr>
        <p:sp>
          <p:nvSpPr>
            <p:cNvPr id="33" name="Oval 32"/>
            <p:cNvSpPr/>
            <p:nvPr/>
          </p:nvSpPr>
          <p:spPr>
            <a:xfrm>
              <a:off x="3872969"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34" name="Oval 33"/>
            <p:cNvSpPr/>
            <p:nvPr/>
          </p:nvSpPr>
          <p:spPr>
            <a:xfrm>
              <a:off x="4477062"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35" name="Oval 34"/>
            <p:cNvSpPr/>
            <p:nvPr/>
          </p:nvSpPr>
          <p:spPr>
            <a:xfrm>
              <a:off x="5081155"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36" name="Freeform 63"/>
            <p:cNvSpPr>
              <a:spLocks/>
            </p:cNvSpPr>
            <p:nvPr/>
          </p:nvSpPr>
          <p:spPr bwMode="auto">
            <a:xfrm>
              <a:off x="4576091" y="5937921"/>
              <a:ext cx="318095" cy="261714"/>
            </a:xfrm>
            <a:custGeom>
              <a:avLst/>
              <a:gdLst>
                <a:gd name="T0" fmla="*/ 160 w 160"/>
                <a:gd name="T1" fmla="*/ 16 h 131"/>
                <a:gd name="T2" fmla="*/ 159 w 160"/>
                <a:gd name="T3" fmla="*/ 16 h 131"/>
                <a:gd name="T4" fmla="*/ 144 w 160"/>
                <a:gd name="T5" fmla="*/ 20 h 131"/>
                <a:gd name="T6" fmla="*/ 156 w 160"/>
                <a:gd name="T7" fmla="*/ 4 h 131"/>
                <a:gd name="T8" fmla="*/ 156 w 160"/>
                <a:gd name="T9" fmla="*/ 3 h 131"/>
                <a:gd name="T10" fmla="*/ 155 w 160"/>
                <a:gd name="T11" fmla="*/ 3 h 131"/>
                <a:gd name="T12" fmla="*/ 135 w 160"/>
                <a:gd name="T13" fmla="*/ 11 h 131"/>
                <a:gd name="T14" fmla="*/ 111 w 160"/>
                <a:gd name="T15" fmla="*/ 0 h 131"/>
                <a:gd name="T16" fmla="*/ 77 w 160"/>
                <a:gd name="T17" fmla="*/ 34 h 131"/>
                <a:gd name="T18" fmla="*/ 78 w 160"/>
                <a:gd name="T19" fmla="*/ 40 h 131"/>
                <a:gd name="T20" fmla="*/ 12 w 160"/>
                <a:gd name="T21" fmla="*/ 7 h 131"/>
                <a:gd name="T22" fmla="*/ 12 w 160"/>
                <a:gd name="T23" fmla="*/ 6 h 131"/>
                <a:gd name="T24" fmla="*/ 11 w 160"/>
                <a:gd name="T25" fmla="*/ 7 h 131"/>
                <a:gd name="T26" fmla="*/ 7 w 160"/>
                <a:gd name="T27" fmla="*/ 23 h 131"/>
                <a:gd name="T28" fmla="*/ 19 w 160"/>
                <a:gd name="T29" fmla="*/ 50 h 131"/>
                <a:gd name="T30" fmla="*/ 7 w 160"/>
                <a:gd name="T31" fmla="*/ 46 h 131"/>
                <a:gd name="T32" fmla="*/ 7 w 160"/>
                <a:gd name="T33" fmla="*/ 46 h 131"/>
                <a:gd name="T34" fmla="*/ 6 w 160"/>
                <a:gd name="T35" fmla="*/ 47 h 131"/>
                <a:gd name="T36" fmla="*/ 6 w 160"/>
                <a:gd name="T37" fmla="*/ 47 h 131"/>
                <a:gd name="T38" fmla="*/ 30 w 160"/>
                <a:gd name="T39" fmla="*/ 79 h 131"/>
                <a:gd name="T40" fmla="*/ 19 w 160"/>
                <a:gd name="T41" fmla="*/ 79 h 131"/>
                <a:gd name="T42" fmla="*/ 18 w 160"/>
                <a:gd name="T43" fmla="*/ 79 h 131"/>
                <a:gd name="T44" fmla="*/ 18 w 160"/>
                <a:gd name="T45" fmla="*/ 80 h 131"/>
                <a:gd name="T46" fmla="*/ 47 w 160"/>
                <a:gd name="T47" fmla="*/ 103 h 131"/>
                <a:gd name="T48" fmla="*/ 8 w 160"/>
                <a:gd name="T49" fmla="*/ 115 h 131"/>
                <a:gd name="T50" fmla="*/ 1 w 160"/>
                <a:gd name="T51" fmla="*/ 115 h 131"/>
                <a:gd name="T52" fmla="*/ 0 w 160"/>
                <a:gd name="T53" fmla="*/ 115 h 131"/>
                <a:gd name="T54" fmla="*/ 0 w 160"/>
                <a:gd name="T55" fmla="*/ 116 h 131"/>
                <a:gd name="T56" fmla="*/ 51 w 160"/>
                <a:gd name="T57" fmla="*/ 131 h 131"/>
                <a:gd name="T58" fmla="*/ 144 w 160"/>
                <a:gd name="T59" fmla="*/ 38 h 131"/>
                <a:gd name="T60" fmla="*/ 144 w 160"/>
                <a:gd name="T61" fmla="*/ 34 h 131"/>
                <a:gd name="T62" fmla="*/ 160 w 160"/>
                <a:gd name="T63" fmla="*/ 17 h 131"/>
                <a:gd name="T64" fmla="*/ 160 w 160"/>
                <a:gd name="T65" fmla="*/ 1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0" h="131">
                  <a:moveTo>
                    <a:pt x="160" y="16"/>
                  </a:moveTo>
                  <a:cubicBezTo>
                    <a:pt x="160" y="16"/>
                    <a:pt x="160" y="16"/>
                    <a:pt x="159" y="16"/>
                  </a:cubicBezTo>
                  <a:cubicBezTo>
                    <a:pt x="154" y="18"/>
                    <a:pt x="149" y="19"/>
                    <a:pt x="144" y="20"/>
                  </a:cubicBezTo>
                  <a:cubicBezTo>
                    <a:pt x="150" y="16"/>
                    <a:pt x="154" y="10"/>
                    <a:pt x="156" y="4"/>
                  </a:cubicBezTo>
                  <a:cubicBezTo>
                    <a:pt x="156" y="3"/>
                    <a:pt x="156" y="3"/>
                    <a:pt x="156" y="3"/>
                  </a:cubicBezTo>
                  <a:cubicBezTo>
                    <a:pt x="155" y="3"/>
                    <a:pt x="155" y="3"/>
                    <a:pt x="155" y="3"/>
                  </a:cubicBezTo>
                  <a:cubicBezTo>
                    <a:pt x="149" y="7"/>
                    <a:pt x="142" y="9"/>
                    <a:pt x="135" y="11"/>
                  </a:cubicBezTo>
                  <a:cubicBezTo>
                    <a:pt x="128" y="4"/>
                    <a:pt x="120" y="0"/>
                    <a:pt x="111" y="0"/>
                  </a:cubicBezTo>
                  <a:cubicBezTo>
                    <a:pt x="92" y="0"/>
                    <a:pt x="77" y="15"/>
                    <a:pt x="77" y="34"/>
                  </a:cubicBezTo>
                  <a:cubicBezTo>
                    <a:pt x="77" y="36"/>
                    <a:pt x="77" y="38"/>
                    <a:pt x="78" y="40"/>
                  </a:cubicBezTo>
                  <a:cubicBezTo>
                    <a:pt x="52" y="39"/>
                    <a:pt x="29" y="26"/>
                    <a:pt x="12" y="7"/>
                  </a:cubicBezTo>
                  <a:cubicBezTo>
                    <a:pt x="12" y="6"/>
                    <a:pt x="12" y="6"/>
                    <a:pt x="12" y="6"/>
                  </a:cubicBezTo>
                  <a:cubicBezTo>
                    <a:pt x="11" y="6"/>
                    <a:pt x="11" y="6"/>
                    <a:pt x="11" y="7"/>
                  </a:cubicBezTo>
                  <a:cubicBezTo>
                    <a:pt x="8" y="12"/>
                    <a:pt x="7" y="18"/>
                    <a:pt x="7" y="23"/>
                  </a:cubicBezTo>
                  <a:cubicBezTo>
                    <a:pt x="7" y="34"/>
                    <a:pt x="11" y="43"/>
                    <a:pt x="19" y="50"/>
                  </a:cubicBezTo>
                  <a:cubicBezTo>
                    <a:pt x="15" y="49"/>
                    <a:pt x="11" y="48"/>
                    <a:pt x="7" y="46"/>
                  </a:cubicBezTo>
                  <a:cubicBezTo>
                    <a:pt x="7" y="46"/>
                    <a:pt x="7" y="46"/>
                    <a:pt x="7" y="46"/>
                  </a:cubicBezTo>
                  <a:cubicBezTo>
                    <a:pt x="6" y="46"/>
                    <a:pt x="6" y="46"/>
                    <a:pt x="6" y="47"/>
                  </a:cubicBezTo>
                  <a:cubicBezTo>
                    <a:pt x="6" y="47"/>
                    <a:pt x="6" y="47"/>
                    <a:pt x="6" y="47"/>
                  </a:cubicBezTo>
                  <a:cubicBezTo>
                    <a:pt x="6" y="62"/>
                    <a:pt x="16" y="75"/>
                    <a:pt x="30" y="79"/>
                  </a:cubicBezTo>
                  <a:cubicBezTo>
                    <a:pt x="26" y="79"/>
                    <a:pt x="22" y="79"/>
                    <a:pt x="19" y="79"/>
                  </a:cubicBezTo>
                  <a:cubicBezTo>
                    <a:pt x="18" y="79"/>
                    <a:pt x="18" y="79"/>
                    <a:pt x="18" y="79"/>
                  </a:cubicBezTo>
                  <a:cubicBezTo>
                    <a:pt x="18" y="79"/>
                    <a:pt x="18" y="79"/>
                    <a:pt x="18" y="80"/>
                  </a:cubicBezTo>
                  <a:cubicBezTo>
                    <a:pt x="22" y="93"/>
                    <a:pt x="33" y="102"/>
                    <a:pt x="47" y="103"/>
                  </a:cubicBezTo>
                  <a:cubicBezTo>
                    <a:pt x="36" y="111"/>
                    <a:pt x="22" y="115"/>
                    <a:pt x="8" y="115"/>
                  </a:cubicBezTo>
                  <a:cubicBezTo>
                    <a:pt x="6" y="115"/>
                    <a:pt x="3" y="115"/>
                    <a:pt x="1" y="115"/>
                  </a:cubicBezTo>
                  <a:cubicBezTo>
                    <a:pt x="0" y="115"/>
                    <a:pt x="0" y="115"/>
                    <a:pt x="0" y="115"/>
                  </a:cubicBezTo>
                  <a:cubicBezTo>
                    <a:pt x="0" y="116"/>
                    <a:pt x="0" y="116"/>
                    <a:pt x="0" y="116"/>
                  </a:cubicBezTo>
                  <a:cubicBezTo>
                    <a:pt x="15" y="126"/>
                    <a:pt x="33" y="131"/>
                    <a:pt x="51" y="131"/>
                  </a:cubicBezTo>
                  <a:cubicBezTo>
                    <a:pt x="109" y="131"/>
                    <a:pt x="144" y="83"/>
                    <a:pt x="144" y="38"/>
                  </a:cubicBezTo>
                  <a:cubicBezTo>
                    <a:pt x="144" y="36"/>
                    <a:pt x="144" y="35"/>
                    <a:pt x="144" y="34"/>
                  </a:cubicBezTo>
                  <a:cubicBezTo>
                    <a:pt x="150" y="29"/>
                    <a:pt x="156" y="23"/>
                    <a:pt x="160" y="17"/>
                  </a:cubicBezTo>
                  <a:cubicBezTo>
                    <a:pt x="160" y="17"/>
                    <a:pt x="160" y="16"/>
                    <a:pt x="160" y="16"/>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sp>
          <p:nvSpPr>
            <p:cNvPr id="37" name="Freeform 21"/>
            <p:cNvSpPr>
              <a:spLocks/>
            </p:cNvSpPr>
            <p:nvPr/>
          </p:nvSpPr>
          <p:spPr bwMode="auto">
            <a:xfrm>
              <a:off x="5235659" y="5934143"/>
              <a:ext cx="207145" cy="261714"/>
            </a:xfrm>
            <a:custGeom>
              <a:avLst/>
              <a:gdLst>
                <a:gd name="T0" fmla="*/ 129 w 323"/>
                <a:gd name="T1" fmla="*/ 272 h 408"/>
                <a:gd name="T2" fmla="*/ 68 w 323"/>
                <a:gd name="T3" fmla="*/ 408 h 408"/>
                <a:gd name="T4" fmla="*/ 98 w 323"/>
                <a:gd name="T5" fmla="*/ 196 h 408"/>
                <a:gd name="T6" fmla="*/ 149 w 323"/>
                <a:gd name="T7" fmla="*/ 99 h 408"/>
                <a:gd name="T8" fmla="*/ 172 w 323"/>
                <a:gd name="T9" fmla="*/ 257 h 408"/>
                <a:gd name="T10" fmla="*/ 234 w 323"/>
                <a:gd name="T11" fmla="*/ 73 h 408"/>
                <a:gd name="T12" fmla="*/ 47 w 323"/>
                <a:gd name="T13" fmla="*/ 173 h 408"/>
                <a:gd name="T14" fmla="*/ 57 w 323"/>
                <a:gd name="T15" fmla="*/ 239 h 408"/>
                <a:gd name="T16" fmla="*/ 1 w 323"/>
                <a:gd name="T17" fmla="*/ 147 h 408"/>
                <a:gd name="T18" fmla="*/ 137 w 323"/>
                <a:gd name="T19" fmla="*/ 9 h 408"/>
                <a:gd name="T20" fmla="*/ 310 w 323"/>
                <a:gd name="T21" fmla="*/ 119 h 408"/>
                <a:gd name="T22" fmla="*/ 183 w 323"/>
                <a:gd name="T23" fmla="*/ 298 h 408"/>
                <a:gd name="T24" fmla="*/ 129 w 323"/>
                <a:gd name="T25" fmla="*/ 272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3" h="408">
                  <a:moveTo>
                    <a:pt x="129" y="272"/>
                  </a:moveTo>
                  <a:cubicBezTo>
                    <a:pt x="118" y="328"/>
                    <a:pt x="106" y="380"/>
                    <a:pt x="68" y="408"/>
                  </a:cubicBezTo>
                  <a:cubicBezTo>
                    <a:pt x="56" y="325"/>
                    <a:pt x="85" y="262"/>
                    <a:pt x="98" y="196"/>
                  </a:cubicBezTo>
                  <a:cubicBezTo>
                    <a:pt x="75" y="157"/>
                    <a:pt x="101" y="80"/>
                    <a:pt x="149" y="99"/>
                  </a:cubicBezTo>
                  <a:cubicBezTo>
                    <a:pt x="209" y="122"/>
                    <a:pt x="98" y="242"/>
                    <a:pt x="172" y="257"/>
                  </a:cubicBezTo>
                  <a:cubicBezTo>
                    <a:pt x="250" y="273"/>
                    <a:pt x="282" y="122"/>
                    <a:pt x="234" y="73"/>
                  </a:cubicBezTo>
                  <a:cubicBezTo>
                    <a:pt x="164" y="2"/>
                    <a:pt x="31" y="72"/>
                    <a:pt x="47" y="173"/>
                  </a:cubicBezTo>
                  <a:cubicBezTo>
                    <a:pt x="51" y="198"/>
                    <a:pt x="77" y="205"/>
                    <a:pt x="57" y="239"/>
                  </a:cubicBezTo>
                  <a:cubicBezTo>
                    <a:pt x="13" y="229"/>
                    <a:pt x="0" y="194"/>
                    <a:pt x="1" y="147"/>
                  </a:cubicBezTo>
                  <a:cubicBezTo>
                    <a:pt x="4" y="70"/>
                    <a:pt x="70" y="17"/>
                    <a:pt x="137" y="9"/>
                  </a:cubicBezTo>
                  <a:cubicBezTo>
                    <a:pt x="221" y="0"/>
                    <a:pt x="300" y="40"/>
                    <a:pt x="310" y="119"/>
                  </a:cubicBezTo>
                  <a:cubicBezTo>
                    <a:pt x="323" y="208"/>
                    <a:pt x="273" y="305"/>
                    <a:pt x="183" y="298"/>
                  </a:cubicBezTo>
                  <a:cubicBezTo>
                    <a:pt x="158" y="296"/>
                    <a:pt x="148" y="284"/>
                    <a:pt x="129" y="272"/>
                  </a:cubicBezTo>
                  <a:close/>
                </a:path>
              </a:pathLst>
            </a:custGeom>
            <a:solidFill>
              <a:schemeClr val="bg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mn-cs"/>
              </a:endParaRPr>
            </a:p>
          </p:txBody>
        </p:sp>
        <p:sp>
          <p:nvSpPr>
            <p:cNvPr id="38" name="Freeform 62"/>
            <p:cNvSpPr>
              <a:spLocks/>
            </p:cNvSpPr>
            <p:nvPr/>
          </p:nvSpPr>
          <p:spPr bwMode="auto">
            <a:xfrm>
              <a:off x="4063583" y="5934143"/>
              <a:ext cx="134925" cy="261714"/>
            </a:xfrm>
            <a:custGeom>
              <a:avLst/>
              <a:gdLst>
                <a:gd name="T0" fmla="*/ 84 w 84"/>
                <a:gd name="T1" fmla="*/ 27 h 163"/>
                <a:gd name="T2" fmla="*/ 69 w 84"/>
                <a:gd name="T3" fmla="*/ 27 h 163"/>
                <a:gd name="T4" fmla="*/ 54 w 84"/>
                <a:gd name="T5" fmla="*/ 41 h 163"/>
                <a:gd name="T6" fmla="*/ 54 w 84"/>
                <a:gd name="T7" fmla="*/ 60 h 163"/>
                <a:gd name="T8" fmla="*/ 83 w 84"/>
                <a:gd name="T9" fmla="*/ 60 h 163"/>
                <a:gd name="T10" fmla="*/ 83 w 84"/>
                <a:gd name="T11" fmla="*/ 88 h 163"/>
                <a:gd name="T12" fmla="*/ 54 w 84"/>
                <a:gd name="T13" fmla="*/ 88 h 163"/>
                <a:gd name="T14" fmla="*/ 54 w 84"/>
                <a:gd name="T15" fmla="*/ 163 h 163"/>
                <a:gd name="T16" fmla="*/ 25 w 84"/>
                <a:gd name="T17" fmla="*/ 163 h 163"/>
                <a:gd name="T18" fmla="*/ 25 w 84"/>
                <a:gd name="T19" fmla="*/ 88 h 163"/>
                <a:gd name="T20" fmla="*/ 0 w 84"/>
                <a:gd name="T21" fmla="*/ 88 h 163"/>
                <a:gd name="T22" fmla="*/ 0 w 84"/>
                <a:gd name="T23" fmla="*/ 60 h 163"/>
                <a:gd name="T24" fmla="*/ 25 w 84"/>
                <a:gd name="T25" fmla="*/ 60 h 163"/>
                <a:gd name="T26" fmla="*/ 25 w 84"/>
                <a:gd name="T27" fmla="*/ 38 h 163"/>
                <a:gd name="T28" fmla="*/ 62 w 84"/>
                <a:gd name="T29" fmla="*/ 0 h 163"/>
                <a:gd name="T30" fmla="*/ 84 w 84"/>
                <a:gd name="T31" fmla="*/ 0 h 163"/>
                <a:gd name="T32" fmla="*/ 84 w 84"/>
                <a:gd name="T33" fmla="*/ 27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63">
                  <a:moveTo>
                    <a:pt x="84" y="27"/>
                  </a:moveTo>
                  <a:cubicBezTo>
                    <a:pt x="69" y="27"/>
                    <a:pt x="69" y="27"/>
                    <a:pt x="69" y="27"/>
                  </a:cubicBezTo>
                  <a:cubicBezTo>
                    <a:pt x="57" y="27"/>
                    <a:pt x="54" y="33"/>
                    <a:pt x="54" y="41"/>
                  </a:cubicBezTo>
                  <a:cubicBezTo>
                    <a:pt x="54" y="60"/>
                    <a:pt x="54" y="60"/>
                    <a:pt x="54" y="60"/>
                  </a:cubicBezTo>
                  <a:cubicBezTo>
                    <a:pt x="83" y="60"/>
                    <a:pt x="83" y="60"/>
                    <a:pt x="83" y="60"/>
                  </a:cubicBezTo>
                  <a:cubicBezTo>
                    <a:pt x="83" y="88"/>
                    <a:pt x="83" y="88"/>
                    <a:pt x="83" y="88"/>
                  </a:cubicBezTo>
                  <a:cubicBezTo>
                    <a:pt x="54" y="88"/>
                    <a:pt x="54" y="88"/>
                    <a:pt x="54" y="88"/>
                  </a:cubicBezTo>
                  <a:cubicBezTo>
                    <a:pt x="54" y="163"/>
                    <a:pt x="54" y="163"/>
                    <a:pt x="54" y="163"/>
                  </a:cubicBezTo>
                  <a:cubicBezTo>
                    <a:pt x="25" y="163"/>
                    <a:pt x="25" y="163"/>
                    <a:pt x="25" y="163"/>
                  </a:cubicBezTo>
                  <a:cubicBezTo>
                    <a:pt x="25" y="88"/>
                    <a:pt x="25" y="88"/>
                    <a:pt x="25" y="88"/>
                  </a:cubicBezTo>
                  <a:cubicBezTo>
                    <a:pt x="0" y="88"/>
                    <a:pt x="0" y="88"/>
                    <a:pt x="0" y="88"/>
                  </a:cubicBezTo>
                  <a:cubicBezTo>
                    <a:pt x="0" y="60"/>
                    <a:pt x="0" y="60"/>
                    <a:pt x="0" y="60"/>
                  </a:cubicBezTo>
                  <a:cubicBezTo>
                    <a:pt x="25" y="60"/>
                    <a:pt x="25" y="60"/>
                    <a:pt x="25" y="60"/>
                  </a:cubicBezTo>
                  <a:cubicBezTo>
                    <a:pt x="25" y="38"/>
                    <a:pt x="25" y="38"/>
                    <a:pt x="25" y="38"/>
                  </a:cubicBezTo>
                  <a:cubicBezTo>
                    <a:pt x="25" y="13"/>
                    <a:pt x="40" y="0"/>
                    <a:pt x="62" y="0"/>
                  </a:cubicBezTo>
                  <a:cubicBezTo>
                    <a:pt x="84" y="0"/>
                    <a:pt x="84" y="0"/>
                    <a:pt x="84" y="0"/>
                  </a:cubicBezTo>
                  <a:lnTo>
                    <a:pt x="84" y="27"/>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grpSp>
      <p:grpSp>
        <p:nvGrpSpPr>
          <p:cNvPr id="39" name="Group 38"/>
          <p:cNvGrpSpPr/>
          <p:nvPr userDrawn="1"/>
        </p:nvGrpSpPr>
        <p:grpSpPr>
          <a:xfrm>
            <a:off x="7190430" y="5922241"/>
            <a:ext cx="615286" cy="184176"/>
            <a:chOff x="3872969" y="5806923"/>
            <a:chExt cx="1724341" cy="516155"/>
          </a:xfrm>
        </p:grpSpPr>
        <p:sp>
          <p:nvSpPr>
            <p:cNvPr id="40" name="Oval 39"/>
            <p:cNvSpPr/>
            <p:nvPr/>
          </p:nvSpPr>
          <p:spPr>
            <a:xfrm>
              <a:off x="3872969"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1" name="Oval 40"/>
            <p:cNvSpPr/>
            <p:nvPr/>
          </p:nvSpPr>
          <p:spPr>
            <a:xfrm>
              <a:off x="4477062"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2" name="Oval 41"/>
            <p:cNvSpPr/>
            <p:nvPr/>
          </p:nvSpPr>
          <p:spPr>
            <a:xfrm>
              <a:off x="5081155"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3" name="Freeform 63"/>
            <p:cNvSpPr>
              <a:spLocks/>
            </p:cNvSpPr>
            <p:nvPr/>
          </p:nvSpPr>
          <p:spPr bwMode="auto">
            <a:xfrm>
              <a:off x="4576091" y="5937921"/>
              <a:ext cx="318095" cy="261714"/>
            </a:xfrm>
            <a:custGeom>
              <a:avLst/>
              <a:gdLst>
                <a:gd name="T0" fmla="*/ 160 w 160"/>
                <a:gd name="T1" fmla="*/ 16 h 131"/>
                <a:gd name="T2" fmla="*/ 159 w 160"/>
                <a:gd name="T3" fmla="*/ 16 h 131"/>
                <a:gd name="T4" fmla="*/ 144 w 160"/>
                <a:gd name="T5" fmla="*/ 20 h 131"/>
                <a:gd name="T6" fmla="*/ 156 w 160"/>
                <a:gd name="T7" fmla="*/ 4 h 131"/>
                <a:gd name="T8" fmla="*/ 156 w 160"/>
                <a:gd name="T9" fmla="*/ 3 h 131"/>
                <a:gd name="T10" fmla="*/ 155 w 160"/>
                <a:gd name="T11" fmla="*/ 3 h 131"/>
                <a:gd name="T12" fmla="*/ 135 w 160"/>
                <a:gd name="T13" fmla="*/ 11 h 131"/>
                <a:gd name="T14" fmla="*/ 111 w 160"/>
                <a:gd name="T15" fmla="*/ 0 h 131"/>
                <a:gd name="T16" fmla="*/ 77 w 160"/>
                <a:gd name="T17" fmla="*/ 34 h 131"/>
                <a:gd name="T18" fmla="*/ 78 w 160"/>
                <a:gd name="T19" fmla="*/ 40 h 131"/>
                <a:gd name="T20" fmla="*/ 12 w 160"/>
                <a:gd name="T21" fmla="*/ 7 h 131"/>
                <a:gd name="T22" fmla="*/ 12 w 160"/>
                <a:gd name="T23" fmla="*/ 6 h 131"/>
                <a:gd name="T24" fmla="*/ 11 w 160"/>
                <a:gd name="T25" fmla="*/ 7 h 131"/>
                <a:gd name="T26" fmla="*/ 7 w 160"/>
                <a:gd name="T27" fmla="*/ 23 h 131"/>
                <a:gd name="T28" fmla="*/ 19 w 160"/>
                <a:gd name="T29" fmla="*/ 50 h 131"/>
                <a:gd name="T30" fmla="*/ 7 w 160"/>
                <a:gd name="T31" fmla="*/ 46 h 131"/>
                <a:gd name="T32" fmla="*/ 7 w 160"/>
                <a:gd name="T33" fmla="*/ 46 h 131"/>
                <a:gd name="T34" fmla="*/ 6 w 160"/>
                <a:gd name="T35" fmla="*/ 47 h 131"/>
                <a:gd name="T36" fmla="*/ 6 w 160"/>
                <a:gd name="T37" fmla="*/ 47 h 131"/>
                <a:gd name="T38" fmla="*/ 30 w 160"/>
                <a:gd name="T39" fmla="*/ 79 h 131"/>
                <a:gd name="T40" fmla="*/ 19 w 160"/>
                <a:gd name="T41" fmla="*/ 79 h 131"/>
                <a:gd name="T42" fmla="*/ 18 w 160"/>
                <a:gd name="T43" fmla="*/ 79 h 131"/>
                <a:gd name="T44" fmla="*/ 18 w 160"/>
                <a:gd name="T45" fmla="*/ 80 h 131"/>
                <a:gd name="T46" fmla="*/ 47 w 160"/>
                <a:gd name="T47" fmla="*/ 103 h 131"/>
                <a:gd name="T48" fmla="*/ 8 w 160"/>
                <a:gd name="T49" fmla="*/ 115 h 131"/>
                <a:gd name="T50" fmla="*/ 1 w 160"/>
                <a:gd name="T51" fmla="*/ 115 h 131"/>
                <a:gd name="T52" fmla="*/ 0 w 160"/>
                <a:gd name="T53" fmla="*/ 115 h 131"/>
                <a:gd name="T54" fmla="*/ 0 w 160"/>
                <a:gd name="T55" fmla="*/ 116 h 131"/>
                <a:gd name="T56" fmla="*/ 51 w 160"/>
                <a:gd name="T57" fmla="*/ 131 h 131"/>
                <a:gd name="T58" fmla="*/ 144 w 160"/>
                <a:gd name="T59" fmla="*/ 38 h 131"/>
                <a:gd name="T60" fmla="*/ 144 w 160"/>
                <a:gd name="T61" fmla="*/ 34 h 131"/>
                <a:gd name="T62" fmla="*/ 160 w 160"/>
                <a:gd name="T63" fmla="*/ 17 h 131"/>
                <a:gd name="T64" fmla="*/ 160 w 160"/>
                <a:gd name="T65" fmla="*/ 1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0" h="131">
                  <a:moveTo>
                    <a:pt x="160" y="16"/>
                  </a:moveTo>
                  <a:cubicBezTo>
                    <a:pt x="160" y="16"/>
                    <a:pt x="160" y="16"/>
                    <a:pt x="159" y="16"/>
                  </a:cubicBezTo>
                  <a:cubicBezTo>
                    <a:pt x="154" y="18"/>
                    <a:pt x="149" y="19"/>
                    <a:pt x="144" y="20"/>
                  </a:cubicBezTo>
                  <a:cubicBezTo>
                    <a:pt x="150" y="16"/>
                    <a:pt x="154" y="10"/>
                    <a:pt x="156" y="4"/>
                  </a:cubicBezTo>
                  <a:cubicBezTo>
                    <a:pt x="156" y="3"/>
                    <a:pt x="156" y="3"/>
                    <a:pt x="156" y="3"/>
                  </a:cubicBezTo>
                  <a:cubicBezTo>
                    <a:pt x="155" y="3"/>
                    <a:pt x="155" y="3"/>
                    <a:pt x="155" y="3"/>
                  </a:cubicBezTo>
                  <a:cubicBezTo>
                    <a:pt x="149" y="7"/>
                    <a:pt x="142" y="9"/>
                    <a:pt x="135" y="11"/>
                  </a:cubicBezTo>
                  <a:cubicBezTo>
                    <a:pt x="128" y="4"/>
                    <a:pt x="120" y="0"/>
                    <a:pt x="111" y="0"/>
                  </a:cubicBezTo>
                  <a:cubicBezTo>
                    <a:pt x="92" y="0"/>
                    <a:pt x="77" y="15"/>
                    <a:pt x="77" y="34"/>
                  </a:cubicBezTo>
                  <a:cubicBezTo>
                    <a:pt x="77" y="36"/>
                    <a:pt x="77" y="38"/>
                    <a:pt x="78" y="40"/>
                  </a:cubicBezTo>
                  <a:cubicBezTo>
                    <a:pt x="52" y="39"/>
                    <a:pt x="29" y="26"/>
                    <a:pt x="12" y="7"/>
                  </a:cubicBezTo>
                  <a:cubicBezTo>
                    <a:pt x="12" y="6"/>
                    <a:pt x="12" y="6"/>
                    <a:pt x="12" y="6"/>
                  </a:cubicBezTo>
                  <a:cubicBezTo>
                    <a:pt x="11" y="6"/>
                    <a:pt x="11" y="6"/>
                    <a:pt x="11" y="7"/>
                  </a:cubicBezTo>
                  <a:cubicBezTo>
                    <a:pt x="8" y="12"/>
                    <a:pt x="7" y="18"/>
                    <a:pt x="7" y="23"/>
                  </a:cubicBezTo>
                  <a:cubicBezTo>
                    <a:pt x="7" y="34"/>
                    <a:pt x="11" y="43"/>
                    <a:pt x="19" y="50"/>
                  </a:cubicBezTo>
                  <a:cubicBezTo>
                    <a:pt x="15" y="49"/>
                    <a:pt x="11" y="48"/>
                    <a:pt x="7" y="46"/>
                  </a:cubicBezTo>
                  <a:cubicBezTo>
                    <a:pt x="7" y="46"/>
                    <a:pt x="7" y="46"/>
                    <a:pt x="7" y="46"/>
                  </a:cubicBezTo>
                  <a:cubicBezTo>
                    <a:pt x="6" y="46"/>
                    <a:pt x="6" y="46"/>
                    <a:pt x="6" y="47"/>
                  </a:cubicBezTo>
                  <a:cubicBezTo>
                    <a:pt x="6" y="47"/>
                    <a:pt x="6" y="47"/>
                    <a:pt x="6" y="47"/>
                  </a:cubicBezTo>
                  <a:cubicBezTo>
                    <a:pt x="6" y="62"/>
                    <a:pt x="16" y="75"/>
                    <a:pt x="30" y="79"/>
                  </a:cubicBezTo>
                  <a:cubicBezTo>
                    <a:pt x="26" y="79"/>
                    <a:pt x="22" y="79"/>
                    <a:pt x="19" y="79"/>
                  </a:cubicBezTo>
                  <a:cubicBezTo>
                    <a:pt x="18" y="79"/>
                    <a:pt x="18" y="79"/>
                    <a:pt x="18" y="79"/>
                  </a:cubicBezTo>
                  <a:cubicBezTo>
                    <a:pt x="18" y="79"/>
                    <a:pt x="18" y="79"/>
                    <a:pt x="18" y="80"/>
                  </a:cubicBezTo>
                  <a:cubicBezTo>
                    <a:pt x="22" y="93"/>
                    <a:pt x="33" y="102"/>
                    <a:pt x="47" y="103"/>
                  </a:cubicBezTo>
                  <a:cubicBezTo>
                    <a:pt x="36" y="111"/>
                    <a:pt x="22" y="115"/>
                    <a:pt x="8" y="115"/>
                  </a:cubicBezTo>
                  <a:cubicBezTo>
                    <a:pt x="6" y="115"/>
                    <a:pt x="3" y="115"/>
                    <a:pt x="1" y="115"/>
                  </a:cubicBezTo>
                  <a:cubicBezTo>
                    <a:pt x="0" y="115"/>
                    <a:pt x="0" y="115"/>
                    <a:pt x="0" y="115"/>
                  </a:cubicBezTo>
                  <a:cubicBezTo>
                    <a:pt x="0" y="116"/>
                    <a:pt x="0" y="116"/>
                    <a:pt x="0" y="116"/>
                  </a:cubicBezTo>
                  <a:cubicBezTo>
                    <a:pt x="15" y="126"/>
                    <a:pt x="33" y="131"/>
                    <a:pt x="51" y="131"/>
                  </a:cubicBezTo>
                  <a:cubicBezTo>
                    <a:pt x="109" y="131"/>
                    <a:pt x="144" y="83"/>
                    <a:pt x="144" y="38"/>
                  </a:cubicBezTo>
                  <a:cubicBezTo>
                    <a:pt x="144" y="36"/>
                    <a:pt x="144" y="35"/>
                    <a:pt x="144" y="34"/>
                  </a:cubicBezTo>
                  <a:cubicBezTo>
                    <a:pt x="150" y="29"/>
                    <a:pt x="156" y="23"/>
                    <a:pt x="160" y="17"/>
                  </a:cubicBezTo>
                  <a:cubicBezTo>
                    <a:pt x="160" y="17"/>
                    <a:pt x="160" y="16"/>
                    <a:pt x="160" y="16"/>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sp>
          <p:nvSpPr>
            <p:cNvPr id="44" name="Freeform 21"/>
            <p:cNvSpPr>
              <a:spLocks/>
            </p:cNvSpPr>
            <p:nvPr/>
          </p:nvSpPr>
          <p:spPr bwMode="auto">
            <a:xfrm>
              <a:off x="5235659" y="5934143"/>
              <a:ext cx="207145" cy="261714"/>
            </a:xfrm>
            <a:custGeom>
              <a:avLst/>
              <a:gdLst>
                <a:gd name="T0" fmla="*/ 129 w 323"/>
                <a:gd name="T1" fmla="*/ 272 h 408"/>
                <a:gd name="T2" fmla="*/ 68 w 323"/>
                <a:gd name="T3" fmla="*/ 408 h 408"/>
                <a:gd name="T4" fmla="*/ 98 w 323"/>
                <a:gd name="T5" fmla="*/ 196 h 408"/>
                <a:gd name="T6" fmla="*/ 149 w 323"/>
                <a:gd name="T7" fmla="*/ 99 h 408"/>
                <a:gd name="T8" fmla="*/ 172 w 323"/>
                <a:gd name="T9" fmla="*/ 257 h 408"/>
                <a:gd name="T10" fmla="*/ 234 w 323"/>
                <a:gd name="T11" fmla="*/ 73 h 408"/>
                <a:gd name="T12" fmla="*/ 47 w 323"/>
                <a:gd name="T13" fmla="*/ 173 h 408"/>
                <a:gd name="T14" fmla="*/ 57 w 323"/>
                <a:gd name="T15" fmla="*/ 239 h 408"/>
                <a:gd name="T16" fmla="*/ 1 w 323"/>
                <a:gd name="T17" fmla="*/ 147 h 408"/>
                <a:gd name="T18" fmla="*/ 137 w 323"/>
                <a:gd name="T19" fmla="*/ 9 h 408"/>
                <a:gd name="T20" fmla="*/ 310 w 323"/>
                <a:gd name="T21" fmla="*/ 119 h 408"/>
                <a:gd name="T22" fmla="*/ 183 w 323"/>
                <a:gd name="T23" fmla="*/ 298 h 408"/>
                <a:gd name="T24" fmla="*/ 129 w 323"/>
                <a:gd name="T25" fmla="*/ 272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3" h="408">
                  <a:moveTo>
                    <a:pt x="129" y="272"/>
                  </a:moveTo>
                  <a:cubicBezTo>
                    <a:pt x="118" y="328"/>
                    <a:pt x="106" y="380"/>
                    <a:pt x="68" y="408"/>
                  </a:cubicBezTo>
                  <a:cubicBezTo>
                    <a:pt x="56" y="325"/>
                    <a:pt x="85" y="262"/>
                    <a:pt x="98" y="196"/>
                  </a:cubicBezTo>
                  <a:cubicBezTo>
                    <a:pt x="75" y="157"/>
                    <a:pt x="101" y="80"/>
                    <a:pt x="149" y="99"/>
                  </a:cubicBezTo>
                  <a:cubicBezTo>
                    <a:pt x="209" y="122"/>
                    <a:pt x="98" y="242"/>
                    <a:pt x="172" y="257"/>
                  </a:cubicBezTo>
                  <a:cubicBezTo>
                    <a:pt x="250" y="273"/>
                    <a:pt x="282" y="122"/>
                    <a:pt x="234" y="73"/>
                  </a:cubicBezTo>
                  <a:cubicBezTo>
                    <a:pt x="164" y="2"/>
                    <a:pt x="31" y="72"/>
                    <a:pt x="47" y="173"/>
                  </a:cubicBezTo>
                  <a:cubicBezTo>
                    <a:pt x="51" y="198"/>
                    <a:pt x="77" y="205"/>
                    <a:pt x="57" y="239"/>
                  </a:cubicBezTo>
                  <a:cubicBezTo>
                    <a:pt x="13" y="229"/>
                    <a:pt x="0" y="194"/>
                    <a:pt x="1" y="147"/>
                  </a:cubicBezTo>
                  <a:cubicBezTo>
                    <a:pt x="4" y="70"/>
                    <a:pt x="70" y="17"/>
                    <a:pt x="137" y="9"/>
                  </a:cubicBezTo>
                  <a:cubicBezTo>
                    <a:pt x="221" y="0"/>
                    <a:pt x="300" y="40"/>
                    <a:pt x="310" y="119"/>
                  </a:cubicBezTo>
                  <a:cubicBezTo>
                    <a:pt x="323" y="208"/>
                    <a:pt x="273" y="305"/>
                    <a:pt x="183" y="298"/>
                  </a:cubicBezTo>
                  <a:cubicBezTo>
                    <a:pt x="158" y="296"/>
                    <a:pt x="148" y="284"/>
                    <a:pt x="129" y="272"/>
                  </a:cubicBezTo>
                  <a:close/>
                </a:path>
              </a:pathLst>
            </a:custGeom>
            <a:solidFill>
              <a:schemeClr val="bg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mn-cs"/>
              </a:endParaRPr>
            </a:p>
          </p:txBody>
        </p:sp>
        <p:sp>
          <p:nvSpPr>
            <p:cNvPr id="45" name="Freeform 62"/>
            <p:cNvSpPr>
              <a:spLocks/>
            </p:cNvSpPr>
            <p:nvPr/>
          </p:nvSpPr>
          <p:spPr bwMode="auto">
            <a:xfrm>
              <a:off x="4063583" y="5934143"/>
              <a:ext cx="134925" cy="261714"/>
            </a:xfrm>
            <a:custGeom>
              <a:avLst/>
              <a:gdLst>
                <a:gd name="T0" fmla="*/ 84 w 84"/>
                <a:gd name="T1" fmla="*/ 27 h 163"/>
                <a:gd name="T2" fmla="*/ 69 w 84"/>
                <a:gd name="T3" fmla="*/ 27 h 163"/>
                <a:gd name="T4" fmla="*/ 54 w 84"/>
                <a:gd name="T5" fmla="*/ 41 h 163"/>
                <a:gd name="T6" fmla="*/ 54 w 84"/>
                <a:gd name="T7" fmla="*/ 60 h 163"/>
                <a:gd name="T8" fmla="*/ 83 w 84"/>
                <a:gd name="T9" fmla="*/ 60 h 163"/>
                <a:gd name="T10" fmla="*/ 83 w 84"/>
                <a:gd name="T11" fmla="*/ 88 h 163"/>
                <a:gd name="T12" fmla="*/ 54 w 84"/>
                <a:gd name="T13" fmla="*/ 88 h 163"/>
                <a:gd name="T14" fmla="*/ 54 w 84"/>
                <a:gd name="T15" fmla="*/ 163 h 163"/>
                <a:gd name="T16" fmla="*/ 25 w 84"/>
                <a:gd name="T17" fmla="*/ 163 h 163"/>
                <a:gd name="T18" fmla="*/ 25 w 84"/>
                <a:gd name="T19" fmla="*/ 88 h 163"/>
                <a:gd name="T20" fmla="*/ 0 w 84"/>
                <a:gd name="T21" fmla="*/ 88 h 163"/>
                <a:gd name="T22" fmla="*/ 0 w 84"/>
                <a:gd name="T23" fmla="*/ 60 h 163"/>
                <a:gd name="T24" fmla="*/ 25 w 84"/>
                <a:gd name="T25" fmla="*/ 60 h 163"/>
                <a:gd name="T26" fmla="*/ 25 w 84"/>
                <a:gd name="T27" fmla="*/ 38 h 163"/>
                <a:gd name="T28" fmla="*/ 62 w 84"/>
                <a:gd name="T29" fmla="*/ 0 h 163"/>
                <a:gd name="T30" fmla="*/ 84 w 84"/>
                <a:gd name="T31" fmla="*/ 0 h 163"/>
                <a:gd name="T32" fmla="*/ 84 w 84"/>
                <a:gd name="T33" fmla="*/ 27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63">
                  <a:moveTo>
                    <a:pt x="84" y="27"/>
                  </a:moveTo>
                  <a:cubicBezTo>
                    <a:pt x="69" y="27"/>
                    <a:pt x="69" y="27"/>
                    <a:pt x="69" y="27"/>
                  </a:cubicBezTo>
                  <a:cubicBezTo>
                    <a:pt x="57" y="27"/>
                    <a:pt x="54" y="33"/>
                    <a:pt x="54" y="41"/>
                  </a:cubicBezTo>
                  <a:cubicBezTo>
                    <a:pt x="54" y="60"/>
                    <a:pt x="54" y="60"/>
                    <a:pt x="54" y="60"/>
                  </a:cubicBezTo>
                  <a:cubicBezTo>
                    <a:pt x="83" y="60"/>
                    <a:pt x="83" y="60"/>
                    <a:pt x="83" y="60"/>
                  </a:cubicBezTo>
                  <a:cubicBezTo>
                    <a:pt x="83" y="88"/>
                    <a:pt x="83" y="88"/>
                    <a:pt x="83" y="88"/>
                  </a:cubicBezTo>
                  <a:cubicBezTo>
                    <a:pt x="54" y="88"/>
                    <a:pt x="54" y="88"/>
                    <a:pt x="54" y="88"/>
                  </a:cubicBezTo>
                  <a:cubicBezTo>
                    <a:pt x="54" y="163"/>
                    <a:pt x="54" y="163"/>
                    <a:pt x="54" y="163"/>
                  </a:cubicBezTo>
                  <a:cubicBezTo>
                    <a:pt x="25" y="163"/>
                    <a:pt x="25" y="163"/>
                    <a:pt x="25" y="163"/>
                  </a:cubicBezTo>
                  <a:cubicBezTo>
                    <a:pt x="25" y="88"/>
                    <a:pt x="25" y="88"/>
                    <a:pt x="25" y="88"/>
                  </a:cubicBezTo>
                  <a:cubicBezTo>
                    <a:pt x="0" y="88"/>
                    <a:pt x="0" y="88"/>
                    <a:pt x="0" y="88"/>
                  </a:cubicBezTo>
                  <a:cubicBezTo>
                    <a:pt x="0" y="60"/>
                    <a:pt x="0" y="60"/>
                    <a:pt x="0" y="60"/>
                  </a:cubicBezTo>
                  <a:cubicBezTo>
                    <a:pt x="25" y="60"/>
                    <a:pt x="25" y="60"/>
                    <a:pt x="25" y="60"/>
                  </a:cubicBezTo>
                  <a:cubicBezTo>
                    <a:pt x="25" y="38"/>
                    <a:pt x="25" y="38"/>
                    <a:pt x="25" y="38"/>
                  </a:cubicBezTo>
                  <a:cubicBezTo>
                    <a:pt x="25" y="13"/>
                    <a:pt x="40" y="0"/>
                    <a:pt x="62" y="0"/>
                  </a:cubicBezTo>
                  <a:cubicBezTo>
                    <a:pt x="84" y="0"/>
                    <a:pt x="84" y="0"/>
                    <a:pt x="84" y="0"/>
                  </a:cubicBezTo>
                  <a:lnTo>
                    <a:pt x="84" y="27"/>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grpSp>
      <p:grpSp>
        <p:nvGrpSpPr>
          <p:cNvPr id="46" name="Group 45"/>
          <p:cNvGrpSpPr/>
          <p:nvPr userDrawn="1"/>
        </p:nvGrpSpPr>
        <p:grpSpPr>
          <a:xfrm>
            <a:off x="10028060" y="5922241"/>
            <a:ext cx="615286" cy="184176"/>
            <a:chOff x="3872969" y="5806923"/>
            <a:chExt cx="1724341" cy="516155"/>
          </a:xfrm>
        </p:grpSpPr>
        <p:sp>
          <p:nvSpPr>
            <p:cNvPr id="47" name="Oval 46"/>
            <p:cNvSpPr/>
            <p:nvPr/>
          </p:nvSpPr>
          <p:spPr>
            <a:xfrm>
              <a:off x="3872969"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8" name="Oval 47"/>
            <p:cNvSpPr/>
            <p:nvPr/>
          </p:nvSpPr>
          <p:spPr>
            <a:xfrm>
              <a:off x="4477062"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9" name="Oval 48"/>
            <p:cNvSpPr/>
            <p:nvPr/>
          </p:nvSpPr>
          <p:spPr>
            <a:xfrm>
              <a:off x="5081155"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50" name="Freeform 63"/>
            <p:cNvSpPr>
              <a:spLocks/>
            </p:cNvSpPr>
            <p:nvPr/>
          </p:nvSpPr>
          <p:spPr bwMode="auto">
            <a:xfrm>
              <a:off x="4576091" y="5937921"/>
              <a:ext cx="318095" cy="261714"/>
            </a:xfrm>
            <a:custGeom>
              <a:avLst/>
              <a:gdLst>
                <a:gd name="T0" fmla="*/ 160 w 160"/>
                <a:gd name="T1" fmla="*/ 16 h 131"/>
                <a:gd name="T2" fmla="*/ 159 w 160"/>
                <a:gd name="T3" fmla="*/ 16 h 131"/>
                <a:gd name="T4" fmla="*/ 144 w 160"/>
                <a:gd name="T5" fmla="*/ 20 h 131"/>
                <a:gd name="T6" fmla="*/ 156 w 160"/>
                <a:gd name="T7" fmla="*/ 4 h 131"/>
                <a:gd name="T8" fmla="*/ 156 w 160"/>
                <a:gd name="T9" fmla="*/ 3 h 131"/>
                <a:gd name="T10" fmla="*/ 155 w 160"/>
                <a:gd name="T11" fmla="*/ 3 h 131"/>
                <a:gd name="T12" fmla="*/ 135 w 160"/>
                <a:gd name="T13" fmla="*/ 11 h 131"/>
                <a:gd name="T14" fmla="*/ 111 w 160"/>
                <a:gd name="T15" fmla="*/ 0 h 131"/>
                <a:gd name="T16" fmla="*/ 77 w 160"/>
                <a:gd name="T17" fmla="*/ 34 h 131"/>
                <a:gd name="T18" fmla="*/ 78 w 160"/>
                <a:gd name="T19" fmla="*/ 40 h 131"/>
                <a:gd name="T20" fmla="*/ 12 w 160"/>
                <a:gd name="T21" fmla="*/ 7 h 131"/>
                <a:gd name="T22" fmla="*/ 12 w 160"/>
                <a:gd name="T23" fmla="*/ 6 h 131"/>
                <a:gd name="T24" fmla="*/ 11 w 160"/>
                <a:gd name="T25" fmla="*/ 7 h 131"/>
                <a:gd name="T26" fmla="*/ 7 w 160"/>
                <a:gd name="T27" fmla="*/ 23 h 131"/>
                <a:gd name="T28" fmla="*/ 19 w 160"/>
                <a:gd name="T29" fmla="*/ 50 h 131"/>
                <a:gd name="T30" fmla="*/ 7 w 160"/>
                <a:gd name="T31" fmla="*/ 46 h 131"/>
                <a:gd name="T32" fmla="*/ 7 w 160"/>
                <a:gd name="T33" fmla="*/ 46 h 131"/>
                <a:gd name="T34" fmla="*/ 6 w 160"/>
                <a:gd name="T35" fmla="*/ 47 h 131"/>
                <a:gd name="T36" fmla="*/ 6 w 160"/>
                <a:gd name="T37" fmla="*/ 47 h 131"/>
                <a:gd name="T38" fmla="*/ 30 w 160"/>
                <a:gd name="T39" fmla="*/ 79 h 131"/>
                <a:gd name="T40" fmla="*/ 19 w 160"/>
                <a:gd name="T41" fmla="*/ 79 h 131"/>
                <a:gd name="T42" fmla="*/ 18 w 160"/>
                <a:gd name="T43" fmla="*/ 79 h 131"/>
                <a:gd name="T44" fmla="*/ 18 w 160"/>
                <a:gd name="T45" fmla="*/ 80 h 131"/>
                <a:gd name="T46" fmla="*/ 47 w 160"/>
                <a:gd name="T47" fmla="*/ 103 h 131"/>
                <a:gd name="T48" fmla="*/ 8 w 160"/>
                <a:gd name="T49" fmla="*/ 115 h 131"/>
                <a:gd name="T50" fmla="*/ 1 w 160"/>
                <a:gd name="T51" fmla="*/ 115 h 131"/>
                <a:gd name="T52" fmla="*/ 0 w 160"/>
                <a:gd name="T53" fmla="*/ 115 h 131"/>
                <a:gd name="T54" fmla="*/ 0 w 160"/>
                <a:gd name="T55" fmla="*/ 116 h 131"/>
                <a:gd name="T56" fmla="*/ 51 w 160"/>
                <a:gd name="T57" fmla="*/ 131 h 131"/>
                <a:gd name="T58" fmla="*/ 144 w 160"/>
                <a:gd name="T59" fmla="*/ 38 h 131"/>
                <a:gd name="T60" fmla="*/ 144 w 160"/>
                <a:gd name="T61" fmla="*/ 34 h 131"/>
                <a:gd name="T62" fmla="*/ 160 w 160"/>
                <a:gd name="T63" fmla="*/ 17 h 131"/>
                <a:gd name="T64" fmla="*/ 160 w 160"/>
                <a:gd name="T65" fmla="*/ 1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0" h="131">
                  <a:moveTo>
                    <a:pt x="160" y="16"/>
                  </a:moveTo>
                  <a:cubicBezTo>
                    <a:pt x="160" y="16"/>
                    <a:pt x="160" y="16"/>
                    <a:pt x="159" y="16"/>
                  </a:cubicBezTo>
                  <a:cubicBezTo>
                    <a:pt x="154" y="18"/>
                    <a:pt x="149" y="19"/>
                    <a:pt x="144" y="20"/>
                  </a:cubicBezTo>
                  <a:cubicBezTo>
                    <a:pt x="150" y="16"/>
                    <a:pt x="154" y="10"/>
                    <a:pt x="156" y="4"/>
                  </a:cubicBezTo>
                  <a:cubicBezTo>
                    <a:pt x="156" y="3"/>
                    <a:pt x="156" y="3"/>
                    <a:pt x="156" y="3"/>
                  </a:cubicBezTo>
                  <a:cubicBezTo>
                    <a:pt x="155" y="3"/>
                    <a:pt x="155" y="3"/>
                    <a:pt x="155" y="3"/>
                  </a:cubicBezTo>
                  <a:cubicBezTo>
                    <a:pt x="149" y="7"/>
                    <a:pt x="142" y="9"/>
                    <a:pt x="135" y="11"/>
                  </a:cubicBezTo>
                  <a:cubicBezTo>
                    <a:pt x="128" y="4"/>
                    <a:pt x="120" y="0"/>
                    <a:pt x="111" y="0"/>
                  </a:cubicBezTo>
                  <a:cubicBezTo>
                    <a:pt x="92" y="0"/>
                    <a:pt x="77" y="15"/>
                    <a:pt x="77" y="34"/>
                  </a:cubicBezTo>
                  <a:cubicBezTo>
                    <a:pt x="77" y="36"/>
                    <a:pt x="77" y="38"/>
                    <a:pt x="78" y="40"/>
                  </a:cubicBezTo>
                  <a:cubicBezTo>
                    <a:pt x="52" y="39"/>
                    <a:pt x="29" y="26"/>
                    <a:pt x="12" y="7"/>
                  </a:cubicBezTo>
                  <a:cubicBezTo>
                    <a:pt x="12" y="6"/>
                    <a:pt x="12" y="6"/>
                    <a:pt x="12" y="6"/>
                  </a:cubicBezTo>
                  <a:cubicBezTo>
                    <a:pt x="11" y="6"/>
                    <a:pt x="11" y="6"/>
                    <a:pt x="11" y="7"/>
                  </a:cubicBezTo>
                  <a:cubicBezTo>
                    <a:pt x="8" y="12"/>
                    <a:pt x="7" y="18"/>
                    <a:pt x="7" y="23"/>
                  </a:cubicBezTo>
                  <a:cubicBezTo>
                    <a:pt x="7" y="34"/>
                    <a:pt x="11" y="43"/>
                    <a:pt x="19" y="50"/>
                  </a:cubicBezTo>
                  <a:cubicBezTo>
                    <a:pt x="15" y="49"/>
                    <a:pt x="11" y="48"/>
                    <a:pt x="7" y="46"/>
                  </a:cubicBezTo>
                  <a:cubicBezTo>
                    <a:pt x="7" y="46"/>
                    <a:pt x="7" y="46"/>
                    <a:pt x="7" y="46"/>
                  </a:cubicBezTo>
                  <a:cubicBezTo>
                    <a:pt x="6" y="46"/>
                    <a:pt x="6" y="46"/>
                    <a:pt x="6" y="47"/>
                  </a:cubicBezTo>
                  <a:cubicBezTo>
                    <a:pt x="6" y="47"/>
                    <a:pt x="6" y="47"/>
                    <a:pt x="6" y="47"/>
                  </a:cubicBezTo>
                  <a:cubicBezTo>
                    <a:pt x="6" y="62"/>
                    <a:pt x="16" y="75"/>
                    <a:pt x="30" y="79"/>
                  </a:cubicBezTo>
                  <a:cubicBezTo>
                    <a:pt x="26" y="79"/>
                    <a:pt x="22" y="79"/>
                    <a:pt x="19" y="79"/>
                  </a:cubicBezTo>
                  <a:cubicBezTo>
                    <a:pt x="18" y="79"/>
                    <a:pt x="18" y="79"/>
                    <a:pt x="18" y="79"/>
                  </a:cubicBezTo>
                  <a:cubicBezTo>
                    <a:pt x="18" y="79"/>
                    <a:pt x="18" y="79"/>
                    <a:pt x="18" y="80"/>
                  </a:cubicBezTo>
                  <a:cubicBezTo>
                    <a:pt x="22" y="93"/>
                    <a:pt x="33" y="102"/>
                    <a:pt x="47" y="103"/>
                  </a:cubicBezTo>
                  <a:cubicBezTo>
                    <a:pt x="36" y="111"/>
                    <a:pt x="22" y="115"/>
                    <a:pt x="8" y="115"/>
                  </a:cubicBezTo>
                  <a:cubicBezTo>
                    <a:pt x="6" y="115"/>
                    <a:pt x="3" y="115"/>
                    <a:pt x="1" y="115"/>
                  </a:cubicBezTo>
                  <a:cubicBezTo>
                    <a:pt x="0" y="115"/>
                    <a:pt x="0" y="115"/>
                    <a:pt x="0" y="115"/>
                  </a:cubicBezTo>
                  <a:cubicBezTo>
                    <a:pt x="0" y="116"/>
                    <a:pt x="0" y="116"/>
                    <a:pt x="0" y="116"/>
                  </a:cubicBezTo>
                  <a:cubicBezTo>
                    <a:pt x="15" y="126"/>
                    <a:pt x="33" y="131"/>
                    <a:pt x="51" y="131"/>
                  </a:cubicBezTo>
                  <a:cubicBezTo>
                    <a:pt x="109" y="131"/>
                    <a:pt x="144" y="83"/>
                    <a:pt x="144" y="38"/>
                  </a:cubicBezTo>
                  <a:cubicBezTo>
                    <a:pt x="144" y="36"/>
                    <a:pt x="144" y="35"/>
                    <a:pt x="144" y="34"/>
                  </a:cubicBezTo>
                  <a:cubicBezTo>
                    <a:pt x="150" y="29"/>
                    <a:pt x="156" y="23"/>
                    <a:pt x="160" y="17"/>
                  </a:cubicBezTo>
                  <a:cubicBezTo>
                    <a:pt x="160" y="17"/>
                    <a:pt x="160" y="16"/>
                    <a:pt x="160" y="16"/>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sp>
          <p:nvSpPr>
            <p:cNvPr id="51" name="Freeform 21"/>
            <p:cNvSpPr>
              <a:spLocks/>
            </p:cNvSpPr>
            <p:nvPr/>
          </p:nvSpPr>
          <p:spPr bwMode="auto">
            <a:xfrm>
              <a:off x="5235659" y="5934143"/>
              <a:ext cx="207145" cy="261714"/>
            </a:xfrm>
            <a:custGeom>
              <a:avLst/>
              <a:gdLst>
                <a:gd name="T0" fmla="*/ 129 w 323"/>
                <a:gd name="T1" fmla="*/ 272 h 408"/>
                <a:gd name="T2" fmla="*/ 68 w 323"/>
                <a:gd name="T3" fmla="*/ 408 h 408"/>
                <a:gd name="T4" fmla="*/ 98 w 323"/>
                <a:gd name="T5" fmla="*/ 196 h 408"/>
                <a:gd name="T6" fmla="*/ 149 w 323"/>
                <a:gd name="T7" fmla="*/ 99 h 408"/>
                <a:gd name="T8" fmla="*/ 172 w 323"/>
                <a:gd name="T9" fmla="*/ 257 h 408"/>
                <a:gd name="T10" fmla="*/ 234 w 323"/>
                <a:gd name="T11" fmla="*/ 73 h 408"/>
                <a:gd name="T12" fmla="*/ 47 w 323"/>
                <a:gd name="T13" fmla="*/ 173 h 408"/>
                <a:gd name="T14" fmla="*/ 57 w 323"/>
                <a:gd name="T15" fmla="*/ 239 h 408"/>
                <a:gd name="T16" fmla="*/ 1 w 323"/>
                <a:gd name="T17" fmla="*/ 147 h 408"/>
                <a:gd name="T18" fmla="*/ 137 w 323"/>
                <a:gd name="T19" fmla="*/ 9 h 408"/>
                <a:gd name="T20" fmla="*/ 310 w 323"/>
                <a:gd name="T21" fmla="*/ 119 h 408"/>
                <a:gd name="T22" fmla="*/ 183 w 323"/>
                <a:gd name="T23" fmla="*/ 298 h 408"/>
                <a:gd name="T24" fmla="*/ 129 w 323"/>
                <a:gd name="T25" fmla="*/ 272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3" h="408">
                  <a:moveTo>
                    <a:pt x="129" y="272"/>
                  </a:moveTo>
                  <a:cubicBezTo>
                    <a:pt x="118" y="328"/>
                    <a:pt x="106" y="380"/>
                    <a:pt x="68" y="408"/>
                  </a:cubicBezTo>
                  <a:cubicBezTo>
                    <a:pt x="56" y="325"/>
                    <a:pt x="85" y="262"/>
                    <a:pt x="98" y="196"/>
                  </a:cubicBezTo>
                  <a:cubicBezTo>
                    <a:pt x="75" y="157"/>
                    <a:pt x="101" y="80"/>
                    <a:pt x="149" y="99"/>
                  </a:cubicBezTo>
                  <a:cubicBezTo>
                    <a:pt x="209" y="122"/>
                    <a:pt x="98" y="242"/>
                    <a:pt x="172" y="257"/>
                  </a:cubicBezTo>
                  <a:cubicBezTo>
                    <a:pt x="250" y="273"/>
                    <a:pt x="282" y="122"/>
                    <a:pt x="234" y="73"/>
                  </a:cubicBezTo>
                  <a:cubicBezTo>
                    <a:pt x="164" y="2"/>
                    <a:pt x="31" y="72"/>
                    <a:pt x="47" y="173"/>
                  </a:cubicBezTo>
                  <a:cubicBezTo>
                    <a:pt x="51" y="198"/>
                    <a:pt x="77" y="205"/>
                    <a:pt x="57" y="239"/>
                  </a:cubicBezTo>
                  <a:cubicBezTo>
                    <a:pt x="13" y="229"/>
                    <a:pt x="0" y="194"/>
                    <a:pt x="1" y="147"/>
                  </a:cubicBezTo>
                  <a:cubicBezTo>
                    <a:pt x="4" y="70"/>
                    <a:pt x="70" y="17"/>
                    <a:pt x="137" y="9"/>
                  </a:cubicBezTo>
                  <a:cubicBezTo>
                    <a:pt x="221" y="0"/>
                    <a:pt x="300" y="40"/>
                    <a:pt x="310" y="119"/>
                  </a:cubicBezTo>
                  <a:cubicBezTo>
                    <a:pt x="323" y="208"/>
                    <a:pt x="273" y="305"/>
                    <a:pt x="183" y="298"/>
                  </a:cubicBezTo>
                  <a:cubicBezTo>
                    <a:pt x="158" y="296"/>
                    <a:pt x="148" y="284"/>
                    <a:pt x="129" y="272"/>
                  </a:cubicBezTo>
                  <a:close/>
                </a:path>
              </a:pathLst>
            </a:custGeom>
            <a:solidFill>
              <a:schemeClr val="bg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mn-cs"/>
              </a:endParaRPr>
            </a:p>
          </p:txBody>
        </p:sp>
        <p:sp>
          <p:nvSpPr>
            <p:cNvPr id="52" name="Freeform 62"/>
            <p:cNvSpPr>
              <a:spLocks/>
            </p:cNvSpPr>
            <p:nvPr/>
          </p:nvSpPr>
          <p:spPr bwMode="auto">
            <a:xfrm>
              <a:off x="4063583" y="5934143"/>
              <a:ext cx="134925" cy="261714"/>
            </a:xfrm>
            <a:custGeom>
              <a:avLst/>
              <a:gdLst>
                <a:gd name="T0" fmla="*/ 84 w 84"/>
                <a:gd name="T1" fmla="*/ 27 h 163"/>
                <a:gd name="T2" fmla="*/ 69 w 84"/>
                <a:gd name="T3" fmla="*/ 27 h 163"/>
                <a:gd name="T4" fmla="*/ 54 w 84"/>
                <a:gd name="T5" fmla="*/ 41 h 163"/>
                <a:gd name="T6" fmla="*/ 54 w 84"/>
                <a:gd name="T7" fmla="*/ 60 h 163"/>
                <a:gd name="T8" fmla="*/ 83 w 84"/>
                <a:gd name="T9" fmla="*/ 60 h 163"/>
                <a:gd name="T10" fmla="*/ 83 w 84"/>
                <a:gd name="T11" fmla="*/ 88 h 163"/>
                <a:gd name="T12" fmla="*/ 54 w 84"/>
                <a:gd name="T13" fmla="*/ 88 h 163"/>
                <a:gd name="T14" fmla="*/ 54 w 84"/>
                <a:gd name="T15" fmla="*/ 163 h 163"/>
                <a:gd name="T16" fmla="*/ 25 w 84"/>
                <a:gd name="T17" fmla="*/ 163 h 163"/>
                <a:gd name="T18" fmla="*/ 25 w 84"/>
                <a:gd name="T19" fmla="*/ 88 h 163"/>
                <a:gd name="T20" fmla="*/ 0 w 84"/>
                <a:gd name="T21" fmla="*/ 88 h 163"/>
                <a:gd name="T22" fmla="*/ 0 w 84"/>
                <a:gd name="T23" fmla="*/ 60 h 163"/>
                <a:gd name="T24" fmla="*/ 25 w 84"/>
                <a:gd name="T25" fmla="*/ 60 h 163"/>
                <a:gd name="T26" fmla="*/ 25 w 84"/>
                <a:gd name="T27" fmla="*/ 38 h 163"/>
                <a:gd name="T28" fmla="*/ 62 w 84"/>
                <a:gd name="T29" fmla="*/ 0 h 163"/>
                <a:gd name="T30" fmla="*/ 84 w 84"/>
                <a:gd name="T31" fmla="*/ 0 h 163"/>
                <a:gd name="T32" fmla="*/ 84 w 84"/>
                <a:gd name="T33" fmla="*/ 27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63">
                  <a:moveTo>
                    <a:pt x="84" y="27"/>
                  </a:moveTo>
                  <a:cubicBezTo>
                    <a:pt x="69" y="27"/>
                    <a:pt x="69" y="27"/>
                    <a:pt x="69" y="27"/>
                  </a:cubicBezTo>
                  <a:cubicBezTo>
                    <a:pt x="57" y="27"/>
                    <a:pt x="54" y="33"/>
                    <a:pt x="54" y="41"/>
                  </a:cubicBezTo>
                  <a:cubicBezTo>
                    <a:pt x="54" y="60"/>
                    <a:pt x="54" y="60"/>
                    <a:pt x="54" y="60"/>
                  </a:cubicBezTo>
                  <a:cubicBezTo>
                    <a:pt x="83" y="60"/>
                    <a:pt x="83" y="60"/>
                    <a:pt x="83" y="60"/>
                  </a:cubicBezTo>
                  <a:cubicBezTo>
                    <a:pt x="83" y="88"/>
                    <a:pt x="83" y="88"/>
                    <a:pt x="83" y="88"/>
                  </a:cubicBezTo>
                  <a:cubicBezTo>
                    <a:pt x="54" y="88"/>
                    <a:pt x="54" y="88"/>
                    <a:pt x="54" y="88"/>
                  </a:cubicBezTo>
                  <a:cubicBezTo>
                    <a:pt x="54" y="163"/>
                    <a:pt x="54" y="163"/>
                    <a:pt x="54" y="163"/>
                  </a:cubicBezTo>
                  <a:cubicBezTo>
                    <a:pt x="25" y="163"/>
                    <a:pt x="25" y="163"/>
                    <a:pt x="25" y="163"/>
                  </a:cubicBezTo>
                  <a:cubicBezTo>
                    <a:pt x="25" y="88"/>
                    <a:pt x="25" y="88"/>
                    <a:pt x="25" y="88"/>
                  </a:cubicBezTo>
                  <a:cubicBezTo>
                    <a:pt x="0" y="88"/>
                    <a:pt x="0" y="88"/>
                    <a:pt x="0" y="88"/>
                  </a:cubicBezTo>
                  <a:cubicBezTo>
                    <a:pt x="0" y="60"/>
                    <a:pt x="0" y="60"/>
                    <a:pt x="0" y="60"/>
                  </a:cubicBezTo>
                  <a:cubicBezTo>
                    <a:pt x="25" y="60"/>
                    <a:pt x="25" y="60"/>
                    <a:pt x="25" y="60"/>
                  </a:cubicBezTo>
                  <a:cubicBezTo>
                    <a:pt x="25" y="38"/>
                    <a:pt x="25" y="38"/>
                    <a:pt x="25" y="38"/>
                  </a:cubicBezTo>
                  <a:cubicBezTo>
                    <a:pt x="25" y="13"/>
                    <a:pt x="40" y="0"/>
                    <a:pt x="62" y="0"/>
                  </a:cubicBezTo>
                  <a:cubicBezTo>
                    <a:pt x="84" y="0"/>
                    <a:pt x="84" y="0"/>
                    <a:pt x="84" y="0"/>
                  </a:cubicBezTo>
                  <a:lnTo>
                    <a:pt x="84" y="27"/>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grpSp>
    </p:spTree>
    <p:extLst>
      <p:ext uri="{BB962C8B-B14F-4D97-AF65-F5344CB8AC3E}">
        <p14:creationId xmlns:p14="http://schemas.microsoft.com/office/powerpoint/2010/main" val="107917088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53" presetClass="entr" presetSubtype="16" fill="hold" grpId="0" nodeType="afterEffect">
                                  <p:stCondLst>
                                    <p:cond delay="0"/>
                                  </p:stCondLst>
                                  <p:childTnLst>
                                    <p:set>
                                      <p:cBhvr>
                                        <p:cTn id="20" dur="1" fill="hold">
                                          <p:stCondLst>
                                            <p:cond delay="0"/>
                                          </p:stCondLst>
                                        </p:cTn>
                                        <p:tgtEl>
                                          <p:spTgt spid="9"/>
                                        </p:tgtEl>
                                        <p:attrNameLst>
                                          <p:attrName>style.visibility</p:attrName>
                                        </p:attrNameLst>
                                      </p:cBhvr>
                                      <p:to>
                                        <p:strVal val="visible"/>
                                      </p:to>
                                    </p:set>
                                    <p:anim calcmode="lin" valueType="num">
                                      <p:cBhvr>
                                        <p:cTn id="21" dur="500" fill="hold"/>
                                        <p:tgtEl>
                                          <p:spTgt spid="9"/>
                                        </p:tgtEl>
                                        <p:attrNameLst>
                                          <p:attrName>ppt_w</p:attrName>
                                        </p:attrNameLst>
                                      </p:cBhvr>
                                      <p:tavLst>
                                        <p:tav tm="0">
                                          <p:val>
                                            <p:fltVal val="0"/>
                                          </p:val>
                                        </p:tav>
                                        <p:tav tm="100000">
                                          <p:val>
                                            <p:strVal val="#ppt_w"/>
                                          </p:val>
                                        </p:tav>
                                      </p:tavLst>
                                    </p:anim>
                                    <p:anim calcmode="lin" valueType="num">
                                      <p:cBhvr>
                                        <p:cTn id="22" dur="500" fill="hold"/>
                                        <p:tgtEl>
                                          <p:spTgt spid="9"/>
                                        </p:tgtEl>
                                        <p:attrNameLst>
                                          <p:attrName>ppt_h</p:attrName>
                                        </p:attrNameLst>
                                      </p:cBhvr>
                                      <p:tavLst>
                                        <p:tav tm="0">
                                          <p:val>
                                            <p:fltVal val="0"/>
                                          </p:val>
                                        </p:tav>
                                        <p:tav tm="100000">
                                          <p:val>
                                            <p:strVal val="#ppt_h"/>
                                          </p:val>
                                        </p:tav>
                                      </p:tavLst>
                                    </p:anim>
                                    <p:animEffect transition="in" filter="fade">
                                      <p:cBhvr>
                                        <p:cTn id="23" dur="500"/>
                                        <p:tgtEl>
                                          <p:spTgt spid="9"/>
                                        </p:tgtEl>
                                      </p:cBhvr>
                                    </p:animEffect>
                                  </p:childTnLst>
                                </p:cTn>
                              </p:par>
                            </p:childTnLst>
                          </p:cTn>
                        </p:par>
                        <p:par>
                          <p:cTn id="24" fill="hold">
                            <p:stCondLst>
                              <p:cond delay="2000"/>
                            </p:stCondLst>
                            <p:childTnLst>
                              <p:par>
                                <p:cTn id="25" presetID="53" presetClass="entr" presetSubtype="16" fill="hold" grpId="0" nodeType="afterEffect">
                                  <p:stCondLst>
                                    <p:cond delay="0"/>
                                  </p:stCondLst>
                                  <p:childTnLst>
                                    <p:set>
                                      <p:cBhvr>
                                        <p:cTn id="26" dur="1" fill="hold">
                                          <p:stCondLst>
                                            <p:cond delay="0"/>
                                          </p:stCondLst>
                                        </p:cTn>
                                        <p:tgtEl>
                                          <p:spTgt spid="10"/>
                                        </p:tgtEl>
                                        <p:attrNameLst>
                                          <p:attrName>style.visibility</p:attrName>
                                        </p:attrNameLst>
                                      </p:cBhvr>
                                      <p:to>
                                        <p:strVal val="visible"/>
                                      </p:to>
                                    </p:set>
                                    <p:anim calcmode="lin" valueType="num">
                                      <p:cBhvr>
                                        <p:cTn id="27" dur="500" fill="hold"/>
                                        <p:tgtEl>
                                          <p:spTgt spid="10"/>
                                        </p:tgtEl>
                                        <p:attrNameLst>
                                          <p:attrName>ppt_w</p:attrName>
                                        </p:attrNameLst>
                                      </p:cBhvr>
                                      <p:tavLst>
                                        <p:tav tm="0">
                                          <p:val>
                                            <p:fltVal val="0"/>
                                          </p:val>
                                        </p:tav>
                                        <p:tav tm="100000">
                                          <p:val>
                                            <p:strVal val="#ppt_w"/>
                                          </p:val>
                                        </p:tav>
                                      </p:tavLst>
                                    </p:anim>
                                    <p:anim calcmode="lin" valueType="num">
                                      <p:cBhvr>
                                        <p:cTn id="28" dur="500" fill="hold"/>
                                        <p:tgtEl>
                                          <p:spTgt spid="10"/>
                                        </p:tgtEl>
                                        <p:attrNameLst>
                                          <p:attrName>ppt_h</p:attrName>
                                        </p:attrNameLst>
                                      </p:cBhvr>
                                      <p:tavLst>
                                        <p:tav tm="0">
                                          <p:val>
                                            <p:fltVal val="0"/>
                                          </p:val>
                                        </p:tav>
                                        <p:tav tm="100000">
                                          <p:val>
                                            <p:strVal val="#ppt_h"/>
                                          </p:val>
                                        </p:tav>
                                      </p:tavLst>
                                    </p:anim>
                                    <p:animEffect transition="in" filter="fade">
                                      <p:cBhvr>
                                        <p:cTn id="29" dur="500"/>
                                        <p:tgtEl>
                                          <p:spTgt spid="10"/>
                                        </p:tgtEl>
                                      </p:cBhvr>
                                    </p:animEffect>
                                  </p:childTnLst>
                                </p:cTn>
                              </p:par>
                            </p:childTnLst>
                          </p:cTn>
                        </p:par>
                        <p:par>
                          <p:cTn id="30" fill="hold">
                            <p:stCondLst>
                              <p:cond delay="2500"/>
                            </p:stCondLst>
                            <p:childTnLst>
                              <p:par>
                                <p:cTn id="31" presetID="53" presetClass="entr" presetSubtype="16" fill="hold" grpId="0" nodeType="afterEffect">
                                  <p:stCondLst>
                                    <p:cond delay="0"/>
                                  </p:stCondLst>
                                  <p:childTnLst>
                                    <p:set>
                                      <p:cBhvr>
                                        <p:cTn id="32" dur="1" fill="hold">
                                          <p:stCondLst>
                                            <p:cond delay="0"/>
                                          </p:stCondLst>
                                        </p:cTn>
                                        <p:tgtEl>
                                          <p:spTgt spid="11"/>
                                        </p:tgtEl>
                                        <p:attrNameLst>
                                          <p:attrName>style.visibility</p:attrName>
                                        </p:attrNameLst>
                                      </p:cBhvr>
                                      <p:to>
                                        <p:strVal val="visible"/>
                                      </p:to>
                                    </p:set>
                                    <p:anim calcmode="lin" valueType="num">
                                      <p:cBhvr>
                                        <p:cTn id="33" dur="500" fill="hold"/>
                                        <p:tgtEl>
                                          <p:spTgt spid="11"/>
                                        </p:tgtEl>
                                        <p:attrNameLst>
                                          <p:attrName>ppt_w</p:attrName>
                                        </p:attrNameLst>
                                      </p:cBhvr>
                                      <p:tavLst>
                                        <p:tav tm="0">
                                          <p:val>
                                            <p:fltVal val="0"/>
                                          </p:val>
                                        </p:tav>
                                        <p:tav tm="100000">
                                          <p:val>
                                            <p:strVal val="#ppt_w"/>
                                          </p:val>
                                        </p:tav>
                                      </p:tavLst>
                                    </p:anim>
                                    <p:anim calcmode="lin" valueType="num">
                                      <p:cBhvr>
                                        <p:cTn id="34" dur="500" fill="hold"/>
                                        <p:tgtEl>
                                          <p:spTgt spid="11"/>
                                        </p:tgtEl>
                                        <p:attrNameLst>
                                          <p:attrName>ppt_h</p:attrName>
                                        </p:attrNameLst>
                                      </p:cBhvr>
                                      <p:tavLst>
                                        <p:tav tm="0">
                                          <p:val>
                                            <p:fltVal val="0"/>
                                          </p:val>
                                        </p:tav>
                                        <p:tav tm="100000">
                                          <p:val>
                                            <p:strVal val="#ppt_h"/>
                                          </p:val>
                                        </p:tav>
                                      </p:tavLst>
                                    </p:anim>
                                    <p:animEffect transition="in" filter="fade">
                                      <p:cBhvr>
                                        <p:cTn id="35" dur="500"/>
                                        <p:tgtEl>
                                          <p:spTgt spid="11"/>
                                        </p:tgtEl>
                                      </p:cBhvr>
                                    </p:animEffect>
                                  </p:childTnLst>
                                </p:cTn>
                              </p:par>
                            </p:childTnLst>
                          </p:cTn>
                        </p:par>
                        <p:par>
                          <p:cTn id="36" fill="hold">
                            <p:stCondLst>
                              <p:cond delay="3000"/>
                            </p:stCondLst>
                            <p:childTnLst>
                              <p:par>
                                <p:cTn id="37" presetID="53" presetClass="entr" presetSubtype="16" fill="hold" grpId="0" nodeType="afterEffect">
                                  <p:stCondLst>
                                    <p:cond delay="0"/>
                                  </p:stCondLst>
                                  <p:childTnLst>
                                    <p:set>
                                      <p:cBhvr>
                                        <p:cTn id="38" dur="1" fill="hold">
                                          <p:stCondLst>
                                            <p:cond delay="0"/>
                                          </p:stCondLst>
                                        </p:cTn>
                                        <p:tgtEl>
                                          <p:spTgt spid="12"/>
                                        </p:tgtEl>
                                        <p:attrNameLst>
                                          <p:attrName>style.visibility</p:attrName>
                                        </p:attrNameLst>
                                      </p:cBhvr>
                                      <p:to>
                                        <p:strVal val="visible"/>
                                      </p:to>
                                    </p:set>
                                    <p:anim calcmode="lin" valueType="num">
                                      <p:cBhvr>
                                        <p:cTn id="39" dur="500" fill="hold"/>
                                        <p:tgtEl>
                                          <p:spTgt spid="12"/>
                                        </p:tgtEl>
                                        <p:attrNameLst>
                                          <p:attrName>ppt_w</p:attrName>
                                        </p:attrNameLst>
                                      </p:cBhvr>
                                      <p:tavLst>
                                        <p:tav tm="0">
                                          <p:val>
                                            <p:fltVal val="0"/>
                                          </p:val>
                                        </p:tav>
                                        <p:tav tm="100000">
                                          <p:val>
                                            <p:strVal val="#ppt_w"/>
                                          </p:val>
                                        </p:tav>
                                      </p:tavLst>
                                    </p:anim>
                                    <p:anim calcmode="lin" valueType="num">
                                      <p:cBhvr>
                                        <p:cTn id="40" dur="500" fill="hold"/>
                                        <p:tgtEl>
                                          <p:spTgt spid="12"/>
                                        </p:tgtEl>
                                        <p:attrNameLst>
                                          <p:attrName>ppt_h</p:attrName>
                                        </p:attrNameLst>
                                      </p:cBhvr>
                                      <p:tavLst>
                                        <p:tav tm="0">
                                          <p:val>
                                            <p:fltVal val="0"/>
                                          </p:val>
                                        </p:tav>
                                        <p:tav tm="100000">
                                          <p:val>
                                            <p:strVal val="#ppt_h"/>
                                          </p:val>
                                        </p:tav>
                                      </p:tavLst>
                                    </p:anim>
                                    <p:animEffect transition="in" filter="fade">
                                      <p:cBhvr>
                                        <p:cTn id="41" dur="500"/>
                                        <p:tgtEl>
                                          <p:spTgt spid="12"/>
                                        </p:tgtEl>
                                      </p:cBhvr>
                                    </p:animEffect>
                                  </p:childTnLst>
                                </p:cTn>
                              </p:par>
                            </p:childTnLst>
                          </p:cTn>
                        </p:par>
                        <p:par>
                          <p:cTn id="42" fill="hold">
                            <p:stCondLst>
                              <p:cond delay="3500"/>
                            </p:stCondLst>
                            <p:childTnLst>
                              <p:par>
                                <p:cTn id="43" presetID="53" presetClass="entr" presetSubtype="16" fill="hold" grpId="0" nodeType="afterEffect" nodePh="1">
                                  <p:stCondLst>
                                    <p:cond delay="0"/>
                                  </p:stCondLst>
                                  <p:endCondLst>
                                    <p:cond evt="begin" delay="0">
                                      <p:tn val="43"/>
                                    </p:cond>
                                  </p:endCondLst>
                                  <p:childTnLst>
                                    <p:set>
                                      <p:cBhvr>
                                        <p:cTn id="44" dur="1" fill="hold">
                                          <p:stCondLst>
                                            <p:cond delay="0"/>
                                          </p:stCondLst>
                                        </p:cTn>
                                        <p:tgtEl>
                                          <p:spTgt spid="13">
                                            <p:txEl>
                                              <p:pRg st="0" end="0"/>
                                            </p:txEl>
                                          </p:spTgt>
                                        </p:tgtEl>
                                        <p:attrNameLst>
                                          <p:attrName>style.visibility</p:attrName>
                                        </p:attrNameLst>
                                      </p:cBhvr>
                                      <p:to>
                                        <p:strVal val="visible"/>
                                      </p:to>
                                    </p:set>
                                    <p:anim calcmode="lin" valueType="num">
                                      <p:cBhvr>
                                        <p:cTn id="45" dur="500" fill="hold"/>
                                        <p:tgtEl>
                                          <p:spTgt spid="13">
                                            <p:txEl>
                                              <p:pRg st="0" end="0"/>
                                            </p:txEl>
                                          </p:spTgt>
                                        </p:tgtEl>
                                        <p:attrNameLst>
                                          <p:attrName>ppt_w</p:attrName>
                                        </p:attrNameLst>
                                      </p:cBhvr>
                                      <p:tavLst>
                                        <p:tav tm="0">
                                          <p:val>
                                            <p:fltVal val="0"/>
                                          </p:val>
                                        </p:tav>
                                        <p:tav tm="100000">
                                          <p:val>
                                            <p:strVal val="#ppt_w"/>
                                          </p:val>
                                        </p:tav>
                                      </p:tavLst>
                                    </p:anim>
                                    <p:anim calcmode="lin" valueType="num">
                                      <p:cBhvr>
                                        <p:cTn id="46" dur="500" fill="hold"/>
                                        <p:tgtEl>
                                          <p:spTgt spid="13">
                                            <p:txEl>
                                              <p:pRg st="0" end="0"/>
                                            </p:txEl>
                                          </p:spTgt>
                                        </p:tgtEl>
                                        <p:attrNameLst>
                                          <p:attrName>ppt_h</p:attrName>
                                        </p:attrNameLst>
                                      </p:cBhvr>
                                      <p:tavLst>
                                        <p:tav tm="0">
                                          <p:val>
                                            <p:fltVal val="0"/>
                                          </p:val>
                                        </p:tav>
                                        <p:tav tm="100000">
                                          <p:val>
                                            <p:strVal val="#ppt_h"/>
                                          </p:val>
                                        </p:tav>
                                      </p:tavLst>
                                    </p:anim>
                                    <p:animEffect transition="in" filter="fade">
                                      <p:cBhvr>
                                        <p:cTn id="47" dur="500"/>
                                        <p:tgtEl>
                                          <p:spTgt spid="13">
                                            <p:txEl>
                                              <p:pRg st="0" end="0"/>
                                            </p:txEl>
                                          </p:spTgt>
                                        </p:tgtEl>
                                      </p:cBhvr>
                                    </p:animEffect>
                                  </p:childTnLst>
                                </p:cTn>
                              </p:par>
                            </p:childTnLst>
                          </p:cTn>
                        </p:par>
                        <p:par>
                          <p:cTn id="48" fill="hold">
                            <p:stCondLst>
                              <p:cond delay="4000"/>
                            </p:stCondLst>
                            <p:childTnLst>
                              <p:par>
                                <p:cTn id="49" presetID="42" presetClass="entr" presetSubtype="0" fill="hold" grpId="0" nodeType="afterEffect" nodePh="1">
                                  <p:stCondLst>
                                    <p:cond delay="0"/>
                                  </p:stCondLst>
                                  <p:endCondLst>
                                    <p:cond evt="begin" delay="0">
                                      <p:tn val="49"/>
                                    </p:cond>
                                  </p:endCondLst>
                                  <p:childTnLst>
                                    <p:set>
                                      <p:cBhvr>
                                        <p:cTn id="50" dur="1" fill="hold">
                                          <p:stCondLst>
                                            <p:cond delay="0"/>
                                          </p:stCondLst>
                                        </p:cTn>
                                        <p:tgtEl>
                                          <p:spTgt spid="14">
                                            <p:txEl>
                                              <p:pRg st="0" end="0"/>
                                            </p:txEl>
                                          </p:spTgt>
                                        </p:tgtEl>
                                        <p:attrNameLst>
                                          <p:attrName>style.visibility</p:attrName>
                                        </p:attrNameLst>
                                      </p:cBhvr>
                                      <p:to>
                                        <p:strVal val="visible"/>
                                      </p:to>
                                    </p:set>
                                    <p:animEffect transition="in" filter="fade">
                                      <p:cBhvr>
                                        <p:cTn id="51" dur="500"/>
                                        <p:tgtEl>
                                          <p:spTgt spid="14">
                                            <p:txEl>
                                              <p:pRg st="0" end="0"/>
                                            </p:txEl>
                                          </p:spTgt>
                                        </p:tgtEl>
                                      </p:cBhvr>
                                    </p:animEffect>
                                    <p:anim calcmode="lin" valueType="num">
                                      <p:cBhvr>
                                        <p:cTn id="52" dur="500" fill="hold"/>
                                        <p:tgtEl>
                                          <p:spTgt spid="14">
                                            <p:txEl>
                                              <p:pRg st="0" end="0"/>
                                            </p:txEl>
                                          </p:spTgt>
                                        </p:tgtEl>
                                        <p:attrNameLst>
                                          <p:attrName>ppt_x</p:attrName>
                                        </p:attrNameLst>
                                      </p:cBhvr>
                                      <p:tavLst>
                                        <p:tav tm="0">
                                          <p:val>
                                            <p:strVal val="#ppt_x"/>
                                          </p:val>
                                        </p:tav>
                                        <p:tav tm="100000">
                                          <p:val>
                                            <p:strVal val="#ppt_x"/>
                                          </p:val>
                                        </p:tav>
                                      </p:tavLst>
                                    </p:anim>
                                    <p:anim calcmode="lin" valueType="num">
                                      <p:cBhvr>
                                        <p:cTn id="53" dur="500" fill="hold"/>
                                        <p:tgtEl>
                                          <p:spTgt spid="14">
                                            <p:txEl>
                                              <p:pRg st="0" end="0"/>
                                            </p:txEl>
                                          </p:spTgt>
                                        </p:tgtEl>
                                        <p:attrNameLst>
                                          <p:attrName>ppt_y</p:attrName>
                                        </p:attrNameLst>
                                      </p:cBhvr>
                                      <p:tavLst>
                                        <p:tav tm="0">
                                          <p:val>
                                            <p:strVal val="#ppt_y+.1"/>
                                          </p:val>
                                        </p:tav>
                                        <p:tav tm="100000">
                                          <p:val>
                                            <p:strVal val="#ppt_y"/>
                                          </p:val>
                                        </p:tav>
                                      </p:tavLst>
                                    </p:anim>
                                  </p:childTnLst>
                                </p:cTn>
                              </p:par>
                            </p:childTnLst>
                          </p:cTn>
                        </p:par>
                        <p:par>
                          <p:cTn id="54" fill="hold">
                            <p:stCondLst>
                              <p:cond delay="4500"/>
                            </p:stCondLst>
                            <p:childTnLst>
                              <p:par>
                                <p:cTn id="55" presetID="42" presetClass="entr" presetSubtype="0" fill="hold" grpId="0" nodeType="afterEffect" nodePh="1">
                                  <p:stCondLst>
                                    <p:cond delay="0"/>
                                  </p:stCondLst>
                                  <p:endCondLst>
                                    <p:cond evt="begin" delay="0">
                                      <p:tn val="55"/>
                                    </p:cond>
                                  </p:endCondLst>
                                  <p:childTnLst>
                                    <p:set>
                                      <p:cBhvr>
                                        <p:cTn id="56" dur="1" fill="hold">
                                          <p:stCondLst>
                                            <p:cond delay="0"/>
                                          </p:stCondLst>
                                        </p:cTn>
                                        <p:tgtEl>
                                          <p:spTgt spid="21">
                                            <p:txEl>
                                              <p:pRg st="0" end="0"/>
                                            </p:txEl>
                                          </p:spTgt>
                                        </p:tgtEl>
                                        <p:attrNameLst>
                                          <p:attrName>style.visibility</p:attrName>
                                        </p:attrNameLst>
                                      </p:cBhvr>
                                      <p:to>
                                        <p:strVal val="visible"/>
                                      </p:to>
                                    </p:set>
                                    <p:animEffect transition="in" filter="fade">
                                      <p:cBhvr>
                                        <p:cTn id="57" dur="500"/>
                                        <p:tgtEl>
                                          <p:spTgt spid="21">
                                            <p:txEl>
                                              <p:pRg st="0" end="0"/>
                                            </p:txEl>
                                          </p:spTgt>
                                        </p:tgtEl>
                                      </p:cBhvr>
                                    </p:animEffect>
                                    <p:anim calcmode="lin" valueType="num">
                                      <p:cBhvr>
                                        <p:cTn id="58" dur="500" fill="hold"/>
                                        <p:tgtEl>
                                          <p:spTgt spid="21">
                                            <p:txEl>
                                              <p:pRg st="0" end="0"/>
                                            </p:txEl>
                                          </p:spTgt>
                                        </p:tgtEl>
                                        <p:attrNameLst>
                                          <p:attrName>ppt_x</p:attrName>
                                        </p:attrNameLst>
                                      </p:cBhvr>
                                      <p:tavLst>
                                        <p:tav tm="0">
                                          <p:val>
                                            <p:strVal val="#ppt_x"/>
                                          </p:val>
                                        </p:tav>
                                        <p:tav tm="100000">
                                          <p:val>
                                            <p:strVal val="#ppt_x"/>
                                          </p:val>
                                        </p:tav>
                                      </p:tavLst>
                                    </p:anim>
                                    <p:anim calcmode="lin" valueType="num">
                                      <p:cBhvr>
                                        <p:cTn id="59" dur="500" fill="hold"/>
                                        <p:tgtEl>
                                          <p:spTgt spid="21">
                                            <p:txEl>
                                              <p:pRg st="0" end="0"/>
                                            </p:txEl>
                                          </p:spTgt>
                                        </p:tgtEl>
                                        <p:attrNameLst>
                                          <p:attrName>ppt_y</p:attrName>
                                        </p:attrNameLst>
                                      </p:cBhvr>
                                      <p:tavLst>
                                        <p:tav tm="0">
                                          <p:val>
                                            <p:strVal val="#ppt_y+.1"/>
                                          </p:val>
                                        </p:tav>
                                        <p:tav tm="100000">
                                          <p:val>
                                            <p:strVal val="#ppt_y"/>
                                          </p:val>
                                        </p:tav>
                                      </p:tavLst>
                                    </p:anim>
                                  </p:childTnLst>
                                </p:cTn>
                              </p:par>
                            </p:childTnLst>
                          </p:cTn>
                        </p:par>
                        <p:par>
                          <p:cTn id="60" fill="hold">
                            <p:stCondLst>
                              <p:cond delay="5000"/>
                            </p:stCondLst>
                            <p:childTnLst>
                              <p:par>
                                <p:cTn id="61" presetID="10" presetClass="entr" presetSubtype="0" fill="hold" nodeType="afterEffect">
                                  <p:stCondLst>
                                    <p:cond delay="0"/>
                                  </p:stCondLst>
                                  <p:childTnLst>
                                    <p:set>
                                      <p:cBhvr>
                                        <p:cTn id="62" dur="1" fill="hold">
                                          <p:stCondLst>
                                            <p:cond delay="0"/>
                                          </p:stCondLst>
                                        </p:cTn>
                                        <p:tgtEl>
                                          <p:spTgt spid="25"/>
                                        </p:tgtEl>
                                        <p:attrNameLst>
                                          <p:attrName>style.visibility</p:attrName>
                                        </p:attrNameLst>
                                      </p:cBhvr>
                                      <p:to>
                                        <p:strVal val="visible"/>
                                      </p:to>
                                    </p:set>
                                    <p:animEffect transition="in" filter="fade">
                                      <p:cBhvr>
                                        <p:cTn id="63" dur="500"/>
                                        <p:tgtEl>
                                          <p:spTgt spid="25"/>
                                        </p:tgtEl>
                                      </p:cBhvr>
                                    </p:animEffect>
                                  </p:childTnLst>
                                </p:cTn>
                              </p:par>
                            </p:childTnLst>
                          </p:cTn>
                        </p:par>
                        <p:par>
                          <p:cTn id="64" fill="hold">
                            <p:stCondLst>
                              <p:cond delay="5500"/>
                            </p:stCondLst>
                            <p:childTnLst>
                              <p:par>
                                <p:cTn id="65" presetID="53" presetClass="entr" presetSubtype="16" fill="hold" grpId="0" nodeType="afterEffect" nodePh="1">
                                  <p:stCondLst>
                                    <p:cond delay="0"/>
                                  </p:stCondLst>
                                  <p:endCondLst>
                                    <p:cond evt="begin" delay="0">
                                      <p:tn val="65"/>
                                    </p:cond>
                                  </p:endCondLst>
                                  <p:childTnLst>
                                    <p:set>
                                      <p:cBhvr>
                                        <p:cTn id="66" dur="1" fill="hold">
                                          <p:stCondLst>
                                            <p:cond delay="0"/>
                                          </p:stCondLst>
                                        </p:cTn>
                                        <p:tgtEl>
                                          <p:spTgt spid="15">
                                            <p:txEl>
                                              <p:pRg st="0" end="0"/>
                                            </p:txEl>
                                          </p:spTgt>
                                        </p:tgtEl>
                                        <p:attrNameLst>
                                          <p:attrName>style.visibility</p:attrName>
                                        </p:attrNameLst>
                                      </p:cBhvr>
                                      <p:to>
                                        <p:strVal val="visible"/>
                                      </p:to>
                                    </p:set>
                                    <p:anim calcmode="lin" valueType="num">
                                      <p:cBhvr>
                                        <p:cTn id="67" dur="500" fill="hold"/>
                                        <p:tgtEl>
                                          <p:spTgt spid="15">
                                            <p:txEl>
                                              <p:pRg st="0" end="0"/>
                                            </p:txEl>
                                          </p:spTgt>
                                        </p:tgtEl>
                                        <p:attrNameLst>
                                          <p:attrName>ppt_w</p:attrName>
                                        </p:attrNameLst>
                                      </p:cBhvr>
                                      <p:tavLst>
                                        <p:tav tm="0">
                                          <p:val>
                                            <p:fltVal val="0"/>
                                          </p:val>
                                        </p:tav>
                                        <p:tav tm="100000">
                                          <p:val>
                                            <p:strVal val="#ppt_w"/>
                                          </p:val>
                                        </p:tav>
                                      </p:tavLst>
                                    </p:anim>
                                    <p:anim calcmode="lin" valueType="num">
                                      <p:cBhvr>
                                        <p:cTn id="68" dur="500" fill="hold"/>
                                        <p:tgtEl>
                                          <p:spTgt spid="15">
                                            <p:txEl>
                                              <p:pRg st="0" end="0"/>
                                            </p:txEl>
                                          </p:spTgt>
                                        </p:tgtEl>
                                        <p:attrNameLst>
                                          <p:attrName>ppt_h</p:attrName>
                                        </p:attrNameLst>
                                      </p:cBhvr>
                                      <p:tavLst>
                                        <p:tav tm="0">
                                          <p:val>
                                            <p:fltVal val="0"/>
                                          </p:val>
                                        </p:tav>
                                        <p:tav tm="100000">
                                          <p:val>
                                            <p:strVal val="#ppt_h"/>
                                          </p:val>
                                        </p:tav>
                                      </p:tavLst>
                                    </p:anim>
                                    <p:animEffect transition="in" filter="fade">
                                      <p:cBhvr>
                                        <p:cTn id="69" dur="500"/>
                                        <p:tgtEl>
                                          <p:spTgt spid="15">
                                            <p:txEl>
                                              <p:pRg st="0" end="0"/>
                                            </p:txEl>
                                          </p:spTgt>
                                        </p:tgtEl>
                                      </p:cBhvr>
                                    </p:animEffect>
                                  </p:childTnLst>
                                </p:cTn>
                              </p:par>
                            </p:childTnLst>
                          </p:cTn>
                        </p:par>
                        <p:par>
                          <p:cTn id="70" fill="hold">
                            <p:stCondLst>
                              <p:cond delay="6000"/>
                            </p:stCondLst>
                            <p:childTnLst>
                              <p:par>
                                <p:cTn id="71" presetID="42" presetClass="entr" presetSubtype="0" fill="hold" grpId="0" nodeType="afterEffect" nodePh="1">
                                  <p:stCondLst>
                                    <p:cond delay="0"/>
                                  </p:stCondLst>
                                  <p:endCondLst>
                                    <p:cond evt="begin" delay="0">
                                      <p:tn val="71"/>
                                    </p:cond>
                                  </p:endCondLst>
                                  <p:childTnLst>
                                    <p:set>
                                      <p:cBhvr>
                                        <p:cTn id="72" dur="1" fill="hold">
                                          <p:stCondLst>
                                            <p:cond delay="0"/>
                                          </p:stCondLst>
                                        </p:cTn>
                                        <p:tgtEl>
                                          <p:spTgt spid="16">
                                            <p:txEl>
                                              <p:pRg st="0" end="0"/>
                                            </p:txEl>
                                          </p:spTgt>
                                        </p:tgtEl>
                                        <p:attrNameLst>
                                          <p:attrName>style.visibility</p:attrName>
                                        </p:attrNameLst>
                                      </p:cBhvr>
                                      <p:to>
                                        <p:strVal val="visible"/>
                                      </p:to>
                                    </p:set>
                                    <p:animEffect transition="in" filter="fade">
                                      <p:cBhvr>
                                        <p:cTn id="73" dur="500"/>
                                        <p:tgtEl>
                                          <p:spTgt spid="16">
                                            <p:txEl>
                                              <p:pRg st="0" end="0"/>
                                            </p:txEl>
                                          </p:spTgt>
                                        </p:tgtEl>
                                      </p:cBhvr>
                                    </p:animEffect>
                                    <p:anim calcmode="lin" valueType="num">
                                      <p:cBhvr>
                                        <p:cTn id="74" dur="500" fill="hold"/>
                                        <p:tgtEl>
                                          <p:spTgt spid="16">
                                            <p:txEl>
                                              <p:pRg st="0" end="0"/>
                                            </p:txEl>
                                          </p:spTgt>
                                        </p:tgtEl>
                                        <p:attrNameLst>
                                          <p:attrName>ppt_x</p:attrName>
                                        </p:attrNameLst>
                                      </p:cBhvr>
                                      <p:tavLst>
                                        <p:tav tm="0">
                                          <p:val>
                                            <p:strVal val="#ppt_x"/>
                                          </p:val>
                                        </p:tav>
                                        <p:tav tm="100000">
                                          <p:val>
                                            <p:strVal val="#ppt_x"/>
                                          </p:val>
                                        </p:tav>
                                      </p:tavLst>
                                    </p:anim>
                                    <p:anim calcmode="lin" valueType="num">
                                      <p:cBhvr>
                                        <p:cTn id="75" dur="500" fill="hold"/>
                                        <p:tgtEl>
                                          <p:spTgt spid="16">
                                            <p:txEl>
                                              <p:pRg st="0" end="0"/>
                                            </p:txEl>
                                          </p:spTgt>
                                        </p:tgtEl>
                                        <p:attrNameLst>
                                          <p:attrName>ppt_y</p:attrName>
                                        </p:attrNameLst>
                                      </p:cBhvr>
                                      <p:tavLst>
                                        <p:tav tm="0">
                                          <p:val>
                                            <p:strVal val="#ppt_y+.1"/>
                                          </p:val>
                                        </p:tav>
                                        <p:tav tm="100000">
                                          <p:val>
                                            <p:strVal val="#ppt_y"/>
                                          </p:val>
                                        </p:tav>
                                      </p:tavLst>
                                    </p:anim>
                                  </p:childTnLst>
                                </p:cTn>
                              </p:par>
                            </p:childTnLst>
                          </p:cTn>
                        </p:par>
                        <p:par>
                          <p:cTn id="76" fill="hold">
                            <p:stCondLst>
                              <p:cond delay="6500"/>
                            </p:stCondLst>
                            <p:childTnLst>
                              <p:par>
                                <p:cTn id="77" presetID="42" presetClass="entr" presetSubtype="0" fill="hold" grpId="0" nodeType="afterEffect" nodePh="1">
                                  <p:stCondLst>
                                    <p:cond delay="0"/>
                                  </p:stCondLst>
                                  <p:endCondLst>
                                    <p:cond evt="begin" delay="0">
                                      <p:tn val="77"/>
                                    </p:cond>
                                  </p:endCondLst>
                                  <p:childTnLst>
                                    <p:set>
                                      <p:cBhvr>
                                        <p:cTn id="78" dur="1" fill="hold">
                                          <p:stCondLst>
                                            <p:cond delay="0"/>
                                          </p:stCondLst>
                                        </p:cTn>
                                        <p:tgtEl>
                                          <p:spTgt spid="22">
                                            <p:txEl>
                                              <p:pRg st="0" end="0"/>
                                            </p:txEl>
                                          </p:spTgt>
                                        </p:tgtEl>
                                        <p:attrNameLst>
                                          <p:attrName>style.visibility</p:attrName>
                                        </p:attrNameLst>
                                      </p:cBhvr>
                                      <p:to>
                                        <p:strVal val="visible"/>
                                      </p:to>
                                    </p:set>
                                    <p:animEffect transition="in" filter="fade">
                                      <p:cBhvr>
                                        <p:cTn id="79" dur="500"/>
                                        <p:tgtEl>
                                          <p:spTgt spid="22">
                                            <p:txEl>
                                              <p:pRg st="0" end="0"/>
                                            </p:txEl>
                                          </p:spTgt>
                                        </p:tgtEl>
                                      </p:cBhvr>
                                    </p:animEffect>
                                    <p:anim calcmode="lin" valueType="num">
                                      <p:cBhvr>
                                        <p:cTn id="80" dur="500" fill="hold"/>
                                        <p:tgtEl>
                                          <p:spTgt spid="22">
                                            <p:txEl>
                                              <p:pRg st="0" end="0"/>
                                            </p:txEl>
                                          </p:spTgt>
                                        </p:tgtEl>
                                        <p:attrNameLst>
                                          <p:attrName>ppt_x</p:attrName>
                                        </p:attrNameLst>
                                      </p:cBhvr>
                                      <p:tavLst>
                                        <p:tav tm="0">
                                          <p:val>
                                            <p:strVal val="#ppt_x"/>
                                          </p:val>
                                        </p:tav>
                                        <p:tav tm="100000">
                                          <p:val>
                                            <p:strVal val="#ppt_x"/>
                                          </p:val>
                                        </p:tav>
                                      </p:tavLst>
                                    </p:anim>
                                    <p:anim calcmode="lin" valueType="num">
                                      <p:cBhvr>
                                        <p:cTn id="81" dur="500" fill="hold"/>
                                        <p:tgtEl>
                                          <p:spTgt spid="22">
                                            <p:txEl>
                                              <p:pRg st="0" end="0"/>
                                            </p:txEl>
                                          </p:spTgt>
                                        </p:tgtEl>
                                        <p:attrNameLst>
                                          <p:attrName>ppt_y</p:attrName>
                                        </p:attrNameLst>
                                      </p:cBhvr>
                                      <p:tavLst>
                                        <p:tav tm="0">
                                          <p:val>
                                            <p:strVal val="#ppt_y+.1"/>
                                          </p:val>
                                        </p:tav>
                                        <p:tav tm="100000">
                                          <p:val>
                                            <p:strVal val="#ppt_y"/>
                                          </p:val>
                                        </p:tav>
                                      </p:tavLst>
                                    </p:anim>
                                  </p:childTnLst>
                                </p:cTn>
                              </p:par>
                            </p:childTnLst>
                          </p:cTn>
                        </p:par>
                        <p:par>
                          <p:cTn id="82" fill="hold">
                            <p:stCondLst>
                              <p:cond delay="7000"/>
                            </p:stCondLst>
                            <p:childTnLst>
                              <p:par>
                                <p:cTn id="83" presetID="10" presetClass="entr" presetSubtype="0" fill="hold" nodeType="afterEffect">
                                  <p:stCondLst>
                                    <p:cond delay="0"/>
                                  </p:stCondLst>
                                  <p:childTnLst>
                                    <p:set>
                                      <p:cBhvr>
                                        <p:cTn id="84" dur="1" fill="hold">
                                          <p:stCondLst>
                                            <p:cond delay="0"/>
                                          </p:stCondLst>
                                        </p:cTn>
                                        <p:tgtEl>
                                          <p:spTgt spid="32"/>
                                        </p:tgtEl>
                                        <p:attrNameLst>
                                          <p:attrName>style.visibility</p:attrName>
                                        </p:attrNameLst>
                                      </p:cBhvr>
                                      <p:to>
                                        <p:strVal val="visible"/>
                                      </p:to>
                                    </p:set>
                                    <p:animEffect transition="in" filter="fade">
                                      <p:cBhvr>
                                        <p:cTn id="85" dur="500"/>
                                        <p:tgtEl>
                                          <p:spTgt spid="32"/>
                                        </p:tgtEl>
                                      </p:cBhvr>
                                    </p:animEffect>
                                  </p:childTnLst>
                                </p:cTn>
                              </p:par>
                            </p:childTnLst>
                          </p:cTn>
                        </p:par>
                        <p:par>
                          <p:cTn id="86" fill="hold">
                            <p:stCondLst>
                              <p:cond delay="7500"/>
                            </p:stCondLst>
                            <p:childTnLst>
                              <p:par>
                                <p:cTn id="87" presetID="53" presetClass="entr" presetSubtype="16" fill="hold" grpId="0" nodeType="afterEffect" nodePh="1">
                                  <p:stCondLst>
                                    <p:cond delay="0"/>
                                  </p:stCondLst>
                                  <p:endCondLst>
                                    <p:cond evt="begin" delay="0">
                                      <p:tn val="87"/>
                                    </p:cond>
                                  </p:endCondLst>
                                  <p:childTnLst>
                                    <p:set>
                                      <p:cBhvr>
                                        <p:cTn id="88" dur="1" fill="hold">
                                          <p:stCondLst>
                                            <p:cond delay="0"/>
                                          </p:stCondLst>
                                        </p:cTn>
                                        <p:tgtEl>
                                          <p:spTgt spid="17">
                                            <p:txEl>
                                              <p:pRg st="0" end="0"/>
                                            </p:txEl>
                                          </p:spTgt>
                                        </p:tgtEl>
                                        <p:attrNameLst>
                                          <p:attrName>style.visibility</p:attrName>
                                        </p:attrNameLst>
                                      </p:cBhvr>
                                      <p:to>
                                        <p:strVal val="visible"/>
                                      </p:to>
                                    </p:set>
                                    <p:anim calcmode="lin" valueType="num">
                                      <p:cBhvr>
                                        <p:cTn id="89" dur="500" fill="hold"/>
                                        <p:tgtEl>
                                          <p:spTgt spid="17">
                                            <p:txEl>
                                              <p:pRg st="0" end="0"/>
                                            </p:txEl>
                                          </p:spTgt>
                                        </p:tgtEl>
                                        <p:attrNameLst>
                                          <p:attrName>ppt_w</p:attrName>
                                        </p:attrNameLst>
                                      </p:cBhvr>
                                      <p:tavLst>
                                        <p:tav tm="0">
                                          <p:val>
                                            <p:fltVal val="0"/>
                                          </p:val>
                                        </p:tav>
                                        <p:tav tm="100000">
                                          <p:val>
                                            <p:strVal val="#ppt_w"/>
                                          </p:val>
                                        </p:tav>
                                      </p:tavLst>
                                    </p:anim>
                                    <p:anim calcmode="lin" valueType="num">
                                      <p:cBhvr>
                                        <p:cTn id="90" dur="500" fill="hold"/>
                                        <p:tgtEl>
                                          <p:spTgt spid="17">
                                            <p:txEl>
                                              <p:pRg st="0" end="0"/>
                                            </p:txEl>
                                          </p:spTgt>
                                        </p:tgtEl>
                                        <p:attrNameLst>
                                          <p:attrName>ppt_h</p:attrName>
                                        </p:attrNameLst>
                                      </p:cBhvr>
                                      <p:tavLst>
                                        <p:tav tm="0">
                                          <p:val>
                                            <p:fltVal val="0"/>
                                          </p:val>
                                        </p:tav>
                                        <p:tav tm="100000">
                                          <p:val>
                                            <p:strVal val="#ppt_h"/>
                                          </p:val>
                                        </p:tav>
                                      </p:tavLst>
                                    </p:anim>
                                    <p:animEffect transition="in" filter="fade">
                                      <p:cBhvr>
                                        <p:cTn id="91" dur="500"/>
                                        <p:tgtEl>
                                          <p:spTgt spid="17">
                                            <p:txEl>
                                              <p:pRg st="0" end="0"/>
                                            </p:txEl>
                                          </p:spTgt>
                                        </p:tgtEl>
                                      </p:cBhvr>
                                    </p:animEffect>
                                  </p:childTnLst>
                                </p:cTn>
                              </p:par>
                            </p:childTnLst>
                          </p:cTn>
                        </p:par>
                        <p:par>
                          <p:cTn id="92" fill="hold">
                            <p:stCondLst>
                              <p:cond delay="8000"/>
                            </p:stCondLst>
                            <p:childTnLst>
                              <p:par>
                                <p:cTn id="93" presetID="42" presetClass="entr" presetSubtype="0" fill="hold" grpId="0" nodeType="afterEffect" nodePh="1">
                                  <p:stCondLst>
                                    <p:cond delay="0"/>
                                  </p:stCondLst>
                                  <p:endCondLst>
                                    <p:cond evt="begin" delay="0">
                                      <p:tn val="93"/>
                                    </p:cond>
                                  </p:endCondLst>
                                  <p:childTnLst>
                                    <p:set>
                                      <p:cBhvr>
                                        <p:cTn id="94" dur="1" fill="hold">
                                          <p:stCondLst>
                                            <p:cond delay="0"/>
                                          </p:stCondLst>
                                        </p:cTn>
                                        <p:tgtEl>
                                          <p:spTgt spid="18">
                                            <p:txEl>
                                              <p:pRg st="0" end="0"/>
                                            </p:txEl>
                                          </p:spTgt>
                                        </p:tgtEl>
                                        <p:attrNameLst>
                                          <p:attrName>style.visibility</p:attrName>
                                        </p:attrNameLst>
                                      </p:cBhvr>
                                      <p:to>
                                        <p:strVal val="visible"/>
                                      </p:to>
                                    </p:set>
                                    <p:animEffect transition="in" filter="fade">
                                      <p:cBhvr>
                                        <p:cTn id="95" dur="500"/>
                                        <p:tgtEl>
                                          <p:spTgt spid="18">
                                            <p:txEl>
                                              <p:pRg st="0" end="0"/>
                                            </p:txEl>
                                          </p:spTgt>
                                        </p:tgtEl>
                                      </p:cBhvr>
                                    </p:animEffect>
                                    <p:anim calcmode="lin" valueType="num">
                                      <p:cBhvr>
                                        <p:cTn id="96" dur="500" fill="hold"/>
                                        <p:tgtEl>
                                          <p:spTgt spid="18">
                                            <p:txEl>
                                              <p:pRg st="0" end="0"/>
                                            </p:txEl>
                                          </p:spTgt>
                                        </p:tgtEl>
                                        <p:attrNameLst>
                                          <p:attrName>ppt_x</p:attrName>
                                        </p:attrNameLst>
                                      </p:cBhvr>
                                      <p:tavLst>
                                        <p:tav tm="0">
                                          <p:val>
                                            <p:strVal val="#ppt_x"/>
                                          </p:val>
                                        </p:tav>
                                        <p:tav tm="100000">
                                          <p:val>
                                            <p:strVal val="#ppt_x"/>
                                          </p:val>
                                        </p:tav>
                                      </p:tavLst>
                                    </p:anim>
                                    <p:anim calcmode="lin" valueType="num">
                                      <p:cBhvr>
                                        <p:cTn id="97" dur="500" fill="hold"/>
                                        <p:tgtEl>
                                          <p:spTgt spid="18">
                                            <p:txEl>
                                              <p:pRg st="0" end="0"/>
                                            </p:txEl>
                                          </p:spTgt>
                                        </p:tgtEl>
                                        <p:attrNameLst>
                                          <p:attrName>ppt_y</p:attrName>
                                        </p:attrNameLst>
                                      </p:cBhvr>
                                      <p:tavLst>
                                        <p:tav tm="0">
                                          <p:val>
                                            <p:strVal val="#ppt_y+.1"/>
                                          </p:val>
                                        </p:tav>
                                        <p:tav tm="100000">
                                          <p:val>
                                            <p:strVal val="#ppt_y"/>
                                          </p:val>
                                        </p:tav>
                                      </p:tavLst>
                                    </p:anim>
                                  </p:childTnLst>
                                </p:cTn>
                              </p:par>
                            </p:childTnLst>
                          </p:cTn>
                        </p:par>
                        <p:par>
                          <p:cTn id="98" fill="hold">
                            <p:stCondLst>
                              <p:cond delay="8500"/>
                            </p:stCondLst>
                            <p:childTnLst>
                              <p:par>
                                <p:cTn id="99" presetID="42" presetClass="entr" presetSubtype="0" fill="hold" grpId="0" nodeType="afterEffect" nodePh="1">
                                  <p:stCondLst>
                                    <p:cond delay="0"/>
                                  </p:stCondLst>
                                  <p:endCondLst>
                                    <p:cond evt="begin" delay="0">
                                      <p:tn val="99"/>
                                    </p:cond>
                                  </p:endCondLst>
                                  <p:childTnLst>
                                    <p:set>
                                      <p:cBhvr>
                                        <p:cTn id="100" dur="1" fill="hold">
                                          <p:stCondLst>
                                            <p:cond delay="0"/>
                                          </p:stCondLst>
                                        </p:cTn>
                                        <p:tgtEl>
                                          <p:spTgt spid="23">
                                            <p:txEl>
                                              <p:pRg st="0" end="0"/>
                                            </p:txEl>
                                          </p:spTgt>
                                        </p:tgtEl>
                                        <p:attrNameLst>
                                          <p:attrName>style.visibility</p:attrName>
                                        </p:attrNameLst>
                                      </p:cBhvr>
                                      <p:to>
                                        <p:strVal val="visible"/>
                                      </p:to>
                                    </p:set>
                                    <p:animEffect transition="in" filter="fade">
                                      <p:cBhvr>
                                        <p:cTn id="101" dur="500"/>
                                        <p:tgtEl>
                                          <p:spTgt spid="23">
                                            <p:txEl>
                                              <p:pRg st="0" end="0"/>
                                            </p:txEl>
                                          </p:spTgt>
                                        </p:tgtEl>
                                      </p:cBhvr>
                                    </p:animEffect>
                                    <p:anim calcmode="lin" valueType="num">
                                      <p:cBhvr>
                                        <p:cTn id="102" dur="500" fill="hold"/>
                                        <p:tgtEl>
                                          <p:spTgt spid="23">
                                            <p:txEl>
                                              <p:pRg st="0" end="0"/>
                                            </p:txEl>
                                          </p:spTgt>
                                        </p:tgtEl>
                                        <p:attrNameLst>
                                          <p:attrName>ppt_x</p:attrName>
                                        </p:attrNameLst>
                                      </p:cBhvr>
                                      <p:tavLst>
                                        <p:tav tm="0">
                                          <p:val>
                                            <p:strVal val="#ppt_x"/>
                                          </p:val>
                                        </p:tav>
                                        <p:tav tm="100000">
                                          <p:val>
                                            <p:strVal val="#ppt_x"/>
                                          </p:val>
                                        </p:tav>
                                      </p:tavLst>
                                    </p:anim>
                                    <p:anim calcmode="lin" valueType="num">
                                      <p:cBhvr>
                                        <p:cTn id="103" dur="500" fill="hold"/>
                                        <p:tgtEl>
                                          <p:spTgt spid="23">
                                            <p:txEl>
                                              <p:pRg st="0" end="0"/>
                                            </p:txEl>
                                          </p:spTgt>
                                        </p:tgtEl>
                                        <p:attrNameLst>
                                          <p:attrName>ppt_y</p:attrName>
                                        </p:attrNameLst>
                                      </p:cBhvr>
                                      <p:tavLst>
                                        <p:tav tm="0">
                                          <p:val>
                                            <p:strVal val="#ppt_y+.1"/>
                                          </p:val>
                                        </p:tav>
                                        <p:tav tm="100000">
                                          <p:val>
                                            <p:strVal val="#ppt_y"/>
                                          </p:val>
                                        </p:tav>
                                      </p:tavLst>
                                    </p:anim>
                                  </p:childTnLst>
                                </p:cTn>
                              </p:par>
                            </p:childTnLst>
                          </p:cTn>
                        </p:par>
                        <p:par>
                          <p:cTn id="104" fill="hold">
                            <p:stCondLst>
                              <p:cond delay="9000"/>
                            </p:stCondLst>
                            <p:childTnLst>
                              <p:par>
                                <p:cTn id="105" presetID="10" presetClass="entr" presetSubtype="0" fill="hold" nodeType="afterEffect">
                                  <p:stCondLst>
                                    <p:cond delay="0"/>
                                  </p:stCondLst>
                                  <p:childTnLst>
                                    <p:set>
                                      <p:cBhvr>
                                        <p:cTn id="106" dur="1" fill="hold">
                                          <p:stCondLst>
                                            <p:cond delay="0"/>
                                          </p:stCondLst>
                                        </p:cTn>
                                        <p:tgtEl>
                                          <p:spTgt spid="39"/>
                                        </p:tgtEl>
                                        <p:attrNameLst>
                                          <p:attrName>style.visibility</p:attrName>
                                        </p:attrNameLst>
                                      </p:cBhvr>
                                      <p:to>
                                        <p:strVal val="visible"/>
                                      </p:to>
                                    </p:set>
                                    <p:animEffect transition="in" filter="fade">
                                      <p:cBhvr>
                                        <p:cTn id="107" dur="500"/>
                                        <p:tgtEl>
                                          <p:spTgt spid="39"/>
                                        </p:tgtEl>
                                      </p:cBhvr>
                                    </p:animEffect>
                                  </p:childTnLst>
                                </p:cTn>
                              </p:par>
                            </p:childTnLst>
                          </p:cTn>
                        </p:par>
                        <p:par>
                          <p:cTn id="108" fill="hold">
                            <p:stCondLst>
                              <p:cond delay="9500"/>
                            </p:stCondLst>
                            <p:childTnLst>
                              <p:par>
                                <p:cTn id="109" presetID="53" presetClass="entr" presetSubtype="16" fill="hold" grpId="0" nodeType="afterEffect" nodePh="1">
                                  <p:stCondLst>
                                    <p:cond delay="0"/>
                                  </p:stCondLst>
                                  <p:endCondLst>
                                    <p:cond evt="begin" delay="0">
                                      <p:tn val="109"/>
                                    </p:cond>
                                  </p:endCondLst>
                                  <p:childTnLst>
                                    <p:set>
                                      <p:cBhvr>
                                        <p:cTn id="110" dur="1" fill="hold">
                                          <p:stCondLst>
                                            <p:cond delay="0"/>
                                          </p:stCondLst>
                                        </p:cTn>
                                        <p:tgtEl>
                                          <p:spTgt spid="19">
                                            <p:txEl>
                                              <p:pRg st="0" end="0"/>
                                            </p:txEl>
                                          </p:spTgt>
                                        </p:tgtEl>
                                        <p:attrNameLst>
                                          <p:attrName>style.visibility</p:attrName>
                                        </p:attrNameLst>
                                      </p:cBhvr>
                                      <p:to>
                                        <p:strVal val="visible"/>
                                      </p:to>
                                    </p:set>
                                    <p:anim calcmode="lin" valueType="num">
                                      <p:cBhvr>
                                        <p:cTn id="111" dur="500" fill="hold"/>
                                        <p:tgtEl>
                                          <p:spTgt spid="19">
                                            <p:txEl>
                                              <p:pRg st="0" end="0"/>
                                            </p:txEl>
                                          </p:spTgt>
                                        </p:tgtEl>
                                        <p:attrNameLst>
                                          <p:attrName>ppt_w</p:attrName>
                                        </p:attrNameLst>
                                      </p:cBhvr>
                                      <p:tavLst>
                                        <p:tav tm="0">
                                          <p:val>
                                            <p:fltVal val="0"/>
                                          </p:val>
                                        </p:tav>
                                        <p:tav tm="100000">
                                          <p:val>
                                            <p:strVal val="#ppt_w"/>
                                          </p:val>
                                        </p:tav>
                                      </p:tavLst>
                                    </p:anim>
                                    <p:anim calcmode="lin" valueType="num">
                                      <p:cBhvr>
                                        <p:cTn id="112" dur="500" fill="hold"/>
                                        <p:tgtEl>
                                          <p:spTgt spid="19">
                                            <p:txEl>
                                              <p:pRg st="0" end="0"/>
                                            </p:txEl>
                                          </p:spTgt>
                                        </p:tgtEl>
                                        <p:attrNameLst>
                                          <p:attrName>ppt_h</p:attrName>
                                        </p:attrNameLst>
                                      </p:cBhvr>
                                      <p:tavLst>
                                        <p:tav tm="0">
                                          <p:val>
                                            <p:fltVal val="0"/>
                                          </p:val>
                                        </p:tav>
                                        <p:tav tm="100000">
                                          <p:val>
                                            <p:strVal val="#ppt_h"/>
                                          </p:val>
                                        </p:tav>
                                      </p:tavLst>
                                    </p:anim>
                                    <p:animEffect transition="in" filter="fade">
                                      <p:cBhvr>
                                        <p:cTn id="113" dur="500"/>
                                        <p:tgtEl>
                                          <p:spTgt spid="19">
                                            <p:txEl>
                                              <p:pRg st="0" end="0"/>
                                            </p:txEl>
                                          </p:spTgt>
                                        </p:tgtEl>
                                      </p:cBhvr>
                                    </p:animEffect>
                                  </p:childTnLst>
                                </p:cTn>
                              </p:par>
                            </p:childTnLst>
                          </p:cTn>
                        </p:par>
                        <p:par>
                          <p:cTn id="114" fill="hold">
                            <p:stCondLst>
                              <p:cond delay="10000"/>
                            </p:stCondLst>
                            <p:childTnLst>
                              <p:par>
                                <p:cTn id="115" presetID="42" presetClass="entr" presetSubtype="0" fill="hold" grpId="0" nodeType="afterEffect" nodePh="1">
                                  <p:stCondLst>
                                    <p:cond delay="0"/>
                                  </p:stCondLst>
                                  <p:endCondLst>
                                    <p:cond evt="begin" delay="0">
                                      <p:tn val="115"/>
                                    </p:cond>
                                  </p:endCondLst>
                                  <p:childTnLst>
                                    <p:set>
                                      <p:cBhvr>
                                        <p:cTn id="116" dur="1" fill="hold">
                                          <p:stCondLst>
                                            <p:cond delay="0"/>
                                          </p:stCondLst>
                                        </p:cTn>
                                        <p:tgtEl>
                                          <p:spTgt spid="20">
                                            <p:txEl>
                                              <p:pRg st="0" end="0"/>
                                            </p:txEl>
                                          </p:spTgt>
                                        </p:tgtEl>
                                        <p:attrNameLst>
                                          <p:attrName>style.visibility</p:attrName>
                                        </p:attrNameLst>
                                      </p:cBhvr>
                                      <p:to>
                                        <p:strVal val="visible"/>
                                      </p:to>
                                    </p:set>
                                    <p:animEffect transition="in" filter="fade">
                                      <p:cBhvr>
                                        <p:cTn id="117" dur="500"/>
                                        <p:tgtEl>
                                          <p:spTgt spid="20">
                                            <p:txEl>
                                              <p:pRg st="0" end="0"/>
                                            </p:txEl>
                                          </p:spTgt>
                                        </p:tgtEl>
                                      </p:cBhvr>
                                    </p:animEffect>
                                    <p:anim calcmode="lin" valueType="num">
                                      <p:cBhvr>
                                        <p:cTn id="118" dur="500" fill="hold"/>
                                        <p:tgtEl>
                                          <p:spTgt spid="20">
                                            <p:txEl>
                                              <p:pRg st="0" end="0"/>
                                            </p:txEl>
                                          </p:spTgt>
                                        </p:tgtEl>
                                        <p:attrNameLst>
                                          <p:attrName>ppt_x</p:attrName>
                                        </p:attrNameLst>
                                      </p:cBhvr>
                                      <p:tavLst>
                                        <p:tav tm="0">
                                          <p:val>
                                            <p:strVal val="#ppt_x"/>
                                          </p:val>
                                        </p:tav>
                                        <p:tav tm="100000">
                                          <p:val>
                                            <p:strVal val="#ppt_x"/>
                                          </p:val>
                                        </p:tav>
                                      </p:tavLst>
                                    </p:anim>
                                    <p:anim calcmode="lin" valueType="num">
                                      <p:cBhvr>
                                        <p:cTn id="119" dur="500" fill="hold"/>
                                        <p:tgtEl>
                                          <p:spTgt spid="20">
                                            <p:txEl>
                                              <p:pRg st="0" end="0"/>
                                            </p:txEl>
                                          </p:spTgt>
                                        </p:tgtEl>
                                        <p:attrNameLst>
                                          <p:attrName>ppt_y</p:attrName>
                                        </p:attrNameLst>
                                      </p:cBhvr>
                                      <p:tavLst>
                                        <p:tav tm="0">
                                          <p:val>
                                            <p:strVal val="#ppt_y+.1"/>
                                          </p:val>
                                        </p:tav>
                                        <p:tav tm="100000">
                                          <p:val>
                                            <p:strVal val="#ppt_y"/>
                                          </p:val>
                                        </p:tav>
                                      </p:tavLst>
                                    </p:anim>
                                  </p:childTnLst>
                                </p:cTn>
                              </p:par>
                            </p:childTnLst>
                          </p:cTn>
                        </p:par>
                        <p:par>
                          <p:cTn id="120" fill="hold">
                            <p:stCondLst>
                              <p:cond delay="10500"/>
                            </p:stCondLst>
                            <p:childTnLst>
                              <p:par>
                                <p:cTn id="121" presetID="42" presetClass="entr" presetSubtype="0" fill="hold" grpId="0" nodeType="afterEffect" nodePh="1">
                                  <p:stCondLst>
                                    <p:cond delay="0"/>
                                  </p:stCondLst>
                                  <p:endCondLst>
                                    <p:cond evt="begin" delay="0">
                                      <p:tn val="121"/>
                                    </p:cond>
                                  </p:endCondLst>
                                  <p:childTnLst>
                                    <p:set>
                                      <p:cBhvr>
                                        <p:cTn id="122" dur="1" fill="hold">
                                          <p:stCondLst>
                                            <p:cond delay="0"/>
                                          </p:stCondLst>
                                        </p:cTn>
                                        <p:tgtEl>
                                          <p:spTgt spid="24">
                                            <p:txEl>
                                              <p:pRg st="0" end="0"/>
                                            </p:txEl>
                                          </p:spTgt>
                                        </p:tgtEl>
                                        <p:attrNameLst>
                                          <p:attrName>style.visibility</p:attrName>
                                        </p:attrNameLst>
                                      </p:cBhvr>
                                      <p:to>
                                        <p:strVal val="visible"/>
                                      </p:to>
                                    </p:set>
                                    <p:animEffect transition="in" filter="fade">
                                      <p:cBhvr>
                                        <p:cTn id="123" dur="500"/>
                                        <p:tgtEl>
                                          <p:spTgt spid="24">
                                            <p:txEl>
                                              <p:pRg st="0" end="0"/>
                                            </p:txEl>
                                          </p:spTgt>
                                        </p:tgtEl>
                                      </p:cBhvr>
                                    </p:animEffect>
                                    <p:anim calcmode="lin" valueType="num">
                                      <p:cBhvr>
                                        <p:cTn id="124"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p:cTn id="125" dur="500" fill="hold"/>
                                        <p:tgtEl>
                                          <p:spTgt spid="24">
                                            <p:txEl>
                                              <p:pRg st="0" end="0"/>
                                            </p:txEl>
                                          </p:spTgt>
                                        </p:tgtEl>
                                        <p:attrNameLst>
                                          <p:attrName>ppt_y</p:attrName>
                                        </p:attrNameLst>
                                      </p:cBhvr>
                                      <p:tavLst>
                                        <p:tav tm="0">
                                          <p:val>
                                            <p:strVal val="#ppt_y+.1"/>
                                          </p:val>
                                        </p:tav>
                                        <p:tav tm="100000">
                                          <p:val>
                                            <p:strVal val="#ppt_y"/>
                                          </p:val>
                                        </p:tav>
                                      </p:tavLst>
                                    </p:anim>
                                  </p:childTnLst>
                                </p:cTn>
                              </p:par>
                            </p:childTnLst>
                          </p:cTn>
                        </p:par>
                        <p:par>
                          <p:cTn id="126" fill="hold">
                            <p:stCondLst>
                              <p:cond delay="11000"/>
                            </p:stCondLst>
                            <p:childTnLst>
                              <p:par>
                                <p:cTn id="127" presetID="10" presetClass="entr" presetSubtype="0" fill="hold" nodeType="afterEffect">
                                  <p:stCondLst>
                                    <p:cond delay="0"/>
                                  </p:stCondLst>
                                  <p:childTnLst>
                                    <p:set>
                                      <p:cBhvr>
                                        <p:cTn id="128" dur="1" fill="hold">
                                          <p:stCondLst>
                                            <p:cond delay="0"/>
                                          </p:stCondLst>
                                        </p:cTn>
                                        <p:tgtEl>
                                          <p:spTgt spid="46"/>
                                        </p:tgtEl>
                                        <p:attrNameLst>
                                          <p:attrName>style.visibility</p:attrName>
                                        </p:attrNameLst>
                                      </p:cBhvr>
                                      <p:to>
                                        <p:strVal val="visible"/>
                                      </p:to>
                                    </p:set>
                                    <p:animEffect transition="in" filter="fade">
                                      <p:cBhvr>
                                        <p:cTn id="129" dur="500"/>
                                        <p:tgtEl>
                                          <p:spTgt spid="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9" grpId="0" animBg="1"/>
      <p:bldP spid="10" grpId="0" animBg="1"/>
      <p:bldP spid="11" grpId="0" animBg="1"/>
      <p:bldP spid="12" grpId="0" animBg="1"/>
      <p:bldP spid="13"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3"/>
                        </p:tgtEl>
                        <p:attrNameLst>
                          <p:attrName>style.visibility</p:attrName>
                        </p:attrNameLst>
                      </p:cBhvr>
                      <p:to>
                        <p:strVal val="visible"/>
                      </p:to>
                    </p:set>
                    <p:anim calcmode="lin" valueType="num">
                      <p:cBhvr>
                        <p:cTn dur="500" fill="hold"/>
                        <p:tgtEl>
                          <p:spTgt spid="13"/>
                        </p:tgtEl>
                        <p:attrNameLst>
                          <p:attrName>ppt_w</p:attrName>
                        </p:attrNameLst>
                      </p:cBhvr>
                      <p:tavLst>
                        <p:tav tm="0">
                          <p:val>
                            <p:fltVal val="0"/>
                          </p:val>
                        </p:tav>
                        <p:tav tm="100000">
                          <p:val>
                            <p:strVal val="#ppt_w"/>
                          </p:val>
                        </p:tav>
                      </p:tavLst>
                    </p:anim>
                    <p:anim calcmode="lin" valueType="num">
                      <p:cBhvr>
                        <p:cTn dur="500" fill="hold"/>
                        <p:tgtEl>
                          <p:spTgt spid="13"/>
                        </p:tgtEl>
                        <p:attrNameLst>
                          <p:attrName>ppt_h</p:attrName>
                        </p:attrNameLst>
                      </p:cBhvr>
                      <p:tavLst>
                        <p:tav tm="0">
                          <p:val>
                            <p:fltVal val="0"/>
                          </p:val>
                        </p:tav>
                        <p:tav tm="100000">
                          <p:val>
                            <p:strVal val="#ppt_h"/>
                          </p:val>
                        </p:tav>
                      </p:tavLst>
                    </p:anim>
                    <p:animEffect transition="in" filter="fade">
                      <p:cBhvr>
                        <p:cTn dur="500"/>
                        <p:tgtEl>
                          <p:spTgt spid="13"/>
                        </p:tgtEl>
                      </p:cBhvr>
                    </p:animEffect>
                  </p:childTnLst>
                </p:cTn>
              </p:par>
            </p:tnLst>
          </p:tmpl>
        </p:tmplLst>
      </p:bldP>
      <p:bldP spid="14"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4"/>
                        </p:tgtEl>
                        <p:attrNameLst>
                          <p:attrName>style.visibility</p:attrName>
                        </p:attrNameLst>
                      </p:cBhvr>
                      <p:to>
                        <p:strVal val="visible"/>
                      </p:to>
                    </p:set>
                    <p:animEffect transition="in" filter="fade">
                      <p:cBhvr>
                        <p:cTn dur="500"/>
                        <p:tgtEl>
                          <p:spTgt spid="14"/>
                        </p:tgtEl>
                      </p:cBhvr>
                    </p:animEffect>
                    <p:anim calcmode="lin" valueType="num">
                      <p:cBhvr>
                        <p:cTn dur="500" fill="hold"/>
                        <p:tgtEl>
                          <p:spTgt spid="14"/>
                        </p:tgtEl>
                        <p:attrNameLst>
                          <p:attrName>ppt_x</p:attrName>
                        </p:attrNameLst>
                      </p:cBhvr>
                      <p:tavLst>
                        <p:tav tm="0">
                          <p:val>
                            <p:strVal val="#ppt_x"/>
                          </p:val>
                        </p:tav>
                        <p:tav tm="100000">
                          <p:val>
                            <p:strVal val="#ppt_x"/>
                          </p:val>
                        </p:tav>
                      </p:tavLst>
                    </p:anim>
                    <p:anim calcmode="lin" valueType="num">
                      <p:cBhvr>
                        <p:cTn dur="500" fill="hold"/>
                        <p:tgtEl>
                          <p:spTgt spid="14"/>
                        </p:tgtEl>
                        <p:attrNameLst>
                          <p:attrName>ppt_y</p:attrName>
                        </p:attrNameLst>
                      </p:cBhvr>
                      <p:tavLst>
                        <p:tav tm="0">
                          <p:val>
                            <p:strVal val="#ppt_y+.1"/>
                          </p:val>
                        </p:tav>
                        <p:tav tm="100000">
                          <p:val>
                            <p:strVal val="#ppt_y"/>
                          </p:val>
                        </p:tav>
                      </p:tavLst>
                    </p:anim>
                  </p:childTnLst>
                </p:cTn>
              </p:par>
            </p:tnLst>
          </p:tmpl>
        </p:tmplLst>
      </p:bldP>
      <p:bldP spid="15"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5"/>
                        </p:tgtEl>
                        <p:attrNameLst>
                          <p:attrName>style.visibility</p:attrName>
                        </p:attrNameLst>
                      </p:cBhvr>
                      <p:to>
                        <p:strVal val="visible"/>
                      </p:to>
                    </p:set>
                    <p:anim calcmode="lin" valueType="num">
                      <p:cBhvr>
                        <p:cTn dur="500" fill="hold"/>
                        <p:tgtEl>
                          <p:spTgt spid="15"/>
                        </p:tgtEl>
                        <p:attrNameLst>
                          <p:attrName>ppt_w</p:attrName>
                        </p:attrNameLst>
                      </p:cBhvr>
                      <p:tavLst>
                        <p:tav tm="0">
                          <p:val>
                            <p:fltVal val="0"/>
                          </p:val>
                        </p:tav>
                        <p:tav tm="100000">
                          <p:val>
                            <p:strVal val="#ppt_w"/>
                          </p:val>
                        </p:tav>
                      </p:tavLst>
                    </p:anim>
                    <p:anim calcmode="lin" valueType="num">
                      <p:cBhvr>
                        <p:cTn dur="500" fill="hold"/>
                        <p:tgtEl>
                          <p:spTgt spid="15"/>
                        </p:tgtEl>
                        <p:attrNameLst>
                          <p:attrName>ppt_h</p:attrName>
                        </p:attrNameLst>
                      </p:cBhvr>
                      <p:tavLst>
                        <p:tav tm="0">
                          <p:val>
                            <p:fltVal val="0"/>
                          </p:val>
                        </p:tav>
                        <p:tav tm="100000">
                          <p:val>
                            <p:strVal val="#ppt_h"/>
                          </p:val>
                        </p:tav>
                      </p:tavLst>
                    </p:anim>
                    <p:animEffect transition="in" filter="fade">
                      <p:cBhvr>
                        <p:cTn dur="500"/>
                        <p:tgtEl>
                          <p:spTgt spid="15"/>
                        </p:tgtEl>
                      </p:cBhvr>
                    </p:animEffect>
                  </p:childTnLst>
                </p:cTn>
              </p:par>
            </p:tnLst>
          </p:tmpl>
        </p:tmplLst>
      </p:bldP>
      <p:bldP spid="16"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6"/>
                        </p:tgtEl>
                        <p:attrNameLst>
                          <p:attrName>style.visibility</p:attrName>
                        </p:attrNameLst>
                      </p:cBhvr>
                      <p:to>
                        <p:strVal val="visible"/>
                      </p:to>
                    </p:set>
                    <p:animEffect transition="in" filter="fade">
                      <p:cBhvr>
                        <p:cTn dur="500"/>
                        <p:tgtEl>
                          <p:spTgt spid="16"/>
                        </p:tgtEl>
                      </p:cBhvr>
                    </p:animEffect>
                    <p:anim calcmode="lin" valueType="num">
                      <p:cBhvr>
                        <p:cTn dur="500" fill="hold"/>
                        <p:tgtEl>
                          <p:spTgt spid="16"/>
                        </p:tgtEl>
                        <p:attrNameLst>
                          <p:attrName>ppt_x</p:attrName>
                        </p:attrNameLst>
                      </p:cBhvr>
                      <p:tavLst>
                        <p:tav tm="0">
                          <p:val>
                            <p:strVal val="#ppt_x"/>
                          </p:val>
                        </p:tav>
                        <p:tav tm="100000">
                          <p:val>
                            <p:strVal val="#ppt_x"/>
                          </p:val>
                        </p:tav>
                      </p:tavLst>
                    </p:anim>
                    <p:anim calcmode="lin" valueType="num">
                      <p:cBhvr>
                        <p:cTn dur="500" fill="hold"/>
                        <p:tgtEl>
                          <p:spTgt spid="16"/>
                        </p:tgtEl>
                        <p:attrNameLst>
                          <p:attrName>ppt_y</p:attrName>
                        </p:attrNameLst>
                      </p:cBhvr>
                      <p:tavLst>
                        <p:tav tm="0">
                          <p:val>
                            <p:strVal val="#ppt_y+.1"/>
                          </p:val>
                        </p:tav>
                        <p:tav tm="100000">
                          <p:val>
                            <p:strVal val="#ppt_y"/>
                          </p:val>
                        </p:tav>
                      </p:tavLst>
                    </p:anim>
                  </p:childTnLst>
                </p:cTn>
              </p:par>
            </p:tnLst>
          </p:tmpl>
        </p:tmplLst>
      </p:bldP>
      <p:bldP spid="17"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7"/>
                        </p:tgtEl>
                        <p:attrNameLst>
                          <p:attrName>style.visibility</p:attrName>
                        </p:attrNameLst>
                      </p:cBhvr>
                      <p:to>
                        <p:strVal val="visible"/>
                      </p:to>
                    </p:set>
                    <p:anim calcmode="lin" valueType="num">
                      <p:cBhvr>
                        <p:cTn dur="500" fill="hold"/>
                        <p:tgtEl>
                          <p:spTgt spid="17"/>
                        </p:tgtEl>
                        <p:attrNameLst>
                          <p:attrName>ppt_w</p:attrName>
                        </p:attrNameLst>
                      </p:cBhvr>
                      <p:tavLst>
                        <p:tav tm="0">
                          <p:val>
                            <p:fltVal val="0"/>
                          </p:val>
                        </p:tav>
                        <p:tav tm="100000">
                          <p:val>
                            <p:strVal val="#ppt_w"/>
                          </p:val>
                        </p:tav>
                      </p:tavLst>
                    </p:anim>
                    <p:anim calcmode="lin" valueType="num">
                      <p:cBhvr>
                        <p:cTn dur="500" fill="hold"/>
                        <p:tgtEl>
                          <p:spTgt spid="17"/>
                        </p:tgtEl>
                        <p:attrNameLst>
                          <p:attrName>ppt_h</p:attrName>
                        </p:attrNameLst>
                      </p:cBhvr>
                      <p:tavLst>
                        <p:tav tm="0">
                          <p:val>
                            <p:fltVal val="0"/>
                          </p:val>
                        </p:tav>
                        <p:tav tm="100000">
                          <p:val>
                            <p:strVal val="#ppt_h"/>
                          </p:val>
                        </p:tav>
                      </p:tavLst>
                    </p:anim>
                    <p:animEffect transition="in" filter="fade">
                      <p:cBhvr>
                        <p:cTn dur="500"/>
                        <p:tgtEl>
                          <p:spTgt spid="17"/>
                        </p:tgtEl>
                      </p:cBhvr>
                    </p:animEffect>
                  </p:childTnLst>
                </p:cTn>
              </p:par>
            </p:tnLst>
          </p:tmpl>
        </p:tmplLst>
      </p:bldP>
      <p:bldP spid="18"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8"/>
                        </p:tgtEl>
                        <p:attrNameLst>
                          <p:attrName>style.visibility</p:attrName>
                        </p:attrNameLst>
                      </p:cBhvr>
                      <p:to>
                        <p:strVal val="visible"/>
                      </p:to>
                    </p:set>
                    <p:animEffect transition="in" filter="fade">
                      <p:cBhvr>
                        <p:cTn dur="500"/>
                        <p:tgtEl>
                          <p:spTgt spid="18"/>
                        </p:tgtEl>
                      </p:cBhvr>
                    </p:animEffect>
                    <p:anim calcmode="lin" valueType="num">
                      <p:cBhvr>
                        <p:cTn dur="500" fill="hold"/>
                        <p:tgtEl>
                          <p:spTgt spid="18"/>
                        </p:tgtEl>
                        <p:attrNameLst>
                          <p:attrName>ppt_x</p:attrName>
                        </p:attrNameLst>
                      </p:cBhvr>
                      <p:tavLst>
                        <p:tav tm="0">
                          <p:val>
                            <p:strVal val="#ppt_x"/>
                          </p:val>
                        </p:tav>
                        <p:tav tm="100000">
                          <p:val>
                            <p:strVal val="#ppt_x"/>
                          </p:val>
                        </p:tav>
                      </p:tavLst>
                    </p:anim>
                    <p:anim calcmode="lin" valueType="num">
                      <p:cBhvr>
                        <p:cTn dur="500" fill="hold"/>
                        <p:tgtEl>
                          <p:spTgt spid="18"/>
                        </p:tgtEl>
                        <p:attrNameLst>
                          <p:attrName>ppt_y</p:attrName>
                        </p:attrNameLst>
                      </p:cBhvr>
                      <p:tavLst>
                        <p:tav tm="0">
                          <p:val>
                            <p:strVal val="#ppt_y+.1"/>
                          </p:val>
                        </p:tav>
                        <p:tav tm="100000">
                          <p:val>
                            <p:strVal val="#ppt_y"/>
                          </p:val>
                        </p:tav>
                      </p:tavLst>
                    </p:anim>
                  </p:childTnLst>
                </p:cTn>
              </p:par>
            </p:tnLst>
          </p:tmpl>
        </p:tmplLst>
      </p:bldP>
      <p:bldP spid="19"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9"/>
                        </p:tgtEl>
                        <p:attrNameLst>
                          <p:attrName>style.visibility</p:attrName>
                        </p:attrNameLst>
                      </p:cBhvr>
                      <p:to>
                        <p:strVal val="visible"/>
                      </p:to>
                    </p:set>
                    <p:anim calcmode="lin" valueType="num">
                      <p:cBhvr>
                        <p:cTn dur="500" fill="hold"/>
                        <p:tgtEl>
                          <p:spTgt spid="19"/>
                        </p:tgtEl>
                        <p:attrNameLst>
                          <p:attrName>ppt_w</p:attrName>
                        </p:attrNameLst>
                      </p:cBhvr>
                      <p:tavLst>
                        <p:tav tm="0">
                          <p:val>
                            <p:fltVal val="0"/>
                          </p:val>
                        </p:tav>
                        <p:tav tm="100000">
                          <p:val>
                            <p:strVal val="#ppt_w"/>
                          </p:val>
                        </p:tav>
                      </p:tavLst>
                    </p:anim>
                    <p:anim calcmode="lin" valueType="num">
                      <p:cBhvr>
                        <p:cTn dur="500" fill="hold"/>
                        <p:tgtEl>
                          <p:spTgt spid="19"/>
                        </p:tgtEl>
                        <p:attrNameLst>
                          <p:attrName>ppt_h</p:attrName>
                        </p:attrNameLst>
                      </p:cBhvr>
                      <p:tavLst>
                        <p:tav tm="0">
                          <p:val>
                            <p:fltVal val="0"/>
                          </p:val>
                        </p:tav>
                        <p:tav tm="100000">
                          <p:val>
                            <p:strVal val="#ppt_h"/>
                          </p:val>
                        </p:tav>
                      </p:tavLst>
                    </p:anim>
                    <p:animEffect transition="in" filter="fade">
                      <p:cBhvr>
                        <p:cTn dur="500"/>
                        <p:tgtEl>
                          <p:spTgt spid="19"/>
                        </p:tgtEl>
                      </p:cBhvr>
                    </p:animEffect>
                  </p:childTnLst>
                </p:cTn>
              </p:par>
            </p:tnLst>
          </p:tmpl>
        </p:tmplLst>
      </p:bldP>
      <p:bldP spid="20"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0"/>
                        </p:tgtEl>
                        <p:attrNameLst>
                          <p:attrName>style.visibility</p:attrName>
                        </p:attrNameLst>
                      </p:cBhvr>
                      <p:to>
                        <p:strVal val="visible"/>
                      </p:to>
                    </p:set>
                    <p:animEffect transition="in" filter="fade">
                      <p:cBhvr>
                        <p:cTn dur="500"/>
                        <p:tgtEl>
                          <p:spTgt spid="20"/>
                        </p:tgtEl>
                      </p:cBhvr>
                    </p:animEffect>
                    <p:anim calcmode="lin" valueType="num">
                      <p:cBhvr>
                        <p:cTn dur="500" fill="hold"/>
                        <p:tgtEl>
                          <p:spTgt spid="20"/>
                        </p:tgtEl>
                        <p:attrNameLst>
                          <p:attrName>ppt_x</p:attrName>
                        </p:attrNameLst>
                      </p:cBhvr>
                      <p:tavLst>
                        <p:tav tm="0">
                          <p:val>
                            <p:strVal val="#ppt_x"/>
                          </p:val>
                        </p:tav>
                        <p:tav tm="100000">
                          <p:val>
                            <p:strVal val="#ppt_x"/>
                          </p:val>
                        </p:tav>
                      </p:tavLst>
                    </p:anim>
                    <p:anim calcmode="lin" valueType="num">
                      <p:cBhvr>
                        <p:cTn dur="500" fill="hold"/>
                        <p:tgtEl>
                          <p:spTgt spid="20"/>
                        </p:tgtEl>
                        <p:attrNameLst>
                          <p:attrName>ppt_y</p:attrName>
                        </p:attrNameLst>
                      </p:cBhvr>
                      <p:tavLst>
                        <p:tav tm="0">
                          <p:val>
                            <p:strVal val="#ppt_y+.1"/>
                          </p:val>
                        </p:tav>
                        <p:tav tm="100000">
                          <p:val>
                            <p:strVal val="#ppt_y"/>
                          </p:val>
                        </p:tav>
                      </p:tavLst>
                    </p:anim>
                  </p:childTnLst>
                </p:cTn>
              </p:par>
            </p:tnLst>
          </p:tmpl>
        </p:tmplLst>
      </p:bldP>
      <p:bldP spid="21"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1"/>
                        </p:tgtEl>
                        <p:attrNameLst>
                          <p:attrName>style.visibility</p:attrName>
                        </p:attrNameLst>
                      </p:cBhvr>
                      <p:to>
                        <p:strVal val="visible"/>
                      </p:to>
                    </p:set>
                    <p:animEffect transition="in" filter="fade">
                      <p:cBhvr>
                        <p:cTn dur="500"/>
                        <p:tgtEl>
                          <p:spTgt spid="21"/>
                        </p:tgtEl>
                      </p:cBhvr>
                    </p:animEffect>
                    <p:anim calcmode="lin" valueType="num">
                      <p:cBhvr>
                        <p:cTn dur="500" fill="hold"/>
                        <p:tgtEl>
                          <p:spTgt spid="21"/>
                        </p:tgtEl>
                        <p:attrNameLst>
                          <p:attrName>ppt_x</p:attrName>
                        </p:attrNameLst>
                      </p:cBhvr>
                      <p:tavLst>
                        <p:tav tm="0">
                          <p:val>
                            <p:strVal val="#ppt_x"/>
                          </p:val>
                        </p:tav>
                        <p:tav tm="100000">
                          <p:val>
                            <p:strVal val="#ppt_x"/>
                          </p:val>
                        </p:tav>
                      </p:tavLst>
                    </p:anim>
                    <p:anim calcmode="lin" valueType="num">
                      <p:cBhvr>
                        <p:cTn dur="500" fill="hold"/>
                        <p:tgtEl>
                          <p:spTgt spid="21"/>
                        </p:tgtEl>
                        <p:attrNameLst>
                          <p:attrName>ppt_y</p:attrName>
                        </p:attrNameLst>
                      </p:cBhvr>
                      <p:tavLst>
                        <p:tav tm="0">
                          <p:val>
                            <p:strVal val="#ppt_y+.1"/>
                          </p:val>
                        </p:tav>
                        <p:tav tm="100000">
                          <p:val>
                            <p:strVal val="#ppt_y"/>
                          </p:val>
                        </p:tav>
                      </p:tavLst>
                    </p:anim>
                  </p:childTnLst>
                </p:cTn>
              </p:par>
            </p:tnLst>
          </p:tmpl>
        </p:tmplLst>
      </p:bldP>
      <p:bldP spid="22"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2"/>
                        </p:tgtEl>
                        <p:attrNameLst>
                          <p:attrName>style.visibility</p:attrName>
                        </p:attrNameLst>
                      </p:cBhvr>
                      <p:to>
                        <p:strVal val="visible"/>
                      </p:to>
                    </p:set>
                    <p:animEffect transition="in" filter="fade">
                      <p:cBhvr>
                        <p:cTn dur="500"/>
                        <p:tgtEl>
                          <p:spTgt spid="22"/>
                        </p:tgtEl>
                      </p:cBhvr>
                    </p:animEffect>
                    <p:anim calcmode="lin" valueType="num">
                      <p:cBhvr>
                        <p:cTn dur="500" fill="hold"/>
                        <p:tgtEl>
                          <p:spTgt spid="22"/>
                        </p:tgtEl>
                        <p:attrNameLst>
                          <p:attrName>ppt_x</p:attrName>
                        </p:attrNameLst>
                      </p:cBhvr>
                      <p:tavLst>
                        <p:tav tm="0">
                          <p:val>
                            <p:strVal val="#ppt_x"/>
                          </p:val>
                        </p:tav>
                        <p:tav tm="100000">
                          <p:val>
                            <p:strVal val="#ppt_x"/>
                          </p:val>
                        </p:tav>
                      </p:tavLst>
                    </p:anim>
                    <p:anim calcmode="lin" valueType="num">
                      <p:cBhvr>
                        <p:cTn dur="500" fill="hold"/>
                        <p:tgtEl>
                          <p:spTgt spid="22"/>
                        </p:tgtEl>
                        <p:attrNameLst>
                          <p:attrName>ppt_y</p:attrName>
                        </p:attrNameLst>
                      </p:cBhvr>
                      <p:tavLst>
                        <p:tav tm="0">
                          <p:val>
                            <p:strVal val="#ppt_y+.1"/>
                          </p:val>
                        </p:tav>
                        <p:tav tm="100000">
                          <p:val>
                            <p:strVal val="#ppt_y"/>
                          </p:val>
                        </p:tav>
                      </p:tavLst>
                    </p:anim>
                  </p:childTnLst>
                </p:cTn>
              </p:par>
            </p:tnLst>
          </p:tmpl>
        </p:tmplLst>
      </p:bldP>
      <p:bldP spid="23"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3"/>
                        </p:tgtEl>
                        <p:attrNameLst>
                          <p:attrName>style.visibility</p:attrName>
                        </p:attrNameLst>
                      </p:cBhvr>
                      <p:to>
                        <p:strVal val="visible"/>
                      </p:to>
                    </p:set>
                    <p:animEffect transition="in" filter="fade">
                      <p:cBhvr>
                        <p:cTn dur="500"/>
                        <p:tgtEl>
                          <p:spTgt spid="23"/>
                        </p:tgtEl>
                      </p:cBhvr>
                    </p:animEffect>
                    <p:anim calcmode="lin" valueType="num">
                      <p:cBhvr>
                        <p:cTn dur="500" fill="hold"/>
                        <p:tgtEl>
                          <p:spTgt spid="23"/>
                        </p:tgtEl>
                        <p:attrNameLst>
                          <p:attrName>ppt_x</p:attrName>
                        </p:attrNameLst>
                      </p:cBhvr>
                      <p:tavLst>
                        <p:tav tm="0">
                          <p:val>
                            <p:strVal val="#ppt_x"/>
                          </p:val>
                        </p:tav>
                        <p:tav tm="100000">
                          <p:val>
                            <p:strVal val="#ppt_x"/>
                          </p:val>
                        </p:tav>
                      </p:tavLst>
                    </p:anim>
                    <p:anim calcmode="lin" valueType="num">
                      <p:cBhvr>
                        <p:cTn dur="500" fill="hold"/>
                        <p:tgtEl>
                          <p:spTgt spid="23"/>
                        </p:tgtEl>
                        <p:attrNameLst>
                          <p:attrName>ppt_y</p:attrName>
                        </p:attrNameLst>
                      </p:cBhvr>
                      <p:tavLst>
                        <p:tav tm="0">
                          <p:val>
                            <p:strVal val="#ppt_y+.1"/>
                          </p:val>
                        </p:tav>
                        <p:tav tm="100000">
                          <p:val>
                            <p:strVal val="#ppt_y"/>
                          </p:val>
                        </p:tav>
                      </p:tavLst>
                    </p:anim>
                  </p:childTnLst>
                </p:cTn>
              </p:par>
            </p:tnLst>
          </p:tmpl>
        </p:tmplLst>
      </p:bldP>
      <p:bldP spid="24"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4"/>
                        </p:tgtEl>
                        <p:attrNameLst>
                          <p:attrName>style.visibility</p:attrName>
                        </p:attrNameLst>
                      </p:cBhvr>
                      <p:to>
                        <p:strVal val="visible"/>
                      </p:to>
                    </p:set>
                    <p:animEffect transition="in" filter="fade">
                      <p:cBhvr>
                        <p:cTn dur="500"/>
                        <p:tgtEl>
                          <p:spTgt spid="24"/>
                        </p:tgtEl>
                      </p:cBhvr>
                    </p:animEffect>
                    <p:anim calcmode="lin" valueType="num">
                      <p:cBhvr>
                        <p:cTn dur="500" fill="hold"/>
                        <p:tgtEl>
                          <p:spTgt spid="24"/>
                        </p:tgtEl>
                        <p:attrNameLst>
                          <p:attrName>ppt_x</p:attrName>
                        </p:attrNameLst>
                      </p:cBhvr>
                      <p:tavLst>
                        <p:tav tm="0">
                          <p:val>
                            <p:strVal val="#ppt_x"/>
                          </p:val>
                        </p:tav>
                        <p:tav tm="100000">
                          <p:val>
                            <p:strVal val="#ppt_x"/>
                          </p:val>
                        </p:tav>
                      </p:tavLst>
                    </p:anim>
                    <p:anim calcmode="lin" valueType="num">
                      <p:cBhvr>
                        <p:cTn dur="500" fill="hold"/>
                        <p:tgtEl>
                          <p:spTgt spid="24"/>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722.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13" name="Text Placeholder 21"/>
          <p:cNvSpPr>
            <a:spLocks noGrp="1"/>
          </p:cNvSpPr>
          <p:nvPr>
            <p:ph type="body" sz="quarter" idx="20"/>
          </p:nvPr>
        </p:nvSpPr>
        <p:spPr>
          <a:xfrm>
            <a:off x="928685" y="4122030"/>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5" name="Text Placeholder 21"/>
          <p:cNvSpPr>
            <a:spLocks noGrp="1"/>
          </p:cNvSpPr>
          <p:nvPr>
            <p:ph type="body" sz="quarter" idx="23"/>
          </p:nvPr>
        </p:nvSpPr>
        <p:spPr>
          <a:xfrm>
            <a:off x="3741157" y="4122030"/>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7" name="Text Placeholder 21"/>
          <p:cNvSpPr>
            <a:spLocks noGrp="1"/>
          </p:cNvSpPr>
          <p:nvPr>
            <p:ph type="body" sz="quarter" idx="25"/>
          </p:nvPr>
        </p:nvSpPr>
        <p:spPr>
          <a:xfrm>
            <a:off x="6609049" y="4122030"/>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9" name="Text Placeholder 21"/>
          <p:cNvSpPr>
            <a:spLocks noGrp="1"/>
          </p:cNvSpPr>
          <p:nvPr>
            <p:ph type="body" sz="quarter" idx="27"/>
          </p:nvPr>
        </p:nvSpPr>
        <p:spPr>
          <a:xfrm>
            <a:off x="9428447" y="4122030"/>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1" name="Text Placeholder 21"/>
          <p:cNvSpPr>
            <a:spLocks noGrp="1"/>
          </p:cNvSpPr>
          <p:nvPr>
            <p:ph type="body" sz="quarter" idx="29"/>
          </p:nvPr>
        </p:nvSpPr>
        <p:spPr>
          <a:xfrm>
            <a:off x="928685" y="4428734"/>
            <a:ext cx="1814513" cy="87351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2" name="Text Placeholder 21"/>
          <p:cNvSpPr>
            <a:spLocks noGrp="1"/>
          </p:cNvSpPr>
          <p:nvPr>
            <p:ph type="body" sz="quarter" idx="30"/>
          </p:nvPr>
        </p:nvSpPr>
        <p:spPr>
          <a:xfrm>
            <a:off x="3741157" y="4428734"/>
            <a:ext cx="1814513" cy="87351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3" name="Text Placeholder 21"/>
          <p:cNvSpPr>
            <a:spLocks noGrp="1"/>
          </p:cNvSpPr>
          <p:nvPr>
            <p:ph type="body" sz="quarter" idx="31"/>
          </p:nvPr>
        </p:nvSpPr>
        <p:spPr>
          <a:xfrm>
            <a:off x="6609049" y="4428734"/>
            <a:ext cx="1814513" cy="87351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4" name="Text Placeholder 21"/>
          <p:cNvSpPr>
            <a:spLocks noGrp="1"/>
          </p:cNvSpPr>
          <p:nvPr>
            <p:ph type="body" sz="quarter" idx="32"/>
          </p:nvPr>
        </p:nvSpPr>
        <p:spPr>
          <a:xfrm>
            <a:off x="9428447" y="4428734"/>
            <a:ext cx="1814513" cy="87351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1" name="Picture Placeholder 30"/>
          <p:cNvSpPr>
            <a:spLocks noGrp="1"/>
          </p:cNvSpPr>
          <p:nvPr>
            <p:ph type="pic" sz="quarter" idx="33" hasCustomPrompt="1"/>
          </p:nvPr>
        </p:nvSpPr>
        <p:spPr>
          <a:xfrm>
            <a:off x="1246070" y="2009148"/>
            <a:ext cx="1233487" cy="1695450"/>
          </a:xfrm>
          <a:solidFill>
            <a:schemeClr val="bg1">
              <a:lumMod val="85000"/>
            </a:schemeClr>
          </a:solidFill>
        </p:spPr>
        <p:txBody>
          <a:bodyPr/>
          <a:lstStyle>
            <a:lvl1pPr>
              <a:defRPr/>
            </a:lvl1pPr>
          </a:lstStyle>
          <a:p>
            <a:r>
              <a:rPr lang="id-ID" dirty="0" smtClean="0"/>
              <a:t>Pic here</a:t>
            </a:r>
            <a:endParaRPr lang="en-AU" dirty="0"/>
          </a:p>
        </p:txBody>
      </p:sp>
      <p:sp>
        <p:nvSpPr>
          <p:cNvPr id="33" name="Picture Placeholder 30"/>
          <p:cNvSpPr>
            <a:spLocks noGrp="1"/>
          </p:cNvSpPr>
          <p:nvPr>
            <p:ph type="pic" sz="quarter" idx="34" hasCustomPrompt="1"/>
          </p:nvPr>
        </p:nvSpPr>
        <p:spPr>
          <a:xfrm>
            <a:off x="4038600" y="2009148"/>
            <a:ext cx="1233487" cy="1695450"/>
          </a:xfrm>
          <a:solidFill>
            <a:schemeClr val="bg1">
              <a:lumMod val="85000"/>
            </a:schemeClr>
          </a:solidFill>
        </p:spPr>
        <p:txBody>
          <a:bodyPr/>
          <a:lstStyle>
            <a:lvl1pPr>
              <a:defRPr/>
            </a:lvl1pPr>
          </a:lstStyle>
          <a:p>
            <a:r>
              <a:rPr lang="id-ID" dirty="0" smtClean="0"/>
              <a:t>Pic here</a:t>
            </a:r>
            <a:endParaRPr lang="en-AU" dirty="0"/>
          </a:p>
        </p:txBody>
      </p:sp>
      <p:sp>
        <p:nvSpPr>
          <p:cNvPr id="35" name="Picture Placeholder 30"/>
          <p:cNvSpPr>
            <a:spLocks noGrp="1"/>
          </p:cNvSpPr>
          <p:nvPr>
            <p:ph type="pic" sz="quarter" idx="35" hasCustomPrompt="1"/>
          </p:nvPr>
        </p:nvSpPr>
        <p:spPr>
          <a:xfrm>
            <a:off x="6834187" y="2009148"/>
            <a:ext cx="1233487" cy="1695450"/>
          </a:xfrm>
          <a:solidFill>
            <a:schemeClr val="bg1">
              <a:lumMod val="85000"/>
            </a:schemeClr>
          </a:solidFill>
        </p:spPr>
        <p:txBody>
          <a:bodyPr/>
          <a:lstStyle>
            <a:lvl1pPr>
              <a:defRPr/>
            </a:lvl1pPr>
          </a:lstStyle>
          <a:p>
            <a:r>
              <a:rPr lang="id-ID" dirty="0" smtClean="0"/>
              <a:t>Pic here</a:t>
            </a:r>
            <a:endParaRPr lang="en-AU" dirty="0"/>
          </a:p>
        </p:txBody>
      </p:sp>
      <p:sp>
        <p:nvSpPr>
          <p:cNvPr id="37" name="Picture Placeholder 30"/>
          <p:cNvSpPr>
            <a:spLocks noGrp="1"/>
          </p:cNvSpPr>
          <p:nvPr>
            <p:ph type="pic" sz="quarter" idx="36" hasCustomPrompt="1"/>
          </p:nvPr>
        </p:nvSpPr>
        <p:spPr>
          <a:xfrm>
            <a:off x="9712442" y="2009148"/>
            <a:ext cx="1233487" cy="1695450"/>
          </a:xfrm>
          <a:solidFill>
            <a:schemeClr val="bg1">
              <a:lumMod val="85000"/>
            </a:schemeClr>
          </a:solidFill>
        </p:spPr>
        <p:txBody>
          <a:bodyPr/>
          <a:lstStyle>
            <a:lvl1pPr>
              <a:defRPr/>
            </a:lvl1pPr>
          </a:lstStyle>
          <a:p>
            <a:r>
              <a:rPr lang="id-ID" dirty="0" smtClean="0"/>
              <a:t>Pic here</a:t>
            </a:r>
            <a:endParaRPr lang="en-AU" dirty="0"/>
          </a:p>
        </p:txBody>
      </p:sp>
      <p:grpSp>
        <p:nvGrpSpPr>
          <p:cNvPr id="25" name="Group 24"/>
          <p:cNvGrpSpPr/>
          <p:nvPr userDrawn="1"/>
        </p:nvGrpSpPr>
        <p:grpSpPr>
          <a:xfrm>
            <a:off x="973770" y="5352142"/>
            <a:ext cx="1724341" cy="516155"/>
            <a:chOff x="3872969" y="5806923"/>
            <a:chExt cx="1724341" cy="516155"/>
          </a:xfrm>
        </p:grpSpPr>
        <p:sp>
          <p:nvSpPr>
            <p:cNvPr id="26" name="Oval 25"/>
            <p:cNvSpPr/>
            <p:nvPr/>
          </p:nvSpPr>
          <p:spPr>
            <a:xfrm>
              <a:off x="3872969"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27" name="Oval 26"/>
            <p:cNvSpPr/>
            <p:nvPr/>
          </p:nvSpPr>
          <p:spPr>
            <a:xfrm>
              <a:off x="4477062"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28" name="Oval 27"/>
            <p:cNvSpPr/>
            <p:nvPr/>
          </p:nvSpPr>
          <p:spPr>
            <a:xfrm>
              <a:off x="5081155"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30" name="Freeform 63"/>
            <p:cNvSpPr>
              <a:spLocks/>
            </p:cNvSpPr>
            <p:nvPr/>
          </p:nvSpPr>
          <p:spPr bwMode="auto">
            <a:xfrm>
              <a:off x="4576091" y="5937921"/>
              <a:ext cx="318095" cy="261714"/>
            </a:xfrm>
            <a:custGeom>
              <a:avLst/>
              <a:gdLst>
                <a:gd name="T0" fmla="*/ 160 w 160"/>
                <a:gd name="T1" fmla="*/ 16 h 131"/>
                <a:gd name="T2" fmla="*/ 159 w 160"/>
                <a:gd name="T3" fmla="*/ 16 h 131"/>
                <a:gd name="T4" fmla="*/ 144 w 160"/>
                <a:gd name="T5" fmla="*/ 20 h 131"/>
                <a:gd name="T6" fmla="*/ 156 w 160"/>
                <a:gd name="T7" fmla="*/ 4 h 131"/>
                <a:gd name="T8" fmla="*/ 156 w 160"/>
                <a:gd name="T9" fmla="*/ 3 h 131"/>
                <a:gd name="T10" fmla="*/ 155 w 160"/>
                <a:gd name="T11" fmla="*/ 3 h 131"/>
                <a:gd name="T12" fmla="*/ 135 w 160"/>
                <a:gd name="T13" fmla="*/ 11 h 131"/>
                <a:gd name="T14" fmla="*/ 111 w 160"/>
                <a:gd name="T15" fmla="*/ 0 h 131"/>
                <a:gd name="T16" fmla="*/ 77 w 160"/>
                <a:gd name="T17" fmla="*/ 34 h 131"/>
                <a:gd name="T18" fmla="*/ 78 w 160"/>
                <a:gd name="T19" fmla="*/ 40 h 131"/>
                <a:gd name="T20" fmla="*/ 12 w 160"/>
                <a:gd name="T21" fmla="*/ 7 h 131"/>
                <a:gd name="T22" fmla="*/ 12 w 160"/>
                <a:gd name="T23" fmla="*/ 6 h 131"/>
                <a:gd name="T24" fmla="*/ 11 w 160"/>
                <a:gd name="T25" fmla="*/ 7 h 131"/>
                <a:gd name="T26" fmla="*/ 7 w 160"/>
                <a:gd name="T27" fmla="*/ 23 h 131"/>
                <a:gd name="T28" fmla="*/ 19 w 160"/>
                <a:gd name="T29" fmla="*/ 50 h 131"/>
                <a:gd name="T30" fmla="*/ 7 w 160"/>
                <a:gd name="T31" fmla="*/ 46 h 131"/>
                <a:gd name="T32" fmla="*/ 7 w 160"/>
                <a:gd name="T33" fmla="*/ 46 h 131"/>
                <a:gd name="T34" fmla="*/ 6 w 160"/>
                <a:gd name="T35" fmla="*/ 47 h 131"/>
                <a:gd name="T36" fmla="*/ 6 w 160"/>
                <a:gd name="T37" fmla="*/ 47 h 131"/>
                <a:gd name="T38" fmla="*/ 30 w 160"/>
                <a:gd name="T39" fmla="*/ 79 h 131"/>
                <a:gd name="T40" fmla="*/ 19 w 160"/>
                <a:gd name="T41" fmla="*/ 79 h 131"/>
                <a:gd name="T42" fmla="*/ 18 w 160"/>
                <a:gd name="T43" fmla="*/ 79 h 131"/>
                <a:gd name="T44" fmla="*/ 18 w 160"/>
                <a:gd name="T45" fmla="*/ 80 h 131"/>
                <a:gd name="T46" fmla="*/ 47 w 160"/>
                <a:gd name="T47" fmla="*/ 103 h 131"/>
                <a:gd name="T48" fmla="*/ 8 w 160"/>
                <a:gd name="T49" fmla="*/ 115 h 131"/>
                <a:gd name="T50" fmla="*/ 1 w 160"/>
                <a:gd name="T51" fmla="*/ 115 h 131"/>
                <a:gd name="T52" fmla="*/ 0 w 160"/>
                <a:gd name="T53" fmla="*/ 115 h 131"/>
                <a:gd name="T54" fmla="*/ 0 w 160"/>
                <a:gd name="T55" fmla="*/ 116 h 131"/>
                <a:gd name="T56" fmla="*/ 51 w 160"/>
                <a:gd name="T57" fmla="*/ 131 h 131"/>
                <a:gd name="T58" fmla="*/ 144 w 160"/>
                <a:gd name="T59" fmla="*/ 38 h 131"/>
                <a:gd name="T60" fmla="*/ 144 w 160"/>
                <a:gd name="T61" fmla="*/ 34 h 131"/>
                <a:gd name="T62" fmla="*/ 160 w 160"/>
                <a:gd name="T63" fmla="*/ 17 h 131"/>
                <a:gd name="T64" fmla="*/ 160 w 160"/>
                <a:gd name="T65" fmla="*/ 1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0" h="131">
                  <a:moveTo>
                    <a:pt x="160" y="16"/>
                  </a:moveTo>
                  <a:cubicBezTo>
                    <a:pt x="160" y="16"/>
                    <a:pt x="160" y="16"/>
                    <a:pt x="159" y="16"/>
                  </a:cubicBezTo>
                  <a:cubicBezTo>
                    <a:pt x="154" y="18"/>
                    <a:pt x="149" y="19"/>
                    <a:pt x="144" y="20"/>
                  </a:cubicBezTo>
                  <a:cubicBezTo>
                    <a:pt x="150" y="16"/>
                    <a:pt x="154" y="10"/>
                    <a:pt x="156" y="4"/>
                  </a:cubicBezTo>
                  <a:cubicBezTo>
                    <a:pt x="156" y="3"/>
                    <a:pt x="156" y="3"/>
                    <a:pt x="156" y="3"/>
                  </a:cubicBezTo>
                  <a:cubicBezTo>
                    <a:pt x="155" y="3"/>
                    <a:pt x="155" y="3"/>
                    <a:pt x="155" y="3"/>
                  </a:cubicBezTo>
                  <a:cubicBezTo>
                    <a:pt x="149" y="7"/>
                    <a:pt x="142" y="9"/>
                    <a:pt x="135" y="11"/>
                  </a:cubicBezTo>
                  <a:cubicBezTo>
                    <a:pt x="128" y="4"/>
                    <a:pt x="120" y="0"/>
                    <a:pt x="111" y="0"/>
                  </a:cubicBezTo>
                  <a:cubicBezTo>
                    <a:pt x="92" y="0"/>
                    <a:pt x="77" y="15"/>
                    <a:pt x="77" y="34"/>
                  </a:cubicBezTo>
                  <a:cubicBezTo>
                    <a:pt x="77" y="36"/>
                    <a:pt x="77" y="38"/>
                    <a:pt x="78" y="40"/>
                  </a:cubicBezTo>
                  <a:cubicBezTo>
                    <a:pt x="52" y="39"/>
                    <a:pt x="29" y="26"/>
                    <a:pt x="12" y="7"/>
                  </a:cubicBezTo>
                  <a:cubicBezTo>
                    <a:pt x="12" y="6"/>
                    <a:pt x="12" y="6"/>
                    <a:pt x="12" y="6"/>
                  </a:cubicBezTo>
                  <a:cubicBezTo>
                    <a:pt x="11" y="6"/>
                    <a:pt x="11" y="6"/>
                    <a:pt x="11" y="7"/>
                  </a:cubicBezTo>
                  <a:cubicBezTo>
                    <a:pt x="8" y="12"/>
                    <a:pt x="7" y="18"/>
                    <a:pt x="7" y="23"/>
                  </a:cubicBezTo>
                  <a:cubicBezTo>
                    <a:pt x="7" y="34"/>
                    <a:pt x="11" y="43"/>
                    <a:pt x="19" y="50"/>
                  </a:cubicBezTo>
                  <a:cubicBezTo>
                    <a:pt x="15" y="49"/>
                    <a:pt x="11" y="48"/>
                    <a:pt x="7" y="46"/>
                  </a:cubicBezTo>
                  <a:cubicBezTo>
                    <a:pt x="7" y="46"/>
                    <a:pt x="7" y="46"/>
                    <a:pt x="7" y="46"/>
                  </a:cubicBezTo>
                  <a:cubicBezTo>
                    <a:pt x="6" y="46"/>
                    <a:pt x="6" y="46"/>
                    <a:pt x="6" y="47"/>
                  </a:cubicBezTo>
                  <a:cubicBezTo>
                    <a:pt x="6" y="47"/>
                    <a:pt x="6" y="47"/>
                    <a:pt x="6" y="47"/>
                  </a:cubicBezTo>
                  <a:cubicBezTo>
                    <a:pt x="6" y="62"/>
                    <a:pt x="16" y="75"/>
                    <a:pt x="30" y="79"/>
                  </a:cubicBezTo>
                  <a:cubicBezTo>
                    <a:pt x="26" y="79"/>
                    <a:pt x="22" y="79"/>
                    <a:pt x="19" y="79"/>
                  </a:cubicBezTo>
                  <a:cubicBezTo>
                    <a:pt x="18" y="79"/>
                    <a:pt x="18" y="79"/>
                    <a:pt x="18" y="79"/>
                  </a:cubicBezTo>
                  <a:cubicBezTo>
                    <a:pt x="18" y="79"/>
                    <a:pt x="18" y="79"/>
                    <a:pt x="18" y="80"/>
                  </a:cubicBezTo>
                  <a:cubicBezTo>
                    <a:pt x="22" y="93"/>
                    <a:pt x="33" y="102"/>
                    <a:pt x="47" y="103"/>
                  </a:cubicBezTo>
                  <a:cubicBezTo>
                    <a:pt x="36" y="111"/>
                    <a:pt x="22" y="115"/>
                    <a:pt x="8" y="115"/>
                  </a:cubicBezTo>
                  <a:cubicBezTo>
                    <a:pt x="6" y="115"/>
                    <a:pt x="3" y="115"/>
                    <a:pt x="1" y="115"/>
                  </a:cubicBezTo>
                  <a:cubicBezTo>
                    <a:pt x="0" y="115"/>
                    <a:pt x="0" y="115"/>
                    <a:pt x="0" y="115"/>
                  </a:cubicBezTo>
                  <a:cubicBezTo>
                    <a:pt x="0" y="116"/>
                    <a:pt x="0" y="116"/>
                    <a:pt x="0" y="116"/>
                  </a:cubicBezTo>
                  <a:cubicBezTo>
                    <a:pt x="15" y="126"/>
                    <a:pt x="33" y="131"/>
                    <a:pt x="51" y="131"/>
                  </a:cubicBezTo>
                  <a:cubicBezTo>
                    <a:pt x="109" y="131"/>
                    <a:pt x="144" y="83"/>
                    <a:pt x="144" y="38"/>
                  </a:cubicBezTo>
                  <a:cubicBezTo>
                    <a:pt x="144" y="36"/>
                    <a:pt x="144" y="35"/>
                    <a:pt x="144" y="34"/>
                  </a:cubicBezTo>
                  <a:cubicBezTo>
                    <a:pt x="150" y="29"/>
                    <a:pt x="156" y="23"/>
                    <a:pt x="160" y="17"/>
                  </a:cubicBezTo>
                  <a:cubicBezTo>
                    <a:pt x="160" y="17"/>
                    <a:pt x="160" y="16"/>
                    <a:pt x="160" y="16"/>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sp>
          <p:nvSpPr>
            <p:cNvPr id="38" name="Freeform 21"/>
            <p:cNvSpPr>
              <a:spLocks/>
            </p:cNvSpPr>
            <p:nvPr/>
          </p:nvSpPr>
          <p:spPr bwMode="auto">
            <a:xfrm>
              <a:off x="5235659" y="5934143"/>
              <a:ext cx="207145" cy="261714"/>
            </a:xfrm>
            <a:custGeom>
              <a:avLst/>
              <a:gdLst>
                <a:gd name="T0" fmla="*/ 129 w 323"/>
                <a:gd name="T1" fmla="*/ 272 h 408"/>
                <a:gd name="T2" fmla="*/ 68 w 323"/>
                <a:gd name="T3" fmla="*/ 408 h 408"/>
                <a:gd name="T4" fmla="*/ 98 w 323"/>
                <a:gd name="T5" fmla="*/ 196 h 408"/>
                <a:gd name="T6" fmla="*/ 149 w 323"/>
                <a:gd name="T7" fmla="*/ 99 h 408"/>
                <a:gd name="T8" fmla="*/ 172 w 323"/>
                <a:gd name="T9" fmla="*/ 257 h 408"/>
                <a:gd name="T10" fmla="*/ 234 w 323"/>
                <a:gd name="T11" fmla="*/ 73 h 408"/>
                <a:gd name="T12" fmla="*/ 47 w 323"/>
                <a:gd name="T13" fmla="*/ 173 h 408"/>
                <a:gd name="T14" fmla="*/ 57 w 323"/>
                <a:gd name="T15" fmla="*/ 239 h 408"/>
                <a:gd name="T16" fmla="*/ 1 w 323"/>
                <a:gd name="T17" fmla="*/ 147 h 408"/>
                <a:gd name="T18" fmla="*/ 137 w 323"/>
                <a:gd name="T19" fmla="*/ 9 h 408"/>
                <a:gd name="T20" fmla="*/ 310 w 323"/>
                <a:gd name="T21" fmla="*/ 119 h 408"/>
                <a:gd name="T22" fmla="*/ 183 w 323"/>
                <a:gd name="T23" fmla="*/ 298 h 408"/>
                <a:gd name="T24" fmla="*/ 129 w 323"/>
                <a:gd name="T25" fmla="*/ 272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3" h="408">
                  <a:moveTo>
                    <a:pt x="129" y="272"/>
                  </a:moveTo>
                  <a:cubicBezTo>
                    <a:pt x="118" y="328"/>
                    <a:pt x="106" y="380"/>
                    <a:pt x="68" y="408"/>
                  </a:cubicBezTo>
                  <a:cubicBezTo>
                    <a:pt x="56" y="325"/>
                    <a:pt x="85" y="262"/>
                    <a:pt x="98" y="196"/>
                  </a:cubicBezTo>
                  <a:cubicBezTo>
                    <a:pt x="75" y="157"/>
                    <a:pt x="101" y="80"/>
                    <a:pt x="149" y="99"/>
                  </a:cubicBezTo>
                  <a:cubicBezTo>
                    <a:pt x="209" y="122"/>
                    <a:pt x="98" y="242"/>
                    <a:pt x="172" y="257"/>
                  </a:cubicBezTo>
                  <a:cubicBezTo>
                    <a:pt x="250" y="273"/>
                    <a:pt x="282" y="122"/>
                    <a:pt x="234" y="73"/>
                  </a:cubicBezTo>
                  <a:cubicBezTo>
                    <a:pt x="164" y="2"/>
                    <a:pt x="31" y="72"/>
                    <a:pt x="47" y="173"/>
                  </a:cubicBezTo>
                  <a:cubicBezTo>
                    <a:pt x="51" y="198"/>
                    <a:pt x="77" y="205"/>
                    <a:pt x="57" y="239"/>
                  </a:cubicBezTo>
                  <a:cubicBezTo>
                    <a:pt x="13" y="229"/>
                    <a:pt x="0" y="194"/>
                    <a:pt x="1" y="147"/>
                  </a:cubicBezTo>
                  <a:cubicBezTo>
                    <a:pt x="4" y="70"/>
                    <a:pt x="70" y="17"/>
                    <a:pt x="137" y="9"/>
                  </a:cubicBezTo>
                  <a:cubicBezTo>
                    <a:pt x="221" y="0"/>
                    <a:pt x="300" y="40"/>
                    <a:pt x="310" y="119"/>
                  </a:cubicBezTo>
                  <a:cubicBezTo>
                    <a:pt x="323" y="208"/>
                    <a:pt x="273" y="305"/>
                    <a:pt x="183" y="298"/>
                  </a:cubicBezTo>
                  <a:cubicBezTo>
                    <a:pt x="158" y="296"/>
                    <a:pt x="148" y="284"/>
                    <a:pt x="129" y="272"/>
                  </a:cubicBezTo>
                  <a:close/>
                </a:path>
              </a:pathLst>
            </a:custGeom>
            <a:solidFill>
              <a:schemeClr val="bg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mn-cs"/>
              </a:endParaRPr>
            </a:p>
          </p:txBody>
        </p:sp>
        <p:sp>
          <p:nvSpPr>
            <p:cNvPr id="39" name="Freeform 62"/>
            <p:cNvSpPr>
              <a:spLocks/>
            </p:cNvSpPr>
            <p:nvPr/>
          </p:nvSpPr>
          <p:spPr bwMode="auto">
            <a:xfrm>
              <a:off x="4063583" y="5934143"/>
              <a:ext cx="134925" cy="261714"/>
            </a:xfrm>
            <a:custGeom>
              <a:avLst/>
              <a:gdLst>
                <a:gd name="T0" fmla="*/ 84 w 84"/>
                <a:gd name="T1" fmla="*/ 27 h 163"/>
                <a:gd name="T2" fmla="*/ 69 w 84"/>
                <a:gd name="T3" fmla="*/ 27 h 163"/>
                <a:gd name="T4" fmla="*/ 54 w 84"/>
                <a:gd name="T5" fmla="*/ 41 h 163"/>
                <a:gd name="T6" fmla="*/ 54 w 84"/>
                <a:gd name="T7" fmla="*/ 60 h 163"/>
                <a:gd name="T8" fmla="*/ 83 w 84"/>
                <a:gd name="T9" fmla="*/ 60 h 163"/>
                <a:gd name="T10" fmla="*/ 83 w 84"/>
                <a:gd name="T11" fmla="*/ 88 h 163"/>
                <a:gd name="T12" fmla="*/ 54 w 84"/>
                <a:gd name="T13" fmla="*/ 88 h 163"/>
                <a:gd name="T14" fmla="*/ 54 w 84"/>
                <a:gd name="T15" fmla="*/ 163 h 163"/>
                <a:gd name="T16" fmla="*/ 25 w 84"/>
                <a:gd name="T17" fmla="*/ 163 h 163"/>
                <a:gd name="T18" fmla="*/ 25 w 84"/>
                <a:gd name="T19" fmla="*/ 88 h 163"/>
                <a:gd name="T20" fmla="*/ 0 w 84"/>
                <a:gd name="T21" fmla="*/ 88 h 163"/>
                <a:gd name="T22" fmla="*/ 0 w 84"/>
                <a:gd name="T23" fmla="*/ 60 h 163"/>
                <a:gd name="T24" fmla="*/ 25 w 84"/>
                <a:gd name="T25" fmla="*/ 60 h 163"/>
                <a:gd name="T26" fmla="*/ 25 w 84"/>
                <a:gd name="T27" fmla="*/ 38 h 163"/>
                <a:gd name="T28" fmla="*/ 62 w 84"/>
                <a:gd name="T29" fmla="*/ 0 h 163"/>
                <a:gd name="T30" fmla="*/ 84 w 84"/>
                <a:gd name="T31" fmla="*/ 0 h 163"/>
                <a:gd name="T32" fmla="*/ 84 w 84"/>
                <a:gd name="T33" fmla="*/ 27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63">
                  <a:moveTo>
                    <a:pt x="84" y="27"/>
                  </a:moveTo>
                  <a:cubicBezTo>
                    <a:pt x="69" y="27"/>
                    <a:pt x="69" y="27"/>
                    <a:pt x="69" y="27"/>
                  </a:cubicBezTo>
                  <a:cubicBezTo>
                    <a:pt x="57" y="27"/>
                    <a:pt x="54" y="33"/>
                    <a:pt x="54" y="41"/>
                  </a:cubicBezTo>
                  <a:cubicBezTo>
                    <a:pt x="54" y="60"/>
                    <a:pt x="54" y="60"/>
                    <a:pt x="54" y="60"/>
                  </a:cubicBezTo>
                  <a:cubicBezTo>
                    <a:pt x="83" y="60"/>
                    <a:pt x="83" y="60"/>
                    <a:pt x="83" y="60"/>
                  </a:cubicBezTo>
                  <a:cubicBezTo>
                    <a:pt x="83" y="88"/>
                    <a:pt x="83" y="88"/>
                    <a:pt x="83" y="88"/>
                  </a:cubicBezTo>
                  <a:cubicBezTo>
                    <a:pt x="54" y="88"/>
                    <a:pt x="54" y="88"/>
                    <a:pt x="54" y="88"/>
                  </a:cubicBezTo>
                  <a:cubicBezTo>
                    <a:pt x="54" y="163"/>
                    <a:pt x="54" y="163"/>
                    <a:pt x="54" y="163"/>
                  </a:cubicBezTo>
                  <a:cubicBezTo>
                    <a:pt x="25" y="163"/>
                    <a:pt x="25" y="163"/>
                    <a:pt x="25" y="163"/>
                  </a:cubicBezTo>
                  <a:cubicBezTo>
                    <a:pt x="25" y="88"/>
                    <a:pt x="25" y="88"/>
                    <a:pt x="25" y="88"/>
                  </a:cubicBezTo>
                  <a:cubicBezTo>
                    <a:pt x="0" y="88"/>
                    <a:pt x="0" y="88"/>
                    <a:pt x="0" y="88"/>
                  </a:cubicBezTo>
                  <a:cubicBezTo>
                    <a:pt x="0" y="60"/>
                    <a:pt x="0" y="60"/>
                    <a:pt x="0" y="60"/>
                  </a:cubicBezTo>
                  <a:cubicBezTo>
                    <a:pt x="25" y="60"/>
                    <a:pt x="25" y="60"/>
                    <a:pt x="25" y="60"/>
                  </a:cubicBezTo>
                  <a:cubicBezTo>
                    <a:pt x="25" y="38"/>
                    <a:pt x="25" y="38"/>
                    <a:pt x="25" y="38"/>
                  </a:cubicBezTo>
                  <a:cubicBezTo>
                    <a:pt x="25" y="13"/>
                    <a:pt x="40" y="0"/>
                    <a:pt x="62" y="0"/>
                  </a:cubicBezTo>
                  <a:cubicBezTo>
                    <a:pt x="84" y="0"/>
                    <a:pt x="84" y="0"/>
                    <a:pt x="84" y="0"/>
                  </a:cubicBezTo>
                  <a:lnTo>
                    <a:pt x="84" y="27"/>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grpSp>
      <p:grpSp>
        <p:nvGrpSpPr>
          <p:cNvPr id="40" name="Group 39"/>
          <p:cNvGrpSpPr/>
          <p:nvPr userDrawn="1"/>
        </p:nvGrpSpPr>
        <p:grpSpPr>
          <a:xfrm>
            <a:off x="3793172" y="5361672"/>
            <a:ext cx="1724341" cy="516155"/>
            <a:chOff x="3872969" y="5806923"/>
            <a:chExt cx="1724341" cy="516155"/>
          </a:xfrm>
        </p:grpSpPr>
        <p:sp>
          <p:nvSpPr>
            <p:cNvPr id="41" name="Oval 40"/>
            <p:cNvSpPr/>
            <p:nvPr/>
          </p:nvSpPr>
          <p:spPr>
            <a:xfrm>
              <a:off x="3872969"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2" name="Oval 41"/>
            <p:cNvSpPr/>
            <p:nvPr/>
          </p:nvSpPr>
          <p:spPr>
            <a:xfrm>
              <a:off x="4477062"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3" name="Oval 42"/>
            <p:cNvSpPr/>
            <p:nvPr/>
          </p:nvSpPr>
          <p:spPr>
            <a:xfrm>
              <a:off x="5081155"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4" name="Freeform 63"/>
            <p:cNvSpPr>
              <a:spLocks/>
            </p:cNvSpPr>
            <p:nvPr/>
          </p:nvSpPr>
          <p:spPr bwMode="auto">
            <a:xfrm>
              <a:off x="4576091" y="5937921"/>
              <a:ext cx="318095" cy="261714"/>
            </a:xfrm>
            <a:custGeom>
              <a:avLst/>
              <a:gdLst>
                <a:gd name="T0" fmla="*/ 160 w 160"/>
                <a:gd name="T1" fmla="*/ 16 h 131"/>
                <a:gd name="T2" fmla="*/ 159 w 160"/>
                <a:gd name="T3" fmla="*/ 16 h 131"/>
                <a:gd name="T4" fmla="*/ 144 w 160"/>
                <a:gd name="T5" fmla="*/ 20 h 131"/>
                <a:gd name="T6" fmla="*/ 156 w 160"/>
                <a:gd name="T7" fmla="*/ 4 h 131"/>
                <a:gd name="T8" fmla="*/ 156 w 160"/>
                <a:gd name="T9" fmla="*/ 3 h 131"/>
                <a:gd name="T10" fmla="*/ 155 w 160"/>
                <a:gd name="T11" fmla="*/ 3 h 131"/>
                <a:gd name="T12" fmla="*/ 135 w 160"/>
                <a:gd name="T13" fmla="*/ 11 h 131"/>
                <a:gd name="T14" fmla="*/ 111 w 160"/>
                <a:gd name="T15" fmla="*/ 0 h 131"/>
                <a:gd name="T16" fmla="*/ 77 w 160"/>
                <a:gd name="T17" fmla="*/ 34 h 131"/>
                <a:gd name="T18" fmla="*/ 78 w 160"/>
                <a:gd name="T19" fmla="*/ 40 h 131"/>
                <a:gd name="T20" fmla="*/ 12 w 160"/>
                <a:gd name="T21" fmla="*/ 7 h 131"/>
                <a:gd name="T22" fmla="*/ 12 w 160"/>
                <a:gd name="T23" fmla="*/ 6 h 131"/>
                <a:gd name="T24" fmla="*/ 11 w 160"/>
                <a:gd name="T25" fmla="*/ 7 h 131"/>
                <a:gd name="T26" fmla="*/ 7 w 160"/>
                <a:gd name="T27" fmla="*/ 23 h 131"/>
                <a:gd name="T28" fmla="*/ 19 w 160"/>
                <a:gd name="T29" fmla="*/ 50 h 131"/>
                <a:gd name="T30" fmla="*/ 7 w 160"/>
                <a:gd name="T31" fmla="*/ 46 h 131"/>
                <a:gd name="T32" fmla="*/ 7 w 160"/>
                <a:gd name="T33" fmla="*/ 46 h 131"/>
                <a:gd name="T34" fmla="*/ 6 w 160"/>
                <a:gd name="T35" fmla="*/ 47 h 131"/>
                <a:gd name="T36" fmla="*/ 6 w 160"/>
                <a:gd name="T37" fmla="*/ 47 h 131"/>
                <a:gd name="T38" fmla="*/ 30 w 160"/>
                <a:gd name="T39" fmla="*/ 79 h 131"/>
                <a:gd name="T40" fmla="*/ 19 w 160"/>
                <a:gd name="T41" fmla="*/ 79 h 131"/>
                <a:gd name="T42" fmla="*/ 18 w 160"/>
                <a:gd name="T43" fmla="*/ 79 h 131"/>
                <a:gd name="T44" fmla="*/ 18 w 160"/>
                <a:gd name="T45" fmla="*/ 80 h 131"/>
                <a:gd name="T46" fmla="*/ 47 w 160"/>
                <a:gd name="T47" fmla="*/ 103 h 131"/>
                <a:gd name="T48" fmla="*/ 8 w 160"/>
                <a:gd name="T49" fmla="*/ 115 h 131"/>
                <a:gd name="T50" fmla="*/ 1 w 160"/>
                <a:gd name="T51" fmla="*/ 115 h 131"/>
                <a:gd name="T52" fmla="*/ 0 w 160"/>
                <a:gd name="T53" fmla="*/ 115 h 131"/>
                <a:gd name="T54" fmla="*/ 0 w 160"/>
                <a:gd name="T55" fmla="*/ 116 h 131"/>
                <a:gd name="T56" fmla="*/ 51 w 160"/>
                <a:gd name="T57" fmla="*/ 131 h 131"/>
                <a:gd name="T58" fmla="*/ 144 w 160"/>
                <a:gd name="T59" fmla="*/ 38 h 131"/>
                <a:gd name="T60" fmla="*/ 144 w 160"/>
                <a:gd name="T61" fmla="*/ 34 h 131"/>
                <a:gd name="T62" fmla="*/ 160 w 160"/>
                <a:gd name="T63" fmla="*/ 17 h 131"/>
                <a:gd name="T64" fmla="*/ 160 w 160"/>
                <a:gd name="T65" fmla="*/ 1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0" h="131">
                  <a:moveTo>
                    <a:pt x="160" y="16"/>
                  </a:moveTo>
                  <a:cubicBezTo>
                    <a:pt x="160" y="16"/>
                    <a:pt x="160" y="16"/>
                    <a:pt x="159" y="16"/>
                  </a:cubicBezTo>
                  <a:cubicBezTo>
                    <a:pt x="154" y="18"/>
                    <a:pt x="149" y="19"/>
                    <a:pt x="144" y="20"/>
                  </a:cubicBezTo>
                  <a:cubicBezTo>
                    <a:pt x="150" y="16"/>
                    <a:pt x="154" y="10"/>
                    <a:pt x="156" y="4"/>
                  </a:cubicBezTo>
                  <a:cubicBezTo>
                    <a:pt x="156" y="3"/>
                    <a:pt x="156" y="3"/>
                    <a:pt x="156" y="3"/>
                  </a:cubicBezTo>
                  <a:cubicBezTo>
                    <a:pt x="155" y="3"/>
                    <a:pt x="155" y="3"/>
                    <a:pt x="155" y="3"/>
                  </a:cubicBezTo>
                  <a:cubicBezTo>
                    <a:pt x="149" y="7"/>
                    <a:pt x="142" y="9"/>
                    <a:pt x="135" y="11"/>
                  </a:cubicBezTo>
                  <a:cubicBezTo>
                    <a:pt x="128" y="4"/>
                    <a:pt x="120" y="0"/>
                    <a:pt x="111" y="0"/>
                  </a:cubicBezTo>
                  <a:cubicBezTo>
                    <a:pt x="92" y="0"/>
                    <a:pt x="77" y="15"/>
                    <a:pt x="77" y="34"/>
                  </a:cubicBezTo>
                  <a:cubicBezTo>
                    <a:pt x="77" y="36"/>
                    <a:pt x="77" y="38"/>
                    <a:pt x="78" y="40"/>
                  </a:cubicBezTo>
                  <a:cubicBezTo>
                    <a:pt x="52" y="39"/>
                    <a:pt x="29" y="26"/>
                    <a:pt x="12" y="7"/>
                  </a:cubicBezTo>
                  <a:cubicBezTo>
                    <a:pt x="12" y="6"/>
                    <a:pt x="12" y="6"/>
                    <a:pt x="12" y="6"/>
                  </a:cubicBezTo>
                  <a:cubicBezTo>
                    <a:pt x="11" y="6"/>
                    <a:pt x="11" y="6"/>
                    <a:pt x="11" y="7"/>
                  </a:cubicBezTo>
                  <a:cubicBezTo>
                    <a:pt x="8" y="12"/>
                    <a:pt x="7" y="18"/>
                    <a:pt x="7" y="23"/>
                  </a:cubicBezTo>
                  <a:cubicBezTo>
                    <a:pt x="7" y="34"/>
                    <a:pt x="11" y="43"/>
                    <a:pt x="19" y="50"/>
                  </a:cubicBezTo>
                  <a:cubicBezTo>
                    <a:pt x="15" y="49"/>
                    <a:pt x="11" y="48"/>
                    <a:pt x="7" y="46"/>
                  </a:cubicBezTo>
                  <a:cubicBezTo>
                    <a:pt x="7" y="46"/>
                    <a:pt x="7" y="46"/>
                    <a:pt x="7" y="46"/>
                  </a:cubicBezTo>
                  <a:cubicBezTo>
                    <a:pt x="6" y="46"/>
                    <a:pt x="6" y="46"/>
                    <a:pt x="6" y="47"/>
                  </a:cubicBezTo>
                  <a:cubicBezTo>
                    <a:pt x="6" y="47"/>
                    <a:pt x="6" y="47"/>
                    <a:pt x="6" y="47"/>
                  </a:cubicBezTo>
                  <a:cubicBezTo>
                    <a:pt x="6" y="62"/>
                    <a:pt x="16" y="75"/>
                    <a:pt x="30" y="79"/>
                  </a:cubicBezTo>
                  <a:cubicBezTo>
                    <a:pt x="26" y="79"/>
                    <a:pt x="22" y="79"/>
                    <a:pt x="19" y="79"/>
                  </a:cubicBezTo>
                  <a:cubicBezTo>
                    <a:pt x="18" y="79"/>
                    <a:pt x="18" y="79"/>
                    <a:pt x="18" y="79"/>
                  </a:cubicBezTo>
                  <a:cubicBezTo>
                    <a:pt x="18" y="79"/>
                    <a:pt x="18" y="79"/>
                    <a:pt x="18" y="80"/>
                  </a:cubicBezTo>
                  <a:cubicBezTo>
                    <a:pt x="22" y="93"/>
                    <a:pt x="33" y="102"/>
                    <a:pt x="47" y="103"/>
                  </a:cubicBezTo>
                  <a:cubicBezTo>
                    <a:pt x="36" y="111"/>
                    <a:pt x="22" y="115"/>
                    <a:pt x="8" y="115"/>
                  </a:cubicBezTo>
                  <a:cubicBezTo>
                    <a:pt x="6" y="115"/>
                    <a:pt x="3" y="115"/>
                    <a:pt x="1" y="115"/>
                  </a:cubicBezTo>
                  <a:cubicBezTo>
                    <a:pt x="0" y="115"/>
                    <a:pt x="0" y="115"/>
                    <a:pt x="0" y="115"/>
                  </a:cubicBezTo>
                  <a:cubicBezTo>
                    <a:pt x="0" y="116"/>
                    <a:pt x="0" y="116"/>
                    <a:pt x="0" y="116"/>
                  </a:cubicBezTo>
                  <a:cubicBezTo>
                    <a:pt x="15" y="126"/>
                    <a:pt x="33" y="131"/>
                    <a:pt x="51" y="131"/>
                  </a:cubicBezTo>
                  <a:cubicBezTo>
                    <a:pt x="109" y="131"/>
                    <a:pt x="144" y="83"/>
                    <a:pt x="144" y="38"/>
                  </a:cubicBezTo>
                  <a:cubicBezTo>
                    <a:pt x="144" y="36"/>
                    <a:pt x="144" y="35"/>
                    <a:pt x="144" y="34"/>
                  </a:cubicBezTo>
                  <a:cubicBezTo>
                    <a:pt x="150" y="29"/>
                    <a:pt x="156" y="23"/>
                    <a:pt x="160" y="17"/>
                  </a:cubicBezTo>
                  <a:cubicBezTo>
                    <a:pt x="160" y="17"/>
                    <a:pt x="160" y="16"/>
                    <a:pt x="160" y="16"/>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sp>
          <p:nvSpPr>
            <p:cNvPr id="45" name="Freeform 21"/>
            <p:cNvSpPr>
              <a:spLocks/>
            </p:cNvSpPr>
            <p:nvPr/>
          </p:nvSpPr>
          <p:spPr bwMode="auto">
            <a:xfrm>
              <a:off x="5235659" y="5934143"/>
              <a:ext cx="207145" cy="261714"/>
            </a:xfrm>
            <a:custGeom>
              <a:avLst/>
              <a:gdLst>
                <a:gd name="T0" fmla="*/ 129 w 323"/>
                <a:gd name="T1" fmla="*/ 272 h 408"/>
                <a:gd name="T2" fmla="*/ 68 w 323"/>
                <a:gd name="T3" fmla="*/ 408 h 408"/>
                <a:gd name="T4" fmla="*/ 98 w 323"/>
                <a:gd name="T5" fmla="*/ 196 h 408"/>
                <a:gd name="T6" fmla="*/ 149 w 323"/>
                <a:gd name="T7" fmla="*/ 99 h 408"/>
                <a:gd name="T8" fmla="*/ 172 w 323"/>
                <a:gd name="T9" fmla="*/ 257 h 408"/>
                <a:gd name="T10" fmla="*/ 234 w 323"/>
                <a:gd name="T11" fmla="*/ 73 h 408"/>
                <a:gd name="T12" fmla="*/ 47 w 323"/>
                <a:gd name="T13" fmla="*/ 173 h 408"/>
                <a:gd name="T14" fmla="*/ 57 w 323"/>
                <a:gd name="T15" fmla="*/ 239 h 408"/>
                <a:gd name="T16" fmla="*/ 1 w 323"/>
                <a:gd name="T17" fmla="*/ 147 h 408"/>
                <a:gd name="T18" fmla="*/ 137 w 323"/>
                <a:gd name="T19" fmla="*/ 9 h 408"/>
                <a:gd name="T20" fmla="*/ 310 w 323"/>
                <a:gd name="T21" fmla="*/ 119 h 408"/>
                <a:gd name="T22" fmla="*/ 183 w 323"/>
                <a:gd name="T23" fmla="*/ 298 h 408"/>
                <a:gd name="T24" fmla="*/ 129 w 323"/>
                <a:gd name="T25" fmla="*/ 272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3" h="408">
                  <a:moveTo>
                    <a:pt x="129" y="272"/>
                  </a:moveTo>
                  <a:cubicBezTo>
                    <a:pt x="118" y="328"/>
                    <a:pt x="106" y="380"/>
                    <a:pt x="68" y="408"/>
                  </a:cubicBezTo>
                  <a:cubicBezTo>
                    <a:pt x="56" y="325"/>
                    <a:pt x="85" y="262"/>
                    <a:pt x="98" y="196"/>
                  </a:cubicBezTo>
                  <a:cubicBezTo>
                    <a:pt x="75" y="157"/>
                    <a:pt x="101" y="80"/>
                    <a:pt x="149" y="99"/>
                  </a:cubicBezTo>
                  <a:cubicBezTo>
                    <a:pt x="209" y="122"/>
                    <a:pt x="98" y="242"/>
                    <a:pt x="172" y="257"/>
                  </a:cubicBezTo>
                  <a:cubicBezTo>
                    <a:pt x="250" y="273"/>
                    <a:pt x="282" y="122"/>
                    <a:pt x="234" y="73"/>
                  </a:cubicBezTo>
                  <a:cubicBezTo>
                    <a:pt x="164" y="2"/>
                    <a:pt x="31" y="72"/>
                    <a:pt x="47" y="173"/>
                  </a:cubicBezTo>
                  <a:cubicBezTo>
                    <a:pt x="51" y="198"/>
                    <a:pt x="77" y="205"/>
                    <a:pt x="57" y="239"/>
                  </a:cubicBezTo>
                  <a:cubicBezTo>
                    <a:pt x="13" y="229"/>
                    <a:pt x="0" y="194"/>
                    <a:pt x="1" y="147"/>
                  </a:cubicBezTo>
                  <a:cubicBezTo>
                    <a:pt x="4" y="70"/>
                    <a:pt x="70" y="17"/>
                    <a:pt x="137" y="9"/>
                  </a:cubicBezTo>
                  <a:cubicBezTo>
                    <a:pt x="221" y="0"/>
                    <a:pt x="300" y="40"/>
                    <a:pt x="310" y="119"/>
                  </a:cubicBezTo>
                  <a:cubicBezTo>
                    <a:pt x="323" y="208"/>
                    <a:pt x="273" y="305"/>
                    <a:pt x="183" y="298"/>
                  </a:cubicBezTo>
                  <a:cubicBezTo>
                    <a:pt x="158" y="296"/>
                    <a:pt x="148" y="284"/>
                    <a:pt x="129" y="272"/>
                  </a:cubicBezTo>
                  <a:close/>
                </a:path>
              </a:pathLst>
            </a:custGeom>
            <a:solidFill>
              <a:schemeClr val="bg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mn-cs"/>
              </a:endParaRPr>
            </a:p>
          </p:txBody>
        </p:sp>
        <p:sp>
          <p:nvSpPr>
            <p:cNvPr id="46" name="Freeform 62"/>
            <p:cNvSpPr>
              <a:spLocks/>
            </p:cNvSpPr>
            <p:nvPr/>
          </p:nvSpPr>
          <p:spPr bwMode="auto">
            <a:xfrm>
              <a:off x="4063583" y="5934143"/>
              <a:ext cx="134925" cy="261714"/>
            </a:xfrm>
            <a:custGeom>
              <a:avLst/>
              <a:gdLst>
                <a:gd name="T0" fmla="*/ 84 w 84"/>
                <a:gd name="T1" fmla="*/ 27 h 163"/>
                <a:gd name="T2" fmla="*/ 69 w 84"/>
                <a:gd name="T3" fmla="*/ 27 h 163"/>
                <a:gd name="T4" fmla="*/ 54 w 84"/>
                <a:gd name="T5" fmla="*/ 41 h 163"/>
                <a:gd name="T6" fmla="*/ 54 w 84"/>
                <a:gd name="T7" fmla="*/ 60 h 163"/>
                <a:gd name="T8" fmla="*/ 83 w 84"/>
                <a:gd name="T9" fmla="*/ 60 h 163"/>
                <a:gd name="T10" fmla="*/ 83 w 84"/>
                <a:gd name="T11" fmla="*/ 88 h 163"/>
                <a:gd name="T12" fmla="*/ 54 w 84"/>
                <a:gd name="T13" fmla="*/ 88 h 163"/>
                <a:gd name="T14" fmla="*/ 54 w 84"/>
                <a:gd name="T15" fmla="*/ 163 h 163"/>
                <a:gd name="T16" fmla="*/ 25 w 84"/>
                <a:gd name="T17" fmla="*/ 163 h 163"/>
                <a:gd name="T18" fmla="*/ 25 w 84"/>
                <a:gd name="T19" fmla="*/ 88 h 163"/>
                <a:gd name="T20" fmla="*/ 0 w 84"/>
                <a:gd name="T21" fmla="*/ 88 h 163"/>
                <a:gd name="T22" fmla="*/ 0 w 84"/>
                <a:gd name="T23" fmla="*/ 60 h 163"/>
                <a:gd name="T24" fmla="*/ 25 w 84"/>
                <a:gd name="T25" fmla="*/ 60 h 163"/>
                <a:gd name="T26" fmla="*/ 25 w 84"/>
                <a:gd name="T27" fmla="*/ 38 h 163"/>
                <a:gd name="T28" fmla="*/ 62 w 84"/>
                <a:gd name="T29" fmla="*/ 0 h 163"/>
                <a:gd name="T30" fmla="*/ 84 w 84"/>
                <a:gd name="T31" fmla="*/ 0 h 163"/>
                <a:gd name="T32" fmla="*/ 84 w 84"/>
                <a:gd name="T33" fmla="*/ 27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63">
                  <a:moveTo>
                    <a:pt x="84" y="27"/>
                  </a:moveTo>
                  <a:cubicBezTo>
                    <a:pt x="69" y="27"/>
                    <a:pt x="69" y="27"/>
                    <a:pt x="69" y="27"/>
                  </a:cubicBezTo>
                  <a:cubicBezTo>
                    <a:pt x="57" y="27"/>
                    <a:pt x="54" y="33"/>
                    <a:pt x="54" y="41"/>
                  </a:cubicBezTo>
                  <a:cubicBezTo>
                    <a:pt x="54" y="60"/>
                    <a:pt x="54" y="60"/>
                    <a:pt x="54" y="60"/>
                  </a:cubicBezTo>
                  <a:cubicBezTo>
                    <a:pt x="83" y="60"/>
                    <a:pt x="83" y="60"/>
                    <a:pt x="83" y="60"/>
                  </a:cubicBezTo>
                  <a:cubicBezTo>
                    <a:pt x="83" y="88"/>
                    <a:pt x="83" y="88"/>
                    <a:pt x="83" y="88"/>
                  </a:cubicBezTo>
                  <a:cubicBezTo>
                    <a:pt x="54" y="88"/>
                    <a:pt x="54" y="88"/>
                    <a:pt x="54" y="88"/>
                  </a:cubicBezTo>
                  <a:cubicBezTo>
                    <a:pt x="54" y="163"/>
                    <a:pt x="54" y="163"/>
                    <a:pt x="54" y="163"/>
                  </a:cubicBezTo>
                  <a:cubicBezTo>
                    <a:pt x="25" y="163"/>
                    <a:pt x="25" y="163"/>
                    <a:pt x="25" y="163"/>
                  </a:cubicBezTo>
                  <a:cubicBezTo>
                    <a:pt x="25" y="88"/>
                    <a:pt x="25" y="88"/>
                    <a:pt x="25" y="88"/>
                  </a:cubicBezTo>
                  <a:cubicBezTo>
                    <a:pt x="0" y="88"/>
                    <a:pt x="0" y="88"/>
                    <a:pt x="0" y="88"/>
                  </a:cubicBezTo>
                  <a:cubicBezTo>
                    <a:pt x="0" y="60"/>
                    <a:pt x="0" y="60"/>
                    <a:pt x="0" y="60"/>
                  </a:cubicBezTo>
                  <a:cubicBezTo>
                    <a:pt x="25" y="60"/>
                    <a:pt x="25" y="60"/>
                    <a:pt x="25" y="60"/>
                  </a:cubicBezTo>
                  <a:cubicBezTo>
                    <a:pt x="25" y="38"/>
                    <a:pt x="25" y="38"/>
                    <a:pt x="25" y="38"/>
                  </a:cubicBezTo>
                  <a:cubicBezTo>
                    <a:pt x="25" y="13"/>
                    <a:pt x="40" y="0"/>
                    <a:pt x="62" y="0"/>
                  </a:cubicBezTo>
                  <a:cubicBezTo>
                    <a:pt x="84" y="0"/>
                    <a:pt x="84" y="0"/>
                    <a:pt x="84" y="0"/>
                  </a:cubicBezTo>
                  <a:lnTo>
                    <a:pt x="84" y="27"/>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grpSp>
      <p:grpSp>
        <p:nvGrpSpPr>
          <p:cNvPr id="47" name="Group 46"/>
          <p:cNvGrpSpPr/>
          <p:nvPr userDrawn="1"/>
        </p:nvGrpSpPr>
        <p:grpSpPr>
          <a:xfrm>
            <a:off x="6654134" y="5352141"/>
            <a:ext cx="1724341" cy="516155"/>
            <a:chOff x="3872969" y="5806923"/>
            <a:chExt cx="1724341" cy="516155"/>
          </a:xfrm>
        </p:grpSpPr>
        <p:sp>
          <p:nvSpPr>
            <p:cNvPr id="48" name="Oval 47"/>
            <p:cNvSpPr/>
            <p:nvPr/>
          </p:nvSpPr>
          <p:spPr>
            <a:xfrm>
              <a:off x="3872969"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9" name="Oval 48"/>
            <p:cNvSpPr/>
            <p:nvPr/>
          </p:nvSpPr>
          <p:spPr>
            <a:xfrm>
              <a:off x="4477062"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50" name="Oval 49"/>
            <p:cNvSpPr/>
            <p:nvPr/>
          </p:nvSpPr>
          <p:spPr>
            <a:xfrm>
              <a:off x="5081155"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51" name="Freeform 63"/>
            <p:cNvSpPr>
              <a:spLocks/>
            </p:cNvSpPr>
            <p:nvPr/>
          </p:nvSpPr>
          <p:spPr bwMode="auto">
            <a:xfrm>
              <a:off x="4576091" y="5937921"/>
              <a:ext cx="318095" cy="261714"/>
            </a:xfrm>
            <a:custGeom>
              <a:avLst/>
              <a:gdLst>
                <a:gd name="T0" fmla="*/ 160 w 160"/>
                <a:gd name="T1" fmla="*/ 16 h 131"/>
                <a:gd name="T2" fmla="*/ 159 w 160"/>
                <a:gd name="T3" fmla="*/ 16 h 131"/>
                <a:gd name="T4" fmla="*/ 144 w 160"/>
                <a:gd name="T5" fmla="*/ 20 h 131"/>
                <a:gd name="T6" fmla="*/ 156 w 160"/>
                <a:gd name="T7" fmla="*/ 4 h 131"/>
                <a:gd name="T8" fmla="*/ 156 w 160"/>
                <a:gd name="T9" fmla="*/ 3 h 131"/>
                <a:gd name="T10" fmla="*/ 155 w 160"/>
                <a:gd name="T11" fmla="*/ 3 h 131"/>
                <a:gd name="T12" fmla="*/ 135 w 160"/>
                <a:gd name="T13" fmla="*/ 11 h 131"/>
                <a:gd name="T14" fmla="*/ 111 w 160"/>
                <a:gd name="T15" fmla="*/ 0 h 131"/>
                <a:gd name="T16" fmla="*/ 77 w 160"/>
                <a:gd name="T17" fmla="*/ 34 h 131"/>
                <a:gd name="T18" fmla="*/ 78 w 160"/>
                <a:gd name="T19" fmla="*/ 40 h 131"/>
                <a:gd name="T20" fmla="*/ 12 w 160"/>
                <a:gd name="T21" fmla="*/ 7 h 131"/>
                <a:gd name="T22" fmla="*/ 12 w 160"/>
                <a:gd name="T23" fmla="*/ 6 h 131"/>
                <a:gd name="T24" fmla="*/ 11 w 160"/>
                <a:gd name="T25" fmla="*/ 7 h 131"/>
                <a:gd name="T26" fmla="*/ 7 w 160"/>
                <a:gd name="T27" fmla="*/ 23 h 131"/>
                <a:gd name="T28" fmla="*/ 19 w 160"/>
                <a:gd name="T29" fmla="*/ 50 h 131"/>
                <a:gd name="T30" fmla="*/ 7 w 160"/>
                <a:gd name="T31" fmla="*/ 46 h 131"/>
                <a:gd name="T32" fmla="*/ 7 w 160"/>
                <a:gd name="T33" fmla="*/ 46 h 131"/>
                <a:gd name="T34" fmla="*/ 6 w 160"/>
                <a:gd name="T35" fmla="*/ 47 h 131"/>
                <a:gd name="T36" fmla="*/ 6 w 160"/>
                <a:gd name="T37" fmla="*/ 47 h 131"/>
                <a:gd name="T38" fmla="*/ 30 w 160"/>
                <a:gd name="T39" fmla="*/ 79 h 131"/>
                <a:gd name="T40" fmla="*/ 19 w 160"/>
                <a:gd name="T41" fmla="*/ 79 h 131"/>
                <a:gd name="T42" fmla="*/ 18 w 160"/>
                <a:gd name="T43" fmla="*/ 79 h 131"/>
                <a:gd name="T44" fmla="*/ 18 w 160"/>
                <a:gd name="T45" fmla="*/ 80 h 131"/>
                <a:gd name="T46" fmla="*/ 47 w 160"/>
                <a:gd name="T47" fmla="*/ 103 h 131"/>
                <a:gd name="T48" fmla="*/ 8 w 160"/>
                <a:gd name="T49" fmla="*/ 115 h 131"/>
                <a:gd name="T50" fmla="*/ 1 w 160"/>
                <a:gd name="T51" fmla="*/ 115 h 131"/>
                <a:gd name="T52" fmla="*/ 0 w 160"/>
                <a:gd name="T53" fmla="*/ 115 h 131"/>
                <a:gd name="T54" fmla="*/ 0 w 160"/>
                <a:gd name="T55" fmla="*/ 116 h 131"/>
                <a:gd name="T56" fmla="*/ 51 w 160"/>
                <a:gd name="T57" fmla="*/ 131 h 131"/>
                <a:gd name="T58" fmla="*/ 144 w 160"/>
                <a:gd name="T59" fmla="*/ 38 h 131"/>
                <a:gd name="T60" fmla="*/ 144 w 160"/>
                <a:gd name="T61" fmla="*/ 34 h 131"/>
                <a:gd name="T62" fmla="*/ 160 w 160"/>
                <a:gd name="T63" fmla="*/ 17 h 131"/>
                <a:gd name="T64" fmla="*/ 160 w 160"/>
                <a:gd name="T65" fmla="*/ 1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0" h="131">
                  <a:moveTo>
                    <a:pt x="160" y="16"/>
                  </a:moveTo>
                  <a:cubicBezTo>
                    <a:pt x="160" y="16"/>
                    <a:pt x="160" y="16"/>
                    <a:pt x="159" y="16"/>
                  </a:cubicBezTo>
                  <a:cubicBezTo>
                    <a:pt x="154" y="18"/>
                    <a:pt x="149" y="19"/>
                    <a:pt x="144" y="20"/>
                  </a:cubicBezTo>
                  <a:cubicBezTo>
                    <a:pt x="150" y="16"/>
                    <a:pt x="154" y="10"/>
                    <a:pt x="156" y="4"/>
                  </a:cubicBezTo>
                  <a:cubicBezTo>
                    <a:pt x="156" y="3"/>
                    <a:pt x="156" y="3"/>
                    <a:pt x="156" y="3"/>
                  </a:cubicBezTo>
                  <a:cubicBezTo>
                    <a:pt x="155" y="3"/>
                    <a:pt x="155" y="3"/>
                    <a:pt x="155" y="3"/>
                  </a:cubicBezTo>
                  <a:cubicBezTo>
                    <a:pt x="149" y="7"/>
                    <a:pt x="142" y="9"/>
                    <a:pt x="135" y="11"/>
                  </a:cubicBezTo>
                  <a:cubicBezTo>
                    <a:pt x="128" y="4"/>
                    <a:pt x="120" y="0"/>
                    <a:pt x="111" y="0"/>
                  </a:cubicBezTo>
                  <a:cubicBezTo>
                    <a:pt x="92" y="0"/>
                    <a:pt x="77" y="15"/>
                    <a:pt x="77" y="34"/>
                  </a:cubicBezTo>
                  <a:cubicBezTo>
                    <a:pt x="77" y="36"/>
                    <a:pt x="77" y="38"/>
                    <a:pt x="78" y="40"/>
                  </a:cubicBezTo>
                  <a:cubicBezTo>
                    <a:pt x="52" y="39"/>
                    <a:pt x="29" y="26"/>
                    <a:pt x="12" y="7"/>
                  </a:cubicBezTo>
                  <a:cubicBezTo>
                    <a:pt x="12" y="6"/>
                    <a:pt x="12" y="6"/>
                    <a:pt x="12" y="6"/>
                  </a:cubicBezTo>
                  <a:cubicBezTo>
                    <a:pt x="11" y="6"/>
                    <a:pt x="11" y="6"/>
                    <a:pt x="11" y="7"/>
                  </a:cubicBezTo>
                  <a:cubicBezTo>
                    <a:pt x="8" y="12"/>
                    <a:pt x="7" y="18"/>
                    <a:pt x="7" y="23"/>
                  </a:cubicBezTo>
                  <a:cubicBezTo>
                    <a:pt x="7" y="34"/>
                    <a:pt x="11" y="43"/>
                    <a:pt x="19" y="50"/>
                  </a:cubicBezTo>
                  <a:cubicBezTo>
                    <a:pt x="15" y="49"/>
                    <a:pt x="11" y="48"/>
                    <a:pt x="7" y="46"/>
                  </a:cubicBezTo>
                  <a:cubicBezTo>
                    <a:pt x="7" y="46"/>
                    <a:pt x="7" y="46"/>
                    <a:pt x="7" y="46"/>
                  </a:cubicBezTo>
                  <a:cubicBezTo>
                    <a:pt x="6" y="46"/>
                    <a:pt x="6" y="46"/>
                    <a:pt x="6" y="47"/>
                  </a:cubicBezTo>
                  <a:cubicBezTo>
                    <a:pt x="6" y="47"/>
                    <a:pt x="6" y="47"/>
                    <a:pt x="6" y="47"/>
                  </a:cubicBezTo>
                  <a:cubicBezTo>
                    <a:pt x="6" y="62"/>
                    <a:pt x="16" y="75"/>
                    <a:pt x="30" y="79"/>
                  </a:cubicBezTo>
                  <a:cubicBezTo>
                    <a:pt x="26" y="79"/>
                    <a:pt x="22" y="79"/>
                    <a:pt x="19" y="79"/>
                  </a:cubicBezTo>
                  <a:cubicBezTo>
                    <a:pt x="18" y="79"/>
                    <a:pt x="18" y="79"/>
                    <a:pt x="18" y="79"/>
                  </a:cubicBezTo>
                  <a:cubicBezTo>
                    <a:pt x="18" y="79"/>
                    <a:pt x="18" y="79"/>
                    <a:pt x="18" y="80"/>
                  </a:cubicBezTo>
                  <a:cubicBezTo>
                    <a:pt x="22" y="93"/>
                    <a:pt x="33" y="102"/>
                    <a:pt x="47" y="103"/>
                  </a:cubicBezTo>
                  <a:cubicBezTo>
                    <a:pt x="36" y="111"/>
                    <a:pt x="22" y="115"/>
                    <a:pt x="8" y="115"/>
                  </a:cubicBezTo>
                  <a:cubicBezTo>
                    <a:pt x="6" y="115"/>
                    <a:pt x="3" y="115"/>
                    <a:pt x="1" y="115"/>
                  </a:cubicBezTo>
                  <a:cubicBezTo>
                    <a:pt x="0" y="115"/>
                    <a:pt x="0" y="115"/>
                    <a:pt x="0" y="115"/>
                  </a:cubicBezTo>
                  <a:cubicBezTo>
                    <a:pt x="0" y="116"/>
                    <a:pt x="0" y="116"/>
                    <a:pt x="0" y="116"/>
                  </a:cubicBezTo>
                  <a:cubicBezTo>
                    <a:pt x="15" y="126"/>
                    <a:pt x="33" y="131"/>
                    <a:pt x="51" y="131"/>
                  </a:cubicBezTo>
                  <a:cubicBezTo>
                    <a:pt x="109" y="131"/>
                    <a:pt x="144" y="83"/>
                    <a:pt x="144" y="38"/>
                  </a:cubicBezTo>
                  <a:cubicBezTo>
                    <a:pt x="144" y="36"/>
                    <a:pt x="144" y="35"/>
                    <a:pt x="144" y="34"/>
                  </a:cubicBezTo>
                  <a:cubicBezTo>
                    <a:pt x="150" y="29"/>
                    <a:pt x="156" y="23"/>
                    <a:pt x="160" y="17"/>
                  </a:cubicBezTo>
                  <a:cubicBezTo>
                    <a:pt x="160" y="17"/>
                    <a:pt x="160" y="16"/>
                    <a:pt x="160" y="16"/>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sp>
          <p:nvSpPr>
            <p:cNvPr id="52" name="Freeform 21"/>
            <p:cNvSpPr>
              <a:spLocks/>
            </p:cNvSpPr>
            <p:nvPr/>
          </p:nvSpPr>
          <p:spPr bwMode="auto">
            <a:xfrm>
              <a:off x="5235659" y="5934143"/>
              <a:ext cx="207145" cy="261714"/>
            </a:xfrm>
            <a:custGeom>
              <a:avLst/>
              <a:gdLst>
                <a:gd name="T0" fmla="*/ 129 w 323"/>
                <a:gd name="T1" fmla="*/ 272 h 408"/>
                <a:gd name="T2" fmla="*/ 68 w 323"/>
                <a:gd name="T3" fmla="*/ 408 h 408"/>
                <a:gd name="T4" fmla="*/ 98 w 323"/>
                <a:gd name="T5" fmla="*/ 196 h 408"/>
                <a:gd name="T6" fmla="*/ 149 w 323"/>
                <a:gd name="T7" fmla="*/ 99 h 408"/>
                <a:gd name="T8" fmla="*/ 172 w 323"/>
                <a:gd name="T9" fmla="*/ 257 h 408"/>
                <a:gd name="T10" fmla="*/ 234 w 323"/>
                <a:gd name="T11" fmla="*/ 73 h 408"/>
                <a:gd name="T12" fmla="*/ 47 w 323"/>
                <a:gd name="T13" fmla="*/ 173 h 408"/>
                <a:gd name="T14" fmla="*/ 57 w 323"/>
                <a:gd name="T15" fmla="*/ 239 h 408"/>
                <a:gd name="T16" fmla="*/ 1 w 323"/>
                <a:gd name="T17" fmla="*/ 147 h 408"/>
                <a:gd name="T18" fmla="*/ 137 w 323"/>
                <a:gd name="T19" fmla="*/ 9 h 408"/>
                <a:gd name="T20" fmla="*/ 310 w 323"/>
                <a:gd name="T21" fmla="*/ 119 h 408"/>
                <a:gd name="T22" fmla="*/ 183 w 323"/>
                <a:gd name="T23" fmla="*/ 298 h 408"/>
                <a:gd name="T24" fmla="*/ 129 w 323"/>
                <a:gd name="T25" fmla="*/ 272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3" h="408">
                  <a:moveTo>
                    <a:pt x="129" y="272"/>
                  </a:moveTo>
                  <a:cubicBezTo>
                    <a:pt x="118" y="328"/>
                    <a:pt x="106" y="380"/>
                    <a:pt x="68" y="408"/>
                  </a:cubicBezTo>
                  <a:cubicBezTo>
                    <a:pt x="56" y="325"/>
                    <a:pt x="85" y="262"/>
                    <a:pt x="98" y="196"/>
                  </a:cubicBezTo>
                  <a:cubicBezTo>
                    <a:pt x="75" y="157"/>
                    <a:pt x="101" y="80"/>
                    <a:pt x="149" y="99"/>
                  </a:cubicBezTo>
                  <a:cubicBezTo>
                    <a:pt x="209" y="122"/>
                    <a:pt x="98" y="242"/>
                    <a:pt x="172" y="257"/>
                  </a:cubicBezTo>
                  <a:cubicBezTo>
                    <a:pt x="250" y="273"/>
                    <a:pt x="282" y="122"/>
                    <a:pt x="234" y="73"/>
                  </a:cubicBezTo>
                  <a:cubicBezTo>
                    <a:pt x="164" y="2"/>
                    <a:pt x="31" y="72"/>
                    <a:pt x="47" y="173"/>
                  </a:cubicBezTo>
                  <a:cubicBezTo>
                    <a:pt x="51" y="198"/>
                    <a:pt x="77" y="205"/>
                    <a:pt x="57" y="239"/>
                  </a:cubicBezTo>
                  <a:cubicBezTo>
                    <a:pt x="13" y="229"/>
                    <a:pt x="0" y="194"/>
                    <a:pt x="1" y="147"/>
                  </a:cubicBezTo>
                  <a:cubicBezTo>
                    <a:pt x="4" y="70"/>
                    <a:pt x="70" y="17"/>
                    <a:pt x="137" y="9"/>
                  </a:cubicBezTo>
                  <a:cubicBezTo>
                    <a:pt x="221" y="0"/>
                    <a:pt x="300" y="40"/>
                    <a:pt x="310" y="119"/>
                  </a:cubicBezTo>
                  <a:cubicBezTo>
                    <a:pt x="323" y="208"/>
                    <a:pt x="273" y="305"/>
                    <a:pt x="183" y="298"/>
                  </a:cubicBezTo>
                  <a:cubicBezTo>
                    <a:pt x="158" y="296"/>
                    <a:pt x="148" y="284"/>
                    <a:pt x="129" y="272"/>
                  </a:cubicBezTo>
                  <a:close/>
                </a:path>
              </a:pathLst>
            </a:custGeom>
            <a:solidFill>
              <a:schemeClr val="bg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mn-cs"/>
              </a:endParaRPr>
            </a:p>
          </p:txBody>
        </p:sp>
        <p:sp>
          <p:nvSpPr>
            <p:cNvPr id="53" name="Freeform 62"/>
            <p:cNvSpPr>
              <a:spLocks/>
            </p:cNvSpPr>
            <p:nvPr/>
          </p:nvSpPr>
          <p:spPr bwMode="auto">
            <a:xfrm>
              <a:off x="4063583" y="5934143"/>
              <a:ext cx="134925" cy="261714"/>
            </a:xfrm>
            <a:custGeom>
              <a:avLst/>
              <a:gdLst>
                <a:gd name="T0" fmla="*/ 84 w 84"/>
                <a:gd name="T1" fmla="*/ 27 h 163"/>
                <a:gd name="T2" fmla="*/ 69 w 84"/>
                <a:gd name="T3" fmla="*/ 27 h 163"/>
                <a:gd name="T4" fmla="*/ 54 w 84"/>
                <a:gd name="T5" fmla="*/ 41 h 163"/>
                <a:gd name="T6" fmla="*/ 54 w 84"/>
                <a:gd name="T7" fmla="*/ 60 h 163"/>
                <a:gd name="T8" fmla="*/ 83 w 84"/>
                <a:gd name="T9" fmla="*/ 60 h 163"/>
                <a:gd name="T10" fmla="*/ 83 w 84"/>
                <a:gd name="T11" fmla="*/ 88 h 163"/>
                <a:gd name="T12" fmla="*/ 54 w 84"/>
                <a:gd name="T13" fmla="*/ 88 h 163"/>
                <a:gd name="T14" fmla="*/ 54 w 84"/>
                <a:gd name="T15" fmla="*/ 163 h 163"/>
                <a:gd name="T16" fmla="*/ 25 w 84"/>
                <a:gd name="T17" fmla="*/ 163 h 163"/>
                <a:gd name="T18" fmla="*/ 25 w 84"/>
                <a:gd name="T19" fmla="*/ 88 h 163"/>
                <a:gd name="T20" fmla="*/ 0 w 84"/>
                <a:gd name="T21" fmla="*/ 88 h 163"/>
                <a:gd name="T22" fmla="*/ 0 w 84"/>
                <a:gd name="T23" fmla="*/ 60 h 163"/>
                <a:gd name="T24" fmla="*/ 25 w 84"/>
                <a:gd name="T25" fmla="*/ 60 h 163"/>
                <a:gd name="T26" fmla="*/ 25 w 84"/>
                <a:gd name="T27" fmla="*/ 38 h 163"/>
                <a:gd name="T28" fmla="*/ 62 w 84"/>
                <a:gd name="T29" fmla="*/ 0 h 163"/>
                <a:gd name="T30" fmla="*/ 84 w 84"/>
                <a:gd name="T31" fmla="*/ 0 h 163"/>
                <a:gd name="T32" fmla="*/ 84 w 84"/>
                <a:gd name="T33" fmla="*/ 27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63">
                  <a:moveTo>
                    <a:pt x="84" y="27"/>
                  </a:moveTo>
                  <a:cubicBezTo>
                    <a:pt x="69" y="27"/>
                    <a:pt x="69" y="27"/>
                    <a:pt x="69" y="27"/>
                  </a:cubicBezTo>
                  <a:cubicBezTo>
                    <a:pt x="57" y="27"/>
                    <a:pt x="54" y="33"/>
                    <a:pt x="54" y="41"/>
                  </a:cubicBezTo>
                  <a:cubicBezTo>
                    <a:pt x="54" y="60"/>
                    <a:pt x="54" y="60"/>
                    <a:pt x="54" y="60"/>
                  </a:cubicBezTo>
                  <a:cubicBezTo>
                    <a:pt x="83" y="60"/>
                    <a:pt x="83" y="60"/>
                    <a:pt x="83" y="60"/>
                  </a:cubicBezTo>
                  <a:cubicBezTo>
                    <a:pt x="83" y="88"/>
                    <a:pt x="83" y="88"/>
                    <a:pt x="83" y="88"/>
                  </a:cubicBezTo>
                  <a:cubicBezTo>
                    <a:pt x="54" y="88"/>
                    <a:pt x="54" y="88"/>
                    <a:pt x="54" y="88"/>
                  </a:cubicBezTo>
                  <a:cubicBezTo>
                    <a:pt x="54" y="163"/>
                    <a:pt x="54" y="163"/>
                    <a:pt x="54" y="163"/>
                  </a:cubicBezTo>
                  <a:cubicBezTo>
                    <a:pt x="25" y="163"/>
                    <a:pt x="25" y="163"/>
                    <a:pt x="25" y="163"/>
                  </a:cubicBezTo>
                  <a:cubicBezTo>
                    <a:pt x="25" y="88"/>
                    <a:pt x="25" y="88"/>
                    <a:pt x="25" y="88"/>
                  </a:cubicBezTo>
                  <a:cubicBezTo>
                    <a:pt x="0" y="88"/>
                    <a:pt x="0" y="88"/>
                    <a:pt x="0" y="88"/>
                  </a:cubicBezTo>
                  <a:cubicBezTo>
                    <a:pt x="0" y="60"/>
                    <a:pt x="0" y="60"/>
                    <a:pt x="0" y="60"/>
                  </a:cubicBezTo>
                  <a:cubicBezTo>
                    <a:pt x="25" y="60"/>
                    <a:pt x="25" y="60"/>
                    <a:pt x="25" y="60"/>
                  </a:cubicBezTo>
                  <a:cubicBezTo>
                    <a:pt x="25" y="38"/>
                    <a:pt x="25" y="38"/>
                    <a:pt x="25" y="38"/>
                  </a:cubicBezTo>
                  <a:cubicBezTo>
                    <a:pt x="25" y="13"/>
                    <a:pt x="40" y="0"/>
                    <a:pt x="62" y="0"/>
                  </a:cubicBezTo>
                  <a:cubicBezTo>
                    <a:pt x="84" y="0"/>
                    <a:pt x="84" y="0"/>
                    <a:pt x="84" y="0"/>
                  </a:cubicBezTo>
                  <a:lnTo>
                    <a:pt x="84" y="27"/>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grpSp>
      <p:grpSp>
        <p:nvGrpSpPr>
          <p:cNvPr id="54" name="Group 53"/>
          <p:cNvGrpSpPr/>
          <p:nvPr userDrawn="1"/>
        </p:nvGrpSpPr>
        <p:grpSpPr>
          <a:xfrm>
            <a:off x="9473536" y="5361672"/>
            <a:ext cx="1724341" cy="516155"/>
            <a:chOff x="3872969" y="5806923"/>
            <a:chExt cx="1724341" cy="516155"/>
          </a:xfrm>
        </p:grpSpPr>
        <p:sp>
          <p:nvSpPr>
            <p:cNvPr id="55" name="Oval 54"/>
            <p:cNvSpPr/>
            <p:nvPr/>
          </p:nvSpPr>
          <p:spPr>
            <a:xfrm>
              <a:off x="3872969"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56" name="Oval 55"/>
            <p:cNvSpPr/>
            <p:nvPr/>
          </p:nvSpPr>
          <p:spPr>
            <a:xfrm>
              <a:off x="4477062"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57" name="Oval 56"/>
            <p:cNvSpPr/>
            <p:nvPr/>
          </p:nvSpPr>
          <p:spPr>
            <a:xfrm>
              <a:off x="5081155"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58" name="Freeform 63"/>
            <p:cNvSpPr>
              <a:spLocks/>
            </p:cNvSpPr>
            <p:nvPr/>
          </p:nvSpPr>
          <p:spPr bwMode="auto">
            <a:xfrm>
              <a:off x="4576091" y="5937921"/>
              <a:ext cx="318095" cy="261714"/>
            </a:xfrm>
            <a:custGeom>
              <a:avLst/>
              <a:gdLst>
                <a:gd name="T0" fmla="*/ 160 w 160"/>
                <a:gd name="T1" fmla="*/ 16 h 131"/>
                <a:gd name="T2" fmla="*/ 159 w 160"/>
                <a:gd name="T3" fmla="*/ 16 h 131"/>
                <a:gd name="T4" fmla="*/ 144 w 160"/>
                <a:gd name="T5" fmla="*/ 20 h 131"/>
                <a:gd name="T6" fmla="*/ 156 w 160"/>
                <a:gd name="T7" fmla="*/ 4 h 131"/>
                <a:gd name="T8" fmla="*/ 156 w 160"/>
                <a:gd name="T9" fmla="*/ 3 h 131"/>
                <a:gd name="T10" fmla="*/ 155 w 160"/>
                <a:gd name="T11" fmla="*/ 3 h 131"/>
                <a:gd name="T12" fmla="*/ 135 w 160"/>
                <a:gd name="T13" fmla="*/ 11 h 131"/>
                <a:gd name="T14" fmla="*/ 111 w 160"/>
                <a:gd name="T15" fmla="*/ 0 h 131"/>
                <a:gd name="T16" fmla="*/ 77 w 160"/>
                <a:gd name="T17" fmla="*/ 34 h 131"/>
                <a:gd name="T18" fmla="*/ 78 w 160"/>
                <a:gd name="T19" fmla="*/ 40 h 131"/>
                <a:gd name="T20" fmla="*/ 12 w 160"/>
                <a:gd name="T21" fmla="*/ 7 h 131"/>
                <a:gd name="T22" fmla="*/ 12 w 160"/>
                <a:gd name="T23" fmla="*/ 6 h 131"/>
                <a:gd name="T24" fmla="*/ 11 w 160"/>
                <a:gd name="T25" fmla="*/ 7 h 131"/>
                <a:gd name="T26" fmla="*/ 7 w 160"/>
                <a:gd name="T27" fmla="*/ 23 h 131"/>
                <a:gd name="T28" fmla="*/ 19 w 160"/>
                <a:gd name="T29" fmla="*/ 50 h 131"/>
                <a:gd name="T30" fmla="*/ 7 w 160"/>
                <a:gd name="T31" fmla="*/ 46 h 131"/>
                <a:gd name="T32" fmla="*/ 7 w 160"/>
                <a:gd name="T33" fmla="*/ 46 h 131"/>
                <a:gd name="T34" fmla="*/ 6 w 160"/>
                <a:gd name="T35" fmla="*/ 47 h 131"/>
                <a:gd name="T36" fmla="*/ 6 w 160"/>
                <a:gd name="T37" fmla="*/ 47 h 131"/>
                <a:gd name="T38" fmla="*/ 30 w 160"/>
                <a:gd name="T39" fmla="*/ 79 h 131"/>
                <a:gd name="T40" fmla="*/ 19 w 160"/>
                <a:gd name="T41" fmla="*/ 79 h 131"/>
                <a:gd name="T42" fmla="*/ 18 w 160"/>
                <a:gd name="T43" fmla="*/ 79 h 131"/>
                <a:gd name="T44" fmla="*/ 18 w 160"/>
                <a:gd name="T45" fmla="*/ 80 h 131"/>
                <a:gd name="T46" fmla="*/ 47 w 160"/>
                <a:gd name="T47" fmla="*/ 103 h 131"/>
                <a:gd name="T48" fmla="*/ 8 w 160"/>
                <a:gd name="T49" fmla="*/ 115 h 131"/>
                <a:gd name="T50" fmla="*/ 1 w 160"/>
                <a:gd name="T51" fmla="*/ 115 h 131"/>
                <a:gd name="T52" fmla="*/ 0 w 160"/>
                <a:gd name="T53" fmla="*/ 115 h 131"/>
                <a:gd name="T54" fmla="*/ 0 w 160"/>
                <a:gd name="T55" fmla="*/ 116 h 131"/>
                <a:gd name="T56" fmla="*/ 51 w 160"/>
                <a:gd name="T57" fmla="*/ 131 h 131"/>
                <a:gd name="T58" fmla="*/ 144 w 160"/>
                <a:gd name="T59" fmla="*/ 38 h 131"/>
                <a:gd name="T60" fmla="*/ 144 w 160"/>
                <a:gd name="T61" fmla="*/ 34 h 131"/>
                <a:gd name="T62" fmla="*/ 160 w 160"/>
                <a:gd name="T63" fmla="*/ 17 h 131"/>
                <a:gd name="T64" fmla="*/ 160 w 160"/>
                <a:gd name="T65" fmla="*/ 1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0" h="131">
                  <a:moveTo>
                    <a:pt x="160" y="16"/>
                  </a:moveTo>
                  <a:cubicBezTo>
                    <a:pt x="160" y="16"/>
                    <a:pt x="160" y="16"/>
                    <a:pt x="159" y="16"/>
                  </a:cubicBezTo>
                  <a:cubicBezTo>
                    <a:pt x="154" y="18"/>
                    <a:pt x="149" y="19"/>
                    <a:pt x="144" y="20"/>
                  </a:cubicBezTo>
                  <a:cubicBezTo>
                    <a:pt x="150" y="16"/>
                    <a:pt x="154" y="10"/>
                    <a:pt x="156" y="4"/>
                  </a:cubicBezTo>
                  <a:cubicBezTo>
                    <a:pt x="156" y="3"/>
                    <a:pt x="156" y="3"/>
                    <a:pt x="156" y="3"/>
                  </a:cubicBezTo>
                  <a:cubicBezTo>
                    <a:pt x="155" y="3"/>
                    <a:pt x="155" y="3"/>
                    <a:pt x="155" y="3"/>
                  </a:cubicBezTo>
                  <a:cubicBezTo>
                    <a:pt x="149" y="7"/>
                    <a:pt x="142" y="9"/>
                    <a:pt x="135" y="11"/>
                  </a:cubicBezTo>
                  <a:cubicBezTo>
                    <a:pt x="128" y="4"/>
                    <a:pt x="120" y="0"/>
                    <a:pt x="111" y="0"/>
                  </a:cubicBezTo>
                  <a:cubicBezTo>
                    <a:pt x="92" y="0"/>
                    <a:pt x="77" y="15"/>
                    <a:pt x="77" y="34"/>
                  </a:cubicBezTo>
                  <a:cubicBezTo>
                    <a:pt x="77" y="36"/>
                    <a:pt x="77" y="38"/>
                    <a:pt x="78" y="40"/>
                  </a:cubicBezTo>
                  <a:cubicBezTo>
                    <a:pt x="52" y="39"/>
                    <a:pt x="29" y="26"/>
                    <a:pt x="12" y="7"/>
                  </a:cubicBezTo>
                  <a:cubicBezTo>
                    <a:pt x="12" y="6"/>
                    <a:pt x="12" y="6"/>
                    <a:pt x="12" y="6"/>
                  </a:cubicBezTo>
                  <a:cubicBezTo>
                    <a:pt x="11" y="6"/>
                    <a:pt x="11" y="6"/>
                    <a:pt x="11" y="7"/>
                  </a:cubicBezTo>
                  <a:cubicBezTo>
                    <a:pt x="8" y="12"/>
                    <a:pt x="7" y="18"/>
                    <a:pt x="7" y="23"/>
                  </a:cubicBezTo>
                  <a:cubicBezTo>
                    <a:pt x="7" y="34"/>
                    <a:pt x="11" y="43"/>
                    <a:pt x="19" y="50"/>
                  </a:cubicBezTo>
                  <a:cubicBezTo>
                    <a:pt x="15" y="49"/>
                    <a:pt x="11" y="48"/>
                    <a:pt x="7" y="46"/>
                  </a:cubicBezTo>
                  <a:cubicBezTo>
                    <a:pt x="7" y="46"/>
                    <a:pt x="7" y="46"/>
                    <a:pt x="7" y="46"/>
                  </a:cubicBezTo>
                  <a:cubicBezTo>
                    <a:pt x="6" y="46"/>
                    <a:pt x="6" y="46"/>
                    <a:pt x="6" y="47"/>
                  </a:cubicBezTo>
                  <a:cubicBezTo>
                    <a:pt x="6" y="47"/>
                    <a:pt x="6" y="47"/>
                    <a:pt x="6" y="47"/>
                  </a:cubicBezTo>
                  <a:cubicBezTo>
                    <a:pt x="6" y="62"/>
                    <a:pt x="16" y="75"/>
                    <a:pt x="30" y="79"/>
                  </a:cubicBezTo>
                  <a:cubicBezTo>
                    <a:pt x="26" y="79"/>
                    <a:pt x="22" y="79"/>
                    <a:pt x="19" y="79"/>
                  </a:cubicBezTo>
                  <a:cubicBezTo>
                    <a:pt x="18" y="79"/>
                    <a:pt x="18" y="79"/>
                    <a:pt x="18" y="79"/>
                  </a:cubicBezTo>
                  <a:cubicBezTo>
                    <a:pt x="18" y="79"/>
                    <a:pt x="18" y="79"/>
                    <a:pt x="18" y="80"/>
                  </a:cubicBezTo>
                  <a:cubicBezTo>
                    <a:pt x="22" y="93"/>
                    <a:pt x="33" y="102"/>
                    <a:pt x="47" y="103"/>
                  </a:cubicBezTo>
                  <a:cubicBezTo>
                    <a:pt x="36" y="111"/>
                    <a:pt x="22" y="115"/>
                    <a:pt x="8" y="115"/>
                  </a:cubicBezTo>
                  <a:cubicBezTo>
                    <a:pt x="6" y="115"/>
                    <a:pt x="3" y="115"/>
                    <a:pt x="1" y="115"/>
                  </a:cubicBezTo>
                  <a:cubicBezTo>
                    <a:pt x="0" y="115"/>
                    <a:pt x="0" y="115"/>
                    <a:pt x="0" y="115"/>
                  </a:cubicBezTo>
                  <a:cubicBezTo>
                    <a:pt x="0" y="116"/>
                    <a:pt x="0" y="116"/>
                    <a:pt x="0" y="116"/>
                  </a:cubicBezTo>
                  <a:cubicBezTo>
                    <a:pt x="15" y="126"/>
                    <a:pt x="33" y="131"/>
                    <a:pt x="51" y="131"/>
                  </a:cubicBezTo>
                  <a:cubicBezTo>
                    <a:pt x="109" y="131"/>
                    <a:pt x="144" y="83"/>
                    <a:pt x="144" y="38"/>
                  </a:cubicBezTo>
                  <a:cubicBezTo>
                    <a:pt x="144" y="36"/>
                    <a:pt x="144" y="35"/>
                    <a:pt x="144" y="34"/>
                  </a:cubicBezTo>
                  <a:cubicBezTo>
                    <a:pt x="150" y="29"/>
                    <a:pt x="156" y="23"/>
                    <a:pt x="160" y="17"/>
                  </a:cubicBezTo>
                  <a:cubicBezTo>
                    <a:pt x="160" y="17"/>
                    <a:pt x="160" y="16"/>
                    <a:pt x="160" y="16"/>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sp>
          <p:nvSpPr>
            <p:cNvPr id="59" name="Freeform 21"/>
            <p:cNvSpPr>
              <a:spLocks/>
            </p:cNvSpPr>
            <p:nvPr/>
          </p:nvSpPr>
          <p:spPr bwMode="auto">
            <a:xfrm>
              <a:off x="5235659" y="5934143"/>
              <a:ext cx="207145" cy="261714"/>
            </a:xfrm>
            <a:custGeom>
              <a:avLst/>
              <a:gdLst>
                <a:gd name="T0" fmla="*/ 129 w 323"/>
                <a:gd name="T1" fmla="*/ 272 h 408"/>
                <a:gd name="T2" fmla="*/ 68 w 323"/>
                <a:gd name="T3" fmla="*/ 408 h 408"/>
                <a:gd name="T4" fmla="*/ 98 w 323"/>
                <a:gd name="T5" fmla="*/ 196 h 408"/>
                <a:gd name="T6" fmla="*/ 149 w 323"/>
                <a:gd name="T7" fmla="*/ 99 h 408"/>
                <a:gd name="T8" fmla="*/ 172 w 323"/>
                <a:gd name="T9" fmla="*/ 257 h 408"/>
                <a:gd name="T10" fmla="*/ 234 w 323"/>
                <a:gd name="T11" fmla="*/ 73 h 408"/>
                <a:gd name="T12" fmla="*/ 47 w 323"/>
                <a:gd name="T13" fmla="*/ 173 h 408"/>
                <a:gd name="T14" fmla="*/ 57 w 323"/>
                <a:gd name="T15" fmla="*/ 239 h 408"/>
                <a:gd name="T16" fmla="*/ 1 w 323"/>
                <a:gd name="T17" fmla="*/ 147 h 408"/>
                <a:gd name="T18" fmla="*/ 137 w 323"/>
                <a:gd name="T19" fmla="*/ 9 h 408"/>
                <a:gd name="T20" fmla="*/ 310 w 323"/>
                <a:gd name="T21" fmla="*/ 119 h 408"/>
                <a:gd name="T22" fmla="*/ 183 w 323"/>
                <a:gd name="T23" fmla="*/ 298 h 408"/>
                <a:gd name="T24" fmla="*/ 129 w 323"/>
                <a:gd name="T25" fmla="*/ 272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3" h="408">
                  <a:moveTo>
                    <a:pt x="129" y="272"/>
                  </a:moveTo>
                  <a:cubicBezTo>
                    <a:pt x="118" y="328"/>
                    <a:pt x="106" y="380"/>
                    <a:pt x="68" y="408"/>
                  </a:cubicBezTo>
                  <a:cubicBezTo>
                    <a:pt x="56" y="325"/>
                    <a:pt x="85" y="262"/>
                    <a:pt x="98" y="196"/>
                  </a:cubicBezTo>
                  <a:cubicBezTo>
                    <a:pt x="75" y="157"/>
                    <a:pt x="101" y="80"/>
                    <a:pt x="149" y="99"/>
                  </a:cubicBezTo>
                  <a:cubicBezTo>
                    <a:pt x="209" y="122"/>
                    <a:pt x="98" y="242"/>
                    <a:pt x="172" y="257"/>
                  </a:cubicBezTo>
                  <a:cubicBezTo>
                    <a:pt x="250" y="273"/>
                    <a:pt x="282" y="122"/>
                    <a:pt x="234" y="73"/>
                  </a:cubicBezTo>
                  <a:cubicBezTo>
                    <a:pt x="164" y="2"/>
                    <a:pt x="31" y="72"/>
                    <a:pt x="47" y="173"/>
                  </a:cubicBezTo>
                  <a:cubicBezTo>
                    <a:pt x="51" y="198"/>
                    <a:pt x="77" y="205"/>
                    <a:pt x="57" y="239"/>
                  </a:cubicBezTo>
                  <a:cubicBezTo>
                    <a:pt x="13" y="229"/>
                    <a:pt x="0" y="194"/>
                    <a:pt x="1" y="147"/>
                  </a:cubicBezTo>
                  <a:cubicBezTo>
                    <a:pt x="4" y="70"/>
                    <a:pt x="70" y="17"/>
                    <a:pt x="137" y="9"/>
                  </a:cubicBezTo>
                  <a:cubicBezTo>
                    <a:pt x="221" y="0"/>
                    <a:pt x="300" y="40"/>
                    <a:pt x="310" y="119"/>
                  </a:cubicBezTo>
                  <a:cubicBezTo>
                    <a:pt x="323" y="208"/>
                    <a:pt x="273" y="305"/>
                    <a:pt x="183" y="298"/>
                  </a:cubicBezTo>
                  <a:cubicBezTo>
                    <a:pt x="158" y="296"/>
                    <a:pt x="148" y="284"/>
                    <a:pt x="129" y="272"/>
                  </a:cubicBezTo>
                  <a:close/>
                </a:path>
              </a:pathLst>
            </a:custGeom>
            <a:solidFill>
              <a:schemeClr val="bg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mn-cs"/>
              </a:endParaRPr>
            </a:p>
          </p:txBody>
        </p:sp>
        <p:sp>
          <p:nvSpPr>
            <p:cNvPr id="60" name="Freeform 62"/>
            <p:cNvSpPr>
              <a:spLocks/>
            </p:cNvSpPr>
            <p:nvPr/>
          </p:nvSpPr>
          <p:spPr bwMode="auto">
            <a:xfrm>
              <a:off x="4063583" y="5934143"/>
              <a:ext cx="134925" cy="261714"/>
            </a:xfrm>
            <a:custGeom>
              <a:avLst/>
              <a:gdLst>
                <a:gd name="T0" fmla="*/ 84 w 84"/>
                <a:gd name="T1" fmla="*/ 27 h 163"/>
                <a:gd name="T2" fmla="*/ 69 w 84"/>
                <a:gd name="T3" fmla="*/ 27 h 163"/>
                <a:gd name="T4" fmla="*/ 54 w 84"/>
                <a:gd name="T5" fmla="*/ 41 h 163"/>
                <a:gd name="T6" fmla="*/ 54 w 84"/>
                <a:gd name="T7" fmla="*/ 60 h 163"/>
                <a:gd name="T8" fmla="*/ 83 w 84"/>
                <a:gd name="T9" fmla="*/ 60 h 163"/>
                <a:gd name="T10" fmla="*/ 83 w 84"/>
                <a:gd name="T11" fmla="*/ 88 h 163"/>
                <a:gd name="T12" fmla="*/ 54 w 84"/>
                <a:gd name="T13" fmla="*/ 88 h 163"/>
                <a:gd name="T14" fmla="*/ 54 w 84"/>
                <a:gd name="T15" fmla="*/ 163 h 163"/>
                <a:gd name="T16" fmla="*/ 25 w 84"/>
                <a:gd name="T17" fmla="*/ 163 h 163"/>
                <a:gd name="T18" fmla="*/ 25 w 84"/>
                <a:gd name="T19" fmla="*/ 88 h 163"/>
                <a:gd name="T20" fmla="*/ 0 w 84"/>
                <a:gd name="T21" fmla="*/ 88 h 163"/>
                <a:gd name="T22" fmla="*/ 0 w 84"/>
                <a:gd name="T23" fmla="*/ 60 h 163"/>
                <a:gd name="T24" fmla="*/ 25 w 84"/>
                <a:gd name="T25" fmla="*/ 60 h 163"/>
                <a:gd name="T26" fmla="*/ 25 w 84"/>
                <a:gd name="T27" fmla="*/ 38 h 163"/>
                <a:gd name="T28" fmla="*/ 62 w 84"/>
                <a:gd name="T29" fmla="*/ 0 h 163"/>
                <a:gd name="T30" fmla="*/ 84 w 84"/>
                <a:gd name="T31" fmla="*/ 0 h 163"/>
                <a:gd name="T32" fmla="*/ 84 w 84"/>
                <a:gd name="T33" fmla="*/ 27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63">
                  <a:moveTo>
                    <a:pt x="84" y="27"/>
                  </a:moveTo>
                  <a:cubicBezTo>
                    <a:pt x="69" y="27"/>
                    <a:pt x="69" y="27"/>
                    <a:pt x="69" y="27"/>
                  </a:cubicBezTo>
                  <a:cubicBezTo>
                    <a:pt x="57" y="27"/>
                    <a:pt x="54" y="33"/>
                    <a:pt x="54" y="41"/>
                  </a:cubicBezTo>
                  <a:cubicBezTo>
                    <a:pt x="54" y="60"/>
                    <a:pt x="54" y="60"/>
                    <a:pt x="54" y="60"/>
                  </a:cubicBezTo>
                  <a:cubicBezTo>
                    <a:pt x="83" y="60"/>
                    <a:pt x="83" y="60"/>
                    <a:pt x="83" y="60"/>
                  </a:cubicBezTo>
                  <a:cubicBezTo>
                    <a:pt x="83" y="88"/>
                    <a:pt x="83" y="88"/>
                    <a:pt x="83" y="88"/>
                  </a:cubicBezTo>
                  <a:cubicBezTo>
                    <a:pt x="54" y="88"/>
                    <a:pt x="54" y="88"/>
                    <a:pt x="54" y="88"/>
                  </a:cubicBezTo>
                  <a:cubicBezTo>
                    <a:pt x="54" y="163"/>
                    <a:pt x="54" y="163"/>
                    <a:pt x="54" y="163"/>
                  </a:cubicBezTo>
                  <a:cubicBezTo>
                    <a:pt x="25" y="163"/>
                    <a:pt x="25" y="163"/>
                    <a:pt x="25" y="163"/>
                  </a:cubicBezTo>
                  <a:cubicBezTo>
                    <a:pt x="25" y="88"/>
                    <a:pt x="25" y="88"/>
                    <a:pt x="25" y="88"/>
                  </a:cubicBezTo>
                  <a:cubicBezTo>
                    <a:pt x="0" y="88"/>
                    <a:pt x="0" y="88"/>
                    <a:pt x="0" y="88"/>
                  </a:cubicBezTo>
                  <a:cubicBezTo>
                    <a:pt x="0" y="60"/>
                    <a:pt x="0" y="60"/>
                    <a:pt x="0" y="60"/>
                  </a:cubicBezTo>
                  <a:cubicBezTo>
                    <a:pt x="25" y="60"/>
                    <a:pt x="25" y="60"/>
                    <a:pt x="25" y="60"/>
                  </a:cubicBezTo>
                  <a:cubicBezTo>
                    <a:pt x="25" y="38"/>
                    <a:pt x="25" y="38"/>
                    <a:pt x="25" y="38"/>
                  </a:cubicBezTo>
                  <a:cubicBezTo>
                    <a:pt x="25" y="13"/>
                    <a:pt x="40" y="0"/>
                    <a:pt x="62" y="0"/>
                  </a:cubicBezTo>
                  <a:cubicBezTo>
                    <a:pt x="84" y="0"/>
                    <a:pt x="84" y="0"/>
                    <a:pt x="84" y="0"/>
                  </a:cubicBezTo>
                  <a:lnTo>
                    <a:pt x="84" y="27"/>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grpSp>
    </p:spTree>
    <p:extLst>
      <p:ext uri="{BB962C8B-B14F-4D97-AF65-F5344CB8AC3E}">
        <p14:creationId xmlns:p14="http://schemas.microsoft.com/office/powerpoint/2010/main" val="166507849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42" presetClass="entr" presetSubtype="0" fill="hold" grpId="0" nodeType="afterEffect">
                                  <p:stCondLst>
                                    <p:cond delay="0"/>
                                  </p:stCondLst>
                                  <p:childTnLst>
                                    <p:set>
                                      <p:cBhvr>
                                        <p:cTn id="20" dur="1" fill="hold">
                                          <p:stCondLst>
                                            <p:cond delay="0"/>
                                          </p:stCondLst>
                                        </p:cTn>
                                        <p:tgtEl>
                                          <p:spTgt spid="31"/>
                                        </p:tgtEl>
                                        <p:attrNameLst>
                                          <p:attrName>style.visibility</p:attrName>
                                        </p:attrNameLst>
                                      </p:cBhvr>
                                      <p:to>
                                        <p:strVal val="visible"/>
                                      </p:to>
                                    </p:set>
                                    <p:animEffect transition="in" filter="fade">
                                      <p:cBhvr>
                                        <p:cTn id="21" dur="500"/>
                                        <p:tgtEl>
                                          <p:spTgt spid="31"/>
                                        </p:tgtEl>
                                      </p:cBhvr>
                                    </p:animEffect>
                                    <p:anim calcmode="lin" valueType="num">
                                      <p:cBhvr>
                                        <p:cTn id="22" dur="500" fill="hold"/>
                                        <p:tgtEl>
                                          <p:spTgt spid="31"/>
                                        </p:tgtEl>
                                        <p:attrNameLst>
                                          <p:attrName>ppt_x</p:attrName>
                                        </p:attrNameLst>
                                      </p:cBhvr>
                                      <p:tavLst>
                                        <p:tav tm="0">
                                          <p:val>
                                            <p:strVal val="#ppt_x"/>
                                          </p:val>
                                        </p:tav>
                                        <p:tav tm="100000">
                                          <p:val>
                                            <p:strVal val="#ppt_x"/>
                                          </p:val>
                                        </p:tav>
                                      </p:tavLst>
                                    </p:anim>
                                    <p:anim calcmode="lin" valueType="num">
                                      <p:cBhvr>
                                        <p:cTn id="23" dur="500" fill="hold"/>
                                        <p:tgtEl>
                                          <p:spTgt spid="31"/>
                                        </p:tgtEl>
                                        <p:attrNameLst>
                                          <p:attrName>ppt_y</p:attrName>
                                        </p:attrNameLst>
                                      </p:cBhvr>
                                      <p:tavLst>
                                        <p:tav tm="0">
                                          <p:val>
                                            <p:strVal val="#ppt_y+.1"/>
                                          </p:val>
                                        </p:tav>
                                        <p:tav tm="100000">
                                          <p:val>
                                            <p:strVal val="#ppt_y"/>
                                          </p:val>
                                        </p:tav>
                                      </p:tavLst>
                                    </p:anim>
                                  </p:childTnLst>
                                </p:cTn>
                              </p:par>
                            </p:childTnLst>
                          </p:cTn>
                        </p:par>
                        <p:par>
                          <p:cTn id="24" fill="hold">
                            <p:stCondLst>
                              <p:cond delay="2000"/>
                            </p:stCondLst>
                            <p:childTnLst>
                              <p:par>
                                <p:cTn id="25" presetID="53" presetClass="entr" presetSubtype="16" fill="hold" grpId="0" nodeType="afterEffect" nodePh="1">
                                  <p:stCondLst>
                                    <p:cond delay="0"/>
                                  </p:stCondLst>
                                  <p:endCondLst>
                                    <p:cond evt="begin" delay="0">
                                      <p:tn val="25"/>
                                    </p:cond>
                                  </p:endCondLst>
                                  <p:childTnLst>
                                    <p:set>
                                      <p:cBhvr>
                                        <p:cTn id="26" dur="1" fill="hold">
                                          <p:stCondLst>
                                            <p:cond delay="0"/>
                                          </p:stCondLst>
                                        </p:cTn>
                                        <p:tgtEl>
                                          <p:spTgt spid="13">
                                            <p:txEl>
                                              <p:pRg st="0" end="0"/>
                                            </p:txEl>
                                          </p:spTgt>
                                        </p:tgtEl>
                                        <p:attrNameLst>
                                          <p:attrName>style.visibility</p:attrName>
                                        </p:attrNameLst>
                                      </p:cBhvr>
                                      <p:to>
                                        <p:strVal val="visible"/>
                                      </p:to>
                                    </p:set>
                                    <p:anim calcmode="lin" valueType="num">
                                      <p:cBhvr>
                                        <p:cTn id="27" dur="500" fill="hold"/>
                                        <p:tgtEl>
                                          <p:spTgt spid="13">
                                            <p:txEl>
                                              <p:pRg st="0" end="0"/>
                                            </p:txEl>
                                          </p:spTgt>
                                        </p:tgtEl>
                                        <p:attrNameLst>
                                          <p:attrName>ppt_w</p:attrName>
                                        </p:attrNameLst>
                                      </p:cBhvr>
                                      <p:tavLst>
                                        <p:tav tm="0">
                                          <p:val>
                                            <p:fltVal val="0"/>
                                          </p:val>
                                        </p:tav>
                                        <p:tav tm="100000">
                                          <p:val>
                                            <p:strVal val="#ppt_w"/>
                                          </p:val>
                                        </p:tav>
                                      </p:tavLst>
                                    </p:anim>
                                    <p:anim calcmode="lin" valueType="num">
                                      <p:cBhvr>
                                        <p:cTn id="28" dur="500" fill="hold"/>
                                        <p:tgtEl>
                                          <p:spTgt spid="13">
                                            <p:txEl>
                                              <p:pRg st="0" end="0"/>
                                            </p:txEl>
                                          </p:spTgt>
                                        </p:tgtEl>
                                        <p:attrNameLst>
                                          <p:attrName>ppt_h</p:attrName>
                                        </p:attrNameLst>
                                      </p:cBhvr>
                                      <p:tavLst>
                                        <p:tav tm="0">
                                          <p:val>
                                            <p:fltVal val="0"/>
                                          </p:val>
                                        </p:tav>
                                        <p:tav tm="100000">
                                          <p:val>
                                            <p:strVal val="#ppt_h"/>
                                          </p:val>
                                        </p:tav>
                                      </p:tavLst>
                                    </p:anim>
                                    <p:animEffect transition="in" filter="fade">
                                      <p:cBhvr>
                                        <p:cTn id="29" dur="500"/>
                                        <p:tgtEl>
                                          <p:spTgt spid="13">
                                            <p:txEl>
                                              <p:pRg st="0" end="0"/>
                                            </p:txEl>
                                          </p:spTgt>
                                        </p:tgtEl>
                                      </p:cBhvr>
                                    </p:animEffect>
                                  </p:childTnLst>
                                </p:cTn>
                              </p:par>
                            </p:childTnLst>
                          </p:cTn>
                        </p:par>
                        <p:par>
                          <p:cTn id="30" fill="hold">
                            <p:stCondLst>
                              <p:cond delay="2500"/>
                            </p:stCondLst>
                            <p:childTnLst>
                              <p:par>
                                <p:cTn id="31" presetID="42" presetClass="entr" presetSubtype="0" fill="hold" grpId="0" nodeType="afterEffect" nodePh="1">
                                  <p:stCondLst>
                                    <p:cond delay="0"/>
                                  </p:stCondLst>
                                  <p:endCondLst>
                                    <p:cond evt="begin" delay="0">
                                      <p:tn val="31"/>
                                    </p:cond>
                                  </p:endCondLst>
                                  <p:childTnLst>
                                    <p:set>
                                      <p:cBhvr>
                                        <p:cTn id="32" dur="1" fill="hold">
                                          <p:stCondLst>
                                            <p:cond delay="0"/>
                                          </p:stCondLst>
                                        </p:cTn>
                                        <p:tgtEl>
                                          <p:spTgt spid="21">
                                            <p:txEl>
                                              <p:pRg st="0" end="0"/>
                                            </p:txEl>
                                          </p:spTgt>
                                        </p:tgtEl>
                                        <p:attrNameLst>
                                          <p:attrName>style.visibility</p:attrName>
                                        </p:attrNameLst>
                                      </p:cBhvr>
                                      <p:to>
                                        <p:strVal val="visible"/>
                                      </p:to>
                                    </p:set>
                                    <p:animEffect transition="in" filter="fade">
                                      <p:cBhvr>
                                        <p:cTn id="33" dur="500"/>
                                        <p:tgtEl>
                                          <p:spTgt spid="21">
                                            <p:txEl>
                                              <p:pRg st="0" end="0"/>
                                            </p:txEl>
                                          </p:spTgt>
                                        </p:tgtEl>
                                      </p:cBhvr>
                                    </p:animEffect>
                                    <p:anim calcmode="lin" valueType="num">
                                      <p:cBhvr>
                                        <p:cTn id="34" dur="500" fill="hold"/>
                                        <p:tgtEl>
                                          <p:spTgt spid="21">
                                            <p:txEl>
                                              <p:pRg st="0" end="0"/>
                                            </p:txEl>
                                          </p:spTgt>
                                        </p:tgtEl>
                                        <p:attrNameLst>
                                          <p:attrName>ppt_x</p:attrName>
                                        </p:attrNameLst>
                                      </p:cBhvr>
                                      <p:tavLst>
                                        <p:tav tm="0">
                                          <p:val>
                                            <p:strVal val="#ppt_x"/>
                                          </p:val>
                                        </p:tav>
                                        <p:tav tm="100000">
                                          <p:val>
                                            <p:strVal val="#ppt_x"/>
                                          </p:val>
                                        </p:tav>
                                      </p:tavLst>
                                    </p:anim>
                                    <p:anim calcmode="lin" valueType="num">
                                      <p:cBhvr>
                                        <p:cTn id="35" dur="500" fill="hold"/>
                                        <p:tgtEl>
                                          <p:spTgt spid="21">
                                            <p:txEl>
                                              <p:pRg st="0" end="0"/>
                                            </p:txEl>
                                          </p:spTgt>
                                        </p:tgtEl>
                                        <p:attrNameLst>
                                          <p:attrName>ppt_y</p:attrName>
                                        </p:attrNameLst>
                                      </p:cBhvr>
                                      <p:tavLst>
                                        <p:tav tm="0">
                                          <p:val>
                                            <p:strVal val="#ppt_y+.1"/>
                                          </p:val>
                                        </p:tav>
                                        <p:tav tm="100000">
                                          <p:val>
                                            <p:strVal val="#ppt_y"/>
                                          </p:val>
                                        </p:tav>
                                      </p:tavLst>
                                    </p:anim>
                                  </p:childTnLst>
                                </p:cTn>
                              </p:par>
                            </p:childTnLst>
                          </p:cTn>
                        </p:par>
                        <p:par>
                          <p:cTn id="36" fill="hold">
                            <p:stCondLst>
                              <p:cond delay="3000"/>
                            </p:stCondLst>
                            <p:childTnLst>
                              <p:par>
                                <p:cTn id="37" presetID="53" presetClass="entr" presetSubtype="16" fill="hold" nodeType="afterEffect">
                                  <p:stCondLst>
                                    <p:cond delay="0"/>
                                  </p:stCondLst>
                                  <p:childTnLst>
                                    <p:set>
                                      <p:cBhvr>
                                        <p:cTn id="38" dur="1" fill="hold">
                                          <p:stCondLst>
                                            <p:cond delay="0"/>
                                          </p:stCondLst>
                                        </p:cTn>
                                        <p:tgtEl>
                                          <p:spTgt spid="25"/>
                                        </p:tgtEl>
                                        <p:attrNameLst>
                                          <p:attrName>style.visibility</p:attrName>
                                        </p:attrNameLst>
                                      </p:cBhvr>
                                      <p:to>
                                        <p:strVal val="visible"/>
                                      </p:to>
                                    </p:set>
                                    <p:anim calcmode="lin" valueType="num">
                                      <p:cBhvr>
                                        <p:cTn id="39" dur="500" fill="hold"/>
                                        <p:tgtEl>
                                          <p:spTgt spid="25"/>
                                        </p:tgtEl>
                                        <p:attrNameLst>
                                          <p:attrName>ppt_w</p:attrName>
                                        </p:attrNameLst>
                                      </p:cBhvr>
                                      <p:tavLst>
                                        <p:tav tm="0">
                                          <p:val>
                                            <p:fltVal val="0"/>
                                          </p:val>
                                        </p:tav>
                                        <p:tav tm="100000">
                                          <p:val>
                                            <p:strVal val="#ppt_w"/>
                                          </p:val>
                                        </p:tav>
                                      </p:tavLst>
                                    </p:anim>
                                    <p:anim calcmode="lin" valueType="num">
                                      <p:cBhvr>
                                        <p:cTn id="40" dur="500" fill="hold"/>
                                        <p:tgtEl>
                                          <p:spTgt spid="25"/>
                                        </p:tgtEl>
                                        <p:attrNameLst>
                                          <p:attrName>ppt_h</p:attrName>
                                        </p:attrNameLst>
                                      </p:cBhvr>
                                      <p:tavLst>
                                        <p:tav tm="0">
                                          <p:val>
                                            <p:fltVal val="0"/>
                                          </p:val>
                                        </p:tav>
                                        <p:tav tm="100000">
                                          <p:val>
                                            <p:strVal val="#ppt_h"/>
                                          </p:val>
                                        </p:tav>
                                      </p:tavLst>
                                    </p:anim>
                                    <p:animEffect transition="in" filter="fade">
                                      <p:cBhvr>
                                        <p:cTn id="41" dur="500"/>
                                        <p:tgtEl>
                                          <p:spTgt spid="25"/>
                                        </p:tgtEl>
                                      </p:cBhvr>
                                    </p:animEffect>
                                  </p:childTnLst>
                                </p:cTn>
                              </p:par>
                            </p:childTnLst>
                          </p:cTn>
                        </p:par>
                        <p:par>
                          <p:cTn id="42" fill="hold">
                            <p:stCondLst>
                              <p:cond delay="3500"/>
                            </p:stCondLst>
                            <p:childTnLst>
                              <p:par>
                                <p:cTn id="43" presetID="42" presetClass="entr" presetSubtype="0" fill="hold" grpId="0" nodeType="afterEffect">
                                  <p:stCondLst>
                                    <p:cond delay="0"/>
                                  </p:stCondLst>
                                  <p:childTnLst>
                                    <p:set>
                                      <p:cBhvr>
                                        <p:cTn id="44" dur="1" fill="hold">
                                          <p:stCondLst>
                                            <p:cond delay="0"/>
                                          </p:stCondLst>
                                        </p:cTn>
                                        <p:tgtEl>
                                          <p:spTgt spid="33"/>
                                        </p:tgtEl>
                                        <p:attrNameLst>
                                          <p:attrName>style.visibility</p:attrName>
                                        </p:attrNameLst>
                                      </p:cBhvr>
                                      <p:to>
                                        <p:strVal val="visible"/>
                                      </p:to>
                                    </p:set>
                                    <p:animEffect transition="in" filter="fade">
                                      <p:cBhvr>
                                        <p:cTn id="45" dur="500"/>
                                        <p:tgtEl>
                                          <p:spTgt spid="33"/>
                                        </p:tgtEl>
                                      </p:cBhvr>
                                    </p:animEffect>
                                    <p:anim calcmode="lin" valueType="num">
                                      <p:cBhvr>
                                        <p:cTn id="46" dur="500" fill="hold"/>
                                        <p:tgtEl>
                                          <p:spTgt spid="33"/>
                                        </p:tgtEl>
                                        <p:attrNameLst>
                                          <p:attrName>ppt_x</p:attrName>
                                        </p:attrNameLst>
                                      </p:cBhvr>
                                      <p:tavLst>
                                        <p:tav tm="0">
                                          <p:val>
                                            <p:strVal val="#ppt_x"/>
                                          </p:val>
                                        </p:tav>
                                        <p:tav tm="100000">
                                          <p:val>
                                            <p:strVal val="#ppt_x"/>
                                          </p:val>
                                        </p:tav>
                                      </p:tavLst>
                                    </p:anim>
                                    <p:anim calcmode="lin" valueType="num">
                                      <p:cBhvr>
                                        <p:cTn id="47" dur="500" fill="hold"/>
                                        <p:tgtEl>
                                          <p:spTgt spid="33"/>
                                        </p:tgtEl>
                                        <p:attrNameLst>
                                          <p:attrName>ppt_y</p:attrName>
                                        </p:attrNameLst>
                                      </p:cBhvr>
                                      <p:tavLst>
                                        <p:tav tm="0">
                                          <p:val>
                                            <p:strVal val="#ppt_y+.1"/>
                                          </p:val>
                                        </p:tav>
                                        <p:tav tm="100000">
                                          <p:val>
                                            <p:strVal val="#ppt_y"/>
                                          </p:val>
                                        </p:tav>
                                      </p:tavLst>
                                    </p:anim>
                                  </p:childTnLst>
                                </p:cTn>
                              </p:par>
                            </p:childTnLst>
                          </p:cTn>
                        </p:par>
                        <p:par>
                          <p:cTn id="48" fill="hold">
                            <p:stCondLst>
                              <p:cond delay="4000"/>
                            </p:stCondLst>
                            <p:childTnLst>
                              <p:par>
                                <p:cTn id="49" presetID="53" presetClass="entr" presetSubtype="16" fill="hold" grpId="0" nodeType="afterEffect" nodePh="1">
                                  <p:stCondLst>
                                    <p:cond delay="0"/>
                                  </p:stCondLst>
                                  <p:endCondLst>
                                    <p:cond evt="begin" delay="0">
                                      <p:tn val="49"/>
                                    </p:cond>
                                  </p:endCondLst>
                                  <p:childTnLst>
                                    <p:set>
                                      <p:cBhvr>
                                        <p:cTn id="50" dur="1" fill="hold">
                                          <p:stCondLst>
                                            <p:cond delay="0"/>
                                          </p:stCondLst>
                                        </p:cTn>
                                        <p:tgtEl>
                                          <p:spTgt spid="15">
                                            <p:txEl>
                                              <p:pRg st="0" end="0"/>
                                            </p:txEl>
                                          </p:spTgt>
                                        </p:tgtEl>
                                        <p:attrNameLst>
                                          <p:attrName>style.visibility</p:attrName>
                                        </p:attrNameLst>
                                      </p:cBhvr>
                                      <p:to>
                                        <p:strVal val="visible"/>
                                      </p:to>
                                    </p:set>
                                    <p:anim calcmode="lin" valueType="num">
                                      <p:cBhvr>
                                        <p:cTn id="51" dur="500" fill="hold"/>
                                        <p:tgtEl>
                                          <p:spTgt spid="15">
                                            <p:txEl>
                                              <p:pRg st="0" end="0"/>
                                            </p:txEl>
                                          </p:spTgt>
                                        </p:tgtEl>
                                        <p:attrNameLst>
                                          <p:attrName>ppt_w</p:attrName>
                                        </p:attrNameLst>
                                      </p:cBhvr>
                                      <p:tavLst>
                                        <p:tav tm="0">
                                          <p:val>
                                            <p:fltVal val="0"/>
                                          </p:val>
                                        </p:tav>
                                        <p:tav tm="100000">
                                          <p:val>
                                            <p:strVal val="#ppt_w"/>
                                          </p:val>
                                        </p:tav>
                                      </p:tavLst>
                                    </p:anim>
                                    <p:anim calcmode="lin" valueType="num">
                                      <p:cBhvr>
                                        <p:cTn id="52" dur="500" fill="hold"/>
                                        <p:tgtEl>
                                          <p:spTgt spid="15">
                                            <p:txEl>
                                              <p:pRg st="0" end="0"/>
                                            </p:txEl>
                                          </p:spTgt>
                                        </p:tgtEl>
                                        <p:attrNameLst>
                                          <p:attrName>ppt_h</p:attrName>
                                        </p:attrNameLst>
                                      </p:cBhvr>
                                      <p:tavLst>
                                        <p:tav tm="0">
                                          <p:val>
                                            <p:fltVal val="0"/>
                                          </p:val>
                                        </p:tav>
                                        <p:tav tm="100000">
                                          <p:val>
                                            <p:strVal val="#ppt_h"/>
                                          </p:val>
                                        </p:tav>
                                      </p:tavLst>
                                    </p:anim>
                                    <p:animEffect transition="in" filter="fade">
                                      <p:cBhvr>
                                        <p:cTn id="53" dur="500"/>
                                        <p:tgtEl>
                                          <p:spTgt spid="15">
                                            <p:txEl>
                                              <p:pRg st="0" end="0"/>
                                            </p:txEl>
                                          </p:spTgt>
                                        </p:tgtEl>
                                      </p:cBhvr>
                                    </p:animEffect>
                                  </p:childTnLst>
                                </p:cTn>
                              </p:par>
                            </p:childTnLst>
                          </p:cTn>
                        </p:par>
                        <p:par>
                          <p:cTn id="54" fill="hold">
                            <p:stCondLst>
                              <p:cond delay="4500"/>
                            </p:stCondLst>
                            <p:childTnLst>
                              <p:par>
                                <p:cTn id="55" presetID="42" presetClass="entr" presetSubtype="0" fill="hold" grpId="0" nodeType="afterEffect" nodePh="1">
                                  <p:stCondLst>
                                    <p:cond delay="0"/>
                                  </p:stCondLst>
                                  <p:endCondLst>
                                    <p:cond evt="begin" delay="0">
                                      <p:tn val="55"/>
                                    </p:cond>
                                  </p:endCondLst>
                                  <p:childTnLst>
                                    <p:set>
                                      <p:cBhvr>
                                        <p:cTn id="56" dur="1" fill="hold">
                                          <p:stCondLst>
                                            <p:cond delay="0"/>
                                          </p:stCondLst>
                                        </p:cTn>
                                        <p:tgtEl>
                                          <p:spTgt spid="22">
                                            <p:txEl>
                                              <p:pRg st="0" end="0"/>
                                            </p:txEl>
                                          </p:spTgt>
                                        </p:tgtEl>
                                        <p:attrNameLst>
                                          <p:attrName>style.visibility</p:attrName>
                                        </p:attrNameLst>
                                      </p:cBhvr>
                                      <p:to>
                                        <p:strVal val="visible"/>
                                      </p:to>
                                    </p:set>
                                    <p:animEffect transition="in" filter="fade">
                                      <p:cBhvr>
                                        <p:cTn id="57" dur="500"/>
                                        <p:tgtEl>
                                          <p:spTgt spid="22">
                                            <p:txEl>
                                              <p:pRg st="0" end="0"/>
                                            </p:txEl>
                                          </p:spTgt>
                                        </p:tgtEl>
                                      </p:cBhvr>
                                    </p:animEffect>
                                    <p:anim calcmode="lin" valueType="num">
                                      <p:cBhvr>
                                        <p:cTn id="58" dur="500" fill="hold"/>
                                        <p:tgtEl>
                                          <p:spTgt spid="22">
                                            <p:txEl>
                                              <p:pRg st="0" end="0"/>
                                            </p:txEl>
                                          </p:spTgt>
                                        </p:tgtEl>
                                        <p:attrNameLst>
                                          <p:attrName>ppt_x</p:attrName>
                                        </p:attrNameLst>
                                      </p:cBhvr>
                                      <p:tavLst>
                                        <p:tav tm="0">
                                          <p:val>
                                            <p:strVal val="#ppt_x"/>
                                          </p:val>
                                        </p:tav>
                                        <p:tav tm="100000">
                                          <p:val>
                                            <p:strVal val="#ppt_x"/>
                                          </p:val>
                                        </p:tav>
                                      </p:tavLst>
                                    </p:anim>
                                    <p:anim calcmode="lin" valueType="num">
                                      <p:cBhvr>
                                        <p:cTn id="59" dur="500" fill="hold"/>
                                        <p:tgtEl>
                                          <p:spTgt spid="22">
                                            <p:txEl>
                                              <p:pRg st="0" end="0"/>
                                            </p:txEl>
                                          </p:spTgt>
                                        </p:tgtEl>
                                        <p:attrNameLst>
                                          <p:attrName>ppt_y</p:attrName>
                                        </p:attrNameLst>
                                      </p:cBhvr>
                                      <p:tavLst>
                                        <p:tav tm="0">
                                          <p:val>
                                            <p:strVal val="#ppt_y+.1"/>
                                          </p:val>
                                        </p:tav>
                                        <p:tav tm="100000">
                                          <p:val>
                                            <p:strVal val="#ppt_y"/>
                                          </p:val>
                                        </p:tav>
                                      </p:tavLst>
                                    </p:anim>
                                  </p:childTnLst>
                                </p:cTn>
                              </p:par>
                            </p:childTnLst>
                          </p:cTn>
                        </p:par>
                        <p:par>
                          <p:cTn id="60" fill="hold">
                            <p:stCondLst>
                              <p:cond delay="5000"/>
                            </p:stCondLst>
                            <p:childTnLst>
                              <p:par>
                                <p:cTn id="61" presetID="53" presetClass="entr" presetSubtype="16" fill="hold" nodeType="afterEffect">
                                  <p:stCondLst>
                                    <p:cond delay="0"/>
                                  </p:stCondLst>
                                  <p:childTnLst>
                                    <p:set>
                                      <p:cBhvr>
                                        <p:cTn id="62" dur="1" fill="hold">
                                          <p:stCondLst>
                                            <p:cond delay="0"/>
                                          </p:stCondLst>
                                        </p:cTn>
                                        <p:tgtEl>
                                          <p:spTgt spid="40"/>
                                        </p:tgtEl>
                                        <p:attrNameLst>
                                          <p:attrName>style.visibility</p:attrName>
                                        </p:attrNameLst>
                                      </p:cBhvr>
                                      <p:to>
                                        <p:strVal val="visible"/>
                                      </p:to>
                                    </p:set>
                                    <p:anim calcmode="lin" valueType="num">
                                      <p:cBhvr>
                                        <p:cTn id="63" dur="500" fill="hold"/>
                                        <p:tgtEl>
                                          <p:spTgt spid="40"/>
                                        </p:tgtEl>
                                        <p:attrNameLst>
                                          <p:attrName>ppt_w</p:attrName>
                                        </p:attrNameLst>
                                      </p:cBhvr>
                                      <p:tavLst>
                                        <p:tav tm="0">
                                          <p:val>
                                            <p:fltVal val="0"/>
                                          </p:val>
                                        </p:tav>
                                        <p:tav tm="100000">
                                          <p:val>
                                            <p:strVal val="#ppt_w"/>
                                          </p:val>
                                        </p:tav>
                                      </p:tavLst>
                                    </p:anim>
                                    <p:anim calcmode="lin" valueType="num">
                                      <p:cBhvr>
                                        <p:cTn id="64" dur="500" fill="hold"/>
                                        <p:tgtEl>
                                          <p:spTgt spid="40"/>
                                        </p:tgtEl>
                                        <p:attrNameLst>
                                          <p:attrName>ppt_h</p:attrName>
                                        </p:attrNameLst>
                                      </p:cBhvr>
                                      <p:tavLst>
                                        <p:tav tm="0">
                                          <p:val>
                                            <p:fltVal val="0"/>
                                          </p:val>
                                        </p:tav>
                                        <p:tav tm="100000">
                                          <p:val>
                                            <p:strVal val="#ppt_h"/>
                                          </p:val>
                                        </p:tav>
                                      </p:tavLst>
                                    </p:anim>
                                    <p:animEffect transition="in" filter="fade">
                                      <p:cBhvr>
                                        <p:cTn id="65" dur="500"/>
                                        <p:tgtEl>
                                          <p:spTgt spid="40"/>
                                        </p:tgtEl>
                                      </p:cBhvr>
                                    </p:animEffect>
                                  </p:childTnLst>
                                </p:cTn>
                              </p:par>
                            </p:childTnLst>
                          </p:cTn>
                        </p:par>
                        <p:par>
                          <p:cTn id="66" fill="hold">
                            <p:stCondLst>
                              <p:cond delay="5500"/>
                            </p:stCondLst>
                            <p:childTnLst>
                              <p:par>
                                <p:cTn id="67" presetID="42" presetClass="entr" presetSubtype="0" fill="hold" grpId="0" nodeType="afterEffect">
                                  <p:stCondLst>
                                    <p:cond delay="0"/>
                                  </p:stCondLst>
                                  <p:childTnLst>
                                    <p:set>
                                      <p:cBhvr>
                                        <p:cTn id="68" dur="1" fill="hold">
                                          <p:stCondLst>
                                            <p:cond delay="0"/>
                                          </p:stCondLst>
                                        </p:cTn>
                                        <p:tgtEl>
                                          <p:spTgt spid="35"/>
                                        </p:tgtEl>
                                        <p:attrNameLst>
                                          <p:attrName>style.visibility</p:attrName>
                                        </p:attrNameLst>
                                      </p:cBhvr>
                                      <p:to>
                                        <p:strVal val="visible"/>
                                      </p:to>
                                    </p:set>
                                    <p:animEffect transition="in" filter="fade">
                                      <p:cBhvr>
                                        <p:cTn id="69" dur="500"/>
                                        <p:tgtEl>
                                          <p:spTgt spid="35"/>
                                        </p:tgtEl>
                                      </p:cBhvr>
                                    </p:animEffect>
                                    <p:anim calcmode="lin" valueType="num">
                                      <p:cBhvr>
                                        <p:cTn id="70" dur="500" fill="hold"/>
                                        <p:tgtEl>
                                          <p:spTgt spid="35"/>
                                        </p:tgtEl>
                                        <p:attrNameLst>
                                          <p:attrName>ppt_x</p:attrName>
                                        </p:attrNameLst>
                                      </p:cBhvr>
                                      <p:tavLst>
                                        <p:tav tm="0">
                                          <p:val>
                                            <p:strVal val="#ppt_x"/>
                                          </p:val>
                                        </p:tav>
                                        <p:tav tm="100000">
                                          <p:val>
                                            <p:strVal val="#ppt_x"/>
                                          </p:val>
                                        </p:tav>
                                      </p:tavLst>
                                    </p:anim>
                                    <p:anim calcmode="lin" valueType="num">
                                      <p:cBhvr>
                                        <p:cTn id="71" dur="500" fill="hold"/>
                                        <p:tgtEl>
                                          <p:spTgt spid="35"/>
                                        </p:tgtEl>
                                        <p:attrNameLst>
                                          <p:attrName>ppt_y</p:attrName>
                                        </p:attrNameLst>
                                      </p:cBhvr>
                                      <p:tavLst>
                                        <p:tav tm="0">
                                          <p:val>
                                            <p:strVal val="#ppt_y+.1"/>
                                          </p:val>
                                        </p:tav>
                                        <p:tav tm="100000">
                                          <p:val>
                                            <p:strVal val="#ppt_y"/>
                                          </p:val>
                                        </p:tav>
                                      </p:tavLst>
                                    </p:anim>
                                  </p:childTnLst>
                                </p:cTn>
                              </p:par>
                            </p:childTnLst>
                          </p:cTn>
                        </p:par>
                        <p:par>
                          <p:cTn id="72" fill="hold">
                            <p:stCondLst>
                              <p:cond delay="6000"/>
                            </p:stCondLst>
                            <p:childTnLst>
                              <p:par>
                                <p:cTn id="73" presetID="53" presetClass="entr" presetSubtype="16" fill="hold" grpId="0" nodeType="afterEffect" nodePh="1">
                                  <p:stCondLst>
                                    <p:cond delay="0"/>
                                  </p:stCondLst>
                                  <p:endCondLst>
                                    <p:cond evt="begin" delay="0">
                                      <p:tn val="73"/>
                                    </p:cond>
                                  </p:endCondLst>
                                  <p:childTnLst>
                                    <p:set>
                                      <p:cBhvr>
                                        <p:cTn id="74" dur="1" fill="hold">
                                          <p:stCondLst>
                                            <p:cond delay="0"/>
                                          </p:stCondLst>
                                        </p:cTn>
                                        <p:tgtEl>
                                          <p:spTgt spid="17">
                                            <p:txEl>
                                              <p:pRg st="0" end="0"/>
                                            </p:txEl>
                                          </p:spTgt>
                                        </p:tgtEl>
                                        <p:attrNameLst>
                                          <p:attrName>style.visibility</p:attrName>
                                        </p:attrNameLst>
                                      </p:cBhvr>
                                      <p:to>
                                        <p:strVal val="visible"/>
                                      </p:to>
                                    </p:set>
                                    <p:anim calcmode="lin" valueType="num">
                                      <p:cBhvr>
                                        <p:cTn id="75" dur="500" fill="hold"/>
                                        <p:tgtEl>
                                          <p:spTgt spid="17">
                                            <p:txEl>
                                              <p:pRg st="0" end="0"/>
                                            </p:txEl>
                                          </p:spTgt>
                                        </p:tgtEl>
                                        <p:attrNameLst>
                                          <p:attrName>ppt_w</p:attrName>
                                        </p:attrNameLst>
                                      </p:cBhvr>
                                      <p:tavLst>
                                        <p:tav tm="0">
                                          <p:val>
                                            <p:fltVal val="0"/>
                                          </p:val>
                                        </p:tav>
                                        <p:tav tm="100000">
                                          <p:val>
                                            <p:strVal val="#ppt_w"/>
                                          </p:val>
                                        </p:tav>
                                      </p:tavLst>
                                    </p:anim>
                                    <p:anim calcmode="lin" valueType="num">
                                      <p:cBhvr>
                                        <p:cTn id="76" dur="500" fill="hold"/>
                                        <p:tgtEl>
                                          <p:spTgt spid="17">
                                            <p:txEl>
                                              <p:pRg st="0" end="0"/>
                                            </p:txEl>
                                          </p:spTgt>
                                        </p:tgtEl>
                                        <p:attrNameLst>
                                          <p:attrName>ppt_h</p:attrName>
                                        </p:attrNameLst>
                                      </p:cBhvr>
                                      <p:tavLst>
                                        <p:tav tm="0">
                                          <p:val>
                                            <p:fltVal val="0"/>
                                          </p:val>
                                        </p:tav>
                                        <p:tav tm="100000">
                                          <p:val>
                                            <p:strVal val="#ppt_h"/>
                                          </p:val>
                                        </p:tav>
                                      </p:tavLst>
                                    </p:anim>
                                    <p:animEffect transition="in" filter="fade">
                                      <p:cBhvr>
                                        <p:cTn id="77" dur="500"/>
                                        <p:tgtEl>
                                          <p:spTgt spid="17">
                                            <p:txEl>
                                              <p:pRg st="0" end="0"/>
                                            </p:txEl>
                                          </p:spTgt>
                                        </p:tgtEl>
                                      </p:cBhvr>
                                    </p:animEffect>
                                  </p:childTnLst>
                                </p:cTn>
                              </p:par>
                            </p:childTnLst>
                          </p:cTn>
                        </p:par>
                        <p:par>
                          <p:cTn id="78" fill="hold">
                            <p:stCondLst>
                              <p:cond delay="6500"/>
                            </p:stCondLst>
                            <p:childTnLst>
                              <p:par>
                                <p:cTn id="79" presetID="42" presetClass="entr" presetSubtype="0" fill="hold" grpId="0" nodeType="afterEffect" nodePh="1">
                                  <p:stCondLst>
                                    <p:cond delay="0"/>
                                  </p:stCondLst>
                                  <p:endCondLst>
                                    <p:cond evt="begin" delay="0">
                                      <p:tn val="79"/>
                                    </p:cond>
                                  </p:endCondLst>
                                  <p:childTnLst>
                                    <p:set>
                                      <p:cBhvr>
                                        <p:cTn id="80" dur="1" fill="hold">
                                          <p:stCondLst>
                                            <p:cond delay="0"/>
                                          </p:stCondLst>
                                        </p:cTn>
                                        <p:tgtEl>
                                          <p:spTgt spid="23">
                                            <p:txEl>
                                              <p:pRg st="0" end="0"/>
                                            </p:txEl>
                                          </p:spTgt>
                                        </p:tgtEl>
                                        <p:attrNameLst>
                                          <p:attrName>style.visibility</p:attrName>
                                        </p:attrNameLst>
                                      </p:cBhvr>
                                      <p:to>
                                        <p:strVal val="visible"/>
                                      </p:to>
                                    </p:set>
                                    <p:animEffect transition="in" filter="fade">
                                      <p:cBhvr>
                                        <p:cTn id="81" dur="500"/>
                                        <p:tgtEl>
                                          <p:spTgt spid="23">
                                            <p:txEl>
                                              <p:pRg st="0" end="0"/>
                                            </p:txEl>
                                          </p:spTgt>
                                        </p:tgtEl>
                                      </p:cBhvr>
                                    </p:animEffect>
                                    <p:anim calcmode="lin" valueType="num">
                                      <p:cBhvr>
                                        <p:cTn id="82" dur="500" fill="hold"/>
                                        <p:tgtEl>
                                          <p:spTgt spid="23">
                                            <p:txEl>
                                              <p:pRg st="0" end="0"/>
                                            </p:txEl>
                                          </p:spTgt>
                                        </p:tgtEl>
                                        <p:attrNameLst>
                                          <p:attrName>ppt_x</p:attrName>
                                        </p:attrNameLst>
                                      </p:cBhvr>
                                      <p:tavLst>
                                        <p:tav tm="0">
                                          <p:val>
                                            <p:strVal val="#ppt_x"/>
                                          </p:val>
                                        </p:tav>
                                        <p:tav tm="100000">
                                          <p:val>
                                            <p:strVal val="#ppt_x"/>
                                          </p:val>
                                        </p:tav>
                                      </p:tavLst>
                                    </p:anim>
                                    <p:anim calcmode="lin" valueType="num">
                                      <p:cBhvr>
                                        <p:cTn id="83" dur="500" fill="hold"/>
                                        <p:tgtEl>
                                          <p:spTgt spid="23">
                                            <p:txEl>
                                              <p:pRg st="0" end="0"/>
                                            </p:txEl>
                                          </p:spTgt>
                                        </p:tgtEl>
                                        <p:attrNameLst>
                                          <p:attrName>ppt_y</p:attrName>
                                        </p:attrNameLst>
                                      </p:cBhvr>
                                      <p:tavLst>
                                        <p:tav tm="0">
                                          <p:val>
                                            <p:strVal val="#ppt_y+.1"/>
                                          </p:val>
                                        </p:tav>
                                        <p:tav tm="100000">
                                          <p:val>
                                            <p:strVal val="#ppt_y"/>
                                          </p:val>
                                        </p:tav>
                                      </p:tavLst>
                                    </p:anim>
                                  </p:childTnLst>
                                </p:cTn>
                              </p:par>
                            </p:childTnLst>
                          </p:cTn>
                        </p:par>
                        <p:par>
                          <p:cTn id="84" fill="hold">
                            <p:stCondLst>
                              <p:cond delay="7000"/>
                            </p:stCondLst>
                            <p:childTnLst>
                              <p:par>
                                <p:cTn id="85" presetID="53" presetClass="entr" presetSubtype="16" fill="hold" nodeType="afterEffect">
                                  <p:stCondLst>
                                    <p:cond delay="0"/>
                                  </p:stCondLst>
                                  <p:childTnLst>
                                    <p:set>
                                      <p:cBhvr>
                                        <p:cTn id="86" dur="1" fill="hold">
                                          <p:stCondLst>
                                            <p:cond delay="0"/>
                                          </p:stCondLst>
                                        </p:cTn>
                                        <p:tgtEl>
                                          <p:spTgt spid="47"/>
                                        </p:tgtEl>
                                        <p:attrNameLst>
                                          <p:attrName>style.visibility</p:attrName>
                                        </p:attrNameLst>
                                      </p:cBhvr>
                                      <p:to>
                                        <p:strVal val="visible"/>
                                      </p:to>
                                    </p:set>
                                    <p:anim calcmode="lin" valueType="num">
                                      <p:cBhvr>
                                        <p:cTn id="87" dur="500" fill="hold"/>
                                        <p:tgtEl>
                                          <p:spTgt spid="47"/>
                                        </p:tgtEl>
                                        <p:attrNameLst>
                                          <p:attrName>ppt_w</p:attrName>
                                        </p:attrNameLst>
                                      </p:cBhvr>
                                      <p:tavLst>
                                        <p:tav tm="0">
                                          <p:val>
                                            <p:fltVal val="0"/>
                                          </p:val>
                                        </p:tav>
                                        <p:tav tm="100000">
                                          <p:val>
                                            <p:strVal val="#ppt_w"/>
                                          </p:val>
                                        </p:tav>
                                      </p:tavLst>
                                    </p:anim>
                                    <p:anim calcmode="lin" valueType="num">
                                      <p:cBhvr>
                                        <p:cTn id="88" dur="500" fill="hold"/>
                                        <p:tgtEl>
                                          <p:spTgt spid="47"/>
                                        </p:tgtEl>
                                        <p:attrNameLst>
                                          <p:attrName>ppt_h</p:attrName>
                                        </p:attrNameLst>
                                      </p:cBhvr>
                                      <p:tavLst>
                                        <p:tav tm="0">
                                          <p:val>
                                            <p:fltVal val="0"/>
                                          </p:val>
                                        </p:tav>
                                        <p:tav tm="100000">
                                          <p:val>
                                            <p:strVal val="#ppt_h"/>
                                          </p:val>
                                        </p:tav>
                                      </p:tavLst>
                                    </p:anim>
                                    <p:animEffect transition="in" filter="fade">
                                      <p:cBhvr>
                                        <p:cTn id="89" dur="500"/>
                                        <p:tgtEl>
                                          <p:spTgt spid="47"/>
                                        </p:tgtEl>
                                      </p:cBhvr>
                                    </p:animEffect>
                                  </p:childTnLst>
                                </p:cTn>
                              </p:par>
                            </p:childTnLst>
                          </p:cTn>
                        </p:par>
                        <p:par>
                          <p:cTn id="90" fill="hold">
                            <p:stCondLst>
                              <p:cond delay="7500"/>
                            </p:stCondLst>
                            <p:childTnLst>
                              <p:par>
                                <p:cTn id="91" presetID="42" presetClass="entr" presetSubtype="0" fill="hold" grpId="0" nodeType="afterEffect">
                                  <p:stCondLst>
                                    <p:cond delay="0"/>
                                  </p:stCondLst>
                                  <p:childTnLst>
                                    <p:set>
                                      <p:cBhvr>
                                        <p:cTn id="92" dur="1" fill="hold">
                                          <p:stCondLst>
                                            <p:cond delay="0"/>
                                          </p:stCondLst>
                                        </p:cTn>
                                        <p:tgtEl>
                                          <p:spTgt spid="37"/>
                                        </p:tgtEl>
                                        <p:attrNameLst>
                                          <p:attrName>style.visibility</p:attrName>
                                        </p:attrNameLst>
                                      </p:cBhvr>
                                      <p:to>
                                        <p:strVal val="visible"/>
                                      </p:to>
                                    </p:set>
                                    <p:animEffect transition="in" filter="fade">
                                      <p:cBhvr>
                                        <p:cTn id="93" dur="500"/>
                                        <p:tgtEl>
                                          <p:spTgt spid="37"/>
                                        </p:tgtEl>
                                      </p:cBhvr>
                                    </p:animEffect>
                                    <p:anim calcmode="lin" valueType="num">
                                      <p:cBhvr>
                                        <p:cTn id="94" dur="500" fill="hold"/>
                                        <p:tgtEl>
                                          <p:spTgt spid="37"/>
                                        </p:tgtEl>
                                        <p:attrNameLst>
                                          <p:attrName>ppt_x</p:attrName>
                                        </p:attrNameLst>
                                      </p:cBhvr>
                                      <p:tavLst>
                                        <p:tav tm="0">
                                          <p:val>
                                            <p:strVal val="#ppt_x"/>
                                          </p:val>
                                        </p:tav>
                                        <p:tav tm="100000">
                                          <p:val>
                                            <p:strVal val="#ppt_x"/>
                                          </p:val>
                                        </p:tav>
                                      </p:tavLst>
                                    </p:anim>
                                    <p:anim calcmode="lin" valueType="num">
                                      <p:cBhvr>
                                        <p:cTn id="95" dur="500" fill="hold"/>
                                        <p:tgtEl>
                                          <p:spTgt spid="37"/>
                                        </p:tgtEl>
                                        <p:attrNameLst>
                                          <p:attrName>ppt_y</p:attrName>
                                        </p:attrNameLst>
                                      </p:cBhvr>
                                      <p:tavLst>
                                        <p:tav tm="0">
                                          <p:val>
                                            <p:strVal val="#ppt_y+.1"/>
                                          </p:val>
                                        </p:tav>
                                        <p:tav tm="100000">
                                          <p:val>
                                            <p:strVal val="#ppt_y"/>
                                          </p:val>
                                        </p:tav>
                                      </p:tavLst>
                                    </p:anim>
                                  </p:childTnLst>
                                </p:cTn>
                              </p:par>
                            </p:childTnLst>
                          </p:cTn>
                        </p:par>
                        <p:par>
                          <p:cTn id="96" fill="hold">
                            <p:stCondLst>
                              <p:cond delay="8000"/>
                            </p:stCondLst>
                            <p:childTnLst>
                              <p:par>
                                <p:cTn id="97" presetID="53" presetClass="entr" presetSubtype="16" fill="hold" grpId="0" nodeType="afterEffect" nodePh="1">
                                  <p:stCondLst>
                                    <p:cond delay="0"/>
                                  </p:stCondLst>
                                  <p:endCondLst>
                                    <p:cond evt="begin" delay="0">
                                      <p:tn val="97"/>
                                    </p:cond>
                                  </p:endCondLst>
                                  <p:childTnLst>
                                    <p:set>
                                      <p:cBhvr>
                                        <p:cTn id="98" dur="1" fill="hold">
                                          <p:stCondLst>
                                            <p:cond delay="0"/>
                                          </p:stCondLst>
                                        </p:cTn>
                                        <p:tgtEl>
                                          <p:spTgt spid="19">
                                            <p:txEl>
                                              <p:pRg st="0" end="0"/>
                                            </p:txEl>
                                          </p:spTgt>
                                        </p:tgtEl>
                                        <p:attrNameLst>
                                          <p:attrName>style.visibility</p:attrName>
                                        </p:attrNameLst>
                                      </p:cBhvr>
                                      <p:to>
                                        <p:strVal val="visible"/>
                                      </p:to>
                                    </p:set>
                                    <p:anim calcmode="lin" valueType="num">
                                      <p:cBhvr>
                                        <p:cTn id="99" dur="500" fill="hold"/>
                                        <p:tgtEl>
                                          <p:spTgt spid="19">
                                            <p:txEl>
                                              <p:pRg st="0" end="0"/>
                                            </p:txEl>
                                          </p:spTgt>
                                        </p:tgtEl>
                                        <p:attrNameLst>
                                          <p:attrName>ppt_w</p:attrName>
                                        </p:attrNameLst>
                                      </p:cBhvr>
                                      <p:tavLst>
                                        <p:tav tm="0">
                                          <p:val>
                                            <p:fltVal val="0"/>
                                          </p:val>
                                        </p:tav>
                                        <p:tav tm="100000">
                                          <p:val>
                                            <p:strVal val="#ppt_w"/>
                                          </p:val>
                                        </p:tav>
                                      </p:tavLst>
                                    </p:anim>
                                    <p:anim calcmode="lin" valueType="num">
                                      <p:cBhvr>
                                        <p:cTn id="100" dur="500" fill="hold"/>
                                        <p:tgtEl>
                                          <p:spTgt spid="19">
                                            <p:txEl>
                                              <p:pRg st="0" end="0"/>
                                            </p:txEl>
                                          </p:spTgt>
                                        </p:tgtEl>
                                        <p:attrNameLst>
                                          <p:attrName>ppt_h</p:attrName>
                                        </p:attrNameLst>
                                      </p:cBhvr>
                                      <p:tavLst>
                                        <p:tav tm="0">
                                          <p:val>
                                            <p:fltVal val="0"/>
                                          </p:val>
                                        </p:tav>
                                        <p:tav tm="100000">
                                          <p:val>
                                            <p:strVal val="#ppt_h"/>
                                          </p:val>
                                        </p:tav>
                                      </p:tavLst>
                                    </p:anim>
                                    <p:animEffect transition="in" filter="fade">
                                      <p:cBhvr>
                                        <p:cTn id="101" dur="500"/>
                                        <p:tgtEl>
                                          <p:spTgt spid="19">
                                            <p:txEl>
                                              <p:pRg st="0" end="0"/>
                                            </p:txEl>
                                          </p:spTgt>
                                        </p:tgtEl>
                                      </p:cBhvr>
                                    </p:animEffect>
                                  </p:childTnLst>
                                </p:cTn>
                              </p:par>
                            </p:childTnLst>
                          </p:cTn>
                        </p:par>
                        <p:par>
                          <p:cTn id="102" fill="hold">
                            <p:stCondLst>
                              <p:cond delay="8500"/>
                            </p:stCondLst>
                            <p:childTnLst>
                              <p:par>
                                <p:cTn id="103" presetID="42" presetClass="entr" presetSubtype="0" fill="hold" grpId="0" nodeType="afterEffect" nodePh="1">
                                  <p:stCondLst>
                                    <p:cond delay="0"/>
                                  </p:stCondLst>
                                  <p:endCondLst>
                                    <p:cond evt="begin" delay="0">
                                      <p:tn val="103"/>
                                    </p:cond>
                                  </p:endCondLst>
                                  <p:childTnLst>
                                    <p:set>
                                      <p:cBhvr>
                                        <p:cTn id="104" dur="1" fill="hold">
                                          <p:stCondLst>
                                            <p:cond delay="0"/>
                                          </p:stCondLst>
                                        </p:cTn>
                                        <p:tgtEl>
                                          <p:spTgt spid="24">
                                            <p:txEl>
                                              <p:pRg st="0" end="0"/>
                                            </p:txEl>
                                          </p:spTgt>
                                        </p:tgtEl>
                                        <p:attrNameLst>
                                          <p:attrName>style.visibility</p:attrName>
                                        </p:attrNameLst>
                                      </p:cBhvr>
                                      <p:to>
                                        <p:strVal val="visible"/>
                                      </p:to>
                                    </p:set>
                                    <p:animEffect transition="in" filter="fade">
                                      <p:cBhvr>
                                        <p:cTn id="105" dur="500"/>
                                        <p:tgtEl>
                                          <p:spTgt spid="24">
                                            <p:txEl>
                                              <p:pRg st="0" end="0"/>
                                            </p:txEl>
                                          </p:spTgt>
                                        </p:tgtEl>
                                      </p:cBhvr>
                                    </p:animEffect>
                                    <p:anim calcmode="lin" valueType="num">
                                      <p:cBhvr>
                                        <p:cTn id="106"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p:cTn id="107" dur="500" fill="hold"/>
                                        <p:tgtEl>
                                          <p:spTgt spid="24">
                                            <p:txEl>
                                              <p:pRg st="0" end="0"/>
                                            </p:txEl>
                                          </p:spTgt>
                                        </p:tgtEl>
                                        <p:attrNameLst>
                                          <p:attrName>ppt_y</p:attrName>
                                        </p:attrNameLst>
                                      </p:cBhvr>
                                      <p:tavLst>
                                        <p:tav tm="0">
                                          <p:val>
                                            <p:strVal val="#ppt_y+.1"/>
                                          </p:val>
                                        </p:tav>
                                        <p:tav tm="100000">
                                          <p:val>
                                            <p:strVal val="#ppt_y"/>
                                          </p:val>
                                        </p:tav>
                                      </p:tavLst>
                                    </p:anim>
                                  </p:childTnLst>
                                </p:cTn>
                              </p:par>
                            </p:childTnLst>
                          </p:cTn>
                        </p:par>
                        <p:par>
                          <p:cTn id="108" fill="hold">
                            <p:stCondLst>
                              <p:cond delay="9000"/>
                            </p:stCondLst>
                            <p:childTnLst>
                              <p:par>
                                <p:cTn id="109" presetID="53" presetClass="entr" presetSubtype="16" fill="hold" nodeType="afterEffect">
                                  <p:stCondLst>
                                    <p:cond delay="0"/>
                                  </p:stCondLst>
                                  <p:childTnLst>
                                    <p:set>
                                      <p:cBhvr>
                                        <p:cTn id="110" dur="1" fill="hold">
                                          <p:stCondLst>
                                            <p:cond delay="0"/>
                                          </p:stCondLst>
                                        </p:cTn>
                                        <p:tgtEl>
                                          <p:spTgt spid="54"/>
                                        </p:tgtEl>
                                        <p:attrNameLst>
                                          <p:attrName>style.visibility</p:attrName>
                                        </p:attrNameLst>
                                      </p:cBhvr>
                                      <p:to>
                                        <p:strVal val="visible"/>
                                      </p:to>
                                    </p:set>
                                    <p:anim calcmode="lin" valueType="num">
                                      <p:cBhvr>
                                        <p:cTn id="111" dur="500" fill="hold"/>
                                        <p:tgtEl>
                                          <p:spTgt spid="54"/>
                                        </p:tgtEl>
                                        <p:attrNameLst>
                                          <p:attrName>ppt_w</p:attrName>
                                        </p:attrNameLst>
                                      </p:cBhvr>
                                      <p:tavLst>
                                        <p:tav tm="0">
                                          <p:val>
                                            <p:fltVal val="0"/>
                                          </p:val>
                                        </p:tav>
                                        <p:tav tm="100000">
                                          <p:val>
                                            <p:strVal val="#ppt_w"/>
                                          </p:val>
                                        </p:tav>
                                      </p:tavLst>
                                    </p:anim>
                                    <p:anim calcmode="lin" valueType="num">
                                      <p:cBhvr>
                                        <p:cTn id="112" dur="500" fill="hold"/>
                                        <p:tgtEl>
                                          <p:spTgt spid="54"/>
                                        </p:tgtEl>
                                        <p:attrNameLst>
                                          <p:attrName>ppt_h</p:attrName>
                                        </p:attrNameLst>
                                      </p:cBhvr>
                                      <p:tavLst>
                                        <p:tav tm="0">
                                          <p:val>
                                            <p:fltVal val="0"/>
                                          </p:val>
                                        </p:tav>
                                        <p:tav tm="100000">
                                          <p:val>
                                            <p:strVal val="#ppt_h"/>
                                          </p:val>
                                        </p:tav>
                                      </p:tavLst>
                                    </p:anim>
                                    <p:animEffect transition="in" filter="fade">
                                      <p:cBhvr>
                                        <p:cTn id="113" dur="500"/>
                                        <p:tgtEl>
                                          <p:spTgt spid="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13"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3"/>
                        </p:tgtEl>
                        <p:attrNameLst>
                          <p:attrName>style.visibility</p:attrName>
                        </p:attrNameLst>
                      </p:cBhvr>
                      <p:to>
                        <p:strVal val="visible"/>
                      </p:to>
                    </p:set>
                    <p:anim calcmode="lin" valueType="num">
                      <p:cBhvr>
                        <p:cTn dur="500" fill="hold"/>
                        <p:tgtEl>
                          <p:spTgt spid="13"/>
                        </p:tgtEl>
                        <p:attrNameLst>
                          <p:attrName>ppt_w</p:attrName>
                        </p:attrNameLst>
                      </p:cBhvr>
                      <p:tavLst>
                        <p:tav tm="0">
                          <p:val>
                            <p:fltVal val="0"/>
                          </p:val>
                        </p:tav>
                        <p:tav tm="100000">
                          <p:val>
                            <p:strVal val="#ppt_w"/>
                          </p:val>
                        </p:tav>
                      </p:tavLst>
                    </p:anim>
                    <p:anim calcmode="lin" valueType="num">
                      <p:cBhvr>
                        <p:cTn dur="500" fill="hold"/>
                        <p:tgtEl>
                          <p:spTgt spid="13"/>
                        </p:tgtEl>
                        <p:attrNameLst>
                          <p:attrName>ppt_h</p:attrName>
                        </p:attrNameLst>
                      </p:cBhvr>
                      <p:tavLst>
                        <p:tav tm="0">
                          <p:val>
                            <p:fltVal val="0"/>
                          </p:val>
                        </p:tav>
                        <p:tav tm="100000">
                          <p:val>
                            <p:strVal val="#ppt_h"/>
                          </p:val>
                        </p:tav>
                      </p:tavLst>
                    </p:anim>
                    <p:animEffect transition="in" filter="fade">
                      <p:cBhvr>
                        <p:cTn dur="500"/>
                        <p:tgtEl>
                          <p:spTgt spid="13"/>
                        </p:tgtEl>
                      </p:cBhvr>
                    </p:animEffect>
                  </p:childTnLst>
                </p:cTn>
              </p:par>
            </p:tnLst>
          </p:tmpl>
        </p:tmplLst>
      </p:bldP>
      <p:bldP spid="15"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5"/>
                        </p:tgtEl>
                        <p:attrNameLst>
                          <p:attrName>style.visibility</p:attrName>
                        </p:attrNameLst>
                      </p:cBhvr>
                      <p:to>
                        <p:strVal val="visible"/>
                      </p:to>
                    </p:set>
                    <p:anim calcmode="lin" valueType="num">
                      <p:cBhvr>
                        <p:cTn dur="500" fill="hold"/>
                        <p:tgtEl>
                          <p:spTgt spid="15"/>
                        </p:tgtEl>
                        <p:attrNameLst>
                          <p:attrName>ppt_w</p:attrName>
                        </p:attrNameLst>
                      </p:cBhvr>
                      <p:tavLst>
                        <p:tav tm="0">
                          <p:val>
                            <p:fltVal val="0"/>
                          </p:val>
                        </p:tav>
                        <p:tav tm="100000">
                          <p:val>
                            <p:strVal val="#ppt_w"/>
                          </p:val>
                        </p:tav>
                      </p:tavLst>
                    </p:anim>
                    <p:anim calcmode="lin" valueType="num">
                      <p:cBhvr>
                        <p:cTn dur="500" fill="hold"/>
                        <p:tgtEl>
                          <p:spTgt spid="15"/>
                        </p:tgtEl>
                        <p:attrNameLst>
                          <p:attrName>ppt_h</p:attrName>
                        </p:attrNameLst>
                      </p:cBhvr>
                      <p:tavLst>
                        <p:tav tm="0">
                          <p:val>
                            <p:fltVal val="0"/>
                          </p:val>
                        </p:tav>
                        <p:tav tm="100000">
                          <p:val>
                            <p:strVal val="#ppt_h"/>
                          </p:val>
                        </p:tav>
                      </p:tavLst>
                    </p:anim>
                    <p:animEffect transition="in" filter="fade">
                      <p:cBhvr>
                        <p:cTn dur="500"/>
                        <p:tgtEl>
                          <p:spTgt spid="15"/>
                        </p:tgtEl>
                      </p:cBhvr>
                    </p:animEffect>
                  </p:childTnLst>
                </p:cTn>
              </p:par>
            </p:tnLst>
          </p:tmpl>
        </p:tmplLst>
      </p:bldP>
      <p:bldP spid="17"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7"/>
                        </p:tgtEl>
                        <p:attrNameLst>
                          <p:attrName>style.visibility</p:attrName>
                        </p:attrNameLst>
                      </p:cBhvr>
                      <p:to>
                        <p:strVal val="visible"/>
                      </p:to>
                    </p:set>
                    <p:anim calcmode="lin" valueType="num">
                      <p:cBhvr>
                        <p:cTn dur="500" fill="hold"/>
                        <p:tgtEl>
                          <p:spTgt spid="17"/>
                        </p:tgtEl>
                        <p:attrNameLst>
                          <p:attrName>ppt_w</p:attrName>
                        </p:attrNameLst>
                      </p:cBhvr>
                      <p:tavLst>
                        <p:tav tm="0">
                          <p:val>
                            <p:fltVal val="0"/>
                          </p:val>
                        </p:tav>
                        <p:tav tm="100000">
                          <p:val>
                            <p:strVal val="#ppt_w"/>
                          </p:val>
                        </p:tav>
                      </p:tavLst>
                    </p:anim>
                    <p:anim calcmode="lin" valueType="num">
                      <p:cBhvr>
                        <p:cTn dur="500" fill="hold"/>
                        <p:tgtEl>
                          <p:spTgt spid="17"/>
                        </p:tgtEl>
                        <p:attrNameLst>
                          <p:attrName>ppt_h</p:attrName>
                        </p:attrNameLst>
                      </p:cBhvr>
                      <p:tavLst>
                        <p:tav tm="0">
                          <p:val>
                            <p:fltVal val="0"/>
                          </p:val>
                        </p:tav>
                        <p:tav tm="100000">
                          <p:val>
                            <p:strVal val="#ppt_h"/>
                          </p:val>
                        </p:tav>
                      </p:tavLst>
                    </p:anim>
                    <p:animEffect transition="in" filter="fade">
                      <p:cBhvr>
                        <p:cTn dur="500"/>
                        <p:tgtEl>
                          <p:spTgt spid="17"/>
                        </p:tgtEl>
                      </p:cBhvr>
                    </p:animEffect>
                  </p:childTnLst>
                </p:cTn>
              </p:par>
            </p:tnLst>
          </p:tmpl>
        </p:tmplLst>
      </p:bldP>
      <p:bldP spid="19"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9"/>
                        </p:tgtEl>
                        <p:attrNameLst>
                          <p:attrName>style.visibility</p:attrName>
                        </p:attrNameLst>
                      </p:cBhvr>
                      <p:to>
                        <p:strVal val="visible"/>
                      </p:to>
                    </p:set>
                    <p:anim calcmode="lin" valueType="num">
                      <p:cBhvr>
                        <p:cTn dur="500" fill="hold"/>
                        <p:tgtEl>
                          <p:spTgt spid="19"/>
                        </p:tgtEl>
                        <p:attrNameLst>
                          <p:attrName>ppt_w</p:attrName>
                        </p:attrNameLst>
                      </p:cBhvr>
                      <p:tavLst>
                        <p:tav tm="0">
                          <p:val>
                            <p:fltVal val="0"/>
                          </p:val>
                        </p:tav>
                        <p:tav tm="100000">
                          <p:val>
                            <p:strVal val="#ppt_w"/>
                          </p:val>
                        </p:tav>
                      </p:tavLst>
                    </p:anim>
                    <p:anim calcmode="lin" valueType="num">
                      <p:cBhvr>
                        <p:cTn dur="500" fill="hold"/>
                        <p:tgtEl>
                          <p:spTgt spid="19"/>
                        </p:tgtEl>
                        <p:attrNameLst>
                          <p:attrName>ppt_h</p:attrName>
                        </p:attrNameLst>
                      </p:cBhvr>
                      <p:tavLst>
                        <p:tav tm="0">
                          <p:val>
                            <p:fltVal val="0"/>
                          </p:val>
                        </p:tav>
                        <p:tav tm="100000">
                          <p:val>
                            <p:strVal val="#ppt_h"/>
                          </p:val>
                        </p:tav>
                      </p:tavLst>
                    </p:anim>
                    <p:animEffect transition="in" filter="fade">
                      <p:cBhvr>
                        <p:cTn dur="500"/>
                        <p:tgtEl>
                          <p:spTgt spid="19"/>
                        </p:tgtEl>
                      </p:cBhvr>
                    </p:animEffect>
                  </p:childTnLst>
                </p:cTn>
              </p:par>
            </p:tnLst>
          </p:tmpl>
        </p:tmplLst>
      </p:bldP>
      <p:bldP spid="21"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1"/>
                        </p:tgtEl>
                        <p:attrNameLst>
                          <p:attrName>style.visibility</p:attrName>
                        </p:attrNameLst>
                      </p:cBhvr>
                      <p:to>
                        <p:strVal val="visible"/>
                      </p:to>
                    </p:set>
                    <p:animEffect transition="in" filter="fade">
                      <p:cBhvr>
                        <p:cTn dur="500"/>
                        <p:tgtEl>
                          <p:spTgt spid="21"/>
                        </p:tgtEl>
                      </p:cBhvr>
                    </p:animEffect>
                    <p:anim calcmode="lin" valueType="num">
                      <p:cBhvr>
                        <p:cTn dur="500" fill="hold"/>
                        <p:tgtEl>
                          <p:spTgt spid="21"/>
                        </p:tgtEl>
                        <p:attrNameLst>
                          <p:attrName>ppt_x</p:attrName>
                        </p:attrNameLst>
                      </p:cBhvr>
                      <p:tavLst>
                        <p:tav tm="0">
                          <p:val>
                            <p:strVal val="#ppt_x"/>
                          </p:val>
                        </p:tav>
                        <p:tav tm="100000">
                          <p:val>
                            <p:strVal val="#ppt_x"/>
                          </p:val>
                        </p:tav>
                      </p:tavLst>
                    </p:anim>
                    <p:anim calcmode="lin" valueType="num">
                      <p:cBhvr>
                        <p:cTn dur="500" fill="hold"/>
                        <p:tgtEl>
                          <p:spTgt spid="21"/>
                        </p:tgtEl>
                        <p:attrNameLst>
                          <p:attrName>ppt_y</p:attrName>
                        </p:attrNameLst>
                      </p:cBhvr>
                      <p:tavLst>
                        <p:tav tm="0">
                          <p:val>
                            <p:strVal val="#ppt_y+.1"/>
                          </p:val>
                        </p:tav>
                        <p:tav tm="100000">
                          <p:val>
                            <p:strVal val="#ppt_y"/>
                          </p:val>
                        </p:tav>
                      </p:tavLst>
                    </p:anim>
                  </p:childTnLst>
                </p:cTn>
              </p:par>
            </p:tnLst>
          </p:tmpl>
        </p:tmplLst>
      </p:bldP>
      <p:bldP spid="22"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2"/>
                        </p:tgtEl>
                        <p:attrNameLst>
                          <p:attrName>style.visibility</p:attrName>
                        </p:attrNameLst>
                      </p:cBhvr>
                      <p:to>
                        <p:strVal val="visible"/>
                      </p:to>
                    </p:set>
                    <p:animEffect transition="in" filter="fade">
                      <p:cBhvr>
                        <p:cTn dur="500"/>
                        <p:tgtEl>
                          <p:spTgt spid="22"/>
                        </p:tgtEl>
                      </p:cBhvr>
                    </p:animEffect>
                    <p:anim calcmode="lin" valueType="num">
                      <p:cBhvr>
                        <p:cTn dur="500" fill="hold"/>
                        <p:tgtEl>
                          <p:spTgt spid="22"/>
                        </p:tgtEl>
                        <p:attrNameLst>
                          <p:attrName>ppt_x</p:attrName>
                        </p:attrNameLst>
                      </p:cBhvr>
                      <p:tavLst>
                        <p:tav tm="0">
                          <p:val>
                            <p:strVal val="#ppt_x"/>
                          </p:val>
                        </p:tav>
                        <p:tav tm="100000">
                          <p:val>
                            <p:strVal val="#ppt_x"/>
                          </p:val>
                        </p:tav>
                      </p:tavLst>
                    </p:anim>
                    <p:anim calcmode="lin" valueType="num">
                      <p:cBhvr>
                        <p:cTn dur="500" fill="hold"/>
                        <p:tgtEl>
                          <p:spTgt spid="22"/>
                        </p:tgtEl>
                        <p:attrNameLst>
                          <p:attrName>ppt_y</p:attrName>
                        </p:attrNameLst>
                      </p:cBhvr>
                      <p:tavLst>
                        <p:tav tm="0">
                          <p:val>
                            <p:strVal val="#ppt_y+.1"/>
                          </p:val>
                        </p:tav>
                        <p:tav tm="100000">
                          <p:val>
                            <p:strVal val="#ppt_y"/>
                          </p:val>
                        </p:tav>
                      </p:tavLst>
                    </p:anim>
                  </p:childTnLst>
                </p:cTn>
              </p:par>
            </p:tnLst>
          </p:tmpl>
        </p:tmplLst>
      </p:bldP>
      <p:bldP spid="23"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3"/>
                        </p:tgtEl>
                        <p:attrNameLst>
                          <p:attrName>style.visibility</p:attrName>
                        </p:attrNameLst>
                      </p:cBhvr>
                      <p:to>
                        <p:strVal val="visible"/>
                      </p:to>
                    </p:set>
                    <p:animEffect transition="in" filter="fade">
                      <p:cBhvr>
                        <p:cTn dur="500"/>
                        <p:tgtEl>
                          <p:spTgt spid="23"/>
                        </p:tgtEl>
                      </p:cBhvr>
                    </p:animEffect>
                    <p:anim calcmode="lin" valueType="num">
                      <p:cBhvr>
                        <p:cTn dur="500" fill="hold"/>
                        <p:tgtEl>
                          <p:spTgt spid="23"/>
                        </p:tgtEl>
                        <p:attrNameLst>
                          <p:attrName>ppt_x</p:attrName>
                        </p:attrNameLst>
                      </p:cBhvr>
                      <p:tavLst>
                        <p:tav tm="0">
                          <p:val>
                            <p:strVal val="#ppt_x"/>
                          </p:val>
                        </p:tav>
                        <p:tav tm="100000">
                          <p:val>
                            <p:strVal val="#ppt_x"/>
                          </p:val>
                        </p:tav>
                      </p:tavLst>
                    </p:anim>
                    <p:anim calcmode="lin" valueType="num">
                      <p:cBhvr>
                        <p:cTn dur="500" fill="hold"/>
                        <p:tgtEl>
                          <p:spTgt spid="23"/>
                        </p:tgtEl>
                        <p:attrNameLst>
                          <p:attrName>ppt_y</p:attrName>
                        </p:attrNameLst>
                      </p:cBhvr>
                      <p:tavLst>
                        <p:tav tm="0">
                          <p:val>
                            <p:strVal val="#ppt_y+.1"/>
                          </p:val>
                        </p:tav>
                        <p:tav tm="100000">
                          <p:val>
                            <p:strVal val="#ppt_y"/>
                          </p:val>
                        </p:tav>
                      </p:tavLst>
                    </p:anim>
                  </p:childTnLst>
                </p:cTn>
              </p:par>
            </p:tnLst>
          </p:tmpl>
        </p:tmplLst>
      </p:bldP>
      <p:bldP spid="24"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4"/>
                        </p:tgtEl>
                        <p:attrNameLst>
                          <p:attrName>style.visibility</p:attrName>
                        </p:attrNameLst>
                      </p:cBhvr>
                      <p:to>
                        <p:strVal val="visible"/>
                      </p:to>
                    </p:set>
                    <p:animEffect transition="in" filter="fade">
                      <p:cBhvr>
                        <p:cTn dur="500"/>
                        <p:tgtEl>
                          <p:spTgt spid="24"/>
                        </p:tgtEl>
                      </p:cBhvr>
                    </p:animEffect>
                    <p:anim calcmode="lin" valueType="num">
                      <p:cBhvr>
                        <p:cTn dur="500" fill="hold"/>
                        <p:tgtEl>
                          <p:spTgt spid="24"/>
                        </p:tgtEl>
                        <p:attrNameLst>
                          <p:attrName>ppt_x</p:attrName>
                        </p:attrNameLst>
                      </p:cBhvr>
                      <p:tavLst>
                        <p:tav tm="0">
                          <p:val>
                            <p:strVal val="#ppt_x"/>
                          </p:val>
                        </p:tav>
                        <p:tav tm="100000">
                          <p:val>
                            <p:strVal val="#ppt_x"/>
                          </p:val>
                        </p:tav>
                      </p:tavLst>
                    </p:anim>
                    <p:anim calcmode="lin" valueType="num">
                      <p:cBhvr>
                        <p:cTn dur="500" fill="hold"/>
                        <p:tgtEl>
                          <p:spTgt spid="24"/>
                        </p:tgtEl>
                        <p:attrNameLst>
                          <p:attrName>ppt_y</p:attrName>
                        </p:attrNameLst>
                      </p:cBhvr>
                      <p:tavLst>
                        <p:tav tm="0">
                          <p:val>
                            <p:strVal val="#ppt_y+.1"/>
                          </p:val>
                        </p:tav>
                        <p:tav tm="100000">
                          <p:val>
                            <p:strVal val="#ppt_y"/>
                          </p:val>
                        </p:tav>
                      </p:tavLst>
                    </p:anim>
                  </p:childTnLst>
                </p:cTn>
              </p:par>
            </p:tnLst>
          </p:tmpl>
        </p:tmplLst>
      </p:bldP>
      <p:bldP spid="31" grpId="0" animBg="1"/>
      <p:bldP spid="33" grpId="0" animBg="1"/>
      <p:bldP spid="35" grpId="0" animBg="1"/>
      <p:bldP spid="37" grpId="0" animBg="1"/>
    </p:bldLst>
  </p:timing>
</p:sldLayout>
</file>

<file path=ppt/slideLayouts/slideLayout723.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13" name="Text Placeholder 21"/>
          <p:cNvSpPr>
            <a:spLocks noGrp="1"/>
          </p:cNvSpPr>
          <p:nvPr>
            <p:ph type="body" sz="quarter" idx="20"/>
          </p:nvPr>
        </p:nvSpPr>
        <p:spPr>
          <a:xfrm>
            <a:off x="8153400" y="5316142"/>
            <a:ext cx="2492492" cy="256811"/>
          </a:xfrm>
        </p:spPr>
        <p:txBody>
          <a:bodyPr>
            <a:noAutofit/>
          </a:bodyPr>
          <a:lstStyle>
            <a:lvl1pPr algn="ctr">
              <a:defRPr sz="14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1" name="Text Placeholder 21"/>
          <p:cNvSpPr>
            <a:spLocks noGrp="1"/>
          </p:cNvSpPr>
          <p:nvPr>
            <p:ph type="body" sz="quarter" idx="29"/>
          </p:nvPr>
        </p:nvSpPr>
        <p:spPr>
          <a:xfrm>
            <a:off x="8153400" y="5593818"/>
            <a:ext cx="2492492" cy="330467"/>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1" name="Picture Placeholder 30"/>
          <p:cNvSpPr>
            <a:spLocks noGrp="1"/>
          </p:cNvSpPr>
          <p:nvPr>
            <p:ph type="pic" sz="quarter" idx="33" hasCustomPrompt="1"/>
          </p:nvPr>
        </p:nvSpPr>
        <p:spPr>
          <a:xfrm>
            <a:off x="8153400" y="1898601"/>
            <a:ext cx="2492492" cy="3145782"/>
          </a:xfrm>
          <a:solidFill>
            <a:schemeClr val="bg1">
              <a:lumMod val="85000"/>
            </a:schemeClr>
          </a:solidFill>
        </p:spPr>
        <p:txBody>
          <a:bodyPr/>
          <a:lstStyle>
            <a:lvl1pPr>
              <a:defRPr/>
            </a:lvl1pPr>
          </a:lstStyle>
          <a:p>
            <a:r>
              <a:rPr lang="id-ID" dirty="0" smtClean="0"/>
              <a:t>Pic here</a:t>
            </a:r>
            <a:endParaRPr lang="en-AU" dirty="0"/>
          </a:p>
        </p:txBody>
      </p:sp>
      <p:sp>
        <p:nvSpPr>
          <p:cNvPr id="25" name="Text Placeholder 21"/>
          <p:cNvSpPr>
            <a:spLocks noGrp="1"/>
          </p:cNvSpPr>
          <p:nvPr>
            <p:ph type="body" sz="quarter" idx="34"/>
          </p:nvPr>
        </p:nvSpPr>
        <p:spPr>
          <a:xfrm>
            <a:off x="479425" y="2048885"/>
            <a:ext cx="5616575" cy="360363"/>
          </a:xfrm>
        </p:spPr>
        <p:txBody>
          <a:bodyPr/>
          <a:lstStyle>
            <a:lvl1pP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6" name="Text Placeholder 21"/>
          <p:cNvSpPr>
            <a:spLocks noGrp="1"/>
          </p:cNvSpPr>
          <p:nvPr>
            <p:ph type="body" sz="quarter" idx="21"/>
          </p:nvPr>
        </p:nvSpPr>
        <p:spPr>
          <a:xfrm>
            <a:off x="479425" y="2457996"/>
            <a:ext cx="5616575" cy="971004"/>
          </a:xfrm>
        </p:spPr>
        <p:txBody>
          <a:bodyPr>
            <a:normAutofit/>
          </a:bodyPr>
          <a:lstStyle>
            <a:lvl1pP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Tree>
    <p:extLst>
      <p:ext uri="{BB962C8B-B14F-4D97-AF65-F5344CB8AC3E}">
        <p14:creationId xmlns:p14="http://schemas.microsoft.com/office/powerpoint/2010/main" val="342881484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42" presetClass="entr" presetSubtype="0" fill="hold" grpId="0" nodeType="afterEffect">
                                  <p:stCondLst>
                                    <p:cond delay="0"/>
                                  </p:stCondLst>
                                  <p:childTnLst>
                                    <p:set>
                                      <p:cBhvr>
                                        <p:cTn id="20" dur="1" fill="hold">
                                          <p:stCondLst>
                                            <p:cond delay="0"/>
                                          </p:stCondLst>
                                        </p:cTn>
                                        <p:tgtEl>
                                          <p:spTgt spid="31"/>
                                        </p:tgtEl>
                                        <p:attrNameLst>
                                          <p:attrName>style.visibility</p:attrName>
                                        </p:attrNameLst>
                                      </p:cBhvr>
                                      <p:to>
                                        <p:strVal val="visible"/>
                                      </p:to>
                                    </p:set>
                                    <p:animEffect transition="in" filter="fade">
                                      <p:cBhvr>
                                        <p:cTn id="21" dur="500"/>
                                        <p:tgtEl>
                                          <p:spTgt spid="31"/>
                                        </p:tgtEl>
                                      </p:cBhvr>
                                    </p:animEffect>
                                    <p:anim calcmode="lin" valueType="num">
                                      <p:cBhvr>
                                        <p:cTn id="22" dur="500" fill="hold"/>
                                        <p:tgtEl>
                                          <p:spTgt spid="31"/>
                                        </p:tgtEl>
                                        <p:attrNameLst>
                                          <p:attrName>ppt_x</p:attrName>
                                        </p:attrNameLst>
                                      </p:cBhvr>
                                      <p:tavLst>
                                        <p:tav tm="0">
                                          <p:val>
                                            <p:strVal val="#ppt_x"/>
                                          </p:val>
                                        </p:tav>
                                        <p:tav tm="100000">
                                          <p:val>
                                            <p:strVal val="#ppt_x"/>
                                          </p:val>
                                        </p:tav>
                                      </p:tavLst>
                                    </p:anim>
                                    <p:anim calcmode="lin" valueType="num">
                                      <p:cBhvr>
                                        <p:cTn id="23" dur="500" fill="hold"/>
                                        <p:tgtEl>
                                          <p:spTgt spid="31"/>
                                        </p:tgtEl>
                                        <p:attrNameLst>
                                          <p:attrName>ppt_y</p:attrName>
                                        </p:attrNameLst>
                                      </p:cBhvr>
                                      <p:tavLst>
                                        <p:tav tm="0">
                                          <p:val>
                                            <p:strVal val="#ppt_y+.1"/>
                                          </p:val>
                                        </p:tav>
                                        <p:tav tm="100000">
                                          <p:val>
                                            <p:strVal val="#ppt_y"/>
                                          </p:val>
                                        </p:tav>
                                      </p:tavLst>
                                    </p:anim>
                                  </p:childTnLst>
                                </p:cTn>
                              </p:par>
                            </p:childTnLst>
                          </p:cTn>
                        </p:par>
                        <p:par>
                          <p:cTn id="24" fill="hold">
                            <p:stCondLst>
                              <p:cond delay="2000"/>
                            </p:stCondLst>
                            <p:childTnLst>
                              <p:par>
                                <p:cTn id="25" presetID="53" presetClass="entr" presetSubtype="16" fill="hold" grpId="0" nodeType="afterEffect" nodePh="1">
                                  <p:stCondLst>
                                    <p:cond delay="0"/>
                                  </p:stCondLst>
                                  <p:endCondLst>
                                    <p:cond evt="begin" delay="0">
                                      <p:tn val="25"/>
                                    </p:cond>
                                  </p:endCondLst>
                                  <p:childTnLst>
                                    <p:set>
                                      <p:cBhvr>
                                        <p:cTn id="26" dur="1" fill="hold">
                                          <p:stCondLst>
                                            <p:cond delay="0"/>
                                          </p:stCondLst>
                                        </p:cTn>
                                        <p:tgtEl>
                                          <p:spTgt spid="13">
                                            <p:txEl>
                                              <p:pRg st="0" end="0"/>
                                            </p:txEl>
                                          </p:spTgt>
                                        </p:tgtEl>
                                        <p:attrNameLst>
                                          <p:attrName>style.visibility</p:attrName>
                                        </p:attrNameLst>
                                      </p:cBhvr>
                                      <p:to>
                                        <p:strVal val="visible"/>
                                      </p:to>
                                    </p:set>
                                    <p:anim calcmode="lin" valueType="num">
                                      <p:cBhvr>
                                        <p:cTn id="27" dur="500" fill="hold"/>
                                        <p:tgtEl>
                                          <p:spTgt spid="13">
                                            <p:txEl>
                                              <p:pRg st="0" end="0"/>
                                            </p:txEl>
                                          </p:spTgt>
                                        </p:tgtEl>
                                        <p:attrNameLst>
                                          <p:attrName>ppt_w</p:attrName>
                                        </p:attrNameLst>
                                      </p:cBhvr>
                                      <p:tavLst>
                                        <p:tav tm="0">
                                          <p:val>
                                            <p:fltVal val="0"/>
                                          </p:val>
                                        </p:tav>
                                        <p:tav tm="100000">
                                          <p:val>
                                            <p:strVal val="#ppt_w"/>
                                          </p:val>
                                        </p:tav>
                                      </p:tavLst>
                                    </p:anim>
                                    <p:anim calcmode="lin" valueType="num">
                                      <p:cBhvr>
                                        <p:cTn id="28" dur="500" fill="hold"/>
                                        <p:tgtEl>
                                          <p:spTgt spid="13">
                                            <p:txEl>
                                              <p:pRg st="0" end="0"/>
                                            </p:txEl>
                                          </p:spTgt>
                                        </p:tgtEl>
                                        <p:attrNameLst>
                                          <p:attrName>ppt_h</p:attrName>
                                        </p:attrNameLst>
                                      </p:cBhvr>
                                      <p:tavLst>
                                        <p:tav tm="0">
                                          <p:val>
                                            <p:fltVal val="0"/>
                                          </p:val>
                                        </p:tav>
                                        <p:tav tm="100000">
                                          <p:val>
                                            <p:strVal val="#ppt_h"/>
                                          </p:val>
                                        </p:tav>
                                      </p:tavLst>
                                    </p:anim>
                                    <p:animEffect transition="in" filter="fade">
                                      <p:cBhvr>
                                        <p:cTn id="29" dur="500"/>
                                        <p:tgtEl>
                                          <p:spTgt spid="13">
                                            <p:txEl>
                                              <p:pRg st="0" end="0"/>
                                            </p:txEl>
                                          </p:spTgt>
                                        </p:tgtEl>
                                      </p:cBhvr>
                                    </p:animEffect>
                                  </p:childTnLst>
                                </p:cTn>
                              </p:par>
                            </p:childTnLst>
                          </p:cTn>
                        </p:par>
                        <p:par>
                          <p:cTn id="30" fill="hold">
                            <p:stCondLst>
                              <p:cond delay="2500"/>
                            </p:stCondLst>
                            <p:childTnLst>
                              <p:par>
                                <p:cTn id="31" presetID="42" presetClass="entr" presetSubtype="0" fill="hold" grpId="0" nodeType="afterEffect" nodePh="1">
                                  <p:stCondLst>
                                    <p:cond delay="0"/>
                                  </p:stCondLst>
                                  <p:endCondLst>
                                    <p:cond evt="begin" delay="0">
                                      <p:tn val="31"/>
                                    </p:cond>
                                  </p:endCondLst>
                                  <p:childTnLst>
                                    <p:set>
                                      <p:cBhvr>
                                        <p:cTn id="32" dur="1" fill="hold">
                                          <p:stCondLst>
                                            <p:cond delay="0"/>
                                          </p:stCondLst>
                                        </p:cTn>
                                        <p:tgtEl>
                                          <p:spTgt spid="21">
                                            <p:txEl>
                                              <p:pRg st="0" end="0"/>
                                            </p:txEl>
                                          </p:spTgt>
                                        </p:tgtEl>
                                        <p:attrNameLst>
                                          <p:attrName>style.visibility</p:attrName>
                                        </p:attrNameLst>
                                      </p:cBhvr>
                                      <p:to>
                                        <p:strVal val="visible"/>
                                      </p:to>
                                    </p:set>
                                    <p:animEffect transition="in" filter="fade">
                                      <p:cBhvr>
                                        <p:cTn id="33" dur="500"/>
                                        <p:tgtEl>
                                          <p:spTgt spid="21">
                                            <p:txEl>
                                              <p:pRg st="0" end="0"/>
                                            </p:txEl>
                                          </p:spTgt>
                                        </p:tgtEl>
                                      </p:cBhvr>
                                    </p:animEffect>
                                    <p:anim calcmode="lin" valueType="num">
                                      <p:cBhvr>
                                        <p:cTn id="34" dur="500" fill="hold"/>
                                        <p:tgtEl>
                                          <p:spTgt spid="21">
                                            <p:txEl>
                                              <p:pRg st="0" end="0"/>
                                            </p:txEl>
                                          </p:spTgt>
                                        </p:tgtEl>
                                        <p:attrNameLst>
                                          <p:attrName>ppt_x</p:attrName>
                                        </p:attrNameLst>
                                      </p:cBhvr>
                                      <p:tavLst>
                                        <p:tav tm="0">
                                          <p:val>
                                            <p:strVal val="#ppt_x"/>
                                          </p:val>
                                        </p:tav>
                                        <p:tav tm="100000">
                                          <p:val>
                                            <p:strVal val="#ppt_x"/>
                                          </p:val>
                                        </p:tav>
                                      </p:tavLst>
                                    </p:anim>
                                    <p:anim calcmode="lin" valueType="num">
                                      <p:cBhvr>
                                        <p:cTn id="35" dur="500" fill="hold"/>
                                        <p:tgtEl>
                                          <p:spTgt spid="21">
                                            <p:txEl>
                                              <p:pRg st="0" end="0"/>
                                            </p:txEl>
                                          </p:spTgt>
                                        </p:tgtEl>
                                        <p:attrNameLst>
                                          <p:attrName>ppt_y</p:attrName>
                                        </p:attrNameLst>
                                      </p:cBhvr>
                                      <p:tavLst>
                                        <p:tav tm="0">
                                          <p:val>
                                            <p:strVal val="#ppt_y+.1"/>
                                          </p:val>
                                        </p:tav>
                                        <p:tav tm="100000">
                                          <p:val>
                                            <p:strVal val="#ppt_y"/>
                                          </p:val>
                                        </p:tav>
                                      </p:tavLst>
                                    </p:anim>
                                  </p:childTnLst>
                                </p:cTn>
                              </p:par>
                            </p:childTnLst>
                          </p:cTn>
                        </p:par>
                        <p:par>
                          <p:cTn id="36" fill="hold">
                            <p:stCondLst>
                              <p:cond delay="3000"/>
                            </p:stCondLst>
                            <p:childTnLst>
                              <p:par>
                                <p:cTn id="37" presetID="53" presetClass="entr" presetSubtype="16" fill="hold" grpId="0" nodeType="afterEffect" nodePh="1">
                                  <p:stCondLst>
                                    <p:cond delay="0"/>
                                  </p:stCondLst>
                                  <p:endCondLst>
                                    <p:cond evt="begin" delay="0">
                                      <p:tn val="37"/>
                                    </p:cond>
                                  </p:endCondLst>
                                  <p:childTnLst>
                                    <p:set>
                                      <p:cBhvr>
                                        <p:cTn id="38" dur="1" fill="hold">
                                          <p:stCondLst>
                                            <p:cond delay="0"/>
                                          </p:stCondLst>
                                        </p:cTn>
                                        <p:tgtEl>
                                          <p:spTgt spid="25">
                                            <p:txEl>
                                              <p:pRg st="0" end="0"/>
                                            </p:txEl>
                                          </p:spTgt>
                                        </p:tgtEl>
                                        <p:attrNameLst>
                                          <p:attrName>style.visibility</p:attrName>
                                        </p:attrNameLst>
                                      </p:cBhvr>
                                      <p:to>
                                        <p:strVal val="visible"/>
                                      </p:to>
                                    </p:set>
                                    <p:anim calcmode="lin" valueType="num">
                                      <p:cBhvr>
                                        <p:cTn id="39" dur="500" fill="hold"/>
                                        <p:tgtEl>
                                          <p:spTgt spid="25">
                                            <p:txEl>
                                              <p:pRg st="0" end="0"/>
                                            </p:txEl>
                                          </p:spTgt>
                                        </p:tgtEl>
                                        <p:attrNameLst>
                                          <p:attrName>ppt_w</p:attrName>
                                        </p:attrNameLst>
                                      </p:cBhvr>
                                      <p:tavLst>
                                        <p:tav tm="0">
                                          <p:val>
                                            <p:fltVal val="0"/>
                                          </p:val>
                                        </p:tav>
                                        <p:tav tm="100000">
                                          <p:val>
                                            <p:strVal val="#ppt_w"/>
                                          </p:val>
                                        </p:tav>
                                      </p:tavLst>
                                    </p:anim>
                                    <p:anim calcmode="lin" valueType="num">
                                      <p:cBhvr>
                                        <p:cTn id="40" dur="500" fill="hold"/>
                                        <p:tgtEl>
                                          <p:spTgt spid="25">
                                            <p:txEl>
                                              <p:pRg st="0" end="0"/>
                                            </p:txEl>
                                          </p:spTgt>
                                        </p:tgtEl>
                                        <p:attrNameLst>
                                          <p:attrName>ppt_h</p:attrName>
                                        </p:attrNameLst>
                                      </p:cBhvr>
                                      <p:tavLst>
                                        <p:tav tm="0">
                                          <p:val>
                                            <p:fltVal val="0"/>
                                          </p:val>
                                        </p:tav>
                                        <p:tav tm="100000">
                                          <p:val>
                                            <p:strVal val="#ppt_h"/>
                                          </p:val>
                                        </p:tav>
                                      </p:tavLst>
                                    </p:anim>
                                    <p:animEffect transition="in" filter="fade">
                                      <p:cBhvr>
                                        <p:cTn id="41" dur="500"/>
                                        <p:tgtEl>
                                          <p:spTgt spid="25">
                                            <p:txEl>
                                              <p:pRg st="0" end="0"/>
                                            </p:txEl>
                                          </p:spTgt>
                                        </p:tgtEl>
                                      </p:cBhvr>
                                    </p:animEffect>
                                  </p:childTnLst>
                                </p:cTn>
                              </p:par>
                            </p:childTnLst>
                          </p:cTn>
                        </p:par>
                        <p:par>
                          <p:cTn id="42" fill="hold">
                            <p:stCondLst>
                              <p:cond delay="3500"/>
                            </p:stCondLst>
                            <p:childTnLst>
                              <p:par>
                                <p:cTn id="43" presetID="42" presetClass="entr" presetSubtype="0" fill="hold" grpId="0" nodeType="afterEffect" nodePh="1">
                                  <p:stCondLst>
                                    <p:cond delay="0"/>
                                  </p:stCondLst>
                                  <p:endCondLst>
                                    <p:cond evt="begin" delay="0">
                                      <p:tn val="43"/>
                                    </p:cond>
                                  </p:endCondLst>
                                  <p:childTnLst>
                                    <p:set>
                                      <p:cBhvr>
                                        <p:cTn id="44" dur="1" fill="hold">
                                          <p:stCondLst>
                                            <p:cond delay="0"/>
                                          </p:stCondLst>
                                        </p:cTn>
                                        <p:tgtEl>
                                          <p:spTgt spid="26">
                                            <p:txEl>
                                              <p:pRg st="0" end="0"/>
                                            </p:txEl>
                                          </p:spTgt>
                                        </p:tgtEl>
                                        <p:attrNameLst>
                                          <p:attrName>style.visibility</p:attrName>
                                        </p:attrNameLst>
                                      </p:cBhvr>
                                      <p:to>
                                        <p:strVal val="visible"/>
                                      </p:to>
                                    </p:set>
                                    <p:animEffect transition="in" filter="fade">
                                      <p:cBhvr>
                                        <p:cTn id="45" dur="500"/>
                                        <p:tgtEl>
                                          <p:spTgt spid="26">
                                            <p:txEl>
                                              <p:pRg st="0" end="0"/>
                                            </p:txEl>
                                          </p:spTgt>
                                        </p:tgtEl>
                                      </p:cBhvr>
                                    </p:animEffect>
                                    <p:anim calcmode="lin" valueType="num">
                                      <p:cBhvr>
                                        <p:cTn id="46" dur="500" fill="hold"/>
                                        <p:tgtEl>
                                          <p:spTgt spid="26">
                                            <p:txEl>
                                              <p:pRg st="0" end="0"/>
                                            </p:txEl>
                                          </p:spTgt>
                                        </p:tgtEl>
                                        <p:attrNameLst>
                                          <p:attrName>ppt_x</p:attrName>
                                        </p:attrNameLst>
                                      </p:cBhvr>
                                      <p:tavLst>
                                        <p:tav tm="0">
                                          <p:val>
                                            <p:strVal val="#ppt_x"/>
                                          </p:val>
                                        </p:tav>
                                        <p:tav tm="100000">
                                          <p:val>
                                            <p:strVal val="#ppt_x"/>
                                          </p:val>
                                        </p:tav>
                                      </p:tavLst>
                                    </p:anim>
                                    <p:anim calcmode="lin" valueType="num">
                                      <p:cBhvr>
                                        <p:cTn id="47" dur="500" fill="hold"/>
                                        <p:tgtEl>
                                          <p:spTgt spid="26">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13"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3"/>
                        </p:tgtEl>
                        <p:attrNameLst>
                          <p:attrName>style.visibility</p:attrName>
                        </p:attrNameLst>
                      </p:cBhvr>
                      <p:to>
                        <p:strVal val="visible"/>
                      </p:to>
                    </p:set>
                    <p:anim calcmode="lin" valueType="num">
                      <p:cBhvr>
                        <p:cTn dur="500" fill="hold"/>
                        <p:tgtEl>
                          <p:spTgt spid="13"/>
                        </p:tgtEl>
                        <p:attrNameLst>
                          <p:attrName>ppt_w</p:attrName>
                        </p:attrNameLst>
                      </p:cBhvr>
                      <p:tavLst>
                        <p:tav tm="0">
                          <p:val>
                            <p:fltVal val="0"/>
                          </p:val>
                        </p:tav>
                        <p:tav tm="100000">
                          <p:val>
                            <p:strVal val="#ppt_w"/>
                          </p:val>
                        </p:tav>
                      </p:tavLst>
                    </p:anim>
                    <p:anim calcmode="lin" valueType="num">
                      <p:cBhvr>
                        <p:cTn dur="500" fill="hold"/>
                        <p:tgtEl>
                          <p:spTgt spid="13"/>
                        </p:tgtEl>
                        <p:attrNameLst>
                          <p:attrName>ppt_h</p:attrName>
                        </p:attrNameLst>
                      </p:cBhvr>
                      <p:tavLst>
                        <p:tav tm="0">
                          <p:val>
                            <p:fltVal val="0"/>
                          </p:val>
                        </p:tav>
                        <p:tav tm="100000">
                          <p:val>
                            <p:strVal val="#ppt_h"/>
                          </p:val>
                        </p:tav>
                      </p:tavLst>
                    </p:anim>
                    <p:animEffect transition="in" filter="fade">
                      <p:cBhvr>
                        <p:cTn dur="500"/>
                        <p:tgtEl>
                          <p:spTgt spid="13"/>
                        </p:tgtEl>
                      </p:cBhvr>
                    </p:animEffect>
                  </p:childTnLst>
                </p:cTn>
              </p:par>
            </p:tnLst>
          </p:tmpl>
        </p:tmplLst>
      </p:bldP>
      <p:bldP spid="21"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1"/>
                        </p:tgtEl>
                        <p:attrNameLst>
                          <p:attrName>style.visibility</p:attrName>
                        </p:attrNameLst>
                      </p:cBhvr>
                      <p:to>
                        <p:strVal val="visible"/>
                      </p:to>
                    </p:set>
                    <p:animEffect transition="in" filter="fade">
                      <p:cBhvr>
                        <p:cTn dur="500"/>
                        <p:tgtEl>
                          <p:spTgt spid="21"/>
                        </p:tgtEl>
                      </p:cBhvr>
                    </p:animEffect>
                    <p:anim calcmode="lin" valueType="num">
                      <p:cBhvr>
                        <p:cTn dur="500" fill="hold"/>
                        <p:tgtEl>
                          <p:spTgt spid="21"/>
                        </p:tgtEl>
                        <p:attrNameLst>
                          <p:attrName>ppt_x</p:attrName>
                        </p:attrNameLst>
                      </p:cBhvr>
                      <p:tavLst>
                        <p:tav tm="0">
                          <p:val>
                            <p:strVal val="#ppt_x"/>
                          </p:val>
                        </p:tav>
                        <p:tav tm="100000">
                          <p:val>
                            <p:strVal val="#ppt_x"/>
                          </p:val>
                        </p:tav>
                      </p:tavLst>
                    </p:anim>
                    <p:anim calcmode="lin" valueType="num">
                      <p:cBhvr>
                        <p:cTn dur="500" fill="hold"/>
                        <p:tgtEl>
                          <p:spTgt spid="21"/>
                        </p:tgtEl>
                        <p:attrNameLst>
                          <p:attrName>ppt_y</p:attrName>
                        </p:attrNameLst>
                      </p:cBhvr>
                      <p:tavLst>
                        <p:tav tm="0">
                          <p:val>
                            <p:strVal val="#ppt_y+.1"/>
                          </p:val>
                        </p:tav>
                        <p:tav tm="100000">
                          <p:val>
                            <p:strVal val="#ppt_y"/>
                          </p:val>
                        </p:tav>
                      </p:tavLst>
                    </p:anim>
                  </p:childTnLst>
                </p:cTn>
              </p:par>
            </p:tnLst>
          </p:tmpl>
        </p:tmplLst>
      </p:bldP>
      <p:bldP spid="31" grpId="0" animBg="1"/>
      <p:bldP spid="25"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5"/>
                        </p:tgtEl>
                        <p:attrNameLst>
                          <p:attrName>style.visibility</p:attrName>
                        </p:attrNameLst>
                      </p:cBhvr>
                      <p:to>
                        <p:strVal val="visible"/>
                      </p:to>
                    </p:set>
                    <p:anim calcmode="lin" valueType="num">
                      <p:cBhvr>
                        <p:cTn dur="500" fill="hold"/>
                        <p:tgtEl>
                          <p:spTgt spid="25"/>
                        </p:tgtEl>
                        <p:attrNameLst>
                          <p:attrName>ppt_w</p:attrName>
                        </p:attrNameLst>
                      </p:cBhvr>
                      <p:tavLst>
                        <p:tav tm="0">
                          <p:val>
                            <p:fltVal val="0"/>
                          </p:val>
                        </p:tav>
                        <p:tav tm="100000">
                          <p:val>
                            <p:strVal val="#ppt_w"/>
                          </p:val>
                        </p:tav>
                      </p:tavLst>
                    </p:anim>
                    <p:anim calcmode="lin" valueType="num">
                      <p:cBhvr>
                        <p:cTn dur="500" fill="hold"/>
                        <p:tgtEl>
                          <p:spTgt spid="25"/>
                        </p:tgtEl>
                        <p:attrNameLst>
                          <p:attrName>ppt_h</p:attrName>
                        </p:attrNameLst>
                      </p:cBhvr>
                      <p:tavLst>
                        <p:tav tm="0">
                          <p:val>
                            <p:fltVal val="0"/>
                          </p:val>
                        </p:tav>
                        <p:tav tm="100000">
                          <p:val>
                            <p:strVal val="#ppt_h"/>
                          </p:val>
                        </p:tav>
                      </p:tavLst>
                    </p:anim>
                    <p:animEffect transition="in" filter="fade">
                      <p:cBhvr>
                        <p:cTn dur="500"/>
                        <p:tgtEl>
                          <p:spTgt spid="25"/>
                        </p:tgtEl>
                      </p:cBhvr>
                    </p:animEffect>
                  </p:childTnLst>
                </p:cTn>
              </p:par>
            </p:tnLst>
          </p:tmpl>
        </p:tmplLst>
      </p:bldP>
      <p:bldP spid="26"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6"/>
                        </p:tgtEl>
                        <p:attrNameLst>
                          <p:attrName>style.visibility</p:attrName>
                        </p:attrNameLst>
                      </p:cBhvr>
                      <p:to>
                        <p:strVal val="visible"/>
                      </p:to>
                    </p:set>
                    <p:animEffect transition="in" filter="fade">
                      <p:cBhvr>
                        <p:cTn dur="500"/>
                        <p:tgtEl>
                          <p:spTgt spid="26"/>
                        </p:tgtEl>
                      </p:cBhvr>
                    </p:animEffect>
                    <p:anim calcmode="lin" valueType="num">
                      <p:cBhvr>
                        <p:cTn dur="500" fill="hold"/>
                        <p:tgtEl>
                          <p:spTgt spid="26"/>
                        </p:tgtEl>
                        <p:attrNameLst>
                          <p:attrName>ppt_x</p:attrName>
                        </p:attrNameLst>
                      </p:cBhvr>
                      <p:tavLst>
                        <p:tav tm="0">
                          <p:val>
                            <p:strVal val="#ppt_x"/>
                          </p:val>
                        </p:tav>
                        <p:tav tm="100000">
                          <p:val>
                            <p:strVal val="#ppt_x"/>
                          </p:val>
                        </p:tav>
                      </p:tavLst>
                    </p:anim>
                    <p:anim calcmode="lin" valueType="num">
                      <p:cBhvr>
                        <p:cTn dur="500" fill="hold"/>
                        <p:tgtEl>
                          <p:spTgt spid="26"/>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724.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14" name="Picture Placeholder 7"/>
          <p:cNvSpPr>
            <a:spLocks noGrp="1"/>
          </p:cNvSpPr>
          <p:nvPr>
            <p:ph type="pic" sz="quarter" idx="14" hasCustomPrompt="1"/>
          </p:nvPr>
        </p:nvSpPr>
        <p:spPr>
          <a:xfrm>
            <a:off x="0" y="0"/>
            <a:ext cx="12192000" cy="6858000"/>
          </a:xfrm>
          <a:solidFill>
            <a:schemeClr val="bg1">
              <a:lumMod val="85000"/>
            </a:schemeClr>
          </a:solidFill>
        </p:spPr>
        <p:txBody>
          <a:bodyPr>
            <a:normAutofit/>
          </a:bodyPr>
          <a:lstStyle>
            <a:lvl1pPr>
              <a:defRPr sz="1000" baseline="0"/>
            </a:lvl1pPr>
          </a:lstStyle>
          <a:p>
            <a:r>
              <a:rPr lang="id-ID" dirty="0" smtClean="0"/>
              <a:t>Pic here</a:t>
            </a:r>
            <a:endParaRPr lang="en-AU" dirty="0"/>
          </a:p>
        </p:txBody>
      </p:sp>
      <p:sp>
        <p:nvSpPr>
          <p:cNvPr id="17" name="Picture Placeholder 16"/>
          <p:cNvSpPr>
            <a:spLocks noGrp="1"/>
          </p:cNvSpPr>
          <p:nvPr>
            <p:ph type="pic" sz="quarter" idx="35" hasCustomPrompt="1"/>
          </p:nvPr>
        </p:nvSpPr>
        <p:spPr>
          <a:xfrm>
            <a:off x="-228600" y="-247650"/>
            <a:ext cx="7616332" cy="7296150"/>
          </a:xfrm>
          <a:custGeom>
            <a:avLst/>
            <a:gdLst>
              <a:gd name="connsiteX0" fmla="*/ 0 w 7373178"/>
              <a:gd name="connsiteY0" fmla="*/ 0 h 6858000"/>
              <a:gd name="connsiteX1" fmla="*/ 6921578 w 7373178"/>
              <a:gd name="connsiteY1" fmla="*/ 0 h 6858000"/>
              <a:gd name="connsiteX2" fmla="*/ 6822196 w 7373178"/>
              <a:gd name="connsiteY2" fmla="*/ 188338 h 6858000"/>
              <a:gd name="connsiteX3" fmla="*/ 6788524 w 7373178"/>
              <a:gd name="connsiteY3" fmla="*/ 5808780 h 6858000"/>
              <a:gd name="connsiteX4" fmla="*/ 7247696 w 7373178"/>
              <a:gd name="connsiteY4" fmla="*/ 6667831 h 6858000"/>
              <a:gd name="connsiteX5" fmla="*/ 7373178 w 7373178"/>
              <a:gd name="connsiteY5" fmla="*/ 6858000 h 6858000"/>
              <a:gd name="connsiteX6" fmla="*/ 0 w 7373178"/>
              <a:gd name="connsiteY6"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73178" h="6858000">
                <a:moveTo>
                  <a:pt x="0" y="0"/>
                </a:moveTo>
                <a:lnTo>
                  <a:pt x="6921578" y="0"/>
                </a:lnTo>
                <a:lnTo>
                  <a:pt x="6822196" y="188338"/>
                </a:lnTo>
                <a:cubicBezTo>
                  <a:pt x="6006786" y="1830158"/>
                  <a:pt x="5931281" y="3899984"/>
                  <a:pt x="6788524" y="5808780"/>
                </a:cubicBezTo>
                <a:cubicBezTo>
                  <a:pt x="6923879" y="6110169"/>
                  <a:pt x="7077682" y="6396843"/>
                  <a:pt x="7247696" y="6667831"/>
                </a:cubicBezTo>
                <a:lnTo>
                  <a:pt x="7373178" y="6858000"/>
                </a:lnTo>
                <a:lnTo>
                  <a:pt x="0" y="6858000"/>
                </a:lnTo>
                <a:close/>
              </a:path>
            </a:pathLst>
          </a:custGeom>
          <a:solidFill>
            <a:schemeClr val="accent4">
              <a:alpha val="35000"/>
            </a:schemeClr>
          </a:solidFill>
          <a:ln w="76200">
            <a:solidFill>
              <a:schemeClr val="bg1"/>
            </a:solidFill>
          </a:ln>
        </p:spPr>
        <p:txBody>
          <a:bodyPr wrap="square">
            <a:noAutofit/>
          </a:bodyPr>
          <a:lstStyle>
            <a:lvl1pPr>
              <a:defRPr sz="1000" baseline="0"/>
            </a:lvl1pPr>
          </a:lstStyle>
          <a:p>
            <a:r>
              <a:rPr lang="id-ID" dirty="0" smtClean="0"/>
              <a:t>Pic here</a:t>
            </a:r>
            <a:endParaRPr lang="en-AU" dirty="0"/>
          </a:p>
        </p:txBody>
      </p:sp>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13" name="Text Placeholder 21"/>
          <p:cNvSpPr>
            <a:spLocks noGrp="1"/>
          </p:cNvSpPr>
          <p:nvPr>
            <p:ph type="body" sz="quarter" idx="20"/>
          </p:nvPr>
        </p:nvSpPr>
        <p:spPr>
          <a:xfrm>
            <a:off x="8303907" y="5417740"/>
            <a:ext cx="2492492" cy="256811"/>
          </a:xfrm>
        </p:spPr>
        <p:txBody>
          <a:bodyPr>
            <a:noAutofit/>
          </a:bodyPr>
          <a:lstStyle>
            <a:lvl1pPr algn="ctr">
              <a:defRPr sz="14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1" name="Text Placeholder 21"/>
          <p:cNvSpPr>
            <a:spLocks noGrp="1"/>
          </p:cNvSpPr>
          <p:nvPr>
            <p:ph type="body" sz="quarter" idx="29"/>
          </p:nvPr>
        </p:nvSpPr>
        <p:spPr>
          <a:xfrm>
            <a:off x="8303907" y="5695416"/>
            <a:ext cx="2492492" cy="330467"/>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5" name="Text Placeholder 21"/>
          <p:cNvSpPr>
            <a:spLocks noGrp="1"/>
          </p:cNvSpPr>
          <p:nvPr>
            <p:ph type="body" sz="quarter" idx="34"/>
          </p:nvPr>
        </p:nvSpPr>
        <p:spPr>
          <a:xfrm>
            <a:off x="479425" y="2048885"/>
            <a:ext cx="5616575" cy="360363"/>
          </a:xfrm>
        </p:spPr>
        <p:txBody>
          <a:bodyPr/>
          <a:lstStyle>
            <a:lvl1pP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6" name="Text Placeholder 21"/>
          <p:cNvSpPr>
            <a:spLocks noGrp="1"/>
          </p:cNvSpPr>
          <p:nvPr>
            <p:ph type="body" sz="quarter" idx="21"/>
          </p:nvPr>
        </p:nvSpPr>
        <p:spPr>
          <a:xfrm>
            <a:off x="479425" y="2457996"/>
            <a:ext cx="5616575" cy="1285330"/>
          </a:xfrm>
        </p:spPr>
        <p:txBody>
          <a:bodyPr>
            <a:normAutofit/>
          </a:bodyPr>
          <a:lstStyle>
            <a:lvl1pP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Tree>
    <p:extLst>
      <p:ext uri="{BB962C8B-B14F-4D97-AF65-F5344CB8AC3E}">
        <p14:creationId xmlns:p14="http://schemas.microsoft.com/office/powerpoint/2010/main" val="424969721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53" presetClass="entr" presetSubtype="16" fill="hold" grpId="0" nodeType="afterEffect">
                                  <p:stCondLst>
                                    <p:cond delay="0"/>
                                  </p:stCondLst>
                                  <p:childTnLst>
                                    <p:set>
                                      <p:cBhvr>
                                        <p:cTn id="20" dur="1" fill="hold">
                                          <p:stCondLst>
                                            <p:cond delay="0"/>
                                          </p:stCondLst>
                                        </p:cTn>
                                        <p:tgtEl>
                                          <p:spTgt spid="14"/>
                                        </p:tgtEl>
                                        <p:attrNameLst>
                                          <p:attrName>style.visibility</p:attrName>
                                        </p:attrNameLst>
                                      </p:cBhvr>
                                      <p:to>
                                        <p:strVal val="visible"/>
                                      </p:to>
                                    </p:set>
                                    <p:anim calcmode="lin" valueType="num">
                                      <p:cBhvr>
                                        <p:cTn id="21" dur="500" fill="hold"/>
                                        <p:tgtEl>
                                          <p:spTgt spid="14"/>
                                        </p:tgtEl>
                                        <p:attrNameLst>
                                          <p:attrName>ppt_w</p:attrName>
                                        </p:attrNameLst>
                                      </p:cBhvr>
                                      <p:tavLst>
                                        <p:tav tm="0">
                                          <p:val>
                                            <p:fltVal val="0"/>
                                          </p:val>
                                        </p:tav>
                                        <p:tav tm="100000">
                                          <p:val>
                                            <p:strVal val="#ppt_w"/>
                                          </p:val>
                                        </p:tav>
                                      </p:tavLst>
                                    </p:anim>
                                    <p:anim calcmode="lin" valueType="num">
                                      <p:cBhvr>
                                        <p:cTn id="22" dur="500" fill="hold"/>
                                        <p:tgtEl>
                                          <p:spTgt spid="14"/>
                                        </p:tgtEl>
                                        <p:attrNameLst>
                                          <p:attrName>ppt_h</p:attrName>
                                        </p:attrNameLst>
                                      </p:cBhvr>
                                      <p:tavLst>
                                        <p:tav tm="0">
                                          <p:val>
                                            <p:fltVal val="0"/>
                                          </p:val>
                                        </p:tav>
                                        <p:tav tm="100000">
                                          <p:val>
                                            <p:strVal val="#ppt_h"/>
                                          </p:val>
                                        </p:tav>
                                      </p:tavLst>
                                    </p:anim>
                                    <p:animEffect transition="in" filter="fade">
                                      <p:cBhvr>
                                        <p:cTn id="23" dur="500"/>
                                        <p:tgtEl>
                                          <p:spTgt spid="14"/>
                                        </p:tgtEl>
                                      </p:cBhvr>
                                    </p:animEffect>
                                  </p:childTnLst>
                                </p:cTn>
                              </p:par>
                            </p:childTnLst>
                          </p:cTn>
                        </p:par>
                        <p:par>
                          <p:cTn id="24" fill="hold">
                            <p:stCondLst>
                              <p:cond delay="2000"/>
                            </p:stCondLst>
                            <p:childTnLst>
                              <p:par>
                                <p:cTn id="25" presetID="22" presetClass="entr" presetSubtype="8" fill="hold" grpId="0" nodeType="afterEffect">
                                  <p:stCondLst>
                                    <p:cond delay="0"/>
                                  </p:stCondLst>
                                  <p:childTnLst>
                                    <p:set>
                                      <p:cBhvr>
                                        <p:cTn id="26" dur="1" fill="hold">
                                          <p:stCondLst>
                                            <p:cond delay="0"/>
                                          </p:stCondLst>
                                        </p:cTn>
                                        <p:tgtEl>
                                          <p:spTgt spid="17"/>
                                        </p:tgtEl>
                                        <p:attrNameLst>
                                          <p:attrName>style.visibility</p:attrName>
                                        </p:attrNameLst>
                                      </p:cBhvr>
                                      <p:to>
                                        <p:strVal val="visible"/>
                                      </p:to>
                                    </p:set>
                                    <p:animEffect transition="in" filter="wipe(left)">
                                      <p:cBhvr>
                                        <p:cTn id="27" dur="500"/>
                                        <p:tgtEl>
                                          <p:spTgt spid="17"/>
                                        </p:tgtEl>
                                      </p:cBhvr>
                                    </p:animEffect>
                                  </p:childTnLst>
                                </p:cTn>
                              </p:par>
                            </p:childTnLst>
                          </p:cTn>
                        </p:par>
                        <p:par>
                          <p:cTn id="28" fill="hold">
                            <p:stCondLst>
                              <p:cond delay="2500"/>
                            </p:stCondLst>
                            <p:childTnLst>
                              <p:par>
                                <p:cTn id="29" presetID="53" presetClass="entr" presetSubtype="16" fill="hold" grpId="0" nodeType="afterEffect" nodePh="1">
                                  <p:stCondLst>
                                    <p:cond delay="0"/>
                                  </p:stCondLst>
                                  <p:endCondLst>
                                    <p:cond evt="begin" delay="0">
                                      <p:tn val="29"/>
                                    </p:cond>
                                  </p:endCondLst>
                                  <p:childTnLst>
                                    <p:set>
                                      <p:cBhvr>
                                        <p:cTn id="30" dur="1" fill="hold">
                                          <p:stCondLst>
                                            <p:cond delay="0"/>
                                          </p:stCondLst>
                                        </p:cTn>
                                        <p:tgtEl>
                                          <p:spTgt spid="13">
                                            <p:txEl>
                                              <p:pRg st="0" end="0"/>
                                            </p:txEl>
                                          </p:spTgt>
                                        </p:tgtEl>
                                        <p:attrNameLst>
                                          <p:attrName>style.visibility</p:attrName>
                                        </p:attrNameLst>
                                      </p:cBhvr>
                                      <p:to>
                                        <p:strVal val="visible"/>
                                      </p:to>
                                    </p:set>
                                    <p:anim calcmode="lin" valueType="num">
                                      <p:cBhvr>
                                        <p:cTn id="31" dur="500" fill="hold"/>
                                        <p:tgtEl>
                                          <p:spTgt spid="13">
                                            <p:txEl>
                                              <p:pRg st="0" end="0"/>
                                            </p:txEl>
                                          </p:spTgt>
                                        </p:tgtEl>
                                        <p:attrNameLst>
                                          <p:attrName>ppt_w</p:attrName>
                                        </p:attrNameLst>
                                      </p:cBhvr>
                                      <p:tavLst>
                                        <p:tav tm="0">
                                          <p:val>
                                            <p:fltVal val="0"/>
                                          </p:val>
                                        </p:tav>
                                        <p:tav tm="100000">
                                          <p:val>
                                            <p:strVal val="#ppt_w"/>
                                          </p:val>
                                        </p:tav>
                                      </p:tavLst>
                                    </p:anim>
                                    <p:anim calcmode="lin" valueType="num">
                                      <p:cBhvr>
                                        <p:cTn id="32" dur="500" fill="hold"/>
                                        <p:tgtEl>
                                          <p:spTgt spid="13">
                                            <p:txEl>
                                              <p:pRg st="0" end="0"/>
                                            </p:txEl>
                                          </p:spTgt>
                                        </p:tgtEl>
                                        <p:attrNameLst>
                                          <p:attrName>ppt_h</p:attrName>
                                        </p:attrNameLst>
                                      </p:cBhvr>
                                      <p:tavLst>
                                        <p:tav tm="0">
                                          <p:val>
                                            <p:fltVal val="0"/>
                                          </p:val>
                                        </p:tav>
                                        <p:tav tm="100000">
                                          <p:val>
                                            <p:strVal val="#ppt_h"/>
                                          </p:val>
                                        </p:tav>
                                      </p:tavLst>
                                    </p:anim>
                                    <p:animEffect transition="in" filter="fade">
                                      <p:cBhvr>
                                        <p:cTn id="33" dur="500"/>
                                        <p:tgtEl>
                                          <p:spTgt spid="13">
                                            <p:txEl>
                                              <p:pRg st="0" end="0"/>
                                            </p:txEl>
                                          </p:spTgt>
                                        </p:tgtEl>
                                      </p:cBhvr>
                                    </p:animEffect>
                                  </p:childTnLst>
                                </p:cTn>
                              </p:par>
                            </p:childTnLst>
                          </p:cTn>
                        </p:par>
                        <p:par>
                          <p:cTn id="34" fill="hold">
                            <p:stCondLst>
                              <p:cond delay="3000"/>
                            </p:stCondLst>
                            <p:childTnLst>
                              <p:par>
                                <p:cTn id="35" presetID="42" presetClass="entr" presetSubtype="0" fill="hold" grpId="0" nodeType="afterEffect" nodePh="1">
                                  <p:stCondLst>
                                    <p:cond delay="0"/>
                                  </p:stCondLst>
                                  <p:endCondLst>
                                    <p:cond evt="begin" delay="0">
                                      <p:tn val="35"/>
                                    </p:cond>
                                  </p:endCondLst>
                                  <p:childTnLst>
                                    <p:set>
                                      <p:cBhvr>
                                        <p:cTn id="36" dur="1" fill="hold">
                                          <p:stCondLst>
                                            <p:cond delay="0"/>
                                          </p:stCondLst>
                                        </p:cTn>
                                        <p:tgtEl>
                                          <p:spTgt spid="21">
                                            <p:txEl>
                                              <p:pRg st="0" end="0"/>
                                            </p:txEl>
                                          </p:spTgt>
                                        </p:tgtEl>
                                        <p:attrNameLst>
                                          <p:attrName>style.visibility</p:attrName>
                                        </p:attrNameLst>
                                      </p:cBhvr>
                                      <p:to>
                                        <p:strVal val="visible"/>
                                      </p:to>
                                    </p:set>
                                    <p:animEffect transition="in" filter="fade">
                                      <p:cBhvr>
                                        <p:cTn id="37" dur="500"/>
                                        <p:tgtEl>
                                          <p:spTgt spid="21">
                                            <p:txEl>
                                              <p:pRg st="0" end="0"/>
                                            </p:txEl>
                                          </p:spTgt>
                                        </p:tgtEl>
                                      </p:cBhvr>
                                    </p:animEffect>
                                    <p:anim calcmode="lin" valueType="num">
                                      <p:cBhvr>
                                        <p:cTn id="38" dur="500" fill="hold"/>
                                        <p:tgtEl>
                                          <p:spTgt spid="21">
                                            <p:txEl>
                                              <p:pRg st="0" end="0"/>
                                            </p:txEl>
                                          </p:spTgt>
                                        </p:tgtEl>
                                        <p:attrNameLst>
                                          <p:attrName>ppt_x</p:attrName>
                                        </p:attrNameLst>
                                      </p:cBhvr>
                                      <p:tavLst>
                                        <p:tav tm="0">
                                          <p:val>
                                            <p:strVal val="#ppt_x"/>
                                          </p:val>
                                        </p:tav>
                                        <p:tav tm="100000">
                                          <p:val>
                                            <p:strVal val="#ppt_x"/>
                                          </p:val>
                                        </p:tav>
                                      </p:tavLst>
                                    </p:anim>
                                    <p:anim calcmode="lin" valueType="num">
                                      <p:cBhvr>
                                        <p:cTn id="39" dur="500" fill="hold"/>
                                        <p:tgtEl>
                                          <p:spTgt spid="21">
                                            <p:txEl>
                                              <p:pRg st="0" end="0"/>
                                            </p:txEl>
                                          </p:spTgt>
                                        </p:tgtEl>
                                        <p:attrNameLst>
                                          <p:attrName>ppt_y</p:attrName>
                                        </p:attrNameLst>
                                      </p:cBhvr>
                                      <p:tavLst>
                                        <p:tav tm="0">
                                          <p:val>
                                            <p:strVal val="#ppt_y+.1"/>
                                          </p:val>
                                        </p:tav>
                                        <p:tav tm="100000">
                                          <p:val>
                                            <p:strVal val="#ppt_y"/>
                                          </p:val>
                                        </p:tav>
                                      </p:tavLst>
                                    </p:anim>
                                  </p:childTnLst>
                                </p:cTn>
                              </p:par>
                            </p:childTnLst>
                          </p:cTn>
                        </p:par>
                        <p:par>
                          <p:cTn id="40" fill="hold">
                            <p:stCondLst>
                              <p:cond delay="3500"/>
                            </p:stCondLst>
                            <p:childTnLst>
                              <p:par>
                                <p:cTn id="41" presetID="53" presetClass="entr" presetSubtype="16" fill="hold" grpId="0" nodeType="afterEffect" nodePh="1">
                                  <p:stCondLst>
                                    <p:cond delay="0"/>
                                  </p:stCondLst>
                                  <p:endCondLst>
                                    <p:cond evt="begin" delay="0">
                                      <p:tn val="41"/>
                                    </p:cond>
                                  </p:endCondLst>
                                  <p:childTnLst>
                                    <p:set>
                                      <p:cBhvr>
                                        <p:cTn id="42" dur="1" fill="hold">
                                          <p:stCondLst>
                                            <p:cond delay="0"/>
                                          </p:stCondLst>
                                        </p:cTn>
                                        <p:tgtEl>
                                          <p:spTgt spid="25">
                                            <p:txEl>
                                              <p:pRg st="0" end="0"/>
                                            </p:txEl>
                                          </p:spTgt>
                                        </p:tgtEl>
                                        <p:attrNameLst>
                                          <p:attrName>style.visibility</p:attrName>
                                        </p:attrNameLst>
                                      </p:cBhvr>
                                      <p:to>
                                        <p:strVal val="visible"/>
                                      </p:to>
                                    </p:set>
                                    <p:anim calcmode="lin" valueType="num">
                                      <p:cBhvr>
                                        <p:cTn id="43" dur="500" fill="hold"/>
                                        <p:tgtEl>
                                          <p:spTgt spid="25">
                                            <p:txEl>
                                              <p:pRg st="0" end="0"/>
                                            </p:txEl>
                                          </p:spTgt>
                                        </p:tgtEl>
                                        <p:attrNameLst>
                                          <p:attrName>ppt_w</p:attrName>
                                        </p:attrNameLst>
                                      </p:cBhvr>
                                      <p:tavLst>
                                        <p:tav tm="0">
                                          <p:val>
                                            <p:fltVal val="0"/>
                                          </p:val>
                                        </p:tav>
                                        <p:tav tm="100000">
                                          <p:val>
                                            <p:strVal val="#ppt_w"/>
                                          </p:val>
                                        </p:tav>
                                      </p:tavLst>
                                    </p:anim>
                                    <p:anim calcmode="lin" valueType="num">
                                      <p:cBhvr>
                                        <p:cTn id="44" dur="500" fill="hold"/>
                                        <p:tgtEl>
                                          <p:spTgt spid="25">
                                            <p:txEl>
                                              <p:pRg st="0" end="0"/>
                                            </p:txEl>
                                          </p:spTgt>
                                        </p:tgtEl>
                                        <p:attrNameLst>
                                          <p:attrName>ppt_h</p:attrName>
                                        </p:attrNameLst>
                                      </p:cBhvr>
                                      <p:tavLst>
                                        <p:tav tm="0">
                                          <p:val>
                                            <p:fltVal val="0"/>
                                          </p:val>
                                        </p:tav>
                                        <p:tav tm="100000">
                                          <p:val>
                                            <p:strVal val="#ppt_h"/>
                                          </p:val>
                                        </p:tav>
                                      </p:tavLst>
                                    </p:anim>
                                    <p:animEffect transition="in" filter="fade">
                                      <p:cBhvr>
                                        <p:cTn id="45" dur="500"/>
                                        <p:tgtEl>
                                          <p:spTgt spid="25">
                                            <p:txEl>
                                              <p:pRg st="0" end="0"/>
                                            </p:txEl>
                                          </p:spTgt>
                                        </p:tgtEl>
                                      </p:cBhvr>
                                    </p:animEffect>
                                  </p:childTnLst>
                                </p:cTn>
                              </p:par>
                            </p:childTnLst>
                          </p:cTn>
                        </p:par>
                        <p:par>
                          <p:cTn id="46" fill="hold">
                            <p:stCondLst>
                              <p:cond delay="4000"/>
                            </p:stCondLst>
                            <p:childTnLst>
                              <p:par>
                                <p:cTn id="47" presetID="42" presetClass="entr" presetSubtype="0" fill="hold" grpId="0" nodeType="afterEffect" nodePh="1">
                                  <p:stCondLst>
                                    <p:cond delay="0"/>
                                  </p:stCondLst>
                                  <p:endCondLst>
                                    <p:cond evt="begin" delay="0">
                                      <p:tn val="47"/>
                                    </p:cond>
                                  </p:endCondLst>
                                  <p:childTnLst>
                                    <p:set>
                                      <p:cBhvr>
                                        <p:cTn id="48" dur="1" fill="hold">
                                          <p:stCondLst>
                                            <p:cond delay="0"/>
                                          </p:stCondLst>
                                        </p:cTn>
                                        <p:tgtEl>
                                          <p:spTgt spid="26">
                                            <p:txEl>
                                              <p:pRg st="0" end="0"/>
                                            </p:txEl>
                                          </p:spTgt>
                                        </p:tgtEl>
                                        <p:attrNameLst>
                                          <p:attrName>style.visibility</p:attrName>
                                        </p:attrNameLst>
                                      </p:cBhvr>
                                      <p:to>
                                        <p:strVal val="visible"/>
                                      </p:to>
                                    </p:set>
                                    <p:animEffect transition="in" filter="fade">
                                      <p:cBhvr>
                                        <p:cTn id="49" dur="500"/>
                                        <p:tgtEl>
                                          <p:spTgt spid="26">
                                            <p:txEl>
                                              <p:pRg st="0" end="0"/>
                                            </p:txEl>
                                          </p:spTgt>
                                        </p:tgtEl>
                                      </p:cBhvr>
                                    </p:animEffect>
                                    <p:anim calcmode="lin" valueType="num">
                                      <p:cBhvr>
                                        <p:cTn id="50" dur="500" fill="hold"/>
                                        <p:tgtEl>
                                          <p:spTgt spid="26">
                                            <p:txEl>
                                              <p:pRg st="0" end="0"/>
                                            </p:txEl>
                                          </p:spTgt>
                                        </p:tgtEl>
                                        <p:attrNameLst>
                                          <p:attrName>ppt_x</p:attrName>
                                        </p:attrNameLst>
                                      </p:cBhvr>
                                      <p:tavLst>
                                        <p:tav tm="0">
                                          <p:val>
                                            <p:strVal val="#ppt_x"/>
                                          </p:val>
                                        </p:tav>
                                        <p:tav tm="100000">
                                          <p:val>
                                            <p:strVal val="#ppt_x"/>
                                          </p:val>
                                        </p:tav>
                                      </p:tavLst>
                                    </p:anim>
                                    <p:anim calcmode="lin" valueType="num">
                                      <p:cBhvr>
                                        <p:cTn id="51" dur="500" fill="hold"/>
                                        <p:tgtEl>
                                          <p:spTgt spid="26">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7" grpId="0" animBg="1"/>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13"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3"/>
                        </p:tgtEl>
                        <p:attrNameLst>
                          <p:attrName>style.visibility</p:attrName>
                        </p:attrNameLst>
                      </p:cBhvr>
                      <p:to>
                        <p:strVal val="visible"/>
                      </p:to>
                    </p:set>
                    <p:anim calcmode="lin" valueType="num">
                      <p:cBhvr>
                        <p:cTn dur="500" fill="hold"/>
                        <p:tgtEl>
                          <p:spTgt spid="13"/>
                        </p:tgtEl>
                        <p:attrNameLst>
                          <p:attrName>ppt_w</p:attrName>
                        </p:attrNameLst>
                      </p:cBhvr>
                      <p:tavLst>
                        <p:tav tm="0">
                          <p:val>
                            <p:fltVal val="0"/>
                          </p:val>
                        </p:tav>
                        <p:tav tm="100000">
                          <p:val>
                            <p:strVal val="#ppt_w"/>
                          </p:val>
                        </p:tav>
                      </p:tavLst>
                    </p:anim>
                    <p:anim calcmode="lin" valueType="num">
                      <p:cBhvr>
                        <p:cTn dur="500" fill="hold"/>
                        <p:tgtEl>
                          <p:spTgt spid="13"/>
                        </p:tgtEl>
                        <p:attrNameLst>
                          <p:attrName>ppt_h</p:attrName>
                        </p:attrNameLst>
                      </p:cBhvr>
                      <p:tavLst>
                        <p:tav tm="0">
                          <p:val>
                            <p:fltVal val="0"/>
                          </p:val>
                        </p:tav>
                        <p:tav tm="100000">
                          <p:val>
                            <p:strVal val="#ppt_h"/>
                          </p:val>
                        </p:tav>
                      </p:tavLst>
                    </p:anim>
                    <p:animEffect transition="in" filter="fade">
                      <p:cBhvr>
                        <p:cTn dur="500"/>
                        <p:tgtEl>
                          <p:spTgt spid="13"/>
                        </p:tgtEl>
                      </p:cBhvr>
                    </p:animEffect>
                  </p:childTnLst>
                </p:cTn>
              </p:par>
            </p:tnLst>
          </p:tmpl>
        </p:tmplLst>
      </p:bldP>
      <p:bldP spid="21"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1"/>
                        </p:tgtEl>
                        <p:attrNameLst>
                          <p:attrName>style.visibility</p:attrName>
                        </p:attrNameLst>
                      </p:cBhvr>
                      <p:to>
                        <p:strVal val="visible"/>
                      </p:to>
                    </p:set>
                    <p:animEffect transition="in" filter="fade">
                      <p:cBhvr>
                        <p:cTn dur="500"/>
                        <p:tgtEl>
                          <p:spTgt spid="21"/>
                        </p:tgtEl>
                      </p:cBhvr>
                    </p:animEffect>
                    <p:anim calcmode="lin" valueType="num">
                      <p:cBhvr>
                        <p:cTn dur="500" fill="hold"/>
                        <p:tgtEl>
                          <p:spTgt spid="21"/>
                        </p:tgtEl>
                        <p:attrNameLst>
                          <p:attrName>ppt_x</p:attrName>
                        </p:attrNameLst>
                      </p:cBhvr>
                      <p:tavLst>
                        <p:tav tm="0">
                          <p:val>
                            <p:strVal val="#ppt_x"/>
                          </p:val>
                        </p:tav>
                        <p:tav tm="100000">
                          <p:val>
                            <p:strVal val="#ppt_x"/>
                          </p:val>
                        </p:tav>
                      </p:tavLst>
                    </p:anim>
                    <p:anim calcmode="lin" valueType="num">
                      <p:cBhvr>
                        <p:cTn dur="500" fill="hold"/>
                        <p:tgtEl>
                          <p:spTgt spid="21"/>
                        </p:tgtEl>
                        <p:attrNameLst>
                          <p:attrName>ppt_y</p:attrName>
                        </p:attrNameLst>
                      </p:cBhvr>
                      <p:tavLst>
                        <p:tav tm="0">
                          <p:val>
                            <p:strVal val="#ppt_y+.1"/>
                          </p:val>
                        </p:tav>
                        <p:tav tm="100000">
                          <p:val>
                            <p:strVal val="#ppt_y"/>
                          </p:val>
                        </p:tav>
                      </p:tavLst>
                    </p:anim>
                  </p:childTnLst>
                </p:cTn>
              </p:par>
            </p:tnLst>
          </p:tmpl>
        </p:tmplLst>
      </p:bldP>
      <p:bldP spid="25"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5"/>
                        </p:tgtEl>
                        <p:attrNameLst>
                          <p:attrName>style.visibility</p:attrName>
                        </p:attrNameLst>
                      </p:cBhvr>
                      <p:to>
                        <p:strVal val="visible"/>
                      </p:to>
                    </p:set>
                    <p:anim calcmode="lin" valueType="num">
                      <p:cBhvr>
                        <p:cTn dur="500" fill="hold"/>
                        <p:tgtEl>
                          <p:spTgt spid="25"/>
                        </p:tgtEl>
                        <p:attrNameLst>
                          <p:attrName>ppt_w</p:attrName>
                        </p:attrNameLst>
                      </p:cBhvr>
                      <p:tavLst>
                        <p:tav tm="0">
                          <p:val>
                            <p:fltVal val="0"/>
                          </p:val>
                        </p:tav>
                        <p:tav tm="100000">
                          <p:val>
                            <p:strVal val="#ppt_w"/>
                          </p:val>
                        </p:tav>
                      </p:tavLst>
                    </p:anim>
                    <p:anim calcmode="lin" valueType="num">
                      <p:cBhvr>
                        <p:cTn dur="500" fill="hold"/>
                        <p:tgtEl>
                          <p:spTgt spid="25"/>
                        </p:tgtEl>
                        <p:attrNameLst>
                          <p:attrName>ppt_h</p:attrName>
                        </p:attrNameLst>
                      </p:cBhvr>
                      <p:tavLst>
                        <p:tav tm="0">
                          <p:val>
                            <p:fltVal val="0"/>
                          </p:val>
                        </p:tav>
                        <p:tav tm="100000">
                          <p:val>
                            <p:strVal val="#ppt_h"/>
                          </p:val>
                        </p:tav>
                      </p:tavLst>
                    </p:anim>
                    <p:animEffect transition="in" filter="fade">
                      <p:cBhvr>
                        <p:cTn dur="500"/>
                        <p:tgtEl>
                          <p:spTgt spid="25"/>
                        </p:tgtEl>
                      </p:cBhvr>
                    </p:animEffect>
                  </p:childTnLst>
                </p:cTn>
              </p:par>
            </p:tnLst>
          </p:tmpl>
        </p:tmplLst>
      </p:bldP>
      <p:bldP spid="26"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6"/>
                        </p:tgtEl>
                        <p:attrNameLst>
                          <p:attrName>style.visibility</p:attrName>
                        </p:attrNameLst>
                      </p:cBhvr>
                      <p:to>
                        <p:strVal val="visible"/>
                      </p:to>
                    </p:set>
                    <p:animEffect transition="in" filter="fade">
                      <p:cBhvr>
                        <p:cTn dur="500"/>
                        <p:tgtEl>
                          <p:spTgt spid="26"/>
                        </p:tgtEl>
                      </p:cBhvr>
                    </p:animEffect>
                    <p:anim calcmode="lin" valueType="num">
                      <p:cBhvr>
                        <p:cTn dur="500" fill="hold"/>
                        <p:tgtEl>
                          <p:spTgt spid="26"/>
                        </p:tgtEl>
                        <p:attrNameLst>
                          <p:attrName>ppt_x</p:attrName>
                        </p:attrNameLst>
                      </p:cBhvr>
                      <p:tavLst>
                        <p:tav tm="0">
                          <p:val>
                            <p:strVal val="#ppt_x"/>
                          </p:val>
                        </p:tav>
                        <p:tav tm="100000">
                          <p:val>
                            <p:strVal val="#ppt_x"/>
                          </p:val>
                        </p:tav>
                      </p:tavLst>
                    </p:anim>
                    <p:anim calcmode="lin" valueType="num">
                      <p:cBhvr>
                        <p:cTn dur="500" fill="hold"/>
                        <p:tgtEl>
                          <p:spTgt spid="26"/>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725.xml><?xml version="1.0" encoding="utf-8"?>
<p:sldLayout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39" name="Picture Placeholder 38"/>
          <p:cNvSpPr>
            <a:spLocks noGrp="1"/>
          </p:cNvSpPr>
          <p:nvPr>
            <p:ph type="pic" sz="quarter" idx="14"/>
          </p:nvPr>
        </p:nvSpPr>
        <p:spPr>
          <a:xfrm>
            <a:off x="1031972" y="2625206"/>
            <a:ext cx="1919046" cy="1872751"/>
          </a:xfrm>
          <a:custGeom>
            <a:avLst/>
            <a:gdLst>
              <a:gd name="connsiteX0" fmla="*/ 661920 w 1782809"/>
              <a:gd name="connsiteY0" fmla="*/ 0 h 1739801"/>
              <a:gd name="connsiteX1" fmla="*/ 872621 w 1782809"/>
              <a:gd name="connsiteY1" fmla="*/ 112029 h 1739801"/>
              <a:gd name="connsiteX2" fmla="*/ 878174 w 1782809"/>
              <a:gd name="connsiteY2" fmla="*/ 122259 h 1739801"/>
              <a:gd name="connsiteX3" fmla="*/ 888662 w 1782809"/>
              <a:gd name="connsiteY3" fmla="*/ 120659 h 1739801"/>
              <a:gd name="connsiteX4" fmla="*/ 965961 w 1782809"/>
              <a:gd name="connsiteY4" fmla="*/ 116755 h 1739801"/>
              <a:gd name="connsiteX5" fmla="*/ 1326326 w 1782809"/>
              <a:gd name="connsiteY5" fmla="*/ 208003 h 1739801"/>
              <a:gd name="connsiteX6" fmla="*/ 1367203 w 1782809"/>
              <a:gd name="connsiteY6" fmla="*/ 232837 h 1739801"/>
              <a:gd name="connsiteX7" fmla="*/ 1376243 w 1782809"/>
              <a:gd name="connsiteY7" fmla="*/ 225379 h 1739801"/>
              <a:gd name="connsiteX8" fmla="*/ 1518310 w 1782809"/>
              <a:gd name="connsiteY8" fmla="*/ 181983 h 1739801"/>
              <a:gd name="connsiteX9" fmla="*/ 1772407 w 1782809"/>
              <a:gd name="connsiteY9" fmla="*/ 436079 h 1739801"/>
              <a:gd name="connsiteX10" fmla="*/ 1697983 w 1782809"/>
              <a:gd name="connsiteY10" fmla="*/ 615753 h 1739801"/>
              <a:gd name="connsiteX11" fmla="*/ 1681257 w 1782809"/>
              <a:gd name="connsiteY11" fmla="*/ 629554 h 1739801"/>
              <a:gd name="connsiteX12" fmla="*/ 1687993 w 1782809"/>
              <a:gd name="connsiteY12" fmla="*/ 647960 h 1739801"/>
              <a:gd name="connsiteX13" fmla="*/ 1721982 w 1782809"/>
              <a:gd name="connsiteY13" fmla="*/ 872777 h 1739801"/>
              <a:gd name="connsiteX14" fmla="*/ 1718079 w 1782809"/>
              <a:gd name="connsiteY14" fmla="*/ 950076 h 1739801"/>
              <a:gd name="connsiteX15" fmla="*/ 1708911 w 1782809"/>
              <a:gd name="connsiteY15" fmla="*/ 1010143 h 1739801"/>
              <a:gd name="connsiteX16" fmla="*/ 1739413 w 1782809"/>
              <a:gd name="connsiteY16" fmla="*/ 1047112 h 1739801"/>
              <a:gd name="connsiteX17" fmla="*/ 1782809 w 1782809"/>
              <a:gd name="connsiteY17" fmla="*/ 1189180 h 1739801"/>
              <a:gd name="connsiteX18" fmla="*/ 1528713 w 1782809"/>
              <a:gd name="connsiteY18" fmla="*/ 1443276 h 1739801"/>
              <a:gd name="connsiteX19" fmla="*/ 1477504 w 1782809"/>
              <a:gd name="connsiteY19" fmla="*/ 1438114 h 1739801"/>
              <a:gd name="connsiteX20" fmla="*/ 1469464 w 1782809"/>
              <a:gd name="connsiteY20" fmla="*/ 1435618 h 1739801"/>
              <a:gd name="connsiteX21" fmla="*/ 1446861 w 1782809"/>
              <a:gd name="connsiteY21" fmla="*/ 1456160 h 1739801"/>
              <a:gd name="connsiteX22" fmla="*/ 1033711 w 1782809"/>
              <a:gd name="connsiteY22" fmla="*/ 1625805 h 1739801"/>
              <a:gd name="connsiteX23" fmla="*/ 972376 w 1782809"/>
              <a:gd name="connsiteY23" fmla="*/ 1628515 h 1739801"/>
              <a:gd name="connsiteX24" fmla="*/ 941962 w 1782809"/>
              <a:gd name="connsiteY24" fmla="*/ 1665378 h 1739801"/>
              <a:gd name="connsiteX25" fmla="*/ 762288 w 1782809"/>
              <a:gd name="connsiteY25" fmla="*/ 1739801 h 1739801"/>
              <a:gd name="connsiteX26" fmla="*/ 508192 w 1782809"/>
              <a:gd name="connsiteY26" fmla="*/ 1485705 h 1739801"/>
              <a:gd name="connsiteX27" fmla="*/ 509460 w 1782809"/>
              <a:gd name="connsiteY27" fmla="*/ 1473124 h 1739801"/>
              <a:gd name="connsiteX28" fmla="*/ 457628 w 1782809"/>
              <a:gd name="connsiteY28" fmla="*/ 1432399 h 1739801"/>
              <a:gd name="connsiteX29" fmla="*/ 269351 w 1782809"/>
              <a:gd name="connsiteY29" fmla="*/ 1167055 h 1739801"/>
              <a:gd name="connsiteX30" fmla="*/ 256837 w 1782809"/>
              <a:gd name="connsiteY30" fmla="*/ 1132864 h 1739801"/>
              <a:gd name="connsiteX31" fmla="*/ 254096 w 1782809"/>
              <a:gd name="connsiteY31" fmla="*/ 1133141 h 1739801"/>
              <a:gd name="connsiteX32" fmla="*/ 0 w 1782809"/>
              <a:gd name="connsiteY32" fmla="*/ 879044 h 1739801"/>
              <a:gd name="connsiteX33" fmla="*/ 202887 w 1782809"/>
              <a:gd name="connsiteY33" fmla="*/ 630110 h 1739801"/>
              <a:gd name="connsiteX34" fmla="*/ 252284 w 1782809"/>
              <a:gd name="connsiteY34" fmla="*/ 625130 h 1739801"/>
              <a:gd name="connsiteX35" fmla="*/ 269351 w 1782809"/>
              <a:gd name="connsiteY35" fmla="*/ 578499 h 1739801"/>
              <a:gd name="connsiteX36" fmla="*/ 339055 w 1782809"/>
              <a:gd name="connsiteY36" fmla="*/ 450078 h 1739801"/>
              <a:gd name="connsiteX37" fmla="*/ 425429 w 1782809"/>
              <a:gd name="connsiteY37" fmla="*/ 345392 h 1739801"/>
              <a:gd name="connsiteX38" fmla="*/ 412986 w 1782809"/>
              <a:gd name="connsiteY38" fmla="*/ 305306 h 1739801"/>
              <a:gd name="connsiteX39" fmla="*/ 407824 w 1782809"/>
              <a:gd name="connsiteY39" fmla="*/ 254096 h 1739801"/>
              <a:gd name="connsiteX40" fmla="*/ 661920 w 1782809"/>
              <a:gd name="connsiteY40" fmla="*/ 0 h 1739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782809" h="1739801">
                <a:moveTo>
                  <a:pt x="661920" y="0"/>
                </a:moveTo>
                <a:cubicBezTo>
                  <a:pt x="749628" y="0"/>
                  <a:pt x="826958" y="44438"/>
                  <a:pt x="872621" y="112029"/>
                </a:cubicBezTo>
                <a:lnTo>
                  <a:pt x="878174" y="122259"/>
                </a:lnTo>
                <a:lnTo>
                  <a:pt x="888662" y="120659"/>
                </a:lnTo>
                <a:cubicBezTo>
                  <a:pt x="914077" y="118078"/>
                  <a:pt x="939864" y="116755"/>
                  <a:pt x="965961" y="116755"/>
                </a:cubicBezTo>
                <a:cubicBezTo>
                  <a:pt x="1096442" y="116755"/>
                  <a:pt x="1219202" y="149810"/>
                  <a:pt x="1326326" y="208003"/>
                </a:cubicBezTo>
                <a:lnTo>
                  <a:pt x="1367203" y="232837"/>
                </a:lnTo>
                <a:lnTo>
                  <a:pt x="1376243" y="225379"/>
                </a:lnTo>
                <a:cubicBezTo>
                  <a:pt x="1416796" y="197981"/>
                  <a:pt x="1465685" y="181983"/>
                  <a:pt x="1518310" y="181983"/>
                </a:cubicBezTo>
                <a:cubicBezTo>
                  <a:pt x="1658644" y="181983"/>
                  <a:pt x="1772407" y="295746"/>
                  <a:pt x="1772407" y="436079"/>
                </a:cubicBezTo>
                <a:cubicBezTo>
                  <a:pt x="1772407" y="506246"/>
                  <a:pt x="1743966" y="569770"/>
                  <a:pt x="1697983" y="615753"/>
                </a:cubicBezTo>
                <a:lnTo>
                  <a:pt x="1681257" y="629554"/>
                </a:lnTo>
                <a:lnTo>
                  <a:pt x="1687993" y="647960"/>
                </a:lnTo>
                <a:cubicBezTo>
                  <a:pt x="1710083" y="718979"/>
                  <a:pt x="1721982" y="794489"/>
                  <a:pt x="1721982" y="872777"/>
                </a:cubicBezTo>
                <a:cubicBezTo>
                  <a:pt x="1721982" y="898874"/>
                  <a:pt x="1720660" y="924661"/>
                  <a:pt x="1718079" y="950076"/>
                </a:cubicBezTo>
                <a:lnTo>
                  <a:pt x="1708911" y="1010143"/>
                </a:lnTo>
                <a:lnTo>
                  <a:pt x="1739413" y="1047112"/>
                </a:lnTo>
                <a:cubicBezTo>
                  <a:pt x="1766811" y="1087666"/>
                  <a:pt x="1782809" y="1136555"/>
                  <a:pt x="1782809" y="1189180"/>
                </a:cubicBezTo>
                <a:cubicBezTo>
                  <a:pt x="1782809" y="1329513"/>
                  <a:pt x="1669046" y="1443276"/>
                  <a:pt x="1528713" y="1443276"/>
                </a:cubicBezTo>
                <a:cubicBezTo>
                  <a:pt x="1511171" y="1443276"/>
                  <a:pt x="1494045" y="1441498"/>
                  <a:pt x="1477504" y="1438114"/>
                </a:cubicBezTo>
                <a:lnTo>
                  <a:pt x="1469464" y="1435618"/>
                </a:lnTo>
                <a:lnTo>
                  <a:pt x="1446861" y="1456160"/>
                </a:lnTo>
                <a:cubicBezTo>
                  <a:pt x="1332511" y="1550530"/>
                  <a:pt x="1189943" y="1611930"/>
                  <a:pt x="1033711" y="1625805"/>
                </a:cubicBezTo>
                <a:lnTo>
                  <a:pt x="972376" y="1628515"/>
                </a:lnTo>
                <a:lnTo>
                  <a:pt x="941962" y="1665378"/>
                </a:lnTo>
                <a:cubicBezTo>
                  <a:pt x="895980" y="1711361"/>
                  <a:pt x="832455" y="1739801"/>
                  <a:pt x="762288" y="1739801"/>
                </a:cubicBezTo>
                <a:cubicBezTo>
                  <a:pt x="621955" y="1739801"/>
                  <a:pt x="508192" y="1626038"/>
                  <a:pt x="508192" y="1485705"/>
                </a:cubicBezTo>
                <a:lnTo>
                  <a:pt x="509460" y="1473124"/>
                </a:lnTo>
                <a:lnTo>
                  <a:pt x="457628" y="1432399"/>
                </a:lnTo>
                <a:cubicBezTo>
                  <a:pt x="377073" y="1359182"/>
                  <a:pt x="312390" y="1268811"/>
                  <a:pt x="269351" y="1167055"/>
                </a:cubicBezTo>
                <a:lnTo>
                  <a:pt x="256837" y="1132864"/>
                </a:lnTo>
                <a:lnTo>
                  <a:pt x="254096" y="1133141"/>
                </a:lnTo>
                <a:cubicBezTo>
                  <a:pt x="113763" y="1133141"/>
                  <a:pt x="0" y="1019378"/>
                  <a:pt x="0" y="879044"/>
                </a:cubicBezTo>
                <a:cubicBezTo>
                  <a:pt x="0" y="756252"/>
                  <a:pt x="87099" y="653803"/>
                  <a:pt x="202887" y="630110"/>
                </a:cubicBezTo>
                <a:lnTo>
                  <a:pt x="252284" y="625130"/>
                </a:lnTo>
                <a:lnTo>
                  <a:pt x="269351" y="578499"/>
                </a:lnTo>
                <a:cubicBezTo>
                  <a:pt x="288479" y="533275"/>
                  <a:pt x="311883" y="490299"/>
                  <a:pt x="339055" y="450078"/>
                </a:cubicBezTo>
                <a:lnTo>
                  <a:pt x="425429" y="345392"/>
                </a:lnTo>
                <a:lnTo>
                  <a:pt x="412986" y="305306"/>
                </a:lnTo>
                <a:cubicBezTo>
                  <a:pt x="409601" y="288764"/>
                  <a:pt x="407824" y="271638"/>
                  <a:pt x="407824" y="254096"/>
                </a:cubicBezTo>
                <a:cubicBezTo>
                  <a:pt x="407824" y="113763"/>
                  <a:pt x="521586" y="0"/>
                  <a:pt x="661920" y="0"/>
                </a:cubicBezTo>
                <a:close/>
              </a:path>
            </a:pathLst>
          </a:custGeom>
          <a:solidFill>
            <a:schemeClr val="bg1">
              <a:lumMod val="85000"/>
            </a:schemeClr>
          </a:solidFill>
        </p:spPr>
        <p:txBody>
          <a:bodyPr wrap="square">
            <a:noAutofit/>
          </a:bodyPr>
          <a:lstStyle/>
          <a:p>
            <a:endParaRPr lang="en-AU"/>
          </a:p>
        </p:txBody>
      </p:sp>
      <p:sp>
        <p:nvSpPr>
          <p:cNvPr id="40" name="Picture Placeholder 39"/>
          <p:cNvSpPr>
            <a:spLocks noGrp="1"/>
          </p:cNvSpPr>
          <p:nvPr>
            <p:ph type="pic" sz="quarter" idx="15"/>
          </p:nvPr>
        </p:nvSpPr>
        <p:spPr>
          <a:xfrm flipH="1">
            <a:off x="3913909" y="5105241"/>
            <a:ext cx="1004455" cy="980224"/>
          </a:xfrm>
          <a:custGeom>
            <a:avLst/>
            <a:gdLst>
              <a:gd name="connsiteX0" fmla="*/ 661920 w 1782809"/>
              <a:gd name="connsiteY0" fmla="*/ 0 h 1739801"/>
              <a:gd name="connsiteX1" fmla="*/ 872621 w 1782809"/>
              <a:gd name="connsiteY1" fmla="*/ 112029 h 1739801"/>
              <a:gd name="connsiteX2" fmla="*/ 878174 w 1782809"/>
              <a:gd name="connsiteY2" fmla="*/ 122259 h 1739801"/>
              <a:gd name="connsiteX3" fmla="*/ 888662 w 1782809"/>
              <a:gd name="connsiteY3" fmla="*/ 120659 h 1739801"/>
              <a:gd name="connsiteX4" fmla="*/ 965961 w 1782809"/>
              <a:gd name="connsiteY4" fmla="*/ 116755 h 1739801"/>
              <a:gd name="connsiteX5" fmla="*/ 1326326 w 1782809"/>
              <a:gd name="connsiteY5" fmla="*/ 208003 h 1739801"/>
              <a:gd name="connsiteX6" fmla="*/ 1367203 w 1782809"/>
              <a:gd name="connsiteY6" fmla="*/ 232837 h 1739801"/>
              <a:gd name="connsiteX7" fmla="*/ 1376243 w 1782809"/>
              <a:gd name="connsiteY7" fmla="*/ 225379 h 1739801"/>
              <a:gd name="connsiteX8" fmla="*/ 1518310 w 1782809"/>
              <a:gd name="connsiteY8" fmla="*/ 181983 h 1739801"/>
              <a:gd name="connsiteX9" fmla="*/ 1772407 w 1782809"/>
              <a:gd name="connsiteY9" fmla="*/ 436079 h 1739801"/>
              <a:gd name="connsiteX10" fmla="*/ 1697983 w 1782809"/>
              <a:gd name="connsiteY10" fmla="*/ 615753 h 1739801"/>
              <a:gd name="connsiteX11" fmla="*/ 1681257 w 1782809"/>
              <a:gd name="connsiteY11" fmla="*/ 629554 h 1739801"/>
              <a:gd name="connsiteX12" fmla="*/ 1687993 w 1782809"/>
              <a:gd name="connsiteY12" fmla="*/ 647960 h 1739801"/>
              <a:gd name="connsiteX13" fmla="*/ 1721982 w 1782809"/>
              <a:gd name="connsiteY13" fmla="*/ 872777 h 1739801"/>
              <a:gd name="connsiteX14" fmla="*/ 1718079 w 1782809"/>
              <a:gd name="connsiteY14" fmla="*/ 950076 h 1739801"/>
              <a:gd name="connsiteX15" fmla="*/ 1708911 w 1782809"/>
              <a:gd name="connsiteY15" fmla="*/ 1010143 h 1739801"/>
              <a:gd name="connsiteX16" fmla="*/ 1739413 w 1782809"/>
              <a:gd name="connsiteY16" fmla="*/ 1047112 h 1739801"/>
              <a:gd name="connsiteX17" fmla="*/ 1782809 w 1782809"/>
              <a:gd name="connsiteY17" fmla="*/ 1189180 h 1739801"/>
              <a:gd name="connsiteX18" fmla="*/ 1528713 w 1782809"/>
              <a:gd name="connsiteY18" fmla="*/ 1443276 h 1739801"/>
              <a:gd name="connsiteX19" fmla="*/ 1477504 w 1782809"/>
              <a:gd name="connsiteY19" fmla="*/ 1438114 h 1739801"/>
              <a:gd name="connsiteX20" fmla="*/ 1469464 w 1782809"/>
              <a:gd name="connsiteY20" fmla="*/ 1435618 h 1739801"/>
              <a:gd name="connsiteX21" fmla="*/ 1446861 w 1782809"/>
              <a:gd name="connsiteY21" fmla="*/ 1456160 h 1739801"/>
              <a:gd name="connsiteX22" fmla="*/ 1033711 w 1782809"/>
              <a:gd name="connsiteY22" fmla="*/ 1625805 h 1739801"/>
              <a:gd name="connsiteX23" fmla="*/ 972376 w 1782809"/>
              <a:gd name="connsiteY23" fmla="*/ 1628515 h 1739801"/>
              <a:gd name="connsiteX24" fmla="*/ 941962 w 1782809"/>
              <a:gd name="connsiteY24" fmla="*/ 1665378 h 1739801"/>
              <a:gd name="connsiteX25" fmla="*/ 762288 w 1782809"/>
              <a:gd name="connsiteY25" fmla="*/ 1739801 h 1739801"/>
              <a:gd name="connsiteX26" fmla="*/ 508192 w 1782809"/>
              <a:gd name="connsiteY26" fmla="*/ 1485705 h 1739801"/>
              <a:gd name="connsiteX27" fmla="*/ 509460 w 1782809"/>
              <a:gd name="connsiteY27" fmla="*/ 1473124 h 1739801"/>
              <a:gd name="connsiteX28" fmla="*/ 457628 w 1782809"/>
              <a:gd name="connsiteY28" fmla="*/ 1432399 h 1739801"/>
              <a:gd name="connsiteX29" fmla="*/ 269351 w 1782809"/>
              <a:gd name="connsiteY29" fmla="*/ 1167055 h 1739801"/>
              <a:gd name="connsiteX30" fmla="*/ 256837 w 1782809"/>
              <a:gd name="connsiteY30" fmla="*/ 1132864 h 1739801"/>
              <a:gd name="connsiteX31" fmla="*/ 254096 w 1782809"/>
              <a:gd name="connsiteY31" fmla="*/ 1133141 h 1739801"/>
              <a:gd name="connsiteX32" fmla="*/ 0 w 1782809"/>
              <a:gd name="connsiteY32" fmla="*/ 879044 h 1739801"/>
              <a:gd name="connsiteX33" fmla="*/ 202887 w 1782809"/>
              <a:gd name="connsiteY33" fmla="*/ 630110 h 1739801"/>
              <a:gd name="connsiteX34" fmla="*/ 252284 w 1782809"/>
              <a:gd name="connsiteY34" fmla="*/ 625130 h 1739801"/>
              <a:gd name="connsiteX35" fmla="*/ 269351 w 1782809"/>
              <a:gd name="connsiteY35" fmla="*/ 578499 h 1739801"/>
              <a:gd name="connsiteX36" fmla="*/ 339055 w 1782809"/>
              <a:gd name="connsiteY36" fmla="*/ 450078 h 1739801"/>
              <a:gd name="connsiteX37" fmla="*/ 425429 w 1782809"/>
              <a:gd name="connsiteY37" fmla="*/ 345392 h 1739801"/>
              <a:gd name="connsiteX38" fmla="*/ 412986 w 1782809"/>
              <a:gd name="connsiteY38" fmla="*/ 305306 h 1739801"/>
              <a:gd name="connsiteX39" fmla="*/ 407824 w 1782809"/>
              <a:gd name="connsiteY39" fmla="*/ 254096 h 1739801"/>
              <a:gd name="connsiteX40" fmla="*/ 661920 w 1782809"/>
              <a:gd name="connsiteY40" fmla="*/ 0 h 1739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782809" h="1739801">
                <a:moveTo>
                  <a:pt x="661920" y="0"/>
                </a:moveTo>
                <a:cubicBezTo>
                  <a:pt x="749628" y="0"/>
                  <a:pt x="826958" y="44438"/>
                  <a:pt x="872621" y="112029"/>
                </a:cubicBezTo>
                <a:lnTo>
                  <a:pt x="878174" y="122259"/>
                </a:lnTo>
                <a:lnTo>
                  <a:pt x="888662" y="120659"/>
                </a:lnTo>
                <a:cubicBezTo>
                  <a:pt x="914077" y="118078"/>
                  <a:pt x="939864" y="116755"/>
                  <a:pt x="965961" y="116755"/>
                </a:cubicBezTo>
                <a:cubicBezTo>
                  <a:pt x="1096442" y="116755"/>
                  <a:pt x="1219202" y="149810"/>
                  <a:pt x="1326326" y="208003"/>
                </a:cubicBezTo>
                <a:lnTo>
                  <a:pt x="1367203" y="232837"/>
                </a:lnTo>
                <a:lnTo>
                  <a:pt x="1376243" y="225379"/>
                </a:lnTo>
                <a:cubicBezTo>
                  <a:pt x="1416796" y="197981"/>
                  <a:pt x="1465685" y="181983"/>
                  <a:pt x="1518310" y="181983"/>
                </a:cubicBezTo>
                <a:cubicBezTo>
                  <a:pt x="1658644" y="181983"/>
                  <a:pt x="1772407" y="295746"/>
                  <a:pt x="1772407" y="436079"/>
                </a:cubicBezTo>
                <a:cubicBezTo>
                  <a:pt x="1772407" y="506246"/>
                  <a:pt x="1743966" y="569770"/>
                  <a:pt x="1697983" y="615753"/>
                </a:cubicBezTo>
                <a:lnTo>
                  <a:pt x="1681257" y="629554"/>
                </a:lnTo>
                <a:lnTo>
                  <a:pt x="1687993" y="647960"/>
                </a:lnTo>
                <a:cubicBezTo>
                  <a:pt x="1710083" y="718979"/>
                  <a:pt x="1721982" y="794489"/>
                  <a:pt x="1721982" y="872777"/>
                </a:cubicBezTo>
                <a:cubicBezTo>
                  <a:pt x="1721982" y="898874"/>
                  <a:pt x="1720660" y="924661"/>
                  <a:pt x="1718079" y="950076"/>
                </a:cubicBezTo>
                <a:lnTo>
                  <a:pt x="1708911" y="1010143"/>
                </a:lnTo>
                <a:lnTo>
                  <a:pt x="1739413" y="1047112"/>
                </a:lnTo>
                <a:cubicBezTo>
                  <a:pt x="1766811" y="1087666"/>
                  <a:pt x="1782809" y="1136555"/>
                  <a:pt x="1782809" y="1189180"/>
                </a:cubicBezTo>
                <a:cubicBezTo>
                  <a:pt x="1782809" y="1329513"/>
                  <a:pt x="1669046" y="1443276"/>
                  <a:pt x="1528713" y="1443276"/>
                </a:cubicBezTo>
                <a:cubicBezTo>
                  <a:pt x="1511171" y="1443276"/>
                  <a:pt x="1494045" y="1441498"/>
                  <a:pt x="1477504" y="1438114"/>
                </a:cubicBezTo>
                <a:lnTo>
                  <a:pt x="1469464" y="1435618"/>
                </a:lnTo>
                <a:lnTo>
                  <a:pt x="1446861" y="1456160"/>
                </a:lnTo>
                <a:cubicBezTo>
                  <a:pt x="1332511" y="1550530"/>
                  <a:pt x="1189943" y="1611930"/>
                  <a:pt x="1033711" y="1625805"/>
                </a:cubicBezTo>
                <a:lnTo>
                  <a:pt x="972376" y="1628515"/>
                </a:lnTo>
                <a:lnTo>
                  <a:pt x="941962" y="1665378"/>
                </a:lnTo>
                <a:cubicBezTo>
                  <a:pt x="895980" y="1711361"/>
                  <a:pt x="832455" y="1739801"/>
                  <a:pt x="762288" y="1739801"/>
                </a:cubicBezTo>
                <a:cubicBezTo>
                  <a:pt x="621955" y="1739801"/>
                  <a:pt x="508192" y="1626038"/>
                  <a:pt x="508192" y="1485705"/>
                </a:cubicBezTo>
                <a:lnTo>
                  <a:pt x="509460" y="1473124"/>
                </a:lnTo>
                <a:lnTo>
                  <a:pt x="457628" y="1432399"/>
                </a:lnTo>
                <a:cubicBezTo>
                  <a:pt x="377073" y="1359182"/>
                  <a:pt x="312390" y="1268811"/>
                  <a:pt x="269351" y="1167055"/>
                </a:cubicBezTo>
                <a:lnTo>
                  <a:pt x="256837" y="1132864"/>
                </a:lnTo>
                <a:lnTo>
                  <a:pt x="254096" y="1133141"/>
                </a:lnTo>
                <a:cubicBezTo>
                  <a:pt x="113763" y="1133141"/>
                  <a:pt x="0" y="1019378"/>
                  <a:pt x="0" y="879044"/>
                </a:cubicBezTo>
                <a:cubicBezTo>
                  <a:pt x="0" y="756252"/>
                  <a:pt x="87099" y="653803"/>
                  <a:pt x="202887" y="630110"/>
                </a:cubicBezTo>
                <a:lnTo>
                  <a:pt x="252284" y="625130"/>
                </a:lnTo>
                <a:lnTo>
                  <a:pt x="269351" y="578499"/>
                </a:lnTo>
                <a:cubicBezTo>
                  <a:pt x="288479" y="533275"/>
                  <a:pt x="311883" y="490299"/>
                  <a:pt x="339055" y="450078"/>
                </a:cubicBezTo>
                <a:lnTo>
                  <a:pt x="425429" y="345392"/>
                </a:lnTo>
                <a:lnTo>
                  <a:pt x="412986" y="305306"/>
                </a:lnTo>
                <a:cubicBezTo>
                  <a:pt x="409601" y="288764"/>
                  <a:pt x="407824" y="271638"/>
                  <a:pt x="407824" y="254096"/>
                </a:cubicBezTo>
                <a:cubicBezTo>
                  <a:pt x="407824" y="113763"/>
                  <a:pt x="521586" y="0"/>
                  <a:pt x="661920" y="0"/>
                </a:cubicBezTo>
                <a:close/>
              </a:path>
            </a:pathLst>
          </a:custGeom>
          <a:solidFill>
            <a:schemeClr val="bg1">
              <a:lumMod val="85000"/>
            </a:schemeClr>
          </a:solidFill>
        </p:spPr>
        <p:txBody>
          <a:bodyPr wrap="square">
            <a:noAutofit/>
          </a:bodyPr>
          <a:lstStyle/>
          <a:p>
            <a:endParaRPr lang="en-AU"/>
          </a:p>
        </p:txBody>
      </p:sp>
      <p:sp>
        <p:nvSpPr>
          <p:cNvPr id="41" name="Picture Placeholder 40"/>
          <p:cNvSpPr>
            <a:spLocks noGrp="1"/>
          </p:cNvSpPr>
          <p:nvPr>
            <p:ph type="pic" sz="quarter" idx="16"/>
          </p:nvPr>
        </p:nvSpPr>
        <p:spPr>
          <a:xfrm flipH="1">
            <a:off x="3913908" y="1877961"/>
            <a:ext cx="1004455" cy="980224"/>
          </a:xfrm>
          <a:custGeom>
            <a:avLst/>
            <a:gdLst>
              <a:gd name="connsiteX0" fmla="*/ 661920 w 1782809"/>
              <a:gd name="connsiteY0" fmla="*/ 0 h 1739801"/>
              <a:gd name="connsiteX1" fmla="*/ 872621 w 1782809"/>
              <a:gd name="connsiteY1" fmla="*/ 112029 h 1739801"/>
              <a:gd name="connsiteX2" fmla="*/ 878174 w 1782809"/>
              <a:gd name="connsiteY2" fmla="*/ 122259 h 1739801"/>
              <a:gd name="connsiteX3" fmla="*/ 888662 w 1782809"/>
              <a:gd name="connsiteY3" fmla="*/ 120659 h 1739801"/>
              <a:gd name="connsiteX4" fmla="*/ 965961 w 1782809"/>
              <a:gd name="connsiteY4" fmla="*/ 116755 h 1739801"/>
              <a:gd name="connsiteX5" fmla="*/ 1326326 w 1782809"/>
              <a:gd name="connsiteY5" fmla="*/ 208003 h 1739801"/>
              <a:gd name="connsiteX6" fmla="*/ 1367203 w 1782809"/>
              <a:gd name="connsiteY6" fmla="*/ 232837 h 1739801"/>
              <a:gd name="connsiteX7" fmla="*/ 1376243 w 1782809"/>
              <a:gd name="connsiteY7" fmla="*/ 225379 h 1739801"/>
              <a:gd name="connsiteX8" fmla="*/ 1518310 w 1782809"/>
              <a:gd name="connsiteY8" fmla="*/ 181983 h 1739801"/>
              <a:gd name="connsiteX9" fmla="*/ 1772407 w 1782809"/>
              <a:gd name="connsiteY9" fmla="*/ 436079 h 1739801"/>
              <a:gd name="connsiteX10" fmla="*/ 1697983 w 1782809"/>
              <a:gd name="connsiteY10" fmla="*/ 615753 h 1739801"/>
              <a:gd name="connsiteX11" fmla="*/ 1681257 w 1782809"/>
              <a:gd name="connsiteY11" fmla="*/ 629554 h 1739801"/>
              <a:gd name="connsiteX12" fmla="*/ 1687993 w 1782809"/>
              <a:gd name="connsiteY12" fmla="*/ 647960 h 1739801"/>
              <a:gd name="connsiteX13" fmla="*/ 1721982 w 1782809"/>
              <a:gd name="connsiteY13" fmla="*/ 872777 h 1739801"/>
              <a:gd name="connsiteX14" fmla="*/ 1718079 w 1782809"/>
              <a:gd name="connsiteY14" fmla="*/ 950076 h 1739801"/>
              <a:gd name="connsiteX15" fmla="*/ 1708911 w 1782809"/>
              <a:gd name="connsiteY15" fmla="*/ 1010143 h 1739801"/>
              <a:gd name="connsiteX16" fmla="*/ 1739413 w 1782809"/>
              <a:gd name="connsiteY16" fmla="*/ 1047112 h 1739801"/>
              <a:gd name="connsiteX17" fmla="*/ 1782809 w 1782809"/>
              <a:gd name="connsiteY17" fmla="*/ 1189180 h 1739801"/>
              <a:gd name="connsiteX18" fmla="*/ 1528713 w 1782809"/>
              <a:gd name="connsiteY18" fmla="*/ 1443276 h 1739801"/>
              <a:gd name="connsiteX19" fmla="*/ 1477504 w 1782809"/>
              <a:gd name="connsiteY19" fmla="*/ 1438114 h 1739801"/>
              <a:gd name="connsiteX20" fmla="*/ 1469464 w 1782809"/>
              <a:gd name="connsiteY20" fmla="*/ 1435618 h 1739801"/>
              <a:gd name="connsiteX21" fmla="*/ 1446861 w 1782809"/>
              <a:gd name="connsiteY21" fmla="*/ 1456160 h 1739801"/>
              <a:gd name="connsiteX22" fmla="*/ 1033711 w 1782809"/>
              <a:gd name="connsiteY22" fmla="*/ 1625805 h 1739801"/>
              <a:gd name="connsiteX23" fmla="*/ 972376 w 1782809"/>
              <a:gd name="connsiteY23" fmla="*/ 1628515 h 1739801"/>
              <a:gd name="connsiteX24" fmla="*/ 941962 w 1782809"/>
              <a:gd name="connsiteY24" fmla="*/ 1665378 h 1739801"/>
              <a:gd name="connsiteX25" fmla="*/ 762288 w 1782809"/>
              <a:gd name="connsiteY25" fmla="*/ 1739801 h 1739801"/>
              <a:gd name="connsiteX26" fmla="*/ 508192 w 1782809"/>
              <a:gd name="connsiteY26" fmla="*/ 1485705 h 1739801"/>
              <a:gd name="connsiteX27" fmla="*/ 509460 w 1782809"/>
              <a:gd name="connsiteY27" fmla="*/ 1473124 h 1739801"/>
              <a:gd name="connsiteX28" fmla="*/ 457628 w 1782809"/>
              <a:gd name="connsiteY28" fmla="*/ 1432399 h 1739801"/>
              <a:gd name="connsiteX29" fmla="*/ 269351 w 1782809"/>
              <a:gd name="connsiteY29" fmla="*/ 1167055 h 1739801"/>
              <a:gd name="connsiteX30" fmla="*/ 256837 w 1782809"/>
              <a:gd name="connsiteY30" fmla="*/ 1132864 h 1739801"/>
              <a:gd name="connsiteX31" fmla="*/ 254096 w 1782809"/>
              <a:gd name="connsiteY31" fmla="*/ 1133141 h 1739801"/>
              <a:gd name="connsiteX32" fmla="*/ 0 w 1782809"/>
              <a:gd name="connsiteY32" fmla="*/ 879044 h 1739801"/>
              <a:gd name="connsiteX33" fmla="*/ 202887 w 1782809"/>
              <a:gd name="connsiteY33" fmla="*/ 630110 h 1739801"/>
              <a:gd name="connsiteX34" fmla="*/ 252284 w 1782809"/>
              <a:gd name="connsiteY34" fmla="*/ 625130 h 1739801"/>
              <a:gd name="connsiteX35" fmla="*/ 269351 w 1782809"/>
              <a:gd name="connsiteY35" fmla="*/ 578499 h 1739801"/>
              <a:gd name="connsiteX36" fmla="*/ 339055 w 1782809"/>
              <a:gd name="connsiteY36" fmla="*/ 450078 h 1739801"/>
              <a:gd name="connsiteX37" fmla="*/ 425429 w 1782809"/>
              <a:gd name="connsiteY37" fmla="*/ 345392 h 1739801"/>
              <a:gd name="connsiteX38" fmla="*/ 412986 w 1782809"/>
              <a:gd name="connsiteY38" fmla="*/ 305306 h 1739801"/>
              <a:gd name="connsiteX39" fmla="*/ 407824 w 1782809"/>
              <a:gd name="connsiteY39" fmla="*/ 254096 h 1739801"/>
              <a:gd name="connsiteX40" fmla="*/ 661920 w 1782809"/>
              <a:gd name="connsiteY40" fmla="*/ 0 h 1739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782809" h="1739801">
                <a:moveTo>
                  <a:pt x="661920" y="0"/>
                </a:moveTo>
                <a:cubicBezTo>
                  <a:pt x="749628" y="0"/>
                  <a:pt x="826958" y="44438"/>
                  <a:pt x="872621" y="112029"/>
                </a:cubicBezTo>
                <a:lnTo>
                  <a:pt x="878174" y="122259"/>
                </a:lnTo>
                <a:lnTo>
                  <a:pt x="888662" y="120659"/>
                </a:lnTo>
                <a:cubicBezTo>
                  <a:pt x="914077" y="118078"/>
                  <a:pt x="939864" y="116755"/>
                  <a:pt x="965961" y="116755"/>
                </a:cubicBezTo>
                <a:cubicBezTo>
                  <a:pt x="1096442" y="116755"/>
                  <a:pt x="1219202" y="149810"/>
                  <a:pt x="1326326" y="208003"/>
                </a:cubicBezTo>
                <a:lnTo>
                  <a:pt x="1367203" y="232837"/>
                </a:lnTo>
                <a:lnTo>
                  <a:pt x="1376243" y="225379"/>
                </a:lnTo>
                <a:cubicBezTo>
                  <a:pt x="1416796" y="197981"/>
                  <a:pt x="1465685" y="181983"/>
                  <a:pt x="1518310" y="181983"/>
                </a:cubicBezTo>
                <a:cubicBezTo>
                  <a:pt x="1658644" y="181983"/>
                  <a:pt x="1772407" y="295746"/>
                  <a:pt x="1772407" y="436079"/>
                </a:cubicBezTo>
                <a:cubicBezTo>
                  <a:pt x="1772407" y="506246"/>
                  <a:pt x="1743966" y="569770"/>
                  <a:pt x="1697983" y="615753"/>
                </a:cubicBezTo>
                <a:lnTo>
                  <a:pt x="1681257" y="629554"/>
                </a:lnTo>
                <a:lnTo>
                  <a:pt x="1687993" y="647960"/>
                </a:lnTo>
                <a:cubicBezTo>
                  <a:pt x="1710083" y="718979"/>
                  <a:pt x="1721982" y="794489"/>
                  <a:pt x="1721982" y="872777"/>
                </a:cubicBezTo>
                <a:cubicBezTo>
                  <a:pt x="1721982" y="898874"/>
                  <a:pt x="1720660" y="924661"/>
                  <a:pt x="1718079" y="950076"/>
                </a:cubicBezTo>
                <a:lnTo>
                  <a:pt x="1708911" y="1010143"/>
                </a:lnTo>
                <a:lnTo>
                  <a:pt x="1739413" y="1047112"/>
                </a:lnTo>
                <a:cubicBezTo>
                  <a:pt x="1766811" y="1087666"/>
                  <a:pt x="1782809" y="1136555"/>
                  <a:pt x="1782809" y="1189180"/>
                </a:cubicBezTo>
                <a:cubicBezTo>
                  <a:pt x="1782809" y="1329513"/>
                  <a:pt x="1669046" y="1443276"/>
                  <a:pt x="1528713" y="1443276"/>
                </a:cubicBezTo>
                <a:cubicBezTo>
                  <a:pt x="1511171" y="1443276"/>
                  <a:pt x="1494045" y="1441498"/>
                  <a:pt x="1477504" y="1438114"/>
                </a:cubicBezTo>
                <a:lnTo>
                  <a:pt x="1469464" y="1435618"/>
                </a:lnTo>
                <a:lnTo>
                  <a:pt x="1446861" y="1456160"/>
                </a:lnTo>
                <a:cubicBezTo>
                  <a:pt x="1332511" y="1550530"/>
                  <a:pt x="1189943" y="1611930"/>
                  <a:pt x="1033711" y="1625805"/>
                </a:cubicBezTo>
                <a:lnTo>
                  <a:pt x="972376" y="1628515"/>
                </a:lnTo>
                <a:lnTo>
                  <a:pt x="941962" y="1665378"/>
                </a:lnTo>
                <a:cubicBezTo>
                  <a:pt x="895980" y="1711361"/>
                  <a:pt x="832455" y="1739801"/>
                  <a:pt x="762288" y="1739801"/>
                </a:cubicBezTo>
                <a:cubicBezTo>
                  <a:pt x="621955" y="1739801"/>
                  <a:pt x="508192" y="1626038"/>
                  <a:pt x="508192" y="1485705"/>
                </a:cubicBezTo>
                <a:lnTo>
                  <a:pt x="509460" y="1473124"/>
                </a:lnTo>
                <a:lnTo>
                  <a:pt x="457628" y="1432399"/>
                </a:lnTo>
                <a:cubicBezTo>
                  <a:pt x="377073" y="1359182"/>
                  <a:pt x="312390" y="1268811"/>
                  <a:pt x="269351" y="1167055"/>
                </a:cubicBezTo>
                <a:lnTo>
                  <a:pt x="256837" y="1132864"/>
                </a:lnTo>
                <a:lnTo>
                  <a:pt x="254096" y="1133141"/>
                </a:lnTo>
                <a:cubicBezTo>
                  <a:pt x="113763" y="1133141"/>
                  <a:pt x="0" y="1019378"/>
                  <a:pt x="0" y="879044"/>
                </a:cubicBezTo>
                <a:cubicBezTo>
                  <a:pt x="0" y="756252"/>
                  <a:pt x="87099" y="653803"/>
                  <a:pt x="202887" y="630110"/>
                </a:cubicBezTo>
                <a:lnTo>
                  <a:pt x="252284" y="625130"/>
                </a:lnTo>
                <a:lnTo>
                  <a:pt x="269351" y="578499"/>
                </a:lnTo>
                <a:cubicBezTo>
                  <a:pt x="288479" y="533275"/>
                  <a:pt x="311883" y="490299"/>
                  <a:pt x="339055" y="450078"/>
                </a:cubicBezTo>
                <a:lnTo>
                  <a:pt x="425429" y="345392"/>
                </a:lnTo>
                <a:lnTo>
                  <a:pt x="412986" y="305306"/>
                </a:lnTo>
                <a:cubicBezTo>
                  <a:pt x="409601" y="288764"/>
                  <a:pt x="407824" y="271638"/>
                  <a:pt x="407824" y="254096"/>
                </a:cubicBezTo>
                <a:cubicBezTo>
                  <a:pt x="407824" y="113763"/>
                  <a:pt x="521586" y="0"/>
                  <a:pt x="661920" y="0"/>
                </a:cubicBezTo>
                <a:close/>
              </a:path>
            </a:pathLst>
          </a:custGeom>
          <a:solidFill>
            <a:schemeClr val="bg1">
              <a:lumMod val="85000"/>
            </a:schemeClr>
          </a:solidFill>
        </p:spPr>
        <p:txBody>
          <a:bodyPr wrap="square">
            <a:noAutofit/>
          </a:bodyPr>
          <a:lstStyle/>
          <a:p>
            <a:endParaRPr lang="en-AU" dirty="0"/>
          </a:p>
        </p:txBody>
      </p:sp>
      <p:sp>
        <p:nvSpPr>
          <p:cNvPr id="42" name="Picture Placeholder 41"/>
          <p:cNvSpPr>
            <a:spLocks noGrp="1"/>
          </p:cNvSpPr>
          <p:nvPr>
            <p:ph type="pic" sz="quarter" idx="17"/>
          </p:nvPr>
        </p:nvSpPr>
        <p:spPr>
          <a:xfrm flipH="1">
            <a:off x="4191001" y="3495474"/>
            <a:ext cx="1004455" cy="980224"/>
          </a:xfrm>
          <a:custGeom>
            <a:avLst/>
            <a:gdLst>
              <a:gd name="connsiteX0" fmla="*/ 661920 w 1782809"/>
              <a:gd name="connsiteY0" fmla="*/ 0 h 1739801"/>
              <a:gd name="connsiteX1" fmla="*/ 872621 w 1782809"/>
              <a:gd name="connsiteY1" fmla="*/ 112029 h 1739801"/>
              <a:gd name="connsiteX2" fmla="*/ 878174 w 1782809"/>
              <a:gd name="connsiteY2" fmla="*/ 122259 h 1739801"/>
              <a:gd name="connsiteX3" fmla="*/ 888662 w 1782809"/>
              <a:gd name="connsiteY3" fmla="*/ 120659 h 1739801"/>
              <a:gd name="connsiteX4" fmla="*/ 965961 w 1782809"/>
              <a:gd name="connsiteY4" fmla="*/ 116755 h 1739801"/>
              <a:gd name="connsiteX5" fmla="*/ 1326326 w 1782809"/>
              <a:gd name="connsiteY5" fmla="*/ 208003 h 1739801"/>
              <a:gd name="connsiteX6" fmla="*/ 1367203 w 1782809"/>
              <a:gd name="connsiteY6" fmla="*/ 232837 h 1739801"/>
              <a:gd name="connsiteX7" fmla="*/ 1376243 w 1782809"/>
              <a:gd name="connsiteY7" fmla="*/ 225379 h 1739801"/>
              <a:gd name="connsiteX8" fmla="*/ 1518310 w 1782809"/>
              <a:gd name="connsiteY8" fmla="*/ 181983 h 1739801"/>
              <a:gd name="connsiteX9" fmla="*/ 1772407 w 1782809"/>
              <a:gd name="connsiteY9" fmla="*/ 436079 h 1739801"/>
              <a:gd name="connsiteX10" fmla="*/ 1697983 w 1782809"/>
              <a:gd name="connsiteY10" fmla="*/ 615753 h 1739801"/>
              <a:gd name="connsiteX11" fmla="*/ 1681257 w 1782809"/>
              <a:gd name="connsiteY11" fmla="*/ 629554 h 1739801"/>
              <a:gd name="connsiteX12" fmla="*/ 1687993 w 1782809"/>
              <a:gd name="connsiteY12" fmla="*/ 647960 h 1739801"/>
              <a:gd name="connsiteX13" fmla="*/ 1721982 w 1782809"/>
              <a:gd name="connsiteY13" fmla="*/ 872777 h 1739801"/>
              <a:gd name="connsiteX14" fmla="*/ 1718079 w 1782809"/>
              <a:gd name="connsiteY14" fmla="*/ 950076 h 1739801"/>
              <a:gd name="connsiteX15" fmla="*/ 1708911 w 1782809"/>
              <a:gd name="connsiteY15" fmla="*/ 1010143 h 1739801"/>
              <a:gd name="connsiteX16" fmla="*/ 1739413 w 1782809"/>
              <a:gd name="connsiteY16" fmla="*/ 1047112 h 1739801"/>
              <a:gd name="connsiteX17" fmla="*/ 1782809 w 1782809"/>
              <a:gd name="connsiteY17" fmla="*/ 1189180 h 1739801"/>
              <a:gd name="connsiteX18" fmla="*/ 1528713 w 1782809"/>
              <a:gd name="connsiteY18" fmla="*/ 1443276 h 1739801"/>
              <a:gd name="connsiteX19" fmla="*/ 1477504 w 1782809"/>
              <a:gd name="connsiteY19" fmla="*/ 1438114 h 1739801"/>
              <a:gd name="connsiteX20" fmla="*/ 1469464 w 1782809"/>
              <a:gd name="connsiteY20" fmla="*/ 1435618 h 1739801"/>
              <a:gd name="connsiteX21" fmla="*/ 1446861 w 1782809"/>
              <a:gd name="connsiteY21" fmla="*/ 1456160 h 1739801"/>
              <a:gd name="connsiteX22" fmla="*/ 1033711 w 1782809"/>
              <a:gd name="connsiteY22" fmla="*/ 1625805 h 1739801"/>
              <a:gd name="connsiteX23" fmla="*/ 972376 w 1782809"/>
              <a:gd name="connsiteY23" fmla="*/ 1628515 h 1739801"/>
              <a:gd name="connsiteX24" fmla="*/ 941962 w 1782809"/>
              <a:gd name="connsiteY24" fmla="*/ 1665378 h 1739801"/>
              <a:gd name="connsiteX25" fmla="*/ 762288 w 1782809"/>
              <a:gd name="connsiteY25" fmla="*/ 1739801 h 1739801"/>
              <a:gd name="connsiteX26" fmla="*/ 508192 w 1782809"/>
              <a:gd name="connsiteY26" fmla="*/ 1485705 h 1739801"/>
              <a:gd name="connsiteX27" fmla="*/ 509460 w 1782809"/>
              <a:gd name="connsiteY27" fmla="*/ 1473124 h 1739801"/>
              <a:gd name="connsiteX28" fmla="*/ 457628 w 1782809"/>
              <a:gd name="connsiteY28" fmla="*/ 1432399 h 1739801"/>
              <a:gd name="connsiteX29" fmla="*/ 269351 w 1782809"/>
              <a:gd name="connsiteY29" fmla="*/ 1167055 h 1739801"/>
              <a:gd name="connsiteX30" fmla="*/ 256837 w 1782809"/>
              <a:gd name="connsiteY30" fmla="*/ 1132864 h 1739801"/>
              <a:gd name="connsiteX31" fmla="*/ 254096 w 1782809"/>
              <a:gd name="connsiteY31" fmla="*/ 1133141 h 1739801"/>
              <a:gd name="connsiteX32" fmla="*/ 0 w 1782809"/>
              <a:gd name="connsiteY32" fmla="*/ 879044 h 1739801"/>
              <a:gd name="connsiteX33" fmla="*/ 202887 w 1782809"/>
              <a:gd name="connsiteY33" fmla="*/ 630110 h 1739801"/>
              <a:gd name="connsiteX34" fmla="*/ 252284 w 1782809"/>
              <a:gd name="connsiteY34" fmla="*/ 625130 h 1739801"/>
              <a:gd name="connsiteX35" fmla="*/ 269351 w 1782809"/>
              <a:gd name="connsiteY35" fmla="*/ 578499 h 1739801"/>
              <a:gd name="connsiteX36" fmla="*/ 339055 w 1782809"/>
              <a:gd name="connsiteY36" fmla="*/ 450078 h 1739801"/>
              <a:gd name="connsiteX37" fmla="*/ 425429 w 1782809"/>
              <a:gd name="connsiteY37" fmla="*/ 345392 h 1739801"/>
              <a:gd name="connsiteX38" fmla="*/ 412986 w 1782809"/>
              <a:gd name="connsiteY38" fmla="*/ 305306 h 1739801"/>
              <a:gd name="connsiteX39" fmla="*/ 407824 w 1782809"/>
              <a:gd name="connsiteY39" fmla="*/ 254096 h 1739801"/>
              <a:gd name="connsiteX40" fmla="*/ 661920 w 1782809"/>
              <a:gd name="connsiteY40" fmla="*/ 0 h 1739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782809" h="1739801">
                <a:moveTo>
                  <a:pt x="661920" y="0"/>
                </a:moveTo>
                <a:cubicBezTo>
                  <a:pt x="749628" y="0"/>
                  <a:pt x="826958" y="44438"/>
                  <a:pt x="872621" y="112029"/>
                </a:cubicBezTo>
                <a:lnTo>
                  <a:pt x="878174" y="122259"/>
                </a:lnTo>
                <a:lnTo>
                  <a:pt x="888662" y="120659"/>
                </a:lnTo>
                <a:cubicBezTo>
                  <a:pt x="914077" y="118078"/>
                  <a:pt x="939864" y="116755"/>
                  <a:pt x="965961" y="116755"/>
                </a:cubicBezTo>
                <a:cubicBezTo>
                  <a:pt x="1096442" y="116755"/>
                  <a:pt x="1219202" y="149810"/>
                  <a:pt x="1326326" y="208003"/>
                </a:cubicBezTo>
                <a:lnTo>
                  <a:pt x="1367203" y="232837"/>
                </a:lnTo>
                <a:lnTo>
                  <a:pt x="1376243" y="225379"/>
                </a:lnTo>
                <a:cubicBezTo>
                  <a:pt x="1416796" y="197981"/>
                  <a:pt x="1465685" y="181983"/>
                  <a:pt x="1518310" y="181983"/>
                </a:cubicBezTo>
                <a:cubicBezTo>
                  <a:pt x="1658644" y="181983"/>
                  <a:pt x="1772407" y="295746"/>
                  <a:pt x="1772407" y="436079"/>
                </a:cubicBezTo>
                <a:cubicBezTo>
                  <a:pt x="1772407" y="506246"/>
                  <a:pt x="1743966" y="569770"/>
                  <a:pt x="1697983" y="615753"/>
                </a:cubicBezTo>
                <a:lnTo>
                  <a:pt x="1681257" y="629554"/>
                </a:lnTo>
                <a:lnTo>
                  <a:pt x="1687993" y="647960"/>
                </a:lnTo>
                <a:cubicBezTo>
                  <a:pt x="1710083" y="718979"/>
                  <a:pt x="1721982" y="794489"/>
                  <a:pt x="1721982" y="872777"/>
                </a:cubicBezTo>
                <a:cubicBezTo>
                  <a:pt x="1721982" y="898874"/>
                  <a:pt x="1720660" y="924661"/>
                  <a:pt x="1718079" y="950076"/>
                </a:cubicBezTo>
                <a:lnTo>
                  <a:pt x="1708911" y="1010143"/>
                </a:lnTo>
                <a:lnTo>
                  <a:pt x="1739413" y="1047112"/>
                </a:lnTo>
                <a:cubicBezTo>
                  <a:pt x="1766811" y="1087666"/>
                  <a:pt x="1782809" y="1136555"/>
                  <a:pt x="1782809" y="1189180"/>
                </a:cubicBezTo>
                <a:cubicBezTo>
                  <a:pt x="1782809" y="1329513"/>
                  <a:pt x="1669046" y="1443276"/>
                  <a:pt x="1528713" y="1443276"/>
                </a:cubicBezTo>
                <a:cubicBezTo>
                  <a:pt x="1511171" y="1443276"/>
                  <a:pt x="1494045" y="1441498"/>
                  <a:pt x="1477504" y="1438114"/>
                </a:cubicBezTo>
                <a:lnTo>
                  <a:pt x="1469464" y="1435618"/>
                </a:lnTo>
                <a:lnTo>
                  <a:pt x="1446861" y="1456160"/>
                </a:lnTo>
                <a:cubicBezTo>
                  <a:pt x="1332511" y="1550530"/>
                  <a:pt x="1189943" y="1611930"/>
                  <a:pt x="1033711" y="1625805"/>
                </a:cubicBezTo>
                <a:lnTo>
                  <a:pt x="972376" y="1628515"/>
                </a:lnTo>
                <a:lnTo>
                  <a:pt x="941962" y="1665378"/>
                </a:lnTo>
                <a:cubicBezTo>
                  <a:pt x="895980" y="1711361"/>
                  <a:pt x="832455" y="1739801"/>
                  <a:pt x="762288" y="1739801"/>
                </a:cubicBezTo>
                <a:cubicBezTo>
                  <a:pt x="621955" y="1739801"/>
                  <a:pt x="508192" y="1626038"/>
                  <a:pt x="508192" y="1485705"/>
                </a:cubicBezTo>
                <a:lnTo>
                  <a:pt x="509460" y="1473124"/>
                </a:lnTo>
                <a:lnTo>
                  <a:pt x="457628" y="1432399"/>
                </a:lnTo>
                <a:cubicBezTo>
                  <a:pt x="377073" y="1359182"/>
                  <a:pt x="312390" y="1268811"/>
                  <a:pt x="269351" y="1167055"/>
                </a:cubicBezTo>
                <a:lnTo>
                  <a:pt x="256837" y="1132864"/>
                </a:lnTo>
                <a:lnTo>
                  <a:pt x="254096" y="1133141"/>
                </a:lnTo>
                <a:cubicBezTo>
                  <a:pt x="113763" y="1133141"/>
                  <a:pt x="0" y="1019378"/>
                  <a:pt x="0" y="879044"/>
                </a:cubicBezTo>
                <a:cubicBezTo>
                  <a:pt x="0" y="756252"/>
                  <a:pt x="87099" y="653803"/>
                  <a:pt x="202887" y="630110"/>
                </a:cubicBezTo>
                <a:lnTo>
                  <a:pt x="252284" y="625130"/>
                </a:lnTo>
                <a:lnTo>
                  <a:pt x="269351" y="578499"/>
                </a:lnTo>
                <a:cubicBezTo>
                  <a:pt x="288479" y="533275"/>
                  <a:pt x="311883" y="490299"/>
                  <a:pt x="339055" y="450078"/>
                </a:cubicBezTo>
                <a:lnTo>
                  <a:pt x="425429" y="345392"/>
                </a:lnTo>
                <a:lnTo>
                  <a:pt x="412986" y="305306"/>
                </a:lnTo>
                <a:cubicBezTo>
                  <a:pt x="409601" y="288764"/>
                  <a:pt x="407824" y="271638"/>
                  <a:pt x="407824" y="254096"/>
                </a:cubicBezTo>
                <a:cubicBezTo>
                  <a:pt x="407824" y="113763"/>
                  <a:pt x="521586" y="0"/>
                  <a:pt x="661920" y="0"/>
                </a:cubicBezTo>
                <a:close/>
              </a:path>
            </a:pathLst>
          </a:custGeom>
          <a:solidFill>
            <a:schemeClr val="bg1">
              <a:lumMod val="85000"/>
            </a:schemeClr>
          </a:solidFill>
        </p:spPr>
        <p:txBody>
          <a:bodyPr wrap="square">
            <a:noAutofit/>
          </a:bodyPr>
          <a:lstStyle/>
          <a:p>
            <a:endParaRPr lang="en-AU" dirty="0"/>
          </a:p>
        </p:txBody>
      </p:sp>
      <p:cxnSp>
        <p:nvCxnSpPr>
          <p:cNvPr id="12" name="Curved Connector 11"/>
          <p:cNvCxnSpPr/>
          <p:nvPr userDrawn="1"/>
        </p:nvCxnSpPr>
        <p:spPr>
          <a:xfrm flipV="1">
            <a:off x="3016827" y="2482812"/>
            <a:ext cx="831271" cy="750746"/>
          </a:xfrm>
          <a:prstGeom prst="curvedConnector3">
            <a:avLst>
              <a:gd name="adj1" fmla="val 42552"/>
            </a:avLst>
          </a:prstGeom>
          <a:ln w="63500">
            <a:tailEnd type="triangle" w="med" len="med"/>
          </a:ln>
        </p:spPr>
        <p:style>
          <a:lnRef idx="1">
            <a:schemeClr val="accent1"/>
          </a:lnRef>
          <a:fillRef idx="0">
            <a:schemeClr val="accent1"/>
          </a:fillRef>
          <a:effectRef idx="0">
            <a:schemeClr val="accent1"/>
          </a:effectRef>
          <a:fontRef idx="minor">
            <a:schemeClr val="tx1"/>
          </a:fontRef>
        </p:style>
      </p:cxnSp>
      <p:cxnSp>
        <p:nvCxnSpPr>
          <p:cNvPr id="43" name="Curved Connector 42"/>
          <p:cNvCxnSpPr/>
          <p:nvPr userDrawn="1"/>
        </p:nvCxnSpPr>
        <p:spPr>
          <a:xfrm>
            <a:off x="3054763" y="3447034"/>
            <a:ext cx="1052417" cy="466216"/>
          </a:xfrm>
          <a:prstGeom prst="curvedConnector3">
            <a:avLst>
              <a:gd name="adj1" fmla="val 50000"/>
            </a:avLst>
          </a:prstGeom>
          <a:ln w="63500">
            <a:solidFill>
              <a:schemeClr val="accent2"/>
            </a:solidFill>
            <a:tailEnd type="triangle" w="med" len="med"/>
          </a:ln>
        </p:spPr>
        <p:style>
          <a:lnRef idx="1">
            <a:schemeClr val="accent1"/>
          </a:lnRef>
          <a:fillRef idx="0">
            <a:schemeClr val="accent1"/>
          </a:fillRef>
          <a:effectRef idx="0">
            <a:schemeClr val="accent1"/>
          </a:effectRef>
          <a:fontRef idx="minor">
            <a:schemeClr val="tx1"/>
          </a:fontRef>
        </p:style>
      </p:cxnSp>
      <p:cxnSp>
        <p:nvCxnSpPr>
          <p:cNvPr id="47" name="Curved Connector 46"/>
          <p:cNvCxnSpPr/>
          <p:nvPr userDrawn="1"/>
        </p:nvCxnSpPr>
        <p:spPr>
          <a:xfrm rot="16200000" flipH="1">
            <a:off x="2903902" y="3831001"/>
            <a:ext cx="1285559" cy="983837"/>
          </a:xfrm>
          <a:prstGeom prst="curvedConnector3">
            <a:avLst>
              <a:gd name="adj1" fmla="val 50000"/>
            </a:avLst>
          </a:prstGeom>
          <a:ln w="63500">
            <a:solidFill>
              <a:schemeClr val="accent3"/>
            </a:solidFill>
            <a:tailEnd type="triangle" w="med" len="med"/>
          </a:ln>
        </p:spPr>
        <p:style>
          <a:lnRef idx="1">
            <a:schemeClr val="accent1"/>
          </a:lnRef>
          <a:fillRef idx="0">
            <a:schemeClr val="accent1"/>
          </a:fillRef>
          <a:effectRef idx="0">
            <a:schemeClr val="accent1"/>
          </a:effectRef>
          <a:fontRef idx="minor">
            <a:schemeClr val="tx1"/>
          </a:fontRef>
        </p:style>
      </p:cxnSp>
      <p:sp>
        <p:nvSpPr>
          <p:cNvPr id="15" name="Text Placeholder 21"/>
          <p:cNvSpPr>
            <a:spLocks noGrp="1"/>
          </p:cNvSpPr>
          <p:nvPr>
            <p:ph type="body" sz="quarter" idx="20"/>
          </p:nvPr>
        </p:nvSpPr>
        <p:spPr>
          <a:xfrm>
            <a:off x="727364" y="4731063"/>
            <a:ext cx="2492492" cy="256811"/>
          </a:xfrm>
        </p:spPr>
        <p:txBody>
          <a:bodyPr>
            <a:noAutofit/>
          </a:bodyPr>
          <a:lstStyle>
            <a:lvl1pPr algn="ctr">
              <a:defRPr sz="14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6" name="Text Placeholder 21"/>
          <p:cNvSpPr>
            <a:spLocks noGrp="1"/>
          </p:cNvSpPr>
          <p:nvPr>
            <p:ph type="body" sz="quarter" idx="29"/>
          </p:nvPr>
        </p:nvSpPr>
        <p:spPr>
          <a:xfrm>
            <a:off x="727364" y="5008739"/>
            <a:ext cx="2492492" cy="330467"/>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7" name="Text Placeholder 21"/>
          <p:cNvSpPr>
            <a:spLocks noGrp="1"/>
          </p:cNvSpPr>
          <p:nvPr>
            <p:ph type="body" sz="quarter" idx="30"/>
          </p:nvPr>
        </p:nvSpPr>
        <p:spPr>
          <a:xfrm>
            <a:off x="4984173" y="1985429"/>
            <a:ext cx="1950027" cy="256811"/>
          </a:xfrm>
        </p:spPr>
        <p:txBody>
          <a:bodyPr>
            <a:noAutofit/>
          </a:bodyPr>
          <a:lstStyle>
            <a:lvl1pPr algn="ctr">
              <a:defRPr sz="14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8" name="Text Placeholder 21"/>
          <p:cNvSpPr>
            <a:spLocks noGrp="1"/>
          </p:cNvSpPr>
          <p:nvPr>
            <p:ph type="body" sz="quarter" idx="31"/>
          </p:nvPr>
        </p:nvSpPr>
        <p:spPr>
          <a:xfrm>
            <a:off x="4984173" y="2263105"/>
            <a:ext cx="1950027" cy="330467"/>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9" name="Text Placeholder 21"/>
          <p:cNvSpPr>
            <a:spLocks noGrp="1"/>
          </p:cNvSpPr>
          <p:nvPr>
            <p:ph type="body" sz="quarter" idx="32"/>
          </p:nvPr>
        </p:nvSpPr>
        <p:spPr>
          <a:xfrm>
            <a:off x="5347857" y="3720474"/>
            <a:ext cx="1959723" cy="228072"/>
          </a:xfrm>
        </p:spPr>
        <p:txBody>
          <a:bodyPr>
            <a:noAutofit/>
          </a:bodyPr>
          <a:lstStyle>
            <a:lvl1pPr algn="ctr">
              <a:defRPr sz="14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0" name="Text Placeholder 21"/>
          <p:cNvSpPr>
            <a:spLocks noGrp="1"/>
          </p:cNvSpPr>
          <p:nvPr>
            <p:ph type="body" sz="quarter" idx="33"/>
          </p:nvPr>
        </p:nvSpPr>
        <p:spPr>
          <a:xfrm>
            <a:off x="5347857" y="3998149"/>
            <a:ext cx="1959723" cy="29348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8" name="Text Placeholder 21"/>
          <p:cNvSpPr>
            <a:spLocks noGrp="1"/>
          </p:cNvSpPr>
          <p:nvPr>
            <p:ph type="body" sz="quarter" idx="34"/>
          </p:nvPr>
        </p:nvSpPr>
        <p:spPr>
          <a:xfrm>
            <a:off x="4984173" y="5377600"/>
            <a:ext cx="1950027" cy="256811"/>
          </a:xfrm>
        </p:spPr>
        <p:txBody>
          <a:bodyPr>
            <a:noAutofit/>
          </a:bodyPr>
          <a:lstStyle>
            <a:lvl1pPr algn="ctr">
              <a:defRPr sz="14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9" name="Text Placeholder 21"/>
          <p:cNvSpPr>
            <a:spLocks noGrp="1"/>
          </p:cNvSpPr>
          <p:nvPr>
            <p:ph type="body" sz="quarter" idx="35"/>
          </p:nvPr>
        </p:nvSpPr>
        <p:spPr>
          <a:xfrm>
            <a:off x="4984173" y="5655276"/>
            <a:ext cx="1950027" cy="330467"/>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cxnSp>
        <p:nvCxnSpPr>
          <p:cNvPr id="31" name="Curved Connector 30"/>
          <p:cNvCxnSpPr/>
          <p:nvPr userDrawn="1"/>
        </p:nvCxnSpPr>
        <p:spPr>
          <a:xfrm flipV="1">
            <a:off x="7470570" y="2732683"/>
            <a:ext cx="1396339" cy="1062006"/>
          </a:xfrm>
          <a:prstGeom prst="curvedConnector3">
            <a:avLst>
              <a:gd name="adj1" fmla="val 50000"/>
            </a:avLst>
          </a:prstGeom>
          <a:ln w="63500">
            <a:solidFill>
              <a:schemeClr val="accent5"/>
            </a:solidFill>
            <a:tailEnd type="triangle" w="med" len="med"/>
          </a:ln>
        </p:spPr>
        <p:style>
          <a:lnRef idx="1">
            <a:schemeClr val="accent1"/>
          </a:lnRef>
          <a:fillRef idx="0">
            <a:schemeClr val="accent1"/>
          </a:fillRef>
          <a:effectRef idx="0">
            <a:schemeClr val="accent1"/>
          </a:effectRef>
          <a:fontRef idx="minor">
            <a:schemeClr val="tx1"/>
          </a:fontRef>
        </p:style>
      </p:cxnSp>
      <p:cxnSp>
        <p:nvCxnSpPr>
          <p:cNvPr id="32" name="Curved Connector 31"/>
          <p:cNvCxnSpPr/>
          <p:nvPr userDrawn="1"/>
        </p:nvCxnSpPr>
        <p:spPr>
          <a:xfrm>
            <a:off x="7459981" y="3998149"/>
            <a:ext cx="1140030" cy="0"/>
          </a:xfrm>
          <a:prstGeom prst="straightConnector1">
            <a:avLst/>
          </a:prstGeom>
          <a:ln w="63500">
            <a:solidFill>
              <a:schemeClr val="accent4"/>
            </a:solidFill>
            <a:tailEnd type="triangle" w="med" len="med"/>
          </a:ln>
        </p:spPr>
        <p:style>
          <a:lnRef idx="1">
            <a:schemeClr val="accent1"/>
          </a:lnRef>
          <a:fillRef idx="0">
            <a:schemeClr val="accent1"/>
          </a:fillRef>
          <a:effectRef idx="0">
            <a:schemeClr val="accent1"/>
          </a:effectRef>
          <a:fontRef idx="minor">
            <a:schemeClr val="tx1"/>
          </a:fontRef>
        </p:style>
      </p:cxnSp>
      <p:cxnSp>
        <p:nvCxnSpPr>
          <p:cNvPr id="35" name="Curved Connector 34"/>
          <p:cNvCxnSpPr/>
          <p:nvPr userDrawn="1"/>
        </p:nvCxnSpPr>
        <p:spPr>
          <a:xfrm>
            <a:off x="7455230" y="4220040"/>
            <a:ext cx="1396339" cy="1062006"/>
          </a:xfrm>
          <a:prstGeom prst="curvedConnector3">
            <a:avLst>
              <a:gd name="adj1" fmla="val 50000"/>
            </a:avLst>
          </a:prstGeom>
          <a:ln w="63500">
            <a:solidFill>
              <a:schemeClr val="accent6"/>
            </a:solidFill>
            <a:tailEnd type="triangle" w="med" len="med"/>
          </a:ln>
        </p:spPr>
        <p:style>
          <a:lnRef idx="1">
            <a:schemeClr val="accent1"/>
          </a:lnRef>
          <a:fillRef idx="0">
            <a:schemeClr val="accent1"/>
          </a:fillRef>
          <a:effectRef idx="0">
            <a:schemeClr val="accent1"/>
          </a:effectRef>
          <a:fontRef idx="minor">
            <a:schemeClr val="tx1"/>
          </a:fontRef>
        </p:style>
      </p:cxnSp>
      <p:sp>
        <p:nvSpPr>
          <p:cNvPr id="36" name="Picture Placeholder 40"/>
          <p:cNvSpPr>
            <a:spLocks noGrp="1"/>
          </p:cNvSpPr>
          <p:nvPr>
            <p:ph type="pic" sz="quarter" idx="36"/>
          </p:nvPr>
        </p:nvSpPr>
        <p:spPr>
          <a:xfrm flipH="1">
            <a:off x="8891349" y="1938226"/>
            <a:ext cx="1004455" cy="980224"/>
          </a:xfrm>
          <a:custGeom>
            <a:avLst/>
            <a:gdLst>
              <a:gd name="connsiteX0" fmla="*/ 661920 w 1782809"/>
              <a:gd name="connsiteY0" fmla="*/ 0 h 1739801"/>
              <a:gd name="connsiteX1" fmla="*/ 872621 w 1782809"/>
              <a:gd name="connsiteY1" fmla="*/ 112029 h 1739801"/>
              <a:gd name="connsiteX2" fmla="*/ 878174 w 1782809"/>
              <a:gd name="connsiteY2" fmla="*/ 122259 h 1739801"/>
              <a:gd name="connsiteX3" fmla="*/ 888662 w 1782809"/>
              <a:gd name="connsiteY3" fmla="*/ 120659 h 1739801"/>
              <a:gd name="connsiteX4" fmla="*/ 965961 w 1782809"/>
              <a:gd name="connsiteY4" fmla="*/ 116755 h 1739801"/>
              <a:gd name="connsiteX5" fmla="*/ 1326326 w 1782809"/>
              <a:gd name="connsiteY5" fmla="*/ 208003 h 1739801"/>
              <a:gd name="connsiteX6" fmla="*/ 1367203 w 1782809"/>
              <a:gd name="connsiteY6" fmla="*/ 232837 h 1739801"/>
              <a:gd name="connsiteX7" fmla="*/ 1376243 w 1782809"/>
              <a:gd name="connsiteY7" fmla="*/ 225379 h 1739801"/>
              <a:gd name="connsiteX8" fmla="*/ 1518310 w 1782809"/>
              <a:gd name="connsiteY8" fmla="*/ 181983 h 1739801"/>
              <a:gd name="connsiteX9" fmla="*/ 1772407 w 1782809"/>
              <a:gd name="connsiteY9" fmla="*/ 436079 h 1739801"/>
              <a:gd name="connsiteX10" fmla="*/ 1697983 w 1782809"/>
              <a:gd name="connsiteY10" fmla="*/ 615753 h 1739801"/>
              <a:gd name="connsiteX11" fmla="*/ 1681257 w 1782809"/>
              <a:gd name="connsiteY11" fmla="*/ 629554 h 1739801"/>
              <a:gd name="connsiteX12" fmla="*/ 1687993 w 1782809"/>
              <a:gd name="connsiteY12" fmla="*/ 647960 h 1739801"/>
              <a:gd name="connsiteX13" fmla="*/ 1721982 w 1782809"/>
              <a:gd name="connsiteY13" fmla="*/ 872777 h 1739801"/>
              <a:gd name="connsiteX14" fmla="*/ 1718079 w 1782809"/>
              <a:gd name="connsiteY14" fmla="*/ 950076 h 1739801"/>
              <a:gd name="connsiteX15" fmla="*/ 1708911 w 1782809"/>
              <a:gd name="connsiteY15" fmla="*/ 1010143 h 1739801"/>
              <a:gd name="connsiteX16" fmla="*/ 1739413 w 1782809"/>
              <a:gd name="connsiteY16" fmla="*/ 1047112 h 1739801"/>
              <a:gd name="connsiteX17" fmla="*/ 1782809 w 1782809"/>
              <a:gd name="connsiteY17" fmla="*/ 1189180 h 1739801"/>
              <a:gd name="connsiteX18" fmla="*/ 1528713 w 1782809"/>
              <a:gd name="connsiteY18" fmla="*/ 1443276 h 1739801"/>
              <a:gd name="connsiteX19" fmla="*/ 1477504 w 1782809"/>
              <a:gd name="connsiteY19" fmla="*/ 1438114 h 1739801"/>
              <a:gd name="connsiteX20" fmla="*/ 1469464 w 1782809"/>
              <a:gd name="connsiteY20" fmla="*/ 1435618 h 1739801"/>
              <a:gd name="connsiteX21" fmla="*/ 1446861 w 1782809"/>
              <a:gd name="connsiteY21" fmla="*/ 1456160 h 1739801"/>
              <a:gd name="connsiteX22" fmla="*/ 1033711 w 1782809"/>
              <a:gd name="connsiteY22" fmla="*/ 1625805 h 1739801"/>
              <a:gd name="connsiteX23" fmla="*/ 972376 w 1782809"/>
              <a:gd name="connsiteY23" fmla="*/ 1628515 h 1739801"/>
              <a:gd name="connsiteX24" fmla="*/ 941962 w 1782809"/>
              <a:gd name="connsiteY24" fmla="*/ 1665378 h 1739801"/>
              <a:gd name="connsiteX25" fmla="*/ 762288 w 1782809"/>
              <a:gd name="connsiteY25" fmla="*/ 1739801 h 1739801"/>
              <a:gd name="connsiteX26" fmla="*/ 508192 w 1782809"/>
              <a:gd name="connsiteY26" fmla="*/ 1485705 h 1739801"/>
              <a:gd name="connsiteX27" fmla="*/ 509460 w 1782809"/>
              <a:gd name="connsiteY27" fmla="*/ 1473124 h 1739801"/>
              <a:gd name="connsiteX28" fmla="*/ 457628 w 1782809"/>
              <a:gd name="connsiteY28" fmla="*/ 1432399 h 1739801"/>
              <a:gd name="connsiteX29" fmla="*/ 269351 w 1782809"/>
              <a:gd name="connsiteY29" fmla="*/ 1167055 h 1739801"/>
              <a:gd name="connsiteX30" fmla="*/ 256837 w 1782809"/>
              <a:gd name="connsiteY30" fmla="*/ 1132864 h 1739801"/>
              <a:gd name="connsiteX31" fmla="*/ 254096 w 1782809"/>
              <a:gd name="connsiteY31" fmla="*/ 1133141 h 1739801"/>
              <a:gd name="connsiteX32" fmla="*/ 0 w 1782809"/>
              <a:gd name="connsiteY32" fmla="*/ 879044 h 1739801"/>
              <a:gd name="connsiteX33" fmla="*/ 202887 w 1782809"/>
              <a:gd name="connsiteY33" fmla="*/ 630110 h 1739801"/>
              <a:gd name="connsiteX34" fmla="*/ 252284 w 1782809"/>
              <a:gd name="connsiteY34" fmla="*/ 625130 h 1739801"/>
              <a:gd name="connsiteX35" fmla="*/ 269351 w 1782809"/>
              <a:gd name="connsiteY35" fmla="*/ 578499 h 1739801"/>
              <a:gd name="connsiteX36" fmla="*/ 339055 w 1782809"/>
              <a:gd name="connsiteY36" fmla="*/ 450078 h 1739801"/>
              <a:gd name="connsiteX37" fmla="*/ 425429 w 1782809"/>
              <a:gd name="connsiteY37" fmla="*/ 345392 h 1739801"/>
              <a:gd name="connsiteX38" fmla="*/ 412986 w 1782809"/>
              <a:gd name="connsiteY38" fmla="*/ 305306 h 1739801"/>
              <a:gd name="connsiteX39" fmla="*/ 407824 w 1782809"/>
              <a:gd name="connsiteY39" fmla="*/ 254096 h 1739801"/>
              <a:gd name="connsiteX40" fmla="*/ 661920 w 1782809"/>
              <a:gd name="connsiteY40" fmla="*/ 0 h 1739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782809" h="1739801">
                <a:moveTo>
                  <a:pt x="661920" y="0"/>
                </a:moveTo>
                <a:cubicBezTo>
                  <a:pt x="749628" y="0"/>
                  <a:pt x="826958" y="44438"/>
                  <a:pt x="872621" y="112029"/>
                </a:cubicBezTo>
                <a:lnTo>
                  <a:pt x="878174" y="122259"/>
                </a:lnTo>
                <a:lnTo>
                  <a:pt x="888662" y="120659"/>
                </a:lnTo>
                <a:cubicBezTo>
                  <a:pt x="914077" y="118078"/>
                  <a:pt x="939864" y="116755"/>
                  <a:pt x="965961" y="116755"/>
                </a:cubicBezTo>
                <a:cubicBezTo>
                  <a:pt x="1096442" y="116755"/>
                  <a:pt x="1219202" y="149810"/>
                  <a:pt x="1326326" y="208003"/>
                </a:cubicBezTo>
                <a:lnTo>
                  <a:pt x="1367203" y="232837"/>
                </a:lnTo>
                <a:lnTo>
                  <a:pt x="1376243" y="225379"/>
                </a:lnTo>
                <a:cubicBezTo>
                  <a:pt x="1416796" y="197981"/>
                  <a:pt x="1465685" y="181983"/>
                  <a:pt x="1518310" y="181983"/>
                </a:cubicBezTo>
                <a:cubicBezTo>
                  <a:pt x="1658644" y="181983"/>
                  <a:pt x="1772407" y="295746"/>
                  <a:pt x="1772407" y="436079"/>
                </a:cubicBezTo>
                <a:cubicBezTo>
                  <a:pt x="1772407" y="506246"/>
                  <a:pt x="1743966" y="569770"/>
                  <a:pt x="1697983" y="615753"/>
                </a:cubicBezTo>
                <a:lnTo>
                  <a:pt x="1681257" y="629554"/>
                </a:lnTo>
                <a:lnTo>
                  <a:pt x="1687993" y="647960"/>
                </a:lnTo>
                <a:cubicBezTo>
                  <a:pt x="1710083" y="718979"/>
                  <a:pt x="1721982" y="794489"/>
                  <a:pt x="1721982" y="872777"/>
                </a:cubicBezTo>
                <a:cubicBezTo>
                  <a:pt x="1721982" y="898874"/>
                  <a:pt x="1720660" y="924661"/>
                  <a:pt x="1718079" y="950076"/>
                </a:cubicBezTo>
                <a:lnTo>
                  <a:pt x="1708911" y="1010143"/>
                </a:lnTo>
                <a:lnTo>
                  <a:pt x="1739413" y="1047112"/>
                </a:lnTo>
                <a:cubicBezTo>
                  <a:pt x="1766811" y="1087666"/>
                  <a:pt x="1782809" y="1136555"/>
                  <a:pt x="1782809" y="1189180"/>
                </a:cubicBezTo>
                <a:cubicBezTo>
                  <a:pt x="1782809" y="1329513"/>
                  <a:pt x="1669046" y="1443276"/>
                  <a:pt x="1528713" y="1443276"/>
                </a:cubicBezTo>
                <a:cubicBezTo>
                  <a:pt x="1511171" y="1443276"/>
                  <a:pt x="1494045" y="1441498"/>
                  <a:pt x="1477504" y="1438114"/>
                </a:cubicBezTo>
                <a:lnTo>
                  <a:pt x="1469464" y="1435618"/>
                </a:lnTo>
                <a:lnTo>
                  <a:pt x="1446861" y="1456160"/>
                </a:lnTo>
                <a:cubicBezTo>
                  <a:pt x="1332511" y="1550530"/>
                  <a:pt x="1189943" y="1611930"/>
                  <a:pt x="1033711" y="1625805"/>
                </a:cubicBezTo>
                <a:lnTo>
                  <a:pt x="972376" y="1628515"/>
                </a:lnTo>
                <a:lnTo>
                  <a:pt x="941962" y="1665378"/>
                </a:lnTo>
                <a:cubicBezTo>
                  <a:pt x="895980" y="1711361"/>
                  <a:pt x="832455" y="1739801"/>
                  <a:pt x="762288" y="1739801"/>
                </a:cubicBezTo>
                <a:cubicBezTo>
                  <a:pt x="621955" y="1739801"/>
                  <a:pt x="508192" y="1626038"/>
                  <a:pt x="508192" y="1485705"/>
                </a:cubicBezTo>
                <a:lnTo>
                  <a:pt x="509460" y="1473124"/>
                </a:lnTo>
                <a:lnTo>
                  <a:pt x="457628" y="1432399"/>
                </a:lnTo>
                <a:cubicBezTo>
                  <a:pt x="377073" y="1359182"/>
                  <a:pt x="312390" y="1268811"/>
                  <a:pt x="269351" y="1167055"/>
                </a:cubicBezTo>
                <a:lnTo>
                  <a:pt x="256837" y="1132864"/>
                </a:lnTo>
                <a:lnTo>
                  <a:pt x="254096" y="1133141"/>
                </a:lnTo>
                <a:cubicBezTo>
                  <a:pt x="113763" y="1133141"/>
                  <a:pt x="0" y="1019378"/>
                  <a:pt x="0" y="879044"/>
                </a:cubicBezTo>
                <a:cubicBezTo>
                  <a:pt x="0" y="756252"/>
                  <a:pt x="87099" y="653803"/>
                  <a:pt x="202887" y="630110"/>
                </a:cubicBezTo>
                <a:lnTo>
                  <a:pt x="252284" y="625130"/>
                </a:lnTo>
                <a:lnTo>
                  <a:pt x="269351" y="578499"/>
                </a:lnTo>
                <a:cubicBezTo>
                  <a:pt x="288479" y="533275"/>
                  <a:pt x="311883" y="490299"/>
                  <a:pt x="339055" y="450078"/>
                </a:cubicBezTo>
                <a:lnTo>
                  <a:pt x="425429" y="345392"/>
                </a:lnTo>
                <a:lnTo>
                  <a:pt x="412986" y="305306"/>
                </a:lnTo>
                <a:cubicBezTo>
                  <a:pt x="409601" y="288764"/>
                  <a:pt x="407824" y="271638"/>
                  <a:pt x="407824" y="254096"/>
                </a:cubicBezTo>
                <a:cubicBezTo>
                  <a:pt x="407824" y="113763"/>
                  <a:pt x="521586" y="0"/>
                  <a:pt x="661920" y="0"/>
                </a:cubicBezTo>
                <a:close/>
              </a:path>
            </a:pathLst>
          </a:custGeom>
          <a:solidFill>
            <a:schemeClr val="bg1">
              <a:lumMod val="85000"/>
            </a:schemeClr>
          </a:solidFill>
        </p:spPr>
        <p:txBody>
          <a:bodyPr wrap="square">
            <a:noAutofit/>
          </a:bodyPr>
          <a:lstStyle/>
          <a:p>
            <a:endParaRPr lang="en-AU" dirty="0"/>
          </a:p>
        </p:txBody>
      </p:sp>
      <p:sp>
        <p:nvSpPr>
          <p:cNvPr id="37" name="Picture Placeholder 40"/>
          <p:cNvSpPr>
            <a:spLocks noGrp="1"/>
          </p:cNvSpPr>
          <p:nvPr>
            <p:ph type="pic" sz="quarter" idx="37"/>
          </p:nvPr>
        </p:nvSpPr>
        <p:spPr>
          <a:xfrm flipH="1">
            <a:off x="8860669" y="3517733"/>
            <a:ext cx="1004455" cy="980224"/>
          </a:xfrm>
          <a:custGeom>
            <a:avLst/>
            <a:gdLst>
              <a:gd name="connsiteX0" fmla="*/ 661920 w 1782809"/>
              <a:gd name="connsiteY0" fmla="*/ 0 h 1739801"/>
              <a:gd name="connsiteX1" fmla="*/ 872621 w 1782809"/>
              <a:gd name="connsiteY1" fmla="*/ 112029 h 1739801"/>
              <a:gd name="connsiteX2" fmla="*/ 878174 w 1782809"/>
              <a:gd name="connsiteY2" fmla="*/ 122259 h 1739801"/>
              <a:gd name="connsiteX3" fmla="*/ 888662 w 1782809"/>
              <a:gd name="connsiteY3" fmla="*/ 120659 h 1739801"/>
              <a:gd name="connsiteX4" fmla="*/ 965961 w 1782809"/>
              <a:gd name="connsiteY4" fmla="*/ 116755 h 1739801"/>
              <a:gd name="connsiteX5" fmla="*/ 1326326 w 1782809"/>
              <a:gd name="connsiteY5" fmla="*/ 208003 h 1739801"/>
              <a:gd name="connsiteX6" fmla="*/ 1367203 w 1782809"/>
              <a:gd name="connsiteY6" fmla="*/ 232837 h 1739801"/>
              <a:gd name="connsiteX7" fmla="*/ 1376243 w 1782809"/>
              <a:gd name="connsiteY7" fmla="*/ 225379 h 1739801"/>
              <a:gd name="connsiteX8" fmla="*/ 1518310 w 1782809"/>
              <a:gd name="connsiteY8" fmla="*/ 181983 h 1739801"/>
              <a:gd name="connsiteX9" fmla="*/ 1772407 w 1782809"/>
              <a:gd name="connsiteY9" fmla="*/ 436079 h 1739801"/>
              <a:gd name="connsiteX10" fmla="*/ 1697983 w 1782809"/>
              <a:gd name="connsiteY10" fmla="*/ 615753 h 1739801"/>
              <a:gd name="connsiteX11" fmla="*/ 1681257 w 1782809"/>
              <a:gd name="connsiteY11" fmla="*/ 629554 h 1739801"/>
              <a:gd name="connsiteX12" fmla="*/ 1687993 w 1782809"/>
              <a:gd name="connsiteY12" fmla="*/ 647960 h 1739801"/>
              <a:gd name="connsiteX13" fmla="*/ 1721982 w 1782809"/>
              <a:gd name="connsiteY13" fmla="*/ 872777 h 1739801"/>
              <a:gd name="connsiteX14" fmla="*/ 1718079 w 1782809"/>
              <a:gd name="connsiteY14" fmla="*/ 950076 h 1739801"/>
              <a:gd name="connsiteX15" fmla="*/ 1708911 w 1782809"/>
              <a:gd name="connsiteY15" fmla="*/ 1010143 h 1739801"/>
              <a:gd name="connsiteX16" fmla="*/ 1739413 w 1782809"/>
              <a:gd name="connsiteY16" fmla="*/ 1047112 h 1739801"/>
              <a:gd name="connsiteX17" fmla="*/ 1782809 w 1782809"/>
              <a:gd name="connsiteY17" fmla="*/ 1189180 h 1739801"/>
              <a:gd name="connsiteX18" fmla="*/ 1528713 w 1782809"/>
              <a:gd name="connsiteY18" fmla="*/ 1443276 h 1739801"/>
              <a:gd name="connsiteX19" fmla="*/ 1477504 w 1782809"/>
              <a:gd name="connsiteY19" fmla="*/ 1438114 h 1739801"/>
              <a:gd name="connsiteX20" fmla="*/ 1469464 w 1782809"/>
              <a:gd name="connsiteY20" fmla="*/ 1435618 h 1739801"/>
              <a:gd name="connsiteX21" fmla="*/ 1446861 w 1782809"/>
              <a:gd name="connsiteY21" fmla="*/ 1456160 h 1739801"/>
              <a:gd name="connsiteX22" fmla="*/ 1033711 w 1782809"/>
              <a:gd name="connsiteY22" fmla="*/ 1625805 h 1739801"/>
              <a:gd name="connsiteX23" fmla="*/ 972376 w 1782809"/>
              <a:gd name="connsiteY23" fmla="*/ 1628515 h 1739801"/>
              <a:gd name="connsiteX24" fmla="*/ 941962 w 1782809"/>
              <a:gd name="connsiteY24" fmla="*/ 1665378 h 1739801"/>
              <a:gd name="connsiteX25" fmla="*/ 762288 w 1782809"/>
              <a:gd name="connsiteY25" fmla="*/ 1739801 h 1739801"/>
              <a:gd name="connsiteX26" fmla="*/ 508192 w 1782809"/>
              <a:gd name="connsiteY26" fmla="*/ 1485705 h 1739801"/>
              <a:gd name="connsiteX27" fmla="*/ 509460 w 1782809"/>
              <a:gd name="connsiteY27" fmla="*/ 1473124 h 1739801"/>
              <a:gd name="connsiteX28" fmla="*/ 457628 w 1782809"/>
              <a:gd name="connsiteY28" fmla="*/ 1432399 h 1739801"/>
              <a:gd name="connsiteX29" fmla="*/ 269351 w 1782809"/>
              <a:gd name="connsiteY29" fmla="*/ 1167055 h 1739801"/>
              <a:gd name="connsiteX30" fmla="*/ 256837 w 1782809"/>
              <a:gd name="connsiteY30" fmla="*/ 1132864 h 1739801"/>
              <a:gd name="connsiteX31" fmla="*/ 254096 w 1782809"/>
              <a:gd name="connsiteY31" fmla="*/ 1133141 h 1739801"/>
              <a:gd name="connsiteX32" fmla="*/ 0 w 1782809"/>
              <a:gd name="connsiteY32" fmla="*/ 879044 h 1739801"/>
              <a:gd name="connsiteX33" fmla="*/ 202887 w 1782809"/>
              <a:gd name="connsiteY33" fmla="*/ 630110 h 1739801"/>
              <a:gd name="connsiteX34" fmla="*/ 252284 w 1782809"/>
              <a:gd name="connsiteY34" fmla="*/ 625130 h 1739801"/>
              <a:gd name="connsiteX35" fmla="*/ 269351 w 1782809"/>
              <a:gd name="connsiteY35" fmla="*/ 578499 h 1739801"/>
              <a:gd name="connsiteX36" fmla="*/ 339055 w 1782809"/>
              <a:gd name="connsiteY36" fmla="*/ 450078 h 1739801"/>
              <a:gd name="connsiteX37" fmla="*/ 425429 w 1782809"/>
              <a:gd name="connsiteY37" fmla="*/ 345392 h 1739801"/>
              <a:gd name="connsiteX38" fmla="*/ 412986 w 1782809"/>
              <a:gd name="connsiteY38" fmla="*/ 305306 h 1739801"/>
              <a:gd name="connsiteX39" fmla="*/ 407824 w 1782809"/>
              <a:gd name="connsiteY39" fmla="*/ 254096 h 1739801"/>
              <a:gd name="connsiteX40" fmla="*/ 661920 w 1782809"/>
              <a:gd name="connsiteY40" fmla="*/ 0 h 1739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782809" h="1739801">
                <a:moveTo>
                  <a:pt x="661920" y="0"/>
                </a:moveTo>
                <a:cubicBezTo>
                  <a:pt x="749628" y="0"/>
                  <a:pt x="826958" y="44438"/>
                  <a:pt x="872621" y="112029"/>
                </a:cubicBezTo>
                <a:lnTo>
                  <a:pt x="878174" y="122259"/>
                </a:lnTo>
                <a:lnTo>
                  <a:pt x="888662" y="120659"/>
                </a:lnTo>
                <a:cubicBezTo>
                  <a:pt x="914077" y="118078"/>
                  <a:pt x="939864" y="116755"/>
                  <a:pt x="965961" y="116755"/>
                </a:cubicBezTo>
                <a:cubicBezTo>
                  <a:pt x="1096442" y="116755"/>
                  <a:pt x="1219202" y="149810"/>
                  <a:pt x="1326326" y="208003"/>
                </a:cubicBezTo>
                <a:lnTo>
                  <a:pt x="1367203" y="232837"/>
                </a:lnTo>
                <a:lnTo>
                  <a:pt x="1376243" y="225379"/>
                </a:lnTo>
                <a:cubicBezTo>
                  <a:pt x="1416796" y="197981"/>
                  <a:pt x="1465685" y="181983"/>
                  <a:pt x="1518310" y="181983"/>
                </a:cubicBezTo>
                <a:cubicBezTo>
                  <a:pt x="1658644" y="181983"/>
                  <a:pt x="1772407" y="295746"/>
                  <a:pt x="1772407" y="436079"/>
                </a:cubicBezTo>
                <a:cubicBezTo>
                  <a:pt x="1772407" y="506246"/>
                  <a:pt x="1743966" y="569770"/>
                  <a:pt x="1697983" y="615753"/>
                </a:cubicBezTo>
                <a:lnTo>
                  <a:pt x="1681257" y="629554"/>
                </a:lnTo>
                <a:lnTo>
                  <a:pt x="1687993" y="647960"/>
                </a:lnTo>
                <a:cubicBezTo>
                  <a:pt x="1710083" y="718979"/>
                  <a:pt x="1721982" y="794489"/>
                  <a:pt x="1721982" y="872777"/>
                </a:cubicBezTo>
                <a:cubicBezTo>
                  <a:pt x="1721982" y="898874"/>
                  <a:pt x="1720660" y="924661"/>
                  <a:pt x="1718079" y="950076"/>
                </a:cubicBezTo>
                <a:lnTo>
                  <a:pt x="1708911" y="1010143"/>
                </a:lnTo>
                <a:lnTo>
                  <a:pt x="1739413" y="1047112"/>
                </a:lnTo>
                <a:cubicBezTo>
                  <a:pt x="1766811" y="1087666"/>
                  <a:pt x="1782809" y="1136555"/>
                  <a:pt x="1782809" y="1189180"/>
                </a:cubicBezTo>
                <a:cubicBezTo>
                  <a:pt x="1782809" y="1329513"/>
                  <a:pt x="1669046" y="1443276"/>
                  <a:pt x="1528713" y="1443276"/>
                </a:cubicBezTo>
                <a:cubicBezTo>
                  <a:pt x="1511171" y="1443276"/>
                  <a:pt x="1494045" y="1441498"/>
                  <a:pt x="1477504" y="1438114"/>
                </a:cubicBezTo>
                <a:lnTo>
                  <a:pt x="1469464" y="1435618"/>
                </a:lnTo>
                <a:lnTo>
                  <a:pt x="1446861" y="1456160"/>
                </a:lnTo>
                <a:cubicBezTo>
                  <a:pt x="1332511" y="1550530"/>
                  <a:pt x="1189943" y="1611930"/>
                  <a:pt x="1033711" y="1625805"/>
                </a:cubicBezTo>
                <a:lnTo>
                  <a:pt x="972376" y="1628515"/>
                </a:lnTo>
                <a:lnTo>
                  <a:pt x="941962" y="1665378"/>
                </a:lnTo>
                <a:cubicBezTo>
                  <a:pt x="895980" y="1711361"/>
                  <a:pt x="832455" y="1739801"/>
                  <a:pt x="762288" y="1739801"/>
                </a:cubicBezTo>
                <a:cubicBezTo>
                  <a:pt x="621955" y="1739801"/>
                  <a:pt x="508192" y="1626038"/>
                  <a:pt x="508192" y="1485705"/>
                </a:cubicBezTo>
                <a:lnTo>
                  <a:pt x="509460" y="1473124"/>
                </a:lnTo>
                <a:lnTo>
                  <a:pt x="457628" y="1432399"/>
                </a:lnTo>
                <a:cubicBezTo>
                  <a:pt x="377073" y="1359182"/>
                  <a:pt x="312390" y="1268811"/>
                  <a:pt x="269351" y="1167055"/>
                </a:cubicBezTo>
                <a:lnTo>
                  <a:pt x="256837" y="1132864"/>
                </a:lnTo>
                <a:lnTo>
                  <a:pt x="254096" y="1133141"/>
                </a:lnTo>
                <a:cubicBezTo>
                  <a:pt x="113763" y="1133141"/>
                  <a:pt x="0" y="1019378"/>
                  <a:pt x="0" y="879044"/>
                </a:cubicBezTo>
                <a:cubicBezTo>
                  <a:pt x="0" y="756252"/>
                  <a:pt x="87099" y="653803"/>
                  <a:pt x="202887" y="630110"/>
                </a:cubicBezTo>
                <a:lnTo>
                  <a:pt x="252284" y="625130"/>
                </a:lnTo>
                <a:lnTo>
                  <a:pt x="269351" y="578499"/>
                </a:lnTo>
                <a:cubicBezTo>
                  <a:pt x="288479" y="533275"/>
                  <a:pt x="311883" y="490299"/>
                  <a:pt x="339055" y="450078"/>
                </a:cubicBezTo>
                <a:lnTo>
                  <a:pt x="425429" y="345392"/>
                </a:lnTo>
                <a:lnTo>
                  <a:pt x="412986" y="305306"/>
                </a:lnTo>
                <a:cubicBezTo>
                  <a:pt x="409601" y="288764"/>
                  <a:pt x="407824" y="271638"/>
                  <a:pt x="407824" y="254096"/>
                </a:cubicBezTo>
                <a:cubicBezTo>
                  <a:pt x="407824" y="113763"/>
                  <a:pt x="521586" y="0"/>
                  <a:pt x="661920" y="0"/>
                </a:cubicBezTo>
                <a:close/>
              </a:path>
            </a:pathLst>
          </a:custGeom>
          <a:solidFill>
            <a:schemeClr val="bg1">
              <a:lumMod val="85000"/>
            </a:schemeClr>
          </a:solidFill>
        </p:spPr>
        <p:txBody>
          <a:bodyPr wrap="square">
            <a:noAutofit/>
          </a:bodyPr>
          <a:lstStyle/>
          <a:p>
            <a:endParaRPr lang="en-AU" dirty="0"/>
          </a:p>
        </p:txBody>
      </p:sp>
      <p:sp>
        <p:nvSpPr>
          <p:cNvPr id="38" name="Picture Placeholder 40"/>
          <p:cNvSpPr>
            <a:spLocks noGrp="1"/>
          </p:cNvSpPr>
          <p:nvPr>
            <p:ph type="pic" sz="quarter" idx="38"/>
          </p:nvPr>
        </p:nvSpPr>
        <p:spPr>
          <a:xfrm flipH="1">
            <a:off x="8891349" y="5189755"/>
            <a:ext cx="1004455" cy="980224"/>
          </a:xfrm>
          <a:custGeom>
            <a:avLst/>
            <a:gdLst>
              <a:gd name="connsiteX0" fmla="*/ 661920 w 1782809"/>
              <a:gd name="connsiteY0" fmla="*/ 0 h 1739801"/>
              <a:gd name="connsiteX1" fmla="*/ 872621 w 1782809"/>
              <a:gd name="connsiteY1" fmla="*/ 112029 h 1739801"/>
              <a:gd name="connsiteX2" fmla="*/ 878174 w 1782809"/>
              <a:gd name="connsiteY2" fmla="*/ 122259 h 1739801"/>
              <a:gd name="connsiteX3" fmla="*/ 888662 w 1782809"/>
              <a:gd name="connsiteY3" fmla="*/ 120659 h 1739801"/>
              <a:gd name="connsiteX4" fmla="*/ 965961 w 1782809"/>
              <a:gd name="connsiteY4" fmla="*/ 116755 h 1739801"/>
              <a:gd name="connsiteX5" fmla="*/ 1326326 w 1782809"/>
              <a:gd name="connsiteY5" fmla="*/ 208003 h 1739801"/>
              <a:gd name="connsiteX6" fmla="*/ 1367203 w 1782809"/>
              <a:gd name="connsiteY6" fmla="*/ 232837 h 1739801"/>
              <a:gd name="connsiteX7" fmla="*/ 1376243 w 1782809"/>
              <a:gd name="connsiteY7" fmla="*/ 225379 h 1739801"/>
              <a:gd name="connsiteX8" fmla="*/ 1518310 w 1782809"/>
              <a:gd name="connsiteY8" fmla="*/ 181983 h 1739801"/>
              <a:gd name="connsiteX9" fmla="*/ 1772407 w 1782809"/>
              <a:gd name="connsiteY9" fmla="*/ 436079 h 1739801"/>
              <a:gd name="connsiteX10" fmla="*/ 1697983 w 1782809"/>
              <a:gd name="connsiteY10" fmla="*/ 615753 h 1739801"/>
              <a:gd name="connsiteX11" fmla="*/ 1681257 w 1782809"/>
              <a:gd name="connsiteY11" fmla="*/ 629554 h 1739801"/>
              <a:gd name="connsiteX12" fmla="*/ 1687993 w 1782809"/>
              <a:gd name="connsiteY12" fmla="*/ 647960 h 1739801"/>
              <a:gd name="connsiteX13" fmla="*/ 1721982 w 1782809"/>
              <a:gd name="connsiteY13" fmla="*/ 872777 h 1739801"/>
              <a:gd name="connsiteX14" fmla="*/ 1718079 w 1782809"/>
              <a:gd name="connsiteY14" fmla="*/ 950076 h 1739801"/>
              <a:gd name="connsiteX15" fmla="*/ 1708911 w 1782809"/>
              <a:gd name="connsiteY15" fmla="*/ 1010143 h 1739801"/>
              <a:gd name="connsiteX16" fmla="*/ 1739413 w 1782809"/>
              <a:gd name="connsiteY16" fmla="*/ 1047112 h 1739801"/>
              <a:gd name="connsiteX17" fmla="*/ 1782809 w 1782809"/>
              <a:gd name="connsiteY17" fmla="*/ 1189180 h 1739801"/>
              <a:gd name="connsiteX18" fmla="*/ 1528713 w 1782809"/>
              <a:gd name="connsiteY18" fmla="*/ 1443276 h 1739801"/>
              <a:gd name="connsiteX19" fmla="*/ 1477504 w 1782809"/>
              <a:gd name="connsiteY19" fmla="*/ 1438114 h 1739801"/>
              <a:gd name="connsiteX20" fmla="*/ 1469464 w 1782809"/>
              <a:gd name="connsiteY20" fmla="*/ 1435618 h 1739801"/>
              <a:gd name="connsiteX21" fmla="*/ 1446861 w 1782809"/>
              <a:gd name="connsiteY21" fmla="*/ 1456160 h 1739801"/>
              <a:gd name="connsiteX22" fmla="*/ 1033711 w 1782809"/>
              <a:gd name="connsiteY22" fmla="*/ 1625805 h 1739801"/>
              <a:gd name="connsiteX23" fmla="*/ 972376 w 1782809"/>
              <a:gd name="connsiteY23" fmla="*/ 1628515 h 1739801"/>
              <a:gd name="connsiteX24" fmla="*/ 941962 w 1782809"/>
              <a:gd name="connsiteY24" fmla="*/ 1665378 h 1739801"/>
              <a:gd name="connsiteX25" fmla="*/ 762288 w 1782809"/>
              <a:gd name="connsiteY25" fmla="*/ 1739801 h 1739801"/>
              <a:gd name="connsiteX26" fmla="*/ 508192 w 1782809"/>
              <a:gd name="connsiteY26" fmla="*/ 1485705 h 1739801"/>
              <a:gd name="connsiteX27" fmla="*/ 509460 w 1782809"/>
              <a:gd name="connsiteY27" fmla="*/ 1473124 h 1739801"/>
              <a:gd name="connsiteX28" fmla="*/ 457628 w 1782809"/>
              <a:gd name="connsiteY28" fmla="*/ 1432399 h 1739801"/>
              <a:gd name="connsiteX29" fmla="*/ 269351 w 1782809"/>
              <a:gd name="connsiteY29" fmla="*/ 1167055 h 1739801"/>
              <a:gd name="connsiteX30" fmla="*/ 256837 w 1782809"/>
              <a:gd name="connsiteY30" fmla="*/ 1132864 h 1739801"/>
              <a:gd name="connsiteX31" fmla="*/ 254096 w 1782809"/>
              <a:gd name="connsiteY31" fmla="*/ 1133141 h 1739801"/>
              <a:gd name="connsiteX32" fmla="*/ 0 w 1782809"/>
              <a:gd name="connsiteY32" fmla="*/ 879044 h 1739801"/>
              <a:gd name="connsiteX33" fmla="*/ 202887 w 1782809"/>
              <a:gd name="connsiteY33" fmla="*/ 630110 h 1739801"/>
              <a:gd name="connsiteX34" fmla="*/ 252284 w 1782809"/>
              <a:gd name="connsiteY34" fmla="*/ 625130 h 1739801"/>
              <a:gd name="connsiteX35" fmla="*/ 269351 w 1782809"/>
              <a:gd name="connsiteY35" fmla="*/ 578499 h 1739801"/>
              <a:gd name="connsiteX36" fmla="*/ 339055 w 1782809"/>
              <a:gd name="connsiteY36" fmla="*/ 450078 h 1739801"/>
              <a:gd name="connsiteX37" fmla="*/ 425429 w 1782809"/>
              <a:gd name="connsiteY37" fmla="*/ 345392 h 1739801"/>
              <a:gd name="connsiteX38" fmla="*/ 412986 w 1782809"/>
              <a:gd name="connsiteY38" fmla="*/ 305306 h 1739801"/>
              <a:gd name="connsiteX39" fmla="*/ 407824 w 1782809"/>
              <a:gd name="connsiteY39" fmla="*/ 254096 h 1739801"/>
              <a:gd name="connsiteX40" fmla="*/ 661920 w 1782809"/>
              <a:gd name="connsiteY40" fmla="*/ 0 h 1739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782809" h="1739801">
                <a:moveTo>
                  <a:pt x="661920" y="0"/>
                </a:moveTo>
                <a:cubicBezTo>
                  <a:pt x="749628" y="0"/>
                  <a:pt x="826958" y="44438"/>
                  <a:pt x="872621" y="112029"/>
                </a:cubicBezTo>
                <a:lnTo>
                  <a:pt x="878174" y="122259"/>
                </a:lnTo>
                <a:lnTo>
                  <a:pt x="888662" y="120659"/>
                </a:lnTo>
                <a:cubicBezTo>
                  <a:pt x="914077" y="118078"/>
                  <a:pt x="939864" y="116755"/>
                  <a:pt x="965961" y="116755"/>
                </a:cubicBezTo>
                <a:cubicBezTo>
                  <a:pt x="1096442" y="116755"/>
                  <a:pt x="1219202" y="149810"/>
                  <a:pt x="1326326" y="208003"/>
                </a:cubicBezTo>
                <a:lnTo>
                  <a:pt x="1367203" y="232837"/>
                </a:lnTo>
                <a:lnTo>
                  <a:pt x="1376243" y="225379"/>
                </a:lnTo>
                <a:cubicBezTo>
                  <a:pt x="1416796" y="197981"/>
                  <a:pt x="1465685" y="181983"/>
                  <a:pt x="1518310" y="181983"/>
                </a:cubicBezTo>
                <a:cubicBezTo>
                  <a:pt x="1658644" y="181983"/>
                  <a:pt x="1772407" y="295746"/>
                  <a:pt x="1772407" y="436079"/>
                </a:cubicBezTo>
                <a:cubicBezTo>
                  <a:pt x="1772407" y="506246"/>
                  <a:pt x="1743966" y="569770"/>
                  <a:pt x="1697983" y="615753"/>
                </a:cubicBezTo>
                <a:lnTo>
                  <a:pt x="1681257" y="629554"/>
                </a:lnTo>
                <a:lnTo>
                  <a:pt x="1687993" y="647960"/>
                </a:lnTo>
                <a:cubicBezTo>
                  <a:pt x="1710083" y="718979"/>
                  <a:pt x="1721982" y="794489"/>
                  <a:pt x="1721982" y="872777"/>
                </a:cubicBezTo>
                <a:cubicBezTo>
                  <a:pt x="1721982" y="898874"/>
                  <a:pt x="1720660" y="924661"/>
                  <a:pt x="1718079" y="950076"/>
                </a:cubicBezTo>
                <a:lnTo>
                  <a:pt x="1708911" y="1010143"/>
                </a:lnTo>
                <a:lnTo>
                  <a:pt x="1739413" y="1047112"/>
                </a:lnTo>
                <a:cubicBezTo>
                  <a:pt x="1766811" y="1087666"/>
                  <a:pt x="1782809" y="1136555"/>
                  <a:pt x="1782809" y="1189180"/>
                </a:cubicBezTo>
                <a:cubicBezTo>
                  <a:pt x="1782809" y="1329513"/>
                  <a:pt x="1669046" y="1443276"/>
                  <a:pt x="1528713" y="1443276"/>
                </a:cubicBezTo>
                <a:cubicBezTo>
                  <a:pt x="1511171" y="1443276"/>
                  <a:pt x="1494045" y="1441498"/>
                  <a:pt x="1477504" y="1438114"/>
                </a:cubicBezTo>
                <a:lnTo>
                  <a:pt x="1469464" y="1435618"/>
                </a:lnTo>
                <a:lnTo>
                  <a:pt x="1446861" y="1456160"/>
                </a:lnTo>
                <a:cubicBezTo>
                  <a:pt x="1332511" y="1550530"/>
                  <a:pt x="1189943" y="1611930"/>
                  <a:pt x="1033711" y="1625805"/>
                </a:cubicBezTo>
                <a:lnTo>
                  <a:pt x="972376" y="1628515"/>
                </a:lnTo>
                <a:lnTo>
                  <a:pt x="941962" y="1665378"/>
                </a:lnTo>
                <a:cubicBezTo>
                  <a:pt x="895980" y="1711361"/>
                  <a:pt x="832455" y="1739801"/>
                  <a:pt x="762288" y="1739801"/>
                </a:cubicBezTo>
                <a:cubicBezTo>
                  <a:pt x="621955" y="1739801"/>
                  <a:pt x="508192" y="1626038"/>
                  <a:pt x="508192" y="1485705"/>
                </a:cubicBezTo>
                <a:lnTo>
                  <a:pt x="509460" y="1473124"/>
                </a:lnTo>
                <a:lnTo>
                  <a:pt x="457628" y="1432399"/>
                </a:lnTo>
                <a:cubicBezTo>
                  <a:pt x="377073" y="1359182"/>
                  <a:pt x="312390" y="1268811"/>
                  <a:pt x="269351" y="1167055"/>
                </a:cubicBezTo>
                <a:lnTo>
                  <a:pt x="256837" y="1132864"/>
                </a:lnTo>
                <a:lnTo>
                  <a:pt x="254096" y="1133141"/>
                </a:lnTo>
                <a:cubicBezTo>
                  <a:pt x="113763" y="1133141"/>
                  <a:pt x="0" y="1019378"/>
                  <a:pt x="0" y="879044"/>
                </a:cubicBezTo>
                <a:cubicBezTo>
                  <a:pt x="0" y="756252"/>
                  <a:pt x="87099" y="653803"/>
                  <a:pt x="202887" y="630110"/>
                </a:cubicBezTo>
                <a:lnTo>
                  <a:pt x="252284" y="625130"/>
                </a:lnTo>
                <a:lnTo>
                  <a:pt x="269351" y="578499"/>
                </a:lnTo>
                <a:cubicBezTo>
                  <a:pt x="288479" y="533275"/>
                  <a:pt x="311883" y="490299"/>
                  <a:pt x="339055" y="450078"/>
                </a:cubicBezTo>
                <a:lnTo>
                  <a:pt x="425429" y="345392"/>
                </a:lnTo>
                <a:lnTo>
                  <a:pt x="412986" y="305306"/>
                </a:lnTo>
                <a:cubicBezTo>
                  <a:pt x="409601" y="288764"/>
                  <a:pt x="407824" y="271638"/>
                  <a:pt x="407824" y="254096"/>
                </a:cubicBezTo>
                <a:cubicBezTo>
                  <a:pt x="407824" y="113763"/>
                  <a:pt x="521586" y="0"/>
                  <a:pt x="661920" y="0"/>
                </a:cubicBezTo>
                <a:close/>
              </a:path>
            </a:pathLst>
          </a:custGeom>
          <a:solidFill>
            <a:schemeClr val="bg1">
              <a:lumMod val="85000"/>
            </a:schemeClr>
          </a:solidFill>
        </p:spPr>
        <p:txBody>
          <a:bodyPr wrap="square">
            <a:noAutofit/>
          </a:bodyPr>
          <a:lstStyle/>
          <a:p>
            <a:endParaRPr lang="en-AU" dirty="0"/>
          </a:p>
        </p:txBody>
      </p:sp>
      <p:sp>
        <p:nvSpPr>
          <p:cNvPr id="44" name="Text Placeholder 21"/>
          <p:cNvSpPr>
            <a:spLocks noGrp="1"/>
          </p:cNvSpPr>
          <p:nvPr>
            <p:ph type="body" sz="quarter" idx="39"/>
          </p:nvPr>
        </p:nvSpPr>
        <p:spPr>
          <a:xfrm>
            <a:off x="9975125" y="2355972"/>
            <a:ext cx="1950027" cy="256811"/>
          </a:xfrm>
        </p:spPr>
        <p:txBody>
          <a:bodyPr>
            <a:noAutofit/>
          </a:bodyPr>
          <a:lstStyle>
            <a:lvl1pPr algn="ctr">
              <a:defRPr sz="14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5" name="Text Placeholder 21"/>
          <p:cNvSpPr>
            <a:spLocks noGrp="1"/>
          </p:cNvSpPr>
          <p:nvPr>
            <p:ph type="body" sz="quarter" idx="40"/>
          </p:nvPr>
        </p:nvSpPr>
        <p:spPr>
          <a:xfrm>
            <a:off x="9975125" y="2633648"/>
            <a:ext cx="1950027" cy="330467"/>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6" name="Text Placeholder 21"/>
          <p:cNvSpPr>
            <a:spLocks noGrp="1"/>
          </p:cNvSpPr>
          <p:nvPr>
            <p:ph type="body" sz="quarter" idx="41"/>
          </p:nvPr>
        </p:nvSpPr>
        <p:spPr>
          <a:xfrm>
            <a:off x="9975125" y="3907067"/>
            <a:ext cx="1950027" cy="256811"/>
          </a:xfrm>
        </p:spPr>
        <p:txBody>
          <a:bodyPr>
            <a:noAutofit/>
          </a:bodyPr>
          <a:lstStyle>
            <a:lvl1pPr algn="ctr">
              <a:defRPr sz="14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8" name="Text Placeholder 21"/>
          <p:cNvSpPr>
            <a:spLocks noGrp="1"/>
          </p:cNvSpPr>
          <p:nvPr>
            <p:ph type="body" sz="quarter" idx="42"/>
          </p:nvPr>
        </p:nvSpPr>
        <p:spPr>
          <a:xfrm>
            <a:off x="9975125" y="4184743"/>
            <a:ext cx="1950027" cy="330467"/>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9" name="Text Placeholder 21"/>
          <p:cNvSpPr>
            <a:spLocks noGrp="1"/>
          </p:cNvSpPr>
          <p:nvPr>
            <p:ph type="body" sz="quarter" idx="43"/>
          </p:nvPr>
        </p:nvSpPr>
        <p:spPr>
          <a:xfrm>
            <a:off x="9975125" y="5398106"/>
            <a:ext cx="1950027" cy="256811"/>
          </a:xfrm>
        </p:spPr>
        <p:txBody>
          <a:bodyPr>
            <a:noAutofit/>
          </a:bodyPr>
          <a:lstStyle>
            <a:lvl1pPr algn="ctr">
              <a:defRPr sz="14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50" name="Text Placeholder 21"/>
          <p:cNvSpPr>
            <a:spLocks noGrp="1"/>
          </p:cNvSpPr>
          <p:nvPr>
            <p:ph type="body" sz="quarter" idx="44"/>
          </p:nvPr>
        </p:nvSpPr>
        <p:spPr>
          <a:xfrm>
            <a:off x="9975125" y="5675782"/>
            <a:ext cx="1950027" cy="330467"/>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Tree>
    <p:extLst>
      <p:ext uri="{BB962C8B-B14F-4D97-AF65-F5344CB8AC3E}">
        <p14:creationId xmlns:p14="http://schemas.microsoft.com/office/powerpoint/2010/main" val="337315901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53" presetClass="entr" presetSubtype="16" fill="hold" grpId="0" nodeType="afterEffect">
                                  <p:stCondLst>
                                    <p:cond delay="0"/>
                                  </p:stCondLst>
                                  <p:childTnLst>
                                    <p:set>
                                      <p:cBhvr>
                                        <p:cTn id="20" dur="1" fill="hold">
                                          <p:stCondLst>
                                            <p:cond delay="0"/>
                                          </p:stCondLst>
                                        </p:cTn>
                                        <p:tgtEl>
                                          <p:spTgt spid="39"/>
                                        </p:tgtEl>
                                        <p:attrNameLst>
                                          <p:attrName>style.visibility</p:attrName>
                                        </p:attrNameLst>
                                      </p:cBhvr>
                                      <p:to>
                                        <p:strVal val="visible"/>
                                      </p:to>
                                    </p:set>
                                    <p:anim calcmode="lin" valueType="num">
                                      <p:cBhvr>
                                        <p:cTn id="21" dur="500" fill="hold"/>
                                        <p:tgtEl>
                                          <p:spTgt spid="39"/>
                                        </p:tgtEl>
                                        <p:attrNameLst>
                                          <p:attrName>ppt_w</p:attrName>
                                        </p:attrNameLst>
                                      </p:cBhvr>
                                      <p:tavLst>
                                        <p:tav tm="0">
                                          <p:val>
                                            <p:fltVal val="0"/>
                                          </p:val>
                                        </p:tav>
                                        <p:tav tm="100000">
                                          <p:val>
                                            <p:strVal val="#ppt_w"/>
                                          </p:val>
                                        </p:tav>
                                      </p:tavLst>
                                    </p:anim>
                                    <p:anim calcmode="lin" valueType="num">
                                      <p:cBhvr>
                                        <p:cTn id="22" dur="500" fill="hold"/>
                                        <p:tgtEl>
                                          <p:spTgt spid="39"/>
                                        </p:tgtEl>
                                        <p:attrNameLst>
                                          <p:attrName>ppt_h</p:attrName>
                                        </p:attrNameLst>
                                      </p:cBhvr>
                                      <p:tavLst>
                                        <p:tav tm="0">
                                          <p:val>
                                            <p:fltVal val="0"/>
                                          </p:val>
                                        </p:tav>
                                        <p:tav tm="100000">
                                          <p:val>
                                            <p:strVal val="#ppt_h"/>
                                          </p:val>
                                        </p:tav>
                                      </p:tavLst>
                                    </p:anim>
                                    <p:animEffect transition="in" filter="fade">
                                      <p:cBhvr>
                                        <p:cTn id="23" dur="500"/>
                                        <p:tgtEl>
                                          <p:spTgt spid="39"/>
                                        </p:tgtEl>
                                      </p:cBhvr>
                                    </p:animEffect>
                                  </p:childTnLst>
                                </p:cTn>
                              </p:par>
                            </p:childTnLst>
                          </p:cTn>
                        </p:par>
                        <p:par>
                          <p:cTn id="24" fill="hold">
                            <p:stCondLst>
                              <p:cond delay="2000"/>
                            </p:stCondLst>
                            <p:childTnLst>
                              <p:par>
                                <p:cTn id="25" presetID="53" presetClass="entr" presetSubtype="16" fill="hold" grpId="0" nodeType="afterEffect" nodePh="1">
                                  <p:stCondLst>
                                    <p:cond delay="0"/>
                                  </p:stCondLst>
                                  <p:endCondLst>
                                    <p:cond evt="begin" delay="0">
                                      <p:tn val="25"/>
                                    </p:cond>
                                  </p:endCondLst>
                                  <p:childTnLst>
                                    <p:set>
                                      <p:cBhvr>
                                        <p:cTn id="26" dur="1" fill="hold">
                                          <p:stCondLst>
                                            <p:cond delay="0"/>
                                          </p:stCondLst>
                                        </p:cTn>
                                        <p:tgtEl>
                                          <p:spTgt spid="15">
                                            <p:txEl>
                                              <p:pRg st="0" end="0"/>
                                            </p:txEl>
                                          </p:spTgt>
                                        </p:tgtEl>
                                        <p:attrNameLst>
                                          <p:attrName>style.visibility</p:attrName>
                                        </p:attrNameLst>
                                      </p:cBhvr>
                                      <p:to>
                                        <p:strVal val="visible"/>
                                      </p:to>
                                    </p:set>
                                    <p:anim calcmode="lin" valueType="num">
                                      <p:cBhvr>
                                        <p:cTn id="27" dur="500" fill="hold"/>
                                        <p:tgtEl>
                                          <p:spTgt spid="15">
                                            <p:txEl>
                                              <p:pRg st="0" end="0"/>
                                            </p:txEl>
                                          </p:spTgt>
                                        </p:tgtEl>
                                        <p:attrNameLst>
                                          <p:attrName>ppt_w</p:attrName>
                                        </p:attrNameLst>
                                      </p:cBhvr>
                                      <p:tavLst>
                                        <p:tav tm="0">
                                          <p:val>
                                            <p:fltVal val="0"/>
                                          </p:val>
                                        </p:tav>
                                        <p:tav tm="100000">
                                          <p:val>
                                            <p:strVal val="#ppt_w"/>
                                          </p:val>
                                        </p:tav>
                                      </p:tavLst>
                                    </p:anim>
                                    <p:anim calcmode="lin" valueType="num">
                                      <p:cBhvr>
                                        <p:cTn id="28" dur="500" fill="hold"/>
                                        <p:tgtEl>
                                          <p:spTgt spid="15">
                                            <p:txEl>
                                              <p:pRg st="0" end="0"/>
                                            </p:txEl>
                                          </p:spTgt>
                                        </p:tgtEl>
                                        <p:attrNameLst>
                                          <p:attrName>ppt_h</p:attrName>
                                        </p:attrNameLst>
                                      </p:cBhvr>
                                      <p:tavLst>
                                        <p:tav tm="0">
                                          <p:val>
                                            <p:fltVal val="0"/>
                                          </p:val>
                                        </p:tav>
                                        <p:tav tm="100000">
                                          <p:val>
                                            <p:strVal val="#ppt_h"/>
                                          </p:val>
                                        </p:tav>
                                      </p:tavLst>
                                    </p:anim>
                                    <p:animEffect transition="in" filter="fade">
                                      <p:cBhvr>
                                        <p:cTn id="29" dur="500"/>
                                        <p:tgtEl>
                                          <p:spTgt spid="15">
                                            <p:txEl>
                                              <p:pRg st="0" end="0"/>
                                            </p:txEl>
                                          </p:spTgt>
                                        </p:tgtEl>
                                      </p:cBhvr>
                                    </p:animEffect>
                                  </p:childTnLst>
                                </p:cTn>
                              </p:par>
                            </p:childTnLst>
                          </p:cTn>
                        </p:par>
                        <p:par>
                          <p:cTn id="30" fill="hold">
                            <p:stCondLst>
                              <p:cond delay="2500"/>
                            </p:stCondLst>
                            <p:childTnLst>
                              <p:par>
                                <p:cTn id="31" presetID="42" presetClass="entr" presetSubtype="0" fill="hold" grpId="0" nodeType="afterEffect" nodePh="1">
                                  <p:stCondLst>
                                    <p:cond delay="0"/>
                                  </p:stCondLst>
                                  <p:endCondLst>
                                    <p:cond evt="begin" delay="0">
                                      <p:tn val="31"/>
                                    </p:cond>
                                  </p:endCondLst>
                                  <p:childTnLst>
                                    <p:set>
                                      <p:cBhvr>
                                        <p:cTn id="32" dur="1" fill="hold">
                                          <p:stCondLst>
                                            <p:cond delay="0"/>
                                          </p:stCondLst>
                                        </p:cTn>
                                        <p:tgtEl>
                                          <p:spTgt spid="16">
                                            <p:txEl>
                                              <p:pRg st="0" end="0"/>
                                            </p:txEl>
                                          </p:spTgt>
                                        </p:tgtEl>
                                        <p:attrNameLst>
                                          <p:attrName>style.visibility</p:attrName>
                                        </p:attrNameLst>
                                      </p:cBhvr>
                                      <p:to>
                                        <p:strVal val="visible"/>
                                      </p:to>
                                    </p:set>
                                    <p:animEffect transition="in" filter="fade">
                                      <p:cBhvr>
                                        <p:cTn id="33" dur="500"/>
                                        <p:tgtEl>
                                          <p:spTgt spid="16">
                                            <p:txEl>
                                              <p:pRg st="0" end="0"/>
                                            </p:txEl>
                                          </p:spTgt>
                                        </p:tgtEl>
                                      </p:cBhvr>
                                    </p:animEffect>
                                    <p:anim calcmode="lin" valueType="num">
                                      <p:cBhvr>
                                        <p:cTn id="34" dur="500" fill="hold"/>
                                        <p:tgtEl>
                                          <p:spTgt spid="16">
                                            <p:txEl>
                                              <p:pRg st="0" end="0"/>
                                            </p:txEl>
                                          </p:spTgt>
                                        </p:tgtEl>
                                        <p:attrNameLst>
                                          <p:attrName>ppt_x</p:attrName>
                                        </p:attrNameLst>
                                      </p:cBhvr>
                                      <p:tavLst>
                                        <p:tav tm="0">
                                          <p:val>
                                            <p:strVal val="#ppt_x"/>
                                          </p:val>
                                        </p:tav>
                                        <p:tav tm="100000">
                                          <p:val>
                                            <p:strVal val="#ppt_x"/>
                                          </p:val>
                                        </p:tav>
                                      </p:tavLst>
                                    </p:anim>
                                    <p:anim calcmode="lin" valueType="num">
                                      <p:cBhvr>
                                        <p:cTn id="35" dur="500" fill="hold"/>
                                        <p:tgtEl>
                                          <p:spTgt spid="16">
                                            <p:txEl>
                                              <p:pRg st="0" end="0"/>
                                            </p:txEl>
                                          </p:spTgt>
                                        </p:tgtEl>
                                        <p:attrNameLst>
                                          <p:attrName>ppt_y</p:attrName>
                                        </p:attrNameLst>
                                      </p:cBhvr>
                                      <p:tavLst>
                                        <p:tav tm="0">
                                          <p:val>
                                            <p:strVal val="#ppt_y+.1"/>
                                          </p:val>
                                        </p:tav>
                                        <p:tav tm="100000">
                                          <p:val>
                                            <p:strVal val="#ppt_y"/>
                                          </p:val>
                                        </p:tav>
                                      </p:tavLst>
                                    </p:anim>
                                  </p:childTnLst>
                                </p:cTn>
                              </p:par>
                            </p:childTnLst>
                          </p:cTn>
                        </p:par>
                        <p:par>
                          <p:cTn id="36" fill="hold">
                            <p:stCondLst>
                              <p:cond delay="3000"/>
                            </p:stCondLst>
                            <p:childTnLst>
                              <p:par>
                                <p:cTn id="37" presetID="22" presetClass="entr" presetSubtype="8" fill="hold" nodeType="afterEffect">
                                  <p:stCondLst>
                                    <p:cond delay="0"/>
                                  </p:stCondLst>
                                  <p:childTnLst>
                                    <p:set>
                                      <p:cBhvr>
                                        <p:cTn id="38" dur="1" fill="hold">
                                          <p:stCondLst>
                                            <p:cond delay="0"/>
                                          </p:stCondLst>
                                        </p:cTn>
                                        <p:tgtEl>
                                          <p:spTgt spid="12"/>
                                        </p:tgtEl>
                                        <p:attrNameLst>
                                          <p:attrName>style.visibility</p:attrName>
                                        </p:attrNameLst>
                                      </p:cBhvr>
                                      <p:to>
                                        <p:strVal val="visible"/>
                                      </p:to>
                                    </p:set>
                                    <p:animEffect transition="in" filter="wipe(left)">
                                      <p:cBhvr>
                                        <p:cTn id="39" dur="500"/>
                                        <p:tgtEl>
                                          <p:spTgt spid="12"/>
                                        </p:tgtEl>
                                      </p:cBhvr>
                                    </p:animEffect>
                                  </p:childTnLst>
                                </p:cTn>
                              </p:par>
                            </p:childTnLst>
                          </p:cTn>
                        </p:par>
                        <p:par>
                          <p:cTn id="40" fill="hold">
                            <p:stCondLst>
                              <p:cond delay="3500"/>
                            </p:stCondLst>
                            <p:childTnLst>
                              <p:par>
                                <p:cTn id="41" presetID="10" presetClass="entr" presetSubtype="0" fill="hold" grpId="0" nodeType="afterEffect">
                                  <p:stCondLst>
                                    <p:cond delay="0"/>
                                  </p:stCondLst>
                                  <p:childTnLst>
                                    <p:set>
                                      <p:cBhvr>
                                        <p:cTn id="42" dur="1" fill="hold">
                                          <p:stCondLst>
                                            <p:cond delay="0"/>
                                          </p:stCondLst>
                                        </p:cTn>
                                        <p:tgtEl>
                                          <p:spTgt spid="41"/>
                                        </p:tgtEl>
                                        <p:attrNameLst>
                                          <p:attrName>style.visibility</p:attrName>
                                        </p:attrNameLst>
                                      </p:cBhvr>
                                      <p:to>
                                        <p:strVal val="visible"/>
                                      </p:to>
                                    </p:set>
                                    <p:animEffect transition="in" filter="fade">
                                      <p:cBhvr>
                                        <p:cTn id="43" dur="500"/>
                                        <p:tgtEl>
                                          <p:spTgt spid="41"/>
                                        </p:tgtEl>
                                      </p:cBhvr>
                                    </p:animEffect>
                                  </p:childTnLst>
                                </p:cTn>
                              </p:par>
                            </p:childTnLst>
                          </p:cTn>
                        </p:par>
                        <p:par>
                          <p:cTn id="44" fill="hold">
                            <p:stCondLst>
                              <p:cond delay="4000"/>
                            </p:stCondLst>
                            <p:childTnLst>
                              <p:par>
                                <p:cTn id="45" presetID="53" presetClass="entr" presetSubtype="16" fill="hold" grpId="0" nodeType="afterEffect" nodePh="1">
                                  <p:stCondLst>
                                    <p:cond delay="0"/>
                                  </p:stCondLst>
                                  <p:endCondLst>
                                    <p:cond evt="begin" delay="0">
                                      <p:tn val="45"/>
                                    </p:cond>
                                  </p:endCondLst>
                                  <p:childTnLst>
                                    <p:set>
                                      <p:cBhvr>
                                        <p:cTn id="46" dur="1" fill="hold">
                                          <p:stCondLst>
                                            <p:cond delay="0"/>
                                          </p:stCondLst>
                                        </p:cTn>
                                        <p:tgtEl>
                                          <p:spTgt spid="17">
                                            <p:txEl>
                                              <p:pRg st="0" end="0"/>
                                            </p:txEl>
                                          </p:spTgt>
                                        </p:tgtEl>
                                        <p:attrNameLst>
                                          <p:attrName>style.visibility</p:attrName>
                                        </p:attrNameLst>
                                      </p:cBhvr>
                                      <p:to>
                                        <p:strVal val="visible"/>
                                      </p:to>
                                    </p:set>
                                    <p:anim calcmode="lin" valueType="num">
                                      <p:cBhvr>
                                        <p:cTn id="47" dur="500" fill="hold"/>
                                        <p:tgtEl>
                                          <p:spTgt spid="17">
                                            <p:txEl>
                                              <p:pRg st="0" end="0"/>
                                            </p:txEl>
                                          </p:spTgt>
                                        </p:tgtEl>
                                        <p:attrNameLst>
                                          <p:attrName>ppt_w</p:attrName>
                                        </p:attrNameLst>
                                      </p:cBhvr>
                                      <p:tavLst>
                                        <p:tav tm="0">
                                          <p:val>
                                            <p:fltVal val="0"/>
                                          </p:val>
                                        </p:tav>
                                        <p:tav tm="100000">
                                          <p:val>
                                            <p:strVal val="#ppt_w"/>
                                          </p:val>
                                        </p:tav>
                                      </p:tavLst>
                                    </p:anim>
                                    <p:anim calcmode="lin" valueType="num">
                                      <p:cBhvr>
                                        <p:cTn id="48" dur="500" fill="hold"/>
                                        <p:tgtEl>
                                          <p:spTgt spid="17">
                                            <p:txEl>
                                              <p:pRg st="0" end="0"/>
                                            </p:txEl>
                                          </p:spTgt>
                                        </p:tgtEl>
                                        <p:attrNameLst>
                                          <p:attrName>ppt_h</p:attrName>
                                        </p:attrNameLst>
                                      </p:cBhvr>
                                      <p:tavLst>
                                        <p:tav tm="0">
                                          <p:val>
                                            <p:fltVal val="0"/>
                                          </p:val>
                                        </p:tav>
                                        <p:tav tm="100000">
                                          <p:val>
                                            <p:strVal val="#ppt_h"/>
                                          </p:val>
                                        </p:tav>
                                      </p:tavLst>
                                    </p:anim>
                                    <p:animEffect transition="in" filter="fade">
                                      <p:cBhvr>
                                        <p:cTn id="49" dur="500"/>
                                        <p:tgtEl>
                                          <p:spTgt spid="17">
                                            <p:txEl>
                                              <p:pRg st="0" end="0"/>
                                            </p:txEl>
                                          </p:spTgt>
                                        </p:tgtEl>
                                      </p:cBhvr>
                                    </p:animEffect>
                                  </p:childTnLst>
                                </p:cTn>
                              </p:par>
                            </p:childTnLst>
                          </p:cTn>
                        </p:par>
                        <p:par>
                          <p:cTn id="50" fill="hold">
                            <p:stCondLst>
                              <p:cond delay="4500"/>
                            </p:stCondLst>
                            <p:childTnLst>
                              <p:par>
                                <p:cTn id="51" presetID="42" presetClass="entr" presetSubtype="0" fill="hold" grpId="0" nodeType="afterEffect" nodePh="1">
                                  <p:stCondLst>
                                    <p:cond delay="0"/>
                                  </p:stCondLst>
                                  <p:endCondLst>
                                    <p:cond evt="begin" delay="0">
                                      <p:tn val="51"/>
                                    </p:cond>
                                  </p:endCondLst>
                                  <p:childTnLst>
                                    <p:set>
                                      <p:cBhvr>
                                        <p:cTn id="52" dur="1" fill="hold">
                                          <p:stCondLst>
                                            <p:cond delay="0"/>
                                          </p:stCondLst>
                                        </p:cTn>
                                        <p:tgtEl>
                                          <p:spTgt spid="18">
                                            <p:txEl>
                                              <p:pRg st="0" end="0"/>
                                            </p:txEl>
                                          </p:spTgt>
                                        </p:tgtEl>
                                        <p:attrNameLst>
                                          <p:attrName>style.visibility</p:attrName>
                                        </p:attrNameLst>
                                      </p:cBhvr>
                                      <p:to>
                                        <p:strVal val="visible"/>
                                      </p:to>
                                    </p:set>
                                    <p:animEffect transition="in" filter="fade">
                                      <p:cBhvr>
                                        <p:cTn id="53" dur="500"/>
                                        <p:tgtEl>
                                          <p:spTgt spid="18">
                                            <p:txEl>
                                              <p:pRg st="0" end="0"/>
                                            </p:txEl>
                                          </p:spTgt>
                                        </p:tgtEl>
                                      </p:cBhvr>
                                    </p:animEffect>
                                    <p:anim calcmode="lin" valueType="num">
                                      <p:cBhvr>
                                        <p:cTn id="54" dur="500" fill="hold"/>
                                        <p:tgtEl>
                                          <p:spTgt spid="18">
                                            <p:txEl>
                                              <p:pRg st="0" end="0"/>
                                            </p:txEl>
                                          </p:spTgt>
                                        </p:tgtEl>
                                        <p:attrNameLst>
                                          <p:attrName>ppt_x</p:attrName>
                                        </p:attrNameLst>
                                      </p:cBhvr>
                                      <p:tavLst>
                                        <p:tav tm="0">
                                          <p:val>
                                            <p:strVal val="#ppt_x"/>
                                          </p:val>
                                        </p:tav>
                                        <p:tav tm="100000">
                                          <p:val>
                                            <p:strVal val="#ppt_x"/>
                                          </p:val>
                                        </p:tav>
                                      </p:tavLst>
                                    </p:anim>
                                    <p:anim calcmode="lin" valueType="num">
                                      <p:cBhvr>
                                        <p:cTn id="55" dur="500" fill="hold"/>
                                        <p:tgtEl>
                                          <p:spTgt spid="18">
                                            <p:txEl>
                                              <p:pRg st="0" end="0"/>
                                            </p:txEl>
                                          </p:spTgt>
                                        </p:tgtEl>
                                        <p:attrNameLst>
                                          <p:attrName>ppt_y</p:attrName>
                                        </p:attrNameLst>
                                      </p:cBhvr>
                                      <p:tavLst>
                                        <p:tav tm="0">
                                          <p:val>
                                            <p:strVal val="#ppt_y+.1"/>
                                          </p:val>
                                        </p:tav>
                                        <p:tav tm="100000">
                                          <p:val>
                                            <p:strVal val="#ppt_y"/>
                                          </p:val>
                                        </p:tav>
                                      </p:tavLst>
                                    </p:anim>
                                  </p:childTnLst>
                                </p:cTn>
                              </p:par>
                            </p:childTnLst>
                          </p:cTn>
                        </p:par>
                        <p:par>
                          <p:cTn id="56" fill="hold">
                            <p:stCondLst>
                              <p:cond delay="5000"/>
                            </p:stCondLst>
                            <p:childTnLst>
                              <p:par>
                                <p:cTn id="57" presetID="22" presetClass="entr" presetSubtype="8" fill="hold" nodeType="afterEffect">
                                  <p:stCondLst>
                                    <p:cond delay="0"/>
                                  </p:stCondLst>
                                  <p:childTnLst>
                                    <p:set>
                                      <p:cBhvr>
                                        <p:cTn id="58" dur="1" fill="hold">
                                          <p:stCondLst>
                                            <p:cond delay="0"/>
                                          </p:stCondLst>
                                        </p:cTn>
                                        <p:tgtEl>
                                          <p:spTgt spid="43"/>
                                        </p:tgtEl>
                                        <p:attrNameLst>
                                          <p:attrName>style.visibility</p:attrName>
                                        </p:attrNameLst>
                                      </p:cBhvr>
                                      <p:to>
                                        <p:strVal val="visible"/>
                                      </p:to>
                                    </p:set>
                                    <p:animEffect transition="in" filter="wipe(left)">
                                      <p:cBhvr>
                                        <p:cTn id="59" dur="500"/>
                                        <p:tgtEl>
                                          <p:spTgt spid="43"/>
                                        </p:tgtEl>
                                      </p:cBhvr>
                                    </p:animEffect>
                                  </p:childTnLst>
                                </p:cTn>
                              </p:par>
                            </p:childTnLst>
                          </p:cTn>
                        </p:par>
                        <p:par>
                          <p:cTn id="60" fill="hold">
                            <p:stCondLst>
                              <p:cond delay="5500"/>
                            </p:stCondLst>
                            <p:childTnLst>
                              <p:par>
                                <p:cTn id="61" presetID="10" presetClass="entr" presetSubtype="0" fill="hold" grpId="0" nodeType="afterEffect">
                                  <p:stCondLst>
                                    <p:cond delay="0"/>
                                  </p:stCondLst>
                                  <p:childTnLst>
                                    <p:set>
                                      <p:cBhvr>
                                        <p:cTn id="62" dur="1" fill="hold">
                                          <p:stCondLst>
                                            <p:cond delay="0"/>
                                          </p:stCondLst>
                                        </p:cTn>
                                        <p:tgtEl>
                                          <p:spTgt spid="42"/>
                                        </p:tgtEl>
                                        <p:attrNameLst>
                                          <p:attrName>style.visibility</p:attrName>
                                        </p:attrNameLst>
                                      </p:cBhvr>
                                      <p:to>
                                        <p:strVal val="visible"/>
                                      </p:to>
                                    </p:set>
                                    <p:animEffect transition="in" filter="fade">
                                      <p:cBhvr>
                                        <p:cTn id="63" dur="500"/>
                                        <p:tgtEl>
                                          <p:spTgt spid="42"/>
                                        </p:tgtEl>
                                      </p:cBhvr>
                                    </p:animEffect>
                                  </p:childTnLst>
                                </p:cTn>
                              </p:par>
                            </p:childTnLst>
                          </p:cTn>
                        </p:par>
                        <p:par>
                          <p:cTn id="64" fill="hold">
                            <p:stCondLst>
                              <p:cond delay="6000"/>
                            </p:stCondLst>
                            <p:childTnLst>
                              <p:par>
                                <p:cTn id="65" presetID="53" presetClass="entr" presetSubtype="16" fill="hold" grpId="0" nodeType="afterEffect" nodePh="1">
                                  <p:stCondLst>
                                    <p:cond delay="0"/>
                                  </p:stCondLst>
                                  <p:endCondLst>
                                    <p:cond evt="begin" delay="0">
                                      <p:tn val="65"/>
                                    </p:cond>
                                  </p:endCondLst>
                                  <p:childTnLst>
                                    <p:set>
                                      <p:cBhvr>
                                        <p:cTn id="66" dur="1" fill="hold">
                                          <p:stCondLst>
                                            <p:cond delay="0"/>
                                          </p:stCondLst>
                                        </p:cTn>
                                        <p:tgtEl>
                                          <p:spTgt spid="19">
                                            <p:txEl>
                                              <p:pRg st="0" end="0"/>
                                            </p:txEl>
                                          </p:spTgt>
                                        </p:tgtEl>
                                        <p:attrNameLst>
                                          <p:attrName>style.visibility</p:attrName>
                                        </p:attrNameLst>
                                      </p:cBhvr>
                                      <p:to>
                                        <p:strVal val="visible"/>
                                      </p:to>
                                    </p:set>
                                    <p:anim calcmode="lin" valueType="num">
                                      <p:cBhvr>
                                        <p:cTn id="67" dur="500" fill="hold"/>
                                        <p:tgtEl>
                                          <p:spTgt spid="19">
                                            <p:txEl>
                                              <p:pRg st="0" end="0"/>
                                            </p:txEl>
                                          </p:spTgt>
                                        </p:tgtEl>
                                        <p:attrNameLst>
                                          <p:attrName>ppt_w</p:attrName>
                                        </p:attrNameLst>
                                      </p:cBhvr>
                                      <p:tavLst>
                                        <p:tav tm="0">
                                          <p:val>
                                            <p:fltVal val="0"/>
                                          </p:val>
                                        </p:tav>
                                        <p:tav tm="100000">
                                          <p:val>
                                            <p:strVal val="#ppt_w"/>
                                          </p:val>
                                        </p:tav>
                                      </p:tavLst>
                                    </p:anim>
                                    <p:anim calcmode="lin" valueType="num">
                                      <p:cBhvr>
                                        <p:cTn id="68" dur="500" fill="hold"/>
                                        <p:tgtEl>
                                          <p:spTgt spid="19">
                                            <p:txEl>
                                              <p:pRg st="0" end="0"/>
                                            </p:txEl>
                                          </p:spTgt>
                                        </p:tgtEl>
                                        <p:attrNameLst>
                                          <p:attrName>ppt_h</p:attrName>
                                        </p:attrNameLst>
                                      </p:cBhvr>
                                      <p:tavLst>
                                        <p:tav tm="0">
                                          <p:val>
                                            <p:fltVal val="0"/>
                                          </p:val>
                                        </p:tav>
                                        <p:tav tm="100000">
                                          <p:val>
                                            <p:strVal val="#ppt_h"/>
                                          </p:val>
                                        </p:tav>
                                      </p:tavLst>
                                    </p:anim>
                                    <p:animEffect transition="in" filter="fade">
                                      <p:cBhvr>
                                        <p:cTn id="69" dur="500"/>
                                        <p:tgtEl>
                                          <p:spTgt spid="19">
                                            <p:txEl>
                                              <p:pRg st="0" end="0"/>
                                            </p:txEl>
                                          </p:spTgt>
                                        </p:tgtEl>
                                      </p:cBhvr>
                                    </p:animEffect>
                                  </p:childTnLst>
                                </p:cTn>
                              </p:par>
                            </p:childTnLst>
                          </p:cTn>
                        </p:par>
                        <p:par>
                          <p:cTn id="70" fill="hold">
                            <p:stCondLst>
                              <p:cond delay="6500"/>
                            </p:stCondLst>
                            <p:childTnLst>
                              <p:par>
                                <p:cTn id="71" presetID="42" presetClass="entr" presetSubtype="0" fill="hold" grpId="0" nodeType="afterEffect" nodePh="1">
                                  <p:stCondLst>
                                    <p:cond delay="0"/>
                                  </p:stCondLst>
                                  <p:endCondLst>
                                    <p:cond evt="begin" delay="0">
                                      <p:tn val="71"/>
                                    </p:cond>
                                  </p:endCondLst>
                                  <p:childTnLst>
                                    <p:set>
                                      <p:cBhvr>
                                        <p:cTn id="72" dur="1" fill="hold">
                                          <p:stCondLst>
                                            <p:cond delay="0"/>
                                          </p:stCondLst>
                                        </p:cTn>
                                        <p:tgtEl>
                                          <p:spTgt spid="20">
                                            <p:txEl>
                                              <p:pRg st="0" end="0"/>
                                            </p:txEl>
                                          </p:spTgt>
                                        </p:tgtEl>
                                        <p:attrNameLst>
                                          <p:attrName>style.visibility</p:attrName>
                                        </p:attrNameLst>
                                      </p:cBhvr>
                                      <p:to>
                                        <p:strVal val="visible"/>
                                      </p:to>
                                    </p:set>
                                    <p:animEffect transition="in" filter="fade">
                                      <p:cBhvr>
                                        <p:cTn id="73" dur="500"/>
                                        <p:tgtEl>
                                          <p:spTgt spid="20">
                                            <p:txEl>
                                              <p:pRg st="0" end="0"/>
                                            </p:txEl>
                                          </p:spTgt>
                                        </p:tgtEl>
                                      </p:cBhvr>
                                    </p:animEffect>
                                    <p:anim calcmode="lin" valueType="num">
                                      <p:cBhvr>
                                        <p:cTn id="74" dur="500" fill="hold"/>
                                        <p:tgtEl>
                                          <p:spTgt spid="20">
                                            <p:txEl>
                                              <p:pRg st="0" end="0"/>
                                            </p:txEl>
                                          </p:spTgt>
                                        </p:tgtEl>
                                        <p:attrNameLst>
                                          <p:attrName>ppt_x</p:attrName>
                                        </p:attrNameLst>
                                      </p:cBhvr>
                                      <p:tavLst>
                                        <p:tav tm="0">
                                          <p:val>
                                            <p:strVal val="#ppt_x"/>
                                          </p:val>
                                        </p:tav>
                                        <p:tav tm="100000">
                                          <p:val>
                                            <p:strVal val="#ppt_x"/>
                                          </p:val>
                                        </p:tav>
                                      </p:tavLst>
                                    </p:anim>
                                    <p:anim calcmode="lin" valueType="num">
                                      <p:cBhvr>
                                        <p:cTn id="75" dur="500" fill="hold"/>
                                        <p:tgtEl>
                                          <p:spTgt spid="20">
                                            <p:txEl>
                                              <p:pRg st="0" end="0"/>
                                            </p:txEl>
                                          </p:spTgt>
                                        </p:tgtEl>
                                        <p:attrNameLst>
                                          <p:attrName>ppt_y</p:attrName>
                                        </p:attrNameLst>
                                      </p:cBhvr>
                                      <p:tavLst>
                                        <p:tav tm="0">
                                          <p:val>
                                            <p:strVal val="#ppt_y+.1"/>
                                          </p:val>
                                        </p:tav>
                                        <p:tav tm="100000">
                                          <p:val>
                                            <p:strVal val="#ppt_y"/>
                                          </p:val>
                                        </p:tav>
                                      </p:tavLst>
                                    </p:anim>
                                  </p:childTnLst>
                                </p:cTn>
                              </p:par>
                            </p:childTnLst>
                          </p:cTn>
                        </p:par>
                        <p:par>
                          <p:cTn id="76" fill="hold">
                            <p:stCondLst>
                              <p:cond delay="7000"/>
                            </p:stCondLst>
                            <p:childTnLst>
                              <p:par>
                                <p:cTn id="77" presetID="22" presetClass="entr" presetSubtype="8" fill="hold" nodeType="afterEffect">
                                  <p:stCondLst>
                                    <p:cond delay="0"/>
                                  </p:stCondLst>
                                  <p:childTnLst>
                                    <p:set>
                                      <p:cBhvr>
                                        <p:cTn id="78" dur="1" fill="hold">
                                          <p:stCondLst>
                                            <p:cond delay="0"/>
                                          </p:stCondLst>
                                        </p:cTn>
                                        <p:tgtEl>
                                          <p:spTgt spid="47"/>
                                        </p:tgtEl>
                                        <p:attrNameLst>
                                          <p:attrName>style.visibility</p:attrName>
                                        </p:attrNameLst>
                                      </p:cBhvr>
                                      <p:to>
                                        <p:strVal val="visible"/>
                                      </p:to>
                                    </p:set>
                                    <p:animEffect transition="in" filter="wipe(left)">
                                      <p:cBhvr>
                                        <p:cTn id="79" dur="500"/>
                                        <p:tgtEl>
                                          <p:spTgt spid="47"/>
                                        </p:tgtEl>
                                      </p:cBhvr>
                                    </p:animEffect>
                                  </p:childTnLst>
                                </p:cTn>
                              </p:par>
                            </p:childTnLst>
                          </p:cTn>
                        </p:par>
                        <p:par>
                          <p:cTn id="80" fill="hold">
                            <p:stCondLst>
                              <p:cond delay="7500"/>
                            </p:stCondLst>
                            <p:childTnLst>
                              <p:par>
                                <p:cTn id="81" presetID="10" presetClass="entr" presetSubtype="0" fill="hold" grpId="0" nodeType="afterEffect">
                                  <p:stCondLst>
                                    <p:cond delay="0"/>
                                  </p:stCondLst>
                                  <p:childTnLst>
                                    <p:set>
                                      <p:cBhvr>
                                        <p:cTn id="82" dur="1" fill="hold">
                                          <p:stCondLst>
                                            <p:cond delay="0"/>
                                          </p:stCondLst>
                                        </p:cTn>
                                        <p:tgtEl>
                                          <p:spTgt spid="40"/>
                                        </p:tgtEl>
                                        <p:attrNameLst>
                                          <p:attrName>style.visibility</p:attrName>
                                        </p:attrNameLst>
                                      </p:cBhvr>
                                      <p:to>
                                        <p:strVal val="visible"/>
                                      </p:to>
                                    </p:set>
                                    <p:animEffect transition="in" filter="fade">
                                      <p:cBhvr>
                                        <p:cTn id="83" dur="500"/>
                                        <p:tgtEl>
                                          <p:spTgt spid="40"/>
                                        </p:tgtEl>
                                      </p:cBhvr>
                                    </p:animEffect>
                                  </p:childTnLst>
                                </p:cTn>
                              </p:par>
                            </p:childTnLst>
                          </p:cTn>
                        </p:par>
                        <p:par>
                          <p:cTn id="84" fill="hold">
                            <p:stCondLst>
                              <p:cond delay="8000"/>
                            </p:stCondLst>
                            <p:childTnLst>
                              <p:par>
                                <p:cTn id="85" presetID="53" presetClass="entr" presetSubtype="16" fill="hold" grpId="0" nodeType="afterEffect" nodePh="1">
                                  <p:stCondLst>
                                    <p:cond delay="0"/>
                                  </p:stCondLst>
                                  <p:endCondLst>
                                    <p:cond evt="begin" delay="0">
                                      <p:tn val="85"/>
                                    </p:cond>
                                  </p:endCondLst>
                                  <p:childTnLst>
                                    <p:set>
                                      <p:cBhvr>
                                        <p:cTn id="86" dur="1" fill="hold">
                                          <p:stCondLst>
                                            <p:cond delay="0"/>
                                          </p:stCondLst>
                                        </p:cTn>
                                        <p:tgtEl>
                                          <p:spTgt spid="28">
                                            <p:txEl>
                                              <p:pRg st="0" end="0"/>
                                            </p:txEl>
                                          </p:spTgt>
                                        </p:tgtEl>
                                        <p:attrNameLst>
                                          <p:attrName>style.visibility</p:attrName>
                                        </p:attrNameLst>
                                      </p:cBhvr>
                                      <p:to>
                                        <p:strVal val="visible"/>
                                      </p:to>
                                    </p:set>
                                    <p:anim calcmode="lin" valueType="num">
                                      <p:cBhvr>
                                        <p:cTn id="87" dur="500" fill="hold"/>
                                        <p:tgtEl>
                                          <p:spTgt spid="28">
                                            <p:txEl>
                                              <p:pRg st="0" end="0"/>
                                            </p:txEl>
                                          </p:spTgt>
                                        </p:tgtEl>
                                        <p:attrNameLst>
                                          <p:attrName>ppt_w</p:attrName>
                                        </p:attrNameLst>
                                      </p:cBhvr>
                                      <p:tavLst>
                                        <p:tav tm="0">
                                          <p:val>
                                            <p:fltVal val="0"/>
                                          </p:val>
                                        </p:tav>
                                        <p:tav tm="100000">
                                          <p:val>
                                            <p:strVal val="#ppt_w"/>
                                          </p:val>
                                        </p:tav>
                                      </p:tavLst>
                                    </p:anim>
                                    <p:anim calcmode="lin" valueType="num">
                                      <p:cBhvr>
                                        <p:cTn id="88" dur="500" fill="hold"/>
                                        <p:tgtEl>
                                          <p:spTgt spid="28">
                                            <p:txEl>
                                              <p:pRg st="0" end="0"/>
                                            </p:txEl>
                                          </p:spTgt>
                                        </p:tgtEl>
                                        <p:attrNameLst>
                                          <p:attrName>ppt_h</p:attrName>
                                        </p:attrNameLst>
                                      </p:cBhvr>
                                      <p:tavLst>
                                        <p:tav tm="0">
                                          <p:val>
                                            <p:fltVal val="0"/>
                                          </p:val>
                                        </p:tav>
                                        <p:tav tm="100000">
                                          <p:val>
                                            <p:strVal val="#ppt_h"/>
                                          </p:val>
                                        </p:tav>
                                      </p:tavLst>
                                    </p:anim>
                                    <p:animEffect transition="in" filter="fade">
                                      <p:cBhvr>
                                        <p:cTn id="89" dur="500"/>
                                        <p:tgtEl>
                                          <p:spTgt spid="28">
                                            <p:txEl>
                                              <p:pRg st="0" end="0"/>
                                            </p:txEl>
                                          </p:spTgt>
                                        </p:tgtEl>
                                      </p:cBhvr>
                                    </p:animEffect>
                                  </p:childTnLst>
                                </p:cTn>
                              </p:par>
                            </p:childTnLst>
                          </p:cTn>
                        </p:par>
                        <p:par>
                          <p:cTn id="90" fill="hold">
                            <p:stCondLst>
                              <p:cond delay="8500"/>
                            </p:stCondLst>
                            <p:childTnLst>
                              <p:par>
                                <p:cTn id="91" presetID="42" presetClass="entr" presetSubtype="0" fill="hold" grpId="0" nodeType="afterEffect" nodePh="1">
                                  <p:stCondLst>
                                    <p:cond delay="0"/>
                                  </p:stCondLst>
                                  <p:endCondLst>
                                    <p:cond evt="begin" delay="0">
                                      <p:tn val="91"/>
                                    </p:cond>
                                  </p:endCondLst>
                                  <p:childTnLst>
                                    <p:set>
                                      <p:cBhvr>
                                        <p:cTn id="92" dur="1" fill="hold">
                                          <p:stCondLst>
                                            <p:cond delay="0"/>
                                          </p:stCondLst>
                                        </p:cTn>
                                        <p:tgtEl>
                                          <p:spTgt spid="29">
                                            <p:txEl>
                                              <p:pRg st="0" end="0"/>
                                            </p:txEl>
                                          </p:spTgt>
                                        </p:tgtEl>
                                        <p:attrNameLst>
                                          <p:attrName>style.visibility</p:attrName>
                                        </p:attrNameLst>
                                      </p:cBhvr>
                                      <p:to>
                                        <p:strVal val="visible"/>
                                      </p:to>
                                    </p:set>
                                    <p:animEffect transition="in" filter="fade">
                                      <p:cBhvr>
                                        <p:cTn id="93" dur="500"/>
                                        <p:tgtEl>
                                          <p:spTgt spid="29">
                                            <p:txEl>
                                              <p:pRg st="0" end="0"/>
                                            </p:txEl>
                                          </p:spTgt>
                                        </p:tgtEl>
                                      </p:cBhvr>
                                    </p:animEffect>
                                    <p:anim calcmode="lin" valueType="num">
                                      <p:cBhvr>
                                        <p:cTn id="94" dur="500" fill="hold"/>
                                        <p:tgtEl>
                                          <p:spTgt spid="29">
                                            <p:txEl>
                                              <p:pRg st="0" end="0"/>
                                            </p:txEl>
                                          </p:spTgt>
                                        </p:tgtEl>
                                        <p:attrNameLst>
                                          <p:attrName>ppt_x</p:attrName>
                                        </p:attrNameLst>
                                      </p:cBhvr>
                                      <p:tavLst>
                                        <p:tav tm="0">
                                          <p:val>
                                            <p:strVal val="#ppt_x"/>
                                          </p:val>
                                        </p:tav>
                                        <p:tav tm="100000">
                                          <p:val>
                                            <p:strVal val="#ppt_x"/>
                                          </p:val>
                                        </p:tav>
                                      </p:tavLst>
                                    </p:anim>
                                    <p:anim calcmode="lin" valueType="num">
                                      <p:cBhvr>
                                        <p:cTn id="95" dur="500" fill="hold"/>
                                        <p:tgtEl>
                                          <p:spTgt spid="29">
                                            <p:txEl>
                                              <p:pRg st="0" end="0"/>
                                            </p:txEl>
                                          </p:spTgt>
                                        </p:tgtEl>
                                        <p:attrNameLst>
                                          <p:attrName>ppt_y</p:attrName>
                                        </p:attrNameLst>
                                      </p:cBhvr>
                                      <p:tavLst>
                                        <p:tav tm="0">
                                          <p:val>
                                            <p:strVal val="#ppt_y+.1"/>
                                          </p:val>
                                        </p:tav>
                                        <p:tav tm="100000">
                                          <p:val>
                                            <p:strVal val="#ppt_y"/>
                                          </p:val>
                                        </p:tav>
                                      </p:tavLst>
                                    </p:anim>
                                  </p:childTnLst>
                                </p:cTn>
                              </p:par>
                            </p:childTnLst>
                          </p:cTn>
                        </p:par>
                        <p:par>
                          <p:cTn id="96" fill="hold">
                            <p:stCondLst>
                              <p:cond delay="9000"/>
                            </p:stCondLst>
                            <p:childTnLst>
                              <p:par>
                                <p:cTn id="97" presetID="22" presetClass="entr" presetSubtype="8" fill="hold" nodeType="afterEffect">
                                  <p:stCondLst>
                                    <p:cond delay="0"/>
                                  </p:stCondLst>
                                  <p:childTnLst>
                                    <p:set>
                                      <p:cBhvr>
                                        <p:cTn id="98" dur="1" fill="hold">
                                          <p:stCondLst>
                                            <p:cond delay="0"/>
                                          </p:stCondLst>
                                        </p:cTn>
                                        <p:tgtEl>
                                          <p:spTgt spid="31"/>
                                        </p:tgtEl>
                                        <p:attrNameLst>
                                          <p:attrName>style.visibility</p:attrName>
                                        </p:attrNameLst>
                                      </p:cBhvr>
                                      <p:to>
                                        <p:strVal val="visible"/>
                                      </p:to>
                                    </p:set>
                                    <p:animEffect transition="in" filter="wipe(left)">
                                      <p:cBhvr>
                                        <p:cTn id="99" dur="500"/>
                                        <p:tgtEl>
                                          <p:spTgt spid="31"/>
                                        </p:tgtEl>
                                      </p:cBhvr>
                                    </p:animEffect>
                                  </p:childTnLst>
                                </p:cTn>
                              </p:par>
                            </p:childTnLst>
                          </p:cTn>
                        </p:par>
                        <p:par>
                          <p:cTn id="100" fill="hold">
                            <p:stCondLst>
                              <p:cond delay="9500"/>
                            </p:stCondLst>
                            <p:childTnLst>
                              <p:par>
                                <p:cTn id="101" presetID="22" presetClass="entr" presetSubtype="8" fill="hold" nodeType="afterEffect">
                                  <p:stCondLst>
                                    <p:cond delay="0"/>
                                  </p:stCondLst>
                                  <p:childTnLst>
                                    <p:set>
                                      <p:cBhvr>
                                        <p:cTn id="102" dur="1" fill="hold">
                                          <p:stCondLst>
                                            <p:cond delay="0"/>
                                          </p:stCondLst>
                                        </p:cTn>
                                        <p:tgtEl>
                                          <p:spTgt spid="32"/>
                                        </p:tgtEl>
                                        <p:attrNameLst>
                                          <p:attrName>style.visibility</p:attrName>
                                        </p:attrNameLst>
                                      </p:cBhvr>
                                      <p:to>
                                        <p:strVal val="visible"/>
                                      </p:to>
                                    </p:set>
                                    <p:animEffect transition="in" filter="wipe(left)">
                                      <p:cBhvr>
                                        <p:cTn id="103" dur="500"/>
                                        <p:tgtEl>
                                          <p:spTgt spid="32"/>
                                        </p:tgtEl>
                                      </p:cBhvr>
                                    </p:animEffect>
                                  </p:childTnLst>
                                </p:cTn>
                              </p:par>
                            </p:childTnLst>
                          </p:cTn>
                        </p:par>
                        <p:par>
                          <p:cTn id="104" fill="hold">
                            <p:stCondLst>
                              <p:cond delay="10000"/>
                            </p:stCondLst>
                            <p:childTnLst>
                              <p:par>
                                <p:cTn id="105" presetID="22" presetClass="entr" presetSubtype="8" fill="hold" nodeType="afterEffect">
                                  <p:stCondLst>
                                    <p:cond delay="0"/>
                                  </p:stCondLst>
                                  <p:childTnLst>
                                    <p:set>
                                      <p:cBhvr>
                                        <p:cTn id="106" dur="1" fill="hold">
                                          <p:stCondLst>
                                            <p:cond delay="0"/>
                                          </p:stCondLst>
                                        </p:cTn>
                                        <p:tgtEl>
                                          <p:spTgt spid="35"/>
                                        </p:tgtEl>
                                        <p:attrNameLst>
                                          <p:attrName>style.visibility</p:attrName>
                                        </p:attrNameLst>
                                      </p:cBhvr>
                                      <p:to>
                                        <p:strVal val="visible"/>
                                      </p:to>
                                    </p:set>
                                    <p:animEffect transition="in" filter="wipe(left)">
                                      <p:cBhvr>
                                        <p:cTn id="107" dur="500"/>
                                        <p:tgtEl>
                                          <p:spTgt spid="35"/>
                                        </p:tgtEl>
                                      </p:cBhvr>
                                    </p:animEffect>
                                  </p:childTnLst>
                                </p:cTn>
                              </p:par>
                            </p:childTnLst>
                          </p:cTn>
                        </p:par>
                        <p:par>
                          <p:cTn id="108" fill="hold">
                            <p:stCondLst>
                              <p:cond delay="10500"/>
                            </p:stCondLst>
                            <p:childTnLst>
                              <p:par>
                                <p:cTn id="109" presetID="10" presetClass="entr" presetSubtype="0" fill="hold" grpId="0" nodeType="afterEffect">
                                  <p:stCondLst>
                                    <p:cond delay="0"/>
                                  </p:stCondLst>
                                  <p:childTnLst>
                                    <p:set>
                                      <p:cBhvr>
                                        <p:cTn id="110" dur="1" fill="hold">
                                          <p:stCondLst>
                                            <p:cond delay="0"/>
                                          </p:stCondLst>
                                        </p:cTn>
                                        <p:tgtEl>
                                          <p:spTgt spid="36"/>
                                        </p:tgtEl>
                                        <p:attrNameLst>
                                          <p:attrName>style.visibility</p:attrName>
                                        </p:attrNameLst>
                                      </p:cBhvr>
                                      <p:to>
                                        <p:strVal val="visible"/>
                                      </p:to>
                                    </p:set>
                                    <p:animEffect transition="in" filter="fade">
                                      <p:cBhvr>
                                        <p:cTn id="111" dur="500"/>
                                        <p:tgtEl>
                                          <p:spTgt spid="36"/>
                                        </p:tgtEl>
                                      </p:cBhvr>
                                    </p:animEffect>
                                  </p:childTnLst>
                                </p:cTn>
                              </p:par>
                            </p:childTnLst>
                          </p:cTn>
                        </p:par>
                        <p:par>
                          <p:cTn id="112" fill="hold">
                            <p:stCondLst>
                              <p:cond delay="11000"/>
                            </p:stCondLst>
                            <p:childTnLst>
                              <p:par>
                                <p:cTn id="113" presetID="53" presetClass="entr" presetSubtype="16" fill="hold" grpId="0" nodeType="afterEffect" nodePh="1">
                                  <p:stCondLst>
                                    <p:cond delay="0"/>
                                  </p:stCondLst>
                                  <p:endCondLst>
                                    <p:cond evt="begin" delay="0">
                                      <p:tn val="113"/>
                                    </p:cond>
                                  </p:endCondLst>
                                  <p:childTnLst>
                                    <p:set>
                                      <p:cBhvr>
                                        <p:cTn id="114" dur="1" fill="hold">
                                          <p:stCondLst>
                                            <p:cond delay="0"/>
                                          </p:stCondLst>
                                        </p:cTn>
                                        <p:tgtEl>
                                          <p:spTgt spid="44">
                                            <p:txEl>
                                              <p:pRg st="0" end="0"/>
                                            </p:txEl>
                                          </p:spTgt>
                                        </p:tgtEl>
                                        <p:attrNameLst>
                                          <p:attrName>style.visibility</p:attrName>
                                        </p:attrNameLst>
                                      </p:cBhvr>
                                      <p:to>
                                        <p:strVal val="visible"/>
                                      </p:to>
                                    </p:set>
                                    <p:anim calcmode="lin" valueType="num">
                                      <p:cBhvr>
                                        <p:cTn id="115" dur="500" fill="hold"/>
                                        <p:tgtEl>
                                          <p:spTgt spid="44">
                                            <p:txEl>
                                              <p:pRg st="0" end="0"/>
                                            </p:txEl>
                                          </p:spTgt>
                                        </p:tgtEl>
                                        <p:attrNameLst>
                                          <p:attrName>ppt_w</p:attrName>
                                        </p:attrNameLst>
                                      </p:cBhvr>
                                      <p:tavLst>
                                        <p:tav tm="0">
                                          <p:val>
                                            <p:fltVal val="0"/>
                                          </p:val>
                                        </p:tav>
                                        <p:tav tm="100000">
                                          <p:val>
                                            <p:strVal val="#ppt_w"/>
                                          </p:val>
                                        </p:tav>
                                      </p:tavLst>
                                    </p:anim>
                                    <p:anim calcmode="lin" valueType="num">
                                      <p:cBhvr>
                                        <p:cTn id="116" dur="500" fill="hold"/>
                                        <p:tgtEl>
                                          <p:spTgt spid="44">
                                            <p:txEl>
                                              <p:pRg st="0" end="0"/>
                                            </p:txEl>
                                          </p:spTgt>
                                        </p:tgtEl>
                                        <p:attrNameLst>
                                          <p:attrName>ppt_h</p:attrName>
                                        </p:attrNameLst>
                                      </p:cBhvr>
                                      <p:tavLst>
                                        <p:tav tm="0">
                                          <p:val>
                                            <p:fltVal val="0"/>
                                          </p:val>
                                        </p:tav>
                                        <p:tav tm="100000">
                                          <p:val>
                                            <p:strVal val="#ppt_h"/>
                                          </p:val>
                                        </p:tav>
                                      </p:tavLst>
                                    </p:anim>
                                    <p:animEffect transition="in" filter="fade">
                                      <p:cBhvr>
                                        <p:cTn id="117" dur="500"/>
                                        <p:tgtEl>
                                          <p:spTgt spid="44">
                                            <p:txEl>
                                              <p:pRg st="0" end="0"/>
                                            </p:txEl>
                                          </p:spTgt>
                                        </p:tgtEl>
                                      </p:cBhvr>
                                    </p:animEffect>
                                  </p:childTnLst>
                                </p:cTn>
                              </p:par>
                            </p:childTnLst>
                          </p:cTn>
                        </p:par>
                        <p:par>
                          <p:cTn id="118" fill="hold">
                            <p:stCondLst>
                              <p:cond delay="11500"/>
                            </p:stCondLst>
                            <p:childTnLst>
                              <p:par>
                                <p:cTn id="119" presetID="42" presetClass="entr" presetSubtype="0" fill="hold" grpId="0" nodeType="afterEffect" nodePh="1">
                                  <p:stCondLst>
                                    <p:cond delay="0"/>
                                  </p:stCondLst>
                                  <p:endCondLst>
                                    <p:cond evt="begin" delay="0">
                                      <p:tn val="119"/>
                                    </p:cond>
                                  </p:endCondLst>
                                  <p:childTnLst>
                                    <p:set>
                                      <p:cBhvr>
                                        <p:cTn id="120" dur="1" fill="hold">
                                          <p:stCondLst>
                                            <p:cond delay="0"/>
                                          </p:stCondLst>
                                        </p:cTn>
                                        <p:tgtEl>
                                          <p:spTgt spid="45">
                                            <p:txEl>
                                              <p:pRg st="0" end="0"/>
                                            </p:txEl>
                                          </p:spTgt>
                                        </p:tgtEl>
                                        <p:attrNameLst>
                                          <p:attrName>style.visibility</p:attrName>
                                        </p:attrNameLst>
                                      </p:cBhvr>
                                      <p:to>
                                        <p:strVal val="visible"/>
                                      </p:to>
                                    </p:set>
                                    <p:animEffect transition="in" filter="fade">
                                      <p:cBhvr>
                                        <p:cTn id="121" dur="500"/>
                                        <p:tgtEl>
                                          <p:spTgt spid="45">
                                            <p:txEl>
                                              <p:pRg st="0" end="0"/>
                                            </p:txEl>
                                          </p:spTgt>
                                        </p:tgtEl>
                                      </p:cBhvr>
                                    </p:animEffect>
                                    <p:anim calcmode="lin" valueType="num">
                                      <p:cBhvr>
                                        <p:cTn id="122" dur="500" fill="hold"/>
                                        <p:tgtEl>
                                          <p:spTgt spid="45">
                                            <p:txEl>
                                              <p:pRg st="0" end="0"/>
                                            </p:txEl>
                                          </p:spTgt>
                                        </p:tgtEl>
                                        <p:attrNameLst>
                                          <p:attrName>ppt_x</p:attrName>
                                        </p:attrNameLst>
                                      </p:cBhvr>
                                      <p:tavLst>
                                        <p:tav tm="0">
                                          <p:val>
                                            <p:strVal val="#ppt_x"/>
                                          </p:val>
                                        </p:tav>
                                        <p:tav tm="100000">
                                          <p:val>
                                            <p:strVal val="#ppt_x"/>
                                          </p:val>
                                        </p:tav>
                                      </p:tavLst>
                                    </p:anim>
                                    <p:anim calcmode="lin" valueType="num">
                                      <p:cBhvr>
                                        <p:cTn id="123" dur="500" fill="hold"/>
                                        <p:tgtEl>
                                          <p:spTgt spid="45">
                                            <p:txEl>
                                              <p:pRg st="0" end="0"/>
                                            </p:txEl>
                                          </p:spTgt>
                                        </p:tgtEl>
                                        <p:attrNameLst>
                                          <p:attrName>ppt_y</p:attrName>
                                        </p:attrNameLst>
                                      </p:cBhvr>
                                      <p:tavLst>
                                        <p:tav tm="0">
                                          <p:val>
                                            <p:strVal val="#ppt_y+.1"/>
                                          </p:val>
                                        </p:tav>
                                        <p:tav tm="100000">
                                          <p:val>
                                            <p:strVal val="#ppt_y"/>
                                          </p:val>
                                        </p:tav>
                                      </p:tavLst>
                                    </p:anim>
                                  </p:childTnLst>
                                </p:cTn>
                              </p:par>
                            </p:childTnLst>
                          </p:cTn>
                        </p:par>
                        <p:par>
                          <p:cTn id="124" fill="hold">
                            <p:stCondLst>
                              <p:cond delay="12000"/>
                            </p:stCondLst>
                            <p:childTnLst>
                              <p:par>
                                <p:cTn id="125" presetID="10" presetClass="entr" presetSubtype="0" fill="hold" grpId="0" nodeType="afterEffect">
                                  <p:stCondLst>
                                    <p:cond delay="0"/>
                                  </p:stCondLst>
                                  <p:childTnLst>
                                    <p:set>
                                      <p:cBhvr>
                                        <p:cTn id="126" dur="1" fill="hold">
                                          <p:stCondLst>
                                            <p:cond delay="0"/>
                                          </p:stCondLst>
                                        </p:cTn>
                                        <p:tgtEl>
                                          <p:spTgt spid="37"/>
                                        </p:tgtEl>
                                        <p:attrNameLst>
                                          <p:attrName>style.visibility</p:attrName>
                                        </p:attrNameLst>
                                      </p:cBhvr>
                                      <p:to>
                                        <p:strVal val="visible"/>
                                      </p:to>
                                    </p:set>
                                    <p:animEffect transition="in" filter="fade">
                                      <p:cBhvr>
                                        <p:cTn id="127" dur="500"/>
                                        <p:tgtEl>
                                          <p:spTgt spid="37"/>
                                        </p:tgtEl>
                                      </p:cBhvr>
                                    </p:animEffect>
                                  </p:childTnLst>
                                </p:cTn>
                              </p:par>
                            </p:childTnLst>
                          </p:cTn>
                        </p:par>
                        <p:par>
                          <p:cTn id="128" fill="hold">
                            <p:stCondLst>
                              <p:cond delay="12500"/>
                            </p:stCondLst>
                            <p:childTnLst>
                              <p:par>
                                <p:cTn id="129" presetID="53" presetClass="entr" presetSubtype="16" fill="hold" grpId="0" nodeType="afterEffect" nodePh="1">
                                  <p:stCondLst>
                                    <p:cond delay="0"/>
                                  </p:stCondLst>
                                  <p:endCondLst>
                                    <p:cond evt="begin" delay="0">
                                      <p:tn val="129"/>
                                    </p:cond>
                                  </p:endCondLst>
                                  <p:childTnLst>
                                    <p:set>
                                      <p:cBhvr>
                                        <p:cTn id="130" dur="1" fill="hold">
                                          <p:stCondLst>
                                            <p:cond delay="0"/>
                                          </p:stCondLst>
                                        </p:cTn>
                                        <p:tgtEl>
                                          <p:spTgt spid="46">
                                            <p:txEl>
                                              <p:pRg st="0" end="0"/>
                                            </p:txEl>
                                          </p:spTgt>
                                        </p:tgtEl>
                                        <p:attrNameLst>
                                          <p:attrName>style.visibility</p:attrName>
                                        </p:attrNameLst>
                                      </p:cBhvr>
                                      <p:to>
                                        <p:strVal val="visible"/>
                                      </p:to>
                                    </p:set>
                                    <p:anim calcmode="lin" valueType="num">
                                      <p:cBhvr>
                                        <p:cTn id="131" dur="500" fill="hold"/>
                                        <p:tgtEl>
                                          <p:spTgt spid="46">
                                            <p:txEl>
                                              <p:pRg st="0" end="0"/>
                                            </p:txEl>
                                          </p:spTgt>
                                        </p:tgtEl>
                                        <p:attrNameLst>
                                          <p:attrName>ppt_w</p:attrName>
                                        </p:attrNameLst>
                                      </p:cBhvr>
                                      <p:tavLst>
                                        <p:tav tm="0">
                                          <p:val>
                                            <p:fltVal val="0"/>
                                          </p:val>
                                        </p:tav>
                                        <p:tav tm="100000">
                                          <p:val>
                                            <p:strVal val="#ppt_w"/>
                                          </p:val>
                                        </p:tav>
                                      </p:tavLst>
                                    </p:anim>
                                    <p:anim calcmode="lin" valueType="num">
                                      <p:cBhvr>
                                        <p:cTn id="132" dur="500" fill="hold"/>
                                        <p:tgtEl>
                                          <p:spTgt spid="46">
                                            <p:txEl>
                                              <p:pRg st="0" end="0"/>
                                            </p:txEl>
                                          </p:spTgt>
                                        </p:tgtEl>
                                        <p:attrNameLst>
                                          <p:attrName>ppt_h</p:attrName>
                                        </p:attrNameLst>
                                      </p:cBhvr>
                                      <p:tavLst>
                                        <p:tav tm="0">
                                          <p:val>
                                            <p:fltVal val="0"/>
                                          </p:val>
                                        </p:tav>
                                        <p:tav tm="100000">
                                          <p:val>
                                            <p:strVal val="#ppt_h"/>
                                          </p:val>
                                        </p:tav>
                                      </p:tavLst>
                                    </p:anim>
                                    <p:animEffect transition="in" filter="fade">
                                      <p:cBhvr>
                                        <p:cTn id="133" dur="500"/>
                                        <p:tgtEl>
                                          <p:spTgt spid="46">
                                            <p:txEl>
                                              <p:pRg st="0" end="0"/>
                                            </p:txEl>
                                          </p:spTgt>
                                        </p:tgtEl>
                                      </p:cBhvr>
                                    </p:animEffect>
                                  </p:childTnLst>
                                </p:cTn>
                              </p:par>
                            </p:childTnLst>
                          </p:cTn>
                        </p:par>
                        <p:par>
                          <p:cTn id="134" fill="hold">
                            <p:stCondLst>
                              <p:cond delay="13000"/>
                            </p:stCondLst>
                            <p:childTnLst>
                              <p:par>
                                <p:cTn id="135" presetID="42" presetClass="entr" presetSubtype="0" fill="hold" grpId="0" nodeType="afterEffect" nodePh="1">
                                  <p:stCondLst>
                                    <p:cond delay="0"/>
                                  </p:stCondLst>
                                  <p:endCondLst>
                                    <p:cond evt="begin" delay="0">
                                      <p:tn val="135"/>
                                    </p:cond>
                                  </p:endCondLst>
                                  <p:childTnLst>
                                    <p:set>
                                      <p:cBhvr>
                                        <p:cTn id="136" dur="1" fill="hold">
                                          <p:stCondLst>
                                            <p:cond delay="0"/>
                                          </p:stCondLst>
                                        </p:cTn>
                                        <p:tgtEl>
                                          <p:spTgt spid="48">
                                            <p:txEl>
                                              <p:pRg st="0" end="0"/>
                                            </p:txEl>
                                          </p:spTgt>
                                        </p:tgtEl>
                                        <p:attrNameLst>
                                          <p:attrName>style.visibility</p:attrName>
                                        </p:attrNameLst>
                                      </p:cBhvr>
                                      <p:to>
                                        <p:strVal val="visible"/>
                                      </p:to>
                                    </p:set>
                                    <p:animEffect transition="in" filter="fade">
                                      <p:cBhvr>
                                        <p:cTn id="137" dur="500"/>
                                        <p:tgtEl>
                                          <p:spTgt spid="48">
                                            <p:txEl>
                                              <p:pRg st="0" end="0"/>
                                            </p:txEl>
                                          </p:spTgt>
                                        </p:tgtEl>
                                      </p:cBhvr>
                                    </p:animEffect>
                                    <p:anim calcmode="lin" valueType="num">
                                      <p:cBhvr>
                                        <p:cTn id="138" dur="500" fill="hold"/>
                                        <p:tgtEl>
                                          <p:spTgt spid="48">
                                            <p:txEl>
                                              <p:pRg st="0" end="0"/>
                                            </p:txEl>
                                          </p:spTgt>
                                        </p:tgtEl>
                                        <p:attrNameLst>
                                          <p:attrName>ppt_x</p:attrName>
                                        </p:attrNameLst>
                                      </p:cBhvr>
                                      <p:tavLst>
                                        <p:tav tm="0">
                                          <p:val>
                                            <p:strVal val="#ppt_x"/>
                                          </p:val>
                                        </p:tav>
                                        <p:tav tm="100000">
                                          <p:val>
                                            <p:strVal val="#ppt_x"/>
                                          </p:val>
                                        </p:tav>
                                      </p:tavLst>
                                    </p:anim>
                                    <p:anim calcmode="lin" valueType="num">
                                      <p:cBhvr>
                                        <p:cTn id="139" dur="500" fill="hold"/>
                                        <p:tgtEl>
                                          <p:spTgt spid="48">
                                            <p:txEl>
                                              <p:pRg st="0" end="0"/>
                                            </p:txEl>
                                          </p:spTgt>
                                        </p:tgtEl>
                                        <p:attrNameLst>
                                          <p:attrName>ppt_y</p:attrName>
                                        </p:attrNameLst>
                                      </p:cBhvr>
                                      <p:tavLst>
                                        <p:tav tm="0">
                                          <p:val>
                                            <p:strVal val="#ppt_y+.1"/>
                                          </p:val>
                                        </p:tav>
                                        <p:tav tm="100000">
                                          <p:val>
                                            <p:strVal val="#ppt_y"/>
                                          </p:val>
                                        </p:tav>
                                      </p:tavLst>
                                    </p:anim>
                                  </p:childTnLst>
                                </p:cTn>
                              </p:par>
                            </p:childTnLst>
                          </p:cTn>
                        </p:par>
                        <p:par>
                          <p:cTn id="140" fill="hold">
                            <p:stCondLst>
                              <p:cond delay="13500"/>
                            </p:stCondLst>
                            <p:childTnLst>
                              <p:par>
                                <p:cTn id="141" presetID="10" presetClass="entr" presetSubtype="0" fill="hold" grpId="0" nodeType="afterEffect">
                                  <p:stCondLst>
                                    <p:cond delay="0"/>
                                  </p:stCondLst>
                                  <p:childTnLst>
                                    <p:set>
                                      <p:cBhvr>
                                        <p:cTn id="142" dur="1" fill="hold">
                                          <p:stCondLst>
                                            <p:cond delay="0"/>
                                          </p:stCondLst>
                                        </p:cTn>
                                        <p:tgtEl>
                                          <p:spTgt spid="38"/>
                                        </p:tgtEl>
                                        <p:attrNameLst>
                                          <p:attrName>style.visibility</p:attrName>
                                        </p:attrNameLst>
                                      </p:cBhvr>
                                      <p:to>
                                        <p:strVal val="visible"/>
                                      </p:to>
                                    </p:set>
                                    <p:animEffect transition="in" filter="fade">
                                      <p:cBhvr>
                                        <p:cTn id="143" dur="500"/>
                                        <p:tgtEl>
                                          <p:spTgt spid="38"/>
                                        </p:tgtEl>
                                      </p:cBhvr>
                                    </p:animEffect>
                                  </p:childTnLst>
                                </p:cTn>
                              </p:par>
                            </p:childTnLst>
                          </p:cTn>
                        </p:par>
                        <p:par>
                          <p:cTn id="144" fill="hold">
                            <p:stCondLst>
                              <p:cond delay="14000"/>
                            </p:stCondLst>
                            <p:childTnLst>
                              <p:par>
                                <p:cTn id="145" presetID="53" presetClass="entr" presetSubtype="16" fill="hold" grpId="0" nodeType="afterEffect" nodePh="1">
                                  <p:stCondLst>
                                    <p:cond delay="0"/>
                                  </p:stCondLst>
                                  <p:endCondLst>
                                    <p:cond evt="begin" delay="0">
                                      <p:tn val="145"/>
                                    </p:cond>
                                  </p:endCondLst>
                                  <p:childTnLst>
                                    <p:set>
                                      <p:cBhvr>
                                        <p:cTn id="146" dur="1" fill="hold">
                                          <p:stCondLst>
                                            <p:cond delay="0"/>
                                          </p:stCondLst>
                                        </p:cTn>
                                        <p:tgtEl>
                                          <p:spTgt spid="49">
                                            <p:txEl>
                                              <p:pRg st="0" end="0"/>
                                            </p:txEl>
                                          </p:spTgt>
                                        </p:tgtEl>
                                        <p:attrNameLst>
                                          <p:attrName>style.visibility</p:attrName>
                                        </p:attrNameLst>
                                      </p:cBhvr>
                                      <p:to>
                                        <p:strVal val="visible"/>
                                      </p:to>
                                    </p:set>
                                    <p:anim calcmode="lin" valueType="num">
                                      <p:cBhvr>
                                        <p:cTn id="147" dur="500" fill="hold"/>
                                        <p:tgtEl>
                                          <p:spTgt spid="49">
                                            <p:txEl>
                                              <p:pRg st="0" end="0"/>
                                            </p:txEl>
                                          </p:spTgt>
                                        </p:tgtEl>
                                        <p:attrNameLst>
                                          <p:attrName>ppt_w</p:attrName>
                                        </p:attrNameLst>
                                      </p:cBhvr>
                                      <p:tavLst>
                                        <p:tav tm="0">
                                          <p:val>
                                            <p:fltVal val="0"/>
                                          </p:val>
                                        </p:tav>
                                        <p:tav tm="100000">
                                          <p:val>
                                            <p:strVal val="#ppt_w"/>
                                          </p:val>
                                        </p:tav>
                                      </p:tavLst>
                                    </p:anim>
                                    <p:anim calcmode="lin" valueType="num">
                                      <p:cBhvr>
                                        <p:cTn id="148" dur="500" fill="hold"/>
                                        <p:tgtEl>
                                          <p:spTgt spid="49">
                                            <p:txEl>
                                              <p:pRg st="0" end="0"/>
                                            </p:txEl>
                                          </p:spTgt>
                                        </p:tgtEl>
                                        <p:attrNameLst>
                                          <p:attrName>ppt_h</p:attrName>
                                        </p:attrNameLst>
                                      </p:cBhvr>
                                      <p:tavLst>
                                        <p:tav tm="0">
                                          <p:val>
                                            <p:fltVal val="0"/>
                                          </p:val>
                                        </p:tav>
                                        <p:tav tm="100000">
                                          <p:val>
                                            <p:strVal val="#ppt_h"/>
                                          </p:val>
                                        </p:tav>
                                      </p:tavLst>
                                    </p:anim>
                                    <p:animEffect transition="in" filter="fade">
                                      <p:cBhvr>
                                        <p:cTn id="149" dur="500"/>
                                        <p:tgtEl>
                                          <p:spTgt spid="49">
                                            <p:txEl>
                                              <p:pRg st="0" end="0"/>
                                            </p:txEl>
                                          </p:spTgt>
                                        </p:tgtEl>
                                      </p:cBhvr>
                                    </p:animEffect>
                                  </p:childTnLst>
                                </p:cTn>
                              </p:par>
                            </p:childTnLst>
                          </p:cTn>
                        </p:par>
                        <p:par>
                          <p:cTn id="150" fill="hold">
                            <p:stCondLst>
                              <p:cond delay="14500"/>
                            </p:stCondLst>
                            <p:childTnLst>
                              <p:par>
                                <p:cTn id="151" presetID="42" presetClass="entr" presetSubtype="0" fill="hold" grpId="0" nodeType="afterEffect" nodePh="1">
                                  <p:stCondLst>
                                    <p:cond delay="0"/>
                                  </p:stCondLst>
                                  <p:endCondLst>
                                    <p:cond evt="begin" delay="0">
                                      <p:tn val="151"/>
                                    </p:cond>
                                  </p:endCondLst>
                                  <p:childTnLst>
                                    <p:set>
                                      <p:cBhvr>
                                        <p:cTn id="152" dur="1" fill="hold">
                                          <p:stCondLst>
                                            <p:cond delay="0"/>
                                          </p:stCondLst>
                                        </p:cTn>
                                        <p:tgtEl>
                                          <p:spTgt spid="50">
                                            <p:txEl>
                                              <p:pRg st="0" end="0"/>
                                            </p:txEl>
                                          </p:spTgt>
                                        </p:tgtEl>
                                        <p:attrNameLst>
                                          <p:attrName>style.visibility</p:attrName>
                                        </p:attrNameLst>
                                      </p:cBhvr>
                                      <p:to>
                                        <p:strVal val="visible"/>
                                      </p:to>
                                    </p:set>
                                    <p:animEffect transition="in" filter="fade">
                                      <p:cBhvr>
                                        <p:cTn id="153" dur="500"/>
                                        <p:tgtEl>
                                          <p:spTgt spid="50">
                                            <p:txEl>
                                              <p:pRg st="0" end="0"/>
                                            </p:txEl>
                                          </p:spTgt>
                                        </p:tgtEl>
                                      </p:cBhvr>
                                    </p:animEffect>
                                    <p:anim calcmode="lin" valueType="num">
                                      <p:cBhvr>
                                        <p:cTn id="154" dur="500" fill="hold"/>
                                        <p:tgtEl>
                                          <p:spTgt spid="50">
                                            <p:txEl>
                                              <p:pRg st="0" end="0"/>
                                            </p:txEl>
                                          </p:spTgt>
                                        </p:tgtEl>
                                        <p:attrNameLst>
                                          <p:attrName>ppt_x</p:attrName>
                                        </p:attrNameLst>
                                      </p:cBhvr>
                                      <p:tavLst>
                                        <p:tav tm="0">
                                          <p:val>
                                            <p:strVal val="#ppt_x"/>
                                          </p:val>
                                        </p:tav>
                                        <p:tav tm="100000">
                                          <p:val>
                                            <p:strVal val="#ppt_x"/>
                                          </p:val>
                                        </p:tav>
                                      </p:tavLst>
                                    </p:anim>
                                    <p:anim calcmode="lin" valueType="num">
                                      <p:cBhvr>
                                        <p:cTn id="155" dur="500" fill="hold"/>
                                        <p:tgtEl>
                                          <p:spTgt spid="50">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39" grpId="0" animBg="1"/>
      <p:bldP spid="40" grpId="0" animBg="1"/>
      <p:bldP spid="41" grpId="0" animBg="1"/>
      <p:bldP spid="42" grpId="0" animBg="1"/>
      <p:bldP spid="15"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5"/>
                        </p:tgtEl>
                        <p:attrNameLst>
                          <p:attrName>style.visibility</p:attrName>
                        </p:attrNameLst>
                      </p:cBhvr>
                      <p:to>
                        <p:strVal val="visible"/>
                      </p:to>
                    </p:set>
                    <p:anim calcmode="lin" valueType="num">
                      <p:cBhvr>
                        <p:cTn dur="500" fill="hold"/>
                        <p:tgtEl>
                          <p:spTgt spid="15"/>
                        </p:tgtEl>
                        <p:attrNameLst>
                          <p:attrName>ppt_w</p:attrName>
                        </p:attrNameLst>
                      </p:cBhvr>
                      <p:tavLst>
                        <p:tav tm="0">
                          <p:val>
                            <p:fltVal val="0"/>
                          </p:val>
                        </p:tav>
                        <p:tav tm="100000">
                          <p:val>
                            <p:strVal val="#ppt_w"/>
                          </p:val>
                        </p:tav>
                      </p:tavLst>
                    </p:anim>
                    <p:anim calcmode="lin" valueType="num">
                      <p:cBhvr>
                        <p:cTn dur="500" fill="hold"/>
                        <p:tgtEl>
                          <p:spTgt spid="15"/>
                        </p:tgtEl>
                        <p:attrNameLst>
                          <p:attrName>ppt_h</p:attrName>
                        </p:attrNameLst>
                      </p:cBhvr>
                      <p:tavLst>
                        <p:tav tm="0">
                          <p:val>
                            <p:fltVal val="0"/>
                          </p:val>
                        </p:tav>
                        <p:tav tm="100000">
                          <p:val>
                            <p:strVal val="#ppt_h"/>
                          </p:val>
                        </p:tav>
                      </p:tavLst>
                    </p:anim>
                    <p:animEffect transition="in" filter="fade">
                      <p:cBhvr>
                        <p:cTn dur="500"/>
                        <p:tgtEl>
                          <p:spTgt spid="15"/>
                        </p:tgtEl>
                      </p:cBhvr>
                    </p:animEffect>
                  </p:childTnLst>
                </p:cTn>
              </p:par>
            </p:tnLst>
          </p:tmpl>
        </p:tmplLst>
      </p:bldP>
      <p:bldP spid="16"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6"/>
                        </p:tgtEl>
                        <p:attrNameLst>
                          <p:attrName>style.visibility</p:attrName>
                        </p:attrNameLst>
                      </p:cBhvr>
                      <p:to>
                        <p:strVal val="visible"/>
                      </p:to>
                    </p:set>
                    <p:animEffect transition="in" filter="fade">
                      <p:cBhvr>
                        <p:cTn dur="500"/>
                        <p:tgtEl>
                          <p:spTgt spid="16"/>
                        </p:tgtEl>
                      </p:cBhvr>
                    </p:animEffect>
                    <p:anim calcmode="lin" valueType="num">
                      <p:cBhvr>
                        <p:cTn dur="500" fill="hold"/>
                        <p:tgtEl>
                          <p:spTgt spid="16"/>
                        </p:tgtEl>
                        <p:attrNameLst>
                          <p:attrName>ppt_x</p:attrName>
                        </p:attrNameLst>
                      </p:cBhvr>
                      <p:tavLst>
                        <p:tav tm="0">
                          <p:val>
                            <p:strVal val="#ppt_x"/>
                          </p:val>
                        </p:tav>
                        <p:tav tm="100000">
                          <p:val>
                            <p:strVal val="#ppt_x"/>
                          </p:val>
                        </p:tav>
                      </p:tavLst>
                    </p:anim>
                    <p:anim calcmode="lin" valueType="num">
                      <p:cBhvr>
                        <p:cTn dur="500" fill="hold"/>
                        <p:tgtEl>
                          <p:spTgt spid="16"/>
                        </p:tgtEl>
                        <p:attrNameLst>
                          <p:attrName>ppt_y</p:attrName>
                        </p:attrNameLst>
                      </p:cBhvr>
                      <p:tavLst>
                        <p:tav tm="0">
                          <p:val>
                            <p:strVal val="#ppt_y+.1"/>
                          </p:val>
                        </p:tav>
                        <p:tav tm="100000">
                          <p:val>
                            <p:strVal val="#ppt_y"/>
                          </p:val>
                        </p:tav>
                      </p:tavLst>
                    </p:anim>
                  </p:childTnLst>
                </p:cTn>
              </p:par>
            </p:tnLst>
          </p:tmpl>
        </p:tmplLst>
      </p:bldP>
      <p:bldP spid="17"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7"/>
                        </p:tgtEl>
                        <p:attrNameLst>
                          <p:attrName>style.visibility</p:attrName>
                        </p:attrNameLst>
                      </p:cBhvr>
                      <p:to>
                        <p:strVal val="visible"/>
                      </p:to>
                    </p:set>
                    <p:anim calcmode="lin" valueType="num">
                      <p:cBhvr>
                        <p:cTn dur="500" fill="hold"/>
                        <p:tgtEl>
                          <p:spTgt spid="17"/>
                        </p:tgtEl>
                        <p:attrNameLst>
                          <p:attrName>ppt_w</p:attrName>
                        </p:attrNameLst>
                      </p:cBhvr>
                      <p:tavLst>
                        <p:tav tm="0">
                          <p:val>
                            <p:fltVal val="0"/>
                          </p:val>
                        </p:tav>
                        <p:tav tm="100000">
                          <p:val>
                            <p:strVal val="#ppt_w"/>
                          </p:val>
                        </p:tav>
                      </p:tavLst>
                    </p:anim>
                    <p:anim calcmode="lin" valueType="num">
                      <p:cBhvr>
                        <p:cTn dur="500" fill="hold"/>
                        <p:tgtEl>
                          <p:spTgt spid="17"/>
                        </p:tgtEl>
                        <p:attrNameLst>
                          <p:attrName>ppt_h</p:attrName>
                        </p:attrNameLst>
                      </p:cBhvr>
                      <p:tavLst>
                        <p:tav tm="0">
                          <p:val>
                            <p:fltVal val="0"/>
                          </p:val>
                        </p:tav>
                        <p:tav tm="100000">
                          <p:val>
                            <p:strVal val="#ppt_h"/>
                          </p:val>
                        </p:tav>
                      </p:tavLst>
                    </p:anim>
                    <p:animEffect transition="in" filter="fade">
                      <p:cBhvr>
                        <p:cTn dur="500"/>
                        <p:tgtEl>
                          <p:spTgt spid="17"/>
                        </p:tgtEl>
                      </p:cBhvr>
                    </p:animEffect>
                  </p:childTnLst>
                </p:cTn>
              </p:par>
            </p:tnLst>
          </p:tmpl>
        </p:tmplLst>
      </p:bldP>
      <p:bldP spid="18"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8"/>
                        </p:tgtEl>
                        <p:attrNameLst>
                          <p:attrName>style.visibility</p:attrName>
                        </p:attrNameLst>
                      </p:cBhvr>
                      <p:to>
                        <p:strVal val="visible"/>
                      </p:to>
                    </p:set>
                    <p:animEffect transition="in" filter="fade">
                      <p:cBhvr>
                        <p:cTn dur="500"/>
                        <p:tgtEl>
                          <p:spTgt spid="18"/>
                        </p:tgtEl>
                      </p:cBhvr>
                    </p:animEffect>
                    <p:anim calcmode="lin" valueType="num">
                      <p:cBhvr>
                        <p:cTn dur="500" fill="hold"/>
                        <p:tgtEl>
                          <p:spTgt spid="18"/>
                        </p:tgtEl>
                        <p:attrNameLst>
                          <p:attrName>ppt_x</p:attrName>
                        </p:attrNameLst>
                      </p:cBhvr>
                      <p:tavLst>
                        <p:tav tm="0">
                          <p:val>
                            <p:strVal val="#ppt_x"/>
                          </p:val>
                        </p:tav>
                        <p:tav tm="100000">
                          <p:val>
                            <p:strVal val="#ppt_x"/>
                          </p:val>
                        </p:tav>
                      </p:tavLst>
                    </p:anim>
                    <p:anim calcmode="lin" valueType="num">
                      <p:cBhvr>
                        <p:cTn dur="500" fill="hold"/>
                        <p:tgtEl>
                          <p:spTgt spid="18"/>
                        </p:tgtEl>
                        <p:attrNameLst>
                          <p:attrName>ppt_y</p:attrName>
                        </p:attrNameLst>
                      </p:cBhvr>
                      <p:tavLst>
                        <p:tav tm="0">
                          <p:val>
                            <p:strVal val="#ppt_y+.1"/>
                          </p:val>
                        </p:tav>
                        <p:tav tm="100000">
                          <p:val>
                            <p:strVal val="#ppt_y"/>
                          </p:val>
                        </p:tav>
                      </p:tavLst>
                    </p:anim>
                  </p:childTnLst>
                </p:cTn>
              </p:par>
            </p:tnLst>
          </p:tmpl>
        </p:tmplLst>
      </p:bldP>
      <p:bldP spid="19"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9"/>
                        </p:tgtEl>
                        <p:attrNameLst>
                          <p:attrName>style.visibility</p:attrName>
                        </p:attrNameLst>
                      </p:cBhvr>
                      <p:to>
                        <p:strVal val="visible"/>
                      </p:to>
                    </p:set>
                    <p:anim calcmode="lin" valueType="num">
                      <p:cBhvr>
                        <p:cTn dur="500" fill="hold"/>
                        <p:tgtEl>
                          <p:spTgt spid="19"/>
                        </p:tgtEl>
                        <p:attrNameLst>
                          <p:attrName>ppt_w</p:attrName>
                        </p:attrNameLst>
                      </p:cBhvr>
                      <p:tavLst>
                        <p:tav tm="0">
                          <p:val>
                            <p:fltVal val="0"/>
                          </p:val>
                        </p:tav>
                        <p:tav tm="100000">
                          <p:val>
                            <p:strVal val="#ppt_w"/>
                          </p:val>
                        </p:tav>
                      </p:tavLst>
                    </p:anim>
                    <p:anim calcmode="lin" valueType="num">
                      <p:cBhvr>
                        <p:cTn dur="500" fill="hold"/>
                        <p:tgtEl>
                          <p:spTgt spid="19"/>
                        </p:tgtEl>
                        <p:attrNameLst>
                          <p:attrName>ppt_h</p:attrName>
                        </p:attrNameLst>
                      </p:cBhvr>
                      <p:tavLst>
                        <p:tav tm="0">
                          <p:val>
                            <p:fltVal val="0"/>
                          </p:val>
                        </p:tav>
                        <p:tav tm="100000">
                          <p:val>
                            <p:strVal val="#ppt_h"/>
                          </p:val>
                        </p:tav>
                      </p:tavLst>
                    </p:anim>
                    <p:animEffect transition="in" filter="fade">
                      <p:cBhvr>
                        <p:cTn dur="500"/>
                        <p:tgtEl>
                          <p:spTgt spid="19"/>
                        </p:tgtEl>
                      </p:cBhvr>
                    </p:animEffect>
                  </p:childTnLst>
                </p:cTn>
              </p:par>
            </p:tnLst>
          </p:tmpl>
        </p:tmplLst>
      </p:bldP>
      <p:bldP spid="20"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0"/>
                        </p:tgtEl>
                        <p:attrNameLst>
                          <p:attrName>style.visibility</p:attrName>
                        </p:attrNameLst>
                      </p:cBhvr>
                      <p:to>
                        <p:strVal val="visible"/>
                      </p:to>
                    </p:set>
                    <p:animEffect transition="in" filter="fade">
                      <p:cBhvr>
                        <p:cTn dur="500"/>
                        <p:tgtEl>
                          <p:spTgt spid="20"/>
                        </p:tgtEl>
                      </p:cBhvr>
                    </p:animEffect>
                    <p:anim calcmode="lin" valueType="num">
                      <p:cBhvr>
                        <p:cTn dur="500" fill="hold"/>
                        <p:tgtEl>
                          <p:spTgt spid="20"/>
                        </p:tgtEl>
                        <p:attrNameLst>
                          <p:attrName>ppt_x</p:attrName>
                        </p:attrNameLst>
                      </p:cBhvr>
                      <p:tavLst>
                        <p:tav tm="0">
                          <p:val>
                            <p:strVal val="#ppt_x"/>
                          </p:val>
                        </p:tav>
                        <p:tav tm="100000">
                          <p:val>
                            <p:strVal val="#ppt_x"/>
                          </p:val>
                        </p:tav>
                      </p:tavLst>
                    </p:anim>
                    <p:anim calcmode="lin" valueType="num">
                      <p:cBhvr>
                        <p:cTn dur="500" fill="hold"/>
                        <p:tgtEl>
                          <p:spTgt spid="20"/>
                        </p:tgtEl>
                        <p:attrNameLst>
                          <p:attrName>ppt_y</p:attrName>
                        </p:attrNameLst>
                      </p:cBhvr>
                      <p:tavLst>
                        <p:tav tm="0">
                          <p:val>
                            <p:strVal val="#ppt_y+.1"/>
                          </p:val>
                        </p:tav>
                        <p:tav tm="100000">
                          <p:val>
                            <p:strVal val="#ppt_y"/>
                          </p:val>
                        </p:tav>
                      </p:tavLst>
                    </p:anim>
                  </p:childTnLst>
                </p:cTn>
              </p:par>
            </p:tnLst>
          </p:tmpl>
        </p:tmplLst>
      </p:bldP>
      <p:bldP spid="28"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8"/>
                        </p:tgtEl>
                        <p:attrNameLst>
                          <p:attrName>style.visibility</p:attrName>
                        </p:attrNameLst>
                      </p:cBhvr>
                      <p:to>
                        <p:strVal val="visible"/>
                      </p:to>
                    </p:set>
                    <p:anim calcmode="lin" valueType="num">
                      <p:cBhvr>
                        <p:cTn dur="500" fill="hold"/>
                        <p:tgtEl>
                          <p:spTgt spid="28"/>
                        </p:tgtEl>
                        <p:attrNameLst>
                          <p:attrName>ppt_w</p:attrName>
                        </p:attrNameLst>
                      </p:cBhvr>
                      <p:tavLst>
                        <p:tav tm="0">
                          <p:val>
                            <p:fltVal val="0"/>
                          </p:val>
                        </p:tav>
                        <p:tav tm="100000">
                          <p:val>
                            <p:strVal val="#ppt_w"/>
                          </p:val>
                        </p:tav>
                      </p:tavLst>
                    </p:anim>
                    <p:anim calcmode="lin" valueType="num">
                      <p:cBhvr>
                        <p:cTn dur="500" fill="hold"/>
                        <p:tgtEl>
                          <p:spTgt spid="28"/>
                        </p:tgtEl>
                        <p:attrNameLst>
                          <p:attrName>ppt_h</p:attrName>
                        </p:attrNameLst>
                      </p:cBhvr>
                      <p:tavLst>
                        <p:tav tm="0">
                          <p:val>
                            <p:fltVal val="0"/>
                          </p:val>
                        </p:tav>
                        <p:tav tm="100000">
                          <p:val>
                            <p:strVal val="#ppt_h"/>
                          </p:val>
                        </p:tav>
                      </p:tavLst>
                    </p:anim>
                    <p:animEffect transition="in" filter="fade">
                      <p:cBhvr>
                        <p:cTn dur="500"/>
                        <p:tgtEl>
                          <p:spTgt spid="28"/>
                        </p:tgtEl>
                      </p:cBhvr>
                    </p:animEffect>
                  </p:childTnLst>
                </p:cTn>
              </p:par>
            </p:tnLst>
          </p:tmpl>
        </p:tmplLst>
      </p:bldP>
      <p:bldP spid="29"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9"/>
                        </p:tgtEl>
                        <p:attrNameLst>
                          <p:attrName>style.visibility</p:attrName>
                        </p:attrNameLst>
                      </p:cBhvr>
                      <p:to>
                        <p:strVal val="visible"/>
                      </p:to>
                    </p:set>
                    <p:animEffect transition="in" filter="fade">
                      <p:cBhvr>
                        <p:cTn dur="500"/>
                        <p:tgtEl>
                          <p:spTgt spid="29"/>
                        </p:tgtEl>
                      </p:cBhvr>
                    </p:animEffect>
                    <p:anim calcmode="lin" valueType="num">
                      <p:cBhvr>
                        <p:cTn dur="500" fill="hold"/>
                        <p:tgtEl>
                          <p:spTgt spid="29"/>
                        </p:tgtEl>
                        <p:attrNameLst>
                          <p:attrName>ppt_x</p:attrName>
                        </p:attrNameLst>
                      </p:cBhvr>
                      <p:tavLst>
                        <p:tav tm="0">
                          <p:val>
                            <p:strVal val="#ppt_x"/>
                          </p:val>
                        </p:tav>
                        <p:tav tm="100000">
                          <p:val>
                            <p:strVal val="#ppt_x"/>
                          </p:val>
                        </p:tav>
                      </p:tavLst>
                    </p:anim>
                    <p:anim calcmode="lin" valueType="num">
                      <p:cBhvr>
                        <p:cTn dur="500" fill="hold"/>
                        <p:tgtEl>
                          <p:spTgt spid="29"/>
                        </p:tgtEl>
                        <p:attrNameLst>
                          <p:attrName>ppt_y</p:attrName>
                        </p:attrNameLst>
                      </p:cBhvr>
                      <p:tavLst>
                        <p:tav tm="0">
                          <p:val>
                            <p:strVal val="#ppt_y+.1"/>
                          </p:val>
                        </p:tav>
                        <p:tav tm="100000">
                          <p:val>
                            <p:strVal val="#ppt_y"/>
                          </p:val>
                        </p:tav>
                      </p:tavLst>
                    </p:anim>
                  </p:childTnLst>
                </p:cTn>
              </p:par>
            </p:tnLst>
          </p:tmpl>
        </p:tmplLst>
      </p:bldP>
      <p:bldP spid="36" grpId="0" animBg="1"/>
      <p:bldP spid="37" grpId="0" animBg="1"/>
      <p:bldP spid="38" grpId="0" animBg="1"/>
      <p:bldP spid="44"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44"/>
                        </p:tgtEl>
                        <p:attrNameLst>
                          <p:attrName>style.visibility</p:attrName>
                        </p:attrNameLst>
                      </p:cBhvr>
                      <p:to>
                        <p:strVal val="visible"/>
                      </p:to>
                    </p:set>
                    <p:anim calcmode="lin" valueType="num">
                      <p:cBhvr>
                        <p:cTn dur="500" fill="hold"/>
                        <p:tgtEl>
                          <p:spTgt spid="44"/>
                        </p:tgtEl>
                        <p:attrNameLst>
                          <p:attrName>ppt_w</p:attrName>
                        </p:attrNameLst>
                      </p:cBhvr>
                      <p:tavLst>
                        <p:tav tm="0">
                          <p:val>
                            <p:fltVal val="0"/>
                          </p:val>
                        </p:tav>
                        <p:tav tm="100000">
                          <p:val>
                            <p:strVal val="#ppt_w"/>
                          </p:val>
                        </p:tav>
                      </p:tavLst>
                    </p:anim>
                    <p:anim calcmode="lin" valueType="num">
                      <p:cBhvr>
                        <p:cTn dur="500" fill="hold"/>
                        <p:tgtEl>
                          <p:spTgt spid="44"/>
                        </p:tgtEl>
                        <p:attrNameLst>
                          <p:attrName>ppt_h</p:attrName>
                        </p:attrNameLst>
                      </p:cBhvr>
                      <p:tavLst>
                        <p:tav tm="0">
                          <p:val>
                            <p:fltVal val="0"/>
                          </p:val>
                        </p:tav>
                        <p:tav tm="100000">
                          <p:val>
                            <p:strVal val="#ppt_h"/>
                          </p:val>
                        </p:tav>
                      </p:tavLst>
                    </p:anim>
                    <p:animEffect transition="in" filter="fade">
                      <p:cBhvr>
                        <p:cTn dur="500"/>
                        <p:tgtEl>
                          <p:spTgt spid="44"/>
                        </p:tgtEl>
                      </p:cBhvr>
                    </p:animEffect>
                  </p:childTnLst>
                </p:cTn>
              </p:par>
            </p:tnLst>
          </p:tmpl>
        </p:tmplLst>
      </p:bldP>
      <p:bldP spid="45"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45"/>
                        </p:tgtEl>
                        <p:attrNameLst>
                          <p:attrName>style.visibility</p:attrName>
                        </p:attrNameLst>
                      </p:cBhvr>
                      <p:to>
                        <p:strVal val="visible"/>
                      </p:to>
                    </p:set>
                    <p:animEffect transition="in" filter="fade">
                      <p:cBhvr>
                        <p:cTn dur="500"/>
                        <p:tgtEl>
                          <p:spTgt spid="45"/>
                        </p:tgtEl>
                      </p:cBhvr>
                    </p:animEffect>
                    <p:anim calcmode="lin" valueType="num">
                      <p:cBhvr>
                        <p:cTn dur="500" fill="hold"/>
                        <p:tgtEl>
                          <p:spTgt spid="45"/>
                        </p:tgtEl>
                        <p:attrNameLst>
                          <p:attrName>ppt_x</p:attrName>
                        </p:attrNameLst>
                      </p:cBhvr>
                      <p:tavLst>
                        <p:tav tm="0">
                          <p:val>
                            <p:strVal val="#ppt_x"/>
                          </p:val>
                        </p:tav>
                        <p:tav tm="100000">
                          <p:val>
                            <p:strVal val="#ppt_x"/>
                          </p:val>
                        </p:tav>
                      </p:tavLst>
                    </p:anim>
                    <p:anim calcmode="lin" valueType="num">
                      <p:cBhvr>
                        <p:cTn dur="500" fill="hold"/>
                        <p:tgtEl>
                          <p:spTgt spid="45"/>
                        </p:tgtEl>
                        <p:attrNameLst>
                          <p:attrName>ppt_y</p:attrName>
                        </p:attrNameLst>
                      </p:cBhvr>
                      <p:tavLst>
                        <p:tav tm="0">
                          <p:val>
                            <p:strVal val="#ppt_y+.1"/>
                          </p:val>
                        </p:tav>
                        <p:tav tm="100000">
                          <p:val>
                            <p:strVal val="#ppt_y"/>
                          </p:val>
                        </p:tav>
                      </p:tavLst>
                    </p:anim>
                  </p:childTnLst>
                </p:cTn>
              </p:par>
            </p:tnLst>
          </p:tmpl>
        </p:tmplLst>
      </p:bldP>
      <p:bldP spid="46"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46"/>
                        </p:tgtEl>
                        <p:attrNameLst>
                          <p:attrName>style.visibility</p:attrName>
                        </p:attrNameLst>
                      </p:cBhvr>
                      <p:to>
                        <p:strVal val="visible"/>
                      </p:to>
                    </p:set>
                    <p:anim calcmode="lin" valueType="num">
                      <p:cBhvr>
                        <p:cTn dur="500" fill="hold"/>
                        <p:tgtEl>
                          <p:spTgt spid="46"/>
                        </p:tgtEl>
                        <p:attrNameLst>
                          <p:attrName>ppt_w</p:attrName>
                        </p:attrNameLst>
                      </p:cBhvr>
                      <p:tavLst>
                        <p:tav tm="0">
                          <p:val>
                            <p:fltVal val="0"/>
                          </p:val>
                        </p:tav>
                        <p:tav tm="100000">
                          <p:val>
                            <p:strVal val="#ppt_w"/>
                          </p:val>
                        </p:tav>
                      </p:tavLst>
                    </p:anim>
                    <p:anim calcmode="lin" valueType="num">
                      <p:cBhvr>
                        <p:cTn dur="500" fill="hold"/>
                        <p:tgtEl>
                          <p:spTgt spid="46"/>
                        </p:tgtEl>
                        <p:attrNameLst>
                          <p:attrName>ppt_h</p:attrName>
                        </p:attrNameLst>
                      </p:cBhvr>
                      <p:tavLst>
                        <p:tav tm="0">
                          <p:val>
                            <p:fltVal val="0"/>
                          </p:val>
                        </p:tav>
                        <p:tav tm="100000">
                          <p:val>
                            <p:strVal val="#ppt_h"/>
                          </p:val>
                        </p:tav>
                      </p:tavLst>
                    </p:anim>
                    <p:animEffect transition="in" filter="fade">
                      <p:cBhvr>
                        <p:cTn dur="500"/>
                        <p:tgtEl>
                          <p:spTgt spid="46"/>
                        </p:tgtEl>
                      </p:cBhvr>
                    </p:animEffect>
                  </p:childTnLst>
                </p:cTn>
              </p:par>
            </p:tnLst>
          </p:tmpl>
        </p:tmplLst>
      </p:bldP>
      <p:bldP spid="48"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48"/>
                        </p:tgtEl>
                        <p:attrNameLst>
                          <p:attrName>style.visibility</p:attrName>
                        </p:attrNameLst>
                      </p:cBhvr>
                      <p:to>
                        <p:strVal val="visible"/>
                      </p:to>
                    </p:set>
                    <p:animEffect transition="in" filter="fade">
                      <p:cBhvr>
                        <p:cTn dur="500"/>
                        <p:tgtEl>
                          <p:spTgt spid="48"/>
                        </p:tgtEl>
                      </p:cBhvr>
                    </p:animEffect>
                    <p:anim calcmode="lin" valueType="num">
                      <p:cBhvr>
                        <p:cTn dur="500" fill="hold"/>
                        <p:tgtEl>
                          <p:spTgt spid="48"/>
                        </p:tgtEl>
                        <p:attrNameLst>
                          <p:attrName>ppt_x</p:attrName>
                        </p:attrNameLst>
                      </p:cBhvr>
                      <p:tavLst>
                        <p:tav tm="0">
                          <p:val>
                            <p:strVal val="#ppt_x"/>
                          </p:val>
                        </p:tav>
                        <p:tav tm="100000">
                          <p:val>
                            <p:strVal val="#ppt_x"/>
                          </p:val>
                        </p:tav>
                      </p:tavLst>
                    </p:anim>
                    <p:anim calcmode="lin" valueType="num">
                      <p:cBhvr>
                        <p:cTn dur="500" fill="hold"/>
                        <p:tgtEl>
                          <p:spTgt spid="48"/>
                        </p:tgtEl>
                        <p:attrNameLst>
                          <p:attrName>ppt_y</p:attrName>
                        </p:attrNameLst>
                      </p:cBhvr>
                      <p:tavLst>
                        <p:tav tm="0">
                          <p:val>
                            <p:strVal val="#ppt_y+.1"/>
                          </p:val>
                        </p:tav>
                        <p:tav tm="100000">
                          <p:val>
                            <p:strVal val="#ppt_y"/>
                          </p:val>
                        </p:tav>
                      </p:tavLst>
                    </p:anim>
                  </p:childTnLst>
                </p:cTn>
              </p:par>
            </p:tnLst>
          </p:tmpl>
        </p:tmplLst>
      </p:bldP>
      <p:bldP spid="49"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49"/>
                        </p:tgtEl>
                        <p:attrNameLst>
                          <p:attrName>style.visibility</p:attrName>
                        </p:attrNameLst>
                      </p:cBhvr>
                      <p:to>
                        <p:strVal val="visible"/>
                      </p:to>
                    </p:set>
                    <p:anim calcmode="lin" valueType="num">
                      <p:cBhvr>
                        <p:cTn dur="500" fill="hold"/>
                        <p:tgtEl>
                          <p:spTgt spid="49"/>
                        </p:tgtEl>
                        <p:attrNameLst>
                          <p:attrName>ppt_w</p:attrName>
                        </p:attrNameLst>
                      </p:cBhvr>
                      <p:tavLst>
                        <p:tav tm="0">
                          <p:val>
                            <p:fltVal val="0"/>
                          </p:val>
                        </p:tav>
                        <p:tav tm="100000">
                          <p:val>
                            <p:strVal val="#ppt_w"/>
                          </p:val>
                        </p:tav>
                      </p:tavLst>
                    </p:anim>
                    <p:anim calcmode="lin" valueType="num">
                      <p:cBhvr>
                        <p:cTn dur="500" fill="hold"/>
                        <p:tgtEl>
                          <p:spTgt spid="49"/>
                        </p:tgtEl>
                        <p:attrNameLst>
                          <p:attrName>ppt_h</p:attrName>
                        </p:attrNameLst>
                      </p:cBhvr>
                      <p:tavLst>
                        <p:tav tm="0">
                          <p:val>
                            <p:fltVal val="0"/>
                          </p:val>
                        </p:tav>
                        <p:tav tm="100000">
                          <p:val>
                            <p:strVal val="#ppt_h"/>
                          </p:val>
                        </p:tav>
                      </p:tavLst>
                    </p:anim>
                    <p:animEffect transition="in" filter="fade">
                      <p:cBhvr>
                        <p:cTn dur="500"/>
                        <p:tgtEl>
                          <p:spTgt spid="49"/>
                        </p:tgtEl>
                      </p:cBhvr>
                    </p:animEffect>
                  </p:childTnLst>
                </p:cTn>
              </p:par>
            </p:tnLst>
          </p:tmpl>
        </p:tmplLst>
      </p:bldP>
      <p:bldP spid="50"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50"/>
                        </p:tgtEl>
                        <p:attrNameLst>
                          <p:attrName>style.visibility</p:attrName>
                        </p:attrNameLst>
                      </p:cBhvr>
                      <p:to>
                        <p:strVal val="visible"/>
                      </p:to>
                    </p:set>
                    <p:animEffect transition="in" filter="fade">
                      <p:cBhvr>
                        <p:cTn dur="500"/>
                        <p:tgtEl>
                          <p:spTgt spid="50"/>
                        </p:tgtEl>
                      </p:cBhvr>
                    </p:animEffect>
                    <p:anim calcmode="lin" valueType="num">
                      <p:cBhvr>
                        <p:cTn dur="500" fill="hold"/>
                        <p:tgtEl>
                          <p:spTgt spid="50"/>
                        </p:tgtEl>
                        <p:attrNameLst>
                          <p:attrName>ppt_x</p:attrName>
                        </p:attrNameLst>
                      </p:cBhvr>
                      <p:tavLst>
                        <p:tav tm="0">
                          <p:val>
                            <p:strVal val="#ppt_x"/>
                          </p:val>
                        </p:tav>
                        <p:tav tm="100000">
                          <p:val>
                            <p:strVal val="#ppt_x"/>
                          </p:val>
                        </p:tav>
                      </p:tavLst>
                    </p:anim>
                    <p:anim calcmode="lin" valueType="num">
                      <p:cBhvr>
                        <p:cTn dur="500" fill="hold"/>
                        <p:tgtEl>
                          <p:spTgt spid="50"/>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726.xml><?xml version="1.0" encoding="utf-8"?>
<p:sldLayout xmlns:a="http://schemas.openxmlformats.org/drawingml/2006/main" xmlns:r="http://schemas.openxmlformats.org/officeDocument/2006/relationships" xmlns:p="http://schemas.openxmlformats.org/presentationml/2006/main" preserve="1" userDrawn="1">
  <p:cSld name="10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6" name="Rectangle 5"/>
          <p:cNvSpPr/>
          <p:nvPr userDrawn="1"/>
        </p:nvSpPr>
        <p:spPr>
          <a:xfrm rot="20700000">
            <a:off x="1558637" y="2070541"/>
            <a:ext cx="1510146" cy="18288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9" name="Rectangle 8"/>
          <p:cNvSpPr/>
          <p:nvPr userDrawn="1"/>
        </p:nvSpPr>
        <p:spPr>
          <a:xfrm rot="900000">
            <a:off x="1558636" y="2070541"/>
            <a:ext cx="1510146" cy="18288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18" name="Picture Placeholder 17"/>
          <p:cNvSpPr>
            <a:spLocks noGrp="1"/>
          </p:cNvSpPr>
          <p:nvPr>
            <p:ph type="pic" sz="quarter" idx="15"/>
          </p:nvPr>
        </p:nvSpPr>
        <p:spPr>
          <a:xfrm>
            <a:off x="1558637" y="2042755"/>
            <a:ext cx="1510148" cy="1828800"/>
          </a:xfrm>
          <a:custGeom>
            <a:avLst/>
            <a:gdLst>
              <a:gd name="connsiteX0" fmla="*/ 0 w 1510148"/>
              <a:gd name="connsiteY0" fmla="*/ 0 h 1828800"/>
              <a:gd name="connsiteX1" fmla="*/ 1510148 w 1510148"/>
              <a:gd name="connsiteY1" fmla="*/ 0 h 1828800"/>
              <a:gd name="connsiteX2" fmla="*/ 1510148 w 1510148"/>
              <a:gd name="connsiteY2" fmla="*/ 1828800 h 1828800"/>
              <a:gd name="connsiteX3" fmla="*/ 0 w 1510148"/>
              <a:gd name="connsiteY3" fmla="*/ 1828800 h 1828800"/>
            </a:gdLst>
            <a:ahLst/>
            <a:cxnLst>
              <a:cxn ang="0">
                <a:pos x="connsiteX0" y="connsiteY0"/>
              </a:cxn>
              <a:cxn ang="0">
                <a:pos x="connsiteX1" y="connsiteY1"/>
              </a:cxn>
              <a:cxn ang="0">
                <a:pos x="connsiteX2" y="connsiteY2"/>
              </a:cxn>
              <a:cxn ang="0">
                <a:pos x="connsiteX3" y="connsiteY3"/>
              </a:cxn>
            </a:cxnLst>
            <a:rect l="l" t="t" r="r" b="b"/>
            <a:pathLst>
              <a:path w="1510148" h="1828800">
                <a:moveTo>
                  <a:pt x="0" y="0"/>
                </a:moveTo>
                <a:lnTo>
                  <a:pt x="1510148" y="0"/>
                </a:lnTo>
                <a:lnTo>
                  <a:pt x="1510148" y="1828800"/>
                </a:lnTo>
                <a:lnTo>
                  <a:pt x="0" y="1828800"/>
                </a:lnTo>
                <a:close/>
              </a:path>
            </a:pathLst>
          </a:custGeom>
          <a:solidFill>
            <a:schemeClr val="bg1">
              <a:lumMod val="85000"/>
            </a:schemeClr>
          </a:solidFill>
        </p:spPr>
        <p:txBody>
          <a:bodyPr wrap="square">
            <a:noAutofit/>
          </a:bodyPr>
          <a:lstStyle/>
          <a:p>
            <a:endParaRPr lang="en-AU"/>
          </a:p>
        </p:txBody>
      </p:sp>
      <p:sp>
        <p:nvSpPr>
          <p:cNvPr id="19" name="Rectangle 18"/>
          <p:cNvSpPr/>
          <p:nvPr userDrawn="1"/>
        </p:nvSpPr>
        <p:spPr>
          <a:xfrm rot="20700000">
            <a:off x="5346295" y="2070541"/>
            <a:ext cx="1510146" cy="18288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0" name="Rectangle 19"/>
          <p:cNvSpPr/>
          <p:nvPr userDrawn="1"/>
        </p:nvSpPr>
        <p:spPr>
          <a:xfrm rot="900000">
            <a:off x="5346294" y="2070541"/>
            <a:ext cx="1510146" cy="18288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1" name="Picture Placeholder 20"/>
          <p:cNvSpPr>
            <a:spLocks noGrp="1"/>
          </p:cNvSpPr>
          <p:nvPr>
            <p:ph type="pic" sz="quarter" idx="16"/>
          </p:nvPr>
        </p:nvSpPr>
        <p:spPr>
          <a:xfrm>
            <a:off x="5346295" y="2042755"/>
            <a:ext cx="1510148" cy="1828800"/>
          </a:xfrm>
          <a:custGeom>
            <a:avLst/>
            <a:gdLst>
              <a:gd name="connsiteX0" fmla="*/ 0 w 1510148"/>
              <a:gd name="connsiteY0" fmla="*/ 0 h 1828800"/>
              <a:gd name="connsiteX1" fmla="*/ 1510148 w 1510148"/>
              <a:gd name="connsiteY1" fmla="*/ 0 h 1828800"/>
              <a:gd name="connsiteX2" fmla="*/ 1510148 w 1510148"/>
              <a:gd name="connsiteY2" fmla="*/ 1828800 h 1828800"/>
              <a:gd name="connsiteX3" fmla="*/ 0 w 1510148"/>
              <a:gd name="connsiteY3" fmla="*/ 1828800 h 1828800"/>
            </a:gdLst>
            <a:ahLst/>
            <a:cxnLst>
              <a:cxn ang="0">
                <a:pos x="connsiteX0" y="connsiteY0"/>
              </a:cxn>
              <a:cxn ang="0">
                <a:pos x="connsiteX1" y="connsiteY1"/>
              </a:cxn>
              <a:cxn ang="0">
                <a:pos x="connsiteX2" y="connsiteY2"/>
              </a:cxn>
              <a:cxn ang="0">
                <a:pos x="connsiteX3" y="connsiteY3"/>
              </a:cxn>
            </a:cxnLst>
            <a:rect l="l" t="t" r="r" b="b"/>
            <a:pathLst>
              <a:path w="1510148" h="1828800">
                <a:moveTo>
                  <a:pt x="0" y="0"/>
                </a:moveTo>
                <a:lnTo>
                  <a:pt x="1510148" y="0"/>
                </a:lnTo>
                <a:lnTo>
                  <a:pt x="1510148" y="1828800"/>
                </a:lnTo>
                <a:lnTo>
                  <a:pt x="0" y="1828800"/>
                </a:lnTo>
                <a:close/>
              </a:path>
            </a:pathLst>
          </a:custGeom>
          <a:solidFill>
            <a:schemeClr val="bg1">
              <a:lumMod val="85000"/>
            </a:schemeClr>
          </a:solidFill>
        </p:spPr>
        <p:txBody>
          <a:bodyPr wrap="square">
            <a:noAutofit/>
          </a:bodyPr>
          <a:lstStyle/>
          <a:p>
            <a:endParaRPr lang="en-AU"/>
          </a:p>
        </p:txBody>
      </p:sp>
      <p:sp>
        <p:nvSpPr>
          <p:cNvPr id="22" name="Rectangle 21"/>
          <p:cNvSpPr/>
          <p:nvPr userDrawn="1"/>
        </p:nvSpPr>
        <p:spPr>
          <a:xfrm rot="20700000">
            <a:off x="9133955" y="2049759"/>
            <a:ext cx="1510146" cy="182880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3" name="Rectangle 22"/>
          <p:cNvSpPr/>
          <p:nvPr userDrawn="1"/>
        </p:nvSpPr>
        <p:spPr>
          <a:xfrm rot="900000">
            <a:off x="9133954" y="2049759"/>
            <a:ext cx="1510146" cy="18288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4" name="Picture Placeholder 23"/>
          <p:cNvSpPr>
            <a:spLocks noGrp="1"/>
          </p:cNvSpPr>
          <p:nvPr>
            <p:ph type="pic" sz="quarter" idx="17"/>
          </p:nvPr>
        </p:nvSpPr>
        <p:spPr>
          <a:xfrm>
            <a:off x="9133955" y="2021973"/>
            <a:ext cx="1510148" cy="1828800"/>
          </a:xfrm>
          <a:custGeom>
            <a:avLst/>
            <a:gdLst>
              <a:gd name="connsiteX0" fmla="*/ 0 w 1510148"/>
              <a:gd name="connsiteY0" fmla="*/ 0 h 1828800"/>
              <a:gd name="connsiteX1" fmla="*/ 1510148 w 1510148"/>
              <a:gd name="connsiteY1" fmla="*/ 0 h 1828800"/>
              <a:gd name="connsiteX2" fmla="*/ 1510148 w 1510148"/>
              <a:gd name="connsiteY2" fmla="*/ 1828800 h 1828800"/>
              <a:gd name="connsiteX3" fmla="*/ 0 w 1510148"/>
              <a:gd name="connsiteY3" fmla="*/ 1828800 h 1828800"/>
            </a:gdLst>
            <a:ahLst/>
            <a:cxnLst>
              <a:cxn ang="0">
                <a:pos x="connsiteX0" y="connsiteY0"/>
              </a:cxn>
              <a:cxn ang="0">
                <a:pos x="connsiteX1" y="connsiteY1"/>
              </a:cxn>
              <a:cxn ang="0">
                <a:pos x="connsiteX2" y="connsiteY2"/>
              </a:cxn>
              <a:cxn ang="0">
                <a:pos x="connsiteX3" y="connsiteY3"/>
              </a:cxn>
            </a:cxnLst>
            <a:rect l="l" t="t" r="r" b="b"/>
            <a:pathLst>
              <a:path w="1510148" h="1828800">
                <a:moveTo>
                  <a:pt x="0" y="0"/>
                </a:moveTo>
                <a:lnTo>
                  <a:pt x="1510148" y="0"/>
                </a:lnTo>
                <a:lnTo>
                  <a:pt x="1510148" y="1828800"/>
                </a:lnTo>
                <a:lnTo>
                  <a:pt x="0" y="1828800"/>
                </a:lnTo>
                <a:close/>
              </a:path>
            </a:pathLst>
          </a:custGeom>
          <a:solidFill>
            <a:schemeClr val="bg1">
              <a:lumMod val="85000"/>
            </a:schemeClr>
          </a:solidFill>
        </p:spPr>
        <p:txBody>
          <a:bodyPr wrap="square">
            <a:noAutofit/>
          </a:bodyPr>
          <a:lstStyle/>
          <a:p>
            <a:endParaRPr lang="en-AU"/>
          </a:p>
        </p:txBody>
      </p:sp>
      <p:sp>
        <p:nvSpPr>
          <p:cNvPr id="25" name="Text Placeholder 21"/>
          <p:cNvSpPr>
            <a:spLocks noGrp="1"/>
          </p:cNvSpPr>
          <p:nvPr>
            <p:ph type="body" sz="quarter" idx="20"/>
          </p:nvPr>
        </p:nvSpPr>
        <p:spPr>
          <a:xfrm>
            <a:off x="1347700" y="4415134"/>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6" name="Text Placeholder 21"/>
          <p:cNvSpPr>
            <a:spLocks noGrp="1"/>
          </p:cNvSpPr>
          <p:nvPr>
            <p:ph type="body" sz="quarter" idx="29"/>
          </p:nvPr>
        </p:nvSpPr>
        <p:spPr>
          <a:xfrm>
            <a:off x="1347700" y="4721838"/>
            <a:ext cx="1814513"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8" name="Text Placeholder 21"/>
          <p:cNvSpPr>
            <a:spLocks noGrp="1"/>
          </p:cNvSpPr>
          <p:nvPr>
            <p:ph type="body" sz="quarter" idx="30"/>
          </p:nvPr>
        </p:nvSpPr>
        <p:spPr>
          <a:xfrm>
            <a:off x="5188743" y="4415134"/>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9" name="Text Placeholder 21"/>
          <p:cNvSpPr>
            <a:spLocks noGrp="1"/>
          </p:cNvSpPr>
          <p:nvPr>
            <p:ph type="body" sz="quarter" idx="31"/>
          </p:nvPr>
        </p:nvSpPr>
        <p:spPr>
          <a:xfrm>
            <a:off x="5188743" y="4721838"/>
            <a:ext cx="1814513"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0" name="Text Placeholder 21"/>
          <p:cNvSpPr>
            <a:spLocks noGrp="1"/>
          </p:cNvSpPr>
          <p:nvPr>
            <p:ph type="body" sz="quarter" idx="32"/>
          </p:nvPr>
        </p:nvSpPr>
        <p:spPr>
          <a:xfrm>
            <a:off x="9029786" y="4415134"/>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1" name="Text Placeholder 21"/>
          <p:cNvSpPr>
            <a:spLocks noGrp="1"/>
          </p:cNvSpPr>
          <p:nvPr>
            <p:ph type="body" sz="quarter" idx="33"/>
          </p:nvPr>
        </p:nvSpPr>
        <p:spPr>
          <a:xfrm>
            <a:off x="9029786" y="4721838"/>
            <a:ext cx="1814513"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Tree>
    <p:extLst>
      <p:ext uri="{BB962C8B-B14F-4D97-AF65-F5344CB8AC3E}">
        <p14:creationId xmlns:p14="http://schemas.microsoft.com/office/powerpoint/2010/main" val="106351447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10" presetClass="entr" presetSubtype="0" fill="hold" grpId="0" nodeType="afterEffect">
                                  <p:stCondLst>
                                    <p:cond delay="0"/>
                                  </p:stCondLst>
                                  <p:childTnLst>
                                    <p:set>
                                      <p:cBhvr>
                                        <p:cTn id="20" dur="1" fill="hold">
                                          <p:stCondLst>
                                            <p:cond delay="0"/>
                                          </p:stCondLst>
                                        </p:cTn>
                                        <p:tgtEl>
                                          <p:spTgt spid="6"/>
                                        </p:tgtEl>
                                        <p:attrNameLst>
                                          <p:attrName>style.visibility</p:attrName>
                                        </p:attrNameLst>
                                      </p:cBhvr>
                                      <p:to>
                                        <p:strVal val="visible"/>
                                      </p:to>
                                    </p:set>
                                    <p:animEffect transition="in" filter="fade">
                                      <p:cBhvr>
                                        <p:cTn id="21" dur="500"/>
                                        <p:tgtEl>
                                          <p:spTgt spid="6"/>
                                        </p:tgtEl>
                                      </p:cBhvr>
                                    </p:animEffect>
                                  </p:childTnLst>
                                </p:cTn>
                              </p:par>
                            </p:childTnLst>
                          </p:cTn>
                        </p:par>
                        <p:par>
                          <p:cTn id="22" fill="hold">
                            <p:stCondLst>
                              <p:cond delay="2000"/>
                            </p:stCondLst>
                            <p:childTnLst>
                              <p:par>
                                <p:cTn id="23" presetID="10" presetClass="entr" presetSubtype="0" fill="hold" grpId="0" nodeType="afterEffect">
                                  <p:stCondLst>
                                    <p:cond delay="0"/>
                                  </p:stCondLst>
                                  <p:childTnLst>
                                    <p:set>
                                      <p:cBhvr>
                                        <p:cTn id="24" dur="1" fill="hold">
                                          <p:stCondLst>
                                            <p:cond delay="0"/>
                                          </p:stCondLst>
                                        </p:cTn>
                                        <p:tgtEl>
                                          <p:spTgt spid="9"/>
                                        </p:tgtEl>
                                        <p:attrNameLst>
                                          <p:attrName>style.visibility</p:attrName>
                                        </p:attrNameLst>
                                      </p:cBhvr>
                                      <p:to>
                                        <p:strVal val="visible"/>
                                      </p:to>
                                    </p:set>
                                    <p:animEffect transition="in" filter="fade">
                                      <p:cBhvr>
                                        <p:cTn id="25" dur="500"/>
                                        <p:tgtEl>
                                          <p:spTgt spid="9"/>
                                        </p:tgtEl>
                                      </p:cBhvr>
                                    </p:animEffect>
                                  </p:childTnLst>
                                </p:cTn>
                              </p:par>
                            </p:childTnLst>
                          </p:cTn>
                        </p:par>
                        <p:par>
                          <p:cTn id="26" fill="hold">
                            <p:stCondLst>
                              <p:cond delay="2500"/>
                            </p:stCondLst>
                            <p:childTnLst>
                              <p:par>
                                <p:cTn id="27" presetID="53" presetClass="entr" presetSubtype="16" fill="hold" grpId="0" nodeType="afterEffect">
                                  <p:stCondLst>
                                    <p:cond delay="0"/>
                                  </p:stCondLst>
                                  <p:childTnLst>
                                    <p:set>
                                      <p:cBhvr>
                                        <p:cTn id="28" dur="1" fill="hold">
                                          <p:stCondLst>
                                            <p:cond delay="0"/>
                                          </p:stCondLst>
                                        </p:cTn>
                                        <p:tgtEl>
                                          <p:spTgt spid="18"/>
                                        </p:tgtEl>
                                        <p:attrNameLst>
                                          <p:attrName>style.visibility</p:attrName>
                                        </p:attrNameLst>
                                      </p:cBhvr>
                                      <p:to>
                                        <p:strVal val="visible"/>
                                      </p:to>
                                    </p:set>
                                    <p:anim calcmode="lin" valueType="num">
                                      <p:cBhvr>
                                        <p:cTn id="29" dur="500" fill="hold"/>
                                        <p:tgtEl>
                                          <p:spTgt spid="18"/>
                                        </p:tgtEl>
                                        <p:attrNameLst>
                                          <p:attrName>ppt_w</p:attrName>
                                        </p:attrNameLst>
                                      </p:cBhvr>
                                      <p:tavLst>
                                        <p:tav tm="0">
                                          <p:val>
                                            <p:fltVal val="0"/>
                                          </p:val>
                                        </p:tav>
                                        <p:tav tm="100000">
                                          <p:val>
                                            <p:strVal val="#ppt_w"/>
                                          </p:val>
                                        </p:tav>
                                      </p:tavLst>
                                    </p:anim>
                                    <p:anim calcmode="lin" valueType="num">
                                      <p:cBhvr>
                                        <p:cTn id="30" dur="500" fill="hold"/>
                                        <p:tgtEl>
                                          <p:spTgt spid="18"/>
                                        </p:tgtEl>
                                        <p:attrNameLst>
                                          <p:attrName>ppt_h</p:attrName>
                                        </p:attrNameLst>
                                      </p:cBhvr>
                                      <p:tavLst>
                                        <p:tav tm="0">
                                          <p:val>
                                            <p:fltVal val="0"/>
                                          </p:val>
                                        </p:tav>
                                        <p:tav tm="100000">
                                          <p:val>
                                            <p:strVal val="#ppt_h"/>
                                          </p:val>
                                        </p:tav>
                                      </p:tavLst>
                                    </p:anim>
                                    <p:animEffect transition="in" filter="fade">
                                      <p:cBhvr>
                                        <p:cTn id="31" dur="500"/>
                                        <p:tgtEl>
                                          <p:spTgt spid="18"/>
                                        </p:tgtEl>
                                      </p:cBhvr>
                                    </p:animEffect>
                                  </p:childTnLst>
                                </p:cTn>
                              </p:par>
                            </p:childTnLst>
                          </p:cTn>
                        </p:par>
                        <p:par>
                          <p:cTn id="32" fill="hold">
                            <p:stCondLst>
                              <p:cond delay="3000"/>
                            </p:stCondLst>
                            <p:childTnLst>
                              <p:par>
                                <p:cTn id="33" presetID="53" presetClass="entr" presetSubtype="16" fill="hold" grpId="0" nodeType="afterEffect" nodePh="1">
                                  <p:stCondLst>
                                    <p:cond delay="0"/>
                                  </p:stCondLst>
                                  <p:endCondLst>
                                    <p:cond evt="begin" delay="0">
                                      <p:tn val="33"/>
                                    </p:cond>
                                  </p:endCondLst>
                                  <p:childTnLst>
                                    <p:set>
                                      <p:cBhvr>
                                        <p:cTn id="34" dur="1" fill="hold">
                                          <p:stCondLst>
                                            <p:cond delay="0"/>
                                          </p:stCondLst>
                                        </p:cTn>
                                        <p:tgtEl>
                                          <p:spTgt spid="25">
                                            <p:txEl>
                                              <p:pRg st="0" end="0"/>
                                            </p:txEl>
                                          </p:spTgt>
                                        </p:tgtEl>
                                        <p:attrNameLst>
                                          <p:attrName>style.visibility</p:attrName>
                                        </p:attrNameLst>
                                      </p:cBhvr>
                                      <p:to>
                                        <p:strVal val="visible"/>
                                      </p:to>
                                    </p:set>
                                    <p:anim calcmode="lin" valueType="num">
                                      <p:cBhvr>
                                        <p:cTn id="35" dur="500" fill="hold"/>
                                        <p:tgtEl>
                                          <p:spTgt spid="25">
                                            <p:txEl>
                                              <p:pRg st="0" end="0"/>
                                            </p:txEl>
                                          </p:spTgt>
                                        </p:tgtEl>
                                        <p:attrNameLst>
                                          <p:attrName>ppt_w</p:attrName>
                                        </p:attrNameLst>
                                      </p:cBhvr>
                                      <p:tavLst>
                                        <p:tav tm="0">
                                          <p:val>
                                            <p:fltVal val="0"/>
                                          </p:val>
                                        </p:tav>
                                        <p:tav tm="100000">
                                          <p:val>
                                            <p:strVal val="#ppt_w"/>
                                          </p:val>
                                        </p:tav>
                                      </p:tavLst>
                                    </p:anim>
                                    <p:anim calcmode="lin" valueType="num">
                                      <p:cBhvr>
                                        <p:cTn id="36" dur="500" fill="hold"/>
                                        <p:tgtEl>
                                          <p:spTgt spid="25">
                                            <p:txEl>
                                              <p:pRg st="0" end="0"/>
                                            </p:txEl>
                                          </p:spTgt>
                                        </p:tgtEl>
                                        <p:attrNameLst>
                                          <p:attrName>ppt_h</p:attrName>
                                        </p:attrNameLst>
                                      </p:cBhvr>
                                      <p:tavLst>
                                        <p:tav tm="0">
                                          <p:val>
                                            <p:fltVal val="0"/>
                                          </p:val>
                                        </p:tav>
                                        <p:tav tm="100000">
                                          <p:val>
                                            <p:strVal val="#ppt_h"/>
                                          </p:val>
                                        </p:tav>
                                      </p:tavLst>
                                    </p:anim>
                                    <p:animEffect transition="in" filter="fade">
                                      <p:cBhvr>
                                        <p:cTn id="37" dur="500"/>
                                        <p:tgtEl>
                                          <p:spTgt spid="25">
                                            <p:txEl>
                                              <p:pRg st="0" end="0"/>
                                            </p:txEl>
                                          </p:spTgt>
                                        </p:tgtEl>
                                      </p:cBhvr>
                                    </p:animEffect>
                                  </p:childTnLst>
                                </p:cTn>
                              </p:par>
                            </p:childTnLst>
                          </p:cTn>
                        </p:par>
                        <p:par>
                          <p:cTn id="38" fill="hold">
                            <p:stCondLst>
                              <p:cond delay="3500"/>
                            </p:stCondLst>
                            <p:childTnLst>
                              <p:par>
                                <p:cTn id="39" presetID="42" presetClass="entr" presetSubtype="0" fill="hold" grpId="0" nodeType="afterEffect" nodePh="1">
                                  <p:stCondLst>
                                    <p:cond delay="0"/>
                                  </p:stCondLst>
                                  <p:endCondLst>
                                    <p:cond evt="begin" delay="0">
                                      <p:tn val="39"/>
                                    </p:cond>
                                  </p:endCondLst>
                                  <p:childTnLst>
                                    <p:set>
                                      <p:cBhvr>
                                        <p:cTn id="40" dur="1" fill="hold">
                                          <p:stCondLst>
                                            <p:cond delay="0"/>
                                          </p:stCondLst>
                                        </p:cTn>
                                        <p:tgtEl>
                                          <p:spTgt spid="26">
                                            <p:txEl>
                                              <p:pRg st="0" end="0"/>
                                            </p:txEl>
                                          </p:spTgt>
                                        </p:tgtEl>
                                        <p:attrNameLst>
                                          <p:attrName>style.visibility</p:attrName>
                                        </p:attrNameLst>
                                      </p:cBhvr>
                                      <p:to>
                                        <p:strVal val="visible"/>
                                      </p:to>
                                    </p:set>
                                    <p:animEffect transition="in" filter="fade">
                                      <p:cBhvr>
                                        <p:cTn id="41" dur="500"/>
                                        <p:tgtEl>
                                          <p:spTgt spid="26">
                                            <p:txEl>
                                              <p:pRg st="0" end="0"/>
                                            </p:txEl>
                                          </p:spTgt>
                                        </p:tgtEl>
                                      </p:cBhvr>
                                    </p:animEffect>
                                    <p:anim calcmode="lin" valueType="num">
                                      <p:cBhvr>
                                        <p:cTn id="42" dur="500" fill="hold"/>
                                        <p:tgtEl>
                                          <p:spTgt spid="26">
                                            <p:txEl>
                                              <p:pRg st="0" end="0"/>
                                            </p:txEl>
                                          </p:spTgt>
                                        </p:tgtEl>
                                        <p:attrNameLst>
                                          <p:attrName>ppt_x</p:attrName>
                                        </p:attrNameLst>
                                      </p:cBhvr>
                                      <p:tavLst>
                                        <p:tav tm="0">
                                          <p:val>
                                            <p:strVal val="#ppt_x"/>
                                          </p:val>
                                        </p:tav>
                                        <p:tav tm="100000">
                                          <p:val>
                                            <p:strVal val="#ppt_x"/>
                                          </p:val>
                                        </p:tav>
                                      </p:tavLst>
                                    </p:anim>
                                    <p:anim calcmode="lin" valueType="num">
                                      <p:cBhvr>
                                        <p:cTn id="43" dur="500" fill="hold"/>
                                        <p:tgtEl>
                                          <p:spTgt spid="26">
                                            <p:txEl>
                                              <p:pRg st="0" end="0"/>
                                            </p:txEl>
                                          </p:spTgt>
                                        </p:tgtEl>
                                        <p:attrNameLst>
                                          <p:attrName>ppt_y</p:attrName>
                                        </p:attrNameLst>
                                      </p:cBhvr>
                                      <p:tavLst>
                                        <p:tav tm="0">
                                          <p:val>
                                            <p:strVal val="#ppt_y+.1"/>
                                          </p:val>
                                        </p:tav>
                                        <p:tav tm="100000">
                                          <p:val>
                                            <p:strVal val="#ppt_y"/>
                                          </p:val>
                                        </p:tav>
                                      </p:tavLst>
                                    </p:anim>
                                  </p:childTnLst>
                                </p:cTn>
                              </p:par>
                            </p:childTnLst>
                          </p:cTn>
                        </p:par>
                        <p:par>
                          <p:cTn id="44" fill="hold">
                            <p:stCondLst>
                              <p:cond delay="4000"/>
                            </p:stCondLst>
                            <p:childTnLst>
                              <p:par>
                                <p:cTn id="45" presetID="10" presetClass="entr" presetSubtype="0" fill="hold" grpId="0" nodeType="afterEffect">
                                  <p:stCondLst>
                                    <p:cond delay="0"/>
                                  </p:stCondLst>
                                  <p:childTnLst>
                                    <p:set>
                                      <p:cBhvr>
                                        <p:cTn id="46" dur="1" fill="hold">
                                          <p:stCondLst>
                                            <p:cond delay="0"/>
                                          </p:stCondLst>
                                        </p:cTn>
                                        <p:tgtEl>
                                          <p:spTgt spid="19"/>
                                        </p:tgtEl>
                                        <p:attrNameLst>
                                          <p:attrName>style.visibility</p:attrName>
                                        </p:attrNameLst>
                                      </p:cBhvr>
                                      <p:to>
                                        <p:strVal val="visible"/>
                                      </p:to>
                                    </p:set>
                                    <p:animEffect transition="in" filter="fade">
                                      <p:cBhvr>
                                        <p:cTn id="47" dur="500"/>
                                        <p:tgtEl>
                                          <p:spTgt spid="19"/>
                                        </p:tgtEl>
                                      </p:cBhvr>
                                    </p:animEffect>
                                  </p:childTnLst>
                                </p:cTn>
                              </p:par>
                            </p:childTnLst>
                          </p:cTn>
                        </p:par>
                        <p:par>
                          <p:cTn id="48" fill="hold">
                            <p:stCondLst>
                              <p:cond delay="4500"/>
                            </p:stCondLst>
                            <p:childTnLst>
                              <p:par>
                                <p:cTn id="49" presetID="10" presetClass="entr" presetSubtype="0" fill="hold" grpId="0" nodeType="afterEffect">
                                  <p:stCondLst>
                                    <p:cond delay="0"/>
                                  </p:stCondLst>
                                  <p:childTnLst>
                                    <p:set>
                                      <p:cBhvr>
                                        <p:cTn id="50" dur="1" fill="hold">
                                          <p:stCondLst>
                                            <p:cond delay="0"/>
                                          </p:stCondLst>
                                        </p:cTn>
                                        <p:tgtEl>
                                          <p:spTgt spid="20"/>
                                        </p:tgtEl>
                                        <p:attrNameLst>
                                          <p:attrName>style.visibility</p:attrName>
                                        </p:attrNameLst>
                                      </p:cBhvr>
                                      <p:to>
                                        <p:strVal val="visible"/>
                                      </p:to>
                                    </p:set>
                                    <p:animEffect transition="in" filter="fade">
                                      <p:cBhvr>
                                        <p:cTn id="51" dur="500"/>
                                        <p:tgtEl>
                                          <p:spTgt spid="20"/>
                                        </p:tgtEl>
                                      </p:cBhvr>
                                    </p:animEffect>
                                  </p:childTnLst>
                                </p:cTn>
                              </p:par>
                            </p:childTnLst>
                          </p:cTn>
                        </p:par>
                        <p:par>
                          <p:cTn id="52" fill="hold">
                            <p:stCondLst>
                              <p:cond delay="5000"/>
                            </p:stCondLst>
                            <p:childTnLst>
                              <p:par>
                                <p:cTn id="53" presetID="53" presetClass="entr" presetSubtype="16" fill="hold" grpId="0" nodeType="afterEffect">
                                  <p:stCondLst>
                                    <p:cond delay="0"/>
                                  </p:stCondLst>
                                  <p:childTnLst>
                                    <p:set>
                                      <p:cBhvr>
                                        <p:cTn id="54" dur="1" fill="hold">
                                          <p:stCondLst>
                                            <p:cond delay="0"/>
                                          </p:stCondLst>
                                        </p:cTn>
                                        <p:tgtEl>
                                          <p:spTgt spid="21"/>
                                        </p:tgtEl>
                                        <p:attrNameLst>
                                          <p:attrName>style.visibility</p:attrName>
                                        </p:attrNameLst>
                                      </p:cBhvr>
                                      <p:to>
                                        <p:strVal val="visible"/>
                                      </p:to>
                                    </p:set>
                                    <p:anim calcmode="lin" valueType="num">
                                      <p:cBhvr>
                                        <p:cTn id="55" dur="500" fill="hold"/>
                                        <p:tgtEl>
                                          <p:spTgt spid="21"/>
                                        </p:tgtEl>
                                        <p:attrNameLst>
                                          <p:attrName>ppt_w</p:attrName>
                                        </p:attrNameLst>
                                      </p:cBhvr>
                                      <p:tavLst>
                                        <p:tav tm="0">
                                          <p:val>
                                            <p:fltVal val="0"/>
                                          </p:val>
                                        </p:tav>
                                        <p:tav tm="100000">
                                          <p:val>
                                            <p:strVal val="#ppt_w"/>
                                          </p:val>
                                        </p:tav>
                                      </p:tavLst>
                                    </p:anim>
                                    <p:anim calcmode="lin" valueType="num">
                                      <p:cBhvr>
                                        <p:cTn id="56" dur="500" fill="hold"/>
                                        <p:tgtEl>
                                          <p:spTgt spid="21"/>
                                        </p:tgtEl>
                                        <p:attrNameLst>
                                          <p:attrName>ppt_h</p:attrName>
                                        </p:attrNameLst>
                                      </p:cBhvr>
                                      <p:tavLst>
                                        <p:tav tm="0">
                                          <p:val>
                                            <p:fltVal val="0"/>
                                          </p:val>
                                        </p:tav>
                                        <p:tav tm="100000">
                                          <p:val>
                                            <p:strVal val="#ppt_h"/>
                                          </p:val>
                                        </p:tav>
                                      </p:tavLst>
                                    </p:anim>
                                    <p:animEffect transition="in" filter="fade">
                                      <p:cBhvr>
                                        <p:cTn id="57" dur="500"/>
                                        <p:tgtEl>
                                          <p:spTgt spid="21"/>
                                        </p:tgtEl>
                                      </p:cBhvr>
                                    </p:animEffect>
                                  </p:childTnLst>
                                </p:cTn>
                              </p:par>
                            </p:childTnLst>
                          </p:cTn>
                        </p:par>
                        <p:par>
                          <p:cTn id="58" fill="hold">
                            <p:stCondLst>
                              <p:cond delay="5500"/>
                            </p:stCondLst>
                            <p:childTnLst>
                              <p:par>
                                <p:cTn id="59" presetID="53" presetClass="entr" presetSubtype="16" fill="hold" grpId="0" nodeType="afterEffect" nodePh="1">
                                  <p:stCondLst>
                                    <p:cond delay="0"/>
                                  </p:stCondLst>
                                  <p:endCondLst>
                                    <p:cond evt="begin" delay="0">
                                      <p:tn val="59"/>
                                    </p:cond>
                                  </p:endCondLst>
                                  <p:childTnLst>
                                    <p:set>
                                      <p:cBhvr>
                                        <p:cTn id="60" dur="1" fill="hold">
                                          <p:stCondLst>
                                            <p:cond delay="0"/>
                                          </p:stCondLst>
                                        </p:cTn>
                                        <p:tgtEl>
                                          <p:spTgt spid="28">
                                            <p:txEl>
                                              <p:pRg st="0" end="0"/>
                                            </p:txEl>
                                          </p:spTgt>
                                        </p:tgtEl>
                                        <p:attrNameLst>
                                          <p:attrName>style.visibility</p:attrName>
                                        </p:attrNameLst>
                                      </p:cBhvr>
                                      <p:to>
                                        <p:strVal val="visible"/>
                                      </p:to>
                                    </p:set>
                                    <p:anim calcmode="lin" valueType="num">
                                      <p:cBhvr>
                                        <p:cTn id="61" dur="500" fill="hold"/>
                                        <p:tgtEl>
                                          <p:spTgt spid="28">
                                            <p:txEl>
                                              <p:pRg st="0" end="0"/>
                                            </p:txEl>
                                          </p:spTgt>
                                        </p:tgtEl>
                                        <p:attrNameLst>
                                          <p:attrName>ppt_w</p:attrName>
                                        </p:attrNameLst>
                                      </p:cBhvr>
                                      <p:tavLst>
                                        <p:tav tm="0">
                                          <p:val>
                                            <p:fltVal val="0"/>
                                          </p:val>
                                        </p:tav>
                                        <p:tav tm="100000">
                                          <p:val>
                                            <p:strVal val="#ppt_w"/>
                                          </p:val>
                                        </p:tav>
                                      </p:tavLst>
                                    </p:anim>
                                    <p:anim calcmode="lin" valueType="num">
                                      <p:cBhvr>
                                        <p:cTn id="62" dur="500" fill="hold"/>
                                        <p:tgtEl>
                                          <p:spTgt spid="28">
                                            <p:txEl>
                                              <p:pRg st="0" end="0"/>
                                            </p:txEl>
                                          </p:spTgt>
                                        </p:tgtEl>
                                        <p:attrNameLst>
                                          <p:attrName>ppt_h</p:attrName>
                                        </p:attrNameLst>
                                      </p:cBhvr>
                                      <p:tavLst>
                                        <p:tav tm="0">
                                          <p:val>
                                            <p:fltVal val="0"/>
                                          </p:val>
                                        </p:tav>
                                        <p:tav tm="100000">
                                          <p:val>
                                            <p:strVal val="#ppt_h"/>
                                          </p:val>
                                        </p:tav>
                                      </p:tavLst>
                                    </p:anim>
                                    <p:animEffect transition="in" filter="fade">
                                      <p:cBhvr>
                                        <p:cTn id="63" dur="500"/>
                                        <p:tgtEl>
                                          <p:spTgt spid="28">
                                            <p:txEl>
                                              <p:pRg st="0" end="0"/>
                                            </p:txEl>
                                          </p:spTgt>
                                        </p:tgtEl>
                                      </p:cBhvr>
                                    </p:animEffect>
                                  </p:childTnLst>
                                </p:cTn>
                              </p:par>
                            </p:childTnLst>
                          </p:cTn>
                        </p:par>
                        <p:par>
                          <p:cTn id="64" fill="hold">
                            <p:stCondLst>
                              <p:cond delay="6000"/>
                            </p:stCondLst>
                            <p:childTnLst>
                              <p:par>
                                <p:cTn id="65" presetID="42" presetClass="entr" presetSubtype="0" fill="hold" grpId="0" nodeType="afterEffect" nodePh="1">
                                  <p:stCondLst>
                                    <p:cond delay="0"/>
                                  </p:stCondLst>
                                  <p:endCondLst>
                                    <p:cond evt="begin" delay="0">
                                      <p:tn val="65"/>
                                    </p:cond>
                                  </p:endCondLst>
                                  <p:childTnLst>
                                    <p:set>
                                      <p:cBhvr>
                                        <p:cTn id="66" dur="1" fill="hold">
                                          <p:stCondLst>
                                            <p:cond delay="0"/>
                                          </p:stCondLst>
                                        </p:cTn>
                                        <p:tgtEl>
                                          <p:spTgt spid="29">
                                            <p:txEl>
                                              <p:pRg st="0" end="0"/>
                                            </p:txEl>
                                          </p:spTgt>
                                        </p:tgtEl>
                                        <p:attrNameLst>
                                          <p:attrName>style.visibility</p:attrName>
                                        </p:attrNameLst>
                                      </p:cBhvr>
                                      <p:to>
                                        <p:strVal val="visible"/>
                                      </p:to>
                                    </p:set>
                                    <p:animEffect transition="in" filter="fade">
                                      <p:cBhvr>
                                        <p:cTn id="67" dur="500"/>
                                        <p:tgtEl>
                                          <p:spTgt spid="29">
                                            <p:txEl>
                                              <p:pRg st="0" end="0"/>
                                            </p:txEl>
                                          </p:spTgt>
                                        </p:tgtEl>
                                      </p:cBhvr>
                                    </p:animEffect>
                                    <p:anim calcmode="lin" valueType="num">
                                      <p:cBhvr>
                                        <p:cTn id="68" dur="500" fill="hold"/>
                                        <p:tgtEl>
                                          <p:spTgt spid="29">
                                            <p:txEl>
                                              <p:pRg st="0" end="0"/>
                                            </p:txEl>
                                          </p:spTgt>
                                        </p:tgtEl>
                                        <p:attrNameLst>
                                          <p:attrName>ppt_x</p:attrName>
                                        </p:attrNameLst>
                                      </p:cBhvr>
                                      <p:tavLst>
                                        <p:tav tm="0">
                                          <p:val>
                                            <p:strVal val="#ppt_x"/>
                                          </p:val>
                                        </p:tav>
                                        <p:tav tm="100000">
                                          <p:val>
                                            <p:strVal val="#ppt_x"/>
                                          </p:val>
                                        </p:tav>
                                      </p:tavLst>
                                    </p:anim>
                                    <p:anim calcmode="lin" valueType="num">
                                      <p:cBhvr>
                                        <p:cTn id="69" dur="500" fill="hold"/>
                                        <p:tgtEl>
                                          <p:spTgt spid="29">
                                            <p:txEl>
                                              <p:pRg st="0" end="0"/>
                                            </p:txEl>
                                          </p:spTgt>
                                        </p:tgtEl>
                                        <p:attrNameLst>
                                          <p:attrName>ppt_y</p:attrName>
                                        </p:attrNameLst>
                                      </p:cBhvr>
                                      <p:tavLst>
                                        <p:tav tm="0">
                                          <p:val>
                                            <p:strVal val="#ppt_y+.1"/>
                                          </p:val>
                                        </p:tav>
                                        <p:tav tm="100000">
                                          <p:val>
                                            <p:strVal val="#ppt_y"/>
                                          </p:val>
                                        </p:tav>
                                      </p:tavLst>
                                    </p:anim>
                                  </p:childTnLst>
                                </p:cTn>
                              </p:par>
                            </p:childTnLst>
                          </p:cTn>
                        </p:par>
                        <p:par>
                          <p:cTn id="70" fill="hold">
                            <p:stCondLst>
                              <p:cond delay="6500"/>
                            </p:stCondLst>
                            <p:childTnLst>
                              <p:par>
                                <p:cTn id="71" presetID="10" presetClass="entr" presetSubtype="0" fill="hold" grpId="0" nodeType="afterEffect">
                                  <p:stCondLst>
                                    <p:cond delay="0"/>
                                  </p:stCondLst>
                                  <p:childTnLst>
                                    <p:set>
                                      <p:cBhvr>
                                        <p:cTn id="72" dur="1" fill="hold">
                                          <p:stCondLst>
                                            <p:cond delay="0"/>
                                          </p:stCondLst>
                                        </p:cTn>
                                        <p:tgtEl>
                                          <p:spTgt spid="22"/>
                                        </p:tgtEl>
                                        <p:attrNameLst>
                                          <p:attrName>style.visibility</p:attrName>
                                        </p:attrNameLst>
                                      </p:cBhvr>
                                      <p:to>
                                        <p:strVal val="visible"/>
                                      </p:to>
                                    </p:set>
                                    <p:animEffect transition="in" filter="fade">
                                      <p:cBhvr>
                                        <p:cTn id="73" dur="500"/>
                                        <p:tgtEl>
                                          <p:spTgt spid="22"/>
                                        </p:tgtEl>
                                      </p:cBhvr>
                                    </p:animEffect>
                                  </p:childTnLst>
                                </p:cTn>
                              </p:par>
                            </p:childTnLst>
                          </p:cTn>
                        </p:par>
                        <p:par>
                          <p:cTn id="74" fill="hold">
                            <p:stCondLst>
                              <p:cond delay="7000"/>
                            </p:stCondLst>
                            <p:childTnLst>
                              <p:par>
                                <p:cTn id="75" presetID="10" presetClass="entr" presetSubtype="0" fill="hold" grpId="0" nodeType="afterEffect">
                                  <p:stCondLst>
                                    <p:cond delay="0"/>
                                  </p:stCondLst>
                                  <p:childTnLst>
                                    <p:set>
                                      <p:cBhvr>
                                        <p:cTn id="76" dur="1" fill="hold">
                                          <p:stCondLst>
                                            <p:cond delay="0"/>
                                          </p:stCondLst>
                                        </p:cTn>
                                        <p:tgtEl>
                                          <p:spTgt spid="23"/>
                                        </p:tgtEl>
                                        <p:attrNameLst>
                                          <p:attrName>style.visibility</p:attrName>
                                        </p:attrNameLst>
                                      </p:cBhvr>
                                      <p:to>
                                        <p:strVal val="visible"/>
                                      </p:to>
                                    </p:set>
                                    <p:animEffect transition="in" filter="fade">
                                      <p:cBhvr>
                                        <p:cTn id="77" dur="500"/>
                                        <p:tgtEl>
                                          <p:spTgt spid="23"/>
                                        </p:tgtEl>
                                      </p:cBhvr>
                                    </p:animEffect>
                                  </p:childTnLst>
                                </p:cTn>
                              </p:par>
                            </p:childTnLst>
                          </p:cTn>
                        </p:par>
                        <p:par>
                          <p:cTn id="78" fill="hold">
                            <p:stCondLst>
                              <p:cond delay="7500"/>
                            </p:stCondLst>
                            <p:childTnLst>
                              <p:par>
                                <p:cTn id="79" presetID="53" presetClass="entr" presetSubtype="16" fill="hold" grpId="0" nodeType="afterEffect">
                                  <p:stCondLst>
                                    <p:cond delay="0"/>
                                  </p:stCondLst>
                                  <p:childTnLst>
                                    <p:set>
                                      <p:cBhvr>
                                        <p:cTn id="80" dur="1" fill="hold">
                                          <p:stCondLst>
                                            <p:cond delay="0"/>
                                          </p:stCondLst>
                                        </p:cTn>
                                        <p:tgtEl>
                                          <p:spTgt spid="24"/>
                                        </p:tgtEl>
                                        <p:attrNameLst>
                                          <p:attrName>style.visibility</p:attrName>
                                        </p:attrNameLst>
                                      </p:cBhvr>
                                      <p:to>
                                        <p:strVal val="visible"/>
                                      </p:to>
                                    </p:set>
                                    <p:anim calcmode="lin" valueType="num">
                                      <p:cBhvr>
                                        <p:cTn id="81" dur="500" fill="hold"/>
                                        <p:tgtEl>
                                          <p:spTgt spid="24"/>
                                        </p:tgtEl>
                                        <p:attrNameLst>
                                          <p:attrName>ppt_w</p:attrName>
                                        </p:attrNameLst>
                                      </p:cBhvr>
                                      <p:tavLst>
                                        <p:tav tm="0">
                                          <p:val>
                                            <p:fltVal val="0"/>
                                          </p:val>
                                        </p:tav>
                                        <p:tav tm="100000">
                                          <p:val>
                                            <p:strVal val="#ppt_w"/>
                                          </p:val>
                                        </p:tav>
                                      </p:tavLst>
                                    </p:anim>
                                    <p:anim calcmode="lin" valueType="num">
                                      <p:cBhvr>
                                        <p:cTn id="82" dur="500" fill="hold"/>
                                        <p:tgtEl>
                                          <p:spTgt spid="24"/>
                                        </p:tgtEl>
                                        <p:attrNameLst>
                                          <p:attrName>ppt_h</p:attrName>
                                        </p:attrNameLst>
                                      </p:cBhvr>
                                      <p:tavLst>
                                        <p:tav tm="0">
                                          <p:val>
                                            <p:fltVal val="0"/>
                                          </p:val>
                                        </p:tav>
                                        <p:tav tm="100000">
                                          <p:val>
                                            <p:strVal val="#ppt_h"/>
                                          </p:val>
                                        </p:tav>
                                      </p:tavLst>
                                    </p:anim>
                                    <p:animEffect transition="in" filter="fade">
                                      <p:cBhvr>
                                        <p:cTn id="83" dur="500"/>
                                        <p:tgtEl>
                                          <p:spTgt spid="24"/>
                                        </p:tgtEl>
                                      </p:cBhvr>
                                    </p:animEffect>
                                  </p:childTnLst>
                                </p:cTn>
                              </p:par>
                            </p:childTnLst>
                          </p:cTn>
                        </p:par>
                        <p:par>
                          <p:cTn id="84" fill="hold">
                            <p:stCondLst>
                              <p:cond delay="8000"/>
                            </p:stCondLst>
                            <p:childTnLst>
                              <p:par>
                                <p:cTn id="85" presetID="53" presetClass="entr" presetSubtype="16" fill="hold" grpId="0" nodeType="afterEffect" nodePh="1">
                                  <p:stCondLst>
                                    <p:cond delay="0"/>
                                  </p:stCondLst>
                                  <p:endCondLst>
                                    <p:cond evt="begin" delay="0">
                                      <p:tn val="85"/>
                                    </p:cond>
                                  </p:endCondLst>
                                  <p:childTnLst>
                                    <p:set>
                                      <p:cBhvr>
                                        <p:cTn id="86" dur="1" fill="hold">
                                          <p:stCondLst>
                                            <p:cond delay="0"/>
                                          </p:stCondLst>
                                        </p:cTn>
                                        <p:tgtEl>
                                          <p:spTgt spid="30">
                                            <p:txEl>
                                              <p:pRg st="0" end="0"/>
                                            </p:txEl>
                                          </p:spTgt>
                                        </p:tgtEl>
                                        <p:attrNameLst>
                                          <p:attrName>style.visibility</p:attrName>
                                        </p:attrNameLst>
                                      </p:cBhvr>
                                      <p:to>
                                        <p:strVal val="visible"/>
                                      </p:to>
                                    </p:set>
                                    <p:anim calcmode="lin" valueType="num">
                                      <p:cBhvr>
                                        <p:cTn id="87" dur="500" fill="hold"/>
                                        <p:tgtEl>
                                          <p:spTgt spid="30">
                                            <p:txEl>
                                              <p:pRg st="0" end="0"/>
                                            </p:txEl>
                                          </p:spTgt>
                                        </p:tgtEl>
                                        <p:attrNameLst>
                                          <p:attrName>ppt_w</p:attrName>
                                        </p:attrNameLst>
                                      </p:cBhvr>
                                      <p:tavLst>
                                        <p:tav tm="0">
                                          <p:val>
                                            <p:fltVal val="0"/>
                                          </p:val>
                                        </p:tav>
                                        <p:tav tm="100000">
                                          <p:val>
                                            <p:strVal val="#ppt_w"/>
                                          </p:val>
                                        </p:tav>
                                      </p:tavLst>
                                    </p:anim>
                                    <p:anim calcmode="lin" valueType="num">
                                      <p:cBhvr>
                                        <p:cTn id="88" dur="500" fill="hold"/>
                                        <p:tgtEl>
                                          <p:spTgt spid="30">
                                            <p:txEl>
                                              <p:pRg st="0" end="0"/>
                                            </p:txEl>
                                          </p:spTgt>
                                        </p:tgtEl>
                                        <p:attrNameLst>
                                          <p:attrName>ppt_h</p:attrName>
                                        </p:attrNameLst>
                                      </p:cBhvr>
                                      <p:tavLst>
                                        <p:tav tm="0">
                                          <p:val>
                                            <p:fltVal val="0"/>
                                          </p:val>
                                        </p:tav>
                                        <p:tav tm="100000">
                                          <p:val>
                                            <p:strVal val="#ppt_h"/>
                                          </p:val>
                                        </p:tav>
                                      </p:tavLst>
                                    </p:anim>
                                    <p:animEffect transition="in" filter="fade">
                                      <p:cBhvr>
                                        <p:cTn id="89" dur="500"/>
                                        <p:tgtEl>
                                          <p:spTgt spid="30">
                                            <p:txEl>
                                              <p:pRg st="0" end="0"/>
                                            </p:txEl>
                                          </p:spTgt>
                                        </p:tgtEl>
                                      </p:cBhvr>
                                    </p:animEffect>
                                  </p:childTnLst>
                                </p:cTn>
                              </p:par>
                            </p:childTnLst>
                          </p:cTn>
                        </p:par>
                        <p:par>
                          <p:cTn id="90" fill="hold">
                            <p:stCondLst>
                              <p:cond delay="8500"/>
                            </p:stCondLst>
                            <p:childTnLst>
                              <p:par>
                                <p:cTn id="91" presetID="42" presetClass="entr" presetSubtype="0" fill="hold" grpId="0" nodeType="afterEffect" nodePh="1">
                                  <p:stCondLst>
                                    <p:cond delay="0"/>
                                  </p:stCondLst>
                                  <p:endCondLst>
                                    <p:cond evt="begin" delay="0">
                                      <p:tn val="91"/>
                                    </p:cond>
                                  </p:endCondLst>
                                  <p:childTnLst>
                                    <p:set>
                                      <p:cBhvr>
                                        <p:cTn id="92" dur="1" fill="hold">
                                          <p:stCondLst>
                                            <p:cond delay="0"/>
                                          </p:stCondLst>
                                        </p:cTn>
                                        <p:tgtEl>
                                          <p:spTgt spid="31">
                                            <p:txEl>
                                              <p:pRg st="0" end="0"/>
                                            </p:txEl>
                                          </p:spTgt>
                                        </p:tgtEl>
                                        <p:attrNameLst>
                                          <p:attrName>style.visibility</p:attrName>
                                        </p:attrNameLst>
                                      </p:cBhvr>
                                      <p:to>
                                        <p:strVal val="visible"/>
                                      </p:to>
                                    </p:set>
                                    <p:animEffect transition="in" filter="fade">
                                      <p:cBhvr>
                                        <p:cTn id="93" dur="500"/>
                                        <p:tgtEl>
                                          <p:spTgt spid="31">
                                            <p:txEl>
                                              <p:pRg st="0" end="0"/>
                                            </p:txEl>
                                          </p:spTgt>
                                        </p:tgtEl>
                                      </p:cBhvr>
                                    </p:animEffect>
                                    <p:anim calcmode="lin" valueType="num">
                                      <p:cBhvr>
                                        <p:cTn id="94" dur="500" fill="hold"/>
                                        <p:tgtEl>
                                          <p:spTgt spid="31">
                                            <p:txEl>
                                              <p:pRg st="0" end="0"/>
                                            </p:txEl>
                                          </p:spTgt>
                                        </p:tgtEl>
                                        <p:attrNameLst>
                                          <p:attrName>ppt_x</p:attrName>
                                        </p:attrNameLst>
                                      </p:cBhvr>
                                      <p:tavLst>
                                        <p:tav tm="0">
                                          <p:val>
                                            <p:strVal val="#ppt_x"/>
                                          </p:val>
                                        </p:tav>
                                        <p:tav tm="100000">
                                          <p:val>
                                            <p:strVal val="#ppt_x"/>
                                          </p:val>
                                        </p:tav>
                                      </p:tavLst>
                                    </p:anim>
                                    <p:anim calcmode="lin" valueType="num">
                                      <p:cBhvr>
                                        <p:cTn id="95" dur="500" fill="hold"/>
                                        <p:tgtEl>
                                          <p:spTgt spid="31">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6" grpId="0" animBg="1"/>
      <p:bldP spid="9" grpId="0" animBg="1"/>
      <p:bldP spid="18" grpId="0" animBg="1"/>
      <p:bldP spid="19" grpId="0" animBg="1"/>
      <p:bldP spid="20" grpId="0" animBg="1"/>
      <p:bldP spid="21" grpId="0" animBg="1"/>
      <p:bldP spid="22" grpId="0" animBg="1"/>
      <p:bldP spid="23" grpId="0" animBg="1"/>
      <p:bldP spid="24" grpId="0" animBg="1"/>
      <p:bldP spid="25"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5"/>
                        </p:tgtEl>
                        <p:attrNameLst>
                          <p:attrName>style.visibility</p:attrName>
                        </p:attrNameLst>
                      </p:cBhvr>
                      <p:to>
                        <p:strVal val="visible"/>
                      </p:to>
                    </p:set>
                    <p:anim calcmode="lin" valueType="num">
                      <p:cBhvr>
                        <p:cTn dur="500" fill="hold"/>
                        <p:tgtEl>
                          <p:spTgt spid="25"/>
                        </p:tgtEl>
                        <p:attrNameLst>
                          <p:attrName>ppt_w</p:attrName>
                        </p:attrNameLst>
                      </p:cBhvr>
                      <p:tavLst>
                        <p:tav tm="0">
                          <p:val>
                            <p:fltVal val="0"/>
                          </p:val>
                        </p:tav>
                        <p:tav tm="100000">
                          <p:val>
                            <p:strVal val="#ppt_w"/>
                          </p:val>
                        </p:tav>
                      </p:tavLst>
                    </p:anim>
                    <p:anim calcmode="lin" valueType="num">
                      <p:cBhvr>
                        <p:cTn dur="500" fill="hold"/>
                        <p:tgtEl>
                          <p:spTgt spid="25"/>
                        </p:tgtEl>
                        <p:attrNameLst>
                          <p:attrName>ppt_h</p:attrName>
                        </p:attrNameLst>
                      </p:cBhvr>
                      <p:tavLst>
                        <p:tav tm="0">
                          <p:val>
                            <p:fltVal val="0"/>
                          </p:val>
                        </p:tav>
                        <p:tav tm="100000">
                          <p:val>
                            <p:strVal val="#ppt_h"/>
                          </p:val>
                        </p:tav>
                      </p:tavLst>
                    </p:anim>
                    <p:animEffect transition="in" filter="fade">
                      <p:cBhvr>
                        <p:cTn dur="500"/>
                        <p:tgtEl>
                          <p:spTgt spid="25"/>
                        </p:tgtEl>
                      </p:cBhvr>
                    </p:animEffect>
                  </p:childTnLst>
                </p:cTn>
              </p:par>
            </p:tnLst>
          </p:tmpl>
        </p:tmplLst>
      </p:bldP>
      <p:bldP spid="26"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6"/>
                        </p:tgtEl>
                        <p:attrNameLst>
                          <p:attrName>style.visibility</p:attrName>
                        </p:attrNameLst>
                      </p:cBhvr>
                      <p:to>
                        <p:strVal val="visible"/>
                      </p:to>
                    </p:set>
                    <p:animEffect transition="in" filter="fade">
                      <p:cBhvr>
                        <p:cTn dur="500"/>
                        <p:tgtEl>
                          <p:spTgt spid="26"/>
                        </p:tgtEl>
                      </p:cBhvr>
                    </p:animEffect>
                    <p:anim calcmode="lin" valueType="num">
                      <p:cBhvr>
                        <p:cTn dur="500" fill="hold"/>
                        <p:tgtEl>
                          <p:spTgt spid="26"/>
                        </p:tgtEl>
                        <p:attrNameLst>
                          <p:attrName>ppt_x</p:attrName>
                        </p:attrNameLst>
                      </p:cBhvr>
                      <p:tavLst>
                        <p:tav tm="0">
                          <p:val>
                            <p:strVal val="#ppt_x"/>
                          </p:val>
                        </p:tav>
                        <p:tav tm="100000">
                          <p:val>
                            <p:strVal val="#ppt_x"/>
                          </p:val>
                        </p:tav>
                      </p:tavLst>
                    </p:anim>
                    <p:anim calcmode="lin" valueType="num">
                      <p:cBhvr>
                        <p:cTn dur="500" fill="hold"/>
                        <p:tgtEl>
                          <p:spTgt spid="26"/>
                        </p:tgtEl>
                        <p:attrNameLst>
                          <p:attrName>ppt_y</p:attrName>
                        </p:attrNameLst>
                      </p:cBhvr>
                      <p:tavLst>
                        <p:tav tm="0">
                          <p:val>
                            <p:strVal val="#ppt_y+.1"/>
                          </p:val>
                        </p:tav>
                        <p:tav tm="100000">
                          <p:val>
                            <p:strVal val="#ppt_y"/>
                          </p:val>
                        </p:tav>
                      </p:tavLst>
                    </p:anim>
                  </p:childTnLst>
                </p:cTn>
              </p:par>
            </p:tnLst>
          </p:tmpl>
        </p:tmplLst>
      </p:bldP>
      <p:bldP spid="28"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8"/>
                        </p:tgtEl>
                        <p:attrNameLst>
                          <p:attrName>style.visibility</p:attrName>
                        </p:attrNameLst>
                      </p:cBhvr>
                      <p:to>
                        <p:strVal val="visible"/>
                      </p:to>
                    </p:set>
                    <p:anim calcmode="lin" valueType="num">
                      <p:cBhvr>
                        <p:cTn dur="500" fill="hold"/>
                        <p:tgtEl>
                          <p:spTgt spid="28"/>
                        </p:tgtEl>
                        <p:attrNameLst>
                          <p:attrName>ppt_w</p:attrName>
                        </p:attrNameLst>
                      </p:cBhvr>
                      <p:tavLst>
                        <p:tav tm="0">
                          <p:val>
                            <p:fltVal val="0"/>
                          </p:val>
                        </p:tav>
                        <p:tav tm="100000">
                          <p:val>
                            <p:strVal val="#ppt_w"/>
                          </p:val>
                        </p:tav>
                      </p:tavLst>
                    </p:anim>
                    <p:anim calcmode="lin" valueType="num">
                      <p:cBhvr>
                        <p:cTn dur="500" fill="hold"/>
                        <p:tgtEl>
                          <p:spTgt spid="28"/>
                        </p:tgtEl>
                        <p:attrNameLst>
                          <p:attrName>ppt_h</p:attrName>
                        </p:attrNameLst>
                      </p:cBhvr>
                      <p:tavLst>
                        <p:tav tm="0">
                          <p:val>
                            <p:fltVal val="0"/>
                          </p:val>
                        </p:tav>
                        <p:tav tm="100000">
                          <p:val>
                            <p:strVal val="#ppt_h"/>
                          </p:val>
                        </p:tav>
                      </p:tavLst>
                    </p:anim>
                    <p:animEffect transition="in" filter="fade">
                      <p:cBhvr>
                        <p:cTn dur="500"/>
                        <p:tgtEl>
                          <p:spTgt spid="28"/>
                        </p:tgtEl>
                      </p:cBhvr>
                    </p:animEffect>
                  </p:childTnLst>
                </p:cTn>
              </p:par>
            </p:tnLst>
          </p:tmpl>
        </p:tmplLst>
      </p:bldP>
      <p:bldP spid="29"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9"/>
                        </p:tgtEl>
                        <p:attrNameLst>
                          <p:attrName>style.visibility</p:attrName>
                        </p:attrNameLst>
                      </p:cBhvr>
                      <p:to>
                        <p:strVal val="visible"/>
                      </p:to>
                    </p:set>
                    <p:animEffect transition="in" filter="fade">
                      <p:cBhvr>
                        <p:cTn dur="500"/>
                        <p:tgtEl>
                          <p:spTgt spid="29"/>
                        </p:tgtEl>
                      </p:cBhvr>
                    </p:animEffect>
                    <p:anim calcmode="lin" valueType="num">
                      <p:cBhvr>
                        <p:cTn dur="500" fill="hold"/>
                        <p:tgtEl>
                          <p:spTgt spid="29"/>
                        </p:tgtEl>
                        <p:attrNameLst>
                          <p:attrName>ppt_x</p:attrName>
                        </p:attrNameLst>
                      </p:cBhvr>
                      <p:tavLst>
                        <p:tav tm="0">
                          <p:val>
                            <p:strVal val="#ppt_x"/>
                          </p:val>
                        </p:tav>
                        <p:tav tm="100000">
                          <p:val>
                            <p:strVal val="#ppt_x"/>
                          </p:val>
                        </p:tav>
                      </p:tavLst>
                    </p:anim>
                    <p:anim calcmode="lin" valueType="num">
                      <p:cBhvr>
                        <p:cTn dur="500" fill="hold"/>
                        <p:tgtEl>
                          <p:spTgt spid="29"/>
                        </p:tgtEl>
                        <p:attrNameLst>
                          <p:attrName>ppt_y</p:attrName>
                        </p:attrNameLst>
                      </p:cBhvr>
                      <p:tavLst>
                        <p:tav tm="0">
                          <p:val>
                            <p:strVal val="#ppt_y+.1"/>
                          </p:val>
                        </p:tav>
                        <p:tav tm="100000">
                          <p:val>
                            <p:strVal val="#ppt_y"/>
                          </p:val>
                        </p:tav>
                      </p:tavLst>
                    </p:anim>
                  </p:childTnLst>
                </p:cTn>
              </p:par>
            </p:tnLst>
          </p:tmpl>
        </p:tmplLst>
      </p:bldP>
      <p:bldP spid="30"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30"/>
                        </p:tgtEl>
                        <p:attrNameLst>
                          <p:attrName>style.visibility</p:attrName>
                        </p:attrNameLst>
                      </p:cBhvr>
                      <p:to>
                        <p:strVal val="visible"/>
                      </p:to>
                    </p:set>
                    <p:anim calcmode="lin" valueType="num">
                      <p:cBhvr>
                        <p:cTn dur="500" fill="hold"/>
                        <p:tgtEl>
                          <p:spTgt spid="30"/>
                        </p:tgtEl>
                        <p:attrNameLst>
                          <p:attrName>ppt_w</p:attrName>
                        </p:attrNameLst>
                      </p:cBhvr>
                      <p:tavLst>
                        <p:tav tm="0">
                          <p:val>
                            <p:fltVal val="0"/>
                          </p:val>
                        </p:tav>
                        <p:tav tm="100000">
                          <p:val>
                            <p:strVal val="#ppt_w"/>
                          </p:val>
                        </p:tav>
                      </p:tavLst>
                    </p:anim>
                    <p:anim calcmode="lin" valueType="num">
                      <p:cBhvr>
                        <p:cTn dur="500" fill="hold"/>
                        <p:tgtEl>
                          <p:spTgt spid="30"/>
                        </p:tgtEl>
                        <p:attrNameLst>
                          <p:attrName>ppt_h</p:attrName>
                        </p:attrNameLst>
                      </p:cBhvr>
                      <p:tavLst>
                        <p:tav tm="0">
                          <p:val>
                            <p:fltVal val="0"/>
                          </p:val>
                        </p:tav>
                        <p:tav tm="100000">
                          <p:val>
                            <p:strVal val="#ppt_h"/>
                          </p:val>
                        </p:tav>
                      </p:tavLst>
                    </p:anim>
                    <p:animEffect transition="in" filter="fade">
                      <p:cBhvr>
                        <p:cTn dur="500"/>
                        <p:tgtEl>
                          <p:spTgt spid="30"/>
                        </p:tgtEl>
                      </p:cBhvr>
                    </p:animEffect>
                  </p:childTnLst>
                </p:cTn>
              </p:par>
            </p:tnLst>
          </p:tmpl>
        </p:tmplLst>
      </p:bldP>
      <p:bldP spid="31"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31"/>
                        </p:tgtEl>
                        <p:attrNameLst>
                          <p:attrName>style.visibility</p:attrName>
                        </p:attrNameLst>
                      </p:cBhvr>
                      <p:to>
                        <p:strVal val="visible"/>
                      </p:to>
                    </p:set>
                    <p:animEffect transition="in" filter="fade">
                      <p:cBhvr>
                        <p:cTn dur="500"/>
                        <p:tgtEl>
                          <p:spTgt spid="31"/>
                        </p:tgtEl>
                      </p:cBhvr>
                    </p:animEffect>
                    <p:anim calcmode="lin" valueType="num">
                      <p:cBhvr>
                        <p:cTn dur="500" fill="hold"/>
                        <p:tgtEl>
                          <p:spTgt spid="31"/>
                        </p:tgtEl>
                        <p:attrNameLst>
                          <p:attrName>ppt_x</p:attrName>
                        </p:attrNameLst>
                      </p:cBhvr>
                      <p:tavLst>
                        <p:tav tm="0">
                          <p:val>
                            <p:strVal val="#ppt_x"/>
                          </p:val>
                        </p:tav>
                        <p:tav tm="100000">
                          <p:val>
                            <p:strVal val="#ppt_x"/>
                          </p:val>
                        </p:tav>
                      </p:tavLst>
                    </p:anim>
                    <p:anim calcmode="lin" valueType="num">
                      <p:cBhvr>
                        <p:cTn dur="500" fill="hold"/>
                        <p:tgtEl>
                          <p:spTgt spid="31"/>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727.xml><?xml version="1.0" encoding="utf-8"?>
<p:sldLayout xmlns:a="http://schemas.openxmlformats.org/drawingml/2006/main" xmlns:r="http://schemas.openxmlformats.org/officeDocument/2006/relationships" xmlns:p="http://schemas.openxmlformats.org/presentationml/2006/main" preserve="1" userDrawn="1">
  <p:cSld name="11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23" name="Freeform 22"/>
          <p:cNvSpPr/>
          <p:nvPr userDrawn="1"/>
        </p:nvSpPr>
        <p:spPr>
          <a:xfrm>
            <a:off x="713492" y="2456421"/>
            <a:ext cx="1964841" cy="1945159"/>
          </a:xfrm>
          <a:custGeom>
            <a:avLst/>
            <a:gdLst>
              <a:gd name="connsiteX0" fmla="*/ 1150436 w 1964841"/>
              <a:gd name="connsiteY0" fmla="*/ 0 h 1945159"/>
              <a:gd name="connsiteX1" fmla="*/ 1610594 w 1964841"/>
              <a:gd name="connsiteY1" fmla="*/ 305013 h 1945159"/>
              <a:gd name="connsiteX2" fmla="*/ 1633316 w 1964841"/>
              <a:gd name="connsiteY2" fmla="*/ 378214 h 1945159"/>
              <a:gd name="connsiteX3" fmla="*/ 1659828 w 1964841"/>
              <a:gd name="connsiteY3" fmla="*/ 386444 h 1945159"/>
              <a:gd name="connsiteX4" fmla="*/ 1964841 w 1964841"/>
              <a:gd name="connsiteY4" fmla="*/ 846601 h 1945159"/>
              <a:gd name="connsiteX5" fmla="*/ 1925596 w 1964841"/>
              <a:gd name="connsiteY5" fmla="*/ 1040991 h 1945159"/>
              <a:gd name="connsiteX6" fmla="*/ 1919536 w 1964841"/>
              <a:gd name="connsiteY6" fmla="*/ 1052155 h 1945159"/>
              <a:gd name="connsiteX7" fmla="*/ 1920944 w 1964841"/>
              <a:gd name="connsiteY7" fmla="*/ 1059512 h 1945159"/>
              <a:gd name="connsiteX8" fmla="*/ 1924956 w 1964841"/>
              <a:gd name="connsiteY8" fmla="*/ 1123118 h 1945159"/>
              <a:gd name="connsiteX9" fmla="*/ 1778684 w 1964841"/>
              <a:gd name="connsiteY9" fmla="*/ 1476249 h 1945159"/>
              <a:gd name="connsiteX10" fmla="*/ 1761362 w 1964841"/>
              <a:gd name="connsiteY10" fmla="*/ 1490542 h 1945159"/>
              <a:gd name="connsiteX11" fmla="*/ 1757309 w 1964841"/>
              <a:gd name="connsiteY11" fmla="*/ 1530745 h 1945159"/>
              <a:gd name="connsiteX12" fmla="*/ 1268052 w 1964841"/>
              <a:gd name="connsiteY12" fmla="*/ 1929501 h 1945159"/>
              <a:gd name="connsiteX13" fmla="*/ 1073662 w 1964841"/>
              <a:gd name="connsiteY13" fmla="*/ 1890256 h 1945159"/>
              <a:gd name="connsiteX14" fmla="*/ 1039885 w 1964841"/>
              <a:gd name="connsiteY14" fmla="*/ 1871923 h 1945159"/>
              <a:gd name="connsiteX15" fmla="*/ 998147 w 1964841"/>
              <a:gd name="connsiteY15" fmla="*/ 1895913 h 1945159"/>
              <a:gd name="connsiteX16" fmla="*/ 781635 w 1964841"/>
              <a:gd name="connsiteY16" fmla="*/ 1945159 h 1945159"/>
              <a:gd name="connsiteX17" fmla="*/ 321477 w 1964841"/>
              <a:gd name="connsiteY17" fmla="*/ 1640147 h 1945159"/>
              <a:gd name="connsiteX18" fmla="*/ 300660 w 1964841"/>
              <a:gd name="connsiteY18" fmla="*/ 1573084 h 1945159"/>
              <a:gd name="connsiteX19" fmla="*/ 220182 w 1964841"/>
              <a:gd name="connsiteY19" fmla="*/ 1529402 h 1945159"/>
              <a:gd name="connsiteX20" fmla="*/ 0 w 1964841"/>
              <a:gd name="connsiteY20" fmla="*/ 1115289 h 1945159"/>
              <a:gd name="connsiteX21" fmla="*/ 146272 w 1964841"/>
              <a:gd name="connsiteY21" fmla="*/ 762158 h 1945159"/>
              <a:gd name="connsiteX22" fmla="*/ 151038 w 1964841"/>
              <a:gd name="connsiteY22" fmla="*/ 758225 h 1945159"/>
              <a:gd name="connsiteX23" fmla="*/ 133236 w 1964841"/>
              <a:gd name="connsiteY23" fmla="*/ 700876 h 1945159"/>
              <a:gd name="connsiteX24" fmla="*/ 123090 w 1964841"/>
              <a:gd name="connsiteY24" fmla="*/ 600229 h 1945159"/>
              <a:gd name="connsiteX25" fmla="*/ 622493 w 1964841"/>
              <a:gd name="connsiteY25" fmla="*/ 100826 h 1945159"/>
              <a:gd name="connsiteX26" fmla="*/ 723140 w 1964841"/>
              <a:gd name="connsiteY26" fmla="*/ 110972 h 1945159"/>
              <a:gd name="connsiteX27" fmla="*/ 808117 w 1964841"/>
              <a:gd name="connsiteY27" fmla="*/ 137351 h 1945159"/>
              <a:gd name="connsiteX28" fmla="*/ 871215 w 1964841"/>
              <a:gd name="connsiteY28" fmla="*/ 85290 h 1945159"/>
              <a:gd name="connsiteX29" fmla="*/ 1150436 w 1964841"/>
              <a:gd name="connsiteY29" fmla="*/ 0 h 1945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964841" h="1945159">
                <a:moveTo>
                  <a:pt x="1150436" y="0"/>
                </a:moveTo>
                <a:cubicBezTo>
                  <a:pt x="1357296" y="0"/>
                  <a:pt x="1534780" y="125770"/>
                  <a:pt x="1610594" y="305013"/>
                </a:cubicBezTo>
                <a:lnTo>
                  <a:pt x="1633316" y="378214"/>
                </a:lnTo>
                <a:lnTo>
                  <a:pt x="1659828" y="386444"/>
                </a:lnTo>
                <a:cubicBezTo>
                  <a:pt x="1839072" y="462257"/>
                  <a:pt x="1964841" y="639741"/>
                  <a:pt x="1964841" y="846601"/>
                </a:cubicBezTo>
                <a:cubicBezTo>
                  <a:pt x="1964841" y="915554"/>
                  <a:pt x="1950867" y="981244"/>
                  <a:pt x="1925596" y="1040991"/>
                </a:cubicBezTo>
                <a:lnTo>
                  <a:pt x="1919536" y="1052155"/>
                </a:lnTo>
                <a:lnTo>
                  <a:pt x="1920944" y="1059512"/>
                </a:lnTo>
                <a:cubicBezTo>
                  <a:pt x="1923591" y="1080341"/>
                  <a:pt x="1924956" y="1101570"/>
                  <a:pt x="1924956" y="1123118"/>
                </a:cubicBezTo>
                <a:cubicBezTo>
                  <a:pt x="1924956" y="1261025"/>
                  <a:pt x="1869059" y="1385875"/>
                  <a:pt x="1778684" y="1476249"/>
                </a:cubicBezTo>
                <a:lnTo>
                  <a:pt x="1761362" y="1490542"/>
                </a:lnTo>
                <a:lnTo>
                  <a:pt x="1757309" y="1530745"/>
                </a:lnTo>
                <a:cubicBezTo>
                  <a:pt x="1710742" y="1758315"/>
                  <a:pt x="1509388" y="1929501"/>
                  <a:pt x="1268052" y="1929501"/>
                </a:cubicBezTo>
                <a:cubicBezTo>
                  <a:pt x="1199099" y="1929501"/>
                  <a:pt x="1133410" y="1915527"/>
                  <a:pt x="1073662" y="1890256"/>
                </a:cubicBezTo>
                <a:lnTo>
                  <a:pt x="1039885" y="1871923"/>
                </a:lnTo>
                <a:lnTo>
                  <a:pt x="998147" y="1895913"/>
                </a:lnTo>
                <a:cubicBezTo>
                  <a:pt x="932649" y="1927473"/>
                  <a:pt x="859208" y="1945159"/>
                  <a:pt x="781635" y="1945159"/>
                </a:cubicBezTo>
                <a:cubicBezTo>
                  <a:pt x="574775" y="1945159"/>
                  <a:pt x="397291" y="1819390"/>
                  <a:pt x="321477" y="1640147"/>
                </a:cubicBezTo>
                <a:lnTo>
                  <a:pt x="300660" y="1573084"/>
                </a:lnTo>
                <a:lnTo>
                  <a:pt x="220182" y="1529402"/>
                </a:lnTo>
                <a:cubicBezTo>
                  <a:pt x="87340" y="1439656"/>
                  <a:pt x="0" y="1287672"/>
                  <a:pt x="0" y="1115289"/>
                </a:cubicBezTo>
                <a:cubicBezTo>
                  <a:pt x="0" y="977383"/>
                  <a:pt x="55897" y="852532"/>
                  <a:pt x="146272" y="762158"/>
                </a:cubicBezTo>
                <a:lnTo>
                  <a:pt x="151038" y="758225"/>
                </a:lnTo>
                <a:lnTo>
                  <a:pt x="133236" y="700876"/>
                </a:lnTo>
                <a:cubicBezTo>
                  <a:pt x="126584" y="668366"/>
                  <a:pt x="123090" y="634706"/>
                  <a:pt x="123090" y="600229"/>
                </a:cubicBezTo>
                <a:cubicBezTo>
                  <a:pt x="123090" y="324416"/>
                  <a:pt x="346680" y="100826"/>
                  <a:pt x="622493" y="100826"/>
                </a:cubicBezTo>
                <a:cubicBezTo>
                  <a:pt x="656970" y="100826"/>
                  <a:pt x="690630" y="104320"/>
                  <a:pt x="723140" y="110972"/>
                </a:cubicBezTo>
                <a:lnTo>
                  <a:pt x="808117" y="137351"/>
                </a:lnTo>
                <a:lnTo>
                  <a:pt x="871215" y="85290"/>
                </a:lnTo>
                <a:cubicBezTo>
                  <a:pt x="950920" y="31443"/>
                  <a:pt x="1047006" y="0"/>
                  <a:pt x="1150436"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17" name="Picture Placeholder 16"/>
          <p:cNvSpPr>
            <a:spLocks noGrp="1"/>
          </p:cNvSpPr>
          <p:nvPr>
            <p:ph type="pic" sz="quarter" idx="13"/>
          </p:nvPr>
        </p:nvSpPr>
        <p:spPr>
          <a:xfrm>
            <a:off x="809647" y="2542735"/>
            <a:ext cx="1772530" cy="1772530"/>
          </a:xfrm>
          <a:custGeom>
            <a:avLst/>
            <a:gdLst>
              <a:gd name="connsiteX0" fmla="*/ 886265 w 1772530"/>
              <a:gd name="connsiteY0" fmla="*/ 0 h 1772530"/>
              <a:gd name="connsiteX1" fmla="*/ 1772530 w 1772530"/>
              <a:gd name="connsiteY1" fmla="*/ 886265 h 1772530"/>
              <a:gd name="connsiteX2" fmla="*/ 886265 w 1772530"/>
              <a:gd name="connsiteY2" fmla="*/ 1772530 h 1772530"/>
              <a:gd name="connsiteX3" fmla="*/ 0 w 1772530"/>
              <a:gd name="connsiteY3" fmla="*/ 886265 h 1772530"/>
              <a:gd name="connsiteX4" fmla="*/ 886265 w 1772530"/>
              <a:gd name="connsiteY4" fmla="*/ 0 h 17725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2530" h="1772530">
                <a:moveTo>
                  <a:pt x="886265" y="0"/>
                </a:moveTo>
                <a:cubicBezTo>
                  <a:pt x="1375736" y="0"/>
                  <a:pt x="1772530" y="396794"/>
                  <a:pt x="1772530" y="886265"/>
                </a:cubicBezTo>
                <a:cubicBezTo>
                  <a:pt x="1772530" y="1375736"/>
                  <a:pt x="1375736" y="1772530"/>
                  <a:pt x="886265" y="1772530"/>
                </a:cubicBezTo>
                <a:cubicBezTo>
                  <a:pt x="396794" y="1772530"/>
                  <a:pt x="0" y="1375736"/>
                  <a:pt x="0" y="886265"/>
                </a:cubicBezTo>
                <a:cubicBezTo>
                  <a:pt x="0" y="396794"/>
                  <a:pt x="396794" y="0"/>
                  <a:pt x="886265" y="0"/>
                </a:cubicBezTo>
                <a:close/>
              </a:path>
            </a:pathLst>
          </a:custGeom>
          <a:solidFill>
            <a:schemeClr val="bg1">
              <a:lumMod val="85000"/>
            </a:schemeClr>
          </a:solidFill>
        </p:spPr>
        <p:txBody>
          <a:bodyPr wrap="square">
            <a:noAutofit/>
          </a:bodyPr>
          <a:lstStyle/>
          <a:p>
            <a:endParaRPr lang="en-AU"/>
          </a:p>
        </p:txBody>
      </p:sp>
      <p:sp>
        <p:nvSpPr>
          <p:cNvPr id="24" name="Freeform 23"/>
          <p:cNvSpPr/>
          <p:nvPr userDrawn="1"/>
        </p:nvSpPr>
        <p:spPr>
          <a:xfrm>
            <a:off x="3663045" y="2456420"/>
            <a:ext cx="1964841" cy="1945159"/>
          </a:xfrm>
          <a:custGeom>
            <a:avLst/>
            <a:gdLst>
              <a:gd name="connsiteX0" fmla="*/ 1150436 w 1964841"/>
              <a:gd name="connsiteY0" fmla="*/ 0 h 1945159"/>
              <a:gd name="connsiteX1" fmla="*/ 1610594 w 1964841"/>
              <a:gd name="connsiteY1" fmla="*/ 305013 h 1945159"/>
              <a:gd name="connsiteX2" fmla="*/ 1633316 w 1964841"/>
              <a:gd name="connsiteY2" fmla="*/ 378214 h 1945159"/>
              <a:gd name="connsiteX3" fmla="*/ 1659828 w 1964841"/>
              <a:gd name="connsiteY3" fmla="*/ 386444 h 1945159"/>
              <a:gd name="connsiteX4" fmla="*/ 1964841 w 1964841"/>
              <a:gd name="connsiteY4" fmla="*/ 846601 h 1945159"/>
              <a:gd name="connsiteX5" fmla="*/ 1925596 w 1964841"/>
              <a:gd name="connsiteY5" fmla="*/ 1040991 h 1945159"/>
              <a:gd name="connsiteX6" fmla="*/ 1919536 w 1964841"/>
              <a:gd name="connsiteY6" fmla="*/ 1052155 h 1945159"/>
              <a:gd name="connsiteX7" fmla="*/ 1920944 w 1964841"/>
              <a:gd name="connsiteY7" fmla="*/ 1059512 h 1945159"/>
              <a:gd name="connsiteX8" fmla="*/ 1924956 w 1964841"/>
              <a:gd name="connsiteY8" fmla="*/ 1123118 h 1945159"/>
              <a:gd name="connsiteX9" fmla="*/ 1778684 w 1964841"/>
              <a:gd name="connsiteY9" fmla="*/ 1476249 h 1945159"/>
              <a:gd name="connsiteX10" fmla="*/ 1761362 w 1964841"/>
              <a:gd name="connsiteY10" fmla="*/ 1490542 h 1945159"/>
              <a:gd name="connsiteX11" fmla="*/ 1757309 w 1964841"/>
              <a:gd name="connsiteY11" fmla="*/ 1530745 h 1945159"/>
              <a:gd name="connsiteX12" fmla="*/ 1268052 w 1964841"/>
              <a:gd name="connsiteY12" fmla="*/ 1929501 h 1945159"/>
              <a:gd name="connsiteX13" fmla="*/ 1073662 w 1964841"/>
              <a:gd name="connsiteY13" fmla="*/ 1890256 h 1945159"/>
              <a:gd name="connsiteX14" fmla="*/ 1039885 w 1964841"/>
              <a:gd name="connsiteY14" fmla="*/ 1871923 h 1945159"/>
              <a:gd name="connsiteX15" fmla="*/ 998147 w 1964841"/>
              <a:gd name="connsiteY15" fmla="*/ 1895913 h 1945159"/>
              <a:gd name="connsiteX16" fmla="*/ 781635 w 1964841"/>
              <a:gd name="connsiteY16" fmla="*/ 1945159 h 1945159"/>
              <a:gd name="connsiteX17" fmla="*/ 321477 w 1964841"/>
              <a:gd name="connsiteY17" fmla="*/ 1640147 h 1945159"/>
              <a:gd name="connsiteX18" fmla="*/ 300660 w 1964841"/>
              <a:gd name="connsiteY18" fmla="*/ 1573084 h 1945159"/>
              <a:gd name="connsiteX19" fmla="*/ 220182 w 1964841"/>
              <a:gd name="connsiteY19" fmla="*/ 1529402 h 1945159"/>
              <a:gd name="connsiteX20" fmla="*/ 0 w 1964841"/>
              <a:gd name="connsiteY20" fmla="*/ 1115289 h 1945159"/>
              <a:gd name="connsiteX21" fmla="*/ 146272 w 1964841"/>
              <a:gd name="connsiteY21" fmla="*/ 762158 h 1945159"/>
              <a:gd name="connsiteX22" fmla="*/ 151038 w 1964841"/>
              <a:gd name="connsiteY22" fmla="*/ 758225 h 1945159"/>
              <a:gd name="connsiteX23" fmla="*/ 133236 w 1964841"/>
              <a:gd name="connsiteY23" fmla="*/ 700876 h 1945159"/>
              <a:gd name="connsiteX24" fmla="*/ 123090 w 1964841"/>
              <a:gd name="connsiteY24" fmla="*/ 600229 h 1945159"/>
              <a:gd name="connsiteX25" fmla="*/ 622493 w 1964841"/>
              <a:gd name="connsiteY25" fmla="*/ 100826 h 1945159"/>
              <a:gd name="connsiteX26" fmla="*/ 723140 w 1964841"/>
              <a:gd name="connsiteY26" fmla="*/ 110972 h 1945159"/>
              <a:gd name="connsiteX27" fmla="*/ 808117 w 1964841"/>
              <a:gd name="connsiteY27" fmla="*/ 137351 h 1945159"/>
              <a:gd name="connsiteX28" fmla="*/ 871215 w 1964841"/>
              <a:gd name="connsiteY28" fmla="*/ 85290 h 1945159"/>
              <a:gd name="connsiteX29" fmla="*/ 1150436 w 1964841"/>
              <a:gd name="connsiteY29" fmla="*/ 0 h 1945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964841" h="1945159">
                <a:moveTo>
                  <a:pt x="1150436" y="0"/>
                </a:moveTo>
                <a:cubicBezTo>
                  <a:pt x="1357296" y="0"/>
                  <a:pt x="1534780" y="125770"/>
                  <a:pt x="1610594" y="305013"/>
                </a:cubicBezTo>
                <a:lnTo>
                  <a:pt x="1633316" y="378214"/>
                </a:lnTo>
                <a:lnTo>
                  <a:pt x="1659828" y="386444"/>
                </a:lnTo>
                <a:cubicBezTo>
                  <a:pt x="1839072" y="462257"/>
                  <a:pt x="1964841" y="639741"/>
                  <a:pt x="1964841" y="846601"/>
                </a:cubicBezTo>
                <a:cubicBezTo>
                  <a:pt x="1964841" y="915554"/>
                  <a:pt x="1950867" y="981244"/>
                  <a:pt x="1925596" y="1040991"/>
                </a:cubicBezTo>
                <a:lnTo>
                  <a:pt x="1919536" y="1052155"/>
                </a:lnTo>
                <a:lnTo>
                  <a:pt x="1920944" y="1059512"/>
                </a:lnTo>
                <a:cubicBezTo>
                  <a:pt x="1923591" y="1080341"/>
                  <a:pt x="1924956" y="1101570"/>
                  <a:pt x="1924956" y="1123118"/>
                </a:cubicBezTo>
                <a:cubicBezTo>
                  <a:pt x="1924956" y="1261025"/>
                  <a:pt x="1869059" y="1385875"/>
                  <a:pt x="1778684" y="1476249"/>
                </a:cubicBezTo>
                <a:lnTo>
                  <a:pt x="1761362" y="1490542"/>
                </a:lnTo>
                <a:lnTo>
                  <a:pt x="1757309" y="1530745"/>
                </a:lnTo>
                <a:cubicBezTo>
                  <a:pt x="1710742" y="1758315"/>
                  <a:pt x="1509388" y="1929501"/>
                  <a:pt x="1268052" y="1929501"/>
                </a:cubicBezTo>
                <a:cubicBezTo>
                  <a:pt x="1199099" y="1929501"/>
                  <a:pt x="1133410" y="1915527"/>
                  <a:pt x="1073662" y="1890256"/>
                </a:cubicBezTo>
                <a:lnTo>
                  <a:pt x="1039885" y="1871923"/>
                </a:lnTo>
                <a:lnTo>
                  <a:pt x="998147" y="1895913"/>
                </a:lnTo>
                <a:cubicBezTo>
                  <a:pt x="932649" y="1927473"/>
                  <a:pt x="859208" y="1945159"/>
                  <a:pt x="781635" y="1945159"/>
                </a:cubicBezTo>
                <a:cubicBezTo>
                  <a:pt x="574775" y="1945159"/>
                  <a:pt x="397291" y="1819390"/>
                  <a:pt x="321477" y="1640147"/>
                </a:cubicBezTo>
                <a:lnTo>
                  <a:pt x="300660" y="1573084"/>
                </a:lnTo>
                <a:lnTo>
                  <a:pt x="220182" y="1529402"/>
                </a:lnTo>
                <a:cubicBezTo>
                  <a:pt x="87340" y="1439656"/>
                  <a:pt x="0" y="1287672"/>
                  <a:pt x="0" y="1115289"/>
                </a:cubicBezTo>
                <a:cubicBezTo>
                  <a:pt x="0" y="977383"/>
                  <a:pt x="55897" y="852532"/>
                  <a:pt x="146272" y="762158"/>
                </a:cubicBezTo>
                <a:lnTo>
                  <a:pt x="151038" y="758225"/>
                </a:lnTo>
                <a:lnTo>
                  <a:pt x="133236" y="700876"/>
                </a:lnTo>
                <a:cubicBezTo>
                  <a:pt x="126584" y="668366"/>
                  <a:pt x="123090" y="634706"/>
                  <a:pt x="123090" y="600229"/>
                </a:cubicBezTo>
                <a:cubicBezTo>
                  <a:pt x="123090" y="324416"/>
                  <a:pt x="346680" y="100826"/>
                  <a:pt x="622493" y="100826"/>
                </a:cubicBezTo>
                <a:cubicBezTo>
                  <a:pt x="656970" y="100826"/>
                  <a:pt x="690630" y="104320"/>
                  <a:pt x="723140" y="110972"/>
                </a:cubicBezTo>
                <a:lnTo>
                  <a:pt x="808117" y="137351"/>
                </a:lnTo>
                <a:lnTo>
                  <a:pt x="871215" y="85290"/>
                </a:lnTo>
                <a:cubicBezTo>
                  <a:pt x="950920" y="31443"/>
                  <a:pt x="1047006" y="0"/>
                  <a:pt x="1150436"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5" name="Picture Placeholder 24"/>
          <p:cNvSpPr>
            <a:spLocks noGrp="1"/>
          </p:cNvSpPr>
          <p:nvPr>
            <p:ph type="pic" sz="quarter" idx="14"/>
          </p:nvPr>
        </p:nvSpPr>
        <p:spPr>
          <a:xfrm>
            <a:off x="3759200" y="2542734"/>
            <a:ext cx="1772530" cy="1772530"/>
          </a:xfrm>
          <a:custGeom>
            <a:avLst/>
            <a:gdLst>
              <a:gd name="connsiteX0" fmla="*/ 886265 w 1772530"/>
              <a:gd name="connsiteY0" fmla="*/ 0 h 1772530"/>
              <a:gd name="connsiteX1" fmla="*/ 1772530 w 1772530"/>
              <a:gd name="connsiteY1" fmla="*/ 886265 h 1772530"/>
              <a:gd name="connsiteX2" fmla="*/ 886265 w 1772530"/>
              <a:gd name="connsiteY2" fmla="*/ 1772530 h 1772530"/>
              <a:gd name="connsiteX3" fmla="*/ 0 w 1772530"/>
              <a:gd name="connsiteY3" fmla="*/ 886265 h 1772530"/>
              <a:gd name="connsiteX4" fmla="*/ 886265 w 1772530"/>
              <a:gd name="connsiteY4" fmla="*/ 0 h 17725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2530" h="1772530">
                <a:moveTo>
                  <a:pt x="886265" y="0"/>
                </a:moveTo>
                <a:cubicBezTo>
                  <a:pt x="1375736" y="0"/>
                  <a:pt x="1772530" y="396794"/>
                  <a:pt x="1772530" y="886265"/>
                </a:cubicBezTo>
                <a:cubicBezTo>
                  <a:pt x="1772530" y="1375736"/>
                  <a:pt x="1375736" y="1772530"/>
                  <a:pt x="886265" y="1772530"/>
                </a:cubicBezTo>
                <a:cubicBezTo>
                  <a:pt x="396794" y="1772530"/>
                  <a:pt x="0" y="1375736"/>
                  <a:pt x="0" y="886265"/>
                </a:cubicBezTo>
                <a:cubicBezTo>
                  <a:pt x="0" y="396794"/>
                  <a:pt x="396794" y="0"/>
                  <a:pt x="886265" y="0"/>
                </a:cubicBezTo>
                <a:close/>
              </a:path>
            </a:pathLst>
          </a:custGeom>
          <a:solidFill>
            <a:schemeClr val="bg1">
              <a:lumMod val="85000"/>
            </a:schemeClr>
          </a:solidFill>
        </p:spPr>
        <p:txBody>
          <a:bodyPr wrap="square">
            <a:noAutofit/>
          </a:bodyPr>
          <a:lstStyle/>
          <a:p>
            <a:endParaRPr lang="en-AU"/>
          </a:p>
        </p:txBody>
      </p:sp>
      <p:sp>
        <p:nvSpPr>
          <p:cNvPr id="26" name="Freeform 25"/>
          <p:cNvSpPr/>
          <p:nvPr userDrawn="1"/>
        </p:nvSpPr>
        <p:spPr>
          <a:xfrm>
            <a:off x="9562151" y="2453684"/>
            <a:ext cx="1964841" cy="1945159"/>
          </a:xfrm>
          <a:custGeom>
            <a:avLst/>
            <a:gdLst>
              <a:gd name="connsiteX0" fmla="*/ 1150436 w 1964841"/>
              <a:gd name="connsiteY0" fmla="*/ 0 h 1945159"/>
              <a:gd name="connsiteX1" fmla="*/ 1610594 w 1964841"/>
              <a:gd name="connsiteY1" fmla="*/ 305013 h 1945159"/>
              <a:gd name="connsiteX2" fmla="*/ 1633316 w 1964841"/>
              <a:gd name="connsiteY2" fmla="*/ 378214 h 1945159"/>
              <a:gd name="connsiteX3" fmla="*/ 1659828 w 1964841"/>
              <a:gd name="connsiteY3" fmla="*/ 386444 h 1945159"/>
              <a:gd name="connsiteX4" fmla="*/ 1964841 w 1964841"/>
              <a:gd name="connsiteY4" fmla="*/ 846601 h 1945159"/>
              <a:gd name="connsiteX5" fmla="*/ 1925596 w 1964841"/>
              <a:gd name="connsiteY5" fmla="*/ 1040991 h 1945159"/>
              <a:gd name="connsiteX6" fmla="*/ 1919536 w 1964841"/>
              <a:gd name="connsiteY6" fmla="*/ 1052155 h 1945159"/>
              <a:gd name="connsiteX7" fmla="*/ 1920944 w 1964841"/>
              <a:gd name="connsiteY7" fmla="*/ 1059512 h 1945159"/>
              <a:gd name="connsiteX8" fmla="*/ 1924956 w 1964841"/>
              <a:gd name="connsiteY8" fmla="*/ 1123118 h 1945159"/>
              <a:gd name="connsiteX9" fmla="*/ 1778684 w 1964841"/>
              <a:gd name="connsiteY9" fmla="*/ 1476249 h 1945159"/>
              <a:gd name="connsiteX10" fmla="*/ 1761362 w 1964841"/>
              <a:gd name="connsiteY10" fmla="*/ 1490542 h 1945159"/>
              <a:gd name="connsiteX11" fmla="*/ 1757309 w 1964841"/>
              <a:gd name="connsiteY11" fmla="*/ 1530745 h 1945159"/>
              <a:gd name="connsiteX12" fmla="*/ 1268052 w 1964841"/>
              <a:gd name="connsiteY12" fmla="*/ 1929501 h 1945159"/>
              <a:gd name="connsiteX13" fmla="*/ 1073662 w 1964841"/>
              <a:gd name="connsiteY13" fmla="*/ 1890256 h 1945159"/>
              <a:gd name="connsiteX14" fmla="*/ 1039885 w 1964841"/>
              <a:gd name="connsiteY14" fmla="*/ 1871923 h 1945159"/>
              <a:gd name="connsiteX15" fmla="*/ 998147 w 1964841"/>
              <a:gd name="connsiteY15" fmla="*/ 1895913 h 1945159"/>
              <a:gd name="connsiteX16" fmla="*/ 781635 w 1964841"/>
              <a:gd name="connsiteY16" fmla="*/ 1945159 h 1945159"/>
              <a:gd name="connsiteX17" fmla="*/ 321477 w 1964841"/>
              <a:gd name="connsiteY17" fmla="*/ 1640147 h 1945159"/>
              <a:gd name="connsiteX18" fmla="*/ 300660 w 1964841"/>
              <a:gd name="connsiteY18" fmla="*/ 1573084 h 1945159"/>
              <a:gd name="connsiteX19" fmla="*/ 220182 w 1964841"/>
              <a:gd name="connsiteY19" fmla="*/ 1529402 h 1945159"/>
              <a:gd name="connsiteX20" fmla="*/ 0 w 1964841"/>
              <a:gd name="connsiteY20" fmla="*/ 1115289 h 1945159"/>
              <a:gd name="connsiteX21" fmla="*/ 146272 w 1964841"/>
              <a:gd name="connsiteY21" fmla="*/ 762158 h 1945159"/>
              <a:gd name="connsiteX22" fmla="*/ 151038 w 1964841"/>
              <a:gd name="connsiteY22" fmla="*/ 758225 h 1945159"/>
              <a:gd name="connsiteX23" fmla="*/ 133236 w 1964841"/>
              <a:gd name="connsiteY23" fmla="*/ 700876 h 1945159"/>
              <a:gd name="connsiteX24" fmla="*/ 123090 w 1964841"/>
              <a:gd name="connsiteY24" fmla="*/ 600229 h 1945159"/>
              <a:gd name="connsiteX25" fmla="*/ 622493 w 1964841"/>
              <a:gd name="connsiteY25" fmla="*/ 100826 h 1945159"/>
              <a:gd name="connsiteX26" fmla="*/ 723140 w 1964841"/>
              <a:gd name="connsiteY26" fmla="*/ 110972 h 1945159"/>
              <a:gd name="connsiteX27" fmla="*/ 808117 w 1964841"/>
              <a:gd name="connsiteY27" fmla="*/ 137351 h 1945159"/>
              <a:gd name="connsiteX28" fmla="*/ 871215 w 1964841"/>
              <a:gd name="connsiteY28" fmla="*/ 85290 h 1945159"/>
              <a:gd name="connsiteX29" fmla="*/ 1150436 w 1964841"/>
              <a:gd name="connsiteY29" fmla="*/ 0 h 1945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964841" h="1945159">
                <a:moveTo>
                  <a:pt x="1150436" y="0"/>
                </a:moveTo>
                <a:cubicBezTo>
                  <a:pt x="1357296" y="0"/>
                  <a:pt x="1534780" y="125770"/>
                  <a:pt x="1610594" y="305013"/>
                </a:cubicBezTo>
                <a:lnTo>
                  <a:pt x="1633316" y="378214"/>
                </a:lnTo>
                <a:lnTo>
                  <a:pt x="1659828" y="386444"/>
                </a:lnTo>
                <a:cubicBezTo>
                  <a:pt x="1839072" y="462257"/>
                  <a:pt x="1964841" y="639741"/>
                  <a:pt x="1964841" y="846601"/>
                </a:cubicBezTo>
                <a:cubicBezTo>
                  <a:pt x="1964841" y="915554"/>
                  <a:pt x="1950867" y="981244"/>
                  <a:pt x="1925596" y="1040991"/>
                </a:cubicBezTo>
                <a:lnTo>
                  <a:pt x="1919536" y="1052155"/>
                </a:lnTo>
                <a:lnTo>
                  <a:pt x="1920944" y="1059512"/>
                </a:lnTo>
                <a:cubicBezTo>
                  <a:pt x="1923591" y="1080341"/>
                  <a:pt x="1924956" y="1101570"/>
                  <a:pt x="1924956" y="1123118"/>
                </a:cubicBezTo>
                <a:cubicBezTo>
                  <a:pt x="1924956" y="1261025"/>
                  <a:pt x="1869059" y="1385875"/>
                  <a:pt x="1778684" y="1476249"/>
                </a:cubicBezTo>
                <a:lnTo>
                  <a:pt x="1761362" y="1490542"/>
                </a:lnTo>
                <a:lnTo>
                  <a:pt x="1757309" y="1530745"/>
                </a:lnTo>
                <a:cubicBezTo>
                  <a:pt x="1710742" y="1758315"/>
                  <a:pt x="1509388" y="1929501"/>
                  <a:pt x="1268052" y="1929501"/>
                </a:cubicBezTo>
                <a:cubicBezTo>
                  <a:pt x="1199099" y="1929501"/>
                  <a:pt x="1133410" y="1915527"/>
                  <a:pt x="1073662" y="1890256"/>
                </a:cubicBezTo>
                <a:lnTo>
                  <a:pt x="1039885" y="1871923"/>
                </a:lnTo>
                <a:lnTo>
                  <a:pt x="998147" y="1895913"/>
                </a:lnTo>
                <a:cubicBezTo>
                  <a:pt x="932649" y="1927473"/>
                  <a:pt x="859208" y="1945159"/>
                  <a:pt x="781635" y="1945159"/>
                </a:cubicBezTo>
                <a:cubicBezTo>
                  <a:pt x="574775" y="1945159"/>
                  <a:pt x="397291" y="1819390"/>
                  <a:pt x="321477" y="1640147"/>
                </a:cubicBezTo>
                <a:lnTo>
                  <a:pt x="300660" y="1573084"/>
                </a:lnTo>
                <a:lnTo>
                  <a:pt x="220182" y="1529402"/>
                </a:lnTo>
                <a:cubicBezTo>
                  <a:pt x="87340" y="1439656"/>
                  <a:pt x="0" y="1287672"/>
                  <a:pt x="0" y="1115289"/>
                </a:cubicBezTo>
                <a:cubicBezTo>
                  <a:pt x="0" y="977383"/>
                  <a:pt x="55897" y="852532"/>
                  <a:pt x="146272" y="762158"/>
                </a:cubicBezTo>
                <a:lnTo>
                  <a:pt x="151038" y="758225"/>
                </a:lnTo>
                <a:lnTo>
                  <a:pt x="133236" y="700876"/>
                </a:lnTo>
                <a:cubicBezTo>
                  <a:pt x="126584" y="668366"/>
                  <a:pt x="123090" y="634706"/>
                  <a:pt x="123090" y="600229"/>
                </a:cubicBezTo>
                <a:cubicBezTo>
                  <a:pt x="123090" y="324416"/>
                  <a:pt x="346680" y="100826"/>
                  <a:pt x="622493" y="100826"/>
                </a:cubicBezTo>
                <a:cubicBezTo>
                  <a:pt x="656970" y="100826"/>
                  <a:pt x="690630" y="104320"/>
                  <a:pt x="723140" y="110972"/>
                </a:cubicBezTo>
                <a:lnTo>
                  <a:pt x="808117" y="137351"/>
                </a:lnTo>
                <a:lnTo>
                  <a:pt x="871215" y="85290"/>
                </a:lnTo>
                <a:cubicBezTo>
                  <a:pt x="950920" y="31443"/>
                  <a:pt x="1047006" y="0"/>
                  <a:pt x="1150436"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7" name="Picture Placeholder 26"/>
          <p:cNvSpPr>
            <a:spLocks noGrp="1"/>
          </p:cNvSpPr>
          <p:nvPr>
            <p:ph type="pic" sz="quarter" idx="15"/>
          </p:nvPr>
        </p:nvSpPr>
        <p:spPr>
          <a:xfrm>
            <a:off x="9658306" y="2539998"/>
            <a:ext cx="1772530" cy="1772530"/>
          </a:xfrm>
          <a:custGeom>
            <a:avLst/>
            <a:gdLst>
              <a:gd name="connsiteX0" fmla="*/ 886265 w 1772530"/>
              <a:gd name="connsiteY0" fmla="*/ 0 h 1772530"/>
              <a:gd name="connsiteX1" fmla="*/ 1772530 w 1772530"/>
              <a:gd name="connsiteY1" fmla="*/ 886265 h 1772530"/>
              <a:gd name="connsiteX2" fmla="*/ 886265 w 1772530"/>
              <a:gd name="connsiteY2" fmla="*/ 1772530 h 1772530"/>
              <a:gd name="connsiteX3" fmla="*/ 0 w 1772530"/>
              <a:gd name="connsiteY3" fmla="*/ 886265 h 1772530"/>
              <a:gd name="connsiteX4" fmla="*/ 886265 w 1772530"/>
              <a:gd name="connsiteY4" fmla="*/ 0 h 17725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2530" h="1772530">
                <a:moveTo>
                  <a:pt x="886265" y="0"/>
                </a:moveTo>
                <a:cubicBezTo>
                  <a:pt x="1375736" y="0"/>
                  <a:pt x="1772530" y="396794"/>
                  <a:pt x="1772530" y="886265"/>
                </a:cubicBezTo>
                <a:cubicBezTo>
                  <a:pt x="1772530" y="1375736"/>
                  <a:pt x="1375736" y="1772530"/>
                  <a:pt x="886265" y="1772530"/>
                </a:cubicBezTo>
                <a:cubicBezTo>
                  <a:pt x="396794" y="1772530"/>
                  <a:pt x="0" y="1375736"/>
                  <a:pt x="0" y="886265"/>
                </a:cubicBezTo>
                <a:cubicBezTo>
                  <a:pt x="0" y="396794"/>
                  <a:pt x="396794" y="0"/>
                  <a:pt x="886265" y="0"/>
                </a:cubicBezTo>
                <a:close/>
              </a:path>
            </a:pathLst>
          </a:custGeom>
          <a:solidFill>
            <a:schemeClr val="bg1">
              <a:lumMod val="85000"/>
            </a:schemeClr>
          </a:solidFill>
        </p:spPr>
        <p:txBody>
          <a:bodyPr wrap="square">
            <a:noAutofit/>
          </a:bodyPr>
          <a:lstStyle/>
          <a:p>
            <a:endParaRPr lang="en-AU" dirty="0"/>
          </a:p>
        </p:txBody>
      </p:sp>
      <p:sp>
        <p:nvSpPr>
          <p:cNvPr id="28" name="Freeform 27"/>
          <p:cNvSpPr/>
          <p:nvPr userDrawn="1"/>
        </p:nvSpPr>
        <p:spPr>
          <a:xfrm>
            <a:off x="6612598" y="2456420"/>
            <a:ext cx="1964841" cy="1945159"/>
          </a:xfrm>
          <a:custGeom>
            <a:avLst/>
            <a:gdLst>
              <a:gd name="connsiteX0" fmla="*/ 1150436 w 1964841"/>
              <a:gd name="connsiteY0" fmla="*/ 0 h 1945159"/>
              <a:gd name="connsiteX1" fmla="*/ 1610594 w 1964841"/>
              <a:gd name="connsiteY1" fmla="*/ 305013 h 1945159"/>
              <a:gd name="connsiteX2" fmla="*/ 1633316 w 1964841"/>
              <a:gd name="connsiteY2" fmla="*/ 378214 h 1945159"/>
              <a:gd name="connsiteX3" fmla="*/ 1659828 w 1964841"/>
              <a:gd name="connsiteY3" fmla="*/ 386444 h 1945159"/>
              <a:gd name="connsiteX4" fmla="*/ 1964841 w 1964841"/>
              <a:gd name="connsiteY4" fmla="*/ 846601 h 1945159"/>
              <a:gd name="connsiteX5" fmla="*/ 1925596 w 1964841"/>
              <a:gd name="connsiteY5" fmla="*/ 1040991 h 1945159"/>
              <a:gd name="connsiteX6" fmla="*/ 1919536 w 1964841"/>
              <a:gd name="connsiteY6" fmla="*/ 1052155 h 1945159"/>
              <a:gd name="connsiteX7" fmla="*/ 1920944 w 1964841"/>
              <a:gd name="connsiteY7" fmla="*/ 1059512 h 1945159"/>
              <a:gd name="connsiteX8" fmla="*/ 1924956 w 1964841"/>
              <a:gd name="connsiteY8" fmla="*/ 1123118 h 1945159"/>
              <a:gd name="connsiteX9" fmla="*/ 1778684 w 1964841"/>
              <a:gd name="connsiteY9" fmla="*/ 1476249 h 1945159"/>
              <a:gd name="connsiteX10" fmla="*/ 1761362 w 1964841"/>
              <a:gd name="connsiteY10" fmla="*/ 1490542 h 1945159"/>
              <a:gd name="connsiteX11" fmla="*/ 1757309 w 1964841"/>
              <a:gd name="connsiteY11" fmla="*/ 1530745 h 1945159"/>
              <a:gd name="connsiteX12" fmla="*/ 1268052 w 1964841"/>
              <a:gd name="connsiteY12" fmla="*/ 1929501 h 1945159"/>
              <a:gd name="connsiteX13" fmla="*/ 1073662 w 1964841"/>
              <a:gd name="connsiteY13" fmla="*/ 1890256 h 1945159"/>
              <a:gd name="connsiteX14" fmla="*/ 1039885 w 1964841"/>
              <a:gd name="connsiteY14" fmla="*/ 1871923 h 1945159"/>
              <a:gd name="connsiteX15" fmla="*/ 998147 w 1964841"/>
              <a:gd name="connsiteY15" fmla="*/ 1895913 h 1945159"/>
              <a:gd name="connsiteX16" fmla="*/ 781635 w 1964841"/>
              <a:gd name="connsiteY16" fmla="*/ 1945159 h 1945159"/>
              <a:gd name="connsiteX17" fmla="*/ 321477 w 1964841"/>
              <a:gd name="connsiteY17" fmla="*/ 1640147 h 1945159"/>
              <a:gd name="connsiteX18" fmla="*/ 300660 w 1964841"/>
              <a:gd name="connsiteY18" fmla="*/ 1573084 h 1945159"/>
              <a:gd name="connsiteX19" fmla="*/ 220182 w 1964841"/>
              <a:gd name="connsiteY19" fmla="*/ 1529402 h 1945159"/>
              <a:gd name="connsiteX20" fmla="*/ 0 w 1964841"/>
              <a:gd name="connsiteY20" fmla="*/ 1115289 h 1945159"/>
              <a:gd name="connsiteX21" fmla="*/ 146272 w 1964841"/>
              <a:gd name="connsiteY21" fmla="*/ 762158 h 1945159"/>
              <a:gd name="connsiteX22" fmla="*/ 151038 w 1964841"/>
              <a:gd name="connsiteY22" fmla="*/ 758225 h 1945159"/>
              <a:gd name="connsiteX23" fmla="*/ 133236 w 1964841"/>
              <a:gd name="connsiteY23" fmla="*/ 700876 h 1945159"/>
              <a:gd name="connsiteX24" fmla="*/ 123090 w 1964841"/>
              <a:gd name="connsiteY24" fmla="*/ 600229 h 1945159"/>
              <a:gd name="connsiteX25" fmla="*/ 622493 w 1964841"/>
              <a:gd name="connsiteY25" fmla="*/ 100826 h 1945159"/>
              <a:gd name="connsiteX26" fmla="*/ 723140 w 1964841"/>
              <a:gd name="connsiteY26" fmla="*/ 110972 h 1945159"/>
              <a:gd name="connsiteX27" fmla="*/ 808117 w 1964841"/>
              <a:gd name="connsiteY27" fmla="*/ 137351 h 1945159"/>
              <a:gd name="connsiteX28" fmla="*/ 871215 w 1964841"/>
              <a:gd name="connsiteY28" fmla="*/ 85290 h 1945159"/>
              <a:gd name="connsiteX29" fmla="*/ 1150436 w 1964841"/>
              <a:gd name="connsiteY29" fmla="*/ 0 h 1945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964841" h="1945159">
                <a:moveTo>
                  <a:pt x="1150436" y="0"/>
                </a:moveTo>
                <a:cubicBezTo>
                  <a:pt x="1357296" y="0"/>
                  <a:pt x="1534780" y="125770"/>
                  <a:pt x="1610594" y="305013"/>
                </a:cubicBezTo>
                <a:lnTo>
                  <a:pt x="1633316" y="378214"/>
                </a:lnTo>
                <a:lnTo>
                  <a:pt x="1659828" y="386444"/>
                </a:lnTo>
                <a:cubicBezTo>
                  <a:pt x="1839072" y="462257"/>
                  <a:pt x="1964841" y="639741"/>
                  <a:pt x="1964841" y="846601"/>
                </a:cubicBezTo>
                <a:cubicBezTo>
                  <a:pt x="1964841" y="915554"/>
                  <a:pt x="1950867" y="981244"/>
                  <a:pt x="1925596" y="1040991"/>
                </a:cubicBezTo>
                <a:lnTo>
                  <a:pt x="1919536" y="1052155"/>
                </a:lnTo>
                <a:lnTo>
                  <a:pt x="1920944" y="1059512"/>
                </a:lnTo>
                <a:cubicBezTo>
                  <a:pt x="1923591" y="1080341"/>
                  <a:pt x="1924956" y="1101570"/>
                  <a:pt x="1924956" y="1123118"/>
                </a:cubicBezTo>
                <a:cubicBezTo>
                  <a:pt x="1924956" y="1261025"/>
                  <a:pt x="1869059" y="1385875"/>
                  <a:pt x="1778684" y="1476249"/>
                </a:cubicBezTo>
                <a:lnTo>
                  <a:pt x="1761362" y="1490542"/>
                </a:lnTo>
                <a:lnTo>
                  <a:pt x="1757309" y="1530745"/>
                </a:lnTo>
                <a:cubicBezTo>
                  <a:pt x="1710742" y="1758315"/>
                  <a:pt x="1509388" y="1929501"/>
                  <a:pt x="1268052" y="1929501"/>
                </a:cubicBezTo>
                <a:cubicBezTo>
                  <a:pt x="1199099" y="1929501"/>
                  <a:pt x="1133410" y="1915527"/>
                  <a:pt x="1073662" y="1890256"/>
                </a:cubicBezTo>
                <a:lnTo>
                  <a:pt x="1039885" y="1871923"/>
                </a:lnTo>
                <a:lnTo>
                  <a:pt x="998147" y="1895913"/>
                </a:lnTo>
                <a:cubicBezTo>
                  <a:pt x="932649" y="1927473"/>
                  <a:pt x="859208" y="1945159"/>
                  <a:pt x="781635" y="1945159"/>
                </a:cubicBezTo>
                <a:cubicBezTo>
                  <a:pt x="574775" y="1945159"/>
                  <a:pt x="397291" y="1819390"/>
                  <a:pt x="321477" y="1640147"/>
                </a:cubicBezTo>
                <a:lnTo>
                  <a:pt x="300660" y="1573084"/>
                </a:lnTo>
                <a:lnTo>
                  <a:pt x="220182" y="1529402"/>
                </a:lnTo>
                <a:cubicBezTo>
                  <a:pt x="87340" y="1439656"/>
                  <a:pt x="0" y="1287672"/>
                  <a:pt x="0" y="1115289"/>
                </a:cubicBezTo>
                <a:cubicBezTo>
                  <a:pt x="0" y="977383"/>
                  <a:pt x="55897" y="852532"/>
                  <a:pt x="146272" y="762158"/>
                </a:cubicBezTo>
                <a:lnTo>
                  <a:pt x="151038" y="758225"/>
                </a:lnTo>
                <a:lnTo>
                  <a:pt x="133236" y="700876"/>
                </a:lnTo>
                <a:cubicBezTo>
                  <a:pt x="126584" y="668366"/>
                  <a:pt x="123090" y="634706"/>
                  <a:pt x="123090" y="600229"/>
                </a:cubicBezTo>
                <a:cubicBezTo>
                  <a:pt x="123090" y="324416"/>
                  <a:pt x="346680" y="100826"/>
                  <a:pt x="622493" y="100826"/>
                </a:cubicBezTo>
                <a:cubicBezTo>
                  <a:pt x="656970" y="100826"/>
                  <a:pt x="690630" y="104320"/>
                  <a:pt x="723140" y="110972"/>
                </a:cubicBezTo>
                <a:lnTo>
                  <a:pt x="808117" y="137351"/>
                </a:lnTo>
                <a:lnTo>
                  <a:pt x="871215" y="85290"/>
                </a:lnTo>
                <a:cubicBezTo>
                  <a:pt x="950920" y="31443"/>
                  <a:pt x="1047006" y="0"/>
                  <a:pt x="1150436"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9" name="Picture Placeholder 28"/>
          <p:cNvSpPr>
            <a:spLocks noGrp="1"/>
          </p:cNvSpPr>
          <p:nvPr>
            <p:ph type="pic" sz="quarter" idx="16"/>
          </p:nvPr>
        </p:nvSpPr>
        <p:spPr>
          <a:xfrm>
            <a:off x="6708753" y="2542734"/>
            <a:ext cx="1772530" cy="1772530"/>
          </a:xfrm>
          <a:custGeom>
            <a:avLst/>
            <a:gdLst>
              <a:gd name="connsiteX0" fmla="*/ 886265 w 1772530"/>
              <a:gd name="connsiteY0" fmla="*/ 0 h 1772530"/>
              <a:gd name="connsiteX1" fmla="*/ 1772530 w 1772530"/>
              <a:gd name="connsiteY1" fmla="*/ 886265 h 1772530"/>
              <a:gd name="connsiteX2" fmla="*/ 886265 w 1772530"/>
              <a:gd name="connsiteY2" fmla="*/ 1772530 h 1772530"/>
              <a:gd name="connsiteX3" fmla="*/ 0 w 1772530"/>
              <a:gd name="connsiteY3" fmla="*/ 886265 h 1772530"/>
              <a:gd name="connsiteX4" fmla="*/ 886265 w 1772530"/>
              <a:gd name="connsiteY4" fmla="*/ 0 h 17725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2530" h="1772530">
                <a:moveTo>
                  <a:pt x="886265" y="0"/>
                </a:moveTo>
                <a:cubicBezTo>
                  <a:pt x="1375736" y="0"/>
                  <a:pt x="1772530" y="396794"/>
                  <a:pt x="1772530" y="886265"/>
                </a:cubicBezTo>
                <a:cubicBezTo>
                  <a:pt x="1772530" y="1375736"/>
                  <a:pt x="1375736" y="1772530"/>
                  <a:pt x="886265" y="1772530"/>
                </a:cubicBezTo>
                <a:cubicBezTo>
                  <a:pt x="396794" y="1772530"/>
                  <a:pt x="0" y="1375736"/>
                  <a:pt x="0" y="886265"/>
                </a:cubicBezTo>
                <a:cubicBezTo>
                  <a:pt x="0" y="396794"/>
                  <a:pt x="396794" y="0"/>
                  <a:pt x="886265" y="0"/>
                </a:cubicBezTo>
                <a:close/>
              </a:path>
            </a:pathLst>
          </a:custGeom>
          <a:solidFill>
            <a:schemeClr val="bg1">
              <a:lumMod val="85000"/>
            </a:schemeClr>
          </a:solidFill>
        </p:spPr>
        <p:txBody>
          <a:bodyPr wrap="square">
            <a:noAutofit/>
          </a:bodyPr>
          <a:lstStyle/>
          <a:p>
            <a:endParaRPr lang="en-AU" dirty="0"/>
          </a:p>
        </p:txBody>
      </p:sp>
      <p:sp>
        <p:nvSpPr>
          <p:cNvPr id="15" name="Text Placeholder 21"/>
          <p:cNvSpPr>
            <a:spLocks noGrp="1"/>
          </p:cNvSpPr>
          <p:nvPr>
            <p:ph type="body" sz="quarter" idx="20"/>
          </p:nvPr>
        </p:nvSpPr>
        <p:spPr>
          <a:xfrm>
            <a:off x="713492" y="4547044"/>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6" name="Text Placeholder 21"/>
          <p:cNvSpPr>
            <a:spLocks noGrp="1"/>
          </p:cNvSpPr>
          <p:nvPr>
            <p:ph type="body" sz="quarter" idx="29"/>
          </p:nvPr>
        </p:nvSpPr>
        <p:spPr>
          <a:xfrm>
            <a:off x="713492" y="4853748"/>
            <a:ext cx="1814513"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8" name="Text Placeholder 21"/>
          <p:cNvSpPr>
            <a:spLocks noGrp="1"/>
          </p:cNvSpPr>
          <p:nvPr>
            <p:ph type="body" sz="quarter" idx="30"/>
          </p:nvPr>
        </p:nvSpPr>
        <p:spPr>
          <a:xfrm>
            <a:off x="3717217" y="4547044"/>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9" name="Text Placeholder 21"/>
          <p:cNvSpPr>
            <a:spLocks noGrp="1"/>
          </p:cNvSpPr>
          <p:nvPr>
            <p:ph type="body" sz="quarter" idx="31"/>
          </p:nvPr>
        </p:nvSpPr>
        <p:spPr>
          <a:xfrm>
            <a:off x="3717217" y="4853748"/>
            <a:ext cx="1814513"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0" name="Text Placeholder 21"/>
          <p:cNvSpPr>
            <a:spLocks noGrp="1"/>
          </p:cNvSpPr>
          <p:nvPr>
            <p:ph type="body" sz="quarter" idx="32"/>
          </p:nvPr>
        </p:nvSpPr>
        <p:spPr>
          <a:xfrm>
            <a:off x="6720942" y="4547044"/>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1" name="Text Placeholder 21"/>
          <p:cNvSpPr>
            <a:spLocks noGrp="1"/>
          </p:cNvSpPr>
          <p:nvPr>
            <p:ph type="body" sz="quarter" idx="33"/>
          </p:nvPr>
        </p:nvSpPr>
        <p:spPr>
          <a:xfrm>
            <a:off x="6720942" y="4853748"/>
            <a:ext cx="1814513"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2" name="Text Placeholder 21"/>
          <p:cNvSpPr>
            <a:spLocks noGrp="1"/>
          </p:cNvSpPr>
          <p:nvPr>
            <p:ph type="body" sz="quarter" idx="34"/>
          </p:nvPr>
        </p:nvSpPr>
        <p:spPr>
          <a:xfrm>
            <a:off x="9724667" y="4546572"/>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0" name="Text Placeholder 21"/>
          <p:cNvSpPr>
            <a:spLocks noGrp="1"/>
          </p:cNvSpPr>
          <p:nvPr>
            <p:ph type="body" sz="quarter" idx="35"/>
          </p:nvPr>
        </p:nvSpPr>
        <p:spPr>
          <a:xfrm>
            <a:off x="9724667" y="4853276"/>
            <a:ext cx="1814513"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Tree>
    <p:extLst>
      <p:ext uri="{BB962C8B-B14F-4D97-AF65-F5344CB8AC3E}">
        <p14:creationId xmlns:p14="http://schemas.microsoft.com/office/powerpoint/2010/main" val="400661564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42" presetClass="entr" presetSubtype="0" fill="hold" grpId="0" nodeType="afterEffect">
                                  <p:stCondLst>
                                    <p:cond delay="0"/>
                                  </p:stCondLst>
                                  <p:childTnLst>
                                    <p:set>
                                      <p:cBhvr>
                                        <p:cTn id="10" dur="1" fill="hold">
                                          <p:stCondLst>
                                            <p:cond delay="0"/>
                                          </p:stCondLst>
                                        </p:cTn>
                                        <p:tgtEl>
                                          <p:spTgt spid="8">
                                            <p:txEl>
                                              <p:pRg st="0" end="0"/>
                                            </p:txEl>
                                          </p:spTgt>
                                        </p:tgtEl>
                                        <p:attrNameLst>
                                          <p:attrName>style.visibility</p:attrName>
                                        </p:attrNameLst>
                                      </p:cBhvr>
                                      <p:to>
                                        <p:strVal val="visible"/>
                                      </p:to>
                                    </p:set>
                                    <p:animEffect transition="in" filter="fade">
                                      <p:cBhvr>
                                        <p:cTn id="11" dur="500"/>
                                        <p:tgtEl>
                                          <p:spTgt spid="8">
                                            <p:txEl>
                                              <p:pRg st="0" end="0"/>
                                            </p:txEl>
                                          </p:spTgt>
                                        </p:tgtEl>
                                      </p:cBhvr>
                                    </p:animEffect>
                                    <p:anim calcmode="lin" valueType="num">
                                      <p:cBhvr>
                                        <p:cTn id="12"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4" fill="hold">
                            <p:stCondLst>
                              <p:cond delay="1000"/>
                            </p:stCondLst>
                            <p:childTnLst>
                              <p:par>
                                <p:cTn id="15" presetID="10" presetClass="entr" presetSubtype="0" fill="hold" grpId="0" nodeType="afterEffect">
                                  <p:stCondLst>
                                    <p:cond delay="0"/>
                                  </p:stCondLst>
                                  <p:childTnLst>
                                    <p:set>
                                      <p:cBhvr>
                                        <p:cTn id="16" dur="1" fill="hold">
                                          <p:stCondLst>
                                            <p:cond delay="0"/>
                                          </p:stCondLst>
                                        </p:cTn>
                                        <p:tgtEl>
                                          <p:spTgt spid="23"/>
                                        </p:tgtEl>
                                        <p:attrNameLst>
                                          <p:attrName>style.visibility</p:attrName>
                                        </p:attrNameLst>
                                      </p:cBhvr>
                                      <p:to>
                                        <p:strVal val="visible"/>
                                      </p:to>
                                    </p:set>
                                    <p:animEffect transition="in" filter="fade">
                                      <p:cBhvr>
                                        <p:cTn id="17" dur="500"/>
                                        <p:tgtEl>
                                          <p:spTgt spid="23"/>
                                        </p:tgtEl>
                                      </p:cBhvr>
                                    </p:animEffect>
                                  </p:childTnLst>
                                </p:cTn>
                              </p:par>
                            </p:childTnLst>
                          </p:cTn>
                        </p:par>
                        <p:par>
                          <p:cTn id="18" fill="hold">
                            <p:stCondLst>
                              <p:cond delay="1500"/>
                            </p:stCondLst>
                            <p:childTnLst>
                              <p:par>
                                <p:cTn id="19" presetID="53" presetClass="entr" presetSubtype="16" fill="hold" grpId="0" nodeType="afterEffect">
                                  <p:stCondLst>
                                    <p:cond delay="0"/>
                                  </p:stCondLst>
                                  <p:childTnLst>
                                    <p:set>
                                      <p:cBhvr>
                                        <p:cTn id="20" dur="1" fill="hold">
                                          <p:stCondLst>
                                            <p:cond delay="0"/>
                                          </p:stCondLst>
                                        </p:cTn>
                                        <p:tgtEl>
                                          <p:spTgt spid="17"/>
                                        </p:tgtEl>
                                        <p:attrNameLst>
                                          <p:attrName>style.visibility</p:attrName>
                                        </p:attrNameLst>
                                      </p:cBhvr>
                                      <p:to>
                                        <p:strVal val="visible"/>
                                      </p:to>
                                    </p:set>
                                    <p:anim calcmode="lin" valueType="num">
                                      <p:cBhvr>
                                        <p:cTn id="21" dur="500" fill="hold"/>
                                        <p:tgtEl>
                                          <p:spTgt spid="17"/>
                                        </p:tgtEl>
                                        <p:attrNameLst>
                                          <p:attrName>ppt_w</p:attrName>
                                        </p:attrNameLst>
                                      </p:cBhvr>
                                      <p:tavLst>
                                        <p:tav tm="0">
                                          <p:val>
                                            <p:fltVal val="0"/>
                                          </p:val>
                                        </p:tav>
                                        <p:tav tm="100000">
                                          <p:val>
                                            <p:strVal val="#ppt_w"/>
                                          </p:val>
                                        </p:tav>
                                      </p:tavLst>
                                    </p:anim>
                                    <p:anim calcmode="lin" valueType="num">
                                      <p:cBhvr>
                                        <p:cTn id="22" dur="500" fill="hold"/>
                                        <p:tgtEl>
                                          <p:spTgt spid="17"/>
                                        </p:tgtEl>
                                        <p:attrNameLst>
                                          <p:attrName>ppt_h</p:attrName>
                                        </p:attrNameLst>
                                      </p:cBhvr>
                                      <p:tavLst>
                                        <p:tav tm="0">
                                          <p:val>
                                            <p:fltVal val="0"/>
                                          </p:val>
                                        </p:tav>
                                        <p:tav tm="100000">
                                          <p:val>
                                            <p:strVal val="#ppt_h"/>
                                          </p:val>
                                        </p:tav>
                                      </p:tavLst>
                                    </p:anim>
                                    <p:animEffect transition="in" filter="fade">
                                      <p:cBhvr>
                                        <p:cTn id="23" dur="500"/>
                                        <p:tgtEl>
                                          <p:spTgt spid="17"/>
                                        </p:tgtEl>
                                      </p:cBhvr>
                                    </p:animEffect>
                                  </p:childTnLst>
                                </p:cTn>
                              </p:par>
                            </p:childTnLst>
                          </p:cTn>
                        </p:par>
                        <p:par>
                          <p:cTn id="24" fill="hold">
                            <p:stCondLst>
                              <p:cond delay="2000"/>
                            </p:stCondLst>
                            <p:childTnLst>
                              <p:par>
                                <p:cTn id="25" presetID="53" presetClass="entr" presetSubtype="16" fill="hold" grpId="0" nodeType="afterEffect" nodePh="1">
                                  <p:stCondLst>
                                    <p:cond delay="0"/>
                                  </p:stCondLst>
                                  <p:endCondLst>
                                    <p:cond evt="begin" delay="0">
                                      <p:tn val="25"/>
                                    </p:cond>
                                  </p:endCondLst>
                                  <p:childTnLst>
                                    <p:set>
                                      <p:cBhvr>
                                        <p:cTn id="26" dur="1" fill="hold">
                                          <p:stCondLst>
                                            <p:cond delay="0"/>
                                          </p:stCondLst>
                                        </p:cTn>
                                        <p:tgtEl>
                                          <p:spTgt spid="15">
                                            <p:txEl>
                                              <p:pRg st="0" end="0"/>
                                            </p:txEl>
                                          </p:spTgt>
                                        </p:tgtEl>
                                        <p:attrNameLst>
                                          <p:attrName>style.visibility</p:attrName>
                                        </p:attrNameLst>
                                      </p:cBhvr>
                                      <p:to>
                                        <p:strVal val="visible"/>
                                      </p:to>
                                    </p:set>
                                    <p:anim calcmode="lin" valueType="num">
                                      <p:cBhvr>
                                        <p:cTn id="27" dur="500" fill="hold"/>
                                        <p:tgtEl>
                                          <p:spTgt spid="15">
                                            <p:txEl>
                                              <p:pRg st="0" end="0"/>
                                            </p:txEl>
                                          </p:spTgt>
                                        </p:tgtEl>
                                        <p:attrNameLst>
                                          <p:attrName>ppt_w</p:attrName>
                                        </p:attrNameLst>
                                      </p:cBhvr>
                                      <p:tavLst>
                                        <p:tav tm="0">
                                          <p:val>
                                            <p:fltVal val="0"/>
                                          </p:val>
                                        </p:tav>
                                        <p:tav tm="100000">
                                          <p:val>
                                            <p:strVal val="#ppt_w"/>
                                          </p:val>
                                        </p:tav>
                                      </p:tavLst>
                                    </p:anim>
                                    <p:anim calcmode="lin" valueType="num">
                                      <p:cBhvr>
                                        <p:cTn id="28" dur="500" fill="hold"/>
                                        <p:tgtEl>
                                          <p:spTgt spid="15">
                                            <p:txEl>
                                              <p:pRg st="0" end="0"/>
                                            </p:txEl>
                                          </p:spTgt>
                                        </p:tgtEl>
                                        <p:attrNameLst>
                                          <p:attrName>ppt_h</p:attrName>
                                        </p:attrNameLst>
                                      </p:cBhvr>
                                      <p:tavLst>
                                        <p:tav tm="0">
                                          <p:val>
                                            <p:fltVal val="0"/>
                                          </p:val>
                                        </p:tav>
                                        <p:tav tm="100000">
                                          <p:val>
                                            <p:strVal val="#ppt_h"/>
                                          </p:val>
                                        </p:tav>
                                      </p:tavLst>
                                    </p:anim>
                                    <p:animEffect transition="in" filter="fade">
                                      <p:cBhvr>
                                        <p:cTn id="29" dur="500"/>
                                        <p:tgtEl>
                                          <p:spTgt spid="15">
                                            <p:txEl>
                                              <p:pRg st="0" end="0"/>
                                            </p:txEl>
                                          </p:spTgt>
                                        </p:tgtEl>
                                      </p:cBhvr>
                                    </p:animEffect>
                                  </p:childTnLst>
                                </p:cTn>
                              </p:par>
                            </p:childTnLst>
                          </p:cTn>
                        </p:par>
                        <p:par>
                          <p:cTn id="30" fill="hold">
                            <p:stCondLst>
                              <p:cond delay="2500"/>
                            </p:stCondLst>
                            <p:childTnLst>
                              <p:par>
                                <p:cTn id="31" presetID="42" presetClass="entr" presetSubtype="0" fill="hold" grpId="0" nodeType="afterEffect" nodePh="1">
                                  <p:stCondLst>
                                    <p:cond delay="0"/>
                                  </p:stCondLst>
                                  <p:endCondLst>
                                    <p:cond evt="begin" delay="0">
                                      <p:tn val="31"/>
                                    </p:cond>
                                  </p:endCondLst>
                                  <p:childTnLst>
                                    <p:set>
                                      <p:cBhvr>
                                        <p:cTn id="32" dur="1" fill="hold">
                                          <p:stCondLst>
                                            <p:cond delay="0"/>
                                          </p:stCondLst>
                                        </p:cTn>
                                        <p:tgtEl>
                                          <p:spTgt spid="16">
                                            <p:txEl>
                                              <p:pRg st="0" end="0"/>
                                            </p:txEl>
                                          </p:spTgt>
                                        </p:tgtEl>
                                        <p:attrNameLst>
                                          <p:attrName>style.visibility</p:attrName>
                                        </p:attrNameLst>
                                      </p:cBhvr>
                                      <p:to>
                                        <p:strVal val="visible"/>
                                      </p:to>
                                    </p:set>
                                    <p:animEffect transition="in" filter="fade">
                                      <p:cBhvr>
                                        <p:cTn id="33" dur="500"/>
                                        <p:tgtEl>
                                          <p:spTgt spid="16">
                                            <p:txEl>
                                              <p:pRg st="0" end="0"/>
                                            </p:txEl>
                                          </p:spTgt>
                                        </p:tgtEl>
                                      </p:cBhvr>
                                    </p:animEffect>
                                    <p:anim calcmode="lin" valueType="num">
                                      <p:cBhvr>
                                        <p:cTn id="34" dur="500" fill="hold"/>
                                        <p:tgtEl>
                                          <p:spTgt spid="16">
                                            <p:txEl>
                                              <p:pRg st="0" end="0"/>
                                            </p:txEl>
                                          </p:spTgt>
                                        </p:tgtEl>
                                        <p:attrNameLst>
                                          <p:attrName>ppt_x</p:attrName>
                                        </p:attrNameLst>
                                      </p:cBhvr>
                                      <p:tavLst>
                                        <p:tav tm="0">
                                          <p:val>
                                            <p:strVal val="#ppt_x"/>
                                          </p:val>
                                        </p:tav>
                                        <p:tav tm="100000">
                                          <p:val>
                                            <p:strVal val="#ppt_x"/>
                                          </p:val>
                                        </p:tav>
                                      </p:tavLst>
                                    </p:anim>
                                    <p:anim calcmode="lin" valueType="num">
                                      <p:cBhvr>
                                        <p:cTn id="35" dur="500" fill="hold"/>
                                        <p:tgtEl>
                                          <p:spTgt spid="16">
                                            <p:txEl>
                                              <p:pRg st="0" end="0"/>
                                            </p:txEl>
                                          </p:spTgt>
                                        </p:tgtEl>
                                        <p:attrNameLst>
                                          <p:attrName>ppt_y</p:attrName>
                                        </p:attrNameLst>
                                      </p:cBhvr>
                                      <p:tavLst>
                                        <p:tav tm="0">
                                          <p:val>
                                            <p:strVal val="#ppt_y+.1"/>
                                          </p:val>
                                        </p:tav>
                                        <p:tav tm="100000">
                                          <p:val>
                                            <p:strVal val="#ppt_y"/>
                                          </p:val>
                                        </p:tav>
                                      </p:tavLst>
                                    </p:anim>
                                  </p:childTnLst>
                                </p:cTn>
                              </p:par>
                            </p:childTnLst>
                          </p:cTn>
                        </p:par>
                        <p:par>
                          <p:cTn id="36" fill="hold">
                            <p:stCondLst>
                              <p:cond delay="3000"/>
                            </p:stCondLst>
                            <p:childTnLst>
                              <p:par>
                                <p:cTn id="37" presetID="10" presetClass="entr" presetSubtype="0" fill="hold" grpId="0" nodeType="afterEffect">
                                  <p:stCondLst>
                                    <p:cond delay="0"/>
                                  </p:stCondLst>
                                  <p:childTnLst>
                                    <p:set>
                                      <p:cBhvr>
                                        <p:cTn id="38" dur="1" fill="hold">
                                          <p:stCondLst>
                                            <p:cond delay="0"/>
                                          </p:stCondLst>
                                        </p:cTn>
                                        <p:tgtEl>
                                          <p:spTgt spid="24"/>
                                        </p:tgtEl>
                                        <p:attrNameLst>
                                          <p:attrName>style.visibility</p:attrName>
                                        </p:attrNameLst>
                                      </p:cBhvr>
                                      <p:to>
                                        <p:strVal val="visible"/>
                                      </p:to>
                                    </p:set>
                                    <p:animEffect transition="in" filter="fade">
                                      <p:cBhvr>
                                        <p:cTn id="39" dur="500"/>
                                        <p:tgtEl>
                                          <p:spTgt spid="24"/>
                                        </p:tgtEl>
                                      </p:cBhvr>
                                    </p:animEffect>
                                  </p:childTnLst>
                                </p:cTn>
                              </p:par>
                            </p:childTnLst>
                          </p:cTn>
                        </p:par>
                        <p:par>
                          <p:cTn id="40" fill="hold">
                            <p:stCondLst>
                              <p:cond delay="3500"/>
                            </p:stCondLst>
                            <p:childTnLst>
                              <p:par>
                                <p:cTn id="41" presetID="53" presetClass="entr" presetSubtype="16" fill="hold" grpId="0" nodeType="afterEffect">
                                  <p:stCondLst>
                                    <p:cond delay="0"/>
                                  </p:stCondLst>
                                  <p:childTnLst>
                                    <p:set>
                                      <p:cBhvr>
                                        <p:cTn id="42" dur="1" fill="hold">
                                          <p:stCondLst>
                                            <p:cond delay="0"/>
                                          </p:stCondLst>
                                        </p:cTn>
                                        <p:tgtEl>
                                          <p:spTgt spid="25"/>
                                        </p:tgtEl>
                                        <p:attrNameLst>
                                          <p:attrName>style.visibility</p:attrName>
                                        </p:attrNameLst>
                                      </p:cBhvr>
                                      <p:to>
                                        <p:strVal val="visible"/>
                                      </p:to>
                                    </p:set>
                                    <p:anim calcmode="lin" valueType="num">
                                      <p:cBhvr>
                                        <p:cTn id="43" dur="500" fill="hold"/>
                                        <p:tgtEl>
                                          <p:spTgt spid="25"/>
                                        </p:tgtEl>
                                        <p:attrNameLst>
                                          <p:attrName>ppt_w</p:attrName>
                                        </p:attrNameLst>
                                      </p:cBhvr>
                                      <p:tavLst>
                                        <p:tav tm="0">
                                          <p:val>
                                            <p:fltVal val="0"/>
                                          </p:val>
                                        </p:tav>
                                        <p:tav tm="100000">
                                          <p:val>
                                            <p:strVal val="#ppt_w"/>
                                          </p:val>
                                        </p:tav>
                                      </p:tavLst>
                                    </p:anim>
                                    <p:anim calcmode="lin" valueType="num">
                                      <p:cBhvr>
                                        <p:cTn id="44" dur="500" fill="hold"/>
                                        <p:tgtEl>
                                          <p:spTgt spid="25"/>
                                        </p:tgtEl>
                                        <p:attrNameLst>
                                          <p:attrName>ppt_h</p:attrName>
                                        </p:attrNameLst>
                                      </p:cBhvr>
                                      <p:tavLst>
                                        <p:tav tm="0">
                                          <p:val>
                                            <p:fltVal val="0"/>
                                          </p:val>
                                        </p:tav>
                                        <p:tav tm="100000">
                                          <p:val>
                                            <p:strVal val="#ppt_h"/>
                                          </p:val>
                                        </p:tav>
                                      </p:tavLst>
                                    </p:anim>
                                    <p:animEffect transition="in" filter="fade">
                                      <p:cBhvr>
                                        <p:cTn id="45" dur="500"/>
                                        <p:tgtEl>
                                          <p:spTgt spid="25"/>
                                        </p:tgtEl>
                                      </p:cBhvr>
                                    </p:animEffect>
                                  </p:childTnLst>
                                </p:cTn>
                              </p:par>
                            </p:childTnLst>
                          </p:cTn>
                        </p:par>
                        <p:par>
                          <p:cTn id="46" fill="hold">
                            <p:stCondLst>
                              <p:cond delay="4000"/>
                            </p:stCondLst>
                            <p:childTnLst>
                              <p:par>
                                <p:cTn id="47" presetID="53" presetClass="entr" presetSubtype="16" fill="hold" grpId="0" nodeType="afterEffect" nodePh="1">
                                  <p:stCondLst>
                                    <p:cond delay="0"/>
                                  </p:stCondLst>
                                  <p:endCondLst>
                                    <p:cond evt="begin" delay="0">
                                      <p:tn val="47"/>
                                    </p:cond>
                                  </p:endCondLst>
                                  <p:childTnLst>
                                    <p:set>
                                      <p:cBhvr>
                                        <p:cTn id="48" dur="1" fill="hold">
                                          <p:stCondLst>
                                            <p:cond delay="0"/>
                                          </p:stCondLst>
                                        </p:cTn>
                                        <p:tgtEl>
                                          <p:spTgt spid="18">
                                            <p:txEl>
                                              <p:pRg st="0" end="0"/>
                                            </p:txEl>
                                          </p:spTgt>
                                        </p:tgtEl>
                                        <p:attrNameLst>
                                          <p:attrName>style.visibility</p:attrName>
                                        </p:attrNameLst>
                                      </p:cBhvr>
                                      <p:to>
                                        <p:strVal val="visible"/>
                                      </p:to>
                                    </p:set>
                                    <p:anim calcmode="lin" valueType="num">
                                      <p:cBhvr>
                                        <p:cTn id="49" dur="500" fill="hold"/>
                                        <p:tgtEl>
                                          <p:spTgt spid="18">
                                            <p:txEl>
                                              <p:pRg st="0" end="0"/>
                                            </p:txEl>
                                          </p:spTgt>
                                        </p:tgtEl>
                                        <p:attrNameLst>
                                          <p:attrName>ppt_w</p:attrName>
                                        </p:attrNameLst>
                                      </p:cBhvr>
                                      <p:tavLst>
                                        <p:tav tm="0">
                                          <p:val>
                                            <p:fltVal val="0"/>
                                          </p:val>
                                        </p:tav>
                                        <p:tav tm="100000">
                                          <p:val>
                                            <p:strVal val="#ppt_w"/>
                                          </p:val>
                                        </p:tav>
                                      </p:tavLst>
                                    </p:anim>
                                    <p:anim calcmode="lin" valueType="num">
                                      <p:cBhvr>
                                        <p:cTn id="50" dur="500" fill="hold"/>
                                        <p:tgtEl>
                                          <p:spTgt spid="18">
                                            <p:txEl>
                                              <p:pRg st="0" end="0"/>
                                            </p:txEl>
                                          </p:spTgt>
                                        </p:tgtEl>
                                        <p:attrNameLst>
                                          <p:attrName>ppt_h</p:attrName>
                                        </p:attrNameLst>
                                      </p:cBhvr>
                                      <p:tavLst>
                                        <p:tav tm="0">
                                          <p:val>
                                            <p:fltVal val="0"/>
                                          </p:val>
                                        </p:tav>
                                        <p:tav tm="100000">
                                          <p:val>
                                            <p:strVal val="#ppt_h"/>
                                          </p:val>
                                        </p:tav>
                                      </p:tavLst>
                                    </p:anim>
                                    <p:animEffect transition="in" filter="fade">
                                      <p:cBhvr>
                                        <p:cTn id="51" dur="500"/>
                                        <p:tgtEl>
                                          <p:spTgt spid="18">
                                            <p:txEl>
                                              <p:pRg st="0" end="0"/>
                                            </p:txEl>
                                          </p:spTgt>
                                        </p:tgtEl>
                                      </p:cBhvr>
                                    </p:animEffect>
                                  </p:childTnLst>
                                </p:cTn>
                              </p:par>
                            </p:childTnLst>
                          </p:cTn>
                        </p:par>
                        <p:par>
                          <p:cTn id="52" fill="hold">
                            <p:stCondLst>
                              <p:cond delay="4500"/>
                            </p:stCondLst>
                            <p:childTnLst>
                              <p:par>
                                <p:cTn id="53" presetID="42" presetClass="entr" presetSubtype="0" fill="hold" grpId="0" nodeType="afterEffect" nodePh="1">
                                  <p:stCondLst>
                                    <p:cond delay="0"/>
                                  </p:stCondLst>
                                  <p:endCondLst>
                                    <p:cond evt="begin" delay="0">
                                      <p:tn val="53"/>
                                    </p:cond>
                                  </p:endCondLst>
                                  <p:childTnLst>
                                    <p:set>
                                      <p:cBhvr>
                                        <p:cTn id="54" dur="1" fill="hold">
                                          <p:stCondLst>
                                            <p:cond delay="0"/>
                                          </p:stCondLst>
                                        </p:cTn>
                                        <p:tgtEl>
                                          <p:spTgt spid="19">
                                            <p:txEl>
                                              <p:pRg st="0" end="0"/>
                                            </p:txEl>
                                          </p:spTgt>
                                        </p:tgtEl>
                                        <p:attrNameLst>
                                          <p:attrName>style.visibility</p:attrName>
                                        </p:attrNameLst>
                                      </p:cBhvr>
                                      <p:to>
                                        <p:strVal val="visible"/>
                                      </p:to>
                                    </p:set>
                                    <p:animEffect transition="in" filter="fade">
                                      <p:cBhvr>
                                        <p:cTn id="55" dur="500"/>
                                        <p:tgtEl>
                                          <p:spTgt spid="19">
                                            <p:txEl>
                                              <p:pRg st="0" end="0"/>
                                            </p:txEl>
                                          </p:spTgt>
                                        </p:tgtEl>
                                      </p:cBhvr>
                                    </p:animEffect>
                                    <p:anim calcmode="lin" valueType="num">
                                      <p:cBhvr>
                                        <p:cTn id="56" dur="500" fill="hold"/>
                                        <p:tgtEl>
                                          <p:spTgt spid="19">
                                            <p:txEl>
                                              <p:pRg st="0" end="0"/>
                                            </p:txEl>
                                          </p:spTgt>
                                        </p:tgtEl>
                                        <p:attrNameLst>
                                          <p:attrName>ppt_x</p:attrName>
                                        </p:attrNameLst>
                                      </p:cBhvr>
                                      <p:tavLst>
                                        <p:tav tm="0">
                                          <p:val>
                                            <p:strVal val="#ppt_x"/>
                                          </p:val>
                                        </p:tav>
                                        <p:tav tm="100000">
                                          <p:val>
                                            <p:strVal val="#ppt_x"/>
                                          </p:val>
                                        </p:tav>
                                      </p:tavLst>
                                    </p:anim>
                                    <p:anim calcmode="lin" valueType="num">
                                      <p:cBhvr>
                                        <p:cTn id="57" dur="500" fill="hold"/>
                                        <p:tgtEl>
                                          <p:spTgt spid="19">
                                            <p:txEl>
                                              <p:pRg st="0" end="0"/>
                                            </p:txEl>
                                          </p:spTgt>
                                        </p:tgtEl>
                                        <p:attrNameLst>
                                          <p:attrName>ppt_y</p:attrName>
                                        </p:attrNameLst>
                                      </p:cBhvr>
                                      <p:tavLst>
                                        <p:tav tm="0">
                                          <p:val>
                                            <p:strVal val="#ppt_y+.1"/>
                                          </p:val>
                                        </p:tav>
                                        <p:tav tm="100000">
                                          <p:val>
                                            <p:strVal val="#ppt_y"/>
                                          </p:val>
                                        </p:tav>
                                      </p:tavLst>
                                    </p:anim>
                                  </p:childTnLst>
                                </p:cTn>
                              </p:par>
                            </p:childTnLst>
                          </p:cTn>
                        </p:par>
                        <p:par>
                          <p:cTn id="58" fill="hold">
                            <p:stCondLst>
                              <p:cond delay="5000"/>
                            </p:stCondLst>
                            <p:childTnLst>
                              <p:par>
                                <p:cTn id="59" presetID="10" presetClass="entr" presetSubtype="0" fill="hold" grpId="0" nodeType="afterEffect">
                                  <p:stCondLst>
                                    <p:cond delay="0"/>
                                  </p:stCondLst>
                                  <p:childTnLst>
                                    <p:set>
                                      <p:cBhvr>
                                        <p:cTn id="60" dur="1" fill="hold">
                                          <p:stCondLst>
                                            <p:cond delay="0"/>
                                          </p:stCondLst>
                                        </p:cTn>
                                        <p:tgtEl>
                                          <p:spTgt spid="28"/>
                                        </p:tgtEl>
                                        <p:attrNameLst>
                                          <p:attrName>style.visibility</p:attrName>
                                        </p:attrNameLst>
                                      </p:cBhvr>
                                      <p:to>
                                        <p:strVal val="visible"/>
                                      </p:to>
                                    </p:set>
                                    <p:animEffect transition="in" filter="fade">
                                      <p:cBhvr>
                                        <p:cTn id="61" dur="500"/>
                                        <p:tgtEl>
                                          <p:spTgt spid="28"/>
                                        </p:tgtEl>
                                      </p:cBhvr>
                                    </p:animEffect>
                                  </p:childTnLst>
                                </p:cTn>
                              </p:par>
                            </p:childTnLst>
                          </p:cTn>
                        </p:par>
                        <p:par>
                          <p:cTn id="62" fill="hold">
                            <p:stCondLst>
                              <p:cond delay="5500"/>
                            </p:stCondLst>
                            <p:childTnLst>
                              <p:par>
                                <p:cTn id="63" presetID="53" presetClass="entr" presetSubtype="16" fill="hold" grpId="0" nodeType="afterEffect">
                                  <p:stCondLst>
                                    <p:cond delay="0"/>
                                  </p:stCondLst>
                                  <p:childTnLst>
                                    <p:set>
                                      <p:cBhvr>
                                        <p:cTn id="64" dur="1" fill="hold">
                                          <p:stCondLst>
                                            <p:cond delay="0"/>
                                          </p:stCondLst>
                                        </p:cTn>
                                        <p:tgtEl>
                                          <p:spTgt spid="29"/>
                                        </p:tgtEl>
                                        <p:attrNameLst>
                                          <p:attrName>style.visibility</p:attrName>
                                        </p:attrNameLst>
                                      </p:cBhvr>
                                      <p:to>
                                        <p:strVal val="visible"/>
                                      </p:to>
                                    </p:set>
                                    <p:anim calcmode="lin" valueType="num">
                                      <p:cBhvr>
                                        <p:cTn id="65" dur="500" fill="hold"/>
                                        <p:tgtEl>
                                          <p:spTgt spid="29"/>
                                        </p:tgtEl>
                                        <p:attrNameLst>
                                          <p:attrName>ppt_w</p:attrName>
                                        </p:attrNameLst>
                                      </p:cBhvr>
                                      <p:tavLst>
                                        <p:tav tm="0">
                                          <p:val>
                                            <p:fltVal val="0"/>
                                          </p:val>
                                        </p:tav>
                                        <p:tav tm="100000">
                                          <p:val>
                                            <p:strVal val="#ppt_w"/>
                                          </p:val>
                                        </p:tav>
                                      </p:tavLst>
                                    </p:anim>
                                    <p:anim calcmode="lin" valueType="num">
                                      <p:cBhvr>
                                        <p:cTn id="66" dur="500" fill="hold"/>
                                        <p:tgtEl>
                                          <p:spTgt spid="29"/>
                                        </p:tgtEl>
                                        <p:attrNameLst>
                                          <p:attrName>ppt_h</p:attrName>
                                        </p:attrNameLst>
                                      </p:cBhvr>
                                      <p:tavLst>
                                        <p:tav tm="0">
                                          <p:val>
                                            <p:fltVal val="0"/>
                                          </p:val>
                                        </p:tav>
                                        <p:tav tm="100000">
                                          <p:val>
                                            <p:strVal val="#ppt_h"/>
                                          </p:val>
                                        </p:tav>
                                      </p:tavLst>
                                    </p:anim>
                                    <p:animEffect transition="in" filter="fade">
                                      <p:cBhvr>
                                        <p:cTn id="67" dur="500"/>
                                        <p:tgtEl>
                                          <p:spTgt spid="29"/>
                                        </p:tgtEl>
                                      </p:cBhvr>
                                    </p:animEffect>
                                  </p:childTnLst>
                                </p:cTn>
                              </p:par>
                            </p:childTnLst>
                          </p:cTn>
                        </p:par>
                        <p:par>
                          <p:cTn id="68" fill="hold">
                            <p:stCondLst>
                              <p:cond delay="6000"/>
                            </p:stCondLst>
                            <p:childTnLst>
                              <p:par>
                                <p:cTn id="69" presetID="53" presetClass="entr" presetSubtype="16" fill="hold" grpId="0" nodeType="afterEffect" nodePh="1">
                                  <p:stCondLst>
                                    <p:cond delay="0"/>
                                  </p:stCondLst>
                                  <p:endCondLst>
                                    <p:cond evt="begin" delay="0">
                                      <p:tn val="69"/>
                                    </p:cond>
                                  </p:endCondLst>
                                  <p:childTnLst>
                                    <p:set>
                                      <p:cBhvr>
                                        <p:cTn id="70" dur="1" fill="hold">
                                          <p:stCondLst>
                                            <p:cond delay="0"/>
                                          </p:stCondLst>
                                        </p:cTn>
                                        <p:tgtEl>
                                          <p:spTgt spid="20">
                                            <p:txEl>
                                              <p:pRg st="0" end="0"/>
                                            </p:txEl>
                                          </p:spTgt>
                                        </p:tgtEl>
                                        <p:attrNameLst>
                                          <p:attrName>style.visibility</p:attrName>
                                        </p:attrNameLst>
                                      </p:cBhvr>
                                      <p:to>
                                        <p:strVal val="visible"/>
                                      </p:to>
                                    </p:set>
                                    <p:anim calcmode="lin" valueType="num">
                                      <p:cBhvr>
                                        <p:cTn id="71" dur="500" fill="hold"/>
                                        <p:tgtEl>
                                          <p:spTgt spid="20">
                                            <p:txEl>
                                              <p:pRg st="0" end="0"/>
                                            </p:txEl>
                                          </p:spTgt>
                                        </p:tgtEl>
                                        <p:attrNameLst>
                                          <p:attrName>ppt_w</p:attrName>
                                        </p:attrNameLst>
                                      </p:cBhvr>
                                      <p:tavLst>
                                        <p:tav tm="0">
                                          <p:val>
                                            <p:fltVal val="0"/>
                                          </p:val>
                                        </p:tav>
                                        <p:tav tm="100000">
                                          <p:val>
                                            <p:strVal val="#ppt_w"/>
                                          </p:val>
                                        </p:tav>
                                      </p:tavLst>
                                    </p:anim>
                                    <p:anim calcmode="lin" valueType="num">
                                      <p:cBhvr>
                                        <p:cTn id="72" dur="500" fill="hold"/>
                                        <p:tgtEl>
                                          <p:spTgt spid="20">
                                            <p:txEl>
                                              <p:pRg st="0" end="0"/>
                                            </p:txEl>
                                          </p:spTgt>
                                        </p:tgtEl>
                                        <p:attrNameLst>
                                          <p:attrName>ppt_h</p:attrName>
                                        </p:attrNameLst>
                                      </p:cBhvr>
                                      <p:tavLst>
                                        <p:tav tm="0">
                                          <p:val>
                                            <p:fltVal val="0"/>
                                          </p:val>
                                        </p:tav>
                                        <p:tav tm="100000">
                                          <p:val>
                                            <p:strVal val="#ppt_h"/>
                                          </p:val>
                                        </p:tav>
                                      </p:tavLst>
                                    </p:anim>
                                    <p:animEffect transition="in" filter="fade">
                                      <p:cBhvr>
                                        <p:cTn id="73" dur="500"/>
                                        <p:tgtEl>
                                          <p:spTgt spid="20">
                                            <p:txEl>
                                              <p:pRg st="0" end="0"/>
                                            </p:txEl>
                                          </p:spTgt>
                                        </p:tgtEl>
                                      </p:cBhvr>
                                    </p:animEffect>
                                  </p:childTnLst>
                                </p:cTn>
                              </p:par>
                            </p:childTnLst>
                          </p:cTn>
                        </p:par>
                        <p:par>
                          <p:cTn id="74" fill="hold">
                            <p:stCondLst>
                              <p:cond delay="6500"/>
                            </p:stCondLst>
                            <p:childTnLst>
                              <p:par>
                                <p:cTn id="75" presetID="42" presetClass="entr" presetSubtype="0" fill="hold" grpId="0" nodeType="afterEffect" nodePh="1">
                                  <p:stCondLst>
                                    <p:cond delay="0"/>
                                  </p:stCondLst>
                                  <p:endCondLst>
                                    <p:cond evt="begin" delay="0">
                                      <p:tn val="75"/>
                                    </p:cond>
                                  </p:endCondLst>
                                  <p:childTnLst>
                                    <p:set>
                                      <p:cBhvr>
                                        <p:cTn id="76" dur="1" fill="hold">
                                          <p:stCondLst>
                                            <p:cond delay="0"/>
                                          </p:stCondLst>
                                        </p:cTn>
                                        <p:tgtEl>
                                          <p:spTgt spid="21">
                                            <p:txEl>
                                              <p:pRg st="0" end="0"/>
                                            </p:txEl>
                                          </p:spTgt>
                                        </p:tgtEl>
                                        <p:attrNameLst>
                                          <p:attrName>style.visibility</p:attrName>
                                        </p:attrNameLst>
                                      </p:cBhvr>
                                      <p:to>
                                        <p:strVal val="visible"/>
                                      </p:to>
                                    </p:set>
                                    <p:animEffect transition="in" filter="fade">
                                      <p:cBhvr>
                                        <p:cTn id="77" dur="500"/>
                                        <p:tgtEl>
                                          <p:spTgt spid="21">
                                            <p:txEl>
                                              <p:pRg st="0" end="0"/>
                                            </p:txEl>
                                          </p:spTgt>
                                        </p:tgtEl>
                                      </p:cBhvr>
                                    </p:animEffect>
                                    <p:anim calcmode="lin" valueType="num">
                                      <p:cBhvr>
                                        <p:cTn id="78" dur="500" fill="hold"/>
                                        <p:tgtEl>
                                          <p:spTgt spid="21">
                                            <p:txEl>
                                              <p:pRg st="0" end="0"/>
                                            </p:txEl>
                                          </p:spTgt>
                                        </p:tgtEl>
                                        <p:attrNameLst>
                                          <p:attrName>ppt_x</p:attrName>
                                        </p:attrNameLst>
                                      </p:cBhvr>
                                      <p:tavLst>
                                        <p:tav tm="0">
                                          <p:val>
                                            <p:strVal val="#ppt_x"/>
                                          </p:val>
                                        </p:tav>
                                        <p:tav tm="100000">
                                          <p:val>
                                            <p:strVal val="#ppt_x"/>
                                          </p:val>
                                        </p:tav>
                                      </p:tavLst>
                                    </p:anim>
                                    <p:anim calcmode="lin" valueType="num">
                                      <p:cBhvr>
                                        <p:cTn id="79" dur="500" fill="hold"/>
                                        <p:tgtEl>
                                          <p:spTgt spid="21">
                                            <p:txEl>
                                              <p:pRg st="0" end="0"/>
                                            </p:txEl>
                                          </p:spTgt>
                                        </p:tgtEl>
                                        <p:attrNameLst>
                                          <p:attrName>ppt_y</p:attrName>
                                        </p:attrNameLst>
                                      </p:cBhvr>
                                      <p:tavLst>
                                        <p:tav tm="0">
                                          <p:val>
                                            <p:strVal val="#ppt_y+.1"/>
                                          </p:val>
                                        </p:tav>
                                        <p:tav tm="100000">
                                          <p:val>
                                            <p:strVal val="#ppt_y"/>
                                          </p:val>
                                        </p:tav>
                                      </p:tavLst>
                                    </p:anim>
                                  </p:childTnLst>
                                </p:cTn>
                              </p:par>
                            </p:childTnLst>
                          </p:cTn>
                        </p:par>
                        <p:par>
                          <p:cTn id="80" fill="hold">
                            <p:stCondLst>
                              <p:cond delay="7000"/>
                            </p:stCondLst>
                            <p:childTnLst>
                              <p:par>
                                <p:cTn id="81" presetID="10" presetClass="entr" presetSubtype="0" fill="hold" grpId="0" nodeType="afterEffect">
                                  <p:stCondLst>
                                    <p:cond delay="0"/>
                                  </p:stCondLst>
                                  <p:childTnLst>
                                    <p:set>
                                      <p:cBhvr>
                                        <p:cTn id="82" dur="1" fill="hold">
                                          <p:stCondLst>
                                            <p:cond delay="0"/>
                                          </p:stCondLst>
                                        </p:cTn>
                                        <p:tgtEl>
                                          <p:spTgt spid="26"/>
                                        </p:tgtEl>
                                        <p:attrNameLst>
                                          <p:attrName>style.visibility</p:attrName>
                                        </p:attrNameLst>
                                      </p:cBhvr>
                                      <p:to>
                                        <p:strVal val="visible"/>
                                      </p:to>
                                    </p:set>
                                    <p:animEffect transition="in" filter="fade">
                                      <p:cBhvr>
                                        <p:cTn id="83" dur="500"/>
                                        <p:tgtEl>
                                          <p:spTgt spid="26"/>
                                        </p:tgtEl>
                                      </p:cBhvr>
                                    </p:animEffect>
                                  </p:childTnLst>
                                </p:cTn>
                              </p:par>
                            </p:childTnLst>
                          </p:cTn>
                        </p:par>
                        <p:par>
                          <p:cTn id="84" fill="hold">
                            <p:stCondLst>
                              <p:cond delay="7500"/>
                            </p:stCondLst>
                            <p:childTnLst>
                              <p:par>
                                <p:cTn id="85" presetID="53" presetClass="entr" presetSubtype="16" fill="hold" grpId="0" nodeType="afterEffect">
                                  <p:stCondLst>
                                    <p:cond delay="0"/>
                                  </p:stCondLst>
                                  <p:childTnLst>
                                    <p:set>
                                      <p:cBhvr>
                                        <p:cTn id="86" dur="1" fill="hold">
                                          <p:stCondLst>
                                            <p:cond delay="0"/>
                                          </p:stCondLst>
                                        </p:cTn>
                                        <p:tgtEl>
                                          <p:spTgt spid="27"/>
                                        </p:tgtEl>
                                        <p:attrNameLst>
                                          <p:attrName>style.visibility</p:attrName>
                                        </p:attrNameLst>
                                      </p:cBhvr>
                                      <p:to>
                                        <p:strVal val="visible"/>
                                      </p:to>
                                    </p:set>
                                    <p:anim calcmode="lin" valueType="num">
                                      <p:cBhvr>
                                        <p:cTn id="87" dur="500" fill="hold"/>
                                        <p:tgtEl>
                                          <p:spTgt spid="27"/>
                                        </p:tgtEl>
                                        <p:attrNameLst>
                                          <p:attrName>ppt_w</p:attrName>
                                        </p:attrNameLst>
                                      </p:cBhvr>
                                      <p:tavLst>
                                        <p:tav tm="0">
                                          <p:val>
                                            <p:fltVal val="0"/>
                                          </p:val>
                                        </p:tav>
                                        <p:tav tm="100000">
                                          <p:val>
                                            <p:strVal val="#ppt_w"/>
                                          </p:val>
                                        </p:tav>
                                      </p:tavLst>
                                    </p:anim>
                                    <p:anim calcmode="lin" valueType="num">
                                      <p:cBhvr>
                                        <p:cTn id="88" dur="500" fill="hold"/>
                                        <p:tgtEl>
                                          <p:spTgt spid="27"/>
                                        </p:tgtEl>
                                        <p:attrNameLst>
                                          <p:attrName>ppt_h</p:attrName>
                                        </p:attrNameLst>
                                      </p:cBhvr>
                                      <p:tavLst>
                                        <p:tav tm="0">
                                          <p:val>
                                            <p:fltVal val="0"/>
                                          </p:val>
                                        </p:tav>
                                        <p:tav tm="100000">
                                          <p:val>
                                            <p:strVal val="#ppt_h"/>
                                          </p:val>
                                        </p:tav>
                                      </p:tavLst>
                                    </p:anim>
                                    <p:animEffect transition="in" filter="fade">
                                      <p:cBhvr>
                                        <p:cTn id="89" dur="500"/>
                                        <p:tgtEl>
                                          <p:spTgt spid="27"/>
                                        </p:tgtEl>
                                      </p:cBhvr>
                                    </p:animEffect>
                                  </p:childTnLst>
                                </p:cTn>
                              </p:par>
                            </p:childTnLst>
                          </p:cTn>
                        </p:par>
                        <p:par>
                          <p:cTn id="90" fill="hold">
                            <p:stCondLst>
                              <p:cond delay="8000"/>
                            </p:stCondLst>
                            <p:childTnLst>
                              <p:par>
                                <p:cTn id="91" presetID="53" presetClass="entr" presetSubtype="16" fill="hold" grpId="0" nodeType="afterEffect" nodePh="1">
                                  <p:stCondLst>
                                    <p:cond delay="0"/>
                                  </p:stCondLst>
                                  <p:endCondLst>
                                    <p:cond evt="begin" delay="0">
                                      <p:tn val="91"/>
                                    </p:cond>
                                  </p:endCondLst>
                                  <p:childTnLst>
                                    <p:set>
                                      <p:cBhvr>
                                        <p:cTn id="92" dur="1" fill="hold">
                                          <p:stCondLst>
                                            <p:cond delay="0"/>
                                          </p:stCondLst>
                                        </p:cTn>
                                        <p:tgtEl>
                                          <p:spTgt spid="22">
                                            <p:txEl>
                                              <p:pRg st="0" end="0"/>
                                            </p:txEl>
                                          </p:spTgt>
                                        </p:tgtEl>
                                        <p:attrNameLst>
                                          <p:attrName>style.visibility</p:attrName>
                                        </p:attrNameLst>
                                      </p:cBhvr>
                                      <p:to>
                                        <p:strVal val="visible"/>
                                      </p:to>
                                    </p:set>
                                    <p:anim calcmode="lin" valueType="num">
                                      <p:cBhvr>
                                        <p:cTn id="93" dur="500" fill="hold"/>
                                        <p:tgtEl>
                                          <p:spTgt spid="22">
                                            <p:txEl>
                                              <p:pRg st="0" end="0"/>
                                            </p:txEl>
                                          </p:spTgt>
                                        </p:tgtEl>
                                        <p:attrNameLst>
                                          <p:attrName>ppt_w</p:attrName>
                                        </p:attrNameLst>
                                      </p:cBhvr>
                                      <p:tavLst>
                                        <p:tav tm="0">
                                          <p:val>
                                            <p:fltVal val="0"/>
                                          </p:val>
                                        </p:tav>
                                        <p:tav tm="100000">
                                          <p:val>
                                            <p:strVal val="#ppt_w"/>
                                          </p:val>
                                        </p:tav>
                                      </p:tavLst>
                                    </p:anim>
                                    <p:anim calcmode="lin" valueType="num">
                                      <p:cBhvr>
                                        <p:cTn id="94" dur="500" fill="hold"/>
                                        <p:tgtEl>
                                          <p:spTgt spid="22">
                                            <p:txEl>
                                              <p:pRg st="0" end="0"/>
                                            </p:txEl>
                                          </p:spTgt>
                                        </p:tgtEl>
                                        <p:attrNameLst>
                                          <p:attrName>ppt_h</p:attrName>
                                        </p:attrNameLst>
                                      </p:cBhvr>
                                      <p:tavLst>
                                        <p:tav tm="0">
                                          <p:val>
                                            <p:fltVal val="0"/>
                                          </p:val>
                                        </p:tav>
                                        <p:tav tm="100000">
                                          <p:val>
                                            <p:strVal val="#ppt_h"/>
                                          </p:val>
                                        </p:tav>
                                      </p:tavLst>
                                    </p:anim>
                                    <p:animEffect transition="in" filter="fade">
                                      <p:cBhvr>
                                        <p:cTn id="95" dur="500"/>
                                        <p:tgtEl>
                                          <p:spTgt spid="22">
                                            <p:txEl>
                                              <p:pRg st="0" end="0"/>
                                            </p:txEl>
                                          </p:spTgt>
                                        </p:tgtEl>
                                      </p:cBhvr>
                                    </p:animEffect>
                                  </p:childTnLst>
                                </p:cTn>
                              </p:par>
                            </p:childTnLst>
                          </p:cTn>
                        </p:par>
                        <p:par>
                          <p:cTn id="96" fill="hold">
                            <p:stCondLst>
                              <p:cond delay="8500"/>
                            </p:stCondLst>
                            <p:childTnLst>
                              <p:par>
                                <p:cTn id="97" presetID="42" presetClass="entr" presetSubtype="0" fill="hold" grpId="0" nodeType="afterEffect" nodePh="1">
                                  <p:stCondLst>
                                    <p:cond delay="0"/>
                                  </p:stCondLst>
                                  <p:endCondLst>
                                    <p:cond evt="begin" delay="0">
                                      <p:tn val="97"/>
                                    </p:cond>
                                  </p:endCondLst>
                                  <p:childTnLst>
                                    <p:set>
                                      <p:cBhvr>
                                        <p:cTn id="98" dur="1" fill="hold">
                                          <p:stCondLst>
                                            <p:cond delay="0"/>
                                          </p:stCondLst>
                                        </p:cTn>
                                        <p:tgtEl>
                                          <p:spTgt spid="30">
                                            <p:txEl>
                                              <p:pRg st="0" end="0"/>
                                            </p:txEl>
                                          </p:spTgt>
                                        </p:tgtEl>
                                        <p:attrNameLst>
                                          <p:attrName>style.visibility</p:attrName>
                                        </p:attrNameLst>
                                      </p:cBhvr>
                                      <p:to>
                                        <p:strVal val="visible"/>
                                      </p:to>
                                    </p:set>
                                    <p:animEffect transition="in" filter="fade">
                                      <p:cBhvr>
                                        <p:cTn id="99" dur="500"/>
                                        <p:tgtEl>
                                          <p:spTgt spid="30">
                                            <p:txEl>
                                              <p:pRg st="0" end="0"/>
                                            </p:txEl>
                                          </p:spTgt>
                                        </p:tgtEl>
                                      </p:cBhvr>
                                    </p:animEffect>
                                    <p:anim calcmode="lin" valueType="num">
                                      <p:cBhvr>
                                        <p:cTn id="100" dur="500" fill="hold"/>
                                        <p:tgtEl>
                                          <p:spTgt spid="30">
                                            <p:txEl>
                                              <p:pRg st="0" end="0"/>
                                            </p:txEl>
                                          </p:spTgt>
                                        </p:tgtEl>
                                        <p:attrNameLst>
                                          <p:attrName>ppt_x</p:attrName>
                                        </p:attrNameLst>
                                      </p:cBhvr>
                                      <p:tavLst>
                                        <p:tav tm="0">
                                          <p:val>
                                            <p:strVal val="#ppt_x"/>
                                          </p:val>
                                        </p:tav>
                                        <p:tav tm="100000">
                                          <p:val>
                                            <p:strVal val="#ppt_x"/>
                                          </p:val>
                                        </p:tav>
                                      </p:tavLst>
                                    </p:anim>
                                    <p:anim calcmode="lin" valueType="num">
                                      <p:cBhvr>
                                        <p:cTn id="101" dur="500" fill="hold"/>
                                        <p:tgtEl>
                                          <p:spTgt spid="30">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23" grpId="0" animBg="1"/>
      <p:bldP spid="17" grpId="0" animBg="1"/>
      <p:bldP spid="24" grpId="0" animBg="1"/>
      <p:bldP spid="25" grpId="0" animBg="1"/>
      <p:bldP spid="26" grpId="0" animBg="1"/>
      <p:bldP spid="27" grpId="0" animBg="1"/>
      <p:bldP spid="28" grpId="0" animBg="1"/>
      <p:bldP spid="29" grpId="0" animBg="1"/>
      <p:bldP spid="15"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5"/>
                        </p:tgtEl>
                        <p:attrNameLst>
                          <p:attrName>style.visibility</p:attrName>
                        </p:attrNameLst>
                      </p:cBhvr>
                      <p:to>
                        <p:strVal val="visible"/>
                      </p:to>
                    </p:set>
                    <p:anim calcmode="lin" valueType="num">
                      <p:cBhvr>
                        <p:cTn dur="500" fill="hold"/>
                        <p:tgtEl>
                          <p:spTgt spid="15"/>
                        </p:tgtEl>
                        <p:attrNameLst>
                          <p:attrName>ppt_w</p:attrName>
                        </p:attrNameLst>
                      </p:cBhvr>
                      <p:tavLst>
                        <p:tav tm="0">
                          <p:val>
                            <p:fltVal val="0"/>
                          </p:val>
                        </p:tav>
                        <p:tav tm="100000">
                          <p:val>
                            <p:strVal val="#ppt_w"/>
                          </p:val>
                        </p:tav>
                      </p:tavLst>
                    </p:anim>
                    <p:anim calcmode="lin" valueType="num">
                      <p:cBhvr>
                        <p:cTn dur="500" fill="hold"/>
                        <p:tgtEl>
                          <p:spTgt spid="15"/>
                        </p:tgtEl>
                        <p:attrNameLst>
                          <p:attrName>ppt_h</p:attrName>
                        </p:attrNameLst>
                      </p:cBhvr>
                      <p:tavLst>
                        <p:tav tm="0">
                          <p:val>
                            <p:fltVal val="0"/>
                          </p:val>
                        </p:tav>
                        <p:tav tm="100000">
                          <p:val>
                            <p:strVal val="#ppt_h"/>
                          </p:val>
                        </p:tav>
                      </p:tavLst>
                    </p:anim>
                    <p:animEffect transition="in" filter="fade">
                      <p:cBhvr>
                        <p:cTn dur="500"/>
                        <p:tgtEl>
                          <p:spTgt spid="15"/>
                        </p:tgtEl>
                      </p:cBhvr>
                    </p:animEffect>
                  </p:childTnLst>
                </p:cTn>
              </p:par>
            </p:tnLst>
          </p:tmpl>
        </p:tmplLst>
      </p:bldP>
      <p:bldP spid="16"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6"/>
                        </p:tgtEl>
                        <p:attrNameLst>
                          <p:attrName>style.visibility</p:attrName>
                        </p:attrNameLst>
                      </p:cBhvr>
                      <p:to>
                        <p:strVal val="visible"/>
                      </p:to>
                    </p:set>
                    <p:animEffect transition="in" filter="fade">
                      <p:cBhvr>
                        <p:cTn dur="500"/>
                        <p:tgtEl>
                          <p:spTgt spid="16"/>
                        </p:tgtEl>
                      </p:cBhvr>
                    </p:animEffect>
                    <p:anim calcmode="lin" valueType="num">
                      <p:cBhvr>
                        <p:cTn dur="500" fill="hold"/>
                        <p:tgtEl>
                          <p:spTgt spid="16"/>
                        </p:tgtEl>
                        <p:attrNameLst>
                          <p:attrName>ppt_x</p:attrName>
                        </p:attrNameLst>
                      </p:cBhvr>
                      <p:tavLst>
                        <p:tav tm="0">
                          <p:val>
                            <p:strVal val="#ppt_x"/>
                          </p:val>
                        </p:tav>
                        <p:tav tm="100000">
                          <p:val>
                            <p:strVal val="#ppt_x"/>
                          </p:val>
                        </p:tav>
                      </p:tavLst>
                    </p:anim>
                    <p:anim calcmode="lin" valueType="num">
                      <p:cBhvr>
                        <p:cTn dur="500" fill="hold"/>
                        <p:tgtEl>
                          <p:spTgt spid="16"/>
                        </p:tgtEl>
                        <p:attrNameLst>
                          <p:attrName>ppt_y</p:attrName>
                        </p:attrNameLst>
                      </p:cBhvr>
                      <p:tavLst>
                        <p:tav tm="0">
                          <p:val>
                            <p:strVal val="#ppt_y+.1"/>
                          </p:val>
                        </p:tav>
                        <p:tav tm="100000">
                          <p:val>
                            <p:strVal val="#ppt_y"/>
                          </p:val>
                        </p:tav>
                      </p:tavLst>
                    </p:anim>
                  </p:childTnLst>
                </p:cTn>
              </p:par>
            </p:tnLst>
          </p:tmpl>
        </p:tmplLst>
      </p:bldP>
      <p:bldP spid="18"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8"/>
                        </p:tgtEl>
                        <p:attrNameLst>
                          <p:attrName>style.visibility</p:attrName>
                        </p:attrNameLst>
                      </p:cBhvr>
                      <p:to>
                        <p:strVal val="visible"/>
                      </p:to>
                    </p:set>
                    <p:anim calcmode="lin" valueType="num">
                      <p:cBhvr>
                        <p:cTn dur="500" fill="hold"/>
                        <p:tgtEl>
                          <p:spTgt spid="18"/>
                        </p:tgtEl>
                        <p:attrNameLst>
                          <p:attrName>ppt_w</p:attrName>
                        </p:attrNameLst>
                      </p:cBhvr>
                      <p:tavLst>
                        <p:tav tm="0">
                          <p:val>
                            <p:fltVal val="0"/>
                          </p:val>
                        </p:tav>
                        <p:tav tm="100000">
                          <p:val>
                            <p:strVal val="#ppt_w"/>
                          </p:val>
                        </p:tav>
                      </p:tavLst>
                    </p:anim>
                    <p:anim calcmode="lin" valueType="num">
                      <p:cBhvr>
                        <p:cTn dur="500" fill="hold"/>
                        <p:tgtEl>
                          <p:spTgt spid="18"/>
                        </p:tgtEl>
                        <p:attrNameLst>
                          <p:attrName>ppt_h</p:attrName>
                        </p:attrNameLst>
                      </p:cBhvr>
                      <p:tavLst>
                        <p:tav tm="0">
                          <p:val>
                            <p:fltVal val="0"/>
                          </p:val>
                        </p:tav>
                        <p:tav tm="100000">
                          <p:val>
                            <p:strVal val="#ppt_h"/>
                          </p:val>
                        </p:tav>
                      </p:tavLst>
                    </p:anim>
                    <p:animEffect transition="in" filter="fade">
                      <p:cBhvr>
                        <p:cTn dur="500"/>
                        <p:tgtEl>
                          <p:spTgt spid="18"/>
                        </p:tgtEl>
                      </p:cBhvr>
                    </p:animEffect>
                  </p:childTnLst>
                </p:cTn>
              </p:par>
            </p:tnLst>
          </p:tmpl>
        </p:tmplLst>
      </p:bldP>
      <p:bldP spid="19"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9"/>
                        </p:tgtEl>
                        <p:attrNameLst>
                          <p:attrName>style.visibility</p:attrName>
                        </p:attrNameLst>
                      </p:cBhvr>
                      <p:to>
                        <p:strVal val="visible"/>
                      </p:to>
                    </p:set>
                    <p:animEffect transition="in" filter="fade">
                      <p:cBhvr>
                        <p:cTn dur="500"/>
                        <p:tgtEl>
                          <p:spTgt spid="19"/>
                        </p:tgtEl>
                      </p:cBhvr>
                    </p:animEffect>
                    <p:anim calcmode="lin" valueType="num">
                      <p:cBhvr>
                        <p:cTn dur="500" fill="hold"/>
                        <p:tgtEl>
                          <p:spTgt spid="19"/>
                        </p:tgtEl>
                        <p:attrNameLst>
                          <p:attrName>ppt_x</p:attrName>
                        </p:attrNameLst>
                      </p:cBhvr>
                      <p:tavLst>
                        <p:tav tm="0">
                          <p:val>
                            <p:strVal val="#ppt_x"/>
                          </p:val>
                        </p:tav>
                        <p:tav tm="100000">
                          <p:val>
                            <p:strVal val="#ppt_x"/>
                          </p:val>
                        </p:tav>
                      </p:tavLst>
                    </p:anim>
                    <p:anim calcmode="lin" valueType="num">
                      <p:cBhvr>
                        <p:cTn dur="500" fill="hold"/>
                        <p:tgtEl>
                          <p:spTgt spid="19"/>
                        </p:tgtEl>
                        <p:attrNameLst>
                          <p:attrName>ppt_y</p:attrName>
                        </p:attrNameLst>
                      </p:cBhvr>
                      <p:tavLst>
                        <p:tav tm="0">
                          <p:val>
                            <p:strVal val="#ppt_y+.1"/>
                          </p:val>
                        </p:tav>
                        <p:tav tm="100000">
                          <p:val>
                            <p:strVal val="#ppt_y"/>
                          </p:val>
                        </p:tav>
                      </p:tavLst>
                    </p:anim>
                  </p:childTnLst>
                </p:cTn>
              </p:par>
            </p:tnLst>
          </p:tmpl>
        </p:tmplLst>
      </p:bldP>
      <p:bldP spid="20"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0"/>
                        </p:tgtEl>
                        <p:attrNameLst>
                          <p:attrName>style.visibility</p:attrName>
                        </p:attrNameLst>
                      </p:cBhvr>
                      <p:to>
                        <p:strVal val="visible"/>
                      </p:to>
                    </p:set>
                    <p:anim calcmode="lin" valueType="num">
                      <p:cBhvr>
                        <p:cTn dur="500" fill="hold"/>
                        <p:tgtEl>
                          <p:spTgt spid="20"/>
                        </p:tgtEl>
                        <p:attrNameLst>
                          <p:attrName>ppt_w</p:attrName>
                        </p:attrNameLst>
                      </p:cBhvr>
                      <p:tavLst>
                        <p:tav tm="0">
                          <p:val>
                            <p:fltVal val="0"/>
                          </p:val>
                        </p:tav>
                        <p:tav tm="100000">
                          <p:val>
                            <p:strVal val="#ppt_w"/>
                          </p:val>
                        </p:tav>
                      </p:tavLst>
                    </p:anim>
                    <p:anim calcmode="lin" valueType="num">
                      <p:cBhvr>
                        <p:cTn dur="500" fill="hold"/>
                        <p:tgtEl>
                          <p:spTgt spid="20"/>
                        </p:tgtEl>
                        <p:attrNameLst>
                          <p:attrName>ppt_h</p:attrName>
                        </p:attrNameLst>
                      </p:cBhvr>
                      <p:tavLst>
                        <p:tav tm="0">
                          <p:val>
                            <p:fltVal val="0"/>
                          </p:val>
                        </p:tav>
                        <p:tav tm="100000">
                          <p:val>
                            <p:strVal val="#ppt_h"/>
                          </p:val>
                        </p:tav>
                      </p:tavLst>
                    </p:anim>
                    <p:animEffect transition="in" filter="fade">
                      <p:cBhvr>
                        <p:cTn dur="500"/>
                        <p:tgtEl>
                          <p:spTgt spid="20"/>
                        </p:tgtEl>
                      </p:cBhvr>
                    </p:animEffect>
                  </p:childTnLst>
                </p:cTn>
              </p:par>
            </p:tnLst>
          </p:tmpl>
        </p:tmplLst>
      </p:bldP>
      <p:bldP spid="21"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1"/>
                        </p:tgtEl>
                        <p:attrNameLst>
                          <p:attrName>style.visibility</p:attrName>
                        </p:attrNameLst>
                      </p:cBhvr>
                      <p:to>
                        <p:strVal val="visible"/>
                      </p:to>
                    </p:set>
                    <p:animEffect transition="in" filter="fade">
                      <p:cBhvr>
                        <p:cTn dur="500"/>
                        <p:tgtEl>
                          <p:spTgt spid="21"/>
                        </p:tgtEl>
                      </p:cBhvr>
                    </p:animEffect>
                    <p:anim calcmode="lin" valueType="num">
                      <p:cBhvr>
                        <p:cTn dur="500" fill="hold"/>
                        <p:tgtEl>
                          <p:spTgt spid="21"/>
                        </p:tgtEl>
                        <p:attrNameLst>
                          <p:attrName>ppt_x</p:attrName>
                        </p:attrNameLst>
                      </p:cBhvr>
                      <p:tavLst>
                        <p:tav tm="0">
                          <p:val>
                            <p:strVal val="#ppt_x"/>
                          </p:val>
                        </p:tav>
                        <p:tav tm="100000">
                          <p:val>
                            <p:strVal val="#ppt_x"/>
                          </p:val>
                        </p:tav>
                      </p:tavLst>
                    </p:anim>
                    <p:anim calcmode="lin" valueType="num">
                      <p:cBhvr>
                        <p:cTn dur="500" fill="hold"/>
                        <p:tgtEl>
                          <p:spTgt spid="21"/>
                        </p:tgtEl>
                        <p:attrNameLst>
                          <p:attrName>ppt_y</p:attrName>
                        </p:attrNameLst>
                      </p:cBhvr>
                      <p:tavLst>
                        <p:tav tm="0">
                          <p:val>
                            <p:strVal val="#ppt_y+.1"/>
                          </p:val>
                        </p:tav>
                        <p:tav tm="100000">
                          <p:val>
                            <p:strVal val="#ppt_y"/>
                          </p:val>
                        </p:tav>
                      </p:tavLst>
                    </p:anim>
                  </p:childTnLst>
                </p:cTn>
              </p:par>
            </p:tnLst>
          </p:tmpl>
        </p:tmplLst>
      </p:bldP>
      <p:bldP spid="22"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2"/>
                        </p:tgtEl>
                        <p:attrNameLst>
                          <p:attrName>style.visibility</p:attrName>
                        </p:attrNameLst>
                      </p:cBhvr>
                      <p:to>
                        <p:strVal val="visible"/>
                      </p:to>
                    </p:set>
                    <p:anim calcmode="lin" valueType="num">
                      <p:cBhvr>
                        <p:cTn dur="500" fill="hold"/>
                        <p:tgtEl>
                          <p:spTgt spid="22"/>
                        </p:tgtEl>
                        <p:attrNameLst>
                          <p:attrName>ppt_w</p:attrName>
                        </p:attrNameLst>
                      </p:cBhvr>
                      <p:tavLst>
                        <p:tav tm="0">
                          <p:val>
                            <p:fltVal val="0"/>
                          </p:val>
                        </p:tav>
                        <p:tav tm="100000">
                          <p:val>
                            <p:strVal val="#ppt_w"/>
                          </p:val>
                        </p:tav>
                      </p:tavLst>
                    </p:anim>
                    <p:anim calcmode="lin" valueType="num">
                      <p:cBhvr>
                        <p:cTn dur="500" fill="hold"/>
                        <p:tgtEl>
                          <p:spTgt spid="22"/>
                        </p:tgtEl>
                        <p:attrNameLst>
                          <p:attrName>ppt_h</p:attrName>
                        </p:attrNameLst>
                      </p:cBhvr>
                      <p:tavLst>
                        <p:tav tm="0">
                          <p:val>
                            <p:fltVal val="0"/>
                          </p:val>
                        </p:tav>
                        <p:tav tm="100000">
                          <p:val>
                            <p:strVal val="#ppt_h"/>
                          </p:val>
                        </p:tav>
                      </p:tavLst>
                    </p:anim>
                    <p:animEffect transition="in" filter="fade">
                      <p:cBhvr>
                        <p:cTn dur="500"/>
                        <p:tgtEl>
                          <p:spTgt spid="22"/>
                        </p:tgtEl>
                      </p:cBhvr>
                    </p:animEffect>
                  </p:childTnLst>
                </p:cTn>
              </p:par>
            </p:tnLst>
          </p:tmpl>
        </p:tmplLst>
      </p:bldP>
      <p:bldP spid="30"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30"/>
                        </p:tgtEl>
                        <p:attrNameLst>
                          <p:attrName>style.visibility</p:attrName>
                        </p:attrNameLst>
                      </p:cBhvr>
                      <p:to>
                        <p:strVal val="visible"/>
                      </p:to>
                    </p:set>
                    <p:animEffect transition="in" filter="fade">
                      <p:cBhvr>
                        <p:cTn dur="500"/>
                        <p:tgtEl>
                          <p:spTgt spid="30"/>
                        </p:tgtEl>
                      </p:cBhvr>
                    </p:animEffect>
                    <p:anim calcmode="lin" valueType="num">
                      <p:cBhvr>
                        <p:cTn dur="500" fill="hold"/>
                        <p:tgtEl>
                          <p:spTgt spid="30"/>
                        </p:tgtEl>
                        <p:attrNameLst>
                          <p:attrName>ppt_x</p:attrName>
                        </p:attrNameLst>
                      </p:cBhvr>
                      <p:tavLst>
                        <p:tav tm="0">
                          <p:val>
                            <p:strVal val="#ppt_x"/>
                          </p:val>
                        </p:tav>
                        <p:tav tm="100000">
                          <p:val>
                            <p:strVal val="#ppt_x"/>
                          </p:val>
                        </p:tav>
                      </p:tavLst>
                    </p:anim>
                    <p:anim calcmode="lin" valueType="num">
                      <p:cBhvr>
                        <p:cTn dur="500" fill="hold"/>
                        <p:tgtEl>
                          <p:spTgt spid="30"/>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728.xml><?xml version="1.0" encoding="utf-8"?>
<p:sldLayout xmlns:a="http://schemas.openxmlformats.org/drawingml/2006/main" xmlns:r="http://schemas.openxmlformats.org/officeDocument/2006/relationships" xmlns:p="http://schemas.openxmlformats.org/presentationml/2006/main" preserve="1" userDrawn="1">
  <p:cSld name="12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31" name="Picture Placeholder 30"/>
          <p:cNvSpPr>
            <a:spLocks noGrp="1"/>
          </p:cNvSpPr>
          <p:nvPr>
            <p:ph type="pic" sz="quarter" idx="33" hasCustomPrompt="1"/>
          </p:nvPr>
        </p:nvSpPr>
        <p:spPr>
          <a:xfrm>
            <a:off x="308985" y="1987212"/>
            <a:ext cx="3773920" cy="2183006"/>
          </a:xfrm>
          <a:solidFill>
            <a:schemeClr val="bg1">
              <a:lumMod val="85000"/>
            </a:schemeClr>
          </a:solidFill>
        </p:spPr>
        <p:txBody>
          <a:bodyPr/>
          <a:lstStyle>
            <a:lvl1pPr>
              <a:defRPr/>
            </a:lvl1pPr>
          </a:lstStyle>
          <a:p>
            <a:r>
              <a:rPr lang="id-ID" dirty="0" smtClean="0"/>
              <a:t>Pic here</a:t>
            </a:r>
            <a:endParaRPr lang="en-AU" dirty="0"/>
          </a:p>
        </p:txBody>
      </p:sp>
      <p:sp>
        <p:nvSpPr>
          <p:cNvPr id="25" name="Picture Placeholder 30"/>
          <p:cNvSpPr>
            <a:spLocks noGrp="1"/>
          </p:cNvSpPr>
          <p:nvPr>
            <p:ph type="pic" sz="quarter" idx="34" hasCustomPrompt="1"/>
          </p:nvPr>
        </p:nvSpPr>
        <p:spPr>
          <a:xfrm>
            <a:off x="308985" y="4300488"/>
            <a:ext cx="3773920" cy="2183006"/>
          </a:xfrm>
          <a:solidFill>
            <a:schemeClr val="bg1">
              <a:lumMod val="85000"/>
            </a:schemeClr>
          </a:solidFill>
        </p:spPr>
        <p:txBody>
          <a:bodyPr/>
          <a:lstStyle>
            <a:lvl1pPr>
              <a:defRPr/>
            </a:lvl1pPr>
          </a:lstStyle>
          <a:p>
            <a:r>
              <a:rPr lang="id-ID" dirty="0" smtClean="0"/>
              <a:t>Pic here</a:t>
            </a:r>
            <a:endParaRPr lang="en-AU" dirty="0"/>
          </a:p>
        </p:txBody>
      </p:sp>
      <p:sp>
        <p:nvSpPr>
          <p:cNvPr id="42" name="Picture Placeholder 30"/>
          <p:cNvSpPr>
            <a:spLocks noGrp="1"/>
          </p:cNvSpPr>
          <p:nvPr>
            <p:ph type="pic" sz="quarter" idx="35" hasCustomPrompt="1"/>
          </p:nvPr>
        </p:nvSpPr>
        <p:spPr>
          <a:xfrm>
            <a:off x="4209040" y="1987212"/>
            <a:ext cx="3773920" cy="2183006"/>
          </a:xfrm>
          <a:solidFill>
            <a:schemeClr val="bg1">
              <a:lumMod val="85000"/>
            </a:schemeClr>
          </a:solidFill>
        </p:spPr>
        <p:txBody>
          <a:bodyPr/>
          <a:lstStyle>
            <a:lvl1pPr>
              <a:defRPr/>
            </a:lvl1pPr>
          </a:lstStyle>
          <a:p>
            <a:r>
              <a:rPr lang="id-ID" dirty="0" smtClean="0"/>
              <a:t>Pic here</a:t>
            </a:r>
            <a:endParaRPr lang="en-AU" dirty="0"/>
          </a:p>
        </p:txBody>
      </p:sp>
      <p:sp>
        <p:nvSpPr>
          <p:cNvPr id="43" name="Picture Placeholder 30"/>
          <p:cNvSpPr>
            <a:spLocks noGrp="1"/>
          </p:cNvSpPr>
          <p:nvPr>
            <p:ph type="pic" sz="quarter" idx="36" hasCustomPrompt="1"/>
          </p:nvPr>
        </p:nvSpPr>
        <p:spPr>
          <a:xfrm>
            <a:off x="4209040" y="4300488"/>
            <a:ext cx="3773920" cy="2183006"/>
          </a:xfrm>
          <a:solidFill>
            <a:schemeClr val="bg1">
              <a:lumMod val="85000"/>
            </a:schemeClr>
          </a:solidFill>
        </p:spPr>
        <p:txBody>
          <a:bodyPr/>
          <a:lstStyle>
            <a:lvl1pPr>
              <a:defRPr/>
            </a:lvl1pPr>
          </a:lstStyle>
          <a:p>
            <a:r>
              <a:rPr lang="id-ID" dirty="0" smtClean="0"/>
              <a:t>Pic here</a:t>
            </a:r>
            <a:endParaRPr lang="en-AU" dirty="0"/>
          </a:p>
        </p:txBody>
      </p:sp>
      <p:sp>
        <p:nvSpPr>
          <p:cNvPr id="44" name="Picture Placeholder 30"/>
          <p:cNvSpPr>
            <a:spLocks noGrp="1"/>
          </p:cNvSpPr>
          <p:nvPr>
            <p:ph type="pic" sz="quarter" idx="37" hasCustomPrompt="1"/>
          </p:nvPr>
        </p:nvSpPr>
        <p:spPr>
          <a:xfrm>
            <a:off x="8109095" y="1987212"/>
            <a:ext cx="3773920" cy="2183006"/>
          </a:xfrm>
          <a:solidFill>
            <a:schemeClr val="bg1">
              <a:lumMod val="85000"/>
            </a:schemeClr>
          </a:solidFill>
        </p:spPr>
        <p:txBody>
          <a:bodyPr/>
          <a:lstStyle>
            <a:lvl1pPr>
              <a:defRPr/>
            </a:lvl1pPr>
          </a:lstStyle>
          <a:p>
            <a:r>
              <a:rPr lang="id-ID" dirty="0" smtClean="0"/>
              <a:t>Pic here</a:t>
            </a:r>
            <a:endParaRPr lang="en-AU" dirty="0"/>
          </a:p>
        </p:txBody>
      </p:sp>
      <p:sp>
        <p:nvSpPr>
          <p:cNvPr id="45" name="Picture Placeholder 30"/>
          <p:cNvSpPr>
            <a:spLocks noGrp="1"/>
          </p:cNvSpPr>
          <p:nvPr>
            <p:ph type="pic" sz="quarter" idx="38" hasCustomPrompt="1"/>
          </p:nvPr>
        </p:nvSpPr>
        <p:spPr>
          <a:xfrm>
            <a:off x="8109095" y="4300488"/>
            <a:ext cx="3773920" cy="2183006"/>
          </a:xfrm>
          <a:solidFill>
            <a:schemeClr val="bg1">
              <a:lumMod val="85000"/>
            </a:schemeClr>
          </a:solidFill>
        </p:spPr>
        <p:txBody>
          <a:bodyPr/>
          <a:lstStyle>
            <a:lvl1pPr>
              <a:defRPr/>
            </a:lvl1pPr>
          </a:lstStyle>
          <a:p>
            <a:r>
              <a:rPr lang="id-ID" dirty="0" smtClean="0"/>
              <a:t>Pic here</a:t>
            </a:r>
            <a:endParaRPr lang="en-AU" dirty="0"/>
          </a:p>
        </p:txBody>
      </p:sp>
    </p:spTree>
    <p:extLst>
      <p:ext uri="{BB962C8B-B14F-4D97-AF65-F5344CB8AC3E}">
        <p14:creationId xmlns:p14="http://schemas.microsoft.com/office/powerpoint/2010/main" val="115222319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42" presetClass="entr" presetSubtype="0" fill="hold" grpId="0" nodeType="afterEffect">
                                  <p:stCondLst>
                                    <p:cond delay="0"/>
                                  </p:stCondLst>
                                  <p:childTnLst>
                                    <p:set>
                                      <p:cBhvr>
                                        <p:cTn id="20" dur="1" fill="hold">
                                          <p:stCondLst>
                                            <p:cond delay="0"/>
                                          </p:stCondLst>
                                        </p:cTn>
                                        <p:tgtEl>
                                          <p:spTgt spid="31"/>
                                        </p:tgtEl>
                                        <p:attrNameLst>
                                          <p:attrName>style.visibility</p:attrName>
                                        </p:attrNameLst>
                                      </p:cBhvr>
                                      <p:to>
                                        <p:strVal val="visible"/>
                                      </p:to>
                                    </p:set>
                                    <p:animEffect transition="in" filter="fade">
                                      <p:cBhvr>
                                        <p:cTn id="21" dur="500"/>
                                        <p:tgtEl>
                                          <p:spTgt spid="31"/>
                                        </p:tgtEl>
                                      </p:cBhvr>
                                    </p:animEffect>
                                    <p:anim calcmode="lin" valueType="num">
                                      <p:cBhvr>
                                        <p:cTn id="22" dur="500" fill="hold"/>
                                        <p:tgtEl>
                                          <p:spTgt spid="31"/>
                                        </p:tgtEl>
                                        <p:attrNameLst>
                                          <p:attrName>ppt_x</p:attrName>
                                        </p:attrNameLst>
                                      </p:cBhvr>
                                      <p:tavLst>
                                        <p:tav tm="0">
                                          <p:val>
                                            <p:strVal val="#ppt_x"/>
                                          </p:val>
                                        </p:tav>
                                        <p:tav tm="100000">
                                          <p:val>
                                            <p:strVal val="#ppt_x"/>
                                          </p:val>
                                        </p:tav>
                                      </p:tavLst>
                                    </p:anim>
                                    <p:anim calcmode="lin" valueType="num">
                                      <p:cBhvr>
                                        <p:cTn id="23" dur="500" fill="hold"/>
                                        <p:tgtEl>
                                          <p:spTgt spid="31"/>
                                        </p:tgtEl>
                                        <p:attrNameLst>
                                          <p:attrName>ppt_y</p:attrName>
                                        </p:attrNameLst>
                                      </p:cBhvr>
                                      <p:tavLst>
                                        <p:tav tm="0">
                                          <p:val>
                                            <p:strVal val="#ppt_y+.1"/>
                                          </p:val>
                                        </p:tav>
                                        <p:tav tm="100000">
                                          <p:val>
                                            <p:strVal val="#ppt_y"/>
                                          </p:val>
                                        </p:tav>
                                      </p:tavLst>
                                    </p:anim>
                                  </p:childTnLst>
                                </p:cTn>
                              </p:par>
                            </p:childTnLst>
                          </p:cTn>
                        </p:par>
                        <p:par>
                          <p:cTn id="24" fill="hold">
                            <p:stCondLst>
                              <p:cond delay="2000"/>
                            </p:stCondLst>
                            <p:childTnLst>
                              <p:par>
                                <p:cTn id="25" presetID="42" presetClass="entr" presetSubtype="0" fill="hold" grpId="0" nodeType="afterEffect">
                                  <p:stCondLst>
                                    <p:cond delay="0"/>
                                  </p:stCondLst>
                                  <p:childTnLst>
                                    <p:set>
                                      <p:cBhvr>
                                        <p:cTn id="26" dur="1" fill="hold">
                                          <p:stCondLst>
                                            <p:cond delay="0"/>
                                          </p:stCondLst>
                                        </p:cTn>
                                        <p:tgtEl>
                                          <p:spTgt spid="25"/>
                                        </p:tgtEl>
                                        <p:attrNameLst>
                                          <p:attrName>style.visibility</p:attrName>
                                        </p:attrNameLst>
                                      </p:cBhvr>
                                      <p:to>
                                        <p:strVal val="visible"/>
                                      </p:to>
                                    </p:set>
                                    <p:animEffect transition="in" filter="fade">
                                      <p:cBhvr>
                                        <p:cTn id="27" dur="500"/>
                                        <p:tgtEl>
                                          <p:spTgt spid="25"/>
                                        </p:tgtEl>
                                      </p:cBhvr>
                                    </p:animEffect>
                                    <p:anim calcmode="lin" valueType="num">
                                      <p:cBhvr>
                                        <p:cTn id="28" dur="500" fill="hold"/>
                                        <p:tgtEl>
                                          <p:spTgt spid="25"/>
                                        </p:tgtEl>
                                        <p:attrNameLst>
                                          <p:attrName>ppt_x</p:attrName>
                                        </p:attrNameLst>
                                      </p:cBhvr>
                                      <p:tavLst>
                                        <p:tav tm="0">
                                          <p:val>
                                            <p:strVal val="#ppt_x"/>
                                          </p:val>
                                        </p:tav>
                                        <p:tav tm="100000">
                                          <p:val>
                                            <p:strVal val="#ppt_x"/>
                                          </p:val>
                                        </p:tav>
                                      </p:tavLst>
                                    </p:anim>
                                    <p:anim calcmode="lin" valueType="num">
                                      <p:cBhvr>
                                        <p:cTn id="29" dur="500" fill="hold"/>
                                        <p:tgtEl>
                                          <p:spTgt spid="25"/>
                                        </p:tgtEl>
                                        <p:attrNameLst>
                                          <p:attrName>ppt_y</p:attrName>
                                        </p:attrNameLst>
                                      </p:cBhvr>
                                      <p:tavLst>
                                        <p:tav tm="0">
                                          <p:val>
                                            <p:strVal val="#ppt_y+.1"/>
                                          </p:val>
                                        </p:tav>
                                        <p:tav tm="100000">
                                          <p:val>
                                            <p:strVal val="#ppt_y"/>
                                          </p:val>
                                        </p:tav>
                                      </p:tavLst>
                                    </p:anim>
                                  </p:childTnLst>
                                </p:cTn>
                              </p:par>
                            </p:childTnLst>
                          </p:cTn>
                        </p:par>
                        <p:par>
                          <p:cTn id="30" fill="hold">
                            <p:stCondLst>
                              <p:cond delay="2500"/>
                            </p:stCondLst>
                            <p:childTnLst>
                              <p:par>
                                <p:cTn id="31" presetID="42" presetClass="entr" presetSubtype="0" fill="hold" grpId="0" nodeType="afterEffect">
                                  <p:stCondLst>
                                    <p:cond delay="0"/>
                                  </p:stCondLst>
                                  <p:childTnLst>
                                    <p:set>
                                      <p:cBhvr>
                                        <p:cTn id="32" dur="1" fill="hold">
                                          <p:stCondLst>
                                            <p:cond delay="0"/>
                                          </p:stCondLst>
                                        </p:cTn>
                                        <p:tgtEl>
                                          <p:spTgt spid="42"/>
                                        </p:tgtEl>
                                        <p:attrNameLst>
                                          <p:attrName>style.visibility</p:attrName>
                                        </p:attrNameLst>
                                      </p:cBhvr>
                                      <p:to>
                                        <p:strVal val="visible"/>
                                      </p:to>
                                    </p:set>
                                    <p:animEffect transition="in" filter="fade">
                                      <p:cBhvr>
                                        <p:cTn id="33" dur="500"/>
                                        <p:tgtEl>
                                          <p:spTgt spid="42"/>
                                        </p:tgtEl>
                                      </p:cBhvr>
                                    </p:animEffect>
                                    <p:anim calcmode="lin" valueType="num">
                                      <p:cBhvr>
                                        <p:cTn id="34" dur="500" fill="hold"/>
                                        <p:tgtEl>
                                          <p:spTgt spid="42"/>
                                        </p:tgtEl>
                                        <p:attrNameLst>
                                          <p:attrName>ppt_x</p:attrName>
                                        </p:attrNameLst>
                                      </p:cBhvr>
                                      <p:tavLst>
                                        <p:tav tm="0">
                                          <p:val>
                                            <p:strVal val="#ppt_x"/>
                                          </p:val>
                                        </p:tav>
                                        <p:tav tm="100000">
                                          <p:val>
                                            <p:strVal val="#ppt_x"/>
                                          </p:val>
                                        </p:tav>
                                      </p:tavLst>
                                    </p:anim>
                                    <p:anim calcmode="lin" valueType="num">
                                      <p:cBhvr>
                                        <p:cTn id="35" dur="500" fill="hold"/>
                                        <p:tgtEl>
                                          <p:spTgt spid="42"/>
                                        </p:tgtEl>
                                        <p:attrNameLst>
                                          <p:attrName>ppt_y</p:attrName>
                                        </p:attrNameLst>
                                      </p:cBhvr>
                                      <p:tavLst>
                                        <p:tav tm="0">
                                          <p:val>
                                            <p:strVal val="#ppt_y+.1"/>
                                          </p:val>
                                        </p:tav>
                                        <p:tav tm="100000">
                                          <p:val>
                                            <p:strVal val="#ppt_y"/>
                                          </p:val>
                                        </p:tav>
                                      </p:tavLst>
                                    </p:anim>
                                  </p:childTnLst>
                                </p:cTn>
                              </p:par>
                            </p:childTnLst>
                          </p:cTn>
                        </p:par>
                        <p:par>
                          <p:cTn id="36" fill="hold">
                            <p:stCondLst>
                              <p:cond delay="3000"/>
                            </p:stCondLst>
                            <p:childTnLst>
                              <p:par>
                                <p:cTn id="37" presetID="42" presetClass="entr" presetSubtype="0" fill="hold" grpId="0" nodeType="afterEffect">
                                  <p:stCondLst>
                                    <p:cond delay="0"/>
                                  </p:stCondLst>
                                  <p:childTnLst>
                                    <p:set>
                                      <p:cBhvr>
                                        <p:cTn id="38" dur="1" fill="hold">
                                          <p:stCondLst>
                                            <p:cond delay="0"/>
                                          </p:stCondLst>
                                        </p:cTn>
                                        <p:tgtEl>
                                          <p:spTgt spid="43"/>
                                        </p:tgtEl>
                                        <p:attrNameLst>
                                          <p:attrName>style.visibility</p:attrName>
                                        </p:attrNameLst>
                                      </p:cBhvr>
                                      <p:to>
                                        <p:strVal val="visible"/>
                                      </p:to>
                                    </p:set>
                                    <p:animEffect transition="in" filter="fade">
                                      <p:cBhvr>
                                        <p:cTn id="39" dur="500"/>
                                        <p:tgtEl>
                                          <p:spTgt spid="43"/>
                                        </p:tgtEl>
                                      </p:cBhvr>
                                    </p:animEffect>
                                    <p:anim calcmode="lin" valueType="num">
                                      <p:cBhvr>
                                        <p:cTn id="40" dur="500" fill="hold"/>
                                        <p:tgtEl>
                                          <p:spTgt spid="43"/>
                                        </p:tgtEl>
                                        <p:attrNameLst>
                                          <p:attrName>ppt_x</p:attrName>
                                        </p:attrNameLst>
                                      </p:cBhvr>
                                      <p:tavLst>
                                        <p:tav tm="0">
                                          <p:val>
                                            <p:strVal val="#ppt_x"/>
                                          </p:val>
                                        </p:tav>
                                        <p:tav tm="100000">
                                          <p:val>
                                            <p:strVal val="#ppt_x"/>
                                          </p:val>
                                        </p:tav>
                                      </p:tavLst>
                                    </p:anim>
                                    <p:anim calcmode="lin" valueType="num">
                                      <p:cBhvr>
                                        <p:cTn id="41" dur="500" fill="hold"/>
                                        <p:tgtEl>
                                          <p:spTgt spid="43"/>
                                        </p:tgtEl>
                                        <p:attrNameLst>
                                          <p:attrName>ppt_y</p:attrName>
                                        </p:attrNameLst>
                                      </p:cBhvr>
                                      <p:tavLst>
                                        <p:tav tm="0">
                                          <p:val>
                                            <p:strVal val="#ppt_y+.1"/>
                                          </p:val>
                                        </p:tav>
                                        <p:tav tm="100000">
                                          <p:val>
                                            <p:strVal val="#ppt_y"/>
                                          </p:val>
                                        </p:tav>
                                      </p:tavLst>
                                    </p:anim>
                                  </p:childTnLst>
                                </p:cTn>
                              </p:par>
                            </p:childTnLst>
                          </p:cTn>
                        </p:par>
                        <p:par>
                          <p:cTn id="42" fill="hold">
                            <p:stCondLst>
                              <p:cond delay="3500"/>
                            </p:stCondLst>
                            <p:childTnLst>
                              <p:par>
                                <p:cTn id="43" presetID="42" presetClass="entr" presetSubtype="0" fill="hold" grpId="0" nodeType="afterEffect">
                                  <p:stCondLst>
                                    <p:cond delay="0"/>
                                  </p:stCondLst>
                                  <p:childTnLst>
                                    <p:set>
                                      <p:cBhvr>
                                        <p:cTn id="44" dur="1" fill="hold">
                                          <p:stCondLst>
                                            <p:cond delay="0"/>
                                          </p:stCondLst>
                                        </p:cTn>
                                        <p:tgtEl>
                                          <p:spTgt spid="44"/>
                                        </p:tgtEl>
                                        <p:attrNameLst>
                                          <p:attrName>style.visibility</p:attrName>
                                        </p:attrNameLst>
                                      </p:cBhvr>
                                      <p:to>
                                        <p:strVal val="visible"/>
                                      </p:to>
                                    </p:set>
                                    <p:animEffect transition="in" filter="fade">
                                      <p:cBhvr>
                                        <p:cTn id="45" dur="500"/>
                                        <p:tgtEl>
                                          <p:spTgt spid="44"/>
                                        </p:tgtEl>
                                      </p:cBhvr>
                                    </p:animEffect>
                                    <p:anim calcmode="lin" valueType="num">
                                      <p:cBhvr>
                                        <p:cTn id="46" dur="500" fill="hold"/>
                                        <p:tgtEl>
                                          <p:spTgt spid="44"/>
                                        </p:tgtEl>
                                        <p:attrNameLst>
                                          <p:attrName>ppt_x</p:attrName>
                                        </p:attrNameLst>
                                      </p:cBhvr>
                                      <p:tavLst>
                                        <p:tav tm="0">
                                          <p:val>
                                            <p:strVal val="#ppt_x"/>
                                          </p:val>
                                        </p:tav>
                                        <p:tav tm="100000">
                                          <p:val>
                                            <p:strVal val="#ppt_x"/>
                                          </p:val>
                                        </p:tav>
                                      </p:tavLst>
                                    </p:anim>
                                    <p:anim calcmode="lin" valueType="num">
                                      <p:cBhvr>
                                        <p:cTn id="47" dur="500" fill="hold"/>
                                        <p:tgtEl>
                                          <p:spTgt spid="44"/>
                                        </p:tgtEl>
                                        <p:attrNameLst>
                                          <p:attrName>ppt_y</p:attrName>
                                        </p:attrNameLst>
                                      </p:cBhvr>
                                      <p:tavLst>
                                        <p:tav tm="0">
                                          <p:val>
                                            <p:strVal val="#ppt_y+.1"/>
                                          </p:val>
                                        </p:tav>
                                        <p:tav tm="100000">
                                          <p:val>
                                            <p:strVal val="#ppt_y"/>
                                          </p:val>
                                        </p:tav>
                                      </p:tavLst>
                                    </p:anim>
                                  </p:childTnLst>
                                </p:cTn>
                              </p:par>
                            </p:childTnLst>
                          </p:cTn>
                        </p:par>
                        <p:par>
                          <p:cTn id="48" fill="hold">
                            <p:stCondLst>
                              <p:cond delay="4000"/>
                            </p:stCondLst>
                            <p:childTnLst>
                              <p:par>
                                <p:cTn id="49" presetID="42" presetClass="entr" presetSubtype="0" fill="hold" grpId="0" nodeType="afterEffect">
                                  <p:stCondLst>
                                    <p:cond delay="0"/>
                                  </p:stCondLst>
                                  <p:childTnLst>
                                    <p:set>
                                      <p:cBhvr>
                                        <p:cTn id="50" dur="1" fill="hold">
                                          <p:stCondLst>
                                            <p:cond delay="0"/>
                                          </p:stCondLst>
                                        </p:cTn>
                                        <p:tgtEl>
                                          <p:spTgt spid="45"/>
                                        </p:tgtEl>
                                        <p:attrNameLst>
                                          <p:attrName>style.visibility</p:attrName>
                                        </p:attrNameLst>
                                      </p:cBhvr>
                                      <p:to>
                                        <p:strVal val="visible"/>
                                      </p:to>
                                    </p:set>
                                    <p:animEffect transition="in" filter="fade">
                                      <p:cBhvr>
                                        <p:cTn id="51" dur="500"/>
                                        <p:tgtEl>
                                          <p:spTgt spid="45"/>
                                        </p:tgtEl>
                                      </p:cBhvr>
                                    </p:animEffect>
                                    <p:anim calcmode="lin" valueType="num">
                                      <p:cBhvr>
                                        <p:cTn id="52" dur="500" fill="hold"/>
                                        <p:tgtEl>
                                          <p:spTgt spid="45"/>
                                        </p:tgtEl>
                                        <p:attrNameLst>
                                          <p:attrName>ppt_x</p:attrName>
                                        </p:attrNameLst>
                                      </p:cBhvr>
                                      <p:tavLst>
                                        <p:tav tm="0">
                                          <p:val>
                                            <p:strVal val="#ppt_x"/>
                                          </p:val>
                                        </p:tav>
                                        <p:tav tm="100000">
                                          <p:val>
                                            <p:strVal val="#ppt_x"/>
                                          </p:val>
                                        </p:tav>
                                      </p:tavLst>
                                    </p:anim>
                                    <p:anim calcmode="lin" valueType="num">
                                      <p:cBhvr>
                                        <p:cTn id="53" dur="500" fill="hold"/>
                                        <p:tgtEl>
                                          <p:spTgt spid="4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31" grpId="0" animBg="1"/>
      <p:bldP spid="25" grpId="0" animBg="1"/>
      <p:bldP spid="42" grpId="0" animBg="1"/>
      <p:bldP spid="43" grpId="0" animBg="1"/>
      <p:bldP spid="44" grpId="0" animBg="1"/>
      <p:bldP spid="45" grpId="0" animBg="1"/>
    </p:bldLst>
  </p:timing>
</p:sldLayout>
</file>

<file path=ppt/slideLayouts/slideLayout729.xml><?xml version="1.0" encoding="utf-8"?>
<p:sldLayout xmlns:a="http://schemas.openxmlformats.org/drawingml/2006/main" xmlns:r="http://schemas.openxmlformats.org/officeDocument/2006/relationships" xmlns:p="http://schemas.openxmlformats.org/presentationml/2006/main" preserve="1" userDrawn="1">
  <p:cSld name="14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42" name="Picture Placeholder 30"/>
          <p:cNvSpPr>
            <a:spLocks noGrp="1"/>
          </p:cNvSpPr>
          <p:nvPr>
            <p:ph type="pic" sz="quarter" idx="35" hasCustomPrompt="1"/>
          </p:nvPr>
        </p:nvSpPr>
        <p:spPr>
          <a:xfrm>
            <a:off x="507135" y="1983474"/>
            <a:ext cx="5519593" cy="2183006"/>
          </a:xfrm>
          <a:solidFill>
            <a:schemeClr val="bg1">
              <a:lumMod val="85000"/>
            </a:schemeClr>
          </a:solidFill>
        </p:spPr>
        <p:txBody>
          <a:bodyPr/>
          <a:lstStyle>
            <a:lvl1pPr>
              <a:defRPr/>
            </a:lvl1pPr>
          </a:lstStyle>
          <a:p>
            <a:r>
              <a:rPr lang="id-ID" dirty="0" smtClean="0"/>
              <a:t>Pic here</a:t>
            </a:r>
            <a:endParaRPr lang="en-AU" dirty="0"/>
          </a:p>
        </p:txBody>
      </p:sp>
      <p:sp>
        <p:nvSpPr>
          <p:cNvPr id="43" name="Picture Placeholder 30"/>
          <p:cNvSpPr>
            <a:spLocks noGrp="1"/>
          </p:cNvSpPr>
          <p:nvPr>
            <p:ph type="pic" sz="quarter" idx="36" hasCustomPrompt="1"/>
          </p:nvPr>
        </p:nvSpPr>
        <p:spPr>
          <a:xfrm>
            <a:off x="507134" y="4342054"/>
            <a:ext cx="5519593" cy="2183006"/>
          </a:xfrm>
          <a:solidFill>
            <a:schemeClr val="bg1">
              <a:lumMod val="85000"/>
            </a:schemeClr>
          </a:solidFill>
        </p:spPr>
        <p:txBody>
          <a:bodyPr/>
          <a:lstStyle>
            <a:lvl1pPr>
              <a:defRPr/>
            </a:lvl1pPr>
          </a:lstStyle>
          <a:p>
            <a:r>
              <a:rPr lang="id-ID" dirty="0" smtClean="0"/>
              <a:t>Pic here</a:t>
            </a:r>
            <a:endParaRPr lang="en-AU" dirty="0"/>
          </a:p>
        </p:txBody>
      </p:sp>
      <p:sp>
        <p:nvSpPr>
          <p:cNvPr id="16" name="Picture Placeholder 30"/>
          <p:cNvSpPr>
            <a:spLocks noGrp="1"/>
          </p:cNvSpPr>
          <p:nvPr>
            <p:ph type="pic" sz="quarter" idx="37" hasCustomPrompt="1"/>
          </p:nvPr>
        </p:nvSpPr>
        <p:spPr>
          <a:xfrm>
            <a:off x="6179133" y="1983474"/>
            <a:ext cx="5519593" cy="2183006"/>
          </a:xfrm>
          <a:solidFill>
            <a:schemeClr val="bg1">
              <a:lumMod val="85000"/>
            </a:schemeClr>
          </a:solidFill>
        </p:spPr>
        <p:txBody>
          <a:bodyPr/>
          <a:lstStyle>
            <a:lvl1pPr>
              <a:defRPr/>
            </a:lvl1pPr>
          </a:lstStyle>
          <a:p>
            <a:r>
              <a:rPr lang="id-ID" dirty="0" smtClean="0"/>
              <a:t>Pic here</a:t>
            </a:r>
            <a:endParaRPr lang="en-AU" dirty="0"/>
          </a:p>
        </p:txBody>
      </p:sp>
      <p:sp>
        <p:nvSpPr>
          <p:cNvPr id="17" name="Picture Placeholder 30"/>
          <p:cNvSpPr>
            <a:spLocks noGrp="1"/>
          </p:cNvSpPr>
          <p:nvPr>
            <p:ph type="pic" sz="quarter" idx="38" hasCustomPrompt="1"/>
          </p:nvPr>
        </p:nvSpPr>
        <p:spPr>
          <a:xfrm>
            <a:off x="6179132" y="4342054"/>
            <a:ext cx="5519593" cy="2183006"/>
          </a:xfrm>
          <a:solidFill>
            <a:schemeClr val="bg1">
              <a:lumMod val="85000"/>
            </a:schemeClr>
          </a:solidFill>
        </p:spPr>
        <p:txBody>
          <a:bodyPr/>
          <a:lstStyle>
            <a:lvl1pPr>
              <a:defRPr/>
            </a:lvl1pPr>
          </a:lstStyle>
          <a:p>
            <a:r>
              <a:rPr lang="id-ID" dirty="0" smtClean="0"/>
              <a:t>Pic here</a:t>
            </a:r>
            <a:endParaRPr lang="en-AU" dirty="0"/>
          </a:p>
        </p:txBody>
      </p:sp>
      <p:sp>
        <p:nvSpPr>
          <p:cNvPr id="21" name="Picture Placeholder 20"/>
          <p:cNvSpPr>
            <a:spLocks noGrp="1"/>
          </p:cNvSpPr>
          <p:nvPr>
            <p:ph type="pic" sz="quarter" idx="39" hasCustomPrompt="1"/>
          </p:nvPr>
        </p:nvSpPr>
        <p:spPr>
          <a:xfrm>
            <a:off x="4731330" y="2893088"/>
            <a:ext cx="2743200" cy="2743200"/>
          </a:xfrm>
          <a:custGeom>
            <a:avLst/>
            <a:gdLst>
              <a:gd name="connsiteX0" fmla="*/ 1371600 w 2743200"/>
              <a:gd name="connsiteY0" fmla="*/ 0 h 2743200"/>
              <a:gd name="connsiteX1" fmla="*/ 2743200 w 2743200"/>
              <a:gd name="connsiteY1" fmla="*/ 1371600 h 2743200"/>
              <a:gd name="connsiteX2" fmla="*/ 1371600 w 2743200"/>
              <a:gd name="connsiteY2" fmla="*/ 2743200 h 2743200"/>
              <a:gd name="connsiteX3" fmla="*/ 0 w 2743200"/>
              <a:gd name="connsiteY3" fmla="*/ 1371600 h 2743200"/>
              <a:gd name="connsiteX4" fmla="*/ 1371600 w 2743200"/>
              <a:gd name="connsiteY4" fmla="*/ 0 h 2743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2743200">
                <a:moveTo>
                  <a:pt x="1371600" y="0"/>
                </a:moveTo>
                <a:cubicBezTo>
                  <a:pt x="2129114" y="0"/>
                  <a:pt x="2743200" y="614086"/>
                  <a:pt x="2743200" y="1371600"/>
                </a:cubicBezTo>
                <a:cubicBezTo>
                  <a:pt x="2743200" y="2129114"/>
                  <a:pt x="2129114" y="2743200"/>
                  <a:pt x="1371600" y="2743200"/>
                </a:cubicBezTo>
                <a:cubicBezTo>
                  <a:pt x="614086" y="2743200"/>
                  <a:pt x="0" y="2129114"/>
                  <a:pt x="0" y="1371600"/>
                </a:cubicBezTo>
                <a:cubicBezTo>
                  <a:pt x="0" y="614086"/>
                  <a:pt x="614086" y="0"/>
                  <a:pt x="1371600" y="0"/>
                </a:cubicBezTo>
                <a:close/>
              </a:path>
            </a:pathLst>
          </a:custGeom>
          <a:solidFill>
            <a:schemeClr val="accent4"/>
          </a:solidFill>
        </p:spPr>
        <p:txBody>
          <a:bodyPr wrap="square">
            <a:noAutofit/>
          </a:bodyPr>
          <a:lstStyle>
            <a:lvl1pPr algn="r">
              <a:defRPr sz="1000"/>
            </a:lvl1pPr>
          </a:lstStyle>
          <a:p>
            <a:r>
              <a:rPr lang="id-ID" dirty="0" smtClean="0"/>
              <a:t>Nopic</a:t>
            </a:r>
            <a:endParaRPr lang="en-AU" dirty="0"/>
          </a:p>
        </p:txBody>
      </p:sp>
      <p:sp>
        <p:nvSpPr>
          <p:cNvPr id="22" name="Text Placeholder 21"/>
          <p:cNvSpPr>
            <a:spLocks noGrp="1"/>
          </p:cNvSpPr>
          <p:nvPr>
            <p:ph type="body" sz="quarter" idx="20"/>
          </p:nvPr>
        </p:nvSpPr>
        <p:spPr>
          <a:xfrm>
            <a:off x="4731331" y="3492745"/>
            <a:ext cx="2743200" cy="256811"/>
          </a:xfrm>
        </p:spPr>
        <p:txBody>
          <a:bodyPr/>
          <a:lstStyle>
            <a:lvl1pPr algn="ctr">
              <a:defRPr>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3" name="Text Placeholder 21"/>
          <p:cNvSpPr>
            <a:spLocks noGrp="1"/>
          </p:cNvSpPr>
          <p:nvPr>
            <p:ph type="body" sz="quarter" idx="29"/>
          </p:nvPr>
        </p:nvSpPr>
        <p:spPr>
          <a:xfrm>
            <a:off x="4731331" y="3799449"/>
            <a:ext cx="2743200" cy="1304045"/>
          </a:xfrm>
        </p:spPr>
        <p:txBody>
          <a:bodyPr>
            <a:normAutofit/>
          </a:bodyPr>
          <a:lstStyle>
            <a:lvl1pPr algn="ctr">
              <a:defRPr sz="120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Tree>
    <p:extLst>
      <p:ext uri="{BB962C8B-B14F-4D97-AF65-F5344CB8AC3E}">
        <p14:creationId xmlns:p14="http://schemas.microsoft.com/office/powerpoint/2010/main" val="218737673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42" presetClass="entr" presetSubtype="0" fill="hold" grpId="0" nodeType="afterEffect">
                                  <p:stCondLst>
                                    <p:cond delay="0"/>
                                  </p:stCondLst>
                                  <p:childTnLst>
                                    <p:set>
                                      <p:cBhvr>
                                        <p:cTn id="20" dur="1" fill="hold">
                                          <p:stCondLst>
                                            <p:cond delay="0"/>
                                          </p:stCondLst>
                                        </p:cTn>
                                        <p:tgtEl>
                                          <p:spTgt spid="42"/>
                                        </p:tgtEl>
                                        <p:attrNameLst>
                                          <p:attrName>style.visibility</p:attrName>
                                        </p:attrNameLst>
                                      </p:cBhvr>
                                      <p:to>
                                        <p:strVal val="visible"/>
                                      </p:to>
                                    </p:set>
                                    <p:animEffect transition="in" filter="fade">
                                      <p:cBhvr>
                                        <p:cTn id="21" dur="500"/>
                                        <p:tgtEl>
                                          <p:spTgt spid="42"/>
                                        </p:tgtEl>
                                      </p:cBhvr>
                                    </p:animEffect>
                                    <p:anim calcmode="lin" valueType="num">
                                      <p:cBhvr>
                                        <p:cTn id="22" dur="500" fill="hold"/>
                                        <p:tgtEl>
                                          <p:spTgt spid="42"/>
                                        </p:tgtEl>
                                        <p:attrNameLst>
                                          <p:attrName>ppt_x</p:attrName>
                                        </p:attrNameLst>
                                      </p:cBhvr>
                                      <p:tavLst>
                                        <p:tav tm="0">
                                          <p:val>
                                            <p:strVal val="#ppt_x"/>
                                          </p:val>
                                        </p:tav>
                                        <p:tav tm="100000">
                                          <p:val>
                                            <p:strVal val="#ppt_x"/>
                                          </p:val>
                                        </p:tav>
                                      </p:tavLst>
                                    </p:anim>
                                    <p:anim calcmode="lin" valueType="num">
                                      <p:cBhvr>
                                        <p:cTn id="23" dur="500" fill="hold"/>
                                        <p:tgtEl>
                                          <p:spTgt spid="42"/>
                                        </p:tgtEl>
                                        <p:attrNameLst>
                                          <p:attrName>ppt_y</p:attrName>
                                        </p:attrNameLst>
                                      </p:cBhvr>
                                      <p:tavLst>
                                        <p:tav tm="0">
                                          <p:val>
                                            <p:strVal val="#ppt_y+.1"/>
                                          </p:val>
                                        </p:tav>
                                        <p:tav tm="100000">
                                          <p:val>
                                            <p:strVal val="#ppt_y"/>
                                          </p:val>
                                        </p:tav>
                                      </p:tavLst>
                                    </p:anim>
                                  </p:childTnLst>
                                </p:cTn>
                              </p:par>
                            </p:childTnLst>
                          </p:cTn>
                        </p:par>
                        <p:par>
                          <p:cTn id="24" fill="hold">
                            <p:stCondLst>
                              <p:cond delay="2000"/>
                            </p:stCondLst>
                            <p:childTnLst>
                              <p:par>
                                <p:cTn id="25" presetID="42" presetClass="entr" presetSubtype="0" fill="hold" grpId="0" nodeType="afterEffect">
                                  <p:stCondLst>
                                    <p:cond delay="0"/>
                                  </p:stCondLst>
                                  <p:childTnLst>
                                    <p:set>
                                      <p:cBhvr>
                                        <p:cTn id="26" dur="1" fill="hold">
                                          <p:stCondLst>
                                            <p:cond delay="0"/>
                                          </p:stCondLst>
                                        </p:cTn>
                                        <p:tgtEl>
                                          <p:spTgt spid="43"/>
                                        </p:tgtEl>
                                        <p:attrNameLst>
                                          <p:attrName>style.visibility</p:attrName>
                                        </p:attrNameLst>
                                      </p:cBhvr>
                                      <p:to>
                                        <p:strVal val="visible"/>
                                      </p:to>
                                    </p:set>
                                    <p:animEffect transition="in" filter="fade">
                                      <p:cBhvr>
                                        <p:cTn id="27" dur="500"/>
                                        <p:tgtEl>
                                          <p:spTgt spid="43"/>
                                        </p:tgtEl>
                                      </p:cBhvr>
                                    </p:animEffect>
                                    <p:anim calcmode="lin" valueType="num">
                                      <p:cBhvr>
                                        <p:cTn id="28" dur="500" fill="hold"/>
                                        <p:tgtEl>
                                          <p:spTgt spid="43"/>
                                        </p:tgtEl>
                                        <p:attrNameLst>
                                          <p:attrName>ppt_x</p:attrName>
                                        </p:attrNameLst>
                                      </p:cBhvr>
                                      <p:tavLst>
                                        <p:tav tm="0">
                                          <p:val>
                                            <p:strVal val="#ppt_x"/>
                                          </p:val>
                                        </p:tav>
                                        <p:tav tm="100000">
                                          <p:val>
                                            <p:strVal val="#ppt_x"/>
                                          </p:val>
                                        </p:tav>
                                      </p:tavLst>
                                    </p:anim>
                                    <p:anim calcmode="lin" valueType="num">
                                      <p:cBhvr>
                                        <p:cTn id="29" dur="500" fill="hold"/>
                                        <p:tgtEl>
                                          <p:spTgt spid="43"/>
                                        </p:tgtEl>
                                        <p:attrNameLst>
                                          <p:attrName>ppt_y</p:attrName>
                                        </p:attrNameLst>
                                      </p:cBhvr>
                                      <p:tavLst>
                                        <p:tav tm="0">
                                          <p:val>
                                            <p:strVal val="#ppt_y+.1"/>
                                          </p:val>
                                        </p:tav>
                                        <p:tav tm="100000">
                                          <p:val>
                                            <p:strVal val="#ppt_y"/>
                                          </p:val>
                                        </p:tav>
                                      </p:tavLst>
                                    </p:anim>
                                  </p:childTnLst>
                                </p:cTn>
                              </p:par>
                            </p:childTnLst>
                          </p:cTn>
                        </p:par>
                        <p:par>
                          <p:cTn id="30" fill="hold">
                            <p:stCondLst>
                              <p:cond delay="2500"/>
                            </p:stCondLst>
                            <p:childTnLst>
                              <p:par>
                                <p:cTn id="31" presetID="42" presetClass="entr" presetSubtype="0" fill="hold" grpId="0" nodeType="afterEffect">
                                  <p:stCondLst>
                                    <p:cond delay="0"/>
                                  </p:stCondLst>
                                  <p:childTnLst>
                                    <p:set>
                                      <p:cBhvr>
                                        <p:cTn id="32" dur="1" fill="hold">
                                          <p:stCondLst>
                                            <p:cond delay="0"/>
                                          </p:stCondLst>
                                        </p:cTn>
                                        <p:tgtEl>
                                          <p:spTgt spid="16"/>
                                        </p:tgtEl>
                                        <p:attrNameLst>
                                          <p:attrName>style.visibility</p:attrName>
                                        </p:attrNameLst>
                                      </p:cBhvr>
                                      <p:to>
                                        <p:strVal val="visible"/>
                                      </p:to>
                                    </p:set>
                                    <p:animEffect transition="in" filter="fade">
                                      <p:cBhvr>
                                        <p:cTn id="33" dur="500"/>
                                        <p:tgtEl>
                                          <p:spTgt spid="16"/>
                                        </p:tgtEl>
                                      </p:cBhvr>
                                    </p:animEffect>
                                    <p:anim calcmode="lin" valueType="num">
                                      <p:cBhvr>
                                        <p:cTn id="34" dur="500" fill="hold"/>
                                        <p:tgtEl>
                                          <p:spTgt spid="16"/>
                                        </p:tgtEl>
                                        <p:attrNameLst>
                                          <p:attrName>ppt_x</p:attrName>
                                        </p:attrNameLst>
                                      </p:cBhvr>
                                      <p:tavLst>
                                        <p:tav tm="0">
                                          <p:val>
                                            <p:strVal val="#ppt_x"/>
                                          </p:val>
                                        </p:tav>
                                        <p:tav tm="100000">
                                          <p:val>
                                            <p:strVal val="#ppt_x"/>
                                          </p:val>
                                        </p:tav>
                                      </p:tavLst>
                                    </p:anim>
                                    <p:anim calcmode="lin" valueType="num">
                                      <p:cBhvr>
                                        <p:cTn id="35" dur="500" fill="hold"/>
                                        <p:tgtEl>
                                          <p:spTgt spid="16"/>
                                        </p:tgtEl>
                                        <p:attrNameLst>
                                          <p:attrName>ppt_y</p:attrName>
                                        </p:attrNameLst>
                                      </p:cBhvr>
                                      <p:tavLst>
                                        <p:tav tm="0">
                                          <p:val>
                                            <p:strVal val="#ppt_y+.1"/>
                                          </p:val>
                                        </p:tav>
                                        <p:tav tm="100000">
                                          <p:val>
                                            <p:strVal val="#ppt_y"/>
                                          </p:val>
                                        </p:tav>
                                      </p:tavLst>
                                    </p:anim>
                                  </p:childTnLst>
                                </p:cTn>
                              </p:par>
                            </p:childTnLst>
                          </p:cTn>
                        </p:par>
                        <p:par>
                          <p:cTn id="36" fill="hold">
                            <p:stCondLst>
                              <p:cond delay="3000"/>
                            </p:stCondLst>
                            <p:childTnLst>
                              <p:par>
                                <p:cTn id="37" presetID="42" presetClass="entr" presetSubtype="0" fill="hold" grpId="0" nodeType="afterEffect">
                                  <p:stCondLst>
                                    <p:cond delay="0"/>
                                  </p:stCondLst>
                                  <p:childTnLst>
                                    <p:set>
                                      <p:cBhvr>
                                        <p:cTn id="38" dur="1" fill="hold">
                                          <p:stCondLst>
                                            <p:cond delay="0"/>
                                          </p:stCondLst>
                                        </p:cTn>
                                        <p:tgtEl>
                                          <p:spTgt spid="17"/>
                                        </p:tgtEl>
                                        <p:attrNameLst>
                                          <p:attrName>style.visibility</p:attrName>
                                        </p:attrNameLst>
                                      </p:cBhvr>
                                      <p:to>
                                        <p:strVal val="visible"/>
                                      </p:to>
                                    </p:set>
                                    <p:animEffect transition="in" filter="fade">
                                      <p:cBhvr>
                                        <p:cTn id="39" dur="500"/>
                                        <p:tgtEl>
                                          <p:spTgt spid="17"/>
                                        </p:tgtEl>
                                      </p:cBhvr>
                                    </p:animEffect>
                                    <p:anim calcmode="lin" valueType="num">
                                      <p:cBhvr>
                                        <p:cTn id="40" dur="500" fill="hold"/>
                                        <p:tgtEl>
                                          <p:spTgt spid="17"/>
                                        </p:tgtEl>
                                        <p:attrNameLst>
                                          <p:attrName>ppt_x</p:attrName>
                                        </p:attrNameLst>
                                      </p:cBhvr>
                                      <p:tavLst>
                                        <p:tav tm="0">
                                          <p:val>
                                            <p:strVal val="#ppt_x"/>
                                          </p:val>
                                        </p:tav>
                                        <p:tav tm="100000">
                                          <p:val>
                                            <p:strVal val="#ppt_x"/>
                                          </p:val>
                                        </p:tav>
                                      </p:tavLst>
                                    </p:anim>
                                    <p:anim calcmode="lin" valueType="num">
                                      <p:cBhvr>
                                        <p:cTn id="41" dur="500" fill="hold"/>
                                        <p:tgtEl>
                                          <p:spTgt spid="17"/>
                                        </p:tgtEl>
                                        <p:attrNameLst>
                                          <p:attrName>ppt_y</p:attrName>
                                        </p:attrNameLst>
                                      </p:cBhvr>
                                      <p:tavLst>
                                        <p:tav tm="0">
                                          <p:val>
                                            <p:strVal val="#ppt_y+.1"/>
                                          </p:val>
                                        </p:tav>
                                        <p:tav tm="100000">
                                          <p:val>
                                            <p:strVal val="#ppt_y"/>
                                          </p:val>
                                        </p:tav>
                                      </p:tavLst>
                                    </p:anim>
                                  </p:childTnLst>
                                </p:cTn>
                              </p:par>
                            </p:childTnLst>
                          </p:cTn>
                        </p:par>
                        <p:par>
                          <p:cTn id="42" fill="hold">
                            <p:stCondLst>
                              <p:cond delay="3500"/>
                            </p:stCondLst>
                            <p:childTnLst>
                              <p:par>
                                <p:cTn id="43" presetID="10" presetClass="entr" presetSubtype="0" fill="hold" grpId="0" nodeType="afterEffect">
                                  <p:stCondLst>
                                    <p:cond delay="0"/>
                                  </p:stCondLst>
                                  <p:childTnLst>
                                    <p:set>
                                      <p:cBhvr>
                                        <p:cTn id="44" dur="1" fill="hold">
                                          <p:stCondLst>
                                            <p:cond delay="0"/>
                                          </p:stCondLst>
                                        </p:cTn>
                                        <p:tgtEl>
                                          <p:spTgt spid="21"/>
                                        </p:tgtEl>
                                        <p:attrNameLst>
                                          <p:attrName>style.visibility</p:attrName>
                                        </p:attrNameLst>
                                      </p:cBhvr>
                                      <p:to>
                                        <p:strVal val="visible"/>
                                      </p:to>
                                    </p:set>
                                    <p:animEffect transition="in" filter="fade">
                                      <p:cBhvr>
                                        <p:cTn id="45" dur="500"/>
                                        <p:tgtEl>
                                          <p:spTgt spid="21"/>
                                        </p:tgtEl>
                                      </p:cBhvr>
                                    </p:animEffect>
                                  </p:childTnLst>
                                </p:cTn>
                              </p:par>
                            </p:childTnLst>
                          </p:cTn>
                        </p:par>
                        <p:par>
                          <p:cTn id="46" fill="hold">
                            <p:stCondLst>
                              <p:cond delay="4000"/>
                            </p:stCondLst>
                            <p:childTnLst>
                              <p:par>
                                <p:cTn id="47" presetID="53" presetClass="entr" presetSubtype="16" fill="hold" grpId="0" nodeType="afterEffect" nodePh="1">
                                  <p:stCondLst>
                                    <p:cond delay="0"/>
                                  </p:stCondLst>
                                  <p:endCondLst>
                                    <p:cond evt="begin" delay="0">
                                      <p:tn val="47"/>
                                    </p:cond>
                                  </p:endCondLst>
                                  <p:childTnLst>
                                    <p:set>
                                      <p:cBhvr>
                                        <p:cTn id="48" dur="1" fill="hold">
                                          <p:stCondLst>
                                            <p:cond delay="0"/>
                                          </p:stCondLst>
                                        </p:cTn>
                                        <p:tgtEl>
                                          <p:spTgt spid="22">
                                            <p:txEl>
                                              <p:pRg st="0" end="0"/>
                                            </p:txEl>
                                          </p:spTgt>
                                        </p:tgtEl>
                                        <p:attrNameLst>
                                          <p:attrName>style.visibility</p:attrName>
                                        </p:attrNameLst>
                                      </p:cBhvr>
                                      <p:to>
                                        <p:strVal val="visible"/>
                                      </p:to>
                                    </p:set>
                                    <p:anim calcmode="lin" valueType="num">
                                      <p:cBhvr>
                                        <p:cTn id="49" dur="500" fill="hold"/>
                                        <p:tgtEl>
                                          <p:spTgt spid="22">
                                            <p:txEl>
                                              <p:pRg st="0" end="0"/>
                                            </p:txEl>
                                          </p:spTgt>
                                        </p:tgtEl>
                                        <p:attrNameLst>
                                          <p:attrName>ppt_w</p:attrName>
                                        </p:attrNameLst>
                                      </p:cBhvr>
                                      <p:tavLst>
                                        <p:tav tm="0">
                                          <p:val>
                                            <p:fltVal val="0"/>
                                          </p:val>
                                        </p:tav>
                                        <p:tav tm="100000">
                                          <p:val>
                                            <p:strVal val="#ppt_w"/>
                                          </p:val>
                                        </p:tav>
                                      </p:tavLst>
                                    </p:anim>
                                    <p:anim calcmode="lin" valueType="num">
                                      <p:cBhvr>
                                        <p:cTn id="50" dur="500" fill="hold"/>
                                        <p:tgtEl>
                                          <p:spTgt spid="22">
                                            <p:txEl>
                                              <p:pRg st="0" end="0"/>
                                            </p:txEl>
                                          </p:spTgt>
                                        </p:tgtEl>
                                        <p:attrNameLst>
                                          <p:attrName>ppt_h</p:attrName>
                                        </p:attrNameLst>
                                      </p:cBhvr>
                                      <p:tavLst>
                                        <p:tav tm="0">
                                          <p:val>
                                            <p:fltVal val="0"/>
                                          </p:val>
                                        </p:tav>
                                        <p:tav tm="100000">
                                          <p:val>
                                            <p:strVal val="#ppt_h"/>
                                          </p:val>
                                        </p:tav>
                                      </p:tavLst>
                                    </p:anim>
                                    <p:animEffect transition="in" filter="fade">
                                      <p:cBhvr>
                                        <p:cTn id="51" dur="500"/>
                                        <p:tgtEl>
                                          <p:spTgt spid="22">
                                            <p:txEl>
                                              <p:pRg st="0" end="0"/>
                                            </p:txEl>
                                          </p:spTgt>
                                        </p:tgtEl>
                                      </p:cBhvr>
                                    </p:animEffect>
                                  </p:childTnLst>
                                </p:cTn>
                              </p:par>
                            </p:childTnLst>
                          </p:cTn>
                        </p:par>
                        <p:par>
                          <p:cTn id="52" fill="hold">
                            <p:stCondLst>
                              <p:cond delay="4500"/>
                            </p:stCondLst>
                            <p:childTnLst>
                              <p:par>
                                <p:cTn id="53" presetID="42" presetClass="entr" presetSubtype="0" fill="hold" grpId="0" nodeType="afterEffect" nodePh="1">
                                  <p:stCondLst>
                                    <p:cond delay="0"/>
                                  </p:stCondLst>
                                  <p:endCondLst>
                                    <p:cond evt="begin" delay="0">
                                      <p:tn val="53"/>
                                    </p:cond>
                                  </p:endCondLst>
                                  <p:childTnLst>
                                    <p:set>
                                      <p:cBhvr>
                                        <p:cTn id="54" dur="1" fill="hold">
                                          <p:stCondLst>
                                            <p:cond delay="0"/>
                                          </p:stCondLst>
                                        </p:cTn>
                                        <p:tgtEl>
                                          <p:spTgt spid="23">
                                            <p:txEl>
                                              <p:pRg st="0" end="0"/>
                                            </p:txEl>
                                          </p:spTgt>
                                        </p:tgtEl>
                                        <p:attrNameLst>
                                          <p:attrName>style.visibility</p:attrName>
                                        </p:attrNameLst>
                                      </p:cBhvr>
                                      <p:to>
                                        <p:strVal val="visible"/>
                                      </p:to>
                                    </p:set>
                                    <p:animEffect transition="in" filter="fade">
                                      <p:cBhvr>
                                        <p:cTn id="55" dur="500"/>
                                        <p:tgtEl>
                                          <p:spTgt spid="23">
                                            <p:txEl>
                                              <p:pRg st="0" end="0"/>
                                            </p:txEl>
                                          </p:spTgt>
                                        </p:tgtEl>
                                      </p:cBhvr>
                                    </p:animEffect>
                                    <p:anim calcmode="lin" valueType="num">
                                      <p:cBhvr>
                                        <p:cTn id="56" dur="500" fill="hold"/>
                                        <p:tgtEl>
                                          <p:spTgt spid="23">
                                            <p:txEl>
                                              <p:pRg st="0" end="0"/>
                                            </p:txEl>
                                          </p:spTgt>
                                        </p:tgtEl>
                                        <p:attrNameLst>
                                          <p:attrName>ppt_x</p:attrName>
                                        </p:attrNameLst>
                                      </p:cBhvr>
                                      <p:tavLst>
                                        <p:tav tm="0">
                                          <p:val>
                                            <p:strVal val="#ppt_x"/>
                                          </p:val>
                                        </p:tav>
                                        <p:tav tm="100000">
                                          <p:val>
                                            <p:strVal val="#ppt_x"/>
                                          </p:val>
                                        </p:tav>
                                      </p:tavLst>
                                    </p:anim>
                                    <p:anim calcmode="lin" valueType="num">
                                      <p:cBhvr>
                                        <p:cTn id="57" dur="500" fill="hold"/>
                                        <p:tgtEl>
                                          <p:spTgt spid="23">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42" grpId="0" animBg="1"/>
      <p:bldP spid="43" grpId="0" animBg="1"/>
      <p:bldP spid="16" grpId="0" animBg="1"/>
      <p:bldP spid="17" grpId="0" animBg="1"/>
      <p:bldP spid="21" grpId="0" animBg="1"/>
      <p:bldP spid="22"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2"/>
                        </p:tgtEl>
                        <p:attrNameLst>
                          <p:attrName>style.visibility</p:attrName>
                        </p:attrNameLst>
                      </p:cBhvr>
                      <p:to>
                        <p:strVal val="visible"/>
                      </p:to>
                    </p:set>
                    <p:anim calcmode="lin" valueType="num">
                      <p:cBhvr>
                        <p:cTn dur="500" fill="hold"/>
                        <p:tgtEl>
                          <p:spTgt spid="22"/>
                        </p:tgtEl>
                        <p:attrNameLst>
                          <p:attrName>ppt_w</p:attrName>
                        </p:attrNameLst>
                      </p:cBhvr>
                      <p:tavLst>
                        <p:tav tm="0">
                          <p:val>
                            <p:fltVal val="0"/>
                          </p:val>
                        </p:tav>
                        <p:tav tm="100000">
                          <p:val>
                            <p:strVal val="#ppt_w"/>
                          </p:val>
                        </p:tav>
                      </p:tavLst>
                    </p:anim>
                    <p:anim calcmode="lin" valueType="num">
                      <p:cBhvr>
                        <p:cTn dur="500" fill="hold"/>
                        <p:tgtEl>
                          <p:spTgt spid="22"/>
                        </p:tgtEl>
                        <p:attrNameLst>
                          <p:attrName>ppt_h</p:attrName>
                        </p:attrNameLst>
                      </p:cBhvr>
                      <p:tavLst>
                        <p:tav tm="0">
                          <p:val>
                            <p:fltVal val="0"/>
                          </p:val>
                        </p:tav>
                        <p:tav tm="100000">
                          <p:val>
                            <p:strVal val="#ppt_h"/>
                          </p:val>
                        </p:tav>
                      </p:tavLst>
                    </p:anim>
                    <p:animEffect transition="in" filter="fade">
                      <p:cBhvr>
                        <p:cTn dur="500"/>
                        <p:tgtEl>
                          <p:spTgt spid="22"/>
                        </p:tgtEl>
                      </p:cBhvr>
                    </p:animEffect>
                  </p:childTnLst>
                </p:cTn>
              </p:par>
            </p:tnLst>
          </p:tmpl>
        </p:tmplLst>
      </p:bldP>
      <p:bldP spid="23"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3"/>
                        </p:tgtEl>
                        <p:attrNameLst>
                          <p:attrName>style.visibility</p:attrName>
                        </p:attrNameLst>
                      </p:cBhvr>
                      <p:to>
                        <p:strVal val="visible"/>
                      </p:to>
                    </p:set>
                    <p:animEffect transition="in" filter="fade">
                      <p:cBhvr>
                        <p:cTn dur="500"/>
                        <p:tgtEl>
                          <p:spTgt spid="23"/>
                        </p:tgtEl>
                      </p:cBhvr>
                    </p:animEffect>
                    <p:anim calcmode="lin" valueType="num">
                      <p:cBhvr>
                        <p:cTn dur="500" fill="hold"/>
                        <p:tgtEl>
                          <p:spTgt spid="23"/>
                        </p:tgtEl>
                        <p:attrNameLst>
                          <p:attrName>ppt_x</p:attrName>
                        </p:attrNameLst>
                      </p:cBhvr>
                      <p:tavLst>
                        <p:tav tm="0">
                          <p:val>
                            <p:strVal val="#ppt_x"/>
                          </p:val>
                        </p:tav>
                        <p:tav tm="100000">
                          <p:val>
                            <p:strVal val="#ppt_x"/>
                          </p:val>
                        </p:tav>
                      </p:tavLst>
                    </p:anim>
                    <p:anim calcmode="lin" valueType="num">
                      <p:cBhvr>
                        <p:cTn dur="500" fill="hold"/>
                        <p:tgtEl>
                          <p:spTgt spid="23"/>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730.xml><?xml version="1.0" encoding="utf-8"?>
<p:sldLayout xmlns:a="http://schemas.openxmlformats.org/drawingml/2006/main" xmlns:r="http://schemas.openxmlformats.org/officeDocument/2006/relationships" xmlns:p="http://schemas.openxmlformats.org/presentationml/2006/main" preserve="1" userDrawn="1">
  <p:cSld name="15_Custom Layout">
    <p:spTree>
      <p:nvGrpSpPr>
        <p:cNvPr id="1" name=""/>
        <p:cNvGrpSpPr/>
        <p:nvPr/>
      </p:nvGrpSpPr>
      <p:grpSpPr>
        <a:xfrm>
          <a:off x="0" y="0"/>
          <a:ext cx="0" cy="0"/>
          <a:chOff x="0" y="0"/>
          <a:chExt cx="0" cy="0"/>
        </a:xfrm>
      </p:grpSpPr>
      <p:sp>
        <p:nvSpPr>
          <p:cNvPr id="31" name="Rounded Rectangle 30"/>
          <p:cNvSpPr/>
          <p:nvPr userDrawn="1"/>
        </p:nvSpPr>
        <p:spPr>
          <a:xfrm>
            <a:off x="8372331" y="4003119"/>
            <a:ext cx="2762538" cy="2022764"/>
          </a:xfrm>
          <a:prstGeom prst="round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0" name="Rounded Rectangle 29"/>
          <p:cNvSpPr/>
          <p:nvPr userDrawn="1"/>
        </p:nvSpPr>
        <p:spPr>
          <a:xfrm>
            <a:off x="4714731" y="4003119"/>
            <a:ext cx="2762538" cy="2022764"/>
          </a:xfrm>
          <a:prstGeom prst="round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6" name="Rounded Rectangle 5"/>
          <p:cNvSpPr/>
          <p:nvPr userDrawn="1"/>
        </p:nvSpPr>
        <p:spPr>
          <a:xfrm>
            <a:off x="1057131" y="4003119"/>
            <a:ext cx="2762538" cy="2022764"/>
          </a:xfrm>
          <a:prstGeom prst="round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43" name="Picture Placeholder 30"/>
          <p:cNvSpPr>
            <a:spLocks noGrp="1"/>
          </p:cNvSpPr>
          <p:nvPr>
            <p:ph type="pic" sz="quarter" idx="36" hasCustomPrompt="1"/>
          </p:nvPr>
        </p:nvSpPr>
        <p:spPr>
          <a:xfrm>
            <a:off x="1057131" y="2078182"/>
            <a:ext cx="2762538" cy="2701636"/>
          </a:xfrm>
          <a:solidFill>
            <a:schemeClr val="bg1">
              <a:lumMod val="85000"/>
            </a:schemeClr>
          </a:solidFill>
        </p:spPr>
        <p:txBody>
          <a:bodyPr/>
          <a:lstStyle>
            <a:lvl1pPr>
              <a:defRPr/>
            </a:lvl1pPr>
          </a:lstStyle>
          <a:p>
            <a:r>
              <a:rPr lang="id-ID" dirty="0" smtClean="0"/>
              <a:t>Pic here</a:t>
            </a:r>
            <a:endParaRPr lang="en-AU" dirty="0"/>
          </a:p>
        </p:txBody>
      </p:sp>
      <p:sp>
        <p:nvSpPr>
          <p:cNvPr id="15"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1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19" name="Picture Placeholder 30"/>
          <p:cNvSpPr>
            <a:spLocks noGrp="1"/>
          </p:cNvSpPr>
          <p:nvPr>
            <p:ph type="pic" sz="quarter" idx="37" hasCustomPrompt="1"/>
          </p:nvPr>
        </p:nvSpPr>
        <p:spPr>
          <a:xfrm>
            <a:off x="4714731" y="2078182"/>
            <a:ext cx="2762538" cy="2701636"/>
          </a:xfrm>
          <a:solidFill>
            <a:schemeClr val="bg1">
              <a:lumMod val="85000"/>
            </a:schemeClr>
          </a:solidFill>
        </p:spPr>
        <p:txBody>
          <a:bodyPr/>
          <a:lstStyle>
            <a:lvl1pPr>
              <a:defRPr/>
            </a:lvl1pPr>
          </a:lstStyle>
          <a:p>
            <a:r>
              <a:rPr lang="id-ID" dirty="0" smtClean="0"/>
              <a:t>Pic here</a:t>
            </a:r>
            <a:endParaRPr lang="en-AU" dirty="0"/>
          </a:p>
        </p:txBody>
      </p:sp>
      <p:sp>
        <p:nvSpPr>
          <p:cNvPr id="20" name="Picture Placeholder 30"/>
          <p:cNvSpPr>
            <a:spLocks noGrp="1"/>
          </p:cNvSpPr>
          <p:nvPr>
            <p:ph type="pic" sz="quarter" idx="38" hasCustomPrompt="1"/>
          </p:nvPr>
        </p:nvSpPr>
        <p:spPr>
          <a:xfrm>
            <a:off x="8372331" y="2078182"/>
            <a:ext cx="2762538" cy="2701636"/>
          </a:xfrm>
          <a:solidFill>
            <a:schemeClr val="bg1">
              <a:lumMod val="85000"/>
            </a:schemeClr>
          </a:solidFill>
        </p:spPr>
        <p:txBody>
          <a:bodyPr/>
          <a:lstStyle>
            <a:lvl1pPr>
              <a:defRPr/>
            </a:lvl1pPr>
          </a:lstStyle>
          <a:p>
            <a:r>
              <a:rPr lang="id-ID" dirty="0" smtClean="0"/>
              <a:t>Pic here</a:t>
            </a:r>
            <a:endParaRPr lang="en-AU" dirty="0"/>
          </a:p>
        </p:txBody>
      </p:sp>
      <p:sp>
        <p:nvSpPr>
          <p:cNvPr id="24" name="Picture Placeholder 30"/>
          <p:cNvSpPr>
            <a:spLocks noGrp="1"/>
          </p:cNvSpPr>
          <p:nvPr>
            <p:ph type="pic" sz="quarter" idx="39" hasCustomPrompt="1"/>
          </p:nvPr>
        </p:nvSpPr>
        <p:spPr>
          <a:xfrm>
            <a:off x="1057131" y="4142509"/>
            <a:ext cx="2762538" cy="637309"/>
          </a:xfrm>
          <a:solidFill>
            <a:schemeClr val="accent1"/>
          </a:solidFill>
        </p:spPr>
        <p:txBody>
          <a:bodyPr>
            <a:normAutofit/>
          </a:bodyPr>
          <a:lstStyle>
            <a:lvl1pPr algn="r">
              <a:defRPr sz="1050"/>
            </a:lvl1pPr>
          </a:lstStyle>
          <a:p>
            <a:r>
              <a:rPr lang="id-ID" dirty="0" smtClean="0"/>
              <a:t>Nopic</a:t>
            </a:r>
            <a:endParaRPr lang="en-AU" dirty="0"/>
          </a:p>
        </p:txBody>
      </p:sp>
      <p:sp>
        <p:nvSpPr>
          <p:cNvPr id="25" name="Picture Placeholder 30"/>
          <p:cNvSpPr>
            <a:spLocks noGrp="1"/>
          </p:cNvSpPr>
          <p:nvPr>
            <p:ph type="pic" sz="quarter" idx="40" hasCustomPrompt="1"/>
          </p:nvPr>
        </p:nvSpPr>
        <p:spPr>
          <a:xfrm>
            <a:off x="4714731" y="4142509"/>
            <a:ext cx="2762538" cy="637309"/>
          </a:xfrm>
          <a:solidFill>
            <a:schemeClr val="accent2"/>
          </a:solidFill>
        </p:spPr>
        <p:txBody>
          <a:bodyPr>
            <a:normAutofit/>
          </a:bodyPr>
          <a:lstStyle>
            <a:lvl1pPr algn="r">
              <a:defRPr sz="1050"/>
            </a:lvl1pPr>
          </a:lstStyle>
          <a:p>
            <a:r>
              <a:rPr lang="id-ID" dirty="0" smtClean="0"/>
              <a:t>Nopic</a:t>
            </a:r>
            <a:endParaRPr lang="en-AU" dirty="0"/>
          </a:p>
        </p:txBody>
      </p:sp>
      <p:sp>
        <p:nvSpPr>
          <p:cNvPr id="26" name="Picture Placeholder 30"/>
          <p:cNvSpPr>
            <a:spLocks noGrp="1"/>
          </p:cNvSpPr>
          <p:nvPr>
            <p:ph type="pic" sz="quarter" idx="41" hasCustomPrompt="1"/>
          </p:nvPr>
        </p:nvSpPr>
        <p:spPr>
          <a:xfrm>
            <a:off x="8372331" y="4142509"/>
            <a:ext cx="2762538" cy="637309"/>
          </a:xfrm>
          <a:solidFill>
            <a:schemeClr val="accent4"/>
          </a:solidFill>
        </p:spPr>
        <p:txBody>
          <a:bodyPr>
            <a:normAutofit/>
          </a:bodyPr>
          <a:lstStyle>
            <a:lvl1pPr algn="r">
              <a:defRPr sz="1050"/>
            </a:lvl1pPr>
          </a:lstStyle>
          <a:p>
            <a:r>
              <a:rPr lang="id-ID" dirty="0" smtClean="0"/>
              <a:t>Nopic</a:t>
            </a:r>
            <a:endParaRPr lang="en-AU" dirty="0"/>
          </a:p>
        </p:txBody>
      </p:sp>
      <p:sp>
        <p:nvSpPr>
          <p:cNvPr id="27" name="Text Placeholder 21"/>
          <p:cNvSpPr>
            <a:spLocks noGrp="1"/>
          </p:cNvSpPr>
          <p:nvPr>
            <p:ph type="body" sz="quarter" idx="20"/>
          </p:nvPr>
        </p:nvSpPr>
        <p:spPr>
          <a:xfrm>
            <a:off x="1057131" y="4332757"/>
            <a:ext cx="2743200" cy="256811"/>
          </a:xfrm>
        </p:spPr>
        <p:txBody>
          <a:bodyPr/>
          <a:lstStyle>
            <a:lvl1pPr algn="ctr">
              <a:defRPr>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8" name="Text Placeholder 21"/>
          <p:cNvSpPr>
            <a:spLocks noGrp="1"/>
          </p:cNvSpPr>
          <p:nvPr>
            <p:ph type="body" sz="quarter" idx="42"/>
          </p:nvPr>
        </p:nvSpPr>
        <p:spPr>
          <a:xfrm>
            <a:off x="4734069" y="4332756"/>
            <a:ext cx="2743200" cy="256811"/>
          </a:xfrm>
        </p:spPr>
        <p:txBody>
          <a:bodyPr/>
          <a:lstStyle>
            <a:lvl1pPr algn="ctr">
              <a:defRPr>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9" name="Text Placeholder 21"/>
          <p:cNvSpPr>
            <a:spLocks noGrp="1"/>
          </p:cNvSpPr>
          <p:nvPr>
            <p:ph type="body" sz="quarter" idx="43"/>
          </p:nvPr>
        </p:nvSpPr>
        <p:spPr>
          <a:xfrm>
            <a:off x="8372331" y="4332756"/>
            <a:ext cx="2743200" cy="256811"/>
          </a:xfrm>
        </p:spPr>
        <p:txBody>
          <a:bodyPr/>
          <a:lstStyle>
            <a:lvl1pPr algn="ctr">
              <a:defRPr>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3" name="Text Placeholder 21"/>
          <p:cNvSpPr>
            <a:spLocks noGrp="1"/>
          </p:cNvSpPr>
          <p:nvPr>
            <p:ph type="body" sz="quarter" idx="44"/>
          </p:nvPr>
        </p:nvSpPr>
        <p:spPr>
          <a:xfrm>
            <a:off x="1057131" y="5014501"/>
            <a:ext cx="2743200" cy="682675"/>
          </a:xfrm>
        </p:spPr>
        <p:txBody>
          <a:bodyPr>
            <a:noAutofit/>
          </a:bodyPr>
          <a:lstStyle>
            <a:lvl1pPr algn="ctr">
              <a:defRPr sz="120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4" name="Text Placeholder 21"/>
          <p:cNvSpPr>
            <a:spLocks noGrp="1"/>
          </p:cNvSpPr>
          <p:nvPr>
            <p:ph type="body" sz="quarter" idx="45"/>
          </p:nvPr>
        </p:nvSpPr>
        <p:spPr>
          <a:xfrm>
            <a:off x="4695393" y="5014500"/>
            <a:ext cx="2743200" cy="682675"/>
          </a:xfrm>
        </p:spPr>
        <p:txBody>
          <a:bodyPr>
            <a:noAutofit/>
          </a:bodyPr>
          <a:lstStyle>
            <a:lvl1pPr algn="ctr">
              <a:defRPr sz="120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5" name="Text Placeholder 21"/>
          <p:cNvSpPr>
            <a:spLocks noGrp="1"/>
          </p:cNvSpPr>
          <p:nvPr>
            <p:ph type="body" sz="quarter" idx="46"/>
          </p:nvPr>
        </p:nvSpPr>
        <p:spPr>
          <a:xfrm>
            <a:off x="8380703" y="5014500"/>
            <a:ext cx="2743200" cy="682675"/>
          </a:xfrm>
        </p:spPr>
        <p:txBody>
          <a:bodyPr>
            <a:noAutofit/>
          </a:bodyPr>
          <a:lstStyle>
            <a:lvl1pPr algn="ctr">
              <a:defRPr sz="120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Tree>
    <p:extLst>
      <p:ext uri="{BB962C8B-B14F-4D97-AF65-F5344CB8AC3E}">
        <p14:creationId xmlns:p14="http://schemas.microsoft.com/office/powerpoint/2010/main" val="202175720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500"/>
                            </p:stCondLst>
                            <p:childTnLst>
                              <p:par>
                                <p:cTn id="5" presetID="10" presetClass="entr" presetSubtype="0" fill="hold" grpId="0" nodeType="after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500"/>
                                        <p:tgtEl>
                                          <p:spTgt spid="15"/>
                                        </p:tgtEl>
                                      </p:cBhvr>
                                    </p:animEffect>
                                  </p:childTnLst>
                                </p:cTn>
                              </p:par>
                            </p:childTnLst>
                          </p:cTn>
                        </p:par>
                        <p:par>
                          <p:cTn id="8" fill="hold">
                            <p:stCondLst>
                              <p:cond delay="1000"/>
                            </p:stCondLst>
                            <p:childTnLst>
                              <p:par>
                                <p:cTn id="9" presetID="42" presetClass="entr" presetSubtype="0" fill="hold" grpId="0" nodeType="afterEffect">
                                  <p:stCondLst>
                                    <p:cond delay="0"/>
                                  </p:stCondLst>
                                  <p:childTnLst>
                                    <p:set>
                                      <p:cBhvr>
                                        <p:cTn id="10" dur="1" fill="hold">
                                          <p:stCondLst>
                                            <p:cond delay="0"/>
                                          </p:stCondLst>
                                        </p:cTn>
                                        <p:tgtEl>
                                          <p:spTgt spid="18">
                                            <p:txEl>
                                              <p:pRg st="0" end="0"/>
                                            </p:txEl>
                                          </p:spTgt>
                                        </p:tgtEl>
                                        <p:attrNameLst>
                                          <p:attrName>style.visibility</p:attrName>
                                        </p:attrNameLst>
                                      </p:cBhvr>
                                      <p:to>
                                        <p:strVal val="visible"/>
                                      </p:to>
                                    </p:set>
                                    <p:animEffect transition="in" filter="fade">
                                      <p:cBhvr>
                                        <p:cTn id="11" dur="500"/>
                                        <p:tgtEl>
                                          <p:spTgt spid="18">
                                            <p:txEl>
                                              <p:pRg st="0" end="0"/>
                                            </p:txEl>
                                          </p:spTgt>
                                        </p:tgtEl>
                                      </p:cBhvr>
                                    </p:animEffect>
                                    <p:anim calcmode="lin" valueType="num">
                                      <p:cBhvr>
                                        <p:cTn id="12" dur="500" fill="hold"/>
                                        <p:tgtEl>
                                          <p:spTgt spid="18">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18">
                                            <p:txEl>
                                              <p:pRg st="0" end="0"/>
                                            </p:txEl>
                                          </p:spTgt>
                                        </p:tgtEl>
                                        <p:attrNameLst>
                                          <p:attrName>ppt_y</p:attrName>
                                        </p:attrNameLst>
                                      </p:cBhvr>
                                      <p:tavLst>
                                        <p:tav tm="0">
                                          <p:val>
                                            <p:strVal val="#ppt_y+.1"/>
                                          </p:val>
                                        </p:tav>
                                        <p:tav tm="100000">
                                          <p:val>
                                            <p:strVal val="#ppt_y"/>
                                          </p:val>
                                        </p:tav>
                                      </p:tavLst>
                                    </p:anim>
                                  </p:childTnLst>
                                </p:cTn>
                              </p:par>
                            </p:childTnLst>
                          </p:cTn>
                        </p:par>
                        <p:par>
                          <p:cTn id="14" fill="hold">
                            <p:stCondLst>
                              <p:cond delay="1500"/>
                            </p:stCondLst>
                            <p:childTnLst>
                              <p:par>
                                <p:cTn id="15" presetID="42" presetClass="entr" presetSubtype="0" fill="hold" grpId="0" nodeType="afterEffect">
                                  <p:stCondLst>
                                    <p:cond delay="0"/>
                                  </p:stCondLst>
                                  <p:childTnLst>
                                    <p:set>
                                      <p:cBhvr>
                                        <p:cTn id="16" dur="1" fill="hold">
                                          <p:stCondLst>
                                            <p:cond delay="0"/>
                                          </p:stCondLst>
                                        </p:cTn>
                                        <p:tgtEl>
                                          <p:spTgt spid="43"/>
                                        </p:tgtEl>
                                        <p:attrNameLst>
                                          <p:attrName>style.visibility</p:attrName>
                                        </p:attrNameLst>
                                      </p:cBhvr>
                                      <p:to>
                                        <p:strVal val="visible"/>
                                      </p:to>
                                    </p:set>
                                    <p:animEffect transition="in" filter="fade">
                                      <p:cBhvr>
                                        <p:cTn id="17" dur="500"/>
                                        <p:tgtEl>
                                          <p:spTgt spid="43"/>
                                        </p:tgtEl>
                                      </p:cBhvr>
                                    </p:animEffect>
                                    <p:anim calcmode="lin" valueType="num">
                                      <p:cBhvr>
                                        <p:cTn id="18" dur="500" fill="hold"/>
                                        <p:tgtEl>
                                          <p:spTgt spid="43"/>
                                        </p:tgtEl>
                                        <p:attrNameLst>
                                          <p:attrName>ppt_x</p:attrName>
                                        </p:attrNameLst>
                                      </p:cBhvr>
                                      <p:tavLst>
                                        <p:tav tm="0">
                                          <p:val>
                                            <p:strVal val="#ppt_x"/>
                                          </p:val>
                                        </p:tav>
                                        <p:tav tm="100000">
                                          <p:val>
                                            <p:strVal val="#ppt_x"/>
                                          </p:val>
                                        </p:tav>
                                      </p:tavLst>
                                    </p:anim>
                                    <p:anim calcmode="lin" valueType="num">
                                      <p:cBhvr>
                                        <p:cTn id="19" dur="500" fill="hold"/>
                                        <p:tgtEl>
                                          <p:spTgt spid="43"/>
                                        </p:tgtEl>
                                        <p:attrNameLst>
                                          <p:attrName>ppt_y</p:attrName>
                                        </p:attrNameLst>
                                      </p:cBhvr>
                                      <p:tavLst>
                                        <p:tav tm="0">
                                          <p:val>
                                            <p:strVal val="#ppt_y+.1"/>
                                          </p:val>
                                        </p:tav>
                                        <p:tav tm="100000">
                                          <p:val>
                                            <p:strVal val="#ppt_y"/>
                                          </p:val>
                                        </p:tav>
                                      </p:tavLst>
                                    </p:anim>
                                  </p:childTnLst>
                                </p:cTn>
                              </p:par>
                            </p:childTnLst>
                          </p:cTn>
                        </p:par>
                        <p:par>
                          <p:cTn id="20" fill="hold">
                            <p:stCondLst>
                              <p:cond delay="2000"/>
                            </p:stCondLst>
                            <p:childTnLst>
                              <p:par>
                                <p:cTn id="21" presetID="42" presetClass="entr" presetSubtype="0" fill="hold" grpId="0" nodeType="afterEffect">
                                  <p:stCondLst>
                                    <p:cond delay="0"/>
                                  </p:stCondLst>
                                  <p:childTnLst>
                                    <p:set>
                                      <p:cBhvr>
                                        <p:cTn id="22" dur="1" fill="hold">
                                          <p:stCondLst>
                                            <p:cond delay="0"/>
                                          </p:stCondLst>
                                        </p:cTn>
                                        <p:tgtEl>
                                          <p:spTgt spid="19"/>
                                        </p:tgtEl>
                                        <p:attrNameLst>
                                          <p:attrName>style.visibility</p:attrName>
                                        </p:attrNameLst>
                                      </p:cBhvr>
                                      <p:to>
                                        <p:strVal val="visible"/>
                                      </p:to>
                                    </p:set>
                                    <p:animEffect transition="in" filter="fade">
                                      <p:cBhvr>
                                        <p:cTn id="23" dur="500"/>
                                        <p:tgtEl>
                                          <p:spTgt spid="19"/>
                                        </p:tgtEl>
                                      </p:cBhvr>
                                    </p:animEffect>
                                    <p:anim calcmode="lin" valueType="num">
                                      <p:cBhvr>
                                        <p:cTn id="24" dur="500" fill="hold"/>
                                        <p:tgtEl>
                                          <p:spTgt spid="19"/>
                                        </p:tgtEl>
                                        <p:attrNameLst>
                                          <p:attrName>ppt_x</p:attrName>
                                        </p:attrNameLst>
                                      </p:cBhvr>
                                      <p:tavLst>
                                        <p:tav tm="0">
                                          <p:val>
                                            <p:strVal val="#ppt_x"/>
                                          </p:val>
                                        </p:tav>
                                        <p:tav tm="100000">
                                          <p:val>
                                            <p:strVal val="#ppt_x"/>
                                          </p:val>
                                        </p:tav>
                                      </p:tavLst>
                                    </p:anim>
                                    <p:anim calcmode="lin" valueType="num">
                                      <p:cBhvr>
                                        <p:cTn id="25" dur="500" fill="hold"/>
                                        <p:tgtEl>
                                          <p:spTgt spid="19"/>
                                        </p:tgtEl>
                                        <p:attrNameLst>
                                          <p:attrName>ppt_y</p:attrName>
                                        </p:attrNameLst>
                                      </p:cBhvr>
                                      <p:tavLst>
                                        <p:tav tm="0">
                                          <p:val>
                                            <p:strVal val="#ppt_y+.1"/>
                                          </p:val>
                                        </p:tav>
                                        <p:tav tm="100000">
                                          <p:val>
                                            <p:strVal val="#ppt_y"/>
                                          </p:val>
                                        </p:tav>
                                      </p:tavLst>
                                    </p:anim>
                                  </p:childTnLst>
                                </p:cTn>
                              </p:par>
                            </p:childTnLst>
                          </p:cTn>
                        </p:par>
                        <p:par>
                          <p:cTn id="26" fill="hold">
                            <p:stCondLst>
                              <p:cond delay="2500"/>
                            </p:stCondLst>
                            <p:childTnLst>
                              <p:par>
                                <p:cTn id="27" presetID="42" presetClass="entr" presetSubtype="0" fill="hold" grpId="0" nodeType="afterEffect">
                                  <p:stCondLst>
                                    <p:cond delay="0"/>
                                  </p:stCondLst>
                                  <p:childTnLst>
                                    <p:set>
                                      <p:cBhvr>
                                        <p:cTn id="28" dur="1" fill="hold">
                                          <p:stCondLst>
                                            <p:cond delay="0"/>
                                          </p:stCondLst>
                                        </p:cTn>
                                        <p:tgtEl>
                                          <p:spTgt spid="20"/>
                                        </p:tgtEl>
                                        <p:attrNameLst>
                                          <p:attrName>style.visibility</p:attrName>
                                        </p:attrNameLst>
                                      </p:cBhvr>
                                      <p:to>
                                        <p:strVal val="visible"/>
                                      </p:to>
                                    </p:set>
                                    <p:animEffect transition="in" filter="fade">
                                      <p:cBhvr>
                                        <p:cTn id="29" dur="500"/>
                                        <p:tgtEl>
                                          <p:spTgt spid="20"/>
                                        </p:tgtEl>
                                      </p:cBhvr>
                                    </p:animEffect>
                                    <p:anim calcmode="lin" valueType="num">
                                      <p:cBhvr>
                                        <p:cTn id="30" dur="500" fill="hold"/>
                                        <p:tgtEl>
                                          <p:spTgt spid="20"/>
                                        </p:tgtEl>
                                        <p:attrNameLst>
                                          <p:attrName>ppt_x</p:attrName>
                                        </p:attrNameLst>
                                      </p:cBhvr>
                                      <p:tavLst>
                                        <p:tav tm="0">
                                          <p:val>
                                            <p:strVal val="#ppt_x"/>
                                          </p:val>
                                        </p:tav>
                                        <p:tav tm="100000">
                                          <p:val>
                                            <p:strVal val="#ppt_x"/>
                                          </p:val>
                                        </p:tav>
                                      </p:tavLst>
                                    </p:anim>
                                    <p:anim calcmode="lin" valueType="num">
                                      <p:cBhvr>
                                        <p:cTn id="31" dur="500" fill="hold"/>
                                        <p:tgtEl>
                                          <p:spTgt spid="20"/>
                                        </p:tgtEl>
                                        <p:attrNameLst>
                                          <p:attrName>ppt_y</p:attrName>
                                        </p:attrNameLst>
                                      </p:cBhvr>
                                      <p:tavLst>
                                        <p:tav tm="0">
                                          <p:val>
                                            <p:strVal val="#ppt_y+.1"/>
                                          </p:val>
                                        </p:tav>
                                        <p:tav tm="100000">
                                          <p:val>
                                            <p:strVal val="#ppt_y"/>
                                          </p:val>
                                        </p:tav>
                                      </p:tavLst>
                                    </p:anim>
                                  </p:childTnLst>
                                </p:cTn>
                              </p:par>
                            </p:childTnLst>
                          </p:cTn>
                        </p:par>
                        <p:par>
                          <p:cTn id="32" fill="hold">
                            <p:stCondLst>
                              <p:cond delay="3000"/>
                            </p:stCondLst>
                            <p:childTnLst>
                              <p:par>
                                <p:cTn id="33" presetID="42" presetClass="entr" presetSubtype="0" fill="hold" grpId="0" nodeType="afterEffect">
                                  <p:stCondLst>
                                    <p:cond delay="0"/>
                                  </p:stCondLst>
                                  <p:childTnLst>
                                    <p:set>
                                      <p:cBhvr>
                                        <p:cTn id="34" dur="1" fill="hold">
                                          <p:stCondLst>
                                            <p:cond delay="0"/>
                                          </p:stCondLst>
                                        </p:cTn>
                                        <p:tgtEl>
                                          <p:spTgt spid="24"/>
                                        </p:tgtEl>
                                        <p:attrNameLst>
                                          <p:attrName>style.visibility</p:attrName>
                                        </p:attrNameLst>
                                      </p:cBhvr>
                                      <p:to>
                                        <p:strVal val="visible"/>
                                      </p:to>
                                    </p:set>
                                    <p:animEffect transition="in" filter="fade">
                                      <p:cBhvr>
                                        <p:cTn id="35" dur="500"/>
                                        <p:tgtEl>
                                          <p:spTgt spid="24"/>
                                        </p:tgtEl>
                                      </p:cBhvr>
                                    </p:animEffect>
                                    <p:anim calcmode="lin" valueType="num">
                                      <p:cBhvr>
                                        <p:cTn id="36" dur="500" fill="hold"/>
                                        <p:tgtEl>
                                          <p:spTgt spid="24"/>
                                        </p:tgtEl>
                                        <p:attrNameLst>
                                          <p:attrName>ppt_x</p:attrName>
                                        </p:attrNameLst>
                                      </p:cBhvr>
                                      <p:tavLst>
                                        <p:tav tm="0">
                                          <p:val>
                                            <p:strVal val="#ppt_x"/>
                                          </p:val>
                                        </p:tav>
                                        <p:tav tm="100000">
                                          <p:val>
                                            <p:strVal val="#ppt_x"/>
                                          </p:val>
                                        </p:tav>
                                      </p:tavLst>
                                    </p:anim>
                                    <p:anim calcmode="lin" valueType="num">
                                      <p:cBhvr>
                                        <p:cTn id="37" dur="500" fill="hold"/>
                                        <p:tgtEl>
                                          <p:spTgt spid="24"/>
                                        </p:tgtEl>
                                        <p:attrNameLst>
                                          <p:attrName>ppt_y</p:attrName>
                                        </p:attrNameLst>
                                      </p:cBhvr>
                                      <p:tavLst>
                                        <p:tav tm="0">
                                          <p:val>
                                            <p:strVal val="#ppt_y+.1"/>
                                          </p:val>
                                        </p:tav>
                                        <p:tav tm="100000">
                                          <p:val>
                                            <p:strVal val="#ppt_y"/>
                                          </p:val>
                                        </p:tav>
                                      </p:tavLst>
                                    </p:anim>
                                  </p:childTnLst>
                                </p:cTn>
                              </p:par>
                            </p:childTnLst>
                          </p:cTn>
                        </p:par>
                        <p:par>
                          <p:cTn id="38" fill="hold">
                            <p:stCondLst>
                              <p:cond delay="3500"/>
                            </p:stCondLst>
                            <p:childTnLst>
                              <p:par>
                                <p:cTn id="39" presetID="42" presetClass="entr" presetSubtype="0" fill="hold" grpId="0" nodeType="afterEffect">
                                  <p:stCondLst>
                                    <p:cond delay="0"/>
                                  </p:stCondLst>
                                  <p:childTnLst>
                                    <p:set>
                                      <p:cBhvr>
                                        <p:cTn id="40" dur="1" fill="hold">
                                          <p:stCondLst>
                                            <p:cond delay="0"/>
                                          </p:stCondLst>
                                        </p:cTn>
                                        <p:tgtEl>
                                          <p:spTgt spid="25"/>
                                        </p:tgtEl>
                                        <p:attrNameLst>
                                          <p:attrName>style.visibility</p:attrName>
                                        </p:attrNameLst>
                                      </p:cBhvr>
                                      <p:to>
                                        <p:strVal val="visible"/>
                                      </p:to>
                                    </p:set>
                                    <p:animEffect transition="in" filter="fade">
                                      <p:cBhvr>
                                        <p:cTn id="41" dur="500"/>
                                        <p:tgtEl>
                                          <p:spTgt spid="25"/>
                                        </p:tgtEl>
                                      </p:cBhvr>
                                    </p:animEffect>
                                    <p:anim calcmode="lin" valueType="num">
                                      <p:cBhvr>
                                        <p:cTn id="42" dur="500" fill="hold"/>
                                        <p:tgtEl>
                                          <p:spTgt spid="25"/>
                                        </p:tgtEl>
                                        <p:attrNameLst>
                                          <p:attrName>ppt_x</p:attrName>
                                        </p:attrNameLst>
                                      </p:cBhvr>
                                      <p:tavLst>
                                        <p:tav tm="0">
                                          <p:val>
                                            <p:strVal val="#ppt_x"/>
                                          </p:val>
                                        </p:tav>
                                        <p:tav tm="100000">
                                          <p:val>
                                            <p:strVal val="#ppt_x"/>
                                          </p:val>
                                        </p:tav>
                                      </p:tavLst>
                                    </p:anim>
                                    <p:anim calcmode="lin" valueType="num">
                                      <p:cBhvr>
                                        <p:cTn id="43" dur="500" fill="hold"/>
                                        <p:tgtEl>
                                          <p:spTgt spid="25"/>
                                        </p:tgtEl>
                                        <p:attrNameLst>
                                          <p:attrName>ppt_y</p:attrName>
                                        </p:attrNameLst>
                                      </p:cBhvr>
                                      <p:tavLst>
                                        <p:tav tm="0">
                                          <p:val>
                                            <p:strVal val="#ppt_y+.1"/>
                                          </p:val>
                                        </p:tav>
                                        <p:tav tm="100000">
                                          <p:val>
                                            <p:strVal val="#ppt_y"/>
                                          </p:val>
                                        </p:tav>
                                      </p:tavLst>
                                    </p:anim>
                                  </p:childTnLst>
                                </p:cTn>
                              </p:par>
                            </p:childTnLst>
                          </p:cTn>
                        </p:par>
                        <p:par>
                          <p:cTn id="44" fill="hold">
                            <p:stCondLst>
                              <p:cond delay="4000"/>
                            </p:stCondLst>
                            <p:childTnLst>
                              <p:par>
                                <p:cTn id="45" presetID="42" presetClass="entr" presetSubtype="0" fill="hold" grpId="0" nodeType="afterEffect">
                                  <p:stCondLst>
                                    <p:cond delay="0"/>
                                  </p:stCondLst>
                                  <p:childTnLst>
                                    <p:set>
                                      <p:cBhvr>
                                        <p:cTn id="46" dur="1" fill="hold">
                                          <p:stCondLst>
                                            <p:cond delay="0"/>
                                          </p:stCondLst>
                                        </p:cTn>
                                        <p:tgtEl>
                                          <p:spTgt spid="26"/>
                                        </p:tgtEl>
                                        <p:attrNameLst>
                                          <p:attrName>style.visibility</p:attrName>
                                        </p:attrNameLst>
                                      </p:cBhvr>
                                      <p:to>
                                        <p:strVal val="visible"/>
                                      </p:to>
                                    </p:set>
                                    <p:animEffect transition="in" filter="fade">
                                      <p:cBhvr>
                                        <p:cTn id="47" dur="500"/>
                                        <p:tgtEl>
                                          <p:spTgt spid="26"/>
                                        </p:tgtEl>
                                      </p:cBhvr>
                                    </p:animEffect>
                                    <p:anim calcmode="lin" valueType="num">
                                      <p:cBhvr>
                                        <p:cTn id="48" dur="500" fill="hold"/>
                                        <p:tgtEl>
                                          <p:spTgt spid="26"/>
                                        </p:tgtEl>
                                        <p:attrNameLst>
                                          <p:attrName>ppt_x</p:attrName>
                                        </p:attrNameLst>
                                      </p:cBhvr>
                                      <p:tavLst>
                                        <p:tav tm="0">
                                          <p:val>
                                            <p:strVal val="#ppt_x"/>
                                          </p:val>
                                        </p:tav>
                                        <p:tav tm="100000">
                                          <p:val>
                                            <p:strVal val="#ppt_x"/>
                                          </p:val>
                                        </p:tav>
                                      </p:tavLst>
                                    </p:anim>
                                    <p:anim calcmode="lin" valueType="num">
                                      <p:cBhvr>
                                        <p:cTn id="49" dur="500" fill="hold"/>
                                        <p:tgtEl>
                                          <p:spTgt spid="26"/>
                                        </p:tgtEl>
                                        <p:attrNameLst>
                                          <p:attrName>ppt_y</p:attrName>
                                        </p:attrNameLst>
                                      </p:cBhvr>
                                      <p:tavLst>
                                        <p:tav tm="0">
                                          <p:val>
                                            <p:strVal val="#ppt_y+.1"/>
                                          </p:val>
                                        </p:tav>
                                        <p:tav tm="100000">
                                          <p:val>
                                            <p:strVal val="#ppt_y"/>
                                          </p:val>
                                        </p:tav>
                                      </p:tavLst>
                                    </p:anim>
                                  </p:childTnLst>
                                </p:cTn>
                              </p:par>
                            </p:childTnLst>
                          </p:cTn>
                        </p:par>
                        <p:par>
                          <p:cTn id="50" fill="hold">
                            <p:stCondLst>
                              <p:cond delay="4500"/>
                            </p:stCondLst>
                            <p:childTnLst>
                              <p:par>
                                <p:cTn id="51" presetID="53" presetClass="entr" presetSubtype="16" fill="hold" grpId="0" nodeType="afterEffect" nodePh="1">
                                  <p:stCondLst>
                                    <p:cond delay="0"/>
                                  </p:stCondLst>
                                  <p:endCondLst>
                                    <p:cond evt="begin" delay="0">
                                      <p:tn val="51"/>
                                    </p:cond>
                                  </p:endCondLst>
                                  <p:childTnLst>
                                    <p:set>
                                      <p:cBhvr>
                                        <p:cTn id="52" dur="1" fill="hold">
                                          <p:stCondLst>
                                            <p:cond delay="0"/>
                                          </p:stCondLst>
                                        </p:cTn>
                                        <p:tgtEl>
                                          <p:spTgt spid="27">
                                            <p:txEl>
                                              <p:pRg st="0" end="0"/>
                                            </p:txEl>
                                          </p:spTgt>
                                        </p:tgtEl>
                                        <p:attrNameLst>
                                          <p:attrName>style.visibility</p:attrName>
                                        </p:attrNameLst>
                                      </p:cBhvr>
                                      <p:to>
                                        <p:strVal val="visible"/>
                                      </p:to>
                                    </p:set>
                                    <p:anim calcmode="lin" valueType="num">
                                      <p:cBhvr>
                                        <p:cTn id="53" dur="500" fill="hold"/>
                                        <p:tgtEl>
                                          <p:spTgt spid="27">
                                            <p:txEl>
                                              <p:pRg st="0" end="0"/>
                                            </p:txEl>
                                          </p:spTgt>
                                        </p:tgtEl>
                                        <p:attrNameLst>
                                          <p:attrName>ppt_w</p:attrName>
                                        </p:attrNameLst>
                                      </p:cBhvr>
                                      <p:tavLst>
                                        <p:tav tm="0">
                                          <p:val>
                                            <p:fltVal val="0"/>
                                          </p:val>
                                        </p:tav>
                                        <p:tav tm="100000">
                                          <p:val>
                                            <p:strVal val="#ppt_w"/>
                                          </p:val>
                                        </p:tav>
                                      </p:tavLst>
                                    </p:anim>
                                    <p:anim calcmode="lin" valueType="num">
                                      <p:cBhvr>
                                        <p:cTn id="54" dur="500" fill="hold"/>
                                        <p:tgtEl>
                                          <p:spTgt spid="27">
                                            <p:txEl>
                                              <p:pRg st="0" end="0"/>
                                            </p:txEl>
                                          </p:spTgt>
                                        </p:tgtEl>
                                        <p:attrNameLst>
                                          <p:attrName>ppt_h</p:attrName>
                                        </p:attrNameLst>
                                      </p:cBhvr>
                                      <p:tavLst>
                                        <p:tav tm="0">
                                          <p:val>
                                            <p:fltVal val="0"/>
                                          </p:val>
                                        </p:tav>
                                        <p:tav tm="100000">
                                          <p:val>
                                            <p:strVal val="#ppt_h"/>
                                          </p:val>
                                        </p:tav>
                                      </p:tavLst>
                                    </p:anim>
                                    <p:animEffect transition="in" filter="fade">
                                      <p:cBhvr>
                                        <p:cTn id="55" dur="500"/>
                                        <p:tgtEl>
                                          <p:spTgt spid="27">
                                            <p:txEl>
                                              <p:pRg st="0" end="0"/>
                                            </p:txEl>
                                          </p:spTgt>
                                        </p:tgtEl>
                                      </p:cBhvr>
                                    </p:animEffect>
                                  </p:childTnLst>
                                </p:cTn>
                              </p:par>
                            </p:childTnLst>
                          </p:cTn>
                        </p:par>
                        <p:par>
                          <p:cTn id="56" fill="hold">
                            <p:stCondLst>
                              <p:cond delay="5000"/>
                            </p:stCondLst>
                            <p:childTnLst>
                              <p:par>
                                <p:cTn id="57" presetID="53" presetClass="entr" presetSubtype="16" fill="hold" grpId="0" nodeType="afterEffect" nodePh="1">
                                  <p:stCondLst>
                                    <p:cond delay="0"/>
                                  </p:stCondLst>
                                  <p:endCondLst>
                                    <p:cond evt="begin" delay="0">
                                      <p:tn val="57"/>
                                    </p:cond>
                                  </p:endCondLst>
                                  <p:childTnLst>
                                    <p:set>
                                      <p:cBhvr>
                                        <p:cTn id="58" dur="1" fill="hold">
                                          <p:stCondLst>
                                            <p:cond delay="0"/>
                                          </p:stCondLst>
                                        </p:cTn>
                                        <p:tgtEl>
                                          <p:spTgt spid="28">
                                            <p:txEl>
                                              <p:pRg st="0" end="0"/>
                                            </p:txEl>
                                          </p:spTgt>
                                        </p:tgtEl>
                                        <p:attrNameLst>
                                          <p:attrName>style.visibility</p:attrName>
                                        </p:attrNameLst>
                                      </p:cBhvr>
                                      <p:to>
                                        <p:strVal val="visible"/>
                                      </p:to>
                                    </p:set>
                                    <p:anim calcmode="lin" valueType="num">
                                      <p:cBhvr>
                                        <p:cTn id="59" dur="500" fill="hold"/>
                                        <p:tgtEl>
                                          <p:spTgt spid="28">
                                            <p:txEl>
                                              <p:pRg st="0" end="0"/>
                                            </p:txEl>
                                          </p:spTgt>
                                        </p:tgtEl>
                                        <p:attrNameLst>
                                          <p:attrName>ppt_w</p:attrName>
                                        </p:attrNameLst>
                                      </p:cBhvr>
                                      <p:tavLst>
                                        <p:tav tm="0">
                                          <p:val>
                                            <p:fltVal val="0"/>
                                          </p:val>
                                        </p:tav>
                                        <p:tav tm="100000">
                                          <p:val>
                                            <p:strVal val="#ppt_w"/>
                                          </p:val>
                                        </p:tav>
                                      </p:tavLst>
                                    </p:anim>
                                    <p:anim calcmode="lin" valueType="num">
                                      <p:cBhvr>
                                        <p:cTn id="60" dur="500" fill="hold"/>
                                        <p:tgtEl>
                                          <p:spTgt spid="28">
                                            <p:txEl>
                                              <p:pRg st="0" end="0"/>
                                            </p:txEl>
                                          </p:spTgt>
                                        </p:tgtEl>
                                        <p:attrNameLst>
                                          <p:attrName>ppt_h</p:attrName>
                                        </p:attrNameLst>
                                      </p:cBhvr>
                                      <p:tavLst>
                                        <p:tav tm="0">
                                          <p:val>
                                            <p:fltVal val="0"/>
                                          </p:val>
                                        </p:tav>
                                        <p:tav tm="100000">
                                          <p:val>
                                            <p:strVal val="#ppt_h"/>
                                          </p:val>
                                        </p:tav>
                                      </p:tavLst>
                                    </p:anim>
                                    <p:animEffect transition="in" filter="fade">
                                      <p:cBhvr>
                                        <p:cTn id="61" dur="500"/>
                                        <p:tgtEl>
                                          <p:spTgt spid="28">
                                            <p:txEl>
                                              <p:pRg st="0" end="0"/>
                                            </p:txEl>
                                          </p:spTgt>
                                        </p:tgtEl>
                                      </p:cBhvr>
                                    </p:animEffect>
                                  </p:childTnLst>
                                </p:cTn>
                              </p:par>
                            </p:childTnLst>
                          </p:cTn>
                        </p:par>
                        <p:par>
                          <p:cTn id="62" fill="hold">
                            <p:stCondLst>
                              <p:cond delay="5500"/>
                            </p:stCondLst>
                            <p:childTnLst>
                              <p:par>
                                <p:cTn id="63" presetID="53" presetClass="entr" presetSubtype="16" fill="hold" grpId="0" nodeType="afterEffect" nodePh="1">
                                  <p:stCondLst>
                                    <p:cond delay="0"/>
                                  </p:stCondLst>
                                  <p:endCondLst>
                                    <p:cond evt="begin" delay="0">
                                      <p:tn val="63"/>
                                    </p:cond>
                                  </p:endCondLst>
                                  <p:childTnLst>
                                    <p:set>
                                      <p:cBhvr>
                                        <p:cTn id="64" dur="1" fill="hold">
                                          <p:stCondLst>
                                            <p:cond delay="0"/>
                                          </p:stCondLst>
                                        </p:cTn>
                                        <p:tgtEl>
                                          <p:spTgt spid="29">
                                            <p:txEl>
                                              <p:pRg st="0" end="0"/>
                                            </p:txEl>
                                          </p:spTgt>
                                        </p:tgtEl>
                                        <p:attrNameLst>
                                          <p:attrName>style.visibility</p:attrName>
                                        </p:attrNameLst>
                                      </p:cBhvr>
                                      <p:to>
                                        <p:strVal val="visible"/>
                                      </p:to>
                                    </p:set>
                                    <p:anim calcmode="lin" valueType="num">
                                      <p:cBhvr>
                                        <p:cTn id="65" dur="500" fill="hold"/>
                                        <p:tgtEl>
                                          <p:spTgt spid="29">
                                            <p:txEl>
                                              <p:pRg st="0" end="0"/>
                                            </p:txEl>
                                          </p:spTgt>
                                        </p:tgtEl>
                                        <p:attrNameLst>
                                          <p:attrName>ppt_w</p:attrName>
                                        </p:attrNameLst>
                                      </p:cBhvr>
                                      <p:tavLst>
                                        <p:tav tm="0">
                                          <p:val>
                                            <p:fltVal val="0"/>
                                          </p:val>
                                        </p:tav>
                                        <p:tav tm="100000">
                                          <p:val>
                                            <p:strVal val="#ppt_w"/>
                                          </p:val>
                                        </p:tav>
                                      </p:tavLst>
                                    </p:anim>
                                    <p:anim calcmode="lin" valueType="num">
                                      <p:cBhvr>
                                        <p:cTn id="66" dur="500" fill="hold"/>
                                        <p:tgtEl>
                                          <p:spTgt spid="29">
                                            <p:txEl>
                                              <p:pRg st="0" end="0"/>
                                            </p:txEl>
                                          </p:spTgt>
                                        </p:tgtEl>
                                        <p:attrNameLst>
                                          <p:attrName>ppt_h</p:attrName>
                                        </p:attrNameLst>
                                      </p:cBhvr>
                                      <p:tavLst>
                                        <p:tav tm="0">
                                          <p:val>
                                            <p:fltVal val="0"/>
                                          </p:val>
                                        </p:tav>
                                        <p:tav tm="100000">
                                          <p:val>
                                            <p:strVal val="#ppt_h"/>
                                          </p:val>
                                        </p:tav>
                                      </p:tavLst>
                                    </p:anim>
                                    <p:animEffect transition="in" filter="fade">
                                      <p:cBhvr>
                                        <p:cTn id="67" dur="500"/>
                                        <p:tgtEl>
                                          <p:spTgt spid="29">
                                            <p:txEl>
                                              <p:pRg st="0" end="0"/>
                                            </p:txEl>
                                          </p:spTgt>
                                        </p:tgtEl>
                                      </p:cBhvr>
                                    </p:animEffect>
                                  </p:childTnLst>
                                </p:cTn>
                              </p:par>
                            </p:childTnLst>
                          </p:cTn>
                        </p:par>
                        <p:par>
                          <p:cTn id="68" fill="hold">
                            <p:stCondLst>
                              <p:cond delay="6000"/>
                            </p:stCondLst>
                            <p:childTnLst>
                              <p:par>
                                <p:cTn id="69" presetID="10" presetClass="entr" presetSubtype="0" fill="hold" grpId="0" nodeType="afterEffect">
                                  <p:stCondLst>
                                    <p:cond delay="0"/>
                                  </p:stCondLst>
                                  <p:childTnLst>
                                    <p:set>
                                      <p:cBhvr>
                                        <p:cTn id="70" dur="1" fill="hold">
                                          <p:stCondLst>
                                            <p:cond delay="0"/>
                                          </p:stCondLst>
                                        </p:cTn>
                                        <p:tgtEl>
                                          <p:spTgt spid="6"/>
                                        </p:tgtEl>
                                        <p:attrNameLst>
                                          <p:attrName>style.visibility</p:attrName>
                                        </p:attrNameLst>
                                      </p:cBhvr>
                                      <p:to>
                                        <p:strVal val="visible"/>
                                      </p:to>
                                    </p:set>
                                    <p:animEffect transition="in" filter="fade">
                                      <p:cBhvr>
                                        <p:cTn id="71" dur="500"/>
                                        <p:tgtEl>
                                          <p:spTgt spid="6"/>
                                        </p:tgtEl>
                                      </p:cBhvr>
                                    </p:animEffect>
                                  </p:childTnLst>
                                </p:cTn>
                              </p:par>
                            </p:childTnLst>
                          </p:cTn>
                        </p:par>
                        <p:par>
                          <p:cTn id="72" fill="hold">
                            <p:stCondLst>
                              <p:cond delay="6500"/>
                            </p:stCondLst>
                            <p:childTnLst>
                              <p:par>
                                <p:cTn id="73" presetID="53" presetClass="entr" presetSubtype="16" fill="hold" grpId="0" nodeType="afterEffect" nodePh="1">
                                  <p:stCondLst>
                                    <p:cond delay="0"/>
                                  </p:stCondLst>
                                  <p:endCondLst>
                                    <p:cond evt="begin" delay="0">
                                      <p:tn val="73"/>
                                    </p:cond>
                                  </p:endCondLst>
                                  <p:childTnLst>
                                    <p:set>
                                      <p:cBhvr>
                                        <p:cTn id="74" dur="1" fill="hold">
                                          <p:stCondLst>
                                            <p:cond delay="0"/>
                                          </p:stCondLst>
                                        </p:cTn>
                                        <p:tgtEl>
                                          <p:spTgt spid="33">
                                            <p:txEl>
                                              <p:pRg st="0" end="0"/>
                                            </p:txEl>
                                          </p:spTgt>
                                        </p:tgtEl>
                                        <p:attrNameLst>
                                          <p:attrName>style.visibility</p:attrName>
                                        </p:attrNameLst>
                                      </p:cBhvr>
                                      <p:to>
                                        <p:strVal val="visible"/>
                                      </p:to>
                                    </p:set>
                                    <p:anim calcmode="lin" valueType="num">
                                      <p:cBhvr>
                                        <p:cTn id="75" dur="500" fill="hold"/>
                                        <p:tgtEl>
                                          <p:spTgt spid="33">
                                            <p:txEl>
                                              <p:pRg st="0" end="0"/>
                                            </p:txEl>
                                          </p:spTgt>
                                        </p:tgtEl>
                                        <p:attrNameLst>
                                          <p:attrName>ppt_w</p:attrName>
                                        </p:attrNameLst>
                                      </p:cBhvr>
                                      <p:tavLst>
                                        <p:tav tm="0">
                                          <p:val>
                                            <p:fltVal val="0"/>
                                          </p:val>
                                        </p:tav>
                                        <p:tav tm="100000">
                                          <p:val>
                                            <p:strVal val="#ppt_w"/>
                                          </p:val>
                                        </p:tav>
                                      </p:tavLst>
                                    </p:anim>
                                    <p:anim calcmode="lin" valueType="num">
                                      <p:cBhvr>
                                        <p:cTn id="76" dur="500" fill="hold"/>
                                        <p:tgtEl>
                                          <p:spTgt spid="33">
                                            <p:txEl>
                                              <p:pRg st="0" end="0"/>
                                            </p:txEl>
                                          </p:spTgt>
                                        </p:tgtEl>
                                        <p:attrNameLst>
                                          <p:attrName>ppt_h</p:attrName>
                                        </p:attrNameLst>
                                      </p:cBhvr>
                                      <p:tavLst>
                                        <p:tav tm="0">
                                          <p:val>
                                            <p:fltVal val="0"/>
                                          </p:val>
                                        </p:tav>
                                        <p:tav tm="100000">
                                          <p:val>
                                            <p:strVal val="#ppt_h"/>
                                          </p:val>
                                        </p:tav>
                                      </p:tavLst>
                                    </p:anim>
                                    <p:animEffect transition="in" filter="fade">
                                      <p:cBhvr>
                                        <p:cTn id="77" dur="500"/>
                                        <p:tgtEl>
                                          <p:spTgt spid="33">
                                            <p:txEl>
                                              <p:pRg st="0" end="0"/>
                                            </p:txEl>
                                          </p:spTgt>
                                        </p:tgtEl>
                                      </p:cBhvr>
                                    </p:animEffect>
                                  </p:childTnLst>
                                </p:cTn>
                              </p:par>
                            </p:childTnLst>
                          </p:cTn>
                        </p:par>
                        <p:par>
                          <p:cTn id="78" fill="hold">
                            <p:stCondLst>
                              <p:cond delay="7000"/>
                            </p:stCondLst>
                            <p:childTnLst>
                              <p:par>
                                <p:cTn id="79" presetID="10" presetClass="entr" presetSubtype="0" fill="hold" grpId="0" nodeType="afterEffect">
                                  <p:stCondLst>
                                    <p:cond delay="0"/>
                                  </p:stCondLst>
                                  <p:childTnLst>
                                    <p:set>
                                      <p:cBhvr>
                                        <p:cTn id="80" dur="1" fill="hold">
                                          <p:stCondLst>
                                            <p:cond delay="0"/>
                                          </p:stCondLst>
                                        </p:cTn>
                                        <p:tgtEl>
                                          <p:spTgt spid="30"/>
                                        </p:tgtEl>
                                        <p:attrNameLst>
                                          <p:attrName>style.visibility</p:attrName>
                                        </p:attrNameLst>
                                      </p:cBhvr>
                                      <p:to>
                                        <p:strVal val="visible"/>
                                      </p:to>
                                    </p:set>
                                    <p:animEffect transition="in" filter="fade">
                                      <p:cBhvr>
                                        <p:cTn id="81" dur="500"/>
                                        <p:tgtEl>
                                          <p:spTgt spid="30"/>
                                        </p:tgtEl>
                                      </p:cBhvr>
                                    </p:animEffect>
                                  </p:childTnLst>
                                </p:cTn>
                              </p:par>
                            </p:childTnLst>
                          </p:cTn>
                        </p:par>
                        <p:par>
                          <p:cTn id="82" fill="hold">
                            <p:stCondLst>
                              <p:cond delay="7500"/>
                            </p:stCondLst>
                            <p:childTnLst>
                              <p:par>
                                <p:cTn id="83" presetID="53" presetClass="entr" presetSubtype="16" fill="hold" grpId="0" nodeType="afterEffect" nodePh="1">
                                  <p:stCondLst>
                                    <p:cond delay="0"/>
                                  </p:stCondLst>
                                  <p:endCondLst>
                                    <p:cond evt="begin" delay="0">
                                      <p:tn val="83"/>
                                    </p:cond>
                                  </p:endCondLst>
                                  <p:childTnLst>
                                    <p:set>
                                      <p:cBhvr>
                                        <p:cTn id="84" dur="1" fill="hold">
                                          <p:stCondLst>
                                            <p:cond delay="0"/>
                                          </p:stCondLst>
                                        </p:cTn>
                                        <p:tgtEl>
                                          <p:spTgt spid="34">
                                            <p:txEl>
                                              <p:pRg st="0" end="0"/>
                                            </p:txEl>
                                          </p:spTgt>
                                        </p:tgtEl>
                                        <p:attrNameLst>
                                          <p:attrName>style.visibility</p:attrName>
                                        </p:attrNameLst>
                                      </p:cBhvr>
                                      <p:to>
                                        <p:strVal val="visible"/>
                                      </p:to>
                                    </p:set>
                                    <p:anim calcmode="lin" valueType="num">
                                      <p:cBhvr>
                                        <p:cTn id="85" dur="500" fill="hold"/>
                                        <p:tgtEl>
                                          <p:spTgt spid="34">
                                            <p:txEl>
                                              <p:pRg st="0" end="0"/>
                                            </p:txEl>
                                          </p:spTgt>
                                        </p:tgtEl>
                                        <p:attrNameLst>
                                          <p:attrName>ppt_w</p:attrName>
                                        </p:attrNameLst>
                                      </p:cBhvr>
                                      <p:tavLst>
                                        <p:tav tm="0">
                                          <p:val>
                                            <p:fltVal val="0"/>
                                          </p:val>
                                        </p:tav>
                                        <p:tav tm="100000">
                                          <p:val>
                                            <p:strVal val="#ppt_w"/>
                                          </p:val>
                                        </p:tav>
                                      </p:tavLst>
                                    </p:anim>
                                    <p:anim calcmode="lin" valueType="num">
                                      <p:cBhvr>
                                        <p:cTn id="86" dur="500" fill="hold"/>
                                        <p:tgtEl>
                                          <p:spTgt spid="34">
                                            <p:txEl>
                                              <p:pRg st="0" end="0"/>
                                            </p:txEl>
                                          </p:spTgt>
                                        </p:tgtEl>
                                        <p:attrNameLst>
                                          <p:attrName>ppt_h</p:attrName>
                                        </p:attrNameLst>
                                      </p:cBhvr>
                                      <p:tavLst>
                                        <p:tav tm="0">
                                          <p:val>
                                            <p:fltVal val="0"/>
                                          </p:val>
                                        </p:tav>
                                        <p:tav tm="100000">
                                          <p:val>
                                            <p:strVal val="#ppt_h"/>
                                          </p:val>
                                        </p:tav>
                                      </p:tavLst>
                                    </p:anim>
                                    <p:animEffect transition="in" filter="fade">
                                      <p:cBhvr>
                                        <p:cTn id="87" dur="500"/>
                                        <p:tgtEl>
                                          <p:spTgt spid="34">
                                            <p:txEl>
                                              <p:pRg st="0" end="0"/>
                                            </p:txEl>
                                          </p:spTgt>
                                        </p:tgtEl>
                                      </p:cBhvr>
                                    </p:animEffect>
                                  </p:childTnLst>
                                </p:cTn>
                              </p:par>
                            </p:childTnLst>
                          </p:cTn>
                        </p:par>
                        <p:par>
                          <p:cTn id="88" fill="hold">
                            <p:stCondLst>
                              <p:cond delay="8000"/>
                            </p:stCondLst>
                            <p:childTnLst>
                              <p:par>
                                <p:cTn id="89" presetID="10" presetClass="entr" presetSubtype="0" fill="hold" grpId="0" nodeType="afterEffect">
                                  <p:stCondLst>
                                    <p:cond delay="0"/>
                                  </p:stCondLst>
                                  <p:childTnLst>
                                    <p:set>
                                      <p:cBhvr>
                                        <p:cTn id="90" dur="1" fill="hold">
                                          <p:stCondLst>
                                            <p:cond delay="0"/>
                                          </p:stCondLst>
                                        </p:cTn>
                                        <p:tgtEl>
                                          <p:spTgt spid="31"/>
                                        </p:tgtEl>
                                        <p:attrNameLst>
                                          <p:attrName>style.visibility</p:attrName>
                                        </p:attrNameLst>
                                      </p:cBhvr>
                                      <p:to>
                                        <p:strVal val="visible"/>
                                      </p:to>
                                    </p:set>
                                    <p:animEffect transition="in" filter="fade">
                                      <p:cBhvr>
                                        <p:cTn id="91" dur="500"/>
                                        <p:tgtEl>
                                          <p:spTgt spid="31"/>
                                        </p:tgtEl>
                                      </p:cBhvr>
                                    </p:animEffect>
                                  </p:childTnLst>
                                </p:cTn>
                              </p:par>
                            </p:childTnLst>
                          </p:cTn>
                        </p:par>
                        <p:par>
                          <p:cTn id="92" fill="hold">
                            <p:stCondLst>
                              <p:cond delay="8500"/>
                            </p:stCondLst>
                            <p:childTnLst>
                              <p:par>
                                <p:cTn id="93" presetID="53" presetClass="entr" presetSubtype="16" fill="hold" grpId="0" nodeType="afterEffect" nodePh="1">
                                  <p:stCondLst>
                                    <p:cond delay="0"/>
                                  </p:stCondLst>
                                  <p:endCondLst>
                                    <p:cond evt="begin" delay="0">
                                      <p:tn val="93"/>
                                    </p:cond>
                                  </p:endCondLst>
                                  <p:childTnLst>
                                    <p:set>
                                      <p:cBhvr>
                                        <p:cTn id="94" dur="1" fill="hold">
                                          <p:stCondLst>
                                            <p:cond delay="0"/>
                                          </p:stCondLst>
                                        </p:cTn>
                                        <p:tgtEl>
                                          <p:spTgt spid="35">
                                            <p:txEl>
                                              <p:pRg st="0" end="0"/>
                                            </p:txEl>
                                          </p:spTgt>
                                        </p:tgtEl>
                                        <p:attrNameLst>
                                          <p:attrName>style.visibility</p:attrName>
                                        </p:attrNameLst>
                                      </p:cBhvr>
                                      <p:to>
                                        <p:strVal val="visible"/>
                                      </p:to>
                                    </p:set>
                                    <p:anim calcmode="lin" valueType="num">
                                      <p:cBhvr>
                                        <p:cTn id="95" dur="500" fill="hold"/>
                                        <p:tgtEl>
                                          <p:spTgt spid="35">
                                            <p:txEl>
                                              <p:pRg st="0" end="0"/>
                                            </p:txEl>
                                          </p:spTgt>
                                        </p:tgtEl>
                                        <p:attrNameLst>
                                          <p:attrName>ppt_w</p:attrName>
                                        </p:attrNameLst>
                                      </p:cBhvr>
                                      <p:tavLst>
                                        <p:tav tm="0">
                                          <p:val>
                                            <p:fltVal val="0"/>
                                          </p:val>
                                        </p:tav>
                                        <p:tav tm="100000">
                                          <p:val>
                                            <p:strVal val="#ppt_w"/>
                                          </p:val>
                                        </p:tav>
                                      </p:tavLst>
                                    </p:anim>
                                    <p:anim calcmode="lin" valueType="num">
                                      <p:cBhvr>
                                        <p:cTn id="96" dur="500" fill="hold"/>
                                        <p:tgtEl>
                                          <p:spTgt spid="35">
                                            <p:txEl>
                                              <p:pRg st="0" end="0"/>
                                            </p:txEl>
                                          </p:spTgt>
                                        </p:tgtEl>
                                        <p:attrNameLst>
                                          <p:attrName>ppt_h</p:attrName>
                                        </p:attrNameLst>
                                      </p:cBhvr>
                                      <p:tavLst>
                                        <p:tav tm="0">
                                          <p:val>
                                            <p:fltVal val="0"/>
                                          </p:val>
                                        </p:tav>
                                        <p:tav tm="100000">
                                          <p:val>
                                            <p:strVal val="#ppt_h"/>
                                          </p:val>
                                        </p:tav>
                                      </p:tavLst>
                                    </p:anim>
                                    <p:animEffect transition="in" filter="fade">
                                      <p:cBhvr>
                                        <p:cTn id="97" dur="500"/>
                                        <p:tgtEl>
                                          <p:spTgt spid="35">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30" grpId="0" animBg="1"/>
      <p:bldP spid="6" grpId="0" animBg="1"/>
      <p:bldP spid="43" grpId="0" animBg="1"/>
      <p:bldP spid="15" grpId="0"/>
      <p:bldP spid="18" grpId="0" build="p">
        <p:tmplLst>
          <p:tmpl lvl="1">
            <p:tnLst>
              <p:par>
                <p:cTn presetID="42" presetClass="entr" presetSubtype="0" fill="hold" nodeType="afterEffect">
                  <p:stCondLst>
                    <p:cond delay="0"/>
                  </p:stCondLst>
                  <p:childTnLst>
                    <p:set>
                      <p:cBhvr>
                        <p:cTn dur="1" fill="hold">
                          <p:stCondLst>
                            <p:cond delay="0"/>
                          </p:stCondLst>
                        </p:cTn>
                        <p:tgtEl>
                          <p:spTgt spid="18"/>
                        </p:tgtEl>
                        <p:attrNameLst>
                          <p:attrName>style.visibility</p:attrName>
                        </p:attrNameLst>
                      </p:cBhvr>
                      <p:to>
                        <p:strVal val="visible"/>
                      </p:to>
                    </p:set>
                    <p:animEffect transition="in" filter="fade">
                      <p:cBhvr>
                        <p:cTn dur="500"/>
                        <p:tgtEl>
                          <p:spTgt spid="18"/>
                        </p:tgtEl>
                      </p:cBhvr>
                    </p:animEffect>
                    <p:anim calcmode="lin" valueType="num">
                      <p:cBhvr>
                        <p:cTn dur="500" fill="hold"/>
                        <p:tgtEl>
                          <p:spTgt spid="18"/>
                        </p:tgtEl>
                        <p:attrNameLst>
                          <p:attrName>ppt_x</p:attrName>
                        </p:attrNameLst>
                      </p:cBhvr>
                      <p:tavLst>
                        <p:tav tm="0">
                          <p:val>
                            <p:strVal val="#ppt_x"/>
                          </p:val>
                        </p:tav>
                        <p:tav tm="100000">
                          <p:val>
                            <p:strVal val="#ppt_x"/>
                          </p:val>
                        </p:tav>
                      </p:tavLst>
                    </p:anim>
                    <p:anim calcmode="lin" valueType="num">
                      <p:cBhvr>
                        <p:cTn dur="500" fill="hold"/>
                        <p:tgtEl>
                          <p:spTgt spid="18"/>
                        </p:tgtEl>
                        <p:attrNameLst>
                          <p:attrName>ppt_y</p:attrName>
                        </p:attrNameLst>
                      </p:cBhvr>
                      <p:tavLst>
                        <p:tav tm="0">
                          <p:val>
                            <p:strVal val="#ppt_y+.1"/>
                          </p:val>
                        </p:tav>
                        <p:tav tm="100000">
                          <p:val>
                            <p:strVal val="#ppt_y"/>
                          </p:val>
                        </p:tav>
                      </p:tavLst>
                    </p:anim>
                  </p:childTnLst>
                </p:cTn>
              </p:par>
            </p:tnLst>
          </p:tmpl>
        </p:tmplLst>
      </p:bldP>
      <p:bldP spid="19" grpId="0" animBg="1"/>
      <p:bldP spid="20" grpId="0" animBg="1"/>
      <p:bldP spid="24" grpId="0" animBg="1"/>
      <p:bldP spid="25" grpId="0" animBg="1"/>
      <p:bldP spid="26" grpId="0" animBg="1"/>
      <p:bldP spid="27"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7"/>
                        </p:tgtEl>
                        <p:attrNameLst>
                          <p:attrName>style.visibility</p:attrName>
                        </p:attrNameLst>
                      </p:cBhvr>
                      <p:to>
                        <p:strVal val="visible"/>
                      </p:to>
                    </p:set>
                    <p:anim calcmode="lin" valueType="num">
                      <p:cBhvr>
                        <p:cTn dur="500" fill="hold"/>
                        <p:tgtEl>
                          <p:spTgt spid="27"/>
                        </p:tgtEl>
                        <p:attrNameLst>
                          <p:attrName>ppt_w</p:attrName>
                        </p:attrNameLst>
                      </p:cBhvr>
                      <p:tavLst>
                        <p:tav tm="0">
                          <p:val>
                            <p:fltVal val="0"/>
                          </p:val>
                        </p:tav>
                        <p:tav tm="100000">
                          <p:val>
                            <p:strVal val="#ppt_w"/>
                          </p:val>
                        </p:tav>
                      </p:tavLst>
                    </p:anim>
                    <p:anim calcmode="lin" valueType="num">
                      <p:cBhvr>
                        <p:cTn dur="500" fill="hold"/>
                        <p:tgtEl>
                          <p:spTgt spid="27"/>
                        </p:tgtEl>
                        <p:attrNameLst>
                          <p:attrName>ppt_h</p:attrName>
                        </p:attrNameLst>
                      </p:cBhvr>
                      <p:tavLst>
                        <p:tav tm="0">
                          <p:val>
                            <p:fltVal val="0"/>
                          </p:val>
                        </p:tav>
                        <p:tav tm="100000">
                          <p:val>
                            <p:strVal val="#ppt_h"/>
                          </p:val>
                        </p:tav>
                      </p:tavLst>
                    </p:anim>
                    <p:animEffect transition="in" filter="fade">
                      <p:cBhvr>
                        <p:cTn dur="500"/>
                        <p:tgtEl>
                          <p:spTgt spid="27"/>
                        </p:tgtEl>
                      </p:cBhvr>
                    </p:animEffect>
                  </p:childTnLst>
                </p:cTn>
              </p:par>
            </p:tnLst>
          </p:tmpl>
        </p:tmplLst>
      </p:bldP>
      <p:bldP spid="28"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8"/>
                        </p:tgtEl>
                        <p:attrNameLst>
                          <p:attrName>style.visibility</p:attrName>
                        </p:attrNameLst>
                      </p:cBhvr>
                      <p:to>
                        <p:strVal val="visible"/>
                      </p:to>
                    </p:set>
                    <p:anim calcmode="lin" valueType="num">
                      <p:cBhvr>
                        <p:cTn dur="500" fill="hold"/>
                        <p:tgtEl>
                          <p:spTgt spid="28"/>
                        </p:tgtEl>
                        <p:attrNameLst>
                          <p:attrName>ppt_w</p:attrName>
                        </p:attrNameLst>
                      </p:cBhvr>
                      <p:tavLst>
                        <p:tav tm="0">
                          <p:val>
                            <p:fltVal val="0"/>
                          </p:val>
                        </p:tav>
                        <p:tav tm="100000">
                          <p:val>
                            <p:strVal val="#ppt_w"/>
                          </p:val>
                        </p:tav>
                      </p:tavLst>
                    </p:anim>
                    <p:anim calcmode="lin" valueType="num">
                      <p:cBhvr>
                        <p:cTn dur="500" fill="hold"/>
                        <p:tgtEl>
                          <p:spTgt spid="28"/>
                        </p:tgtEl>
                        <p:attrNameLst>
                          <p:attrName>ppt_h</p:attrName>
                        </p:attrNameLst>
                      </p:cBhvr>
                      <p:tavLst>
                        <p:tav tm="0">
                          <p:val>
                            <p:fltVal val="0"/>
                          </p:val>
                        </p:tav>
                        <p:tav tm="100000">
                          <p:val>
                            <p:strVal val="#ppt_h"/>
                          </p:val>
                        </p:tav>
                      </p:tavLst>
                    </p:anim>
                    <p:animEffect transition="in" filter="fade">
                      <p:cBhvr>
                        <p:cTn dur="500"/>
                        <p:tgtEl>
                          <p:spTgt spid="28"/>
                        </p:tgtEl>
                      </p:cBhvr>
                    </p:animEffect>
                  </p:childTnLst>
                </p:cTn>
              </p:par>
            </p:tnLst>
          </p:tmpl>
        </p:tmplLst>
      </p:bldP>
      <p:bldP spid="29"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9"/>
                        </p:tgtEl>
                        <p:attrNameLst>
                          <p:attrName>style.visibility</p:attrName>
                        </p:attrNameLst>
                      </p:cBhvr>
                      <p:to>
                        <p:strVal val="visible"/>
                      </p:to>
                    </p:set>
                    <p:anim calcmode="lin" valueType="num">
                      <p:cBhvr>
                        <p:cTn dur="500" fill="hold"/>
                        <p:tgtEl>
                          <p:spTgt spid="29"/>
                        </p:tgtEl>
                        <p:attrNameLst>
                          <p:attrName>ppt_w</p:attrName>
                        </p:attrNameLst>
                      </p:cBhvr>
                      <p:tavLst>
                        <p:tav tm="0">
                          <p:val>
                            <p:fltVal val="0"/>
                          </p:val>
                        </p:tav>
                        <p:tav tm="100000">
                          <p:val>
                            <p:strVal val="#ppt_w"/>
                          </p:val>
                        </p:tav>
                      </p:tavLst>
                    </p:anim>
                    <p:anim calcmode="lin" valueType="num">
                      <p:cBhvr>
                        <p:cTn dur="500" fill="hold"/>
                        <p:tgtEl>
                          <p:spTgt spid="29"/>
                        </p:tgtEl>
                        <p:attrNameLst>
                          <p:attrName>ppt_h</p:attrName>
                        </p:attrNameLst>
                      </p:cBhvr>
                      <p:tavLst>
                        <p:tav tm="0">
                          <p:val>
                            <p:fltVal val="0"/>
                          </p:val>
                        </p:tav>
                        <p:tav tm="100000">
                          <p:val>
                            <p:strVal val="#ppt_h"/>
                          </p:val>
                        </p:tav>
                      </p:tavLst>
                    </p:anim>
                    <p:animEffect transition="in" filter="fade">
                      <p:cBhvr>
                        <p:cTn dur="500"/>
                        <p:tgtEl>
                          <p:spTgt spid="29"/>
                        </p:tgtEl>
                      </p:cBhvr>
                    </p:animEffect>
                  </p:childTnLst>
                </p:cTn>
              </p:par>
            </p:tnLst>
          </p:tmpl>
        </p:tmplLst>
      </p:bldP>
      <p:bldP spid="33"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33"/>
                        </p:tgtEl>
                        <p:attrNameLst>
                          <p:attrName>style.visibility</p:attrName>
                        </p:attrNameLst>
                      </p:cBhvr>
                      <p:to>
                        <p:strVal val="visible"/>
                      </p:to>
                    </p:set>
                    <p:anim calcmode="lin" valueType="num">
                      <p:cBhvr>
                        <p:cTn dur="500" fill="hold"/>
                        <p:tgtEl>
                          <p:spTgt spid="33"/>
                        </p:tgtEl>
                        <p:attrNameLst>
                          <p:attrName>ppt_w</p:attrName>
                        </p:attrNameLst>
                      </p:cBhvr>
                      <p:tavLst>
                        <p:tav tm="0">
                          <p:val>
                            <p:fltVal val="0"/>
                          </p:val>
                        </p:tav>
                        <p:tav tm="100000">
                          <p:val>
                            <p:strVal val="#ppt_w"/>
                          </p:val>
                        </p:tav>
                      </p:tavLst>
                    </p:anim>
                    <p:anim calcmode="lin" valueType="num">
                      <p:cBhvr>
                        <p:cTn dur="500" fill="hold"/>
                        <p:tgtEl>
                          <p:spTgt spid="33"/>
                        </p:tgtEl>
                        <p:attrNameLst>
                          <p:attrName>ppt_h</p:attrName>
                        </p:attrNameLst>
                      </p:cBhvr>
                      <p:tavLst>
                        <p:tav tm="0">
                          <p:val>
                            <p:fltVal val="0"/>
                          </p:val>
                        </p:tav>
                        <p:tav tm="100000">
                          <p:val>
                            <p:strVal val="#ppt_h"/>
                          </p:val>
                        </p:tav>
                      </p:tavLst>
                    </p:anim>
                    <p:animEffect transition="in" filter="fade">
                      <p:cBhvr>
                        <p:cTn dur="500"/>
                        <p:tgtEl>
                          <p:spTgt spid="33"/>
                        </p:tgtEl>
                      </p:cBhvr>
                    </p:animEffect>
                  </p:childTnLst>
                </p:cTn>
              </p:par>
            </p:tnLst>
          </p:tmpl>
        </p:tmplLst>
      </p:bldP>
      <p:bldP spid="34"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34"/>
                        </p:tgtEl>
                        <p:attrNameLst>
                          <p:attrName>style.visibility</p:attrName>
                        </p:attrNameLst>
                      </p:cBhvr>
                      <p:to>
                        <p:strVal val="visible"/>
                      </p:to>
                    </p:set>
                    <p:anim calcmode="lin" valueType="num">
                      <p:cBhvr>
                        <p:cTn dur="500" fill="hold"/>
                        <p:tgtEl>
                          <p:spTgt spid="34"/>
                        </p:tgtEl>
                        <p:attrNameLst>
                          <p:attrName>ppt_w</p:attrName>
                        </p:attrNameLst>
                      </p:cBhvr>
                      <p:tavLst>
                        <p:tav tm="0">
                          <p:val>
                            <p:fltVal val="0"/>
                          </p:val>
                        </p:tav>
                        <p:tav tm="100000">
                          <p:val>
                            <p:strVal val="#ppt_w"/>
                          </p:val>
                        </p:tav>
                      </p:tavLst>
                    </p:anim>
                    <p:anim calcmode="lin" valueType="num">
                      <p:cBhvr>
                        <p:cTn dur="500" fill="hold"/>
                        <p:tgtEl>
                          <p:spTgt spid="34"/>
                        </p:tgtEl>
                        <p:attrNameLst>
                          <p:attrName>ppt_h</p:attrName>
                        </p:attrNameLst>
                      </p:cBhvr>
                      <p:tavLst>
                        <p:tav tm="0">
                          <p:val>
                            <p:fltVal val="0"/>
                          </p:val>
                        </p:tav>
                        <p:tav tm="100000">
                          <p:val>
                            <p:strVal val="#ppt_h"/>
                          </p:val>
                        </p:tav>
                      </p:tavLst>
                    </p:anim>
                    <p:animEffect transition="in" filter="fade">
                      <p:cBhvr>
                        <p:cTn dur="500"/>
                        <p:tgtEl>
                          <p:spTgt spid="34"/>
                        </p:tgtEl>
                      </p:cBhvr>
                    </p:animEffect>
                  </p:childTnLst>
                </p:cTn>
              </p:par>
            </p:tnLst>
          </p:tmpl>
        </p:tmplLst>
      </p:bldP>
      <p:bldP spid="35"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35"/>
                        </p:tgtEl>
                        <p:attrNameLst>
                          <p:attrName>style.visibility</p:attrName>
                        </p:attrNameLst>
                      </p:cBhvr>
                      <p:to>
                        <p:strVal val="visible"/>
                      </p:to>
                    </p:set>
                    <p:anim calcmode="lin" valueType="num">
                      <p:cBhvr>
                        <p:cTn dur="500" fill="hold"/>
                        <p:tgtEl>
                          <p:spTgt spid="35"/>
                        </p:tgtEl>
                        <p:attrNameLst>
                          <p:attrName>ppt_w</p:attrName>
                        </p:attrNameLst>
                      </p:cBhvr>
                      <p:tavLst>
                        <p:tav tm="0">
                          <p:val>
                            <p:fltVal val="0"/>
                          </p:val>
                        </p:tav>
                        <p:tav tm="100000">
                          <p:val>
                            <p:strVal val="#ppt_w"/>
                          </p:val>
                        </p:tav>
                      </p:tavLst>
                    </p:anim>
                    <p:anim calcmode="lin" valueType="num">
                      <p:cBhvr>
                        <p:cTn dur="500" fill="hold"/>
                        <p:tgtEl>
                          <p:spTgt spid="35"/>
                        </p:tgtEl>
                        <p:attrNameLst>
                          <p:attrName>ppt_h</p:attrName>
                        </p:attrNameLst>
                      </p:cBhvr>
                      <p:tavLst>
                        <p:tav tm="0">
                          <p:val>
                            <p:fltVal val="0"/>
                          </p:val>
                        </p:tav>
                        <p:tav tm="100000">
                          <p:val>
                            <p:strVal val="#ppt_h"/>
                          </p:val>
                        </p:tav>
                      </p:tavLst>
                    </p:anim>
                    <p:animEffect transition="in" filter="fade">
                      <p:cBhvr>
                        <p:cTn dur="500"/>
                        <p:tgtEl>
                          <p:spTgt spid="35"/>
                        </p:tgtEl>
                      </p:cBhvr>
                    </p:animEffect>
                  </p:childTnLst>
                </p:cTn>
              </p:par>
            </p:tnLst>
          </p:tmpl>
        </p:tmplLst>
      </p:bldP>
    </p:bldLst>
  </p:timing>
</p:sldLayout>
</file>

<file path=ppt/slideLayouts/slideLayout731.xml><?xml version="1.0" encoding="utf-8"?>
<p:sldLayout xmlns:a="http://schemas.openxmlformats.org/drawingml/2006/main" xmlns:r="http://schemas.openxmlformats.org/officeDocument/2006/relationships" xmlns:p="http://schemas.openxmlformats.org/presentationml/2006/main" preserve="1" userDrawn="1">
  <p:cSld name="16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43" name="Picture Placeholder 30"/>
          <p:cNvSpPr>
            <a:spLocks noGrp="1"/>
          </p:cNvSpPr>
          <p:nvPr>
            <p:ph type="pic" sz="quarter" idx="36" hasCustomPrompt="1"/>
          </p:nvPr>
        </p:nvSpPr>
        <p:spPr>
          <a:xfrm>
            <a:off x="590262" y="1729839"/>
            <a:ext cx="2762538" cy="2064325"/>
          </a:xfrm>
          <a:solidFill>
            <a:schemeClr val="bg1">
              <a:lumMod val="85000"/>
            </a:schemeClr>
          </a:solidFill>
        </p:spPr>
        <p:txBody>
          <a:bodyPr/>
          <a:lstStyle>
            <a:lvl1pPr>
              <a:defRPr/>
            </a:lvl1pPr>
          </a:lstStyle>
          <a:p>
            <a:r>
              <a:rPr lang="id-ID" dirty="0" smtClean="0"/>
              <a:t>Pic here</a:t>
            </a:r>
            <a:endParaRPr lang="en-AU" dirty="0"/>
          </a:p>
        </p:txBody>
      </p:sp>
      <p:sp>
        <p:nvSpPr>
          <p:cNvPr id="15"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1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24" name="Picture Placeholder 30"/>
          <p:cNvSpPr>
            <a:spLocks noGrp="1"/>
          </p:cNvSpPr>
          <p:nvPr>
            <p:ph type="pic" sz="quarter" idx="39" hasCustomPrompt="1"/>
          </p:nvPr>
        </p:nvSpPr>
        <p:spPr>
          <a:xfrm>
            <a:off x="590262" y="3794166"/>
            <a:ext cx="2762538" cy="637309"/>
          </a:xfrm>
          <a:solidFill>
            <a:schemeClr val="accent1"/>
          </a:solidFill>
        </p:spPr>
        <p:txBody>
          <a:bodyPr>
            <a:normAutofit/>
          </a:bodyPr>
          <a:lstStyle>
            <a:lvl1pPr algn="r">
              <a:defRPr sz="1050"/>
            </a:lvl1pPr>
          </a:lstStyle>
          <a:p>
            <a:r>
              <a:rPr lang="id-ID" dirty="0" smtClean="0"/>
              <a:t>Nopic</a:t>
            </a:r>
            <a:endParaRPr lang="en-AU" dirty="0"/>
          </a:p>
        </p:txBody>
      </p:sp>
      <p:sp>
        <p:nvSpPr>
          <p:cNvPr id="27" name="Text Placeholder 21"/>
          <p:cNvSpPr>
            <a:spLocks noGrp="1"/>
          </p:cNvSpPr>
          <p:nvPr>
            <p:ph type="body" sz="quarter" idx="20"/>
          </p:nvPr>
        </p:nvSpPr>
        <p:spPr>
          <a:xfrm>
            <a:off x="590262" y="3984414"/>
            <a:ext cx="2743200" cy="256811"/>
          </a:xfrm>
        </p:spPr>
        <p:txBody>
          <a:bodyPr/>
          <a:lstStyle>
            <a:lvl1pPr algn="ctr">
              <a:defRPr>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3" name="Picture Placeholder 30"/>
          <p:cNvSpPr>
            <a:spLocks noGrp="1"/>
          </p:cNvSpPr>
          <p:nvPr>
            <p:ph type="pic" sz="quarter" idx="40" hasCustomPrompt="1"/>
          </p:nvPr>
        </p:nvSpPr>
        <p:spPr>
          <a:xfrm>
            <a:off x="3352800" y="3794166"/>
            <a:ext cx="2762538" cy="637309"/>
          </a:xfrm>
          <a:solidFill>
            <a:schemeClr val="accent2"/>
          </a:solidFill>
        </p:spPr>
        <p:txBody>
          <a:bodyPr>
            <a:normAutofit/>
          </a:bodyPr>
          <a:lstStyle>
            <a:lvl1pPr algn="r">
              <a:defRPr sz="1050"/>
            </a:lvl1pPr>
          </a:lstStyle>
          <a:p>
            <a:r>
              <a:rPr lang="id-ID" dirty="0" smtClean="0"/>
              <a:t>Nopic</a:t>
            </a:r>
            <a:endParaRPr lang="en-AU" dirty="0"/>
          </a:p>
        </p:txBody>
      </p:sp>
      <p:sp>
        <p:nvSpPr>
          <p:cNvPr id="32" name="Text Placeholder 21"/>
          <p:cNvSpPr>
            <a:spLocks noGrp="1"/>
          </p:cNvSpPr>
          <p:nvPr>
            <p:ph type="body" sz="quarter" idx="41"/>
          </p:nvPr>
        </p:nvSpPr>
        <p:spPr>
          <a:xfrm>
            <a:off x="3352800" y="3984414"/>
            <a:ext cx="2743200" cy="256811"/>
          </a:xfrm>
        </p:spPr>
        <p:txBody>
          <a:bodyPr/>
          <a:lstStyle>
            <a:lvl1pPr algn="ctr">
              <a:defRPr>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6" name="Picture Placeholder 30"/>
          <p:cNvSpPr>
            <a:spLocks noGrp="1"/>
          </p:cNvSpPr>
          <p:nvPr>
            <p:ph type="pic" sz="quarter" idx="42" hasCustomPrompt="1"/>
          </p:nvPr>
        </p:nvSpPr>
        <p:spPr>
          <a:xfrm>
            <a:off x="6115338" y="3782703"/>
            <a:ext cx="2762538" cy="637309"/>
          </a:xfrm>
          <a:solidFill>
            <a:schemeClr val="accent3"/>
          </a:solidFill>
        </p:spPr>
        <p:txBody>
          <a:bodyPr>
            <a:normAutofit/>
          </a:bodyPr>
          <a:lstStyle>
            <a:lvl1pPr algn="r">
              <a:defRPr sz="1050"/>
            </a:lvl1pPr>
          </a:lstStyle>
          <a:p>
            <a:r>
              <a:rPr lang="id-ID" dirty="0" smtClean="0"/>
              <a:t>Nopic</a:t>
            </a:r>
            <a:endParaRPr lang="en-AU" dirty="0"/>
          </a:p>
        </p:txBody>
      </p:sp>
      <p:sp>
        <p:nvSpPr>
          <p:cNvPr id="37" name="Text Placeholder 21"/>
          <p:cNvSpPr>
            <a:spLocks noGrp="1"/>
          </p:cNvSpPr>
          <p:nvPr>
            <p:ph type="body" sz="quarter" idx="43"/>
          </p:nvPr>
        </p:nvSpPr>
        <p:spPr>
          <a:xfrm>
            <a:off x="6115338" y="3972951"/>
            <a:ext cx="2743200" cy="256811"/>
          </a:xfrm>
        </p:spPr>
        <p:txBody>
          <a:bodyPr/>
          <a:lstStyle>
            <a:lvl1pPr algn="ctr">
              <a:defRPr>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8" name="Picture Placeholder 30"/>
          <p:cNvSpPr>
            <a:spLocks noGrp="1"/>
          </p:cNvSpPr>
          <p:nvPr>
            <p:ph type="pic" sz="quarter" idx="44" hasCustomPrompt="1"/>
          </p:nvPr>
        </p:nvSpPr>
        <p:spPr>
          <a:xfrm>
            <a:off x="3352800" y="4431473"/>
            <a:ext cx="2762538" cy="2064325"/>
          </a:xfrm>
          <a:solidFill>
            <a:schemeClr val="bg1">
              <a:lumMod val="85000"/>
            </a:schemeClr>
          </a:solidFill>
        </p:spPr>
        <p:txBody>
          <a:bodyPr/>
          <a:lstStyle>
            <a:lvl1pPr>
              <a:defRPr/>
            </a:lvl1pPr>
          </a:lstStyle>
          <a:p>
            <a:r>
              <a:rPr lang="id-ID" dirty="0" smtClean="0"/>
              <a:t>Pic here</a:t>
            </a:r>
            <a:endParaRPr lang="en-AU" dirty="0"/>
          </a:p>
        </p:txBody>
      </p:sp>
      <p:sp>
        <p:nvSpPr>
          <p:cNvPr id="39" name="Picture Placeholder 30"/>
          <p:cNvSpPr>
            <a:spLocks noGrp="1"/>
          </p:cNvSpPr>
          <p:nvPr>
            <p:ph type="pic" sz="quarter" idx="45" hasCustomPrompt="1"/>
          </p:nvPr>
        </p:nvSpPr>
        <p:spPr>
          <a:xfrm>
            <a:off x="6115338" y="1726630"/>
            <a:ext cx="2762538" cy="2064325"/>
          </a:xfrm>
          <a:solidFill>
            <a:schemeClr val="bg1">
              <a:lumMod val="85000"/>
            </a:schemeClr>
          </a:solidFill>
        </p:spPr>
        <p:txBody>
          <a:bodyPr/>
          <a:lstStyle>
            <a:lvl1pPr>
              <a:defRPr/>
            </a:lvl1pPr>
          </a:lstStyle>
          <a:p>
            <a:r>
              <a:rPr lang="id-ID" dirty="0" smtClean="0"/>
              <a:t>Pic here</a:t>
            </a:r>
            <a:endParaRPr lang="en-AU" dirty="0"/>
          </a:p>
        </p:txBody>
      </p:sp>
      <p:sp>
        <p:nvSpPr>
          <p:cNvPr id="40" name="Picture Placeholder 30"/>
          <p:cNvSpPr>
            <a:spLocks noGrp="1"/>
          </p:cNvSpPr>
          <p:nvPr>
            <p:ph type="pic" sz="quarter" idx="46" hasCustomPrompt="1"/>
          </p:nvPr>
        </p:nvSpPr>
        <p:spPr>
          <a:xfrm>
            <a:off x="8858538" y="3782703"/>
            <a:ext cx="2762538" cy="637309"/>
          </a:xfrm>
          <a:solidFill>
            <a:schemeClr val="accent4"/>
          </a:solidFill>
        </p:spPr>
        <p:txBody>
          <a:bodyPr>
            <a:normAutofit/>
          </a:bodyPr>
          <a:lstStyle>
            <a:lvl1pPr algn="r">
              <a:defRPr sz="1050"/>
            </a:lvl1pPr>
          </a:lstStyle>
          <a:p>
            <a:r>
              <a:rPr lang="id-ID" dirty="0" smtClean="0"/>
              <a:t>Nopic</a:t>
            </a:r>
            <a:endParaRPr lang="en-AU" dirty="0"/>
          </a:p>
        </p:txBody>
      </p:sp>
      <p:sp>
        <p:nvSpPr>
          <p:cNvPr id="41" name="Text Placeholder 21"/>
          <p:cNvSpPr>
            <a:spLocks noGrp="1"/>
          </p:cNvSpPr>
          <p:nvPr>
            <p:ph type="body" sz="quarter" idx="47"/>
          </p:nvPr>
        </p:nvSpPr>
        <p:spPr>
          <a:xfrm>
            <a:off x="8858538" y="3972951"/>
            <a:ext cx="2743200" cy="256811"/>
          </a:xfrm>
        </p:spPr>
        <p:txBody>
          <a:bodyPr/>
          <a:lstStyle>
            <a:lvl1pPr algn="ctr">
              <a:defRPr>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2" name="Picture Placeholder 30"/>
          <p:cNvSpPr>
            <a:spLocks noGrp="1"/>
          </p:cNvSpPr>
          <p:nvPr>
            <p:ph type="pic" sz="quarter" idx="48" hasCustomPrompt="1"/>
          </p:nvPr>
        </p:nvSpPr>
        <p:spPr>
          <a:xfrm>
            <a:off x="8848869" y="4408547"/>
            <a:ext cx="2762538" cy="2064325"/>
          </a:xfrm>
          <a:solidFill>
            <a:schemeClr val="bg1">
              <a:lumMod val="85000"/>
            </a:schemeClr>
          </a:solidFill>
        </p:spPr>
        <p:txBody>
          <a:bodyPr/>
          <a:lstStyle>
            <a:lvl1pPr>
              <a:defRPr/>
            </a:lvl1pPr>
          </a:lstStyle>
          <a:p>
            <a:r>
              <a:rPr lang="id-ID" dirty="0" smtClean="0"/>
              <a:t>Pic here</a:t>
            </a:r>
            <a:endParaRPr lang="en-AU" dirty="0"/>
          </a:p>
        </p:txBody>
      </p:sp>
      <p:sp>
        <p:nvSpPr>
          <p:cNvPr id="44" name="Text Placeholder 21"/>
          <p:cNvSpPr>
            <a:spLocks noGrp="1"/>
          </p:cNvSpPr>
          <p:nvPr>
            <p:ph type="body" sz="quarter" idx="49"/>
          </p:nvPr>
        </p:nvSpPr>
        <p:spPr>
          <a:xfrm>
            <a:off x="628994" y="4555101"/>
            <a:ext cx="2376072"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5" name="Text Placeholder 21"/>
          <p:cNvSpPr>
            <a:spLocks noGrp="1"/>
          </p:cNvSpPr>
          <p:nvPr>
            <p:ph type="body" sz="quarter" idx="29"/>
          </p:nvPr>
        </p:nvSpPr>
        <p:spPr>
          <a:xfrm>
            <a:off x="628994" y="4861805"/>
            <a:ext cx="2376072"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6" name="Text Placeholder 21"/>
          <p:cNvSpPr>
            <a:spLocks noGrp="1"/>
          </p:cNvSpPr>
          <p:nvPr>
            <p:ph type="body" sz="quarter" idx="50"/>
          </p:nvPr>
        </p:nvSpPr>
        <p:spPr>
          <a:xfrm>
            <a:off x="3536364" y="1936648"/>
            <a:ext cx="2376072"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7" name="Text Placeholder 21"/>
          <p:cNvSpPr>
            <a:spLocks noGrp="1"/>
          </p:cNvSpPr>
          <p:nvPr>
            <p:ph type="body" sz="quarter" idx="51"/>
          </p:nvPr>
        </p:nvSpPr>
        <p:spPr>
          <a:xfrm>
            <a:off x="3536364" y="2243352"/>
            <a:ext cx="2376072"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8" name="Text Placeholder 21"/>
          <p:cNvSpPr>
            <a:spLocks noGrp="1"/>
          </p:cNvSpPr>
          <p:nvPr>
            <p:ph type="body" sz="quarter" idx="52"/>
          </p:nvPr>
        </p:nvSpPr>
        <p:spPr>
          <a:xfrm>
            <a:off x="6294067" y="4555101"/>
            <a:ext cx="2376072"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9" name="Text Placeholder 21"/>
          <p:cNvSpPr>
            <a:spLocks noGrp="1"/>
          </p:cNvSpPr>
          <p:nvPr>
            <p:ph type="body" sz="quarter" idx="53"/>
          </p:nvPr>
        </p:nvSpPr>
        <p:spPr>
          <a:xfrm>
            <a:off x="6294067" y="4861805"/>
            <a:ext cx="2376072"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50" name="Text Placeholder 21"/>
          <p:cNvSpPr>
            <a:spLocks noGrp="1"/>
          </p:cNvSpPr>
          <p:nvPr>
            <p:ph type="body" sz="quarter" idx="54"/>
          </p:nvPr>
        </p:nvSpPr>
        <p:spPr>
          <a:xfrm>
            <a:off x="9061440" y="1936648"/>
            <a:ext cx="2376072"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51" name="Text Placeholder 21"/>
          <p:cNvSpPr>
            <a:spLocks noGrp="1"/>
          </p:cNvSpPr>
          <p:nvPr>
            <p:ph type="body" sz="quarter" idx="55"/>
          </p:nvPr>
        </p:nvSpPr>
        <p:spPr>
          <a:xfrm>
            <a:off x="9061440" y="2243352"/>
            <a:ext cx="2376072"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Tree>
    <p:extLst>
      <p:ext uri="{BB962C8B-B14F-4D97-AF65-F5344CB8AC3E}">
        <p14:creationId xmlns:p14="http://schemas.microsoft.com/office/powerpoint/2010/main" val="199028050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500"/>
                            </p:stCondLst>
                            <p:childTnLst>
                              <p:par>
                                <p:cTn id="5" presetID="10" presetClass="entr" presetSubtype="0" fill="hold" grpId="0" nodeType="after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500"/>
                                        <p:tgtEl>
                                          <p:spTgt spid="15"/>
                                        </p:tgtEl>
                                      </p:cBhvr>
                                    </p:animEffect>
                                  </p:childTnLst>
                                </p:cTn>
                              </p:par>
                            </p:childTnLst>
                          </p:cTn>
                        </p:par>
                        <p:par>
                          <p:cTn id="8" fill="hold">
                            <p:stCondLst>
                              <p:cond delay="1000"/>
                            </p:stCondLst>
                            <p:childTnLst>
                              <p:par>
                                <p:cTn id="9" presetID="42" presetClass="entr" presetSubtype="0" fill="hold" grpId="0" nodeType="afterEffect">
                                  <p:stCondLst>
                                    <p:cond delay="0"/>
                                  </p:stCondLst>
                                  <p:childTnLst>
                                    <p:set>
                                      <p:cBhvr>
                                        <p:cTn id="10" dur="1" fill="hold">
                                          <p:stCondLst>
                                            <p:cond delay="0"/>
                                          </p:stCondLst>
                                        </p:cTn>
                                        <p:tgtEl>
                                          <p:spTgt spid="18">
                                            <p:txEl>
                                              <p:pRg st="0" end="0"/>
                                            </p:txEl>
                                          </p:spTgt>
                                        </p:tgtEl>
                                        <p:attrNameLst>
                                          <p:attrName>style.visibility</p:attrName>
                                        </p:attrNameLst>
                                      </p:cBhvr>
                                      <p:to>
                                        <p:strVal val="visible"/>
                                      </p:to>
                                    </p:set>
                                    <p:animEffect transition="in" filter="fade">
                                      <p:cBhvr>
                                        <p:cTn id="11" dur="500"/>
                                        <p:tgtEl>
                                          <p:spTgt spid="18">
                                            <p:txEl>
                                              <p:pRg st="0" end="0"/>
                                            </p:txEl>
                                          </p:spTgt>
                                        </p:tgtEl>
                                      </p:cBhvr>
                                    </p:animEffect>
                                    <p:anim calcmode="lin" valueType="num">
                                      <p:cBhvr>
                                        <p:cTn id="12" dur="500" fill="hold"/>
                                        <p:tgtEl>
                                          <p:spTgt spid="18">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18">
                                            <p:txEl>
                                              <p:pRg st="0" end="0"/>
                                            </p:txEl>
                                          </p:spTgt>
                                        </p:tgtEl>
                                        <p:attrNameLst>
                                          <p:attrName>ppt_y</p:attrName>
                                        </p:attrNameLst>
                                      </p:cBhvr>
                                      <p:tavLst>
                                        <p:tav tm="0">
                                          <p:val>
                                            <p:strVal val="#ppt_y+.1"/>
                                          </p:val>
                                        </p:tav>
                                        <p:tav tm="100000">
                                          <p:val>
                                            <p:strVal val="#ppt_y"/>
                                          </p:val>
                                        </p:tav>
                                      </p:tavLst>
                                    </p:anim>
                                  </p:childTnLst>
                                </p:cTn>
                              </p:par>
                            </p:childTnLst>
                          </p:cTn>
                        </p:par>
                        <p:par>
                          <p:cTn id="14" fill="hold">
                            <p:stCondLst>
                              <p:cond delay="1500"/>
                            </p:stCondLst>
                            <p:childTnLst>
                              <p:par>
                                <p:cTn id="15" presetID="42" presetClass="entr" presetSubtype="0" fill="hold" grpId="0" nodeType="afterEffect">
                                  <p:stCondLst>
                                    <p:cond delay="0"/>
                                  </p:stCondLst>
                                  <p:childTnLst>
                                    <p:set>
                                      <p:cBhvr>
                                        <p:cTn id="16" dur="1" fill="hold">
                                          <p:stCondLst>
                                            <p:cond delay="0"/>
                                          </p:stCondLst>
                                        </p:cTn>
                                        <p:tgtEl>
                                          <p:spTgt spid="24"/>
                                        </p:tgtEl>
                                        <p:attrNameLst>
                                          <p:attrName>style.visibility</p:attrName>
                                        </p:attrNameLst>
                                      </p:cBhvr>
                                      <p:to>
                                        <p:strVal val="visible"/>
                                      </p:to>
                                    </p:set>
                                    <p:animEffect transition="in" filter="fade">
                                      <p:cBhvr>
                                        <p:cTn id="17" dur="500"/>
                                        <p:tgtEl>
                                          <p:spTgt spid="24"/>
                                        </p:tgtEl>
                                      </p:cBhvr>
                                    </p:animEffect>
                                    <p:anim calcmode="lin" valueType="num">
                                      <p:cBhvr>
                                        <p:cTn id="18" dur="500" fill="hold"/>
                                        <p:tgtEl>
                                          <p:spTgt spid="24"/>
                                        </p:tgtEl>
                                        <p:attrNameLst>
                                          <p:attrName>ppt_x</p:attrName>
                                        </p:attrNameLst>
                                      </p:cBhvr>
                                      <p:tavLst>
                                        <p:tav tm="0">
                                          <p:val>
                                            <p:strVal val="#ppt_x"/>
                                          </p:val>
                                        </p:tav>
                                        <p:tav tm="100000">
                                          <p:val>
                                            <p:strVal val="#ppt_x"/>
                                          </p:val>
                                        </p:tav>
                                      </p:tavLst>
                                    </p:anim>
                                    <p:anim calcmode="lin" valueType="num">
                                      <p:cBhvr>
                                        <p:cTn id="19" dur="500" fill="hold"/>
                                        <p:tgtEl>
                                          <p:spTgt spid="24"/>
                                        </p:tgtEl>
                                        <p:attrNameLst>
                                          <p:attrName>ppt_y</p:attrName>
                                        </p:attrNameLst>
                                      </p:cBhvr>
                                      <p:tavLst>
                                        <p:tav tm="0">
                                          <p:val>
                                            <p:strVal val="#ppt_y+.1"/>
                                          </p:val>
                                        </p:tav>
                                        <p:tav tm="100000">
                                          <p:val>
                                            <p:strVal val="#ppt_y"/>
                                          </p:val>
                                        </p:tav>
                                      </p:tavLst>
                                    </p:anim>
                                  </p:childTnLst>
                                </p:cTn>
                              </p:par>
                            </p:childTnLst>
                          </p:cTn>
                        </p:par>
                        <p:par>
                          <p:cTn id="20" fill="hold">
                            <p:stCondLst>
                              <p:cond delay="2000"/>
                            </p:stCondLst>
                            <p:childTnLst>
                              <p:par>
                                <p:cTn id="21" presetID="53" presetClass="entr" presetSubtype="16" fill="hold" grpId="0" nodeType="afterEffect" nodePh="1">
                                  <p:stCondLst>
                                    <p:cond delay="0"/>
                                  </p:stCondLst>
                                  <p:endCondLst>
                                    <p:cond evt="begin" delay="0">
                                      <p:tn val="21"/>
                                    </p:cond>
                                  </p:endCondLst>
                                  <p:childTnLst>
                                    <p:set>
                                      <p:cBhvr>
                                        <p:cTn id="22" dur="1" fill="hold">
                                          <p:stCondLst>
                                            <p:cond delay="0"/>
                                          </p:stCondLst>
                                        </p:cTn>
                                        <p:tgtEl>
                                          <p:spTgt spid="27">
                                            <p:txEl>
                                              <p:pRg st="0" end="0"/>
                                            </p:txEl>
                                          </p:spTgt>
                                        </p:tgtEl>
                                        <p:attrNameLst>
                                          <p:attrName>style.visibility</p:attrName>
                                        </p:attrNameLst>
                                      </p:cBhvr>
                                      <p:to>
                                        <p:strVal val="visible"/>
                                      </p:to>
                                    </p:set>
                                    <p:anim calcmode="lin" valueType="num">
                                      <p:cBhvr>
                                        <p:cTn id="23" dur="500" fill="hold"/>
                                        <p:tgtEl>
                                          <p:spTgt spid="27">
                                            <p:txEl>
                                              <p:pRg st="0" end="0"/>
                                            </p:txEl>
                                          </p:spTgt>
                                        </p:tgtEl>
                                        <p:attrNameLst>
                                          <p:attrName>ppt_w</p:attrName>
                                        </p:attrNameLst>
                                      </p:cBhvr>
                                      <p:tavLst>
                                        <p:tav tm="0">
                                          <p:val>
                                            <p:fltVal val="0"/>
                                          </p:val>
                                        </p:tav>
                                        <p:tav tm="100000">
                                          <p:val>
                                            <p:strVal val="#ppt_w"/>
                                          </p:val>
                                        </p:tav>
                                      </p:tavLst>
                                    </p:anim>
                                    <p:anim calcmode="lin" valueType="num">
                                      <p:cBhvr>
                                        <p:cTn id="24" dur="500" fill="hold"/>
                                        <p:tgtEl>
                                          <p:spTgt spid="27">
                                            <p:txEl>
                                              <p:pRg st="0" end="0"/>
                                            </p:txEl>
                                          </p:spTgt>
                                        </p:tgtEl>
                                        <p:attrNameLst>
                                          <p:attrName>ppt_h</p:attrName>
                                        </p:attrNameLst>
                                      </p:cBhvr>
                                      <p:tavLst>
                                        <p:tav tm="0">
                                          <p:val>
                                            <p:fltVal val="0"/>
                                          </p:val>
                                        </p:tav>
                                        <p:tav tm="100000">
                                          <p:val>
                                            <p:strVal val="#ppt_h"/>
                                          </p:val>
                                        </p:tav>
                                      </p:tavLst>
                                    </p:anim>
                                    <p:animEffect transition="in" filter="fade">
                                      <p:cBhvr>
                                        <p:cTn id="25" dur="500"/>
                                        <p:tgtEl>
                                          <p:spTgt spid="27">
                                            <p:txEl>
                                              <p:pRg st="0" end="0"/>
                                            </p:txEl>
                                          </p:spTgt>
                                        </p:tgtEl>
                                      </p:cBhvr>
                                    </p:animEffect>
                                  </p:childTnLst>
                                </p:cTn>
                              </p:par>
                            </p:childTnLst>
                          </p:cTn>
                        </p:par>
                        <p:par>
                          <p:cTn id="26" fill="hold">
                            <p:stCondLst>
                              <p:cond delay="2500"/>
                            </p:stCondLst>
                            <p:childTnLst>
                              <p:par>
                                <p:cTn id="27" presetID="42" presetClass="entr" presetSubtype="0" fill="hold" grpId="0" nodeType="afterEffect">
                                  <p:stCondLst>
                                    <p:cond delay="0"/>
                                  </p:stCondLst>
                                  <p:childTnLst>
                                    <p:set>
                                      <p:cBhvr>
                                        <p:cTn id="28" dur="1" fill="hold">
                                          <p:stCondLst>
                                            <p:cond delay="0"/>
                                          </p:stCondLst>
                                        </p:cTn>
                                        <p:tgtEl>
                                          <p:spTgt spid="43"/>
                                        </p:tgtEl>
                                        <p:attrNameLst>
                                          <p:attrName>style.visibility</p:attrName>
                                        </p:attrNameLst>
                                      </p:cBhvr>
                                      <p:to>
                                        <p:strVal val="visible"/>
                                      </p:to>
                                    </p:set>
                                    <p:animEffect transition="in" filter="fade">
                                      <p:cBhvr>
                                        <p:cTn id="29" dur="500"/>
                                        <p:tgtEl>
                                          <p:spTgt spid="43"/>
                                        </p:tgtEl>
                                      </p:cBhvr>
                                    </p:animEffect>
                                    <p:anim calcmode="lin" valueType="num">
                                      <p:cBhvr>
                                        <p:cTn id="30" dur="500" fill="hold"/>
                                        <p:tgtEl>
                                          <p:spTgt spid="43"/>
                                        </p:tgtEl>
                                        <p:attrNameLst>
                                          <p:attrName>ppt_x</p:attrName>
                                        </p:attrNameLst>
                                      </p:cBhvr>
                                      <p:tavLst>
                                        <p:tav tm="0">
                                          <p:val>
                                            <p:strVal val="#ppt_x"/>
                                          </p:val>
                                        </p:tav>
                                        <p:tav tm="100000">
                                          <p:val>
                                            <p:strVal val="#ppt_x"/>
                                          </p:val>
                                        </p:tav>
                                      </p:tavLst>
                                    </p:anim>
                                    <p:anim calcmode="lin" valueType="num">
                                      <p:cBhvr>
                                        <p:cTn id="31" dur="500" fill="hold"/>
                                        <p:tgtEl>
                                          <p:spTgt spid="43"/>
                                        </p:tgtEl>
                                        <p:attrNameLst>
                                          <p:attrName>ppt_y</p:attrName>
                                        </p:attrNameLst>
                                      </p:cBhvr>
                                      <p:tavLst>
                                        <p:tav tm="0">
                                          <p:val>
                                            <p:strVal val="#ppt_y+.1"/>
                                          </p:val>
                                        </p:tav>
                                        <p:tav tm="100000">
                                          <p:val>
                                            <p:strVal val="#ppt_y"/>
                                          </p:val>
                                        </p:tav>
                                      </p:tavLst>
                                    </p:anim>
                                  </p:childTnLst>
                                </p:cTn>
                              </p:par>
                            </p:childTnLst>
                          </p:cTn>
                        </p:par>
                        <p:par>
                          <p:cTn id="32" fill="hold">
                            <p:stCondLst>
                              <p:cond delay="3000"/>
                            </p:stCondLst>
                            <p:childTnLst>
                              <p:par>
                                <p:cTn id="33" presetID="53" presetClass="entr" presetSubtype="16" fill="hold" grpId="0" nodeType="afterEffect" nodePh="1">
                                  <p:stCondLst>
                                    <p:cond delay="0"/>
                                  </p:stCondLst>
                                  <p:endCondLst>
                                    <p:cond evt="begin" delay="0">
                                      <p:tn val="33"/>
                                    </p:cond>
                                  </p:endCondLst>
                                  <p:childTnLst>
                                    <p:set>
                                      <p:cBhvr>
                                        <p:cTn id="34" dur="1" fill="hold">
                                          <p:stCondLst>
                                            <p:cond delay="0"/>
                                          </p:stCondLst>
                                        </p:cTn>
                                        <p:tgtEl>
                                          <p:spTgt spid="44">
                                            <p:txEl>
                                              <p:pRg st="0" end="0"/>
                                            </p:txEl>
                                          </p:spTgt>
                                        </p:tgtEl>
                                        <p:attrNameLst>
                                          <p:attrName>style.visibility</p:attrName>
                                        </p:attrNameLst>
                                      </p:cBhvr>
                                      <p:to>
                                        <p:strVal val="visible"/>
                                      </p:to>
                                    </p:set>
                                    <p:anim calcmode="lin" valueType="num">
                                      <p:cBhvr>
                                        <p:cTn id="35" dur="500" fill="hold"/>
                                        <p:tgtEl>
                                          <p:spTgt spid="44">
                                            <p:txEl>
                                              <p:pRg st="0" end="0"/>
                                            </p:txEl>
                                          </p:spTgt>
                                        </p:tgtEl>
                                        <p:attrNameLst>
                                          <p:attrName>ppt_w</p:attrName>
                                        </p:attrNameLst>
                                      </p:cBhvr>
                                      <p:tavLst>
                                        <p:tav tm="0">
                                          <p:val>
                                            <p:fltVal val="0"/>
                                          </p:val>
                                        </p:tav>
                                        <p:tav tm="100000">
                                          <p:val>
                                            <p:strVal val="#ppt_w"/>
                                          </p:val>
                                        </p:tav>
                                      </p:tavLst>
                                    </p:anim>
                                    <p:anim calcmode="lin" valueType="num">
                                      <p:cBhvr>
                                        <p:cTn id="36" dur="500" fill="hold"/>
                                        <p:tgtEl>
                                          <p:spTgt spid="44">
                                            <p:txEl>
                                              <p:pRg st="0" end="0"/>
                                            </p:txEl>
                                          </p:spTgt>
                                        </p:tgtEl>
                                        <p:attrNameLst>
                                          <p:attrName>ppt_h</p:attrName>
                                        </p:attrNameLst>
                                      </p:cBhvr>
                                      <p:tavLst>
                                        <p:tav tm="0">
                                          <p:val>
                                            <p:fltVal val="0"/>
                                          </p:val>
                                        </p:tav>
                                        <p:tav tm="100000">
                                          <p:val>
                                            <p:strVal val="#ppt_h"/>
                                          </p:val>
                                        </p:tav>
                                      </p:tavLst>
                                    </p:anim>
                                    <p:animEffect transition="in" filter="fade">
                                      <p:cBhvr>
                                        <p:cTn id="37" dur="500"/>
                                        <p:tgtEl>
                                          <p:spTgt spid="44">
                                            <p:txEl>
                                              <p:pRg st="0" end="0"/>
                                            </p:txEl>
                                          </p:spTgt>
                                        </p:tgtEl>
                                      </p:cBhvr>
                                    </p:animEffect>
                                  </p:childTnLst>
                                </p:cTn>
                              </p:par>
                            </p:childTnLst>
                          </p:cTn>
                        </p:par>
                        <p:par>
                          <p:cTn id="38" fill="hold">
                            <p:stCondLst>
                              <p:cond delay="3500"/>
                            </p:stCondLst>
                            <p:childTnLst>
                              <p:par>
                                <p:cTn id="39" presetID="42" presetClass="entr" presetSubtype="0" fill="hold" grpId="0" nodeType="afterEffect" nodePh="1">
                                  <p:stCondLst>
                                    <p:cond delay="0"/>
                                  </p:stCondLst>
                                  <p:endCondLst>
                                    <p:cond evt="begin" delay="0">
                                      <p:tn val="39"/>
                                    </p:cond>
                                  </p:endCondLst>
                                  <p:childTnLst>
                                    <p:set>
                                      <p:cBhvr>
                                        <p:cTn id="40" dur="1" fill="hold">
                                          <p:stCondLst>
                                            <p:cond delay="0"/>
                                          </p:stCondLst>
                                        </p:cTn>
                                        <p:tgtEl>
                                          <p:spTgt spid="45">
                                            <p:txEl>
                                              <p:pRg st="0" end="0"/>
                                            </p:txEl>
                                          </p:spTgt>
                                        </p:tgtEl>
                                        <p:attrNameLst>
                                          <p:attrName>style.visibility</p:attrName>
                                        </p:attrNameLst>
                                      </p:cBhvr>
                                      <p:to>
                                        <p:strVal val="visible"/>
                                      </p:to>
                                    </p:set>
                                    <p:animEffect transition="in" filter="fade">
                                      <p:cBhvr>
                                        <p:cTn id="41" dur="500"/>
                                        <p:tgtEl>
                                          <p:spTgt spid="45">
                                            <p:txEl>
                                              <p:pRg st="0" end="0"/>
                                            </p:txEl>
                                          </p:spTgt>
                                        </p:tgtEl>
                                      </p:cBhvr>
                                    </p:animEffect>
                                    <p:anim calcmode="lin" valueType="num">
                                      <p:cBhvr>
                                        <p:cTn id="42" dur="500" fill="hold"/>
                                        <p:tgtEl>
                                          <p:spTgt spid="45">
                                            <p:txEl>
                                              <p:pRg st="0" end="0"/>
                                            </p:txEl>
                                          </p:spTgt>
                                        </p:tgtEl>
                                        <p:attrNameLst>
                                          <p:attrName>ppt_x</p:attrName>
                                        </p:attrNameLst>
                                      </p:cBhvr>
                                      <p:tavLst>
                                        <p:tav tm="0">
                                          <p:val>
                                            <p:strVal val="#ppt_x"/>
                                          </p:val>
                                        </p:tav>
                                        <p:tav tm="100000">
                                          <p:val>
                                            <p:strVal val="#ppt_x"/>
                                          </p:val>
                                        </p:tav>
                                      </p:tavLst>
                                    </p:anim>
                                    <p:anim calcmode="lin" valueType="num">
                                      <p:cBhvr>
                                        <p:cTn id="43" dur="500" fill="hold"/>
                                        <p:tgtEl>
                                          <p:spTgt spid="45">
                                            <p:txEl>
                                              <p:pRg st="0" end="0"/>
                                            </p:txEl>
                                          </p:spTgt>
                                        </p:tgtEl>
                                        <p:attrNameLst>
                                          <p:attrName>ppt_y</p:attrName>
                                        </p:attrNameLst>
                                      </p:cBhvr>
                                      <p:tavLst>
                                        <p:tav tm="0">
                                          <p:val>
                                            <p:strVal val="#ppt_y+.1"/>
                                          </p:val>
                                        </p:tav>
                                        <p:tav tm="100000">
                                          <p:val>
                                            <p:strVal val="#ppt_y"/>
                                          </p:val>
                                        </p:tav>
                                      </p:tavLst>
                                    </p:anim>
                                  </p:childTnLst>
                                </p:cTn>
                              </p:par>
                            </p:childTnLst>
                          </p:cTn>
                        </p:par>
                        <p:par>
                          <p:cTn id="44" fill="hold">
                            <p:stCondLst>
                              <p:cond delay="4000"/>
                            </p:stCondLst>
                            <p:childTnLst>
                              <p:par>
                                <p:cTn id="45" presetID="42" presetClass="entr" presetSubtype="0" fill="hold" grpId="0" nodeType="afterEffect">
                                  <p:stCondLst>
                                    <p:cond delay="0"/>
                                  </p:stCondLst>
                                  <p:childTnLst>
                                    <p:set>
                                      <p:cBhvr>
                                        <p:cTn id="46" dur="1" fill="hold">
                                          <p:stCondLst>
                                            <p:cond delay="0"/>
                                          </p:stCondLst>
                                        </p:cTn>
                                        <p:tgtEl>
                                          <p:spTgt spid="23"/>
                                        </p:tgtEl>
                                        <p:attrNameLst>
                                          <p:attrName>style.visibility</p:attrName>
                                        </p:attrNameLst>
                                      </p:cBhvr>
                                      <p:to>
                                        <p:strVal val="visible"/>
                                      </p:to>
                                    </p:set>
                                    <p:animEffect transition="in" filter="fade">
                                      <p:cBhvr>
                                        <p:cTn id="47" dur="500"/>
                                        <p:tgtEl>
                                          <p:spTgt spid="23"/>
                                        </p:tgtEl>
                                      </p:cBhvr>
                                    </p:animEffect>
                                    <p:anim calcmode="lin" valueType="num">
                                      <p:cBhvr>
                                        <p:cTn id="48" dur="500" fill="hold"/>
                                        <p:tgtEl>
                                          <p:spTgt spid="23"/>
                                        </p:tgtEl>
                                        <p:attrNameLst>
                                          <p:attrName>ppt_x</p:attrName>
                                        </p:attrNameLst>
                                      </p:cBhvr>
                                      <p:tavLst>
                                        <p:tav tm="0">
                                          <p:val>
                                            <p:strVal val="#ppt_x"/>
                                          </p:val>
                                        </p:tav>
                                        <p:tav tm="100000">
                                          <p:val>
                                            <p:strVal val="#ppt_x"/>
                                          </p:val>
                                        </p:tav>
                                      </p:tavLst>
                                    </p:anim>
                                    <p:anim calcmode="lin" valueType="num">
                                      <p:cBhvr>
                                        <p:cTn id="49" dur="500" fill="hold"/>
                                        <p:tgtEl>
                                          <p:spTgt spid="23"/>
                                        </p:tgtEl>
                                        <p:attrNameLst>
                                          <p:attrName>ppt_y</p:attrName>
                                        </p:attrNameLst>
                                      </p:cBhvr>
                                      <p:tavLst>
                                        <p:tav tm="0">
                                          <p:val>
                                            <p:strVal val="#ppt_y+.1"/>
                                          </p:val>
                                        </p:tav>
                                        <p:tav tm="100000">
                                          <p:val>
                                            <p:strVal val="#ppt_y"/>
                                          </p:val>
                                        </p:tav>
                                      </p:tavLst>
                                    </p:anim>
                                  </p:childTnLst>
                                </p:cTn>
                              </p:par>
                            </p:childTnLst>
                          </p:cTn>
                        </p:par>
                        <p:par>
                          <p:cTn id="50" fill="hold">
                            <p:stCondLst>
                              <p:cond delay="4500"/>
                            </p:stCondLst>
                            <p:childTnLst>
                              <p:par>
                                <p:cTn id="51" presetID="53" presetClass="entr" presetSubtype="16" fill="hold" grpId="0" nodeType="afterEffect" nodePh="1">
                                  <p:stCondLst>
                                    <p:cond delay="0"/>
                                  </p:stCondLst>
                                  <p:endCondLst>
                                    <p:cond evt="begin" delay="0">
                                      <p:tn val="51"/>
                                    </p:cond>
                                  </p:endCondLst>
                                  <p:childTnLst>
                                    <p:set>
                                      <p:cBhvr>
                                        <p:cTn id="52" dur="1" fill="hold">
                                          <p:stCondLst>
                                            <p:cond delay="0"/>
                                          </p:stCondLst>
                                        </p:cTn>
                                        <p:tgtEl>
                                          <p:spTgt spid="32">
                                            <p:txEl>
                                              <p:pRg st="0" end="0"/>
                                            </p:txEl>
                                          </p:spTgt>
                                        </p:tgtEl>
                                        <p:attrNameLst>
                                          <p:attrName>style.visibility</p:attrName>
                                        </p:attrNameLst>
                                      </p:cBhvr>
                                      <p:to>
                                        <p:strVal val="visible"/>
                                      </p:to>
                                    </p:set>
                                    <p:anim calcmode="lin" valueType="num">
                                      <p:cBhvr>
                                        <p:cTn id="53" dur="500" fill="hold"/>
                                        <p:tgtEl>
                                          <p:spTgt spid="32">
                                            <p:txEl>
                                              <p:pRg st="0" end="0"/>
                                            </p:txEl>
                                          </p:spTgt>
                                        </p:tgtEl>
                                        <p:attrNameLst>
                                          <p:attrName>ppt_w</p:attrName>
                                        </p:attrNameLst>
                                      </p:cBhvr>
                                      <p:tavLst>
                                        <p:tav tm="0">
                                          <p:val>
                                            <p:fltVal val="0"/>
                                          </p:val>
                                        </p:tav>
                                        <p:tav tm="100000">
                                          <p:val>
                                            <p:strVal val="#ppt_w"/>
                                          </p:val>
                                        </p:tav>
                                      </p:tavLst>
                                    </p:anim>
                                    <p:anim calcmode="lin" valueType="num">
                                      <p:cBhvr>
                                        <p:cTn id="54" dur="500" fill="hold"/>
                                        <p:tgtEl>
                                          <p:spTgt spid="32">
                                            <p:txEl>
                                              <p:pRg st="0" end="0"/>
                                            </p:txEl>
                                          </p:spTgt>
                                        </p:tgtEl>
                                        <p:attrNameLst>
                                          <p:attrName>ppt_h</p:attrName>
                                        </p:attrNameLst>
                                      </p:cBhvr>
                                      <p:tavLst>
                                        <p:tav tm="0">
                                          <p:val>
                                            <p:fltVal val="0"/>
                                          </p:val>
                                        </p:tav>
                                        <p:tav tm="100000">
                                          <p:val>
                                            <p:strVal val="#ppt_h"/>
                                          </p:val>
                                        </p:tav>
                                      </p:tavLst>
                                    </p:anim>
                                    <p:animEffect transition="in" filter="fade">
                                      <p:cBhvr>
                                        <p:cTn id="55" dur="500"/>
                                        <p:tgtEl>
                                          <p:spTgt spid="32">
                                            <p:txEl>
                                              <p:pRg st="0" end="0"/>
                                            </p:txEl>
                                          </p:spTgt>
                                        </p:tgtEl>
                                      </p:cBhvr>
                                    </p:animEffect>
                                  </p:childTnLst>
                                </p:cTn>
                              </p:par>
                            </p:childTnLst>
                          </p:cTn>
                        </p:par>
                        <p:par>
                          <p:cTn id="56" fill="hold">
                            <p:stCondLst>
                              <p:cond delay="5000"/>
                            </p:stCondLst>
                            <p:childTnLst>
                              <p:par>
                                <p:cTn id="57" presetID="47" presetClass="entr" presetSubtype="0" fill="hold" grpId="0" nodeType="afterEffect">
                                  <p:stCondLst>
                                    <p:cond delay="0"/>
                                  </p:stCondLst>
                                  <p:childTnLst>
                                    <p:set>
                                      <p:cBhvr>
                                        <p:cTn id="58" dur="1" fill="hold">
                                          <p:stCondLst>
                                            <p:cond delay="0"/>
                                          </p:stCondLst>
                                        </p:cTn>
                                        <p:tgtEl>
                                          <p:spTgt spid="38"/>
                                        </p:tgtEl>
                                        <p:attrNameLst>
                                          <p:attrName>style.visibility</p:attrName>
                                        </p:attrNameLst>
                                      </p:cBhvr>
                                      <p:to>
                                        <p:strVal val="visible"/>
                                      </p:to>
                                    </p:set>
                                    <p:animEffect transition="in" filter="fade">
                                      <p:cBhvr>
                                        <p:cTn id="59" dur="500"/>
                                        <p:tgtEl>
                                          <p:spTgt spid="38"/>
                                        </p:tgtEl>
                                      </p:cBhvr>
                                    </p:animEffect>
                                    <p:anim calcmode="lin" valueType="num">
                                      <p:cBhvr>
                                        <p:cTn id="60" dur="500" fill="hold"/>
                                        <p:tgtEl>
                                          <p:spTgt spid="38"/>
                                        </p:tgtEl>
                                        <p:attrNameLst>
                                          <p:attrName>ppt_x</p:attrName>
                                        </p:attrNameLst>
                                      </p:cBhvr>
                                      <p:tavLst>
                                        <p:tav tm="0">
                                          <p:val>
                                            <p:strVal val="#ppt_x"/>
                                          </p:val>
                                        </p:tav>
                                        <p:tav tm="100000">
                                          <p:val>
                                            <p:strVal val="#ppt_x"/>
                                          </p:val>
                                        </p:tav>
                                      </p:tavLst>
                                    </p:anim>
                                    <p:anim calcmode="lin" valueType="num">
                                      <p:cBhvr>
                                        <p:cTn id="61" dur="500" fill="hold"/>
                                        <p:tgtEl>
                                          <p:spTgt spid="38"/>
                                        </p:tgtEl>
                                        <p:attrNameLst>
                                          <p:attrName>ppt_y</p:attrName>
                                        </p:attrNameLst>
                                      </p:cBhvr>
                                      <p:tavLst>
                                        <p:tav tm="0">
                                          <p:val>
                                            <p:strVal val="#ppt_y-.1"/>
                                          </p:val>
                                        </p:tav>
                                        <p:tav tm="100000">
                                          <p:val>
                                            <p:strVal val="#ppt_y"/>
                                          </p:val>
                                        </p:tav>
                                      </p:tavLst>
                                    </p:anim>
                                  </p:childTnLst>
                                </p:cTn>
                              </p:par>
                            </p:childTnLst>
                          </p:cTn>
                        </p:par>
                        <p:par>
                          <p:cTn id="62" fill="hold">
                            <p:stCondLst>
                              <p:cond delay="5500"/>
                            </p:stCondLst>
                            <p:childTnLst>
                              <p:par>
                                <p:cTn id="63" presetID="53" presetClass="entr" presetSubtype="16" fill="hold" grpId="0" nodeType="afterEffect" nodePh="1">
                                  <p:stCondLst>
                                    <p:cond delay="0"/>
                                  </p:stCondLst>
                                  <p:endCondLst>
                                    <p:cond evt="begin" delay="0">
                                      <p:tn val="63"/>
                                    </p:cond>
                                  </p:endCondLst>
                                  <p:childTnLst>
                                    <p:set>
                                      <p:cBhvr>
                                        <p:cTn id="64" dur="1" fill="hold">
                                          <p:stCondLst>
                                            <p:cond delay="0"/>
                                          </p:stCondLst>
                                        </p:cTn>
                                        <p:tgtEl>
                                          <p:spTgt spid="46">
                                            <p:txEl>
                                              <p:pRg st="0" end="0"/>
                                            </p:txEl>
                                          </p:spTgt>
                                        </p:tgtEl>
                                        <p:attrNameLst>
                                          <p:attrName>style.visibility</p:attrName>
                                        </p:attrNameLst>
                                      </p:cBhvr>
                                      <p:to>
                                        <p:strVal val="visible"/>
                                      </p:to>
                                    </p:set>
                                    <p:anim calcmode="lin" valueType="num">
                                      <p:cBhvr>
                                        <p:cTn id="65" dur="500" fill="hold"/>
                                        <p:tgtEl>
                                          <p:spTgt spid="46">
                                            <p:txEl>
                                              <p:pRg st="0" end="0"/>
                                            </p:txEl>
                                          </p:spTgt>
                                        </p:tgtEl>
                                        <p:attrNameLst>
                                          <p:attrName>ppt_w</p:attrName>
                                        </p:attrNameLst>
                                      </p:cBhvr>
                                      <p:tavLst>
                                        <p:tav tm="0">
                                          <p:val>
                                            <p:fltVal val="0"/>
                                          </p:val>
                                        </p:tav>
                                        <p:tav tm="100000">
                                          <p:val>
                                            <p:strVal val="#ppt_w"/>
                                          </p:val>
                                        </p:tav>
                                      </p:tavLst>
                                    </p:anim>
                                    <p:anim calcmode="lin" valueType="num">
                                      <p:cBhvr>
                                        <p:cTn id="66" dur="500" fill="hold"/>
                                        <p:tgtEl>
                                          <p:spTgt spid="46">
                                            <p:txEl>
                                              <p:pRg st="0" end="0"/>
                                            </p:txEl>
                                          </p:spTgt>
                                        </p:tgtEl>
                                        <p:attrNameLst>
                                          <p:attrName>ppt_h</p:attrName>
                                        </p:attrNameLst>
                                      </p:cBhvr>
                                      <p:tavLst>
                                        <p:tav tm="0">
                                          <p:val>
                                            <p:fltVal val="0"/>
                                          </p:val>
                                        </p:tav>
                                        <p:tav tm="100000">
                                          <p:val>
                                            <p:strVal val="#ppt_h"/>
                                          </p:val>
                                        </p:tav>
                                      </p:tavLst>
                                    </p:anim>
                                    <p:animEffect transition="in" filter="fade">
                                      <p:cBhvr>
                                        <p:cTn id="67" dur="500"/>
                                        <p:tgtEl>
                                          <p:spTgt spid="46">
                                            <p:txEl>
                                              <p:pRg st="0" end="0"/>
                                            </p:txEl>
                                          </p:spTgt>
                                        </p:tgtEl>
                                      </p:cBhvr>
                                    </p:animEffect>
                                  </p:childTnLst>
                                </p:cTn>
                              </p:par>
                            </p:childTnLst>
                          </p:cTn>
                        </p:par>
                        <p:par>
                          <p:cTn id="68" fill="hold">
                            <p:stCondLst>
                              <p:cond delay="6000"/>
                            </p:stCondLst>
                            <p:childTnLst>
                              <p:par>
                                <p:cTn id="69" presetID="42" presetClass="entr" presetSubtype="0" fill="hold" grpId="0" nodeType="afterEffect" nodePh="1">
                                  <p:stCondLst>
                                    <p:cond delay="0"/>
                                  </p:stCondLst>
                                  <p:endCondLst>
                                    <p:cond evt="begin" delay="0">
                                      <p:tn val="69"/>
                                    </p:cond>
                                  </p:endCondLst>
                                  <p:childTnLst>
                                    <p:set>
                                      <p:cBhvr>
                                        <p:cTn id="70" dur="1" fill="hold">
                                          <p:stCondLst>
                                            <p:cond delay="0"/>
                                          </p:stCondLst>
                                        </p:cTn>
                                        <p:tgtEl>
                                          <p:spTgt spid="47">
                                            <p:txEl>
                                              <p:pRg st="0" end="0"/>
                                            </p:txEl>
                                          </p:spTgt>
                                        </p:tgtEl>
                                        <p:attrNameLst>
                                          <p:attrName>style.visibility</p:attrName>
                                        </p:attrNameLst>
                                      </p:cBhvr>
                                      <p:to>
                                        <p:strVal val="visible"/>
                                      </p:to>
                                    </p:set>
                                    <p:animEffect transition="in" filter="fade">
                                      <p:cBhvr>
                                        <p:cTn id="71" dur="500"/>
                                        <p:tgtEl>
                                          <p:spTgt spid="47">
                                            <p:txEl>
                                              <p:pRg st="0" end="0"/>
                                            </p:txEl>
                                          </p:spTgt>
                                        </p:tgtEl>
                                      </p:cBhvr>
                                    </p:animEffect>
                                    <p:anim calcmode="lin" valueType="num">
                                      <p:cBhvr>
                                        <p:cTn id="72" dur="500" fill="hold"/>
                                        <p:tgtEl>
                                          <p:spTgt spid="47">
                                            <p:txEl>
                                              <p:pRg st="0" end="0"/>
                                            </p:txEl>
                                          </p:spTgt>
                                        </p:tgtEl>
                                        <p:attrNameLst>
                                          <p:attrName>ppt_x</p:attrName>
                                        </p:attrNameLst>
                                      </p:cBhvr>
                                      <p:tavLst>
                                        <p:tav tm="0">
                                          <p:val>
                                            <p:strVal val="#ppt_x"/>
                                          </p:val>
                                        </p:tav>
                                        <p:tav tm="100000">
                                          <p:val>
                                            <p:strVal val="#ppt_x"/>
                                          </p:val>
                                        </p:tav>
                                      </p:tavLst>
                                    </p:anim>
                                    <p:anim calcmode="lin" valueType="num">
                                      <p:cBhvr>
                                        <p:cTn id="73" dur="500" fill="hold"/>
                                        <p:tgtEl>
                                          <p:spTgt spid="47">
                                            <p:txEl>
                                              <p:pRg st="0" end="0"/>
                                            </p:txEl>
                                          </p:spTgt>
                                        </p:tgtEl>
                                        <p:attrNameLst>
                                          <p:attrName>ppt_y</p:attrName>
                                        </p:attrNameLst>
                                      </p:cBhvr>
                                      <p:tavLst>
                                        <p:tav tm="0">
                                          <p:val>
                                            <p:strVal val="#ppt_y+.1"/>
                                          </p:val>
                                        </p:tav>
                                        <p:tav tm="100000">
                                          <p:val>
                                            <p:strVal val="#ppt_y"/>
                                          </p:val>
                                        </p:tav>
                                      </p:tavLst>
                                    </p:anim>
                                  </p:childTnLst>
                                </p:cTn>
                              </p:par>
                            </p:childTnLst>
                          </p:cTn>
                        </p:par>
                        <p:par>
                          <p:cTn id="74" fill="hold">
                            <p:stCondLst>
                              <p:cond delay="6500"/>
                            </p:stCondLst>
                            <p:childTnLst>
                              <p:par>
                                <p:cTn id="75" presetID="42" presetClass="entr" presetSubtype="0" fill="hold" grpId="0" nodeType="afterEffect">
                                  <p:stCondLst>
                                    <p:cond delay="0"/>
                                  </p:stCondLst>
                                  <p:childTnLst>
                                    <p:set>
                                      <p:cBhvr>
                                        <p:cTn id="76" dur="1" fill="hold">
                                          <p:stCondLst>
                                            <p:cond delay="0"/>
                                          </p:stCondLst>
                                        </p:cTn>
                                        <p:tgtEl>
                                          <p:spTgt spid="36"/>
                                        </p:tgtEl>
                                        <p:attrNameLst>
                                          <p:attrName>style.visibility</p:attrName>
                                        </p:attrNameLst>
                                      </p:cBhvr>
                                      <p:to>
                                        <p:strVal val="visible"/>
                                      </p:to>
                                    </p:set>
                                    <p:animEffect transition="in" filter="fade">
                                      <p:cBhvr>
                                        <p:cTn id="77" dur="500"/>
                                        <p:tgtEl>
                                          <p:spTgt spid="36"/>
                                        </p:tgtEl>
                                      </p:cBhvr>
                                    </p:animEffect>
                                    <p:anim calcmode="lin" valueType="num">
                                      <p:cBhvr>
                                        <p:cTn id="78" dur="500" fill="hold"/>
                                        <p:tgtEl>
                                          <p:spTgt spid="36"/>
                                        </p:tgtEl>
                                        <p:attrNameLst>
                                          <p:attrName>ppt_x</p:attrName>
                                        </p:attrNameLst>
                                      </p:cBhvr>
                                      <p:tavLst>
                                        <p:tav tm="0">
                                          <p:val>
                                            <p:strVal val="#ppt_x"/>
                                          </p:val>
                                        </p:tav>
                                        <p:tav tm="100000">
                                          <p:val>
                                            <p:strVal val="#ppt_x"/>
                                          </p:val>
                                        </p:tav>
                                      </p:tavLst>
                                    </p:anim>
                                    <p:anim calcmode="lin" valueType="num">
                                      <p:cBhvr>
                                        <p:cTn id="79" dur="500" fill="hold"/>
                                        <p:tgtEl>
                                          <p:spTgt spid="36"/>
                                        </p:tgtEl>
                                        <p:attrNameLst>
                                          <p:attrName>ppt_y</p:attrName>
                                        </p:attrNameLst>
                                      </p:cBhvr>
                                      <p:tavLst>
                                        <p:tav tm="0">
                                          <p:val>
                                            <p:strVal val="#ppt_y+.1"/>
                                          </p:val>
                                        </p:tav>
                                        <p:tav tm="100000">
                                          <p:val>
                                            <p:strVal val="#ppt_y"/>
                                          </p:val>
                                        </p:tav>
                                      </p:tavLst>
                                    </p:anim>
                                  </p:childTnLst>
                                </p:cTn>
                              </p:par>
                            </p:childTnLst>
                          </p:cTn>
                        </p:par>
                        <p:par>
                          <p:cTn id="80" fill="hold">
                            <p:stCondLst>
                              <p:cond delay="7000"/>
                            </p:stCondLst>
                            <p:childTnLst>
                              <p:par>
                                <p:cTn id="81" presetID="53" presetClass="entr" presetSubtype="16" fill="hold" grpId="0" nodeType="afterEffect" nodePh="1">
                                  <p:stCondLst>
                                    <p:cond delay="0"/>
                                  </p:stCondLst>
                                  <p:endCondLst>
                                    <p:cond evt="begin" delay="0">
                                      <p:tn val="81"/>
                                    </p:cond>
                                  </p:endCondLst>
                                  <p:childTnLst>
                                    <p:set>
                                      <p:cBhvr>
                                        <p:cTn id="82" dur="1" fill="hold">
                                          <p:stCondLst>
                                            <p:cond delay="0"/>
                                          </p:stCondLst>
                                        </p:cTn>
                                        <p:tgtEl>
                                          <p:spTgt spid="37">
                                            <p:txEl>
                                              <p:pRg st="0" end="0"/>
                                            </p:txEl>
                                          </p:spTgt>
                                        </p:tgtEl>
                                        <p:attrNameLst>
                                          <p:attrName>style.visibility</p:attrName>
                                        </p:attrNameLst>
                                      </p:cBhvr>
                                      <p:to>
                                        <p:strVal val="visible"/>
                                      </p:to>
                                    </p:set>
                                    <p:anim calcmode="lin" valueType="num">
                                      <p:cBhvr>
                                        <p:cTn id="83" dur="500" fill="hold"/>
                                        <p:tgtEl>
                                          <p:spTgt spid="37">
                                            <p:txEl>
                                              <p:pRg st="0" end="0"/>
                                            </p:txEl>
                                          </p:spTgt>
                                        </p:tgtEl>
                                        <p:attrNameLst>
                                          <p:attrName>ppt_w</p:attrName>
                                        </p:attrNameLst>
                                      </p:cBhvr>
                                      <p:tavLst>
                                        <p:tav tm="0">
                                          <p:val>
                                            <p:fltVal val="0"/>
                                          </p:val>
                                        </p:tav>
                                        <p:tav tm="100000">
                                          <p:val>
                                            <p:strVal val="#ppt_w"/>
                                          </p:val>
                                        </p:tav>
                                      </p:tavLst>
                                    </p:anim>
                                    <p:anim calcmode="lin" valueType="num">
                                      <p:cBhvr>
                                        <p:cTn id="84" dur="500" fill="hold"/>
                                        <p:tgtEl>
                                          <p:spTgt spid="37">
                                            <p:txEl>
                                              <p:pRg st="0" end="0"/>
                                            </p:txEl>
                                          </p:spTgt>
                                        </p:tgtEl>
                                        <p:attrNameLst>
                                          <p:attrName>ppt_h</p:attrName>
                                        </p:attrNameLst>
                                      </p:cBhvr>
                                      <p:tavLst>
                                        <p:tav tm="0">
                                          <p:val>
                                            <p:fltVal val="0"/>
                                          </p:val>
                                        </p:tav>
                                        <p:tav tm="100000">
                                          <p:val>
                                            <p:strVal val="#ppt_h"/>
                                          </p:val>
                                        </p:tav>
                                      </p:tavLst>
                                    </p:anim>
                                    <p:animEffect transition="in" filter="fade">
                                      <p:cBhvr>
                                        <p:cTn id="85" dur="500"/>
                                        <p:tgtEl>
                                          <p:spTgt spid="37">
                                            <p:txEl>
                                              <p:pRg st="0" end="0"/>
                                            </p:txEl>
                                          </p:spTgt>
                                        </p:tgtEl>
                                      </p:cBhvr>
                                    </p:animEffect>
                                  </p:childTnLst>
                                </p:cTn>
                              </p:par>
                            </p:childTnLst>
                          </p:cTn>
                        </p:par>
                        <p:par>
                          <p:cTn id="86" fill="hold">
                            <p:stCondLst>
                              <p:cond delay="7500"/>
                            </p:stCondLst>
                            <p:childTnLst>
                              <p:par>
                                <p:cTn id="87" presetID="42" presetClass="entr" presetSubtype="0" fill="hold" grpId="0" nodeType="afterEffect">
                                  <p:stCondLst>
                                    <p:cond delay="0"/>
                                  </p:stCondLst>
                                  <p:childTnLst>
                                    <p:set>
                                      <p:cBhvr>
                                        <p:cTn id="88" dur="1" fill="hold">
                                          <p:stCondLst>
                                            <p:cond delay="0"/>
                                          </p:stCondLst>
                                        </p:cTn>
                                        <p:tgtEl>
                                          <p:spTgt spid="39"/>
                                        </p:tgtEl>
                                        <p:attrNameLst>
                                          <p:attrName>style.visibility</p:attrName>
                                        </p:attrNameLst>
                                      </p:cBhvr>
                                      <p:to>
                                        <p:strVal val="visible"/>
                                      </p:to>
                                    </p:set>
                                    <p:animEffect transition="in" filter="fade">
                                      <p:cBhvr>
                                        <p:cTn id="89" dur="500"/>
                                        <p:tgtEl>
                                          <p:spTgt spid="39"/>
                                        </p:tgtEl>
                                      </p:cBhvr>
                                    </p:animEffect>
                                    <p:anim calcmode="lin" valueType="num">
                                      <p:cBhvr>
                                        <p:cTn id="90" dur="500" fill="hold"/>
                                        <p:tgtEl>
                                          <p:spTgt spid="39"/>
                                        </p:tgtEl>
                                        <p:attrNameLst>
                                          <p:attrName>ppt_x</p:attrName>
                                        </p:attrNameLst>
                                      </p:cBhvr>
                                      <p:tavLst>
                                        <p:tav tm="0">
                                          <p:val>
                                            <p:strVal val="#ppt_x"/>
                                          </p:val>
                                        </p:tav>
                                        <p:tav tm="100000">
                                          <p:val>
                                            <p:strVal val="#ppt_x"/>
                                          </p:val>
                                        </p:tav>
                                      </p:tavLst>
                                    </p:anim>
                                    <p:anim calcmode="lin" valueType="num">
                                      <p:cBhvr>
                                        <p:cTn id="91" dur="500" fill="hold"/>
                                        <p:tgtEl>
                                          <p:spTgt spid="39"/>
                                        </p:tgtEl>
                                        <p:attrNameLst>
                                          <p:attrName>ppt_y</p:attrName>
                                        </p:attrNameLst>
                                      </p:cBhvr>
                                      <p:tavLst>
                                        <p:tav tm="0">
                                          <p:val>
                                            <p:strVal val="#ppt_y+.1"/>
                                          </p:val>
                                        </p:tav>
                                        <p:tav tm="100000">
                                          <p:val>
                                            <p:strVal val="#ppt_y"/>
                                          </p:val>
                                        </p:tav>
                                      </p:tavLst>
                                    </p:anim>
                                  </p:childTnLst>
                                </p:cTn>
                              </p:par>
                            </p:childTnLst>
                          </p:cTn>
                        </p:par>
                        <p:par>
                          <p:cTn id="92" fill="hold">
                            <p:stCondLst>
                              <p:cond delay="8000"/>
                            </p:stCondLst>
                            <p:childTnLst>
                              <p:par>
                                <p:cTn id="93" presetID="53" presetClass="entr" presetSubtype="16" fill="hold" grpId="0" nodeType="afterEffect" nodePh="1">
                                  <p:stCondLst>
                                    <p:cond delay="0"/>
                                  </p:stCondLst>
                                  <p:endCondLst>
                                    <p:cond evt="begin" delay="0">
                                      <p:tn val="93"/>
                                    </p:cond>
                                  </p:endCondLst>
                                  <p:childTnLst>
                                    <p:set>
                                      <p:cBhvr>
                                        <p:cTn id="94" dur="1" fill="hold">
                                          <p:stCondLst>
                                            <p:cond delay="0"/>
                                          </p:stCondLst>
                                        </p:cTn>
                                        <p:tgtEl>
                                          <p:spTgt spid="48">
                                            <p:txEl>
                                              <p:pRg st="0" end="0"/>
                                            </p:txEl>
                                          </p:spTgt>
                                        </p:tgtEl>
                                        <p:attrNameLst>
                                          <p:attrName>style.visibility</p:attrName>
                                        </p:attrNameLst>
                                      </p:cBhvr>
                                      <p:to>
                                        <p:strVal val="visible"/>
                                      </p:to>
                                    </p:set>
                                    <p:anim calcmode="lin" valueType="num">
                                      <p:cBhvr>
                                        <p:cTn id="95" dur="500" fill="hold"/>
                                        <p:tgtEl>
                                          <p:spTgt spid="48">
                                            <p:txEl>
                                              <p:pRg st="0" end="0"/>
                                            </p:txEl>
                                          </p:spTgt>
                                        </p:tgtEl>
                                        <p:attrNameLst>
                                          <p:attrName>ppt_w</p:attrName>
                                        </p:attrNameLst>
                                      </p:cBhvr>
                                      <p:tavLst>
                                        <p:tav tm="0">
                                          <p:val>
                                            <p:fltVal val="0"/>
                                          </p:val>
                                        </p:tav>
                                        <p:tav tm="100000">
                                          <p:val>
                                            <p:strVal val="#ppt_w"/>
                                          </p:val>
                                        </p:tav>
                                      </p:tavLst>
                                    </p:anim>
                                    <p:anim calcmode="lin" valueType="num">
                                      <p:cBhvr>
                                        <p:cTn id="96" dur="500" fill="hold"/>
                                        <p:tgtEl>
                                          <p:spTgt spid="48">
                                            <p:txEl>
                                              <p:pRg st="0" end="0"/>
                                            </p:txEl>
                                          </p:spTgt>
                                        </p:tgtEl>
                                        <p:attrNameLst>
                                          <p:attrName>ppt_h</p:attrName>
                                        </p:attrNameLst>
                                      </p:cBhvr>
                                      <p:tavLst>
                                        <p:tav tm="0">
                                          <p:val>
                                            <p:fltVal val="0"/>
                                          </p:val>
                                        </p:tav>
                                        <p:tav tm="100000">
                                          <p:val>
                                            <p:strVal val="#ppt_h"/>
                                          </p:val>
                                        </p:tav>
                                      </p:tavLst>
                                    </p:anim>
                                    <p:animEffect transition="in" filter="fade">
                                      <p:cBhvr>
                                        <p:cTn id="97" dur="500"/>
                                        <p:tgtEl>
                                          <p:spTgt spid="48">
                                            <p:txEl>
                                              <p:pRg st="0" end="0"/>
                                            </p:txEl>
                                          </p:spTgt>
                                        </p:tgtEl>
                                      </p:cBhvr>
                                    </p:animEffect>
                                  </p:childTnLst>
                                </p:cTn>
                              </p:par>
                            </p:childTnLst>
                          </p:cTn>
                        </p:par>
                        <p:par>
                          <p:cTn id="98" fill="hold">
                            <p:stCondLst>
                              <p:cond delay="8500"/>
                            </p:stCondLst>
                            <p:childTnLst>
                              <p:par>
                                <p:cTn id="99" presetID="42" presetClass="entr" presetSubtype="0" fill="hold" grpId="0" nodeType="afterEffect" nodePh="1">
                                  <p:stCondLst>
                                    <p:cond delay="0"/>
                                  </p:stCondLst>
                                  <p:endCondLst>
                                    <p:cond evt="begin" delay="0">
                                      <p:tn val="99"/>
                                    </p:cond>
                                  </p:endCondLst>
                                  <p:childTnLst>
                                    <p:set>
                                      <p:cBhvr>
                                        <p:cTn id="100" dur="1" fill="hold">
                                          <p:stCondLst>
                                            <p:cond delay="0"/>
                                          </p:stCondLst>
                                        </p:cTn>
                                        <p:tgtEl>
                                          <p:spTgt spid="49">
                                            <p:txEl>
                                              <p:pRg st="0" end="0"/>
                                            </p:txEl>
                                          </p:spTgt>
                                        </p:tgtEl>
                                        <p:attrNameLst>
                                          <p:attrName>style.visibility</p:attrName>
                                        </p:attrNameLst>
                                      </p:cBhvr>
                                      <p:to>
                                        <p:strVal val="visible"/>
                                      </p:to>
                                    </p:set>
                                    <p:animEffect transition="in" filter="fade">
                                      <p:cBhvr>
                                        <p:cTn id="101" dur="500"/>
                                        <p:tgtEl>
                                          <p:spTgt spid="49">
                                            <p:txEl>
                                              <p:pRg st="0" end="0"/>
                                            </p:txEl>
                                          </p:spTgt>
                                        </p:tgtEl>
                                      </p:cBhvr>
                                    </p:animEffect>
                                    <p:anim calcmode="lin" valueType="num">
                                      <p:cBhvr>
                                        <p:cTn id="102" dur="500" fill="hold"/>
                                        <p:tgtEl>
                                          <p:spTgt spid="49">
                                            <p:txEl>
                                              <p:pRg st="0" end="0"/>
                                            </p:txEl>
                                          </p:spTgt>
                                        </p:tgtEl>
                                        <p:attrNameLst>
                                          <p:attrName>ppt_x</p:attrName>
                                        </p:attrNameLst>
                                      </p:cBhvr>
                                      <p:tavLst>
                                        <p:tav tm="0">
                                          <p:val>
                                            <p:strVal val="#ppt_x"/>
                                          </p:val>
                                        </p:tav>
                                        <p:tav tm="100000">
                                          <p:val>
                                            <p:strVal val="#ppt_x"/>
                                          </p:val>
                                        </p:tav>
                                      </p:tavLst>
                                    </p:anim>
                                    <p:anim calcmode="lin" valueType="num">
                                      <p:cBhvr>
                                        <p:cTn id="103" dur="500" fill="hold"/>
                                        <p:tgtEl>
                                          <p:spTgt spid="49">
                                            <p:txEl>
                                              <p:pRg st="0" end="0"/>
                                            </p:txEl>
                                          </p:spTgt>
                                        </p:tgtEl>
                                        <p:attrNameLst>
                                          <p:attrName>ppt_y</p:attrName>
                                        </p:attrNameLst>
                                      </p:cBhvr>
                                      <p:tavLst>
                                        <p:tav tm="0">
                                          <p:val>
                                            <p:strVal val="#ppt_y+.1"/>
                                          </p:val>
                                        </p:tav>
                                        <p:tav tm="100000">
                                          <p:val>
                                            <p:strVal val="#ppt_y"/>
                                          </p:val>
                                        </p:tav>
                                      </p:tavLst>
                                    </p:anim>
                                  </p:childTnLst>
                                </p:cTn>
                              </p:par>
                            </p:childTnLst>
                          </p:cTn>
                        </p:par>
                        <p:par>
                          <p:cTn id="104" fill="hold">
                            <p:stCondLst>
                              <p:cond delay="9000"/>
                            </p:stCondLst>
                            <p:childTnLst>
                              <p:par>
                                <p:cTn id="105" presetID="42" presetClass="entr" presetSubtype="0" fill="hold" grpId="0" nodeType="afterEffect">
                                  <p:stCondLst>
                                    <p:cond delay="0"/>
                                  </p:stCondLst>
                                  <p:childTnLst>
                                    <p:set>
                                      <p:cBhvr>
                                        <p:cTn id="106" dur="1" fill="hold">
                                          <p:stCondLst>
                                            <p:cond delay="0"/>
                                          </p:stCondLst>
                                        </p:cTn>
                                        <p:tgtEl>
                                          <p:spTgt spid="40"/>
                                        </p:tgtEl>
                                        <p:attrNameLst>
                                          <p:attrName>style.visibility</p:attrName>
                                        </p:attrNameLst>
                                      </p:cBhvr>
                                      <p:to>
                                        <p:strVal val="visible"/>
                                      </p:to>
                                    </p:set>
                                    <p:animEffect transition="in" filter="fade">
                                      <p:cBhvr>
                                        <p:cTn id="107" dur="500"/>
                                        <p:tgtEl>
                                          <p:spTgt spid="40"/>
                                        </p:tgtEl>
                                      </p:cBhvr>
                                    </p:animEffect>
                                    <p:anim calcmode="lin" valueType="num">
                                      <p:cBhvr>
                                        <p:cTn id="108" dur="500" fill="hold"/>
                                        <p:tgtEl>
                                          <p:spTgt spid="40"/>
                                        </p:tgtEl>
                                        <p:attrNameLst>
                                          <p:attrName>ppt_x</p:attrName>
                                        </p:attrNameLst>
                                      </p:cBhvr>
                                      <p:tavLst>
                                        <p:tav tm="0">
                                          <p:val>
                                            <p:strVal val="#ppt_x"/>
                                          </p:val>
                                        </p:tav>
                                        <p:tav tm="100000">
                                          <p:val>
                                            <p:strVal val="#ppt_x"/>
                                          </p:val>
                                        </p:tav>
                                      </p:tavLst>
                                    </p:anim>
                                    <p:anim calcmode="lin" valueType="num">
                                      <p:cBhvr>
                                        <p:cTn id="109" dur="500" fill="hold"/>
                                        <p:tgtEl>
                                          <p:spTgt spid="40"/>
                                        </p:tgtEl>
                                        <p:attrNameLst>
                                          <p:attrName>ppt_y</p:attrName>
                                        </p:attrNameLst>
                                      </p:cBhvr>
                                      <p:tavLst>
                                        <p:tav tm="0">
                                          <p:val>
                                            <p:strVal val="#ppt_y+.1"/>
                                          </p:val>
                                        </p:tav>
                                        <p:tav tm="100000">
                                          <p:val>
                                            <p:strVal val="#ppt_y"/>
                                          </p:val>
                                        </p:tav>
                                      </p:tavLst>
                                    </p:anim>
                                  </p:childTnLst>
                                </p:cTn>
                              </p:par>
                            </p:childTnLst>
                          </p:cTn>
                        </p:par>
                        <p:par>
                          <p:cTn id="110" fill="hold">
                            <p:stCondLst>
                              <p:cond delay="9500"/>
                            </p:stCondLst>
                            <p:childTnLst>
                              <p:par>
                                <p:cTn id="111" presetID="53" presetClass="entr" presetSubtype="16" fill="hold" grpId="0" nodeType="afterEffect" nodePh="1">
                                  <p:stCondLst>
                                    <p:cond delay="0"/>
                                  </p:stCondLst>
                                  <p:endCondLst>
                                    <p:cond evt="begin" delay="0">
                                      <p:tn val="111"/>
                                    </p:cond>
                                  </p:endCondLst>
                                  <p:childTnLst>
                                    <p:set>
                                      <p:cBhvr>
                                        <p:cTn id="112" dur="1" fill="hold">
                                          <p:stCondLst>
                                            <p:cond delay="0"/>
                                          </p:stCondLst>
                                        </p:cTn>
                                        <p:tgtEl>
                                          <p:spTgt spid="41">
                                            <p:txEl>
                                              <p:pRg st="0" end="0"/>
                                            </p:txEl>
                                          </p:spTgt>
                                        </p:tgtEl>
                                        <p:attrNameLst>
                                          <p:attrName>style.visibility</p:attrName>
                                        </p:attrNameLst>
                                      </p:cBhvr>
                                      <p:to>
                                        <p:strVal val="visible"/>
                                      </p:to>
                                    </p:set>
                                    <p:anim calcmode="lin" valueType="num">
                                      <p:cBhvr>
                                        <p:cTn id="113" dur="500" fill="hold"/>
                                        <p:tgtEl>
                                          <p:spTgt spid="41">
                                            <p:txEl>
                                              <p:pRg st="0" end="0"/>
                                            </p:txEl>
                                          </p:spTgt>
                                        </p:tgtEl>
                                        <p:attrNameLst>
                                          <p:attrName>ppt_w</p:attrName>
                                        </p:attrNameLst>
                                      </p:cBhvr>
                                      <p:tavLst>
                                        <p:tav tm="0">
                                          <p:val>
                                            <p:fltVal val="0"/>
                                          </p:val>
                                        </p:tav>
                                        <p:tav tm="100000">
                                          <p:val>
                                            <p:strVal val="#ppt_w"/>
                                          </p:val>
                                        </p:tav>
                                      </p:tavLst>
                                    </p:anim>
                                    <p:anim calcmode="lin" valueType="num">
                                      <p:cBhvr>
                                        <p:cTn id="114" dur="500" fill="hold"/>
                                        <p:tgtEl>
                                          <p:spTgt spid="41">
                                            <p:txEl>
                                              <p:pRg st="0" end="0"/>
                                            </p:txEl>
                                          </p:spTgt>
                                        </p:tgtEl>
                                        <p:attrNameLst>
                                          <p:attrName>ppt_h</p:attrName>
                                        </p:attrNameLst>
                                      </p:cBhvr>
                                      <p:tavLst>
                                        <p:tav tm="0">
                                          <p:val>
                                            <p:fltVal val="0"/>
                                          </p:val>
                                        </p:tav>
                                        <p:tav tm="100000">
                                          <p:val>
                                            <p:strVal val="#ppt_h"/>
                                          </p:val>
                                        </p:tav>
                                      </p:tavLst>
                                    </p:anim>
                                    <p:animEffect transition="in" filter="fade">
                                      <p:cBhvr>
                                        <p:cTn id="115" dur="500"/>
                                        <p:tgtEl>
                                          <p:spTgt spid="41">
                                            <p:txEl>
                                              <p:pRg st="0" end="0"/>
                                            </p:txEl>
                                          </p:spTgt>
                                        </p:tgtEl>
                                      </p:cBhvr>
                                    </p:animEffect>
                                  </p:childTnLst>
                                </p:cTn>
                              </p:par>
                            </p:childTnLst>
                          </p:cTn>
                        </p:par>
                        <p:par>
                          <p:cTn id="116" fill="hold">
                            <p:stCondLst>
                              <p:cond delay="10000"/>
                            </p:stCondLst>
                            <p:childTnLst>
                              <p:par>
                                <p:cTn id="117" presetID="47" presetClass="entr" presetSubtype="0" fill="hold" grpId="0" nodeType="afterEffect">
                                  <p:stCondLst>
                                    <p:cond delay="0"/>
                                  </p:stCondLst>
                                  <p:childTnLst>
                                    <p:set>
                                      <p:cBhvr>
                                        <p:cTn id="118" dur="1" fill="hold">
                                          <p:stCondLst>
                                            <p:cond delay="0"/>
                                          </p:stCondLst>
                                        </p:cTn>
                                        <p:tgtEl>
                                          <p:spTgt spid="42"/>
                                        </p:tgtEl>
                                        <p:attrNameLst>
                                          <p:attrName>style.visibility</p:attrName>
                                        </p:attrNameLst>
                                      </p:cBhvr>
                                      <p:to>
                                        <p:strVal val="visible"/>
                                      </p:to>
                                    </p:set>
                                    <p:animEffect transition="in" filter="fade">
                                      <p:cBhvr>
                                        <p:cTn id="119" dur="500"/>
                                        <p:tgtEl>
                                          <p:spTgt spid="42"/>
                                        </p:tgtEl>
                                      </p:cBhvr>
                                    </p:animEffect>
                                    <p:anim calcmode="lin" valueType="num">
                                      <p:cBhvr>
                                        <p:cTn id="120" dur="500" fill="hold"/>
                                        <p:tgtEl>
                                          <p:spTgt spid="42"/>
                                        </p:tgtEl>
                                        <p:attrNameLst>
                                          <p:attrName>ppt_x</p:attrName>
                                        </p:attrNameLst>
                                      </p:cBhvr>
                                      <p:tavLst>
                                        <p:tav tm="0">
                                          <p:val>
                                            <p:strVal val="#ppt_x"/>
                                          </p:val>
                                        </p:tav>
                                        <p:tav tm="100000">
                                          <p:val>
                                            <p:strVal val="#ppt_x"/>
                                          </p:val>
                                        </p:tav>
                                      </p:tavLst>
                                    </p:anim>
                                    <p:anim calcmode="lin" valueType="num">
                                      <p:cBhvr>
                                        <p:cTn id="121" dur="500" fill="hold"/>
                                        <p:tgtEl>
                                          <p:spTgt spid="42"/>
                                        </p:tgtEl>
                                        <p:attrNameLst>
                                          <p:attrName>ppt_y</p:attrName>
                                        </p:attrNameLst>
                                      </p:cBhvr>
                                      <p:tavLst>
                                        <p:tav tm="0">
                                          <p:val>
                                            <p:strVal val="#ppt_y-.1"/>
                                          </p:val>
                                        </p:tav>
                                        <p:tav tm="100000">
                                          <p:val>
                                            <p:strVal val="#ppt_y"/>
                                          </p:val>
                                        </p:tav>
                                      </p:tavLst>
                                    </p:anim>
                                  </p:childTnLst>
                                </p:cTn>
                              </p:par>
                            </p:childTnLst>
                          </p:cTn>
                        </p:par>
                        <p:par>
                          <p:cTn id="122" fill="hold">
                            <p:stCondLst>
                              <p:cond delay="10500"/>
                            </p:stCondLst>
                            <p:childTnLst>
                              <p:par>
                                <p:cTn id="123" presetID="53" presetClass="entr" presetSubtype="16" fill="hold" grpId="0" nodeType="afterEffect" nodePh="1">
                                  <p:stCondLst>
                                    <p:cond delay="0"/>
                                  </p:stCondLst>
                                  <p:endCondLst>
                                    <p:cond evt="begin" delay="0">
                                      <p:tn val="123"/>
                                    </p:cond>
                                  </p:endCondLst>
                                  <p:childTnLst>
                                    <p:set>
                                      <p:cBhvr>
                                        <p:cTn id="124" dur="1" fill="hold">
                                          <p:stCondLst>
                                            <p:cond delay="0"/>
                                          </p:stCondLst>
                                        </p:cTn>
                                        <p:tgtEl>
                                          <p:spTgt spid="50">
                                            <p:txEl>
                                              <p:pRg st="0" end="0"/>
                                            </p:txEl>
                                          </p:spTgt>
                                        </p:tgtEl>
                                        <p:attrNameLst>
                                          <p:attrName>style.visibility</p:attrName>
                                        </p:attrNameLst>
                                      </p:cBhvr>
                                      <p:to>
                                        <p:strVal val="visible"/>
                                      </p:to>
                                    </p:set>
                                    <p:anim calcmode="lin" valueType="num">
                                      <p:cBhvr>
                                        <p:cTn id="125" dur="500" fill="hold"/>
                                        <p:tgtEl>
                                          <p:spTgt spid="50">
                                            <p:txEl>
                                              <p:pRg st="0" end="0"/>
                                            </p:txEl>
                                          </p:spTgt>
                                        </p:tgtEl>
                                        <p:attrNameLst>
                                          <p:attrName>ppt_w</p:attrName>
                                        </p:attrNameLst>
                                      </p:cBhvr>
                                      <p:tavLst>
                                        <p:tav tm="0">
                                          <p:val>
                                            <p:fltVal val="0"/>
                                          </p:val>
                                        </p:tav>
                                        <p:tav tm="100000">
                                          <p:val>
                                            <p:strVal val="#ppt_w"/>
                                          </p:val>
                                        </p:tav>
                                      </p:tavLst>
                                    </p:anim>
                                    <p:anim calcmode="lin" valueType="num">
                                      <p:cBhvr>
                                        <p:cTn id="126" dur="500" fill="hold"/>
                                        <p:tgtEl>
                                          <p:spTgt spid="50">
                                            <p:txEl>
                                              <p:pRg st="0" end="0"/>
                                            </p:txEl>
                                          </p:spTgt>
                                        </p:tgtEl>
                                        <p:attrNameLst>
                                          <p:attrName>ppt_h</p:attrName>
                                        </p:attrNameLst>
                                      </p:cBhvr>
                                      <p:tavLst>
                                        <p:tav tm="0">
                                          <p:val>
                                            <p:fltVal val="0"/>
                                          </p:val>
                                        </p:tav>
                                        <p:tav tm="100000">
                                          <p:val>
                                            <p:strVal val="#ppt_h"/>
                                          </p:val>
                                        </p:tav>
                                      </p:tavLst>
                                    </p:anim>
                                    <p:animEffect transition="in" filter="fade">
                                      <p:cBhvr>
                                        <p:cTn id="127" dur="500"/>
                                        <p:tgtEl>
                                          <p:spTgt spid="50">
                                            <p:txEl>
                                              <p:pRg st="0" end="0"/>
                                            </p:txEl>
                                          </p:spTgt>
                                        </p:tgtEl>
                                      </p:cBhvr>
                                    </p:animEffect>
                                  </p:childTnLst>
                                </p:cTn>
                              </p:par>
                            </p:childTnLst>
                          </p:cTn>
                        </p:par>
                        <p:par>
                          <p:cTn id="128" fill="hold">
                            <p:stCondLst>
                              <p:cond delay="11000"/>
                            </p:stCondLst>
                            <p:childTnLst>
                              <p:par>
                                <p:cTn id="129" presetID="42" presetClass="entr" presetSubtype="0" fill="hold" grpId="0" nodeType="afterEffect" nodePh="1">
                                  <p:stCondLst>
                                    <p:cond delay="0"/>
                                  </p:stCondLst>
                                  <p:endCondLst>
                                    <p:cond evt="begin" delay="0">
                                      <p:tn val="129"/>
                                    </p:cond>
                                  </p:endCondLst>
                                  <p:childTnLst>
                                    <p:set>
                                      <p:cBhvr>
                                        <p:cTn id="130" dur="1" fill="hold">
                                          <p:stCondLst>
                                            <p:cond delay="0"/>
                                          </p:stCondLst>
                                        </p:cTn>
                                        <p:tgtEl>
                                          <p:spTgt spid="51">
                                            <p:txEl>
                                              <p:pRg st="0" end="0"/>
                                            </p:txEl>
                                          </p:spTgt>
                                        </p:tgtEl>
                                        <p:attrNameLst>
                                          <p:attrName>style.visibility</p:attrName>
                                        </p:attrNameLst>
                                      </p:cBhvr>
                                      <p:to>
                                        <p:strVal val="visible"/>
                                      </p:to>
                                    </p:set>
                                    <p:animEffect transition="in" filter="fade">
                                      <p:cBhvr>
                                        <p:cTn id="131" dur="500"/>
                                        <p:tgtEl>
                                          <p:spTgt spid="51">
                                            <p:txEl>
                                              <p:pRg st="0" end="0"/>
                                            </p:txEl>
                                          </p:spTgt>
                                        </p:tgtEl>
                                      </p:cBhvr>
                                    </p:animEffect>
                                    <p:anim calcmode="lin" valueType="num">
                                      <p:cBhvr>
                                        <p:cTn id="132" dur="500" fill="hold"/>
                                        <p:tgtEl>
                                          <p:spTgt spid="51">
                                            <p:txEl>
                                              <p:pRg st="0" end="0"/>
                                            </p:txEl>
                                          </p:spTgt>
                                        </p:tgtEl>
                                        <p:attrNameLst>
                                          <p:attrName>ppt_x</p:attrName>
                                        </p:attrNameLst>
                                      </p:cBhvr>
                                      <p:tavLst>
                                        <p:tav tm="0">
                                          <p:val>
                                            <p:strVal val="#ppt_x"/>
                                          </p:val>
                                        </p:tav>
                                        <p:tav tm="100000">
                                          <p:val>
                                            <p:strVal val="#ppt_x"/>
                                          </p:val>
                                        </p:tav>
                                      </p:tavLst>
                                    </p:anim>
                                    <p:anim calcmode="lin" valueType="num">
                                      <p:cBhvr>
                                        <p:cTn id="133" dur="500" fill="hold"/>
                                        <p:tgtEl>
                                          <p:spTgt spid="51">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animBg="1"/>
      <p:bldP spid="15" grpId="0"/>
      <p:bldP spid="18" grpId="0" build="p">
        <p:tmplLst>
          <p:tmpl lvl="1">
            <p:tnLst>
              <p:par>
                <p:cTn presetID="42" presetClass="entr" presetSubtype="0" fill="hold" nodeType="afterEffect">
                  <p:stCondLst>
                    <p:cond delay="0"/>
                  </p:stCondLst>
                  <p:childTnLst>
                    <p:set>
                      <p:cBhvr>
                        <p:cTn dur="1" fill="hold">
                          <p:stCondLst>
                            <p:cond delay="0"/>
                          </p:stCondLst>
                        </p:cTn>
                        <p:tgtEl>
                          <p:spTgt spid="18"/>
                        </p:tgtEl>
                        <p:attrNameLst>
                          <p:attrName>style.visibility</p:attrName>
                        </p:attrNameLst>
                      </p:cBhvr>
                      <p:to>
                        <p:strVal val="visible"/>
                      </p:to>
                    </p:set>
                    <p:animEffect transition="in" filter="fade">
                      <p:cBhvr>
                        <p:cTn dur="500"/>
                        <p:tgtEl>
                          <p:spTgt spid="18"/>
                        </p:tgtEl>
                      </p:cBhvr>
                    </p:animEffect>
                    <p:anim calcmode="lin" valueType="num">
                      <p:cBhvr>
                        <p:cTn dur="500" fill="hold"/>
                        <p:tgtEl>
                          <p:spTgt spid="18"/>
                        </p:tgtEl>
                        <p:attrNameLst>
                          <p:attrName>ppt_x</p:attrName>
                        </p:attrNameLst>
                      </p:cBhvr>
                      <p:tavLst>
                        <p:tav tm="0">
                          <p:val>
                            <p:strVal val="#ppt_x"/>
                          </p:val>
                        </p:tav>
                        <p:tav tm="100000">
                          <p:val>
                            <p:strVal val="#ppt_x"/>
                          </p:val>
                        </p:tav>
                      </p:tavLst>
                    </p:anim>
                    <p:anim calcmode="lin" valueType="num">
                      <p:cBhvr>
                        <p:cTn dur="500" fill="hold"/>
                        <p:tgtEl>
                          <p:spTgt spid="18"/>
                        </p:tgtEl>
                        <p:attrNameLst>
                          <p:attrName>ppt_y</p:attrName>
                        </p:attrNameLst>
                      </p:cBhvr>
                      <p:tavLst>
                        <p:tav tm="0">
                          <p:val>
                            <p:strVal val="#ppt_y+.1"/>
                          </p:val>
                        </p:tav>
                        <p:tav tm="100000">
                          <p:val>
                            <p:strVal val="#ppt_y"/>
                          </p:val>
                        </p:tav>
                      </p:tavLst>
                    </p:anim>
                  </p:childTnLst>
                </p:cTn>
              </p:par>
            </p:tnLst>
          </p:tmpl>
        </p:tmplLst>
      </p:bldP>
      <p:bldP spid="24" grpId="0" animBg="1"/>
      <p:bldP spid="27"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7"/>
                        </p:tgtEl>
                        <p:attrNameLst>
                          <p:attrName>style.visibility</p:attrName>
                        </p:attrNameLst>
                      </p:cBhvr>
                      <p:to>
                        <p:strVal val="visible"/>
                      </p:to>
                    </p:set>
                    <p:anim calcmode="lin" valueType="num">
                      <p:cBhvr>
                        <p:cTn dur="500" fill="hold"/>
                        <p:tgtEl>
                          <p:spTgt spid="27"/>
                        </p:tgtEl>
                        <p:attrNameLst>
                          <p:attrName>ppt_w</p:attrName>
                        </p:attrNameLst>
                      </p:cBhvr>
                      <p:tavLst>
                        <p:tav tm="0">
                          <p:val>
                            <p:fltVal val="0"/>
                          </p:val>
                        </p:tav>
                        <p:tav tm="100000">
                          <p:val>
                            <p:strVal val="#ppt_w"/>
                          </p:val>
                        </p:tav>
                      </p:tavLst>
                    </p:anim>
                    <p:anim calcmode="lin" valueType="num">
                      <p:cBhvr>
                        <p:cTn dur="500" fill="hold"/>
                        <p:tgtEl>
                          <p:spTgt spid="27"/>
                        </p:tgtEl>
                        <p:attrNameLst>
                          <p:attrName>ppt_h</p:attrName>
                        </p:attrNameLst>
                      </p:cBhvr>
                      <p:tavLst>
                        <p:tav tm="0">
                          <p:val>
                            <p:fltVal val="0"/>
                          </p:val>
                        </p:tav>
                        <p:tav tm="100000">
                          <p:val>
                            <p:strVal val="#ppt_h"/>
                          </p:val>
                        </p:tav>
                      </p:tavLst>
                    </p:anim>
                    <p:animEffect transition="in" filter="fade">
                      <p:cBhvr>
                        <p:cTn dur="500"/>
                        <p:tgtEl>
                          <p:spTgt spid="27"/>
                        </p:tgtEl>
                      </p:cBhvr>
                    </p:animEffect>
                  </p:childTnLst>
                </p:cTn>
              </p:par>
            </p:tnLst>
          </p:tmpl>
        </p:tmplLst>
      </p:bldP>
      <p:bldP spid="23" grpId="0" animBg="1"/>
      <p:bldP spid="32"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32"/>
                        </p:tgtEl>
                        <p:attrNameLst>
                          <p:attrName>style.visibility</p:attrName>
                        </p:attrNameLst>
                      </p:cBhvr>
                      <p:to>
                        <p:strVal val="visible"/>
                      </p:to>
                    </p:set>
                    <p:anim calcmode="lin" valueType="num">
                      <p:cBhvr>
                        <p:cTn dur="500" fill="hold"/>
                        <p:tgtEl>
                          <p:spTgt spid="32"/>
                        </p:tgtEl>
                        <p:attrNameLst>
                          <p:attrName>ppt_w</p:attrName>
                        </p:attrNameLst>
                      </p:cBhvr>
                      <p:tavLst>
                        <p:tav tm="0">
                          <p:val>
                            <p:fltVal val="0"/>
                          </p:val>
                        </p:tav>
                        <p:tav tm="100000">
                          <p:val>
                            <p:strVal val="#ppt_w"/>
                          </p:val>
                        </p:tav>
                      </p:tavLst>
                    </p:anim>
                    <p:anim calcmode="lin" valueType="num">
                      <p:cBhvr>
                        <p:cTn dur="500" fill="hold"/>
                        <p:tgtEl>
                          <p:spTgt spid="32"/>
                        </p:tgtEl>
                        <p:attrNameLst>
                          <p:attrName>ppt_h</p:attrName>
                        </p:attrNameLst>
                      </p:cBhvr>
                      <p:tavLst>
                        <p:tav tm="0">
                          <p:val>
                            <p:fltVal val="0"/>
                          </p:val>
                        </p:tav>
                        <p:tav tm="100000">
                          <p:val>
                            <p:strVal val="#ppt_h"/>
                          </p:val>
                        </p:tav>
                      </p:tavLst>
                    </p:anim>
                    <p:animEffect transition="in" filter="fade">
                      <p:cBhvr>
                        <p:cTn dur="500"/>
                        <p:tgtEl>
                          <p:spTgt spid="32"/>
                        </p:tgtEl>
                      </p:cBhvr>
                    </p:animEffect>
                  </p:childTnLst>
                </p:cTn>
              </p:par>
            </p:tnLst>
          </p:tmpl>
        </p:tmplLst>
      </p:bldP>
      <p:bldP spid="36" grpId="0" animBg="1"/>
      <p:bldP spid="37"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37"/>
                        </p:tgtEl>
                        <p:attrNameLst>
                          <p:attrName>style.visibility</p:attrName>
                        </p:attrNameLst>
                      </p:cBhvr>
                      <p:to>
                        <p:strVal val="visible"/>
                      </p:to>
                    </p:set>
                    <p:anim calcmode="lin" valueType="num">
                      <p:cBhvr>
                        <p:cTn dur="500" fill="hold"/>
                        <p:tgtEl>
                          <p:spTgt spid="37"/>
                        </p:tgtEl>
                        <p:attrNameLst>
                          <p:attrName>ppt_w</p:attrName>
                        </p:attrNameLst>
                      </p:cBhvr>
                      <p:tavLst>
                        <p:tav tm="0">
                          <p:val>
                            <p:fltVal val="0"/>
                          </p:val>
                        </p:tav>
                        <p:tav tm="100000">
                          <p:val>
                            <p:strVal val="#ppt_w"/>
                          </p:val>
                        </p:tav>
                      </p:tavLst>
                    </p:anim>
                    <p:anim calcmode="lin" valueType="num">
                      <p:cBhvr>
                        <p:cTn dur="500" fill="hold"/>
                        <p:tgtEl>
                          <p:spTgt spid="37"/>
                        </p:tgtEl>
                        <p:attrNameLst>
                          <p:attrName>ppt_h</p:attrName>
                        </p:attrNameLst>
                      </p:cBhvr>
                      <p:tavLst>
                        <p:tav tm="0">
                          <p:val>
                            <p:fltVal val="0"/>
                          </p:val>
                        </p:tav>
                        <p:tav tm="100000">
                          <p:val>
                            <p:strVal val="#ppt_h"/>
                          </p:val>
                        </p:tav>
                      </p:tavLst>
                    </p:anim>
                    <p:animEffect transition="in" filter="fade">
                      <p:cBhvr>
                        <p:cTn dur="500"/>
                        <p:tgtEl>
                          <p:spTgt spid="37"/>
                        </p:tgtEl>
                      </p:cBhvr>
                    </p:animEffect>
                  </p:childTnLst>
                </p:cTn>
              </p:par>
            </p:tnLst>
          </p:tmpl>
        </p:tmplLst>
      </p:bldP>
      <p:bldP spid="38" grpId="0" animBg="1"/>
      <p:bldP spid="39" grpId="0" animBg="1"/>
      <p:bldP spid="40" grpId="0" animBg="1"/>
      <p:bldP spid="41"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41"/>
                        </p:tgtEl>
                        <p:attrNameLst>
                          <p:attrName>style.visibility</p:attrName>
                        </p:attrNameLst>
                      </p:cBhvr>
                      <p:to>
                        <p:strVal val="visible"/>
                      </p:to>
                    </p:set>
                    <p:anim calcmode="lin" valueType="num">
                      <p:cBhvr>
                        <p:cTn dur="500" fill="hold"/>
                        <p:tgtEl>
                          <p:spTgt spid="41"/>
                        </p:tgtEl>
                        <p:attrNameLst>
                          <p:attrName>ppt_w</p:attrName>
                        </p:attrNameLst>
                      </p:cBhvr>
                      <p:tavLst>
                        <p:tav tm="0">
                          <p:val>
                            <p:fltVal val="0"/>
                          </p:val>
                        </p:tav>
                        <p:tav tm="100000">
                          <p:val>
                            <p:strVal val="#ppt_w"/>
                          </p:val>
                        </p:tav>
                      </p:tavLst>
                    </p:anim>
                    <p:anim calcmode="lin" valueType="num">
                      <p:cBhvr>
                        <p:cTn dur="500" fill="hold"/>
                        <p:tgtEl>
                          <p:spTgt spid="41"/>
                        </p:tgtEl>
                        <p:attrNameLst>
                          <p:attrName>ppt_h</p:attrName>
                        </p:attrNameLst>
                      </p:cBhvr>
                      <p:tavLst>
                        <p:tav tm="0">
                          <p:val>
                            <p:fltVal val="0"/>
                          </p:val>
                        </p:tav>
                        <p:tav tm="100000">
                          <p:val>
                            <p:strVal val="#ppt_h"/>
                          </p:val>
                        </p:tav>
                      </p:tavLst>
                    </p:anim>
                    <p:animEffect transition="in" filter="fade">
                      <p:cBhvr>
                        <p:cTn dur="500"/>
                        <p:tgtEl>
                          <p:spTgt spid="41"/>
                        </p:tgtEl>
                      </p:cBhvr>
                    </p:animEffect>
                  </p:childTnLst>
                </p:cTn>
              </p:par>
            </p:tnLst>
          </p:tmpl>
        </p:tmplLst>
      </p:bldP>
      <p:bldP spid="42" grpId="0" animBg="1"/>
      <p:bldP spid="44"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44"/>
                        </p:tgtEl>
                        <p:attrNameLst>
                          <p:attrName>style.visibility</p:attrName>
                        </p:attrNameLst>
                      </p:cBhvr>
                      <p:to>
                        <p:strVal val="visible"/>
                      </p:to>
                    </p:set>
                    <p:anim calcmode="lin" valueType="num">
                      <p:cBhvr>
                        <p:cTn dur="500" fill="hold"/>
                        <p:tgtEl>
                          <p:spTgt spid="44"/>
                        </p:tgtEl>
                        <p:attrNameLst>
                          <p:attrName>ppt_w</p:attrName>
                        </p:attrNameLst>
                      </p:cBhvr>
                      <p:tavLst>
                        <p:tav tm="0">
                          <p:val>
                            <p:fltVal val="0"/>
                          </p:val>
                        </p:tav>
                        <p:tav tm="100000">
                          <p:val>
                            <p:strVal val="#ppt_w"/>
                          </p:val>
                        </p:tav>
                      </p:tavLst>
                    </p:anim>
                    <p:anim calcmode="lin" valueType="num">
                      <p:cBhvr>
                        <p:cTn dur="500" fill="hold"/>
                        <p:tgtEl>
                          <p:spTgt spid="44"/>
                        </p:tgtEl>
                        <p:attrNameLst>
                          <p:attrName>ppt_h</p:attrName>
                        </p:attrNameLst>
                      </p:cBhvr>
                      <p:tavLst>
                        <p:tav tm="0">
                          <p:val>
                            <p:fltVal val="0"/>
                          </p:val>
                        </p:tav>
                        <p:tav tm="100000">
                          <p:val>
                            <p:strVal val="#ppt_h"/>
                          </p:val>
                        </p:tav>
                      </p:tavLst>
                    </p:anim>
                    <p:animEffect transition="in" filter="fade">
                      <p:cBhvr>
                        <p:cTn dur="500"/>
                        <p:tgtEl>
                          <p:spTgt spid="44"/>
                        </p:tgtEl>
                      </p:cBhvr>
                    </p:animEffect>
                  </p:childTnLst>
                </p:cTn>
              </p:par>
            </p:tnLst>
          </p:tmpl>
        </p:tmplLst>
      </p:bldP>
      <p:bldP spid="45"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45"/>
                        </p:tgtEl>
                        <p:attrNameLst>
                          <p:attrName>style.visibility</p:attrName>
                        </p:attrNameLst>
                      </p:cBhvr>
                      <p:to>
                        <p:strVal val="visible"/>
                      </p:to>
                    </p:set>
                    <p:animEffect transition="in" filter="fade">
                      <p:cBhvr>
                        <p:cTn dur="500"/>
                        <p:tgtEl>
                          <p:spTgt spid="45"/>
                        </p:tgtEl>
                      </p:cBhvr>
                    </p:animEffect>
                    <p:anim calcmode="lin" valueType="num">
                      <p:cBhvr>
                        <p:cTn dur="500" fill="hold"/>
                        <p:tgtEl>
                          <p:spTgt spid="45"/>
                        </p:tgtEl>
                        <p:attrNameLst>
                          <p:attrName>ppt_x</p:attrName>
                        </p:attrNameLst>
                      </p:cBhvr>
                      <p:tavLst>
                        <p:tav tm="0">
                          <p:val>
                            <p:strVal val="#ppt_x"/>
                          </p:val>
                        </p:tav>
                        <p:tav tm="100000">
                          <p:val>
                            <p:strVal val="#ppt_x"/>
                          </p:val>
                        </p:tav>
                      </p:tavLst>
                    </p:anim>
                    <p:anim calcmode="lin" valueType="num">
                      <p:cBhvr>
                        <p:cTn dur="500" fill="hold"/>
                        <p:tgtEl>
                          <p:spTgt spid="45"/>
                        </p:tgtEl>
                        <p:attrNameLst>
                          <p:attrName>ppt_y</p:attrName>
                        </p:attrNameLst>
                      </p:cBhvr>
                      <p:tavLst>
                        <p:tav tm="0">
                          <p:val>
                            <p:strVal val="#ppt_y+.1"/>
                          </p:val>
                        </p:tav>
                        <p:tav tm="100000">
                          <p:val>
                            <p:strVal val="#ppt_y"/>
                          </p:val>
                        </p:tav>
                      </p:tavLst>
                    </p:anim>
                  </p:childTnLst>
                </p:cTn>
              </p:par>
            </p:tnLst>
          </p:tmpl>
        </p:tmplLst>
      </p:bldP>
      <p:bldP spid="46"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46"/>
                        </p:tgtEl>
                        <p:attrNameLst>
                          <p:attrName>style.visibility</p:attrName>
                        </p:attrNameLst>
                      </p:cBhvr>
                      <p:to>
                        <p:strVal val="visible"/>
                      </p:to>
                    </p:set>
                    <p:anim calcmode="lin" valueType="num">
                      <p:cBhvr>
                        <p:cTn dur="500" fill="hold"/>
                        <p:tgtEl>
                          <p:spTgt spid="46"/>
                        </p:tgtEl>
                        <p:attrNameLst>
                          <p:attrName>ppt_w</p:attrName>
                        </p:attrNameLst>
                      </p:cBhvr>
                      <p:tavLst>
                        <p:tav tm="0">
                          <p:val>
                            <p:fltVal val="0"/>
                          </p:val>
                        </p:tav>
                        <p:tav tm="100000">
                          <p:val>
                            <p:strVal val="#ppt_w"/>
                          </p:val>
                        </p:tav>
                      </p:tavLst>
                    </p:anim>
                    <p:anim calcmode="lin" valueType="num">
                      <p:cBhvr>
                        <p:cTn dur="500" fill="hold"/>
                        <p:tgtEl>
                          <p:spTgt spid="46"/>
                        </p:tgtEl>
                        <p:attrNameLst>
                          <p:attrName>ppt_h</p:attrName>
                        </p:attrNameLst>
                      </p:cBhvr>
                      <p:tavLst>
                        <p:tav tm="0">
                          <p:val>
                            <p:fltVal val="0"/>
                          </p:val>
                        </p:tav>
                        <p:tav tm="100000">
                          <p:val>
                            <p:strVal val="#ppt_h"/>
                          </p:val>
                        </p:tav>
                      </p:tavLst>
                    </p:anim>
                    <p:animEffect transition="in" filter="fade">
                      <p:cBhvr>
                        <p:cTn dur="500"/>
                        <p:tgtEl>
                          <p:spTgt spid="46"/>
                        </p:tgtEl>
                      </p:cBhvr>
                    </p:animEffect>
                  </p:childTnLst>
                </p:cTn>
              </p:par>
            </p:tnLst>
          </p:tmpl>
        </p:tmplLst>
      </p:bldP>
      <p:bldP spid="47"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47"/>
                        </p:tgtEl>
                        <p:attrNameLst>
                          <p:attrName>style.visibility</p:attrName>
                        </p:attrNameLst>
                      </p:cBhvr>
                      <p:to>
                        <p:strVal val="visible"/>
                      </p:to>
                    </p:set>
                    <p:animEffect transition="in" filter="fade">
                      <p:cBhvr>
                        <p:cTn dur="500"/>
                        <p:tgtEl>
                          <p:spTgt spid="47"/>
                        </p:tgtEl>
                      </p:cBhvr>
                    </p:animEffect>
                    <p:anim calcmode="lin" valueType="num">
                      <p:cBhvr>
                        <p:cTn dur="500" fill="hold"/>
                        <p:tgtEl>
                          <p:spTgt spid="47"/>
                        </p:tgtEl>
                        <p:attrNameLst>
                          <p:attrName>ppt_x</p:attrName>
                        </p:attrNameLst>
                      </p:cBhvr>
                      <p:tavLst>
                        <p:tav tm="0">
                          <p:val>
                            <p:strVal val="#ppt_x"/>
                          </p:val>
                        </p:tav>
                        <p:tav tm="100000">
                          <p:val>
                            <p:strVal val="#ppt_x"/>
                          </p:val>
                        </p:tav>
                      </p:tavLst>
                    </p:anim>
                    <p:anim calcmode="lin" valueType="num">
                      <p:cBhvr>
                        <p:cTn dur="500" fill="hold"/>
                        <p:tgtEl>
                          <p:spTgt spid="47"/>
                        </p:tgtEl>
                        <p:attrNameLst>
                          <p:attrName>ppt_y</p:attrName>
                        </p:attrNameLst>
                      </p:cBhvr>
                      <p:tavLst>
                        <p:tav tm="0">
                          <p:val>
                            <p:strVal val="#ppt_y+.1"/>
                          </p:val>
                        </p:tav>
                        <p:tav tm="100000">
                          <p:val>
                            <p:strVal val="#ppt_y"/>
                          </p:val>
                        </p:tav>
                      </p:tavLst>
                    </p:anim>
                  </p:childTnLst>
                </p:cTn>
              </p:par>
            </p:tnLst>
          </p:tmpl>
        </p:tmplLst>
      </p:bldP>
      <p:bldP spid="48"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48"/>
                        </p:tgtEl>
                        <p:attrNameLst>
                          <p:attrName>style.visibility</p:attrName>
                        </p:attrNameLst>
                      </p:cBhvr>
                      <p:to>
                        <p:strVal val="visible"/>
                      </p:to>
                    </p:set>
                    <p:anim calcmode="lin" valueType="num">
                      <p:cBhvr>
                        <p:cTn dur="500" fill="hold"/>
                        <p:tgtEl>
                          <p:spTgt spid="48"/>
                        </p:tgtEl>
                        <p:attrNameLst>
                          <p:attrName>ppt_w</p:attrName>
                        </p:attrNameLst>
                      </p:cBhvr>
                      <p:tavLst>
                        <p:tav tm="0">
                          <p:val>
                            <p:fltVal val="0"/>
                          </p:val>
                        </p:tav>
                        <p:tav tm="100000">
                          <p:val>
                            <p:strVal val="#ppt_w"/>
                          </p:val>
                        </p:tav>
                      </p:tavLst>
                    </p:anim>
                    <p:anim calcmode="lin" valueType="num">
                      <p:cBhvr>
                        <p:cTn dur="500" fill="hold"/>
                        <p:tgtEl>
                          <p:spTgt spid="48"/>
                        </p:tgtEl>
                        <p:attrNameLst>
                          <p:attrName>ppt_h</p:attrName>
                        </p:attrNameLst>
                      </p:cBhvr>
                      <p:tavLst>
                        <p:tav tm="0">
                          <p:val>
                            <p:fltVal val="0"/>
                          </p:val>
                        </p:tav>
                        <p:tav tm="100000">
                          <p:val>
                            <p:strVal val="#ppt_h"/>
                          </p:val>
                        </p:tav>
                      </p:tavLst>
                    </p:anim>
                    <p:animEffect transition="in" filter="fade">
                      <p:cBhvr>
                        <p:cTn dur="500"/>
                        <p:tgtEl>
                          <p:spTgt spid="48"/>
                        </p:tgtEl>
                      </p:cBhvr>
                    </p:animEffect>
                  </p:childTnLst>
                </p:cTn>
              </p:par>
            </p:tnLst>
          </p:tmpl>
        </p:tmplLst>
      </p:bldP>
      <p:bldP spid="49"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49"/>
                        </p:tgtEl>
                        <p:attrNameLst>
                          <p:attrName>style.visibility</p:attrName>
                        </p:attrNameLst>
                      </p:cBhvr>
                      <p:to>
                        <p:strVal val="visible"/>
                      </p:to>
                    </p:set>
                    <p:animEffect transition="in" filter="fade">
                      <p:cBhvr>
                        <p:cTn dur="500"/>
                        <p:tgtEl>
                          <p:spTgt spid="49"/>
                        </p:tgtEl>
                      </p:cBhvr>
                    </p:animEffect>
                    <p:anim calcmode="lin" valueType="num">
                      <p:cBhvr>
                        <p:cTn dur="500" fill="hold"/>
                        <p:tgtEl>
                          <p:spTgt spid="49"/>
                        </p:tgtEl>
                        <p:attrNameLst>
                          <p:attrName>ppt_x</p:attrName>
                        </p:attrNameLst>
                      </p:cBhvr>
                      <p:tavLst>
                        <p:tav tm="0">
                          <p:val>
                            <p:strVal val="#ppt_x"/>
                          </p:val>
                        </p:tav>
                        <p:tav tm="100000">
                          <p:val>
                            <p:strVal val="#ppt_x"/>
                          </p:val>
                        </p:tav>
                      </p:tavLst>
                    </p:anim>
                    <p:anim calcmode="lin" valueType="num">
                      <p:cBhvr>
                        <p:cTn dur="500" fill="hold"/>
                        <p:tgtEl>
                          <p:spTgt spid="49"/>
                        </p:tgtEl>
                        <p:attrNameLst>
                          <p:attrName>ppt_y</p:attrName>
                        </p:attrNameLst>
                      </p:cBhvr>
                      <p:tavLst>
                        <p:tav tm="0">
                          <p:val>
                            <p:strVal val="#ppt_y+.1"/>
                          </p:val>
                        </p:tav>
                        <p:tav tm="100000">
                          <p:val>
                            <p:strVal val="#ppt_y"/>
                          </p:val>
                        </p:tav>
                      </p:tavLst>
                    </p:anim>
                  </p:childTnLst>
                </p:cTn>
              </p:par>
            </p:tnLst>
          </p:tmpl>
        </p:tmplLst>
      </p:bldP>
      <p:bldP spid="50"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50"/>
                        </p:tgtEl>
                        <p:attrNameLst>
                          <p:attrName>style.visibility</p:attrName>
                        </p:attrNameLst>
                      </p:cBhvr>
                      <p:to>
                        <p:strVal val="visible"/>
                      </p:to>
                    </p:set>
                    <p:anim calcmode="lin" valueType="num">
                      <p:cBhvr>
                        <p:cTn dur="500" fill="hold"/>
                        <p:tgtEl>
                          <p:spTgt spid="50"/>
                        </p:tgtEl>
                        <p:attrNameLst>
                          <p:attrName>ppt_w</p:attrName>
                        </p:attrNameLst>
                      </p:cBhvr>
                      <p:tavLst>
                        <p:tav tm="0">
                          <p:val>
                            <p:fltVal val="0"/>
                          </p:val>
                        </p:tav>
                        <p:tav tm="100000">
                          <p:val>
                            <p:strVal val="#ppt_w"/>
                          </p:val>
                        </p:tav>
                      </p:tavLst>
                    </p:anim>
                    <p:anim calcmode="lin" valueType="num">
                      <p:cBhvr>
                        <p:cTn dur="500" fill="hold"/>
                        <p:tgtEl>
                          <p:spTgt spid="50"/>
                        </p:tgtEl>
                        <p:attrNameLst>
                          <p:attrName>ppt_h</p:attrName>
                        </p:attrNameLst>
                      </p:cBhvr>
                      <p:tavLst>
                        <p:tav tm="0">
                          <p:val>
                            <p:fltVal val="0"/>
                          </p:val>
                        </p:tav>
                        <p:tav tm="100000">
                          <p:val>
                            <p:strVal val="#ppt_h"/>
                          </p:val>
                        </p:tav>
                      </p:tavLst>
                    </p:anim>
                    <p:animEffect transition="in" filter="fade">
                      <p:cBhvr>
                        <p:cTn dur="500"/>
                        <p:tgtEl>
                          <p:spTgt spid="50"/>
                        </p:tgtEl>
                      </p:cBhvr>
                    </p:animEffect>
                  </p:childTnLst>
                </p:cTn>
              </p:par>
            </p:tnLst>
          </p:tmpl>
        </p:tmplLst>
      </p:bldP>
      <p:bldP spid="51"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51"/>
                        </p:tgtEl>
                        <p:attrNameLst>
                          <p:attrName>style.visibility</p:attrName>
                        </p:attrNameLst>
                      </p:cBhvr>
                      <p:to>
                        <p:strVal val="visible"/>
                      </p:to>
                    </p:set>
                    <p:animEffect transition="in" filter="fade">
                      <p:cBhvr>
                        <p:cTn dur="500"/>
                        <p:tgtEl>
                          <p:spTgt spid="51"/>
                        </p:tgtEl>
                      </p:cBhvr>
                    </p:animEffect>
                    <p:anim calcmode="lin" valueType="num">
                      <p:cBhvr>
                        <p:cTn dur="500" fill="hold"/>
                        <p:tgtEl>
                          <p:spTgt spid="51"/>
                        </p:tgtEl>
                        <p:attrNameLst>
                          <p:attrName>ppt_x</p:attrName>
                        </p:attrNameLst>
                      </p:cBhvr>
                      <p:tavLst>
                        <p:tav tm="0">
                          <p:val>
                            <p:strVal val="#ppt_x"/>
                          </p:val>
                        </p:tav>
                        <p:tav tm="100000">
                          <p:val>
                            <p:strVal val="#ppt_x"/>
                          </p:val>
                        </p:tav>
                      </p:tavLst>
                    </p:anim>
                    <p:anim calcmode="lin" valueType="num">
                      <p:cBhvr>
                        <p:cTn dur="500" fill="hold"/>
                        <p:tgtEl>
                          <p:spTgt spid="51"/>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732.xml><?xml version="1.0" encoding="utf-8"?>
<p:sldLayout xmlns:a="http://schemas.openxmlformats.org/drawingml/2006/main" xmlns:r="http://schemas.openxmlformats.org/officeDocument/2006/relationships" xmlns:p="http://schemas.openxmlformats.org/presentationml/2006/main" preserve="1" userDrawn="1">
  <p:cSld name="17_Custom Layout">
    <p:spTree>
      <p:nvGrpSpPr>
        <p:cNvPr id="1" name=""/>
        <p:cNvGrpSpPr/>
        <p:nvPr/>
      </p:nvGrpSpPr>
      <p:grpSpPr>
        <a:xfrm>
          <a:off x="0" y="0"/>
          <a:ext cx="0" cy="0"/>
          <a:chOff x="0" y="0"/>
          <a:chExt cx="0" cy="0"/>
        </a:xfrm>
      </p:grpSpPr>
      <p:sp>
        <p:nvSpPr>
          <p:cNvPr id="9" name="Rectangle 8"/>
          <p:cNvSpPr/>
          <p:nvPr userDrawn="1"/>
        </p:nvSpPr>
        <p:spPr>
          <a:xfrm>
            <a:off x="-158750" y="2006600"/>
            <a:ext cx="12509500" cy="4159250"/>
          </a:xfrm>
          <a:prstGeom prst="rect">
            <a:avLst/>
          </a:prstGeom>
          <a:solidFill>
            <a:schemeClr val="tx1">
              <a:lumMod val="75000"/>
              <a:lumOff val="25000"/>
            </a:schemeClr>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 name="Title 1"/>
          <p:cNvSpPr>
            <a:spLocks noGrp="1"/>
          </p:cNvSpPr>
          <p:nvPr>
            <p:ph type="title" hasCustomPrompt="1"/>
          </p:nvPr>
        </p:nvSpPr>
        <p:spPr>
          <a:xfrm>
            <a:off x="479425" y="692150"/>
            <a:ext cx="11233150" cy="405130"/>
          </a:xfrm>
        </p:spPr>
        <p:txBody>
          <a:bodyPr/>
          <a:lstStyle>
            <a:lvl1pPr algn="ct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8" name="Text Placeholder 2"/>
          <p:cNvSpPr>
            <a:spLocks noGrp="1"/>
          </p:cNvSpPr>
          <p:nvPr>
            <p:ph type="body" idx="1"/>
          </p:nvPr>
        </p:nvSpPr>
        <p:spPr>
          <a:xfrm>
            <a:off x="479425" y="1154764"/>
            <a:ext cx="11233150" cy="272983"/>
          </a:xfrm>
        </p:spPr>
        <p:txBody>
          <a:bodyPr>
            <a:normAutofit/>
          </a:bodyPr>
          <a:lstStyle>
            <a:lvl1pPr marL="0" indent="0" algn="ctr">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7" name="Picture Placeholder 6"/>
          <p:cNvSpPr>
            <a:spLocks noGrp="1"/>
          </p:cNvSpPr>
          <p:nvPr>
            <p:ph type="pic" sz="quarter" idx="13"/>
          </p:nvPr>
        </p:nvSpPr>
        <p:spPr>
          <a:xfrm>
            <a:off x="3505200" y="2006600"/>
            <a:ext cx="5181600" cy="4159250"/>
          </a:xfrm>
          <a:solidFill>
            <a:schemeClr val="bg1">
              <a:lumMod val="85000"/>
            </a:schemeClr>
          </a:solidFill>
          <a:ln w="57150">
            <a:solidFill>
              <a:schemeClr val="bg1"/>
            </a:solidFill>
          </a:ln>
        </p:spPr>
        <p:txBody>
          <a:bodyPr/>
          <a:lstStyle/>
          <a:p>
            <a:endParaRPr lang="en-AU"/>
          </a:p>
        </p:txBody>
      </p:sp>
    </p:spTree>
    <p:extLst>
      <p:ext uri="{BB962C8B-B14F-4D97-AF65-F5344CB8AC3E}">
        <p14:creationId xmlns:p14="http://schemas.microsoft.com/office/powerpoint/2010/main" val="287381419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42" presetClass="entr" presetSubtype="0" fill="hold" grpId="0" nodeType="afterEffect">
                                  <p:stCondLst>
                                    <p:cond delay="0"/>
                                  </p:stCondLst>
                                  <p:childTnLst>
                                    <p:set>
                                      <p:cBhvr>
                                        <p:cTn id="10" dur="1" fill="hold">
                                          <p:stCondLst>
                                            <p:cond delay="0"/>
                                          </p:stCondLst>
                                        </p:cTn>
                                        <p:tgtEl>
                                          <p:spTgt spid="8">
                                            <p:txEl>
                                              <p:pRg st="0" end="0"/>
                                            </p:txEl>
                                          </p:spTgt>
                                        </p:tgtEl>
                                        <p:attrNameLst>
                                          <p:attrName>style.visibility</p:attrName>
                                        </p:attrNameLst>
                                      </p:cBhvr>
                                      <p:to>
                                        <p:strVal val="visible"/>
                                      </p:to>
                                    </p:set>
                                    <p:animEffect transition="in" filter="fade">
                                      <p:cBhvr>
                                        <p:cTn id="11" dur="500"/>
                                        <p:tgtEl>
                                          <p:spTgt spid="8">
                                            <p:txEl>
                                              <p:pRg st="0" end="0"/>
                                            </p:txEl>
                                          </p:spTgt>
                                        </p:tgtEl>
                                      </p:cBhvr>
                                    </p:animEffect>
                                    <p:anim calcmode="lin" valueType="num">
                                      <p:cBhvr>
                                        <p:cTn id="12"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4" fill="hold">
                            <p:stCondLst>
                              <p:cond delay="1000"/>
                            </p:stCondLst>
                            <p:childTnLst>
                              <p:par>
                                <p:cTn id="15" presetID="10" presetClass="entr" presetSubtype="0" fill="hold" grpId="0" nodeType="after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500"/>
                                        <p:tgtEl>
                                          <p:spTgt spid="9"/>
                                        </p:tgtEl>
                                      </p:cBhvr>
                                    </p:animEffect>
                                  </p:childTnLst>
                                </p:cTn>
                              </p:par>
                            </p:childTnLst>
                          </p:cTn>
                        </p:par>
                        <p:par>
                          <p:cTn id="18" fill="hold">
                            <p:stCondLst>
                              <p:cond delay="1500"/>
                            </p:stCondLst>
                            <p:childTnLst>
                              <p:par>
                                <p:cTn id="19" presetID="53" presetClass="entr" presetSubtype="16" fill="hold" grpId="0" nodeType="afterEffect">
                                  <p:stCondLst>
                                    <p:cond delay="0"/>
                                  </p:stCondLst>
                                  <p:childTnLst>
                                    <p:set>
                                      <p:cBhvr>
                                        <p:cTn id="20" dur="1" fill="hold">
                                          <p:stCondLst>
                                            <p:cond delay="0"/>
                                          </p:stCondLst>
                                        </p:cTn>
                                        <p:tgtEl>
                                          <p:spTgt spid="7"/>
                                        </p:tgtEl>
                                        <p:attrNameLst>
                                          <p:attrName>style.visibility</p:attrName>
                                        </p:attrNameLst>
                                      </p:cBhvr>
                                      <p:to>
                                        <p:strVal val="visible"/>
                                      </p:to>
                                    </p:set>
                                    <p:anim calcmode="lin" valueType="num">
                                      <p:cBhvr>
                                        <p:cTn id="21" dur="500" fill="hold"/>
                                        <p:tgtEl>
                                          <p:spTgt spid="7"/>
                                        </p:tgtEl>
                                        <p:attrNameLst>
                                          <p:attrName>ppt_w</p:attrName>
                                        </p:attrNameLst>
                                      </p:cBhvr>
                                      <p:tavLst>
                                        <p:tav tm="0">
                                          <p:val>
                                            <p:fltVal val="0"/>
                                          </p:val>
                                        </p:tav>
                                        <p:tav tm="100000">
                                          <p:val>
                                            <p:strVal val="#ppt_w"/>
                                          </p:val>
                                        </p:tav>
                                      </p:tavLst>
                                    </p:anim>
                                    <p:anim calcmode="lin" valueType="num">
                                      <p:cBhvr>
                                        <p:cTn id="22" dur="500" fill="hold"/>
                                        <p:tgtEl>
                                          <p:spTgt spid="7"/>
                                        </p:tgtEl>
                                        <p:attrNameLst>
                                          <p:attrName>ppt_h</p:attrName>
                                        </p:attrNameLst>
                                      </p:cBhvr>
                                      <p:tavLst>
                                        <p:tav tm="0">
                                          <p:val>
                                            <p:fltVal val="0"/>
                                          </p:val>
                                        </p:tav>
                                        <p:tav tm="100000">
                                          <p:val>
                                            <p:strVal val="#ppt_h"/>
                                          </p:val>
                                        </p:tav>
                                      </p:tavLst>
                                    </p:anim>
                                    <p:animEffect transition="in" filter="fade">
                                      <p:cBhvr>
                                        <p:cTn id="23"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2" grpId="0"/>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7" grpId="0" animBg="1"/>
    </p:bldLst>
  </p:timing>
</p:sldLayout>
</file>

<file path=ppt/slideLayouts/slideLayout733.xml><?xml version="1.0" encoding="utf-8"?>
<p:sldLayout xmlns:a="http://schemas.openxmlformats.org/drawingml/2006/main" xmlns:r="http://schemas.openxmlformats.org/officeDocument/2006/relationships" xmlns:p="http://schemas.openxmlformats.org/presentationml/2006/main" preserve="1" userDrawn="1">
  <p:cSld name="18_Custom Layout">
    <p:spTree>
      <p:nvGrpSpPr>
        <p:cNvPr id="1" name=""/>
        <p:cNvGrpSpPr/>
        <p:nvPr/>
      </p:nvGrpSpPr>
      <p:grpSpPr>
        <a:xfrm>
          <a:off x="0" y="0"/>
          <a:ext cx="0" cy="0"/>
          <a:chOff x="0" y="0"/>
          <a:chExt cx="0" cy="0"/>
        </a:xfrm>
      </p:grpSpPr>
      <p:sp>
        <p:nvSpPr>
          <p:cNvPr id="7" name="Picture Placeholder 6"/>
          <p:cNvSpPr>
            <a:spLocks noGrp="1"/>
          </p:cNvSpPr>
          <p:nvPr>
            <p:ph type="pic" sz="quarter" idx="13"/>
          </p:nvPr>
        </p:nvSpPr>
        <p:spPr>
          <a:xfrm>
            <a:off x="838200" y="692150"/>
            <a:ext cx="4687664" cy="3679952"/>
          </a:xfrm>
          <a:solidFill>
            <a:schemeClr val="bg1">
              <a:lumMod val="85000"/>
            </a:schemeClr>
          </a:solidFill>
          <a:ln w="57150">
            <a:solidFill>
              <a:schemeClr val="bg1"/>
            </a:solidFill>
          </a:ln>
        </p:spPr>
        <p:txBody>
          <a:bodyPr/>
          <a:lstStyle/>
          <a:p>
            <a:endParaRPr lang="en-AU" dirty="0"/>
          </a:p>
        </p:txBody>
      </p:sp>
      <p:sp>
        <p:nvSpPr>
          <p:cNvPr id="12" name="Picture Placeholder 6"/>
          <p:cNvSpPr>
            <a:spLocks noGrp="1"/>
          </p:cNvSpPr>
          <p:nvPr>
            <p:ph type="pic" sz="quarter" idx="14"/>
          </p:nvPr>
        </p:nvSpPr>
        <p:spPr>
          <a:xfrm>
            <a:off x="838200" y="4372102"/>
            <a:ext cx="1175430" cy="972340"/>
          </a:xfrm>
          <a:solidFill>
            <a:schemeClr val="bg1">
              <a:lumMod val="85000"/>
            </a:schemeClr>
          </a:solidFill>
          <a:ln w="57150">
            <a:solidFill>
              <a:schemeClr val="bg1"/>
            </a:solidFill>
          </a:ln>
        </p:spPr>
        <p:txBody>
          <a:bodyPr/>
          <a:lstStyle/>
          <a:p>
            <a:endParaRPr lang="en-AU"/>
          </a:p>
        </p:txBody>
      </p:sp>
      <p:sp>
        <p:nvSpPr>
          <p:cNvPr id="13" name="Picture Placeholder 6"/>
          <p:cNvSpPr>
            <a:spLocks noGrp="1"/>
          </p:cNvSpPr>
          <p:nvPr>
            <p:ph type="pic" sz="quarter" idx="15"/>
          </p:nvPr>
        </p:nvSpPr>
        <p:spPr>
          <a:xfrm>
            <a:off x="1999574" y="4372102"/>
            <a:ext cx="1175430" cy="972340"/>
          </a:xfrm>
          <a:solidFill>
            <a:schemeClr val="bg1">
              <a:lumMod val="85000"/>
            </a:schemeClr>
          </a:solidFill>
          <a:ln w="57150">
            <a:solidFill>
              <a:schemeClr val="bg1"/>
            </a:solidFill>
          </a:ln>
        </p:spPr>
        <p:txBody>
          <a:bodyPr/>
          <a:lstStyle/>
          <a:p>
            <a:endParaRPr lang="en-AU"/>
          </a:p>
        </p:txBody>
      </p:sp>
      <p:sp>
        <p:nvSpPr>
          <p:cNvPr id="2" name="Title 1"/>
          <p:cNvSpPr>
            <a:spLocks noGrp="1"/>
          </p:cNvSpPr>
          <p:nvPr>
            <p:ph type="title" hasCustomPrompt="1"/>
          </p:nvPr>
        </p:nvSpPr>
        <p:spPr>
          <a:xfrm>
            <a:off x="6096000" y="692150"/>
            <a:ext cx="5616574" cy="970396"/>
          </a:xfrm>
        </p:spPr>
        <p:txBody>
          <a:bodyPr/>
          <a:lstStyle>
            <a:lvl1pPr algn="l">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8" name="Text Placeholder 2"/>
          <p:cNvSpPr>
            <a:spLocks noGrp="1"/>
          </p:cNvSpPr>
          <p:nvPr>
            <p:ph type="body" idx="1"/>
          </p:nvPr>
        </p:nvSpPr>
        <p:spPr>
          <a:xfrm>
            <a:off x="6096000" y="1702911"/>
            <a:ext cx="5616575" cy="272983"/>
          </a:xfrm>
        </p:spPr>
        <p:txBody>
          <a:bodyPr>
            <a:normAutofit/>
          </a:bodyPr>
          <a:lstStyle>
            <a:lvl1pPr marL="0" indent="0" algn="l">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14" name="Picture Placeholder 6"/>
          <p:cNvSpPr>
            <a:spLocks noGrp="1"/>
          </p:cNvSpPr>
          <p:nvPr>
            <p:ph type="pic" sz="quarter" idx="16"/>
          </p:nvPr>
        </p:nvSpPr>
        <p:spPr>
          <a:xfrm>
            <a:off x="3175004" y="4372102"/>
            <a:ext cx="1175430" cy="972340"/>
          </a:xfrm>
          <a:solidFill>
            <a:schemeClr val="bg1">
              <a:lumMod val="85000"/>
            </a:schemeClr>
          </a:solidFill>
          <a:ln w="57150">
            <a:solidFill>
              <a:schemeClr val="bg1"/>
            </a:solidFill>
          </a:ln>
        </p:spPr>
        <p:txBody>
          <a:bodyPr/>
          <a:lstStyle/>
          <a:p>
            <a:endParaRPr lang="en-AU"/>
          </a:p>
        </p:txBody>
      </p:sp>
      <p:sp>
        <p:nvSpPr>
          <p:cNvPr id="15" name="Picture Placeholder 6"/>
          <p:cNvSpPr>
            <a:spLocks noGrp="1"/>
          </p:cNvSpPr>
          <p:nvPr>
            <p:ph type="pic" sz="quarter" idx="17"/>
          </p:nvPr>
        </p:nvSpPr>
        <p:spPr>
          <a:xfrm>
            <a:off x="4350434" y="4372102"/>
            <a:ext cx="1175430" cy="972340"/>
          </a:xfrm>
          <a:solidFill>
            <a:schemeClr val="bg1">
              <a:lumMod val="85000"/>
            </a:schemeClr>
          </a:solidFill>
          <a:ln w="57150">
            <a:solidFill>
              <a:schemeClr val="bg1"/>
            </a:solidFill>
          </a:ln>
        </p:spPr>
        <p:txBody>
          <a:bodyPr/>
          <a:lstStyle/>
          <a:p>
            <a:endParaRPr lang="en-AU"/>
          </a:p>
        </p:txBody>
      </p:sp>
      <p:sp>
        <p:nvSpPr>
          <p:cNvPr id="23" name="Text Placeholder 21"/>
          <p:cNvSpPr>
            <a:spLocks noGrp="1"/>
          </p:cNvSpPr>
          <p:nvPr>
            <p:ph type="body" sz="quarter" idx="34"/>
          </p:nvPr>
        </p:nvSpPr>
        <p:spPr>
          <a:xfrm>
            <a:off x="6099595" y="2959028"/>
            <a:ext cx="5616575" cy="360363"/>
          </a:xfrm>
        </p:spPr>
        <p:txBody>
          <a:bodyPr/>
          <a:lstStyle>
            <a:lvl1pP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4" name="Text Placeholder 21"/>
          <p:cNvSpPr>
            <a:spLocks noGrp="1"/>
          </p:cNvSpPr>
          <p:nvPr>
            <p:ph type="body" sz="quarter" idx="21"/>
          </p:nvPr>
        </p:nvSpPr>
        <p:spPr>
          <a:xfrm>
            <a:off x="6099595" y="3368138"/>
            <a:ext cx="5616575" cy="2674864"/>
          </a:xfrm>
        </p:spPr>
        <p:txBody>
          <a:bodyPr>
            <a:normAutofit/>
          </a:bodyPr>
          <a:lstStyle>
            <a:lvl1pP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6" name="Text Placeholder 21"/>
          <p:cNvSpPr>
            <a:spLocks noGrp="1"/>
          </p:cNvSpPr>
          <p:nvPr>
            <p:ph type="body" sz="quarter" idx="35" hasCustomPrompt="1"/>
          </p:nvPr>
        </p:nvSpPr>
        <p:spPr>
          <a:xfrm>
            <a:off x="2943025" y="2171676"/>
            <a:ext cx="478016" cy="720899"/>
          </a:xfrm>
        </p:spPr>
        <p:txBody>
          <a:bodyPr>
            <a:noAutofit/>
          </a:bodyPr>
          <a:lstStyle>
            <a:lvl1pPr>
              <a:defRPr sz="5400" b="1">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1</a:t>
            </a:r>
            <a:endParaRPr lang="en-AU" dirty="0"/>
          </a:p>
        </p:txBody>
      </p:sp>
      <p:sp>
        <p:nvSpPr>
          <p:cNvPr id="27" name="Text Placeholder 21"/>
          <p:cNvSpPr>
            <a:spLocks noGrp="1"/>
          </p:cNvSpPr>
          <p:nvPr>
            <p:ph type="body" sz="quarter" idx="36" hasCustomPrompt="1"/>
          </p:nvPr>
        </p:nvSpPr>
        <p:spPr>
          <a:xfrm>
            <a:off x="1186835" y="4644385"/>
            <a:ext cx="478016" cy="427774"/>
          </a:xfrm>
        </p:spPr>
        <p:txBody>
          <a:bodyPr>
            <a:noAutofit/>
          </a:bodyPr>
          <a:lstStyle>
            <a:lvl1pPr>
              <a:defRPr sz="3200" b="1">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2</a:t>
            </a:r>
            <a:endParaRPr lang="en-AU" dirty="0"/>
          </a:p>
        </p:txBody>
      </p:sp>
      <p:sp>
        <p:nvSpPr>
          <p:cNvPr id="28" name="Text Placeholder 21"/>
          <p:cNvSpPr>
            <a:spLocks noGrp="1"/>
          </p:cNvSpPr>
          <p:nvPr>
            <p:ph type="body" sz="quarter" idx="37" hasCustomPrompt="1"/>
          </p:nvPr>
        </p:nvSpPr>
        <p:spPr>
          <a:xfrm>
            <a:off x="2348209" y="4644385"/>
            <a:ext cx="478016" cy="427774"/>
          </a:xfrm>
        </p:spPr>
        <p:txBody>
          <a:bodyPr>
            <a:noAutofit/>
          </a:bodyPr>
          <a:lstStyle>
            <a:lvl1pPr>
              <a:defRPr sz="3200" b="1">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3</a:t>
            </a:r>
            <a:endParaRPr lang="en-AU" dirty="0"/>
          </a:p>
        </p:txBody>
      </p:sp>
      <p:sp>
        <p:nvSpPr>
          <p:cNvPr id="29" name="Text Placeholder 21"/>
          <p:cNvSpPr>
            <a:spLocks noGrp="1"/>
          </p:cNvSpPr>
          <p:nvPr>
            <p:ph type="body" sz="quarter" idx="38" hasCustomPrompt="1"/>
          </p:nvPr>
        </p:nvSpPr>
        <p:spPr>
          <a:xfrm>
            <a:off x="3518358" y="4644385"/>
            <a:ext cx="478016" cy="427774"/>
          </a:xfrm>
        </p:spPr>
        <p:txBody>
          <a:bodyPr>
            <a:noAutofit/>
          </a:bodyPr>
          <a:lstStyle>
            <a:lvl1pPr>
              <a:defRPr sz="3200" b="1">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4</a:t>
            </a:r>
            <a:endParaRPr lang="en-AU" dirty="0"/>
          </a:p>
        </p:txBody>
      </p:sp>
      <p:sp>
        <p:nvSpPr>
          <p:cNvPr id="30" name="Text Placeholder 21"/>
          <p:cNvSpPr>
            <a:spLocks noGrp="1"/>
          </p:cNvSpPr>
          <p:nvPr>
            <p:ph type="body" sz="quarter" idx="39" hasCustomPrompt="1"/>
          </p:nvPr>
        </p:nvSpPr>
        <p:spPr>
          <a:xfrm>
            <a:off x="4699141" y="4644385"/>
            <a:ext cx="478016" cy="427774"/>
          </a:xfrm>
        </p:spPr>
        <p:txBody>
          <a:bodyPr>
            <a:noAutofit/>
          </a:bodyPr>
          <a:lstStyle>
            <a:lvl1pPr>
              <a:defRPr sz="3200" b="1">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5</a:t>
            </a:r>
            <a:endParaRPr lang="en-AU" dirty="0"/>
          </a:p>
        </p:txBody>
      </p:sp>
    </p:spTree>
    <p:extLst>
      <p:ext uri="{BB962C8B-B14F-4D97-AF65-F5344CB8AC3E}">
        <p14:creationId xmlns:p14="http://schemas.microsoft.com/office/powerpoint/2010/main" val="117907488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42" presetClass="entr" presetSubtype="0" fill="hold" grpId="0" nodeType="afterEffect">
                                  <p:stCondLst>
                                    <p:cond delay="0"/>
                                  </p:stCondLst>
                                  <p:childTnLst>
                                    <p:set>
                                      <p:cBhvr>
                                        <p:cTn id="10" dur="1" fill="hold">
                                          <p:stCondLst>
                                            <p:cond delay="0"/>
                                          </p:stCondLst>
                                        </p:cTn>
                                        <p:tgtEl>
                                          <p:spTgt spid="8">
                                            <p:txEl>
                                              <p:pRg st="0" end="0"/>
                                            </p:txEl>
                                          </p:spTgt>
                                        </p:tgtEl>
                                        <p:attrNameLst>
                                          <p:attrName>style.visibility</p:attrName>
                                        </p:attrNameLst>
                                      </p:cBhvr>
                                      <p:to>
                                        <p:strVal val="visible"/>
                                      </p:to>
                                    </p:set>
                                    <p:animEffect transition="in" filter="fade">
                                      <p:cBhvr>
                                        <p:cTn id="11" dur="500"/>
                                        <p:tgtEl>
                                          <p:spTgt spid="8">
                                            <p:txEl>
                                              <p:pRg st="0" end="0"/>
                                            </p:txEl>
                                          </p:spTgt>
                                        </p:tgtEl>
                                      </p:cBhvr>
                                    </p:animEffect>
                                    <p:anim calcmode="lin" valueType="num">
                                      <p:cBhvr>
                                        <p:cTn id="12"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4" fill="hold">
                            <p:stCondLst>
                              <p:cond delay="1000"/>
                            </p:stCondLst>
                            <p:childTnLst>
                              <p:par>
                                <p:cTn id="15" presetID="53" presetClass="entr" presetSubtype="16" fill="hold" grpId="0" nodeType="afterEffect">
                                  <p:stCondLst>
                                    <p:cond delay="0"/>
                                  </p:stCondLst>
                                  <p:childTnLst>
                                    <p:set>
                                      <p:cBhvr>
                                        <p:cTn id="16" dur="1" fill="hold">
                                          <p:stCondLst>
                                            <p:cond delay="0"/>
                                          </p:stCondLst>
                                        </p:cTn>
                                        <p:tgtEl>
                                          <p:spTgt spid="7"/>
                                        </p:tgtEl>
                                        <p:attrNameLst>
                                          <p:attrName>style.visibility</p:attrName>
                                        </p:attrNameLst>
                                      </p:cBhvr>
                                      <p:to>
                                        <p:strVal val="visible"/>
                                      </p:to>
                                    </p:set>
                                    <p:anim calcmode="lin" valueType="num">
                                      <p:cBhvr>
                                        <p:cTn id="17" dur="500" fill="hold"/>
                                        <p:tgtEl>
                                          <p:spTgt spid="7"/>
                                        </p:tgtEl>
                                        <p:attrNameLst>
                                          <p:attrName>ppt_w</p:attrName>
                                        </p:attrNameLst>
                                      </p:cBhvr>
                                      <p:tavLst>
                                        <p:tav tm="0">
                                          <p:val>
                                            <p:fltVal val="0"/>
                                          </p:val>
                                        </p:tav>
                                        <p:tav tm="100000">
                                          <p:val>
                                            <p:strVal val="#ppt_w"/>
                                          </p:val>
                                        </p:tav>
                                      </p:tavLst>
                                    </p:anim>
                                    <p:anim calcmode="lin" valueType="num">
                                      <p:cBhvr>
                                        <p:cTn id="18" dur="500" fill="hold"/>
                                        <p:tgtEl>
                                          <p:spTgt spid="7"/>
                                        </p:tgtEl>
                                        <p:attrNameLst>
                                          <p:attrName>ppt_h</p:attrName>
                                        </p:attrNameLst>
                                      </p:cBhvr>
                                      <p:tavLst>
                                        <p:tav tm="0">
                                          <p:val>
                                            <p:fltVal val="0"/>
                                          </p:val>
                                        </p:tav>
                                        <p:tav tm="100000">
                                          <p:val>
                                            <p:strVal val="#ppt_h"/>
                                          </p:val>
                                        </p:tav>
                                      </p:tavLst>
                                    </p:anim>
                                    <p:animEffect transition="in" filter="fade">
                                      <p:cBhvr>
                                        <p:cTn id="19" dur="500"/>
                                        <p:tgtEl>
                                          <p:spTgt spid="7"/>
                                        </p:tgtEl>
                                      </p:cBhvr>
                                    </p:animEffect>
                                  </p:childTnLst>
                                </p:cTn>
                              </p:par>
                            </p:childTnLst>
                          </p:cTn>
                        </p:par>
                        <p:par>
                          <p:cTn id="20" fill="hold">
                            <p:stCondLst>
                              <p:cond delay="1500"/>
                            </p:stCondLst>
                            <p:childTnLst>
                              <p:par>
                                <p:cTn id="21" presetID="53" presetClass="entr" presetSubtype="16" fill="hold" grpId="0" nodeType="afterEffect">
                                  <p:stCondLst>
                                    <p:cond delay="0"/>
                                  </p:stCondLst>
                                  <p:childTnLst>
                                    <p:set>
                                      <p:cBhvr>
                                        <p:cTn id="22" dur="1" fill="hold">
                                          <p:stCondLst>
                                            <p:cond delay="0"/>
                                          </p:stCondLst>
                                        </p:cTn>
                                        <p:tgtEl>
                                          <p:spTgt spid="12"/>
                                        </p:tgtEl>
                                        <p:attrNameLst>
                                          <p:attrName>style.visibility</p:attrName>
                                        </p:attrNameLst>
                                      </p:cBhvr>
                                      <p:to>
                                        <p:strVal val="visible"/>
                                      </p:to>
                                    </p:set>
                                    <p:anim calcmode="lin" valueType="num">
                                      <p:cBhvr>
                                        <p:cTn id="23" dur="500" fill="hold"/>
                                        <p:tgtEl>
                                          <p:spTgt spid="12"/>
                                        </p:tgtEl>
                                        <p:attrNameLst>
                                          <p:attrName>ppt_w</p:attrName>
                                        </p:attrNameLst>
                                      </p:cBhvr>
                                      <p:tavLst>
                                        <p:tav tm="0">
                                          <p:val>
                                            <p:fltVal val="0"/>
                                          </p:val>
                                        </p:tav>
                                        <p:tav tm="100000">
                                          <p:val>
                                            <p:strVal val="#ppt_w"/>
                                          </p:val>
                                        </p:tav>
                                      </p:tavLst>
                                    </p:anim>
                                    <p:anim calcmode="lin" valueType="num">
                                      <p:cBhvr>
                                        <p:cTn id="24" dur="500" fill="hold"/>
                                        <p:tgtEl>
                                          <p:spTgt spid="12"/>
                                        </p:tgtEl>
                                        <p:attrNameLst>
                                          <p:attrName>ppt_h</p:attrName>
                                        </p:attrNameLst>
                                      </p:cBhvr>
                                      <p:tavLst>
                                        <p:tav tm="0">
                                          <p:val>
                                            <p:fltVal val="0"/>
                                          </p:val>
                                        </p:tav>
                                        <p:tav tm="100000">
                                          <p:val>
                                            <p:strVal val="#ppt_h"/>
                                          </p:val>
                                        </p:tav>
                                      </p:tavLst>
                                    </p:anim>
                                    <p:animEffect transition="in" filter="fade">
                                      <p:cBhvr>
                                        <p:cTn id="25" dur="500"/>
                                        <p:tgtEl>
                                          <p:spTgt spid="12"/>
                                        </p:tgtEl>
                                      </p:cBhvr>
                                    </p:animEffect>
                                  </p:childTnLst>
                                </p:cTn>
                              </p:par>
                            </p:childTnLst>
                          </p:cTn>
                        </p:par>
                        <p:par>
                          <p:cTn id="26" fill="hold">
                            <p:stCondLst>
                              <p:cond delay="2000"/>
                            </p:stCondLst>
                            <p:childTnLst>
                              <p:par>
                                <p:cTn id="27" presetID="53" presetClass="entr" presetSubtype="16" fill="hold" grpId="0" nodeType="afterEffect">
                                  <p:stCondLst>
                                    <p:cond delay="0"/>
                                  </p:stCondLst>
                                  <p:childTnLst>
                                    <p:set>
                                      <p:cBhvr>
                                        <p:cTn id="28" dur="1" fill="hold">
                                          <p:stCondLst>
                                            <p:cond delay="0"/>
                                          </p:stCondLst>
                                        </p:cTn>
                                        <p:tgtEl>
                                          <p:spTgt spid="13"/>
                                        </p:tgtEl>
                                        <p:attrNameLst>
                                          <p:attrName>style.visibility</p:attrName>
                                        </p:attrNameLst>
                                      </p:cBhvr>
                                      <p:to>
                                        <p:strVal val="visible"/>
                                      </p:to>
                                    </p:set>
                                    <p:anim calcmode="lin" valueType="num">
                                      <p:cBhvr>
                                        <p:cTn id="29" dur="500" fill="hold"/>
                                        <p:tgtEl>
                                          <p:spTgt spid="13"/>
                                        </p:tgtEl>
                                        <p:attrNameLst>
                                          <p:attrName>ppt_w</p:attrName>
                                        </p:attrNameLst>
                                      </p:cBhvr>
                                      <p:tavLst>
                                        <p:tav tm="0">
                                          <p:val>
                                            <p:fltVal val="0"/>
                                          </p:val>
                                        </p:tav>
                                        <p:tav tm="100000">
                                          <p:val>
                                            <p:strVal val="#ppt_w"/>
                                          </p:val>
                                        </p:tav>
                                      </p:tavLst>
                                    </p:anim>
                                    <p:anim calcmode="lin" valueType="num">
                                      <p:cBhvr>
                                        <p:cTn id="30" dur="500" fill="hold"/>
                                        <p:tgtEl>
                                          <p:spTgt spid="13"/>
                                        </p:tgtEl>
                                        <p:attrNameLst>
                                          <p:attrName>ppt_h</p:attrName>
                                        </p:attrNameLst>
                                      </p:cBhvr>
                                      <p:tavLst>
                                        <p:tav tm="0">
                                          <p:val>
                                            <p:fltVal val="0"/>
                                          </p:val>
                                        </p:tav>
                                        <p:tav tm="100000">
                                          <p:val>
                                            <p:strVal val="#ppt_h"/>
                                          </p:val>
                                        </p:tav>
                                      </p:tavLst>
                                    </p:anim>
                                    <p:animEffect transition="in" filter="fade">
                                      <p:cBhvr>
                                        <p:cTn id="31" dur="500"/>
                                        <p:tgtEl>
                                          <p:spTgt spid="13"/>
                                        </p:tgtEl>
                                      </p:cBhvr>
                                    </p:animEffect>
                                  </p:childTnLst>
                                </p:cTn>
                              </p:par>
                            </p:childTnLst>
                          </p:cTn>
                        </p:par>
                        <p:par>
                          <p:cTn id="32" fill="hold">
                            <p:stCondLst>
                              <p:cond delay="2500"/>
                            </p:stCondLst>
                            <p:childTnLst>
                              <p:par>
                                <p:cTn id="33" presetID="53" presetClass="entr" presetSubtype="16" fill="hold" grpId="0" nodeType="afterEffect">
                                  <p:stCondLst>
                                    <p:cond delay="0"/>
                                  </p:stCondLst>
                                  <p:childTnLst>
                                    <p:set>
                                      <p:cBhvr>
                                        <p:cTn id="34" dur="1" fill="hold">
                                          <p:stCondLst>
                                            <p:cond delay="0"/>
                                          </p:stCondLst>
                                        </p:cTn>
                                        <p:tgtEl>
                                          <p:spTgt spid="14"/>
                                        </p:tgtEl>
                                        <p:attrNameLst>
                                          <p:attrName>style.visibility</p:attrName>
                                        </p:attrNameLst>
                                      </p:cBhvr>
                                      <p:to>
                                        <p:strVal val="visible"/>
                                      </p:to>
                                    </p:set>
                                    <p:anim calcmode="lin" valueType="num">
                                      <p:cBhvr>
                                        <p:cTn id="35" dur="500" fill="hold"/>
                                        <p:tgtEl>
                                          <p:spTgt spid="14"/>
                                        </p:tgtEl>
                                        <p:attrNameLst>
                                          <p:attrName>ppt_w</p:attrName>
                                        </p:attrNameLst>
                                      </p:cBhvr>
                                      <p:tavLst>
                                        <p:tav tm="0">
                                          <p:val>
                                            <p:fltVal val="0"/>
                                          </p:val>
                                        </p:tav>
                                        <p:tav tm="100000">
                                          <p:val>
                                            <p:strVal val="#ppt_w"/>
                                          </p:val>
                                        </p:tav>
                                      </p:tavLst>
                                    </p:anim>
                                    <p:anim calcmode="lin" valueType="num">
                                      <p:cBhvr>
                                        <p:cTn id="36" dur="500" fill="hold"/>
                                        <p:tgtEl>
                                          <p:spTgt spid="14"/>
                                        </p:tgtEl>
                                        <p:attrNameLst>
                                          <p:attrName>ppt_h</p:attrName>
                                        </p:attrNameLst>
                                      </p:cBhvr>
                                      <p:tavLst>
                                        <p:tav tm="0">
                                          <p:val>
                                            <p:fltVal val="0"/>
                                          </p:val>
                                        </p:tav>
                                        <p:tav tm="100000">
                                          <p:val>
                                            <p:strVal val="#ppt_h"/>
                                          </p:val>
                                        </p:tav>
                                      </p:tavLst>
                                    </p:anim>
                                    <p:animEffect transition="in" filter="fade">
                                      <p:cBhvr>
                                        <p:cTn id="37" dur="500"/>
                                        <p:tgtEl>
                                          <p:spTgt spid="14"/>
                                        </p:tgtEl>
                                      </p:cBhvr>
                                    </p:animEffect>
                                  </p:childTnLst>
                                </p:cTn>
                              </p:par>
                            </p:childTnLst>
                          </p:cTn>
                        </p:par>
                        <p:par>
                          <p:cTn id="38" fill="hold">
                            <p:stCondLst>
                              <p:cond delay="3000"/>
                            </p:stCondLst>
                            <p:childTnLst>
                              <p:par>
                                <p:cTn id="39" presetID="53" presetClass="entr" presetSubtype="16" fill="hold" grpId="0" nodeType="afterEffect">
                                  <p:stCondLst>
                                    <p:cond delay="0"/>
                                  </p:stCondLst>
                                  <p:childTnLst>
                                    <p:set>
                                      <p:cBhvr>
                                        <p:cTn id="40" dur="1" fill="hold">
                                          <p:stCondLst>
                                            <p:cond delay="0"/>
                                          </p:stCondLst>
                                        </p:cTn>
                                        <p:tgtEl>
                                          <p:spTgt spid="15"/>
                                        </p:tgtEl>
                                        <p:attrNameLst>
                                          <p:attrName>style.visibility</p:attrName>
                                        </p:attrNameLst>
                                      </p:cBhvr>
                                      <p:to>
                                        <p:strVal val="visible"/>
                                      </p:to>
                                    </p:set>
                                    <p:anim calcmode="lin" valueType="num">
                                      <p:cBhvr>
                                        <p:cTn id="41" dur="500" fill="hold"/>
                                        <p:tgtEl>
                                          <p:spTgt spid="15"/>
                                        </p:tgtEl>
                                        <p:attrNameLst>
                                          <p:attrName>ppt_w</p:attrName>
                                        </p:attrNameLst>
                                      </p:cBhvr>
                                      <p:tavLst>
                                        <p:tav tm="0">
                                          <p:val>
                                            <p:fltVal val="0"/>
                                          </p:val>
                                        </p:tav>
                                        <p:tav tm="100000">
                                          <p:val>
                                            <p:strVal val="#ppt_w"/>
                                          </p:val>
                                        </p:tav>
                                      </p:tavLst>
                                    </p:anim>
                                    <p:anim calcmode="lin" valueType="num">
                                      <p:cBhvr>
                                        <p:cTn id="42" dur="500" fill="hold"/>
                                        <p:tgtEl>
                                          <p:spTgt spid="15"/>
                                        </p:tgtEl>
                                        <p:attrNameLst>
                                          <p:attrName>ppt_h</p:attrName>
                                        </p:attrNameLst>
                                      </p:cBhvr>
                                      <p:tavLst>
                                        <p:tav tm="0">
                                          <p:val>
                                            <p:fltVal val="0"/>
                                          </p:val>
                                        </p:tav>
                                        <p:tav tm="100000">
                                          <p:val>
                                            <p:strVal val="#ppt_h"/>
                                          </p:val>
                                        </p:tav>
                                      </p:tavLst>
                                    </p:anim>
                                    <p:animEffect transition="in" filter="fade">
                                      <p:cBhvr>
                                        <p:cTn id="43" dur="500"/>
                                        <p:tgtEl>
                                          <p:spTgt spid="15"/>
                                        </p:tgtEl>
                                      </p:cBhvr>
                                    </p:animEffect>
                                  </p:childTnLst>
                                </p:cTn>
                              </p:par>
                            </p:childTnLst>
                          </p:cTn>
                        </p:par>
                        <p:par>
                          <p:cTn id="44" fill="hold">
                            <p:stCondLst>
                              <p:cond delay="3500"/>
                            </p:stCondLst>
                            <p:childTnLst>
                              <p:par>
                                <p:cTn id="45" presetID="53" presetClass="entr" presetSubtype="16" fill="hold" grpId="0" nodeType="afterEffect" nodePh="1">
                                  <p:stCondLst>
                                    <p:cond delay="0"/>
                                  </p:stCondLst>
                                  <p:endCondLst>
                                    <p:cond evt="begin" delay="0">
                                      <p:tn val="45"/>
                                    </p:cond>
                                  </p:endCondLst>
                                  <p:childTnLst>
                                    <p:set>
                                      <p:cBhvr>
                                        <p:cTn id="46" dur="1" fill="hold">
                                          <p:stCondLst>
                                            <p:cond delay="0"/>
                                          </p:stCondLst>
                                        </p:cTn>
                                        <p:tgtEl>
                                          <p:spTgt spid="23">
                                            <p:txEl>
                                              <p:pRg st="0" end="0"/>
                                            </p:txEl>
                                          </p:spTgt>
                                        </p:tgtEl>
                                        <p:attrNameLst>
                                          <p:attrName>style.visibility</p:attrName>
                                        </p:attrNameLst>
                                      </p:cBhvr>
                                      <p:to>
                                        <p:strVal val="visible"/>
                                      </p:to>
                                    </p:set>
                                    <p:anim calcmode="lin" valueType="num">
                                      <p:cBhvr>
                                        <p:cTn id="47" dur="500" fill="hold"/>
                                        <p:tgtEl>
                                          <p:spTgt spid="23">
                                            <p:txEl>
                                              <p:pRg st="0" end="0"/>
                                            </p:txEl>
                                          </p:spTgt>
                                        </p:tgtEl>
                                        <p:attrNameLst>
                                          <p:attrName>ppt_w</p:attrName>
                                        </p:attrNameLst>
                                      </p:cBhvr>
                                      <p:tavLst>
                                        <p:tav tm="0">
                                          <p:val>
                                            <p:fltVal val="0"/>
                                          </p:val>
                                        </p:tav>
                                        <p:tav tm="100000">
                                          <p:val>
                                            <p:strVal val="#ppt_w"/>
                                          </p:val>
                                        </p:tav>
                                      </p:tavLst>
                                    </p:anim>
                                    <p:anim calcmode="lin" valueType="num">
                                      <p:cBhvr>
                                        <p:cTn id="48" dur="500" fill="hold"/>
                                        <p:tgtEl>
                                          <p:spTgt spid="23">
                                            <p:txEl>
                                              <p:pRg st="0" end="0"/>
                                            </p:txEl>
                                          </p:spTgt>
                                        </p:tgtEl>
                                        <p:attrNameLst>
                                          <p:attrName>ppt_h</p:attrName>
                                        </p:attrNameLst>
                                      </p:cBhvr>
                                      <p:tavLst>
                                        <p:tav tm="0">
                                          <p:val>
                                            <p:fltVal val="0"/>
                                          </p:val>
                                        </p:tav>
                                        <p:tav tm="100000">
                                          <p:val>
                                            <p:strVal val="#ppt_h"/>
                                          </p:val>
                                        </p:tav>
                                      </p:tavLst>
                                    </p:anim>
                                    <p:animEffect transition="in" filter="fade">
                                      <p:cBhvr>
                                        <p:cTn id="49" dur="500"/>
                                        <p:tgtEl>
                                          <p:spTgt spid="23">
                                            <p:txEl>
                                              <p:pRg st="0" end="0"/>
                                            </p:txEl>
                                          </p:spTgt>
                                        </p:tgtEl>
                                      </p:cBhvr>
                                    </p:animEffect>
                                  </p:childTnLst>
                                </p:cTn>
                              </p:par>
                            </p:childTnLst>
                          </p:cTn>
                        </p:par>
                        <p:par>
                          <p:cTn id="50" fill="hold">
                            <p:stCondLst>
                              <p:cond delay="4000"/>
                            </p:stCondLst>
                            <p:childTnLst>
                              <p:par>
                                <p:cTn id="51" presetID="42" presetClass="entr" presetSubtype="0" fill="hold" grpId="0" nodeType="afterEffect" nodePh="1">
                                  <p:stCondLst>
                                    <p:cond delay="0"/>
                                  </p:stCondLst>
                                  <p:endCondLst>
                                    <p:cond evt="begin" delay="0">
                                      <p:tn val="51"/>
                                    </p:cond>
                                  </p:endCondLst>
                                  <p:childTnLst>
                                    <p:set>
                                      <p:cBhvr>
                                        <p:cTn id="52" dur="1" fill="hold">
                                          <p:stCondLst>
                                            <p:cond delay="0"/>
                                          </p:stCondLst>
                                        </p:cTn>
                                        <p:tgtEl>
                                          <p:spTgt spid="24">
                                            <p:txEl>
                                              <p:pRg st="0" end="0"/>
                                            </p:txEl>
                                          </p:spTgt>
                                        </p:tgtEl>
                                        <p:attrNameLst>
                                          <p:attrName>style.visibility</p:attrName>
                                        </p:attrNameLst>
                                      </p:cBhvr>
                                      <p:to>
                                        <p:strVal val="visible"/>
                                      </p:to>
                                    </p:set>
                                    <p:animEffect transition="in" filter="fade">
                                      <p:cBhvr>
                                        <p:cTn id="53" dur="500"/>
                                        <p:tgtEl>
                                          <p:spTgt spid="24">
                                            <p:txEl>
                                              <p:pRg st="0" end="0"/>
                                            </p:txEl>
                                          </p:spTgt>
                                        </p:tgtEl>
                                      </p:cBhvr>
                                    </p:animEffect>
                                    <p:anim calcmode="lin" valueType="num">
                                      <p:cBhvr>
                                        <p:cTn id="54"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p:cTn id="55" dur="500" fill="hold"/>
                                        <p:tgtEl>
                                          <p:spTgt spid="24">
                                            <p:txEl>
                                              <p:pRg st="0" end="0"/>
                                            </p:txEl>
                                          </p:spTgt>
                                        </p:tgtEl>
                                        <p:attrNameLst>
                                          <p:attrName>ppt_y</p:attrName>
                                        </p:attrNameLst>
                                      </p:cBhvr>
                                      <p:tavLst>
                                        <p:tav tm="0">
                                          <p:val>
                                            <p:strVal val="#ppt_y+.1"/>
                                          </p:val>
                                        </p:tav>
                                        <p:tav tm="100000">
                                          <p:val>
                                            <p:strVal val="#ppt_y"/>
                                          </p:val>
                                        </p:tav>
                                      </p:tavLst>
                                    </p:anim>
                                  </p:childTnLst>
                                </p:cTn>
                              </p:par>
                            </p:childTnLst>
                          </p:cTn>
                        </p:par>
                        <p:par>
                          <p:cTn id="56" fill="hold">
                            <p:stCondLst>
                              <p:cond delay="4500"/>
                            </p:stCondLst>
                            <p:childTnLst>
                              <p:par>
                                <p:cTn id="57" presetID="53" presetClass="entr" presetSubtype="16" fill="hold" grpId="0" nodeType="afterEffect">
                                  <p:stCondLst>
                                    <p:cond delay="0"/>
                                  </p:stCondLst>
                                  <p:childTnLst>
                                    <p:set>
                                      <p:cBhvr>
                                        <p:cTn id="58" dur="1" fill="hold">
                                          <p:stCondLst>
                                            <p:cond delay="0"/>
                                          </p:stCondLst>
                                        </p:cTn>
                                        <p:tgtEl>
                                          <p:spTgt spid="26">
                                            <p:txEl>
                                              <p:pRg st="0" end="0"/>
                                            </p:txEl>
                                          </p:spTgt>
                                        </p:tgtEl>
                                        <p:attrNameLst>
                                          <p:attrName>style.visibility</p:attrName>
                                        </p:attrNameLst>
                                      </p:cBhvr>
                                      <p:to>
                                        <p:strVal val="visible"/>
                                      </p:to>
                                    </p:set>
                                    <p:anim calcmode="lin" valueType="num">
                                      <p:cBhvr>
                                        <p:cTn id="59" dur="500" fill="hold"/>
                                        <p:tgtEl>
                                          <p:spTgt spid="26">
                                            <p:txEl>
                                              <p:pRg st="0" end="0"/>
                                            </p:txEl>
                                          </p:spTgt>
                                        </p:tgtEl>
                                        <p:attrNameLst>
                                          <p:attrName>ppt_w</p:attrName>
                                        </p:attrNameLst>
                                      </p:cBhvr>
                                      <p:tavLst>
                                        <p:tav tm="0">
                                          <p:val>
                                            <p:fltVal val="0"/>
                                          </p:val>
                                        </p:tav>
                                        <p:tav tm="100000">
                                          <p:val>
                                            <p:strVal val="#ppt_w"/>
                                          </p:val>
                                        </p:tav>
                                      </p:tavLst>
                                    </p:anim>
                                    <p:anim calcmode="lin" valueType="num">
                                      <p:cBhvr>
                                        <p:cTn id="60" dur="500" fill="hold"/>
                                        <p:tgtEl>
                                          <p:spTgt spid="26">
                                            <p:txEl>
                                              <p:pRg st="0" end="0"/>
                                            </p:txEl>
                                          </p:spTgt>
                                        </p:tgtEl>
                                        <p:attrNameLst>
                                          <p:attrName>ppt_h</p:attrName>
                                        </p:attrNameLst>
                                      </p:cBhvr>
                                      <p:tavLst>
                                        <p:tav tm="0">
                                          <p:val>
                                            <p:fltVal val="0"/>
                                          </p:val>
                                        </p:tav>
                                        <p:tav tm="100000">
                                          <p:val>
                                            <p:strVal val="#ppt_h"/>
                                          </p:val>
                                        </p:tav>
                                      </p:tavLst>
                                    </p:anim>
                                    <p:animEffect transition="in" filter="fade">
                                      <p:cBhvr>
                                        <p:cTn id="61" dur="500"/>
                                        <p:tgtEl>
                                          <p:spTgt spid="26">
                                            <p:txEl>
                                              <p:pRg st="0" end="0"/>
                                            </p:txEl>
                                          </p:spTgt>
                                        </p:tgtEl>
                                      </p:cBhvr>
                                    </p:animEffect>
                                  </p:childTnLst>
                                </p:cTn>
                              </p:par>
                            </p:childTnLst>
                          </p:cTn>
                        </p:par>
                        <p:par>
                          <p:cTn id="62" fill="hold">
                            <p:stCondLst>
                              <p:cond delay="5000"/>
                            </p:stCondLst>
                            <p:childTnLst>
                              <p:par>
                                <p:cTn id="63" presetID="53" presetClass="entr" presetSubtype="16" fill="hold" grpId="0" nodeType="afterEffect">
                                  <p:stCondLst>
                                    <p:cond delay="0"/>
                                  </p:stCondLst>
                                  <p:childTnLst>
                                    <p:set>
                                      <p:cBhvr>
                                        <p:cTn id="64" dur="1" fill="hold">
                                          <p:stCondLst>
                                            <p:cond delay="0"/>
                                          </p:stCondLst>
                                        </p:cTn>
                                        <p:tgtEl>
                                          <p:spTgt spid="27">
                                            <p:txEl>
                                              <p:pRg st="0" end="0"/>
                                            </p:txEl>
                                          </p:spTgt>
                                        </p:tgtEl>
                                        <p:attrNameLst>
                                          <p:attrName>style.visibility</p:attrName>
                                        </p:attrNameLst>
                                      </p:cBhvr>
                                      <p:to>
                                        <p:strVal val="visible"/>
                                      </p:to>
                                    </p:set>
                                    <p:anim calcmode="lin" valueType="num">
                                      <p:cBhvr>
                                        <p:cTn id="65" dur="500" fill="hold"/>
                                        <p:tgtEl>
                                          <p:spTgt spid="27">
                                            <p:txEl>
                                              <p:pRg st="0" end="0"/>
                                            </p:txEl>
                                          </p:spTgt>
                                        </p:tgtEl>
                                        <p:attrNameLst>
                                          <p:attrName>ppt_w</p:attrName>
                                        </p:attrNameLst>
                                      </p:cBhvr>
                                      <p:tavLst>
                                        <p:tav tm="0">
                                          <p:val>
                                            <p:fltVal val="0"/>
                                          </p:val>
                                        </p:tav>
                                        <p:tav tm="100000">
                                          <p:val>
                                            <p:strVal val="#ppt_w"/>
                                          </p:val>
                                        </p:tav>
                                      </p:tavLst>
                                    </p:anim>
                                    <p:anim calcmode="lin" valueType="num">
                                      <p:cBhvr>
                                        <p:cTn id="66" dur="500" fill="hold"/>
                                        <p:tgtEl>
                                          <p:spTgt spid="27">
                                            <p:txEl>
                                              <p:pRg st="0" end="0"/>
                                            </p:txEl>
                                          </p:spTgt>
                                        </p:tgtEl>
                                        <p:attrNameLst>
                                          <p:attrName>ppt_h</p:attrName>
                                        </p:attrNameLst>
                                      </p:cBhvr>
                                      <p:tavLst>
                                        <p:tav tm="0">
                                          <p:val>
                                            <p:fltVal val="0"/>
                                          </p:val>
                                        </p:tav>
                                        <p:tav tm="100000">
                                          <p:val>
                                            <p:strVal val="#ppt_h"/>
                                          </p:val>
                                        </p:tav>
                                      </p:tavLst>
                                    </p:anim>
                                    <p:animEffect transition="in" filter="fade">
                                      <p:cBhvr>
                                        <p:cTn id="67" dur="500"/>
                                        <p:tgtEl>
                                          <p:spTgt spid="27">
                                            <p:txEl>
                                              <p:pRg st="0" end="0"/>
                                            </p:txEl>
                                          </p:spTgt>
                                        </p:tgtEl>
                                      </p:cBhvr>
                                    </p:animEffect>
                                  </p:childTnLst>
                                </p:cTn>
                              </p:par>
                            </p:childTnLst>
                          </p:cTn>
                        </p:par>
                        <p:par>
                          <p:cTn id="68" fill="hold">
                            <p:stCondLst>
                              <p:cond delay="5500"/>
                            </p:stCondLst>
                            <p:childTnLst>
                              <p:par>
                                <p:cTn id="69" presetID="53" presetClass="entr" presetSubtype="16" fill="hold" grpId="0" nodeType="afterEffect">
                                  <p:stCondLst>
                                    <p:cond delay="0"/>
                                  </p:stCondLst>
                                  <p:childTnLst>
                                    <p:set>
                                      <p:cBhvr>
                                        <p:cTn id="70" dur="1" fill="hold">
                                          <p:stCondLst>
                                            <p:cond delay="0"/>
                                          </p:stCondLst>
                                        </p:cTn>
                                        <p:tgtEl>
                                          <p:spTgt spid="28">
                                            <p:txEl>
                                              <p:pRg st="0" end="0"/>
                                            </p:txEl>
                                          </p:spTgt>
                                        </p:tgtEl>
                                        <p:attrNameLst>
                                          <p:attrName>style.visibility</p:attrName>
                                        </p:attrNameLst>
                                      </p:cBhvr>
                                      <p:to>
                                        <p:strVal val="visible"/>
                                      </p:to>
                                    </p:set>
                                    <p:anim calcmode="lin" valueType="num">
                                      <p:cBhvr>
                                        <p:cTn id="71" dur="500" fill="hold"/>
                                        <p:tgtEl>
                                          <p:spTgt spid="28">
                                            <p:txEl>
                                              <p:pRg st="0" end="0"/>
                                            </p:txEl>
                                          </p:spTgt>
                                        </p:tgtEl>
                                        <p:attrNameLst>
                                          <p:attrName>ppt_w</p:attrName>
                                        </p:attrNameLst>
                                      </p:cBhvr>
                                      <p:tavLst>
                                        <p:tav tm="0">
                                          <p:val>
                                            <p:fltVal val="0"/>
                                          </p:val>
                                        </p:tav>
                                        <p:tav tm="100000">
                                          <p:val>
                                            <p:strVal val="#ppt_w"/>
                                          </p:val>
                                        </p:tav>
                                      </p:tavLst>
                                    </p:anim>
                                    <p:anim calcmode="lin" valueType="num">
                                      <p:cBhvr>
                                        <p:cTn id="72" dur="500" fill="hold"/>
                                        <p:tgtEl>
                                          <p:spTgt spid="28">
                                            <p:txEl>
                                              <p:pRg st="0" end="0"/>
                                            </p:txEl>
                                          </p:spTgt>
                                        </p:tgtEl>
                                        <p:attrNameLst>
                                          <p:attrName>ppt_h</p:attrName>
                                        </p:attrNameLst>
                                      </p:cBhvr>
                                      <p:tavLst>
                                        <p:tav tm="0">
                                          <p:val>
                                            <p:fltVal val="0"/>
                                          </p:val>
                                        </p:tav>
                                        <p:tav tm="100000">
                                          <p:val>
                                            <p:strVal val="#ppt_h"/>
                                          </p:val>
                                        </p:tav>
                                      </p:tavLst>
                                    </p:anim>
                                    <p:animEffect transition="in" filter="fade">
                                      <p:cBhvr>
                                        <p:cTn id="73" dur="500"/>
                                        <p:tgtEl>
                                          <p:spTgt spid="28">
                                            <p:txEl>
                                              <p:pRg st="0" end="0"/>
                                            </p:txEl>
                                          </p:spTgt>
                                        </p:tgtEl>
                                      </p:cBhvr>
                                    </p:animEffect>
                                  </p:childTnLst>
                                </p:cTn>
                              </p:par>
                            </p:childTnLst>
                          </p:cTn>
                        </p:par>
                        <p:par>
                          <p:cTn id="74" fill="hold">
                            <p:stCondLst>
                              <p:cond delay="6000"/>
                            </p:stCondLst>
                            <p:childTnLst>
                              <p:par>
                                <p:cTn id="75" presetID="53" presetClass="entr" presetSubtype="16" fill="hold" grpId="0" nodeType="afterEffect">
                                  <p:stCondLst>
                                    <p:cond delay="0"/>
                                  </p:stCondLst>
                                  <p:childTnLst>
                                    <p:set>
                                      <p:cBhvr>
                                        <p:cTn id="76" dur="1" fill="hold">
                                          <p:stCondLst>
                                            <p:cond delay="0"/>
                                          </p:stCondLst>
                                        </p:cTn>
                                        <p:tgtEl>
                                          <p:spTgt spid="29">
                                            <p:txEl>
                                              <p:pRg st="0" end="0"/>
                                            </p:txEl>
                                          </p:spTgt>
                                        </p:tgtEl>
                                        <p:attrNameLst>
                                          <p:attrName>style.visibility</p:attrName>
                                        </p:attrNameLst>
                                      </p:cBhvr>
                                      <p:to>
                                        <p:strVal val="visible"/>
                                      </p:to>
                                    </p:set>
                                    <p:anim calcmode="lin" valueType="num">
                                      <p:cBhvr>
                                        <p:cTn id="77" dur="500" fill="hold"/>
                                        <p:tgtEl>
                                          <p:spTgt spid="29">
                                            <p:txEl>
                                              <p:pRg st="0" end="0"/>
                                            </p:txEl>
                                          </p:spTgt>
                                        </p:tgtEl>
                                        <p:attrNameLst>
                                          <p:attrName>ppt_w</p:attrName>
                                        </p:attrNameLst>
                                      </p:cBhvr>
                                      <p:tavLst>
                                        <p:tav tm="0">
                                          <p:val>
                                            <p:fltVal val="0"/>
                                          </p:val>
                                        </p:tav>
                                        <p:tav tm="100000">
                                          <p:val>
                                            <p:strVal val="#ppt_w"/>
                                          </p:val>
                                        </p:tav>
                                      </p:tavLst>
                                    </p:anim>
                                    <p:anim calcmode="lin" valueType="num">
                                      <p:cBhvr>
                                        <p:cTn id="78" dur="500" fill="hold"/>
                                        <p:tgtEl>
                                          <p:spTgt spid="29">
                                            <p:txEl>
                                              <p:pRg st="0" end="0"/>
                                            </p:txEl>
                                          </p:spTgt>
                                        </p:tgtEl>
                                        <p:attrNameLst>
                                          <p:attrName>ppt_h</p:attrName>
                                        </p:attrNameLst>
                                      </p:cBhvr>
                                      <p:tavLst>
                                        <p:tav tm="0">
                                          <p:val>
                                            <p:fltVal val="0"/>
                                          </p:val>
                                        </p:tav>
                                        <p:tav tm="100000">
                                          <p:val>
                                            <p:strVal val="#ppt_h"/>
                                          </p:val>
                                        </p:tav>
                                      </p:tavLst>
                                    </p:anim>
                                    <p:animEffect transition="in" filter="fade">
                                      <p:cBhvr>
                                        <p:cTn id="79" dur="500"/>
                                        <p:tgtEl>
                                          <p:spTgt spid="29">
                                            <p:txEl>
                                              <p:pRg st="0" end="0"/>
                                            </p:txEl>
                                          </p:spTgt>
                                        </p:tgtEl>
                                      </p:cBhvr>
                                    </p:animEffect>
                                  </p:childTnLst>
                                </p:cTn>
                              </p:par>
                            </p:childTnLst>
                          </p:cTn>
                        </p:par>
                        <p:par>
                          <p:cTn id="80" fill="hold">
                            <p:stCondLst>
                              <p:cond delay="6500"/>
                            </p:stCondLst>
                            <p:childTnLst>
                              <p:par>
                                <p:cTn id="81" presetID="53" presetClass="entr" presetSubtype="16" fill="hold" grpId="0" nodeType="afterEffect">
                                  <p:stCondLst>
                                    <p:cond delay="0"/>
                                  </p:stCondLst>
                                  <p:childTnLst>
                                    <p:set>
                                      <p:cBhvr>
                                        <p:cTn id="82" dur="1" fill="hold">
                                          <p:stCondLst>
                                            <p:cond delay="0"/>
                                          </p:stCondLst>
                                        </p:cTn>
                                        <p:tgtEl>
                                          <p:spTgt spid="30">
                                            <p:txEl>
                                              <p:pRg st="0" end="0"/>
                                            </p:txEl>
                                          </p:spTgt>
                                        </p:tgtEl>
                                        <p:attrNameLst>
                                          <p:attrName>style.visibility</p:attrName>
                                        </p:attrNameLst>
                                      </p:cBhvr>
                                      <p:to>
                                        <p:strVal val="visible"/>
                                      </p:to>
                                    </p:set>
                                    <p:anim calcmode="lin" valueType="num">
                                      <p:cBhvr>
                                        <p:cTn id="83" dur="500" fill="hold"/>
                                        <p:tgtEl>
                                          <p:spTgt spid="30">
                                            <p:txEl>
                                              <p:pRg st="0" end="0"/>
                                            </p:txEl>
                                          </p:spTgt>
                                        </p:tgtEl>
                                        <p:attrNameLst>
                                          <p:attrName>ppt_w</p:attrName>
                                        </p:attrNameLst>
                                      </p:cBhvr>
                                      <p:tavLst>
                                        <p:tav tm="0">
                                          <p:val>
                                            <p:fltVal val="0"/>
                                          </p:val>
                                        </p:tav>
                                        <p:tav tm="100000">
                                          <p:val>
                                            <p:strVal val="#ppt_w"/>
                                          </p:val>
                                        </p:tav>
                                      </p:tavLst>
                                    </p:anim>
                                    <p:anim calcmode="lin" valueType="num">
                                      <p:cBhvr>
                                        <p:cTn id="84" dur="500" fill="hold"/>
                                        <p:tgtEl>
                                          <p:spTgt spid="30">
                                            <p:txEl>
                                              <p:pRg st="0" end="0"/>
                                            </p:txEl>
                                          </p:spTgt>
                                        </p:tgtEl>
                                        <p:attrNameLst>
                                          <p:attrName>ppt_h</p:attrName>
                                        </p:attrNameLst>
                                      </p:cBhvr>
                                      <p:tavLst>
                                        <p:tav tm="0">
                                          <p:val>
                                            <p:fltVal val="0"/>
                                          </p:val>
                                        </p:tav>
                                        <p:tav tm="100000">
                                          <p:val>
                                            <p:strVal val="#ppt_h"/>
                                          </p:val>
                                        </p:tav>
                                      </p:tavLst>
                                    </p:anim>
                                    <p:animEffect transition="in" filter="fade">
                                      <p:cBhvr>
                                        <p:cTn id="85" dur="500"/>
                                        <p:tgtEl>
                                          <p:spTgt spid="30">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12" grpId="0" animBg="1"/>
      <p:bldP spid="13" grpId="0" animBg="1"/>
      <p:bldP spid="2" grpId="0"/>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14" grpId="0" animBg="1"/>
      <p:bldP spid="15" grpId="0" animBg="1"/>
      <p:bldP spid="23"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3"/>
                        </p:tgtEl>
                        <p:attrNameLst>
                          <p:attrName>style.visibility</p:attrName>
                        </p:attrNameLst>
                      </p:cBhvr>
                      <p:to>
                        <p:strVal val="visible"/>
                      </p:to>
                    </p:set>
                    <p:anim calcmode="lin" valueType="num">
                      <p:cBhvr>
                        <p:cTn dur="500" fill="hold"/>
                        <p:tgtEl>
                          <p:spTgt spid="23"/>
                        </p:tgtEl>
                        <p:attrNameLst>
                          <p:attrName>ppt_w</p:attrName>
                        </p:attrNameLst>
                      </p:cBhvr>
                      <p:tavLst>
                        <p:tav tm="0">
                          <p:val>
                            <p:fltVal val="0"/>
                          </p:val>
                        </p:tav>
                        <p:tav tm="100000">
                          <p:val>
                            <p:strVal val="#ppt_w"/>
                          </p:val>
                        </p:tav>
                      </p:tavLst>
                    </p:anim>
                    <p:anim calcmode="lin" valueType="num">
                      <p:cBhvr>
                        <p:cTn dur="500" fill="hold"/>
                        <p:tgtEl>
                          <p:spTgt spid="23"/>
                        </p:tgtEl>
                        <p:attrNameLst>
                          <p:attrName>ppt_h</p:attrName>
                        </p:attrNameLst>
                      </p:cBhvr>
                      <p:tavLst>
                        <p:tav tm="0">
                          <p:val>
                            <p:fltVal val="0"/>
                          </p:val>
                        </p:tav>
                        <p:tav tm="100000">
                          <p:val>
                            <p:strVal val="#ppt_h"/>
                          </p:val>
                        </p:tav>
                      </p:tavLst>
                    </p:anim>
                    <p:animEffect transition="in" filter="fade">
                      <p:cBhvr>
                        <p:cTn dur="500"/>
                        <p:tgtEl>
                          <p:spTgt spid="23"/>
                        </p:tgtEl>
                      </p:cBhvr>
                    </p:animEffect>
                  </p:childTnLst>
                </p:cTn>
              </p:par>
            </p:tnLst>
          </p:tmpl>
        </p:tmplLst>
      </p:bldP>
      <p:bldP spid="24"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4"/>
                        </p:tgtEl>
                        <p:attrNameLst>
                          <p:attrName>style.visibility</p:attrName>
                        </p:attrNameLst>
                      </p:cBhvr>
                      <p:to>
                        <p:strVal val="visible"/>
                      </p:to>
                    </p:set>
                    <p:animEffect transition="in" filter="fade">
                      <p:cBhvr>
                        <p:cTn dur="500"/>
                        <p:tgtEl>
                          <p:spTgt spid="24"/>
                        </p:tgtEl>
                      </p:cBhvr>
                    </p:animEffect>
                    <p:anim calcmode="lin" valueType="num">
                      <p:cBhvr>
                        <p:cTn dur="500" fill="hold"/>
                        <p:tgtEl>
                          <p:spTgt spid="24"/>
                        </p:tgtEl>
                        <p:attrNameLst>
                          <p:attrName>ppt_x</p:attrName>
                        </p:attrNameLst>
                      </p:cBhvr>
                      <p:tavLst>
                        <p:tav tm="0">
                          <p:val>
                            <p:strVal val="#ppt_x"/>
                          </p:val>
                        </p:tav>
                        <p:tav tm="100000">
                          <p:val>
                            <p:strVal val="#ppt_x"/>
                          </p:val>
                        </p:tav>
                      </p:tavLst>
                    </p:anim>
                    <p:anim calcmode="lin" valueType="num">
                      <p:cBhvr>
                        <p:cTn dur="500" fill="hold"/>
                        <p:tgtEl>
                          <p:spTgt spid="24"/>
                        </p:tgtEl>
                        <p:attrNameLst>
                          <p:attrName>ppt_y</p:attrName>
                        </p:attrNameLst>
                      </p:cBhvr>
                      <p:tavLst>
                        <p:tav tm="0">
                          <p:val>
                            <p:strVal val="#ppt_y+.1"/>
                          </p:val>
                        </p:tav>
                        <p:tav tm="100000">
                          <p:val>
                            <p:strVal val="#ppt_y"/>
                          </p:val>
                        </p:tav>
                      </p:tavLst>
                    </p:anim>
                  </p:childTnLst>
                </p:cTn>
              </p:par>
            </p:tnLst>
          </p:tmpl>
        </p:tmplLst>
      </p:bldP>
      <p:bldP spid="26" grpId="0" build="p">
        <p:tmplLst>
          <p:tmpl lvl="1">
            <p:tnLst>
              <p:par>
                <p:cTn presetID="53" presetClass="entr" presetSubtype="16" fill="hold" nodeType="afterEffect">
                  <p:stCondLst>
                    <p:cond delay="0"/>
                  </p:stCondLst>
                  <p:childTnLst>
                    <p:set>
                      <p:cBhvr>
                        <p:cTn dur="1" fill="hold">
                          <p:stCondLst>
                            <p:cond delay="0"/>
                          </p:stCondLst>
                        </p:cTn>
                        <p:tgtEl>
                          <p:spTgt spid="26"/>
                        </p:tgtEl>
                        <p:attrNameLst>
                          <p:attrName>style.visibility</p:attrName>
                        </p:attrNameLst>
                      </p:cBhvr>
                      <p:to>
                        <p:strVal val="visible"/>
                      </p:to>
                    </p:set>
                    <p:anim calcmode="lin" valueType="num">
                      <p:cBhvr>
                        <p:cTn dur="500" fill="hold"/>
                        <p:tgtEl>
                          <p:spTgt spid="26"/>
                        </p:tgtEl>
                        <p:attrNameLst>
                          <p:attrName>ppt_w</p:attrName>
                        </p:attrNameLst>
                      </p:cBhvr>
                      <p:tavLst>
                        <p:tav tm="0">
                          <p:val>
                            <p:fltVal val="0"/>
                          </p:val>
                        </p:tav>
                        <p:tav tm="100000">
                          <p:val>
                            <p:strVal val="#ppt_w"/>
                          </p:val>
                        </p:tav>
                      </p:tavLst>
                    </p:anim>
                    <p:anim calcmode="lin" valueType="num">
                      <p:cBhvr>
                        <p:cTn dur="500" fill="hold"/>
                        <p:tgtEl>
                          <p:spTgt spid="26"/>
                        </p:tgtEl>
                        <p:attrNameLst>
                          <p:attrName>ppt_h</p:attrName>
                        </p:attrNameLst>
                      </p:cBhvr>
                      <p:tavLst>
                        <p:tav tm="0">
                          <p:val>
                            <p:fltVal val="0"/>
                          </p:val>
                        </p:tav>
                        <p:tav tm="100000">
                          <p:val>
                            <p:strVal val="#ppt_h"/>
                          </p:val>
                        </p:tav>
                      </p:tavLst>
                    </p:anim>
                    <p:animEffect transition="in" filter="fade">
                      <p:cBhvr>
                        <p:cTn dur="500"/>
                        <p:tgtEl>
                          <p:spTgt spid="26"/>
                        </p:tgtEl>
                      </p:cBhvr>
                    </p:animEffect>
                  </p:childTnLst>
                </p:cTn>
              </p:par>
            </p:tnLst>
          </p:tmpl>
        </p:tmplLst>
      </p:bldP>
      <p:bldP spid="27" grpId="0" build="p">
        <p:tmplLst>
          <p:tmpl lvl="1">
            <p:tnLst>
              <p:par>
                <p:cTn presetID="53" presetClass="entr" presetSubtype="16" fill="hold" nodeType="afterEffect">
                  <p:stCondLst>
                    <p:cond delay="0"/>
                  </p:stCondLst>
                  <p:childTnLst>
                    <p:set>
                      <p:cBhvr>
                        <p:cTn dur="1" fill="hold">
                          <p:stCondLst>
                            <p:cond delay="0"/>
                          </p:stCondLst>
                        </p:cTn>
                        <p:tgtEl>
                          <p:spTgt spid="27"/>
                        </p:tgtEl>
                        <p:attrNameLst>
                          <p:attrName>style.visibility</p:attrName>
                        </p:attrNameLst>
                      </p:cBhvr>
                      <p:to>
                        <p:strVal val="visible"/>
                      </p:to>
                    </p:set>
                    <p:anim calcmode="lin" valueType="num">
                      <p:cBhvr>
                        <p:cTn dur="500" fill="hold"/>
                        <p:tgtEl>
                          <p:spTgt spid="27"/>
                        </p:tgtEl>
                        <p:attrNameLst>
                          <p:attrName>ppt_w</p:attrName>
                        </p:attrNameLst>
                      </p:cBhvr>
                      <p:tavLst>
                        <p:tav tm="0">
                          <p:val>
                            <p:fltVal val="0"/>
                          </p:val>
                        </p:tav>
                        <p:tav tm="100000">
                          <p:val>
                            <p:strVal val="#ppt_w"/>
                          </p:val>
                        </p:tav>
                      </p:tavLst>
                    </p:anim>
                    <p:anim calcmode="lin" valueType="num">
                      <p:cBhvr>
                        <p:cTn dur="500" fill="hold"/>
                        <p:tgtEl>
                          <p:spTgt spid="27"/>
                        </p:tgtEl>
                        <p:attrNameLst>
                          <p:attrName>ppt_h</p:attrName>
                        </p:attrNameLst>
                      </p:cBhvr>
                      <p:tavLst>
                        <p:tav tm="0">
                          <p:val>
                            <p:fltVal val="0"/>
                          </p:val>
                        </p:tav>
                        <p:tav tm="100000">
                          <p:val>
                            <p:strVal val="#ppt_h"/>
                          </p:val>
                        </p:tav>
                      </p:tavLst>
                    </p:anim>
                    <p:animEffect transition="in" filter="fade">
                      <p:cBhvr>
                        <p:cTn dur="500"/>
                        <p:tgtEl>
                          <p:spTgt spid="27"/>
                        </p:tgtEl>
                      </p:cBhvr>
                    </p:animEffect>
                  </p:childTnLst>
                </p:cTn>
              </p:par>
            </p:tnLst>
          </p:tmpl>
        </p:tmplLst>
      </p:bldP>
      <p:bldP spid="28" grpId="0" build="p">
        <p:tmplLst>
          <p:tmpl lvl="1">
            <p:tnLst>
              <p:par>
                <p:cTn presetID="53" presetClass="entr" presetSubtype="16" fill="hold" nodeType="afterEffect">
                  <p:stCondLst>
                    <p:cond delay="0"/>
                  </p:stCondLst>
                  <p:childTnLst>
                    <p:set>
                      <p:cBhvr>
                        <p:cTn dur="1" fill="hold">
                          <p:stCondLst>
                            <p:cond delay="0"/>
                          </p:stCondLst>
                        </p:cTn>
                        <p:tgtEl>
                          <p:spTgt spid="28"/>
                        </p:tgtEl>
                        <p:attrNameLst>
                          <p:attrName>style.visibility</p:attrName>
                        </p:attrNameLst>
                      </p:cBhvr>
                      <p:to>
                        <p:strVal val="visible"/>
                      </p:to>
                    </p:set>
                    <p:anim calcmode="lin" valueType="num">
                      <p:cBhvr>
                        <p:cTn dur="500" fill="hold"/>
                        <p:tgtEl>
                          <p:spTgt spid="28"/>
                        </p:tgtEl>
                        <p:attrNameLst>
                          <p:attrName>ppt_w</p:attrName>
                        </p:attrNameLst>
                      </p:cBhvr>
                      <p:tavLst>
                        <p:tav tm="0">
                          <p:val>
                            <p:fltVal val="0"/>
                          </p:val>
                        </p:tav>
                        <p:tav tm="100000">
                          <p:val>
                            <p:strVal val="#ppt_w"/>
                          </p:val>
                        </p:tav>
                      </p:tavLst>
                    </p:anim>
                    <p:anim calcmode="lin" valueType="num">
                      <p:cBhvr>
                        <p:cTn dur="500" fill="hold"/>
                        <p:tgtEl>
                          <p:spTgt spid="28"/>
                        </p:tgtEl>
                        <p:attrNameLst>
                          <p:attrName>ppt_h</p:attrName>
                        </p:attrNameLst>
                      </p:cBhvr>
                      <p:tavLst>
                        <p:tav tm="0">
                          <p:val>
                            <p:fltVal val="0"/>
                          </p:val>
                        </p:tav>
                        <p:tav tm="100000">
                          <p:val>
                            <p:strVal val="#ppt_h"/>
                          </p:val>
                        </p:tav>
                      </p:tavLst>
                    </p:anim>
                    <p:animEffect transition="in" filter="fade">
                      <p:cBhvr>
                        <p:cTn dur="500"/>
                        <p:tgtEl>
                          <p:spTgt spid="28"/>
                        </p:tgtEl>
                      </p:cBhvr>
                    </p:animEffect>
                  </p:childTnLst>
                </p:cTn>
              </p:par>
            </p:tnLst>
          </p:tmpl>
        </p:tmplLst>
      </p:bldP>
      <p:bldP spid="29" grpId="0" build="p">
        <p:tmplLst>
          <p:tmpl lvl="1">
            <p:tnLst>
              <p:par>
                <p:cTn presetID="53" presetClass="entr" presetSubtype="16" fill="hold" nodeType="afterEffect">
                  <p:stCondLst>
                    <p:cond delay="0"/>
                  </p:stCondLst>
                  <p:childTnLst>
                    <p:set>
                      <p:cBhvr>
                        <p:cTn dur="1" fill="hold">
                          <p:stCondLst>
                            <p:cond delay="0"/>
                          </p:stCondLst>
                        </p:cTn>
                        <p:tgtEl>
                          <p:spTgt spid="29"/>
                        </p:tgtEl>
                        <p:attrNameLst>
                          <p:attrName>style.visibility</p:attrName>
                        </p:attrNameLst>
                      </p:cBhvr>
                      <p:to>
                        <p:strVal val="visible"/>
                      </p:to>
                    </p:set>
                    <p:anim calcmode="lin" valueType="num">
                      <p:cBhvr>
                        <p:cTn dur="500" fill="hold"/>
                        <p:tgtEl>
                          <p:spTgt spid="29"/>
                        </p:tgtEl>
                        <p:attrNameLst>
                          <p:attrName>ppt_w</p:attrName>
                        </p:attrNameLst>
                      </p:cBhvr>
                      <p:tavLst>
                        <p:tav tm="0">
                          <p:val>
                            <p:fltVal val="0"/>
                          </p:val>
                        </p:tav>
                        <p:tav tm="100000">
                          <p:val>
                            <p:strVal val="#ppt_w"/>
                          </p:val>
                        </p:tav>
                      </p:tavLst>
                    </p:anim>
                    <p:anim calcmode="lin" valueType="num">
                      <p:cBhvr>
                        <p:cTn dur="500" fill="hold"/>
                        <p:tgtEl>
                          <p:spTgt spid="29"/>
                        </p:tgtEl>
                        <p:attrNameLst>
                          <p:attrName>ppt_h</p:attrName>
                        </p:attrNameLst>
                      </p:cBhvr>
                      <p:tavLst>
                        <p:tav tm="0">
                          <p:val>
                            <p:fltVal val="0"/>
                          </p:val>
                        </p:tav>
                        <p:tav tm="100000">
                          <p:val>
                            <p:strVal val="#ppt_h"/>
                          </p:val>
                        </p:tav>
                      </p:tavLst>
                    </p:anim>
                    <p:animEffect transition="in" filter="fade">
                      <p:cBhvr>
                        <p:cTn dur="500"/>
                        <p:tgtEl>
                          <p:spTgt spid="29"/>
                        </p:tgtEl>
                      </p:cBhvr>
                    </p:animEffect>
                  </p:childTnLst>
                </p:cTn>
              </p:par>
            </p:tnLst>
          </p:tmpl>
        </p:tmplLst>
      </p:bldP>
      <p:bldP spid="30" grpId="0" build="p">
        <p:tmplLst>
          <p:tmpl lvl="1">
            <p:tnLst>
              <p:par>
                <p:cTn presetID="53" presetClass="entr" presetSubtype="16" fill="hold" nodeType="afterEffect">
                  <p:stCondLst>
                    <p:cond delay="0"/>
                  </p:stCondLst>
                  <p:childTnLst>
                    <p:set>
                      <p:cBhvr>
                        <p:cTn dur="1" fill="hold">
                          <p:stCondLst>
                            <p:cond delay="0"/>
                          </p:stCondLst>
                        </p:cTn>
                        <p:tgtEl>
                          <p:spTgt spid="30"/>
                        </p:tgtEl>
                        <p:attrNameLst>
                          <p:attrName>style.visibility</p:attrName>
                        </p:attrNameLst>
                      </p:cBhvr>
                      <p:to>
                        <p:strVal val="visible"/>
                      </p:to>
                    </p:set>
                    <p:anim calcmode="lin" valueType="num">
                      <p:cBhvr>
                        <p:cTn dur="500" fill="hold"/>
                        <p:tgtEl>
                          <p:spTgt spid="30"/>
                        </p:tgtEl>
                        <p:attrNameLst>
                          <p:attrName>ppt_w</p:attrName>
                        </p:attrNameLst>
                      </p:cBhvr>
                      <p:tavLst>
                        <p:tav tm="0">
                          <p:val>
                            <p:fltVal val="0"/>
                          </p:val>
                        </p:tav>
                        <p:tav tm="100000">
                          <p:val>
                            <p:strVal val="#ppt_w"/>
                          </p:val>
                        </p:tav>
                      </p:tavLst>
                    </p:anim>
                    <p:anim calcmode="lin" valueType="num">
                      <p:cBhvr>
                        <p:cTn dur="500" fill="hold"/>
                        <p:tgtEl>
                          <p:spTgt spid="30"/>
                        </p:tgtEl>
                        <p:attrNameLst>
                          <p:attrName>ppt_h</p:attrName>
                        </p:attrNameLst>
                      </p:cBhvr>
                      <p:tavLst>
                        <p:tav tm="0">
                          <p:val>
                            <p:fltVal val="0"/>
                          </p:val>
                        </p:tav>
                        <p:tav tm="100000">
                          <p:val>
                            <p:strVal val="#ppt_h"/>
                          </p:val>
                        </p:tav>
                      </p:tavLst>
                    </p:anim>
                    <p:animEffect transition="in" filter="fade">
                      <p:cBhvr>
                        <p:cTn dur="500"/>
                        <p:tgtEl>
                          <p:spTgt spid="30"/>
                        </p:tgtEl>
                      </p:cBhvr>
                    </p:animEffect>
                  </p:childTnLst>
                </p:cTn>
              </p:par>
            </p:tnLst>
          </p:tmpl>
        </p:tmplLst>
      </p:bldP>
    </p:bldLst>
  </p:timing>
</p:sldLayout>
</file>

<file path=ppt/slideLayouts/slideLayout734.xml><?xml version="1.0" encoding="utf-8"?>
<p:sldLayout xmlns:a="http://schemas.openxmlformats.org/drawingml/2006/main" xmlns:r="http://schemas.openxmlformats.org/officeDocument/2006/relationships" xmlns:p="http://schemas.openxmlformats.org/presentationml/2006/main" preserve="1" userDrawn="1">
  <p:cSld name="13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2673352"/>
            <a:ext cx="4605193" cy="1559213"/>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4" y="2394613"/>
            <a:ext cx="2164273" cy="458854"/>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4" y="4418436"/>
            <a:ext cx="4605193"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Tree>
    <p:extLst>
      <p:ext uri="{BB962C8B-B14F-4D97-AF65-F5344CB8AC3E}">
        <p14:creationId xmlns:p14="http://schemas.microsoft.com/office/powerpoint/2010/main" val="361640466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735.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7" name="Rectangle 6"/>
          <p:cNvSpPr/>
          <p:nvPr userDrawn="1"/>
        </p:nvSpPr>
        <p:spPr>
          <a:xfrm>
            <a:off x="1714500" y="1695450"/>
            <a:ext cx="10477500" cy="72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9" name="Isosceles Triangle 8"/>
          <p:cNvSpPr/>
          <p:nvPr userDrawn="1"/>
        </p:nvSpPr>
        <p:spPr>
          <a:xfrm rot="10800000">
            <a:off x="1890032" y="1731450"/>
            <a:ext cx="516618" cy="252814"/>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10" name="Picture Placeholder 7"/>
          <p:cNvSpPr>
            <a:spLocks noGrp="1"/>
          </p:cNvSpPr>
          <p:nvPr>
            <p:ph type="pic" sz="quarter" idx="14" hasCustomPrompt="1"/>
          </p:nvPr>
        </p:nvSpPr>
        <p:spPr>
          <a:xfrm>
            <a:off x="0" y="2365620"/>
            <a:ext cx="5389418" cy="4492380"/>
          </a:xfrm>
          <a:solidFill>
            <a:schemeClr val="bg1">
              <a:lumMod val="85000"/>
            </a:schemeClr>
          </a:solidFill>
        </p:spPr>
        <p:txBody>
          <a:bodyPr>
            <a:normAutofit/>
          </a:bodyPr>
          <a:lstStyle>
            <a:lvl1pPr>
              <a:defRPr sz="1000" baseline="0"/>
            </a:lvl1pPr>
          </a:lstStyle>
          <a:p>
            <a:r>
              <a:rPr lang="id-ID" dirty="0" smtClean="0"/>
              <a:t>Pic here</a:t>
            </a:r>
            <a:endParaRPr lang="en-AU" dirty="0"/>
          </a:p>
        </p:txBody>
      </p:sp>
      <p:sp>
        <p:nvSpPr>
          <p:cNvPr id="13" name="Picture Placeholder 12"/>
          <p:cNvSpPr>
            <a:spLocks noGrp="1"/>
          </p:cNvSpPr>
          <p:nvPr>
            <p:ph type="pic" sz="quarter" idx="15" hasCustomPrompt="1"/>
          </p:nvPr>
        </p:nvSpPr>
        <p:spPr>
          <a:xfrm>
            <a:off x="4905829" y="2931885"/>
            <a:ext cx="878115" cy="878115"/>
          </a:xfrm>
          <a:custGeom>
            <a:avLst/>
            <a:gdLst>
              <a:gd name="connsiteX0" fmla="*/ 595086 w 1190172"/>
              <a:gd name="connsiteY0" fmla="*/ 0 h 1190172"/>
              <a:gd name="connsiteX1" fmla="*/ 1190172 w 1190172"/>
              <a:gd name="connsiteY1" fmla="*/ 595086 h 1190172"/>
              <a:gd name="connsiteX2" fmla="*/ 595086 w 1190172"/>
              <a:gd name="connsiteY2" fmla="*/ 1190172 h 1190172"/>
              <a:gd name="connsiteX3" fmla="*/ 0 w 1190172"/>
              <a:gd name="connsiteY3" fmla="*/ 595086 h 1190172"/>
              <a:gd name="connsiteX4" fmla="*/ 595086 w 1190172"/>
              <a:gd name="connsiteY4" fmla="*/ 0 h 11901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0172" h="1190172">
                <a:moveTo>
                  <a:pt x="595086" y="0"/>
                </a:moveTo>
                <a:cubicBezTo>
                  <a:pt x="923743" y="0"/>
                  <a:pt x="1190172" y="266429"/>
                  <a:pt x="1190172" y="595086"/>
                </a:cubicBezTo>
                <a:cubicBezTo>
                  <a:pt x="1190172" y="923743"/>
                  <a:pt x="923743" y="1190172"/>
                  <a:pt x="595086" y="1190172"/>
                </a:cubicBezTo>
                <a:cubicBezTo>
                  <a:pt x="266429" y="1190172"/>
                  <a:pt x="0" y="923743"/>
                  <a:pt x="0" y="595086"/>
                </a:cubicBezTo>
                <a:cubicBezTo>
                  <a:pt x="0" y="266429"/>
                  <a:pt x="266429" y="0"/>
                  <a:pt x="595086" y="0"/>
                </a:cubicBezTo>
                <a:close/>
              </a:path>
            </a:pathLst>
          </a:custGeom>
          <a:solidFill>
            <a:schemeClr val="accent4"/>
          </a:solidFill>
          <a:ln w="76200">
            <a:solidFill>
              <a:schemeClr val="bg1"/>
            </a:solidFill>
          </a:ln>
          <a:effectLst>
            <a:outerShdw blurRad="50800" dist="38100" dir="8100000" algn="tr" rotWithShape="0">
              <a:prstClr val="black">
                <a:alpha val="40000"/>
              </a:prstClr>
            </a:outerShdw>
          </a:effectLst>
        </p:spPr>
        <p:txBody>
          <a:bodyPr wrap="square">
            <a:noAutofit/>
          </a:bodyPr>
          <a:lstStyle>
            <a:lvl1pPr>
              <a:defRPr sz="1000"/>
            </a:lvl1pPr>
          </a:lstStyle>
          <a:p>
            <a:r>
              <a:rPr lang="id-ID" dirty="0" smtClean="0"/>
              <a:t>Nopic</a:t>
            </a:r>
            <a:endParaRPr lang="en-AU" dirty="0"/>
          </a:p>
        </p:txBody>
      </p:sp>
      <p:sp>
        <p:nvSpPr>
          <p:cNvPr id="15" name="Text Placeholder 21"/>
          <p:cNvSpPr>
            <a:spLocks noGrp="1"/>
          </p:cNvSpPr>
          <p:nvPr>
            <p:ph type="body" sz="quarter" idx="20"/>
          </p:nvPr>
        </p:nvSpPr>
        <p:spPr>
          <a:xfrm>
            <a:off x="6096000" y="2934950"/>
            <a:ext cx="5616575" cy="360363"/>
          </a:xfrm>
        </p:spPr>
        <p:txBody>
          <a:bodyPr/>
          <a:lstStyle>
            <a:lvl1pPr>
              <a:defRPr baseline="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6" name="Text Placeholder 21"/>
          <p:cNvSpPr>
            <a:spLocks noGrp="1"/>
          </p:cNvSpPr>
          <p:nvPr>
            <p:ph type="body" sz="quarter" idx="21"/>
          </p:nvPr>
        </p:nvSpPr>
        <p:spPr>
          <a:xfrm>
            <a:off x="6096000" y="3344061"/>
            <a:ext cx="5616575" cy="1391908"/>
          </a:xfrm>
        </p:spPr>
        <p:txBody>
          <a:bodyPr>
            <a:normAutofit/>
          </a:bodyPr>
          <a:lstStyle>
            <a:lvl1pP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grpSp>
        <p:nvGrpSpPr>
          <p:cNvPr id="21" name="Group 20"/>
          <p:cNvGrpSpPr/>
          <p:nvPr userDrawn="1"/>
        </p:nvGrpSpPr>
        <p:grpSpPr>
          <a:xfrm>
            <a:off x="0" y="2256968"/>
            <a:ext cx="5389418" cy="108652"/>
            <a:chOff x="0" y="2256968"/>
            <a:chExt cx="5721120" cy="108652"/>
          </a:xfrm>
        </p:grpSpPr>
        <p:sp>
          <p:nvSpPr>
            <p:cNvPr id="17" name="Rectangle 16"/>
            <p:cNvSpPr/>
            <p:nvPr userDrawn="1"/>
          </p:nvSpPr>
          <p:spPr>
            <a:xfrm>
              <a:off x="0" y="2257620"/>
              <a:ext cx="1447800" cy="10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18" name="Rectangle 17"/>
            <p:cNvSpPr/>
            <p:nvPr userDrawn="1"/>
          </p:nvSpPr>
          <p:spPr>
            <a:xfrm>
              <a:off x="1424440" y="2257620"/>
              <a:ext cx="1447800" cy="1080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19" name="Rectangle 18"/>
            <p:cNvSpPr/>
            <p:nvPr userDrawn="1"/>
          </p:nvSpPr>
          <p:spPr>
            <a:xfrm>
              <a:off x="2872240" y="2256968"/>
              <a:ext cx="1447800" cy="108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0" name="Rectangle 19"/>
            <p:cNvSpPr/>
            <p:nvPr userDrawn="1"/>
          </p:nvSpPr>
          <p:spPr>
            <a:xfrm>
              <a:off x="4273320" y="2256968"/>
              <a:ext cx="1447800" cy="10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grpSp>
    </p:spTree>
    <p:extLst>
      <p:ext uri="{BB962C8B-B14F-4D97-AF65-F5344CB8AC3E}">
        <p14:creationId xmlns:p14="http://schemas.microsoft.com/office/powerpoint/2010/main" val="107403278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42" presetClass="entr" presetSubtype="0" fill="hold" grpId="0" nodeType="afterEffect">
                                  <p:stCondLst>
                                    <p:cond delay="0"/>
                                  </p:stCondLst>
                                  <p:childTnLst>
                                    <p:set>
                                      <p:cBhvr>
                                        <p:cTn id="10" dur="1" fill="hold">
                                          <p:stCondLst>
                                            <p:cond delay="0"/>
                                          </p:stCondLst>
                                        </p:cTn>
                                        <p:tgtEl>
                                          <p:spTgt spid="8">
                                            <p:txEl>
                                              <p:pRg st="0" end="0"/>
                                            </p:txEl>
                                          </p:spTgt>
                                        </p:tgtEl>
                                        <p:attrNameLst>
                                          <p:attrName>style.visibility</p:attrName>
                                        </p:attrNameLst>
                                      </p:cBhvr>
                                      <p:to>
                                        <p:strVal val="visible"/>
                                      </p:to>
                                    </p:set>
                                    <p:animEffect transition="in" filter="fade">
                                      <p:cBhvr>
                                        <p:cTn id="11" dur="500"/>
                                        <p:tgtEl>
                                          <p:spTgt spid="8">
                                            <p:txEl>
                                              <p:pRg st="0" end="0"/>
                                            </p:txEl>
                                          </p:spTgt>
                                        </p:tgtEl>
                                      </p:cBhvr>
                                    </p:animEffect>
                                    <p:anim calcmode="lin" valueType="num">
                                      <p:cBhvr>
                                        <p:cTn id="12"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4" fill="hold">
                            <p:stCondLst>
                              <p:cond delay="1000"/>
                            </p:stCondLst>
                            <p:childTnLst>
                              <p:par>
                                <p:cTn id="15" presetID="22" presetClass="entr" presetSubtype="2" fill="hold" grpId="0" nodeType="after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wipe(right)">
                                      <p:cBhvr>
                                        <p:cTn id="17" dur="500"/>
                                        <p:tgtEl>
                                          <p:spTgt spid="7"/>
                                        </p:tgtEl>
                                      </p:cBhvr>
                                    </p:animEffect>
                                  </p:childTnLst>
                                </p:cTn>
                              </p:par>
                            </p:childTnLst>
                          </p:cTn>
                        </p:par>
                        <p:par>
                          <p:cTn id="18" fill="hold">
                            <p:stCondLst>
                              <p:cond delay="1500"/>
                            </p:stCondLst>
                            <p:childTnLst>
                              <p:par>
                                <p:cTn id="19" presetID="10" presetClass="entr" presetSubtype="0" fill="hold" grpId="0" nodeType="afterEffect">
                                  <p:stCondLst>
                                    <p:cond delay="0"/>
                                  </p:stCondLst>
                                  <p:childTnLst>
                                    <p:set>
                                      <p:cBhvr>
                                        <p:cTn id="20" dur="1" fill="hold">
                                          <p:stCondLst>
                                            <p:cond delay="0"/>
                                          </p:stCondLst>
                                        </p:cTn>
                                        <p:tgtEl>
                                          <p:spTgt spid="9"/>
                                        </p:tgtEl>
                                        <p:attrNameLst>
                                          <p:attrName>style.visibility</p:attrName>
                                        </p:attrNameLst>
                                      </p:cBhvr>
                                      <p:to>
                                        <p:strVal val="visible"/>
                                      </p:to>
                                    </p:set>
                                    <p:animEffect transition="in" filter="fade">
                                      <p:cBhvr>
                                        <p:cTn id="21" dur="500"/>
                                        <p:tgtEl>
                                          <p:spTgt spid="9"/>
                                        </p:tgtEl>
                                      </p:cBhvr>
                                    </p:animEffect>
                                  </p:childTnLst>
                                </p:cTn>
                              </p:par>
                            </p:childTnLst>
                          </p:cTn>
                        </p:par>
                        <p:par>
                          <p:cTn id="22" fill="hold">
                            <p:stCondLst>
                              <p:cond delay="2000"/>
                            </p:stCondLst>
                            <p:childTnLst>
                              <p:par>
                                <p:cTn id="23" presetID="10" presetClass="entr" presetSubtype="0" fill="hold" nodeType="afterEffect">
                                  <p:stCondLst>
                                    <p:cond delay="0"/>
                                  </p:stCondLst>
                                  <p:childTnLst>
                                    <p:set>
                                      <p:cBhvr>
                                        <p:cTn id="24" dur="1" fill="hold">
                                          <p:stCondLst>
                                            <p:cond delay="0"/>
                                          </p:stCondLst>
                                        </p:cTn>
                                        <p:tgtEl>
                                          <p:spTgt spid="21"/>
                                        </p:tgtEl>
                                        <p:attrNameLst>
                                          <p:attrName>style.visibility</p:attrName>
                                        </p:attrNameLst>
                                      </p:cBhvr>
                                      <p:to>
                                        <p:strVal val="visible"/>
                                      </p:to>
                                    </p:set>
                                    <p:animEffect transition="in" filter="fade">
                                      <p:cBhvr>
                                        <p:cTn id="25" dur="500"/>
                                        <p:tgtEl>
                                          <p:spTgt spid="21"/>
                                        </p:tgtEl>
                                      </p:cBhvr>
                                    </p:animEffect>
                                  </p:childTnLst>
                                </p:cTn>
                              </p:par>
                            </p:childTnLst>
                          </p:cTn>
                        </p:par>
                        <p:par>
                          <p:cTn id="26" fill="hold">
                            <p:stCondLst>
                              <p:cond delay="2500"/>
                            </p:stCondLst>
                            <p:childTnLst>
                              <p:par>
                                <p:cTn id="27" presetID="53" presetClass="entr" presetSubtype="16" fill="hold" grpId="0" nodeType="afterEffect">
                                  <p:stCondLst>
                                    <p:cond delay="0"/>
                                  </p:stCondLst>
                                  <p:childTnLst>
                                    <p:set>
                                      <p:cBhvr>
                                        <p:cTn id="28" dur="1" fill="hold">
                                          <p:stCondLst>
                                            <p:cond delay="0"/>
                                          </p:stCondLst>
                                        </p:cTn>
                                        <p:tgtEl>
                                          <p:spTgt spid="10"/>
                                        </p:tgtEl>
                                        <p:attrNameLst>
                                          <p:attrName>style.visibility</p:attrName>
                                        </p:attrNameLst>
                                      </p:cBhvr>
                                      <p:to>
                                        <p:strVal val="visible"/>
                                      </p:to>
                                    </p:set>
                                    <p:anim calcmode="lin" valueType="num">
                                      <p:cBhvr>
                                        <p:cTn id="29" dur="500" fill="hold"/>
                                        <p:tgtEl>
                                          <p:spTgt spid="10"/>
                                        </p:tgtEl>
                                        <p:attrNameLst>
                                          <p:attrName>ppt_w</p:attrName>
                                        </p:attrNameLst>
                                      </p:cBhvr>
                                      <p:tavLst>
                                        <p:tav tm="0">
                                          <p:val>
                                            <p:fltVal val="0"/>
                                          </p:val>
                                        </p:tav>
                                        <p:tav tm="100000">
                                          <p:val>
                                            <p:strVal val="#ppt_w"/>
                                          </p:val>
                                        </p:tav>
                                      </p:tavLst>
                                    </p:anim>
                                    <p:anim calcmode="lin" valueType="num">
                                      <p:cBhvr>
                                        <p:cTn id="30" dur="500" fill="hold"/>
                                        <p:tgtEl>
                                          <p:spTgt spid="10"/>
                                        </p:tgtEl>
                                        <p:attrNameLst>
                                          <p:attrName>ppt_h</p:attrName>
                                        </p:attrNameLst>
                                      </p:cBhvr>
                                      <p:tavLst>
                                        <p:tav tm="0">
                                          <p:val>
                                            <p:fltVal val="0"/>
                                          </p:val>
                                        </p:tav>
                                        <p:tav tm="100000">
                                          <p:val>
                                            <p:strVal val="#ppt_h"/>
                                          </p:val>
                                        </p:tav>
                                      </p:tavLst>
                                    </p:anim>
                                    <p:animEffect transition="in" filter="fade">
                                      <p:cBhvr>
                                        <p:cTn id="31" dur="500"/>
                                        <p:tgtEl>
                                          <p:spTgt spid="10"/>
                                        </p:tgtEl>
                                      </p:cBhvr>
                                    </p:animEffect>
                                  </p:childTnLst>
                                </p:cTn>
                              </p:par>
                            </p:childTnLst>
                          </p:cTn>
                        </p:par>
                        <p:par>
                          <p:cTn id="32" fill="hold">
                            <p:stCondLst>
                              <p:cond delay="3000"/>
                            </p:stCondLst>
                            <p:childTnLst>
                              <p:par>
                                <p:cTn id="33" presetID="10" presetClass="entr" presetSubtype="0" fill="hold" grpId="0" nodeType="afterEffect">
                                  <p:stCondLst>
                                    <p:cond delay="0"/>
                                  </p:stCondLst>
                                  <p:childTnLst>
                                    <p:set>
                                      <p:cBhvr>
                                        <p:cTn id="34" dur="1" fill="hold">
                                          <p:stCondLst>
                                            <p:cond delay="0"/>
                                          </p:stCondLst>
                                        </p:cTn>
                                        <p:tgtEl>
                                          <p:spTgt spid="13"/>
                                        </p:tgtEl>
                                        <p:attrNameLst>
                                          <p:attrName>style.visibility</p:attrName>
                                        </p:attrNameLst>
                                      </p:cBhvr>
                                      <p:to>
                                        <p:strVal val="visible"/>
                                      </p:to>
                                    </p:set>
                                    <p:animEffect transition="in" filter="fade">
                                      <p:cBhvr>
                                        <p:cTn id="35" dur="500"/>
                                        <p:tgtEl>
                                          <p:spTgt spid="13"/>
                                        </p:tgtEl>
                                      </p:cBhvr>
                                    </p:animEffect>
                                  </p:childTnLst>
                                </p:cTn>
                              </p:par>
                            </p:childTnLst>
                          </p:cTn>
                        </p:par>
                        <p:par>
                          <p:cTn id="36" fill="hold">
                            <p:stCondLst>
                              <p:cond delay="3500"/>
                            </p:stCondLst>
                            <p:childTnLst>
                              <p:par>
                                <p:cTn id="37" presetID="53" presetClass="entr" presetSubtype="16" fill="hold" grpId="0" nodeType="afterEffect" nodePh="1">
                                  <p:stCondLst>
                                    <p:cond delay="0"/>
                                  </p:stCondLst>
                                  <p:endCondLst>
                                    <p:cond evt="begin" delay="0">
                                      <p:tn val="37"/>
                                    </p:cond>
                                  </p:endCondLst>
                                  <p:childTnLst>
                                    <p:set>
                                      <p:cBhvr>
                                        <p:cTn id="38" dur="1" fill="hold">
                                          <p:stCondLst>
                                            <p:cond delay="0"/>
                                          </p:stCondLst>
                                        </p:cTn>
                                        <p:tgtEl>
                                          <p:spTgt spid="15">
                                            <p:txEl>
                                              <p:pRg st="0" end="0"/>
                                            </p:txEl>
                                          </p:spTgt>
                                        </p:tgtEl>
                                        <p:attrNameLst>
                                          <p:attrName>style.visibility</p:attrName>
                                        </p:attrNameLst>
                                      </p:cBhvr>
                                      <p:to>
                                        <p:strVal val="visible"/>
                                      </p:to>
                                    </p:set>
                                    <p:anim calcmode="lin" valueType="num">
                                      <p:cBhvr>
                                        <p:cTn id="39" dur="500" fill="hold"/>
                                        <p:tgtEl>
                                          <p:spTgt spid="15">
                                            <p:txEl>
                                              <p:pRg st="0" end="0"/>
                                            </p:txEl>
                                          </p:spTgt>
                                        </p:tgtEl>
                                        <p:attrNameLst>
                                          <p:attrName>ppt_w</p:attrName>
                                        </p:attrNameLst>
                                      </p:cBhvr>
                                      <p:tavLst>
                                        <p:tav tm="0">
                                          <p:val>
                                            <p:fltVal val="0"/>
                                          </p:val>
                                        </p:tav>
                                        <p:tav tm="100000">
                                          <p:val>
                                            <p:strVal val="#ppt_w"/>
                                          </p:val>
                                        </p:tav>
                                      </p:tavLst>
                                    </p:anim>
                                    <p:anim calcmode="lin" valueType="num">
                                      <p:cBhvr>
                                        <p:cTn id="40" dur="500" fill="hold"/>
                                        <p:tgtEl>
                                          <p:spTgt spid="15">
                                            <p:txEl>
                                              <p:pRg st="0" end="0"/>
                                            </p:txEl>
                                          </p:spTgt>
                                        </p:tgtEl>
                                        <p:attrNameLst>
                                          <p:attrName>ppt_h</p:attrName>
                                        </p:attrNameLst>
                                      </p:cBhvr>
                                      <p:tavLst>
                                        <p:tav tm="0">
                                          <p:val>
                                            <p:fltVal val="0"/>
                                          </p:val>
                                        </p:tav>
                                        <p:tav tm="100000">
                                          <p:val>
                                            <p:strVal val="#ppt_h"/>
                                          </p:val>
                                        </p:tav>
                                      </p:tavLst>
                                    </p:anim>
                                    <p:animEffect transition="in" filter="fade">
                                      <p:cBhvr>
                                        <p:cTn id="41" dur="500"/>
                                        <p:tgtEl>
                                          <p:spTgt spid="15">
                                            <p:txEl>
                                              <p:pRg st="0" end="0"/>
                                            </p:txEl>
                                          </p:spTgt>
                                        </p:tgtEl>
                                      </p:cBhvr>
                                    </p:animEffect>
                                  </p:childTnLst>
                                </p:cTn>
                              </p:par>
                            </p:childTnLst>
                          </p:cTn>
                        </p:par>
                        <p:par>
                          <p:cTn id="42" fill="hold">
                            <p:stCondLst>
                              <p:cond delay="4000"/>
                            </p:stCondLst>
                            <p:childTnLst>
                              <p:par>
                                <p:cTn id="43" presetID="42" presetClass="entr" presetSubtype="0" fill="hold" grpId="0" nodeType="afterEffect" nodePh="1">
                                  <p:stCondLst>
                                    <p:cond delay="0"/>
                                  </p:stCondLst>
                                  <p:endCondLst>
                                    <p:cond evt="begin" delay="0">
                                      <p:tn val="43"/>
                                    </p:cond>
                                  </p:endCondLst>
                                  <p:childTnLst>
                                    <p:set>
                                      <p:cBhvr>
                                        <p:cTn id="44" dur="1" fill="hold">
                                          <p:stCondLst>
                                            <p:cond delay="0"/>
                                          </p:stCondLst>
                                        </p:cTn>
                                        <p:tgtEl>
                                          <p:spTgt spid="16">
                                            <p:txEl>
                                              <p:pRg st="0" end="0"/>
                                            </p:txEl>
                                          </p:spTgt>
                                        </p:tgtEl>
                                        <p:attrNameLst>
                                          <p:attrName>style.visibility</p:attrName>
                                        </p:attrNameLst>
                                      </p:cBhvr>
                                      <p:to>
                                        <p:strVal val="visible"/>
                                      </p:to>
                                    </p:set>
                                    <p:animEffect transition="in" filter="fade">
                                      <p:cBhvr>
                                        <p:cTn id="45" dur="500"/>
                                        <p:tgtEl>
                                          <p:spTgt spid="16">
                                            <p:txEl>
                                              <p:pRg st="0" end="0"/>
                                            </p:txEl>
                                          </p:spTgt>
                                        </p:tgtEl>
                                      </p:cBhvr>
                                    </p:animEffect>
                                    <p:anim calcmode="lin" valueType="num">
                                      <p:cBhvr>
                                        <p:cTn id="46" dur="500" fill="hold"/>
                                        <p:tgtEl>
                                          <p:spTgt spid="16">
                                            <p:txEl>
                                              <p:pRg st="0" end="0"/>
                                            </p:txEl>
                                          </p:spTgt>
                                        </p:tgtEl>
                                        <p:attrNameLst>
                                          <p:attrName>ppt_x</p:attrName>
                                        </p:attrNameLst>
                                      </p:cBhvr>
                                      <p:tavLst>
                                        <p:tav tm="0">
                                          <p:val>
                                            <p:strVal val="#ppt_x"/>
                                          </p:val>
                                        </p:tav>
                                        <p:tav tm="100000">
                                          <p:val>
                                            <p:strVal val="#ppt_x"/>
                                          </p:val>
                                        </p:tav>
                                      </p:tavLst>
                                    </p:anim>
                                    <p:anim calcmode="lin" valueType="num">
                                      <p:cBhvr>
                                        <p:cTn id="47" dur="500" fill="hold"/>
                                        <p:tgtEl>
                                          <p:spTgt spid="16">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7" grpId="0" animBg="1"/>
      <p:bldP spid="9" grpId="0" animBg="1"/>
      <p:bldP spid="10" grpId="0" animBg="1"/>
      <p:bldP spid="13" grpId="0" animBg="1"/>
      <p:bldP spid="15"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5"/>
                        </p:tgtEl>
                        <p:attrNameLst>
                          <p:attrName>style.visibility</p:attrName>
                        </p:attrNameLst>
                      </p:cBhvr>
                      <p:to>
                        <p:strVal val="visible"/>
                      </p:to>
                    </p:set>
                    <p:anim calcmode="lin" valueType="num">
                      <p:cBhvr>
                        <p:cTn dur="500" fill="hold"/>
                        <p:tgtEl>
                          <p:spTgt spid="15"/>
                        </p:tgtEl>
                        <p:attrNameLst>
                          <p:attrName>ppt_w</p:attrName>
                        </p:attrNameLst>
                      </p:cBhvr>
                      <p:tavLst>
                        <p:tav tm="0">
                          <p:val>
                            <p:fltVal val="0"/>
                          </p:val>
                        </p:tav>
                        <p:tav tm="100000">
                          <p:val>
                            <p:strVal val="#ppt_w"/>
                          </p:val>
                        </p:tav>
                      </p:tavLst>
                    </p:anim>
                    <p:anim calcmode="lin" valueType="num">
                      <p:cBhvr>
                        <p:cTn dur="500" fill="hold"/>
                        <p:tgtEl>
                          <p:spTgt spid="15"/>
                        </p:tgtEl>
                        <p:attrNameLst>
                          <p:attrName>ppt_h</p:attrName>
                        </p:attrNameLst>
                      </p:cBhvr>
                      <p:tavLst>
                        <p:tav tm="0">
                          <p:val>
                            <p:fltVal val="0"/>
                          </p:val>
                        </p:tav>
                        <p:tav tm="100000">
                          <p:val>
                            <p:strVal val="#ppt_h"/>
                          </p:val>
                        </p:tav>
                      </p:tavLst>
                    </p:anim>
                    <p:animEffect transition="in" filter="fade">
                      <p:cBhvr>
                        <p:cTn dur="500"/>
                        <p:tgtEl>
                          <p:spTgt spid="15"/>
                        </p:tgtEl>
                      </p:cBhvr>
                    </p:animEffect>
                  </p:childTnLst>
                </p:cTn>
              </p:par>
            </p:tnLst>
          </p:tmpl>
        </p:tmplLst>
      </p:bldP>
      <p:bldP spid="16"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6"/>
                        </p:tgtEl>
                        <p:attrNameLst>
                          <p:attrName>style.visibility</p:attrName>
                        </p:attrNameLst>
                      </p:cBhvr>
                      <p:to>
                        <p:strVal val="visible"/>
                      </p:to>
                    </p:set>
                    <p:animEffect transition="in" filter="fade">
                      <p:cBhvr>
                        <p:cTn dur="500"/>
                        <p:tgtEl>
                          <p:spTgt spid="16"/>
                        </p:tgtEl>
                      </p:cBhvr>
                    </p:animEffect>
                    <p:anim calcmode="lin" valueType="num">
                      <p:cBhvr>
                        <p:cTn dur="500" fill="hold"/>
                        <p:tgtEl>
                          <p:spTgt spid="16"/>
                        </p:tgtEl>
                        <p:attrNameLst>
                          <p:attrName>ppt_x</p:attrName>
                        </p:attrNameLst>
                      </p:cBhvr>
                      <p:tavLst>
                        <p:tav tm="0">
                          <p:val>
                            <p:strVal val="#ppt_x"/>
                          </p:val>
                        </p:tav>
                        <p:tav tm="100000">
                          <p:val>
                            <p:strVal val="#ppt_x"/>
                          </p:val>
                        </p:tav>
                      </p:tavLst>
                    </p:anim>
                    <p:anim calcmode="lin" valueType="num">
                      <p:cBhvr>
                        <p:cTn dur="500" fill="hold"/>
                        <p:tgtEl>
                          <p:spTgt spid="16"/>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736.xml><?xml version="1.0" encoding="utf-8"?>
<p:sldLayout xmlns:a="http://schemas.openxmlformats.org/drawingml/2006/main" xmlns:r="http://schemas.openxmlformats.org/officeDocument/2006/relationships" xmlns:p="http://schemas.openxmlformats.org/presentationml/2006/main" preserve="1" userDrawn="1">
  <p:cSld name="20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grpSp>
        <p:nvGrpSpPr>
          <p:cNvPr id="6" name="Group 5"/>
          <p:cNvGrpSpPr/>
          <p:nvPr userDrawn="1"/>
        </p:nvGrpSpPr>
        <p:grpSpPr>
          <a:xfrm>
            <a:off x="0" y="2827606"/>
            <a:ext cx="6136175" cy="4030394"/>
            <a:chOff x="1017405" y="2693983"/>
            <a:chExt cx="6794663" cy="4462905"/>
          </a:xfrm>
        </p:grpSpPr>
        <p:grpSp>
          <p:nvGrpSpPr>
            <p:cNvPr id="7" name="Group 6"/>
            <p:cNvGrpSpPr/>
            <p:nvPr/>
          </p:nvGrpSpPr>
          <p:grpSpPr>
            <a:xfrm>
              <a:off x="1017405" y="2693983"/>
              <a:ext cx="6794663" cy="4462905"/>
              <a:chOff x="1017405" y="2693983"/>
              <a:chExt cx="6794663" cy="4462905"/>
            </a:xfrm>
          </p:grpSpPr>
          <p:sp>
            <p:nvSpPr>
              <p:cNvPr id="9" name="AutoShape 1"/>
              <p:cNvSpPr>
                <a:spLocks/>
              </p:cNvSpPr>
              <p:nvPr/>
            </p:nvSpPr>
            <p:spPr bwMode="auto">
              <a:xfrm>
                <a:off x="1017405" y="2693983"/>
                <a:ext cx="6794663" cy="4462905"/>
              </a:xfrm>
              <a:prstGeom prst="roundRect">
                <a:avLst>
                  <a:gd name="adj" fmla="val 1292"/>
                </a:avLst>
              </a:prstGeom>
              <a:solidFill>
                <a:srgbClr val="343434"/>
              </a:solidFill>
              <a:ln w="25400" cap="flat">
                <a:noFill/>
                <a:prstDash val="solid"/>
                <a:miter lim="800000"/>
                <a:headEnd type="none" w="med" len="med"/>
                <a:tailEnd type="none" w="med" len="med"/>
              </a:ln>
              <a:effectLst>
                <a:outerShdw blurRad="254000" dist="114299" dir="5340024" algn="ctr" rotWithShape="0">
                  <a:schemeClr val="bg2">
                    <a:alpha val="39000"/>
                  </a:schemeClr>
                </a:outerShdw>
              </a:effectLst>
            </p:spPr>
            <p:txBody>
              <a:bodyPr lIns="0" tIns="0" rIns="0" bIns="0"/>
              <a:lstStyle/>
              <a:p>
                <a:pPr fontAlgn="auto">
                  <a:spcBef>
                    <a:spcPts val="0"/>
                  </a:spcBef>
                  <a:spcAft>
                    <a:spcPts val="0"/>
                  </a:spcAft>
                </a:pPr>
                <a:endParaRPr lang="id-ID">
                  <a:solidFill>
                    <a:prstClr val="black"/>
                  </a:solidFill>
                  <a:latin typeface="Roboto Lt"/>
                  <a:cs typeface="+mn-cs"/>
                </a:endParaRPr>
              </a:p>
            </p:txBody>
          </p:sp>
          <p:sp>
            <p:nvSpPr>
              <p:cNvPr id="10" name="Rectangle 2"/>
              <p:cNvSpPr>
                <a:spLocks/>
              </p:cNvSpPr>
              <p:nvPr/>
            </p:nvSpPr>
            <p:spPr bwMode="auto">
              <a:xfrm>
                <a:off x="1017405" y="3024940"/>
                <a:ext cx="6794663" cy="315914"/>
              </a:xfrm>
              <a:prstGeom prst="rect">
                <a:avLst/>
              </a:prstGeom>
              <a:solidFill>
                <a:srgbClr val="CDCDCD"/>
              </a:solidFill>
              <a:ln w="25400" cap="flat">
                <a:solidFill>
                  <a:srgbClr val="CDCDCD"/>
                </a:solidFill>
                <a:prstDash val="solid"/>
                <a:miter lim="800000"/>
                <a:headEnd type="none" w="med" len="med"/>
                <a:tailEnd type="none" w="med" len="med"/>
              </a:ln>
            </p:spPr>
            <p:txBody>
              <a:bodyPr lIns="0" tIns="0" rIns="0" bIns="0"/>
              <a:lstStyle/>
              <a:p>
                <a:pPr fontAlgn="auto">
                  <a:spcBef>
                    <a:spcPts val="0"/>
                  </a:spcBef>
                  <a:spcAft>
                    <a:spcPts val="0"/>
                  </a:spcAft>
                </a:pPr>
                <a:endParaRPr lang="id-ID">
                  <a:solidFill>
                    <a:prstClr val="black"/>
                  </a:solidFill>
                  <a:latin typeface="Roboto Lt"/>
                  <a:cs typeface="+mn-cs"/>
                </a:endParaRPr>
              </a:p>
            </p:txBody>
          </p:sp>
          <p:sp>
            <p:nvSpPr>
              <p:cNvPr id="11" name="AutoShape 3"/>
              <p:cNvSpPr>
                <a:spLocks/>
              </p:cNvSpPr>
              <p:nvPr/>
            </p:nvSpPr>
            <p:spPr bwMode="auto">
              <a:xfrm>
                <a:off x="2035351" y="2779231"/>
                <a:ext cx="2064459" cy="561624"/>
              </a:xfrm>
              <a:prstGeom prst="roundRect">
                <a:avLst>
                  <a:gd name="adj" fmla="val 11986"/>
                </a:avLst>
              </a:prstGeom>
              <a:solidFill>
                <a:srgbClr val="CDCDCD"/>
              </a:solidFill>
              <a:ln w="25400" cap="flat">
                <a:solidFill>
                  <a:srgbClr val="CDCDCD"/>
                </a:solidFill>
                <a:prstDash val="solid"/>
                <a:miter lim="800000"/>
                <a:headEnd type="none" w="med" len="med"/>
                <a:tailEnd type="none" w="med" len="med"/>
              </a:ln>
            </p:spPr>
            <p:txBody>
              <a:bodyPr lIns="0" tIns="0" rIns="0" bIns="0"/>
              <a:lstStyle/>
              <a:p>
                <a:pPr fontAlgn="auto">
                  <a:spcBef>
                    <a:spcPts val="0"/>
                  </a:spcBef>
                  <a:spcAft>
                    <a:spcPts val="0"/>
                  </a:spcAft>
                </a:pPr>
                <a:endParaRPr lang="id-ID">
                  <a:solidFill>
                    <a:prstClr val="black"/>
                  </a:solidFill>
                  <a:latin typeface="Roboto Lt"/>
                  <a:cs typeface="+mn-cs"/>
                </a:endParaRPr>
              </a:p>
            </p:txBody>
          </p:sp>
          <p:sp>
            <p:nvSpPr>
              <p:cNvPr id="12" name="Oval 4"/>
              <p:cNvSpPr>
                <a:spLocks/>
              </p:cNvSpPr>
              <p:nvPr/>
            </p:nvSpPr>
            <p:spPr bwMode="auto">
              <a:xfrm>
                <a:off x="1137753" y="2814331"/>
                <a:ext cx="95903" cy="95276"/>
              </a:xfrm>
              <a:prstGeom prst="ellipse">
                <a:avLst/>
              </a:prstGeom>
              <a:solidFill>
                <a:schemeClr val="accent1"/>
              </a:solidFill>
              <a:ln w="25400" cap="flat">
                <a:noFill/>
                <a:prstDash val="solid"/>
                <a:miter lim="800000"/>
                <a:headEnd type="none" w="med" len="med"/>
                <a:tailEnd type="none" w="med" len="med"/>
              </a:ln>
            </p:spPr>
            <p:txBody>
              <a:bodyPr lIns="0" tIns="0" rIns="0" bIns="0"/>
              <a:lstStyle/>
              <a:p>
                <a:pPr fontAlgn="auto">
                  <a:spcBef>
                    <a:spcPts val="0"/>
                  </a:spcBef>
                  <a:spcAft>
                    <a:spcPts val="0"/>
                  </a:spcAft>
                </a:pPr>
                <a:endParaRPr lang="id-ID">
                  <a:solidFill>
                    <a:prstClr val="black"/>
                  </a:solidFill>
                  <a:latin typeface="Roboto Lt"/>
                  <a:cs typeface="+mn-cs"/>
                </a:endParaRPr>
              </a:p>
            </p:txBody>
          </p:sp>
          <p:sp>
            <p:nvSpPr>
              <p:cNvPr id="13" name="Oval 5"/>
              <p:cNvSpPr>
                <a:spLocks/>
              </p:cNvSpPr>
              <p:nvPr/>
            </p:nvSpPr>
            <p:spPr bwMode="auto">
              <a:xfrm>
                <a:off x="1307620" y="2814331"/>
                <a:ext cx="95903" cy="95276"/>
              </a:xfrm>
              <a:prstGeom prst="ellipse">
                <a:avLst/>
              </a:prstGeom>
              <a:solidFill>
                <a:schemeClr val="accent2"/>
              </a:solidFill>
              <a:ln w="25400" cap="flat">
                <a:noFill/>
                <a:prstDash val="solid"/>
                <a:miter lim="800000"/>
                <a:headEnd type="none" w="med" len="med"/>
                <a:tailEnd type="none" w="med" len="med"/>
              </a:ln>
            </p:spPr>
            <p:txBody>
              <a:bodyPr lIns="0" tIns="0" rIns="0" bIns="0"/>
              <a:lstStyle/>
              <a:p>
                <a:pPr fontAlgn="auto">
                  <a:spcBef>
                    <a:spcPts val="0"/>
                  </a:spcBef>
                  <a:spcAft>
                    <a:spcPts val="0"/>
                  </a:spcAft>
                </a:pPr>
                <a:endParaRPr lang="id-ID">
                  <a:solidFill>
                    <a:prstClr val="black"/>
                  </a:solidFill>
                  <a:latin typeface="Roboto Lt"/>
                  <a:cs typeface="+mn-cs"/>
                </a:endParaRPr>
              </a:p>
            </p:txBody>
          </p:sp>
          <p:sp>
            <p:nvSpPr>
              <p:cNvPr id="14" name="Oval 6"/>
              <p:cNvSpPr>
                <a:spLocks/>
              </p:cNvSpPr>
              <p:nvPr/>
            </p:nvSpPr>
            <p:spPr bwMode="auto">
              <a:xfrm>
                <a:off x="1477486" y="2814331"/>
                <a:ext cx="95903" cy="95276"/>
              </a:xfrm>
              <a:prstGeom prst="ellipse">
                <a:avLst/>
              </a:prstGeom>
              <a:solidFill>
                <a:schemeClr val="accent4"/>
              </a:solidFill>
              <a:ln w="25400" cap="flat">
                <a:noFill/>
                <a:prstDash val="solid"/>
                <a:miter lim="800000"/>
                <a:headEnd type="none" w="med" len="med"/>
                <a:tailEnd type="none" w="med" len="med"/>
              </a:ln>
            </p:spPr>
            <p:txBody>
              <a:bodyPr lIns="0" tIns="0" rIns="0" bIns="0"/>
              <a:lstStyle/>
              <a:p>
                <a:pPr fontAlgn="auto">
                  <a:spcBef>
                    <a:spcPts val="0"/>
                  </a:spcBef>
                  <a:spcAft>
                    <a:spcPts val="0"/>
                  </a:spcAft>
                </a:pPr>
                <a:endParaRPr lang="id-ID">
                  <a:solidFill>
                    <a:prstClr val="black"/>
                  </a:solidFill>
                  <a:latin typeface="Roboto Lt"/>
                  <a:cs typeface="+mn-cs"/>
                </a:endParaRPr>
              </a:p>
            </p:txBody>
          </p:sp>
          <p:sp>
            <p:nvSpPr>
              <p:cNvPr id="15" name="Rectangle 11"/>
              <p:cNvSpPr>
                <a:spLocks/>
              </p:cNvSpPr>
              <p:nvPr/>
            </p:nvSpPr>
            <p:spPr bwMode="auto">
              <a:xfrm>
                <a:off x="2205844" y="3085114"/>
                <a:ext cx="5104773" cy="200580"/>
              </a:xfrm>
              <a:prstGeom prst="rect">
                <a:avLst/>
              </a:prstGeom>
              <a:solidFill>
                <a:srgbClr val="FFFFFF"/>
              </a:solidFill>
              <a:ln w="25400" cap="flat">
                <a:solidFill>
                  <a:srgbClr val="B3B3B3"/>
                </a:solidFill>
                <a:prstDash val="solid"/>
                <a:miter lim="800000"/>
                <a:headEnd type="none" w="med" len="med"/>
                <a:tailEnd type="none" w="med" len="med"/>
              </a:ln>
            </p:spPr>
            <p:txBody>
              <a:bodyPr lIns="0" tIns="0" rIns="0" bIns="0"/>
              <a:lstStyle/>
              <a:p>
                <a:pPr fontAlgn="auto">
                  <a:spcBef>
                    <a:spcPts val="0"/>
                  </a:spcBef>
                  <a:spcAft>
                    <a:spcPts val="0"/>
                  </a:spcAft>
                </a:pPr>
                <a:endParaRPr lang="id-ID" dirty="0">
                  <a:solidFill>
                    <a:prstClr val="black"/>
                  </a:solidFill>
                  <a:latin typeface="Roboto Lt"/>
                  <a:cs typeface="+mn-cs"/>
                </a:endParaRPr>
              </a:p>
            </p:txBody>
          </p:sp>
          <p:sp>
            <p:nvSpPr>
              <p:cNvPr id="16" name="Freeform 9"/>
              <p:cNvSpPr>
                <a:spLocks/>
              </p:cNvSpPr>
              <p:nvPr/>
            </p:nvSpPr>
            <p:spPr bwMode="auto">
              <a:xfrm rot="18900000">
                <a:off x="3964946" y="2855903"/>
                <a:ext cx="99496" cy="99498"/>
              </a:xfrm>
              <a:custGeom>
                <a:avLst/>
                <a:gdLst>
                  <a:gd name="T0" fmla="*/ 42 w 64"/>
                  <a:gd name="T1" fmla="*/ 0 h 64"/>
                  <a:gd name="T2" fmla="*/ 21 w 64"/>
                  <a:gd name="T3" fmla="*/ 0 h 64"/>
                  <a:gd name="T4" fmla="*/ 21 w 64"/>
                  <a:gd name="T5" fmla="*/ 21 h 64"/>
                  <a:gd name="T6" fmla="*/ 0 w 64"/>
                  <a:gd name="T7" fmla="*/ 21 h 64"/>
                  <a:gd name="T8" fmla="*/ 0 w 64"/>
                  <a:gd name="T9" fmla="*/ 42 h 64"/>
                  <a:gd name="T10" fmla="*/ 21 w 64"/>
                  <a:gd name="T11" fmla="*/ 42 h 64"/>
                  <a:gd name="T12" fmla="*/ 21 w 64"/>
                  <a:gd name="T13" fmla="*/ 64 h 64"/>
                  <a:gd name="T14" fmla="*/ 42 w 64"/>
                  <a:gd name="T15" fmla="*/ 64 h 64"/>
                  <a:gd name="T16" fmla="*/ 42 w 64"/>
                  <a:gd name="T17" fmla="*/ 42 h 64"/>
                  <a:gd name="T18" fmla="*/ 64 w 64"/>
                  <a:gd name="T19" fmla="*/ 42 h 64"/>
                  <a:gd name="T20" fmla="*/ 64 w 64"/>
                  <a:gd name="T21" fmla="*/ 21 h 64"/>
                  <a:gd name="T22" fmla="*/ 42 w 64"/>
                  <a:gd name="T23" fmla="*/ 21 h 64"/>
                  <a:gd name="T24" fmla="*/ 42 w 64"/>
                  <a:gd name="T25"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4" h="64">
                    <a:moveTo>
                      <a:pt x="42" y="0"/>
                    </a:moveTo>
                    <a:lnTo>
                      <a:pt x="21" y="0"/>
                    </a:lnTo>
                    <a:lnTo>
                      <a:pt x="21" y="21"/>
                    </a:lnTo>
                    <a:lnTo>
                      <a:pt x="0" y="21"/>
                    </a:lnTo>
                    <a:lnTo>
                      <a:pt x="0" y="42"/>
                    </a:lnTo>
                    <a:lnTo>
                      <a:pt x="21" y="42"/>
                    </a:lnTo>
                    <a:lnTo>
                      <a:pt x="21" y="64"/>
                    </a:lnTo>
                    <a:lnTo>
                      <a:pt x="42" y="64"/>
                    </a:lnTo>
                    <a:lnTo>
                      <a:pt x="42" y="42"/>
                    </a:lnTo>
                    <a:lnTo>
                      <a:pt x="64" y="42"/>
                    </a:lnTo>
                    <a:lnTo>
                      <a:pt x="64" y="21"/>
                    </a:lnTo>
                    <a:lnTo>
                      <a:pt x="42" y="21"/>
                    </a:lnTo>
                    <a:lnTo>
                      <a:pt x="42" y="0"/>
                    </a:lnTo>
                    <a:close/>
                  </a:path>
                </a:pathLst>
              </a:custGeom>
              <a:solidFill>
                <a:schemeClr val="bg1">
                  <a:lumMod val="5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grpSp>
            <p:nvGrpSpPr>
              <p:cNvPr id="17" name="Group 16"/>
              <p:cNvGrpSpPr/>
              <p:nvPr/>
            </p:nvGrpSpPr>
            <p:grpSpPr>
              <a:xfrm>
                <a:off x="7494380" y="2779230"/>
                <a:ext cx="155357" cy="155272"/>
                <a:chOff x="4763" y="0"/>
                <a:chExt cx="2900362" cy="2898775"/>
              </a:xfrm>
              <a:solidFill>
                <a:schemeClr val="bg1">
                  <a:lumMod val="50000"/>
                </a:schemeClr>
              </a:solidFill>
            </p:grpSpPr>
            <p:sp>
              <p:nvSpPr>
                <p:cNvPr id="20" name="Freeform 13"/>
                <p:cNvSpPr>
                  <a:spLocks/>
                </p:cNvSpPr>
                <p:nvPr/>
              </p:nvSpPr>
              <p:spPr bwMode="auto">
                <a:xfrm>
                  <a:off x="4763" y="0"/>
                  <a:ext cx="727075" cy="722313"/>
                </a:xfrm>
                <a:custGeom>
                  <a:avLst/>
                  <a:gdLst>
                    <a:gd name="T0" fmla="*/ 168 w 193"/>
                    <a:gd name="T1" fmla="*/ 0 h 192"/>
                    <a:gd name="T2" fmla="*/ 24 w 193"/>
                    <a:gd name="T3" fmla="*/ 0 h 192"/>
                    <a:gd name="T4" fmla="*/ 0 w 193"/>
                    <a:gd name="T5" fmla="*/ 24 h 192"/>
                    <a:gd name="T6" fmla="*/ 0 w 193"/>
                    <a:gd name="T7" fmla="*/ 168 h 192"/>
                    <a:gd name="T8" fmla="*/ 24 w 193"/>
                    <a:gd name="T9" fmla="*/ 192 h 192"/>
                    <a:gd name="T10" fmla="*/ 168 w 193"/>
                    <a:gd name="T11" fmla="*/ 192 h 192"/>
                    <a:gd name="T12" fmla="*/ 193 w 193"/>
                    <a:gd name="T13" fmla="*/ 168 h 192"/>
                    <a:gd name="T14" fmla="*/ 193 w 193"/>
                    <a:gd name="T15" fmla="*/ 24 h 192"/>
                    <a:gd name="T16" fmla="*/ 168 w 193"/>
                    <a:gd name="T17"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3" h="192">
                      <a:moveTo>
                        <a:pt x="168" y="0"/>
                      </a:moveTo>
                      <a:cubicBezTo>
                        <a:pt x="24" y="0"/>
                        <a:pt x="24" y="0"/>
                        <a:pt x="24" y="0"/>
                      </a:cubicBezTo>
                      <a:cubicBezTo>
                        <a:pt x="11" y="0"/>
                        <a:pt x="0" y="11"/>
                        <a:pt x="0" y="24"/>
                      </a:cubicBezTo>
                      <a:cubicBezTo>
                        <a:pt x="0" y="168"/>
                        <a:pt x="0" y="168"/>
                        <a:pt x="0" y="168"/>
                      </a:cubicBezTo>
                      <a:cubicBezTo>
                        <a:pt x="0" y="182"/>
                        <a:pt x="11" y="192"/>
                        <a:pt x="24" y="192"/>
                      </a:cubicBezTo>
                      <a:cubicBezTo>
                        <a:pt x="168" y="192"/>
                        <a:pt x="168" y="192"/>
                        <a:pt x="168" y="192"/>
                      </a:cubicBezTo>
                      <a:cubicBezTo>
                        <a:pt x="182" y="192"/>
                        <a:pt x="193" y="182"/>
                        <a:pt x="193" y="168"/>
                      </a:cubicBezTo>
                      <a:cubicBezTo>
                        <a:pt x="193" y="24"/>
                        <a:pt x="193" y="24"/>
                        <a:pt x="193" y="24"/>
                      </a:cubicBezTo>
                      <a:cubicBezTo>
                        <a:pt x="193" y="11"/>
                        <a:pt x="182" y="0"/>
                        <a:pt x="168"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sp>
              <p:nvSpPr>
                <p:cNvPr id="21" name="Freeform 14"/>
                <p:cNvSpPr>
                  <a:spLocks/>
                </p:cNvSpPr>
                <p:nvPr/>
              </p:nvSpPr>
              <p:spPr bwMode="auto">
                <a:xfrm>
                  <a:off x="4763" y="1087438"/>
                  <a:ext cx="727075" cy="722313"/>
                </a:xfrm>
                <a:custGeom>
                  <a:avLst/>
                  <a:gdLst>
                    <a:gd name="T0" fmla="*/ 168 w 193"/>
                    <a:gd name="T1" fmla="*/ 0 h 192"/>
                    <a:gd name="T2" fmla="*/ 24 w 193"/>
                    <a:gd name="T3" fmla="*/ 0 h 192"/>
                    <a:gd name="T4" fmla="*/ 0 w 193"/>
                    <a:gd name="T5" fmla="*/ 24 h 192"/>
                    <a:gd name="T6" fmla="*/ 0 w 193"/>
                    <a:gd name="T7" fmla="*/ 168 h 192"/>
                    <a:gd name="T8" fmla="*/ 24 w 193"/>
                    <a:gd name="T9" fmla="*/ 192 h 192"/>
                    <a:gd name="T10" fmla="*/ 168 w 193"/>
                    <a:gd name="T11" fmla="*/ 192 h 192"/>
                    <a:gd name="T12" fmla="*/ 193 w 193"/>
                    <a:gd name="T13" fmla="*/ 168 h 192"/>
                    <a:gd name="T14" fmla="*/ 193 w 193"/>
                    <a:gd name="T15" fmla="*/ 24 h 192"/>
                    <a:gd name="T16" fmla="*/ 168 w 193"/>
                    <a:gd name="T17"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3" h="192">
                      <a:moveTo>
                        <a:pt x="168" y="0"/>
                      </a:moveTo>
                      <a:cubicBezTo>
                        <a:pt x="24" y="0"/>
                        <a:pt x="24" y="0"/>
                        <a:pt x="24" y="0"/>
                      </a:cubicBezTo>
                      <a:cubicBezTo>
                        <a:pt x="11" y="0"/>
                        <a:pt x="0" y="11"/>
                        <a:pt x="0" y="24"/>
                      </a:cubicBezTo>
                      <a:cubicBezTo>
                        <a:pt x="0" y="168"/>
                        <a:pt x="0" y="168"/>
                        <a:pt x="0" y="168"/>
                      </a:cubicBezTo>
                      <a:cubicBezTo>
                        <a:pt x="0" y="181"/>
                        <a:pt x="11" y="192"/>
                        <a:pt x="24" y="192"/>
                      </a:cubicBezTo>
                      <a:cubicBezTo>
                        <a:pt x="168" y="192"/>
                        <a:pt x="168" y="192"/>
                        <a:pt x="168" y="192"/>
                      </a:cubicBezTo>
                      <a:cubicBezTo>
                        <a:pt x="182" y="192"/>
                        <a:pt x="193" y="181"/>
                        <a:pt x="193" y="168"/>
                      </a:cubicBezTo>
                      <a:cubicBezTo>
                        <a:pt x="193" y="24"/>
                        <a:pt x="193" y="24"/>
                        <a:pt x="193" y="24"/>
                      </a:cubicBezTo>
                      <a:cubicBezTo>
                        <a:pt x="193" y="11"/>
                        <a:pt x="182" y="0"/>
                        <a:pt x="168"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sp>
              <p:nvSpPr>
                <p:cNvPr id="22" name="Freeform 15"/>
                <p:cNvSpPr>
                  <a:spLocks/>
                </p:cNvSpPr>
                <p:nvPr/>
              </p:nvSpPr>
              <p:spPr bwMode="auto">
                <a:xfrm>
                  <a:off x="4763" y="2171700"/>
                  <a:ext cx="727075" cy="727075"/>
                </a:xfrm>
                <a:custGeom>
                  <a:avLst/>
                  <a:gdLst>
                    <a:gd name="T0" fmla="*/ 168 w 193"/>
                    <a:gd name="T1" fmla="*/ 0 h 193"/>
                    <a:gd name="T2" fmla="*/ 24 w 193"/>
                    <a:gd name="T3" fmla="*/ 0 h 193"/>
                    <a:gd name="T4" fmla="*/ 0 w 193"/>
                    <a:gd name="T5" fmla="*/ 25 h 193"/>
                    <a:gd name="T6" fmla="*/ 0 w 193"/>
                    <a:gd name="T7" fmla="*/ 169 h 193"/>
                    <a:gd name="T8" fmla="*/ 24 w 193"/>
                    <a:gd name="T9" fmla="*/ 193 h 193"/>
                    <a:gd name="T10" fmla="*/ 168 w 193"/>
                    <a:gd name="T11" fmla="*/ 193 h 193"/>
                    <a:gd name="T12" fmla="*/ 193 w 193"/>
                    <a:gd name="T13" fmla="*/ 169 h 193"/>
                    <a:gd name="T14" fmla="*/ 193 w 193"/>
                    <a:gd name="T15" fmla="*/ 25 h 193"/>
                    <a:gd name="T16" fmla="*/ 168 w 193"/>
                    <a:gd name="T17" fmla="*/ 0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3" h="193">
                      <a:moveTo>
                        <a:pt x="168" y="0"/>
                      </a:moveTo>
                      <a:cubicBezTo>
                        <a:pt x="24" y="0"/>
                        <a:pt x="24" y="0"/>
                        <a:pt x="24" y="0"/>
                      </a:cubicBezTo>
                      <a:cubicBezTo>
                        <a:pt x="11" y="0"/>
                        <a:pt x="0" y="11"/>
                        <a:pt x="0" y="25"/>
                      </a:cubicBezTo>
                      <a:cubicBezTo>
                        <a:pt x="0" y="169"/>
                        <a:pt x="0" y="169"/>
                        <a:pt x="0" y="169"/>
                      </a:cubicBezTo>
                      <a:cubicBezTo>
                        <a:pt x="0" y="182"/>
                        <a:pt x="11" y="193"/>
                        <a:pt x="24" y="193"/>
                      </a:cubicBezTo>
                      <a:cubicBezTo>
                        <a:pt x="168" y="193"/>
                        <a:pt x="168" y="193"/>
                        <a:pt x="168" y="193"/>
                      </a:cubicBezTo>
                      <a:cubicBezTo>
                        <a:pt x="182" y="193"/>
                        <a:pt x="193" y="182"/>
                        <a:pt x="193" y="169"/>
                      </a:cubicBezTo>
                      <a:cubicBezTo>
                        <a:pt x="193" y="25"/>
                        <a:pt x="193" y="25"/>
                        <a:pt x="193" y="25"/>
                      </a:cubicBezTo>
                      <a:cubicBezTo>
                        <a:pt x="193" y="11"/>
                        <a:pt x="182" y="0"/>
                        <a:pt x="168"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sp>
              <p:nvSpPr>
                <p:cNvPr id="23" name="Freeform 16"/>
                <p:cNvSpPr>
                  <a:spLocks/>
                </p:cNvSpPr>
                <p:nvPr/>
              </p:nvSpPr>
              <p:spPr bwMode="auto">
                <a:xfrm>
                  <a:off x="1093788" y="0"/>
                  <a:ext cx="722312" cy="722313"/>
                </a:xfrm>
                <a:custGeom>
                  <a:avLst/>
                  <a:gdLst>
                    <a:gd name="T0" fmla="*/ 168 w 192"/>
                    <a:gd name="T1" fmla="*/ 0 h 192"/>
                    <a:gd name="T2" fmla="*/ 24 w 192"/>
                    <a:gd name="T3" fmla="*/ 0 h 192"/>
                    <a:gd name="T4" fmla="*/ 0 w 192"/>
                    <a:gd name="T5" fmla="*/ 24 h 192"/>
                    <a:gd name="T6" fmla="*/ 0 w 192"/>
                    <a:gd name="T7" fmla="*/ 168 h 192"/>
                    <a:gd name="T8" fmla="*/ 24 w 192"/>
                    <a:gd name="T9" fmla="*/ 192 h 192"/>
                    <a:gd name="T10" fmla="*/ 168 w 192"/>
                    <a:gd name="T11" fmla="*/ 192 h 192"/>
                    <a:gd name="T12" fmla="*/ 192 w 192"/>
                    <a:gd name="T13" fmla="*/ 168 h 192"/>
                    <a:gd name="T14" fmla="*/ 192 w 192"/>
                    <a:gd name="T15" fmla="*/ 24 h 192"/>
                    <a:gd name="T16" fmla="*/ 168 w 192"/>
                    <a:gd name="T17"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192">
                      <a:moveTo>
                        <a:pt x="168" y="0"/>
                      </a:moveTo>
                      <a:cubicBezTo>
                        <a:pt x="24" y="0"/>
                        <a:pt x="24" y="0"/>
                        <a:pt x="24" y="0"/>
                      </a:cubicBezTo>
                      <a:cubicBezTo>
                        <a:pt x="11" y="0"/>
                        <a:pt x="0" y="11"/>
                        <a:pt x="0" y="24"/>
                      </a:cubicBezTo>
                      <a:cubicBezTo>
                        <a:pt x="0" y="168"/>
                        <a:pt x="0" y="168"/>
                        <a:pt x="0" y="168"/>
                      </a:cubicBezTo>
                      <a:cubicBezTo>
                        <a:pt x="0" y="182"/>
                        <a:pt x="11" y="192"/>
                        <a:pt x="24" y="192"/>
                      </a:cubicBezTo>
                      <a:cubicBezTo>
                        <a:pt x="168" y="192"/>
                        <a:pt x="168" y="192"/>
                        <a:pt x="168" y="192"/>
                      </a:cubicBezTo>
                      <a:cubicBezTo>
                        <a:pt x="181" y="192"/>
                        <a:pt x="192" y="182"/>
                        <a:pt x="192" y="168"/>
                      </a:cubicBezTo>
                      <a:cubicBezTo>
                        <a:pt x="192" y="24"/>
                        <a:pt x="192" y="24"/>
                        <a:pt x="192" y="24"/>
                      </a:cubicBezTo>
                      <a:cubicBezTo>
                        <a:pt x="192" y="11"/>
                        <a:pt x="181" y="0"/>
                        <a:pt x="168"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sp>
              <p:nvSpPr>
                <p:cNvPr id="24" name="Freeform 17"/>
                <p:cNvSpPr>
                  <a:spLocks/>
                </p:cNvSpPr>
                <p:nvPr/>
              </p:nvSpPr>
              <p:spPr bwMode="auto">
                <a:xfrm>
                  <a:off x="1093788" y="1087438"/>
                  <a:ext cx="722312" cy="722313"/>
                </a:xfrm>
                <a:custGeom>
                  <a:avLst/>
                  <a:gdLst>
                    <a:gd name="T0" fmla="*/ 168 w 192"/>
                    <a:gd name="T1" fmla="*/ 0 h 192"/>
                    <a:gd name="T2" fmla="*/ 24 w 192"/>
                    <a:gd name="T3" fmla="*/ 0 h 192"/>
                    <a:gd name="T4" fmla="*/ 0 w 192"/>
                    <a:gd name="T5" fmla="*/ 24 h 192"/>
                    <a:gd name="T6" fmla="*/ 0 w 192"/>
                    <a:gd name="T7" fmla="*/ 168 h 192"/>
                    <a:gd name="T8" fmla="*/ 24 w 192"/>
                    <a:gd name="T9" fmla="*/ 192 h 192"/>
                    <a:gd name="T10" fmla="*/ 168 w 192"/>
                    <a:gd name="T11" fmla="*/ 192 h 192"/>
                    <a:gd name="T12" fmla="*/ 192 w 192"/>
                    <a:gd name="T13" fmla="*/ 168 h 192"/>
                    <a:gd name="T14" fmla="*/ 192 w 192"/>
                    <a:gd name="T15" fmla="*/ 24 h 192"/>
                    <a:gd name="T16" fmla="*/ 168 w 192"/>
                    <a:gd name="T17"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192">
                      <a:moveTo>
                        <a:pt x="168" y="0"/>
                      </a:moveTo>
                      <a:cubicBezTo>
                        <a:pt x="24" y="0"/>
                        <a:pt x="24" y="0"/>
                        <a:pt x="24" y="0"/>
                      </a:cubicBezTo>
                      <a:cubicBezTo>
                        <a:pt x="11" y="0"/>
                        <a:pt x="0" y="11"/>
                        <a:pt x="0" y="24"/>
                      </a:cubicBezTo>
                      <a:cubicBezTo>
                        <a:pt x="0" y="168"/>
                        <a:pt x="0" y="168"/>
                        <a:pt x="0" y="168"/>
                      </a:cubicBezTo>
                      <a:cubicBezTo>
                        <a:pt x="0" y="181"/>
                        <a:pt x="11" y="192"/>
                        <a:pt x="24" y="192"/>
                      </a:cubicBezTo>
                      <a:cubicBezTo>
                        <a:pt x="168" y="192"/>
                        <a:pt x="168" y="192"/>
                        <a:pt x="168" y="192"/>
                      </a:cubicBezTo>
                      <a:cubicBezTo>
                        <a:pt x="181" y="192"/>
                        <a:pt x="192" y="181"/>
                        <a:pt x="192" y="168"/>
                      </a:cubicBezTo>
                      <a:cubicBezTo>
                        <a:pt x="192" y="24"/>
                        <a:pt x="192" y="24"/>
                        <a:pt x="192" y="24"/>
                      </a:cubicBezTo>
                      <a:cubicBezTo>
                        <a:pt x="192" y="11"/>
                        <a:pt x="181" y="0"/>
                        <a:pt x="168"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sp>
              <p:nvSpPr>
                <p:cNvPr id="25" name="Freeform 18"/>
                <p:cNvSpPr>
                  <a:spLocks/>
                </p:cNvSpPr>
                <p:nvPr/>
              </p:nvSpPr>
              <p:spPr bwMode="auto">
                <a:xfrm>
                  <a:off x="1093788" y="2171700"/>
                  <a:ext cx="722312" cy="727075"/>
                </a:xfrm>
                <a:custGeom>
                  <a:avLst/>
                  <a:gdLst>
                    <a:gd name="T0" fmla="*/ 168 w 192"/>
                    <a:gd name="T1" fmla="*/ 0 h 193"/>
                    <a:gd name="T2" fmla="*/ 24 w 192"/>
                    <a:gd name="T3" fmla="*/ 0 h 193"/>
                    <a:gd name="T4" fmla="*/ 0 w 192"/>
                    <a:gd name="T5" fmla="*/ 25 h 193"/>
                    <a:gd name="T6" fmla="*/ 0 w 192"/>
                    <a:gd name="T7" fmla="*/ 169 h 193"/>
                    <a:gd name="T8" fmla="*/ 24 w 192"/>
                    <a:gd name="T9" fmla="*/ 193 h 193"/>
                    <a:gd name="T10" fmla="*/ 168 w 192"/>
                    <a:gd name="T11" fmla="*/ 193 h 193"/>
                    <a:gd name="T12" fmla="*/ 192 w 192"/>
                    <a:gd name="T13" fmla="*/ 169 h 193"/>
                    <a:gd name="T14" fmla="*/ 192 w 192"/>
                    <a:gd name="T15" fmla="*/ 25 h 193"/>
                    <a:gd name="T16" fmla="*/ 168 w 192"/>
                    <a:gd name="T17" fmla="*/ 0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193">
                      <a:moveTo>
                        <a:pt x="168" y="0"/>
                      </a:moveTo>
                      <a:cubicBezTo>
                        <a:pt x="24" y="0"/>
                        <a:pt x="24" y="0"/>
                        <a:pt x="24" y="0"/>
                      </a:cubicBezTo>
                      <a:cubicBezTo>
                        <a:pt x="11" y="0"/>
                        <a:pt x="0" y="11"/>
                        <a:pt x="0" y="25"/>
                      </a:cubicBezTo>
                      <a:cubicBezTo>
                        <a:pt x="0" y="169"/>
                        <a:pt x="0" y="169"/>
                        <a:pt x="0" y="169"/>
                      </a:cubicBezTo>
                      <a:cubicBezTo>
                        <a:pt x="0" y="182"/>
                        <a:pt x="11" y="193"/>
                        <a:pt x="24" y="193"/>
                      </a:cubicBezTo>
                      <a:cubicBezTo>
                        <a:pt x="168" y="193"/>
                        <a:pt x="168" y="193"/>
                        <a:pt x="168" y="193"/>
                      </a:cubicBezTo>
                      <a:cubicBezTo>
                        <a:pt x="181" y="193"/>
                        <a:pt x="192" y="182"/>
                        <a:pt x="192" y="169"/>
                      </a:cubicBezTo>
                      <a:cubicBezTo>
                        <a:pt x="192" y="25"/>
                        <a:pt x="192" y="25"/>
                        <a:pt x="192" y="25"/>
                      </a:cubicBezTo>
                      <a:cubicBezTo>
                        <a:pt x="192" y="11"/>
                        <a:pt x="181" y="0"/>
                        <a:pt x="168"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sp>
              <p:nvSpPr>
                <p:cNvPr id="26" name="Freeform 19"/>
                <p:cNvSpPr>
                  <a:spLocks/>
                </p:cNvSpPr>
                <p:nvPr/>
              </p:nvSpPr>
              <p:spPr bwMode="auto">
                <a:xfrm>
                  <a:off x="2181225" y="0"/>
                  <a:ext cx="723900" cy="722313"/>
                </a:xfrm>
                <a:custGeom>
                  <a:avLst/>
                  <a:gdLst>
                    <a:gd name="T0" fmla="*/ 168 w 192"/>
                    <a:gd name="T1" fmla="*/ 0 h 192"/>
                    <a:gd name="T2" fmla="*/ 24 w 192"/>
                    <a:gd name="T3" fmla="*/ 0 h 192"/>
                    <a:gd name="T4" fmla="*/ 0 w 192"/>
                    <a:gd name="T5" fmla="*/ 24 h 192"/>
                    <a:gd name="T6" fmla="*/ 0 w 192"/>
                    <a:gd name="T7" fmla="*/ 168 h 192"/>
                    <a:gd name="T8" fmla="*/ 24 w 192"/>
                    <a:gd name="T9" fmla="*/ 192 h 192"/>
                    <a:gd name="T10" fmla="*/ 168 w 192"/>
                    <a:gd name="T11" fmla="*/ 192 h 192"/>
                    <a:gd name="T12" fmla="*/ 192 w 192"/>
                    <a:gd name="T13" fmla="*/ 168 h 192"/>
                    <a:gd name="T14" fmla="*/ 192 w 192"/>
                    <a:gd name="T15" fmla="*/ 24 h 192"/>
                    <a:gd name="T16" fmla="*/ 168 w 192"/>
                    <a:gd name="T17"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192">
                      <a:moveTo>
                        <a:pt x="168" y="0"/>
                      </a:moveTo>
                      <a:cubicBezTo>
                        <a:pt x="24" y="0"/>
                        <a:pt x="24" y="0"/>
                        <a:pt x="24" y="0"/>
                      </a:cubicBezTo>
                      <a:cubicBezTo>
                        <a:pt x="10" y="0"/>
                        <a:pt x="0" y="11"/>
                        <a:pt x="0" y="24"/>
                      </a:cubicBezTo>
                      <a:cubicBezTo>
                        <a:pt x="0" y="168"/>
                        <a:pt x="0" y="168"/>
                        <a:pt x="0" y="168"/>
                      </a:cubicBezTo>
                      <a:cubicBezTo>
                        <a:pt x="0" y="182"/>
                        <a:pt x="10" y="192"/>
                        <a:pt x="24" y="192"/>
                      </a:cubicBezTo>
                      <a:cubicBezTo>
                        <a:pt x="168" y="192"/>
                        <a:pt x="168" y="192"/>
                        <a:pt x="168" y="192"/>
                      </a:cubicBezTo>
                      <a:cubicBezTo>
                        <a:pt x="181" y="192"/>
                        <a:pt x="192" y="182"/>
                        <a:pt x="192" y="168"/>
                      </a:cubicBezTo>
                      <a:cubicBezTo>
                        <a:pt x="192" y="24"/>
                        <a:pt x="192" y="24"/>
                        <a:pt x="192" y="24"/>
                      </a:cubicBezTo>
                      <a:cubicBezTo>
                        <a:pt x="192" y="11"/>
                        <a:pt x="181" y="0"/>
                        <a:pt x="168"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sp>
              <p:nvSpPr>
                <p:cNvPr id="27" name="Freeform 20"/>
                <p:cNvSpPr>
                  <a:spLocks/>
                </p:cNvSpPr>
                <p:nvPr/>
              </p:nvSpPr>
              <p:spPr bwMode="auto">
                <a:xfrm>
                  <a:off x="2181225" y="1087438"/>
                  <a:ext cx="723900" cy="722313"/>
                </a:xfrm>
                <a:custGeom>
                  <a:avLst/>
                  <a:gdLst>
                    <a:gd name="T0" fmla="*/ 168 w 192"/>
                    <a:gd name="T1" fmla="*/ 0 h 192"/>
                    <a:gd name="T2" fmla="*/ 24 w 192"/>
                    <a:gd name="T3" fmla="*/ 0 h 192"/>
                    <a:gd name="T4" fmla="*/ 0 w 192"/>
                    <a:gd name="T5" fmla="*/ 24 h 192"/>
                    <a:gd name="T6" fmla="*/ 0 w 192"/>
                    <a:gd name="T7" fmla="*/ 168 h 192"/>
                    <a:gd name="T8" fmla="*/ 24 w 192"/>
                    <a:gd name="T9" fmla="*/ 192 h 192"/>
                    <a:gd name="T10" fmla="*/ 168 w 192"/>
                    <a:gd name="T11" fmla="*/ 192 h 192"/>
                    <a:gd name="T12" fmla="*/ 192 w 192"/>
                    <a:gd name="T13" fmla="*/ 168 h 192"/>
                    <a:gd name="T14" fmla="*/ 192 w 192"/>
                    <a:gd name="T15" fmla="*/ 24 h 192"/>
                    <a:gd name="T16" fmla="*/ 168 w 192"/>
                    <a:gd name="T17"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192">
                      <a:moveTo>
                        <a:pt x="168" y="0"/>
                      </a:moveTo>
                      <a:cubicBezTo>
                        <a:pt x="24" y="0"/>
                        <a:pt x="24" y="0"/>
                        <a:pt x="24" y="0"/>
                      </a:cubicBezTo>
                      <a:cubicBezTo>
                        <a:pt x="10" y="0"/>
                        <a:pt x="0" y="11"/>
                        <a:pt x="0" y="24"/>
                      </a:cubicBezTo>
                      <a:cubicBezTo>
                        <a:pt x="0" y="168"/>
                        <a:pt x="0" y="168"/>
                        <a:pt x="0" y="168"/>
                      </a:cubicBezTo>
                      <a:cubicBezTo>
                        <a:pt x="0" y="181"/>
                        <a:pt x="10" y="192"/>
                        <a:pt x="24" y="192"/>
                      </a:cubicBezTo>
                      <a:cubicBezTo>
                        <a:pt x="168" y="192"/>
                        <a:pt x="168" y="192"/>
                        <a:pt x="168" y="192"/>
                      </a:cubicBezTo>
                      <a:cubicBezTo>
                        <a:pt x="181" y="192"/>
                        <a:pt x="192" y="181"/>
                        <a:pt x="192" y="168"/>
                      </a:cubicBezTo>
                      <a:cubicBezTo>
                        <a:pt x="192" y="24"/>
                        <a:pt x="192" y="24"/>
                        <a:pt x="192" y="24"/>
                      </a:cubicBezTo>
                      <a:cubicBezTo>
                        <a:pt x="192" y="11"/>
                        <a:pt x="181" y="0"/>
                        <a:pt x="168"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sp>
              <p:nvSpPr>
                <p:cNvPr id="28" name="Freeform 21"/>
                <p:cNvSpPr>
                  <a:spLocks/>
                </p:cNvSpPr>
                <p:nvPr/>
              </p:nvSpPr>
              <p:spPr bwMode="auto">
                <a:xfrm>
                  <a:off x="2181225" y="2171700"/>
                  <a:ext cx="723900" cy="727075"/>
                </a:xfrm>
                <a:custGeom>
                  <a:avLst/>
                  <a:gdLst>
                    <a:gd name="T0" fmla="*/ 168 w 192"/>
                    <a:gd name="T1" fmla="*/ 0 h 193"/>
                    <a:gd name="T2" fmla="*/ 24 w 192"/>
                    <a:gd name="T3" fmla="*/ 0 h 193"/>
                    <a:gd name="T4" fmla="*/ 0 w 192"/>
                    <a:gd name="T5" fmla="*/ 25 h 193"/>
                    <a:gd name="T6" fmla="*/ 0 w 192"/>
                    <a:gd name="T7" fmla="*/ 169 h 193"/>
                    <a:gd name="T8" fmla="*/ 24 w 192"/>
                    <a:gd name="T9" fmla="*/ 193 h 193"/>
                    <a:gd name="T10" fmla="*/ 168 w 192"/>
                    <a:gd name="T11" fmla="*/ 193 h 193"/>
                    <a:gd name="T12" fmla="*/ 192 w 192"/>
                    <a:gd name="T13" fmla="*/ 169 h 193"/>
                    <a:gd name="T14" fmla="*/ 192 w 192"/>
                    <a:gd name="T15" fmla="*/ 25 h 193"/>
                    <a:gd name="T16" fmla="*/ 168 w 192"/>
                    <a:gd name="T17" fmla="*/ 0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193">
                      <a:moveTo>
                        <a:pt x="168" y="0"/>
                      </a:moveTo>
                      <a:cubicBezTo>
                        <a:pt x="24" y="0"/>
                        <a:pt x="24" y="0"/>
                        <a:pt x="24" y="0"/>
                      </a:cubicBezTo>
                      <a:cubicBezTo>
                        <a:pt x="10" y="0"/>
                        <a:pt x="0" y="11"/>
                        <a:pt x="0" y="25"/>
                      </a:cubicBezTo>
                      <a:cubicBezTo>
                        <a:pt x="0" y="169"/>
                        <a:pt x="0" y="169"/>
                        <a:pt x="0" y="169"/>
                      </a:cubicBezTo>
                      <a:cubicBezTo>
                        <a:pt x="0" y="182"/>
                        <a:pt x="10" y="193"/>
                        <a:pt x="24" y="193"/>
                      </a:cubicBezTo>
                      <a:cubicBezTo>
                        <a:pt x="168" y="193"/>
                        <a:pt x="168" y="193"/>
                        <a:pt x="168" y="193"/>
                      </a:cubicBezTo>
                      <a:cubicBezTo>
                        <a:pt x="181" y="193"/>
                        <a:pt x="192" y="182"/>
                        <a:pt x="192" y="169"/>
                      </a:cubicBezTo>
                      <a:cubicBezTo>
                        <a:pt x="192" y="25"/>
                        <a:pt x="192" y="25"/>
                        <a:pt x="192" y="25"/>
                      </a:cubicBezTo>
                      <a:cubicBezTo>
                        <a:pt x="192" y="11"/>
                        <a:pt x="181" y="0"/>
                        <a:pt x="168"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grpSp>
          <p:sp>
            <p:nvSpPr>
              <p:cNvPr id="18" name="Freeform 25"/>
              <p:cNvSpPr>
                <a:spLocks/>
              </p:cNvSpPr>
              <p:nvPr/>
            </p:nvSpPr>
            <p:spPr bwMode="auto">
              <a:xfrm rot="5400000">
                <a:off x="7497092" y="3115886"/>
                <a:ext cx="146921" cy="128651"/>
              </a:xfrm>
              <a:custGeom>
                <a:avLst/>
                <a:gdLst>
                  <a:gd name="T0" fmla="*/ 504 w 896"/>
                  <a:gd name="T1" fmla="*/ 0 h 784"/>
                  <a:gd name="T2" fmla="*/ 116 w 896"/>
                  <a:gd name="T3" fmla="*/ 336 h 784"/>
                  <a:gd name="T4" fmla="*/ 0 w 896"/>
                  <a:gd name="T5" fmla="*/ 336 h 784"/>
                  <a:gd name="T6" fmla="*/ 168 w 896"/>
                  <a:gd name="T7" fmla="*/ 560 h 784"/>
                  <a:gd name="T8" fmla="*/ 336 w 896"/>
                  <a:gd name="T9" fmla="*/ 336 h 784"/>
                  <a:gd name="T10" fmla="*/ 230 w 896"/>
                  <a:gd name="T11" fmla="*/ 336 h 784"/>
                  <a:gd name="T12" fmla="*/ 504 w 896"/>
                  <a:gd name="T13" fmla="*/ 112 h 784"/>
                  <a:gd name="T14" fmla="*/ 784 w 896"/>
                  <a:gd name="T15" fmla="*/ 392 h 784"/>
                  <a:gd name="T16" fmla="*/ 504 w 896"/>
                  <a:gd name="T17" fmla="*/ 672 h 784"/>
                  <a:gd name="T18" fmla="*/ 504 w 896"/>
                  <a:gd name="T19" fmla="*/ 784 h 784"/>
                  <a:gd name="T20" fmla="*/ 896 w 896"/>
                  <a:gd name="T21" fmla="*/ 392 h 784"/>
                  <a:gd name="T22" fmla="*/ 504 w 896"/>
                  <a:gd name="T23" fmla="*/ 0 h 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96" h="784">
                    <a:moveTo>
                      <a:pt x="504" y="0"/>
                    </a:moveTo>
                    <a:cubicBezTo>
                      <a:pt x="307" y="0"/>
                      <a:pt x="144" y="146"/>
                      <a:pt x="116" y="336"/>
                    </a:cubicBezTo>
                    <a:cubicBezTo>
                      <a:pt x="0" y="336"/>
                      <a:pt x="0" y="336"/>
                      <a:pt x="0" y="336"/>
                    </a:cubicBezTo>
                    <a:cubicBezTo>
                      <a:pt x="168" y="560"/>
                      <a:pt x="168" y="560"/>
                      <a:pt x="168" y="560"/>
                    </a:cubicBezTo>
                    <a:cubicBezTo>
                      <a:pt x="336" y="336"/>
                      <a:pt x="336" y="336"/>
                      <a:pt x="336" y="336"/>
                    </a:cubicBezTo>
                    <a:cubicBezTo>
                      <a:pt x="230" y="336"/>
                      <a:pt x="230" y="336"/>
                      <a:pt x="230" y="336"/>
                    </a:cubicBezTo>
                    <a:cubicBezTo>
                      <a:pt x="256" y="208"/>
                      <a:pt x="369" y="112"/>
                      <a:pt x="504" y="112"/>
                    </a:cubicBezTo>
                    <a:cubicBezTo>
                      <a:pt x="658" y="112"/>
                      <a:pt x="784" y="238"/>
                      <a:pt x="784" y="392"/>
                    </a:cubicBezTo>
                    <a:cubicBezTo>
                      <a:pt x="784" y="546"/>
                      <a:pt x="658" y="672"/>
                      <a:pt x="504" y="672"/>
                    </a:cubicBezTo>
                    <a:cubicBezTo>
                      <a:pt x="504" y="784"/>
                      <a:pt x="504" y="784"/>
                      <a:pt x="504" y="784"/>
                    </a:cubicBezTo>
                    <a:cubicBezTo>
                      <a:pt x="721" y="784"/>
                      <a:pt x="896" y="609"/>
                      <a:pt x="896" y="392"/>
                    </a:cubicBezTo>
                    <a:cubicBezTo>
                      <a:pt x="896" y="175"/>
                      <a:pt x="721" y="0"/>
                      <a:pt x="504" y="0"/>
                    </a:cubicBezTo>
                    <a:close/>
                  </a:path>
                </a:pathLst>
              </a:custGeom>
              <a:solidFill>
                <a:schemeClr val="bg1">
                  <a:lumMod val="5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sp>
            <p:nvSpPr>
              <p:cNvPr id="19" name="Oval 6"/>
              <p:cNvSpPr>
                <a:spLocks/>
              </p:cNvSpPr>
              <p:nvPr/>
            </p:nvSpPr>
            <p:spPr bwMode="auto">
              <a:xfrm>
                <a:off x="1655635" y="2814331"/>
                <a:ext cx="95903" cy="95276"/>
              </a:xfrm>
              <a:prstGeom prst="ellipse">
                <a:avLst/>
              </a:prstGeom>
              <a:solidFill>
                <a:schemeClr val="accent5"/>
              </a:solidFill>
              <a:ln w="25400" cap="flat">
                <a:noFill/>
                <a:prstDash val="solid"/>
                <a:miter lim="800000"/>
                <a:headEnd type="none" w="med" len="med"/>
                <a:tailEnd type="none" w="med" len="med"/>
              </a:ln>
            </p:spPr>
            <p:txBody>
              <a:bodyPr lIns="0" tIns="0" rIns="0" bIns="0"/>
              <a:lstStyle/>
              <a:p>
                <a:pPr fontAlgn="auto">
                  <a:spcBef>
                    <a:spcPts val="0"/>
                  </a:spcBef>
                  <a:spcAft>
                    <a:spcPts val="0"/>
                  </a:spcAft>
                </a:pPr>
                <a:endParaRPr lang="id-ID">
                  <a:solidFill>
                    <a:prstClr val="black"/>
                  </a:solidFill>
                  <a:latin typeface="Roboto Lt"/>
                  <a:cs typeface="+mn-cs"/>
                </a:endParaRPr>
              </a:p>
            </p:txBody>
          </p:sp>
        </p:grpSp>
        <p:sp>
          <p:nvSpPr>
            <p:cNvPr id="8" name="TextBox 7"/>
            <p:cNvSpPr txBox="1"/>
            <p:nvPr/>
          </p:nvSpPr>
          <p:spPr>
            <a:xfrm>
              <a:off x="2353072" y="3063038"/>
              <a:ext cx="1372295" cy="223997"/>
            </a:xfrm>
            <a:prstGeom prst="rect">
              <a:avLst/>
            </a:prstGeom>
            <a:noFill/>
          </p:spPr>
          <p:txBody>
            <a:bodyPr wrap="none" rtlCol="0">
              <a:spAutoFit/>
            </a:bodyPr>
            <a:lstStyle/>
            <a:p>
              <a:pPr fontAlgn="auto">
                <a:spcBef>
                  <a:spcPts val="0"/>
                </a:spcBef>
                <a:spcAft>
                  <a:spcPts val="0"/>
                </a:spcAft>
              </a:pPr>
              <a:r>
                <a:rPr lang="id-ID" sz="900" dirty="0" smtClean="0">
                  <a:solidFill>
                    <a:prstClr val="white">
                      <a:lumMod val="65000"/>
                    </a:prstClr>
                  </a:solidFill>
                  <a:latin typeface="Roboto"/>
                  <a:cs typeface="+mn-cs"/>
                </a:rPr>
                <a:t>www.designcorner.com</a:t>
              </a:r>
              <a:endParaRPr lang="id-ID" sz="900" dirty="0">
                <a:solidFill>
                  <a:prstClr val="white">
                    <a:lumMod val="65000"/>
                  </a:prstClr>
                </a:solidFill>
                <a:latin typeface="Roboto"/>
                <a:cs typeface="+mn-cs"/>
              </a:endParaRPr>
            </a:p>
          </p:txBody>
        </p:sp>
      </p:grpSp>
      <p:sp>
        <p:nvSpPr>
          <p:cNvPr id="29"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0"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31"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32" name="Picture Placeholder 30"/>
          <p:cNvSpPr>
            <a:spLocks noGrp="1"/>
          </p:cNvSpPr>
          <p:nvPr>
            <p:ph type="pic" sz="quarter" idx="36" hasCustomPrompt="1"/>
          </p:nvPr>
        </p:nvSpPr>
        <p:spPr>
          <a:xfrm>
            <a:off x="-1" y="3411787"/>
            <a:ext cx="6136175" cy="3446213"/>
          </a:xfrm>
          <a:solidFill>
            <a:schemeClr val="bg1">
              <a:lumMod val="85000"/>
            </a:schemeClr>
          </a:solidFill>
        </p:spPr>
        <p:txBody>
          <a:bodyPr/>
          <a:lstStyle>
            <a:lvl1pPr>
              <a:defRPr/>
            </a:lvl1pPr>
          </a:lstStyle>
          <a:p>
            <a:r>
              <a:rPr lang="id-ID" dirty="0" smtClean="0"/>
              <a:t>Pic here</a:t>
            </a:r>
            <a:endParaRPr lang="en-AU" dirty="0"/>
          </a:p>
        </p:txBody>
      </p:sp>
    </p:spTree>
    <p:extLst>
      <p:ext uri="{BB962C8B-B14F-4D97-AF65-F5344CB8AC3E}">
        <p14:creationId xmlns:p14="http://schemas.microsoft.com/office/powerpoint/2010/main" val="248240129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100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30">
                                            <p:txEl>
                                              <p:pRg st="0" end="0"/>
                                            </p:txEl>
                                          </p:spTgt>
                                        </p:tgtEl>
                                        <p:attrNameLst>
                                          <p:attrName>style.visibility</p:attrName>
                                        </p:attrNameLst>
                                      </p:cBhvr>
                                      <p:to>
                                        <p:strVal val="visible"/>
                                      </p:to>
                                    </p:set>
                                    <p:animEffect transition="in" filter="fade">
                                      <p:cBhvr>
                                        <p:cTn id="7" dur="500"/>
                                        <p:tgtEl>
                                          <p:spTgt spid="30">
                                            <p:txEl>
                                              <p:pRg st="0" end="0"/>
                                            </p:txEl>
                                          </p:spTgt>
                                        </p:tgtEl>
                                      </p:cBhvr>
                                    </p:animEffect>
                                  </p:childTnLst>
                                </p:cTn>
                              </p:par>
                            </p:childTnLst>
                          </p:cTn>
                        </p:par>
                        <p:par>
                          <p:cTn id="8" fill="hold">
                            <p:stCondLst>
                              <p:cond delay="1500"/>
                            </p:stCondLst>
                            <p:childTnLst>
                              <p:par>
                                <p:cTn id="9" presetID="10" presetClass="entr" presetSubtype="0" fill="hold" grpId="0" nodeType="afterEffect">
                                  <p:stCondLst>
                                    <p:cond delay="0"/>
                                  </p:stCondLst>
                                  <p:childTnLst>
                                    <p:set>
                                      <p:cBhvr>
                                        <p:cTn id="10" dur="1" fill="hold">
                                          <p:stCondLst>
                                            <p:cond delay="0"/>
                                          </p:stCondLst>
                                        </p:cTn>
                                        <p:tgtEl>
                                          <p:spTgt spid="29"/>
                                        </p:tgtEl>
                                        <p:attrNameLst>
                                          <p:attrName>style.visibility</p:attrName>
                                        </p:attrNameLst>
                                      </p:cBhvr>
                                      <p:to>
                                        <p:strVal val="visible"/>
                                      </p:to>
                                    </p:set>
                                    <p:animEffect transition="in" filter="fade">
                                      <p:cBhvr>
                                        <p:cTn id="11" dur="500"/>
                                        <p:tgtEl>
                                          <p:spTgt spid="29"/>
                                        </p:tgtEl>
                                      </p:cBhvr>
                                    </p:animEffect>
                                  </p:childTnLst>
                                </p:cTn>
                              </p:par>
                            </p:childTnLst>
                          </p:cTn>
                        </p:par>
                        <p:par>
                          <p:cTn id="12" fill="hold">
                            <p:stCondLst>
                              <p:cond delay="2000"/>
                            </p:stCondLst>
                            <p:childTnLst>
                              <p:par>
                                <p:cTn id="13" presetID="42" presetClass="entr" presetSubtype="0" fill="hold" grpId="0" nodeType="afterEffect">
                                  <p:stCondLst>
                                    <p:cond delay="0"/>
                                  </p:stCondLst>
                                  <p:childTnLst>
                                    <p:set>
                                      <p:cBhvr>
                                        <p:cTn id="14" dur="1" fill="hold">
                                          <p:stCondLst>
                                            <p:cond delay="0"/>
                                          </p:stCondLst>
                                        </p:cTn>
                                        <p:tgtEl>
                                          <p:spTgt spid="31">
                                            <p:txEl>
                                              <p:pRg st="0" end="0"/>
                                            </p:txEl>
                                          </p:spTgt>
                                        </p:tgtEl>
                                        <p:attrNameLst>
                                          <p:attrName>style.visibility</p:attrName>
                                        </p:attrNameLst>
                                      </p:cBhvr>
                                      <p:to>
                                        <p:strVal val="visible"/>
                                      </p:to>
                                    </p:set>
                                    <p:animEffect transition="in" filter="fade">
                                      <p:cBhvr>
                                        <p:cTn id="15" dur="500"/>
                                        <p:tgtEl>
                                          <p:spTgt spid="31">
                                            <p:txEl>
                                              <p:pRg st="0" end="0"/>
                                            </p:txEl>
                                          </p:spTgt>
                                        </p:tgtEl>
                                      </p:cBhvr>
                                    </p:animEffect>
                                    <p:anim calcmode="lin" valueType="num">
                                      <p:cBhvr>
                                        <p:cTn id="16" dur="500" fill="hold"/>
                                        <p:tgtEl>
                                          <p:spTgt spid="31">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31">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2500"/>
                            </p:stCondLst>
                            <p:childTnLst>
                              <p:par>
                                <p:cTn id="19" presetID="42" presetClass="entr" presetSubtype="0" fill="hold" nodeType="afterEffect">
                                  <p:stCondLst>
                                    <p:cond delay="0"/>
                                  </p:stCondLst>
                                  <p:childTnLst>
                                    <p:set>
                                      <p:cBhvr>
                                        <p:cTn id="20" dur="1" fill="hold">
                                          <p:stCondLst>
                                            <p:cond delay="0"/>
                                          </p:stCondLst>
                                        </p:cTn>
                                        <p:tgtEl>
                                          <p:spTgt spid="6"/>
                                        </p:tgtEl>
                                        <p:attrNameLst>
                                          <p:attrName>style.visibility</p:attrName>
                                        </p:attrNameLst>
                                      </p:cBhvr>
                                      <p:to>
                                        <p:strVal val="visible"/>
                                      </p:to>
                                    </p:set>
                                    <p:animEffect transition="in" filter="fade">
                                      <p:cBhvr>
                                        <p:cTn id="21" dur="1000"/>
                                        <p:tgtEl>
                                          <p:spTgt spid="6"/>
                                        </p:tgtEl>
                                      </p:cBhvr>
                                    </p:animEffect>
                                    <p:anim calcmode="lin" valueType="num">
                                      <p:cBhvr>
                                        <p:cTn id="22" dur="1000" fill="hold"/>
                                        <p:tgtEl>
                                          <p:spTgt spid="6"/>
                                        </p:tgtEl>
                                        <p:attrNameLst>
                                          <p:attrName>ppt_x</p:attrName>
                                        </p:attrNameLst>
                                      </p:cBhvr>
                                      <p:tavLst>
                                        <p:tav tm="0">
                                          <p:val>
                                            <p:strVal val="#ppt_x"/>
                                          </p:val>
                                        </p:tav>
                                        <p:tav tm="100000">
                                          <p:val>
                                            <p:strVal val="#ppt_x"/>
                                          </p:val>
                                        </p:tav>
                                      </p:tavLst>
                                    </p:anim>
                                    <p:anim calcmode="lin" valueType="num">
                                      <p:cBhvr>
                                        <p:cTn id="23" dur="1000" fill="hold"/>
                                        <p:tgtEl>
                                          <p:spTgt spid="6"/>
                                        </p:tgtEl>
                                        <p:attrNameLst>
                                          <p:attrName>ppt_y</p:attrName>
                                        </p:attrNameLst>
                                      </p:cBhvr>
                                      <p:tavLst>
                                        <p:tav tm="0">
                                          <p:val>
                                            <p:strVal val="#ppt_y+.1"/>
                                          </p:val>
                                        </p:tav>
                                        <p:tav tm="100000">
                                          <p:val>
                                            <p:strVal val="#ppt_y"/>
                                          </p:val>
                                        </p:tav>
                                      </p:tavLst>
                                    </p:anim>
                                  </p:childTnLst>
                                </p:cTn>
                              </p:par>
                            </p:childTnLst>
                          </p:cTn>
                        </p:par>
                        <p:par>
                          <p:cTn id="24" fill="hold">
                            <p:stCondLst>
                              <p:cond delay="3500"/>
                            </p:stCondLst>
                            <p:childTnLst>
                              <p:par>
                                <p:cTn id="25" presetID="42" presetClass="entr" presetSubtype="0" fill="hold" grpId="0" nodeType="afterEffect">
                                  <p:stCondLst>
                                    <p:cond delay="0"/>
                                  </p:stCondLst>
                                  <p:childTnLst>
                                    <p:set>
                                      <p:cBhvr>
                                        <p:cTn id="26" dur="1" fill="hold">
                                          <p:stCondLst>
                                            <p:cond delay="0"/>
                                          </p:stCondLst>
                                        </p:cTn>
                                        <p:tgtEl>
                                          <p:spTgt spid="32"/>
                                        </p:tgtEl>
                                        <p:attrNameLst>
                                          <p:attrName>style.visibility</p:attrName>
                                        </p:attrNameLst>
                                      </p:cBhvr>
                                      <p:to>
                                        <p:strVal val="visible"/>
                                      </p:to>
                                    </p:set>
                                    <p:animEffect transition="in" filter="fade">
                                      <p:cBhvr>
                                        <p:cTn id="27" dur="500"/>
                                        <p:tgtEl>
                                          <p:spTgt spid="32"/>
                                        </p:tgtEl>
                                      </p:cBhvr>
                                    </p:animEffect>
                                    <p:anim calcmode="lin" valueType="num">
                                      <p:cBhvr>
                                        <p:cTn id="28" dur="500" fill="hold"/>
                                        <p:tgtEl>
                                          <p:spTgt spid="32"/>
                                        </p:tgtEl>
                                        <p:attrNameLst>
                                          <p:attrName>ppt_x</p:attrName>
                                        </p:attrNameLst>
                                      </p:cBhvr>
                                      <p:tavLst>
                                        <p:tav tm="0">
                                          <p:val>
                                            <p:strVal val="#ppt_x"/>
                                          </p:val>
                                        </p:tav>
                                        <p:tav tm="100000">
                                          <p:val>
                                            <p:strVal val="#ppt_x"/>
                                          </p:val>
                                        </p:tav>
                                      </p:tavLst>
                                    </p:anim>
                                    <p:anim calcmode="lin" valueType="num">
                                      <p:cBhvr>
                                        <p:cTn id="29" dur="500" fill="hold"/>
                                        <p:tgtEl>
                                          <p:spTgt spid="3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p:bldP spid="30"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30"/>
                        </p:tgtEl>
                        <p:attrNameLst>
                          <p:attrName>style.visibility</p:attrName>
                        </p:attrNameLst>
                      </p:cBhvr>
                      <p:to>
                        <p:strVal val="visible"/>
                      </p:to>
                    </p:set>
                    <p:animEffect transition="in" filter="fade">
                      <p:cBhvr>
                        <p:cTn dur="500"/>
                        <p:tgtEl>
                          <p:spTgt spid="30"/>
                        </p:tgtEl>
                      </p:cBhvr>
                    </p:animEffect>
                  </p:childTnLst>
                </p:cTn>
              </p:par>
            </p:tnLst>
          </p:tmpl>
        </p:tmplLst>
      </p:bldP>
      <p:bldP spid="31" grpId="0" build="p">
        <p:tmplLst>
          <p:tmpl lvl="1">
            <p:tnLst>
              <p:par>
                <p:cTn presetID="42" presetClass="entr" presetSubtype="0" fill="hold" nodeType="afterEffect">
                  <p:stCondLst>
                    <p:cond delay="0"/>
                  </p:stCondLst>
                  <p:childTnLst>
                    <p:set>
                      <p:cBhvr>
                        <p:cTn dur="1" fill="hold">
                          <p:stCondLst>
                            <p:cond delay="0"/>
                          </p:stCondLst>
                        </p:cTn>
                        <p:tgtEl>
                          <p:spTgt spid="31"/>
                        </p:tgtEl>
                        <p:attrNameLst>
                          <p:attrName>style.visibility</p:attrName>
                        </p:attrNameLst>
                      </p:cBhvr>
                      <p:to>
                        <p:strVal val="visible"/>
                      </p:to>
                    </p:set>
                    <p:animEffect transition="in" filter="fade">
                      <p:cBhvr>
                        <p:cTn dur="500"/>
                        <p:tgtEl>
                          <p:spTgt spid="31"/>
                        </p:tgtEl>
                      </p:cBhvr>
                    </p:animEffect>
                    <p:anim calcmode="lin" valueType="num">
                      <p:cBhvr>
                        <p:cTn dur="500" fill="hold"/>
                        <p:tgtEl>
                          <p:spTgt spid="31"/>
                        </p:tgtEl>
                        <p:attrNameLst>
                          <p:attrName>ppt_x</p:attrName>
                        </p:attrNameLst>
                      </p:cBhvr>
                      <p:tavLst>
                        <p:tav tm="0">
                          <p:val>
                            <p:strVal val="#ppt_x"/>
                          </p:val>
                        </p:tav>
                        <p:tav tm="100000">
                          <p:val>
                            <p:strVal val="#ppt_x"/>
                          </p:val>
                        </p:tav>
                      </p:tavLst>
                    </p:anim>
                    <p:anim calcmode="lin" valueType="num">
                      <p:cBhvr>
                        <p:cTn dur="500" fill="hold"/>
                        <p:tgtEl>
                          <p:spTgt spid="31"/>
                        </p:tgtEl>
                        <p:attrNameLst>
                          <p:attrName>ppt_y</p:attrName>
                        </p:attrNameLst>
                      </p:cBhvr>
                      <p:tavLst>
                        <p:tav tm="0">
                          <p:val>
                            <p:strVal val="#ppt_y+.1"/>
                          </p:val>
                        </p:tav>
                        <p:tav tm="100000">
                          <p:val>
                            <p:strVal val="#ppt_y"/>
                          </p:val>
                        </p:tav>
                      </p:tavLst>
                    </p:anim>
                  </p:childTnLst>
                </p:cTn>
              </p:par>
            </p:tnLst>
          </p:tmpl>
        </p:tmplLst>
      </p:bldP>
      <p:bldP spid="32" grpId="0" animBg="1"/>
    </p:bldLst>
  </p:timing>
</p:sldLayout>
</file>

<file path=ppt/slideLayouts/slideLayout737.xml><?xml version="1.0" encoding="utf-8"?>
<p:sldLayout xmlns:a="http://schemas.openxmlformats.org/drawingml/2006/main" xmlns:r="http://schemas.openxmlformats.org/officeDocument/2006/relationships" xmlns:p="http://schemas.openxmlformats.org/presentationml/2006/main" preserve="1" userDrawn="1">
  <p:cSld name="21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15"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1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28" name="Picture Placeholder 30"/>
          <p:cNvSpPr>
            <a:spLocks noGrp="1"/>
          </p:cNvSpPr>
          <p:nvPr>
            <p:ph type="pic" sz="quarter" idx="36" hasCustomPrompt="1"/>
          </p:nvPr>
        </p:nvSpPr>
        <p:spPr>
          <a:xfrm>
            <a:off x="1" y="2071466"/>
            <a:ext cx="4038600" cy="2393267"/>
          </a:xfrm>
          <a:solidFill>
            <a:schemeClr val="bg1">
              <a:lumMod val="85000"/>
            </a:schemeClr>
          </a:solidFill>
        </p:spPr>
        <p:txBody>
          <a:bodyPr/>
          <a:lstStyle>
            <a:lvl1pPr>
              <a:defRPr/>
            </a:lvl1pPr>
          </a:lstStyle>
          <a:p>
            <a:r>
              <a:rPr lang="id-ID" dirty="0" smtClean="0"/>
              <a:t>Pic here</a:t>
            </a:r>
            <a:endParaRPr lang="en-AU" dirty="0"/>
          </a:p>
        </p:txBody>
      </p:sp>
      <p:sp>
        <p:nvSpPr>
          <p:cNvPr id="29" name="Picture Placeholder 30"/>
          <p:cNvSpPr>
            <a:spLocks noGrp="1"/>
          </p:cNvSpPr>
          <p:nvPr>
            <p:ph type="pic" sz="quarter" idx="37" hasCustomPrompt="1"/>
          </p:nvPr>
        </p:nvSpPr>
        <p:spPr>
          <a:xfrm>
            <a:off x="0" y="4464733"/>
            <a:ext cx="4038600" cy="2393267"/>
          </a:xfrm>
          <a:solidFill>
            <a:schemeClr val="bg1">
              <a:lumMod val="85000"/>
            </a:schemeClr>
          </a:solidFill>
        </p:spPr>
        <p:txBody>
          <a:bodyPr/>
          <a:lstStyle>
            <a:lvl1pPr>
              <a:defRPr/>
            </a:lvl1pPr>
          </a:lstStyle>
          <a:p>
            <a:r>
              <a:rPr lang="id-ID" dirty="0" smtClean="0"/>
              <a:t>Pic here</a:t>
            </a:r>
            <a:endParaRPr lang="en-AU" dirty="0"/>
          </a:p>
        </p:txBody>
      </p:sp>
      <p:sp>
        <p:nvSpPr>
          <p:cNvPr id="30" name="Picture Placeholder 30"/>
          <p:cNvSpPr>
            <a:spLocks noGrp="1"/>
          </p:cNvSpPr>
          <p:nvPr>
            <p:ph type="pic" sz="quarter" idx="38" hasCustomPrompt="1"/>
          </p:nvPr>
        </p:nvSpPr>
        <p:spPr>
          <a:xfrm>
            <a:off x="4038600" y="2071466"/>
            <a:ext cx="4038600" cy="2393267"/>
          </a:xfrm>
          <a:solidFill>
            <a:schemeClr val="bg1">
              <a:lumMod val="85000"/>
            </a:schemeClr>
          </a:solidFill>
        </p:spPr>
        <p:txBody>
          <a:bodyPr/>
          <a:lstStyle>
            <a:lvl1pPr>
              <a:defRPr/>
            </a:lvl1pPr>
          </a:lstStyle>
          <a:p>
            <a:r>
              <a:rPr lang="id-ID" dirty="0" smtClean="0"/>
              <a:t>Pic here</a:t>
            </a:r>
            <a:endParaRPr lang="en-AU" dirty="0"/>
          </a:p>
        </p:txBody>
      </p:sp>
      <p:sp>
        <p:nvSpPr>
          <p:cNvPr id="31" name="Picture Placeholder 30"/>
          <p:cNvSpPr>
            <a:spLocks noGrp="1"/>
          </p:cNvSpPr>
          <p:nvPr>
            <p:ph type="pic" sz="quarter" idx="39" hasCustomPrompt="1"/>
          </p:nvPr>
        </p:nvSpPr>
        <p:spPr>
          <a:xfrm>
            <a:off x="4038599" y="4464733"/>
            <a:ext cx="4038600" cy="2393267"/>
          </a:xfrm>
          <a:solidFill>
            <a:schemeClr val="bg1">
              <a:lumMod val="85000"/>
            </a:schemeClr>
          </a:solidFill>
        </p:spPr>
        <p:txBody>
          <a:bodyPr/>
          <a:lstStyle>
            <a:lvl1pPr>
              <a:defRPr/>
            </a:lvl1pPr>
          </a:lstStyle>
          <a:p>
            <a:r>
              <a:rPr lang="id-ID" dirty="0" smtClean="0"/>
              <a:t>Pic here</a:t>
            </a:r>
            <a:endParaRPr lang="en-AU" dirty="0"/>
          </a:p>
        </p:txBody>
      </p:sp>
      <p:grpSp>
        <p:nvGrpSpPr>
          <p:cNvPr id="6" name="Group 5"/>
          <p:cNvGrpSpPr/>
          <p:nvPr userDrawn="1"/>
        </p:nvGrpSpPr>
        <p:grpSpPr>
          <a:xfrm>
            <a:off x="8077197" y="2071466"/>
            <a:ext cx="4114803" cy="4786534"/>
            <a:chOff x="8077197" y="2071466"/>
            <a:chExt cx="4114803" cy="3172804"/>
          </a:xfrm>
        </p:grpSpPr>
        <p:sp>
          <p:nvSpPr>
            <p:cNvPr id="2" name="Rectangle 1"/>
            <p:cNvSpPr/>
            <p:nvPr userDrawn="1"/>
          </p:nvSpPr>
          <p:spPr>
            <a:xfrm>
              <a:off x="8077199" y="2071466"/>
              <a:ext cx="4114801" cy="80236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3" name="Rectangle 32"/>
            <p:cNvSpPr/>
            <p:nvPr userDrawn="1"/>
          </p:nvSpPr>
          <p:spPr>
            <a:xfrm>
              <a:off x="8077198" y="2866917"/>
              <a:ext cx="4114801" cy="80236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4" name="Rectangle 33"/>
            <p:cNvSpPr/>
            <p:nvPr userDrawn="1"/>
          </p:nvSpPr>
          <p:spPr>
            <a:xfrm>
              <a:off x="8077197" y="3657868"/>
              <a:ext cx="4114801" cy="802363"/>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5" name="Rectangle 34"/>
            <p:cNvSpPr/>
            <p:nvPr userDrawn="1"/>
          </p:nvSpPr>
          <p:spPr>
            <a:xfrm>
              <a:off x="8077199" y="4441907"/>
              <a:ext cx="4114801" cy="80236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grpSp>
    </p:spTree>
    <p:extLst>
      <p:ext uri="{BB962C8B-B14F-4D97-AF65-F5344CB8AC3E}">
        <p14:creationId xmlns:p14="http://schemas.microsoft.com/office/powerpoint/2010/main" val="363275733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500"/>
                                        <p:tgtEl>
                                          <p:spTgt spid="15"/>
                                        </p:tgtEl>
                                      </p:cBhvr>
                                    </p:animEffect>
                                  </p:childTnLst>
                                </p:cTn>
                              </p:par>
                            </p:childTnLst>
                          </p:cTn>
                        </p:par>
                        <p:par>
                          <p:cTn id="8" fill="hold">
                            <p:stCondLst>
                              <p:cond delay="500"/>
                            </p:stCondLst>
                            <p:childTnLst>
                              <p:par>
                                <p:cTn id="9" presetID="42" presetClass="entr" presetSubtype="0" fill="hold" grpId="0" nodeType="afterEffect">
                                  <p:stCondLst>
                                    <p:cond delay="0"/>
                                  </p:stCondLst>
                                  <p:childTnLst>
                                    <p:set>
                                      <p:cBhvr>
                                        <p:cTn id="10" dur="1" fill="hold">
                                          <p:stCondLst>
                                            <p:cond delay="0"/>
                                          </p:stCondLst>
                                        </p:cTn>
                                        <p:tgtEl>
                                          <p:spTgt spid="18">
                                            <p:txEl>
                                              <p:pRg st="0" end="0"/>
                                            </p:txEl>
                                          </p:spTgt>
                                        </p:tgtEl>
                                        <p:attrNameLst>
                                          <p:attrName>style.visibility</p:attrName>
                                        </p:attrNameLst>
                                      </p:cBhvr>
                                      <p:to>
                                        <p:strVal val="visible"/>
                                      </p:to>
                                    </p:set>
                                    <p:animEffect transition="in" filter="fade">
                                      <p:cBhvr>
                                        <p:cTn id="11" dur="500"/>
                                        <p:tgtEl>
                                          <p:spTgt spid="18">
                                            <p:txEl>
                                              <p:pRg st="0" end="0"/>
                                            </p:txEl>
                                          </p:spTgt>
                                        </p:tgtEl>
                                      </p:cBhvr>
                                    </p:animEffect>
                                    <p:anim calcmode="lin" valueType="num">
                                      <p:cBhvr>
                                        <p:cTn id="12" dur="500" fill="hold"/>
                                        <p:tgtEl>
                                          <p:spTgt spid="18">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18">
                                            <p:txEl>
                                              <p:pRg st="0" end="0"/>
                                            </p:txEl>
                                          </p:spTgt>
                                        </p:tgtEl>
                                        <p:attrNameLst>
                                          <p:attrName>ppt_y</p:attrName>
                                        </p:attrNameLst>
                                      </p:cBhvr>
                                      <p:tavLst>
                                        <p:tav tm="0">
                                          <p:val>
                                            <p:strVal val="#ppt_y+.1"/>
                                          </p:val>
                                        </p:tav>
                                        <p:tav tm="100000">
                                          <p:val>
                                            <p:strVal val="#ppt_y"/>
                                          </p:val>
                                        </p:tav>
                                      </p:tavLst>
                                    </p:anim>
                                  </p:childTnLst>
                                </p:cTn>
                              </p:par>
                            </p:childTnLst>
                          </p:cTn>
                        </p:par>
                        <p:par>
                          <p:cTn id="14" fill="hold">
                            <p:stCondLst>
                              <p:cond delay="1000"/>
                            </p:stCondLst>
                            <p:childTnLst>
                              <p:par>
                                <p:cTn id="15" presetID="42" presetClass="entr" presetSubtype="0" fill="hold" grpId="0" nodeType="afterEffect">
                                  <p:stCondLst>
                                    <p:cond delay="0"/>
                                  </p:stCondLst>
                                  <p:childTnLst>
                                    <p:set>
                                      <p:cBhvr>
                                        <p:cTn id="16" dur="1" fill="hold">
                                          <p:stCondLst>
                                            <p:cond delay="0"/>
                                          </p:stCondLst>
                                        </p:cTn>
                                        <p:tgtEl>
                                          <p:spTgt spid="28"/>
                                        </p:tgtEl>
                                        <p:attrNameLst>
                                          <p:attrName>style.visibility</p:attrName>
                                        </p:attrNameLst>
                                      </p:cBhvr>
                                      <p:to>
                                        <p:strVal val="visible"/>
                                      </p:to>
                                    </p:set>
                                    <p:animEffect transition="in" filter="fade">
                                      <p:cBhvr>
                                        <p:cTn id="17" dur="500"/>
                                        <p:tgtEl>
                                          <p:spTgt spid="28"/>
                                        </p:tgtEl>
                                      </p:cBhvr>
                                    </p:animEffect>
                                    <p:anim calcmode="lin" valueType="num">
                                      <p:cBhvr>
                                        <p:cTn id="18" dur="500" fill="hold"/>
                                        <p:tgtEl>
                                          <p:spTgt spid="28"/>
                                        </p:tgtEl>
                                        <p:attrNameLst>
                                          <p:attrName>ppt_x</p:attrName>
                                        </p:attrNameLst>
                                      </p:cBhvr>
                                      <p:tavLst>
                                        <p:tav tm="0">
                                          <p:val>
                                            <p:strVal val="#ppt_x"/>
                                          </p:val>
                                        </p:tav>
                                        <p:tav tm="100000">
                                          <p:val>
                                            <p:strVal val="#ppt_x"/>
                                          </p:val>
                                        </p:tav>
                                      </p:tavLst>
                                    </p:anim>
                                    <p:anim calcmode="lin" valueType="num">
                                      <p:cBhvr>
                                        <p:cTn id="19" dur="500" fill="hold"/>
                                        <p:tgtEl>
                                          <p:spTgt spid="28"/>
                                        </p:tgtEl>
                                        <p:attrNameLst>
                                          <p:attrName>ppt_y</p:attrName>
                                        </p:attrNameLst>
                                      </p:cBhvr>
                                      <p:tavLst>
                                        <p:tav tm="0">
                                          <p:val>
                                            <p:strVal val="#ppt_y+.1"/>
                                          </p:val>
                                        </p:tav>
                                        <p:tav tm="100000">
                                          <p:val>
                                            <p:strVal val="#ppt_y"/>
                                          </p:val>
                                        </p:tav>
                                      </p:tavLst>
                                    </p:anim>
                                  </p:childTnLst>
                                </p:cTn>
                              </p:par>
                            </p:childTnLst>
                          </p:cTn>
                        </p:par>
                        <p:par>
                          <p:cTn id="20" fill="hold">
                            <p:stCondLst>
                              <p:cond delay="1500"/>
                            </p:stCondLst>
                            <p:childTnLst>
                              <p:par>
                                <p:cTn id="21" presetID="42" presetClass="entr" presetSubtype="0" fill="hold" grpId="0" nodeType="afterEffect">
                                  <p:stCondLst>
                                    <p:cond delay="0"/>
                                  </p:stCondLst>
                                  <p:childTnLst>
                                    <p:set>
                                      <p:cBhvr>
                                        <p:cTn id="22" dur="1" fill="hold">
                                          <p:stCondLst>
                                            <p:cond delay="0"/>
                                          </p:stCondLst>
                                        </p:cTn>
                                        <p:tgtEl>
                                          <p:spTgt spid="29"/>
                                        </p:tgtEl>
                                        <p:attrNameLst>
                                          <p:attrName>style.visibility</p:attrName>
                                        </p:attrNameLst>
                                      </p:cBhvr>
                                      <p:to>
                                        <p:strVal val="visible"/>
                                      </p:to>
                                    </p:set>
                                    <p:animEffect transition="in" filter="fade">
                                      <p:cBhvr>
                                        <p:cTn id="23" dur="500"/>
                                        <p:tgtEl>
                                          <p:spTgt spid="29"/>
                                        </p:tgtEl>
                                      </p:cBhvr>
                                    </p:animEffect>
                                    <p:anim calcmode="lin" valueType="num">
                                      <p:cBhvr>
                                        <p:cTn id="24" dur="500" fill="hold"/>
                                        <p:tgtEl>
                                          <p:spTgt spid="29"/>
                                        </p:tgtEl>
                                        <p:attrNameLst>
                                          <p:attrName>ppt_x</p:attrName>
                                        </p:attrNameLst>
                                      </p:cBhvr>
                                      <p:tavLst>
                                        <p:tav tm="0">
                                          <p:val>
                                            <p:strVal val="#ppt_x"/>
                                          </p:val>
                                        </p:tav>
                                        <p:tav tm="100000">
                                          <p:val>
                                            <p:strVal val="#ppt_x"/>
                                          </p:val>
                                        </p:tav>
                                      </p:tavLst>
                                    </p:anim>
                                    <p:anim calcmode="lin" valueType="num">
                                      <p:cBhvr>
                                        <p:cTn id="25" dur="500" fill="hold"/>
                                        <p:tgtEl>
                                          <p:spTgt spid="29"/>
                                        </p:tgtEl>
                                        <p:attrNameLst>
                                          <p:attrName>ppt_y</p:attrName>
                                        </p:attrNameLst>
                                      </p:cBhvr>
                                      <p:tavLst>
                                        <p:tav tm="0">
                                          <p:val>
                                            <p:strVal val="#ppt_y+.1"/>
                                          </p:val>
                                        </p:tav>
                                        <p:tav tm="100000">
                                          <p:val>
                                            <p:strVal val="#ppt_y"/>
                                          </p:val>
                                        </p:tav>
                                      </p:tavLst>
                                    </p:anim>
                                  </p:childTnLst>
                                </p:cTn>
                              </p:par>
                            </p:childTnLst>
                          </p:cTn>
                        </p:par>
                        <p:par>
                          <p:cTn id="26" fill="hold">
                            <p:stCondLst>
                              <p:cond delay="2000"/>
                            </p:stCondLst>
                            <p:childTnLst>
                              <p:par>
                                <p:cTn id="27" presetID="42" presetClass="entr" presetSubtype="0" fill="hold" grpId="0" nodeType="afterEffect">
                                  <p:stCondLst>
                                    <p:cond delay="0"/>
                                  </p:stCondLst>
                                  <p:childTnLst>
                                    <p:set>
                                      <p:cBhvr>
                                        <p:cTn id="28" dur="1" fill="hold">
                                          <p:stCondLst>
                                            <p:cond delay="0"/>
                                          </p:stCondLst>
                                        </p:cTn>
                                        <p:tgtEl>
                                          <p:spTgt spid="30"/>
                                        </p:tgtEl>
                                        <p:attrNameLst>
                                          <p:attrName>style.visibility</p:attrName>
                                        </p:attrNameLst>
                                      </p:cBhvr>
                                      <p:to>
                                        <p:strVal val="visible"/>
                                      </p:to>
                                    </p:set>
                                    <p:animEffect transition="in" filter="fade">
                                      <p:cBhvr>
                                        <p:cTn id="29" dur="500"/>
                                        <p:tgtEl>
                                          <p:spTgt spid="30"/>
                                        </p:tgtEl>
                                      </p:cBhvr>
                                    </p:animEffect>
                                    <p:anim calcmode="lin" valueType="num">
                                      <p:cBhvr>
                                        <p:cTn id="30" dur="500" fill="hold"/>
                                        <p:tgtEl>
                                          <p:spTgt spid="30"/>
                                        </p:tgtEl>
                                        <p:attrNameLst>
                                          <p:attrName>ppt_x</p:attrName>
                                        </p:attrNameLst>
                                      </p:cBhvr>
                                      <p:tavLst>
                                        <p:tav tm="0">
                                          <p:val>
                                            <p:strVal val="#ppt_x"/>
                                          </p:val>
                                        </p:tav>
                                        <p:tav tm="100000">
                                          <p:val>
                                            <p:strVal val="#ppt_x"/>
                                          </p:val>
                                        </p:tav>
                                      </p:tavLst>
                                    </p:anim>
                                    <p:anim calcmode="lin" valueType="num">
                                      <p:cBhvr>
                                        <p:cTn id="31" dur="500" fill="hold"/>
                                        <p:tgtEl>
                                          <p:spTgt spid="30"/>
                                        </p:tgtEl>
                                        <p:attrNameLst>
                                          <p:attrName>ppt_y</p:attrName>
                                        </p:attrNameLst>
                                      </p:cBhvr>
                                      <p:tavLst>
                                        <p:tav tm="0">
                                          <p:val>
                                            <p:strVal val="#ppt_y+.1"/>
                                          </p:val>
                                        </p:tav>
                                        <p:tav tm="100000">
                                          <p:val>
                                            <p:strVal val="#ppt_y"/>
                                          </p:val>
                                        </p:tav>
                                      </p:tavLst>
                                    </p:anim>
                                  </p:childTnLst>
                                </p:cTn>
                              </p:par>
                            </p:childTnLst>
                          </p:cTn>
                        </p:par>
                        <p:par>
                          <p:cTn id="32" fill="hold">
                            <p:stCondLst>
                              <p:cond delay="2500"/>
                            </p:stCondLst>
                            <p:childTnLst>
                              <p:par>
                                <p:cTn id="33" presetID="42" presetClass="entr" presetSubtype="0" fill="hold" grpId="0" nodeType="afterEffect">
                                  <p:stCondLst>
                                    <p:cond delay="0"/>
                                  </p:stCondLst>
                                  <p:childTnLst>
                                    <p:set>
                                      <p:cBhvr>
                                        <p:cTn id="34" dur="1" fill="hold">
                                          <p:stCondLst>
                                            <p:cond delay="0"/>
                                          </p:stCondLst>
                                        </p:cTn>
                                        <p:tgtEl>
                                          <p:spTgt spid="31"/>
                                        </p:tgtEl>
                                        <p:attrNameLst>
                                          <p:attrName>style.visibility</p:attrName>
                                        </p:attrNameLst>
                                      </p:cBhvr>
                                      <p:to>
                                        <p:strVal val="visible"/>
                                      </p:to>
                                    </p:set>
                                    <p:animEffect transition="in" filter="fade">
                                      <p:cBhvr>
                                        <p:cTn id="35" dur="500"/>
                                        <p:tgtEl>
                                          <p:spTgt spid="31"/>
                                        </p:tgtEl>
                                      </p:cBhvr>
                                    </p:animEffect>
                                    <p:anim calcmode="lin" valueType="num">
                                      <p:cBhvr>
                                        <p:cTn id="36" dur="500" fill="hold"/>
                                        <p:tgtEl>
                                          <p:spTgt spid="31"/>
                                        </p:tgtEl>
                                        <p:attrNameLst>
                                          <p:attrName>ppt_x</p:attrName>
                                        </p:attrNameLst>
                                      </p:cBhvr>
                                      <p:tavLst>
                                        <p:tav tm="0">
                                          <p:val>
                                            <p:strVal val="#ppt_x"/>
                                          </p:val>
                                        </p:tav>
                                        <p:tav tm="100000">
                                          <p:val>
                                            <p:strVal val="#ppt_x"/>
                                          </p:val>
                                        </p:tav>
                                      </p:tavLst>
                                    </p:anim>
                                    <p:anim calcmode="lin" valueType="num">
                                      <p:cBhvr>
                                        <p:cTn id="37" dur="500" fill="hold"/>
                                        <p:tgtEl>
                                          <p:spTgt spid="31"/>
                                        </p:tgtEl>
                                        <p:attrNameLst>
                                          <p:attrName>ppt_y</p:attrName>
                                        </p:attrNameLst>
                                      </p:cBhvr>
                                      <p:tavLst>
                                        <p:tav tm="0">
                                          <p:val>
                                            <p:strVal val="#ppt_y+.1"/>
                                          </p:val>
                                        </p:tav>
                                        <p:tav tm="100000">
                                          <p:val>
                                            <p:strVal val="#ppt_y"/>
                                          </p:val>
                                        </p:tav>
                                      </p:tavLst>
                                    </p:anim>
                                  </p:childTnLst>
                                </p:cTn>
                              </p:par>
                            </p:childTnLst>
                          </p:cTn>
                        </p:par>
                        <p:par>
                          <p:cTn id="38" fill="hold">
                            <p:stCondLst>
                              <p:cond delay="3000"/>
                            </p:stCondLst>
                            <p:childTnLst>
                              <p:par>
                                <p:cTn id="39" presetID="22" presetClass="entr" presetSubtype="8" fill="hold" nodeType="afterEffect">
                                  <p:stCondLst>
                                    <p:cond delay="0"/>
                                  </p:stCondLst>
                                  <p:childTnLst>
                                    <p:set>
                                      <p:cBhvr>
                                        <p:cTn id="40" dur="1" fill="hold">
                                          <p:stCondLst>
                                            <p:cond delay="0"/>
                                          </p:stCondLst>
                                        </p:cTn>
                                        <p:tgtEl>
                                          <p:spTgt spid="6"/>
                                        </p:tgtEl>
                                        <p:attrNameLst>
                                          <p:attrName>style.visibility</p:attrName>
                                        </p:attrNameLst>
                                      </p:cBhvr>
                                      <p:to>
                                        <p:strVal val="visible"/>
                                      </p:to>
                                    </p:set>
                                    <p:animEffect transition="in" filter="wipe(left)">
                                      <p:cBhvr>
                                        <p:cTn id="41"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18" grpId="0" build="p">
        <p:tmplLst>
          <p:tmpl lvl="1">
            <p:tnLst>
              <p:par>
                <p:cTn presetID="42" presetClass="entr" presetSubtype="0" fill="hold" nodeType="afterEffect">
                  <p:stCondLst>
                    <p:cond delay="0"/>
                  </p:stCondLst>
                  <p:childTnLst>
                    <p:set>
                      <p:cBhvr>
                        <p:cTn dur="1" fill="hold">
                          <p:stCondLst>
                            <p:cond delay="0"/>
                          </p:stCondLst>
                        </p:cTn>
                        <p:tgtEl>
                          <p:spTgt spid="18"/>
                        </p:tgtEl>
                        <p:attrNameLst>
                          <p:attrName>style.visibility</p:attrName>
                        </p:attrNameLst>
                      </p:cBhvr>
                      <p:to>
                        <p:strVal val="visible"/>
                      </p:to>
                    </p:set>
                    <p:animEffect transition="in" filter="fade">
                      <p:cBhvr>
                        <p:cTn dur="500"/>
                        <p:tgtEl>
                          <p:spTgt spid="18"/>
                        </p:tgtEl>
                      </p:cBhvr>
                    </p:animEffect>
                    <p:anim calcmode="lin" valueType="num">
                      <p:cBhvr>
                        <p:cTn dur="500" fill="hold"/>
                        <p:tgtEl>
                          <p:spTgt spid="18"/>
                        </p:tgtEl>
                        <p:attrNameLst>
                          <p:attrName>ppt_x</p:attrName>
                        </p:attrNameLst>
                      </p:cBhvr>
                      <p:tavLst>
                        <p:tav tm="0">
                          <p:val>
                            <p:strVal val="#ppt_x"/>
                          </p:val>
                        </p:tav>
                        <p:tav tm="100000">
                          <p:val>
                            <p:strVal val="#ppt_x"/>
                          </p:val>
                        </p:tav>
                      </p:tavLst>
                    </p:anim>
                    <p:anim calcmode="lin" valueType="num">
                      <p:cBhvr>
                        <p:cTn dur="500" fill="hold"/>
                        <p:tgtEl>
                          <p:spTgt spid="18"/>
                        </p:tgtEl>
                        <p:attrNameLst>
                          <p:attrName>ppt_y</p:attrName>
                        </p:attrNameLst>
                      </p:cBhvr>
                      <p:tavLst>
                        <p:tav tm="0">
                          <p:val>
                            <p:strVal val="#ppt_y+.1"/>
                          </p:val>
                        </p:tav>
                        <p:tav tm="100000">
                          <p:val>
                            <p:strVal val="#ppt_y"/>
                          </p:val>
                        </p:tav>
                      </p:tavLst>
                    </p:anim>
                  </p:childTnLst>
                </p:cTn>
              </p:par>
            </p:tnLst>
          </p:tmpl>
        </p:tmplLst>
      </p:bldP>
      <p:bldP spid="28" grpId="0" animBg="1"/>
      <p:bldP spid="29" grpId="0" animBg="1"/>
      <p:bldP spid="30" grpId="0" animBg="1"/>
      <p:bldP spid="31" grpId="0" animBg="1"/>
    </p:bldLst>
  </p:timing>
</p:sldLayout>
</file>

<file path=ppt/slideLayouts/slideLayout738.xml><?xml version="1.0" encoding="utf-8"?>
<p:sldLayout xmlns:a="http://schemas.openxmlformats.org/drawingml/2006/main" xmlns:r="http://schemas.openxmlformats.org/officeDocument/2006/relationships" xmlns:p="http://schemas.openxmlformats.org/presentationml/2006/main" preserve="1" userDrawn="1">
  <p:cSld name="19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2549236"/>
            <a:ext cx="4605193" cy="1683329"/>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8" name="Text Placeholder 2"/>
          <p:cNvSpPr>
            <a:spLocks noGrp="1"/>
          </p:cNvSpPr>
          <p:nvPr>
            <p:ph type="body" idx="1"/>
          </p:nvPr>
        </p:nvSpPr>
        <p:spPr>
          <a:xfrm>
            <a:off x="479424" y="4418436"/>
            <a:ext cx="4605193"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Tree>
    <p:extLst>
      <p:ext uri="{BB962C8B-B14F-4D97-AF65-F5344CB8AC3E}">
        <p14:creationId xmlns:p14="http://schemas.microsoft.com/office/powerpoint/2010/main" val="81700508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42" presetClass="entr" presetSubtype="0" fill="hold" grpId="0" nodeType="afterEffect">
                                  <p:stCondLst>
                                    <p:cond delay="0"/>
                                  </p:stCondLst>
                                  <p:childTnLst>
                                    <p:set>
                                      <p:cBhvr>
                                        <p:cTn id="10" dur="1" fill="hold">
                                          <p:stCondLst>
                                            <p:cond delay="0"/>
                                          </p:stCondLst>
                                        </p:cTn>
                                        <p:tgtEl>
                                          <p:spTgt spid="8">
                                            <p:txEl>
                                              <p:pRg st="0" end="0"/>
                                            </p:txEl>
                                          </p:spTgt>
                                        </p:tgtEl>
                                        <p:attrNameLst>
                                          <p:attrName>style.visibility</p:attrName>
                                        </p:attrNameLst>
                                      </p:cBhvr>
                                      <p:to>
                                        <p:strVal val="visible"/>
                                      </p:to>
                                    </p:set>
                                    <p:animEffect transition="in" filter="fade">
                                      <p:cBhvr>
                                        <p:cTn id="11" dur="500"/>
                                        <p:tgtEl>
                                          <p:spTgt spid="8">
                                            <p:txEl>
                                              <p:pRg st="0" end="0"/>
                                            </p:txEl>
                                          </p:spTgt>
                                        </p:tgtEl>
                                      </p:cBhvr>
                                    </p:animEffect>
                                    <p:anim calcmode="lin" valueType="num">
                                      <p:cBhvr>
                                        <p:cTn id="12"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73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smtClean="0"/>
              <a:t>Click to edit Master title style</a:t>
            </a:r>
            <a:endParaRPr lang="en-AU"/>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5" name="Footer Placeholder 4"/>
          <p:cNvSpPr>
            <a:spLocks noGrp="1"/>
          </p:cNvSpPr>
          <p:nvPr>
            <p:ph type="ftr" sz="quarter" idx="11"/>
          </p:nvPr>
        </p:nvSpPr>
        <p:spPr/>
        <p:txBody>
          <a:bodyPr/>
          <a:lstStyle/>
          <a:p>
            <a:endParaRPr lang="en-AU">
              <a:solidFill>
                <a:prstClr val="black">
                  <a:tint val="75000"/>
                </a:prstClr>
              </a:solidFill>
            </a:endParaRPr>
          </a:p>
        </p:txBody>
      </p:sp>
      <p:sp>
        <p:nvSpPr>
          <p:cNvPr id="6" name="Slide Number Placeholder 5"/>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234855807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74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AU"/>
          </a:p>
        </p:txBody>
      </p:sp>
      <p:sp>
        <p:nvSpPr>
          <p:cNvPr id="3" name="Content Placeholder 2"/>
          <p:cNvSpPr>
            <a:spLocks noGrp="1"/>
          </p:cNvSpPr>
          <p:nvPr>
            <p:ph sz="half" idx="1"/>
          </p:nvPr>
        </p:nvSpPr>
        <p:spPr>
          <a:xfrm>
            <a:off x="838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4" name="Content Placeholder 3"/>
          <p:cNvSpPr>
            <a:spLocks noGrp="1"/>
          </p:cNvSpPr>
          <p:nvPr>
            <p:ph sz="half" idx="2"/>
          </p:nvPr>
        </p:nvSpPr>
        <p:spPr>
          <a:xfrm>
            <a:off x="6172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5" name="Date Placeholder 4"/>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6" name="Footer Placeholder 5"/>
          <p:cNvSpPr>
            <a:spLocks noGrp="1"/>
          </p:cNvSpPr>
          <p:nvPr>
            <p:ph type="ftr" sz="quarter" idx="11"/>
          </p:nvPr>
        </p:nvSpPr>
        <p:spPr/>
        <p:txBody>
          <a:bodyPr/>
          <a:lstStyle/>
          <a:p>
            <a:endParaRPr lang="en-AU">
              <a:solidFill>
                <a:prstClr val="black">
                  <a:tint val="75000"/>
                </a:prstClr>
              </a:solidFill>
            </a:endParaRPr>
          </a:p>
        </p:txBody>
      </p:sp>
      <p:sp>
        <p:nvSpPr>
          <p:cNvPr id="7" name="Slide Number Placeholder 6"/>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128399557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74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smtClean="0"/>
              <a:t>Click to edit Master title style</a:t>
            </a:r>
            <a:endParaRPr lang="en-AU"/>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7" name="Date Placeholder 6"/>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8" name="Footer Placeholder 7"/>
          <p:cNvSpPr>
            <a:spLocks noGrp="1"/>
          </p:cNvSpPr>
          <p:nvPr>
            <p:ph type="ftr" sz="quarter" idx="11"/>
          </p:nvPr>
        </p:nvSpPr>
        <p:spPr/>
        <p:txBody>
          <a:bodyPr/>
          <a:lstStyle/>
          <a:p>
            <a:endParaRPr lang="en-AU">
              <a:solidFill>
                <a:prstClr val="black">
                  <a:tint val="75000"/>
                </a:prstClr>
              </a:solidFill>
            </a:endParaRPr>
          </a:p>
        </p:txBody>
      </p:sp>
      <p:sp>
        <p:nvSpPr>
          <p:cNvPr id="9" name="Slide Number Placeholder 8"/>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330927614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74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AU"/>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17048905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74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3" name="Footer Placeholder 2"/>
          <p:cNvSpPr>
            <a:spLocks noGrp="1"/>
          </p:cNvSpPr>
          <p:nvPr>
            <p:ph type="ftr" sz="quarter" idx="11"/>
          </p:nvPr>
        </p:nvSpPr>
        <p:spPr/>
        <p:txBody>
          <a:bodyPr/>
          <a:lstStyle/>
          <a:p>
            <a:endParaRPr lang="en-AU">
              <a:solidFill>
                <a:prstClr val="black">
                  <a:tint val="75000"/>
                </a:prstClr>
              </a:solidFill>
            </a:endParaRPr>
          </a:p>
        </p:txBody>
      </p:sp>
      <p:sp>
        <p:nvSpPr>
          <p:cNvPr id="4" name="Slide Number Placeholder 3"/>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322002222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74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AU"/>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6" name="Footer Placeholder 5"/>
          <p:cNvSpPr>
            <a:spLocks noGrp="1"/>
          </p:cNvSpPr>
          <p:nvPr>
            <p:ph type="ftr" sz="quarter" idx="11"/>
          </p:nvPr>
        </p:nvSpPr>
        <p:spPr/>
        <p:txBody>
          <a:bodyPr/>
          <a:lstStyle/>
          <a:p>
            <a:endParaRPr lang="en-AU">
              <a:solidFill>
                <a:prstClr val="black">
                  <a:tint val="75000"/>
                </a:prstClr>
              </a:solidFill>
            </a:endParaRPr>
          </a:p>
        </p:txBody>
      </p:sp>
      <p:sp>
        <p:nvSpPr>
          <p:cNvPr id="7" name="Slide Number Placeholder 6"/>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321539638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74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AU"/>
          </a:p>
        </p:txBody>
      </p:sp>
      <p:sp>
        <p:nvSpPr>
          <p:cNvPr id="3" name="Picture Placeholder 2"/>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AU"/>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6" name="Footer Placeholder 5"/>
          <p:cNvSpPr>
            <a:spLocks noGrp="1"/>
          </p:cNvSpPr>
          <p:nvPr>
            <p:ph type="ftr" sz="quarter" idx="11"/>
          </p:nvPr>
        </p:nvSpPr>
        <p:spPr/>
        <p:txBody>
          <a:bodyPr/>
          <a:lstStyle/>
          <a:p>
            <a:endParaRPr lang="en-AU">
              <a:solidFill>
                <a:prstClr val="black">
                  <a:tint val="75000"/>
                </a:prstClr>
              </a:solidFill>
            </a:endParaRPr>
          </a:p>
        </p:txBody>
      </p:sp>
      <p:sp>
        <p:nvSpPr>
          <p:cNvPr id="7" name="Slide Number Placeholder 6"/>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313237645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74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AU"/>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4" name="Date Placeholder 3"/>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5" name="Footer Placeholder 4"/>
          <p:cNvSpPr>
            <a:spLocks noGrp="1"/>
          </p:cNvSpPr>
          <p:nvPr>
            <p:ph type="ftr" sz="quarter" idx="11"/>
          </p:nvPr>
        </p:nvSpPr>
        <p:spPr/>
        <p:txBody>
          <a:bodyPr/>
          <a:lstStyle/>
          <a:p>
            <a:endParaRPr lang="en-AU">
              <a:solidFill>
                <a:prstClr val="black">
                  <a:tint val="75000"/>
                </a:prstClr>
              </a:solidFill>
            </a:endParaRPr>
          </a:p>
        </p:txBody>
      </p:sp>
      <p:sp>
        <p:nvSpPr>
          <p:cNvPr id="6" name="Slide Number Placeholder 5"/>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295142208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74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smtClean="0"/>
              <a:t>Click to edit Master title style</a:t>
            </a:r>
            <a:endParaRPr lang="en-AU"/>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4" name="Date Placeholder 3"/>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5" name="Footer Placeholder 4"/>
          <p:cNvSpPr>
            <a:spLocks noGrp="1"/>
          </p:cNvSpPr>
          <p:nvPr>
            <p:ph type="ftr" sz="quarter" idx="11"/>
          </p:nvPr>
        </p:nvSpPr>
        <p:spPr/>
        <p:txBody>
          <a:bodyPr/>
          <a:lstStyle/>
          <a:p>
            <a:endParaRPr lang="en-AU">
              <a:solidFill>
                <a:prstClr val="black">
                  <a:tint val="75000"/>
                </a:prstClr>
              </a:solidFill>
            </a:endParaRPr>
          </a:p>
        </p:txBody>
      </p:sp>
      <p:sp>
        <p:nvSpPr>
          <p:cNvPr id="6" name="Slide Number Placeholder 5"/>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417384783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74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249150014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74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160054700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75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smtClean="0"/>
              <a:t>Click to edit Master title style</a:t>
            </a:r>
            <a:endParaRPr lang="en-US" dirty="0"/>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261029222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75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838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6172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6" name="Footer Placeholder 5"/>
          <p:cNvSpPr>
            <a:spLocks noGrp="1"/>
          </p:cNvSpPr>
          <p:nvPr>
            <p:ph type="ftr" sz="quarter" idx="11"/>
          </p:nvPr>
        </p:nvSpPr>
        <p:spPr/>
        <p:txBody>
          <a:bodyPr/>
          <a:lstStyle/>
          <a:p>
            <a:endParaRPr lang="id-ID">
              <a:solidFill>
                <a:prstClr val="black">
                  <a:tint val="75000"/>
                </a:prstClr>
              </a:solidFill>
            </a:endParaRPr>
          </a:p>
        </p:txBody>
      </p:sp>
      <p:sp>
        <p:nvSpPr>
          <p:cNvPr id="7" name="Slide Number Placeholder 6"/>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359547623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75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8" name="Footer Placeholder 7"/>
          <p:cNvSpPr>
            <a:spLocks noGrp="1"/>
          </p:cNvSpPr>
          <p:nvPr>
            <p:ph type="ftr" sz="quarter" idx="11"/>
          </p:nvPr>
        </p:nvSpPr>
        <p:spPr/>
        <p:txBody>
          <a:bodyPr/>
          <a:lstStyle/>
          <a:p>
            <a:endParaRPr lang="id-ID">
              <a:solidFill>
                <a:prstClr val="black">
                  <a:tint val="75000"/>
                </a:prstClr>
              </a:solidFill>
            </a:endParaRPr>
          </a:p>
        </p:txBody>
      </p:sp>
      <p:sp>
        <p:nvSpPr>
          <p:cNvPr id="9" name="Slide Number Placeholder 8"/>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267053320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75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Date Placeholder 2"/>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4" name="Footer Placeholder 3"/>
          <p:cNvSpPr>
            <a:spLocks noGrp="1"/>
          </p:cNvSpPr>
          <p:nvPr>
            <p:ph type="ftr" sz="quarter" idx="11"/>
          </p:nvPr>
        </p:nvSpPr>
        <p:spPr/>
        <p:txBody>
          <a:bodyPr/>
          <a:lstStyle/>
          <a:p>
            <a:endParaRPr lang="id-ID">
              <a:solidFill>
                <a:prstClr val="black">
                  <a:tint val="75000"/>
                </a:prstClr>
              </a:solidFill>
            </a:endParaRPr>
          </a:p>
        </p:txBody>
      </p:sp>
      <p:sp>
        <p:nvSpPr>
          <p:cNvPr id="5" name="Slide Number Placeholder 4"/>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63409049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75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3" name="Footer Placeholder 2"/>
          <p:cNvSpPr>
            <a:spLocks noGrp="1"/>
          </p:cNvSpPr>
          <p:nvPr>
            <p:ph type="ftr" sz="quarter" idx="11"/>
          </p:nvPr>
        </p:nvSpPr>
        <p:spPr/>
        <p:txBody>
          <a:bodyPr/>
          <a:lstStyle/>
          <a:p>
            <a:endParaRPr lang="id-ID">
              <a:solidFill>
                <a:prstClr val="black">
                  <a:tint val="75000"/>
                </a:prstClr>
              </a:solidFill>
            </a:endParaRPr>
          </a:p>
        </p:txBody>
      </p:sp>
      <p:sp>
        <p:nvSpPr>
          <p:cNvPr id="4" name="Slide Number Placeholder 3"/>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285949133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75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6" name="Footer Placeholder 5"/>
          <p:cNvSpPr>
            <a:spLocks noGrp="1"/>
          </p:cNvSpPr>
          <p:nvPr>
            <p:ph type="ftr" sz="quarter" idx="11"/>
          </p:nvPr>
        </p:nvSpPr>
        <p:spPr/>
        <p:txBody>
          <a:bodyPr/>
          <a:lstStyle/>
          <a:p>
            <a:endParaRPr lang="id-ID">
              <a:solidFill>
                <a:prstClr val="black">
                  <a:tint val="75000"/>
                </a:prstClr>
              </a:solidFill>
            </a:endParaRPr>
          </a:p>
        </p:txBody>
      </p:sp>
      <p:sp>
        <p:nvSpPr>
          <p:cNvPr id="7" name="Slide Number Placeholder 6"/>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163870634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75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5183188" y="987425"/>
            <a:ext cx="617220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6" name="Footer Placeholder 5"/>
          <p:cNvSpPr>
            <a:spLocks noGrp="1"/>
          </p:cNvSpPr>
          <p:nvPr>
            <p:ph type="ftr" sz="quarter" idx="11"/>
          </p:nvPr>
        </p:nvSpPr>
        <p:spPr/>
        <p:txBody>
          <a:bodyPr/>
          <a:lstStyle/>
          <a:p>
            <a:endParaRPr lang="id-ID">
              <a:solidFill>
                <a:prstClr val="black">
                  <a:tint val="75000"/>
                </a:prstClr>
              </a:solidFill>
            </a:endParaRPr>
          </a:p>
        </p:txBody>
      </p:sp>
      <p:sp>
        <p:nvSpPr>
          <p:cNvPr id="7" name="Slide Number Placeholder 6"/>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135058750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75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50257116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75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242728698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75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159067294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76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275845913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76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smtClean="0"/>
              <a:t>Click to edit Master title style</a:t>
            </a:r>
            <a:endParaRPr lang="en-US" dirty="0"/>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63960609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76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838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6172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6" name="Footer Placeholder 5"/>
          <p:cNvSpPr>
            <a:spLocks noGrp="1"/>
          </p:cNvSpPr>
          <p:nvPr>
            <p:ph type="ftr" sz="quarter" idx="11"/>
          </p:nvPr>
        </p:nvSpPr>
        <p:spPr/>
        <p:txBody>
          <a:bodyPr/>
          <a:lstStyle/>
          <a:p>
            <a:endParaRPr lang="id-ID">
              <a:solidFill>
                <a:prstClr val="black">
                  <a:tint val="75000"/>
                </a:prstClr>
              </a:solidFill>
            </a:endParaRPr>
          </a:p>
        </p:txBody>
      </p:sp>
      <p:sp>
        <p:nvSpPr>
          <p:cNvPr id="7" name="Slide Number Placeholder 6"/>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408033383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76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8" name="Footer Placeholder 7"/>
          <p:cNvSpPr>
            <a:spLocks noGrp="1"/>
          </p:cNvSpPr>
          <p:nvPr>
            <p:ph type="ftr" sz="quarter" idx="11"/>
          </p:nvPr>
        </p:nvSpPr>
        <p:spPr/>
        <p:txBody>
          <a:bodyPr/>
          <a:lstStyle/>
          <a:p>
            <a:endParaRPr lang="id-ID">
              <a:solidFill>
                <a:prstClr val="black">
                  <a:tint val="75000"/>
                </a:prstClr>
              </a:solidFill>
            </a:endParaRPr>
          </a:p>
        </p:txBody>
      </p:sp>
      <p:sp>
        <p:nvSpPr>
          <p:cNvPr id="9" name="Slide Number Placeholder 8"/>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314260415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76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Date Placeholder 2"/>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4" name="Footer Placeholder 3"/>
          <p:cNvSpPr>
            <a:spLocks noGrp="1"/>
          </p:cNvSpPr>
          <p:nvPr>
            <p:ph type="ftr" sz="quarter" idx="11"/>
          </p:nvPr>
        </p:nvSpPr>
        <p:spPr/>
        <p:txBody>
          <a:bodyPr/>
          <a:lstStyle/>
          <a:p>
            <a:endParaRPr lang="id-ID">
              <a:solidFill>
                <a:prstClr val="black">
                  <a:tint val="75000"/>
                </a:prstClr>
              </a:solidFill>
            </a:endParaRPr>
          </a:p>
        </p:txBody>
      </p:sp>
      <p:sp>
        <p:nvSpPr>
          <p:cNvPr id="5" name="Slide Number Placeholder 4"/>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103329336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76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3" name="Footer Placeholder 2"/>
          <p:cNvSpPr>
            <a:spLocks noGrp="1"/>
          </p:cNvSpPr>
          <p:nvPr>
            <p:ph type="ftr" sz="quarter" idx="11"/>
          </p:nvPr>
        </p:nvSpPr>
        <p:spPr/>
        <p:txBody>
          <a:bodyPr/>
          <a:lstStyle/>
          <a:p>
            <a:endParaRPr lang="id-ID">
              <a:solidFill>
                <a:prstClr val="black">
                  <a:tint val="75000"/>
                </a:prstClr>
              </a:solidFill>
            </a:endParaRPr>
          </a:p>
        </p:txBody>
      </p:sp>
      <p:sp>
        <p:nvSpPr>
          <p:cNvPr id="4" name="Slide Number Placeholder 3"/>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326974962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76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6" name="Footer Placeholder 5"/>
          <p:cNvSpPr>
            <a:spLocks noGrp="1"/>
          </p:cNvSpPr>
          <p:nvPr>
            <p:ph type="ftr" sz="quarter" idx="11"/>
          </p:nvPr>
        </p:nvSpPr>
        <p:spPr/>
        <p:txBody>
          <a:bodyPr/>
          <a:lstStyle/>
          <a:p>
            <a:endParaRPr lang="id-ID">
              <a:solidFill>
                <a:prstClr val="black">
                  <a:tint val="75000"/>
                </a:prstClr>
              </a:solidFill>
            </a:endParaRPr>
          </a:p>
        </p:txBody>
      </p:sp>
      <p:sp>
        <p:nvSpPr>
          <p:cNvPr id="7" name="Slide Number Placeholder 6"/>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241729323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76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5183188" y="987425"/>
            <a:ext cx="617220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6" name="Footer Placeholder 5"/>
          <p:cNvSpPr>
            <a:spLocks noGrp="1"/>
          </p:cNvSpPr>
          <p:nvPr>
            <p:ph type="ftr" sz="quarter" idx="11"/>
          </p:nvPr>
        </p:nvSpPr>
        <p:spPr/>
        <p:txBody>
          <a:bodyPr/>
          <a:lstStyle/>
          <a:p>
            <a:endParaRPr lang="id-ID">
              <a:solidFill>
                <a:prstClr val="black">
                  <a:tint val="75000"/>
                </a:prstClr>
              </a:solidFill>
            </a:endParaRPr>
          </a:p>
        </p:txBody>
      </p:sp>
      <p:sp>
        <p:nvSpPr>
          <p:cNvPr id="7" name="Slide Number Placeholder 6"/>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147375642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76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328987172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76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414849925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770.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
        <p:nvSpPr>
          <p:cNvPr id="8" name="Picture Placeholder 7"/>
          <p:cNvSpPr>
            <a:spLocks noGrp="1"/>
          </p:cNvSpPr>
          <p:nvPr>
            <p:ph type="pic" sz="quarter" idx="13"/>
          </p:nvPr>
        </p:nvSpPr>
        <p:spPr>
          <a:xfrm>
            <a:off x="0" y="0"/>
            <a:ext cx="12192000" cy="6858000"/>
          </a:xfrm>
          <a:solidFill>
            <a:schemeClr val="bg1">
              <a:lumMod val="85000"/>
            </a:schemeClr>
          </a:solidFill>
        </p:spPr>
        <p:txBody>
          <a:bodyPr/>
          <a:lstStyle/>
          <a:p>
            <a:endParaRPr lang="en-AU"/>
          </a:p>
        </p:txBody>
      </p:sp>
      <p:sp>
        <p:nvSpPr>
          <p:cNvPr id="9" name="Picture Placeholder 7"/>
          <p:cNvSpPr>
            <a:spLocks noGrp="1"/>
          </p:cNvSpPr>
          <p:nvPr>
            <p:ph type="pic" sz="quarter" idx="14"/>
          </p:nvPr>
        </p:nvSpPr>
        <p:spPr>
          <a:xfrm>
            <a:off x="3028950" y="1943100"/>
            <a:ext cx="6096000" cy="4914900"/>
          </a:xfrm>
          <a:solidFill>
            <a:schemeClr val="bg2">
              <a:lumMod val="25000"/>
            </a:schemeClr>
          </a:solidFill>
        </p:spPr>
        <p:txBody>
          <a:bodyPr/>
          <a:lstStyle/>
          <a:p>
            <a:endParaRPr lang="en-AU"/>
          </a:p>
        </p:txBody>
      </p:sp>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smtClean="0"/>
              <a:t>Click to edit Master title style</a:t>
            </a:r>
            <a:endParaRPr lang="en-AU"/>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smtClean="0"/>
              <a:t>Click to edit Master subtitle style</a:t>
            </a:r>
            <a:endParaRPr lang="en-AU" dirty="0"/>
          </a:p>
        </p:txBody>
      </p:sp>
      <p:sp>
        <p:nvSpPr>
          <p:cNvPr id="4" name="Date Placeholder 3"/>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5" name="Footer Placeholder 4"/>
          <p:cNvSpPr>
            <a:spLocks noGrp="1"/>
          </p:cNvSpPr>
          <p:nvPr>
            <p:ph type="ftr" sz="quarter" idx="11"/>
          </p:nvPr>
        </p:nvSpPr>
        <p:spPr/>
        <p:txBody>
          <a:bodyPr/>
          <a:lstStyle/>
          <a:p>
            <a:endParaRPr lang="en-AU">
              <a:solidFill>
                <a:prstClr val="black">
                  <a:tint val="75000"/>
                </a:prstClr>
              </a:solidFill>
            </a:endParaRPr>
          </a:p>
        </p:txBody>
      </p:sp>
      <p:sp>
        <p:nvSpPr>
          <p:cNvPr id="6" name="Slide Number Placeholder 5"/>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13859649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after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wipe(down)">
                                      <p:cBhvr>
                                        <p:cTn id="7" dur="500"/>
                                        <p:tgtEl>
                                          <p:spTgt spid="9"/>
                                        </p:tgtEl>
                                      </p:cBhvr>
                                    </p:animEffect>
                                  </p:childTnLst>
                                </p:cTn>
                              </p:par>
                            </p:childTnLst>
                          </p:cTn>
                        </p:par>
                        <p:par>
                          <p:cTn id="8" fill="hold">
                            <p:stCondLst>
                              <p:cond delay="500"/>
                            </p:stCondLst>
                            <p:childTnLst>
                              <p:par>
                                <p:cTn id="9" presetID="42"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anim calcmode="lin" valueType="num">
                                      <p:cBhvr>
                                        <p:cTn id="12" dur="500" fill="hold"/>
                                        <p:tgtEl>
                                          <p:spTgt spid="2"/>
                                        </p:tgtEl>
                                        <p:attrNameLst>
                                          <p:attrName>ppt_x</p:attrName>
                                        </p:attrNameLst>
                                      </p:cBhvr>
                                      <p:tavLst>
                                        <p:tav tm="0">
                                          <p:val>
                                            <p:strVal val="#ppt_x"/>
                                          </p:val>
                                        </p:tav>
                                        <p:tav tm="100000">
                                          <p:val>
                                            <p:strVal val="#ppt_x"/>
                                          </p:val>
                                        </p:tav>
                                      </p:tavLst>
                                    </p:anim>
                                    <p:anim calcmode="lin" valueType="num">
                                      <p:cBhvr>
                                        <p:cTn id="13" dur="500" fill="hold"/>
                                        <p:tgtEl>
                                          <p:spTgt spid="2"/>
                                        </p:tgtEl>
                                        <p:attrNameLst>
                                          <p:attrName>ppt_y</p:attrName>
                                        </p:attrNameLst>
                                      </p:cBhvr>
                                      <p:tavLst>
                                        <p:tav tm="0">
                                          <p:val>
                                            <p:strVal val="#ppt_y+.1"/>
                                          </p:val>
                                        </p:tav>
                                        <p:tav tm="100000">
                                          <p:val>
                                            <p:strVal val="#ppt_y"/>
                                          </p:val>
                                        </p:tav>
                                      </p:tavLst>
                                    </p:anim>
                                  </p:childTnLst>
                                </p:cTn>
                              </p:par>
                            </p:childTnLst>
                          </p:cTn>
                        </p:par>
                        <p:par>
                          <p:cTn id="14" fill="hold">
                            <p:stCondLst>
                              <p:cond delay="1000"/>
                            </p:stCondLst>
                            <p:childTnLst>
                              <p:par>
                                <p:cTn id="15" presetID="10" presetClass="entr" presetSubtype="0" fill="hold" grpId="0" nodeType="afterEffect">
                                  <p:stCondLst>
                                    <p:cond delay="0"/>
                                  </p:stCondLst>
                                  <p:childTnLst>
                                    <p:set>
                                      <p:cBhvr>
                                        <p:cTn id="16" dur="1" fill="hold">
                                          <p:stCondLst>
                                            <p:cond delay="0"/>
                                          </p:stCondLst>
                                        </p:cTn>
                                        <p:tgtEl>
                                          <p:spTgt spid="3">
                                            <p:txEl>
                                              <p:pRg st="0" end="0"/>
                                            </p:txEl>
                                          </p:spTgt>
                                        </p:tgtEl>
                                        <p:attrNameLst>
                                          <p:attrName>style.visibility</p:attrName>
                                        </p:attrNameLst>
                                      </p:cBhvr>
                                      <p:to>
                                        <p:strVal val="visible"/>
                                      </p:to>
                                    </p:set>
                                    <p:animEffect transition="in" filter="fade">
                                      <p:cBhvr>
                                        <p:cTn id="17" dur="500"/>
                                        <p:tgtEl>
                                          <p:spTgt spid="3">
                                            <p:txEl>
                                              <p:pRg st="0" end="0"/>
                                            </p:txEl>
                                          </p:spTgt>
                                        </p:tgtEl>
                                      </p:cBhvr>
                                    </p:animEffect>
                                  </p:childTnLst>
                                </p:cTn>
                              </p:par>
                            </p:childTnLst>
                          </p:cTn>
                        </p:par>
                        <p:par>
                          <p:cTn id="18" fill="hold">
                            <p:stCondLst>
                              <p:cond delay="1500"/>
                            </p:stCondLst>
                            <p:childTnLst>
                              <p:par>
                                <p:cTn id="19" presetID="53" presetClass="entr" presetSubtype="16" fill="hold" grpId="0" nodeType="afterEffect">
                                  <p:stCondLst>
                                    <p:cond delay="0"/>
                                  </p:stCondLst>
                                  <p:childTnLst>
                                    <p:set>
                                      <p:cBhvr>
                                        <p:cTn id="20" dur="1" fill="hold">
                                          <p:stCondLst>
                                            <p:cond delay="0"/>
                                          </p:stCondLst>
                                        </p:cTn>
                                        <p:tgtEl>
                                          <p:spTgt spid="8"/>
                                        </p:tgtEl>
                                        <p:attrNameLst>
                                          <p:attrName>style.visibility</p:attrName>
                                        </p:attrNameLst>
                                      </p:cBhvr>
                                      <p:to>
                                        <p:strVal val="visible"/>
                                      </p:to>
                                    </p:set>
                                    <p:anim calcmode="lin" valueType="num">
                                      <p:cBhvr>
                                        <p:cTn id="21" dur="500" fill="hold"/>
                                        <p:tgtEl>
                                          <p:spTgt spid="8"/>
                                        </p:tgtEl>
                                        <p:attrNameLst>
                                          <p:attrName>ppt_w</p:attrName>
                                        </p:attrNameLst>
                                      </p:cBhvr>
                                      <p:tavLst>
                                        <p:tav tm="0">
                                          <p:val>
                                            <p:fltVal val="0"/>
                                          </p:val>
                                        </p:tav>
                                        <p:tav tm="100000">
                                          <p:val>
                                            <p:strVal val="#ppt_w"/>
                                          </p:val>
                                        </p:tav>
                                      </p:tavLst>
                                    </p:anim>
                                    <p:anim calcmode="lin" valueType="num">
                                      <p:cBhvr>
                                        <p:cTn id="22" dur="500" fill="hold"/>
                                        <p:tgtEl>
                                          <p:spTgt spid="8"/>
                                        </p:tgtEl>
                                        <p:attrNameLst>
                                          <p:attrName>ppt_h</p:attrName>
                                        </p:attrNameLst>
                                      </p:cBhvr>
                                      <p:tavLst>
                                        <p:tav tm="0">
                                          <p:val>
                                            <p:fltVal val="0"/>
                                          </p:val>
                                        </p:tav>
                                        <p:tav tm="100000">
                                          <p:val>
                                            <p:strVal val="#ppt_h"/>
                                          </p:val>
                                        </p:tav>
                                      </p:tavLst>
                                    </p:anim>
                                    <p:animEffect transition="in" filter="fade">
                                      <p:cBhvr>
                                        <p:cTn id="23"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P spid="2" grpId="0"/>
      <p:bldP spid="3" grpId="0" build="p">
        <p:tmplLst>
          <p:tmpl lvl="1">
            <p:tnLst>
              <p:par>
                <p:cTn presetID="10" presetClass="entr" presetSubtype="0" fill="hold" nodeType="afterEffect">
                  <p:stCondLst>
                    <p:cond delay="0"/>
                  </p:stCondLst>
                  <p:childTnLst>
                    <p:set>
                      <p:cBhvr>
                        <p:cTn dur="1" fill="hold">
                          <p:stCondLst>
                            <p:cond delay="0"/>
                          </p:stCondLst>
                        </p:cTn>
                        <p:tgtEl>
                          <p:spTgt spid="3"/>
                        </p:tgtEl>
                        <p:attrNameLst>
                          <p:attrName>style.visibility</p:attrName>
                        </p:attrNameLst>
                      </p:cBhvr>
                      <p:to>
                        <p:strVal val="visible"/>
                      </p:to>
                    </p:set>
                    <p:animEffect transition="in" filter="fade">
                      <p:cBhvr>
                        <p:cTn dur="500"/>
                        <p:tgtEl>
                          <p:spTgt spid="3"/>
                        </p:tgtEl>
                      </p:cBhvr>
                    </p:animEffect>
                  </p:childTnLst>
                </p:cTn>
              </p:par>
            </p:tnLst>
          </p:tmpl>
        </p:tmplLst>
      </p:bldP>
    </p:bldLst>
  </p:timing>
</p:sldLayout>
</file>

<file path=ppt/slideLayouts/slideLayout771.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1778000" y="1996719"/>
            <a:ext cx="4307472" cy="839020"/>
          </a:xfrm>
        </p:spPr>
        <p:txBody>
          <a:bodyPr>
            <a:noAutofit/>
          </a:bodyPr>
          <a:lstStyle>
            <a:lvl1pPr algn="r">
              <a:defRPr sz="6000">
                <a:solidFill>
                  <a:schemeClr val="tx1">
                    <a:lumMod val="75000"/>
                    <a:lumOff val="25000"/>
                  </a:schemeClr>
                </a:solidFill>
              </a:defRPr>
            </a:lvl1pPr>
          </a:lstStyle>
          <a:p>
            <a:r>
              <a:rPr lang="id-ID" dirty="0" smtClean="0"/>
              <a:t>TITLE</a:t>
            </a:r>
            <a:endParaRPr lang="en-AU" dirty="0"/>
          </a:p>
        </p:txBody>
      </p:sp>
      <p:sp>
        <p:nvSpPr>
          <p:cNvPr id="3" name="Content Placeholder 2"/>
          <p:cNvSpPr>
            <a:spLocks noGrp="1"/>
          </p:cNvSpPr>
          <p:nvPr>
            <p:ph idx="1"/>
          </p:nvPr>
        </p:nvSpPr>
        <p:spPr>
          <a:xfrm>
            <a:off x="1788528" y="2758235"/>
            <a:ext cx="4307472" cy="1425158"/>
          </a:xfrm>
        </p:spPr>
        <p:txBody>
          <a:bodyPr>
            <a:normAutofit/>
          </a:bodyPr>
          <a:lstStyle>
            <a:lvl1pPr algn="r">
              <a:defRPr sz="2000">
                <a:solidFill>
                  <a:schemeClr val="tx1">
                    <a:lumMod val="50000"/>
                    <a:lumOff val="50000"/>
                  </a:schemeClr>
                </a:solidFill>
              </a:defRPr>
            </a:lvl1pPr>
          </a:lstStyle>
          <a:p>
            <a:pPr lvl="0"/>
            <a:r>
              <a:rPr lang="en-US" dirty="0" smtClean="0"/>
              <a:t>Click to edit Master text styles</a:t>
            </a:r>
          </a:p>
        </p:txBody>
      </p:sp>
      <p:sp>
        <p:nvSpPr>
          <p:cNvPr id="4" name="Date Placeholder 3"/>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5" name="Footer Placeholder 4"/>
          <p:cNvSpPr>
            <a:spLocks noGrp="1"/>
          </p:cNvSpPr>
          <p:nvPr>
            <p:ph type="ftr" sz="quarter" idx="11"/>
          </p:nvPr>
        </p:nvSpPr>
        <p:spPr/>
        <p:txBody>
          <a:bodyPr/>
          <a:lstStyle/>
          <a:p>
            <a:endParaRPr lang="en-AU">
              <a:solidFill>
                <a:prstClr val="black">
                  <a:tint val="75000"/>
                </a:prstClr>
              </a:solidFill>
            </a:endParaRPr>
          </a:p>
        </p:txBody>
      </p:sp>
      <p:sp>
        <p:nvSpPr>
          <p:cNvPr id="6" name="Slide Number Placeholder 5"/>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8" name="Picture Placeholder 7"/>
          <p:cNvSpPr>
            <a:spLocks noGrp="1"/>
          </p:cNvSpPr>
          <p:nvPr>
            <p:ph type="pic" sz="quarter" idx="13" hasCustomPrompt="1"/>
          </p:nvPr>
        </p:nvSpPr>
        <p:spPr>
          <a:xfrm>
            <a:off x="0" y="0"/>
            <a:ext cx="12192000" cy="1989138"/>
          </a:xfrm>
          <a:solidFill>
            <a:schemeClr val="bg1">
              <a:lumMod val="85000"/>
            </a:schemeClr>
          </a:solidFill>
        </p:spPr>
        <p:txBody>
          <a:bodyPr>
            <a:normAutofit/>
          </a:bodyPr>
          <a:lstStyle>
            <a:lvl1pPr>
              <a:defRPr sz="1000"/>
            </a:lvl1pPr>
          </a:lstStyle>
          <a:p>
            <a:r>
              <a:rPr lang="id-ID" dirty="0" smtClean="0"/>
              <a:t>Pic here</a:t>
            </a:r>
            <a:endParaRPr lang="en-AU" dirty="0"/>
          </a:p>
        </p:txBody>
      </p:sp>
      <p:sp>
        <p:nvSpPr>
          <p:cNvPr id="10" name="Picture Placeholder 9"/>
          <p:cNvSpPr>
            <a:spLocks noGrp="1"/>
          </p:cNvSpPr>
          <p:nvPr>
            <p:ph type="pic" sz="quarter" idx="14"/>
          </p:nvPr>
        </p:nvSpPr>
        <p:spPr>
          <a:xfrm rot="21079909">
            <a:off x="7010400" y="1587500"/>
            <a:ext cx="1976438" cy="1976438"/>
          </a:xfrm>
          <a:solidFill>
            <a:schemeClr val="bg1">
              <a:lumMod val="75000"/>
            </a:schemeClr>
          </a:solidFill>
        </p:spPr>
        <p:txBody>
          <a:bodyPr/>
          <a:lstStyle/>
          <a:p>
            <a:endParaRPr lang="en-AU"/>
          </a:p>
        </p:txBody>
      </p:sp>
      <p:sp>
        <p:nvSpPr>
          <p:cNvPr id="16" name="Picture Placeholder 15"/>
          <p:cNvSpPr>
            <a:spLocks noGrp="1"/>
          </p:cNvSpPr>
          <p:nvPr>
            <p:ph type="pic" sz="quarter" idx="16" hasCustomPrompt="1"/>
          </p:nvPr>
        </p:nvSpPr>
        <p:spPr>
          <a:xfrm>
            <a:off x="7010400" y="1583575"/>
            <a:ext cx="1976438" cy="63291"/>
          </a:xfrm>
          <a:solidFill>
            <a:schemeClr val="accent1"/>
          </a:solidFill>
        </p:spPr>
        <p:txBody>
          <a:bodyPr>
            <a:noAutofit/>
          </a:bodyPr>
          <a:lstStyle>
            <a:lvl1pPr algn="r">
              <a:defRPr sz="500"/>
            </a:lvl1pPr>
          </a:lstStyle>
          <a:p>
            <a:r>
              <a:rPr lang="id-ID" dirty="0" smtClean="0"/>
              <a:t>Nopic</a:t>
            </a:r>
            <a:endParaRPr lang="en-AU" dirty="0"/>
          </a:p>
        </p:txBody>
      </p:sp>
      <p:sp>
        <p:nvSpPr>
          <p:cNvPr id="18" name="Picture Placeholder 15"/>
          <p:cNvSpPr>
            <a:spLocks noGrp="1"/>
          </p:cNvSpPr>
          <p:nvPr>
            <p:ph type="pic" sz="quarter" idx="17" hasCustomPrompt="1"/>
          </p:nvPr>
        </p:nvSpPr>
        <p:spPr>
          <a:xfrm rot="16200000">
            <a:off x="6053827" y="2538457"/>
            <a:ext cx="1976438" cy="63291"/>
          </a:xfrm>
          <a:solidFill>
            <a:schemeClr val="accent2"/>
          </a:solidFill>
        </p:spPr>
        <p:txBody>
          <a:bodyPr>
            <a:noAutofit/>
          </a:bodyPr>
          <a:lstStyle>
            <a:lvl1pPr algn="r">
              <a:defRPr sz="500"/>
            </a:lvl1pPr>
          </a:lstStyle>
          <a:p>
            <a:r>
              <a:rPr lang="id-ID" dirty="0" smtClean="0"/>
              <a:t>Nopic</a:t>
            </a:r>
            <a:endParaRPr lang="en-AU" dirty="0"/>
          </a:p>
        </p:txBody>
      </p:sp>
      <p:sp>
        <p:nvSpPr>
          <p:cNvPr id="19" name="Picture Placeholder 15"/>
          <p:cNvSpPr>
            <a:spLocks noGrp="1"/>
          </p:cNvSpPr>
          <p:nvPr>
            <p:ph type="pic" sz="quarter" idx="18" hasCustomPrompt="1"/>
          </p:nvPr>
        </p:nvSpPr>
        <p:spPr>
          <a:xfrm rot="16200000">
            <a:off x="7966974" y="2538458"/>
            <a:ext cx="1976438" cy="63291"/>
          </a:xfrm>
          <a:solidFill>
            <a:schemeClr val="accent4"/>
          </a:solidFill>
        </p:spPr>
        <p:txBody>
          <a:bodyPr>
            <a:noAutofit/>
          </a:bodyPr>
          <a:lstStyle>
            <a:lvl1pPr algn="r">
              <a:defRPr sz="500"/>
            </a:lvl1pPr>
          </a:lstStyle>
          <a:p>
            <a:r>
              <a:rPr lang="id-ID" dirty="0" smtClean="0"/>
              <a:t>Nopic</a:t>
            </a:r>
            <a:endParaRPr lang="en-AU" dirty="0"/>
          </a:p>
        </p:txBody>
      </p:sp>
      <p:sp>
        <p:nvSpPr>
          <p:cNvPr id="20" name="Picture Placeholder 15"/>
          <p:cNvSpPr>
            <a:spLocks noGrp="1"/>
          </p:cNvSpPr>
          <p:nvPr>
            <p:ph type="pic" sz="quarter" idx="19" hasCustomPrompt="1"/>
          </p:nvPr>
        </p:nvSpPr>
        <p:spPr>
          <a:xfrm>
            <a:off x="7010400" y="3523186"/>
            <a:ext cx="1976438" cy="63291"/>
          </a:xfrm>
          <a:solidFill>
            <a:schemeClr val="accent5"/>
          </a:solidFill>
        </p:spPr>
        <p:txBody>
          <a:bodyPr>
            <a:noAutofit/>
          </a:bodyPr>
          <a:lstStyle>
            <a:lvl1pPr algn="r">
              <a:defRPr sz="500"/>
            </a:lvl1pPr>
          </a:lstStyle>
          <a:p>
            <a:r>
              <a:rPr lang="id-ID" dirty="0" smtClean="0"/>
              <a:t>Nopic</a:t>
            </a:r>
            <a:endParaRPr lang="en-AU" dirty="0"/>
          </a:p>
        </p:txBody>
      </p:sp>
      <p:sp>
        <p:nvSpPr>
          <p:cNvPr id="22" name="Text Placeholder 21"/>
          <p:cNvSpPr>
            <a:spLocks noGrp="1"/>
          </p:cNvSpPr>
          <p:nvPr>
            <p:ph type="body" sz="quarter" idx="20"/>
          </p:nvPr>
        </p:nvSpPr>
        <p:spPr>
          <a:xfrm>
            <a:off x="6872288" y="4073525"/>
            <a:ext cx="3109912" cy="360363"/>
          </a:xfrm>
        </p:spPr>
        <p:txBody>
          <a:bodyPr/>
          <a:lstStyle>
            <a:lvl1pP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3" name="Text Placeholder 21"/>
          <p:cNvSpPr>
            <a:spLocks noGrp="1"/>
          </p:cNvSpPr>
          <p:nvPr>
            <p:ph type="body" sz="quarter" idx="21"/>
          </p:nvPr>
        </p:nvSpPr>
        <p:spPr>
          <a:xfrm>
            <a:off x="6872288" y="4482636"/>
            <a:ext cx="3109912" cy="1391908"/>
          </a:xfrm>
        </p:spPr>
        <p:txBody>
          <a:bodyPr>
            <a:normAutofit/>
          </a:bodyPr>
          <a:lstStyle>
            <a:lvl1pP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4" name="Text Placeholder 6"/>
          <p:cNvSpPr>
            <a:spLocks noGrp="1"/>
          </p:cNvSpPr>
          <p:nvPr>
            <p:ph type="body" sz="quarter" idx="22"/>
          </p:nvPr>
        </p:nvSpPr>
        <p:spPr>
          <a:xfrm>
            <a:off x="2526297" y="1603582"/>
            <a:ext cx="3559175" cy="372856"/>
          </a:xfrm>
        </p:spPr>
        <p:txBody>
          <a:bodyPr>
            <a:noAutofit/>
          </a:bodyPr>
          <a:lstStyle>
            <a:lvl1pPr algn="r">
              <a:defRPr sz="2800">
                <a:solidFill>
                  <a:schemeClr val="tx1">
                    <a:lumMod val="65000"/>
                    <a:lumOff val="35000"/>
                  </a:schemeClr>
                </a:solidFill>
                <a:latin typeface="+mj-lt"/>
              </a:defRPr>
            </a:lvl1pPr>
          </a:lstStyle>
          <a:p>
            <a:pPr lvl="0"/>
            <a:endParaRPr lang="en-AU" dirty="0"/>
          </a:p>
        </p:txBody>
      </p:sp>
    </p:spTree>
    <p:extLst>
      <p:ext uri="{BB962C8B-B14F-4D97-AF65-F5344CB8AC3E}">
        <p14:creationId xmlns:p14="http://schemas.microsoft.com/office/powerpoint/2010/main" val="330028841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after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p:cTn id="7" dur="500" fill="hold"/>
                                        <p:tgtEl>
                                          <p:spTgt spid="8"/>
                                        </p:tgtEl>
                                        <p:attrNameLst>
                                          <p:attrName>ppt_w</p:attrName>
                                        </p:attrNameLst>
                                      </p:cBhvr>
                                      <p:tavLst>
                                        <p:tav tm="0">
                                          <p:val>
                                            <p:fltVal val="0"/>
                                          </p:val>
                                        </p:tav>
                                        <p:tav tm="100000">
                                          <p:val>
                                            <p:strVal val="#ppt_w"/>
                                          </p:val>
                                        </p:tav>
                                      </p:tavLst>
                                    </p:anim>
                                    <p:anim calcmode="lin" valueType="num">
                                      <p:cBhvr>
                                        <p:cTn id="8" dur="500" fill="hold"/>
                                        <p:tgtEl>
                                          <p:spTgt spid="8"/>
                                        </p:tgtEl>
                                        <p:attrNameLst>
                                          <p:attrName>ppt_h</p:attrName>
                                        </p:attrNameLst>
                                      </p:cBhvr>
                                      <p:tavLst>
                                        <p:tav tm="0">
                                          <p:val>
                                            <p:fltVal val="0"/>
                                          </p:val>
                                        </p:tav>
                                        <p:tav tm="100000">
                                          <p:val>
                                            <p:strVal val="#ppt_h"/>
                                          </p:val>
                                        </p:tav>
                                      </p:tavLst>
                                    </p:anim>
                                    <p:animEffect transition="in" filter="fade">
                                      <p:cBhvr>
                                        <p:cTn id="9" dur="500"/>
                                        <p:tgtEl>
                                          <p:spTgt spid="8"/>
                                        </p:tgtEl>
                                      </p:cBhvr>
                                    </p:animEffect>
                                  </p:childTnLst>
                                </p:cTn>
                              </p:par>
                            </p:childTnLst>
                          </p:cTn>
                        </p:par>
                        <p:par>
                          <p:cTn id="10" fill="hold">
                            <p:stCondLst>
                              <p:cond delay="500"/>
                            </p:stCondLst>
                            <p:childTnLst>
                              <p:par>
                                <p:cTn id="11" presetID="10" presetClass="entr" presetSubtype="0" fill="hold" grpId="0" nodeType="afterEffect" nodePh="1">
                                  <p:stCondLst>
                                    <p:cond delay="0"/>
                                  </p:stCondLst>
                                  <p:endCondLst>
                                    <p:cond evt="begin" delay="0">
                                      <p:tn val="11"/>
                                    </p:cond>
                                  </p:endCondLst>
                                  <p:childTnLst>
                                    <p:set>
                                      <p:cBhvr>
                                        <p:cTn id="12" dur="1" fill="hold">
                                          <p:stCondLst>
                                            <p:cond delay="0"/>
                                          </p:stCondLst>
                                        </p:cTn>
                                        <p:tgtEl>
                                          <p:spTgt spid="24">
                                            <p:txEl>
                                              <p:pRg st="0" end="0"/>
                                            </p:txEl>
                                          </p:spTgt>
                                        </p:tgtEl>
                                        <p:attrNameLst>
                                          <p:attrName>style.visibility</p:attrName>
                                        </p:attrNameLst>
                                      </p:cBhvr>
                                      <p:to>
                                        <p:strVal val="visible"/>
                                      </p:to>
                                    </p:set>
                                    <p:animEffect transition="in" filter="fade">
                                      <p:cBhvr>
                                        <p:cTn id="13" dur="500"/>
                                        <p:tgtEl>
                                          <p:spTgt spid="24">
                                            <p:txEl>
                                              <p:pRg st="0" end="0"/>
                                            </p:txEl>
                                          </p:spTgt>
                                        </p:tgtEl>
                                      </p:cBhvr>
                                    </p:animEffect>
                                  </p:childTnLst>
                                </p:cTn>
                              </p:par>
                            </p:childTnLst>
                          </p:cTn>
                        </p:par>
                        <p:par>
                          <p:cTn id="14" fill="hold">
                            <p:stCondLst>
                              <p:cond delay="1000"/>
                            </p:stCondLst>
                            <p:childTnLst>
                              <p:par>
                                <p:cTn id="15" presetID="42" presetClass="entr" presetSubtype="0" fill="hold" grpId="0" nodeType="afterEffect">
                                  <p:stCondLst>
                                    <p:cond delay="0"/>
                                  </p:stCondLst>
                                  <p:childTnLst>
                                    <p:set>
                                      <p:cBhvr>
                                        <p:cTn id="16" dur="1" fill="hold">
                                          <p:stCondLst>
                                            <p:cond delay="0"/>
                                          </p:stCondLst>
                                        </p:cTn>
                                        <p:tgtEl>
                                          <p:spTgt spid="2"/>
                                        </p:tgtEl>
                                        <p:attrNameLst>
                                          <p:attrName>style.visibility</p:attrName>
                                        </p:attrNameLst>
                                      </p:cBhvr>
                                      <p:to>
                                        <p:strVal val="visible"/>
                                      </p:to>
                                    </p:set>
                                    <p:animEffect transition="in" filter="fade">
                                      <p:cBhvr>
                                        <p:cTn id="17" dur="500"/>
                                        <p:tgtEl>
                                          <p:spTgt spid="2"/>
                                        </p:tgtEl>
                                      </p:cBhvr>
                                    </p:animEffect>
                                    <p:anim calcmode="lin" valueType="num">
                                      <p:cBhvr>
                                        <p:cTn id="18" dur="500" fill="hold"/>
                                        <p:tgtEl>
                                          <p:spTgt spid="2"/>
                                        </p:tgtEl>
                                        <p:attrNameLst>
                                          <p:attrName>ppt_x</p:attrName>
                                        </p:attrNameLst>
                                      </p:cBhvr>
                                      <p:tavLst>
                                        <p:tav tm="0">
                                          <p:val>
                                            <p:strVal val="#ppt_x"/>
                                          </p:val>
                                        </p:tav>
                                        <p:tav tm="100000">
                                          <p:val>
                                            <p:strVal val="#ppt_x"/>
                                          </p:val>
                                        </p:tav>
                                      </p:tavLst>
                                    </p:anim>
                                    <p:anim calcmode="lin" valueType="num">
                                      <p:cBhvr>
                                        <p:cTn id="19" dur="500" fill="hold"/>
                                        <p:tgtEl>
                                          <p:spTgt spid="2"/>
                                        </p:tgtEl>
                                        <p:attrNameLst>
                                          <p:attrName>ppt_y</p:attrName>
                                        </p:attrNameLst>
                                      </p:cBhvr>
                                      <p:tavLst>
                                        <p:tav tm="0">
                                          <p:val>
                                            <p:strVal val="#ppt_y+.1"/>
                                          </p:val>
                                        </p:tav>
                                        <p:tav tm="100000">
                                          <p:val>
                                            <p:strVal val="#ppt_y"/>
                                          </p:val>
                                        </p:tav>
                                      </p:tavLst>
                                    </p:anim>
                                  </p:childTnLst>
                                </p:cTn>
                              </p:par>
                            </p:childTnLst>
                          </p:cTn>
                        </p:par>
                        <p:par>
                          <p:cTn id="20" fill="hold">
                            <p:stCondLst>
                              <p:cond delay="1500"/>
                            </p:stCondLst>
                            <p:childTnLst>
                              <p:par>
                                <p:cTn id="21" presetID="10" presetClass="entr" presetSubtype="0" fill="hold" grpId="0" nodeType="afterEffect">
                                  <p:stCondLst>
                                    <p:cond delay="0"/>
                                  </p:stCondLst>
                                  <p:childTnLst>
                                    <p:set>
                                      <p:cBhvr>
                                        <p:cTn id="22" dur="1" fill="hold">
                                          <p:stCondLst>
                                            <p:cond delay="0"/>
                                          </p:stCondLst>
                                        </p:cTn>
                                        <p:tgtEl>
                                          <p:spTgt spid="3">
                                            <p:txEl>
                                              <p:pRg st="0" end="0"/>
                                            </p:txEl>
                                          </p:spTgt>
                                        </p:tgtEl>
                                        <p:attrNameLst>
                                          <p:attrName>style.visibility</p:attrName>
                                        </p:attrNameLst>
                                      </p:cBhvr>
                                      <p:to>
                                        <p:strVal val="visible"/>
                                      </p:to>
                                    </p:set>
                                    <p:animEffect transition="in" filter="fade">
                                      <p:cBhvr>
                                        <p:cTn id="23" dur="500"/>
                                        <p:tgtEl>
                                          <p:spTgt spid="3">
                                            <p:txEl>
                                              <p:pRg st="0" end="0"/>
                                            </p:txEl>
                                          </p:spTgt>
                                        </p:tgtEl>
                                      </p:cBhvr>
                                    </p:animEffect>
                                  </p:childTnLst>
                                </p:cTn>
                              </p:par>
                            </p:childTnLst>
                          </p:cTn>
                        </p:par>
                        <p:par>
                          <p:cTn id="24" fill="hold">
                            <p:stCondLst>
                              <p:cond delay="2000"/>
                            </p:stCondLst>
                            <p:childTnLst>
                              <p:par>
                                <p:cTn id="25" presetID="10" presetClass="entr" presetSubtype="0" fill="hold" grpId="0" nodeType="after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fade">
                                      <p:cBhvr>
                                        <p:cTn id="27" dur="500"/>
                                        <p:tgtEl>
                                          <p:spTgt spid="10"/>
                                        </p:tgtEl>
                                      </p:cBhvr>
                                    </p:animEffect>
                                  </p:childTnLst>
                                </p:cTn>
                              </p:par>
                            </p:childTnLst>
                          </p:cTn>
                        </p:par>
                        <p:par>
                          <p:cTn id="28" fill="hold">
                            <p:stCondLst>
                              <p:cond delay="2500"/>
                            </p:stCondLst>
                            <p:childTnLst>
                              <p:par>
                                <p:cTn id="29" presetID="22" presetClass="entr" presetSubtype="8" fill="hold" grpId="0" nodeType="afterEffect">
                                  <p:stCondLst>
                                    <p:cond delay="0"/>
                                  </p:stCondLst>
                                  <p:childTnLst>
                                    <p:set>
                                      <p:cBhvr>
                                        <p:cTn id="30" dur="1" fill="hold">
                                          <p:stCondLst>
                                            <p:cond delay="0"/>
                                          </p:stCondLst>
                                        </p:cTn>
                                        <p:tgtEl>
                                          <p:spTgt spid="16"/>
                                        </p:tgtEl>
                                        <p:attrNameLst>
                                          <p:attrName>style.visibility</p:attrName>
                                        </p:attrNameLst>
                                      </p:cBhvr>
                                      <p:to>
                                        <p:strVal val="visible"/>
                                      </p:to>
                                    </p:set>
                                    <p:animEffect transition="in" filter="wipe(left)">
                                      <p:cBhvr>
                                        <p:cTn id="31" dur="500"/>
                                        <p:tgtEl>
                                          <p:spTgt spid="16"/>
                                        </p:tgtEl>
                                      </p:cBhvr>
                                    </p:animEffect>
                                  </p:childTnLst>
                                </p:cTn>
                              </p:par>
                              <p:par>
                                <p:cTn id="32" presetID="22" presetClass="entr" presetSubtype="1" fill="hold" grpId="0" nodeType="withEffect">
                                  <p:stCondLst>
                                    <p:cond delay="0"/>
                                  </p:stCondLst>
                                  <p:childTnLst>
                                    <p:set>
                                      <p:cBhvr>
                                        <p:cTn id="33" dur="1" fill="hold">
                                          <p:stCondLst>
                                            <p:cond delay="0"/>
                                          </p:stCondLst>
                                        </p:cTn>
                                        <p:tgtEl>
                                          <p:spTgt spid="19"/>
                                        </p:tgtEl>
                                        <p:attrNameLst>
                                          <p:attrName>style.visibility</p:attrName>
                                        </p:attrNameLst>
                                      </p:cBhvr>
                                      <p:to>
                                        <p:strVal val="visible"/>
                                      </p:to>
                                    </p:set>
                                    <p:animEffect transition="in" filter="wipe(up)">
                                      <p:cBhvr>
                                        <p:cTn id="34" dur="500"/>
                                        <p:tgtEl>
                                          <p:spTgt spid="19"/>
                                        </p:tgtEl>
                                      </p:cBhvr>
                                    </p:animEffect>
                                  </p:childTnLst>
                                </p:cTn>
                              </p:par>
                              <p:par>
                                <p:cTn id="35" presetID="22" presetClass="entr" presetSubtype="2" fill="hold" grpId="0" nodeType="withEffect">
                                  <p:stCondLst>
                                    <p:cond delay="0"/>
                                  </p:stCondLst>
                                  <p:childTnLst>
                                    <p:set>
                                      <p:cBhvr>
                                        <p:cTn id="36" dur="1" fill="hold">
                                          <p:stCondLst>
                                            <p:cond delay="0"/>
                                          </p:stCondLst>
                                        </p:cTn>
                                        <p:tgtEl>
                                          <p:spTgt spid="20"/>
                                        </p:tgtEl>
                                        <p:attrNameLst>
                                          <p:attrName>style.visibility</p:attrName>
                                        </p:attrNameLst>
                                      </p:cBhvr>
                                      <p:to>
                                        <p:strVal val="visible"/>
                                      </p:to>
                                    </p:set>
                                    <p:animEffect transition="in" filter="wipe(right)">
                                      <p:cBhvr>
                                        <p:cTn id="37" dur="500"/>
                                        <p:tgtEl>
                                          <p:spTgt spid="20"/>
                                        </p:tgtEl>
                                      </p:cBhvr>
                                    </p:animEffect>
                                  </p:childTnLst>
                                </p:cTn>
                              </p:par>
                              <p:par>
                                <p:cTn id="38" presetID="22" presetClass="entr" presetSubtype="4" fill="hold" grpId="0" nodeType="withEffect">
                                  <p:stCondLst>
                                    <p:cond delay="0"/>
                                  </p:stCondLst>
                                  <p:childTnLst>
                                    <p:set>
                                      <p:cBhvr>
                                        <p:cTn id="39" dur="1" fill="hold">
                                          <p:stCondLst>
                                            <p:cond delay="0"/>
                                          </p:stCondLst>
                                        </p:cTn>
                                        <p:tgtEl>
                                          <p:spTgt spid="18"/>
                                        </p:tgtEl>
                                        <p:attrNameLst>
                                          <p:attrName>style.visibility</p:attrName>
                                        </p:attrNameLst>
                                      </p:cBhvr>
                                      <p:to>
                                        <p:strVal val="visible"/>
                                      </p:to>
                                    </p:set>
                                    <p:animEffect transition="in" filter="wipe(down)">
                                      <p:cBhvr>
                                        <p:cTn id="40" dur="500"/>
                                        <p:tgtEl>
                                          <p:spTgt spid="18"/>
                                        </p:tgtEl>
                                      </p:cBhvr>
                                    </p:animEffect>
                                  </p:childTnLst>
                                </p:cTn>
                              </p:par>
                            </p:childTnLst>
                          </p:cTn>
                        </p:par>
                        <p:par>
                          <p:cTn id="41" fill="hold">
                            <p:stCondLst>
                              <p:cond delay="3000"/>
                            </p:stCondLst>
                            <p:childTnLst>
                              <p:par>
                                <p:cTn id="42" presetID="53" presetClass="entr" presetSubtype="16" fill="hold" grpId="0" nodeType="afterEffect" nodePh="1">
                                  <p:stCondLst>
                                    <p:cond delay="0"/>
                                  </p:stCondLst>
                                  <p:endCondLst>
                                    <p:cond evt="begin" delay="0">
                                      <p:tn val="42"/>
                                    </p:cond>
                                  </p:endCondLst>
                                  <p:childTnLst>
                                    <p:set>
                                      <p:cBhvr>
                                        <p:cTn id="43" dur="1" fill="hold">
                                          <p:stCondLst>
                                            <p:cond delay="0"/>
                                          </p:stCondLst>
                                        </p:cTn>
                                        <p:tgtEl>
                                          <p:spTgt spid="22">
                                            <p:txEl>
                                              <p:pRg st="0" end="0"/>
                                            </p:txEl>
                                          </p:spTgt>
                                        </p:tgtEl>
                                        <p:attrNameLst>
                                          <p:attrName>style.visibility</p:attrName>
                                        </p:attrNameLst>
                                      </p:cBhvr>
                                      <p:to>
                                        <p:strVal val="visible"/>
                                      </p:to>
                                    </p:set>
                                    <p:anim calcmode="lin" valueType="num">
                                      <p:cBhvr>
                                        <p:cTn id="44" dur="500" fill="hold"/>
                                        <p:tgtEl>
                                          <p:spTgt spid="22">
                                            <p:txEl>
                                              <p:pRg st="0" end="0"/>
                                            </p:txEl>
                                          </p:spTgt>
                                        </p:tgtEl>
                                        <p:attrNameLst>
                                          <p:attrName>ppt_w</p:attrName>
                                        </p:attrNameLst>
                                      </p:cBhvr>
                                      <p:tavLst>
                                        <p:tav tm="0">
                                          <p:val>
                                            <p:fltVal val="0"/>
                                          </p:val>
                                        </p:tav>
                                        <p:tav tm="100000">
                                          <p:val>
                                            <p:strVal val="#ppt_w"/>
                                          </p:val>
                                        </p:tav>
                                      </p:tavLst>
                                    </p:anim>
                                    <p:anim calcmode="lin" valueType="num">
                                      <p:cBhvr>
                                        <p:cTn id="45" dur="500" fill="hold"/>
                                        <p:tgtEl>
                                          <p:spTgt spid="22">
                                            <p:txEl>
                                              <p:pRg st="0" end="0"/>
                                            </p:txEl>
                                          </p:spTgt>
                                        </p:tgtEl>
                                        <p:attrNameLst>
                                          <p:attrName>ppt_h</p:attrName>
                                        </p:attrNameLst>
                                      </p:cBhvr>
                                      <p:tavLst>
                                        <p:tav tm="0">
                                          <p:val>
                                            <p:fltVal val="0"/>
                                          </p:val>
                                        </p:tav>
                                        <p:tav tm="100000">
                                          <p:val>
                                            <p:strVal val="#ppt_h"/>
                                          </p:val>
                                        </p:tav>
                                      </p:tavLst>
                                    </p:anim>
                                    <p:animEffect transition="in" filter="fade">
                                      <p:cBhvr>
                                        <p:cTn id="46" dur="500"/>
                                        <p:tgtEl>
                                          <p:spTgt spid="22">
                                            <p:txEl>
                                              <p:pRg st="0" end="0"/>
                                            </p:txEl>
                                          </p:spTgt>
                                        </p:tgtEl>
                                      </p:cBhvr>
                                    </p:animEffect>
                                  </p:childTnLst>
                                </p:cTn>
                              </p:par>
                            </p:childTnLst>
                          </p:cTn>
                        </p:par>
                        <p:par>
                          <p:cTn id="47" fill="hold">
                            <p:stCondLst>
                              <p:cond delay="3500"/>
                            </p:stCondLst>
                            <p:childTnLst>
                              <p:par>
                                <p:cTn id="48" presetID="42" presetClass="entr" presetSubtype="0" fill="hold" grpId="0" nodeType="afterEffect" nodePh="1">
                                  <p:stCondLst>
                                    <p:cond delay="0"/>
                                  </p:stCondLst>
                                  <p:endCondLst>
                                    <p:cond evt="begin" delay="0">
                                      <p:tn val="48"/>
                                    </p:cond>
                                  </p:endCondLst>
                                  <p:childTnLst>
                                    <p:set>
                                      <p:cBhvr>
                                        <p:cTn id="49" dur="1" fill="hold">
                                          <p:stCondLst>
                                            <p:cond delay="0"/>
                                          </p:stCondLst>
                                        </p:cTn>
                                        <p:tgtEl>
                                          <p:spTgt spid="23">
                                            <p:txEl>
                                              <p:pRg st="0" end="0"/>
                                            </p:txEl>
                                          </p:spTgt>
                                        </p:tgtEl>
                                        <p:attrNameLst>
                                          <p:attrName>style.visibility</p:attrName>
                                        </p:attrNameLst>
                                      </p:cBhvr>
                                      <p:to>
                                        <p:strVal val="visible"/>
                                      </p:to>
                                    </p:set>
                                    <p:animEffect transition="in" filter="fade">
                                      <p:cBhvr>
                                        <p:cTn id="50" dur="500"/>
                                        <p:tgtEl>
                                          <p:spTgt spid="23">
                                            <p:txEl>
                                              <p:pRg st="0" end="0"/>
                                            </p:txEl>
                                          </p:spTgt>
                                        </p:tgtEl>
                                      </p:cBhvr>
                                    </p:animEffect>
                                    <p:anim calcmode="lin" valueType="num">
                                      <p:cBhvr>
                                        <p:cTn id="51" dur="500" fill="hold"/>
                                        <p:tgtEl>
                                          <p:spTgt spid="23">
                                            <p:txEl>
                                              <p:pRg st="0" end="0"/>
                                            </p:txEl>
                                          </p:spTgt>
                                        </p:tgtEl>
                                        <p:attrNameLst>
                                          <p:attrName>ppt_x</p:attrName>
                                        </p:attrNameLst>
                                      </p:cBhvr>
                                      <p:tavLst>
                                        <p:tav tm="0">
                                          <p:val>
                                            <p:strVal val="#ppt_x"/>
                                          </p:val>
                                        </p:tav>
                                        <p:tav tm="100000">
                                          <p:val>
                                            <p:strVal val="#ppt_x"/>
                                          </p:val>
                                        </p:tav>
                                      </p:tavLst>
                                    </p:anim>
                                    <p:anim calcmode="lin" valueType="num">
                                      <p:cBhvr>
                                        <p:cTn id="52" dur="500" fill="hold"/>
                                        <p:tgtEl>
                                          <p:spTgt spid="23">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build="p">
        <p:tmplLst>
          <p:tmpl lvl="1">
            <p:tnLst>
              <p:par>
                <p:cTn presetID="10" presetClass="entr" presetSubtype="0" fill="hold" nodeType="afterEffect">
                  <p:stCondLst>
                    <p:cond delay="0"/>
                  </p:stCondLst>
                  <p:childTnLst>
                    <p:set>
                      <p:cBhvr>
                        <p:cTn dur="1" fill="hold">
                          <p:stCondLst>
                            <p:cond delay="0"/>
                          </p:stCondLst>
                        </p:cTn>
                        <p:tgtEl>
                          <p:spTgt spid="3"/>
                        </p:tgtEl>
                        <p:attrNameLst>
                          <p:attrName>style.visibility</p:attrName>
                        </p:attrNameLst>
                      </p:cBhvr>
                      <p:to>
                        <p:strVal val="visible"/>
                      </p:to>
                    </p:set>
                    <p:animEffect transition="in" filter="fade">
                      <p:cBhvr>
                        <p:cTn dur="500"/>
                        <p:tgtEl>
                          <p:spTgt spid="3"/>
                        </p:tgtEl>
                      </p:cBhvr>
                    </p:animEffect>
                  </p:childTnLst>
                </p:cTn>
              </p:par>
            </p:tnLst>
          </p:tmpl>
        </p:tmplLst>
      </p:bldP>
      <p:bldP spid="8" grpId="0" animBg="1"/>
      <p:bldP spid="10" grpId="0" animBg="1"/>
      <p:bldP spid="16" grpId="0" animBg="1"/>
      <p:bldP spid="18" grpId="0" animBg="1"/>
      <p:bldP spid="19" grpId="0" animBg="1"/>
      <p:bldP spid="20" grpId="0" animBg="1"/>
      <p:bldP spid="22"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2"/>
                        </p:tgtEl>
                        <p:attrNameLst>
                          <p:attrName>style.visibility</p:attrName>
                        </p:attrNameLst>
                      </p:cBhvr>
                      <p:to>
                        <p:strVal val="visible"/>
                      </p:to>
                    </p:set>
                    <p:anim calcmode="lin" valueType="num">
                      <p:cBhvr>
                        <p:cTn dur="500" fill="hold"/>
                        <p:tgtEl>
                          <p:spTgt spid="22"/>
                        </p:tgtEl>
                        <p:attrNameLst>
                          <p:attrName>ppt_w</p:attrName>
                        </p:attrNameLst>
                      </p:cBhvr>
                      <p:tavLst>
                        <p:tav tm="0">
                          <p:val>
                            <p:fltVal val="0"/>
                          </p:val>
                        </p:tav>
                        <p:tav tm="100000">
                          <p:val>
                            <p:strVal val="#ppt_w"/>
                          </p:val>
                        </p:tav>
                      </p:tavLst>
                    </p:anim>
                    <p:anim calcmode="lin" valueType="num">
                      <p:cBhvr>
                        <p:cTn dur="500" fill="hold"/>
                        <p:tgtEl>
                          <p:spTgt spid="22"/>
                        </p:tgtEl>
                        <p:attrNameLst>
                          <p:attrName>ppt_h</p:attrName>
                        </p:attrNameLst>
                      </p:cBhvr>
                      <p:tavLst>
                        <p:tav tm="0">
                          <p:val>
                            <p:fltVal val="0"/>
                          </p:val>
                        </p:tav>
                        <p:tav tm="100000">
                          <p:val>
                            <p:strVal val="#ppt_h"/>
                          </p:val>
                        </p:tav>
                      </p:tavLst>
                    </p:anim>
                    <p:animEffect transition="in" filter="fade">
                      <p:cBhvr>
                        <p:cTn dur="500"/>
                        <p:tgtEl>
                          <p:spTgt spid="22"/>
                        </p:tgtEl>
                      </p:cBhvr>
                    </p:animEffect>
                  </p:childTnLst>
                </p:cTn>
              </p:par>
            </p:tnLst>
          </p:tmpl>
        </p:tmplLst>
      </p:bldP>
      <p:bldP spid="23"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3"/>
                        </p:tgtEl>
                        <p:attrNameLst>
                          <p:attrName>style.visibility</p:attrName>
                        </p:attrNameLst>
                      </p:cBhvr>
                      <p:to>
                        <p:strVal val="visible"/>
                      </p:to>
                    </p:set>
                    <p:animEffect transition="in" filter="fade">
                      <p:cBhvr>
                        <p:cTn dur="500"/>
                        <p:tgtEl>
                          <p:spTgt spid="23"/>
                        </p:tgtEl>
                      </p:cBhvr>
                    </p:animEffect>
                    <p:anim calcmode="lin" valueType="num">
                      <p:cBhvr>
                        <p:cTn dur="500" fill="hold"/>
                        <p:tgtEl>
                          <p:spTgt spid="23"/>
                        </p:tgtEl>
                        <p:attrNameLst>
                          <p:attrName>ppt_x</p:attrName>
                        </p:attrNameLst>
                      </p:cBhvr>
                      <p:tavLst>
                        <p:tav tm="0">
                          <p:val>
                            <p:strVal val="#ppt_x"/>
                          </p:val>
                        </p:tav>
                        <p:tav tm="100000">
                          <p:val>
                            <p:strVal val="#ppt_x"/>
                          </p:val>
                        </p:tav>
                      </p:tavLst>
                    </p:anim>
                    <p:anim calcmode="lin" valueType="num">
                      <p:cBhvr>
                        <p:cTn dur="500" fill="hold"/>
                        <p:tgtEl>
                          <p:spTgt spid="23"/>
                        </p:tgtEl>
                        <p:attrNameLst>
                          <p:attrName>ppt_y</p:attrName>
                        </p:attrNameLst>
                      </p:cBhvr>
                      <p:tavLst>
                        <p:tav tm="0">
                          <p:val>
                            <p:strVal val="#ppt_y+.1"/>
                          </p:val>
                        </p:tav>
                        <p:tav tm="100000">
                          <p:val>
                            <p:strVal val="#ppt_y"/>
                          </p:val>
                        </p:tav>
                      </p:tavLst>
                    </p:anim>
                  </p:childTnLst>
                </p:cTn>
              </p:par>
            </p:tnLst>
          </p:tmpl>
        </p:tmplLst>
      </p:bldP>
      <p:bldP spid="24"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24"/>
                        </p:tgtEl>
                        <p:attrNameLst>
                          <p:attrName>style.visibility</p:attrName>
                        </p:attrNameLst>
                      </p:cBhvr>
                      <p:to>
                        <p:strVal val="visible"/>
                      </p:to>
                    </p:set>
                    <p:animEffect transition="in" filter="fade">
                      <p:cBhvr>
                        <p:cTn dur="500"/>
                        <p:tgtEl>
                          <p:spTgt spid="24"/>
                        </p:tgtEl>
                      </p:cBhvr>
                    </p:animEffect>
                  </p:childTnLst>
                </p:cTn>
              </p:par>
            </p:tnLst>
          </p:tmpl>
        </p:tmplLst>
      </p:bldP>
    </p:bldLst>
  </p:timing>
</p:sldLayout>
</file>

<file path=ppt/slideLayouts/slideLayout772.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Tree>
    <p:extLst>
      <p:ext uri="{BB962C8B-B14F-4D97-AF65-F5344CB8AC3E}">
        <p14:creationId xmlns:p14="http://schemas.microsoft.com/office/powerpoint/2010/main" val="77720402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773.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17" name="Picture Placeholder 16"/>
          <p:cNvSpPr>
            <a:spLocks noGrp="1"/>
          </p:cNvSpPr>
          <p:nvPr>
            <p:ph type="pic" sz="quarter" idx="14" hasCustomPrompt="1"/>
          </p:nvPr>
        </p:nvSpPr>
        <p:spPr>
          <a:xfrm>
            <a:off x="1839095" y="2048259"/>
            <a:ext cx="2886714" cy="3313449"/>
          </a:xfrm>
          <a:custGeom>
            <a:avLst/>
            <a:gdLst>
              <a:gd name="connsiteX0" fmla="*/ 947087 w 3533533"/>
              <a:gd name="connsiteY0" fmla="*/ 1224307 h 4055885"/>
              <a:gd name="connsiteX1" fmla="*/ 1170091 w 3533533"/>
              <a:gd name="connsiteY1" fmla="*/ 1352331 h 4055885"/>
              <a:gd name="connsiteX2" fmla="*/ 2355380 w 3533533"/>
              <a:gd name="connsiteY2" fmla="*/ 3719063 h 4055885"/>
              <a:gd name="connsiteX3" fmla="*/ 2251556 w 3533533"/>
              <a:gd name="connsiteY3" fmla="*/ 4031211 h 4055885"/>
              <a:gd name="connsiteX4" fmla="*/ 2251557 w 3533533"/>
              <a:gd name="connsiteY4" fmla="*/ 4031210 h 4055885"/>
              <a:gd name="connsiteX5" fmla="*/ 1939409 w 3533533"/>
              <a:gd name="connsiteY5" fmla="*/ 3927386 h 4055885"/>
              <a:gd name="connsiteX6" fmla="*/ 754120 w 3533533"/>
              <a:gd name="connsiteY6" fmla="*/ 1560655 h 4055885"/>
              <a:gd name="connsiteX7" fmla="*/ 857943 w 3533533"/>
              <a:gd name="connsiteY7" fmla="*/ 1248507 h 4055885"/>
              <a:gd name="connsiteX8" fmla="*/ 947087 w 3533533"/>
              <a:gd name="connsiteY8" fmla="*/ 1224307 h 4055885"/>
              <a:gd name="connsiteX9" fmla="*/ 217642 w 3533533"/>
              <a:gd name="connsiteY9" fmla="*/ 943467 h 4055885"/>
              <a:gd name="connsiteX10" fmla="*/ 440647 w 3533533"/>
              <a:gd name="connsiteY10" fmla="*/ 1071491 h 4055885"/>
              <a:gd name="connsiteX11" fmla="*/ 1625936 w 3533533"/>
              <a:gd name="connsiteY11" fmla="*/ 3438223 h 4055885"/>
              <a:gd name="connsiteX12" fmla="*/ 1522111 w 3533533"/>
              <a:gd name="connsiteY12" fmla="*/ 3750371 h 4055885"/>
              <a:gd name="connsiteX13" fmla="*/ 1522112 w 3533533"/>
              <a:gd name="connsiteY13" fmla="*/ 3750370 h 4055885"/>
              <a:gd name="connsiteX14" fmla="*/ 1209964 w 3533533"/>
              <a:gd name="connsiteY14" fmla="*/ 3646546 h 4055885"/>
              <a:gd name="connsiteX15" fmla="*/ 24675 w 3533533"/>
              <a:gd name="connsiteY15" fmla="*/ 1279815 h 4055885"/>
              <a:gd name="connsiteX16" fmla="*/ 128499 w 3533533"/>
              <a:gd name="connsiteY16" fmla="*/ 967667 h 4055885"/>
              <a:gd name="connsiteX17" fmla="*/ 217642 w 3533533"/>
              <a:gd name="connsiteY17" fmla="*/ 943467 h 4055885"/>
              <a:gd name="connsiteX18" fmla="*/ 1888548 w 3533533"/>
              <a:gd name="connsiteY18" fmla="*/ 752811 h 4055885"/>
              <a:gd name="connsiteX19" fmla="*/ 2111553 w 3533533"/>
              <a:gd name="connsiteY19" fmla="*/ 880835 h 4055885"/>
              <a:gd name="connsiteX20" fmla="*/ 3296841 w 3533533"/>
              <a:gd name="connsiteY20" fmla="*/ 3247567 h 4055885"/>
              <a:gd name="connsiteX21" fmla="*/ 3193017 w 3533533"/>
              <a:gd name="connsiteY21" fmla="*/ 3559715 h 4055885"/>
              <a:gd name="connsiteX22" fmla="*/ 3193018 w 3533533"/>
              <a:gd name="connsiteY22" fmla="*/ 3559714 h 4055885"/>
              <a:gd name="connsiteX23" fmla="*/ 2880870 w 3533533"/>
              <a:gd name="connsiteY23" fmla="*/ 3455890 h 4055885"/>
              <a:gd name="connsiteX24" fmla="*/ 1695581 w 3533533"/>
              <a:gd name="connsiteY24" fmla="*/ 1089159 h 4055885"/>
              <a:gd name="connsiteX25" fmla="*/ 1799405 w 3533533"/>
              <a:gd name="connsiteY25" fmla="*/ 777011 h 4055885"/>
              <a:gd name="connsiteX26" fmla="*/ 1888548 w 3533533"/>
              <a:gd name="connsiteY26" fmla="*/ 752811 h 4055885"/>
              <a:gd name="connsiteX27" fmla="*/ 1011122 w 3533533"/>
              <a:gd name="connsiteY27" fmla="*/ 176488 h 4055885"/>
              <a:gd name="connsiteX28" fmla="*/ 1234126 w 3533533"/>
              <a:gd name="connsiteY28" fmla="*/ 304512 h 4055885"/>
              <a:gd name="connsiteX29" fmla="*/ 2419415 w 3533533"/>
              <a:gd name="connsiteY29" fmla="*/ 2671244 h 4055885"/>
              <a:gd name="connsiteX30" fmla="*/ 2315591 w 3533533"/>
              <a:gd name="connsiteY30" fmla="*/ 2983392 h 4055885"/>
              <a:gd name="connsiteX31" fmla="*/ 2315592 w 3533533"/>
              <a:gd name="connsiteY31" fmla="*/ 2983391 h 4055885"/>
              <a:gd name="connsiteX32" fmla="*/ 2003444 w 3533533"/>
              <a:gd name="connsiteY32" fmla="*/ 2879567 h 4055885"/>
              <a:gd name="connsiteX33" fmla="*/ 818154 w 3533533"/>
              <a:gd name="connsiteY33" fmla="*/ 512836 h 4055885"/>
              <a:gd name="connsiteX34" fmla="*/ 921978 w 3533533"/>
              <a:gd name="connsiteY34" fmla="*/ 200688 h 4055885"/>
              <a:gd name="connsiteX35" fmla="*/ 1011122 w 3533533"/>
              <a:gd name="connsiteY35" fmla="*/ 176488 h 4055885"/>
              <a:gd name="connsiteX36" fmla="*/ 2100564 w 3533533"/>
              <a:gd name="connsiteY36" fmla="*/ 475 h 4055885"/>
              <a:gd name="connsiteX37" fmla="*/ 2323569 w 3533533"/>
              <a:gd name="connsiteY37" fmla="*/ 128499 h 4055885"/>
              <a:gd name="connsiteX38" fmla="*/ 3508858 w 3533533"/>
              <a:gd name="connsiteY38" fmla="*/ 2495231 h 4055885"/>
              <a:gd name="connsiteX39" fmla="*/ 3405034 w 3533533"/>
              <a:gd name="connsiteY39" fmla="*/ 2807379 h 4055885"/>
              <a:gd name="connsiteX40" fmla="*/ 3405034 w 3533533"/>
              <a:gd name="connsiteY40" fmla="*/ 2807378 h 4055885"/>
              <a:gd name="connsiteX41" fmla="*/ 3092887 w 3533533"/>
              <a:gd name="connsiteY41" fmla="*/ 2703554 h 4055885"/>
              <a:gd name="connsiteX42" fmla="*/ 1907597 w 3533533"/>
              <a:gd name="connsiteY42" fmla="*/ 336823 h 4055885"/>
              <a:gd name="connsiteX43" fmla="*/ 2011421 w 3533533"/>
              <a:gd name="connsiteY43" fmla="*/ 24675 h 4055885"/>
              <a:gd name="connsiteX44" fmla="*/ 2100564 w 3533533"/>
              <a:gd name="connsiteY44" fmla="*/ 475 h 4055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3533533" h="4055885">
                <a:moveTo>
                  <a:pt x="947087" y="1224307"/>
                </a:moveTo>
                <a:cubicBezTo>
                  <a:pt x="1037548" y="1218495"/>
                  <a:pt x="1126946" y="1266180"/>
                  <a:pt x="1170091" y="1352331"/>
                </a:cubicBezTo>
                <a:cubicBezTo>
                  <a:pt x="1565188" y="2141242"/>
                  <a:pt x="1960283" y="2930152"/>
                  <a:pt x="2355380" y="3719063"/>
                </a:cubicBezTo>
                <a:cubicBezTo>
                  <a:pt x="2412907" y="3833931"/>
                  <a:pt x="2366424" y="3973684"/>
                  <a:pt x="2251556" y="4031211"/>
                </a:cubicBezTo>
                <a:lnTo>
                  <a:pt x="2251557" y="4031210"/>
                </a:lnTo>
                <a:cubicBezTo>
                  <a:pt x="2136689" y="4088737"/>
                  <a:pt x="1996936" y="4042254"/>
                  <a:pt x="1939409" y="3927386"/>
                </a:cubicBezTo>
                <a:lnTo>
                  <a:pt x="754120" y="1560655"/>
                </a:lnTo>
                <a:cubicBezTo>
                  <a:pt x="696592" y="1445787"/>
                  <a:pt x="743075" y="1306034"/>
                  <a:pt x="857943" y="1248507"/>
                </a:cubicBezTo>
                <a:cubicBezTo>
                  <a:pt x="886660" y="1234125"/>
                  <a:pt x="916933" y="1226244"/>
                  <a:pt x="947087" y="1224307"/>
                </a:cubicBezTo>
                <a:close/>
                <a:moveTo>
                  <a:pt x="217642" y="943467"/>
                </a:moveTo>
                <a:cubicBezTo>
                  <a:pt x="308104" y="937655"/>
                  <a:pt x="397501" y="985340"/>
                  <a:pt x="440647" y="1071491"/>
                </a:cubicBezTo>
                <a:cubicBezTo>
                  <a:pt x="835743" y="1860402"/>
                  <a:pt x="1230839" y="2649312"/>
                  <a:pt x="1625936" y="3438223"/>
                </a:cubicBezTo>
                <a:cubicBezTo>
                  <a:pt x="1683463" y="3553091"/>
                  <a:pt x="1636980" y="3692844"/>
                  <a:pt x="1522111" y="3750371"/>
                </a:cubicBezTo>
                <a:lnTo>
                  <a:pt x="1522112" y="3750370"/>
                </a:lnTo>
                <a:cubicBezTo>
                  <a:pt x="1407244" y="3807897"/>
                  <a:pt x="1267491" y="3761414"/>
                  <a:pt x="1209964" y="3646546"/>
                </a:cubicBezTo>
                <a:lnTo>
                  <a:pt x="24675" y="1279815"/>
                </a:lnTo>
                <a:cubicBezTo>
                  <a:pt x="-32852" y="1164947"/>
                  <a:pt x="13631" y="1025194"/>
                  <a:pt x="128499" y="967667"/>
                </a:cubicBezTo>
                <a:cubicBezTo>
                  <a:pt x="157216" y="953285"/>
                  <a:pt x="187488" y="945404"/>
                  <a:pt x="217642" y="943467"/>
                </a:cubicBezTo>
                <a:close/>
                <a:moveTo>
                  <a:pt x="1888548" y="752811"/>
                </a:moveTo>
                <a:cubicBezTo>
                  <a:pt x="1979010" y="747000"/>
                  <a:pt x="2068407" y="794684"/>
                  <a:pt x="2111553" y="880835"/>
                </a:cubicBezTo>
                <a:cubicBezTo>
                  <a:pt x="2506649" y="1669746"/>
                  <a:pt x="2901745" y="2458656"/>
                  <a:pt x="3296841" y="3247567"/>
                </a:cubicBezTo>
                <a:cubicBezTo>
                  <a:pt x="3354369" y="3362435"/>
                  <a:pt x="3307885" y="3502188"/>
                  <a:pt x="3193017" y="3559715"/>
                </a:cubicBezTo>
                <a:lnTo>
                  <a:pt x="3193018" y="3559714"/>
                </a:lnTo>
                <a:cubicBezTo>
                  <a:pt x="3078150" y="3617241"/>
                  <a:pt x="2938397" y="3570758"/>
                  <a:pt x="2880870" y="3455890"/>
                </a:cubicBezTo>
                <a:lnTo>
                  <a:pt x="1695581" y="1089159"/>
                </a:lnTo>
                <a:cubicBezTo>
                  <a:pt x="1638053" y="974291"/>
                  <a:pt x="1684537" y="834539"/>
                  <a:pt x="1799405" y="777011"/>
                </a:cubicBezTo>
                <a:cubicBezTo>
                  <a:pt x="1828122" y="762629"/>
                  <a:pt x="1858394" y="754748"/>
                  <a:pt x="1888548" y="752811"/>
                </a:cubicBezTo>
                <a:close/>
                <a:moveTo>
                  <a:pt x="1011122" y="176488"/>
                </a:moveTo>
                <a:cubicBezTo>
                  <a:pt x="1101583" y="170677"/>
                  <a:pt x="1190981" y="218361"/>
                  <a:pt x="1234126" y="304512"/>
                </a:cubicBezTo>
                <a:cubicBezTo>
                  <a:pt x="1629223" y="1093423"/>
                  <a:pt x="2024319" y="1882334"/>
                  <a:pt x="2419415" y="2671244"/>
                </a:cubicBezTo>
                <a:cubicBezTo>
                  <a:pt x="2476943" y="2786112"/>
                  <a:pt x="2430459" y="2925865"/>
                  <a:pt x="2315591" y="2983392"/>
                </a:cubicBezTo>
                <a:lnTo>
                  <a:pt x="2315592" y="2983391"/>
                </a:lnTo>
                <a:cubicBezTo>
                  <a:pt x="2200724" y="3040918"/>
                  <a:pt x="2060971" y="2994435"/>
                  <a:pt x="2003444" y="2879567"/>
                </a:cubicBezTo>
                <a:lnTo>
                  <a:pt x="818154" y="512836"/>
                </a:lnTo>
                <a:cubicBezTo>
                  <a:pt x="760627" y="397969"/>
                  <a:pt x="807110" y="258216"/>
                  <a:pt x="921978" y="200688"/>
                </a:cubicBezTo>
                <a:cubicBezTo>
                  <a:pt x="950695" y="186307"/>
                  <a:pt x="980968" y="178425"/>
                  <a:pt x="1011122" y="176488"/>
                </a:cubicBezTo>
                <a:close/>
                <a:moveTo>
                  <a:pt x="2100564" y="475"/>
                </a:moveTo>
                <a:cubicBezTo>
                  <a:pt x="2191026" y="-5336"/>
                  <a:pt x="2280424" y="42348"/>
                  <a:pt x="2323569" y="128499"/>
                </a:cubicBezTo>
                <a:cubicBezTo>
                  <a:pt x="2718666" y="917410"/>
                  <a:pt x="3113761" y="1706320"/>
                  <a:pt x="3508858" y="2495231"/>
                </a:cubicBezTo>
                <a:cubicBezTo>
                  <a:pt x="3566385" y="2610099"/>
                  <a:pt x="3519902" y="2749852"/>
                  <a:pt x="3405034" y="2807379"/>
                </a:cubicBezTo>
                <a:lnTo>
                  <a:pt x="3405034" y="2807378"/>
                </a:lnTo>
                <a:cubicBezTo>
                  <a:pt x="3290167" y="2864905"/>
                  <a:pt x="3150414" y="2818422"/>
                  <a:pt x="3092887" y="2703554"/>
                </a:cubicBezTo>
                <a:lnTo>
                  <a:pt x="1907597" y="336823"/>
                </a:lnTo>
                <a:cubicBezTo>
                  <a:pt x="1850070" y="221955"/>
                  <a:pt x="1896553" y="82203"/>
                  <a:pt x="2011421" y="24675"/>
                </a:cubicBezTo>
                <a:cubicBezTo>
                  <a:pt x="2040138" y="10293"/>
                  <a:pt x="2070410" y="2412"/>
                  <a:pt x="2100564" y="475"/>
                </a:cubicBezTo>
                <a:close/>
              </a:path>
            </a:pathLst>
          </a:custGeom>
          <a:solidFill>
            <a:schemeClr val="bg1">
              <a:lumMod val="85000"/>
            </a:schemeClr>
          </a:solidFill>
        </p:spPr>
        <p:txBody>
          <a:bodyPr wrap="square">
            <a:noAutofit/>
          </a:bodyPr>
          <a:lstStyle>
            <a:lvl1pPr>
              <a:defRPr baseline="0"/>
            </a:lvl1pPr>
          </a:lstStyle>
          <a:p>
            <a:r>
              <a:rPr lang="id-ID" dirty="0" smtClean="0"/>
              <a:t>Pic here</a:t>
            </a:r>
            <a:endParaRPr lang="en-AU" dirty="0"/>
          </a:p>
        </p:txBody>
      </p:sp>
      <p:sp>
        <p:nvSpPr>
          <p:cNvPr id="18" name="Text Placeholder 21"/>
          <p:cNvSpPr>
            <a:spLocks noGrp="1"/>
          </p:cNvSpPr>
          <p:nvPr>
            <p:ph type="body" sz="quarter" idx="21"/>
          </p:nvPr>
        </p:nvSpPr>
        <p:spPr>
          <a:xfrm>
            <a:off x="1727496" y="5567867"/>
            <a:ext cx="3109912" cy="291162"/>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4" name="Text Placeholder 21"/>
          <p:cNvSpPr>
            <a:spLocks noGrp="1"/>
          </p:cNvSpPr>
          <p:nvPr>
            <p:ph type="body" sz="quarter" idx="20"/>
          </p:nvPr>
        </p:nvSpPr>
        <p:spPr>
          <a:xfrm>
            <a:off x="7315633" y="2417115"/>
            <a:ext cx="4396942" cy="256811"/>
          </a:xfrm>
        </p:spPr>
        <p:txBody>
          <a:bodyPr/>
          <a:lstStyle>
            <a:lvl1pP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5" name="Text Placeholder 21"/>
          <p:cNvSpPr>
            <a:spLocks noGrp="1"/>
          </p:cNvSpPr>
          <p:nvPr>
            <p:ph type="body" sz="quarter" idx="22"/>
          </p:nvPr>
        </p:nvSpPr>
        <p:spPr>
          <a:xfrm>
            <a:off x="7315633" y="2715386"/>
            <a:ext cx="4396942" cy="448573"/>
          </a:xfrm>
        </p:spPr>
        <p:txBody>
          <a:bodyPr>
            <a:normAutofit/>
          </a:bodyPr>
          <a:lstStyle>
            <a:lvl1pP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1" name="Text Placeholder 21"/>
          <p:cNvSpPr>
            <a:spLocks noGrp="1"/>
          </p:cNvSpPr>
          <p:nvPr>
            <p:ph type="body" sz="quarter" idx="23"/>
          </p:nvPr>
        </p:nvSpPr>
        <p:spPr>
          <a:xfrm>
            <a:off x="7315633" y="3436112"/>
            <a:ext cx="4396942" cy="256811"/>
          </a:xfrm>
        </p:spPr>
        <p:txBody>
          <a:bodyPr/>
          <a:lstStyle>
            <a:lvl1pP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2" name="Text Placeholder 21"/>
          <p:cNvSpPr>
            <a:spLocks noGrp="1"/>
          </p:cNvSpPr>
          <p:nvPr>
            <p:ph type="body" sz="quarter" idx="24"/>
          </p:nvPr>
        </p:nvSpPr>
        <p:spPr>
          <a:xfrm>
            <a:off x="7315633" y="3734383"/>
            <a:ext cx="4396942" cy="448573"/>
          </a:xfrm>
        </p:spPr>
        <p:txBody>
          <a:bodyPr>
            <a:normAutofit/>
          </a:bodyPr>
          <a:lstStyle>
            <a:lvl1pP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3" name="Text Placeholder 21"/>
          <p:cNvSpPr>
            <a:spLocks noGrp="1"/>
          </p:cNvSpPr>
          <p:nvPr>
            <p:ph type="body" sz="quarter" idx="25"/>
          </p:nvPr>
        </p:nvSpPr>
        <p:spPr>
          <a:xfrm>
            <a:off x="7315633" y="4449520"/>
            <a:ext cx="4396942" cy="256811"/>
          </a:xfrm>
        </p:spPr>
        <p:txBody>
          <a:bodyPr/>
          <a:lstStyle>
            <a:lvl1pP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4" name="Text Placeholder 21"/>
          <p:cNvSpPr>
            <a:spLocks noGrp="1"/>
          </p:cNvSpPr>
          <p:nvPr>
            <p:ph type="body" sz="quarter" idx="26"/>
          </p:nvPr>
        </p:nvSpPr>
        <p:spPr>
          <a:xfrm>
            <a:off x="7315633" y="4747791"/>
            <a:ext cx="4396942" cy="448573"/>
          </a:xfrm>
        </p:spPr>
        <p:txBody>
          <a:bodyPr>
            <a:normAutofit/>
          </a:bodyPr>
          <a:lstStyle>
            <a:lvl1pP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5" name="Oval 24"/>
          <p:cNvSpPr/>
          <p:nvPr userDrawn="1"/>
        </p:nvSpPr>
        <p:spPr>
          <a:xfrm>
            <a:off x="6059039" y="6567361"/>
            <a:ext cx="130810" cy="13081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6" name="Oval 25"/>
          <p:cNvSpPr/>
          <p:nvPr userDrawn="1"/>
        </p:nvSpPr>
        <p:spPr>
          <a:xfrm>
            <a:off x="5867450" y="6278852"/>
            <a:ext cx="196034" cy="196034"/>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7" name="Oval 26"/>
          <p:cNvSpPr/>
          <p:nvPr userDrawn="1"/>
        </p:nvSpPr>
        <p:spPr>
          <a:xfrm>
            <a:off x="6104759" y="6188934"/>
            <a:ext cx="130810" cy="13081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8" name="Oval 27"/>
          <p:cNvSpPr/>
          <p:nvPr userDrawn="1"/>
        </p:nvSpPr>
        <p:spPr>
          <a:xfrm>
            <a:off x="6276844" y="6207097"/>
            <a:ext cx="196034" cy="196034"/>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9" name="Oval 28"/>
          <p:cNvSpPr/>
          <p:nvPr userDrawn="1"/>
        </p:nvSpPr>
        <p:spPr>
          <a:xfrm>
            <a:off x="5932674" y="5972031"/>
            <a:ext cx="196034" cy="196034"/>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0" name="Oval 29"/>
          <p:cNvSpPr/>
          <p:nvPr userDrawn="1"/>
        </p:nvSpPr>
        <p:spPr>
          <a:xfrm>
            <a:off x="6194113" y="5651678"/>
            <a:ext cx="414701" cy="414701"/>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1" name="Oval 30"/>
          <p:cNvSpPr/>
          <p:nvPr userDrawn="1"/>
        </p:nvSpPr>
        <p:spPr>
          <a:xfrm>
            <a:off x="5655825" y="5288725"/>
            <a:ext cx="538288" cy="53828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Tree>
    <p:extLst>
      <p:ext uri="{BB962C8B-B14F-4D97-AF65-F5344CB8AC3E}">
        <p14:creationId xmlns:p14="http://schemas.microsoft.com/office/powerpoint/2010/main" val="295327770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10" presetClass="entr" presetSubtype="0" fill="hold" grpId="0" nodeType="afterEffect">
                                  <p:stCondLst>
                                    <p:cond delay="0"/>
                                  </p:stCondLst>
                                  <p:childTnLst>
                                    <p:set>
                                      <p:cBhvr>
                                        <p:cTn id="20" dur="1" fill="hold">
                                          <p:stCondLst>
                                            <p:cond delay="0"/>
                                          </p:stCondLst>
                                        </p:cTn>
                                        <p:tgtEl>
                                          <p:spTgt spid="17"/>
                                        </p:tgtEl>
                                        <p:attrNameLst>
                                          <p:attrName>style.visibility</p:attrName>
                                        </p:attrNameLst>
                                      </p:cBhvr>
                                      <p:to>
                                        <p:strVal val="visible"/>
                                      </p:to>
                                    </p:set>
                                    <p:animEffect transition="in" filter="fade">
                                      <p:cBhvr>
                                        <p:cTn id="21" dur="500"/>
                                        <p:tgtEl>
                                          <p:spTgt spid="17"/>
                                        </p:tgtEl>
                                      </p:cBhvr>
                                    </p:animEffect>
                                  </p:childTnLst>
                                </p:cTn>
                              </p:par>
                            </p:childTnLst>
                          </p:cTn>
                        </p:par>
                        <p:par>
                          <p:cTn id="22" fill="hold">
                            <p:stCondLst>
                              <p:cond delay="2000"/>
                            </p:stCondLst>
                            <p:childTnLst>
                              <p:par>
                                <p:cTn id="23" presetID="42" presetClass="entr" presetSubtype="0" fill="hold" grpId="0" nodeType="afterEffect" nodePh="1">
                                  <p:stCondLst>
                                    <p:cond delay="0"/>
                                  </p:stCondLst>
                                  <p:endCondLst>
                                    <p:cond evt="begin" delay="0">
                                      <p:tn val="23"/>
                                    </p:cond>
                                  </p:endCondLst>
                                  <p:childTnLst>
                                    <p:set>
                                      <p:cBhvr>
                                        <p:cTn id="24" dur="1" fill="hold">
                                          <p:stCondLst>
                                            <p:cond delay="0"/>
                                          </p:stCondLst>
                                        </p:cTn>
                                        <p:tgtEl>
                                          <p:spTgt spid="18">
                                            <p:txEl>
                                              <p:pRg st="0" end="0"/>
                                            </p:txEl>
                                          </p:spTgt>
                                        </p:tgtEl>
                                        <p:attrNameLst>
                                          <p:attrName>style.visibility</p:attrName>
                                        </p:attrNameLst>
                                      </p:cBhvr>
                                      <p:to>
                                        <p:strVal val="visible"/>
                                      </p:to>
                                    </p:set>
                                    <p:animEffect transition="in" filter="fade">
                                      <p:cBhvr>
                                        <p:cTn id="25" dur="500"/>
                                        <p:tgtEl>
                                          <p:spTgt spid="18">
                                            <p:txEl>
                                              <p:pRg st="0" end="0"/>
                                            </p:txEl>
                                          </p:spTgt>
                                        </p:tgtEl>
                                      </p:cBhvr>
                                    </p:animEffect>
                                    <p:anim calcmode="lin" valueType="num">
                                      <p:cBhvr>
                                        <p:cTn id="26" dur="500" fill="hold"/>
                                        <p:tgtEl>
                                          <p:spTgt spid="18">
                                            <p:txEl>
                                              <p:pRg st="0" end="0"/>
                                            </p:txEl>
                                          </p:spTgt>
                                        </p:tgtEl>
                                        <p:attrNameLst>
                                          <p:attrName>ppt_x</p:attrName>
                                        </p:attrNameLst>
                                      </p:cBhvr>
                                      <p:tavLst>
                                        <p:tav tm="0">
                                          <p:val>
                                            <p:strVal val="#ppt_x"/>
                                          </p:val>
                                        </p:tav>
                                        <p:tav tm="100000">
                                          <p:val>
                                            <p:strVal val="#ppt_x"/>
                                          </p:val>
                                        </p:tav>
                                      </p:tavLst>
                                    </p:anim>
                                    <p:anim calcmode="lin" valueType="num">
                                      <p:cBhvr>
                                        <p:cTn id="27" dur="500" fill="hold"/>
                                        <p:tgtEl>
                                          <p:spTgt spid="18">
                                            <p:txEl>
                                              <p:pRg st="0" end="0"/>
                                            </p:txEl>
                                          </p:spTgt>
                                        </p:tgtEl>
                                        <p:attrNameLst>
                                          <p:attrName>ppt_y</p:attrName>
                                        </p:attrNameLst>
                                      </p:cBhvr>
                                      <p:tavLst>
                                        <p:tav tm="0">
                                          <p:val>
                                            <p:strVal val="#ppt_y+.1"/>
                                          </p:val>
                                        </p:tav>
                                        <p:tav tm="100000">
                                          <p:val>
                                            <p:strVal val="#ppt_y"/>
                                          </p:val>
                                        </p:tav>
                                      </p:tavLst>
                                    </p:anim>
                                  </p:childTnLst>
                                </p:cTn>
                              </p:par>
                            </p:childTnLst>
                          </p:cTn>
                        </p:par>
                        <p:par>
                          <p:cTn id="28" fill="hold">
                            <p:stCondLst>
                              <p:cond delay="2500"/>
                            </p:stCondLst>
                            <p:childTnLst>
                              <p:par>
                                <p:cTn id="29" presetID="53" presetClass="entr" presetSubtype="16" fill="hold" grpId="0" nodeType="afterEffect" nodePh="1">
                                  <p:stCondLst>
                                    <p:cond delay="0"/>
                                  </p:stCondLst>
                                  <p:endCondLst>
                                    <p:cond evt="begin" delay="0">
                                      <p:tn val="29"/>
                                    </p:cond>
                                  </p:endCondLst>
                                  <p:childTnLst>
                                    <p:set>
                                      <p:cBhvr>
                                        <p:cTn id="30" dur="1" fill="hold">
                                          <p:stCondLst>
                                            <p:cond delay="0"/>
                                          </p:stCondLst>
                                        </p:cTn>
                                        <p:tgtEl>
                                          <p:spTgt spid="14">
                                            <p:txEl>
                                              <p:pRg st="0" end="0"/>
                                            </p:txEl>
                                          </p:spTgt>
                                        </p:tgtEl>
                                        <p:attrNameLst>
                                          <p:attrName>style.visibility</p:attrName>
                                        </p:attrNameLst>
                                      </p:cBhvr>
                                      <p:to>
                                        <p:strVal val="visible"/>
                                      </p:to>
                                    </p:set>
                                    <p:anim calcmode="lin" valueType="num">
                                      <p:cBhvr>
                                        <p:cTn id="31" dur="500" fill="hold"/>
                                        <p:tgtEl>
                                          <p:spTgt spid="14">
                                            <p:txEl>
                                              <p:pRg st="0" end="0"/>
                                            </p:txEl>
                                          </p:spTgt>
                                        </p:tgtEl>
                                        <p:attrNameLst>
                                          <p:attrName>ppt_w</p:attrName>
                                        </p:attrNameLst>
                                      </p:cBhvr>
                                      <p:tavLst>
                                        <p:tav tm="0">
                                          <p:val>
                                            <p:fltVal val="0"/>
                                          </p:val>
                                        </p:tav>
                                        <p:tav tm="100000">
                                          <p:val>
                                            <p:strVal val="#ppt_w"/>
                                          </p:val>
                                        </p:tav>
                                      </p:tavLst>
                                    </p:anim>
                                    <p:anim calcmode="lin" valueType="num">
                                      <p:cBhvr>
                                        <p:cTn id="32" dur="500" fill="hold"/>
                                        <p:tgtEl>
                                          <p:spTgt spid="14">
                                            <p:txEl>
                                              <p:pRg st="0" end="0"/>
                                            </p:txEl>
                                          </p:spTgt>
                                        </p:tgtEl>
                                        <p:attrNameLst>
                                          <p:attrName>ppt_h</p:attrName>
                                        </p:attrNameLst>
                                      </p:cBhvr>
                                      <p:tavLst>
                                        <p:tav tm="0">
                                          <p:val>
                                            <p:fltVal val="0"/>
                                          </p:val>
                                        </p:tav>
                                        <p:tav tm="100000">
                                          <p:val>
                                            <p:strVal val="#ppt_h"/>
                                          </p:val>
                                        </p:tav>
                                      </p:tavLst>
                                    </p:anim>
                                    <p:animEffect transition="in" filter="fade">
                                      <p:cBhvr>
                                        <p:cTn id="33" dur="500"/>
                                        <p:tgtEl>
                                          <p:spTgt spid="14">
                                            <p:txEl>
                                              <p:pRg st="0" end="0"/>
                                            </p:txEl>
                                          </p:spTgt>
                                        </p:tgtEl>
                                      </p:cBhvr>
                                    </p:animEffect>
                                  </p:childTnLst>
                                </p:cTn>
                              </p:par>
                            </p:childTnLst>
                          </p:cTn>
                        </p:par>
                        <p:par>
                          <p:cTn id="34" fill="hold">
                            <p:stCondLst>
                              <p:cond delay="3000"/>
                            </p:stCondLst>
                            <p:childTnLst>
                              <p:par>
                                <p:cTn id="35" presetID="42" presetClass="entr" presetSubtype="0" fill="hold" grpId="0" nodeType="afterEffect" nodePh="1">
                                  <p:stCondLst>
                                    <p:cond delay="0"/>
                                  </p:stCondLst>
                                  <p:endCondLst>
                                    <p:cond evt="begin" delay="0">
                                      <p:tn val="35"/>
                                    </p:cond>
                                  </p:endCondLst>
                                  <p:childTnLst>
                                    <p:set>
                                      <p:cBhvr>
                                        <p:cTn id="36" dur="1" fill="hold">
                                          <p:stCondLst>
                                            <p:cond delay="0"/>
                                          </p:stCondLst>
                                        </p:cTn>
                                        <p:tgtEl>
                                          <p:spTgt spid="15">
                                            <p:txEl>
                                              <p:pRg st="0" end="0"/>
                                            </p:txEl>
                                          </p:spTgt>
                                        </p:tgtEl>
                                        <p:attrNameLst>
                                          <p:attrName>style.visibility</p:attrName>
                                        </p:attrNameLst>
                                      </p:cBhvr>
                                      <p:to>
                                        <p:strVal val="visible"/>
                                      </p:to>
                                    </p:set>
                                    <p:animEffect transition="in" filter="fade">
                                      <p:cBhvr>
                                        <p:cTn id="37" dur="500"/>
                                        <p:tgtEl>
                                          <p:spTgt spid="15">
                                            <p:txEl>
                                              <p:pRg st="0" end="0"/>
                                            </p:txEl>
                                          </p:spTgt>
                                        </p:tgtEl>
                                      </p:cBhvr>
                                    </p:animEffect>
                                    <p:anim calcmode="lin" valueType="num">
                                      <p:cBhvr>
                                        <p:cTn id="38" dur="500" fill="hold"/>
                                        <p:tgtEl>
                                          <p:spTgt spid="15">
                                            <p:txEl>
                                              <p:pRg st="0" end="0"/>
                                            </p:txEl>
                                          </p:spTgt>
                                        </p:tgtEl>
                                        <p:attrNameLst>
                                          <p:attrName>ppt_x</p:attrName>
                                        </p:attrNameLst>
                                      </p:cBhvr>
                                      <p:tavLst>
                                        <p:tav tm="0">
                                          <p:val>
                                            <p:strVal val="#ppt_x"/>
                                          </p:val>
                                        </p:tav>
                                        <p:tav tm="100000">
                                          <p:val>
                                            <p:strVal val="#ppt_x"/>
                                          </p:val>
                                        </p:tav>
                                      </p:tavLst>
                                    </p:anim>
                                    <p:anim calcmode="lin" valueType="num">
                                      <p:cBhvr>
                                        <p:cTn id="39" dur="500" fill="hold"/>
                                        <p:tgtEl>
                                          <p:spTgt spid="15">
                                            <p:txEl>
                                              <p:pRg st="0" end="0"/>
                                            </p:txEl>
                                          </p:spTgt>
                                        </p:tgtEl>
                                        <p:attrNameLst>
                                          <p:attrName>ppt_y</p:attrName>
                                        </p:attrNameLst>
                                      </p:cBhvr>
                                      <p:tavLst>
                                        <p:tav tm="0">
                                          <p:val>
                                            <p:strVal val="#ppt_y+.1"/>
                                          </p:val>
                                        </p:tav>
                                        <p:tav tm="100000">
                                          <p:val>
                                            <p:strVal val="#ppt_y"/>
                                          </p:val>
                                        </p:tav>
                                      </p:tavLst>
                                    </p:anim>
                                  </p:childTnLst>
                                </p:cTn>
                              </p:par>
                            </p:childTnLst>
                          </p:cTn>
                        </p:par>
                        <p:par>
                          <p:cTn id="40" fill="hold">
                            <p:stCondLst>
                              <p:cond delay="3500"/>
                            </p:stCondLst>
                            <p:childTnLst>
                              <p:par>
                                <p:cTn id="41" presetID="53" presetClass="entr" presetSubtype="16" fill="hold" grpId="0" nodeType="afterEffect" nodePh="1">
                                  <p:stCondLst>
                                    <p:cond delay="0"/>
                                  </p:stCondLst>
                                  <p:endCondLst>
                                    <p:cond evt="begin" delay="0">
                                      <p:tn val="41"/>
                                    </p:cond>
                                  </p:endCondLst>
                                  <p:childTnLst>
                                    <p:set>
                                      <p:cBhvr>
                                        <p:cTn id="42" dur="1" fill="hold">
                                          <p:stCondLst>
                                            <p:cond delay="0"/>
                                          </p:stCondLst>
                                        </p:cTn>
                                        <p:tgtEl>
                                          <p:spTgt spid="21">
                                            <p:txEl>
                                              <p:pRg st="0" end="0"/>
                                            </p:txEl>
                                          </p:spTgt>
                                        </p:tgtEl>
                                        <p:attrNameLst>
                                          <p:attrName>style.visibility</p:attrName>
                                        </p:attrNameLst>
                                      </p:cBhvr>
                                      <p:to>
                                        <p:strVal val="visible"/>
                                      </p:to>
                                    </p:set>
                                    <p:anim calcmode="lin" valueType="num">
                                      <p:cBhvr>
                                        <p:cTn id="43" dur="500" fill="hold"/>
                                        <p:tgtEl>
                                          <p:spTgt spid="21">
                                            <p:txEl>
                                              <p:pRg st="0" end="0"/>
                                            </p:txEl>
                                          </p:spTgt>
                                        </p:tgtEl>
                                        <p:attrNameLst>
                                          <p:attrName>ppt_w</p:attrName>
                                        </p:attrNameLst>
                                      </p:cBhvr>
                                      <p:tavLst>
                                        <p:tav tm="0">
                                          <p:val>
                                            <p:fltVal val="0"/>
                                          </p:val>
                                        </p:tav>
                                        <p:tav tm="100000">
                                          <p:val>
                                            <p:strVal val="#ppt_w"/>
                                          </p:val>
                                        </p:tav>
                                      </p:tavLst>
                                    </p:anim>
                                    <p:anim calcmode="lin" valueType="num">
                                      <p:cBhvr>
                                        <p:cTn id="44" dur="500" fill="hold"/>
                                        <p:tgtEl>
                                          <p:spTgt spid="21">
                                            <p:txEl>
                                              <p:pRg st="0" end="0"/>
                                            </p:txEl>
                                          </p:spTgt>
                                        </p:tgtEl>
                                        <p:attrNameLst>
                                          <p:attrName>ppt_h</p:attrName>
                                        </p:attrNameLst>
                                      </p:cBhvr>
                                      <p:tavLst>
                                        <p:tav tm="0">
                                          <p:val>
                                            <p:fltVal val="0"/>
                                          </p:val>
                                        </p:tav>
                                        <p:tav tm="100000">
                                          <p:val>
                                            <p:strVal val="#ppt_h"/>
                                          </p:val>
                                        </p:tav>
                                      </p:tavLst>
                                    </p:anim>
                                    <p:animEffect transition="in" filter="fade">
                                      <p:cBhvr>
                                        <p:cTn id="45" dur="500"/>
                                        <p:tgtEl>
                                          <p:spTgt spid="21">
                                            <p:txEl>
                                              <p:pRg st="0" end="0"/>
                                            </p:txEl>
                                          </p:spTgt>
                                        </p:tgtEl>
                                      </p:cBhvr>
                                    </p:animEffect>
                                  </p:childTnLst>
                                </p:cTn>
                              </p:par>
                            </p:childTnLst>
                          </p:cTn>
                        </p:par>
                        <p:par>
                          <p:cTn id="46" fill="hold">
                            <p:stCondLst>
                              <p:cond delay="4000"/>
                            </p:stCondLst>
                            <p:childTnLst>
                              <p:par>
                                <p:cTn id="47" presetID="42" presetClass="entr" presetSubtype="0" fill="hold" grpId="0" nodeType="afterEffect" nodePh="1">
                                  <p:stCondLst>
                                    <p:cond delay="0"/>
                                  </p:stCondLst>
                                  <p:endCondLst>
                                    <p:cond evt="begin" delay="0">
                                      <p:tn val="47"/>
                                    </p:cond>
                                  </p:endCondLst>
                                  <p:childTnLst>
                                    <p:set>
                                      <p:cBhvr>
                                        <p:cTn id="48" dur="1" fill="hold">
                                          <p:stCondLst>
                                            <p:cond delay="0"/>
                                          </p:stCondLst>
                                        </p:cTn>
                                        <p:tgtEl>
                                          <p:spTgt spid="22">
                                            <p:txEl>
                                              <p:pRg st="0" end="0"/>
                                            </p:txEl>
                                          </p:spTgt>
                                        </p:tgtEl>
                                        <p:attrNameLst>
                                          <p:attrName>style.visibility</p:attrName>
                                        </p:attrNameLst>
                                      </p:cBhvr>
                                      <p:to>
                                        <p:strVal val="visible"/>
                                      </p:to>
                                    </p:set>
                                    <p:animEffect transition="in" filter="fade">
                                      <p:cBhvr>
                                        <p:cTn id="49" dur="500"/>
                                        <p:tgtEl>
                                          <p:spTgt spid="22">
                                            <p:txEl>
                                              <p:pRg st="0" end="0"/>
                                            </p:txEl>
                                          </p:spTgt>
                                        </p:tgtEl>
                                      </p:cBhvr>
                                    </p:animEffect>
                                    <p:anim calcmode="lin" valueType="num">
                                      <p:cBhvr>
                                        <p:cTn id="50" dur="500" fill="hold"/>
                                        <p:tgtEl>
                                          <p:spTgt spid="22">
                                            <p:txEl>
                                              <p:pRg st="0" end="0"/>
                                            </p:txEl>
                                          </p:spTgt>
                                        </p:tgtEl>
                                        <p:attrNameLst>
                                          <p:attrName>ppt_x</p:attrName>
                                        </p:attrNameLst>
                                      </p:cBhvr>
                                      <p:tavLst>
                                        <p:tav tm="0">
                                          <p:val>
                                            <p:strVal val="#ppt_x"/>
                                          </p:val>
                                        </p:tav>
                                        <p:tav tm="100000">
                                          <p:val>
                                            <p:strVal val="#ppt_x"/>
                                          </p:val>
                                        </p:tav>
                                      </p:tavLst>
                                    </p:anim>
                                    <p:anim calcmode="lin" valueType="num">
                                      <p:cBhvr>
                                        <p:cTn id="51" dur="500" fill="hold"/>
                                        <p:tgtEl>
                                          <p:spTgt spid="22">
                                            <p:txEl>
                                              <p:pRg st="0" end="0"/>
                                            </p:txEl>
                                          </p:spTgt>
                                        </p:tgtEl>
                                        <p:attrNameLst>
                                          <p:attrName>ppt_y</p:attrName>
                                        </p:attrNameLst>
                                      </p:cBhvr>
                                      <p:tavLst>
                                        <p:tav tm="0">
                                          <p:val>
                                            <p:strVal val="#ppt_y+.1"/>
                                          </p:val>
                                        </p:tav>
                                        <p:tav tm="100000">
                                          <p:val>
                                            <p:strVal val="#ppt_y"/>
                                          </p:val>
                                        </p:tav>
                                      </p:tavLst>
                                    </p:anim>
                                  </p:childTnLst>
                                </p:cTn>
                              </p:par>
                            </p:childTnLst>
                          </p:cTn>
                        </p:par>
                        <p:par>
                          <p:cTn id="52" fill="hold">
                            <p:stCondLst>
                              <p:cond delay="4500"/>
                            </p:stCondLst>
                            <p:childTnLst>
                              <p:par>
                                <p:cTn id="53" presetID="53" presetClass="entr" presetSubtype="16" fill="hold" grpId="0" nodeType="afterEffect" nodePh="1">
                                  <p:stCondLst>
                                    <p:cond delay="0"/>
                                  </p:stCondLst>
                                  <p:endCondLst>
                                    <p:cond evt="begin" delay="0">
                                      <p:tn val="53"/>
                                    </p:cond>
                                  </p:endCondLst>
                                  <p:childTnLst>
                                    <p:set>
                                      <p:cBhvr>
                                        <p:cTn id="54" dur="1" fill="hold">
                                          <p:stCondLst>
                                            <p:cond delay="0"/>
                                          </p:stCondLst>
                                        </p:cTn>
                                        <p:tgtEl>
                                          <p:spTgt spid="23">
                                            <p:txEl>
                                              <p:pRg st="0" end="0"/>
                                            </p:txEl>
                                          </p:spTgt>
                                        </p:tgtEl>
                                        <p:attrNameLst>
                                          <p:attrName>style.visibility</p:attrName>
                                        </p:attrNameLst>
                                      </p:cBhvr>
                                      <p:to>
                                        <p:strVal val="visible"/>
                                      </p:to>
                                    </p:set>
                                    <p:anim calcmode="lin" valueType="num">
                                      <p:cBhvr>
                                        <p:cTn id="55" dur="500" fill="hold"/>
                                        <p:tgtEl>
                                          <p:spTgt spid="23">
                                            <p:txEl>
                                              <p:pRg st="0" end="0"/>
                                            </p:txEl>
                                          </p:spTgt>
                                        </p:tgtEl>
                                        <p:attrNameLst>
                                          <p:attrName>ppt_w</p:attrName>
                                        </p:attrNameLst>
                                      </p:cBhvr>
                                      <p:tavLst>
                                        <p:tav tm="0">
                                          <p:val>
                                            <p:fltVal val="0"/>
                                          </p:val>
                                        </p:tav>
                                        <p:tav tm="100000">
                                          <p:val>
                                            <p:strVal val="#ppt_w"/>
                                          </p:val>
                                        </p:tav>
                                      </p:tavLst>
                                    </p:anim>
                                    <p:anim calcmode="lin" valueType="num">
                                      <p:cBhvr>
                                        <p:cTn id="56" dur="500" fill="hold"/>
                                        <p:tgtEl>
                                          <p:spTgt spid="23">
                                            <p:txEl>
                                              <p:pRg st="0" end="0"/>
                                            </p:txEl>
                                          </p:spTgt>
                                        </p:tgtEl>
                                        <p:attrNameLst>
                                          <p:attrName>ppt_h</p:attrName>
                                        </p:attrNameLst>
                                      </p:cBhvr>
                                      <p:tavLst>
                                        <p:tav tm="0">
                                          <p:val>
                                            <p:fltVal val="0"/>
                                          </p:val>
                                        </p:tav>
                                        <p:tav tm="100000">
                                          <p:val>
                                            <p:strVal val="#ppt_h"/>
                                          </p:val>
                                        </p:tav>
                                      </p:tavLst>
                                    </p:anim>
                                    <p:animEffect transition="in" filter="fade">
                                      <p:cBhvr>
                                        <p:cTn id="57" dur="500"/>
                                        <p:tgtEl>
                                          <p:spTgt spid="23">
                                            <p:txEl>
                                              <p:pRg st="0" end="0"/>
                                            </p:txEl>
                                          </p:spTgt>
                                        </p:tgtEl>
                                      </p:cBhvr>
                                    </p:animEffect>
                                  </p:childTnLst>
                                </p:cTn>
                              </p:par>
                            </p:childTnLst>
                          </p:cTn>
                        </p:par>
                        <p:par>
                          <p:cTn id="58" fill="hold">
                            <p:stCondLst>
                              <p:cond delay="5000"/>
                            </p:stCondLst>
                            <p:childTnLst>
                              <p:par>
                                <p:cTn id="59" presetID="42" presetClass="entr" presetSubtype="0" fill="hold" grpId="0" nodeType="afterEffect" nodePh="1">
                                  <p:stCondLst>
                                    <p:cond delay="0"/>
                                  </p:stCondLst>
                                  <p:endCondLst>
                                    <p:cond evt="begin" delay="0">
                                      <p:tn val="59"/>
                                    </p:cond>
                                  </p:endCondLst>
                                  <p:childTnLst>
                                    <p:set>
                                      <p:cBhvr>
                                        <p:cTn id="60" dur="1" fill="hold">
                                          <p:stCondLst>
                                            <p:cond delay="0"/>
                                          </p:stCondLst>
                                        </p:cTn>
                                        <p:tgtEl>
                                          <p:spTgt spid="24">
                                            <p:txEl>
                                              <p:pRg st="0" end="0"/>
                                            </p:txEl>
                                          </p:spTgt>
                                        </p:tgtEl>
                                        <p:attrNameLst>
                                          <p:attrName>style.visibility</p:attrName>
                                        </p:attrNameLst>
                                      </p:cBhvr>
                                      <p:to>
                                        <p:strVal val="visible"/>
                                      </p:to>
                                    </p:set>
                                    <p:animEffect transition="in" filter="fade">
                                      <p:cBhvr>
                                        <p:cTn id="61" dur="500"/>
                                        <p:tgtEl>
                                          <p:spTgt spid="24">
                                            <p:txEl>
                                              <p:pRg st="0" end="0"/>
                                            </p:txEl>
                                          </p:spTgt>
                                        </p:tgtEl>
                                      </p:cBhvr>
                                    </p:animEffect>
                                    <p:anim calcmode="lin" valueType="num">
                                      <p:cBhvr>
                                        <p:cTn id="62"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p:cTn id="63" dur="500" fill="hold"/>
                                        <p:tgtEl>
                                          <p:spTgt spid="24">
                                            <p:txEl>
                                              <p:pRg st="0" end="0"/>
                                            </p:txEl>
                                          </p:spTgt>
                                        </p:tgtEl>
                                        <p:attrNameLst>
                                          <p:attrName>ppt_y</p:attrName>
                                        </p:attrNameLst>
                                      </p:cBhvr>
                                      <p:tavLst>
                                        <p:tav tm="0">
                                          <p:val>
                                            <p:strVal val="#ppt_y+.1"/>
                                          </p:val>
                                        </p:tav>
                                        <p:tav tm="100000">
                                          <p:val>
                                            <p:strVal val="#ppt_y"/>
                                          </p:val>
                                        </p:tav>
                                      </p:tavLst>
                                    </p:anim>
                                  </p:childTnLst>
                                </p:cTn>
                              </p:par>
                            </p:childTnLst>
                          </p:cTn>
                        </p:par>
                        <p:par>
                          <p:cTn id="64" fill="hold">
                            <p:stCondLst>
                              <p:cond delay="5500"/>
                            </p:stCondLst>
                            <p:childTnLst>
                              <p:par>
                                <p:cTn id="65" presetID="42" presetClass="entr" presetSubtype="0" fill="hold" grpId="0" nodeType="afterEffect">
                                  <p:stCondLst>
                                    <p:cond delay="0"/>
                                  </p:stCondLst>
                                  <p:childTnLst>
                                    <p:set>
                                      <p:cBhvr>
                                        <p:cTn id="66" dur="1" fill="hold">
                                          <p:stCondLst>
                                            <p:cond delay="0"/>
                                          </p:stCondLst>
                                        </p:cTn>
                                        <p:tgtEl>
                                          <p:spTgt spid="25"/>
                                        </p:tgtEl>
                                        <p:attrNameLst>
                                          <p:attrName>style.visibility</p:attrName>
                                        </p:attrNameLst>
                                      </p:cBhvr>
                                      <p:to>
                                        <p:strVal val="visible"/>
                                      </p:to>
                                    </p:set>
                                    <p:animEffect transition="in" filter="fade">
                                      <p:cBhvr>
                                        <p:cTn id="67" dur="500"/>
                                        <p:tgtEl>
                                          <p:spTgt spid="25"/>
                                        </p:tgtEl>
                                      </p:cBhvr>
                                    </p:animEffect>
                                    <p:anim calcmode="lin" valueType="num">
                                      <p:cBhvr>
                                        <p:cTn id="68" dur="500" fill="hold"/>
                                        <p:tgtEl>
                                          <p:spTgt spid="25"/>
                                        </p:tgtEl>
                                        <p:attrNameLst>
                                          <p:attrName>ppt_x</p:attrName>
                                        </p:attrNameLst>
                                      </p:cBhvr>
                                      <p:tavLst>
                                        <p:tav tm="0">
                                          <p:val>
                                            <p:strVal val="#ppt_x"/>
                                          </p:val>
                                        </p:tav>
                                        <p:tav tm="100000">
                                          <p:val>
                                            <p:strVal val="#ppt_x"/>
                                          </p:val>
                                        </p:tav>
                                      </p:tavLst>
                                    </p:anim>
                                    <p:anim calcmode="lin" valueType="num">
                                      <p:cBhvr>
                                        <p:cTn id="69" dur="500" fill="hold"/>
                                        <p:tgtEl>
                                          <p:spTgt spid="25"/>
                                        </p:tgtEl>
                                        <p:attrNameLst>
                                          <p:attrName>ppt_y</p:attrName>
                                        </p:attrNameLst>
                                      </p:cBhvr>
                                      <p:tavLst>
                                        <p:tav tm="0">
                                          <p:val>
                                            <p:strVal val="#ppt_y+.1"/>
                                          </p:val>
                                        </p:tav>
                                        <p:tav tm="100000">
                                          <p:val>
                                            <p:strVal val="#ppt_y"/>
                                          </p:val>
                                        </p:tav>
                                      </p:tavLst>
                                    </p:anim>
                                  </p:childTnLst>
                                </p:cTn>
                              </p:par>
                              <p:par>
                                <p:cTn id="70" presetID="42" presetClass="entr" presetSubtype="0" fill="hold" grpId="0" nodeType="withEffect">
                                  <p:stCondLst>
                                    <p:cond delay="0"/>
                                  </p:stCondLst>
                                  <p:childTnLst>
                                    <p:set>
                                      <p:cBhvr>
                                        <p:cTn id="71" dur="1" fill="hold">
                                          <p:stCondLst>
                                            <p:cond delay="0"/>
                                          </p:stCondLst>
                                        </p:cTn>
                                        <p:tgtEl>
                                          <p:spTgt spid="26"/>
                                        </p:tgtEl>
                                        <p:attrNameLst>
                                          <p:attrName>style.visibility</p:attrName>
                                        </p:attrNameLst>
                                      </p:cBhvr>
                                      <p:to>
                                        <p:strVal val="visible"/>
                                      </p:to>
                                    </p:set>
                                    <p:animEffect transition="in" filter="fade">
                                      <p:cBhvr>
                                        <p:cTn id="72" dur="500"/>
                                        <p:tgtEl>
                                          <p:spTgt spid="26"/>
                                        </p:tgtEl>
                                      </p:cBhvr>
                                    </p:animEffect>
                                    <p:anim calcmode="lin" valueType="num">
                                      <p:cBhvr>
                                        <p:cTn id="73" dur="500" fill="hold"/>
                                        <p:tgtEl>
                                          <p:spTgt spid="26"/>
                                        </p:tgtEl>
                                        <p:attrNameLst>
                                          <p:attrName>ppt_x</p:attrName>
                                        </p:attrNameLst>
                                      </p:cBhvr>
                                      <p:tavLst>
                                        <p:tav tm="0">
                                          <p:val>
                                            <p:strVal val="#ppt_x"/>
                                          </p:val>
                                        </p:tav>
                                        <p:tav tm="100000">
                                          <p:val>
                                            <p:strVal val="#ppt_x"/>
                                          </p:val>
                                        </p:tav>
                                      </p:tavLst>
                                    </p:anim>
                                    <p:anim calcmode="lin" valueType="num">
                                      <p:cBhvr>
                                        <p:cTn id="74" dur="500" fill="hold"/>
                                        <p:tgtEl>
                                          <p:spTgt spid="26"/>
                                        </p:tgtEl>
                                        <p:attrNameLst>
                                          <p:attrName>ppt_y</p:attrName>
                                        </p:attrNameLst>
                                      </p:cBhvr>
                                      <p:tavLst>
                                        <p:tav tm="0">
                                          <p:val>
                                            <p:strVal val="#ppt_y+.1"/>
                                          </p:val>
                                        </p:tav>
                                        <p:tav tm="100000">
                                          <p:val>
                                            <p:strVal val="#ppt_y"/>
                                          </p:val>
                                        </p:tav>
                                      </p:tavLst>
                                    </p:anim>
                                  </p:childTnLst>
                                </p:cTn>
                              </p:par>
                              <p:par>
                                <p:cTn id="75" presetID="42" presetClass="entr" presetSubtype="0" fill="hold" grpId="0" nodeType="withEffect">
                                  <p:stCondLst>
                                    <p:cond delay="0"/>
                                  </p:stCondLst>
                                  <p:childTnLst>
                                    <p:set>
                                      <p:cBhvr>
                                        <p:cTn id="76" dur="1" fill="hold">
                                          <p:stCondLst>
                                            <p:cond delay="0"/>
                                          </p:stCondLst>
                                        </p:cTn>
                                        <p:tgtEl>
                                          <p:spTgt spid="27"/>
                                        </p:tgtEl>
                                        <p:attrNameLst>
                                          <p:attrName>style.visibility</p:attrName>
                                        </p:attrNameLst>
                                      </p:cBhvr>
                                      <p:to>
                                        <p:strVal val="visible"/>
                                      </p:to>
                                    </p:set>
                                    <p:animEffect transition="in" filter="fade">
                                      <p:cBhvr>
                                        <p:cTn id="77" dur="500"/>
                                        <p:tgtEl>
                                          <p:spTgt spid="27"/>
                                        </p:tgtEl>
                                      </p:cBhvr>
                                    </p:animEffect>
                                    <p:anim calcmode="lin" valueType="num">
                                      <p:cBhvr>
                                        <p:cTn id="78" dur="500" fill="hold"/>
                                        <p:tgtEl>
                                          <p:spTgt spid="27"/>
                                        </p:tgtEl>
                                        <p:attrNameLst>
                                          <p:attrName>ppt_x</p:attrName>
                                        </p:attrNameLst>
                                      </p:cBhvr>
                                      <p:tavLst>
                                        <p:tav tm="0">
                                          <p:val>
                                            <p:strVal val="#ppt_x"/>
                                          </p:val>
                                        </p:tav>
                                        <p:tav tm="100000">
                                          <p:val>
                                            <p:strVal val="#ppt_x"/>
                                          </p:val>
                                        </p:tav>
                                      </p:tavLst>
                                    </p:anim>
                                    <p:anim calcmode="lin" valueType="num">
                                      <p:cBhvr>
                                        <p:cTn id="79" dur="500" fill="hold"/>
                                        <p:tgtEl>
                                          <p:spTgt spid="27"/>
                                        </p:tgtEl>
                                        <p:attrNameLst>
                                          <p:attrName>ppt_y</p:attrName>
                                        </p:attrNameLst>
                                      </p:cBhvr>
                                      <p:tavLst>
                                        <p:tav tm="0">
                                          <p:val>
                                            <p:strVal val="#ppt_y+.1"/>
                                          </p:val>
                                        </p:tav>
                                        <p:tav tm="100000">
                                          <p:val>
                                            <p:strVal val="#ppt_y"/>
                                          </p:val>
                                        </p:tav>
                                      </p:tavLst>
                                    </p:anim>
                                  </p:childTnLst>
                                </p:cTn>
                              </p:par>
                              <p:par>
                                <p:cTn id="80" presetID="42" presetClass="entr" presetSubtype="0" fill="hold" grpId="0" nodeType="withEffect">
                                  <p:stCondLst>
                                    <p:cond delay="0"/>
                                  </p:stCondLst>
                                  <p:childTnLst>
                                    <p:set>
                                      <p:cBhvr>
                                        <p:cTn id="81" dur="1" fill="hold">
                                          <p:stCondLst>
                                            <p:cond delay="0"/>
                                          </p:stCondLst>
                                        </p:cTn>
                                        <p:tgtEl>
                                          <p:spTgt spid="28"/>
                                        </p:tgtEl>
                                        <p:attrNameLst>
                                          <p:attrName>style.visibility</p:attrName>
                                        </p:attrNameLst>
                                      </p:cBhvr>
                                      <p:to>
                                        <p:strVal val="visible"/>
                                      </p:to>
                                    </p:set>
                                    <p:animEffect transition="in" filter="fade">
                                      <p:cBhvr>
                                        <p:cTn id="82" dur="500"/>
                                        <p:tgtEl>
                                          <p:spTgt spid="28"/>
                                        </p:tgtEl>
                                      </p:cBhvr>
                                    </p:animEffect>
                                    <p:anim calcmode="lin" valueType="num">
                                      <p:cBhvr>
                                        <p:cTn id="83" dur="500" fill="hold"/>
                                        <p:tgtEl>
                                          <p:spTgt spid="28"/>
                                        </p:tgtEl>
                                        <p:attrNameLst>
                                          <p:attrName>ppt_x</p:attrName>
                                        </p:attrNameLst>
                                      </p:cBhvr>
                                      <p:tavLst>
                                        <p:tav tm="0">
                                          <p:val>
                                            <p:strVal val="#ppt_x"/>
                                          </p:val>
                                        </p:tav>
                                        <p:tav tm="100000">
                                          <p:val>
                                            <p:strVal val="#ppt_x"/>
                                          </p:val>
                                        </p:tav>
                                      </p:tavLst>
                                    </p:anim>
                                    <p:anim calcmode="lin" valueType="num">
                                      <p:cBhvr>
                                        <p:cTn id="84" dur="500" fill="hold"/>
                                        <p:tgtEl>
                                          <p:spTgt spid="28"/>
                                        </p:tgtEl>
                                        <p:attrNameLst>
                                          <p:attrName>ppt_y</p:attrName>
                                        </p:attrNameLst>
                                      </p:cBhvr>
                                      <p:tavLst>
                                        <p:tav tm="0">
                                          <p:val>
                                            <p:strVal val="#ppt_y+.1"/>
                                          </p:val>
                                        </p:tav>
                                        <p:tav tm="100000">
                                          <p:val>
                                            <p:strVal val="#ppt_y"/>
                                          </p:val>
                                        </p:tav>
                                      </p:tavLst>
                                    </p:anim>
                                  </p:childTnLst>
                                </p:cTn>
                              </p:par>
                              <p:par>
                                <p:cTn id="85" presetID="42" presetClass="entr" presetSubtype="0" fill="hold" grpId="0" nodeType="withEffect">
                                  <p:stCondLst>
                                    <p:cond delay="0"/>
                                  </p:stCondLst>
                                  <p:childTnLst>
                                    <p:set>
                                      <p:cBhvr>
                                        <p:cTn id="86" dur="1" fill="hold">
                                          <p:stCondLst>
                                            <p:cond delay="0"/>
                                          </p:stCondLst>
                                        </p:cTn>
                                        <p:tgtEl>
                                          <p:spTgt spid="29"/>
                                        </p:tgtEl>
                                        <p:attrNameLst>
                                          <p:attrName>style.visibility</p:attrName>
                                        </p:attrNameLst>
                                      </p:cBhvr>
                                      <p:to>
                                        <p:strVal val="visible"/>
                                      </p:to>
                                    </p:set>
                                    <p:animEffect transition="in" filter="fade">
                                      <p:cBhvr>
                                        <p:cTn id="87" dur="500"/>
                                        <p:tgtEl>
                                          <p:spTgt spid="29"/>
                                        </p:tgtEl>
                                      </p:cBhvr>
                                    </p:animEffect>
                                    <p:anim calcmode="lin" valueType="num">
                                      <p:cBhvr>
                                        <p:cTn id="88" dur="500" fill="hold"/>
                                        <p:tgtEl>
                                          <p:spTgt spid="29"/>
                                        </p:tgtEl>
                                        <p:attrNameLst>
                                          <p:attrName>ppt_x</p:attrName>
                                        </p:attrNameLst>
                                      </p:cBhvr>
                                      <p:tavLst>
                                        <p:tav tm="0">
                                          <p:val>
                                            <p:strVal val="#ppt_x"/>
                                          </p:val>
                                        </p:tav>
                                        <p:tav tm="100000">
                                          <p:val>
                                            <p:strVal val="#ppt_x"/>
                                          </p:val>
                                        </p:tav>
                                      </p:tavLst>
                                    </p:anim>
                                    <p:anim calcmode="lin" valueType="num">
                                      <p:cBhvr>
                                        <p:cTn id="89" dur="500" fill="hold"/>
                                        <p:tgtEl>
                                          <p:spTgt spid="29"/>
                                        </p:tgtEl>
                                        <p:attrNameLst>
                                          <p:attrName>ppt_y</p:attrName>
                                        </p:attrNameLst>
                                      </p:cBhvr>
                                      <p:tavLst>
                                        <p:tav tm="0">
                                          <p:val>
                                            <p:strVal val="#ppt_y+.1"/>
                                          </p:val>
                                        </p:tav>
                                        <p:tav tm="100000">
                                          <p:val>
                                            <p:strVal val="#ppt_y"/>
                                          </p:val>
                                        </p:tav>
                                      </p:tavLst>
                                    </p:anim>
                                  </p:childTnLst>
                                </p:cTn>
                              </p:par>
                              <p:par>
                                <p:cTn id="90" presetID="42" presetClass="entr" presetSubtype="0" fill="hold" grpId="0" nodeType="withEffect">
                                  <p:stCondLst>
                                    <p:cond delay="0"/>
                                  </p:stCondLst>
                                  <p:childTnLst>
                                    <p:set>
                                      <p:cBhvr>
                                        <p:cTn id="91" dur="1" fill="hold">
                                          <p:stCondLst>
                                            <p:cond delay="0"/>
                                          </p:stCondLst>
                                        </p:cTn>
                                        <p:tgtEl>
                                          <p:spTgt spid="30"/>
                                        </p:tgtEl>
                                        <p:attrNameLst>
                                          <p:attrName>style.visibility</p:attrName>
                                        </p:attrNameLst>
                                      </p:cBhvr>
                                      <p:to>
                                        <p:strVal val="visible"/>
                                      </p:to>
                                    </p:set>
                                    <p:animEffect transition="in" filter="fade">
                                      <p:cBhvr>
                                        <p:cTn id="92" dur="500"/>
                                        <p:tgtEl>
                                          <p:spTgt spid="30"/>
                                        </p:tgtEl>
                                      </p:cBhvr>
                                    </p:animEffect>
                                    <p:anim calcmode="lin" valueType="num">
                                      <p:cBhvr>
                                        <p:cTn id="93" dur="500" fill="hold"/>
                                        <p:tgtEl>
                                          <p:spTgt spid="30"/>
                                        </p:tgtEl>
                                        <p:attrNameLst>
                                          <p:attrName>ppt_x</p:attrName>
                                        </p:attrNameLst>
                                      </p:cBhvr>
                                      <p:tavLst>
                                        <p:tav tm="0">
                                          <p:val>
                                            <p:strVal val="#ppt_x"/>
                                          </p:val>
                                        </p:tav>
                                        <p:tav tm="100000">
                                          <p:val>
                                            <p:strVal val="#ppt_x"/>
                                          </p:val>
                                        </p:tav>
                                      </p:tavLst>
                                    </p:anim>
                                    <p:anim calcmode="lin" valueType="num">
                                      <p:cBhvr>
                                        <p:cTn id="94" dur="500" fill="hold"/>
                                        <p:tgtEl>
                                          <p:spTgt spid="30"/>
                                        </p:tgtEl>
                                        <p:attrNameLst>
                                          <p:attrName>ppt_y</p:attrName>
                                        </p:attrNameLst>
                                      </p:cBhvr>
                                      <p:tavLst>
                                        <p:tav tm="0">
                                          <p:val>
                                            <p:strVal val="#ppt_y+.1"/>
                                          </p:val>
                                        </p:tav>
                                        <p:tav tm="100000">
                                          <p:val>
                                            <p:strVal val="#ppt_y"/>
                                          </p:val>
                                        </p:tav>
                                      </p:tavLst>
                                    </p:anim>
                                  </p:childTnLst>
                                </p:cTn>
                              </p:par>
                              <p:par>
                                <p:cTn id="95" presetID="42" presetClass="entr" presetSubtype="0" fill="hold" grpId="0" nodeType="withEffect">
                                  <p:stCondLst>
                                    <p:cond delay="0"/>
                                  </p:stCondLst>
                                  <p:childTnLst>
                                    <p:set>
                                      <p:cBhvr>
                                        <p:cTn id="96" dur="1" fill="hold">
                                          <p:stCondLst>
                                            <p:cond delay="0"/>
                                          </p:stCondLst>
                                        </p:cTn>
                                        <p:tgtEl>
                                          <p:spTgt spid="31"/>
                                        </p:tgtEl>
                                        <p:attrNameLst>
                                          <p:attrName>style.visibility</p:attrName>
                                        </p:attrNameLst>
                                      </p:cBhvr>
                                      <p:to>
                                        <p:strVal val="visible"/>
                                      </p:to>
                                    </p:set>
                                    <p:animEffect transition="in" filter="fade">
                                      <p:cBhvr>
                                        <p:cTn id="97" dur="500"/>
                                        <p:tgtEl>
                                          <p:spTgt spid="31"/>
                                        </p:tgtEl>
                                      </p:cBhvr>
                                    </p:animEffect>
                                    <p:anim calcmode="lin" valueType="num">
                                      <p:cBhvr>
                                        <p:cTn id="98" dur="500" fill="hold"/>
                                        <p:tgtEl>
                                          <p:spTgt spid="31"/>
                                        </p:tgtEl>
                                        <p:attrNameLst>
                                          <p:attrName>ppt_x</p:attrName>
                                        </p:attrNameLst>
                                      </p:cBhvr>
                                      <p:tavLst>
                                        <p:tav tm="0">
                                          <p:val>
                                            <p:strVal val="#ppt_x"/>
                                          </p:val>
                                        </p:tav>
                                        <p:tav tm="100000">
                                          <p:val>
                                            <p:strVal val="#ppt_x"/>
                                          </p:val>
                                        </p:tav>
                                      </p:tavLst>
                                    </p:anim>
                                    <p:anim calcmode="lin" valueType="num">
                                      <p:cBhvr>
                                        <p:cTn id="99" dur="500" fill="hold"/>
                                        <p:tgtEl>
                                          <p:spTgt spid="3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17" grpId="0" animBg="1"/>
      <p:bldP spid="18"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8"/>
                        </p:tgtEl>
                        <p:attrNameLst>
                          <p:attrName>style.visibility</p:attrName>
                        </p:attrNameLst>
                      </p:cBhvr>
                      <p:to>
                        <p:strVal val="visible"/>
                      </p:to>
                    </p:set>
                    <p:animEffect transition="in" filter="fade">
                      <p:cBhvr>
                        <p:cTn dur="500"/>
                        <p:tgtEl>
                          <p:spTgt spid="18"/>
                        </p:tgtEl>
                      </p:cBhvr>
                    </p:animEffect>
                    <p:anim calcmode="lin" valueType="num">
                      <p:cBhvr>
                        <p:cTn dur="500" fill="hold"/>
                        <p:tgtEl>
                          <p:spTgt spid="18"/>
                        </p:tgtEl>
                        <p:attrNameLst>
                          <p:attrName>ppt_x</p:attrName>
                        </p:attrNameLst>
                      </p:cBhvr>
                      <p:tavLst>
                        <p:tav tm="0">
                          <p:val>
                            <p:strVal val="#ppt_x"/>
                          </p:val>
                        </p:tav>
                        <p:tav tm="100000">
                          <p:val>
                            <p:strVal val="#ppt_x"/>
                          </p:val>
                        </p:tav>
                      </p:tavLst>
                    </p:anim>
                    <p:anim calcmode="lin" valueType="num">
                      <p:cBhvr>
                        <p:cTn dur="500" fill="hold"/>
                        <p:tgtEl>
                          <p:spTgt spid="18"/>
                        </p:tgtEl>
                        <p:attrNameLst>
                          <p:attrName>ppt_y</p:attrName>
                        </p:attrNameLst>
                      </p:cBhvr>
                      <p:tavLst>
                        <p:tav tm="0">
                          <p:val>
                            <p:strVal val="#ppt_y+.1"/>
                          </p:val>
                        </p:tav>
                        <p:tav tm="100000">
                          <p:val>
                            <p:strVal val="#ppt_y"/>
                          </p:val>
                        </p:tav>
                      </p:tavLst>
                    </p:anim>
                  </p:childTnLst>
                </p:cTn>
              </p:par>
            </p:tnLst>
          </p:tmpl>
        </p:tmplLst>
      </p:bldP>
      <p:bldP spid="14"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4"/>
                        </p:tgtEl>
                        <p:attrNameLst>
                          <p:attrName>style.visibility</p:attrName>
                        </p:attrNameLst>
                      </p:cBhvr>
                      <p:to>
                        <p:strVal val="visible"/>
                      </p:to>
                    </p:set>
                    <p:anim calcmode="lin" valueType="num">
                      <p:cBhvr>
                        <p:cTn dur="500" fill="hold"/>
                        <p:tgtEl>
                          <p:spTgt spid="14"/>
                        </p:tgtEl>
                        <p:attrNameLst>
                          <p:attrName>ppt_w</p:attrName>
                        </p:attrNameLst>
                      </p:cBhvr>
                      <p:tavLst>
                        <p:tav tm="0">
                          <p:val>
                            <p:fltVal val="0"/>
                          </p:val>
                        </p:tav>
                        <p:tav tm="100000">
                          <p:val>
                            <p:strVal val="#ppt_w"/>
                          </p:val>
                        </p:tav>
                      </p:tavLst>
                    </p:anim>
                    <p:anim calcmode="lin" valueType="num">
                      <p:cBhvr>
                        <p:cTn dur="500" fill="hold"/>
                        <p:tgtEl>
                          <p:spTgt spid="14"/>
                        </p:tgtEl>
                        <p:attrNameLst>
                          <p:attrName>ppt_h</p:attrName>
                        </p:attrNameLst>
                      </p:cBhvr>
                      <p:tavLst>
                        <p:tav tm="0">
                          <p:val>
                            <p:fltVal val="0"/>
                          </p:val>
                        </p:tav>
                        <p:tav tm="100000">
                          <p:val>
                            <p:strVal val="#ppt_h"/>
                          </p:val>
                        </p:tav>
                      </p:tavLst>
                    </p:anim>
                    <p:animEffect transition="in" filter="fade">
                      <p:cBhvr>
                        <p:cTn dur="500"/>
                        <p:tgtEl>
                          <p:spTgt spid="14"/>
                        </p:tgtEl>
                      </p:cBhvr>
                    </p:animEffect>
                  </p:childTnLst>
                </p:cTn>
              </p:par>
            </p:tnLst>
          </p:tmpl>
        </p:tmplLst>
      </p:bldP>
      <p:bldP spid="15"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5"/>
                        </p:tgtEl>
                        <p:attrNameLst>
                          <p:attrName>style.visibility</p:attrName>
                        </p:attrNameLst>
                      </p:cBhvr>
                      <p:to>
                        <p:strVal val="visible"/>
                      </p:to>
                    </p:set>
                    <p:animEffect transition="in" filter="fade">
                      <p:cBhvr>
                        <p:cTn dur="500"/>
                        <p:tgtEl>
                          <p:spTgt spid="15"/>
                        </p:tgtEl>
                      </p:cBhvr>
                    </p:animEffect>
                    <p:anim calcmode="lin" valueType="num">
                      <p:cBhvr>
                        <p:cTn dur="500" fill="hold"/>
                        <p:tgtEl>
                          <p:spTgt spid="15"/>
                        </p:tgtEl>
                        <p:attrNameLst>
                          <p:attrName>ppt_x</p:attrName>
                        </p:attrNameLst>
                      </p:cBhvr>
                      <p:tavLst>
                        <p:tav tm="0">
                          <p:val>
                            <p:strVal val="#ppt_x"/>
                          </p:val>
                        </p:tav>
                        <p:tav tm="100000">
                          <p:val>
                            <p:strVal val="#ppt_x"/>
                          </p:val>
                        </p:tav>
                      </p:tavLst>
                    </p:anim>
                    <p:anim calcmode="lin" valueType="num">
                      <p:cBhvr>
                        <p:cTn dur="500" fill="hold"/>
                        <p:tgtEl>
                          <p:spTgt spid="15"/>
                        </p:tgtEl>
                        <p:attrNameLst>
                          <p:attrName>ppt_y</p:attrName>
                        </p:attrNameLst>
                      </p:cBhvr>
                      <p:tavLst>
                        <p:tav tm="0">
                          <p:val>
                            <p:strVal val="#ppt_y+.1"/>
                          </p:val>
                        </p:tav>
                        <p:tav tm="100000">
                          <p:val>
                            <p:strVal val="#ppt_y"/>
                          </p:val>
                        </p:tav>
                      </p:tavLst>
                    </p:anim>
                  </p:childTnLst>
                </p:cTn>
              </p:par>
            </p:tnLst>
          </p:tmpl>
        </p:tmplLst>
      </p:bldP>
      <p:bldP spid="21"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1"/>
                        </p:tgtEl>
                        <p:attrNameLst>
                          <p:attrName>style.visibility</p:attrName>
                        </p:attrNameLst>
                      </p:cBhvr>
                      <p:to>
                        <p:strVal val="visible"/>
                      </p:to>
                    </p:set>
                    <p:anim calcmode="lin" valueType="num">
                      <p:cBhvr>
                        <p:cTn dur="500" fill="hold"/>
                        <p:tgtEl>
                          <p:spTgt spid="21"/>
                        </p:tgtEl>
                        <p:attrNameLst>
                          <p:attrName>ppt_w</p:attrName>
                        </p:attrNameLst>
                      </p:cBhvr>
                      <p:tavLst>
                        <p:tav tm="0">
                          <p:val>
                            <p:fltVal val="0"/>
                          </p:val>
                        </p:tav>
                        <p:tav tm="100000">
                          <p:val>
                            <p:strVal val="#ppt_w"/>
                          </p:val>
                        </p:tav>
                      </p:tavLst>
                    </p:anim>
                    <p:anim calcmode="lin" valueType="num">
                      <p:cBhvr>
                        <p:cTn dur="500" fill="hold"/>
                        <p:tgtEl>
                          <p:spTgt spid="21"/>
                        </p:tgtEl>
                        <p:attrNameLst>
                          <p:attrName>ppt_h</p:attrName>
                        </p:attrNameLst>
                      </p:cBhvr>
                      <p:tavLst>
                        <p:tav tm="0">
                          <p:val>
                            <p:fltVal val="0"/>
                          </p:val>
                        </p:tav>
                        <p:tav tm="100000">
                          <p:val>
                            <p:strVal val="#ppt_h"/>
                          </p:val>
                        </p:tav>
                      </p:tavLst>
                    </p:anim>
                    <p:animEffect transition="in" filter="fade">
                      <p:cBhvr>
                        <p:cTn dur="500"/>
                        <p:tgtEl>
                          <p:spTgt spid="21"/>
                        </p:tgtEl>
                      </p:cBhvr>
                    </p:animEffect>
                  </p:childTnLst>
                </p:cTn>
              </p:par>
            </p:tnLst>
          </p:tmpl>
        </p:tmplLst>
      </p:bldP>
      <p:bldP spid="22"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2"/>
                        </p:tgtEl>
                        <p:attrNameLst>
                          <p:attrName>style.visibility</p:attrName>
                        </p:attrNameLst>
                      </p:cBhvr>
                      <p:to>
                        <p:strVal val="visible"/>
                      </p:to>
                    </p:set>
                    <p:animEffect transition="in" filter="fade">
                      <p:cBhvr>
                        <p:cTn dur="500"/>
                        <p:tgtEl>
                          <p:spTgt spid="22"/>
                        </p:tgtEl>
                      </p:cBhvr>
                    </p:animEffect>
                    <p:anim calcmode="lin" valueType="num">
                      <p:cBhvr>
                        <p:cTn dur="500" fill="hold"/>
                        <p:tgtEl>
                          <p:spTgt spid="22"/>
                        </p:tgtEl>
                        <p:attrNameLst>
                          <p:attrName>ppt_x</p:attrName>
                        </p:attrNameLst>
                      </p:cBhvr>
                      <p:tavLst>
                        <p:tav tm="0">
                          <p:val>
                            <p:strVal val="#ppt_x"/>
                          </p:val>
                        </p:tav>
                        <p:tav tm="100000">
                          <p:val>
                            <p:strVal val="#ppt_x"/>
                          </p:val>
                        </p:tav>
                      </p:tavLst>
                    </p:anim>
                    <p:anim calcmode="lin" valueType="num">
                      <p:cBhvr>
                        <p:cTn dur="500" fill="hold"/>
                        <p:tgtEl>
                          <p:spTgt spid="22"/>
                        </p:tgtEl>
                        <p:attrNameLst>
                          <p:attrName>ppt_y</p:attrName>
                        </p:attrNameLst>
                      </p:cBhvr>
                      <p:tavLst>
                        <p:tav tm="0">
                          <p:val>
                            <p:strVal val="#ppt_y+.1"/>
                          </p:val>
                        </p:tav>
                        <p:tav tm="100000">
                          <p:val>
                            <p:strVal val="#ppt_y"/>
                          </p:val>
                        </p:tav>
                      </p:tavLst>
                    </p:anim>
                  </p:childTnLst>
                </p:cTn>
              </p:par>
            </p:tnLst>
          </p:tmpl>
        </p:tmplLst>
      </p:bldP>
      <p:bldP spid="23"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3"/>
                        </p:tgtEl>
                        <p:attrNameLst>
                          <p:attrName>style.visibility</p:attrName>
                        </p:attrNameLst>
                      </p:cBhvr>
                      <p:to>
                        <p:strVal val="visible"/>
                      </p:to>
                    </p:set>
                    <p:anim calcmode="lin" valueType="num">
                      <p:cBhvr>
                        <p:cTn dur="500" fill="hold"/>
                        <p:tgtEl>
                          <p:spTgt spid="23"/>
                        </p:tgtEl>
                        <p:attrNameLst>
                          <p:attrName>ppt_w</p:attrName>
                        </p:attrNameLst>
                      </p:cBhvr>
                      <p:tavLst>
                        <p:tav tm="0">
                          <p:val>
                            <p:fltVal val="0"/>
                          </p:val>
                        </p:tav>
                        <p:tav tm="100000">
                          <p:val>
                            <p:strVal val="#ppt_w"/>
                          </p:val>
                        </p:tav>
                      </p:tavLst>
                    </p:anim>
                    <p:anim calcmode="lin" valueType="num">
                      <p:cBhvr>
                        <p:cTn dur="500" fill="hold"/>
                        <p:tgtEl>
                          <p:spTgt spid="23"/>
                        </p:tgtEl>
                        <p:attrNameLst>
                          <p:attrName>ppt_h</p:attrName>
                        </p:attrNameLst>
                      </p:cBhvr>
                      <p:tavLst>
                        <p:tav tm="0">
                          <p:val>
                            <p:fltVal val="0"/>
                          </p:val>
                        </p:tav>
                        <p:tav tm="100000">
                          <p:val>
                            <p:strVal val="#ppt_h"/>
                          </p:val>
                        </p:tav>
                      </p:tavLst>
                    </p:anim>
                    <p:animEffect transition="in" filter="fade">
                      <p:cBhvr>
                        <p:cTn dur="500"/>
                        <p:tgtEl>
                          <p:spTgt spid="23"/>
                        </p:tgtEl>
                      </p:cBhvr>
                    </p:animEffect>
                  </p:childTnLst>
                </p:cTn>
              </p:par>
            </p:tnLst>
          </p:tmpl>
        </p:tmplLst>
      </p:bldP>
      <p:bldP spid="24"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4"/>
                        </p:tgtEl>
                        <p:attrNameLst>
                          <p:attrName>style.visibility</p:attrName>
                        </p:attrNameLst>
                      </p:cBhvr>
                      <p:to>
                        <p:strVal val="visible"/>
                      </p:to>
                    </p:set>
                    <p:animEffect transition="in" filter="fade">
                      <p:cBhvr>
                        <p:cTn dur="500"/>
                        <p:tgtEl>
                          <p:spTgt spid="24"/>
                        </p:tgtEl>
                      </p:cBhvr>
                    </p:animEffect>
                    <p:anim calcmode="lin" valueType="num">
                      <p:cBhvr>
                        <p:cTn dur="500" fill="hold"/>
                        <p:tgtEl>
                          <p:spTgt spid="24"/>
                        </p:tgtEl>
                        <p:attrNameLst>
                          <p:attrName>ppt_x</p:attrName>
                        </p:attrNameLst>
                      </p:cBhvr>
                      <p:tavLst>
                        <p:tav tm="0">
                          <p:val>
                            <p:strVal val="#ppt_x"/>
                          </p:val>
                        </p:tav>
                        <p:tav tm="100000">
                          <p:val>
                            <p:strVal val="#ppt_x"/>
                          </p:val>
                        </p:tav>
                      </p:tavLst>
                    </p:anim>
                    <p:anim calcmode="lin" valueType="num">
                      <p:cBhvr>
                        <p:cTn dur="500" fill="hold"/>
                        <p:tgtEl>
                          <p:spTgt spid="24"/>
                        </p:tgtEl>
                        <p:attrNameLst>
                          <p:attrName>ppt_y</p:attrName>
                        </p:attrNameLst>
                      </p:cBhvr>
                      <p:tavLst>
                        <p:tav tm="0">
                          <p:val>
                            <p:strVal val="#ppt_y+.1"/>
                          </p:val>
                        </p:tav>
                        <p:tav tm="100000">
                          <p:val>
                            <p:strVal val="#ppt_y"/>
                          </p:val>
                        </p:tav>
                      </p:tavLst>
                    </p:anim>
                  </p:childTnLst>
                </p:cTn>
              </p:par>
            </p:tnLst>
          </p:tmpl>
        </p:tmplLst>
      </p:bldP>
      <p:bldP spid="25" grpId="0" animBg="1"/>
      <p:bldP spid="26" grpId="0" animBg="1"/>
      <p:bldP spid="27" grpId="0" animBg="1"/>
      <p:bldP spid="28" grpId="0" animBg="1"/>
      <p:bldP spid="29" grpId="0" animBg="1"/>
      <p:bldP spid="30" grpId="0" animBg="1"/>
      <p:bldP spid="31" grpId="0" animBg="1"/>
    </p:bldLst>
  </p:timing>
</p:sldLayout>
</file>

<file path=ppt/slideLayouts/slideLayout774.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Tree>
    <p:extLst>
      <p:ext uri="{BB962C8B-B14F-4D97-AF65-F5344CB8AC3E}">
        <p14:creationId xmlns:p14="http://schemas.microsoft.com/office/powerpoint/2010/main" val="221751001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42" presetClass="entr" presetSubtype="0" fill="hold" grpId="0" nodeType="afterEffect">
                                  <p:stCondLst>
                                    <p:cond delay="0"/>
                                  </p:stCondLst>
                                  <p:childTnLst>
                                    <p:set>
                                      <p:cBhvr>
                                        <p:cTn id="10" dur="1" fill="hold">
                                          <p:stCondLst>
                                            <p:cond delay="0"/>
                                          </p:stCondLst>
                                        </p:cTn>
                                        <p:tgtEl>
                                          <p:spTgt spid="8">
                                            <p:txEl>
                                              <p:pRg st="0" end="0"/>
                                            </p:txEl>
                                          </p:spTgt>
                                        </p:tgtEl>
                                        <p:attrNameLst>
                                          <p:attrName>style.visibility</p:attrName>
                                        </p:attrNameLst>
                                      </p:cBhvr>
                                      <p:to>
                                        <p:strVal val="visible"/>
                                      </p:to>
                                    </p:set>
                                    <p:animEffect transition="in" filter="fade">
                                      <p:cBhvr>
                                        <p:cTn id="11" dur="500"/>
                                        <p:tgtEl>
                                          <p:spTgt spid="8">
                                            <p:txEl>
                                              <p:pRg st="0" end="0"/>
                                            </p:txEl>
                                          </p:spTgt>
                                        </p:tgtEl>
                                      </p:cBhvr>
                                    </p:animEffect>
                                    <p:anim calcmode="lin" valueType="num">
                                      <p:cBhvr>
                                        <p:cTn id="12"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775.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9" name="Picture Placeholder 7"/>
          <p:cNvSpPr>
            <a:spLocks noGrp="1"/>
          </p:cNvSpPr>
          <p:nvPr>
            <p:ph type="pic" sz="quarter" idx="14" hasCustomPrompt="1"/>
          </p:nvPr>
        </p:nvSpPr>
        <p:spPr>
          <a:xfrm>
            <a:off x="0" y="0"/>
            <a:ext cx="4038600" cy="6858000"/>
          </a:xfrm>
          <a:solidFill>
            <a:schemeClr val="bg1">
              <a:lumMod val="85000"/>
            </a:schemeClr>
          </a:solidFill>
        </p:spPr>
        <p:txBody>
          <a:bodyPr>
            <a:normAutofit/>
          </a:bodyPr>
          <a:lstStyle>
            <a:lvl1pPr>
              <a:defRPr sz="1000" baseline="0"/>
            </a:lvl1pPr>
          </a:lstStyle>
          <a:p>
            <a:r>
              <a:rPr lang="id-ID" dirty="0" smtClean="0"/>
              <a:t>Pic here</a:t>
            </a:r>
            <a:endParaRPr lang="en-AU" dirty="0"/>
          </a:p>
        </p:txBody>
      </p:sp>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35" name="Picture Placeholder 34"/>
          <p:cNvSpPr>
            <a:spLocks noGrp="1"/>
          </p:cNvSpPr>
          <p:nvPr>
            <p:ph type="pic" sz="quarter" idx="15" hasCustomPrompt="1"/>
          </p:nvPr>
        </p:nvSpPr>
        <p:spPr>
          <a:xfrm>
            <a:off x="2768558" y="2247607"/>
            <a:ext cx="1435225" cy="1418415"/>
          </a:xfrm>
          <a:custGeom>
            <a:avLst/>
            <a:gdLst>
              <a:gd name="connsiteX0" fmla="*/ 1419184 w 1435225"/>
              <a:gd name="connsiteY0" fmla="*/ 0 h 1418415"/>
              <a:gd name="connsiteX1" fmla="*/ 1435225 w 1435225"/>
              <a:gd name="connsiteY1" fmla="*/ 810 h 1418415"/>
              <a:gd name="connsiteX2" fmla="*/ 1435225 w 1435225"/>
              <a:gd name="connsiteY2" fmla="*/ 138129 h 1418415"/>
              <a:gd name="connsiteX3" fmla="*/ 1419184 w 1435225"/>
              <a:gd name="connsiteY3" fmla="*/ 137319 h 1418415"/>
              <a:gd name="connsiteX4" fmla="*/ 143897 w 1435225"/>
              <a:gd name="connsiteY4" fmla="*/ 1288158 h 1418415"/>
              <a:gd name="connsiteX5" fmla="*/ 137319 w 1435225"/>
              <a:gd name="connsiteY5" fmla="*/ 1418415 h 1418415"/>
              <a:gd name="connsiteX6" fmla="*/ 0 w 1435225"/>
              <a:gd name="connsiteY6" fmla="*/ 1418415 h 1418415"/>
              <a:gd name="connsiteX7" fmla="*/ 7287 w 1435225"/>
              <a:gd name="connsiteY7" fmla="*/ 1274118 h 1418415"/>
              <a:gd name="connsiteX8" fmla="*/ 1419184 w 1435225"/>
              <a:gd name="connsiteY8" fmla="*/ 0 h 1418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5225" h="1418415">
                <a:moveTo>
                  <a:pt x="1419184" y="0"/>
                </a:moveTo>
                <a:lnTo>
                  <a:pt x="1435225" y="810"/>
                </a:lnTo>
                <a:lnTo>
                  <a:pt x="1435225" y="138129"/>
                </a:lnTo>
                <a:lnTo>
                  <a:pt x="1419184" y="137319"/>
                </a:lnTo>
                <a:cubicBezTo>
                  <a:pt x="755456" y="137319"/>
                  <a:pt x="209543" y="641749"/>
                  <a:pt x="143897" y="1288158"/>
                </a:cubicBezTo>
                <a:lnTo>
                  <a:pt x="137319" y="1418415"/>
                </a:lnTo>
                <a:lnTo>
                  <a:pt x="0" y="1418415"/>
                </a:lnTo>
                <a:lnTo>
                  <a:pt x="7287" y="1274118"/>
                </a:lnTo>
                <a:cubicBezTo>
                  <a:pt x="79965" y="558465"/>
                  <a:pt x="684357" y="0"/>
                  <a:pt x="1419184" y="0"/>
                </a:cubicBezTo>
                <a:close/>
              </a:path>
            </a:pathLst>
          </a:custGeom>
          <a:solidFill>
            <a:schemeClr val="accent2"/>
          </a:solidFill>
          <a:ln>
            <a:noFill/>
          </a:ln>
        </p:spPr>
        <p:txBody>
          <a:bodyPr wrap="square">
            <a:noAutofit/>
          </a:bodyPr>
          <a:lstStyle>
            <a:lvl1pPr>
              <a:defRPr sz="800"/>
            </a:lvl1pPr>
          </a:lstStyle>
          <a:p>
            <a:r>
              <a:rPr lang="id-ID" dirty="0" smtClean="0"/>
              <a:t>Nopic</a:t>
            </a:r>
            <a:endParaRPr lang="en-AU" dirty="0"/>
          </a:p>
        </p:txBody>
      </p:sp>
      <p:sp>
        <p:nvSpPr>
          <p:cNvPr id="40" name="Picture Placeholder 39"/>
          <p:cNvSpPr>
            <a:spLocks noGrp="1"/>
          </p:cNvSpPr>
          <p:nvPr>
            <p:ph type="pic" sz="quarter" idx="16" hasCustomPrompt="1"/>
          </p:nvPr>
        </p:nvSpPr>
        <p:spPr>
          <a:xfrm>
            <a:off x="4203783" y="2247608"/>
            <a:ext cx="1403184" cy="1418415"/>
          </a:xfrm>
          <a:custGeom>
            <a:avLst/>
            <a:gdLst>
              <a:gd name="connsiteX0" fmla="*/ 0 w 1403184"/>
              <a:gd name="connsiteY0" fmla="*/ 0 h 1418415"/>
              <a:gd name="connsiteX1" fmla="*/ 129067 w 1403184"/>
              <a:gd name="connsiteY1" fmla="*/ 6517 h 1418415"/>
              <a:gd name="connsiteX2" fmla="*/ 1403184 w 1403184"/>
              <a:gd name="connsiteY2" fmla="*/ 1418415 h 1418415"/>
              <a:gd name="connsiteX3" fmla="*/ 1265865 w 1403184"/>
              <a:gd name="connsiteY3" fmla="*/ 1418415 h 1418415"/>
              <a:gd name="connsiteX4" fmla="*/ 115027 w 1403184"/>
              <a:gd name="connsiteY4" fmla="*/ 143128 h 1418415"/>
              <a:gd name="connsiteX5" fmla="*/ 0 w 1403184"/>
              <a:gd name="connsiteY5" fmla="*/ 137319 h 1418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3184" h="1418415">
                <a:moveTo>
                  <a:pt x="0" y="0"/>
                </a:moveTo>
                <a:lnTo>
                  <a:pt x="129067" y="6517"/>
                </a:lnTo>
                <a:cubicBezTo>
                  <a:pt x="844719" y="79196"/>
                  <a:pt x="1403184" y="683588"/>
                  <a:pt x="1403184" y="1418415"/>
                </a:cubicBezTo>
                <a:lnTo>
                  <a:pt x="1265865" y="1418415"/>
                </a:lnTo>
                <a:cubicBezTo>
                  <a:pt x="1265865" y="754687"/>
                  <a:pt x="761435" y="208774"/>
                  <a:pt x="115027" y="143128"/>
                </a:cubicBezTo>
                <a:lnTo>
                  <a:pt x="0" y="137319"/>
                </a:lnTo>
                <a:close/>
              </a:path>
            </a:pathLst>
          </a:custGeom>
          <a:solidFill>
            <a:schemeClr val="accent4"/>
          </a:solidFill>
          <a:ln>
            <a:noFill/>
          </a:ln>
        </p:spPr>
        <p:txBody>
          <a:bodyPr wrap="square">
            <a:noAutofit/>
          </a:bodyPr>
          <a:lstStyle>
            <a:lvl1pPr algn="r">
              <a:defRPr sz="800"/>
            </a:lvl1pPr>
          </a:lstStyle>
          <a:p>
            <a:r>
              <a:rPr lang="id-ID" dirty="0" smtClean="0"/>
              <a:t>Nopic</a:t>
            </a:r>
            <a:endParaRPr lang="en-AU" dirty="0"/>
          </a:p>
        </p:txBody>
      </p:sp>
      <p:sp>
        <p:nvSpPr>
          <p:cNvPr id="43" name="Picture Placeholder 42"/>
          <p:cNvSpPr>
            <a:spLocks noGrp="1"/>
          </p:cNvSpPr>
          <p:nvPr>
            <p:ph type="pic" sz="quarter" idx="17" hasCustomPrompt="1"/>
          </p:nvPr>
        </p:nvSpPr>
        <p:spPr>
          <a:xfrm>
            <a:off x="2768517" y="3664402"/>
            <a:ext cx="1435266" cy="1420035"/>
          </a:xfrm>
          <a:custGeom>
            <a:avLst/>
            <a:gdLst>
              <a:gd name="connsiteX0" fmla="*/ 41 w 1435266"/>
              <a:gd name="connsiteY0" fmla="*/ 0 h 1420035"/>
              <a:gd name="connsiteX1" fmla="*/ 137360 w 1435266"/>
              <a:gd name="connsiteY1" fmla="*/ 0 h 1420035"/>
              <a:gd name="connsiteX2" fmla="*/ 137319 w 1435266"/>
              <a:gd name="connsiteY2" fmla="*/ 810 h 1420035"/>
              <a:gd name="connsiteX3" fmla="*/ 1419225 w 1435266"/>
              <a:gd name="connsiteY3" fmla="*/ 1282716 h 1420035"/>
              <a:gd name="connsiteX4" fmla="*/ 1435266 w 1435266"/>
              <a:gd name="connsiteY4" fmla="*/ 1281906 h 1420035"/>
              <a:gd name="connsiteX5" fmla="*/ 1435266 w 1435266"/>
              <a:gd name="connsiteY5" fmla="*/ 1419225 h 1420035"/>
              <a:gd name="connsiteX6" fmla="*/ 1419225 w 1435266"/>
              <a:gd name="connsiteY6" fmla="*/ 1420035 h 1420035"/>
              <a:gd name="connsiteX7" fmla="*/ 0 w 1435266"/>
              <a:gd name="connsiteY7" fmla="*/ 810 h 1420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35266" h="1420035">
                <a:moveTo>
                  <a:pt x="41" y="0"/>
                </a:moveTo>
                <a:lnTo>
                  <a:pt x="137360" y="0"/>
                </a:lnTo>
                <a:lnTo>
                  <a:pt x="137319" y="810"/>
                </a:lnTo>
                <a:cubicBezTo>
                  <a:pt x="137319" y="708787"/>
                  <a:pt x="711248" y="1282716"/>
                  <a:pt x="1419225" y="1282716"/>
                </a:cubicBezTo>
                <a:lnTo>
                  <a:pt x="1435266" y="1281906"/>
                </a:lnTo>
                <a:lnTo>
                  <a:pt x="1435266" y="1419225"/>
                </a:lnTo>
                <a:lnTo>
                  <a:pt x="1419225" y="1420035"/>
                </a:lnTo>
                <a:cubicBezTo>
                  <a:pt x="635409" y="1420035"/>
                  <a:pt x="0" y="784626"/>
                  <a:pt x="0" y="810"/>
                </a:cubicBezTo>
                <a:close/>
              </a:path>
            </a:pathLst>
          </a:custGeom>
          <a:solidFill>
            <a:schemeClr val="accent1"/>
          </a:solidFill>
          <a:ln>
            <a:noFill/>
          </a:ln>
        </p:spPr>
        <p:txBody>
          <a:bodyPr wrap="square">
            <a:noAutofit/>
          </a:bodyPr>
          <a:lstStyle>
            <a:lvl1pPr>
              <a:defRPr sz="800"/>
            </a:lvl1pPr>
          </a:lstStyle>
          <a:p>
            <a:r>
              <a:rPr lang="id-ID" dirty="0" smtClean="0"/>
              <a:t>Nopic</a:t>
            </a:r>
            <a:endParaRPr lang="en-AU" dirty="0"/>
          </a:p>
        </p:txBody>
      </p:sp>
      <p:sp>
        <p:nvSpPr>
          <p:cNvPr id="46" name="Picture Placeholder 45"/>
          <p:cNvSpPr>
            <a:spLocks noGrp="1"/>
          </p:cNvSpPr>
          <p:nvPr>
            <p:ph type="pic" sz="quarter" idx="18" hasCustomPrompt="1"/>
          </p:nvPr>
        </p:nvSpPr>
        <p:spPr>
          <a:xfrm>
            <a:off x="4203783" y="3666022"/>
            <a:ext cx="1403184" cy="1418415"/>
          </a:xfrm>
          <a:custGeom>
            <a:avLst/>
            <a:gdLst>
              <a:gd name="connsiteX0" fmla="*/ 1265865 w 1403184"/>
              <a:gd name="connsiteY0" fmla="*/ 0 h 1418415"/>
              <a:gd name="connsiteX1" fmla="*/ 1403184 w 1403184"/>
              <a:gd name="connsiteY1" fmla="*/ 0 h 1418415"/>
              <a:gd name="connsiteX2" fmla="*/ 129067 w 1403184"/>
              <a:gd name="connsiteY2" fmla="*/ 1411898 h 1418415"/>
              <a:gd name="connsiteX3" fmla="*/ 0 w 1403184"/>
              <a:gd name="connsiteY3" fmla="*/ 1418415 h 1418415"/>
              <a:gd name="connsiteX4" fmla="*/ 0 w 1403184"/>
              <a:gd name="connsiteY4" fmla="*/ 1281096 h 1418415"/>
              <a:gd name="connsiteX5" fmla="*/ 115027 w 1403184"/>
              <a:gd name="connsiteY5" fmla="*/ 1275288 h 1418415"/>
              <a:gd name="connsiteX6" fmla="*/ 1265865 w 1403184"/>
              <a:gd name="connsiteY6" fmla="*/ 0 h 1418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03184" h="1418415">
                <a:moveTo>
                  <a:pt x="1265865" y="0"/>
                </a:moveTo>
                <a:lnTo>
                  <a:pt x="1403184" y="0"/>
                </a:lnTo>
                <a:cubicBezTo>
                  <a:pt x="1403184" y="734828"/>
                  <a:pt x="844719" y="1339219"/>
                  <a:pt x="129067" y="1411898"/>
                </a:cubicBezTo>
                <a:lnTo>
                  <a:pt x="0" y="1418415"/>
                </a:lnTo>
                <a:lnTo>
                  <a:pt x="0" y="1281096"/>
                </a:lnTo>
                <a:lnTo>
                  <a:pt x="115027" y="1275288"/>
                </a:lnTo>
                <a:cubicBezTo>
                  <a:pt x="761435" y="1209641"/>
                  <a:pt x="1265865" y="663729"/>
                  <a:pt x="1265865" y="0"/>
                </a:cubicBezTo>
                <a:close/>
              </a:path>
            </a:pathLst>
          </a:custGeom>
          <a:solidFill>
            <a:schemeClr val="accent5"/>
          </a:solidFill>
          <a:ln>
            <a:noFill/>
          </a:ln>
        </p:spPr>
        <p:txBody>
          <a:bodyPr wrap="square">
            <a:noAutofit/>
          </a:bodyPr>
          <a:lstStyle>
            <a:lvl1pPr>
              <a:defRPr sz="800"/>
            </a:lvl1pPr>
          </a:lstStyle>
          <a:p>
            <a:r>
              <a:rPr lang="id-ID" dirty="0" smtClean="0"/>
              <a:t>Nopic</a:t>
            </a:r>
            <a:endParaRPr lang="en-AU" dirty="0"/>
          </a:p>
        </p:txBody>
      </p:sp>
      <p:sp>
        <p:nvSpPr>
          <p:cNvPr id="50" name="Picture Placeholder 49"/>
          <p:cNvSpPr>
            <a:spLocks noGrp="1"/>
          </p:cNvSpPr>
          <p:nvPr>
            <p:ph type="pic" sz="quarter" idx="19" hasCustomPrompt="1"/>
          </p:nvPr>
        </p:nvSpPr>
        <p:spPr>
          <a:xfrm>
            <a:off x="2941304" y="2416943"/>
            <a:ext cx="2492875" cy="2494587"/>
          </a:xfrm>
          <a:custGeom>
            <a:avLst/>
            <a:gdLst>
              <a:gd name="connsiteX0" fmla="*/ 1103672 w 2207344"/>
              <a:gd name="connsiteY0" fmla="*/ 0 h 2208860"/>
              <a:gd name="connsiteX1" fmla="*/ 2207344 w 2207344"/>
              <a:gd name="connsiteY1" fmla="*/ 1104430 h 2208860"/>
              <a:gd name="connsiteX2" fmla="*/ 1103672 w 2207344"/>
              <a:gd name="connsiteY2" fmla="*/ 2208860 h 2208860"/>
              <a:gd name="connsiteX3" fmla="*/ 0 w 2207344"/>
              <a:gd name="connsiteY3" fmla="*/ 1104430 h 2208860"/>
              <a:gd name="connsiteX4" fmla="*/ 1103672 w 2207344"/>
              <a:gd name="connsiteY4" fmla="*/ 0 h 2208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7344" h="2208860">
                <a:moveTo>
                  <a:pt x="1103672" y="0"/>
                </a:moveTo>
                <a:cubicBezTo>
                  <a:pt x="1713213" y="0"/>
                  <a:pt x="2207344" y="494470"/>
                  <a:pt x="2207344" y="1104430"/>
                </a:cubicBezTo>
                <a:cubicBezTo>
                  <a:pt x="2207344" y="1714390"/>
                  <a:pt x="1713213" y="2208860"/>
                  <a:pt x="1103672" y="2208860"/>
                </a:cubicBezTo>
                <a:cubicBezTo>
                  <a:pt x="494131" y="2208860"/>
                  <a:pt x="0" y="1714390"/>
                  <a:pt x="0" y="1104430"/>
                </a:cubicBezTo>
                <a:cubicBezTo>
                  <a:pt x="0" y="494470"/>
                  <a:pt x="494131" y="0"/>
                  <a:pt x="1103672" y="0"/>
                </a:cubicBezTo>
                <a:close/>
              </a:path>
            </a:pathLst>
          </a:custGeom>
          <a:solidFill>
            <a:schemeClr val="accent3"/>
          </a:solidFill>
        </p:spPr>
        <p:txBody>
          <a:bodyPr wrap="square">
            <a:noAutofit/>
          </a:bodyPr>
          <a:lstStyle>
            <a:lvl1pPr>
              <a:defRPr/>
            </a:lvl1pPr>
          </a:lstStyle>
          <a:p>
            <a:r>
              <a:rPr lang="id-ID" dirty="0" smtClean="0"/>
              <a:t>Nopic</a:t>
            </a:r>
            <a:endParaRPr lang="en-AU" dirty="0"/>
          </a:p>
        </p:txBody>
      </p:sp>
      <p:sp>
        <p:nvSpPr>
          <p:cNvPr id="51" name="Text Placeholder 21"/>
          <p:cNvSpPr>
            <a:spLocks noGrp="1"/>
          </p:cNvSpPr>
          <p:nvPr>
            <p:ph type="body" sz="quarter" idx="20"/>
          </p:nvPr>
        </p:nvSpPr>
        <p:spPr>
          <a:xfrm>
            <a:off x="6095999" y="1986588"/>
            <a:ext cx="5616575" cy="360363"/>
          </a:xfrm>
        </p:spPr>
        <p:txBody>
          <a:bodyPr/>
          <a:lstStyle>
            <a:lvl1pP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52" name="Text Placeholder 21"/>
          <p:cNvSpPr>
            <a:spLocks noGrp="1"/>
          </p:cNvSpPr>
          <p:nvPr>
            <p:ph type="body" sz="quarter" idx="21"/>
          </p:nvPr>
        </p:nvSpPr>
        <p:spPr>
          <a:xfrm>
            <a:off x="6095999" y="2395699"/>
            <a:ext cx="5616575" cy="1391908"/>
          </a:xfrm>
        </p:spPr>
        <p:txBody>
          <a:bodyPr>
            <a:normAutofit/>
          </a:bodyPr>
          <a:lstStyle>
            <a:lvl1pP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53" name="Text Placeholder 21"/>
          <p:cNvSpPr>
            <a:spLocks noGrp="1"/>
          </p:cNvSpPr>
          <p:nvPr>
            <p:ph type="body" sz="quarter" idx="22" hasCustomPrompt="1"/>
          </p:nvPr>
        </p:nvSpPr>
        <p:spPr>
          <a:xfrm>
            <a:off x="6122109" y="4374419"/>
            <a:ext cx="5616575" cy="360363"/>
          </a:xfrm>
        </p:spPr>
        <p:txBody>
          <a:bodyPr>
            <a:noAutofit/>
          </a:bodyPr>
          <a:lstStyle>
            <a:lvl1pPr>
              <a:defRPr sz="60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a:t>
            </a:r>
            <a:endParaRPr lang="en-AU" dirty="0"/>
          </a:p>
        </p:txBody>
      </p:sp>
      <p:sp>
        <p:nvSpPr>
          <p:cNvPr id="54" name="Text Placeholder 21"/>
          <p:cNvSpPr>
            <a:spLocks noGrp="1"/>
          </p:cNvSpPr>
          <p:nvPr>
            <p:ph type="body" sz="quarter" idx="23"/>
          </p:nvPr>
        </p:nvSpPr>
        <p:spPr>
          <a:xfrm>
            <a:off x="6122109" y="4828372"/>
            <a:ext cx="5616575" cy="1337478"/>
          </a:xfrm>
        </p:spPr>
        <p:txBody>
          <a:bodyPr>
            <a:normAutofit/>
          </a:bodyPr>
          <a:lstStyle>
            <a:lvl1pPr>
              <a:defRPr sz="1400" i="1">
                <a:solidFill>
                  <a:schemeClr val="tx1">
                    <a:lumMod val="75000"/>
                    <a:lumOff val="25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Tree>
    <p:extLst>
      <p:ext uri="{BB962C8B-B14F-4D97-AF65-F5344CB8AC3E}">
        <p14:creationId xmlns:p14="http://schemas.microsoft.com/office/powerpoint/2010/main" val="306030100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53" presetClass="entr" presetSubtype="16" fill="hold" grpId="0" nodeType="afterEffect">
                                  <p:stCondLst>
                                    <p:cond delay="0"/>
                                  </p:stCondLst>
                                  <p:childTnLst>
                                    <p:set>
                                      <p:cBhvr>
                                        <p:cTn id="20" dur="1" fill="hold">
                                          <p:stCondLst>
                                            <p:cond delay="0"/>
                                          </p:stCondLst>
                                        </p:cTn>
                                        <p:tgtEl>
                                          <p:spTgt spid="9"/>
                                        </p:tgtEl>
                                        <p:attrNameLst>
                                          <p:attrName>style.visibility</p:attrName>
                                        </p:attrNameLst>
                                      </p:cBhvr>
                                      <p:to>
                                        <p:strVal val="visible"/>
                                      </p:to>
                                    </p:set>
                                    <p:anim calcmode="lin" valueType="num">
                                      <p:cBhvr>
                                        <p:cTn id="21" dur="500" fill="hold"/>
                                        <p:tgtEl>
                                          <p:spTgt spid="9"/>
                                        </p:tgtEl>
                                        <p:attrNameLst>
                                          <p:attrName>ppt_w</p:attrName>
                                        </p:attrNameLst>
                                      </p:cBhvr>
                                      <p:tavLst>
                                        <p:tav tm="0">
                                          <p:val>
                                            <p:fltVal val="0"/>
                                          </p:val>
                                        </p:tav>
                                        <p:tav tm="100000">
                                          <p:val>
                                            <p:strVal val="#ppt_w"/>
                                          </p:val>
                                        </p:tav>
                                      </p:tavLst>
                                    </p:anim>
                                    <p:anim calcmode="lin" valueType="num">
                                      <p:cBhvr>
                                        <p:cTn id="22" dur="500" fill="hold"/>
                                        <p:tgtEl>
                                          <p:spTgt spid="9"/>
                                        </p:tgtEl>
                                        <p:attrNameLst>
                                          <p:attrName>ppt_h</p:attrName>
                                        </p:attrNameLst>
                                      </p:cBhvr>
                                      <p:tavLst>
                                        <p:tav tm="0">
                                          <p:val>
                                            <p:fltVal val="0"/>
                                          </p:val>
                                        </p:tav>
                                        <p:tav tm="100000">
                                          <p:val>
                                            <p:strVal val="#ppt_h"/>
                                          </p:val>
                                        </p:tav>
                                      </p:tavLst>
                                    </p:anim>
                                    <p:animEffect transition="in" filter="fade">
                                      <p:cBhvr>
                                        <p:cTn id="23" dur="500"/>
                                        <p:tgtEl>
                                          <p:spTgt spid="9"/>
                                        </p:tgtEl>
                                      </p:cBhvr>
                                    </p:animEffect>
                                  </p:childTnLst>
                                </p:cTn>
                              </p:par>
                            </p:childTnLst>
                          </p:cTn>
                        </p:par>
                        <p:par>
                          <p:cTn id="24" fill="hold">
                            <p:stCondLst>
                              <p:cond delay="2000"/>
                            </p:stCondLst>
                            <p:childTnLst>
                              <p:par>
                                <p:cTn id="25" presetID="10" presetClass="entr" presetSubtype="0" fill="hold" grpId="0" nodeType="afterEffect">
                                  <p:stCondLst>
                                    <p:cond delay="0"/>
                                  </p:stCondLst>
                                  <p:childTnLst>
                                    <p:set>
                                      <p:cBhvr>
                                        <p:cTn id="26" dur="1" fill="hold">
                                          <p:stCondLst>
                                            <p:cond delay="0"/>
                                          </p:stCondLst>
                                        </p:cTn>
                                        <p:tgtEl>
                                          <p:spTgt spid="50"/>
                                        </p:tgtEl>
                                        <p:attrNameLst>
                                          <p:attrName>style.visibility</p:attrName>
                                        </p:attrNameLst>
                                      </p:cBhvr>
                                      <p:to>
                                        <p:strVal val="visible"/>
                                      </p:to>
                                    </p:set>
                                    <p:animEffect transition="in" filter="fade">
                                      <p:cBhvr>
                                        <p:cTn id="27" dur="500"/>
                                        <p:tgtEl>
                                          <p:spTgt spid="50"/>
                                        </p:tgtEl>
                                      </p:cBhvr>
                                    </p:animEffect>
                                  </p:childTnLst>
                                </p:cTn>
                              </p:par>
                            </p:childTnLst>
                          </p:cTn>
                        </p:par>
                        <p:par>
                          <p:cTn id="28" fill="hold">
                            <p:stCondLst>
                              <p:cond delay="2500"/>
                            </p:stCondLst>
                            <p:childTnLst>
                              <p:par>
                                <p:cTn id="29" presetID="22" presetClass="entr" presetSubtype="4" fill="hold" grpId="0" nodeType="afterEffect">
                                  <p:stCondLst>
                                    <p:cond delay="0"/>
                                  </p:stCondLst>
                                  <p:childTnLst>
                                    <p:set>
                                      <p:cBhvr>
                                        <p:cTn id="30" dur="1" fill="hold">
                                          <p:stCondLst>
                                            <p:cond delay="0"/>
                                          </p:stCondLst>
                                        </p:cTn>
                                        <p:tgtEl>
                                          <p:spTgt spid="35"/>
                                        </p:tgtEl>
                                        <p:attrNameLst>
                                          <p:attrName>style.visibility</p:attrName>
                                        </p:attrNameLst>
                                      </p:cBhvr>
                                      <p:to>
                                        <p:strVal val="visible"/>
                                      </p:to>
                                    </p:set>
                                    <p:animEffect transition="in" filter="wipe(down)">
                                      <p:cBhvr>
                                        <p:cTn id="31" dur="500"/>
                                        <p:tgtEl>
                                          <p:spTgt spid="35"/>
                                        </p:tgtEl>
                                      </p:cBhvr>
                                    </p:animEffect>
                                  </p:childTnLst>
                                </p:cTn>
                              </p:par>
                              <p:par>
                                <p:cTn id="32" presetID="22" presetClass="entr" presetSubtype="1" fill="hold" grpId="0" nodeType="withEffect">
                                  <p:stCondLst>
                                    <p:cond delay="0"/>
                                  </p:stCondLst>
                                  <p:childTnLst>
                                    <p:set>
                                      <p:cBhvr>
                                        <p:cTn id="33" dur="1" fill="hold">
                                          <p:stCondLst>
                                            <p:cond delay="0"/>
                                          </p:stCondLst>
                                        </p:cTn>
                                        <p:tgtEl>
                                          <p:spTgt spid="40"/>
                                        </p:tgtEl>
                                        <p:attrNameLst>
                                          <p:attrName>style.visibility</p:attrName>
                                        </p:attrNameLst>
                                      </p:cBhvr>
                                      <p:to>
                                        <p:strVal val="visible"/>
                                      </p:to>
                                    </p:set>
                                    <p:animEffect transition="in" filter="wipe(up)">
                                      <p:cBhvr>
                                        <p:cTn id="34" dur="500"/>
                                        <p:tgtEl>
                                          <p:spTgt spid="40"/>
                                        </p:tgtEl>
                                      </p:cBhvr>
                                    </p:animEffect>
                                  </p:childTnLst>
                                </p:cTn>
                              </p:par>
                              <p:par>
                                <p:cTn id="35" presetID="22" presetClass="entr" presetSubtype="1" fill="hold" grpId="0" nodeType="withEffect">
                                  <p:stCondLst>
                                    <p:cond delay="0"/>
                                  </p:stCondLst>
                                  <p:childTnLst>
                                    <p:set>
                                      <p:cBhvr>
                                        <p:cTn id="36" dur="1" fill="hold">
                                          <p:stCondLst>
                                            <p:cond delay="0"/>
                                          </p:stCondLst>
                                        </p:cTn>
                                        <p:tgtEl>
                                          <p:spTgt spid="46"/>
                                        </p:tgtEl>
                                        <p:attrNameLst>
                                          <p:attrName>style.visibility</p:attrName>
                                        </p:attrNameLst>
                                      </p:cBhvr>
                                      <p:to>
                                        <p:strVal val="visible"/>
                                      </p:to>
                                    </p:set>
                                    <p:animEffect transition="in" filter="wipe(up)">
                                      <p:cBhvr>
                                        <p:cTn id="37" dur="500"/>
                                        <p:tgtEl>
                                          <p:spTgt spid="46"/>
                                        </p:tgtEl>
                                      </p:cBhvr>
                                    </p:animEffect>
                                  </p:childTnLst>
                                </p:cTn>
                              </p:par>
                              <p:par>
                                <p:cTn id="38" presetID="22" presetClass="entr" presetSubtype="4" fill="hold" grpId="0" nodeType="withEffect">
                                  <p:stCondLst>
                                    <p:cond delay="0"/>
                                  </p:stCondLst>
                                  <p:childTnLst>
                                    <p:set>
                                      <p:cBhvr>
                                        <p:cTn id="39" dur="1" fill="hold">
                                          <p:stCondLst>
                                            <p:cond delay="0"/>
                                          </p:stCondLst>
                                        </p:cTn>
                                        <p:tgtEl>
                                          <p:spTgt spid="43"/>
                                        </p:tgtEl>
                                        <p:attrNameLst>
                                          <p:attrName>style.visibility</p:attrName>
                                        </p:attrNameLst>
                                      </p:cBhvr>
                                      <p:to>
                                        <p:strVal val="visible"/>
                                      </p:to>
                                    </p:set>
                                    <p:animEffect transition="in" filter="wipe(down)">
                                      <p:cBhvr>
                                        <p:cTn id="40" dur="500"/>
                                        <p:tgtEl>
                                          <p:spTgt spid="43"/>
                                        </p:tgtEl>
                                      </p:cBhvr>
                                    </p:animEffect>
                                  </p:childTnLst>
                                </p:cTn>
                              </p:par>
                            </p:childTnLst>
                          </p:cTn>
                        </p:par>
                        <p:par>
                          <p:cTn id="41" fill="hold">
                            <p:stCondLst>
                              <p:cond delay="3000"/>
                            </p:stCondLst>
                            <p:childTnLst>
                              <p:par>
                                <p:cTn id="42" presetID="53" presetClass="entr" presetSubtype="16" fill="hold" grpId="0" nodeType="afterEffect" nodePh="1">
                                  <p:stCondLst>
                                    <p:cond delay="0"/>
                                  </p:stCondLst>
                                  <p:endCondLst>
                                    <p:cond evt="begin" delay="0">
                                      <p:tn val="42"/>
                                    </p:cond>
                                  </p:endCondLst>
                                  <p:childTnLst>
                                    <p:set>
                                      <p:cBhvr>
                                        <p:cTn id="43" dur="1" fill="hold">
                                          <p:stCondLst>
                                            <p:cond delay="0"/>
                                          </p:stCondLst>
                                        </p:cTn>
                                        <p:tgtEl>
                                          <p:spTgt spid="51">
                                            <p:txEl>
                                              <p:pRg st="0" end="0"/>
                                            </p:txEl>
                                          </p:spTgt>
                                        </p:tgtEl>
                                        <p:attrNameLst>
                                          <p:attrName>style.visibility</p:attrName>
                                        </p:attrNameLst>
                                      </p:cBhvr>
                                      <p:to>
                                        <p:strVal val="visible"/>
                                      </p:to>
                                    </p:set>
                                    <p:anim calcmode="lin" valueType="num">
                                      <p:cBhvr>
                                        <p:cTn id="44" dur="500" fill="hold"/>
                                        <p:tgtEl>
                                          <p:spTgt spid="51">
                                            <p:txEl>
                                              <p:pRg st="0" end="0"/>
                                            </p:txEl>
                                          </p:spTgt>
                                        </p:tgtEl>
                                        <p:attrNameLst>
                                          <p:attrName>ppt_w</p:attrName>
                                        </p:attrNameLst>
                                      </p:cBhvr>
                                      <p:tavLst>
                                        <p:tav tm="0">
                                          <p:val>
                                            <p:fltVal val="0"/>
                                          </p:val>
                                        </p:tav>
                                        <p:tav tm="100000">
                                          <p:val>
                                            <p:strVal val="#ppt_w"/>
                                          </p:val>
                                        </p:tav>
                                      </p:tavLst>
                                    </p:anim>
                                    <p:anim calcmode="lin" valueType="num">
                                      <p:cBhvr>
                                        <p:cTn id="45" dur="500" fill="hold"/>
                                        <p:tgtEl>
                                          <p:spTgt spid="51">
                                            <p:txEl>
                                              <p:pRg st="0" end="0"/>
                                            </p:txEl>
                                          </p:spTgt>
                                        </p:tgtEl>
                                        <p:attrNameLst>
                                          <p:attrName>ppt_h</p:attrName>
                                        </p:attrNameLst>
                                      </p:cBhvr>
                                      <p:tavLst>
                                        <p:tav tm="0">
                                          <p:val>
                                            <p:fltVal val="0"/>
                                          </p:val>
                                        </p:tav>
                                        <p:tav tm="100000">
                                          <p:val>
                                            <p:strVal val="#ppt_h"/>
                                          </p:val>
                                        </p:tav>
                                      </p:tavLst>
                                    </p:anim>
                                    <p:animEffect transition="in" filter="fade">
                                      <p:cBhvr>
                                        <p:cTn id="46" dur="500"/>
                                        <p:tgtEl>
                                          <p:spTgt spid="51">
                                            <p:txEl>
                                              <p:pRg st="0" end="0"/>
                                            </p:txEl>
                                          </p:spTgt>
                                        </p:tgtEl>
                                      </p:cBhvr>
                                    </p:animEffect>
                                  </p:childTnLst>
                                </p:cTn>
                              </p:par>
                            </p:childTnLst>
                          </p:cTn>
                        </p:par>
                        <p:par>
                          <p:cTn id="47" fill="hold">
                            <p:stCondLst>
                              <p:cond delay="3500"/>
                            </p:stCondLst>
                            <p:childTnLst>
                              <p:par>
                                <p:cTn id="48" presetID="42" presetClass="entr" presetSubtype="0" fill="hold" grpId="0" nodeType="afterEffect" nodePh="1">
                                  <p:stCondLst>
                                    <p:cond delay="0"/>
                                  </p:stCondLst>
                                  <p:endCondLst>
                                    <p:cond evt="begin" delay="0">
                                      <p:tn val="48"/>
                                    </p:cond>
                                  </p:endCondLst>
                                  <p:childTnLst>
                                    <p:set>
                                      <p:cBhvr>
                                        <p:cTn id="49" dur="1" fill="hold">
                                          <p:stCondLst>
                                            <p:cond delay="0"/>
                                          </p:stCondLst>
                                        </p:cTn>
                                        <p:tgtEl>
                                          <p:spTgt spid="52">
                                            <p:txEl>
                                              <p:pRg st="0" end="0"/>
                                            </p:txEl>
                                          </p:spTgt>
                                        </p:tgtEl>
                                        <p:attrNameLst>
                                          <p:attrName>style.visibility</p:attrName>
                                        </p:attrNameLst>
                                      </p:cBhvr>
                                      <p:to>
                                        <p:strVal val="visible"/>
                                      </p:to>
                                    </p:set>
                                    <p:animEffect transition="in" filter="fade">
                                      <p:cBhvr>
                                        <p:cTn id="50" dur="500"/>
                                        <p:tgtEl>
                                          <p:spTgt spid="52">
                                            <p:txEl>
                                              <p:pRg st="0" end="0"/>
                                            </p:txEl>
                                          </p:spTgt>
                                        </p:tgtEl>
                                      </p:cBhvr>
                                    </p:animEffect>
                                    <p:anim calcmode="lin" valueType="num">
                                      <p:cBhvr>
                                        <p:cTn id="51" dur="500" fill="hold"/>
                                        <p:tgtEl>
                                          <p:spTgt spid="52">
                                            <p:txEl>
                                              <p:pRg st="0" end="0"/>
                                            </p:txEl>
                                          </p:spTgt>
                                        </p:tgtEl>
                                        <p:attrNameLst>
                                          <p:attrName>ppt_x</p:attrName>
                                        </p:attrNameLst>
                                      </p:cBhvr>
                                      <p:tavLst>
                                        <p:tav tm="0">
                                          <p:val>
                                            <p:strVal val="#ppt_x"/>
                                          </p:val>
                                        </p:tav>
                                        <p:tav tm="100000">
                                          <p:val>
                                            <p:strVal val="#ppt_x"/>
                                          </p:val>
                                        </p:tav>
                                      </p:tavLst>
                                    </p:anim>
                                    <p:anim calcmode="lin" valueType="num">
                                      <p:cBhvr>
                                        <p:cTn id="52" dur="500" fill="hold"/>
                                        <p:tgtEl>
                                          <p:spTgt spid="52">
                                            <p:txEl>
                                              <p:pRg st="0" end="0"/>
                                            </p:txEl>
                                          </p:spTgt>
                                        </p:tgtEl>
                                        <p:attrNameLst>
                                          <p:attrName>ppt_y</p:attrName>
                                        </p:attrNameLst>
                                      </p:cBhvr>
                                      <p:tavLst>
                                        <p:tav tm="0">
                                          <p:val>
                                            <p:strVal val="#ppt_y+.1"/>
                                          </p:val>
                                        </p:tav>
                                        <p:tav tm="100000">
                                          <p:val>
                                            <p:strVal val="#ppt_y"/>
                                          </p:val>
                                        </p:tav>
                                      </p:tavLst>
                                    </p:anim>
                                  </p:childTnLst>
                                </p:cTn>
                              </p:par>
                            </p:childTnLst>
                          </p:cTn>
                        </p:par>
                        <p:par>
                          <p:cTn id="53" fill="hold">
                            <p:stCondLst>
                              <p:cond delay="4000"/>
                            </p:stCondLst>
                            <p:childTnLst>
                              <p:par>
                                <p:cTn id="54" presetID="53" presetClass="entr" presetSubtype="16" fill="hold" grpId="0" nodeType="afterEffect">
                                  <p:stCondLst>
                                    <p:cond delay="0"/>
                                  </p:stCondLst>
                                  <p:childTnLst>
                                    <p:set>
                                      <p:cBhvr>
                                        <p:cTn id="55" dur="1" fill="hold">
                                          <p:stCondLst>
                                            <p:cond delay="0"/>
                                          </p:stCondLst>
                                        </p:cTn>
                                        <p:tgtEl>
                                          <p:spTgt spid="53">
                                            <p:txEl>
                                              <p:pRg st="0" end="0"/>
                                            </p:txEl>
                                          </p:spTgt>
                                        </p:tgtEl>
                                        <p:attrNameLst>
                                          <p:attrName>style.visibility</p:attrName>
                                        </p:attrNameLst>
                                      </p:cBhvr>
                                      <p:to>
                                        <p:strVal val="visible"/>
                                      </p:to>
                                    </p:set>
                                    <p:anim calcmode="lin" valueType="num">
                                      <p:cBhvr>
                                        <p:cTn id="56" dur="500" fill="hold"/>
                                        <p:tgtEl>
                                          <p:spTgt spid="53">
                                            <p:txEl>
                                              <p:pRg st="0" end="0"/>
                                            </p:txEl>
                                          </p:spTgt>
                                        </p:tgtEl>
                                        <p:attrNameLst>
                                          <p:attrName>ppt_w</p:attrName>
                                        </p:attrNameLst>
                                      </p:cBhvr>
                                      <p:tavLst>
                                        <p:tav tm="0">
                                          <p:val>
                                            <p:fltVal val="0"/>
                                          </p:val>
                                        </p:tav>
                                        <p:tav tm="100000">
                                          <p:val>
                                            <p:strVal val="#ppt_w"/>
                                          </p:val>
                                        </p:tav>
                                      </p:tavLst>
                                    </p:anim>
                                    <p:anim calcmode="lin" valueType="num">
                                      <p:cBhvr>
                                        <p:cTn id="57" dur="500" fill="hold"/>
                                        <p:tgtEl>
                                          <p:spTgt spid="53">
                                            <p:txEl>
                                              <p:pRg st="0" end="0"/>
                                            </p:txEl>
                                          </p:spTgt>
                                        </p:tgtEl>
                                        <p:attrNameLst>
                                          <p:attrName>ppt_h</p:attrName>
                                        </p:attrNameLst>
                                      </p:cBhvr>
                                      <p:tavLst>
                                        <p:tav tm="0">
                                          <p:val>
                                            <p:fltVal val="0"/>
                                          </p:val>
                                        </p:tav>
                                        <p:tav tm="100000">
                                          <p:val>
                                            <p:strVal val="#ppt_h"/>
                                          </p:val>
                                        </p:tav>
                                      </p:tavLst>
                                    </p:anim>
                                    <p:animEffect transition="in" filter="fade">
                                      <p:cBhvr>
                                        <p:cTn id="58" dur="500"/>
                                        <p:tgtEl>
                                          <p:spTgt spid="53">
                                            <p:txEl>
                                              <p:pRg st="0" end="0"/>
                                            </p:txEl>
                                          </p:spTgt>
                                        </p:tgtEl>
                                      </p:cBhvr>
                                    </p:animEffect>
                                  </p:childTnLst>
                                </p:cTn>
                              </p:par>
                            </p:childTnLst>
                          </p:cTn>
                        </p:par>
                        <p:par>
                          <p:cTn id="59" fill="hold">
                            <p:stCondLst>
                              <p:cond delay="4500"/>
                            </p:stCondLst>
                            <p:childTnLst>
                              <p:par>
                                <p:cTn id="60" presetID="53" presetClass="entr" presetSubtype="16" fill="hold" grpId="0" nodeType="afterEffect" nodePh="1">
                                  <p:stCondLst>
                                    <p:cond delay="0"/>
                                  </p:stCondLst>
                                  <p:endCondLst>
                                    <p:cond evt="begin" delay="0">
                                      <p:tn val="60"/>
                                    </p:cond>
                                  </p:endCondLst>
                                  <p:childTnLst>
                                    <p:set>
                                      <p:cBhvr>
                                        <p:cTn id="61" dur="1" fill="hold">
                                          <p:stCondLst>
                                            <p:cond delay="0"/>
                                          </p:stCondLst>
                                        </p:cTn>
                                        <p:tgtEl>
                                          <p:spTgt spid="54">
                                            <p:txEl>
                                              <p:pRg st="0" end="0"/>
                                            </p:txEl>
                                          </p:spTgt>
                                        </p:tgtEl>
                                        <p:attrNameLst>
                                          <p:attrName>style.visibility</p:attrName>
                                        </p:attrNameLst>
                                      </p:cBhvr>
                                      <p:to>
                                        <p:strVal val="visible"/>
                                      </p:to>
                                    </p:set>
                                    <p:anim calcmode="lin" valueType="num">
                                      <p:cBhvr>
                                        <p:cTn id="62" dur="500" fill="hold"/>
                                        <p:tgtEl>
                                          <p:spTgt spid="54">
                                            <p:txEl>
                                              <p:pRg st="0" end="0"/>
                                            </p:txEl>
                                          </p:spTgt>
                                        </p:tgtEl>
                                        <p:attrNameLst>
                                          <p:attrName>ppt_w</p:attrName>
                                        </p:attrNameLst>
                                      </p:cBhvr>
                                      <p:tavLst>
                                        <p:tav tm="0">
                                          <p:val>
                                            <p:fltVal val="0"/>
                                          </p:val>
                                        </p:tav>
                                        <p:tav tm="100000">
                                          <p:val>
                                            <p:strVal val="#ppt_w"/>
                                          </p:val>
                                        </p:tav>
                                      </p:tavLst>
                                    </p:anim>
                                    <p:anim calcmode="lin" valueType="num">
                                      <p:cBhvr>
                                        <p:cTn id="63" dur="500" fill="hold"/>
                                        <p:tgtEl>
                                          <p:spTgt spid="54">
                                            <p:txEl>
                                              <p:pRg st="0" end="0"/>
                                            </p:txEl>
                                          </p:spTgt>
                                        </p:tgtEl>
                                        <p:attrNameLst>
                                          <p:attrName>ppt_h</p:attrName>
                                        </p:attrNameLst>
                                      </p:cBhvr>
                                      <p:tavLst>
                                        <p:tav tm="0">
                                          <p:val>
                                            <p:fltVal val="0"/>
                                          </p:val>
                                        </p:tav>
                                        <p:tav tm="100000">
                                          <p:val>
                                            <p:strVal val="#ppt_h"/>
                                          </p:val>
                                        </p:tav>
                                      </p:tavLst>
                                    </p:anim>
                                    <p:animEffect transition="in" filter="fade">
                                      <p:cBhvr>
                                        <p:cTn id="64" dur="500"/>
                                        <p:tgtEl>
                                          <p:spTgt spid="5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35" grpId="0" animBg="1"/>
      <p:bldP spid="40" grpId="0" animBg="1"/>
      <p:bldP spid="43" grpId="0" animBg="1"/>
      <p:bldP spid="46" grpId="0" animBg="1"/>
      <p:bldP spid="50" grpId="0" animBg="1"/>
      <p:bldP spid="51"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51"/>
                        </p:tgtEl>
                        <p:attrNameLst>
                          <p:attrName>style.visibility</p:attrName>
                        </p:attrNameLst>
                      </p:cBhvr>
                      <p:to>
                        <p:strVal val="visible"/>
                      </p:to>
                    </p:set>
                    <p:anim calcmode="lin" valueType="num">
                      <p:cBhvr>
                        <p:cTn dur="500" fill="hold"/>
                        <p:tgtEl>
                          <p:spTgt spid="51"/>
                        </p:tgtEl>
                        <p:attrNameLst>
                          <p:attrName>ppt_w</p:attrName>
                        </p:attrNameLst>
                      </p:cBhvr>
                      <p:tavLst>
                        <p:tav tm="0">
                          <p:val>
                            <p:fltVal val="0"/>
                          </p:val>
                        </p:tav>
                        <p:tav tm="100000">
                          <p:val>
                            <p:strVal val="#ppt_w"/>
                          </p:val>
                        </p:tav>
                      </p:tavLst>
                    </p:anim>
                    <p:anim calcmode="lin" valueType="num">
                      <p:cBhvr>
                        <p:cTn dur="500" fill="hold"/>
                        <p:tgtEl>
                          <p:spTgt spid="51"/>
                        </p:tgtEl>
                        <p:attrNameLst>
                          <p:attrName>ppt_h</p:attrName>
                        </p:attrNameLst>
                      </p:cBhvr>
                      <p:tavLst>
                        <p:tav tm="0">
                          <p:val>
                            <p:fltVal val="0"/>
                          </p:val>
                        </p:tav>
                        <p:tav tm="100000">
                          <p:val>
                            <p:strVal val="#ppt_h"/>
                          </p:val>
                        </p:tav>
                      </p:tavLst>
                    </p:anim>
                    <p:animEffect transition="in" filter="fade">
                      <p:cBhvr>
                        <p:cTn dur="500"/>
                        <p:tgtEl>
                          <p:spTgt spid="51"/>
                        </p:tgtEl>
                      </p:cBhvr>
                    </p:animEffect>
                  </p:childTnLst>
                </p:cTn>
              </p:par>
            </p:tnLst>
          </p:tmpl>
        </p:tmplLst>
      </p:bldP>
      <p:bldP spid="52"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52"/>
                        </p:tgtEl>
                        <p:attrNameLst>
                          <p:attrName>style.visibility</p:attrName>
                        </p:attrNameLst>
                      </p:cBhvr>
                      <p:to>
                        <p:strVal val="visible"/>
                      </p:to>
                    </p:set>
                    <p:animEffect transition="in" filter="fade">
                      <p:cBhvr>
                        <p:cTn dur="500"/>
                        <p:tgtEl>
                          <p:spTgt spid="52"/>
                        </p:tgtEl>
                      </p:cBhvr>
                    </p:animEffect>
                    <p:anim calcmode="lin" valueType="num">
                      <p:cBhvr>
                        <p:cTn dur="500" fill="hold"/>
                        <p:tgtEl>
                          <p:spTgt spid="52"/>
                        </p:tgtEl>
                        <p:attrNameLst>
                          <p:attrName>ppt_x</p:attrName>
                        </p:attrNameLst>
                      </p:cBhvr>
                      <p:tavLst>
                        <p:tav tm="0">
                          <p:val>
                            <p:strVal val="#ppt_x"/>
                          </p:val>
                        </p:tav>
                        <p:tav tm="100000">
                          <p:val>
                            <p:strVal val="#ppt_x"/>
                          </p:val>
                        </p:tav>
                      </p:tavLst>
                    </p:anim>
                    <p:anim calcmode="lin" valueType="num">
                      <p:cBhvr>
                        <p:cTn dur="500" fill="hold"/>
                        <p:tgtEl>
                          <p:spTgt spid="52"/>
                        </p:tgtEl>
                        <p:attrNameLst>
                          <p:attrName>ppt_y</p:attrName>
                        </p:attrNameLst>
                      </p:cBhvr>
                      <p:tavLst>
                        <p:tav tm="0">
                          <p:val>
                            <p:strVal val="#ppt_y+.1"/>
                          </p:val>
                        </p:tav>
                        <p:tav tm="100000">
                          <p:val>
                            <p:strVal val="#ppt_y"/>
                          </p:val>
                        </p:tav>
                      </p:tavLst>
                    </p:anim>
                  </p:childTnLst>
                </p:cTn>
              </p:par>
            </p:tnLst>
          </p:tmpl>
        </p:tmplLst>
      </p:bldP>
      <p:bldP spid="53" grpId="0" build="p">
        <p:tmplLst>
          <p:tmpl lvl="1">
            <p:tnLst>
              <p:par>
                <p:cTn presetID="53" presetClass="entr" presetSubtype="16" fill="hold" nodeType="afterEffect">
                  <p:stCondLst>
                    <p:cond delay="0"/>
                  </p:stCondLst>
                  <p:childTnLst>
                    <p:set>
                      <p:cBhvr>
                        <p:cTn dur="1" fill="hold">
                          <p:stCondLst>
                            <p:cond delay="0"/>
                          </p:stCondLst>
                        </p:cTn>
                        <p:tgtEl>
                          <p:spTgt spid="53"/>
                        </p:tgtEl>
                        <p:attrNameLst>
                          <p:attrName>style.visibility</p:attrName>
                        </p:attrNameLst>
                      </p:cBhvr>
                      <p:to>
                        <p:strVal val="visible"/>
                      </p:to>
                    </p:set>
                    <p:anim calcmode="lin" valueType="num">
                      <p:cBhvr>
                        <p:cTn dur="500" fill="hold"/>
                        <p:tgtEl>
                          <p:spTgt spid="53"/>
                        </p:tgtEl>
                        <p:attrNameLst>
                          <p:attrName>ppt_w</p:attrName>
                        </p:attrNameLst>
                      </p:cBhvr>
                      <p:tavLst>
                        <p:tav tm="0">
                          <p:val>
                            <p:fltVal val="0"/>
                          </p:val>
                        </p:tav>
                        <p:tav tm="100000">
                          <p:val>
                            <p:strVal val="#ppt_w"/>
                          </p:val>
                        </p:tav>
                      </p:tavLst>
                    </p:anim>
                    <p:anim calcmode="lin" valueType="num">
                      <p:cBhvr>
                        <p:cTn dur="500" fill="hold"/>
                        <p:tgtEl>
                          <p:spTgt spid="53"/>
                        </p:tgtEl>
                        <p:attrNameLst>
                          <p:attrName>ppt_h</p:attrName>
                        </p:attrNameLst>
                      </p:cBhvr>
                      <p:tavLst>
                        <p:tav tm="0">
                          <p:val>
                            <p:fltVal val="0"/>
                          </p:val>
                        </p:tav>
                        <p:tav tm="100000">
                          <p:val>
                            <p:strVal val="#ppt_h"/>
                          </p:val>
                        </p:tav>
                      </p:tavLst>
                    </p:anim>
                    <p:animEffect transition="in" filter="fade">
                      <p:cBhvr>
                        <p:cTn dur="500"/>
                        <p:tgtEl>
                          <p:spTgt spid="53"/>
                        </p:tgtEl>
                      </p:cBhvr>
                    </p:animEffect>
                  </p:childTnLst>
                </p:cTn>
              </p:par>
            </p:tnLst>
          </p:tmpl>
        </p:tmplLst>
      </p:bldP>
      <p:bldP spid="54"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54"/>
                        </p:tgtEl>
                        <p:attrNameLst>
                          <p:attrName>style.visibility</p:attrName>
                        </p:attrNameLst>
                      </p:cBhvr>
                      <p:to>
                        <p:strVal val="visible"/>
                      </p:to>
                    </p:set>
                    <p:anim calcmode="lin" valueType="num">
                      <p:cBhvr>
                        <p:cTn dur="500" fill="hold"/>
                        <p:tgtEl>
                          <p:spTgt spid="54"/>
                        </p:tgtEl>
                        <p:attrNameLst>
                          <p:attrName>ppt_w</p:attrName>
                        </p:attrNameLst>
                      </p:cBhvr>
                      <p:tavLst>
                        <p:tav tm="0">
                          <p:val>
                            <p:fltVal val="0"/>
                          </p:val>
                        </p:tav>
                        <p:tav tm="100000">
                          <p:val>
                            <p:strVal val="#ppt_w"/>
                          </p:val>
                        </p:tav>
                      </p:tavLst>
                    </p:anim>
                    <p:anim calcmode="lin" valueType="num">
                      <p:cBhvr>
                        <p:cTn dur="500" fill="hold"/>
                        <p:tgtEl>
                          <p:spTgt spid="54"/>
                        </p:tgtEl>
                        <p:attrNameLst>
                          <p:attrName>ppt_h</p:attrName>
                        </p:attrNameLst>
                      </p:cBhvr>
                      <p:tavLst>
                        <p:tav tm="0">
                          <p:val>
                            <p:fltVal val="0"/>
                          </p:val>
                        </p:tav>
                        <p:tav tm="100000">
                          <p:val>
                            <p:strVal val="#ppt_h"/>
                          </p:val>
                        </p:tav>
                      </p:tavLst>
                    </p:anim>
                    <p:animEffect transition="in" filter="fade">
                      <p:cBhvr>
                        <p:cTn dur="500"/>
                        <p:tgtEl>
                          <p:spTgt spid="54"/>
                        </p:tgtEl>
                      </p:cBhvr>
                    </p:animEffect>
                  </p:childTnLst>
                </p:cTn>
              </p:par>
            </p:tnLst>
          </p:tmpl>
        </p:tmplLst>
      </p:bldP>
    </p:bldLst>
  </p:timing>
</p:sldLayout>
</file>

<file path=ppt/slideLayouts/slideLayout776.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9" name="Picture Placeholder 24"/>
          <p:cNvSpPr>
            <a:spLocks noGrp="1"/>
          </p:cNvSpPr>
          <p:nvPr>
            <p:ph type="pic" sz="quarter" idx="14" hasCustomPrompt="1"/>
          </p:nvPr>
        </p:nvSpPr>
        <p:spPr>
          <a:xfrm>
            <a:off x="775852" y="1921135"/>
            <a:ext cx="2166842" cy="2166842"/>
          </a:xfrm>
          <a:custGeom>
            <a:avLst/>
            <a:gdLst>
              <a:gd name="connsiteX0" fmla="*/ 1342864 w 2685728"/>
              <a:gd name="connsiteY0" fmla="*/ 0 h 2685728"/>
              <a:gd name="connsiteX1" fmla="*/ 1590895 w 2685728"/>
              <a:gd name="connsiteY1" fmla="*/ 102738 h 2685728"/>
              <a:gd name="connsiteX2" fmla="*/ 2582990 w 2685728"/>
              <a:gd name="connsiteY2" fmla="*/ 1094833 h 2685728"/>
              <a:gd name="connsiteX3" fmla="*/ 2582990 w 2685728"/>
              <a:gd name="connsiteY3" fmla="*/ 1590895 h 2685728"/>
              <a:gd name="connsiteX4" fmla="*/ 1590895 w 2685728"/>
              <a:gd name="connsiteY4" fmla="*/ 2582990 h 2685728"/>
              <a:gd name="connsiteX5" fmla="*/ 1094833 w 2685728"/>
              <a:gd name="connsiteY5" fmla="*/ 2582990 h 2685728"/>
              <a:gd name="connsiteX6" fmla="*/ 102738 w 2685728"/>
              <a:gd name="connsiteY6" fmla="*/ 1590895 h 2685728"/>
              <a:gd name="connsiteX7" fmla="*/ 102738 w 2685728"/>
              <a:gd name="connsiteY7" fmla="*/ 1094833 h 2685728"/>
              <a:gd name="connsiteX8" fmla="*/ 1094833 w 2685728"/>
              <a:gd name="connsiteY8" fmla="*/ 102738 h 2685728"/>
              <a:gd name="connsiteX9" fmla="*/ 1342864 w 2685728"/>
              <a:gd name="connsiteY9" fmla="*/ 0 h 2685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5728" h="2685728">
                <a:moveTo>
                  <a:pt x="1342864" y="0"/>
                </a:moveTo>
                <a:cubicBezTo>
                  <a:pt x="1432634" y="0"/>
                  <a:pt x="1522403" y="34246"/>
                  <a:pt x="1590895" y="102738"/>
                </a:cubicBezTo>
                <a:lnTo>
                  <a:pt x="2582990" y="1094833"/>
                </a:lnTo>
                <a:cubicBezTo>
                  <a:pt x="2719974" y="1231817"/>
                  <a:pt x="2719974" y="1453912"/>
                  <a:pt x="2582990" y="1590895"/>
                </a:cubicBezTo>
                <a:lnTo>
                  <a:pt x="1590895" y="2582990"/>
                </a:lnTo>
                <a:cubicBezTo>
                  <a:pt x="1453912" y="2719974"/>
                  <a:pt x="1231817" y="2719974"/>
                  <a:pt x="1094833" y="2582990"/>
                </a:cubicBezTo>
                <a:lnTo>
                  <a:pt x="102738" y="1590895"/>
                </a:lnTo>
                <a:cubicBezTo>
                  <a:pt x="-34246" y="1453912"/>
                  <a:pt x="-34246" y="1231817"/>
                  <a:pt x="102738" y="1094833"/>
                </a:cubicBezTo>
                <a:lnTo>
                  <a:pt x="1094833" y="102738"/>
                </a:lnTo>
                <a:cubicBezTo>
                  <a:pt x="1163325" y="34246"/>
                  <a:pt x="1253094" y="0"/>
                  <a:pt x="1342864" y="0"/>
                </a:cubicBezTo>
                <a:close/>
              </a:path>
            </a:pathLst>
          </a:custGeom>
          <a:solidFill>
            <a:schemeClr val="bg1">
              <a:lumMod val="85000"/>
            </a:schemeClr>
          </a:solidFill>
          <a:ln w="76200">
            <a:solidFill>
              <a:schemeClr val="bg1"/>
            </a:solidFill>
          </a:ln>
          <a:effectLst>
            <a:outerShdw blurRad="50800" dist="38100" dir="2700000" algn="tl" rotWithShape="0">
              <a:prstClr val="black">
                <a:alpha val="40000"/>
              </a:prstClr>
            </a:outerShdw>
          </a:effectLst>
        </p:spPr>
        <p:txBody>
          <a:bodyPr wrap="square">
            <a:noAutofit/>
          </a:bodyPr>
          <a:lstStyle>
            <a:lvl1pPr>
              <a:defRPr baseline="0"/>
            </a:lvl1pPr>
          </a:lstStyle>
          <a:p>
            <a:r>
              <a:rPr lang="id-ID" dirty="0" smtClean="0"/>
              <a:t>Pic here</a:t>
            </a:r>
            <a:endParaRPr lang="en-AU" dirty="0"/>
          </a:p>
        </p:txBody>
      </p:sp>
      <p:sp>
        <p:nvSpPr>
          <p:cNvPr id="10" name="Picture Placeholder 24"/>
          <p:cNvSpPr>
            <a:spLocks noGrp="1"/>
          </p:cNvSpPr>
          <p:nvPr>
            <p:ph type="pic" sz="quarter" idx="15" hasCustomPrompt="1"/>
          </p:nvPr>
        </p:nvSpPr>
        <p:spPr>
          <a:xfrm>
            <a:off x="3595252" y="1921135"/>
            <a:ext cx="2166842" cy="2166842"/>
          </a:xfrm>
          <a:custGeom>
            <a:avLst/>
            <a:gdLst>
              <a:gd name="connsiteX0" fmla="*/ 1342864 w 2685728"/>
              <a:gd name="connsiteY0" fmla="*/ 0 h 2685728"/>
              <a:gd name="connsiteX1" fmla="*/ 1590895 w 2685728"/>
              <a:gd name="connsiteY1" fmla="*/ 102738 h 2685728"/>
              <a:gd name="connsiteX2" fmla="*/ 2582990 w 2685728"/>
              <a:gd name="connsiteY2" fmla="*/ 1094833 h 2685728"/>
              <a:gd name="connsiteX3" fmla="*/ 2582990 w 2685728"/>
              <a:gd name="connsiteY3" fmla="*/ 1590895 h 2685728"/>
              <a:gd name="connsiteX4" fmla="*/ 1590895 w 2685728"/>
              <a:gd name="connsiteY4" fmla="*/ 2582990 h 2685728"/>
              <a:gd name="connsiteX5" fmla="*/ 1094833 w 2685728"/>
              <a:gd name="connsiteY5" fmla="*/ 2582990 h 2685728"/>
              <a:gd name="connsiteX6" fmla="*/ 102738 w 2685728"/>
              <a:gd name="connsiteY6" fmla="*/ 1590895 h 2685728"/>
              <a:gd name="connsiteX7" fmla="*/ 102738 w 2685728"/>
              <a:gd name="connsiteY7" fmla="*/ 1094833 h 2685728"/>
              <a:gd name="connsiteX8" fmla="*/ 1094833 w 2685728"/>
              <a:gd name="connsiteY8" fmla="*/ 102738 h 2685728"/>
              <a:gd name="connsiteX9" fmla="*/ 1342864 w 2685728"/>
              <a:gd name="connsiteY9" fmla="*/ 0 h 2685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5728" h="2685728">
                <a:moveTo>
                  <a:pt x="1342864" y="0"/>
                </a:moveTo>
                <a:cubicBezTo>
                  <a:pt x="1432634" y="0"/>
                  <a:pt x="1522403" y="34246"/>
                  <a:pt x="1590895" y="102738"/>
                </a:cubicBezTo>
                <a:lnTo>
                  <a:pt x="2582990" y="1094833"/>
                </a:lnTo>
                <a:cubicBezTo>
                  <a:pt x="2719974" y="1231817"/>
                  <a:pt x="2719974" y="1453912"/>
                  <a:pt x="2582990" y="1590895"/>
                </a:cubicBezTo>
                <a:lnTo>
                  <a:pt x="1590895" y="2582990"/>
                </a:lnTo>
                <a:cubicBezTo>
                  <a:pt x="1453912" y="2719974"/>
                  <a:pt x="1231817" y="2719974"/>
                  <a:pt x="1094833" y="2582990"/>
                </a:cubicBezTo>
                <a:lnTo>
                  <a:pt x="102738" y="1590895"/>
                </a:lnTo>
                <a:cubicBezTo>
                  <a:pt x="-34246" y="1453912"/>
                  <a:pt x="-34246" y="1231817"/>
                  <a:pt x="102738" y="1094833"/>
                </a:cubicBezTo>
                <a:lnTo>
                  <a:pt x="1094833" y="102738"/>
                </a:lnTo>
                <a:cubicBezTo>
                  <a:pt x="1163325" y="34246"/>
                  <a:pt x="1253094" y="0"/>
                  <a:pt x="1342864" y="0"/>
                </a:cubicBezTo>
                <a:close/>
              </a:path>
            </a:pathLst>
          </a:custGeom>
          <a:solidFill>
            <a:schemeClr val="bg1">
              <a:lumMod val="85000"/>
            </a:schemeClr>
          </a:solidFill>
          <a:ln w="76200">
            <a:solidFill>
              <a:schemeClr val="bg1"/>
            </a:solidFill>
          </a:ln>
          <a:effectLst>
            <a:outerShdw blurRad="50800" dist="38100" dir="2700000" algn="tl" rotWithShape="0">
              <a:prstClr val="black">
                <a:alpha val="40000"/>
              </a:prstClr>
            </a:outerShdw>
          </a:effectLst>
        </p:spPr>
        <p:txBody>
          <a:bodyPr wrap="square">
            <a:noAutofit/>
          </a:bodyPr>
          <a:lstStyle>
            <a:lvl1pPr>
              <a:defRPr baseline="0"/>
            </a:lvl1pPr>
          </a:lstStyle>
          <a:p>
            <a:r>
              <a:rPr lang="id-ID" dirty="0" smtClean="0"/>
              <a:t>Pic here</a:t>
            </a:r>
            <a:endParaRPr lang="en-AU" dirty="0"/>
          </a:p>
        </p:txBody>
      </p:sp>
      <p:sp>
        <p:nvSpPr>
          <p:cNvPr id="11" name="Picture Placeholder 24"/>
          <p:cNvSpPr>
            <a:spLocks noGrp="1"/>
          </p:cNvSpPr>
          <p:nvPr>
            <p:ph type="pic" sz="quarter" idx="16" hasCustomPrompt="1"/>
          </p:nvPr>
        </p:nvSpPr>
        <p:spPr>
          <a:xfrm>
            <a:off x="6414652" y="1921135"/>
            <a:ext cx="2166842" cy="2166842"/>
          </a:xfrm>
          <a:custGeom>
            <a:avLst/>
            <a:gdLst>
              <a:gd name="connsiteX0" fmla="*/ 1342864 w 2685728"/>
              <a:gd name="connsiteY0" fmla="*/ 0 h 2685728"/>
              <a:gd name="connsiteX1" fmla="*/ 1590895 w 2685728"/>
              <a:gd name="connsiteY1" fmla="*/ 102738 h 2685728"/>
              <a:gd name="connsiteX2" fmla="*/ 2582990 w 2685728"/>
              <a:gd name="connsiteY2" fmla="*/ 1094833 h 2685728"/>
              <a:gd name="connsiteX3" fmla="*/ 2582990 w 2685728"/>
              <a:gd name="connsiteY3" fmla="*/ 1590895 h 2685728"/>
              <a:gd name="connsiteX4" fmla="*/ 1590895 w 2685728"/>
              <a:gd name="connsiteY4" fmla="*/ 2582990 h 2685728"/>
              <a:gd name="connsiteX5" fmla="*/ 1094833 w 2685728"/>
              <a:gd name="connsiteY5" fmla="*/ 2582990 h 2685728"/>
              <a:gd name="connsiteX6" fmla="*/ 102738 w 2685728"/>
              <a:gd name="connsiteY6" fmla="*/ 1590895 h 2685728"/>
              <a:gd name="connsiteX7" fmla="*/ 102738 w 2685728"/>
              <a:gd name="connsiteY7" fmla="*/ 1094833 h 2685728"/>
              <a:gd name="connsiteX8" fmla="*/ 1094833 w 2685728"/>
              <a:gd name="connsiteY8" fmla="*/ 102738 h 2685728"/>
              <a:gd name="connsiteX9" fmla="*/ 1342864 w 2685728"/>
              <a:gd name="connsiteY9" fmla="*/ 0 h 2685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5728" h="2685728">
                <a:moveTo>
                  <a:pt x="1342864" y="0"/>
                </a:moveTo>
                <a:cubicBezTo>
                  <a:pt x="1432634" y="0"/>
                  <a:pt x="1522403" y="34246"/>
                  <a:pt x="1590895" y="102738"/>
                </a:cubicBezTo>
                <a:lnTo>
                  <a:pt x="2582990" y="1094833"/>
                </a:lnTo>
                <a:cubicBezTo>
                  <a:pt x="2719974" y="1231817"/>
                  <a:pt x="2719974" y="1453912"/>
                  <a:pt x="2582990" y="1590895"/>
                </a:cubicBezTo>
                <a:lnTo>
                  <a:pt x="1590895" y="2582990"/>
                </a:lnTo>
                <a:cubicBezTo>
                  <a:pt x="1453912" y="2719974"/>
                  <a:pt x="1231817" y="2719974"/>
                  <a:pt x="1094833" y="2582990"/>
                </a:cubicBezTo>
                <a:lnTo>
                  <a:pt x="102738" y="1590895"/>
                </a:lnTo>
                <a:cubicBezTo>
                  <a:pt x="-34246" y="1453912"/>
                  <a:pt x="-34246" y="1231817"/>
                  <a:pt x="102738" y="1094833"/>
                </a:cubicBezTo>
                <a:lnTo>
                  <a:pt x="1094833" y="102738"/>
                </a:lnTo>
                <a:cubicBezTo>
                  <a:pt x="1163325" y="34246"/>
                  <a:pt x="1253094" y="0"/>
                  <a:pt x="1342864" y="0"/>
                </a:cubicBezTo>
                <a:close/>
              </a:path>
            </a:pathLst>
          </a:custGeom>
          <a:solidFill>
            <a:schemeClr val="bg1">
              <a:lumMod val="85000"/>
            </a:schemeClr>
          </a:solidFill>
          <a:ln w="76200">
            <a:solidFill>
              <a:schemeClr val="bg1"/>
            </a:solidFill>
          </a:ln>
          <a:effectLst>
            <a:outerShdw blurRad="50800" dist="38100" dir="2700000" algn="tl" rotWithShape="0">
              <a:prstClr val="black">
                <a:alpha val="40000"/>
              </a:prstClr>
            </a:outerShdw>
          </a:effectLst>
        </p:spPr>
        <p:txBody>
          <a:bodyPr wrap="square">
            <a:noAutofit/>
          </a:bodyPr>
          <a:lstStyle>
            <a:lvl1pPr>
              <a:defRPr baseline="0"/>
            </a:lvl1pPr>
          </a:lstStyle>
          <a:p>
            <a:r>
              <a:rPr lang="id-ID" dirty="0" smtClean="0"/>
              <a:t>Pic here</a:t>
            </a:r>
            <a:endParaRPr lang="en-AU" dirty="0"/>
          </a:p>
        </p:txBody>
      </p:sp>
      <p:sp>
        <p:nvSpPr>
          <p:cNvPr id="12" name="Picture Placeholder 24"/>
          <p:cNvSpPr>
            <a:spLocks noGrp="1"/>
          </p:cNvSpPr>
          <p:nvPr>
            <p:ph type="pic" sz="quarter" idx="17" hasCustomPrompt="1"/>
          </p:nvPr>
        </p:nvSpPr>
        <p:spPr>
          <a:xfrm>
            <a:off x="9234052" y="1921135"/>
            <a:ext cx="2166842" cy="2166842"/>
          </a:xfrm>
          <a:custGeom>
            <a:avLst/>
            <a:gdLst>
              <a:gd name="connsiteX0" fmla="*/ 1342864 w 2685728"/>
              <a:gd name="connsiteY0" fmla="*/ 0 h 2685728"/>
              <a:gd name="connsiteX1" fmla="*/ 1590895 w 2685728"/>
              <a:gd name="connsiteY1" fmla="*/ 102738 h 2685728"/>
              <a:gd name="connsiteX2" fmla="*/ 2582990 w 2685728"/>
              <a:gd name="connsiteY2" fmla="*/ 1094833 h 2685728"/>
              <a:gd name="connsiteX3" fmla="*/ 2582990 w 2685728"/>
              <a:gd name="connsiteY3" fmla="*/ 1590895 h 2685728"/>
              <a:gd name="connsiteX4" fmla="*/ 1590895 w 2685728"/>
              <a:gd name="connsiteY4" fmla="*/ 2582990 h 2685728"/>
              <a:gd name="connsiteX5" fmla="*/ 1094833 w 2685728"/>
              <a:gd name="connsiteY5" fmla="*/ 2582990 h 2685728"/>
              <a:gd name="connsiteX6" fmla="*/ 102738 w 2685728"/>
              <a:gd name="connsiteY6" fmla="*/ 1590895 h 2685728"/>
              <a:gd name="connsiteX7" fmla="*/ 102738 w 2685728"/>
              <a:gd name="connsiteY7" fmla="*/ 1094833 h 2685728"/>
              <a:gd name="connsiteX8" fmla="*/ 1094833 w 2685728"/>
              <a:gd name="connsiteY8" fmla="*/ 102738 h 2685728"/>
              <a:gd name="connsiteX9" fmla="*/ 1342864 w 2685728"/>
              <a:gd name="connsiteY9" fmla="*/ 0 h 2685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5728" h="2685728">
                <a:moveTo>
                  <a:pt x="1342864" y="0"/>
                </a:moveTo>
                <a:cubicBezTo>
                  <a:pt x="1432634" y="0"/>
                  <a:pt x="1522403" y="34246"/>
                  <a:pt x="1590895" y="102738"/>
                </a:cubicBezTo>
                <a:lnTo>
                  <a:pt x="2582990" y="1094833"/>
                </a:lnTo>
                <a:cubicBezTo>
                  <a:pt x="2719974" y="1231817"/>
                  <a:pt x="2719974" y="1453912"/>
                  <a:pt x="2582990" y="1590895"/>
                </a:cubicBezTo>
                <a:lnTo>
                  <a:pt x="1590895" y="2582990"/>
                </a:lnTo>
                <a:cubicBezTo>
                  <a:pt x="1453912" y="2719974"/>
                  <a:pt x="1231817" y="2719974"/>
                  <a:pt x="1094833" y="2582990"/>
                </a:cubicBezTo>
                <a:lnTo>
                  <a:pt x="102738" y="1590895"/>
                </a:lnTo>
                <a:cubicBezTo>
                  <a:pt x="-34246" y="1453912"/>
                  <a:pt x="-34246" y="1231817"/>
                  <a:pt x="102738" y="1094833"/>
                </a:cubicBezTo>
                <a:lnTo>
                  <a:pt x="1094833" y="102738"/>
                </a:lnTo>
                <a:cubicBezTo>
                  <a:pt x="1163325" y="34246"/>
                  <a:pt x="1253094" y="0"/>
                  <a:pt x="1342864" y="0"/>
                </a:cubicBezTo>
                <a:close/>
              </a:path>
            </a:pathLst>
          </a:custGeom>
          <a:solidFill>
            <a:schemeClr val="bg1">
              <a:lumMod val="85000"/>
            </a:schemeClr>
          </a:solidFill>
          <a:ln w="76200">
            <a:solidFill>
              <a:schemeClr val="bg1"/>
            </a:solidFill>
          </a:ln>
          <a:effectLst>
            <a:outerShdw blurRad="50800" dist="38100" dir="2700000" algn="tl" rotWithShape="0">
              <a:prstClr val="black">
                <a:alpha val="40000"/>
              </a:prstClr>
            </a:outerShdw>
          </a:effectLst>
        </p:spPr>
        <p:txBody>
          <a:bodyPr wrap="square">
            <a:noAutofit/>
          </a:bodyPr>
          <a:lstStyle>
            <a:lvl1pPr>
              <a:defRPr baseline="0"/>
            </a:lvl1pPr>
          </a:lstStyle>
          <a:p>
            <a:r>
              <a:rPr lang="id-ID" dirty="0" smtClean="0"/>
              <a:t>Pic here</a:t>
            </a:r>
            <a:endParaRPr lang="en-AU" dirty="0"/>
          </a:p>
        </p:txBody>
      </p:sp>
      <p:sp>
        <p:nvSpPr>
          <p:cNvPr id="13" name="Text Placeholder 21"/>
          <p:cNvSpPr>
            <a:spLocks noGrp="1"/>
          </p:cNvSpPr>
          <p:nvPr>
            <p:ph type="body" sz="quarter" idx="20"/>
          </p:nvPr>
        </p:nvSpPr>
        <p:spPr>
          <a:xfrm>
            <a:off x="928685" y="4388730"/>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4" name="Text Placeholder 21"/>
          <p:cNvSpPr>
            <a:spLocks noGrp="1"/>
          </p:cNvSpPr>
          <p:nvPr>
            <p:ph type="body" sz="quarter" idx="22"/>
          </p:nvPr>
        </p:nvSpPr>
        <p:spPr>
          <a:xfrm>
            <a:off x="928685" y="4687002"/>
            <a:ext cx="1814513" cy="284472"/>
          </a:xfrm>
        </p:spPr>
        <p:txBody>
          <a:bodyPr>
            <a:normAutofit/>
          </a:bodyPr>
          <a:lstStyle>
            <a:lvl1pPr algn="ctr">
              <a:defRPr sz="1000" b="1" i="1">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5" name="Text Placeholder 21"/>
          <p:cNvSpPr>
            <a:spLocks noGrp="1"/>
          </p:cNvSpPr>
          <p:nvPr>
            <p:ph type="body" sz="quarter" idx="23"/>
          </p:nvPr>
        </p:nvSpPr>
        <p:spPr>
          <a:xfrm>
            <a:off x="3741157" y="4388730"/>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6" name="Text Placeholder 21"/>
          <p:cNvSpPr>
            <a:spLocks noGrp="1"/>
          </p:cNvSpPr>
          <p:nvPr>
            <p:ph type="body" sz="quarter" idx="24"/>
          </p:nvPr>
        </p:nvSpPr>
        <p:spPr>
          <a:xfrm>
            <a:off x="3741157" y="4687002"/>
            <a:ext cx="1814513" cy="284472"/>
          </a:xfrm>
        </p:spPr>
        <p:txBody>
          <a:bodyPr>
            <a:normAutofit/>
          </a:bodyPr>
          <a:lstStyle>
            <a:lvl1pPr algn="ctr">
              <a:defRPr sz="1000" b="1" i="1">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7" name="Text Placeholder 21"/>
          <p:cNvSpPr>
            <a:spLocks noGrp="1"/>
          </p:cNvSpPr>
          <p:nvPr>
            <p:ph type="body" sz="quarter" idx="25"/>
          </p:nvPr>
        </p:nvSpPr>
        <p:spPr>
          <a:xfrm>
            <a:off x="6609049" y="4388730"/>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8" name="Text Placeholder 21"/>
          <p:cNvSpPr>
            <a:spLocks noGrp="1"/>
          </p:cNvSpPr>
          <p:nvPr>
            <p:ph type="body" sz="quarter" idx="26"/>
          </p:nvPr>
        </p:nvSpPr>
        <p:spPr>
          <a:xfrm>
            <a:off x="6609049" y="4687002"/>
            <a:ext cx="1814513" cy="284472"/>
          </a:xfrm>
        </p:spPr>
        <p:txBody>
          <a:bodyPr>
            <a:normAutofit/>
          </a:bodyPr>
          <a:lstStyle>
            <a:lvl1pPr algn="ctr">
              <a:defRPr sz="1000" b="1" i="1">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9" name="Text Placeholder 21"/>
          <p:cNvSpPr>
            <a:spLocks noGrp="1"/>
          </p:cNvSpPr>
          <p:nvPr>
            <p:ph type="body" sz="quarter" idx="27"/>
          </p:nvPr>
        </p:nvSpPr>
        <p:spPr>
          <a:xfrm>
            <a:off x="9428447" y="4388730"/>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0" name="Text Placeholder 21"/>
          <p:cNvSpPr>
            <a:spLocks noGrp="1"/>
          </p:cNvSpPr>
          <p:nvPr>
            <p:ph type="body" sz="quarter" idx="28"/>
          </p:nvPr>
        </p:nvSpPr>
        <p:spPr>
          <a:xfrm>
            <a:off x="9428447" y="4687002"/>
            <a:ext cx="1814513" cy="284472"/>
          </a:xfrm>
        </p:spPr>
        <p:txBody>
          <a:bodyPr>
            <a:normAutofit/>
          </a:bodyPr>
          <a:lstStyle>
            <a:lvl1pPr algn="ctr">
              <a:defRPr sz="1000" b="1" i="1">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1" name="Text Placeholder 21"/>
          <p:cNvSpPr>
            <a:spLocks noGrp="1"/>
          </p:cNvSpPr>
          <p:nvPr>
            <p:ph type="body" sz="quarter" idx="29"/>
          </p:nvPr>
        </p:nvSpPr>
        <p:spPr>
          <a:xfrm>
            <a:off x="928685" y="5012934"/>
            <a:ext cx="1814513" cy="87351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2" name="Text Placeholder 21"/>
          <p:cNvSpPr>
            <a:spLocks noGrp="1"/>
          </p:cNvSpPr>
          <p:nvPr>
            <p:ph type="body" sz="quarter" idx="30"/>
          </p:nvPr>
        </p:nvSpPr>
        <p:spPr>
          <a:xfrm>
            <a:off x="3741157" y="5012934"/>
            <a:ext cx="1814513" cy="87351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3" name="Text Placeholder 21"/>
          <p:cNvSpPr>
            <a:spLocks noGrp="1"/>
          </p:cNvSpPr>
          <p:nvPr>
            <p:ph type="body" sz="quarter" idx="31"/>
          </p:nvPr>
        </p:nvSpPr>
        <p:spPr>
          <a:xfrm>
            <a:off x="6609049" y="5012934"/>
            <a:ext cx="1814513" cy="87351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4" name="Text Placeholder 21"/>
          <p:cNvSpPr>
            <a:spLocks noGrp="1"/>
          </p:cNvSpPr>
          <p:nvPr>
            <p:ph type="body" sz="quarter" idx="32"/>
          </p:nvPr>
        </p:nvSpPr>
        <p:spPr>
          <a:xfrm>
            <a:off x="9428447" y="5012934"/>
            <a:ext cx="1814513" cy="87351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grpSp>
        <p:nvGrpSpPr>
          <p:cNvPr id="25" name="Group 24"/>
          <p:cNvGrpSpPr/>
          <p:nvPr userDrawn="1"/>
        </p:nvGrpSpPr>
        <p:grpSpPr>
          <a:xfrm>
            <a:off x="1548795" y="5922241"/>
            <a:ext cx="615286" cy="184176"/>
            <a:chOff x="3872969" y="5806923"/>
            <a:chExt cx="1724341" cy="516155"/>
          </a:xfrm>
        </p:grpSpPr>
        <p:sp>
          <p:nvSpPr>
            <p:cNvPr id="26" name="Oval 25"/>
            <p:cNvSpPr/>
            <p:nvPr/>
          </p:nvSpPr>
          <p:spPr>
            <a:xfrm>
              <a:off x="3872969"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27" name="Oval 26"/>
            <p:cNvSpPr/>
            <p:nvPr/>
          </p:nvSpPr>
          <p:spPr>
            <a:xfrm>
              <a:off x="4477062"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28" name="Oval 27"/>
            <p:cNvSpPr/>
            <p:nvPr/>
          </p:nvSpPr>
          <p:spPr>
            <a:xfrm>
              <a:off x="5081155"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29" name="Freeform 63"/>
            <p:cNvSpPr>
              <a:spLocks/>
            </p:cNvSpPr>
            <p:nvPr/>
          </p:nvSpPr>
          <p:spPr bwMode="auto">
            <a:xfrm>
              <a:off x="4576091" y="5937921"/>
              <a:ext cx="318095" cy="261714"/>
            </a:xfrm>
            <a:custGeom>
              <a:avLst/>
              <a:gdLst>
                <a:gd name="T0" fmla="*/ 160 w 160"/>
                <a:gd name="T1" fmla="*/ 16 h 131"/>
                <a:gd name="T2" fmla="*/ 159 w 160"/>
                <a:gd name="T3" fmla="*/ 16 h 131"/>
                <a:gd name="T4" fmla="*/ 144 w 160"/>
                <a:gd name="T5" fmla="*/ 20 h 131"/>
                <a:gd name="T6" fmla="*/ 156 w 160"/>
                <a:gd name="T7" fmla="*/ 4 h 131"/>
                <a:gd name="T8" fmla="*/ 156 w 160"/>
                <a:gd name="T9" fmla="*/ 3 h 131"/>
                <a:gd name="T10" fmla="*/ 155 w 160"/>
                <a:gd name="T11" fmla="*/ 3 h 131"/>
                <a:gd name="T12" fmla="*/ 135 w 160"/>
                <a:gd name="T13" fmla="*/ 11 h 131"/>
                <a:gd name="T14" fmla="*/ 111 w 160"/>
                <a:gd name="T15" fmla="*/ 0 h 131"/>
                <a:gd name="T16" fmla="*/ 77 w 160"/>
                <a:gd name="T17" fmla="*/ 34 h 131"/>
                <a:gd name="T18" fmla="*/ 78 w 160"/>
                <a:gd name="T19" fmla="*/ 40 h 131"/>
                <a:gd name="T20" fmla="*/ 12 w 160"/>
                <a:gd name="T21" fmla="*/ 7 h 131"/>
                <a:gd name="T22" fmla="*/ 12 w 160"/>
                <a:gd name="T23" fmla="*/ 6 h 131"/>
                <a:gd name="T24" fmla="*/ 11 w 160"/>
                <a:gd name="T25" fmla="*/ 7 h 131"/>
                <a:gd name="T26" fmla="*/ 7 w 160"/>
                <a:gd name="T27" fmla="*/ 23 h 131"/>
                <a:gd name="T28" fmla="*/ 19 w 160"/>
                <a:gd name="T29" fmla="*/ 50 h 131"/>
                <a:gd name="T30" fmla="*/ 7 w 160"/>
                <a:gd name="T31" fmla="*/ 46 h 131"/>
                <a:gd name="T32" fmla="*/ 7 w 160"/>
                <a:gd name="T33" fmla="*/ 46 h 131"/>
                <a:gd name="T34" fmla="*/ 6 w 160"/>
                <a:gd name="T35" fmla="*/ 47 h 131"/>
                <a:gd name="T36" fmla="*/ 6 w 160"/>
                <a:gd name="T37" fmla="*/ 47 h 131"/>
                <a:gd name="T38" fmla="*/ 30 w 160"/>
                <a:gd name="T39" fmla="*/ 79 h 131"/>
                <a:gd name="T40" fmla="*/ 19 w 160"/>
                <a:gd name="T41" fmla="*/ 79 h 131"/>
                <a:gd name="T42" fmla="*/ 18 w 160"/>
                <a:gd name="T43" fmla="*/ 79 h 131"/>
                <a:gd name="T44" fmla="*/ 18 w 160"/>
                <a:gd name="T45" fmla="*/ 80 h 131"/>
                <a:gd name="T46" fmla="*/ 47 w 160"/>
                <a:gd name="T47" fmla="*/ 103 h 131"/>
                <a:gd name="T48" fmla="*/ 8 w 160"/>
                <a:gd name="T49" fmla="*/ 115 h 131"/>
                <a:gd name="T50" fmla="*/ 1 w 160"/>
                <a:gd name="T51" fmla="*/ 115 h 131"/>
                <a:gd name="T52" fmla="*/ 0 w 160"/>
                <a:gd name="T53" fmla="*/ 115 h 131"/>
                <a:gd name="T54" fmla="*/ 0 w 160"/>
                <a:gd name="T55" fmla="*/ 116 h 131"/>
                <a:gd name="T56" fmla="*/ 51 w 160"/>
                <a:gd name="T57" fmla="*/ 131 h 131"/>
                <a:gd name="T58" fmla="*/ 144 w 160"/>
                <a:gd name="T59" fmla="*/ 38 h 131"/>
                <a:gd name="T60" fmla="*/ 144 w 160"/>
                <a:gd name="T61" fmla="*/ 34 h 131"/>
                <a:gd name="T62" fmla="*/ 160 w 160"/>
                <a:gd name="T63" fmla="*/ 17 h 131"/>
                <a:gd name="T64" fmla="*/ 160 w 160"/>
                <a:gd name="T65" fmla="*/ 1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0" h="131">
                  <a:moveTo>
                    <a:pt x="160" y="16"/>
                  </a:moveTo>
                  <a:cubicBezTo>
                    <a:pt x="160" y="16"/>
                    <a:pt x="160" y="16"/>
                    <a:pt x="159" y="16"/>
                  </a:cubicBezTo>
                  <a:cubicBezTo>
                    <a:pt x="154" y="18"/>
                    <a:pt x="149" y="19"/>
                    <a:pt x="144" y="20"/>
                  </a:cubicBezTo>
                  <a:cubicBezTo>
                    <a:pt x="150" y="16"/>
                    <a:pt x="154" y="10"/>
                    <a:pt x="156" y="4"/>
                  </a:cubicBezTo>
                  <a:cubicBezTo>
                    <a:pt x="156" y="3"/>
                    <a:pt x="156" y="3"/>
                    <a:pt x="156" y="3"/>
                  </a:cubicBezTo>
                  <a:cubicBezTo>
                    <a:pt x="155" y="3"/>
                    <a:pt x="155" y="3"/>
                    <a:pt x="155" y="3"/>
                  </a:cubicBezTo>
                  <a:cubicBezTo>
                    <a:pt x="149" y="7"/>
                    <a:pt x="142" y="9"/>
                    <a:pt x="135" y="11"/>
                  </a:cubicBezTo>
                  <a:cubicBezTo>
                    <a:pt x="128" y="4"/>
                    <a:pt x="120" y="0"/>
                    <a:pt x="111" y="0"/>
                  </a:cubicBezTo>
                  <a:cubicBezTo>
                    <a:pt x="92" y="0"/>
                    <a:pt x="77" y="15"/>
                    <a:pt x="77" y="34"/>
                  </a:cubicBezTo>
                  <a:cubicBezTo>
                    <a:pt x="77" y="36"/>
                    <a:pt x="77" y="38"/>
                    <a:pt x="78" y="40"/>
                  </a:cubicBezTo>
                  <a:cubicBezTo>
                    <a:pt x="52" y="39"/>
                    <a:pt x="29" y="26"/>
                    <a:pt x="12" y="7"/>
                  </a:cubicBezTo>
                  <a:cubicBezTo>
                    <a:pt x="12" y="6"/>
                    <a:pt x="12" y="6"/>
                    <a:pt x="12" y="6"/>
                  </a:cubicBezTo>
                  <a:cubicBezTo>
                    <a:pt x="11" y="6"/>
                    <a:pt x="11" y="6"/>
                    <a:pt x="11" y="7"/>
                  </a:cubicBezTo>
                  <a:cubicBezTo>
                    <a:pt x="8" y="12"/>
                    <a:pt x="7" y="18"/>
                    <a:pt x="7" y="23"/>
                  </a:cubicBezTo>
                  <a:cubicBezTo>
                    <a:pt x="7" y="34"/>
                    <a:pt x="11" y="43"/>
                    <a:pt x="19" y="50"/>
                  </a:cubicBezTo>
                  <a:cubicBezTo>
                    <a:pt x="15" y="49"/>
                    <a:pt x="11" y="48"/>
                    <a:pt x="7" y="46"/>
                  </a:cubicBezTo>
                  <a:cubicBezTo>
                    <a:pt x="7" y="46"/>
                    <a:pt x="7" y="46"/>
                    <a:pt x="7" y="46"/>
                  </a:cubicBezTo>
                  <a:cubicBezTo>
                    <a:pt x="6" y="46"/>
                    <a:pt x="6" y="46"/>
                    <a:pt x="6" y="47"/>
                  </a:cubicBezTo>
                  <a:cubicBezTo>
                    <a:pt x="6" y="47"/>
                    <a:pt x="6" y="47"/>
                    <a:pt x="6" y="47"/>
                  </a:cubicBezTo>
                  <a:cubicBezTo>
                    <a:pt x="6" y="62"/>
                    <a:pt x="16" y="75"/>
                    <a:pt x="30" y="79"/>
                  </a:cubicBezTo>
                  <a:cubicBezTo>
                    <a:pt x="26" y="79"/>
                    <a:pt x="22" y="79"/>
                    <a:pt x="19" y="79"/>
                  </a:cubicBezTo>
                  <a:cubicBezTo>
                    <a:pt x="18" y="79"/>
                    <a:pt x="18" y="79"/>
                    <a:pt x="18" y="79"/>
                  </a:cubicBezTo>
                  <a:cubicBezTo>
                    <a:pt x="18" y="79"/>
                    <a:pt x="18" y="79"/>
                    <a:pt x="18" y="80"/>
                  </a:cubicBezTo>
                  <a:cubicBezTo>
                    <a:pt x="22" y="93"/>
                    <a:pt x="33" y="102"/>
                    <a:pt x="47" y="103"/>
                  </a:cubicBezTo>
                  <a:cubicBezTo>
                    <a:pt x="36" y="111"/>
                    <a:pt x="22" y="115"/>
                    <a:pt x="8" y="115"/>
                  </a:cubicBezTo>
                  <a:cubicBezTo>
                    <a:pt x="6" y="115"/>
                    <a:pt x="3" y="115"/>
                    <a:pt x="1" y="115"/>
                  </a:cubicBezTo>
                  <a:cubicBezTo>
                    <a:pt x="0" y="115"/>
                    <a:pt x="0" y="115"/>
                    <a:pt x="0" y="115"/>
                  </a:cubicBezTo>
                  <a:cubicBezTo>
                    <a:pt x="0" y="116"/>
                    <a:pt x="0" y="116"/>
                    <a:pt x="0" y="116"/>
                  </a:cubicBezTo>
                  <a:cubicBezTo>
                    <a:pt x="15" y="126"/>
                    <a:pt x="33" y="131"/>
                    <a:pt x="51" y="131"/>
                  </a:cubicBezTo>
                  <a:cubicBezTo>
                    <a:pt x="109" y="131"/>
                    <a:pt x="144" y="83"/>
                    <a:pt x="144" y="38"/>
                  </a:cubicBezTo>
                  <a:cubicBezTo>
                    <a:pt x="144" y="36"/>
                    <a:pt x="144" y="35"/>
                    <a:pt x="144" y="34"/>
                  </a:cubicBezTo>
                  <a:cubicBezTo>
                    <a:pt x="150" y="29"/>
                    <a:pt x="156" y="23"/>
                    <a:pt x="160" y="17"/>
                  </a:cubicBezTo>
                  <a:cubicBezTo>
                    <a:pt x="160" y="17"/>
                    <a:pt x="160" y="16"/>
                    <a:pt x="160" y="16"/>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sp>
          <p:nvSpPr>
            <p:cNvPr id="30" name="Freeform 21"/>
            <p:cNvSpPr>
              <a:spLocks/>
            </p:cNvSpPr>
            <p:nvPr/>
          </p:nvSpPr>
          <p:spPr bwMode="auto">
            <a:xfrm>
              <a:off x="5235659" y="5934143"/>
              <a:ext cx="207145" cy="261714"/>
            </a:xfrm>
            <a:custGeom>
              <a:avLst/>
              <a:gdLst>
                <a:gd name="T0" fmla="*/ 129 w 323"/>
                <a:gd name="T1" fmla="*/ 272 h 408"/>
                <a:gd name="T2" fmla="*/ 68 w 323"/>
                <a:gd name="T3" fmla="*/ 408 h 408"/>
                <a:gd name="T4" fmla="*/ 98 w 323"/>
                <a:gd name="T5" fmla="*/ 196 h 408"/>
                <a:gd name="T6" fmla="*/ 149 w 323"/>
                <a:gd name="T7" fmla="*/ 99 h 408"/>
                <a:gd name="T8" fmla="*/ 172 w 323"/>
                <a:gd name="T9" fmla="*/ 257 h 408"/>
                <a:gd name="T10" fmla="*/ 234 w 323"/>
                <a:gd name="T11" fmla="*/ 73 h 408"/>
                <a:gd name="T12" fmla="*/ 47 w 323"/>
                <a:gd name="T13" fmla="*/ 173 h 408"/>
                <a:gd name="T14" fmla="*/ 57 w 323"/>
                <a:gd name="T15" fmla="*/ 239 h 408"/>
                <a:gd name="T16" fmla="*/ 1 w 323"/>
                <a:gd name="T17" fmla="*/ 147 h 408"/>
                <a:gd name="T18" fmla="*/ 137 w 323"/>
                <a:gd name="T19" fmla="*/ 9 h 408"/>
                <a:gd name="T20" fmla="*/ 310 w 323"/>
                <a:gd name="T21" fmla="*/ 119 h 408"/>
                <a:gd name="T22" fmla="*/ 183 w 323"/>
                <a:gd name="T23" fmla="*/ 298 h 408"/>
                <a:gd name="T24" fmla="*/ 129 w 323"/>
                <a:gd name="T25" fmla="*/ 272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3" h="408">
                  <a:moveTo>
                    <a:pt x="129" y="272"/>
                  </a:moveTo>
                  <a:cubicBezTo>
                    <a:pt x="118" y="328"/>
                    <a:pt x="106" y="380"/>
                    <a:pt x="68" y="408"/>
                  </a:cubicBezTo>
                  <a:cubicBezTo>
                    <a:pt x="56" y="325"/>
                    <a:pt x="85" y="262"/>
                    <a:pt x="98" y="196"/>
                  </a:cubicBezTo>
                  <a:cubicBezTo>
                    <a:pt x="75" y="157"/>
                    <a:pt x="101" y="80"/>
                    <a:pt x="149" y="99"/>
                  </a:cubicBezTo>
                  <a:cubicBezTo>
                    <a:pt x="209" y="122"/>
                    <a:pt x="98" y="242"/>
                    <a:pt x="172" y="257"/>
                  </a:cubicBezTo>
                  <a:cubicBezTo>
                    <a:pt x="250" y="273"/>
                    <a:pt x="282" y="122"/>
                    <a:pt x="234" y="73"/>
                  </a:cubicBezTo>
                  <a:cubicBezTo>
                    <a:pt x="164" y="2"/>
                    <a:pt x="31" y="72"/>
                    <a:pt x="47" y="173"/>
                  </a:cubicBezTo>
                  <a:cubicBezTo>
                    <a:pt x="51" y="198"/>
                    <a:pt x="77" y="205"/>
                    <a:pt x="57" y="239"/>
                  </a:cubicBezTo>
                  <a:cubicBezTo>
                    <a:pt x="13" y="229"/>
                    <a:pt x="0" y="194"/>
                    <a:pt x="1" y="147"/>
                  </a:cubicBezTo>
                  <a:cubicBezTo>
                    <a:pt x="4" y="70"/>
                    <a:pt x="70" y="17"/>
                    <a:pt x="137" y="9"/>
                  </a:cubicBezTo>
                  <a:cubicBezTo>
                    <a:pt x="221" y="0"/>
                    <a:pt x="300" y="40"/>
                    <a:pt x="310" y="119"/>
                  </a:cubicBezTo>
                  <a:cubicBezTo>
                    <a:pt x="323" y="208"/>
                    <a:pt x="273" y="305"/>
                    <a:pt x="183" y="298"/>
                  </a:cubicBezTo>
                  <a:cubicBezTo>
                    <a:pt x="158" y="296"/>
                    <a:pt x="148" y="284"/>
                    <a:pt x="129" y="272"/>
                  </a:cubicBezTo>
                  <a:close/>
                </a:path>
              </a:pathLst>
            </a:custGeom>
            <a:solidFill>
              <a:schemeClr val="bg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mn-cs"/>
              </a:endParaRPr>
            </a:p>
          </p:txBody>
        </p:sp>
        <p:sp>
          <p:nvSpPr>
            <p:cNvPr id="31" name="Freeform 62"/>
            <p:cNvSpPr>
              <a:spLocks/>
            </p:cNvSpPr>
            <p:nvPr/>
          </p:nvSpPr>
          <p:spPr bwMode="auto">
            <a:xfrm>
              <a:off x="4063583" y="5934143"/>
              <a:ext cx="134925" cy="261714"/>
            </a:xfrm>
            <a:custGeom>
              <a:avLst/>
              <a:gdLst>
                <a:gd name="T0" fmla="*/ 84 w 84"/>
                <a:gd name="T1" fmla="*/ 27 h 163"/>
                <a:gd name="T2" fmla="*/ 69 w 84"/>
                <a:gd name="T3" fmla="*/ 27 h 163"/>
                <a:gd name="T4" fmla="*/ 54 w 84"/>
                <a:gd name="T5" fmla="*/ 41 h 163"/>
                <a:gd name="T6" fmla="*/ 54 w 84"/>
                <a:gd name="T7" fmla="*/ 60 h 163"/>
                <a:gd name="T8" fmla="*/ 83 w 84"/>
                <a:gd name="T9" fmla="*/ 60 h 163"/>
                <a:gd name="T10" fmla="*/ 83 w 84"/>
                <a:gd name="T11" fmla="*/ 88 h 163"/>
                <a:gd name="T12" fmla="*/ 54 w 84"/>
                <a:gd name="T13" fmla="*/ 88 h 163"/>
                <a:gd name="T14" fmla="*/ 54 w 84"/>
                <a:gd name="T15" fmla="*/ 163 h 163"/>
                <a:gd name="T16" fmla="*/ 25 w 84"/>
                <a:gd name="T17" fmla="*/ 163 h 163"/>
                <a:gd name="T18" fmla="*/ 25 w 84"/>
                <a:gd name="T19" fmla="*/ 88 h 163"/>
                <a:gd name="T20" fmla="*/ 0 w 84"/>
                <a:gd name="T21" fmla="*/ 88 h 163"/>
                <a:gd name="T22" fmla="*/ 0 w 84"/>
                <a:gd name="T23" fmla="*/ 60 h 163"/>
                <a:gd name="T24" fmla="*/ 25 w 84"/>
                <a:gd name="T25" fmla="*/ 60 h 163"/>
                <a:gd name="T26" fmla="*/ 25 w 84"/>
                <a:gd name="T27" fmla="*/ 38 h 163"/>
                <a:gd name="T28" fmla="*/ 62 w 84"/>
                <a:gd name="T29" fmla="*/ 0 h 163"/>
                <a:gd name="T30" fmla="*/ 84 w 84"/>
                <a:gd name="T31" fmla="*/ 0 h 163"/>
                <a:gd name="T32" fmla="*/ 84 w 84"/>
                <a:gd name="T33" fmla="*/ 27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63">
                  <a:moveTo>
                    <a:pt x="84" y="27"/>
                  </a:moveTo>
                  <a:cubicBezTo>
                    <a:pt x="69" y="27"/>
                    <a:pt x="69" y="27"/>
                    <a:pt x="69" y="27"/>
                  </a:cubicBezTo>
                  <a:cubicBezTo>
                    <a:pt x="57" y="27"/>
                    <a:pt x="54" y="33"/>
                    <a:pt x="54" y="41"/>
                  </a:cubicBezTo>
                  <a:cubicBezTo>
                    <a:pt x="54" y="60"/>
                    <a:pt x="54" y="60"/>
                    <a:pt x="54" y="60"/>
                  </a:cubicBezTo>
                  <a:cubicBezTo>
                    <a:pt x="83" y="60"/>
                    <a:pt x="83" y="60"/>
                    <a:pt x="83" y="60"/>
                  </a:cubicBezTo>
                  <a:cubicBezTo>
                    <a:pt x="83" y="88"/>
                    <a:pt x="83" y="88"/>
                    <a:pt x="83" y="88"/>
                  </a:cubicBezTo>
                  <a:cubicBezTo>
                    <a:pt x="54" y="88"/>
                    <a:pt x="54" y="88"/>
                    <a:pt x="54" y="88"/>
                  </a:cubicBezTo>
                  <a:cubicBezTo>
                    <a:pt x="54" y="163"/>
                    <a:pt x="54" y="163"/>
                    <a:pt x="54" y="163"/>
                  </a:cubicBezTo>
                  <a:cubicBezTo>
                    <a:pt x="25" y="163"/>
                    <a:pt x="25" y="163"/>
                    <a:pt x="25" y="163"/>
                  </a:cubicBezTo>
                  <a:cubicBezTo>
                    <a:pt x="25" y="88"/>
                    <a:pt x="25" y="88"/>
                    <a:pt x="25" y="88"/>
                  </a:cubicBezTo>
                  <a:cubicBezTo>
                    <a:pt x="0" y="88"/>
                    <a:pt x="0" y="88"/>
                    <a:pt x="0" y="88"/>
                  </a:cubicBezTo>
                  <a:cubicBezTo>
                    <a:pt x="0" y="60"/>
                    <a:pt x="0" y="60"/>
                    <a:pt x="0" y="60"/>
                  </a:cubicBezTo>
                  <a:cubicBezTo>
                    <a:pt x="25" y="60"/>
                    <a:pt x="25" y="60"/>
                    <a:pt x="25" y="60"/>
                  </a:cubicBezTo>
                  <a:cubicBezTo>
                    <a:pt x="25" y="38"/>
                    <a:pt x="25" y="38"/>
                    <a:pt x="25" y="38"/>
                  </a:cubicBezTo>
                  <a:cubicBezTo>
                    <a:pt x="25" y="13"/>
                    <a:pt x="40" y="0"/>
                    <a:pt x="62" y="0"/>
                  </a:cubicBezTo>
                  <a:cubicBezTo>
                    <a:pt x="84" y="0"/>
                    <a:pt x="84" y="0"/>
                    <a:pt x="84" y="0"/>
                  </a:cubicBezTo>
                  <a:lnTo>
                    <a:pt x="84" y="27"/>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grpSp>
      <p:grpSp>
        <p:nvGrpSpPr>
          <p:cNvPr id="32" name="Group 31"/>
          <p:cNvGrpSpPr/>
          <p:nvPr userDrawn="1"/>
        </p:nvGrpSpPr>
        <p:grpSpPr>
          <a:xfrm>
            <a:off x="4371030" y="5929154"/>
            <a:ext cx="615286" cy="184176"/>
            <a:chOff x="3872969" y="5806923"/>
            <a:chExt cx="1724341" cy="516155"/>
          </a:xfrm>
        </p:grpSpPr>
        <p:sp>
          <p:nvSpPr>
            <p:cNvPr id="33" name="Oval 32"/>
            <p:cNvSpPr/>
            <p:nvPr/>
          </p:nvSpPr>
          <p:spPr>
            <a:xfrm>
              <a:off x="3872969"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34" name="Oval 33"/>
            <p:cNvSpPr/>
            <p:nvPr/>
          </p:nvSpPr>
          <p:spPr>
            <a:xfrm>
              <a:off x="4477062"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35" name="Oval 34"/>
            <p:cNvSpPr/>
            <p:nvPr/>
          </p:nvSpPr>
          <p:spPr>
            <a:xfrm>
              <a:off x="5081155"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36" name="Freeform 63"/>
            <p:cNvSpPr>
              <a:spLocks/>
            </p:cNvSpPr>
            <p:nvPr/>
          </p:nvSpPr>
          <p:spPr bwMode="auto">
            <a:xfrm>
              <a:off x="4576091" y="5937921"/>
              <a:ext cx="318095" cy="261714"/>
            </a:xfrm>
            <a:custGeom>
              <a:avLst/>
              <a:gdLst>
                <a:gd name="T0" fmla="*/ 160 w 160"/>
                <a:gd name="T1" fmla="*/ 16 h 131"/>
                <a:gd name="T2" fmla="*/ 159 w 160"/>
                <a:gd name="T3" fmla="*/ 16 h 131"/>
                <a:gd name="T4" fmla="*/ 144 w 160"/>
                <a:gd name="T5" fmla="*/ 20 h 131"/>
                <a:gd name="T6" fmla="*/ 156 w 160"/>
                <a:gd name="T7" fmla="*/ 4 h 131"/>
                <a:gd name="T8" fmla="*/ 156 w 160"/>
                <a:gd name="T9" fmla="*/ 3 h 131"/>
                <a:gd name="T10" fmla="*/ 155 w 160"/>
                <a:gd name="T11" fmla="*/ 3 h 131"/>
                <a:gd name="T12" fmla="*/ 135 w 160"/>
                <a:gd name="T13" fmla="*/ 11 h 131"/>
                <a:gd name="T14" fmla="*/ 111 w 160"/>
                <a:gd name="T15" fmla="*/ 0 h 131"/>
                <a:gd name="T16" fmla="*/ 77 w 160"/>
                <a:gd name="T17" fmla="*/ 34 h 131"/>
                <a:gd name="T18" fmla="*/ 78 w 160"/>
                <a:gd name="T19" fmla="*/ 40 h 131"/>
                <a:gd name="T20" fmla="*/ 12 w 160"/>
                <a:gd name="T21" fmla="*/ 7 h 131"/>
                <a:gd name="T22" fmla="*/ 12 w 160"/>
                <a:gd name="T23" fmla="*/ 6 h 131"/>
                <a:gd name="T24" fmla="*/ 11 w 160"/>
                <a:gd name="T25" fmla="*/ 7 h 131"/>
                <a:gd name="T26" fmla="*/ 7 w 160"/>
                <a:gd name="T27" fmla="*/ 23 h 131"/>
                <a:gd name="T28" fmla="*/ 19 w 160"/>
                <a:gd name="T29" fmla="*/ 50 h 131"/>
                <a:gd name="T30" fmla="*/ 7 w 160"/>
                <a:gd name="T31" fmla="*/ 46 h 131"/>
                <a:gd name="T32" fmla="*/ 7 w 160"/>
                <a:gd name="T33" fmla="*/ 46 h 131"/>
                <a:gd name="T34" fmla="*/ 6 w 160"/>
                <a:gd name="T35" fmla="*/ 47 h 131"/>
                <a:gd name="T36" fmla="*/ 6 w 160"/>
                <a:gd name="T37" fmla="*/ 47 h 131"/>
                <a:gd name="T38" fmla="*/ 30 w 160"/>
                <a:gd name="T39" fmla="*/ 79 h 131"/>
                <a:gd name="T40" fmla="*/ 19 w 160"/>
                <a:gd name="T41" fmla="*/ 79 h 131"/>
                <a:gd name="T42" fmla="*/ 18 w 160"/>
                <a:gd name="T43" fmla="*/ 79 h 131"/>
                <a:gd name="T44" fmla="*/ 18 w 160"/>
                <a:gd name="T45" fmla="*/ 80 h 131"/>
                <a:gd name="T46" fmla="*/ 47 w 160"/>
                <a:gd name="T47" fmla="*/ 103 h 131"/>
                <a:gd name="T48" fmla="*/ 8 w 160"/>
                <a:gd name="T49" fmla="*/ 115 h 131"/>
                <a:gd name="T50" fmla="*/ 1 w 160"/>
                <a:gd name="T51" fmla="*/ 115 h 131"/>
                <a:gd name="T52" fmla="*/ 0 w 160"/>
                <a:gd name="T53" fmla="*/ 115 h 131"/>
                <a:gd name="T54" fmla="*/ 0 w 160"/>
                <a:gd name="T55" fmla="*/ 116 h 131"/>
                <a:gd name="T56" fmla="*/ 51 w 160"/>
                <a:gd name="T57" fmla="*/ 131 h 131"/>
                <a:gd name="T58" fmla="*/ 144 w 160"/>
                <a:gd name="T59" fmla="*/ 38 h 131"/>
                <a:gd name="T60" fmla="*/ 144 w 160"/>
                <a:gd name="T61" fmla="*/ 34 h 131"/>
                <a:gd name="T62" fmla="*/ 160 w 160"/>
                <a:gd name="T63" fmla="*/ 17 h 131"/>
                <a:gd name="T64" fmla="*/ 160 w 160"/>
                <a:gd name="T65" fmla="*/ 1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0" h="131">
                  <a:moveTo>
                    <a:pt x="160" y="16"/>
                  </a:moveTo>
                  <a:cubicBezTo>
                    <a:pt x="160" y="16"/>
                    <a:pt x="160" y="16"/>
                    <a:pt x="159" y="16"/>
                  </a:cubicBezTo>
                  <a:cubicBezTo>
                    <a:pt x="154" y="18"/>
                    <a:pt x="149" y="19"/>
                    <a:pt x="144" y="20"/>
                  </a:cubicBezTo>
                  <a:cubicBezTo>
                    <a:pt x="150" y="16"/>
                    <a:pt x="154" y="10"/>
                    <a:pt x="156" y="4"/>
                  </a:cubicBezTo>
                  <a:cubicBezTo>
                    <a:pt x="156" y="3"/>
                    <a:pt x="156" y="3"/>
                    <a:pt x="156" y="3"/>
                  </a:cubicBezTo>
                  <a:cubicBezTo>
                    <a:pt x="155" y="3"/>
                    <a:pt x="155" y="3"/>
                    <a:pt x="155" y="3"/>
                  </a:cubicBezTo>
                  <a:cubicBezTo>
                    <a:pt x="149" y="7"/>
                    <a:pt x="142" y="9"/>
                    <a:pt x="135" y="11"/>
                  </a:cubicBezTo>
                  <a:cubicBezTo>
                    <a:pt x="128" y="4"/>
                    <a:pt x="120" y="0"/>
                    <a:pt x="111" y="0"/>
                  </a:cubicBezTo>
                  <a:cubicBezTo>
                    <a:pt x="92" y="0"/>
                    <a:pt x="77" y="15"/>
                    <a:pt x="77" y="34"/>
                  </a:cubicBezTo>
                  <a:cubicBezTo>
                    <a:pt x="77" y="36"/>
                    <a:pt x="77" y="38"/>
                    <a:pt x="78" y="40"/>
                  </a:cubicBezTo>
                  <a:cubicBezTo>
                    <a:pt x="52" y="39"/>
                    <a:pt x="29" y="26"/>
                    <a:pt x="12" y="7"/>
                  </a:cubicBezTo>
                  <a:cubicBezTo>
                    <a:pt x="12" y="6"/>
                    <a:pt x="12" y="6"/>
                    <a:pt x="12" y="6"/>
                  </a:cubicBezTo>
                  <a:cubicBezTo>
                    <a:pt x="11" y="6"/>
                    <a:pt x="11" y="6"/>
                    <a:pt x="11" y="7"/>
                  </a:cubicBezTo>
                  <a:cubicBezTo>
                    <a:pt x="8" y="12"/>
                    <a:pt x="7" y="18"/>
                    <a:pt x="7" y="23"/>
                  </a:cubicBezTo>
                  <a:cubicBezTo>
                    <a:pt x="7" y="34"/>
                    <a:pt x="11" y="43"/>
                    <a:pt x="19" y="50"/>
                  </a:cubicBezTo>
                  <a:cubicBezTo>
                    <a:pt x="15" y="49"/>
                    <a:pt x="11" y="48"/>
                    <a:pt x="7" y="46"/>
                  </a:cubicBezTo>
                  <a:cubicBezTo>
                    <a:pt x="7" y="46"/>
                    <a:pt x="7" y="46"/>
                    <a:pt x="7" y="46"/>
                  </a:cubicBezTo>
                  <a:cubicBezTo>
                    <a:pt x="6" y="46"/>
                    <a:pt x="6" y="46"/>
                    <a:pt x="6" y="47"/>
                  </a:cubicBezTo>
                  <a:cubicBezTo>
                    <a:pt x="6" y="47"/>
                    <a:pt x="6" y="47"/>
                    <a:pt x="6" y="47"/>
                  </a:cubicBezTo>
                  <a:cubicBezTo>
                    <a:pt x="6" y="62"/>
                    <a:pt x="16" y="75"/>
                    <a:pt x="30" y="79"/>
                  </a:cubicBezTo>
                  <a:cubicBezTo>
                    <a:pt x="26" y="79"/>
                    <a:pt x="22" y="79"/>
                    <a:pt x="19" y="79"/>
                  </a:cubicBezTo>
                  <a:cubicBezTo>
                    <a:pt x="18" y="79"/>
                    <a:pt x="18" y="79"/>
                    <a:pt x="18" y="79"/>
                  </a:cubicBezTo>
                  <a:cubicBezTo>
                    <a:pt x="18" y="79"/>
                    <a:pt x="18" y="79"/>
                    <a:pt x="18" y="80"/>
                  </a:cubicBezTo>
                  <a:cubicBezTo>
                    <a:pt x="22" y="93"/>
                    <a:pt x="33" y="102"/>
                    <a:pt x="47" y="103"/>
                  </a:cubicBezTo>
                  <a:cubicBezTo>
                    <a:pt x="36" y="111"/>
                    <a:pt x="22" y="115"/>
                    <a:pt x="8" y="115"/>
                  </a:cubicBezTo>
                  <a:cubicBezTo>
                    <a:pt x="6" y="115"/>
                    <a:pt x="3" y="115"/>
                    <a:pt x="1" y="115"/>
                  </a:cubicBezTo>
                  <a:cubicBezTo>
                    <a:pt x="0" y="115"/>
                    <a:pt x="0" y="115"/>
                    <a:pt x="0" y="115"/>
                  </a:cubicBezTo>
                  <a:cubicBezTo>
                    <a:pt x="0" y="116"/>
                    <a:pt x="0" y="116"/>
                    <a:pt x="0" y="116"/>
                  </a:cubicBezTo>
                  <a:cubicBezTo>
                    <a:pt x="15" y="126"/>
                    <a:pt x="33" y="131"/>
                    <a:pt x="51" y="131"/>
                  </a:cubicBezTo>
                  <a:cubicBezTo>
                    <a:pt x="109" y="131"/>
                    <a:pt x="144" y="83"/>
                    <a:pt x="144" y="38"/>
                  </a:cubicBezTo>
                  <a:cubicBezTo>
                    <a:pt x="144" y="36"/>
                    <a:pt x="144" y="35"/>
                    <a:pt x="144" y="34"/>
                  </a:cubicBezTo>
                  <a:cubicBezTo>
                    <a:pt x="150" y="29"/>
                    <a:pt x="156" y="23"/>
                    <a:pt x="160" y="17"/>
                  </a:cubicBezTo>
                  <a:cubicBezTo>
                    <a:pt x="160" y="17"/>
                    <a:pt x="160" y="16"/>
                    <a:pt x="160" y="16"/>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sp>
          <p:nvSpPr>
            <p:cNvPr id="37" name="Freeform 21"/>
            <p:cNvSpPr>
              <a:spLocks/>
            </p:cNvSpPr>
            <p:nvPr/>
          </p:nvSpPr>
          <p:spPr bwMode="auto">
            <a:xfrm>
              <a:off x="5235659" y="5934143"/>
              <a:ext cx="207145" cy="261714"/>
            </a:xfrm>
            <a:custGeom>
              <a:avLst/>
              <a:gdLst>
                <a:gd name="T0" fmla="*/ 129 w 323"/>
                <a:gd name="T1" fmla="*/ 272 h 408"/>
                <a:gd name="T2" fmla="*/ 68 w 323"/>
                <a:gd name="T3" fmla="*/ 408 h 408"/>
                <a:gd name="T4" fmla="*/ 98 w 323"/>
                <a:gd name="T5" fmla="*/ 196 h 408"/>
                <a:gd name="T6" fmla="*/ 149 w 323"/>
                <a:gd name="T7" fmla="*/ 99 h 408"/>
                <a:gd name="T8" fmla="*/ 172 w 323"/>
                <a:gd name="T9" fmla="*/ 257 h 408"/>
                <a:gd name="T10" fmla="*/ 234 w 323"/>
                <a:gd name="T11" fmla="*/ 73 h 408"/>
                <a:gd name="T12" fmla="*/ 47 w 323"/>
                <a:gd name="T13" fmla="*/ 173 h 408"/>
                <a:gd name="T14" fmla="*/ 57 w 323"/>
                <a:gd name="T15" fmla="*/ 239 h 408"/>
                <a:gd name="T16" fmla="*/ 1 w 323"/>
                <a:gd name="T17" fmla="*/ 147 h 408"/>
                <a:gd name="T18" fmla="*/ 137 w 323"/>
                <a:gd name="T19" fmla="*/ 9 h 408"/>
                <a:gd name="T20" fmla="*/ 310 w 323"/>
                <a:gd name="T21" fmla="*/ 119 h 408"/>
                <a:gd name="T22" fmla="*/ 183 w 323"/>
                <a:gd name="T23" fmla="*/ 298 h 408"/>
                <a:gd name="T24" fmla="*/ 129 w 323"/>
                <a:gd name="T25" fmla="*/ 272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3" h="408">
                  <a:moveTo>
                    <a:pt x="129" y="272"/>
                  </a:moveTo>
                  <a:cubicBezTo>
                    <a:pt x="118" y="328"/>
                    <a:pt x="106" y="380"/>
                    <a:pt x="68" y="408"/>
                  </a:cubicBezTo>
                  <a:cubicBezTo>
                    <a:pt x="56" y="325"/>
                    <a:pt x="85" y="262"/>
                    <a:pt x="98" y="196"/>
                  </a:cubicBezTo>
                  <a:cubicBezTo>
                    <a:pt x="75" y="157"/>
                    <a:pt x="101" y="80"/>
                    <a:pt x="149" y="99"/>
                  </a:cubicBezTo>
                  <a:cubicBezTo>
                    <a:pt x="209" y="122"/>
                    <a:pt x="98" y="242"/>
                    <a:pt x="172" y="257"/>
                  </a:cubicBezTo>
                  <a:cubicBezTo>
                    <a:pt x="250" y="273"/>
                    <a:pt x="282" y="122"/>
                    <a:pt x="234" y="73"/>
                  </a:cubicBezTo>
                  <a:cubicBezTo>
                    <a:pt x="164" y="2"/>
                    <a:pt x="31" y="72"/>
                    <a:pt x="47" y="173"/>
                  </a:cubicBezTo>
                  <a:cubicBezTo>
                    <a:pt x="51" y="198"/>
                    <a:pt x="77" y="205"/>
                    <a:pt x="57" y="239"/>
                  </a:cubicBezTo>
                  <a:cubicBezTo>
                    <a:pt x="13" y="229"/>
                    <a:pt x="0" y="194"/>
                    <a:pt x="1" y="147"/>
                  </a:cubicBezTo>
                  <a:cubicBezTo>
                    <a:pt x="4" y="70"/>
                    <a:pt x="70" y="17"/>
                    <a:pt x="137" y="9"/>
                  </a:cubicBezTo>
                  <a:cubicBezTo>
                    <a:pt x="221" y="0"/>
                    <a:pt x="300" y="40"/>
                    <a:pt x="310" y="119"/>
                  </a:cubicBezTo>
                  <a:cubicBezTo>
                    <a:pt x="323" y="208"/>
                    <a:pt x="273" y="305"/>
                    <a:pt x="183" y="298"/>
                  </a:cubicBezTo>
                  <a:cubicBezTo>
                    <a:pt x="158" y="296"/>
                    <a:pt x="148" y="284"/>
                    <a:pt x="129" y="272"/>
                  </a:cubicBezTo>
                  <a:close/>
                </a:path>
              </a:pathLst>
            </a:custGeom>
            <a:solidFill>
              <a:schemeClr val="bg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mn-cs"/>
              </a:endParaRPr>
            </a:p>
          </p:txBody>
        </p:sp>
        <p:sp>
          <p:nvSpPr>
            <p:cNvPr id="38" name="Freeform 62"/>
            <p:cNvSpPr>
              <a:spLocks/>
            </p:cNvSpPr>
            <p:nvPr/>
          </p:nvSpPr>
          <p:spPr bwMode="auto">
            <a:xfrm>
              <a:off x="4063583" y="5934143"/>
              <a:ext cx="134925" cy="261714"/>
            </a:xfrm>
            <a:custGeom>
              <a:avLst/>
              <a:gdLst>
                <a:gd name="T0" fmla="*/ 84 w 84"/>
                <a:gd name="T1" fmla="*/ 27 h 163"/>
                <a:gd name="T2" fmla="*/ 69 w 84"/>
                <a:gd name="T3" fmla="*/ 27 h 163"/>
                <a:gd name="T4" fmla="*/ 54 w 84"/>
                <a:gd name="T5" fmla="*/ 41 h 163"/>
                <a:gd name="T6" fmla="*/ 54 w 84"/>
                <a:gd name="T7" fmla="*/ 60 h 163"/>
                <a:gd name="T8" fmla="*/ 83 w 84"/>
                <a:gd name="T9" fmla="*/ 60 h 163"/>
                <a:gd name="T10" fmla="*/ 83 w 84"/>
                <a:gd name="T11" fmla="*/ 88 h 163"/>
                <a:gd name="T12" fmla="*/ 54 w 84"/>
                <a:gd name="T13" fmla="*/ 88 h 163"/>
                <a:gd name="T14" fmla="*/ 54 w 84"/>
                <a:gd name="T15" fmla="*/ 163 h 163"/>
                <a:gd name="T16" fmla="*/ 25 w 84"/>
                <a:gd name="T17" fmla="*/ 163 h 163"/>
                <a:gd name="T18" fmla="*/ 25 w 84"/>
                <a:gd name="T19" fmla="*/ 88 h 163"/>
                <a:gd name="T20" fmla="*/ 0 w 84"/>
                <a:gd name="T21" fmla="*/ 88 h 163"/>
                <a:gd name="T22" fmla="*/ 0 w 84"/>
                <a:gd name="T23" fmla="*/ 60 h 163"/>
                <a:gd name="T24" fmla="*/ 25 w 84"/>
                <a:gd name="T25" fmla="*/ 60 h 163"/>
                <a:gd name="T26" fmla="*/ 25 w 84"/>
                <a:gd name="T27" fmla="*/ 38 h 163"/>
                <a:gd name="T28" fmla="*/ 62 w 84"/>
                <a:gd name="T29" fmla="*/ 0 h 163"/>
                <a:gd name="T30" fmla="*/ 84 w 84"/>
                <a:gd name="T31" fmla="*/ 0 h 163"/>
                <a:gd name="T32" fmla="*/ 84 w 84"/>
                <a:gd name="T33" fmla="*/ 27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63">
                  <a:moveTo>
                    <a:pt x="84" y="27"/>
                  </a:moveTo>
                  <a:cubicBezTo>
                    <a:pt x="69" y="27"/>
                    <a:pt x="69" y="27"/>
                    <a:pt x="69" y="27"/>
                  </a:cubicBezTo>
                  <a:cubicBezTo>
                    <a:pt x="57" y="27"/>
                    <a:pt x="54" y="33"/>
                    <a:pt x="54" y="41"/>
                  </a:cubicBezTo>
                  <a:cubicBezTo>
                    <a:pt x="54" y="60"/>
                    <a:pt x="54" y="60"/>
                    <a:pt x="54" y="60"/>
                  </a:cubicBezTo>
                  <a:cubicBezTo>
                    <a:pt x="83" y="60"/>
                    <a:pt x="83" y="60"/>
                    <a:pt x="83" y="60"/>
                  </a:cubicBezTo>
                  <a:cubicBezTo>
                    <a:pt x="83" y="88"/>
                    <a:pt x="83" y="88"/>
                    <a:pt x="83" y="88"/>
                  </a:cubicBezTo>
                  <a:cubicBezTo>
                    <a:pt x="54" y="88"/>
                    <a:pt x="54" y="88"/>
                    <a:pt x="54" y="88"/>
                  </a:cubicBezTo>
                  <a:cubicBezTo>
                    <a:pt x="54" y="163"/>
                    <a:pt x="54" y="163"/>
                    <a:pt x="54" y="163"/>
                  </a:cubicBezTo>
                  <a:cubicBezTo>
                    <a:pt x="25" y="163"/>
                    <a:pt x="25" y="163"/>
                    <a:pt x="25" y="163"/>
                  </a:cubicBezTo>
                  <a:cubicBezTo>
                    <a:pt x="25" y="88"/>
                    <a:pt x="25" y="88"/>
                    <a:pt x="25" y="88"/>
                  </a:cubicBezTo>
                  <a:cubicBezTo>
                    <a:pt x="0" y="88"/>
                    <a:pt x="0" y="88"/>
                    <a:pt x="0" y="88"/>
                  </a:cubicBezTo>
                  <a:cubicBezTo>
                    <a:pt x="0" y="60"/>
                    <a:pt x="0" y="60"/>
                    <a:pt x="0" y="60"/>
                  </a:cubicBezTo>
                  <a:cubicBezTo>
                    <a:pt x="25" y="60"/>
                    <a:pt x="25" y="60"/>
                    <a:pt x="25" y="60"/>
                  </a:cubicBezTo>
                  <a:cubicBezTo>
                    <a:pt x="25" y="38"/>
                    <a:pt x="25" y="38"/>
                    <a:pt x="25" y="38"/>
                  </a:cubicBezTo>
                  <a:cubicBezTo>
                    <a:pt x="25" y="13"/>
                    <a:pt x="40" y="0"/>
                    <a:pt x="62" y="0"/>
                  </a:cubicBezTo>
                  <a:cubicBezTo>
                    <a:pt x="84" y="0"/>
                    <a:pt x="84" y="0"/>
                    <a:pt x="84" y="0"/>
                  </a:cubicBezTo>
                  <a:lnTo>
                    <a:pt x="84" y="27"/>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grpSp>
      <p:grpSp>
        <p:nvGrpSpPr>
          <p:cNvPr id="39" name="Group 38"/>
          <p:cNvGrpSpPr/>
          <p:nvPr userDrawn="1"/>
        </p:nvGrpSpPr>
        <p:grpSpPr>
          <a:xfrm>
            <a:off x="7190430" y="5922241"/>
            <a:ext cx="615286" cy="184176"/>
            <a:chOff x="3872969" y="5806923"/>
            <a:chExt cx="1724341" cy="516155"/>
          </a:xfrm>
        </p:grpSpPr>
        <p:sp>
          <p:nvSpPr>
            <p:cNvPr id="40" name="Oval 39"/>
            <p:cNvSpPr/>
            <p:nvPr/>
          </p:nvSpPr>
          <p:spPr>
            <a:xfrm>
              <a:off x="3872969"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1" name="Oval 40"/>
            <p:cNvSpPr/>
            <p:nvPr/>
          </p:nvSpPr>
          <p:spPr>
            <a:xfrm>
              <a:off x="4477062"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2" name="Oval 41"/>
            <p:cNvSpPr/>
            <p:nvPr/>
          </p:nvSpPr>
          <p:spPr>
            <a:xfrm>
              <a:off x="5081155"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3" name="Freeform 63"/>
            <p:cNvSpPr>
              <a:spLocks/>
            </p:cNvSpPr>
            <p:nvPr/>
          </p:nvSpPr>
          <p:spPr bwMode="auto">
            <a:xfrm>
              <a:off x="4576091" y="5937921"/>
              <a:ext cx="318095" cy="261714"/>
            </a:xfrm>
            <a:custGeom>
              <a:avLst/>
              <a:gdLst>
                <a:gd name="T0" fmla="*/ 160 w 160"/>
                <a:gd name="T1" fmla="*/ 16 h 131"/>
                <a:gd name="T2" fmla="*/ 159 w 160"/>
                <a:gd name="T3" fmla="*/ 16 h 131"/>
                <a:gd name="T4" fmla="*/ 144 w 160"/>
                <a:gd name="T5" fmla="*/ 20 h 131"/>
                <a:gd name="T6" fmla="*/ 156 w 160"/>
                <a:gd name="T7" fmla="*/ 4 h 131"/>
                <a:gd name="T8" fmla="*/ 156 w 160"/>
                <a:gd name="T9" fmla="*/ 3 h 131"/>
                <a:gd name="T10" fmla="*/ 155 w 160"/>
                <a:gd name="T11" fmla="*/ 3 h 131"/>
                <a:gd name="T12" fmla="*/ 135 w 160"/>
                <a:gd name="T13" fmla="*/ 11 h 131"/>
                <a:gd name="T14" fmla="*/ 111 w 160"/>
                <a:gd name="T15" fmla="*/ 0 h 131"/>
                <a:gd name="T16" fmla="*/ 77 w 160"/>
                <a:gd name="T17" fmla="*/ 34 h 131"/>
                <a:gd name="T18" fmla="*/ 78 w 160"/>
                <a:gd name="T19" fmla="*/ 40 h 131"/>
                <a:gd name="T20" fmla="*/ 12 w 160"/>
                <a:gd name="T21" fmla="*/ 7 h 131"/>
                <a:gd name="T22" fmla="*/ 12 w 160"/>
                <a:gd name="T23" fmla="*/ 6 h 131"/>
                <a:gd name="T24" fmla="*/ 11 w 160"/>
                <a:gd name="T25" fmla="*/ 7 h 131"/>
                <a:gd name="T26" fmla="*/ 7 w 160"/>
                <a:gd name="T27" fmla="*/ 23 h 131"/>
                <a:gd name="T28" fmla="*/ 19 w 160"/>
                <a:gd name="T29" fmla="*/ 50 h 131"/>
                <a:gd name="T30" fmla="*/ 7 w 160"/>
                <a:gd name="T31" fmla="*/ 46 h 131"/>
                <a:gd name="T32" fmla="*/ 7 w 160"/>
                <a:gd name="T33" fmla="*/ 46 h 131"/>
                <a:gd name="T34" fmla="*/ 6 w 160"/>
                <a:gd name="T35" fmla="*/ 47 h 131"/>
                <a:gd name="T36" fmla="*/ 6 w 160"/>
                <a:gd name="T37" fmla="*/ 47 h 131"/>
                <a:gd name="T38" fmla="*/ 30 w 160"/>
                <a:gd name="T39" fmla="*/ 79 h 131"/>
                <a:gd name="T40" fmla="*/ 19 w 160"/>
                <a:gd name="T41" fmla="*/ 79 h 131"/>
                <a:gd name="T42" fmla="*/ 18 w 160"/>
                <a:gd name="T43" fmla="*/ 79 h 131"/>
                <a:gd name="T44" fmla="*/ 18 w 160"/>
                <a:gd name="T45" fmla="*/ 80 h 131"/>
                <a:gd name="T46" fmla="*/ 47 w 160"/>
                <a:gd name="T47" fmla="*/ 103 h 131"/>
                <a:gd name="T48" fmla="*/ 8 w 160"/>
                <a:gd name="T49" fmla="*/ 115 h 131"/>
                <a:gd name="T50" fmla="*/ 1 w 160"/>
                <a:gd name="T51" fmla="*/ 115 h 131"/>
                <a:gd name="T52" fmla="*/ 0 w 160"/>
                <a:gd name="T53" fmla="*/ 115 h 131"/>
                <a:gd name="T54" fmla="*/ 0 w 160"/>
                <a:gd name="T55" fmla="*/ 116 h 131"/>
                <a:gd name="T56" fmla="*/ 51 w 160"/>
                <a:gd name="T57" fmla="*/ 131 h 131"/>
                <a:gd name="T58" fmla="*/ 144 w 160"/>
                <a:gd name="T59" fmla="*/ 38 h 131"/>
                <a:gd name="T60" fmla="*/ 144 w 160"/>
                <a:gd name="T61" fmla="*/ 34 h 131"/>
                <a:gd name="T62" fmla="*/ 160 w 160"/>
                <a:gd name="T63" fmla="*/ 17 h 131"/>
                <a:gd name="T64" fmla="*/ 160 w 160"/>
                <a:gd name="T65" fmla="*/ 1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0" h="131">
                  <a:moveTo>
                    <a:pt x="160" y="16"/>
                  </a:moveTo>
                  <a:cubicBezTo>
                    <a:pt x="160" y="16"/>
                    <a:pt x="160" y="16"/>
                    <a:pt x="159" y="16"/>
                  </a:cubicBezTo>
                  <a:cubicBezTo>
                    <a:pt x="154" y="18"/>
                    <a:pt x="149" y="19"/>
                    <a:pt x="144" y="20"/>
                  </a:cubicBezTo>
                  <a:cubicBezTo>
                    <a:pt x="150" y="16"/>
                    <a:pt x="154" y="10"/>
                    <a:pt x="156" y="4"/>
                  </a:cubicBezTo>
                  <a:cubicBezTo>
                    <a:pt x="156" y="3"/>
                    <a:pt x="156" y="3"/>
                    <a:pt x="156" y="3"/>
                  </a:cubicBezTo>
                  <a:cubicBezTo>
                    <a:pt x="155" y="3"/>
                    <a:pt x="155" y="3"/>
                    <a:pt x="155" y="3"/>
                  </a:cubicBezTo>
                  <a:cubicBezTo>
                    <a:pt x="149" y="7"/>
                    <a:pt x="142" y="9"/>
                    <a:pt x="135" y="11"/>
                  </a:cubicBezTo>
                  <a:cubicBezTo>
                    <a:pt x="128" y="4"/>
                    <a:pt x="120" y="0"/>
                    <a:pt x="111" y="0"/>
                  </a:cubicBezTo>
                  <a:cubicBezTo>
                    <a:pt x="92" y="0"/>
                    <a:pt x="77" y="15"/>
                    <a:pt x="77" y="34"/>
                  </a:cubicBezTo>
                  <a:cubicBezTo>
                    <a:pt x="77" y="36"/>
                    <a:pt x="77" y="38"/>
                    <a:pt x="78" y="40"/>
                  </a:cubicBezTo>
                  <a:cubicBezTo>
                    <a:pt x="52" y="39"/>
                    <a:pt x="29" y="26"/>
                    <a:pt x="12" y="7"/>
                  </a:cubicBezTo>
                  <a:cubicBezTo>
                    <a:pt x="12" y="6"/>
                    <a:pt x="12" y="6"/>
                    <a:pt x="12" y="6"/>
                  </a:cubicBezTo>
                  <a:cubicBezTo>
                    <a:pt x="11" y="6"/>
                    <a:pt x="11" y="6"/>
                    <a:pt x="11" y="7"/>
                  </a:cubicBezTo>
                  <a:cubicBezTo>
                    <a:pt x="8" y="12"/>
                    <a:pt x="7" y="18"/>
                    <a:pt x="7" y="23"/>
                  </a:cubicBezTo>
                  <a:cubicBezTo>
                    <a:pt x="7" y="34"/>
                    <a:pt x="11" y="43"/>
                    <a:pt x="19" y="50"/>
                  </a:cubicBezTo>
                  <a:cubicBezTo>
                    <a:pt x="15" y="49"/>
                    <a:pt x="11" y="48"/>
                    <a:pt x="7" y="46"/>
                  </a:cubicBezTo>
                  <a:cubicBezTo>
                    <a:pt x="7" y="46"/>
                    <a:pt x="7" y="46"/>
                    <a:pt x="7" y="46"/>
                  </a:cubicBezTo>
                  <a:cubicBezTo>
                    <a:pt x="6" y="46"/>
                    <a:pt x="6" y="46"/>
                    <a:pt x="6" y="47"/>
                  </a:cubicBezTo>
                  <a:cubicBezTo>
                    <a:pt x="6" y="47"/>
                    <a:pt x="6" y="47"/>
                    <a:pt x="6" y="47"/>
                  </a:cubicBezTo>
                  <a:cubicBezTo>
                    <a:pt x="6" y="62"/>
                    <a:pt x="16" y="75"/>
                    <a:pt x="30" y="79"/>
                  </a:cubicBezTo>
                  <a:cubicBezTo>
                    <a:pt x="26" y="79"/>
                    <a:pt x="22" y="79"/>
                    <a:pt x="19" y="79"/>
                  </a:cubicBezTo>
                  <a:cubicBezTo>
                    <a:pt x="18" y="79"/>
                    <a:pt x="18" y="79"/>
                    <a:pt x="18" y="79"/>
                  </a:cubicBezTo>
                  <a:cubicBezTo>
                    <a:pt x="18" y="79"/>
                    <a:pt x="18" y="79"/>
                    <a:pt x="18" y="80"/>
                  </a:cubicBezTo>
                  <a:cubicBezTo>
                    <a:pt x="22" y="93"/>
                    <a:pt x="33" y="102"/>
                    <a:pt x="47" y="103"/>
                  </a:cubicBezTo>
                  <a:cubicBezTo>
                    <a:pt x="36" y="111"/>
                    <a:pt x="22" y="115"/>
                    <a:pt x="8" y="115"/>
                  </a:cubicBezTo>
                  <a:cubicBezTo>
                    <a:pt x="6" y="115"/>
                    <a:pt x="3" y="115"/>
                    <a:pt x="1" y="115"/>
                  </a:cubicBezTo>
                  <a:cubicBezTo>
                    <a:pt x="0" y="115"/>
                    <a:pt x="0" y="115"/>
                    <a:pt x="0" y="115"/>
                  </a:cubicBezTo>
                  <a:cubicBezTo>
                    <a:pt x="0" y="116"/>
                    <a:pt x="0" y="116"/>
                    <a:pt x="0" y="116"/>
                  </a:cubicBezTo>
                  <a:cubicBezTo>
                    <a:pt x="15" y="126"/>
                    <a:pt x="33" y="131"/>
                    <a:pt x="51" y="131"/>
                  </a:cubicBezTo>
                  <a:cubicBezTo>
                    <a:pt x="109" y="131"/>
                    <a:pt x="144" y="83"/>
                    <a:pt x="144" y="38"/>
                  </a:cubicBezTo>
                  <a:cubicBezTo>
                    <a:pt x="144" y="36"/>
                    <a:pt x="144" y="35"/>
                    <a:pt x="144" y="34"/>
                  </a:cubicBezTo>
                  <a:cubicBezTo>
                    <a:pt x="150" y="29"/>
                    <a:pt x="156" y="23"/>
                    <a:pt x="160" y="17"/>
                  </a:cubicBezTo>
                  <a:cubicBezTo>
                    <a:pt x="160" y="17"/>
                    <a:pt x="160" y="16"/>
                    <a:pt x="160" y="16"/>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sp>
          <p:nvSpPr>
            <p:cNvPr id="44" name="Freeform 21"/>
            <p:cNvSpPr>
              <a:spLocks/>
            </p:cNvSpPr>
            <p:nvPr/>
          </p:nvSpPr>
          <p:spPr bwMode="auto">
            <a:xfrm>
              <a:off x="5235659" y="5934143"/>
              <a:ext cx="207145" cy="261714"/>
            </a:xfrm>
            <a:custGeom>
              <a:avLst/>
              <a:gdLst>
                <a:gd name="T0" fmla="*/ 129 w 323"/>
                <a:gd name="T1" fmla="*/ 272 h 408"/>
                <a:gd name="T2" fmla="*/ 68 w 323"/>
                <a:gd name="T3" fmla="*/ 408 h 408"/>
                <a:gd name="T4" fmla="*/ 98 w 323"/>
                <a:gd name="T5" fmla="*/ 196 h 408"/>
                <a:gd name="T6" fmla="*/ 149 w 323"/>
                <a:gd name="T7" fmla="*/ 99 h 408"/>
                <a:gd name="T8" fmla="*/ 172 w 323"/>
                <a:gd name="T9" fmla="*/ 257 h 408"/>
                <a:gd name="T10" fmla="*/ 234 w 323"/>
                <a:gd name="T11" fmla="*/ 73 h 408"/>
                <a:gd name="T12" fmla="*/ 47 w 323"/>
                <a:gd name="T13" fmla="*/ 173 h 408"/>
                <a:gd name="T14" fmla="*/ 57 w 323"/>
                <a:gd name="T15" fmla="*/ 239 h 408"/>
                <a:gd name="T16" fmla="*/ 1 w 323"/>
                <a:gd name="T17" fmla="*/ 147 h 408"/>
                <a:gd name="T18" fmla="*/ 137 w 323"/>
                <a:gd name="T19" fmla="*/ 9 h 408"/>
                <a:gd name="T20" fmla="*/ 310 w 323"/>
                <a:gd name="T21" fmla="*/ 119 h 408"/>
                <a:gd name="T22" fmla="*/ 183 w 323"/>
                <a:gd name="T23" fmla="*/ 298 h 408"/>
                <a:gd name="T24" fmla="*/ 129 w 323"/>
                <a:gd name="T25" fmla="*/ 272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3" h="408">
                  <a:moveTo>
                    <a:pt x="129" y="272"/>
                  </a:moveTo>
                  <a:cubicBezTo>
                    <a:pt x="118" y="328"/>
                    <a:pt x="106" y="380"/>
                    <a:pt x="68" y="408"/>
                  </a:cubicBezTo>
                  <a:cubicBezTo>
                    <a:pt x="56" y="325"/>
                    <a:pt x="85" y="262"/>
                    <a:pt x="98" y="196"/>
                  </a:cubicBezTo>
                  <a:cubicBezTo>
                    <a:pt x="75" y="157"/>
                    <a:pt x="101" y="80"/>
                    <a:pt x="149" y="99"/>
                  </a:cubicBezTo>
                  <a:cubicBezTo>
                    <a:pt x="209" y="122"/>
                    <a:pt x="98" y="242"/>
                    <a:pt x="172" y="257"/>
                  </a:cubicBezTo>
                  <a:cubicBezTo>
                    <a:pt x="250" y="273"/>
                    <a:pt x="282" y="122"/>
                    <a:pt x="234" y="73"/>
                  </a:cubicBezTo>
                  <a:cubicBezTo>
                    <a:pt x="164" y="2"/>
                    <a:pt x="31" y="72"/>
                    <a:pt x="47" y="173"/>
                  </a:cubicBezTo>
                  <a:cubicBezTo>
                    <a:pt x="51" y="198"/>
                    <a:pt x="77" y="205"/>
                    <a:pt x="57" y="239"/>
                  </a:cubicBezTo>
                  <a:cubicBezTo>
                    <a:pt x="13" y="229"/>
                    <a:pt x="0" y="194"/>
                    <a:pt x="1" y="147"/>
                  </a:cubicBezTo>
                  <a:cubicBezTo>
                    <a:pt x="4" y="70"/>
                    <a:pt x="70" y="17"/>
                    <a:pt x="137" y="9"/>
                  </a:cubicBezTo>
                  <a:cubicBezTo>
                    <a:pt x="221" y="0"/>
                    <a:pt x="300" y="40"/>
                    <a:pt x="310" y="119"/>
                  </a:cubicBezTo>
                  <a:cubicBezTo>
                    <a:pt x="323" y="208"/>
                    <a:pt x="273" y="305"/>
                    <a:pt x="183" y="298"/>
                  </a:cubicBezTo>
                  <a:cubicBezTo>
                    <a:pt x="158" y="296"/>
                    <a:pt x="148" y="284"/>
                    <a:pt x="129" y="272"/>
                  </a:cubicBezTo>
                  <a:close/>
                </a:path>
              </a:pathLst>
            </a:custGeom>
            <a:solidFill>
              <a:schemeClr val="bg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mn-cs"/>
              </a:endParaRPr>
            </a:p>
          </p:txBody>
        </p:sp>
        <p:sp>
          <p:nvSpPr>
            <p:cNvPr id="45" name="Freeform 62"/>
            <p:cNvSpPr>
              <a:spLocks/>
            </p:cNvSpPr>
            <p:nvPr/>
          </p:nvSpPr>
          <p:spPr bwMode="auto">
            <a:xfrm>
              <a:off x="4063583" y="5934143"/>
              <a:ext cx="134925" cy="261714"/>
            </a:xfrm>
            <a:custGeom>
              <a:avLst/>
              <a:gdLst>
                <a:gd name="T0" fmla="*/ 84 w 84"/>
                <a:gd name="T1" fmla="*/ 27 h 163"/>
                <a:gd name="T2" fmla="*/ 69 w 84"/>
                <a:gd name="T3" fmla="*/ 27 h 163"/>
                <a:gd name="T4" fmla="*/ 54 w 84"/>
                <a:gd name="T5" fmla="*/ 41 h 163"/>
                <a:gd name="T6" fmla="*/ 54 w 84"/>
                <a:gd name="T7" fmla="*/ 60 h 163"/>
                <a:gd name="T8" fmla="*/ 83 w 84"/>
                <a:gd name="T9" fmla="*/ 60 h 163"/>
                <a:gd name="T10" fmla="*/ 83 w 84"/>
                <a:gd name="T11" fmla="*/ 88 h 163"/>
                <a:gd name="T12" fmla="*/ 54 w 84"/>
                <a:gd name="T13" fmla="*/ 88 h 163"/>
                <a:gd name="T14" fmla="*/ 54 w 84"/>
                <a:gd name="T15" fmla="*/ 163 h 163"/>
                <a:gd name="T16" fmla="*/ 25 w 84"/>
                <a:gd name="T17" fmla="*/ 163 h 163"/>
                <a:gd name="T18" fmla="*/ 25 w 84"/>
                <a:gd name="T19" fmla="*/ 88 h 163"/>
                <a:gd name="T20" fmla="*/ 0 w 84"/>
                <a:gd name="T21" fmla="*/ 88 h 163"/>
                <a:gd name="T22" fmla="*/ 0 w 84"/>
                <a:gd name="T23" fmla="*/ 60 h 163"/>
                <a:gd name="T24" fmla="*/ 25 w 84"/>
                <a:gd name="T25" fmla="*/ 60 h 163"/>
                <a:gd name="T26" fmla="*/ 25 w 84"/>
                <a:gd name="T27" fmla="*/ 38 h 163"/>
                <a:gd name="T28" fmla="*/ 62 w 84"/>
                <a:gd name="T29" fmla="*/ 0 h 163"/>
                <a:gd name="T30" fmla="*/ 84 w 84"/>
                <a:gd name="T31" fmla="*/ 0 h 163"/>
                <a:gd name="T32" fmla="*/ 84 w 84"/>
                <a:gd name="T33" fmla="*/ 27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63">
                  <a:moveTo>
                    <a:pt x="84" y="27"/>
                  </a:moveTo>
                  <a:cubicBezTo>
                    <a:pt x="69" y="27"/>
                    <a:pt x="69" y="27"/>
                    <a:pt x="69" y="27"/>
                  </a:cubicBezTo>
                  <a:cubicBezTo>
                    <a:pt x="57" y="27"/>
                    <a:pt x="54" y="33"/>
                    <a:pt x="54" y="41"/>
                  </a:cubicBezTo>
                  <a:cubicBezTo>
                    <a:pt x="54" y="60"/>
                    <a:pt x="54" y="60"/>
                    <a:pt x="54" y="60"/>
                  </a:cubicBezTo>
                  <a:cubicBezTo>
                    <a:pt x="83" y="60"/>
                    <a:pt x="83" y="60"/>
                    <a:pt x="83" y="60"/>
                  </a:cubicBezTo>
                  <a:cubicBezTo>
                    <a:pt x="83" y="88"/>
                    <a:pt x="83" y="88"/>
                    <a:pt x="83" y="88"/>
                  </a:cubicBezTo>
                  <a:cubicBezTo>
                    <a:pt x="54" y="88"/>
                    <a:pt x="54" y="88"/>
                    <a:pt x="54" y="88"/>
                  </a:cubicBezTo>
                  <a:cubicBezTo>
                    <a:pt x="54" y="163"/>
                    <a:pt x="54" y="163"/>
                    <a:pt x="54" y="163"/>
                  </a:cubicBezTo>
                  <a:cubicBezTo>
                    <a:pt x="25" y="163"/>
                    <a:pt x="25" y="163"/>
                    <a:pt x="25" y="163"/>
                  </a:cubicBezTo>
                  <a:cubicBezTo>
                    <a:pt x="25" y="88"/>
                    <a:pt x="25" y="88"/>
                    <a:pt x="25" y="88"/>
                  </a:cubicBezTo>
                  <a:cubicBezTo>
                    <a:pt x="0" y="88"/>
                    <a:pt x="0" y="88"/>
                    <a:pt x="0" y="88"/>
                  </a:cubicBezTo>
                  <a:cubicBezTo>
                    <a:pt x="0" y="60"/>
                    <a:pt x="0" y="60"/>
                    <a:pt x="0" y="60"/>
                  </a:cubicBezTo>
                  <a:cubicBezTo>
                    <a:pt x="25" y="60"/>
                    <a:pt x="25" y="60"/>
                    <a:pt x="25" y="60"/>
                  </a:cubicBezTo>
                  <a:cubicBezTo>
                    <a:pt x="25" y="38"/>
                    <a:pt x="25" y="38"/>
                    <a:pt x="25" y="38"/>
                  </a:cubicBezTo>
                  <a:cubicBezTo>
                    <a:pt x="25" y="13"/>
                    <a:pt x="40" y="0"/>
                    <a:pt x="62" y="0"/>
                  </a:cubicBezTo>
                  <a:cubicBezTo>
                    <a:pt x="84" y="0"/>
                    <a:pt x="84" y="0"/>
                    <a:pt x="84" y="0"/>
                  </a:cubicBezTo>
                  <a:lnTo>
                    <a:pt x="84" y="27"/>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grpSp>
      <p:grpSp>
        <p:nvGrpSpPr>
          <p:cNvPr id="46" name="Group 45"/>
          <p:cNvGrpSpPr/>
          <p:nvPr userDrawn="1"/>
        </p:nvGrpSpPr>
        <p:grpSpPr>
          <a:xfrm>
            <a:off x="10028060" y="5922241"/>
            <a:ext cx="615286" cy="184176"/>
            <a:chOff x="3872969" y="5806923"/>
            <a:chExt cx="1724341" cy="516155"/>
          </a:xfrm>
        </p:grpSpPr>
        <p:sp>
          <p:nvSpPr>
            <p:cNvPr id="47" name="Oval 46"/>
            <p:cNvSpPr/>
            <p:nvPr/>
          </p:nvSpPr>
          <p:spPr>
            <a:xfrm>
              <a:off x="3872969"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8" name="Oval 47"/>
            <p:cNvSpPr/>
            <p:nvPr/>
          </p:nvSpPr>
          <p:spPr>
            <a:xfrm>
              <a:off x="4477062"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9" name="Oval 48"/>
            <p:cNvSpPr/>
            <p:nvPr/>
          </p:nvSpPr>
          <p:spPr>
            <a:xfrm>
              <a:off x="5081155"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50" name="Freeform 63"/>
            <p:cNvSpPr>
              <a:spLocks/>
            </p:cNvSpPr>
            <p:nvPr/>
          </p:nvSpPr>
          <p:spPr bwMode="auto">
            <a:xfrm>
              <a:off x="4576091" y="5937921"/>
              <a:ext cx="318095" cy="261714"/>
            </a:xfrm>
            <a:custGeom>
              <a:avLst/>
              <a:gdLst>
                <a:gd name="T0" fmla="*/ 160 w 160"/>
                <a:gd name="T1" fmla="*/ 16 h 131"/>
                <a:gd name="T2" fmla="*/ 159 w 160"/>
                <a:gd name="T3" fmla="*/ 16 h 131"/>
                <a:gd name="T4" fmla="*/ 144 w 160"/>
                <a:gd name="T5" fmla="*/ 20 h 131"/>
                <a:gd name="T6" fmla="*/ 156 w 160"/>
                <a:gd name="T7" fmla="*/ 4 h 131"/>
                <a:gd name="T8" fmla="*/ 156 w 160"/>
                <a:gd name="T9" fmla="*/ 3 h 131"/>
                <a:gd name="T10" fmla="*/ 155 w 160"/>
                <a:gd name="T11" fmla="*/ 3 h 131"/>
                <a:gd name="T12" fmla="*/ 135 w 160"/>
                <a:gd name="T13" fmla="*/ 11 h 131"/>
                <a:gd name="T14" fmla="*/ 111 w 160"/>
                <a:gd name="T15" fmla="*/ 0 h 131"/>
                <a:gd name="T16" fmla="*/ 77 w 160"/>
                <a:gd name="T17" fmla="*/ 34 h 131"/>
                <a:gd name="T18" fmla="*/ 78 w 160"/>
                <a:gd name="T19" fmla="*/ 40 h 131"/>
                <a:gd name="T20" fmla="*/ 12 w 160"/>
                <a:gd name="T21" fmla="*/ 7 h 131"/>
                <a:gd name="T22" fmla="*/ 12 w 160"/>
                <a:gd name="T23" fmla="*/ 6 h 131"/>
                <a:gd name="T24" fmla="*/ 11 w 160"/>
                <a:gd name="T25" fmla="*/ 7 h 131"/>
                <a:gd name="T26" fmla="*/ 7 w 160"/>
                <a:gd name="T27" fmla="*/ 23 h 131"/>
                <a:gd name="T28" fmla="*/ 19 w 160"/>
                <a:gd name="T29" fmla="*/ 50 h 131"/>
                <a:gd name="T30" fmla="*/ 7 w 160"/>
                <a:gd name="T31" fmla="*/ 46 h 131"/>
                <a:gd name="T32" fmla="*/ 7 w 160"/>
                <a:gd name="T33" fmla="*/ 46 h 131"/>
                <a:gd name="T34" fmla="*/ 6 w 160"/>
                <a:gd name="T35" fmla="*/ 47 h 131"/>
                <a:gd name="T36" fmla="*/ 6 w 160"/>
                <a:gd name="T37" fmla="*/ 47 h 131"/>
                <a:gd name="T38" fmla="*/ 30 w 160"/>
                <a:gd name="T39" fmla="*/ 79 h 131"/>
                <a:gd name="T40" fmla="*/ 19 w 160"/>
                <a:gd name="T41" fmla="*/ 79 h 131"/>
                <a:gd name="T42" fmla="*/ 18 w 160"/>
                <a:gd name="T43" fmla="*/ 79 h 131"/>
                <a:gd name="T44" fmla="*/ 18 w 160"/>
                <a:gd name="T45" fmla="*/ 80 h 131"/>
                <a:gd name="T46" fmla="*/ 47 w 160"/>
                <a:gd name="T47" fmla="*/ 103 h 131"/>
                <a:gd name="T48" fmla="*/ 8 w 160"/>
                <a:gd name="T49" fmla="*/ 115 h 131"/>
                <a:gd name="T50" fmla="*/ 1 w 160"/>
                <a:gd name="T51" fmla="*/ 115 h 131"/>
                <a:gd name="T52" fmla="*/ 0 w 160"/>
                <a:gd name="T53" fmla="*/ 115 h 131"/>
                <a:gd name="T54" fmla="*/ 0 w 160"/>
                <a:gd name="T55" fmla="*/ 116 h 131"/>
                <a:gd name="T56" fmla="*/ 51 w 160"/>
                <a:gd name="T57" fmla="*/ 131 h 131"/>
                <a:gd name="T58" fmla="*/ 144 w 160"/>
                <a:gd name="T59" fmla="*/ 38 h 131"/>
                <a:gd name="T60" fmla="*/ 144 w 160"/>
                <a:gd name="T61" fmla="*/ 34 h 131"/>
                <a:gd name="T62" fmla="*/ 160 w 160"/>
                <a:gd name="T63" fmla="*/ 17 h 131"/>
                <a:gd name="T64" fmla="*/ 160 w 160"/>
                <a:gd name="T65" fmla="*/ 1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0" h="131">
                  <a:moveTo>
                    <a:pt x="160" y="16"/>
                  </a:moveTo>
                  <a:cubicBezTo>
                    <a:pt x="160" y="16"/>
                    <a:pt x="160" y="16"/>
                    <a:pt x="159" y="16"/>
                  </a:cubicBezTo>
                  <a:cubicBezTo>
                    <a:pt x="154" y="18"/>
                    <a:pt x="149" y="19"/>
                    <a:pt x="144" y="20"/>
                  </a:cubicBezTo>
                  <a:cubicBezTo>
                    <a:pt x="150" y="16"/>
                    <a:pt x="154" y="10"/>
                    <a:pt x="156" y="4"/>
                  </a:cubicBezTo>
                  <a:cubicBezTo>
                    <a:pt x="156" y="3"/>
                    <a:pt x="156" y="3"/>
                    <a:pt x="156" y="3"/>
                  </a:cubicBezTo>
                  <a:cubicBezTo>
                    <a:pt x="155" y="3"/>
                    <a:pt x="155" y="3"/>
                    <a:pt x="155" y="3"/>
                  </a:cubicBezTo>
                  <a:cubicBezTo>
                    <a:pt x="149" y="7"/>
                    <a:pt x="142" y="9"/>
                    <a:pt x="135" y="11"/>
                  </a:cubicBezTo>
                  <a:cubicBezTo>
                    <a:pt x="128" y="4"/>
                    <a:pt x="120" y="0"/>
                    <a:pt x="111" y="0"/>
                  </a:cubicBezTo>
                  <a:cubicBezTo>
                    <a:pt x="92" y="0"/>
                    <a:pt x="77" y="15"/>
                    <a:pt x="77" y="34"/>
                  </a:cubicBezTo>
                  <a:cubicBezTo>
                    <a:pt x="77" y="36"/>
                    <a:pt x="77" y="38"/>
                    <a:pt x="78" y="40"/>
                  </a:cubicBezTo>
                  <a:cubicBezTo>
                    <a:pt x="52" y="39"/>
                    <a:pt x="29" y="26"/>
                    <a:pt x="12" y="7"/>
                  </a:cubicBezTo>
                  <a:cubicBezTo>
                    <a:pt x="12" y="6"/>
                    <a:pt x="12" y="6"/>
                    <a:pt x="12" y="6"/>
                  </a:cubicBezTo>
                  <a:cubicBezTo>
                    <a:pt x="11" y="6"/>
                    <a:pt x="11" y="6"/>
                    <a:pt x="11" y="7"/>
                  </a:cubicBezTo>
                  <a:cubicBezTo>
                    <a:pt x="8" y="12"/>
                    <a:pt x="7" y="18"/>
                    <a:pt x="7" y="23"/>
                  </a:cubicBezTo>
                  <a:cubicBezTo>
                    <a:pt x="7" y="34"/>
                    <a:pt x="11" y="43"/>
                    <a:pt x="19" y="50"/>
                  </a:cubicBezTo>
                  <a:cubicBezTo>
                    <a:pt x="15" y="49"/>
                    <a:pt x="11" y="48"/>
                    <a:pt x="7" y="46"/>
                  </a:cubicBezTo>
                  <a:cubicBezTo>
                    <a:pt x="7" y="46"/>
                    <a:pt x="7" y="46"/>
                    <a:pt x="7" y="46"/>
                  </a:cubicBezTo>
                  <a:cubicBezTo>
                    <a:pt x="6" y="46"/>
                    <a:pt x="6" y="46"/>
                    <a:pt x="6" y="47"/>
                  </a:cubicBezTo>
                  <a:cubicBezTo>
                    <a:pt x="6" y="47"/>
                    <a:pt x="6" y="47"/>
                    <a:pt x="6" y="47"/>
                  </a:cubicBezTo>
                  <a:cubicBezTo>
                    <a:pt x="6" y="62"/>
                    <a:pt x="16" y="75"/>
                    <a:pt x="30" y="79"/>
                  </a:cubicBezTo>
                  <a:cubicBezTo>
                    <a:pt x="26" y="79"/>
                    <a:pt x="22" y="79"/>
                    <a:pt x="19" y="79"/>
                  </a:cubicBezTo>
                  <a:cubicBezTo>
                    <a:pt x="18" y="79"/>
                    <a:pt x="18" y="79"/>
                    <a:pt x="18" y="79"/>
                  </a:cubicBezTo>
                  <a:cubicBezTo>
                    <a:pt x="18" y="79"/>
                    <a:pt x="18" y="79"/>
                    <a:pt x="18" y="80"/>
                  </a:cubicBezTo>
                  <a:cubicBezTo>
                    <a:pt x="22" y="93"/>
                    <a:pt x="33" y="102"/>
                    <a:pt x="47" y="103"/>
                  </a:cubicBezTo>
                  <a:cubicBezTo>
                    <a:pt x="36" y="111"/>
                    <a:pt x="22" y="115"/>
                    <a:pt x="8" y="115"/>
                  </a:cubicBezTo>
                  <a:cubicBezTo>
                    <a:pt x="6" y="115"/>
                    <a:pt x="3" y="115"/>
                    <a:pt x="1" y="115"/>
                  </a:cubicBezTo>
                  <a:cubicBezTo>
                    <a:pt x="0" y="115"/>
                    <a:pt x="0" y="115"/>
                    <a:pt x="0" y="115"/>
                  </a:cubicBezTo>
                  <a:cubicBezTo>
                    <a:pt x="0" y="116"/>
                    <a:pt x="0" y="116"/>
                    <a:pt x="0" y="116"/>
                  </a:cubicBezTo>
                  <a:cubicBezTo>
                    <a:pt x="15" y="126"/>
                    <a:pt x="33" y="131"/>
                    <a:pt x="51" y="131"/>
                  </a:cubicBezTo>
                  <a:cubicBezTo>
                    <a:pt x="109" y="131"/>
                    <a:pt x="144" y="83"/>
                    <a:pt x="144" y="38"/>
                  </a:cubicBezTo>
                  <a:cubicBezTo>
                    <a:pt x="144" y="36"/>
                    <a:pt x="144" y="35"/>
                    <a:pt x="144" y="34"/>
                  </a:cubicBezTo>
                  <a:cubicBezTo>
                    <a:pt x="150" y="29"/>
                    <a:pt x="156" y="23"/>
                    <a:pt x="160" y="17"/>
                  </a:cubicBezTo>
                  <a:cubicBezTo>
                    <a:pt x="160" y="17"/>
                    <a:pt x="160" y="16"/>
                    <a:pt x="160" y="16"/>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sp>
          <p:nvSpPr>
            <p:cNvPr id="51" name="Freeform 21"/>
            <p:cNvSpPr>
              <a:spLocks/>
            </p:cNvSpPr>
            <p:nvPr/>
          </p:nvSpPr>
          <p:spPr bwMode="auto">
            <a:xfrm>
              <a:off x="5235659" y="5934143"/>
              <a:ext cx="207145" cy="261714"/>
            </a:xfrm>
            <a:custGeom>
              <a:avLst/>
              <a:gdLst>
                <a:gd name="T0" fmla="*/ 129 w 323"/>
                <a:gd name="T1" fmla="*/ 272 h 408"/>
                <a:gd name="T2" fmla="*/ 68 w 323"/>
                <a:gd name="T3" fmla="*/ 408 h 408"/>
                <a:gd name="T4" fmla="*/ 98 w 323"/>
                <a:gd name="T5" fmla="*/ 196 h 408"/>
                <a:gd name="T6" fmla="*/ 149 w 323"/>
                <a:gd name="T7" fmla="*/ 99 h 408"/>
                <a:gd name="T8" fmla="*/ 172 w 323"/>
                <a:gd name="T9" fmla="*/ 257 h 408"/>
                <a:gd name="T10" fmla="*/ 234 w 323"/>
                <a:gd name="T11" fmla="*/ 73 h 408"/>
                <a:gd name="T12" fmla="*/ 47 w 323"/>
                <a:gd name="T13" fmla="*/ 173 h 408"/>
                <a:gd name="T14" fmla="*/ 57 w 323"/>
                <a:gd name="T15" fmla="*/ 239 h 408"/>
                <a:gd name="T16" fmla="*/ 1 w 323"/>
                <a:gd name="T17" fmla="*/ 147 h 408"/>
                <a:gd name="T18" fmla="*/ 137 w 323"/>
                <a:gd name="T19" fmla="*/ 9 h 408"/>
                <a:gd name="T20" fmla="*/ 310 w 323"/>
                <a:gd name="T21" fmla="*/ 119 h 408"/>
                <a:gd name="T22" fmla="*/ 183 w 323"/>
                <a:gd name="T23" fmla="*/ 298 h 408"/>
                <a:gd name="T24" fmla="*/ 129 w 323"/>
                <a:gd name="T25" fmla="*/ 272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3" h="408">
                  <a:moveTo>
                    <a:pt x="129" y="272"/>
                  </a:moveTo>
                  <a:cubicBezTo>
                    <a:pt x="118" y="328"/>
                    <a:pt x="106" y="380"/>
                    <a:pt x="68" y="408"/>
                  </a:cubicBezTo>
                  <a:cubicBezTo>
                    <a:pt x="56" y="325"/>
                    <a:pt x="85" y="262"/>
                    <a:pt x="98" y="196"/>
                  </a:cubicBezTo>
                  <a:cubicBezTo>
                    <a:pt x="75" y="157"/>
                    <a:pt x="101" y="80"/>
                    <a:pt x="149" y="99"/>
                  </a:cubicBezTo>
                  <a:cubicBezTo>
                    <a:pt x="209" y="122"/>
                    <a:pt x="98" y="242"/>
                    <a:pt x="172" y="257"/>
                  </a:cubicBezTo>
                  <a:cubicBezTo>
                    <a:pt x="250" y="273"/>
                    <a:pt x="282" y="122"/>
                    <a:pt x="234" y="73"/>
                  </a:cubicBezTo>
                  <a:cubicBezTo>
                    <a:pt x="164" y="2"/>
                    <a:pt x="31" y="72"/>
                    <a:pt x="47" y="173"/>
                  </a:cubicBezTo>
                  <a:cubicBezTo>
                    <a:pt x="51" y="198"/>
                    <a:pt x="77" y="205"/>
                    <a:pt x="57" y="239"/>
                  </a:cubicBezTo>
                  <a:cubicBezTo>
                    <a:pt x="13" y="229"/>
                    <a:pt x="0" y="194"/>
                    <a:pt x="1" y="147"/>
                  </a:cubicBezTo>
                  <a:cubicBezTo>
                    <a:pt x="4" y="70"/>
                    <a:pt x="70" y="17"/>
                    <a:pt x="137" y="9"/>
                  </a:cubicBezTo>
                  <a:cubicBezTo>
                    <a:pt x="221" y="0"/>
                    <a:pt x="300" y="40"/>
                    <a:pt x="310" y="119"/>
                  </a:cubicBezTo>
                  <a:cubicBezTo>
                    <a:pt x="323" y="208"/>
                    <a:pt x="273" y="305"/>
                    <a:pt x="183" y="298"/>
                  </a:cubicBezTo>
                  <a:cubicBezTo>
                    <a:pt x="158" y="296"/>
                    <a:pt x="148" y="284"/>
                    <a:pt x="129" y="272"/>
                  </a:cubicBezTo>
                  <a:close/>
                </a:path>
              </a:pathLst>
            </a:custGeom>
            <a:solidFill>
              <a:schemeClr val="bg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mn-cs"/>
              </a:endParaRPr>
            </a:p>
          </p:txBody>
        </p:sp>
        <p:sp>
          <p:nvSpPr>
            <p:cNvPr id="52" name="Freeform 62"/>
            <p:cNvSpPr>
              <a:spLocks/>
            </p:cNvSpPr>
            <p:nvPr/>
          </p:nvSpPr>
          <p:spPr bwMode="auto">
            <a:xfrm>
              <a:off x="4063583" y="5934143"/>
              <a:ext cx="134925" cy="261714"/>
            </a:xfrm>
            <a:custGeom>
              <a:avLst/>
              <a:gdLst>
                <a:gd name="T0" fmla="*/ 84 w 84"/>
                <a:gd name="T1" fmla="*/ 27 h 163"/>
                <a:gd name="T2" fmla="*/ 69 w 84"/>
                <a:gd name="T3" fmla="*/ 27 h 163"/>
                <a:gd name="T4" fmla="*/ 54 w 84"/>
                <a:gd name="T5" fmla="*/ 41 h 163"/>
                <a:gd name="T6" fmla="*/ 54 w 84"/>
                <a:gd name="T7" fmla="*/ 60 h 163"/>
                <a:gd name="T8" fmla="*/ 83 w 84"/>
                <a:gd name="T9" fmla="*/ 60 h 163"/>
                <a:gd name="T10" fmla="*/ 83 w 84"/>
                <a:gd name="T11" fmla="*/ 88 h 163"/>
                <a:gd name="T12" fmla="*/ 54 w 84"/>
                <a:gd name="T13" fmla="*/ 88 h 163"/>
                <a:gd name="T14" fmla="*/ 54 w 84"/>
                <a:gd name="T15" fmla="*/ 163 h 163"/>
                <a:gd name="T16" fmla="*/ 25 w 84"/>
                <a:gd name="T17" fmla="*/ 163 h 163"/>
                <a:gd name="T18" fmla="*/ 25 w 84"/>
                <a:gd name="T19" fmla="*/ 88 h 163"/>
                <a:gd name="T20" fmla="*/ 0 w 84"/>
                <a:gd name="T21" fmla="*/ 88 h 163"/>
                <a:gd name="T22" fmla="*/ 0 w 84"/>
                <a:gd name="T23" fmla="*/ 60 h 163"/>
                <a:gd name="T24" fmla="*/ 25 w 84"/>
                <a:gd name="T25" fmla="*/ 60 h 163"/>
                <a:gd name="T26" fmla="*/ 25 w 84"/>
                <a:gd name="T27" fmla="*/ 38 h 163"/>
                <a:gd name="T28" fmla="*/ 62 w 84"/>
                <a:gd name="T29" fmla="*/ 0 h 163"/>
                <a:gd name="T30" fmla="*/ 84 w 84"/>
                <a:gd name="T31" fmla="*/ 0 h 163"/>
                <a:gd name="T32" fmla="*/ 84 w 84"/>
                <a:gd name="T33" fmla="*/ 27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63">
                  <a:moveTo>
                    <a:pt x="84" y="27"/>
                  </a:moveTo>
                  <a:cubicBezTo>
                    <a:pt x="69" y="27"/>
                    <a:pt x="69" y="27"/>
                    <a:pt x="69" y="27"/>
                  </a:cubicBezTo>
                  <a:cubicBezTo>
                    <a:pt x="57" y="27"/>
                    <a:pt x="54" y="33"/>
                    <a:pt x="54" y="41"/>
                  </a:cubicBezTo>
                  <a:cubicBezTo>
                    <a:pt x="54" y="60"/>
                    <a:pt x="54" y="60"/>
                    <a:pt x="54" y="60"/>
                  </a:cubicBezTo>
                  <a:cubicBezTo>
                    <a:pt x="83" y="60"/>
                    <a:pt x="83" y="60"/>
                    <a:pt x="83" y="60"/>
                  </a:cubicBezTo>
                  <a:cubicBezTo>
                    <a:pt x="83" y="88"/>
                    <a:pt x="83" y="88"/>
                    <a:pt x="83" y="88"/>
                  </a:cubicBezTo>
                  <a:cubicBezTo>
                    <a:pt x="54" y="88"/>
                    <a:pt x="54" y="88"/>
                    <a:pt x="54" y="88"/>
                  </a:cubicBezTo>
                  <a:cubicBezTo>
                    <a:pt x="54" y="163"/>
                    <a:pt x="54" y="163"/>
                    <a:pt x="54" y="163"/>
                  </a:cubicBezTo>
                  <a:cubicBezTo>
                    <a:pt x="25" y="163"/>
                    <a:pt x="25" y="163"/>
                    <a:pt x="25" y="163"/>
                  </a:cubicBezTo>
                  <a:cubicBezTo>
                    <a:pt x="25" y="88"/>
                    <a:pt x="25" y="88"/>
                    <a:pt x="25" y="88"/>
                  </a:cubicBezTo>
                  <a:cubicBezTo>
                    <a:pt x="0" y="88"/>
                    <a:pt x="0" y="88"/>
                    <a:pt x="0" y="88"/>
                  </a:cubicBezTo>
                  <a:cubicBezTo>
                    <a:pt x="0" y="60"/>
                    <a:pt x="0" y="60"/>
                    <a:pt x="0" y="60"/>
                  </a:cubicBezTo>
                  <a:cubicBezTo>
                    <a:pt x="25" y="60"/>
                    <a:pt x="25" y="60"/>
                    <a:pt x="25" y="60"/>
                  </a:cubicBezTo>
                  <a:cubicBezTo>
                    <a:pt x="25" y="38"/>
                    <a:pt x="25" y="38"/>
                    <a:pt x="25" y="38"/>
                  </a:cubicBezTo>
                  <a:cubicBezTo>
                    <a:pt x="25" y="13"/>
                    <a:pt x="40" y="0"/>
                    <a:pt x="62" y="0"/>
                  </a:cubicBezTo>
                  <a:cubicBezTo>
                    <a:pt x="84" y="0"/>
                    <a:pt x="84" y="0"/>
                    <a:pt x="84" y="0"/>
                  </a:cubicBezTo>
                  <a:lnTo>
                    <a:pt x="84" y="27"/>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grpSp>
    </p:spTree>
    <p:extLst>
      <p:ext uri="{BB962C8B-B14F-4D97-AF65-F5344CB8AC3E}">
        <p14:creationId xmlns:p14="http://schemas.microsoft.com/office/powerpoint/2010/main" val="198773509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53" presetClass="entr" presetSubtype="16" fill="hold" grpId="0" nodeType="afterEffect">
                                  <p:stCondLst>
                                    <p:cond delay="0"/>
                                  </p:stCondLst>
                                  <p:childTnLst>
                                    <p:set>
                                      <p:cBhvr>
                                        <p:cTn id="20" dur="1" fill="hold">
                                          <p:stCondLst>
                                            <p:cond delay="0"/>
                                          </p:stCondLst>
                                        </p:cTn>
                                        <p:tgtEl>
                                          <p:spTgt spid="9"/>
                                        </p:tgtEl>
                                        <p:attrNameLst>
                                          <p:attrName>style.visibility</p:attrName>
                                        </p:attrNameLst>
                                      </p:cBhvr>
                                      <p:to>
                                        <p:strVal val="visible"/>
                                      </p:to>
                                    </p:set>
                                    <p:anim calcmode="lin" valueType="num">
                                      <p:cBhvr>
                                        <p:cTn id="21" dur="500" fill="hold"/>
                                        <p:tgtEl>
                                          <p:spTgt spid="9"/>
                                        </p:tgtEl>
                                        <p:attrNameLst>
                                          <p:attrName>ppt_w</p:attrName>
                                        </p:attrNameLst>
                                      </p:cBhvr>
                                      <p:tavLst>
                                        <p:tav tm="0">
                                          <p:val>
                                            <p:fltVal val="0"/>
                                          </p:val>
                                        </p:tav>
                                        <p:tav tm="100000">
                                          <p:val>
                                            <p:strVal val="#ppt_w"/>
                                          </p:val>
                                        </p:tav>
                                      </p:tavLst>
                                    </p:anim>
                                    <p:anim calcmode="lin" valueType="num">
                                      <p:cBhvr>
                                        <p:cTn id="22" dur="500" fill="hold"/>
                                        <p:tgtEl>
                                          <p:spTgt spid="9"/>
                                        </p:tgtEl>
                                        <p:attrNameLst>
                                          <p:attrName>ppt_h</p:attrName>
                                        </p:attrNameLst>
                                      </p:cBhvr>
                                      <p:tavLst>
                                        <p:tav tm="0">
                                          <p:val>
                                            <p:fltVal val="0"/>
                                          </p:val>
                                        </p:tav>
                                        <p:tav tm="100000">
                                          <p:val>
                                            <p:strVal val="#ppt_h"/>
                                          </p:val>
                                        </p:tav>
                                      </p:tavLst>
                                    </p:anim>
                                    <p:animEffect transition="in" filter="fade">
                                      <p:cBhvr>
                                        <p:cTn id="23" dur="500"/>
                                        <p:tgtEl>
                                          <p:spTgt spid="9"/>
                                        </p:tgtEl>
                                      </p:cBhvr>
                                    </p:animEffect>
                                  </p:childTnLst>
                                </p:cTn>
                              </p:par>
                            </p:childTnLst>
                          </p:cTn>
                        </p:par>
                        <p:par>
                          <p:cTn id="24" fill="hold">
                            <p:stCondLst>
                              <p:cond delay="2000"/>
                            </p:stCondLst>
                            <p:childTnLst>
                              <p:par>
                                <p:cTn id="25" presetID="53" presetClass="entr" presetSubtype="16" fill="hold" grpId="0" nodeType="afterEffect">
                                  <p:stCondLst>
                                    <p:cond delay="0"/>
                                  </p:stCondLst>
                                  <p:childTnLst>
                                    <p:set>
                                      <p:cBhvr>
                                        <p:cTn id="26" dur="1" fill="hold">
                                          <p:stCondLst>
                                            <p:cond delay="0"/>
                                          </p:stCondLst>
                                        </p:cTn>
                                        <p:tgtEl>
                                          <p:spTgt spid="10"/>
                                        </p:tgtEl>
                                        <p:attrNameLst>
                                          <p:attrName>style.visibility</p:attrName>
                                        </p:attrNameLst>
                                      </p:cBhvr>
                                      <p:to>
                                        <p:strVal val="visible"/>
                                      </p:to>
                                    </p:set>
                                    <p:anim calcmode="lin" valueType="num">
                                      <p:cBhvr>
                                        <p:cTn id="27" dur="500" fill="hold"/>
                                        <p:tgtEl>
                                          <p:spTgt spid="10"/>
                                        </p:tgtEl>
                                        <p:attrNameLst>
                                          <p:attrName>ppt_w</p:attrName>
                                        </p:attrNameLst>
                                      </p:cBhvr>
                                      <p:tavLst>
                                        <p:tav tm="0">
                                          <p:val>
                                            <p:fltVal val="0"/>
                                          </p:val>
                                        </p:tav>
                                        <p:tav tm="100000">
                                          <p:val>
                                            <p:strVal val="#ppt_w"/>
                                          </p:val>
                                        </p:tav>
                                      </p:tavLst>
                                    </p:anim>
                                    <p:anim calcmode="lin" valueType="num">
                                      <p:cBhvr>
                                        <p:cTn id="28" dur="500" fill="hold"/>
                                        <p:tgtEl>
                                          <p:spTgt spid="10"/>
                                        </p:tgtEl>
                                        <p:attrNameLst>
                                          <p:attrName>ppt_h</p:attrName>
                                        </p:attrNameLst>
                                      </p:cBhvr>
                                      <p:tavLst>
                                        <p:tav tm="0">
                                          <p:val>
                                            <p:fltVal val="0"/>
                                          </p:val>
                                        </p:tav>
                                        <p:tav tm="100000">
                                          <p:val>
                                            <p:strVal val="#ppt_h"/>
                                          </p:val>
                                        </p:tav>
                                      </p:tavLst>
                                    </p:anim>
                                    <p:animEffect transition="in" filter="fade">
                                      <p:cBhvr>
                                        <p:cTn id="29" dur="500"/>
                                        <p:tgtEl>
                                          <p:spTgt spid="10"/>
                                        </p:tgtEl>
                                      </p:cBhvr>
                                    </p:animEffect>
                                  </p:childTnLst>
                                </p:cTn>
                              </p:par>
                            </p:childTnLst>
                          </p:cTn>
                        </p:par>
                        <p:par>
                          <p:cTn id="30" fill="hold">
                            <p:stCondLst>
                              <p:cond delay="2500"/>
                            </p:stCondLst>
                            <p:childTnLst>
                              <p:par>
                                <p:cTn id="31" presetID="53" presetClass="entr" presetSubtype="16" fill="hold" grpId="0" nodeType="afterEffect">
                                  <p:stCondLst>
                                    <p:cond delay="0"/>
                                  </p:stCondLst>
                                  <p:childTnLst>
                                    <p:set>
                                      <p:cBhvr>
                                        <p:cTn id="32" dur="1" fill="hold">
                                          <p:stCondLst>
                                            <p:cond delay="0"/>
                                          </p:stCondLst>
                                        </p:cTn>
                                        <p:tgtEl>
                                          <p:spTgt spid="11"/>
                                        </p:tgtEl>
                                        <p:attrNameLst>
                                          <p:attrName>style.visibility</p:attrName>
                                        </p:attrNameLst>
                                      </p:cBhvr>
                                      <p:to>
                                        <p:strVal val="visible"/>
                                      </p:to>
                                    </p:set>
                                    <p:anim calcmode="lin" valueType="num">
                                      <p:cBhvr>
                                        <p:cTn id="33" dur="500" fill="hold"/>
                                        <p:tgtEl>
                                          <p:spTgt spid="11"/>
                                        </p:tgtEl>
                                        <p:attrNameLst>
                                          <p:attrName>ppt_w</p:attrName>
                                        </p:attrNameLst>
                                      </p:cBhvr>
                                      <p:tavLst>
                                        <p:tav tm="0">
                                          <p:val>
                                            <p:fltVal val="0"/>
                                          </p:val>
                                        </p:tav>
                                        <p:tav tm="100000">
                                          <p:val>
                                            <p:strVal val="#ppt_w"/>
                                          </p:val>
                                        </p:tav>
                                      </p:tavLst>
                                    </p:anim>
                                    <p:anim calcmode="lin" valueType="num">
                                      <p:cBhvr>
                                        <p:cTn id="34" dur="500" fill="hold"/>
                                        <p:tgtEl>
                                          <p:spTgt spid="11"/>
                                        </p:tgtEl>
                                        <p:attrNameLst>
                                          <p:attrName>ppt_h</p:attrName>
                                        </p:attrNameLst>
                                      </p:cBhvr>
                                      <p:tavLst>
                                        <p:tav tm="0">
                                          <p:val>
                                            <p:fltVal val="0"/>
                                          </p:val>
                                        </p:tav>
                                        <p:tav tm="100000">
                                          <p:val>
                                            <p:strVal val="#ppt_h"/>
                                          </p:val>
                                        </p:tav>
                                      </p:tavLst>
                                    </p:anim>
                                    <p:animEffect transition="in" filter="fade">
                                      <p:cBhvr>
                                        <p:cTn id="35" dur="500"/>
                                        <p:tgtEl>
                                          <p:spTgt spid="11"/>
                                        </p:tgtEl>
                                      </p:cBhvr>
                                    </p:animEffect>
                                  </p:childTnLst>
                                </p:cTn>
                              </p:par>
                            </p:childTnLst>
                          </p:cTn>
                        </p:par>
                        <p:par>
                          <p:cTn id="36" fill="hold">
                            <p:stCondLst>
                              <p:cond delay="3000"/>
                            </p:stCondLst>
                            <p:childTnLst>
                              <p:par>
                                <p:cTn id="37" presetID="53" presetClass="entr" presetSubtype="16" fill="hold" grpId="0" nodeType="afterEffect">
                                  <p:stCondLst>
                                    <p:cond delay="0"/>
                                  </p:stCondLst>
                                  <p:childTnLst>
                                    <p:set>
                                      <p:cBhvr>
                                        <p:cTn id="38" dur="1" fill="hold">
                                          <p:stCondLst>
                                            <p:cond delay="0"/>
                                          </p:stCondLst>
                                        </p:cTn>
                                        <p:tgtEl>
                                          <p:spTgt spid="12"/>
                                        </p:tgtEl>
                                        <p:attrNameLst>
                                          <p:attrName>style.visibility</p:attrName>
                                        </p:attrNameLst>
                                      </p:cBhvr>
                                      <p:to>
                                        <p:strVal val="visible"/>
                                      </p:to>
                                    </p:set>
                                    <p:anim calcmode="lin" valueType="num">
                                      <p:cBhvr>
                                        <p:cTn id="39" dur="500" fill="hold"/>
                                        <p:tgtEl>
                                          <p:spTgt spid="12"/>
                                        </p:tgtEl>
                                        <p:attrNameLst>
                                          <p:attrName>ppt_w</p:attrName>
                                        </p:attrNameLst>
                                      </p:cBhvr>
                                      <p:tavLst>
                                        <p:tav tm="0">
                                          <p:val>
                                            <p:fltVal val="0"/>
                                          </p:val>
                                        </p:tav>
                                        <p:tav tm="100000">
                                          <p:val>
                                            <p:strVal val="#ppt_w"/>
                                          </p:val>
                                        </p:tav>
                                      </p:tavLst>
                                    </p:anim>
                                    <p:anim calcmode="lin" valueType="num">
                                      <p:cBhvr>
                                        <p:cTn id="40" dur="500" fill="hold"/>
                                        <p:tgtEl>
                                          <p:spTgt spid="12"/>
                                        </p:tgtEl>
                                        <p:attrNameLst>
                                          <p:attrName>ppt_h</p:attrName>
                                        </p:attrNameLst>
                                      </p:cBhvr>
                                      <p:tavLst>
                                        <p:tav tm="0">
                                          <p:val>
                                            <p:fltVal val="0"/>
                                          </p:val>
                                        </p:tav>
                                        <p:tav tm="100000">
                                          <p:val>
                                            <p:strVal val="#ppt_h"/>
                                          </p:val>
                                        </p:tav>
                                      </p:tavLst>
                                    </p:anim>
                                    <p:animEffect transition="in" filter="fade">
                                      <p:cBhvr>
                                        <p:cTn id="41" dur="500"/>
                                        <p:tgtEl>
                                          <p:spTgt spid="12"/>
                                        </p:tgtEl>
                                      </p:cBhvr>
                                    </p:animEffect>
                                  </p:childTnLst>
                                </p:cTn>
                              </p:par>
                            </p:childTnLst>
                          </p:cTn>
                        </p:par>
                        <p:par>
                          <p:cTn id="42" fill="hold">
                            <p:stCondLst>
                              <p:cond delay="3500"/>
                            </p:stCondLst>
                            <p:childTnLst>
                              <p:par>
                                <p:cTn id="43" presetID="53" presetClass="entr" presetSubtype="16" fill="hold" grpId="0" nodeType="afterEffect" nodePh="1">
                                  <p:stCondLst>
                                    <p:cond delay="0"/>
                                  </p:stCondLst>
                                  <p:endCondLst>
                                    <p:cond evt="begin" delay="0">
                                      <p:tn val="43"/>
                                    </p:cond>
                                  </p:endCondLst>
                                  <p:childTnLst>
                                    <p:set>
                                      <p:cBhvr>
                                        <p:cTn id="44" dur="1" fill="hold">
                                          <p:stCondLst>
                                            <p:cond delay="0"/>
                                          </p:stCondLst>
                                        </p:cTn>
                                        <p:tgtEl>
                                          <p:spTgt spid="13">
                                            <p:txEl>
                                              <p:pRg st="0" end="0"/>
                                            </p:txEl>
                                          </p:spTgt>
                                        </p:tgtEl>
                                        <p:attrNameLst>
                                          <p:attrName>style.visibility</p:attrName>
                                        </p:attrNameLst>
                                      </p:cBhvr>
                                      <p:to>
                                        <p:strVal val="visible"/>
                                      </p:to>
                                    </p:set>
                                    <p:anim calcmode="lin" valueType="num">
                                      <p:cBhvr>
                                        <p:cTn id="45" dur="500" fill="hold"/>
                                        <p:tgtEl>
                                          <p:spTgt spid="13">
                                            <p:txEl>
                                              <p:pRg st="0" end="0"/>
                                            </p:txEl>
                                          </p:spTgt>
                                        </p:tgtEl>
                                        <p:attrNameLst>
                                          <p:attrName>ppt_w</p:attrName>
                                        </p:attrNameLst>
                                      </p:cBhvr>
                                      <p:tavLst>
                                        <p:tav tm="0">
                                          <p:val>
                                            <p:fltVal val="0"/>
                                          </p:val>
                                        </p:tav>
                                        <p:tav tm="100000">
                                          <p:val>
                                            <p:strVal val="#ppt_w"/>
                                          </p:val>
                                        </p:tav>
                                      </p:tavLst>
                                    </p:anim>
                                    <p:anim calcmode="lin" valueType="num">
                                      <p:cBhvr>
                                        <p:cTn id="46" dur="500" fill="hold"/>
                                        <p:tgtEl>
                                          <p:spTgt spid="13">
                                            <p:txEl>
                                              <p:pRg st="0" end="0"/>
                                            </p:txEl>
                                          </p:spTgt>
                                        </p:tgtEl>
                                        <p:attrNameLst>
                                          <p:attrName>ppt_h</p:attrName>
                                        </p:attrNameLst>
                                      </p:cBhvr>
                                      <p:tavLst>
                                        <p:tav tm="0">
                                          <p:val>
                                            <p:fltVal val="0"/>
                                          </p:val>
                                        </p:tav>
                                        <p:tav tm="100000">
                                          <p:val>
                                            <p:strVal val="#ppt_h"/>
                                          </p:val>
                                        </p:tav>
                                      </p:tavLst>
                                    </p:anim>
                                    <p:animEffect transition="in" filter="fade">
                                      <p:cBhvr>
                                        <p:cTn id="47" dur="500"/>
                                        <p:tgtEl>
                                          <p:spTgt spid="13">
                                            <p:txEl>
                                              <p:pRg st="0" end="0"/>
                                            </p:txEl>
                                          </p:spTgt>
                                        </p:tgtEl>
                                      </p:cBhvr>
                                    </p:animEffect>
                                  </p:childTnLst>
                                </p:cTn>
                              </p:par>
                            </p:childTnLst>
                          </p:cTn>
                        </p:par>
                        <p:par>
                          <p:cTn id="48" fill="hold">
                            <p:stCondLst>
                              <p:cond delay="4000"/>
                            </p:stCondLst>
                            <p:childTnLst>
                              <p:par>
                                <p:cTn id="49" presetID="42" presetClass="entr" presetSubtype="0" fill="hold" grpId="0" nodeType="afterEffect" nodePh="1">
                                  <p:stCondLst>
                                    <p:cond delay="0"/>
                                  </p:stCondLst>
                                  <p:endCondLst>
                                    <p:cond evt="begin" delay="0">
                                      <p:tn val="49"/>
                                    </p:cond>
                                  </p:endCondLst>
                                  <p:childTnLst>
                                    <p:set>
                                      <p:cBhvr>
                                        <p:cTn id="50" dur="1" fill="hold">
                                          <p:stCondLst>
                                            <p:cond delay="0"/>
                                          </p:stCondLst>
                                        </p:cTn>
                                        <p:tgtEl>
                                          <p:spTgt spid="14">
                                            <p:txEl>
                                              <p:pRg st="0" end="0"/>
                                            </p:txEl>
                                          </p:spTgt>
                                        </p:tgtEl>
                                        <p:attrNameLst>
                                          <p:attrName>style.visibility</p:attrName>
                                        </p:attrNameLst>
                                      </p:cBhvr>
                                      <p:to>
                                        <p:strVal val="visible"/>
                                      </p:to>
                                    </p:set>
                                    <p:animEffect transition="in" filter="fade">
                                      <p:cBhvr>
                                        <p:cTn id="51" dur="500"/>
                                        <p:tgtEl>
                                          <p:spTgt spid="14">
                                            <p:txEl>
                                              <p:pRg st="0" end="0"/>
                                            </p:txEl>
                                          </p:spTgt>
                                        </p:tgtEl>
                                      </p:cBhvr>
                                    </p:animEffect>
                                    <p:anim calcmode="lin" valueType="num">
                                      <p:cBhvr>
                                        <p:cTn id="52" dur="500" fill="hold"/>
                                        <p:tgtEl>
                                          <p:spTgt spid="14">
                                            <p:txEl>
                                              <p:pRg st="0" end="0"/>
                                            </p:txEl>
                                          </p:spTgt>
                                        </p:tgtEl>
                                        <p:attrNameLst>
                                          <p:attrName>ppt_x</p:attrName>
                                        </p:attrNameLst>
                                      </p:cBhvr>
                                      <p:tavLst>
                                        <p:tav tm="0">
                                          <p:val>
                                            <p:strVal val="#ppt_x"/>
                                          </p:val>
                                        </p:tav>
                                        <p:tav tm="100000">
                                          <p:val>
                                            <p:strVal val="#ppt_x"/>
                                          </p:val>
                                        </p:tav>
                                      </p:tavLst>
                                    </p:anim>
                                    <p:anim calcmode="lin" valueType="num">
                                      <p:cBhvr>
                                        <p:cTn id="53" dur="500" fill="hold"/>
                                        <p:tgtEl>
                                          <p:spTgt spid="14">
                                            <p:txEl>
                                              <p:pRg st="0" end="0"/>
                                            </p:txEl>
                                          </p:spTgt>
                                        </p:tgtEl>
                                        <p:attrNameLst>
                                          <p:attrName>ppt_y</p:attrName>
                                        </p:attrNameLst>
                                      </p:cBhvr>
                                      <p:tavLst>
                                        <p:tav tm="0">
                                          <p:val>
                                            <p:strVal val="#ppt_y+.1"/>
                                          </p:val>
                                        </p:tav>
                                        <p:tav tm="100000">
                                          <p:val>
                                            <p:strVal val="#ppt_y"/>
                                          </p:val>
                                        </p:tav>
                                      </p:tavLst>
                                    </p:anim>
                                  </p:childTnLst>
                                </p:cTn>
                              </p:par>
                            </p:childTnLst>
                          </p:cTn>
                        </p:par>
                        <p:par>
                          <p:cTn id="54" fill="hold">
                            <p:stCondLst>
                              <p:cond delay="4500"/>
                            </p:stCondLst>
                            <p:childTnLst>
                              <p:par>
                                <p:cTn id="55" presetID="42" presetClass="entr" presetSubtype="0" fill="hold" grpId="0" nodeType="afterEffect" nodePh="1">
                                  <p:stCondLst>
                                    <p:cond delay="0"/>
                                  </p:stCondLst>
                                  <p:endCondLst>
                                    <p:cond evt="begin" delay="0">
                                      <p:tn val="55"/>
                                    </p:cond>
                                  </p:endCondLst>
                                  <p:childTnLst>
                                    <p:set>
                                      <p:cBhvr>
                                        <p:cTn id="56" dur="1" fill="hold">
                                          <p:stCondLst>
                                            <p:cond delay="0"/>
                                          </p:stCondLst>
                                        </p:cTn>
                                        <p:tgtEl>
                                          <p:spTgt spid="21">
                                            <p:txEl>
                                              <p:pRg st="0" end="0"/>
                                            </p:txEl>
                                          </p:spTgt>
                                        </p:tgtEl>
                                        <p:attrNameLst>
                                          <p:attrName>style.visibility</p:attrName>
                                        </p:attrNameLst>
                                      </p:cBhvr>
                                      <p:to>
                                        <p:strVal val="visible"/>
                                      </p:to>
                                    </p:set>
                                    <p:animEffect transition="in" filter="fade">
                                      <p:cBhvr>
                                        <p:cTn id="57" dur="500"/>
                                        <p:tgtEl>
                                          <p:spTgt spid="21">
                                            <p:txEl>
                                              <p:pRg st="0" end="0"/>
                                            </p:txEl>
                                          </p:spTgt>
                                        </p:tgtEl>
                                      </p:cBhvr>
                                    </p:animEffect>
                                    <p:anim calcmode="lin" valueType="num">
                                      <p:cBhvr>
                                        <p:cTn id="58" dur="500" fill="hold"/>
                                        <p:tgtEl>
                                          <p:spTgt spid="21">
                                            <p:txEl>
                                              <p:pRg st="0" end="0"/>
                                            </p:txEl>
                                          </p:spTgt>
                                        </p:tgtEl>
                                        <p:attrNameLst>
                                          <p:attrName>ppt_x</p:attrName>
                                        </p:attrNameLst>
                                      </p:cBhvr>
                                      <p:tavLst>
                                        <p:tav tm="0">
                                          <p:val>
                                            <p:strVal val="#ppt_x"/>
                                          </p:val>
                                        </p:tav>
                                        <p:tav tm="100000">
                                          <p:val>
                                            <p:strVal val="#ppt_x"/>
                                          </p:val>
                                        </p:tav>
                                      </p:tavLst>
                                    </p:anim>
                                    <p:anim calcmode="lin" valueType="num">
                                      <p:cBhvr>
                                        <p:cTn id="59" dur="500" fill="hold"/>
                                        <p:tgtEl>
                                          <p:spTgt spid="21">
                                            <p:txEl>
                                              <p:pRg st="0" end="0"/>
                                            </p:txEl>
                                          </p:spTgt>
                                        </p:tgtEl>
                                        <p:attrNameLst>
                                          <p:attrName>ppt_y</p:attrName>
                                        </p:attrNameLst>
                                      </p:cBhvr>
                                      <p:tavLst>
                                        <p:tav tm="0">
                                          <p:val>
                                            <p:strVal val="#ppt_y+.1"/>
                                          </p:val>
                                        </p:tav>
                                        <p:tav tm="100000">
                                          <p:val>
                                            <p:strVal val="#ppt_y"/>
                                          </p:val>
                                        </p:tav>
                                      </p:tavLst>
                                    </p:anim>
                                  </p:childTnLst>
                                </p:cTn>
                              </p:par>
                            </p:childTnLst>
                          </p:cTn>
                        </p:par>
                        <p:par>
                          <p:cTn id="60" fill="hold">
                            <p:stCondLst>
                              <p:cond delay="5000"/>
                            </p:stCondLst>
                            <p:childTnLst>
                              <p:par>
                                <p:cTn id="61" presetID="10" presetClass="entr" presetSubtype="0" fill="hold" nodeType="afterEffect">
                                  <p:stCondLst>
                                    <p:cond delay="0"/>
                                  </p:stCondLst>
                                  <p:childTnLst>
                                    <p:set>
                                      <p:cBhvr>
                                        <p:cTn id="62" dur="1" fill="hold">
                                          <p:stCondLst>
                                            <p:cond delay="0"/>
                                          </p:stCondLst>
                                        </p:cTn>
                                        <p:tgtEl>
                                          <p:spTgt spid="25"/>
                                        </p:tgtEl>
                                        <p:attrNameLst>
                                          <p:attrName>style.visibility</p:attrName>
                                        </p:attrNameLst>
                                      </p:cBhvr>
                                      <p:to>
                                        <p:strVal val="visible"/>
                                      </p:to>
                                    </p:set>
                                    <p:animEffect transition="in" filter="fade">
                                      <p:cBhvr>
                                        <p:cTn id="63" dur="500"/>
                                        <p:tgtEl>
                                          <p:spTgt spid="25"/>
                                        </p:tgtEl>
                                      </p:cBhvr>
                                    </p:animEffect>
                                  </p:childTnLst>
                                </p:cTn>
                              </p:par>
                            </p:childTnLst>
                          </p:cTn>
                        </p:par>
                        <p:par>
                          <p:cTn id="64" fill="hold">
                            <p:stCondLst>
                              <p:cond delay="5500"/>
                            </p:stCondLst>
                            <p:childTnLst>
                              <p:par>
                                <p:cTn id="65" presetID="53" presetClass="entr" presetSubtype="16" fill="hold" grpId="0" nodeType="afterEffect" nodePh="1">
                                  <p:stCondLst>
                                    <p:cond delay="0"/>
                                  </p:stCondLst>
                                  <p:endCondLst>
                                    <p:cond evt="begin" delay="0">
                                      <p:tn val="65"/>
                                    </p:cond>
                                  </p:endCondLst>
                                  <p:childTnLst>
                                    <p:set>
                                      <p:cBhvr>
                                        <p:cTn id="66" dur="1" fill="hold">
                                          <p:stCondLst>
                                            <p:cond delay="0"/>
                                          </p:stCondLst>
                                        </p:cTn>
                                        <p:tgtEl>
                                          <p:spTgt spid="15">
                                            <p:txEl>
                                              <p:pRg st="0" end="0"/>
                                            </p:txEl>
                                          </p:spTgt>
                                        </p:tgtEl>
                                        <p:attrNameLst>
                                          <p:attrName>style.visibility</p:attrName>
                                        </p:attrNameLst>
                                      </p:cBhvr>
                                      <p:to>
                                        <p:strVal val="visible"/>
                                      </p:to>
                                    </p:set>
                                    <p:anim calcmode="lin" valueType="num">
                                      <p:cBhvr>
                                        <p:cTn id="67" dur="500" fill="hold"/>
                                        <p:tgtEl>
                                          <p:spTgt spid="15">
                                            <p:txEl>
                                              <p:pRg st="0" end="0"/>
                                            </p:txEl>
                                          </p:spTgt>
                                        </p:tgtEl>
                                        <p:attrNameLst>
                                          <p:attrName>ppt_w</p:attrName>
                                        </p:attrNameLst>
                                      </p:cBhvr>
                                      <p:tavLst>
                                        <p:tav tm="0">
                                          <p:val>
                                            <p:fltVal val="0"/>
                                          </p:val>
                                        </p:tav>
                                        <p:tav tm="100000">
                                          <p:val>
                                            <p:strVal val="#ppt_w"/>
                                          </p:val>
                                        </p:tav>
                                      </p:tavLst>
                                    </p:anim>
                                    <p:anim calcmode="lin" valueType="num">
                                      <p:cBhvr>
                                        <p:cTn id="68" dur="500" fill="hold"/>
                                        <p:tgtEl>
                                          <p:spTgt spid="15">
                                            <p:txEl>
                                              <p:pRg st="0" end="0"/>
                                            </p:txEl>
                                          </p:spTgt>
                                        </p:tgtEl>
                                        <p:attrNameLst>
                                          <p:attrName>ppt_h</p:attrName>
                                        </p:attrNameLst>
                                      </p:cBhvr>
                                      <p:tavLst>
                                        <p:tav tm="0">
                                          <p:val>
                                            <p:fltVal val="0"/>
                                          </p:val>
                                        </p:tav>
                                        <p:tav tm="100000">
                                          <p:val>
                                            <p:strVal val="#ppt_h"/>
                                          </p:val>
                                        </p:tav>
                                      </p:tavLst>
                                    </p:anim>
                                    <p:animEffect transition="in" filter="fade">
                                      <p:cBhvr>
                                        <p:cTn id="69" dur="500"/>
                                        <p:tgtEl>
                                          <p:spTgt spid="15">
                                            <p:txEl>
                                              <p:pRg st="0" end="0"/>
                                            </p:txEl>
                                          </p:spTgt>
                                        </p:tgtEl>
                                      </p:cBhvr>
                                    </p:animEffect>
                                  </p:childTnLst>
                                </p:cTn>
                              </p:par>
                            </p:childTnLst>
                          </p:cTn>
                        </p:par>
                        <p:par>
                          <p:cTn id="70" fill="hold">
                            <p:stCondLst>
                              <p:cond delay="6000"/>
                            </p:stCondLst>
                            <p:childTnLst>
                              <p:par>
                                <p:cTn id="71" presetID="42" presetClass="entr" presetSubtype="0" fill="hold" grpId="0" nodeType="afterEffect" nodePh="1">
                                  <p:stCondLst>
                                    <p:cond delay="0"/>
                                  </p:stCondLst>
                                  <p:endCondLst>
                                    <p:cond evt="begin" delay="0">
                                      <p:tn val="71"/>
                                    </p:cond>
                                  </p:endCondLst>
                                  <p:childTnLst>
                                    <p:set>
                                      <p:cBhvr>
                                        <p:cTn id="72" dur="1" fill="hold">
                                          <p:stCondLst>
                                            <p:cond delay="0"/>
                                          </p:stCondLst>
                                        </p:cTn>
                                        <p:tgtEl>
                                          <p:spTgt spid="16">
                                            <p:txEl>
                                              <p:pRg st="0" end="0"/>
                                            </p:txEl>
                                          </p:spTgt>
                                        </p:tgtEl>
                                        <p:attrNameLst>
                                          <p:attrName>style.visibility</p:attrName>
                                        </p:attrNameLst>
                                      </p:cBhvr>
                                      <p:to>
                                        <p:strVal val="visible"/>
                                      </p:to>
                                    </p:set>
                                    <p:animEffect transition="in" filter="fade">
                                      <p:cBhvr>
                                        <p:cTn id="73" dur="500"/>
                                        <p:tgtEl>
                                          <p:spTgt spid="16">
                                            <p:txEl>
                                              <p:pRg st="0" end="0"/>
                                            </p:txEl>
                                          </p:spTgt>
                                        </p:tgtEl>
                                      </p:cBhvr>
                                    </p:animEffect>
                                    <p:anim calcmode="lin" valueType="num">
                                      <p:cBhvr>
                                        <p:cTn id="74" dur="500" fill="hold"/>
                                        <p:tgtEl>
                                          <p:spTgt spid="16">
                                            <p:txEl>
                                              <p:pRg st="0" end="0"/>
                                            </p:txEl>
                                          </p:spTgt>
                                        </p:tgtEl>
                                        <p:attrNameLst>
                                          <p:attrName>ppt_x</p:attrName>
                                        </p:attrNameLst>
                                      </p:cBhvr>
                                      <p:tavLst>
                                        <p:tav tm="0">
                                          <p:val>
                                            <p:strVal val="#ppt_x"/>
                                          </p:val>
                                        </p:tav>
                                        <p:tav tm="100000">
                                          <p:val>
                                            <p:strVal val="#ppt_x"/>
                                          </p:val>
                                        </p:tav>
                                      </p:tavLst>
                                    </p:anim>
                                    <p:anim calcmode="lin" valueType="num">
                                      <p:cBhvr>
                                        <p:cTn id="75" dur="500" fill="hold"/>
                                        <p:tgtEl>
                                          <p:spTgt spid="16">
                                            <p:txEl>
                                              <p:pRg st="0" end="0"/>
                                            </p:txEl>
                                          </p:spTgt>
                                        </p:tgtEl>
                                        <p:attrNameLst>
                                          <p:attrName>ppt_y</p:attrName>
                                        </p:attrNameLst>
                                      </p:cBhvr>
                                      <p:tavLst>
                                        <p:tav tm="0">
                                          <p:val>
                                            <p:strVal val="#ppt_y+.1"/>
                                          </p:val>
                                        </p:tav>
                                        <p:tav tm="100000">
                                          <p:val>
                                            <p:strVal val="#ppt_y"/>
                                          </p:val>
                                        </p:tav>
                                      </p:tavLst>
                                    </p:anim>
                                  </p:childTnLst>
                                </p:cTn>
                              </p:par>
                            </p:childTnLst>
                          </p:cTn>
                        </p:par>
                        <p:par>
                          <p:cTn id="76" fill="hold">
                            <p:stCondLst>
                              <p:cond delay="6500"/>
                            </p:stCondLst>
                            <p:childTnLst>
                              <p:par>
                                <p:cTn id="77" presetID="42" presetClass="entr" presetSubtype="0" fill="hold" grpId="0" nodeType="afterEffect" nodePh="1">
                                  <p:stCondLst>
                                    <p:cond delay="0"/>
                                  </p:stCondLst>
                                  <p:endCondLst>
                                    <p:cond evt="begin" delay="0">
                                      <p:tn val="77"/>
                                    </p:cond>
                                  </p:endCondLst>
                                  <p:childTnLst>
                                    <p:set>
                                      <p:cBhvr>
                                        <p:cTn id="78" dur="1" fill="hold">
                                          <p:stCondLst>
                                            <p:cond delay="0"/>
                                          </p:stCondLst>
                                        </p:cTn>
                                        <p:tgtEl>
                                          <p:spTgt spid="22">
                                            <p:txEl>
                                              <p:pRg st="0" end="0"/>
                                            </p:txEl>
                                          </p:spTgt>
                                        </p:tgtEl>
                                        <p:attrNameLst>
                                          <p:attrName>style.visibility</p:attrName>
                                        </p:attrNameLst>
                                      </p:cBhvr>
                                      <p:to>
                                        <p:strVal val="visible"/>
                                      </p:to>
                                    </p:set>
                                    <p:animEffect transition="in" filter="fade">
                                      <p:cBhvr>
                                        <p:cTn id="79" dur="500"/>
                                        <p:tgtEl>
                                          <p:spTgt spid="22">
                                            <p:txEl>
                                              <p:pRg st="0" end="0"/>
                                            </p:txEl>
                                          </p:spTgt>
                                        </p:tgtEl>
                                      </p:cBhvr>
                                    </p:animEffect>
                                    <p:anim calcmode="lin" valueType="num">
                                      <p:cBhvr>
                                        <p:cTn id="80" dur="500" fill="hold"/>
                                        <p:tgtEl>
                                          <p:spTgt spid="22">
                                            <p:txEl>
                                              <p:pRg st="0" end="0"/>
                                            </p:txEl>
                                          </p:spTgt>
                                        </p:tgtEl>
                                        <p:attrNameLst>
                                          <p:attrName>ppt_x</p:attrName>
                                        </p:attrNameLst>
                                      </p:cBhvr>
                                      <p:tavLst>
                                        <p:tav tm="0">
                                          <p:val>
                                            <p:strVal val="#ppt_x"/>
                                          </p:val>
                                        </p:tav>
                                        <p:tav tm="100000">
                                          <p:val>
                                            <p:strVal val="#ppt_x"/>
                                          </p:val>
                                        </p:tav>
                                      </p:tavLst>
                                    </p:anim>
                                    <p:anim calcmode="lin" valueType="num">
                                      <p:cBhvr>
                                        <p:cTn id="81" dur="500" fill="hold"/>
                                        <p:tgtEl>
                                          <p:spTgt spid="22">
                                            <p:txEl>
                                              <p:pRg st="0" end="0"/>
                                            </p:txEl>
                                          </p:spTgt>
                                        </p:tgtEl>
                                        <p:attrNameLst>
                                          <p:attrName>ppt_y</p:attrName>
                                        </p:attrNameLst>
                                      </p:cBhvr>
                                      <p:tavLst>
                                        <p:tav tm="0">
                                          <p:val>
                                            <p:strVal val="#ppt_y+.1"/>
                                          </p:val>
                                        </p:tav>
                                        <p:tav tm="100000">
                                          <p:val>
                                            <p:strVal val="#ppt_y"/>
                                          </p:val>
                                        </p:tav>
                                      </p:tavLst>
                                    </p:anim>
                                  </p:childTnLst>
                                </p:cTn>
                              </p:par>
                            </p:childTnLst>
                          </p:cTn>
                        </p:par>
                        <p:par>
                          <p:cTn id="82" fill="hold">
                            <p:stCondLst>
                              <p:cond delay="7000"/>
                            </p:stCondLst>
                            <p:childTnLst>
                              <p:par>
                                <p:cTn id="83" presetID="10" presetClass="entr" presetSubtype="0" fill="hold" nodeType="afterEffect">
                                  <p:stCondLst>
                                    <p:cond delay="0"/>
                                  </p:stCondLst>
                                  <p:childTnLst>
                                    <p:set>
                                      <p:cBhvr>
                                        <p:cTn id="84" dur="1" fill="hold">
                                          <p:stCondLst>
                                            <p:cond delay="0"/>
                                          </p:stCondLst>
                                        </p:cTn>
                                        <p:tgtEl>
                                          <p:spTgt spid="32"/>
                                        </p:tgtEl>
                                        <p:attrNameLst>
                                          <p:attrName>style.visibility</p:attrName>
                                        </p:attrNameLst>
                                      </p:cBhvr>
                                      <p:to>
                                        <p:strVal val="visible"/>
                                      </p:to>
                                    </p:set>
                                    <p:animEffect transition="in" filter="fade">
                                      <p:cBhvr>
                                        <p:cTn id="85" dur="500"/>
                                        <p:tgtEl>
                                          <p:spTgt spid="32"/>
                                        </p:tgtEl>
                                      </p:cBhvr>
                                    </p:animEffect>
                                  </p:childTnLst>
                                </p:cTn>
                              </p:par>
                            </p:childTnLst>
                          </p:cTn>
                        </p:par>
                        <p:par>
                          <p:cTn id="86" fill="hold">
                            <p:stCondLst>
                              <p:cond delay="7500"/>
                            </p:stCondLst>
                            <p:childTnLst>
                              <p:par>
                                <p:cTn id="87" presetID="53" presetClass="entr" presetSubtype="16" fill="hold" grpId="0" nodeType="afterEffect" nodePh="1">
                                  <p:stCondLst>
                                    <p:cond delay="0"/>
                                  </p:stCondLst>
                                  <p:endCondLst>
                                    <p:cond evt="begin" delay="0">
                                      <p:tn val="87"/>
                                    </p:cond>
                                  </p:endCondLst>
                                  <p:childTnLst>
                                    <p:set>
                                      <p:cBhvr>
                                        <p:cTn id="88" dur="1" fill="hold">
                                          <p:stCondLst>
                                            <p:cond delay="0"/>
                                          </p:stCondLst>
                                        </p:cTn>
                                        <p:tgtEl>
                                          <p:spTgt spid="17">
                                            <p:txEl>
                                              <p:pRg st="0" end="0"/>
                                            </p:txEl>
                                          </p:spTgt>
                                        </p:tgtEl>
                                        <p:attrNameLst>
                                          <p:attrName>style.visibility</p:attrName>
                                        </p:attrNameLst>
                                      </p:cBhvr>
                                      <p:to>
                                        <p:strVal val="visible"/>
                                      </p:to>
                                    </p:set>
                                    <p:anim calcmode="lin" valueType="num">
                                      <p:cBhvr>
                                        <p:cTn id="89" dur="500" fill="hold"/>
                                        <p:tgtEl>
                                          <p:spTgt spid="17">
                                            <p:txEl>
                                              <p:pRg st="0" end="0"/>
                                            </p:txEl>
                                          </p:spTgt>
                                        </p:tgtEl>
                                        <p:attrNameLst>
                                          <p:attrName>ppt_w</p:attrName>
                                        </p:attrNameLst>
                                      </p:cBhvr>
                                      <p:tavLst>
                                        <p:tav tm="0">
                                          <p:val>
                                            <p:fltVal val="0"/>
                                          </p:val>
                                        </p:tav>
                                        <p:tav tm="100000">
                                          <p:val>
                                            <p:strVal val="#ppt_w"/>
                                          </p:val>
                                        </p:tav>
                                      </p:tavLst>
                                    </p:anim>
                                    <p:anim calcmode="lin" valueType="num">
                                      <p:cBhvr>
                                        <p:cTn id="90" dur="500" fill="hold"/>
                                        <p:tgtEl>
                                          <p:spTgt spid="17">
                                            <p:txEl>
                                              <p:pRg st="0" end="0"/>
                                            </p:txEl>
                                          </p:spTgt>
                                        </p:tgtEl>
                                        <p:attrNameLst>
                                          <p:attrName>ppt_h</p:attrName>
                                        </p:attrNameLst>
                                      </p:cBhvr>
                                      <p:tavLst>
                                        <p:tav tm="0">
                                          <p:val>
                                            <p:fltVal val="0"/>
                                          </p:val>
                                        </p:tav>
                                        <p:tav tm="100000">
                                          <p:val>
                                            <p:strVal val="#ppt_h"/>
                                          </p:val>
                                        </p:tav>
                                      </p:tavLst>
                                    </p:anim>
                                    <p:animEffect transition="in" filter="fade">
                                      <p:cBhvr>
                                        <p:cTn id="91" dur="500"/>
                                        <p:tgtEl>
                                          <p:spTgt spid="17">
                                            <p:txEl>
                                              <p:pRg st="0" end="0"/>
                                            </p:txEl>
                                          </p:spTgt>
                                        </p:tgtEl>
                                      </p:cBhvr>
                                    </p:animEffect>
                                  </p:childTnLst>
                                </p:cTn>
                              </p:par>
                            </p:childTnLst>
                          </p:cTn>
                        </p:par>
                        <p:par>
                          <p:cTn id="92" fill="hold">
                            <p:stCondLst>
                              <p:cond delay="8000"/>
                            </p:stCondLst>
                            <p:childTnLst>
                              <p:par>
                                <p:cTn id="93" presetID="42" presetClass="entr" presetSubtype="0" fill="hold" grpId="0" nodeType="afterEffect" nodePh="1">
                                  <p:stCondLst>
                                    <p:cond delay="0"/>
                                  </p:stCondLst>
                                  <p:endCondLst>
                                    <p:cond evt="begin" delay="0">
                                      <p:tn val="93"/>
                                    </p:cond>
                                  </p:endCondLst>
                                  <p:childTnLst>
                                    <p:set>
                                      <p:cBhvr>
                                        <p:cTn id="94" dur="1" fill="hold">
                                          <p:stCondLst>
                                            <p:cond delay="0"/>
                                          </p:stCondLst>
                                        </p:cTn>
                                        <p:tgtEl>
                                          <p:spTgt spid="18">
                                            <p:txEl>
                                              <p:pRg st="0" end="0"/>
                                            </p:txEl>
                                          </p:spTgt>
                                        </p:tgtEl>
                                        <p:attrNameLst>
                                          <p:attrName>style.visibility</p:attrName>
                                        </p:attrNameLst>
                                      </p:cBhvr>
                                      <p:to>
                                        <p:strVal val="visible"/>
                                      </p:to>
                                    </p:set>
                                    <p:animEffect transition="in" filter="fade">
                                      <p:cBhvr>
                                        <p:cTn id="95" dur="500"/>
                                        <p:tgtEl>
                                          <p:spTgt spid="18">
                                            <p:txEl>
                                              <p:pRg st="0" end="0"/>
                                            </p:txEl>
                                          </p:spTgt>
                                        </p:tgtEl>
                                      </p:cBhvr>
                                    </p:animEffect>
                                    <p:anim calcmode="lin" valueType="num">
                                      <p:cBhvr>
                                        <p:cTn id="96" dur="500" fill="hold"/>
                                        <p:tgtEl>
                                          <p:spTgt spid="18">
                                            <p:txEl>
                                              <p:pRg st="0" end="0"/>
                                            </p:txEl>
                                          </p:spTgt>
                                        </p:tgtEl>
                                        <p:attrNameLst>
                                          <p:attrName>ppt_x</p:attrName>
                                        </p:attrNameLst>
                                      </p:cBhvr>
                                      <p:tavLst>
                                        <p:tav tm="0">
                                          <p:val>
                                            <p:strVal val="#ppt_x"/>
                                          </p:val>
                                        </p:tav>
                                        <p:tav tm="100000">
                                          <p:val>
                                            <p:strVal val="#ppt_x"/>
                                          </p:val>
                                        </p:tav>
                                      </p:tavLst>
                                    </p:anim>
                                    <p:anim calcmode="lin" valueType="num">
                                      <p:cBhvr>
                                        <p:cTn id="97" dur="500" fill="hold"/>
                                        <p:tgtEl>
                                          <p:spTgt spid="18">
                                            <p:txEl>
                                              <p:pRg st="0" end="0"/>
                                            </p:txEl>
                                          </p:spTgt>
                                        </p:tgtEl>
                                        <p:attrNameLst>
                                          <p:attrName>ppt_y</p:attrName>
                                        </p:attrNameLst>
                                      </p:cBhvr>
                                      <p:tavLst>
                                        <p:tav tm="0">
                                          <p:val>
                                            <p:strVal val="#ppt_y+.1"/>
                                          </p:val>
                                        </p:tav>
                                        <p:tav tm="100000">
                                          <p:val>
                                            <p:strVal val="#ppt_y"/>
                                          </p:val>
                                        </p:tav>
                                      </p:tavLst>
                                    </p:anim>
                                  </p:childTnLst>
                                </p:cTn>
                              </p:par>
                            </p:childTnLst>
                          </p:cTn>
                        </p:par>
                        <p:par>
                          <p:cTn id="98" fill="hold">
                            <p:stCondLst>
                              <p:cond delay="8500"/>
                            </p:stCondLst>
                            <p:childTnLst>
                              <p:par>
                                <p:cTn id="99" presetID="42" presetClass="entr" presetSubtype="0" fill="hold" grpId="0" nodeType="afterEffect" nodePh="1">
                                  <p:stCondLst>
                                    <p:cond delay="0"/>
                                  </p:stCondLst>
                                  <p:endCondLst>
                                    <p:cond evt="begin" delay="0">
                                      <p:tn val="99"/>
                                    </p:cond>
                                  </p:endCondLst>
                                  <p:childTnLst>
                                    <p:set>
                                      <p:cBhvr>
                                        <p:cTn id="100" dur="1" fill="hold">
                                          <p:stCondLst>
                                            <p:cond delay="0"/>
                                          </p:stCondLst>
                                        </p:cTn>
                                        <p:tgtEl>
                                          <p:spTgt spid="23">
                                            <p:txEl>
                                              <p:pRg st="0" end="0"/>
                                            </p:txEl>
                                          </p:spTgt>
                                        </p:tgtEl>
                                        <p:attrNameLst>
                                          <p:attrName>style.visibility</p:attrName>
                                        </p:attrNameLst>
                                      </p:cBhvr>
                                      <p:to>
                                        <p:strVal val="visible"/>
                                      </p:to>
                                    </p:set>
                                    <p:animEffect transition="in" filter="fade">
                                      <p:cBhvr>
                                        <p:cTn id="101" dur="500"/>
                                        <p:tgtEl>
                                          <p:spTgt spid="23">
                                            <p:txEl>
                                              <p:pRg st="0" end="0"/>
                                            </p:txEl>
                                          </p:spTgt>
                                        </p:tgtEl>
                                      </p:cBhvr>
                                    </p:animEffect>
                                    <p:anim calcmode="lin" valueType="num">
                                      <p:cBhvr>
                                        <p:cTn id="102" dur="500" fill="hold"/>
                                        <p:tgtEl>
                                          <p:spTgt spid="23">
                                            <p:txEl>
                                              <p:pRg st="0" end="0"/>
                                            </p:txEl>
                                          </p:spTgt>
                                        </p:tgtEl>
                                        <p:attrNameLst>
                                          <p:attrName>ppt_x</p:attrName>
                                        </p:attrNameLst>
                                      </p:cBhvr>
                                      <p:tavLst>
                                        <p:tav tm="0">
                                          <p:val>
                                            <p:strVal val="#ppt_x"/>
                                          </p:val>
                                        </p:tav>
                                        <p:tav tm="100000">
                                          <p:val>
                                            <p:strVal val="#ppt_x"/>
                                          </p:val>
                                        </p:tav>
                                      </p:tavLst>
                                    </p:anim>
                                    <p:anim calcmode="lin" valueType="num">
                                      <p:cBhvr>
                                        <p:cTn id="103" dur="500" fill="hold"/>
                                        <p:tgtEl>
                                          <p:spTgt spid="23">
                                            <p:txEl>
                                              <p:pRg st="0" end="0"/>
                                            </p:txEl>
                                          </p:spTgt>
                                        </p:tgtEl>
                                        <p:attrNameLst>
                                          <p:attrName>ppt_y</p:attrName>
                                        </p:attrNameLst>
                                      </p:cBhvr>
                                      <p:tavLst>
                                        <p:tav tm="0">
                                          <p:val>
                                            <p:strVal val="#ppt_y+.1"/>
                                          </p:val>
                                        </p:tav>
                                        <p:tav tm="100000">
                                          <p:val>
                                            <p:strVal val="#ppt_y"/>
                                          </p:val>
                                        </p:tav>
                                      </p:tavLst>
                                    </p:anim>
                                  </p:childTnLst>
                                </p:cTn>
                              </p:par>
                            </p:childTnLst>
                          </p:cTn>
                        </p:par>
                        <p:par>
                          <p:cTn id="104" fill="hold">
                            <p:stCondLst>
                              <p:cond delay="9000"/>
                            </p:stCondLst>
                            <p:childTnLst>
                              <p:par>
                                <p:cTn id="105" presetID="10" presetClass="entr" presetSubtype="0" fill="hold" nodeType="afterEffect">
                                  <p:stCondLst>
                                    <p:cond delay="0"/>
                                  </p:stCondLst>
                                  <p:childTnLst>
                                    <p:set>
                                      <p:cBhvr>
                                        <p:cTn id="106" dur="1" fill="hold">
                                          <p:stCondLst>
                                            <p:cond delay="0"/>
                                          </p:stCondLst>
                                        </p:cTn>
                                        <p:tgtEl>
                                          <p:spTgt spid="39"/>
                                        </p:tgtEl>
                                        <p:attrNameLst>
                                          <p:attrName>style.visibility</p:attrName>
                                        </p:attrNameLst>
                                      </p:cBhvr>
                                      <p:to>
                                        <p:strVal val="visible"/>
                                      </p:to>
                                    </p:set>
                                    <p:animEffect transition="in" filter="fade">
                                      <p:cBhvr>
                                        <p:cTn id="107" dur="500"/>
                                        <p:tgtEl>
                                          <p:spTgt spid="39"/>
                                        </p:tgtEl>
                                      </p:cBhvr>
                                    </p:animEffect>
                                  </p:childTnLst>
                                </p:cTn>
                              </p:par>
                            </p:childTnLst>
                          </p:cTn>
                        </p:par>
                        <p:par>
                          <p:cTn id="108" fill="hold">
                            <p:stCondLst>
                              <p:cond delay="9500"/>
                            </p:stCondLst>
                            <p:childTnLst>
                              <p:par>
                                <p:cTn id="109" presetID="53" presetClass="entr" presetSubtype="16" fill="hold" grpId="0" nodeType="afterEffect" nodePh="1">
                                  <p:stCondLst>
                                    <p:cond delay="0"/>
                                  </p:stCondLst>
                                  <p:endCondLst>
                                    <p:cond evt="begin" delay="0">
                                      <p:tn val="109"/>
                                    </p:cond>
                                  </p:endCondLst>
                                  <p:childTnLst>
                                    <p:set>
                                      <p:cBhvr>
                                        <p:cTn id="110" dur="1" fill="hold">
                                          <p:stCondLst>
                                            <p:cond delay="0"/>
                                          </p:stCondLst>
                                        </p:cTn>
                                        <p:tgtEl>
                                          <p:spTgt spid="19">
                                            <p:txEl>
                                              <p:pRg st="0" end="0"/>
                                            </p:txEl>
                                          </p:spTgt>
                                        </p:tgtEl>
                                        <p:attrNameLst>
                                          <p:attrName>style.visibility</p:attrName>
                                        </p:attrNameLst>
                                      </p:cBhvr>
                                      <p:to>
                                        <p:strVal val="visible"/>
                                      </p:to>
                                    </p:set>
                                    <p:anim calcmode="lin" valueType="num">
                                      <p:cBhvr>
                                        <p:cTn id="111" dur="500" fill="hold"/>
                                        <p:tgtEl>
                                          <p:spTgt spid="19">
                                            <p:txEl>
                                              <p:pRg st="0" end="0"/>
                                            </p:txEl>
                                          </p:spTgt>
                                        </p:tgtEl>
                                        <p:attrNameLst>
                                          <p:attrName>ppt_w</p:attrName>
                                        </p:attrNameLst>
                                      </p:cBhvr>
                                      <p:tavLst>
                                        <p:tav tm="0">
                                          <p:val>
                                            <p:fltVal val="0"/>
                                          </p:val>
                                        </p:tav>
                                        <p:tav tm="100000">
                                          <p:val>
                                            <p:strVal val="#ppt_w"/>
                                          </p:val>
                                        </p:tav>
                                      </p:tavLst>
                                    </p:anim>
                                    <p:anim calcmode="lin" valueType="num">
                                      <p:cBhvr>
                                        <p:cTn id="112" dur="500" fill="hold"/>
                                        <p:tgtEl>
                                          <p:spTgt spid="19">
                                            <p:txEl>
                                              <p:pRg st="0" end="0"/>
                                            </p:txEl>
                                          </p:spTgt>
                                        </p:tgtEl>
                                        <p:attrNameLst>
                                          <p:attrName>ppt_h</p:attrName>
                                        </p:attrNameLst>
                                      </p:cBhvr>
                                      <p:tavLst>
                                        <p:tav tm="0">
                                          <p:val>
                                            <p:fltVal val="0"/>
                                          </p:val>
                                        </p:tav>
                                        <p:tav tm="100000">
                                          <p:val>
                                            <p:strVal val="#ppt_h"/>
                                          </p:val>
                                        </p:tav>
                                      </p:tavLst>
                                    </p:anim>
                                    <p:animEffect transition="in" filter="fade">
                                      <p:cBhvr>
                                        <p:cTn id="113" dur="500"/>
                                        <p:tgtEl>
                                          <p:spTgt spid="19">
                                            <p:txEl>
                                              <p:pRg st="0" end="0"/>
                                            </p:txEl>
                                          </p:spTgt>
                                        </p:tgtEl>
                                      </p:cBhvr>
                                    </p:animEffect>
                                  </p:childTnLst>
                                </p:cTn>
                              </p:par>
                            </p:childTnLst>
                          </p:cTn>
                        </p:par>
                        <p:par>
                          <p:cTn id="114" fill="hold">
                            <p:stCondLst>
                              <p:cond delay="10000"/>
                            </p:stCondLst>
                            <p:childTnLst>
                              <p:par>
                                <p:cTn id="115" presetID="42" presetClass="entr" presetSubtype="0" fill="hold" grpId="0" nodeType="afterEffect" nodePh="1">
                                  <p:stCondLst>
                                    <p:cond delay="0"/>
                                  </p:stCondLst>
                                  <p:endCondLst>
                                    <p:cond evt="begin" delay="0">
                                      <p:tn val="115"/>
                                    </p:cond>
                                  </p:endCondLst>
                                  <p:childTnLst>
                                    <p:set>
                                      <p:cBhvr>
                                        <p:cTn id="116" dur="1" fill="hold">
                                          <p:stCondLst>
                                            <p:cond delay="0"/>
                                          </p:stCondLst>
                                        </p:cTn>
                                        <p:tgtEl>
                                          <p:spTgt spid="20">
                                            <p:txEl>
                                              <p:pRg st="0" end="0"/>
                                            </p:txEl>
                                          </p:spTgt>
                                        </p:tgtEl>
                                        <p:attrNameLst>
                                          <p:attrName>style.visibility</p:attrName>
                                        </p:attrNameLst>
                                      </p:cBhvr>
                                      <p:to>
                                        <p:strVal val="visible"/>
                                      </p:to>
                                    </p:set>
                                    <p:animEffect transition="in" filter="fade">
                                      <p:cBhvr>
                                        <p:cTn id="117" dur="500"/>
                                        <p:tgtEl>
                                          <p:spTgt spid="20">
                                            <p:txEl>
                                              <p:pRg st="0" end="0"/>
                                            </p:txEl>
                                          </p:spTgt>
                                        </p:tgtEl>
                                      </p:cBhvr>
                                    </p:animEffect>
                                    <p:anim calcmode="lin" valueType="num">
                                      <p:cBhvr>
                                        <p:cTn id="118" dur="500" fill="hold"/>
                                        <p:tgtEl>
                                          <p:spTgt spid="20">
                                            <p:txEl>
                                              <p:pRg st="0" end="0"/>
                                            </p:txEl>
                                          </p:spTgt>
                                        </p:tgtEl>
                                        <p:attrNameLst>
                                          <p:attrName>ppt_x</p:attrName>
                                        </p:attrNameLst>
                                      </p:cBhvr>
                                      <p:tavLst>
                                        <p:tav tm="0">
                                          <p:val>
                                            <p:strVal val="#ppt_x"/>
                                          </p:val>
                                        </p:tav>
                                        <p:tav tm="100000">
                                          <p:val>
                                            <p:strVal val="#ppt_x"/>
                                          </p:val>
                                        </p:tav>
                                      </p:tavLst>
                                    </p:anim>
                                    <p:anim calcmode="lin" valueType="num">
                                      <p:cBhvr>
                                        <p:cTn id="119" dur="500" fill="hold"/>
                                        <p:tgtEl>
                                          <p:spTgt spid="20">
                                            <p:txEl>
                                              <p:pRg st="0" end="0"/>
                                            </p:txEl>
                                          </p:spTgt>
                                        </p:tgtEl>
                                        <p:attrNameLst>
                                          <p:attrName>ppt_y</p:attrName>
                                        </p:attrNameLst>
                                      </p:cBhvr>
                                      <p:tavLst>
                                        <p:tav tm="0">
                                          <p:val>
                                            <p:strVal val="#ppt_y+.1"/>
                                          </p:val>
                                        </p:tav>
                                        <p:tav tm="100000">
                                          <p:val>
                                            <p:strVal val="#ppt_y"/>
                                          </p:val>
                                        </p:tav>
                                      </p:tavLst>
                                    </p:anim>
                                  </p:childTnLst>
                                </p:cTn>
                              </p:par>
                            </p:childTnLst>
                          </p:cTn>
                        </p:par>
                        <p:par>
                          <p:cTn id="120" fill="hold">
                            <p:stCondLst>
                              <p:cond delay="10500"/>
                            </p:stCondLst>
                            <p:childTnLst>
                              <p:par>
                                <p:cTn id="121" presetID="42" presetClass="entr" presetSubtype="0" fill="hold" grpId="0" nodeType="afterEffect" nodePh="1">
                                  <p:stCondLst>
                                    <p:cond delay="0"/>
                                  </p:stCondLst>
                                  <p:endCondLst>
                                    <p:cond evt="begin" delay="0">
                                      <p:tn val="121"/>
                                    </p:cond>
                                  </p:endCondLst>
                                  <p:childTnLst>
                                    <p:set>
                                      <p:cBhvr>
                                        <p:cTn id="122" dur="1" fill="hold">
                                          <p:stCondLst>
                                            <p:cond delay="0"/>
                                          </p:stCondLst>
                                        </p:cTn>
                                        <p:tgtEl>
                                          <p:spTgt spid="24">
                                            <p:txEl>
                                              <p:pRg st="0" end="0"/>
                                            </p:txEl>
                                          </p:spTgt>
                                        </p:tgtEl>
                                        <p:attrNameLst>
                                          <p:attrName>style.visibility</p:attrName>
                                        </p:attrNameLst>
                                      </p:cBhvr>
                                      <p:to>
                                        <p:strVal val="visible"/>
                                      </p:to>
                                    </p:set>
                                    <p:animEffect transition="in" filter="fade">
                                      <p:cBhvr>
                                        <p:cTn id="123" dur="500"/>
                                        <p:tgtEl>
                                          <p:spTgt spid="24">
                                            <p:txEl>
                                              <p:pRg st="0" end="0"/>
                                            </p:txEl>
                                          </p:spTgt>
                                        </p:tgtEl>
                                      </p:cBhvr>
                                    </p:animEffect>
                                    <p:anim calcmode="lin" valueType="num">
                                      <p:cBhvr>
                                        <p:cTn id="124"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p:cTn id="125" dur="500" fill="hold"/>
                                        <p:tgtEl>
                                          <p:spTgt spid="24">
                                            <p:txEl>
                                              <p:pRg st="0" end="0"/>
                                            </p:txEl>
                                          </p:spTgt>
                                        </p:tgtEl>
                                        <p:attrNameLst>
                                          <p:attrName>ppt_y</p:attrName>
                                        </p:attrNameLst>
                                      </p:cBhvr>
                                      <p:tavLst>
                                        <p:tav tm="0">
                                          <p:val>
                                            <p:strVal val="#ppt_y+.1"/>
                                          </p:val>
                                        </p:tav>
                                        <p:tav tm="100000">
                                          <p:val>
                                            <p:strVal val="#ppt_y"/>
                                          </p:val>
                                        </p:tav>
                                      </p:tavLst>
                                    </p:anim>
                                  </p:childTnLst>
                                </p:cTn>
                              </p:par>
                            </p:childTnLst>
                          </p:cTn>
                        </p:par>
                        <p:par>
                          <p:cTn id="126" fill="hold">
                            <p:stCondLst>
                              <p:cond delay="11000"/>
                            </p:stCondLst>
                            <p:childTnLst>
                              <p:par>
                                <p:cTn id="127" presetID="10" presetClass="entr" presetSubtype="0" fill="hold" nodeType="afterEffect">
                                  <p:stCondLst>
                                    <p:cond delay="0"/>
                                  </p:stCondLst>
                                  <p:childTnLst>
                                    <p:set>
                                      <p:cBhvr>
                                        <p:cTn id="128" dur="1" fill="hold">
                                          <p:stCondLst>
                                            <p:cond delay="0"/>
                                          </p:stCondLst>
                                        </p:cTn>
                                        <p:tgtEl>
                                          <p:spTgt spid="46"/>
                                        </p:tgtEl>
                                        <p:attrNameLst>
                                          <p:attrName>style.visibility</p:attrName>
                                        </p:attrNameLst>
                                      </p:cBhvr>
                                      <p:to>
                                        <p:strVal val="visible"/>
                                      </p:to>
                                    </p:set>
                                    <p:animEffect transition="in" filter="fade">
                                      <p:cBhvr>
                                        <p:cTn id="129" dur="500"/>
                                        <p:tgtEl>
                                          <p:spTgt spid="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9" grpId="0" animBg="1"/>
      <p:bldP spid="10" grpId="0" animBg="1"/>
      <p:bldP spid="11" grpId="0" animBg="1"/>
      <p:bldP spid="12" grpId="0" animBg="1"/>
      <p:bldP spid="13"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3"/>
                        </p:tgtEl>
                        <p:attrNameLst>
                          <p:attrName>style.visibility</p:attrName>
                        </p:attrNameLst>
                      </p:cBhvr>
                      <p:to>
                        <p:strVal val="visible"/>
                      </p:to>
                    </p:set>
                    <p:anim calcmode="lin" valueType="num">
                      <p:cBhvr>
                        <p:cTn dur="500" fill="hold"/>
                        <p:tgtEl>
                          <p:spTgt spid="13"/>
                        </p:tgtEl>
                        <p:attrNameLst>
                          <p:attrName>ppt_w</p:attrName>
                        </p:attrNameLst>
                      </p:cBhvr>
                      <p:tavLst>
                        <p:tav tm="0">
                          <p:val>
                            <p:fltVal val="0"/>
                          </p:val>
                        </p:tav>
                        <p:tav tm="100000">
                          <p:val>
                            <p:strVal val="#ppt_w"/>
                          </p:val>
                        </p:tav>
                      </p:tavLst>
                    </p:anim>
                    <p:anim calcmode="lin" valueType="num">
                      <p:cBhvr>
                        <p:cTn dur="500" fill="hold"/>
                        <p:tgtEl>
                          <p:spTgt spid="13"/>
                        </p:tgtEl>
                        <p:attrNameLst>
                          <p:attrName>ppt_h</p:attrName>
                        </p:attrNameLst>
                      </p:cBhvr>
                      <p:tavLst>
                        <p:tav tm="0">
                          <p:val>
                            <p:fltVal val="0"/>
                          </p:val>
                        </p:tav>
                        <p:tav tm="100000">
                          <p:val>
                            <p:strVal val="#ppt_h"/>
                          </p:val>
                        </p:tav>
                      </p:tavLst>
                    </p:anim>
                    <p:animEffect transition="in" filter="fade">
                      <p:cBhvr>
                        <p:cTn dur="500"/>
                        <p:tgtEl>
                          <p:spTgt spid="13"/>
                        </p:tgtEl>
                      </p:cBhvr>
                    </p:animEffect>
                  </p:childTnLst>
                </p:cTn>
              </p:par>
            </p:tnLst>
          </p:tmpl>
        </p:tmplLst>
      </p:bldP>
      <p:bldP spid="14"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4"/>
                        </p:tgtEl>
                        <p:attrNameLst>
                          <p:attrName>style.visibility</p:attrName>
                        </p:attrNameLst>
                      </p:cBhvr>
                      <p:to>
                        <p:strVal val="visible"/>
                      </p:to>
                    </p:set>
                    <p:animEffect transition="in" filter="fade">
                      <p:cBhvr>
                        <p:cTn dur="500"/>
                        <p:tgtEl>
                          <p:spTgt spid="14"/>
                        </p:tgtEl>
                      </p:cBhvr>
                    </p:animEffect>
                    <p:anim calcmode="lin" valueType="num">
                      <p:cBhvr>
                        <p:cTn dur="500" fill="hold"/>
                        <p:tgtEl>
                          <p:spTgt spid="14"/>
                        </p:tgtEl>
                        <p:attrNameLst>
                          <p:attrName>ppt_x</p:attrName>
                        </p:attrNameLst>
                      </p:cBhvr>
                      <p:tavLst>
                        <p:tav tm="0">
                          <p:val>
                            <p:strVal val="#ppt_x"/>
                          </p:val>
                        </p:tav>
                        <p:tav tm="100000">
                          <p:val>
                            <p:strVal val="#ppt_x"/>
                          </p:val>
                        </p:tav>
                      </p:tavLst>
                    </p:anim>
                    <p:anim calcmode="lin" valueType="num">
                      <p:cBhvr>
                        <p:cTn dur="500" fill="hold"/>
                        <p:tgtEl>
                          <p:spTgt spid="14"/>
                        </p:tgtEl>
                        <p:attrNameLst>
                          <p:attrName>ppt_y</p:attrName>
                        </p:attrNameLst>
                      </p:cBhvr>
                      <p:tavLst>
                        <p:tav tm="0">
                          <p:val>
                            <p:strVal val="#ppt_y+.1"/>
                          </p:val>
                        </p:tav>
                        <p:tav tm="100000">
                          <p:val>
                            <p:strVal val="#ppt_y"/>
                          </p:val>
                        </p:tav>
                      </p:tavLst>
                    </p:anim>
                  </p:childTnLst>
                </p:cTn>
              </p:par>
            </p:tnLst>
          </p:tmpl>
        </p:tmplLst>
      </p:bldP>
      <p:bldP spid="15"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5"/>
                        </p:tgtEl>
                        <p:attrNameLst>
                          <p:attrName>style.visibility</p:attrName>
                        </p:attrNameLst>
                      </p:cBhvr>
                      <p:to>
                        <p:strVal val="visible"/>
                      </p:to>
                    </p:set>
                    <p:anim calcmode="lin" valueType="num">
                      <p:cBhvr>
                        <p:cTn dur="500" fill="hold"/>
                        <p:tgtEl>
                          <p:spTgt spid="15"/>
                        </p:tgtEl>
                        <p:attrNameLst>
                          <p:attrName>ppt_w</p:attrName>
                        </p:attrNameLst>
                      </p:cBhvr>
                      <p:tavLst>
                        <p:tav tm="0">
                          <p:val>
                            <p:fltVal val="0"/>
                          </p:val>
                        </p:tav>
                        <p:tav tm="100000">
                          <p:val>
                            <p:strVal val="#ppt_w"/>
                          </p:val>
                        </p:tav>
                      </p:tavLst>
                    </p:anim>
                    <p:anim calcmode="lin" valueType="num">
                      <p:cBhvr>
                        <p:cTn dur="500" fill="hold"/>
                        <p:tgtEl>
                          <p:spTgt spid="15"/>
                        </p:tgtEl>
                        <p:attrNameLst>
                          <p:attrName>ppt_h</p:attrName>
                        </p:attrNameLst>
                      </p:cBhvr>
                      <p:tavLst>
                        <p:tav tm="0">
                          <p:val>
                            <p:fltVal val="0"/>
                          </p:val>
                        </p:tav>
                        <p:tav tm="100000">
                          <p:val>
                            <p:strVal val="#ppt_h"/>
                          </p:val>
                        </p:tav>
                      </p:tavLst>
                    </p:anim>
                    <p:animEffect transition="in" filter="fade">
                      <p:cBhvr>
                        <p:cTn dur="500"/>
                        <p:tgtEl>
                          <p:spTgt spid="15"/>
                        </p:tgtEl>
                      </p:cBhvr>
                    </p:animEffect>
                  </p:childTnLst>
                </p:cTn>
              </p:par>
            </p:tnLst>
          </p:tmpl>
        </p:tmplLst>
      </p:bldP>
      <p:bldP spid="16"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6"/>
                        </p:tgtEl>
                        <p:attrNameLst>
                          <p:attrName>style.visibility</p:attrName>
                        </p:attrNameLst>
                      </p:cBhvr>
                      <p:to>
                        <p:strVal val="visible"/>
                      </p:to>
                    </p:set>
                    <p:animEffect transition="in" filter="fade">
                      <p:cBhvr>
                        <p:cTn dur="500"/>
                        <p:tgtEl>
                          <p:spTgt spid="16"/>
                        </p:tgtEl>
                      </p:cBhvr>
                    </p:animEffect>
                    <p:anim calcmode="lin" valueType="num">
                      <p:cBhvr>
                        <p:cTn dur="500" fill="hold"/>
                        <p:tgtEl>
                          <p:spTgt spid="16"/>
                        </p:tgtEl>
                        <p:attrNameLst>
                          <p:attrName>ppt_x</p:attrName>
                        </p:attrNameLst>
                      </p:cBhvr>
                      <p:tavLst>
                        <p:tav tm="0">
                          <p:val>
                            <p:strVal val="#ppt_x"/>
                          </p:val>
                        </p:tav>
                        <p:tav tm="100000">
                          <p:val>
                            <p:strVal val="#ppt_x"/>
                          </p:val>
                        </p:tav>
                      </p:tavLst>
                    </p:anim>
                    <p:anim calcmode="lin" valueType="num">
                      <p:cBhvr>
                        <p:cTn dur="500" fill="hold"/>
                        <p:tgtEl>
                          <p:spTgt spid="16"/>
                        </p:tgtEl>
                        <p:attrNameLst>
                          <p:attrName>ppt_y</p:attrName>
                        </p:attrNameLst>
                      </p:cBhvr>
                      <p:tavLst>
                        <p:tav tm="0">
                          <p:val>
                            <p:strVal val="#ppt_y+.1"/>
                          </p:val>
                        </p:tav>
                        <p:tav tm="100000">
                          <p:val>
                            <p:strVal val="#ppt_y"/>
                          </p:val>
                        </p:tav>
                      </p:tavLst>
                    </p:anim>
                  </p:childTnLst>
                </p:cTn>
              </p:par>
            </p:tnLst>
          </p:tmpl>
        </p:tmplLst>
      </p:bldP>
      <p:bldP spid="17"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7"/>
                        </p:tgtEl>
                        <p:attrNameLst>
                          <p:attrName>style.visibility</p:attrName>
                        </p:attrNameLst>
                      </p:cBhvr>
                      <p:to>
                        <p:strVal val="visible"/>
                      </p:to>
                    </p:set>
                    <p:anim calcmode="lin" valueType="num">
                      <p:cBhvr>
                        <p:cTn dur="500" fill="hold"/>
                        <p:tgtEl>
                          <p:spTgt spid="17"/>
                        </p:tgtEl>
                        <p:attrNameLst>
                          <p:attrName>ppt_w</p:attrName>
                        </p:attrNameLst>
                      </p:cBhvr>
                      <p:tavLst>
                        <p:tav tm="0">
                          <p:val>
                            <p:fltVal val="0"/>
                          </p:val>
                        </p:tav>
                        <p:tav tm="100000">
                          <p:val>
                            <p:strVal val="#ppt_w"/>
                          </p:val>
                        </p:tav>
                      </p:tavLst>
                    </p:anim>
                    <p:anim calcmode="lin" valueType="num">
                      <p:cBhvr>
                        <p:cTn dur="500" fill="hold"/>
                        <p:tgtEl>
                          <p:spTgt spid="17"/>
                        </p:tgtEl>
                        <p:attrNameLst>
                          <p:attrName>ppt_h</p:attrName>
                        </p:attrNameLst>
                      </p:cBhvr>
                      <p:tavLst>
                        <p:tav tm="0">
                          <p:val>
                            <p:fltVal val="0"/>
                          </p:val>
                        </p:tav>
                        <p:tav tm="100000">
                          <p:val>
                            <p:strVal val="#ppt_h"/>
                          </p:val>
                        </p:tav>
                      </p:tavLst>
                    </p:anim>
                    <p:animEffect transition="in" filter="fade">
                      <p:cBhvr>
                        <p:cTn dur="500"/>
                        <p:tgtEl>
                          <p:spTgt spid="17"/>
                        </p:tgtEl>
                      </p:cBhvr>
                    </p:animEffect>
                  </p:childTnLst>
                </p:cTn>
              </p:par>
            </p:tnLst>
          </p:tmpl>
        </p:tmplLst>
      </p:bldP>
      <p:bldP spid="18"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8"/>
                        </p:tgtEl>
                        <p:attrNameLst>
                          <p:attrName>style.visibility</p:attrName>
                        </p:attrNameLst>
                      </p:cBhvr>
                      <p:to>
                        <p:strVal val="visible"/>
                      </p:to>
                    </p:set>
                    <p:animEffect transition="in" filter="fade">
                      <p:cBhvr>
                        <p:cTn dur="500"/>
                        <p:tgtEl>
                          <p:spTgt spid="18"/>
                        </p:tgtEl>
                      </p:cBhvr>
                    </p:animEffect>
                    <p:anim calcmode="lin" valueType="num">
                      <p:cBhvr>
                        <p:cTn dur="500" fill="hold"/>
                        <p:tgtEl>
                          <p:spTgt spid="18"/>
                        </p:tgtEl>
                        <p:attrNameLst>
                          <p:attrName>ppt_x</p:attrName>
                        </p:attrNameLst>
                      </p:cBhvr>
                      <p:tavLst>
                        <p:tav tm="0">
                          <p:val>
                            <p:strVal val="#ppt_x"/>
                          </p:val>
                        </p:tav>
                        <p:tav tm="100000">
                          <p:val>
                            <p:strVal val="#ppt_x"/>
                          </p:val>
                        </p:tav>
                      </p:tavLst>
                    </p:anim>
                    <p:anim calcmode="lin" valueType="num">
                      <p:cBhvr>
                        <p:cTn dur="500" fill="hold"/>
                        <p:tgtEl>
                          <p:spTgt spid="18"/>
                        </p:tgtEl>
                        <p:attrNameLst>
                          <p:attrName>ppt_y</p:attrName>
                        </p:attrNameLst>
                      </p:cBhvr>
                      <p:tavLst>
                        <p:tav tm="0">
                          <p:val>
                            <p:strVal val="#ppt_y+.1"/>
                          </p:val>
                        </p:tav>
                        <p:tav tm="100000">
                          <p:val>
                            <p:strVal val="#ppt_y"/>
                          </p:val>
                        </p:tav>
                      </p:tavLst>
                    </p:anim>
                  </p:childTnLst>
                </p:cTn>
              </p:par>
            </p:tnLst>
          </p:tmpl>
        </p:tmplLst>
      </p:bldP>
      <p:bldP spid="19"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9"/>
                        </p:tgtEl>
                        <p:attrNameLst>
                          <p:attrName>style.visibility</p:attrName>
                        </p:attrNameLst>
                      </p:cBhvr>
                      <p:to>
                        <p:strVal val="visible"/>
                      </p:to>
                    </p:set>
                    <p:anim calcmode="lin" valueType="num">
                      <p:cBhvr>
                        <p:cTn dur="500" fill="hold"/>
                        <p:tgtEl>
                          <p:spTgt spid="19"/>
                        </p:tgtEl>
                        <p:attrNameLst>
                          <p:attrName>ppt_w</p:attrName>
                        </p:attrNameLst>
                      </p:cBhvr>
                      <p:tavLst>
                        <p:tav tm="0">
                          <p:val>
                            <p:fltVal val="0"/>
                          </p:val>
                        </p:tav>
                        <p:tav tm="100000">
                          <p:val>
                            <p:strVal val="#ppt_w"/>
                          </p:val>
                        </p:tav>
                      </p:tavLst>
                    </p:anim>
                    <p:anim calcmode="lin" valueType="num">
                      <p:cBhvr>
                        <p:cTn dur="500" fill="hold"/>
                        <p:tgtEl>
                          <p:spTgt spid="19"/>
                        </p:tgtEl>
                        <p:attrNameLst>
                          <p:attrName>ppt_h</p:attrName>
                        </p:attrNameLst>
                      </p:cBhvr>
                      <p:tavLst>
                        <p:tav tm="0">
                          <p:val>
                            <p:fltVal val="0"/>
                          </p:val>
                        </p:tav>
                        <p:tav tm="100000">
                          <p:val>
                            <p:strVal val="#ppt_h"/>
                          </p:val>
                        </p:tav>
                      </p:tavLst>
                    </p:anim>
                    <p:animEffect transition="in" filter="fade">
                      <p:cBhvr>
                        <p:cTn dur="500"/>
                        <p:tgtEl>
                          <p:spTgt spid="19"/>
                        </p:tgtEl>
                      </p:cBhvr>
                    </p:animEffect>
                  </p:childTnLst>
                </p:cTn>
              </p:par>
            </p:tnLst>
          </p:tmpl>
        </p:tmplLst>
      </p:bldP>
      <p:bldP spid="20"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0"/>
                        </p:tgtEl>
                        <p:attrNameLst>
                          <p:attrName>style.visibility</p:attrName>
                        </p:attrNameLst>
                      </p:cBhvr>
                      <p:to>
                        <p:strVal val="visible"/>
                      </p:to>
                    </p:set>
                    <p:animEffect transition="in" filter="fade">
                      <p:cBhvr>
                        <p:cTn dur="500"/>
                        <p:tgtEl>
                          <p:spTgt spid="20"/>
                        </p:tgtEl>
                      </p:cBhvr>
                    </p:animEffect>
                    <p:anim calcmode="lin" valueType="num">
                      <p:cBhvr>
                        <p:cTn dur="500" fill="hold"/>
                        <p:tgtEl>
                          <p:spTgt spid="20"/>
                        </p:tgtEl>
                        <p:attrNameLst>
                          <p:attrName>ppt_x</p:attrName>
                        </p:attrNameLst>
                      </p:cBhvr>
                      <p:tavLst>
                        <p:tav tm="0">
                          <p:val>
                            <p:strVal val="#ppt_x"/>
                          </p:val>
                        </p:tav>
                        <p:tav tm="100000">
                          <p:val>
                            <p:strVal val="#ppt_x"/>
                          </p:val>
                        </p:tav>
                      </p:tavLst>
                    </p:anim>
                    <p:anim calcmode="lin" valueType="num">
                      <p:cBhvr>
                        <p:cTn dur="500" fill="hold"/>
                        <p:tgtEl>
                          <p:spTgt spid="20"/>
                        </p:tgtEl>
                        <p:attrNameLst>
                          <p:attrName>ppt_y</p:attrName>
                        </p:attrNameLst>
                      </p:cBhvr>
                      <p:tavLst>
                        <p:tav tm="0">
                          <p:val>
                            <p:strVal val="#ppt_y+.1"/>
                          </p:val>
                        </p:tav>
                        <p:tav tm="100000">
                          <p:val>
                            <p:strVal val="#ppt_y"/>
                          </p:val>
                        </p:tav>
                      </p:tavLst>
                    </p:anim>
                  </p:childTnLst>
                </p:cTn>
              </p:par>
            </p:tnLst>
          </p:tmpl>
        </p:tmplLst>
      </p:bldP>
      <p:bldP spid="21"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1"/>
                        </p:tgtEl>
                        <p:attrNameLst>
                          <p:attrName>style.visibility</p:attrName>
                        </p:attrNameLst>
                      </p:cBhvr>
                      <p:to>
                        <p:strVal val="visible"/>
                      </p:to>
                    </p:set>
                    <p:animEffect transition="in" filter="fade">
                      <p:cBhvr>
                        <p:cTn dur="500"/>
                        <p:tgtEl>
                          <p:spTgt spid="21"/>
                        </p:tgtEl>
                      </p:cBhvr>
                    </p:animEffect>
                    <p:anim calcmode="lin" valueType="num">
                      <p:cBhvr>
                        <p:cTn dur="500" fill="hold"/>
                        <p:tgtEl>
                          <p:spTgt spid="21"/>
                        </p:tgtEl>
                        <p:attrNameLst>
                          <p:attrName>ppt_x</p:attrName>
                        </p:attrNameLst>
                      </p:cBhvr>
                      <p:tavLst>
                        <p:tav tm="0">
                          <p:val>
                            <p:strVal val="#ppt_x"/>
                          </p:val>
                        </p:tav>
                        <p:tav tm="100000">
                          <p:val>
                            <p:strVal val="#ppt_x"/>
                          </p:val>
                        </p:tav>
                      </p:tavLst>
                    </p:anim>
                    <p:anim calcmode="lin" valueType="num">
                      <p:cBhvr>
                        <p:cTn dur="500" fill="hold"/>
                        <p:tgtEl>
                          <p:spTgt spid="21"/>
                        </p:tgtEl>
                        <p:attrNameLst>
                          <p:attrName>ppt_y</p:attrName>
                        </p:attrNameLst>
                      </p:cBhvr>
                      <p:tavLst>
                        <p:tav tm="0">
                          <p:val>
                            <p:strVal val="#ppt_y+.1"/>
                          </p:val>
                        </p:tav>
                        <p:tav tm="100000">
                          <p:val>
                            <p:strVal val="#ppt_y"/>
                          </p:val>
                        </p:tav>
                      </p:tavLst>
                    </p:anim>
                  </p:childTnLst>
                </p:cTn>
              </p:par>
            </p:tnLst>
          </p:tmpl>
        </p:tmplLst>
      </p:bldP>
      <p:bldP spid="22"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2"/>
                        </p:tgtEl>
                        <p:attrNameLst>
                          <p:attrName>style.visibility</p:attrName>
                        </p:attrNameLst>
                      </p:cBhvr>
                      <p:to>
                        <p:strVal val="visible"/>
                      </p:to>
                    </p:set>
                    <p:animEffect transition="in" filter="fade">
                      <p:cBhvr>
                        <p:cTn dur="500"/>
                        <p:tgtEl>
                          <p:spTgt spid="22"/>
                        </p:tgtEl>
                      </p:cBhvr>
                    </p:animEffect>
                    <p:anim calcmode="lin" valueType="num">
                      <p:cBhvr>
                        <p:cTn dur="500" fill="hold"/>
                        <p:tgtEl>
                          <p:spTgt spid="22"/>
                        </p:tgtEl>
                        <p:attrNameLst>
                          <p:attrName>ppt_x</p:attrName>
                        </p:attrNameLst>
                      </p:cBhvr>
                      <p:tavLst>
                        <p:tav tm="0">
                          <p:val>
                            <p:strVal val="#ppt_x"/>
                          </p:val>
                        </p:tav>
                        <p:tav tm="100000">
                          <p:val>
                            <p:strVal val="#ppt_x"/>
                          </p:val>
                        </p:tav>
                      </p:tavLst>
                    </p:anim>
                    <p:anim calcmode="lin" valueType="num">
                      <p:cBhvr>
                        <p:cTn dur="500" fill="hold"/>
                        <p:tgtEl>
                          <p:spTgt spid="22"/>
                        </p:tgtEl>
                        <p:attrNameLst>
                          <p:attrName>ppt_y</p:attrName>
                        </p:attrNameLst>
                      </p:cBhvr>
                      <p:tavLst>
                        <p:tav tm="0">
                          <p:val>
                            <p:strVal val="#ppt_y+.1"/>
                          </p:val>
                        </p:tav>
                        <p:tav tm="100000">
                          <p:val>
                            <p:strVal val="#ppt_y"/>
                          </p:val>
                        </p:tav>
                      </p:tavLst>
                    </p:anim>
                  </p:childTnLst>
                </p:cTn>
              </p:par>
            </p:tnLst>
          </p:tmpl>
        </p:tmplLst>
      </p:bldP>
      <p:bldP spid="23"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3"/>
                        </p:tgtEl>
                        <p:attrNameLst>
                          <p:attrName>style.visibility</p:attrName>
                        </p:attrNameLst>
                      </p:cBhvr>
                      <p:to>
                        <p:strVal val="visible"/>
                      </p:to>
                    </p:set>
                    <p:animEffect transition="in" filter="fade">
                      <p:cBhvr>
                        <p:cTn dur="500"/>
                        <p:tgtEl>
                          <p:spTgt spid="23"/>
                        </p:tgtEl>
                      </p:cBhvr>
                    </p:animEffect>
                    <p:anim calcmode="lin" valueType="num">
                      <p:cBhvr>
                        <p:cTn dur="500" fill="hold"/>
                        <p:tgtEl>
                          <p:spTgt spid="23"/>
                        </p:tgtEl>
                        <p:attrNameLst>
                          <p:attrName>ppt_x</p:attrName>
                        </p:attrNameLst>
                      </p:cBhvr>
                      <p:tavLst>
                        <p:tav tm="0">
                          <p:val>
                            <p:strVal val="#ppt_x"/>
                          </p:val>
                        </p:tav>
                        <p:tav tm="100000">
                          <p:val>
                            <p:strVal val="#ppt_x"/>
                          </p:val>
                        </p:tav>
                      </p:tavLst>
                    </p:anim>
                    <p:anim calcmode="lin" valueType="num">
                      <p:cBhvr>
                        <p:cTn dur="500" fill="hold"/>
                        <p:tgtEl>
                          <p:spTgt spid="23"/>
                        </p:tgtEl>
                        <p:attrNameLst>
                          <p:attrName>ppt_y</p:attrName>
                        </p:attrNameLst>
                      </p:cBhvr>
                      <p:tavLst>
                        <p:tav tm="0">
                          <p:val>
                            <p:strVal val="#ppt_y+.1"/>
                          </p:val>
                        </p:tav>
                        <p:tav tm="100000">
                          <p:val>
                            <p:strVal val="#ppt_y"/>
                          </p:val>
                        </p:tav>
                      </p:tavLst>
                    </p:anim>
                  </p:childTnLst>
                </p:cTn>
              </p:par>
            </p:tnLst>
          </p:tmpl>
        </p:tmplLst>
      </p:bldP>
      <p:bldP spid="24"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4"/>
                        </p:tgtEl>
                        <p:attrNameLst>
                          <p:attrName>style.visibility</p:attrName>
                        </p:attrNameLst>
                      </p:cBhvr>
                      <p:to>
                        <p:strVal val="visible"/>
                      </p:to>
                    </p:set>
                    <p:animEffect transition="in" filter="fade">
                      <p:cBhvr>
                        <p:cTn dur="500"/>
                        <p:tgtEl>
                          <p:spTgt spid="24"/>
                        </p:tgtEl>
                      </p:cBhvr>
                    </p:animEffect>
                    <p:anim calcmode="lin" valueType="num">
                      <p:cBhvr>
                        <p:cTn dur="500" fill="hold"/>
                        <p:tgtEl>
                          <p:spTgt spid="24"/>
                        </p:tgtEl>
                        <p:attrNameLst>
                          <p:attrName>ppt_x</p:attrName>
                        </p:attrNameLst>
                      </p:cBhvr>
                      <p:tavLst>
                        <p:tav tm="0">
                          <p:val>
                            <p:strVal val="#ppt_x"/>
                          </p:val>
                        </p:tav>
                        <p:tav tm="100000">
                          <p:val>
                            <p:strVal val="#ppt_x"/>
                          </p:val>
                        </p:tav>
                      </p:tavLst>
                    </p:anim>
                    <p:anim calcmode="lin" valueType="num">
                      <p:cBhvr>
                        <p:cTn dur="500" fill="hold"/>
                        <p:tgtEl>
                          <p:spTgt spid="24"/>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777.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13" name="Text Placeholder 21"/>
          <p:cNvSpPr>
            <a:spLocks noGrp="1"/>
          </p:cNvSpPr>
          <p:nvPr>
            <p:ph type="body" sz="quarter" idx="20"/>
          </p:nvPr>
        </p:nvSpPr>
        <p:spPr>
          <a:xfrm>
            <a:off x="928685" y="4122030"/>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5" name="Text Placeholder 21"/>
          <p:cNvSpPr>
            <a:spLocks noGrp="1"/>
          </p:cNvSpPr>
          <p:nvPr>
            <p:ph type="body" sz="quarter" idx="23"/>
          </p:nvPr>
        </p:nvSpPr>
        <p:spPr>
          <a:xfrm>
            <a:off x="3741157" y="4122030"/>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7" name="Text Placeholder 21"/>
          <p:cNvSpPr>
            <a:spLocks noGrp="1"/>
          </p:cNvSpPr>
          <p:nvPr>
            <p:ph type="body" sz="quarter" idx="25"/>
          </p:nvPr>
        </p:nvSpPr>
        <p:spPr>
          <a:xfrm>
            <a:off x="6609049" y="4122030"/>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9" name="Text Placeholder 21"/>
          <p:cNvSpPr>
            <a:spLocks noGrp="1"/>
          </p:cNvSpPr>
          <p:nvPr>
            <p:ph type="body" sz="quarter" idx="27"/>
          </p:nvPr>
        </p:nvSpPr>
        <p:spPr>
          <a:xfrm>
            <a:off x="9428447" y="4122030"/>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1" name="Text Placeholder 21"/>
          <p:cNvSpPr>
            <a:spLocks noGrp="1"/>
          </p:cNvSpPr>
          <p:nvPr>
            <p:ph type="body" sz="quarter" idx="29"/>
          </p:nvPr>
        </p:nvSpPr>
        <p:spPr>
          <a:xfrm>
            <a:off x="928685" y="4428734"/>
            <a:ext cx="1814513" cy="87351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2" name="Text Placeholder 21"/>
          <p:cNvSpPr>
            <a:spLocks noGrp="1"/>
          </p:cNvSpPr>
          <p:nvPr>
            <p:ph type="body" sz="quarter" idx="30"/>
          </p:nvPr>
        </p:nvSpPr>
        <p:spPr>
          <a:xfrm>
            <a:off x="3741157" y="4428734"/>
            <a:ext cx="1814513" cy="87351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3" name="Text Placeholder 21"/>
          <p:cNvSpPr>
            <a:spLocks noGrp="1"/>
          </p:cNvSpPr>
          <p:nvPr>
            <p:ph type="body" sz="quarter" idx="31"/>
          </p:nvPr>
        </p:nvSpPr>
        <p:spPr>
          <a:xfrm>
            <a:off x="6609049" y="4428734"/>
            <a:ext cx="1814513" cy="87351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4" name="Text Placeholder 21"/>
          <p:cNvSpPr>
            <a:spLocks noGrp="1"/>
          </p:cNvSpPr>
          <p:nvPr>
            <p:ph type="body" sz="quarter" idx="32"/>
          </p:nvPr>
        </p:nvSpPr>
        <p:spPr>
          <a:xfrm>
            <a:off x="9428447" y="4428734"/>
            <a:ext cx="1814513" cy="87351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1" name="Picture Placeholder 30"/>
          <p:cNvSpPr>
            <a:spLocks noGrp="1"/>
          </p:cNvSpPr>
          <p:nvPr>
            <p:ph type="pic" sz="quarter" idx="33" hasCustomPrompt="1"/>
          </p:nvPr>
        </p:nvSpPr>
        <p:spPr>
          <a:xfrm>
            <a:off x="1246070" y="2009148"/>
            <a:ext cx="1233487" cy="1695450"/>
          </a:xfrm>
          <a:solidFill>
            <a:schemeClr val="bg1">
              <a:lumMod val="85000"/>
            </a:schemeClr>
          </a:solidFill>
        </p:spPr>
        <p:txBody>
          <a:bodyPr/>
          <a:lstStyle>
            <a:lvl1pPr>
              <a:defRPr/>
            </a:lvl1pPr>
          </a:lstStyle>
          <a:p>
            <a:r>
              <a:rPr lang="id-ID" dirty="0" smtClean="0"/>
              <a:t>Pic here</a:t>
            </a:r>
            <a:endParaRPr lang="en-AU" dirty="0"/>
          </a:p>
        </p:txBody>
      </p:sp>
      <p:sp>
        <p:nvSpPr>
          <p:cNvPr id="33" name="Picture Placeholder 30"/>
          <p:cNvSpPr>
            <a:spLocks noGrp="1"/>
          </p:cNvSpPr>
          <p:nvPr>
            <p:ph type="pic" sz="quarter" idx="34" hasCustomPrompt="1"/>
          </p:nvPr>
        </p:nvSpPr>
        <p:spPr>
          <a:xfrm>
            <a:off x="4038600" y="2009148"/>
            <a:ext cx="1233487" cy="1695450"/>
          </a:xfrm>
          <a:solidFill>
            <a:schemeClr val="bg1">
              <a:lumMod val="85000"/>
            </a:schemeClr>
          </a:solidFill>
        </p:spPr>
        <p:txBody>
          <a:bodyPr/>
          <a:lstStyle>
            <a:lvl1pPr>
              <a:defRPr/>
            </a:lvl1pPr>
          </a:lstStyle>
          <a:p>
            <a:r>
              <a:rPr lang="id-ID" dirty="0" smtClean="0"/>
              <a:t>Pic here</a:t>
            </a:r>
            <a:endParaRPr lang="en-AU" dirty="0"/>
          </a:p>
        </p:txBody>
      </p:sp>
      <p:sp>
        <p:nvSpPr>
          <p:cNvPr id="35" name="Picture Placeholder 30"/>
          <p:cNvSpPr>
            <a:spLocks noGrp="1"/>
          </p:cNvSpPr>
          <p:nvPr>
            <p:ph type="pic" sz="quarter" idx="35" hasCustomPrompt="1"/>
          </p:nvPr>
        </p:nvSpPr>
        <p:spPr>
          <a:xfrm>
            <a:off x="6834187" y="2009148"/>
            <a:ext cx="1233487" cy="1695450"/>
          </a:xfrm>
          <a:solidFill>
            <a:schemeClr val="bg1">
              <a:lumMod val="85000"/>
            </a:schemeClr>
          </a:solidFill>
        </p:spPr>
        <p:txBody>
          <a:bodyPr/>
          <a:lstStyle>
            <a:lvl1pPr>
              <a:defRPr/>
            </a:lvl1pPr>
          </a:lstStyle>
          <a:p>
            <a:r>
              <a:rPr lang="id-ID" dirty="0" smtClean="0"/>
              <a:t>Pic here</a:t>
            </a:r>
            <a:endParaRPr lang="en-AU" dirty="0"/>
          </a:p>
        </p:txBody>
      </p:sp>
      <p:sp>
        <p:nvSpPr>
          <p:cNvPr id="37" name="Picture Placeholder 30"/>
          <p:cNvSpPr>
            <a:spLocks noGrp="1"/>
          </p:cNvSpPr>
          <p:nvPr>
            <p:ph type="pic" sz="quarter" idx="36" hasCustomPrompt="1"/>
          </p:nvPr>
        </p:nvSpPr>
        <p:spPr>
          <a:xfrm>
            <a:off x="9712442" y="2009148"/>
            <a:ext cx="1233487" cy="1695450"/>
          </a:xfrm>
          <a:solidFill>
            <a:schemeClr val="bg1">
              <a:lumMod val="85000"/>
            </a:schemeClr>
          </a:solidFill>
        </p:spPr>
        <p:txBody>
          <a:bodyPr/>
          <a:lstStyle>
            <a:lvl1pPr>
              <a:defRPr/>
            </a:lvl1pPr>
          </a:lstStyle>
          <a:p>
            <a:r>
              <a:rPr lang="id-ID" dirty="0" smtClean="0"/>
              <a:t>Pic here</a:t>
            </a:r>
            <a:endParaRPr lang="en-AU" dirty="0"/>
          </a:p>
        </p:txBody>
      </p:sp>
      <p:grpSp>
        <p:nvGrpSpPr>
          <p:cNvPr id="25" name="Group 24"/>
          <p:cNvGrpSpPr/>
          <p:nvPr userDrawn="1"/>
        </p:nvGrpSpPr>
        <p:grpSpPr>
          <a:xfrm>
            <a:off x="973770" y="5352142"/>
            <a:ext cx="1724341" cy="516155"/>
            <a:chOff x="3872969" y="5806923"/>
            <a:chExt cx="1724341" cy="516155"/>
          </a:xfrm>
        </p:grpSpPr>
        <p:sp>
          <p:nvSpPr>
            <p:cNvPr id="26" name="Oval 25"/>
            <p:cNvSpPr/>
            <p:nvPr/>
          </p:nvSpPr>
          <p:spPr>
            <a:xfrm>
              <a:off x="3872969"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27" name="Oval 26"/>
            <p:cNvSpPr/>
            <p:nvPr/>
          </p:nvSpPr>
          <p:spPr>
            <a:xfrm>
              <a:off x="4477062"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28" name="Oval 27"/>
            <p:cNvSpPr/>
            <p:nvPr/>
          </p:nvSpPr>
          <p:spPr>
            <a:xfrm>
              <a:off x="5081155"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30" name="Freeform 63"/>
            <p:cNvSpPr>
              <a:spLocks/>
            </p:cNvSpPr>
            <p:nvPr/>
          </p:nvSpPr>
          <p:spPr bwMode="auto">
            <a:xfrm>
              <a:off x="4576091" y="5937921"/>
              <a:ext cx="318095" cy="261714"/>
            </a:xfrm>
            <a:custGeom>
              <a:avLst/>
              <a:gdLst>
                <a:gd name="T0" fmla="*/ 160 w 160"/>
                <a:gd name="T1" fmla="*/ 16 h 131"/>
                <a:gd name="T2" fmla="*/ 159 w 160"/>
                <a:gd name="T3" fmla="*/ 16 h 131"/>
                <a:gd name="T4" fmla="*/ 144 w 160"/>
                <a:gd name="T5" fmla="*/ 20 h 131"/>
                <a:gd name="T6" fmla="*/ 156 w 160"/>
                <a:gd name="T7" fmla="*/ 4 h 131"/>
                <a:gd name="T8" fmla="*/ 156 w 160"/>
                <a:gd name="T9" fmla="*/ 3 h 131"/>
                <a:gd name="T10" fmla="*/ 155 w 160"/>
                <a:gd name="T11" fmla="*/ 3 h 131"/>
                <a:gd name="T12" fmla="*/ 135 w 160"/>
                <a:gd name="T13" fmla="*/ 11 h 131"/>
                <a:gd name="T14" fmla="*/ 111 w 160"/>
                <a:gd name="T15" fmla="*/ 0 h 131"/>
                <a:gd name="T16" fmla="*/ 77 w 160"/>
                <a:gd name="T17" fmla="*/ 34 h 131"/>
                <a:gd name="T18" fmla="*/ 78 w 160"/>
                <a:gd name="T19" fmla="*/ 40 h 131"/>
                <a:gd name="T20" fmla="*/ 12 w 160"/>
                <a:gd name="T21" fmla="*/ 7 h 131"/>
                <a:gd name="T22" fmla="*/ 12 w 160"/>
                <a:gd name="T23" fmla="*/ 6 h 131"/>
                <a:gd name="T24" fmla="*/ 11 w 160"/>
                <a:gd name="T25" fmla="*/ 7 h 131"/>
                <a:gd name="T26" fmla="*/ 7 w 160"/>
                <a:gd name="T27" fmla="*/ 23 h 131"/>
                <a:gd name="T28" fmla="*/ 19 w 160"/>
                <a:gd name="T29" fmla="*/ 50 h 131"/>
                <a:gd name="T30" fmla="*/ 7 w 160"/>
                <a:gd name="T31" fmla="*/ 46 h 131"/>
                <a:gd name="T32" fmla="*/ 7 w 160"/>
                <a:gd name="T33" fmla="*/ 46 h 131"/>
                <a:gd name="T34" fmla="*/ 6 w 160"/>
                <a:gd name="T35" fmla="*/ 47 h 131"/>
                <a:gd name="T36" fmla="*/ 6 w 160"/>
                <a:gd name="T37" fmla="*/ 47 h 131"/>
                <a:gd name="T38" fmla="*/ 30 w 160"/>
                <a:gd name="T39" fmla="*/ 79 h 131"/>
                <a:gd name="T40" fmla="*/ 19 w 160"/>
                <a:gd name="T41" fmla="*/ 79 h 131"/>
                <a:gd name="T42" fmla="*/ 18 w 160"/>
                <a:gd name="T43" fmla="*/ 79 h 131"/>
                <a:gd name="T44" fmla="*/ 18 w 160"/>
                <a:gd name="T45" fmla="*/ 80 h 131"/>
                <a:gd name="T46" fmla="*/ 47 w 160"/>
                <a:gd name="T47" fmla="*/ 103 h 131"/>
                <a:gd name="T48" fmla="*/ 8 w 160"/>
                <a:gd name="T49" fmla="*/ 115 h 131"/>
                <a:gd name="T50" fmla="*/ 1 w 160"/>
                <a:gd name="T51" fmla="*/ 115 h 131"/>
                <a:gd name="T52" fmla="*/ 0 w 160"/>
                <a:gd name="T53" fmla="*/ 115 h 131"/>
                <a:gd name="T54" fmla="*/ 0 w 160"/>
                <a:gd name="T55" fmla="*/ 116 h 131"/>
                <a:gd name="T56" fmla="*/ 51 w 160"/>
                <a:gd name="T57" fmla="*/ 131 h 131"/>
                <a:gd name="T58" fmla="*/ 144 w 160"/>
                <a:gd name="T59" fmla="*/ 38 h 131"/>
                <a:gd name="T60" fmla="*/ 144 w 160"/>
                <a:gd name="T61" fmla="*/ 34 h 131"/>
                <a:gd name="T62" fmla="*/ 160 w 160"/>
                <a:gd name="T63" fmla="*/ 17 h 131"/>
                <a:gd name="T64" fmla="*/ 160 w 160"/>
                <a:gd name="T65" fmla="*/ 1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0" h="131">
                  <a:moveTo>
                    <a:pt x="160" y="16"/>
                  </a:moveTo>
                  <a:cubicBezTo>
                    <a:pt x="160" y="16"/>
                    <a:pt x="160" y="16"/>
                    <a:pt x="159" y="16"/>
                  </a:cubicBezTo>
                  <a:cubicBezTo>
                    <a:pt x="154" y="18"/>
                    <a:pt x="149" y="19"/>
                    <a:pt x="144" y="20"/>
                  </a:cubicBezTo>
                  <a:cubicBezTo>
                    <a:pt x="150" y="16"/>
                    <a:pt x="154" y="10"/>
                    <a:pt x="156" y="4"/>
                  </a:cubicBezTo>
                  <a:cubicBezTo>
                    <a:pt x="156" y="3"/>
                    <a:pt x="156" y="3"/>
                    <a:pt x="156" y="3"/>
                  </a:cubicBezTo>
                  <a:cubicBezTo>
                    <a:pt x="155" y="3"/>
                    <a:pt x="155" y="3"/>
                    <a:pt x="155" y="3"/>
                  </a:cubicBezTo>
                  <a:cubicBezTo>
                    <a:pt x="149" y="7"/>
                    <a:pt x="142" y="9"/>
                    <a:pt x="135" y="11"/>
                  </a:cubicBezTo>
                  <a:cubicBezTo>
                    <a:pt x="128" y="4"/>
                    <a:pt x="120" y="0"/>
                    <a:pt x="111" y="0"/>
                  </a:cubicBezTo>
                  <a:cubicBezTo>
                    <a:pt x="92" y="0"/>
                    <a:pt x="77" y="15"/>
                    <a:pt x="77" y="34"/>
                  </a:cubicBezTo>
                  <a:cubicBezTo>
                    <a:pt x="77" y="36"/>
                    <a:pt x="77" y="38"/>
                    <a:pt x="78" y="40"/>
                  </a:cubicBezTo>
                  <a:cubicBezTo>
                    <a:pt x="52" y="39"/>
                    <a:pt x="29" y="26"/>
                    <a:pt x="12" y="7"/>
                  </a:cubicBezTo>
                  <a:cubicBezTo>
                    <a:pt x="12" y="6"/>
                    <a:pt x="12" y="6"/>
                    <a:pt x="12" y="6"/>
                  </a:cubicBezTo>
                  <a:cubicBezTo>
                    <a:pt x="11" y="6"/>
                    <a:pt x="11" y="6"/>
                    <a:pt x="11" y="7"/>
                  </a:cubicBezTo>
                  <a:cubicBezTo>
                    <a:pt x="8" y="12"/>
                    <a:pt x="7" y="18"/>
                    <a:pt x="7" y="23"/>
                  </a:cubicBezTo>
                  <a:cubicBezTo>
                    <a:pt x="7" y="34"/>
                    <a:pt x="11" y="43"/>
                    <a:pt x="19" y="50"/>
                  </a:cubicBezTo>
                  <a:cubicBezTo>
                    <a:pt x="15" y="49"/>
                    <a:pt x="11" y="48"/>
                    <a:pt x="7" y="46"/>
                  </a:cubicBezTo>
                  <a:cubicBezTo>
                    <a:pt x="7" y="46"/>
                    <a:pt x="7" y="46"/>
                    <a:pt x="7" y="46"/>
                  </a:cubicBezTo>
                  <a:cubicBezTo>
                    <a:pt x="6" y="46"/>
                    <a:pt x="6" y="46"/>
                    <a:pt x="6" y="47"/>
                  </a:cubicBezTo>
                  <a:cubicBezTo>
                    <a:pt x="6" y="47"/>
                    <a:pt x="6" y="47"/>
                    <a:pt x="6" y="47"/>
                  </a:cubicBezTo>
                  <a:cubicBezTo>
                    <a:pt x="6" y="62"/>
                    <a:pt x="16" y="75"/>
                    <a:pt x="30" y="79"/>
                  </a:cubicBezTo>
                  <a:cubicBezTo>
                    <a:pt x="26" y="79"/>
                    <a:pt x="22" y="79"/>
                    <a:pt x="19" y="79"/>
                  </a:cubicBezTo>
                  <a:cubicBezTo>
                    <a:pt x="18" y="79"/>
                    <a:pt x="18" y="79"/>
                    <a:pt x="18" y="79"/>
                  </a:cubicBezTo>
                  <a:cubicBezTo>
                    <a:pt x="18" y="79"/>
                    <a:pt x="18" y="79"/>
                    <a:pt x="18" y="80"/>
                  </a:cubicBezTo>
                  <a:cubicBezTo>
                    <a:pt x="22" y="93"/>
                    <a:pt x="33" y="102"/>
                    <a:pt x="47" y="103"/>
                  </a:cubicBezTo>
                  <a:cubicBezTo>
                    <a:pt x="36" y="111"/>
                    <a:pt x="22" y="115"/>
                    <a:pt x="8" y="115"/>
                  </a:cubicBezTo>
                  <a:cubicBezTo>
                    <a:pt x="6" y="115"/>
                    <a:pt x="3" y="115"/>
                    <a:pt x="1" y="115"/>
                  </a:cubicBezTo>
                  <a:cubicBezTo>
                    <a:pt x="0" y="115"/>
                    <a:pt x="0" y="115"/>
                    <a:pt x="0" y="115"/>
                  </a:cubicBezTo>
                  <a:cubicBezTo>
                    <a:pt x="0" y="116"/>
                    <a:pt x="0" y="116"/>
                    <a:pt x="0" y="116"/>
                  </a:cubicBezTo>
                  <a:cubicBezTo>
                    <a:pt x="15" y="126"/>
                    <a:pt x="33" y="131"/>
                    <a:pt x="51" y="131"/>
                  </a:cubicBezTo>
                  <a:cubicBezTo>
                    <a:pt x="109" y="131"/>
                    <a:pt x="144" y="83"/>
                    <a:pt x="144" y="38"/>
                  </a:cubicBezTo>
                  <a:cubicBezTo>
                    <a:pt x="144" y="36"/>
                    <a:pt x="144" y="35"/>
                    <a:pt x="144" y="34"/>
                  </a:cubicBezTo>
                  <a:cubicBezTo>
                    <a:pt x="150" y="29"/>
                    <a:pt x="156" y="23"/>
                    <a:pt x="160" y="17"/>
                  </a:cubicBezTo>
                  <a:cubicBezTo>
                    <a:pt x="160" y="17"/>
                    <a:pt x="160" y="16"/>
                    <a:pt x="160" y="16"/>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sp>
          <p:nvSpPr>
            <p:cNvPr id="38" name="Freeform 21"/>
            <p:cNvSpPr>
              <a:spLocks/>
            </p:cNvSpPr>
            <p:nvPr/>
          </p:nvSpPr>
          <p:spPr bwMode="auto">
            <a:xfrm>
              <a:off x="5235659" y="5934143"/>
              <a:ext cx="207145" cy="261714"/>
            </a:xfrm>
            <a:custGeom>
              <a:avLst/>
              <a:gdLst>
                <a:gd name="T0" fmla="*/ 129 w 323"/>
                <a:gd name="T1" fmla="*/ 272 h 408"/>
                <a:gd name="T2" fmla="*/ 68 w 323"/>
                <a:gd name="T3" fmla="*/ 408 h 408"/>
                <a:gd name="T4" fmla="*/ 98 w 323"/>
                <a:gd name="T5" fmla="*/ 196 h 408"/>
                <a:gd name="T6" fmla="*/ 149 w 323"/>
                <a:gd name="T7" fmla="*/ 99 h 408"/>
                <a:gd name="T8" fmla="*/ 172 w 323"/>
                <a:gd name="T9" fmla="*/ 257 h 408"/>
                <a:gd name="T10" fmla="*/ 234 w 323"/>
                <a:gd name="T11" fmla="*/ 73 h 408"/>
                <a:gd name="T12" fmla="*/ 47 w 323"/>
                <a:gd name="T13" fmla="*/ 173 h 408"/>
                <a:gd name="T14" fmla="*/ 57 w 323"/>
                <a:gd name="T15" fmla="*/ 239 h 408"/>
                <a:gd name="T16" fmla="*/ 1 w 323"/>
                <a:gd name="T17" fmla="*/ 147 h 408"/>
                <a:gd name="T18" fmla="*/ 137 w 323"/>
                <a:gd name="T19" fmla="*/ 9 h 408"/>
                <a:gd name="T20" fmla="*/ 310 w 323"/>
                <a:gd name="T21" fmla="*/ 119 h 408"/>
                <a:gd name="T22" fmla="*/ 183 w 323"/>
                <a:gd name="T23" fmla="*/ 298 h 408"/>
                <a:gd name="T24" fmla="*/ 129 w 323"/>
                <a:gd name="T25" fmla="*/ 272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3" h="408">
                  <a:moveTo>
                    <a:pt x="129" y="272"/>
                  </a:moveTo>
                  <a:cubicBezTo>
                    <a:pt x="118" y="328"/>
                    <a:pt x="106" y="380"/>
                    <a:pt x="68" y="408"/>
                  </a:cubicBezTo>
                  <a:cubicBezTo>
                    <a:pt x="56" y="325"/>
                    <a:pt x="85" y="262"/>
                    <a:pt x="98" y="196"/>
                  </a:cubicBezTo>
                  <a:cubicBezTo>
                    <a:pt x="75" y="157"/>
                    <a:pt x="101" y="80"/>
                    <a:pt x="149" y="99"/>
                  </a:cubicBezTo>
                  <a:cubicBezTo>
                    <a:pt x="209" y="122"/>
                    <a:pt x="98" y="242"/>
                    <a:pt x="172" y="257"/>
                  </a:cubicBezTo>
                  <a:cubicBezTo>
                    <a:pt x="250" y="273"/>
                    <a:pt x="282" y="122"/>
                    <a:pt x="234" y="73"/>
                  </a:cubicBezTo>
                  <a:cubicBezTo>
                    <a:pt x="164" y="2"/>
                    <a:pt x="31" y="72"/>
                    <a:pt x="47" y="173"/>
                  </a:cubicBezTo>
                  <a:cubicBezTo>
                    <a:pt x="51" y="198"/>
                    <a:pt x="77" y="205"/>
                    <a:pt x="57" y="239"/>
                  </a:cubicBezTo>
                  <a:cubicBezTo>
                    <a:pt x="13" y="229"/>
                    <a:pt x="0" y="194"/>
                    <a:pt x="1" y="147"/>
                  </a:cubicBezTo>
                  <a:cubicBezTo>
                    <a:pt x="4" y="70"/>
                    <a:pt x="70" y="17"/>
                    <a:pt x="137" y="9"/>
                  </a:cubicBezTo>
                  <a:cubicBezTo>
                    <a:pt x="221" y="0"/>
                    <a:pt x="300" y="40"/>
                    <a:pt x="310" y="119"/>
                  </a:cubicBezTo>
                  <a:cubicBezTo>
                    <a:pt x="323" y="208"/>
                    <a:pt x="273" y="305"/>
                    <a:pt x="183" y="298"/>
                  </a:cubicBezTo>
                  <a:cubicBezTo>
                    <a:pt x="158" y="296"/>
                    <a:pt x="148" y="284"/>
                    <a:pt x="129" y="272"/>
                  </a:cubicBezTo>
                  <a:close/>
                </a:path>
              </a:pathLst>
            </a:custGeom>
            <a:solidFill>
              <a:schemeClr val="bg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mn-cs"/>
              </a:endParaRPr>
            </a:p>
          </p:txBody>
        </p:sp>
        <p:sp>
          <p:nvSpPr>
            <p:cNvPr id="39" name="Freeform 62"/>
            <p:cNvSpPr>
              <a:spLocks/>
            </p:cNvSpPr>
            <p:nvPr/>
          </p:nvSpPr>
          <p:spPr bwMode="auto">
            <a:xfrm>
              <a:off x="4063583" y="5934143"/>
              <a:ext cx="134925" cy="261714"/>
            </a:xfrm>
            <a:custGeom>
              <a:avLst/>
              <a:gdLst>
                <a:gd name="T0" fmla="*/ 84 w 84"/>
                <a:gd name="T1" fmla="*/ 27 h 163"/>
                <a:gd name="T2" fmla="*/ 69 w 84"/>
                <a:gd name="T3" fmla="*/ 27 h 163"/>
                <a:gd name="T4" fmla="*/ 54 w 84"/>
                <a:gd name="T5" fmla="*/ 41 h 163"/>
                <a:gd name="T6" fmla="*/ 54 w 84"/>
                <a:gd name="T7" fmla="*/ 60 h 163"/>
                <a:gd name="T8" fmla="*/ 83 w 84"/>
                <a:gd name="T9" fmla="*/ 60 h 163"/>
                <a:gd name="T10" fmla="*/ 83 w 84"/>
                <a:gd name="T11" fmla="*/ 88 h 163"/>
                <a:gd name="T12" fmla="*/ 54 w 84"/>
                <a:gd name="T13" fmla="*/ 88 h 163"/>
                <a:gd name="T14" fmla="*/ 54 w 84"/>
                <a:gd name="T15" fmla="*/ 163 h 163"/>
                <a:gd name="T16" fmla="*/ 25 w 84"/>
                <a:gd name="T17" fmla="*/ 163 h 163"/>
                <a:gd name="T18" fmla="*/ 25 w 84"/>
                <a:gd name="T19" fmla="*/ 88 h 163"/>
                <a:gd name="T20" fmla="*/ 0 w 84"/>
                <a:gd name="T21" fmla="*/ 88 h 163"/>
                <a:gd name="T22" fmla="*/ 0 w 84"/>
                <a:gd name="T23" fmla="*/ 60 h 163"/>
                <a:gd name="T24" fmla="*/ 25 w 84"/>
                <a:gd name="T25" fmla="*/ 60 h 163"/>
                <a:gd name="T26" fmla="*/ 25 w 84"/>
                <a:gd name="T27" fmla="*/ 38 h 163"/>
                <a:gd name="T28" fmla="*/ 62 w 84"/>
                <a:gd name="T29" fmla="*/ 0 h 163"/>
                <a:gd name="T30" fmla="*/ 84 w 84"/>
                <a:gd name="T31" fmla="*/ 0 h 163"/>
                <a:gd name="T32" fmla="*/ 84 w 84"/>
                <a:gd name="T33" fmla="*/ 27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63">
                  <a:moveTo>
                    <a:pt x="84" y="27"/>
                  </a:moveTo>
                  <a:cubicBezTo>
                    <a:pt x="69" y="27"/>
                    <a:pt x="69" y="27"/>
                    <a:pt x="69" y="27"/>
                  </a:cubicBezTo>
                  <a:cubicBezTo>
                    <a:pt x="57" y="27"/>
                    <a:pt x="54" y="33"/>
                    <a:pt x="54" y="41"/>
                  </a:cubicBezTo>
                  <a:cubicBezTo>
                    <a:pt x="54" y="60"/>
                    <a:pt x="54" y="60"/>
                    <a:pt x="54" y="60"/>
                  </a:cubicBezTo>
                  <a:cubicBezTo>
                    <a:pt x="83" y="60"/>
                    <a:pt x="83" y="60"/>
                    <a:pt x="83" y="60"/>
                  </a:cubicBezTo>
                  <a:cubicBezTo>
                    <a:pt x="83" y="88"/>
                    <a:pt x="83" y="88"/>
                    <a:pt x="83" y="88"/>
                  </a:cubicBezTo>
                  <a:cubicBezTo>
                    <a:pt x="54" y="88"/>
                    <a:pt x="54" y="88"/>
                    <a:pt x="54" y="88"/>
                  </a:cubicBezTo>
                  <a:cubicBezTo>
                    <a:pt x="54" y="163"/>
                    <a:pt x="54" y="163"/>
                    <a:pt x="54" y="163"/>
                  </a:cubicBezTo>
                  <a:cubicBezTo>
                    <a:pt x="25" y="163"/>
                    <a:pt x="25" y="163"/>
                    <a:pt x="25" y="163"/>
                  </a:cubicBezTo>
                  <a:cubicBezTo>
                    <a:pt x="25" y="88"/>
                    <a:pt x="25" y="88"/>
                    <a:pt x="25" y="88"/>
                  </a:cubicBezTo>
                  <a:cubicBezTo>
                    <a:pt x="0" y="88"/>
                    <a:pt x="0" y="88"/>
                    <a:pt x="0" y="88"/>
                  </a:cubicBezTo>
                  <a:cubicBezTo>
                    <a:pt x="0" y="60"/>
                    <a:pt x="0" y="60"/>
                    <a:pt x="0" y="60"/>
                  </a:cubicBezTo>
                  <a:cubicBezTo>
                    <a:pt x="25" y="60"/>
                    <a:pt x="25" y="60"/>
                    <a:pt x="25" y="60"/>
                  </a:cubicBezTo>
                  <a:cubicBezTo>
                    <a:pt x="25" y="38"/>
                    <a:pt x="25" y="38"/>
                    <a:pt x="25" y="38"/>
                  </a:cubicBezTo>
                  <a:cubicBezTo>
                    <a:pt x="25" y="13"/>
                    <a:pt x="40" y="0"/>
                    <a:pt x="62" y="0"/>
                  </a:cubicBezTo>
                  <a:cubicBezTo>
                    <a:pt x="84" y="0"/>
                    <a:pt x="84" y="0"/>
                    <a:pt x="84" y="0"/>
                  </a:cubicBezTo>
                  <a:lnTo>
                    <a:pt x="84" y="27"/>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grpSp>
      <p:grpSp>
        <p:nvGrpSpPr>
          <p:cNvPr id="40" name="Group 39"/>
          <p:cNvGrpSpPr/>
          <p:nvPr userDrawn="1"/>
        </p:nvGrpSpPr>
        <p:grpSpPr>
          <a:xfrm>
            <a:off x="3793172" y="5361672"/>
            <a:ext cx="1724341" cy="516155"/>
            <a:chOff x="3872969" y="5806923"/>
            <a:chExt cx="1724341" cy="516155"/>
          </a:xfrm>
        </p:grpSpPr>
        <p:sp>
          <p:nvSpPr>
            <p:cNvPr id="41" name="Oval 40"/>
            <p:cNvSpPr/>
            <p:nvPr/>
          </p:nvSpPr>
          <p:spPr>
            <a:xfrm>
              <a:off x="3872969"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2" name="Oval 41"/>
            <p:cNvSpPr/>
            <p:nvPr/>
          </p:nvSpPr>
          <p:spPr>
            <a:xfrm>
              <a:off x="4477062"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3" name="Oval 42"/>
            <p:cNvSpPr/>
            <p:nvPr/>
          </p:nvSpPr>
          <p:spPr>
            <a:xfrm>
              <a:off x="5081155"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4" name="Freeform 63"/>
            <p:cNvSpPr>
              <a:spLocks/>
            </p:cNvSpPr>
            <p:nvPr/>
          </p:nvSpPr>
          <p:spPr bwMode="auto">
            <a:xfrm>
              <a:off x="4576091" y="5937921"/>
              <a:ext cx="318095" cy="261714"/>
            </a:xfrm>
            <a:custGeom>
              <a:avLst/>
              <a:gdLst>
                <a:gd name="T0" fmla="*/ 160 w 160"/>
                <a:gd name="T1" fmla="*/ 16 h 131"/>
                <a:gd name="T2" fmla="*/ 159 w 160"/>
                <a:gd name="T3" fmla="*/ 16 h 131"/>
                <a:gd name="T4" fmla="*/ 144 w 160"/>
                <a:gd name="T5" fmla="*/ 20 h 131"/>
                <a:gd name="T6" fmla="*/ 156 w 160"/>
                <a:gd name="T7" fmla="*/ 4 h 131"/>
                <a:gd name="T8" fmla="*/ 156 w 160"/>
                <a:gd name="T9" fmla="*/ 3 h 131"/>
                <a:gd name="T10" fmla="*/ 155 w 160"/>
                <a:gd name="T11" fmla="*/ 3 h 131"/>
                <a:gd name="T12" fmla="*/ 135 w 160"/>
                <a:gd name="T13" fmla="*/ 11 h 131"/>
                <a:gd name="T14" fmla="*/ 111 w 160"/>
                <a:gd name="T15" fmla="*/ 0 h 131"/>
                <a:gd name="T16" fmla="*/ 77 w 160"/>
                <a:gd name="T17" fmla="*/ 34 h 131"/>
                <a:gd name="T18" fmla="*/ 78 w 160"/>
                <a:gd name="T19" fmla="*/ 40 h 131"/>
                <a:gd name="T20" fmla="*/ 12 w 160"/>
                <a:gd name="T21" fmla="*/ 7 h 131"/>
                <a:gd name="T22" fmla="*/ 12 w 160"/>
                <a:gd name="T23" fmla="*/ 6 h 131"/>
                <a:gd name="T24" fmla="*/ 11 w 160"/>
                <a:gd name="T25" fmla="*/ 7 h 131"/>
                <a:gd name="T26" fmla="*/ 7 w 160"/>
                <a:gd name="T27" fmla="*/ 23 h 131"/>
                <a:gd name="T28" fmla="*/ 19 w 160"/>
                <a:gd name="T29" fmla="*/ 50 h 131"/>
                <a:gd name="T30" fmla="*/ 7 w 160"/>
                <a:gd name="T31" fmla="*/ 46 h 131"/>
                <a:gd name="T32" fmla="*/ 7 w 160"/>
                <a:gd name="T33" fmla="*/ 46 h 131"/>
                <a:gd name="T34" fmla="*/ 6 w 160"/>
                <a:gd name="T35" fmla="*/ 47 h 131"/>
                <a:gd name="T36" fmla="*/ 6 w 160"/>
                <a:gd name="T37" fmla="*/ 47 h 131"/>
                <a:gd name="T38" fmla="*/ 30 w 160"/>
                <a:gd name="T39" fmla="*/ 79 h 131"/>
                <a:gd name="T40" fmla="*/ 19 w 160"/>
                <a:gd name="T41" fmla="*/ 79 h 131"/>
                <a:gd name="T42" fmla="*/ 18 w 160"/>
                <a:gd name="T43" fmla="*/ 79 h 131"/>
                <a:gd name="T44" fmla="*/ 18 w 160"/>
                <a:gd name="T45" fmla="*/ 80 h 131"/>
                <a:gd name="T46" fmla="*/ 47 w 160"/>
                <a:gd name="T47" fmla="*/ 103 h 131"/>
                <a:gd name="T48" fmla="*/ 8 w 160"/>
                <a:gd name="T49" fmla="*/ 115 h 131"/>
                <a:gd name="T50" fmla="*/ 1 w 160"/>
                <a:gd name="T51" fmla="*/ 115 h 131"/>
                <a:gd name="T52" fmla="*/ 0 w 160"/>
                <a:gd name="T53" fmla="*/ 115 h 131"/>
                <a:gd name="T54" fmla="*/ 0 w 160"/>
                <a:gd name="T55" fmla="*/ 116 h 131"/>
                <a:gd name="T56" fmla="*/ 51 w 160"/>
                <a:gd name="T57" fmla="*/ 131 h 131"/>
                <a:gd name="T58" fmla="*/ 144 w 160"/>
                <a:gd name="T59" fmla="*/ 38 h 131"/>
                <a:gd name="T60" fmla="*/ 144 w 160"/>
                <a:gd name="T61" fmla="*/ 34 h 131"/>
                <a:gd name="T62" fmla="*/ 160 w 160"/>
                <a:gd name="T63" fmla="*/ 17 h 131"/>
                <a:gd name="T64" fmla="*/ 160 w 160"/>
                <a:gd name="T65" fmla="*/ 1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0" h="131">
                  <a:moveTo>
                    <a:pt x="160" y="16"/>
                  </a:moveTo>
                  <a:cubicBezTo>
                    <a:pt x="160" y="16"/>
                    <a:pt x="160" y="16"/>
                    <a:pt x="159" y="16"/>
                  </a:cubicBezTo>
                  <a:cubicBezTo>
                    <a:pt x="154" y="18"/>
                    <a:pt x="149" y="19"/>
                    <a:pt x="144" y="20"/>
                  </a:cubicBezTo>
                  <a:cubicBezTo>
                    <a:pt x="150" y="16"/>
                    <a:pt x="154" y="10"/>
                    <a:pt x="156" y="4"/>
                  </a:cubicBezTo>
                  <a:cubicBezTo>
                    <a:pt x="156" y="3"/>
                    <a:pt x="156" y="3"/>
                    <a:pt x="156" y="3"/>
                  </a:cubicBezTo>
                  <a:cubicBezTo>
                    <a:pt x="155" y="3"/>
                    <a:pt x="155" y="3"/>
                    <a:pt x="155" y="3"/>
                  </a:cubicBezTo>
                  <a:cubicBezTo>
                    <a:pt x="149" y="7"/>
                    <a:pt x="142" y="9"/>
                    <a:pt x="135" y="11"/>
                  </a:cubicBezTo>
                  <a:cubicBezTo>
                    <a:pt x="128" y="4"/>
                    <a:pt x="120" y="0"/>
                    <a:pt x="111" y="0"/>
                  </a:cubicBezTo>
                  <a:cubicBezTo>
                    <a:pt x="92" y="0"/>
                    <a:pt x="77" y="15"/>
                    <a:pt x="77" y="34"/>
                  </a:cubicBezTo>
                  <a:cubicBezTo>
                    <a:pt x="77" y="36"/>
                    <a:pt x="77" y="38"/>
                    <a:pt x="78" y="40"/>
                  </a:cubicBezTo>
                  <a:cubicBezTo>
                    <a:pt x="52" y="39"/>
                    <a:pt x="29" y="26"/>
                    <a:pt x="12" y="7"/>
                  </a:cubicBezTo>
                  <a:cubicBezTo>
                    <a:pt x="12" y="6"/>
                    <a:pt x="12" y="6"/>
                    <a:pt x="12" y="6"/>
                  </a:cubicBezTo>
                  <a:cubicBezTo>
                    <a:pt x="11" y="6"/>
                    <a:pt x="11" y="6"/>
                    <a:pt x="11" y="7"/>
                  </a:cubicBezTo>
                  <a:cubicBezTo>
                    <a:pt x="8" y="12"/>
                    <a:pt x="7" y="18"/>
                    <a:pt x="7" y="23"/>
                  </a:cubicBezTo>
                  <a:cubicBezTo>
                    <a:pt x="7" y="34"/>
                    <a:pt x="11" y="43"/>
                    <a:pt x="19" y="50"/>
                  </a:cubicBezTo>
                  <a:cubicBezTo>
                    <a:pt x="15" y="49"/>
                    <a:pt x="11" y="48"/>
                    <a:pt x="7" y="46"/>
                  </a:cubicBezTo>
                  <a:cubicBezTo>
                    <a:pt x="7" y="46"/>
                    <a:pt x="7" y="46"/>
                    <a:pt x="7" y="46"/>
                  </a:cubicBezTo>
                  <a:cubicBezTo>
                    <a:pt x="6" y="46"/>
                    <a:pt x="6" y="46"/>
                    <a:pt x="6" y="47"/>
                  </a:cubicBezTo>
                  <a:cubicBezTo>
                    <a:pt x="6" y="47"/>
                    <a:pt x="6" y="47"/>
                    <a:pt x="6" y="47"/>
                  </a:cubicBezTo>
                  <a:cubicBezTo>
                    <a:pt x="6" y="62"/>
                    <a:pt x="16" y="75"/>
                    <a:pt x="30" y="79"/>
                  </a:cubicBezTo>
                  <a:cubicBezTo>
                    <a:pt x="26" y="79"/>
                    <a:pt x="22" y="79"/>
                    <a:pt x="19" y="79"/>
                  </a:cubicBezTo>
                  <a:cubicBezTo>
                    <a:pt x="18" y="79"/>
                    <a:pt x="18" y="79"/>
                    <a:pt x="18" y="79"/>
                  </a:cubicBezTo>
                  <a:cubicBezTo>
                    <a:pt x="18" y="79"/>
                    <a:pt x="18" y="79"/>
                    <a:pt x="18" y="80"/>
                  </a:cubicBezTo>
                  <a:cubicBezTo>
                    <a:pt x="22" y="93"/>
                    <a:pt x="33" y="102"/>
                    <a:pt x="47" y="103"/>
                  </a:cubicBezTo>
                  <a:cubicBezTo>
                    <a:pt x="36" y="111"/>
                    <a:pt x="22" y="115"/>
                    <a:pt x="8" y="115"/>
                  </a:cubicBezTo>
                  <a:cubicBezTo>
                    <a:pt x="6" y="115"/>
                    <a:pt x="3" y="115"/>
                    <a:pt x="1" y="115"/>
                  </a:cubicBezTo>
                  <a:cubicBezTo>
                    <a:pt x="0" y="115"/>
                    <a:pt x="0" y="115"/>
                    <a:pt x="0" y="115"/>
                  </a:cubicBezTo>
                  <a:cubicBezTo>
                    <a:pt x="0" y="116"/>
                    <a:pt x="0" y="116"/>
                    <a:pt x="0" y="116"/>
                  </a:cubicBezTo>
                  <a:cubicBezTo>
                    <a:pt x="15" y="126"/>
                    <a:pt x="33" y="131"/>
                    <a:pt x="51" y="131"/>
                  </a:cubicBezTo>
                  <a:cubicBezTo>
                    <a:pt x="109" y="131"/>
                    <a:pt x="144" y="83"/>
                    <a:pt x="144" y="38"/>
                  </a:cubicBezTo>
                  <a:cubicBezTo>
                    <a:pt x="144" y="36"/>
                    <a:pt x="144" y="35"/>
                    <a:pt x="144" y="34"/>
                  </a:cubicBezTo>
                  <a:cubicBezTo>
                    <a:pt x="150" y="29"/>
                    <a:pt x="156" y="23"/>
                    <a:pt x="160" y="17"/>
                  </a:cubicBezTo>
                  <a:cubicBezTo>
                    <a:pt x="160" y="17"/>
                    <a:pt x="160" y="16"/>
                    <a:pt x="160" y="16"/>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sp>
          <p:nvSpPr>
            <p:cNvPr id="45" name="Freeform 21"/>
            <p:cNvSpPr>
              <a:spLocks/>
            </p:cNvSpPr>
            <p:nvPr/>
          </p:nvSpPr>
          <p:spPr bwMode="auto">
            <a:xfrm>
              <a:off x="5235659" y="5934143"/>
              <a:ext cx="207145" cy="261714"/>
            </a:xfrm>
            <a:custGeom>
              <a:avLst/>
              <a:gdLst>
                <a:gd name="T0" fmla="*/ 129 w 323"/>
                <a:gd name="T1" fmla="*/ 272 h 408"/>
                <a:gd name="T2" fmla="*/ 68 w 323"/>
                <a:gd name="T3" fmla="*/ 408 h 408"/>
                <a:gd name="T4" fmla="*/ 98 w 323"/>
                <a:gd name="T5" fmla="*/ 196 h 408"/>
                <a:gd name="T6" fmla="*/ 149 w 323"/>
                <a:gd name="T7" fmla="*/ 99 h 408"/>
                <a:gd name="T8" fmla="*/ 172 w 323"/>
                <a:gd name="T9" fmla="*/ 257 h 408"/>
                <a:gd name="T10" fmla="*/ 234 w 323"/>
                <a:gd name="T11" fmla="*/ 73 h 408"/>
                <a:gd name="T12" fmla="*/ 47 w 323"/>
                <a:gd name="T13" fmla="*/ 173 h 408"/>
                <a:gd name="T14" fmla="*/ 57 w 323"/>
                <a:gd name="T15" fmla="*/ 239 h 408"/>
                <a:gd name="T16" fmla="*/ 1 w 323"/>
                <a:gd name="T17" fmla="*/ 147 h 408"/>
                <a:gd name="T18" fmla="*/ 137 w 323"/>
                <a:gd name="T19" fmla="*/ 9 h 408"/>
                <a:gd name="T20" fmla="*/ 310 w 323"/>
                <a:gd name="T21" fmla="*/ 119 h 408"/>
                <a:gd name="T22" fmla="*/ 183 w 323"/>
                <a:gd name="T23" fmla="*/ 298 h 408"/>
                <a:gd name="T24" fmla="*/ 129 w 323"/>
                <a:gd name="T25" fmla="*/ 272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3" h="408">
                  <a:moveTo>
                    <a:pt x="129" y="272"/>
                  </a:moveTo>
                  <a:cubicBezTo>
                    <a:pt x="118" y="328"/>
                    <a:pt x="106" y="380"/>
                    <a:pt x="68" y="408"/>
                  </a:cubicBezTo>
                  <a:cubicBezTo>
                    <a:pt x="56" y="325"/>
                    <a:pt x="85" y="262"/>
                    <a:pt x="98" y="196"/>
                  </a:cubicBezTo>
                  <a:cubicBezTo>
                    <a:pt x="75" y="157"/>
                    <a:pt x="101" y="80"/>
                    <a:pt x="149" y="99"/>
                  </a:cubicBezTo>
                  <a:cubicBezTo>
                    <a:pt x="209" y="122"/>
                    <a:pt x="98" y="242"/>
                    <a:pt x="172" y="257"/>
                  </a:cubicBezTo>
                  <a:cubicBezTo>
                    <a:pt x="250" y="273"/>
                    <a:pt x="282" y="122"/>
                    <a:pt x="234" y="73"/>
                  </a:cubicBezTo>
                  <a:cubicBezTo>
                    <a:pt x="164" y="2"/>
                    <a:pt x="31" y="72"/>
                    <a:pt x="47" y="173"/>
                  </a:cubicBezTo>
                  <a:cubicBezTo>
                    <a:pt x="51" y="198"/>
                    <a:pt x="77" y="205"/>
                    <a:pt x="57" y="239"/>
                  </a:cubicBezTo>
                  <a:cubicBezTo>
                    <a:pt x="13" y="229"/>
                    <a:pt x="0" y="194"/>
                    <a:pt x="1" y="147"/>
                  </a:cubicBezTo>
                  <a:cubicBezTo>
                    <a:pt x="4" y="70"/>
                    <a:pt x="70" y="17"/>
                    <a:pt x="137" y="9"/>
                  </a:cubicBezTo>
                  <a:cubicBezTo>
                    <a:pt x="221" y="0"/>
                    <a:pt x="300" y="40"/>
                    <a:pt x="310" y="119"/>
                  </a:cubicBezTo>
                  <a:cubicBezTo>
                    <a:pt x="323" y="208"/>
                    <a:pt x="273" y="305"/>
                    <a:pt x="183" y="298"/>
                  </a:cubicBezTo>
                  <a:cubicBezTo>
                    <a:pt x="158" y="296"/>
                    <a:pt x="148" y="284"/>
                    <a:pt x="129" y="272"/>
                  </a:cubicBezTo>
                  <a:close/>
                </a:path>
              </a:pathLst>
            </a:custGeom>
            <a:solidFill>
              <a:schemeClr val="bg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mn-cs"/>
              </a:endParaRPr>
            </a:p>
          </p:txBody>
        </p:sp>
        <p:sp>
          <p:nvSpPr>
            <p:cNvPr id="46" name="Freeform 62"/>
            <p:cNvSpPr>
              <a:spLocks/>
            </p:cNvSpPr>
            <p:nvPr/>
          </p:nvSpPr>
          <p:spPr bwMode="auto">
            <a:xfrm>
              <a:off x="4063583" y="5934143"/>
              <a:ext cx="134925" cy="261714"/>
            </a:xfrm>
            <a:custGeom>
              <a:avLst/>
              <a:gdLst>
                <a:gd name="T0" fmla="*/ 84 w 84"/>
                <a:gd name="T1" fmla="*/ 27 h 163"/>
                <a:gd name="T2" fmla="*/ 69 w 84"/>
                <a:gd name="T3" fmla="*/ 27 h 163"/>
                <a:gd name="T4" fmla="*/ 54 w 84"/>
                <a:gd name="T5" fmla="*/ 41 h 163"/>
                <a:gd name="T6" fmla="*/ 54 w 84"/>
                <a:gd name="T7" fmla="*/ 60 h 163"/>
                <a:gd name="T8" fmla="*/ 83 w 84"/>
                <a:gd name="T9" fmla="*/ 60 h 163"/>
                <a:gd name="T10" fmla="*/ 83 w 84"/>
                <a:gd name="T11" fmla="*/ 88 h 163"/>
                <a:gd name="T12" fmla="*/ 54 w 84"/>
                <a:gd name="T13" fmla="*/ 88 h 163"/>
                <a:gd name="T14" fmla="*/ 54 w 84"/>
                <a:gd name="T15" fmla="*/ 163 h 163"/>
                <a:gd name="T16" fmla="*/ 25 w 84"/>
                <a:gd name="T17" fmla="*/ 163 h 163"/>
                <a:gd name="T18" fmla="*/ 25 w 84"/>
                <a:gd name="T19" fmla="*/ 88 h 163"/>
                <a:gd name="T20" fmla="*/ 0 w 84"/>
                <a:gd name="T21" fmla="*/ 88 h 163"/>
                <a:gd name="T22" fmla="*/ 0 w 84"/>
                <a:gd name="T23" fmla="*/ 60 h 163"/>
                <a:gd name="T24" fmla="*/ 25 w 84"/>
                <a:gd name="T25" fmla="*/ 60 h 163"/>
                <a:gd name="T26" fmla="*/ 25 w 84"/>
                <a:gd name="T27" fmla="*/ 38 h 163"/>
                <a:gd name="T28" fmla="*/ 62 w 84"/>
                <a:gd name="T29" fmla="*/ 0 h 163"/>
                <a:gd name="T30" fmla="*/ 84 w 84"/>
                <a:gd name="T31" fmla="*/ 0 h 163"/>
                <a:gd name="T32" fmla="*/ 84 w 84"/>
                <a:gd name="T33" fmla="*/ 27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63">
                  <a:moveTo>
                    <a:pt x="84" y="27"/>
                  </a:moveTo>
                  <a:cubicBezTo>
                    <a:pt x="69" y="27"/>
                    <a:pt x="69" y="27"/>
                    <a:pt x="69" y="27"/>
                  </a:cubicBezTo>
                  <a:cubicBezTo>
                    <a:pt x="57" y="27"/>
                    <a:pt x="54" y="33"/>
                    <a:pt x="54" y="41"/>
                  </a:cubicBezTo>
                  <a:cubicBezTo>
                    <a:pt x="54" y="60"/>
                    <a:pt x="54" y="60"/>
                    <a:pt x="54" y="60"/>
                  </a:cubicBezTo>
                  <a:cubicBezTo>
                    <a:pt x="83" y="60"/>
                    <a:pt x="83" y="60"/>
                    <a:pt x="83" y="60"/>
                  </a:cubicBezTo>
                  <a:cubicBezTo>
                    <a:pt x="83" y="88"/>
                    <a:pt x="83" y="88"/>
                    <a:pt x="83" y="88"/>
                  </a:cubicBezTo>
                  <a:cubicBezTo>
                    <a:pt x="54" y="88"/>
                    <a:pt x="54" y="88"/>
                    <a:pt x="54" y="88"/>
                  </a:cubicBezTo>
                  <a:cubicBezTo>
                    <a:pt x="54" y="163"/>
                    <a:pt x="54" y="163"/>
                    <a:pt x="54" y="163"/>
                  </a:cubicBezTo>
                  <a:cubicBezTo>
                    <a:pt x="25" y="163"/>
                    <a:pt x="25" y="163"/>
                    <a:pt x="25" y="163"/>
                  </a:cubicBezTo>
                  <a:cubicBezTo>
                    <a:pt x="25" y="88"/>
                    <a:pt x="25" y="88"/>
                    <a:pt x="25" y="88"/>
                  </a:cubicBezTo>
                  <a:cubicBezTo>
                    <a:pt x="0" y="88"/>
                    <a:pt x="0" y="88"/>
                    <a:pt x="0" y="88"/>
                  </a:cubicBezTo>
                  <a:cubicBezTo>
                    <a:pt x="0" y="60"/>
                    <a:pt x="0" y="60"/>
                    <a:pt x="0" y="60"/>
                  </a:cubicBezTo>
                  <a:cubicBezTo>
                    <a:pt x="25" y="60"/>
                    <a:pt x="25" y="60"/>
                    <a:pt x="25" y="60"/>
                  </a:cubicBezTo>
                  <a:cubicBezTo>
                    <a:pt x="25" y="38"/>
                    <a:pt x="25" y="38"/>
                    <a:pt x="25" y="38"/>
                  </a:cubicBezTo>
                  <a:cubicBezTo>
                    <a:pt x="25" y="13"/>
                    <a:pt x="40" y="0"/>
                    <a:pt x="62" y="0"/>
                  </a:cubicBezTo>
                  <a:cubicBezTo>
                    <a:pt x="84" y="0"/>
                    <a:pt x="84" y="0"/>
                    <a:pt x="84" y="0"/>
                  </a:cubicBezTo>
                  <a:lnTo>
                    <a:pt x="84" y="27"/>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grpSp>
      <p:grpSp>
        <p:nvGrpSpPr>
          <p:cNvPr id="47" name="Group 46"/>
          <p:cNvGrpSpPr/>
          <p:nvPr userDrawn="1"/>
        </p:nvGrpSpPr>
        <p:grpSpPr>
          <a:xfrm>
            <a:off x="6654134" y="5352141"/>
            <a:ext cx="1724341" cy="516155"/>
            <a:chOff x="3872969" y="5806923"/>
            <a:chExt cx="1724341" cy="516155"/>
          </a:xfrm>
        </p:grpSpPr>
        <p:sp>
          <p:nvSpPr>
            <p:cNvPr id="48" name="Oval 47"/>
            <p:cNvSpPr/>
            <p:nvPr/>
          </p:nvSpPr>
          <p:spPr>
            <a:xfrm>
              <a:off x="3872969"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9" name="Oval 48"/>
            <p:cNvSpPr/>
            <p:nvPr/>
          </p:nvSpPr>
          <p:spPr>
            <a:xfrm>
              <a:off x="4477062"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50" name="Oval 49"/>
            <p:cNvSpPr/>
            <p:nvPr/>
          </p:nvSpPr>
          <p:spPr>
            <a:xfrm>
              <a:off x="5081155"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51" name="Freeform 63"/>
            <p:cNvSpPr>
              <a:spLocks/>
            </p:cNvSpPr>
            <p:nvPr/>
          </p:nvSpPr>
          <p:spPr bwMode="auto">
            <a:xfrm>
              <a:off x="4576091" y="5937921"/>
              <a:ext cx="318095" cy="261714"/>
            </a:xfrm>
            <a:custGeom>
              <a:avLst/>
              <a:gdLst>
                <a:gd name="T0" fmla="*/ 160 w 160"/>
                <a:gd name="T1" fmla="*/ 16 h 131"/>
                <a:gd name="T2" fmla="*/ 159 w 160"/>
                <a:gd name="T3" fmla="*/ 16 h 131"/>
                <a:gd name="T4" fmla="*/ 144 w 160"/>
                <a:gd name="T5" fmla="*/ 20 h 131"/>
                <a:gd name="T6" fmla="*/ 156 w 160"/>
                <a:gd name="T7" fmla="*/ 4 h 131"/>
                <a:gd name="T8" fmla="*/ 156 w 160"/>
                <a:gd name="T9" fmla="*/ 3 h 131"/>
                <a:gd name="T10" fmla="*/ 155 w 160"/>
                <a:gd name="T11" fmla="*/ 3 h 131"/>
                <a:gd name="T12" fmla="*/ 135 w 160"/>
                <a:gd name="T13" fmla="*/ 11 h 131"/>
                <a:gd name="T14" fmla="*/ 111 w 160"/>
                <a:gd name="T15" fmla="*/ 0 h 131"/>
                <a:gd name="T16" fmla="*/ 77 w 160"/>
                <a:gd name="T17" fmla="*/ 34 h 131"/>
                <a:gd name="T18" fmla="*/ 78 w 160"/>
                <a:gd name="T19" fmla="*/ 40 h 131"/>
                <a:gd name="T20" fmla="*/ 12 w 160"/>
                <a:gd name="T21" fmla="*/ 7 h 131"/>
                <a:gd name="T22" fmla="*/ 12 w 160"/>
                <a:gd name="T23" fmla="*/ 6 h 131"/>
                <a:gd name="T24" fmla="*/ 11 w 160"/>
                <a:gd name="T25" fmla="*/ 7 h 131"/>
                <a:gd name="T26" fmla="*/ 7 w 160"/>
                <a:gd name="T27" fmla="*/ 23 h 131"/>
                <a:gd name="T28" fmla="*/ 19 w 160"/>
                <a:gd name="T29" fmla="*/ 50 h 131"/>
                <a:gd name="T30" fmla="*/ 7 w 160"/>
                <a:gd name="T31" fmla="*/ 46 h 131"/>
                <a:gd name="T32" fmla="*/ 7 w 160"/>
                <a:gd name="T33" fmla="*/ 46 h 131"/>
                <a:gd name="T34" fmla="*/ 6 w 160"/>
                <a:gd name="T35" fmla="*/ 47 h 131"/>
                <a:gd name="T36" fmla="*/ 6 w 160"/>
                <a:gd name="T37" fmla="*/ 47 h 131"/>
                <a:gd name="T38" fmla="*/ 30 w 160"/>
                <a:gd name="T39" fmla="*/ 79 h 131"/>
                <a:gd name="T40" fmla="*/ 19 w 160"/>
                <a:gd name="T41" fmla="*/ 79 h 131"/>
                <a:gd name="T42" fmla="*/ 18 w 160"/>
                <a:gd name="T43" fmla="*/ 79 h 131"/>
                <a:gd name="T44" fmla="*/ 18 w 160"/>
                <a:gd name="T45" fmla="*/ 80 h 131"/>
                <a:gd name="T46" fmla="*/ 47 w 160"/>
                <a:gd name="T47" fmla="*/ 103 h 131"/>
                <a:gd name="T48" fmla="*/ 8 w 160"/>
                <a:gd name="T49" fmla="*/ 115 h 131"/>
                <a:gd name="T50" fmla="*/ 1 w 160"/>
                <a:gd name="T51" fmla="*/ 115 h 131"/>
                <a:gd name="T52" fmla="*/ 0 w 160"/>
                <a:gd name="T53" fmla="*/ 115 h 131"/>
                <a:gd name="T54" fmla="*/ 0 w 160"/>
                <a:gd name="T55" fmla="*/ 116 h 131"/>
                <a:gd name="T56" fmla="*/ 51 w 160"/>
                <a:gd name="T57" fmla="*/ 131 h 131"/>
                <a:gd name="T58" fmla="*/ 144 w 160"/>
                <a:gd name="T59" fmla="*/ 38 h 131"/>
                <a:gd name="T60" fmla="*/ 144 w 160"/>
                <a:gd name="T61" fmla="*/ 34 h 131"/>
                <a:gd name="T62" fmla="*/ 160 w 160"/>
                <a:gd name="T63" fmla="*/ 17 h 131"/>
                <a:gd name="T64" fmla="*/ 160 w 160"/>
                <a:gd name="T65" fmla="*/ 1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0" h="131">
                  <a:moveTo>
                    <a:pt x="160" y="16"/>
                  </a:moveTo>
                  <a:cubicBezTo>
                    <a:pt x="160" y="16"/>
                    <a:pt x="160" y="16"/>
                    <a:pt x="159" y="16"/>
                  </a:cubicBezTo>
                  <a:cubicBezTo>
                    <a:pt x="154" y="18"/>
                    <a:pt x="149" y="19"/>
                    <a:pt x="144" y="20"/>
                  </a:cubicBezTo>
                  <a:cubicBezTo>
                    <a:pt x="150" y="16"/>
                    <a:pt x="154" y="10"/>
                    <a:pt x="156" y="4"/>
                  </a:cubicBezTo>
                  <a:cubicBezTo>
                    <a:pt x="156" y="3"/>
                    <a:pt x="156" y="3"/>
                    <a:pt x="156" y="3"/>
                  </a:cubicBezTo>
                  <a:cubicBezTo>
                    <a:pt x="155" y="3"/>
                    <a:pt x="155" y="3"/>
                    <a:pt x="155" y="3"/>
                  </a:cubicBezTo>
                  <a:cubicBezTo>
                    <a:pt x="149" y="7"/>
                    <a:pt x="142" y="9"/>
                    <a:pt x="135" y="11"/>
                  </a:cubicBezTo>
                  <a:cubicBezTo>
                    <a:pt x="128" y="4"/>
                    <a:pt x="120" y="0"/>
                    <a:pt x="111" y="0"/>
                  </a:cubicBezTo>
                  <a:cubicBezTo>
                    <a:pt x="92" y="0"/>
                    <a:pt x="77" y="15"/>
                    <a:pt x="77" y="34"/>
                  </a:cubicBezTo>
                  <a:cubicBezTo>
                    <a:pt x="77" y="36"/>
                    <a:pt x="77" y="38"/>
                    <a:pt x="78" y="40"/>
                  </a:cubicBezTo>
                  <a:cubicBezTo>
                    <a:pt x="52" y="39"/>
                    <a:pt x="29" y="26"/>
                    <a:pt x="12" y="7"/>
                  </a:cubicBezTo>
                  <a:cubicBezTo>
                    <a:pt x="12" y="6"/>
                    <a:pt x="12" y="6"/>
                    <a:pt x="12" y="6"/>
                  </a:cubicBezTo>
                  <a:cubicBezTo>
                    <a:pt x="11" y="6"/>
                    <a:pt x="11" y="6"/>
                    <a:pt x="11" y="7"/>
                  </a:cubicBezTo>
                  <a:cubicBezTo>
                    <a:pt x="8" y="12"/>
                    <a:pt x="7" y="18"/>
                    <a:pt x="7" y="23"/>
                  </a:cubicBezTo>
                  <a:cubicBezTo>
                    <a:pt x="7" y="34"/>
                    <a:pt x="11" y="43"/>
                    <a:pt x="19" y="50"/>
                  </a:cubicBezTo>
                  <a:cubicBezTo>
                    <a:pt x="15" y="49"/>
                    <a:pt x="11" y="48"/>
                    <a:pt x="7" y="46"/>
                  </a:cubicBezTo>
                  <a:cubicBezTo>
                    <a:pt x="7" y="46"/>
                    <a:pt x="7" y="46"/>
                    <a:pt x="7" y="46"/>
                  </a:cubicBezTo>
                  <a:cubicBezTo>
                    <a:pt x="6" y="46"/>
                    <a:pt x="6" y="46"/>
                    <a:pt x="6" y="47"/>
                  </a:cubicBezTo>
                  <a:cubicBezTo>
                    <a:pt x="6" y="47"/>
                    <a:pt x="6" y="47"/>
                    <a:pt x="6" y="47"/>
                  </a:cubicBezTo>
                  <a:cubicBezTo>
                    <a:pt x="6" y="62"/>
                    <a:pt x="16" y="75"/>
                    <a:pt x="30" y="79"/>
                  </a:cubicBezTo>
                  <a:cubicBezTo>
                    <a:pt x="26" y="79"/>
                    <a:pt x="22" y="79"/>
                    <a:pt x="19" y="79"/>
                  </a:cubicBezTo>
                  <a:cubicBezTo>
                    <a:pt x="18" y="79"/>
                    <a:pt x="18" y="79"/>
                    <a:pt x="18" y="79"/>
                  </a:cubicBezTo>
                  <a:cubicBezTo>
                    <a:pt x="18" y="79"/>
                    <a:pt x="18" y="79"/>
                    <a:pt x="18" y="80"/>
                  </a:cubicBezTo>
                  <a:cubicBezTo>
                    <a:pt x="22" y="93"/>
                    <a:pt x="33" y="102"/>
                    <a:pt x="47" y="103"/>
                  </a:cubicBezTo>
                  <a:cubicBezTo>
                    <a:pt x="36" y="111"/>
                    <a:pt x="22" y="115"/>
                    <a:pt x="8" y="115"/>
                  </a:cubicBezTo>
                  <a:cubicBezTo>
                    <a:pt x="6" y="115"/>
                    <a:pt x="3" y="115"/>
                    <a:pt x="1" y="115"/>
                  </a:cubicBezTo>
                  <a:cubicBezTo>
                    <a:pt x="0" y="115"/>
                    <a:pt x="0" y="115"/>
                    <a:pt x="0" y="115"/>
                  </a:cubicBezTo>
                  <a:cubicBezTo>
                    <a:pt x="0" y="116"/>
                    <a:pt x="0" y="116"/>
                    <a:pt x="0" y="116"/>
                  </a:cubicBezTo>
                  <a:cubicBezTo>
                    <a:pt x="15" y="126"/>
                    <a:pt x="33" y="131"/>
                    <a:pt x="51" y="131"/>
                  </a:cubicBezTo>
                  <a:cubicBezTo>
                    <a:pt x="109" y="131"/>
                    <a:pt x="144" y="83"/>
                    <a:pt x="144" y="38"/>
                  </a:cubicBezTo>
                  <a:cubicBezTo>
                    <a:pt x="144" y="36"/>
                    <a:pt x="144" y="35"/>
                    <a:pt x="144" y="34"/>
                  </a:cubicBezTo>
                  <a:cubicBezTo>
                    <a:pt x="150" y="29"/>
                    <a:pt x="156" y="23"/>
                    <a:pt x="160" y="17"/>
                  </a:cubicBezTo>
                  <a:cubicBezTo>
                    <a:pt x="160" y="17"/>
                    <a:pt x="160" y="16"/>
                    <a:pt x="160" y="16"/>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sp>
          <p:nvSpPr>
            <p:cNvPr id="52" name="Freeform 21"/>
            <p:cNvSpPr>
              <a:spLocks/>
            </p:cNvSpPr>
            <p:nvPr/>
          </p:nvSpPr>
          <p:spPr bwMode="auto">
            <a:xfrm>
              <a:off x="5235659" y="5934143"/>
              <a:ext cx="207145" cy="261714"/>
            </a:xfrm>
            <a:custGeom>
              <a:avLst/>
              <a:gdLst>
                <a:gd name="T0" fmla="*/ 129 w 323"/>
                <a:gd name="T1" fmla="*/ 272 h 408"/>
                <a:gd name="T2" fmla="*/ 68 w 323"/>
                <a:gd name="T3" fmla="*/ 408 h 408"/>
                <a:gd name="T4" fmla="*/ 98 w 323"/>
                <a:gd name="T5" fmla="*/ 196 h 408"/>
                <a:gd name="T6" fmla="*/ 149 w 323"/>
                <a:gd name="T7" fmla="*/ 99 h 408"/>
                <a:gd name="T8" fmla="*/ 172 w 323"/>
                <a:gd name="T9" fmla="*/ 257 h 408"/>
                <a:gd name="T10" fmla="*/ 234 w 323"/>
                <a:gd name="T11" fmla="*/ 73 h 408"/>
                <a:gd name="T12" fmla="*/ 47 w 323"/>
                <a:gd name="T13" fmla="*/ 173 h 408"/>
                <a:gd name="T14" fmla="*/ 57 w 323"/>
                <a:gd name="T15" fmla="*/ 239 h 408"/>
                <a:gd name="T16" fmla="*/ 1 w 323"/>
                <a:gd name="T17" fmla="*/ 147 h 408"/>
                <a:gd name="T18" fmla="*/ 137 w 323"/>
                <a:gd name="T19" fmla="*/ 9 h 408"/>
                <a:gd name="T20" fmla="*/ 310 w 323"/>
                <a:gd name="T21" fmla="*/ 119 h 408"/>
                <a:gd name="T22" fmla="*/ 183 w 323"/>
                <a:gd name="T23" fmla="*/ 298 h 408"/>
                <a:gd name="T24" fmla="*/ 129 w 323"/>
                <a:gd name="T25" fmla="*/ 272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3" h="408">
                  <a:moveTo>
                    <a:pt x="129" y="272"/>
                  </a:moveTo>
                  <a:cubicBezTo>
                    <a:pt x="118" y="328"/>
                    <a:pt x="106" y="380"/>
                    <a:pt x="68" y="408"/>
                  </a:cubicBezTo>
                  <a:cubicBezTo>
                    <a:pt x="56" y="325"/>
                    <a:pt x="85" y="262"/>
                    <a:pt x="98" y="196"/>
                  </a:cubicBezTo>
                  <a:cubicBezTo>
                    <a:pt x="75" y="157"/>
                    <a:pt x="101" y="80"/>
                    <a:pt x="149" y="99"/>
                  </a:cubicBezTo>
                  <a:cubicBezTo>
                    <a:pt x="209" y="122"/>
                    <a:pt x="98" y="242"/>
                    <a:pt x="172" y="257"/>
                  </a:cubicBezTo>
                  <a:cubicBezTo>
                    <a:pt x="250" y="273"/>
                    <a:pt x="282" y="122"/>
                    <a:pt x="234" y="73"/>
                  </a:cubicBezTo>
                  <a:cubicBezTo>
                    <a:pt x="164" y="2"/>
                    <a:pt x="31" y="72"/>
                    <a:pt x="47" y="173"/>
                  </a:cubicBezTo>
                  <a:cubicBezTo>
                    <a:pt x="51" y="198"/>
                    <a:pt x="77" y="205"/>
                    <a:pt x="57" y="239"/>
                  </a:cubicBezTo>
                  <a:cubicBezTo>
                    <a:pt x="13" y="229"/>
                    <a:pt x="0" y="194"/>
                    <a:pt x="1" y="147"/>
                  </a:cubicBezTo>
                  <a:cubicBezTo>
                    <a:pt x="4" y="70"/>
                    <a:pt x="70" y="17"/>
                    <a:pt x="137" y="9"/>
                  </a:cubicBezTo>
                  <a:cubicBezTo>
                    <a:pt x="221" y="0"/>
                    <a:pt x="300" y="40"/>
                    <a:pt x="310" y="119"/>
                  </a:cubicBezTo>
                  <a:cubicBezTo>
                    <a:pt x="323" y="208"/>
                    <a:pt x="273" y="305"/>
                    <a:pt x="183" y="298"/>
                  </a:cubicBezTo>
                  <a:cubicBezTo>
                    <a:pt x="158" y="296"/>
                    <a:pt x="148" y="284"/>
                    <a:pt x="129" y="272"/>
                  </a:cubicBezTo>
                  <a:close/>
                </a:path>
              </a:pathLst>
            </a:custGeom>
            <a:solidFill>
              <a:schemeClr val="bg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mn-cs"/>
              </a:endParaRPr>
            </a:p>
          </p:txBody>
        </p:sp>
        <p:sp>
          <p:nvSpPr>
            <p:cNvPr id="53" name="Freeform 62"/>
            <p:cNvSpPr>
              <a:spLocks/>
            </p:cNvSpPr>
            <p:nvPr/>
          </p:nvSpPr>
          <p:spPr bwMode="auto">
            <a:xfrm>
              <a:off x="4063583" y="5934143"/>
              <a:ext cx="134925" cy="261714"/>
            </a:xfrm>
            <a:custGeom>
              <a:avLst/>
              <a:gdLst>
                <a:gd name="T0" fmla="*/ 84 w 84"/>
                <a:gd name="T1" fmla="*/ 27 h 163"/>
                <a:gd name="T2" fmla="*/ 69 w 84"/>
                <a:gd name="T3" fmla="*/ 27 h 163"/>
                <a:gd name="T4" fmla="*/ 54 w 84"/>
                <a:gd name="T5" fmla="*/ 41 h 163"/>
                <a:gd name="T6" fmla="*/ 54 w 84"/>
                <a:gd name="T7" fmla="*/ 60 h 163"/>
                <a:gd name="T8" fmla="*/ 83 w 84"/>
                <a:gd name="T9" fmla="*/ 60 h 163"/>
                <a:gd name="T10" fmla="*/ 83 w 84"/>
                <a:gd name="T11" fmla="*/ 88 h 163"/>
                <a:gd name="T12" fmla="*/ 54 w 84"/>
                <a:gd name="T13" fmla="*/ 88 h 163"/>
                <a:gd name="T14" fmla="*/ 54 w 84"/>
                <a:gd name="T15" fmla="*/ 163 h 163"/>
                <a:gd name="T16" fmla="*/ 25 w 84"/>
                <a:gd name="T17" fmla="*/ 163 h 163"/>
                <a:gd name="T18" fmla="*/ 25 w 84"/>
                <a:gd name="T19" fmla="*/ 88 h 163"/>
                <a:gd name="T20" fmla="*/ 0 w 84"/>
                <a:gd name="T21" fmla="*/ 88 h 163"/>
                <a:gd name="T22" fmla="*/ 0 w 84"/>
                <a:gd name="T23" fmla="*/ 60 h 163"/>
                <a:gd name="T24" fmla="*/ 25 w 84"/>
                <a:gd name="T25" fmla="*/ 60 h 163"/>
                <a:gd name="T26" fmla="*/ 25 w 84"/>
                <a:gd name="T27" fmla="*/ 38 h 163"/>
                <a:gd name="T28" fmla="*/ 62 w 84"/>
                <a:gd name="T29" fmla="*/ 0 h 163"/>
                <a:gd name="T30" fmla="*/ 84 w 84"/>
                <a:gd name="T31" fmla="*/ 0 h 163"/>
                <a:gd name="T32" fmla="*/ 84 w 84"/>
                <a:gd name="T33" fmla="*/ 27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63">
                  <a:moveTo>
                    <a:pt x="84" y="27"/>
                  </a:moveTo>
                  <a:cubicBezTo>
                    <a:pt x="69" y="27"/>
                    <a:pt x="69" y="27"/>
                    <a:pt x="69" y="27"/>
                  </a:cubicBezTo>
                  <a:cubicBezTo>
                    <a:pt x="57" y="27"/>
                    <a:pt x="54" y="33"/>
                    <a:pt x="54" y="41"/>
                  </a:cubicBezTo>
                  <a:cubicBezTo>
                    <a:pt x="54" y="60"/>
                    <a:pt x="54" y="60"/>
                    <a:pt x="54" y="60"/>
                  </a:cubicBezTo>
                  <a:cubicBezTo>
                    <a:pt x="83" y="60"/>
                    <a:pt x="83" y="60"/>
                    <a:pt x="83" y="60"/>
                  </a:cubicBezTo>
                  <a:cubicBezTo>
                    <a:pt x="83" y="88"/>
                    <a:pt x="83" y="88"/>
                    <a:pt x="83" y="88"/>
                  </a:cubicBezTo>
                  <a:cubicBezTo>
                    <a:pt x="54" y="88"/>
                    <a:pt x="54" y="88"/>
                    <a:pt x="54" y="88"/>
                  </a:cubicBezTo>
                  <a:cubicBezTo>
                    <a:pt x="54" y="163"/>
                    <a:pt x="54" y="163"/>
                    <a:pt x="54" y="163"/>
                  </a:cubicBezTo>
                  <a:cubicBezTo>
                    <a:pt x="25" y="163"/>
                    <a:pt x="25" y="163"/>
                    <a:pt x="25" y="163"/>
                  </a:cubicBezTo>
                  <a:cubicBezTo>
                    <a:pt x="25" y="88"/>
                    <a:pt x="25" y="88"/>
                    <a:pt x="25" y="88"/>
                  </a:cubicBezTo>
                  <a:cubicBezTo>
                    <a:pt x="0" y="88"/>
                    <a:pt x="0" y="88"/>
                    <a:pt x="0" y="88"/>
                  </a:cubicBezTo>
                  <a:cubicBezTo>
                    <a:pt x="0" y="60"/>
                    <a:pt x="0" y="60"/>
                    <a:pt x="0" y="60"/>
                  </a:cubicBezTo>
                  <a:cubicBezTo>
                    <a:pt x="25" y="60"/>
                    <a:pt x="25" y="60"/>
                    <a:pt x="25" y="60"/>
                  </a:cubicBezTo>
                  <a:cubicBezTo>
                    <a:pt x="25" y="38"/>
                    <a:pt x="25" y="38"/>
                    <a:pt x="25" y="38"/>
                  </a:cubicBezTo>
                  <a:cubicBezTo>
                    <a:pt x="25" y="13"/>
                    <a:pt x="40" y="0"/>
                    <a:pt x="62" y="0"/>
                  </a:cubicBezTo>
                  <a:cubicBezTo>
                    <a:pt x="84" y="0"/>
                    <a:pt x="84" y="0"/>
                    <a:pt x="84" y="0"/>
                  </a:cubicBezTo>
                  <a:lnTo>
                    <a:pt x="84" y="27"/>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grpSp>
      <p:grpSp>
        <p:nvGrpSpPr>
          <p:cNvPr id="54" name="Group 53"/>
          <p:cNvGrpSpPr/>
          <p:nvPr userDrawn="1"/>
        </p:nvGrpSpPr>
        <p:grpSpPr>
          <a:xfrm>
            <a:off x="9473536" y="5361672"/>
            <a:ext cx="1724341" cy="516155"/>
            <a:chOff x="3872969" y="5806923"/>
            <a:chExt cx="1724341" cy="516155"/>
          </a:xfrm>
        </p:grpSpPr>
        <p:sp>
          <p:nvSpPr>
            <p:cNvPr id="55" name="Oval 54"/>
            <p:cNvSpPr/>
            <p:nvPr/>
          </p:nvSpPr>
          <p:spPr>
            <a:xfrm>
              <a:off x="3872969"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56" name="Oval 55"/>
            <p:cNvSpPr/>
            <p:nvPr/>
          </p:nvSpPr>
          <p:spPr>
            <a:xfrm>
              <a:off x="4477062"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57" name="Oval 56"/>
            <p:cNvSpPr/>
            <p:nvPr/>
          </p:nvSpPr>
          <p:spPr>
            <a:xfrm>
              <a:off x="5081155"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58" name="Freeform 63"/>
            <p:cNvSpPr>
              <a:spLocks/>
            </p:cNvSpPr>
            <p:nvPr/>
          </p:nvSpPr>
          <p:spPr bwMode="auto">
            <a:xfrm>
              <a:off x="4576091" y="5937921"/>
              <a:ext cx="318095" cy="261714"/>
            </a:xfrm>
            <a:custGeom>
              <a:avLst/>
              <a:gdLst>
                <a:gd name="T0" fmla="*/ 160 w 160"/>
                <a:gd name="T1" fmla="*/ 16 h 131"/>
                <a:gd name="T2" fmla="*/ 159 w 160"/>
                <a:gd name="T3" fmla="*/ 16 h 131"/>
                <a:gd name="T4" fmla="*/ 144 w 160"/>
                <a:gd name="T5" fmla="*/ 20 h 131"/>
                <a:gd name="T6" fmla="*/ 156 w 160"/>
                <a:gd name="T7" fmla="*/ 4 h 131"/>
                <a:gd name="T8" fmla="*/ 156 w 160"/>
                <a:gd name="T9" fmla="*/ 3 h 131"/>
                <a:gd name="T10" fmla="*/ 155 w 160"/>
                <a:gd name="T11" fmla="*/ 3 h 131"/>
                <a:gd name="T12" fmla="*/ 135 w 160"/>
                <a:gd name="T13" fmla="*/ 11 h 131"/>
                <a:gd name="T14" fmla="*/ 111 w 160"/>
                <a:gd name="T15" fmla="*/ 0 h 131"/>
                <a:gd name="T16" fmla="*/ 77 w 160"/>
                <a:gd name="T17" fmla="*/ 34 h 131"/>
                <a:gd name="T18" fmla="*/ 78 w 160"/>
                <a:gd name="T19" fmla="*/ 40 h 131"/>
                <a:gd name="T20" fmla="*/ 12 w 160"/>
                <a:gd name="T21" fmla="*/ 7 h 131"/>
                <a:gd name="T22" fmla="*/ 12 w 160"/>
                <a:gd name="T23" fmla="*/ 6 h 131"/>
                <a:gd name="T24" fmla="*/ 11 w 160"/>
                <a:gd name="T25" fmla="*/ 7 h 131"/>
                <a:gd name="T26" fmla="*/ 7 w 160"/>
                <a:gd name="T27" fmla="*/ 23 h 131"/>
                <a:gd name="T28" fmla="*/ 19 w 160"/>
                <a:gd name="T29" fmla="*/ 50 h 131"/>
                <a:gd name="T30" fmla="*/ 7 w 160"/>
                <a:gd name="T31" fmla="*/ 46 h 131"/>
                <a:gd name="T32" fmla="*/ 7 w 160"/>
                <a:gd name="T33" fmla="*/ 46 h 131"/>
                <a:gd name="T34" fmla="*/ 6 w 160"/>
                <a:gd name="T35" fmla="*/ 47 h 131"/>
                <a:gd name="T36" fmla="*/ 6 w 160"/>
                <a:gd name="T37" fmla="*/ 47 h 131"/>
                <a:gd name="T38" fmla="*/ 30 w 160"/>
                <a:gd name="T39" fmla="*/ 79 h 131"/>
                <a:gd name="T40" fmla="*/ 19 w 160"/>
                <a:gd name="T41" fmla="*/ 79 h 131"/>
                <a:gd name="T42" fmla="*/ 18 w 160"/>
                <a:gd name="T43" fmla="*/ 79 h 131"/>
                <a:gd name="T44" fmla="*/ 18 w 160"/>
                <a:gd name="T45" fmla="*/ 80 h 131"/>
                <a:gd name="T46" fmla="*/ 47 w 160"/>
                <a:gd name="T47" fmla="*/ 103 h 131"/>
                <a:gd name="T48" fmla="*/ 8 w 160"/>
                <a:gd name="T49" fmla="*/ 115 h 131"/>
                <a:gd name="T50" fmla="*/ 1 w 160"/>
                <a:gd name="T51" fmla="*/ 115 h 131"/>
                <a:gd name="T52" fmla="*/ 0 w 160"/>
                <a:gd name="T53" fmla="*/ 115 h 131"/>
                <a:gd name="T54" fmla="*/ 0 w 160"/>
                <a:gd name="T55" fmla="*/ 116 h 131"/>
                <a:gd name="T56" fmla="*/ 51 w 160"/>
                <a:gd name="T57" fmla="*/ 131 h 131"/>
                <a:gd name="T58" fmla="*/ 144 w 160"/>
                <a:gd name="T59" fmla="*/ 38 h 131"/>
                <a:gd name="T60" fmla="*/ 144 w 160"/>
                <a:gd name="T61" fmla="*/ 34 h 131"/>
                <a:gd name="T62" fmla="*/ 160 w 160"/>
                <a:gd name="T63" fmla="*/ 17 h 131"/>
                <a:gd name="T64" fmla="*/ 160 w 160"/>
                <a:gd name="T65" fmla="*/ 1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0" h="131">
                  <a:moveTo>
                    <a:pt x="160" y="16"/>
                  </a:moveTo>
                  <a:cubicBezTo>
                    <a:pt x="160" y="16"/>
                    <a:pt x="160" y="16"/>
                    <a:pt x="159" y="16"/>
                  </a:cubicBezTo>
                  <a:cubicBezTo>
                    <a:pt x="154" y="18"/>
                    <a:pt x="149" y="19"/>
                    <a:pt x="144" y="20"/>
                  </a:cubicBezTo>
                  <a:cubicBezTo>
                    <a:pt x="150" y="16"/>
                    <a:pt x="154" y="10"/>
                    <a:pt x="156" y="4"/>
                  </a:cubicBezTo>
                  <a:cubicBezTo>
                    <a:pt x="156" y="3"/>
                    <a:pt x="156" y="3"/>
                    <a:pt x="156" y="3"/>
                  </a:cubicBezTo>
                  <a:cubicBezTo>
                    <a:pt x="155" y="3"/>
                    <a:pt x="155" y="3"/>
                    <a:pt x="155" y="3"/>
                  </a:cubicBezTo>
                  <a:cubicBezTo>
                    <a:pt x="149" y="7"/>
                    <a:pt x="142" y="9"/>
                    <a:pt x="135" y="11"/>
                  </a:cubicBezTo>
                  <a:cubicBezTo>
                    <a:pt x="128" y="4"/>
                    <a:pt x="120" y="0"/>
                    <a:pt x="111" y="0"/>
                  </a:cubicBezTo>
                  <a:cubicBezTo>
                    <a:pt x="92" y="0"/>
                    <a:pt x="77" y="15"/>
                    <a:pt x="77" y="34"/>
                  </a:cubicBezTo>
                  <a:cubicBezTo>
                    <a:pt x="77" y="36"/>
                    <a:pt x="77" y="38"/>
                    <a:pt x="78" y="40"/>
                  </a:cubicBezTo>
                  <a:cubicBezTo>
                    <a:pt x="52" y="39"/>
                    <a:pt x="29" y="26"/>
                    <a:pt x="12" y="7"/>
                  </a:cubicBezTo>
                  <a:cubicBezTo>
                    <a:pt x="12" y="6"/>
                    <a:pt x="12" y="6"/>
                    <a:pt x="12" y="6"/>
                  </a:cubicBezTo>
                  <a:cubicBezTo>
                    <a:pt x="11" y="6"/>
                    <a:pt x="11" y="6"/>
                    <a:pt x="11" y="7"/>
                  </a:cubicBezTo>
                  <a:cubicBezTo>
                    <a:pt x="8" y="12"/>
                    <a:pt x="7" y="18"/>
                    <a:pt x="7" y="23"/>
                  </a:cubicBezTo>
                  <a:cubicBezTo>
                    <a:pt x="7" y="34"/>
                    <a:pt x="11" y="43"/>
                    <a:pt x="19" y="50"/>
                  </a:cubicBezTo>
                  <a:cubicBezTo>
                    <a:pt x="15" y="49"/>
                    <a:pt x="11" y="48"/>
                    <a:pt x="7" y="46"/>
                  </a:cubicBezTo>
                  <a:cubicBezTo>
                    <a:pt x="7" y="46"/>
                    <a:pt x="7" y="46"/>
                    <a:pt x="7" y="46"/>
                  </a:cubicBezTo>
                  <a:cubicBezTo>
                    <a:pt x="6" y="46"/>
                    <a:pt x="6" y="46"/>
                    <a:pt x="6" y="47"/>
                  </a:cubicBezTo>
                  <a:cubicBezTo>
                    <a:pt x="6" y="47"/>
                    <a:pt x="6" y="47"/>
                    <a:pt x="6" y="47"/>
                  </a:cubicBezTo>
                  <a:cubicBezTo>
                    <a:pt x="6" y="62"/>
                    <a:pt x="16" y="75"/>
                    <a:pt x="30" y="79"/>
                  </a:cubicBezTo>
                  <a:cubicBezTo>
                    <a:pt x="26" y="79"/>
                    <a:pt x="22" y="79"/>
                    <a:pt x="19" y="79"/>
                  </a:cubicBezTo>
                  <a:cubicBezTo>
                    <a:pt x="18" y="79"/>
                    <a:pt x="18" y="79"/>
                    <a:pt x="18" y="79"/>
                  </a:cubicBezTo>
                  <a:cubicBezTo>
                    <a:pt x="18" y="79"/>
                    <a:pt x="18" y="79"/>
                    <a:pt x="18" y="80"/>
                  </a:cubicBezTo>
                  <a:cubicBezTo>
                    <a:pt x="22" y="93"/>
                    <a:pt x="33" y="102"/>
                    <a:pt x="47" y="103"/>
                  </a:cubicBezTo>
                  <a:cubicBezTo>
                    <a:pt x="36" y="111"/>
                    <a:pt x="22" y="115"/>
                    <a:pt x="8" y="115"/>
                  </a:cubicBezTo>
                  <a:cubicBezTo>
                    <a:pt x="6" y="115"/>
                    <a:pt x="3" y="115"/>
                    <a:pt x="1" y="115"/>
                  </a:cubicBezTo>
                  <a:cubicBezTo>
                    <a:pt x="0" y="115"/>
                    <a:pt x="0" y="115"/>
                    <a:pt x="0" y="115"/>
                  </a:cubicBezTo>
                  <a:cubicBezTo>
                    <a:pt x="0" y="116"/>
                    <a:pt x="0" y="116"/>
                    <a:pt x="0" y="116"/>
                  </a:cubicBezTo>
                  <a:cubicBezTo>
                    <a:pt x="15" y="126"/>
                    <a:pt x="33" y="131"/>
                    <a:pt x="51" y="131"/>
                  </a:cubicBezTo>
                  <a:cubicBezTo>
                    <a:pt x="109" y="131"/>
                    <a:pt x="144" y="83"/>
                    <a:pt x="144" y="38"/>
                  </a:cubicBezTo>
                  <a:cubicBezTo>
                    <a:pt x="144" y="36"/>
                    <a:pt x="144" y="35"/>
                    <a:pt x="144" y="34"/>
                  </a:cubicBezTo>
                  <a:cubicBezTo>
                    <a:pt x="150" y="29"/>
                    <a:pt x="156" y="23"/>
                    <a:pt x="160" y="17"/>
                  </a:cubicBezTo>
                  <a:cubicBezTo>
                    <a:pt x="160" y="17"/>
                    <a:pt x="160" y="16"/>
                    <a:pt x="160" y="16"/>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sp>
          <p:nvSpPr>
            <p:cNvPr id="59" name="Freeform 21"/>
            <p:cNvSpPr>
              <a:spLocks/>
            </p:cNvSpPr>
            <p:nvPr/>
          </p:nvSpPr>
          <p:spPr bwMode="auto">
            <a:xfrm>
              <a:off x="5235659" y="5934143"/>
              <a:ext cx="207145" cy="261714"/>
            </a:xfrm>
            <a:custGeom>
              <a:avLst/>
              <a:gdLst>
                <a:gd name="T0" fmla="*/ 129 w 323"/>
                <a:gd name="T1" fmla="*/ 272 h 408"/>
                <a:gd name="T2" fmla="*/ 68 w 323"/>
                <a:gd name="T3" fmla="*/ 408 h 408"/>
                <a:gd name="T4" fmla="*/ 98 w 323"/>
                <a:gd name="T5" fmla="*/ 196 h 408"/>
                <a:gd name="T6" fmla="*/ 149 w 323"/>
                <a:gd name="T7" fmla="*/ 99 h 408"/>
                <a:gd name="T8" fmla="*/ 172 w 323"/>
                <a:gd name="T9" fmla="*/ 257 h 408"/>
                <a:gd name="T10" fmla="*/ 234 w 323"/>
                <a:gd name="T11" fmla="*/ 73 h 408"/>
                <a:gd name="T12" fmla="*/ 47 w 323"/>
                <a:gd name="T13" fmla="*/ 173 h 408"/>
                <a:gd name="T14" fmla="*/ 57 w 323"/>
                <a:gd name="T15" fmla="*/ 239 h 408"/>
                <a:gd name="T16" fmla="*/ 1 w 323"/>
                <a:gd name="T17" fmla="*/ 147 h 408"/>
                <a:gd name="T18" fmla="*/ 137 w 323"/>
                <a:gd name="T19" fmla="*/ 9 h 408"/>
                <a:gd name="T20" fmla="*/ 310 w 323"/>
                <a:gd name="T21" fmla="*/ 119 h 408"/>
                <a:gd name="T22" fmla="*/ 183 w 323"/>
                <a:gd name="T23" fmla="*/ 298 h 408"/>
                <a:gd name="T24" fmla="*/ 129 w 323"/>
                <a:gd name="T25" fmla="*/ 272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3" h="408">
                  <a:moveTo>
                    <a:pt x="129" y="272"/>
                  </a:moveTo>
                  <a:cubicBezTo>
                    <a:pt x="118" y="328"/>
                    <a:pt x="106" y="380"/>
                    <a:pt x="68" y="408"/>
                  </a:cubicBezTo>
                  <a:cubicBezTo>
                    <a:pt x="56" y="325"/>
                    <a:pt x="85" y="262"/>
                    <a:pt x="98" y="196"/>
                  </a:cubicBezTo>
                  <a:cubicBezTo>
                    <a:pt x="75" y="157"/>
                    <a:pt x="101" y="80"/>
                    <a:pt x="149" y="99"/>
                  </a:cubicBezTo>
                  <a:cubicBezTo>
                    <a:pt x="209" y="122"/>
                    <a:pt x="98" y="242"/>
                    <a:pt x="172" y="257"/>
                  </a:cubicBezTo>
                  <a:cubicBezTo>
                    <a:pt x="250" y="273"/>
                    <a:pt x="282" y="122"/>
                    <a:pt x="234" y="73"/>
                  </a:cubicBezTo>
                  <a:cubicBezTo>
                    <a:pt x="164" y="2"/>
                    <a:pt x="31" y="72"/>
                    <a:pt x="47" y="173"/>
                  </a:cubicBezTo>
                  <a:cubicBezTo>
                    <a:pt x="51" y="198"/>
                    <a:pt x="77" y="205"/>
                    <a:pt x="57" y="239"/>
                  </a:cubicBezTo>
                  <a:cubicBezTo>
                    <a:pt x="13" y="229"/>
                    <a:pt x="0" y="194"/>
                    <a:pt x="1" y="147"/>
                  </a:cubicBezTo>
                  <a:cubicBezTo>
                    <a:pt x="4" y="70"/>
                    <a:pt x="70" y="17"/>
                    <a:pt x="137" y="9"/>
                  </a:cubicBezTo>
                  <a:cubicBezTo>
                    <a:pt x="221" y="0"/>
                    <a:pt x="300" y="40"/>
                    <a:pt x="310" y="119"/>
                  </a:cubicBezTo>
                  <a:cubicBezTo>
                    <a:pt x="323" y="208"/>
                    <a:pt x="273" y="305"/>
                    <a:pt x="183" y="298"/>
                  </a:cubicBezTo>
                  <a:cubicBezTo>
                    <a:pt x="158" y="296"/>
                    <a:pt x="148" y="284"/>
                    <a:pt x="129" y="272"/>
                  </a:cubicBezTo>
                  <a:close/>
                </a:path>
              </a:pathLst>
            </a:custGeom>
            <a:solidFill>
              <a:schemeClr val="bg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mn-cs"/>
              </a:endParaRPr>
            </a:p>
          </p:txBody>
        </p:sp>
        <p:sp>
          <p:nvSpPr>
            <p:cNvPr id="60" name="Freeform 62"/>
            <p:cNvSpPr>
              <a:spLocks/>
            </p:cNvSpPr>
            <p:nvPr/>
          </p:nvSpPr>
          <p:spPr bwMode="auto">
            <a:xfrm>
              <a:off x="4063583" y="5934143"/>
              <a:ext cx="134925" cy="261714"/>
            </a:xfrm>
            <a:custGeom>
              <a:avLst/>
              <a:gdLst>
                <a:gd name="T0" fmla="*/ 84 w 84"/>
                <a:gd name="T1" fmla="*/ 27 h 163"/>
                <a:gd name="T2" fmla="*/ 69 w 84"/>
                <a:gd name="T3" fmla="*/ 27 h 163"/>
                <a:gd name="T4" fmla="*/ 54 w 84"/>
                <a:gd name="T5" fmla="*/ 41 h 163"/>
                <a:gd name="T6" fmla="*/ 54 w 84"/>
                <a:gd name="T7" fmla="*/ 60 h 163"/>
                <a:gd name="T8" fmla="*/ 83 w 84"/>
                <a:gd name="T9" fmla="*/ 60 h 163"/>
                <a:gd name="T10" fmla="*/ 83 w 84"/>
                <a:gd name="T11" fmla="*/ 88 h 163"/>
                <a:gd name="T12" fmla="*/ 54 w 84"/>
                <a:gd name="T13" fmla="*/ 88 h 163"/>
                <a:gd name="T14" fmla="*/ 54 w 84"/>
                <a:gd name="T15" fmla="*/ 163 h 163"/>
                <a:gd name="T16" fmla="*/ 25 w 84"/>
                <a:gd name="T17" fmla="*/ 163 h 163"/>
                <a:gd name="T18" fmla="*/ 25 w 84"/>
                <a:gd name="T19" fmla="*/ 88 h 163"/>
                <a:gd name="T20" fmla="*/ 0 w 84"/>
                <a:gd name="T21" fmla="*/ 88 h 163"/>
                <a:gd name="T22" fmla="*/ 0 w 84"/>
                <a:gd name="T23" fmla="*/ 60 h 163"/>
                <a:gd name="T24" fmla="*/ 25 w 84"/>
                <a:gd name="T25" fmla="*/ 60 h 163"/>
                <a:gd name="T26" fmla="*/ 25 w 84"/>
                <a:gd name="T27" fmla="*/ 38 h 163"/>
                <a:gd name="T28" fmla="*/ 62 w 84"/>
                <a:gd name="T29" fmla="*/ 0 h 163"/>
                <a:gd name="T30" fmla="*/ 84 w 84"/>
                <a:gd name="T31" fmla="*/ 0 h 163"/>
                <a:gd name="T32" fmla="*/ 84 w 84"/>
                <a:gd name="T33" fmla="*/ 27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63">
                  <a:moveTo>
                    <a:pt x="84" y="27"/>
                  </a:moveTo>
                  <a:cubicBezTo>
                    <a:pt x="69" y="27"/>
                    <a:pt x="69" y="27"/>
                    <a:pt x="69" y="27"/>
                  </a:cubicBezTo>
                  <a:cubicBezTo>
                    <a:pt x="57" y="27"/>
                    <a:pt x="54" y="33"/>
                    <a:pt x="54" y="41"/>
                  </a:cubicBezTo>
                  <a:cubicBezTo>
                    <a:pt x="54" y="60"/>
                    <a:pt x="54" y="60"/>
                    <a:pt x="54" y="60"/>
                  </a:cubicBezTo>
                  <a:cubicBezTo>
                    <a:pt x="83" y="60"/>
                    <a:pt x="83" y="60"/>
                    <a:pt x="83" y="60"/>
                  </a:cubicBezTo>
                  <a:cubicBezTo>
                    <a:pt x="83" y="88"/>
                    <a:pt x="83" y="88"/>
                    <a:pt x="83" y="88"/>
                  </a:cubicBezTo>
                  <a:cubicBezTo>
                    <a:pt x="54" y="88"/>
                    <a:pt x="54" y="88"/>
                    <a:pt x="54" y="88"/>
                  </a:cubicBezTo>
                  <a:cubicBezTo>
                    <a:pt x="54" y="163"/>
                    <a:pt x="54" y="163"/>
                    <a:pt x="54" y="163"/>
                  </a:cubicBezTo>
                  <a:cubicBezTo>
                    <a:pt x="25" y="163"/>
                    <a:pt x="25" y="163"/>
                    <a:pt x="25" y="163"/>
                  </a:cubicBezTo>
                  <a:cubicBezTo>
                    <a:pt x="25" y="88"/>
                    <a:pt x="25" y="88"/>
                    <a:pt x="25" y="88"/>
                  </a:cubicBezTo>
                  <a:cubicBezTo>
                    <a:pt x="0" y="88"/>
                    <a:pt x="0" y="88"/>
                    <a:pt x="0" y="88"/>
                  </a:cubicBezTo>
                  <a:cubicBezTo>
                    <a:pt x="0" y="60"/>
                    <a:pt x="0" y="60"/>
                    <a:pt x="0" y="60"/>
                  </a:cubicBezTo>
                  <a:cubicBezTo>
                    <a:pt x="25" y="60"/>
                    <a:pt x="25" y="60"/>
                    <a:pt x="25" y="60"/>
                  </a:cubicBezTo>
                  <a:cubicBezTo>
                    <a:pt x="25" y="38"/>
                    <a:pt x="25" y="38"/>
                    <a:pt x="25" y="38"/>
                  </a:cubicBezTo>
                  <a:cubicBezTo>
                    <a:pt x="25" y="13"/>
                    <a:pt x="40" y="0"/>
                    <a:pt x="62" y="0"/>
                  </a:cubicBezTo>
                  <a:cubicBezTo>
                    <a:pt x="84" y="0"/>
                    <a:pt x="84" y="0"/>
                    <a:pt x="84" y="0"/>
                  </a:cubicBezTo>
                  <a:lnTo>
                    <a:pt x="84" y="27"/>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grpSp>
    </p:spTree>
    <p:extLst>
      <p:ext uri="{BB962C8B-B14F-4D97-AF65-F5344CB8AC3E}">
        <p14:creationId xmlns:p14="http://schemas.microsoft.com/office/powerpoint/2010/main" val="123749487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42" presetClass="entr" presetSubtype="0" fill="hold" grpId="0" nodeType="afterEffect">
                                  <p:stCondLst>
                                    <p:cond delay="0"/>
                                  </p:stCondLst>
                                  <p:childTnLst>
                                    <p:set>
                                      <p:cBhvr>
                                        <p:cTn id="20" dur="1" fill="hold">
                                          <p:stCondLst>
                                            <p:cond delay="0"/>
                                          </p:stCondLst>
                                        </p:cTn>
                                        <p:tgtEl>
                                          <p:spTgt spid="31"/>
                                        </p:tgtEl>
                                        <p:attrNameLst>
                                          <p:attrName>style.visibility</p:attrName>
                                        </p:attrNameLst>
                                      </p:cBhvr>
                                      <p:to>
                                        <p:strVal val="visible"/>
                                      </p:to>
                                    </p:set>
                                    <p:animEffect transition="in" filter="fade">
                                      <p:cBhvr>
                                        <p:cTn id="21" dur="500"/>
                                        <p:tgtEl>
                                          <p:spTgt spid="31"/>
                                        </p:tgtEl>
                                      </p:cBhvr>
                                    </p:animEffect>
                                    <p:anim calcmode="lin" valueType="num">
                                      <p:cBhvr>
                                        <p:cTn id="22" dur="500" fill="hold"/>
                                        <p:tgtEl>
                                          <p:spTgt spid="31"/>
                                        </p:tgtEl>
                                        <p:attrNameLst>
                                          <p:attrName>ppt_x</p:attrName>
                                        </p:attrNameLst>
                                      </p:cBhvr>
                                      <p:tavLst>
                                        <p:tav tm="0">
                                          <p:val>
                                            <p:strVal val="#ppt_x"/>
                                          </p:val>
                                        </p:tav>
                                        <p:tav tm="100000">
                                          <p:val>
                                            <p:strVal val="#ppt_x"/>
                                          </p:val>
                                        </p:tav>
                                      </p:tavLst>
                                    </p:anim>
                                    <p:anim calcmode="lin" valueType="num">
                                      <p:cBhvr>
                                        <p:cTn id="23" dur="500" fill="hold"/>
                                        <p:tgtEl>
                                          <p:spTgt spid="31"/>
                                        </p:tgtEl>
                                        <p:attrNameLst>
                                          <p:attrName>ppt_y</p:attrName>
                                        </p:attrNameLst>
                                      </p:cBhvr>
                                      <p:tavLst>
                                        <p:tav tm="0">
                                          <p:val>
                                            <p:strVal val="#ppt_y+.1"/>
                                          </p:val>
                                        </p:tav>
                                        <p:tav tm="100000">
                                          <p:val>
                                            <p:strVal val="#ppt_y"/>
                                          </p:val>
                                        </p:tav>
                                      </p:tavLst>
                                    </p:anim>
                                  </p:childTnLst>
                                </p:cTn>
                              </p:par>
                            </p:childTnLst>
                          </p:cTn>
                        </p:par>
                        <p:par>
                          <p:cTn id="24" fill="hold">
                            <p:stCondLst>
                              <p:cond delay="2000"/>
                            </p:stCondLst>
                            <p:childTnLst>
                              <p:par>
                                <p:cTn id="25" presetID="53" presetClass="entr" presetSubtype="16" fill="hold" grpId="0" nodeType="afterEffect" nodePh="1">
                                  <p:stCondLst>
                                    <p:cond delay="0"/>
                                  </p:stCondLst>
                                  <p:endCondLst>
                                    <p:cond evt="begin" delay="0">
                                      <p:tn val="25"/>
                                    </p:cond>
                                  </p:endCondLst>
                                  <p:childTnLst>
                                    <p:set>
                                      <p:cBhvr>
                                        <p:cTn id="26" dur="1" fill="hold">
                                          <p:stCondLst>
                                            <p:cond delay="0"/>
                                          </p:stCondLst>
                                        </p:cTn>
                                        <p:tgtEl>
                                          <p:spTgt spid="13">
                                            <p:txEl>
                                              <p:pRg st="0" end="0"/>
                                            </p:txEl>
                                          </p:spTgt>
                                        </p:tgtEl>
                                        <p:attrNameLst>
                                          <p:attrName>style.visibility</p:attrName>
                                        </p:attrNameLst>
                                      </p:cBhvr>
                                      <p:to>
                                        <p:strVal val="visible"/>
                                      </p:to>
                                    </p:set>
                                    <p:anim calcmode="lin" valueType="num">
                                      <p:cBhvr>
                                        <p:cTn id="27" dur="500" fill="hold"/>
                                        <p:tgtEl>
                                          <p:spTgt spid="13">
                                            <p:txEl>
                                              <p:pRg st="0" end="0"/>
                                            </p:txEl>
                                          </p:spTgt>
                                        </p:tgtEl>
                                        <p:attrNameLst>
                                          <p:attrName>ppt_w</p:attrName>
                                        </p:attrNameLst>
                                      </p:cBhvr>
                                      <p:tavLst>
                                        <p:tav tm="0">
                                          <p:val>
                                            <p:fltVal val="0"/>
                                          </p:val>
                                        </p:tav>
                                        <p:tav tm="100000">
                                          <p:val>
                                            <p:strVal val="#ppt_w"/>
                                          </p:val>
                                        </p:tav>
                                      </p:tavLst>
                                    </p:anim>
                                    <p:anim calcmode="lin" valueType="num">
                                      <p:cBhvr>
                                        <p:cTn id="28" dur="500" fill="hold"/>
                                        <p:tgtEl>
                                          <p:spTgt spid="13">
                                            <p:txEl>
                                              <p:pRg st="0" end="0"/>
                                            </p:txEl>
                                          </p:spTgt>
                                        </p:tgtEl>
                                        <p:attrNameLst>
                                          <p:attrName>ppt_h</p:attrName>
                                        </p:attrNameLst>
                                      </p:cBhvr>
                                      <p:tavLst>
                                        <p:tav tm="0">
                                          <p:val>
                                            <p:fltVal val="0"/>
                                          </p:val>
                                        </p:tav>
                                        <p:tav tm="100000">
                                          <p:val>
                                            <p:strVal val="#ppt_h"/>
                                          </p:val>
                                        </p:tav>
                                      </p:tavLst>
                                    </p:anim>
                                    <p:animEffect transition="in" filter="fade">
                                      <p:cBhvr>
                                        <p:cTn id="29" dur="500"/>
                                        <p:tgtEl>
                                          <p:spTgt spid="13">
                                            <p:txEl>
                                              <p:pRg st="0" end="0"/>
                                            </p:txEl>
                                          </p:spTgt>
                                        </p:tgtEl>
                                      </p:cBhvr>
                                    </p:animEffect>
                                  </p:childTnLst>
                                </p:cTn>
                              </p:par>
                            </p:childTnLst>
                          </p:cTn>
                        </p:par>
                        <p:par>
                          <p:cTn id="30" fill="hold">
                            <p:stCondLst>
                              <p:cond delay="2500"/>
                            </p:stCondLst>
                            <p:childTnLst>
                              <p:par>
                                <p:cTn id="31" presetID="42" presetClass="entr" presetSubtype="0" fill="hold" grpId="0" nodeType="afterEffect" nodePh="1">
                                  <p:stCondLst>
                                    <p:cond delay="0"/>
                                  </p:stCondLst>
                                  <p:endCondLst>
                                    <p:cond evt="begin" delay="0">
                                      <p:tn val="31"/>
                                    </p:cond>
                                  </p:endCondLst>
                                  <p:childTnLst>
                                    <p:set>
                                      <p:cBhvr>
                                        <p:cTn id="32" dur="1" fill="hold">
                                          <p:stCondLst>
                                            <p:cond delay="0"/>
                                          </p:stCondLst>
                                        </p:cTn>
                                        <p:tgtEl>
                                          <p:spTgt spid="21">
                                            <p:txEl>
                                              <p:pRg st="0" end="0"/>
                                            </p:txEl>
                                          </p:spTgt>
                                        </p:tgtEl>
                                        <p:attrNameLst>
                                          <p:attrName>style.visibility</p:attrName>
                                        </p:attrNameLst>
                                      </p:cBhvr>
                                      <p:to>
                                        <p:strVal val="visible"/>
                                      </p:to>
                                    </p:set>
                                    <p:animEffect transition="in" filter="fade">
                                      <p:cBhvr>
                                        <p:cTn id="33" dur="500"/>
                                        <p:tgtEl>
                                          <p:spTgt spid="21">
                                            <p:txEl>
                                              <p:pRg st="0" end="0"/>
                                            </p:txEl>
                                          </p:spTgt>
                                        </p:tgtEl>
                                      </p:cBhvr>
                                    </p:animEffect>
                                    <p:anim calcmode="lin" valueType="num">
                                      <p:cBhvr>
                                        <p:cTn id="34" dur="500" fill="hold"/>
                                        <p:tgtEl>
                                          <p:spTgt spid="21">
                                            <p:txEl>
                                              <p:pRg st="0" end="0"/>
                                            </p:txEl>
                                          </p:spTgt>
                                        </p:tgtEl>
                                        <p:attrNameLst>
                                          <p:attrName>ppt_x</p:attrName>
                                        </p:attrNameLst>
                                      </p:cBhvr>
                                      <p:tavLst>
                                        <p:tav tm="0">
                                          <p:val>
                                            <p:strVal val="#ppt_x"/>
                                          </p:val>
                                        </p:tav>
                                        <p:tav tm="100000">
                                          <p:val>
                                            <p:strVal val="#ppt_x"/>
                                          </p:val>
                                        </p:tav>
                                      </p:tavLst>
                                    </p:anim>
                                    <p:anim calcmode="lin" valueType="num">
                                      <p:cBhvr>
                                        <p:cTn id="35" dur="500" fill="hold"/>
                                        <p:tgtEl>
                                          <p:spTgt spid="21">
                                            <p:txEl>
                                              <p:pRg st="0" end="0"/>
                                            </p:txEl>
                                          </p:spTgt>
                                        </p:tgtEl>
                                        <p:attrNameLst>
                                          <p:attrName>ppt_y</p:attrName>
                                        </p:attrNameLst>
                                      </p:cBhvr>
                                      <p:tavLst>
                                        <p:tav tm="0">
                                          <p:val>
                                            <p:strVal val="#ppt_y+.1"/>
                                          </p:val>
                                        </p:tav>
                                        <p:tav tm="100000">
                                          <p:val>
                                            <p:strVal val="#ppt_y"/>
                                          </p:val>
                                        </p:tav>
                                      </p:tavLst>
                                    </p:anim>
                                  </p:childTnLst>
                                </p:cTn>
                              </p:par>
                            </p:childTnLst>
                          </p:cTn>
                        </p:par>
                        <p:par>
                          <p:cTn id="36" fill="hold">
                            <p:stCondLst>
                              <p:cond delay="3000"/>
                            </p:stCondLst>
                            <p:childTnLst>
                              <p:par>
                                <p:cTn id="37" presetID="53" presetClass="entr" presetSubtype="16" fill="hold" nodeType="afterEffect">
                                  <p:stCondLst>
                                    <p:cond delay="0"/>
                                  </p:stCondLst>
                                  <p:childTnLst>
                                    <p:set>
                                      <p:cBhvr>
                                        <p:cTn id="38" dur="1" fill="hold">
                                          <p:stCondLst>
                                            <p:cond delay="0"/>
                                          </p:stCondLst>
                                        </p:cTn>
                                        <p:tgtEl>
                                          <p:spTgt spid="25"/>
                                        </p:tgtEl>
                                        <p:attrNameLst>
                                          <p:attrName>style.visibility</p:attrName>
                                        </p:attrNameLst>
                                      </p:cBhvr>
                                      <p:to>
                                        <p:strVal val="visible"/>
                                      </p:to>
                                    </p:set>
                                    <p:anim calcmode="lin" valueType="num">
                                      <p:cBhvr>
                                        <p:cTn id="39" dur="500" fill="hold"/>
                                        <p:tgtEl>
                                          <p:spTgt spid="25"/>
                                        </p:tgtEl>
                                        <p:attrNameLst>
                                          <p:attrName>ppt_w</p:attrName>
                                        </p:attrNameLst>
                                      </p:cBhvr>
                                      <p:tavLst>
                                        <p:tav tm="0">
                                          <p:val>
                                            <p:fltVal val="0"/>
                                          </p:val>
                                        </p:tav>
                                        <p:tav tm="100000">
                                          <p:val>
                                            <p:strVal val="#ppt_w"/>
                                          </p:val>
                                        </p:tav>
                                      </p:tavLst>
                                    </p:anim>
                                    <p:anim calcmode="lin" valueType="num">
                                      <p:cBhvr>
                                        <p:cTn id="40" dur="500" fill="hold"/>
                                        <p:tgtEl>
                                          <p:spTgt spid="25"/>
                                        </p:tgtEl>
                                        <p:attrNameLst>
                                          <p:attrName>ppt_h</p:attrName>
                                        </p:attrNameLst>
                                      </p:cBhvr>
                                      <p:tavLst>
                                        <p:tav tm="0">
                                          <p:val>
                                            <p:fltVal val="0"/>
                                          </p:val>
                                        </p:tav>
                                        <p:tav tm="100000">
                                          <p:val>
                                            <p:strVal val="#ppt_h"/>
                                          </p:val>
                                        </p:tav>
                                      </p:tavLst>
                                    </p:anim>
                                    <p:animEffect transition="in" filter="fade">
                                      <p:cBhvr>
                                        <p:cTn id="41" dur="500"/>
                                        <p:tgtEl>
                                          <p:spTgt spid="25"/>
                                        </p:tgtEl>
                                      </p:cBhvr>
                                    </p:animEffect>
                                  </p:childTnLst>
                                </p:cTn>
                              </p:par>
                            </p:childTnLst>
                          </p:cTn>
                        </p:par>
                        <p:par>
                          <p:cTn id="42" fill="hold">
                            <p:stCondLst>
                              <p:cond delay="3500"/>
                            </p:stCondLst>
                            <p:childTnLst>
                              <p:par>
                                <p:cTn id="43" presetID="42" presetClass="entr" presetSubtype="0" fill="hold" grpId="0" nodeType="afterEffect">
                                  <p:stCondLst>
                                    <p:cond delay="0"/>
                                  </p:stCondLst>
                                  <p:childTnLst>
                                    <p:set>
                                      <p:cBhvr>
                                        <p:cTn id="44" dur="1" fill="hold">
                                          <p:stCondLst>
                                            <p:cond delay="0"/>
                                          </p:stCondLst>
                                        </p:cTn>
                                        <p:tgtEl>
                                          <p:spTgt spid="33"/>
                                        </p:tgtEl>
                                        <p:attrNameLst>
                                          <p:attrName>style.visibility</p:attrName>
                                        </p:attrNameLst>
                                      </p:cBhvr>
                                      <p:to>
                                        <p:strVal val="visible"/>
                                      </p:to>
                                    </p:set>
                                    <p:animEffect transition="in" filter="fade">
                                      <p:cBhvr>
                                        <p:cTn id="45" dur="500"/>
                                        <p:tgtEl>
                                          <p:spTgt spid="33"/>
                                        </p:tgtEl>
                                      </p:cBhvr>
                                    </p:animEffect>
                                    <p:anim calcmode="lin" valueType="num">
                                      <p:cBhvr>
                                        <p:cTn id="46" dur="500" fill="hold"/>
                                        <p:tgtEl>
                                          <p:spTgt spid="33"/>
                                        </p:tgtEl>
                                        <p:attrNameLst>
                                          <p:attrName>ppt_x</p:attrName>
                                        </p:attrNameLst>
                                      </p:cBhvr>
                                      <p:tavLst>
                                        <p:tav tm="0">
                                          <p:val>
                                            <p:strVal val="#ppt_x"/>
                                          </p:val>
                                        </p:tav>
                                        <p:tav tm="100000">
                                          <p:val>
                                            <p:strVal val="#ppt_x"/>
                                          </p:val>
                                        </p:tav>
                                      </p:tavLst>
                                    </p:anim>
                                    <p:anim calcmode="lin" valueType="num">
                                      <p:cBhvr>
                                        <p:cTn id="47" dur="500" fill="hold"/>
                                        <p:tgtEl>
                                          <p:spTgt spid="33"/>
                                        </p:tgtEl>
                                        <p:attrNameLst>
                                          <p:attrName>ppt_y</p:attrName>
                                        </p:attrNameLst>
                                      </p:cBhvr>
                                      <p:tavLst>
                                        <p:tav tm="0">
                                          <p:val>
                                            <p:strVal val="#ppt_y+.1"/>
                                          </p:val>
                                        </p:tav>
                                        <p:tav tm="100000">
                                          <p:val>
                                            <p:strVal val="#ppt_y"/>
                                          </p:val>
                                        </p:tav>
                                      </p:tavLst>
                                    </p:anim>
                                  </p:childTnLst>
                                </p:cTn>
                              </p:par>
                            </p:childTnLst>
                          </p:cTn>
                        </p:par>
                        <p:par>
                          <p:cTn id="48" fill="hold">
                            <p:stCondLst>
                              <p:cond delay="4000"/>
                            </p:stCondLst>
                            <p:childTnLst>
                              <p:par>
                                <p:cTn id="49" presetID="53" presetClass="entr" presetSubtype="16" fill="hold" grpId="0" nodeType="afterEffect" nodePh="1">
                                  <p:stCondLst>
                                    <p:cond delay="0"/>
                                  </p:stCondLst>
                                  <p:endCondLst>
                                    <p:cond evt="begin" delay="0">
                                      <p:tn val="49"/>
                                    </p:cond>
                                  </p:endCondLst>
                                  <p:childTnLst>
                                    <p:set>
                                      <p:cBhvr>
                                        <p:cTn id="50" dur="1" fill="hold">
                                          <p:stCondLst>
                                            <p:cond delay="0"/>
                                          </p:stCondLst>
                                        </p:cTn>
                                        <p:tgtEl>
                                          <p:spTgt spid="15">
                                            <p:txEl>
                                              <p:pRg st="0" end="0"/>
                                            </p:txEl>
                                          </p:spTgt>
                                        </p:tgtEl>
                                        <p:attrNameLst>
                                          <p:attrName>style.visibility</p:attrName>
                                        </p:attrNameLst>
                                      </p:cBhvr>
                                      <p:to>
                                        <p:strVal val="visible"/>
                                      </p:to>
                                    </p:set>
                                    <p:anim calcmode="lin" valueType="num">
                                      <p:cBhvr>
                                        <p:cTn id="51" dur="500" fill="hold"/>
                                        <p:tgtEl>
                                          <p:spTgt spid="15">
                                            <p:txEl>
                                              <p:pRg st="0" end="0"/>
                                            </p:txEl>
                                          </p:spTgt>
                                        </p:tgtEl>
                                        <p:attrNameLst>
                                          <p:attrName>ppt_w</p:attrName>
                                        </p:attrNameLst>
                                      </p:cBhvr>
                                      <p:tavLst>
                                        <p:tav tm="0">
                                          <p:val>
                                            <p:fltVal val="0"/>
                                          </p:val>
                                        </p:tav>
                                        <p:tav tm="100000">
                                          <p:val>
                                            <p:strVal val="#ppt_w"/>
                                          </p:val>
                                        </p:tav>
                                      </p:tavLst>
                                    </p:anim>
                                    <p:anim calcmode="lin" valueType="num">
                                      <p:cBhvr>
                                        <p:cTn id="52" dur="500" fill="hold"/>
                                        <p:tgtEl>
                                          <p:spTgt spid="15">
                                            <p:txEl>
                                              <p:pRg st="0" end="0"/>
                                            </p:txEl>
                                          </p:spTgt>
                                        </p:tgtEl>
                                        <p:attrNameLst>
                                          <p:attrName>ppt_h</p:attrName>
                                        </p:attrNameLst>
                                      </p:cBhvr>
                                      <p:tavLst>
                                        <p:tav tm="0">
                                          <p:val>
                                            <p:fltVal val="0"/>
                                          </p:val>
                                        </p:tav>
                                        <p:tav tm="100000">
                                          <p:val>
                                            <p:strVal val="#ppt_h"/>
                                          </p:val>
                                        </p:tav>
                                      </p:tavLst>
                                    </p:anim>
                                    <p:animEffect transition="in" filter="fade">
                                      <p:cBhvr>
                                        <p:cTn id="53" dur="500"/>
                                        <p:tgtEl>
                                          <p:spTgt spid="15">
                                            <p:txEl>
                                              <p:pRg st="0" end="0"/>
                                            </p:txEl>
                                          </p:spTgt>
                                        </p:tgtEl>
                                      </p:cBhvr>
                                    </p:animEffect>
                                  </p:childTnLst>
                                </p:cTn>
                              </p:par>
                            </p:childTnLst>
                          </p:cTn>
                        </p:par>
                        <p:par>
                          <p:cTn id="54" fill="hold">
                            <p:stCondLst>
                              <p:cond delay="4500"/>
                            </p:stCondLst>
                            <p:childTnLst>
                              <p:par>
                                <p:cTn id="55" presetID="42" presetClass="entr" presetSubtype="0" fill="hold" grpId="0" nodeType="afterEffect" nodePh="1">
                                  <p:stCondLst>
                                    <p:cond delay="0"/>
                                  </p:stCondLst>
                                  <p:endCondLst>
                                    <p:cond evt="begin" delay="0">
                                      <p:tn val="55"/>
                                    </p:cond>
                                  </p:endCondLst>
                                  <p:childTnLst>
                                    <p:set>
                                      <p:cBhvr>
                                        <p:cTn id="56" dur="1" fill="hold">
                                          <p:stCondLst>
                                            <p:cond delay="0"/>
                                          </p:stCondLst>
                                        </p:cTn>
                                        <p:tgtEl>
                                          <p:spTgt spid="22">
                                            <p:txEl>
                                              <p:pRg st="0" end="0"/>
                                            </p:txEl>
                                          </p:spTgt>
                                        </p:tgtEl>
                                        <p:attrNameLst>
                                          <p:attrName>style.visibility</p:attrName>
                                        </p:attrNameLst>
                                      </p:cBhvr>
                                      <p:to>
                                        <p:strVal val="visible"/>
                                      </p:to>
                                    </p:set>
                                    <p:animEffect transition="in" filter="fade">
                                      <p:cBhvr>
                                        <p:cTn id="57" dur="500"/>
                                        <p:tgtEl>
                                          <p:spTgt spid="22">
                                            <p:txEl>
                                              <p:pRg st="0" end="0"/>
                                            </p:txEl>
                                          </p:spTgt>
                                        </p:tgtEl>
                                      </p:cBhvr>
                                    </p:animEffect>
                                    <p:anim calcmode="lin" valueType="num">
                                      <p:cBhvr>
                                        <p:cTn id="58" dur="500" fill="hold"/>
                                        <p:tgtEl>
                                          <p:spTgt spid="22">
                                            <p:txEl>
                                              <p:pRg st="0" end="0"/>
                                            </p:txEl>
                                          </p:spTgt>
                                        </p:tgtEl>
                                        <p:attrNameLst>
                                          <p:attrName>ppt_x</p:attrName>
                                        </p:attrNameLst>
                                      </p:cBhvr>
                                      <p:tavLst>
                                        <p:tav tm="0">
                                          <p:val>
                                            <p:strVal val="#ppt_x"/>
                                          </p:val>
                                        </p:tav>
                                        <p:tav tm="100000">
                                          <p:val>
                                            <p:strVal val="#ppt_x"/>
                                          </p:val>
                                        </p:tav>
                                      </p:tavLst>
                                    </p:anim>
                                    <p:anim calcmode="lin" valueType="num">
                                      <p:cBhvr>
                                        <p:cTn id="59" dur="500" fill="hold"/>
                                        <p:tgtEl>
                                          <p:spTgt spid="22">
                                            <p:txEl>
                                              <p:pRg st="0" end="0"/>
                                            </p:txEl>
                                          </p:spTgt>
                                        </p:tgtEl>
                                        <p:attrNameLst>
                                          <p:attrName>ppt_y</p:attrName>
                                        </p:attrNameLst>
                                      </p:cBhvr>
                                      <p:tavLst>
                                        <p:tav tm="0">
                                          <p:val>
                                            <p:strVal val="#ppt_y+.1"/>
                                          </p:val>
                                        </p:tav>
                                        <p:tav tm="100000">
                                          <p:val>
                                            <p:strVal val="#ppt_y"/>
                                          </p:val>
                                        </p:tav>
                                      </p:tavLst>
                                    </p:anim>
                                  </p:childTnLst>
                                </p:cTn>
                              </p:par>
                            </p:childTnLst>
                          </p:cTn>
                        </p:par>
                        <p:par>
                          <p:cTn id="60" fill="hold">
                            <p:stCondLst>
                              <p:cond delay="5000"/>
                            </p:stCondLst>
                            <p:childTnLst>
                              <p:par>
                                <p:cTn id="61" presetID="53" presetClass="entr" presetSubtype="16" fill="hold" nodeType="afterEffect">
                                  <p:stCondLst>
                                    <p:cond delay="0"/>
                                  </p:stCondLst>
                                  <p:childTnLst>
                                    <p:set>
                                      <p:cBhvr>
                                        <p:cTn id="62" dur="1" fill="hold">
                                          <p:stCondLst>
                                            <p:cond delay="0"/>
                                          </p:stCondLst>
                                        </p:cTn>
                                        <p:tgtEl>
                                          <p:spTgt spid="40"/>
                                        </p:tgtEl>
                                        <p:attrNameLst>
                                          <p:attrName>style.visibility</p:attrName>
                                        </p:attrNameLst>
                                      </p:cBhvr>
                                      <p:to>
                                        <p:strVal val="visible"/>
                                      </p:to>
                                    </p:set>
                                    <p:anim calcmode="lin" valueType="num">
                                      <p:cBhvr>
                                        <p:cTn id="63" dur="500" fill="hold"/>
                                        <p:tgtEl>
                                          <p:spTgt spid="40"/>
                                        </p:tgtEl>
                                        <p:attrNameLst>
                                          <p:attrName>ppt_w</p:attrName>
                                        </p:attrNameLst>
                                      </p:cBhvr>
                                      <p:tavLst>
                                        <p:tav tm="0">
                                          <p:val>
                                            <p:fltVal val="0"/>
                                          </p:val>
                                        </p:tav>
                                        <p:tav tm="100000">
                                          <p:val>
                                            <p:strVal val="#ppt_w"/>
                                          </p:val>
                                        </p:tav>
                                      </p:tavLst>
                                    </p:anim>
                                    <p:anim calcmode="lin" valueType="num">
                                      <p:cBhvr>
                                        <p:cTn id="64" dur="500" fill="hold"/>
                                        <p:tgtEl>
                                          <p:spTgt spid="40"/>
                                        </p:tgtEl>
                                        <p:attrNameLst>
                                          <p:attrName>ppt_h</p:attrName>
                                        </p:attrNameLst>
                                      </p:cBhvr>
                                      <p:tavLst>
                                        <p:tav tm="0">
                                          <p:val>
                                            <p:fltVal val="0"/>
                                          </p:val>
                                        </p:tav>
                                        <p:tav tm="100000">
                                          <p:val>
                                            <p:strVal val="#ppt_h"/>
                                          </p:val>
                                        </p:tav>
                                      </p:tavLst>
                                    </p:anim>
                                    <p:animEffect transition="in" filter="fade">
                                      <p:cBhvr>
                                        <p:cTn id="65" dur="500"/>
                                        <p:tgtEl>
                                          <p:spTgt spid="40"/>
                                        </p:tgtEl>
                                      </p:cBhvr>
                                    </p:animEffect>
                                  </p:childTnLst>
                                </p:cTn>
                              </p:par>
                            </p:childTnLst>
                          </p:cTn>
                        </p:par>
                        <p:par>
                          <p:cTn id="66" fill="hold">
                            <p:stCondLst>
                              <p:cond delay="5500"/>
                            </p:stCondLst>
                            <p:childTnLst>
                              <p:par>
                                <p:cTn id="67" presetID="42" presetClass="entr" presetSubtype="0" fill="hold" grpId="0" nodeType="afterEffect">
                                  <p:stCondLst>
                                    <p:cond delay="0"/>
                                  </p:stCondLst>
                                  <p:childTnLst>
                                    <p:set>
                                      <p:cBhvr>
                                        <p:cTn id="68" dur="1" fill="hold">
                                          <p:stCondLst>
                                            <p:cond delay="0"/>
                                          </p:stCondLst>
                                        </p:cTn>
                                        <p:tgtEl>
                                          <p:spTgt spid="35"/>
                                        </p:tgtEl>
                                        <p:attrNameLst>
                                          <p:attrName>style.visibility</p:attrName>
                                        </p:attrNameLst>
                                      </p:cBhvr>
                                      <p:to>
                                        <p:strVal val="visible"/>
                                      </p:to>
                                    </p:set>
                                    <p:animEffect transition="in" filter="fade">
                                      <p:cBhvr>
                                        <p:cTn id="69" dur="500"/>
                                        <p:tgtEl>
                                          <p:spTgt spid="35"/>
                                        </p:tgtEl>
                                      </p:cBhvr>
                                    </p:animEffect>
                                    <p:anim calcmode="lin" valueType="num">
                                      <p:cBhvr>
                                        <p:cTn id="70" dur="500" fill="hold"/>
                                        <p:tgtEl>
                                          <p:spTgt spid="35"/>
                                        </p:tgtEl>
                                        <p:attrNameLst>
                                          <p:attrName>ppt_x</p:attrName>
                                        </p:attrNameLst>
                                      </p:cBhvr>
                                      <p:tavLst>
                                        <p:tav tm="0">
                                          <p:val>
                                            <p:strVal val="#ppt_x"/>
                                          </p:val>
                                        </p:tav>
                                        <p:tav tm="100000">
                                          <p:val>
                                            <p:strVal val="#ppt_x"/>
                                          </p:val>
                                        </p:tav>
                                      </p:tavLst>
                                    </p:anim>
                                    <p:anim calcmode="lin" valueType="num">
                                      <p:cBhvr>
                                        <p:cTn id="71" dur="500" fill="hold"/>
                                        <p:tgtEl>
                                          <p:spTgt spid="35"/>
                                        </p:tgtEl>
                                        <p:attrNameLst>
                                          <p:attrName>ppt_y</p:attrName>
                                        </p:attrNameLst>
                                      </p:cBhvr>
                                      <p:tavLst>
                                        <p:tav tm="0">
                                          <p:val>
                                            <p:strVal val="#ppt_y+.1"/>
                                          </p:val>
                                        </p:tav>
                                        <p:tav tm="100000">
                                          <p:val>
                                            <p:strVal val="#ppt_y"/>
                                          </p:val>
                                        </p:tav>
                                      </p:tavLst>
                                    </p:anim>
                                  </p:childTnLst>
                                </p:cTn>
                              </p:par>
                            </p:childTnLst>
                          </p:cTn>
                        </p:par>
                        <p:par>
                          <p:cTn id="72" fill="hold">
                            <p:stCondLst>
                              <p:cond delay="6000"/>
                            </p:stCondLst>
                            <p:childTnLst>
                              <p:par>
                                <p:cTn id="73" presetID="53" presetClass="entr" presetSubtype="16" fill="hold" grpId="0" nodeType="afterEffect" nodePh="1">
                                  <p:stCondLst>
                                    <p:cond delay="0"/>
                                  </p:stCondLst>
                                  <p:endCondLst>
                                    <p:cond evt="begin" delay="0">
                                      <p:tn val="73"/>
                                    </p:cond>
                                  </p:endCondLst>
                                  <p:childTnLst>
                                    <p:set>
                                      <p:cBhvr>
                                        <p:cTn id="74" dur="1" fill="hold">
                                          <p:stCondLst>
                                            <p:cond delay="0"/>
                                          </p:stCondLst>
                                        </p:cTn>
                                        <p:tgtEl>
                                          <p:spTgt spid="17">
                                            <p:txEl>
                                              <p:pRg st="0" end="0"/>
                                            </p:txEl>
                                          </p:spTgt>
                                        </p:tgtEl>
                                        <p:attrNameLst>
                                          <p:attrName>style.visibility</p:attrName>
                                        </p:attrNameLst>
                                      </p:cBhvr>
                                      <p:to>
                                        <p:strVal val="visible"/>
                                      </p:to>
                                    </p:set>
                                    <p:anim calcmode="lin" valueType="num">
                                      <p:cBhvr>
                                        <p:cTn id="75" dur="500" fill="hold"/>
                                        <p:tgtEl>
                                          <p:spTgt spid="17">
                                            <p:txEl>
                                              <p:pRg st="0" end="0"/>
                                            </p:txEl>
                                          </p:spTgt>
                                        </p:tgtEl>
                                        <p:attrNameLst>
                                          <p:attrName>ppt_w</p:attrName>
                                        </p:attrNameLst>
                                      </p:cBhvr>
                                      <p:tavLst>
                                        <p:tav tm="0">
                                          <p:val>
                                            <p:fltVal val="0"/>
                                          </p:val>
                                        </p:tav>
                                        <p:tav tm="100000">
                                          <p:val>
                                            <p:strVal val="#ppt_w"/>
                                          </p:val>
                                        </p:tav>
                                      </p:tavLst>
                                    </p:anim>
                                    <p:anim calcmode="lin" valueType="num">
                                      <p:cBhvr>
                                        <p:cTn id="76" dur="500" fill="hold"/>
                                        <p:tgtEl>
                                          <p:spTgt spid="17">
                                            <p:txEl>
                                              <p:pRg st="0" end="0"/>
                                            </p:txEl>
                                          </p:spTgt>
                                        </p:tgtEl>
                                        <p:attrNameLst>
                                          <p:attrName>ppt_h</p:attrName>
                                        </p:attrNameLst>
                                      </p:cBhvr>
                                      <p:tavLst>
                                        <p:tav tm="0">
                                          <p:val>
                                            <p:fltVal val="0"/>
                                          </p:val>
                                        </p:tav>
                                        <p:tav tm="100000">
                                          <p:val>
                                            <p:strVal val="#ppt_h"/>
                                          </p:val>
                                        </p:tav>
                                      </p:tavLst>
                                    </p:anim>
                                    <p:animEffect transition="in" filter="fade">
                                      <p:cBhvr>
                                        <p:cTn id="77" dur="500"/>
                                        <p:tgtEl>
                                          <p:spTgt spid="17">
                                            <p:txEl>
                                              <p:pRg st="0" end="0"/>
                                            </p:txEl>
                                          </p:spTgt>
                                        </p:tgtEl>
                                      </p:cBhvr>
                                    </p:animEffect>
                                  </p:childTnLst>
                                </p:cTn>
                              </p:par>
                            </p:childTnLst>
                          </p:cTn>
                        </p:par>
                        <p:par>
                          <p:cTn id="78" fill="hold">
                            <p:stCondLst>
                              <p:cond delay="6500"/>
                            </p:stCondLst>
                            <p:childTnLst>
                              <p:par>
                                <p:cTn id="79" presetID="42" presetClass="entr" presetSubtype="0" fill="hold" grpId="0" nodeType="afterEffect" nodePh="1">
                                  <p:stCondLst>
                                    <p:cond delay="0"/>
                                  </p:stCondLst>
                                  <p:endCondLst>
                                    <p:cond evt="begin" delay="0">
                                      <p:tn val="79"/>
                                    </p:cond>
                                  </p:endCondLst>
                                  <p:childTnLst>
                                    <p:set>
                                      <p:cBhvr>
                                        <p:cTn id="80" dur="1" fill="hold">
                                          <p:stCondLst>
                                            <p:cond delay="0"/>
                                          </p:stCondLst>
                                        </p:cTn>
                                        <p:tgtEl>
                                          <p:spTgt spid="23">
                                            <p:txEl>
                                              <p:pRg st="0" end="0"/>
                                            </p:txEl>
                                          </p:spTgt>
                                        </p:tgtEl>
                                        <p:attrNameLst>
                                          <p:attrName>style.visibility</p:attrName>
                                        </p:attrNameLst>
                                      </p:cBhvr>
                                      <p:to>
                                        <p:strVal val="visible"/>
                                      </p:to>
                                    </p:set>
                                    <p:animEffect transition="in" filter="fade">
                                      <p:cBhvr>
                                        <p:cTn id="81" dur="500"/>
                                        <p:tgtEl>
                                          <p:spTgt spid="23">
                                            <p:txEl>
                                              <p:pRg st="0" end="0"/>
                                            </p:txEl>
                                          </p:spTgt>
                                        </p:tgtEl>
                                      </p:cBhvr>
                                    </p:animEffect>
                                    <p:anim calcmode="lin" valueType="num">
                                      <p:cBhvr>
                                        <p:cTn id="82" dur="500" fill="hold"/>
                                        <p:tgtEl>
                                          <p:spTgt spid="23">
                                            <p:txEl>
                                              <p:pRg st="0" end="0"/>
                                            </p:txEl>
                                          </p:spTgt>
                                        </p:tgtEl>
                                        <p:attrNameLst>
                                          <p:attrName>ppt_x</p:attrName>
                                        </p:attrNameLst>
                                      </p:cBhvr>
                                      <p:tavLst>
                                        <p:tav tm="0">
                                          <p:val>
                                            <p:strVal val="#ppt_x"/>
                                          </p:val>
                                        </p:tav>
                                        <p:tav tm="100000">
                                          <p:val>
                                            <p:strVal val="#ppt_x"/>
                                          </p:val>
                                        </p:tav>
                                      </p:tavLst>
                                    </p:anim>
                                    <p:anim calcmode="lin" valueType="num">
                                      <p:cBhvr>
                                        <p:cTn id="83" dur="500" fill="hold"/>
                                        <p:tgtEl>
                                          <p:spTgt spid="23">
                                            <p:txEl>
                                              <p:pRg st="0" end="0"/>
                                            </p:txEl>
                                          </p:spTgt>
                                        </p:tgtEl>
                                        <p:attrNameLst>
                                          <p:attrName>ppt_y</p:attrName>
                                        </p:attrNameLst>
                                      </p:cBhvr>
                                      <p:tavLst>
                                        <p:tav tm="0">
                                          <p:val>
                                            <p:strVal val="#ppt_y+.1"/>
                                          </p:val>
                                        </p:tav>
                                        <p:tav tm="100000">
                                          <p:val>
                                            <p:strVal val="#ppt_y"/>
                                          </p:val>
                                        </p:tav>
                                      </p:tavLst>
                                    </p:anim>
                                  </p:childTnLst>
                                </p:cTn>
                              </p:par>
                            </p:childTnLst>
                          </p:cTn>
                        </p:par>
                        <p:par>
                          <p:cTn id="84" fill="hold">
                            <p:stCondLst>
                              <p:cond delay="7000"/>
                            </p:stCondLst>
                            <p:childTnLst>
                              <p:par>
                                <p:cTn id="85" presetID="53" presetClass="entr" presetSubtype="16" fill="hold" nodeType="afterEffect">
                                  <p:stCondLst>
                                    <p:cond delay="0"/>
                                  </p:stCondLst>
                                  <p:childTnLst>
                                    <p:set>
                                      <p:cBhvr>
                                        <p:cTn id="86" dur="1" fill="hold">
                                          <p:stCondLst>
                                            <p:cond delay="0"/>
                                          </p:stCondLst>
                                        </p:cTn>
                                        <p:tgtEl>
                                          <p:spTgt spid="47"/>
                                        </p:tgtEl>
                                        <p:attrNameLst>
                                          <p:attrName>style.visibility</p:attrName>
                                        </p:attrNameLst>
                                      </p:cBhvr>
                                      <p:to>
                                        <p:strVal val="visible"/>
                                      </p:to>
                                    </p:set>
                                    <p:anim calcmode="lin" valueType="num">
                                      <p:cBhvr>
                                        <p:cTn id="87" dur="500" fill="hold"/>
                                        <p:tgtEl>
                                          <p:spTgt spid="47"/>
                                        </p:tgtEl>
                                        <p:attrNameLst>
                                          <p:attrName>ppt_w</p:attrName>
                                        </p:attrNameLst>
                                      </p:cBhvr>
                                      <p:tavLst>
                                        <p:tav tm="0">
                                          <p:val>
                                            <p:fltVal val="0"/>
                                          </p:val>
                                        </p:tav>
                                        <p:tav tm="100000">
                                          <p:val>
                                            <p:strVal val="#ppt_w"/>
                                          </p:val>
                                        </p:tav>
                                      </p:tavLst>
                                    </p:anim>
                                    <p:anim calcmode="lin" valueType="num">
                                      <p:cBhvr>
                                        <p:cTn id="88" dur="500" fill="hold"/>
                                        <p:tgtEl>
                                          <p:spTgt spid="47"/>
                                        </p:tgtEl>
                                        <p:attrNameLst>
                                          <p:attrName>ppt_h</p:attrName>
                                        </p:attrNameLst>
                                      </p:cBhvr>
                                      <p:tavLst>
                                        <p:tav tm="0">
                                          <p:val>
                                            <p:fltVal val="0"/>
                                          </p:val>
                                        </p:tav>
                                        <p:tav tm="100000">
                                          <p:val>
                                            <p:strVal val="#ppt_h"/>
                                          </p:val>
                                        </p:tav>
                                      </p:tavLst>
                                    </p:anim>
                                    <p:animEffect transition="in" filter="fade">
                                      <p:cBhvr>
                                        <p:cTn id="89" dur="500"/>
                                        <p:tgtEl>
                                          <p:spTgt spid="47"/>
                                        </p:tgtEl>
                                      </p:cBhvr>
                                    </p:animEffect>
                                  </p:childTnLst>
                                </p:cTn>
                              </p:par>
                            </p:childTnLst>
                          </p:cTn>
                        </p:par>
                        <p:par>
                          <p:cTn id="90" fill="hold">
                            <p:stCondLst>
                              <p:cond delay="7500"/>
                            </p:stCondLst>
                            <p:childTnLst>
                              <p:par>
                                <p:cTn id="91" presetID="42" presetClass="entr" presetSubtype="0" fill="hold" grpId="0" nodeType="afterEffect">
                                  <p:stCondLst>
                                    <p:cond delay="0"/>
                                  </p:stCondLst>
                                  <p:childTnLst>
                                    <p:set>
                                      <p:cBhvr>
                                        <p:cTn id="92" dur="1" fill="hold">
                                          <p:stCondLst>
                                            <p:cond delay="0"/>
                                          </p:stCondLst>
                                        </p:cTn>
                                        <p:tgtEl>
                                          <p:spTgt spid="37"/>
                                        </p:tgtEl>
                                        <p:attrNameLst>
                                          <p:attrName>style.visibility</p:attrName>
                                        </p:attrNameLst>
                                      </p:cBhvr>
                                      <p:to>
                                        <p:strVal val="visible"/>
                                      </p:to>
                                    </p:set>
                                    <p:animEffect transition="in" filter="fade">
                                      <p:cBhvr>
                                        <p:cTn id="93" dur="500"/>
                                        <p:tgtEl>
                                          <p:spTgt spid="37"/>
                                        </p:tgtEl>
                                      </p:cBhvr>
                                    </p:animEffect>
                                    <p:anim calcmode="lin" valueType="num">
                                      <p:cBhvr>
                                        <p:cTn id="94" dur="500" fill="hold"/>
                                        <p:tgtEl>
                                          <p:spTgt spid="37"/>
                                        </p:tgtEl>
                                        <p:attrNameLst>
                                          <p:attrName>ppt_x</p:attrName>
                                        </p:attrNameLst>
                                      </p:cBhvr>
                                      <p:tavLst>
                                        <p:tav tm="0">
                                          <p:val>
                                            <p:strVal val="#ppt_x"/>
                                          </p:val>
                                        </p:tav>
                                        <p:tav tm="100000">
                                          <p:val>
                                            <p:strVal val="#ppt_x"/>
                                          </p:val>
                                        </p:tav>
                                      </p:tavLst>
                                    </p:anim>
                                    <p:anim calcmode="lin" valueType="num">
                                      <p:cBhvr>
                                        <p:cTn id="95" dur="500" fill="hold"/>
                                        <p:tgtEl>
                                          <p:spTgt spid="37"/>
                                        </p:tgtEl>
                                        <p:attrNameLst>
                                          <p:attrName>ppt_y</p:attrName>
                                        </p:attrNameLst>
                                      </p:cBhvr>
                                      <p:tavLst>
                                        <p:tav tm="0">
                                          <p:val>
                                            <p:strVal val="#ppt_y+.1"/>
                                          </p:val>
                                        </p:tav>
                                        <p:tav tm="100000">
                                          <p:val>
                                            <p:strVal val="#ppt_y"/>
                                          </p:val>
                                        </p:tav>
                                      </p:tavLst>
                                    </p:anim>
                                  </p:childTnLst>
                                </p:cTn>
                              </p:par>
                            </p:childTnLst>
                          </p:cTn>
                        </p:par>
                        <p:par>
                          <p:cTn id="96" fill="hold">
                            <p:stCondLst>
                              <p:cond delay="8000"/>
                            </p:stCondLst>
                            <p:childTnLst>
                              <p:par>
                                <p:cTn id="97" presetID="53" presetClass="entr" presetSubtype="16" fill="hold" grpId="0" nodeType="afterEffect" nodePh="1">
                                  <p:stCondLst>
                                    <p:cond delay="0"/>
                                  </p:stCondLst>
                                  <p:endCondLst>
                                    <p:cond evt="begin" delay="0">
                                      <p:tn val="97"/>
                                    </p:cond>
                                  </p:endCondLst>
                                  <p:childTnLst>
                                    <p:set>
                                      <p:cBhvr>
                                        <p:cTn id="98" dur="1" fill="hold">
                                          <p:stCondLst>
                                            <p:cond delay="0"/>
                                          </p:stCondLst>
                                        </p:cTn>
                                        <p:tgtEl>
                                          <p:spTgt spid="19">
                                            <p:txEl>
                                              <p:pRg st="0" end="0"/>
                                            </p:txEl>
                                          </p:spTgt>
                                        </p:tgtEl>
                                        <p:attrNameLst>
                                          <p:attrName>style.visibility</p:attrName>
                                        </p:attrNameLst>
                                      </p:cBhvr>
                                      <p:to>
                                        <p:strVal val="visible"/>
                                      </p:to>
                                    </p:set>
                                    <p:anim calcmode="lin" valueType="num">
                                      <p:cBhvr>
                                        <p:cTn id="99" dur="500" fill="hold"/>
                                        <p:tgtEl>
                                          <p:spTgt spid="19">
                                            <p:txEl>
                                              <p:pRg st="0" end="0"/>
                                            </p:txEl>
                                          </p:spTgt>
                                        </p:tgtEl>
                                        <p:attrNameLst>
                                          <p:attrName>ppt_w</p:attrName>
                                        </p:attrNameLst>
                                      </p:cBhvr>
                                      <p:tavLst>
                                        <p:tav tm="0">
                                          <p:val>
                                            <p:fltVal val="0"/>
                                          </p:val>
                                        </p:tav>
                                        <p:tav tm="100000">
                                          <p:val>
                                            <p:strVal val="#ppt_w"/>
                                          </p:val>
                                        </p:tav>
                                      </p:tavLst>
                                    </p:anim>
                                    <p:anim calcmode="lin" valueType="num">
                                      <p:cBhvr>
                                        <p:cTn id="100" dur="500" fill="hold"/>
                                        <p:tgtEl>
                                          <p:spTgt spid="19">
                                            <p:txEl>
                                              <p:pRg st="0" end="0"/>
                                            </p:txEl>
                                          </p:spTgt>
                                        </p:tgtEl>
                                        <p:attrNameLst>
                                          <p:attrName>ppt_h</p:attrName>
                                        </p:attrNameLst>
                                      </p:cBhvr>
                                      <p:tavLst>
                                        <p:tav tm="0">
                                          <p:val>
                                            <p:fltVal val="0"/>
                                          </p:val>
                                        </p:tav>
                                        <p:tav tm="100000">
                                          <p:val>
                                            <p:strVal val="#ppt_h"/>
                                          </p:val>
                                        </p:tav>
                                      </p:tavLst>
                                    </p:anim>
                                    <p:animEffect transition="in" filter="fade">
                                      <p:cBhvr>
                                        <p:cTn id="101" dur="500"/>
                                        <p:tgtEl>
                                          <p:spTgt spid="19">
                                            <p:txEl>
                                              <p:pRg st="0" end="0"/>
                                            </p:txEl>
                                          </p:spTgt>
                                        </p:tgtEl>
                                      </p:cBhvr>
                                    </p:animEffect>
                                  </p:childTnLst>
                                </p:cTn>
                              </p:par>
                            </p:childTnLst>
                          </p:cTn>
                        </p:par>
                        <p:par>
                          <p:cTn id="102" fill="hold">
                            <p:stCondLst>
                              <p:cond delay="8500"/>
                            </p:stCondLst>
                            <p:childTnLst>
                              <p:par>
                                <p:cTn id="103" presetID="42" presetClass="entr" presetSubtype="0" fill="hold" grpId="0" nodeType="afterEffect" nodePh="1">
                                  <p:stCondLst>
                                    <p:cond delay="0"/>
                                  </p:stCondLst>
                                  <p:endCondLst>
                                    <p:cond evt="begin" delay="0">
                                      <p:tn val="103"/>
                                    </p:cond>
                                  </p:endCondLst>
                                  <p:childTnLst>
                                    <p:set>
                                      <p:cBhvr>
                                        <p:cTn id="104" dur="1" fill="hold">
                                          <p:stCondLst>
                                            <p:cond delay="0"/>
                                          </p:stCondLst>
                                        </p:cTn>
                                        <p:tgtEl>
                                          <p:spTgt spid="24">
                                            <p:txEl>
                                              <p:pRg st="0" end="0"/>
                                            </p:txEl>
                                          </p:spTgt>
                                        </p:tgtEl>
                                        <p:attrNameLst>
                                          <p:attrName>style.visibility</p:attrName>
                                        </p:attrNameLst>
                                      </p:cBhvr>
                                      <p:to>
                                        <p:strVal val="visible"/>
                                      </p:to>
                                    </p:set>
                                    <p:animEffect transition="in" filter="fade">
                                      <p:cBhvr>
                                        <p:cTn id="105" dur="500"/>
                                        <p:tgtEl>
                                          <p:spTgt spid="24">
                                            <p:txEl>
                                              <p:pRg st="0" end="0"/>
                                            </p:txEl>
                                          </p:spTgt>
                                        </p:tgtEl>
                                      </p:cBhvr>
                                    </p:animEffect>
                                    <p:anim calcmode="lin" valueType="num">
                                      <p:cBhvr>
                                        <p:cTn id="106"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p:cTn id="107" dur="500" fill="hold"/>
                                        <p:tgtEl>
                                          <p:spTgt spid="24">
                                            <p:txEl>
                                              <p:pRg st="0" end="0"/>
                                            </p:txEl>
                                          </p:spTgt>
                                        </p:tgtEl>
                                        <p:attrNameLst>
                                          <p:attrName>ppt_y</p:attrName>
                                        </p:attrNameLst>
                                      </p:cBhvr>
                                      <p:tavLst>
                                        <p:tav tm="0">
                                          <p:val>
                                            <p:strVal val="#ppt_y+.1"/>
                                          </p:val>
                                        </p:tav>
                                        <p:tav tm="100000">
                                          <p:val>
                                            <p:strVal val="#ppt_y"/>
                                          </p:val>
                                        </p:tav>
                                      </p:tavLst>
                                    </p:anim>
                                  </p:childTnLst>
                                </p:cTn>
                              </p:par>
                            </p:childTnLst>
                          </p:cTn>
                        </p:par>
                        <p:par>
                          <p:cTn id="108" fill="hold">
                            <p:stCondLst>
                              <p:cond delay="9000"/>
                            </p:stCondLst>
                            <p:childTnLst>
                              <p:par>
                                <p:cTn id="109" presetID="53" presetClass="entr" presetSubtype="16" fill="hold" nodeType="afterEffect">
                                  <p:stCondLst>
                                    <p:cond delay="0"/>
                                  </p:stCondLst>
                                  <p:childTnLst>
                                    <p:set>
                                      <p:cBhvr>
                                        <p:cTn id="110" dur="1" fill="hold">
                                          <p:stCondLst>
                                            <p:cond delay="0"/>
                                          </p:stCondLst>
                                        </p:cTn>
                                        <p:tgtEl>
                                          <p:spTgt spid="54"/>
                                        </p:tgtEl>
                                        <p:attrNameLst>
                                          <p:attrName>style.visibility</p:attrName>
                                        </p:attrNameLst>
                                      </p:cBhvr>
                                      <p:to>
                                        <p:strVal val="visible"/>
                                      </p:to>
                                    </p:set>
                                    <p:anim calcmode="lin" valueType="num">
                                      <p:cBhvr>
                                        <p:cTn id="111" dur="500" fill="hold"/>
                                        <p:tgtEl>
                                          <p:spTgt spid="54"/>
                                        </p:tgtEl>
                                        <p:attrNameLst>
                                          <p:attrName>ppt_w</p:attrName>
                                        </p:attrNameLst>
                                      </p:cBhvr>
                                      <p:tavLst>
                                        <p:tav tm="0">
                                          <p:val>
                                            <p:fltVal val="0"/>
                                          </p:val>
                                        </p:tav>
                                        <p:tav tm="100000">
                                          <p:val>
                                            <p:strVal val="#ppt_w"/>
                                          </p:val>
                                        </p:tav>
                                      </p:tavLst>
                                    </p:anim>
                                    <p:anim calcmode="lin" valueType="num">
                                      <p:cBhvr>
                                        <p:cTn id="112" dur="500" fill="hold"/>
                                        <p:tgtEl>
                                          <p:spTgt spid="54"/>
                                        </p:tgtEl>
                                        <p:attrNameLst>
                                          <p:attrName>ppt_h</p:attrName>
                                        </p:attrNameLst>
                                      </p:cBhvr>
                                      <p:tavLst>
                                        <p:tav tm="0">
                                          <p:val>
                                            <p:fltVal val="0"/>
                                          </p:val>
                                        </p:tav>
                                        <p:tav tm="100000">
                                          <p:val>
                                            <p:strVal val="#ppt_h"/>
                                          </p:val>
                                        </p:tav>
                                      </p:tavLst>
                                    </p:anim>
                                    <p:animEffect transition="in" filter="fade">
                                      <p:cBhvr>
                                        <p:cTn id="113" dur="500"/>
                                        <p:tgtEl>
                                          <p:spTgt spid="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13"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3"/>
                        </p:tgtEl>
                        <p:attrNameLst>
                          <p:attrName>style.visibility</p:attrName>
                        </p:attrNameLst>
                      </p:cBhvr>
                      <p:to>
                        <p:strVal val="visible"/>
                      </p:to>
                    </p:set>
                    <p:anim calcmode="lin" valueType="num">
                      <p:cBhvr>
                        <p:cTn dur="500" fill="hold"/>
                        <p:tgtEl>
                          <p:spTgt spid="13"/>
                        </p:tgtEl>
                        <p:attrNameLst>
                          <p:attrName>ppt_w</p:attrName>
                        </p:attrNameLst>
                      </p:cBhvr>
                      <p:tavLst>
                        <p:tav tm="0">
                          <p:val>
                            <p:fltVal val="0"/>
                          </p:val>
                        </p:tav>
                        <p:tav tm="100000">
                          <p:val>
                            <p:strVal val="#ppt_w"/>
                          </p:val>
                        </p:tav>
                      </p:tavLst>
                    </p:anim>
                    <p:anim calcmode="lin" valueType="num">
                      <p:cBhvr>
                        <p:cTn dur="500" fill="hold"/>
                        <p:tgtEl>
                          <p:spTgt spid="13"/>
                        </p:tgtEl>
                        <p:attrNameLst>
                          <p:attrName>ppt_h</p:attrName>
                        </p:attrNameLst>
                      </p:cBhvr>
                      <p:tavLst>
                        <p:tav tm="0">
                          <p:val>
                            <p:fltVal val="0"/>
                          </p:val>
                        </p:tav>
                        <p:tav tm="100000">
                          <p:val>
                            <p:strVal val="#ppt_h"/>
                          </p:val>
                        </p:tav>
                      </p:tavLst>
                    </p:anim>
                    <p:animEffect transition="in" filter="fade">
                      <p:cBhvr>
                        <p:cTn dur="500"/>
                        <p:tgtEl>
                          <p:spTgt spid="13"/>
                        </p:tgtEl>
                      </p:cBhvr>
                    </p:animEffect>
                  </p:childTnLst>
                </p:cTn>
              </p:par>
            </p:tnLst>
          </p:tmpl>
        </p:tmplLst>
      </p:bldP>
      <p:bldP spid="15"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5"/>
                        </p:tgtEl>
                        <p:attrNameLst>
                          <p:attrName>style.visibility</p:attrName>
                        </p:attrNameLst>
                      </p:cBhvr>
                      <p:to>
                        <p:strVal val="visible"/>
                      </p:to>
                    </p:set>
                    <p:anim calcmode="lin" valueType="num">
                      <p:cBhvr>
                        <p:cTn dur="500" fill="hold"/>
                        <p:tgtEl>
                          <p:spTgt spid="15"/>
                        </p:tgtEl>
                        <p:attrNameLst>
                          <p:attrName>ppt_w</p:attrName>
                        </p:attrNameLst>
                      </p:cBhvr>
                      <p:tavLst>
                        <p:tav tm="0">
                          <p:val>
                            <p:fltVal val="0"/>
                          </p:val>
                        </p:tav>
                        <p:tav tm="100000">
                          <p:val>
                            <p:strVal val="#ppt_w"/>
                          </p:val>
                        </p:tav>
                      </p:tavLst>
                    </p:anim>
                    <p:anim calcmode="lin" valueType="num">
                      <p:cBhvr>
                        <p:cTn dur="500" fill="hold"/>
                        <p:tgtEl>
                          <p:spTgt spid="15"/>
                        </p:tgtEl>
                        <p:attrNameLst>
                          <p:attrName>ppt_h</p:attrName>
                        </p:attrNameLst>
                      </p:cBhvr>
                      <p:tavLst>
                        <p:tav tm="0">
                          <p:val>
                            <p:fltVal val="0"/>
                          </p:val>
                        </p:tav>
                        <p:tav tm="100000">
                          <p:val>
                            <p:strVal val="#ppt_h"/>
                          </p:val>
                        </p:tav>
                      </p:tavLst>
                    </p:anim>
                    <p:animEffect transition="in" filter="fade">
                      <p:cBhvr>
                        <p:cTn dur="500"/>
                        <p:tgtEl>
                          <p:spTgt spid="15"/>
                        </p:tgtEl>
                      </p:cBhvr>
                    </p:animEffect>
                  </p:childTnLst>
                </p:cTn>
              </p:par>
            </p:tnLst>
          </p:tmpl>
        </p:tmplLst>
      </p:bldP>
      <p:bldP spid="17"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7"/>
                        </p:tgtEl>
                        <p:attrNameLst>
                          <p:attrName>style.visibility</p:attrName>
                        </p:attrNameLst>
                      </p:cBhvr>
                      <p:to>
                        <p:strVal val="visible"/>
                      </p:to>
                    </p:set>
                    <p:anim calcmode="lin" valueType="num">
                      <p:cBhvr>
                        <p:cTn dur="500" fill="hold"/>
                        <p:tgtEl>
                          <p:spTgt spid="17"/>
                        </p:tgtEl>
                        <p:attrNameLst>
                          <p:attrName>ppt_w</p:attrName>
                        </p:attrNameLst>
                      </p:cBhvr>
                      <p:tavLst>
                        <p:tav tm="0">
                          <p:val>
                            <p:fltVal val="0"/>
                          </p:val>
                        </p:tav>
                        <p:tav tm="100000">
                          <p:val>
                            <p:strVal val="#ppt_w"/>
                          </p:val>
                        </p:tav>
                      </p:tavLst>
                    </p:anim>
                    <p:anim calcmode="lin" valueType="num">
                      <p:cBhvr>
                        <p:cTn dur="500" fill="hold"/>
                        <p:tgtEl>
                          <p:spTgt spid="17"/>
                        </p:tgtEl>
                        <p:attrNameLst>
                          <p:attrName>ppt_h</p:attrName>
                        </p:attrNameLst>
                      </p:cBhvr>
                      <p:tavLst>
                        <p:tav tm="0">
                          <p:val>
                            <p:fltVal val="0"/>
                          </p:val>
                        </p:tav>
                        <p:tav tm="100000">
                          <p:val>
                            <p:strVal val="#ppt_h"/>
                          </p:val>
                        </p:tav>
                      </p:tavLst>
                    </p:anim>
                    <p:animEffect transition="in" filter="fade">
                      <p:cBhvr>
                        <p:cTn dur="500"/>
                        <p:tgtEl>
                          <p:spTgt spid="17"/>
                        </p:tgtEl>
                      </p:cBhvr>
                    </p:animEffect>
                  </p:childTnLst>
                </p:cTn>
              </p:par>
            </p:tnLst>
          </p:tmpl>
        </p:tmplLst>
      </p:bldP>
      <p:bldP spid="19"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9"/>
                        </p:tgtEl>
                        <p:attrNameLst>
                          <p:attrName>style.visibility</p:attrName>
                        </p:attrNameLst>
                      </p:cBhvr>
                      <p:to>
                        <p:strVal val="visible"/>
                      </p:to>
                    </p:set>
                    <p:anim calcmode="lin" valueType="num">
                      <p:cBhvr>
                        <p:cTn dur="500" fill="hold"/>
                        <p:tgtEl>
                          <p:spTgt spid="19"/>
                        </p:tgtEl>
                        <p:attrNameLst>
                          <p:attrName>ppt_w</p:attrName>
                        </p:attrNameLst>
                      </p:cBhvr>
                      <p:tavLst>
                        <p:tav tm="0">
                          <p:val>
                            <p:fltVal val="0"/>
                          </p:val>
                        </p:tav>
                        <p:tav tm="100000">
                          <p:val>
                            <p:strVal val="#ppt_w"/>
                          </p:val>
                        </p:tav>
                      </p:tavLst>
                    </p:anim>
                    <p:anim calcmode="lin" valueType="num">
                      <p:cBhvr>
                        <p:cTn dur="500" fill="hold"/>
                        <p:tgtEl>
                          <p:spTgt spid="19"/>
                        </p:tgtEl>
                        <p:attrNameLst>
                          <p:attrName>ppt_h</p:attrName>
                        </p:attrNameLst>
                      </p:cBhvr>
                      <p:tavLst>
                        <p:tav tm="0">
                          <p:val>
                            <p:fltVal val="0"/>
                          </p:val>
                        </p:tav>
                        <p:tav tm="100000">
                          <p:val>
                            <p:strVal val="#ppt_h"/>
                          </p:val>
                        </p:tav>
                      </p:tavLst>
                    </p:anim>
                    <p:animEffect transition="in" filter="fade">
                      <p:cBhvr>
                        <p:cTn dur="500"/>
                        <p:tgtEl>
                          <p:spTgt spid="19"/>
                        </p:tgtEl>
                      </p:cBhvr>
                    </p:animEffect>
                  </p:childTnLst>
                </p:cTn>
              </p:par>
            </p:tnLst>
          </p:tmpl>
        </p:tmplLst>
      </p:bldP>
      <p:bldP spid="21"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1"/>
                        </p:tgtEl>
                        <p:attrNameLst>
                          <p:attrName>style.visibility</p:attrName>
                        </p:attrNameLst>
                      </p:cBhvr>
                      <p:to>
                        <p:strVal val="visible"/>
                      </p:to>
                    </p:set>
                    <p:animEffect transition="in" filter="fade">
                      <p:cBhvr>
                        <p:cTn dur="500"/>
                        <p:tgtEl>
                          <p:spTgt spid="21"/>
                        </p:tgtEl>
                      </p:cBhvr>
                    </p:animEffect>
                    <p:anim calcmode="lin" valueType="num">
                      <p:cBhvr>
                        <p:cTn dur="500" fill="hold"/>
                        <p:tgtEl>
                          <p:spTgt spid="21"/>
                        </p:tgtEl>
                        <p:attrNameLst>
                          <p:attrName>ppt_x</p:attrName>
                        </p:attrNameLst>
                      </p:cBhvr>
                      <p:tavLst>
                        <p:tav tm="0">
                          <p:val>
                            <p:strVal val="#ppt_x"/>
                          </p:val>
                        </p:tav>
                        <p:tav tm="100000">
                          <p:val>
                            <p:strVal val="#ppt_x"/>
                          </p:val>
                        </p:tav>
                      </p:tavLst>
                    </p:anim>
                    <p:anim calcmode="lin" valueType="num">
                      <p:cBhvr>
                        <p:cTn dur="500" fill="hold"/>
                        <p:tgtEl>
                          <p:spTgt spid="21"/>
                        </p:tgtEl>
                        <p:attrNameLst>
                          <p:attrName>ppt_y</p:attrName>
                        </p:attrNameLst>
                      </p:cBhvr>
                      <p:tavLst>
                        <p:tav tm="0">
                          <p:val>
                            <p:strVal val="#ppt_y+.1"/>
                          </p:val>
                        </p:tav>
                        <p:tav tm="100000">
                          <p:val>
                            <p:strVal val="#ppt_y"/>
                          </p:val>
                        </p:tav>
                      </p:tavLst>
                    </p:anim>
                  </p:childTnLst>
                </p:cTn>
              </p:par>
            </p:tnLst>
          </p:tmpl>
        </p:tmplLst>
      </p:bldP>
      <p:bldP spid="22"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2"/>
                        </p:tgtEl>
                        <p:attrNameLst>
                          <p:attrName>style.visibility</p:attrName>
                        </p:attrNameLst>
                      </p:cBhvr>
                      <p:to>
                        <p:strVal val="visible"/>
                      </p:to>
                    </p:set>
                    <p:animEffect transition="in" filter="fade">
                      <p:cBhvr>
                        <p:cTn dur="500"/>
                        <p:tgtEl>
                          <p:spTgt spid="22"/>
                        </p:tgtEl>
                      </p:cBhvr>
                    </p:animEffect>
                    <p:anim calcmode="lin" valueType="num">
                      <p:cBhvr>
                        <p:cTn dur="500" fill="hold"/>
                        <p:tgtEl>
                          <p:spTgt spid="22"/>
                        </p:tgtEl>
                        <p:attrNameLst>
                          <p:attrName>ppt_x</p:attrName>
                        </p:attrNameLst>
                      </p:cBhvr>
                      <p:tavLst>
                        <p:tav tm="0">
                          <p:val>
                            <p:strVal val="#ppt_x"/>
                          </p:val>
                        </p:tav>
                        <p:tav tm="100000">
                          <p:val>
                            <p:strVal val="#ppt_x"/>
                          </p:val>
                        </p:tav>
                      </p:tavLst>
                    </p:anim>
                    <p:anim calcmode="lin" valueType="num">
                      <p:cBhvr>
                        <p:cTn dur="500" fill="hold"/>
                        <p:tgtEl>
                          <p:spTgt spid="22"/>
                        </p:tgtEl>
                        <p:attrNameLst>
                          <p:attrName>ppt_y</p:attrName>
                        </p:attrNameLst>
                      </p:cBhvr>
                      <p:tavLst>
                        <p:tav tm="0">
                          <p:val>
                            <p:strVal val="#ppt_y+.1"/>
                          </p:val>
                        </p:tav>
                        <p:tav tm="100000">
                          <p:val>
                            <p:strVal val="#ppt_y"/>
                          </p:val>
                        </p:tav>
                      </p:tavLst>
                    </p:anim>
                  </p:childTnLst>
                </p:cTn>
              </p:par>
            </p:tnLst>
          </p:tmpl>
        </p:tmplLst>
      </p:bldP>
      <p:bldP spid="23"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3"/>
                        </p:tgtEl>
                        <p:attrNameLst>
                          <p:attrName>style.visibility</p:attrName>
                        </p:attrNameLst>
                      </p:cBhvr>
                      <p:to>
                        <p:strVal val="visible"/>
                      </p:to>
                    </p:set>
                    <p:animEffect transition="in" filter="fade">
                      <p:cBhvr>
                        <p:cTn dur="500"/>
                        <p:tgtEl>
                          <p:spTgt spid="23"/>
                        </p:tgtEl>
                      </p:cBhvr>
                    </p:animEffect>
                    <p:anim calcmode="lin" valueType="num">
                      <p:cBhvr>
                        <p:cTn dur="500" fill="hold"/>
                        <p:tgtEl>
                          <p:spTgt spid="23"/>
                        </p:tgtEl>
                        <p:attrNameLst>
                          <p:attrName>ppt_x</p:attrName>
                        </p:attrNameLst>
                      </p:cBhvr>
                      <p:tavLst>
                        <p:tav tm="0">
                          <p:val>
                            <p:strVal val="#ppt_x"/>
                          </p:val>
                        </p:tav>
                        <p:tav tm="100000">
                          <p:val>
                            <p:strVal val="#ppt_x"/>
                          </p:val>
                        </p:tav>
                      </p:tavLst>
                    </p:anim>
                    <p:anim calcmode="lin" valueType="num">
                      <p:cBhvr>
                        <p:cTn dur="500" fill="hold"/>
                        <p:tgtEl>
                          <p:spTgt spid="23"/>
                        </p:tgtEl>
                        <p:attrNameLst>
                          <p:attrName>ppt_y</p:attrName>
                        </p:attrNameLst>
                      </p:cBhvr>
                      <p:tavLst>
                        <p:tav tm="0">
                          <p:val>
                            <p:strVal val="#ppt_y+.1"/>
                          </p:val>
                        </p:tav>
                        <p:tav tm="100000">
                          <p:val>
                            <p:strVal val="#ppt_y"/>
                          </p:val>
                        </p:tav>
                      </p:tavLst>
                    </p:anim>
                  </p:childTnLst>
                </p:cTn>
              </p:par>
            </p:tnLst>
          </p:tmpl>
        </p:tmplLst>
      </p:bldP>
      <p:bldP spid="24"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4"/>
                        </p:tgtEl>
                        <p:attrNameLst>
                          <p:attrName>style.visibility</p:attrName>
                        </p:attrNameLst>
                      </p:cBhvr>
                      <p:to>
                        <p:strVal val="visible"/>
                      </p:to>
                    </p:set>
                    <p:animEffect transition="in" filter="fade">
                      <p:cBhvr>
                        <p:cTn dur="500"/>
                        <p:tgtEl>
                          <p:spTgt spid="24"/>
                        </p:tgtEl>
                      </p:cBhvr>
                    </p:animEffect>
                    <p:anim calcmode="lin" valueType="num">
                      <p:cBhvr>
                        <p:cTn dur="500" fill="hold"/>
                        <p:tgtEl>
                          <p:spTgt spid="24"/>
                        </p:tgtEl>
                        <p:attrNameLst>
                          <p:attrName>ppt_x</p:attrName>
                        </p:attrNameLst>
                      </p:cBhvr>
                      <p:tavLst>
                        <p:tav tm="0">
                          <p:val>
                            <p:strVal val="#ppt_x"/>
                          </p:val>
                        </p:tav>
                        <p:tav tm="100000">
                          <p:val>
                            <p:strVal val="#ppt_x"/>
                          </p:val>
                        </p:tav>
                      </p:tavLst>
                    </p:anim>
                    <p:anim calcmode="lin" valueType="num">
                      <p:cBhvr>
                        <p:cTn dur="500" fill="hold"/>
                        <p:tgtEl>
                          <p:spTgt spid="24"/>
                        </p:tgtEl>
                        <p:attrNameLst>
                          <p:attrName>ppt_y</p:attrName>
                        </p:attrNameLst>
                      </p:cBhvr>
                      <p:tavLst>
                        <p:tav tm="0">
                          <p:val>
                            <p:strVal val="#ppt_y+.1"/>
                          </p:val>
                        </p:tav>
                        <p:tav tm="100000">
                          <p:val>
                            <p:strVal val="#ppt_y"/>
                          </p:val>
                        </p:tav>
                      </p:tavLst>
                    </p:anim>
                  </p:childTnLst>
                </p:cTn>
              </p:par>
            </p:tnLst>
          </p:tmpl>
        </p:tmplLst>
      </p:bldP>
      <p:bldP spid="31" grpId="0" animBg="1"/>
      <p:bldP spid="33" grpId="0" animBg="1"/>
      <p:bldP spid="35" grpId="0" animBg="1"/>
      <p:bldP spid="37" grpId="0" animBg="1"/>
    </p:bldLst>
  </p:timing>
</p:sldLayout>
</file>

<file path=ppt/slideLayouts/slideLayout778.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13" name="Text Placeholder 21"/>
          <p:cNvSpPr>
            <a:spLocks noGrp="1"/>
          </p:cNvSpPr>
          <p:nvPr>
            <p:ph type="body" sz="quarter" idx="20"/>
          </p:nvPr>
        </p:nvSpPr>
        <p:spPr>
          <a:xfrm>
            <a:off x="8153400" y="5316142"/>
            <a:ext cx="2492492" cy="256811"/>
          </a:xfrm>
        </p:spPr>
        <p:txBody>
          <a:bodyPr>
            <a:noAutofit/>
          </a:bodyPr>
          <a:lstStyle>
            <a:lvl1pPr algn="ctr">
              <a:defRPr sz="14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1" name="Text Placeholder 21"/>
          <p:cNvSpPr>
            <a:spLocks noGrp="1"/>
          </p:cNvSpPr>
          <p:nvPr>
            <p:ph type="body" sz="quarter" idx="29"/>
          </p:nvPr>
        </p:nvSpPr>
        <p:spPr>
          <a:xfrm>
            <a:off x="8153400" y="5593818"/>
            <a:ext cx="2492492" cy="330467"/>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1" name="Picture Placeholder 30"/>
          <p:cNvSpPr>
            <a:spLocks noGrp="1"/>
          </p:cNvSpPr>
          <p:nvPr>
            <p:ph type="pic" sz="quarter" idx="33" hasCustomPrompt="1"/>
          </p:nvPr>
        </p:nvSpPr>
        <p:spPr>
          <a:xfrm>
            <a:off x="8153400" y="1898601"/>
            <a:ext cx="2492492" cy="3145782"/>
          </a:xfrm>
          <a:solidFill>
            <a:schemeClr val="bg1">
              <a:lumMod val="85000"/>
            </a:schemeClr>
          </a:solidFill>
        </p:spPr>
        <p:txBody>
          <a:bodyPr/>
          <a:lstStyle>
            <a:lvl1pPr>
              <a:defRPr/>
            </a:lvl1pPr>
          </a:lstStyle>
          <a:p>
            <a:r>
              <a:rPr lang="id-ID" dirty="0" smtClean="0"/>
              <a:t>Pic here</a:t>
            </a:r>
            <a:endParaRPr lang="en-AU" dirty="0"/>
          </a:p>
        </p:txBody>
      </p:sp>
      <p:sp>
        <p:nvSpPr>
          <p:cNvPr id="25" name="Text Placeholder 21"/>
          <p:cNvSpPr>
            <a:spLocks noGrp="1"/>
          </p:cNvSpPr>
          <p:nvPr>
            <p:ph type="body" sz="quarter" idx="34"/>
          </p:nvPr>
        </p:nvSpPr>
        <p:spPr>
          <a:xfrm>
            <a:off x="479425" y="2048885"/>
            <a:ext cx="5616575" cy="360363"/>
          </a:xfrm>
        </p:spPr>
        <p:txBody>
          <a:bodyPr/>
          <a:lstStyle>
            <a:lvl1pP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6" name="Text Placeholder 21"/>
          <p:cNvSpPr>
            <a:spLocks noGrp="1"/>
          </p:cNvSpPr>
          <p:nvPr>
            <p:ph type="body" sz="quarter" idx="21"/>
          </p:nvPr>
        </p:nvSpPr>
        <p:spPr>
          <a:xfrm>
            <a:off x="479425" y="2457996"/>
            <a:ext cx="5616575" cy="971004"/>
          </a:xfrm>
        </p:spPr>
        <p:txBody>
          <a:bodyPr>
            <a:normAutofit/>
          </a:bodyPr>
          <a:lstStyle>
            <a:lvl1pP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Tree>
    <p:extLst>
      <p:ext uri="{BB962C8B-B14F-4D97-AF65-F5344CB8AC3E}">
        <p14:creationId xmlns:p14="http://schemas.microsoft.com/office/powerpoint/2010/main" val="46533583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42" presetClass="entr" presetSubtype="0" fill="hold" grpId="0" nodeType="afterEffect">
                                  <p:stCondLst>
                                    <p:cond delay="0"/>
                                  </p:stCondLst>
                                  <p:childTnLst>
                                    <p:set>
                                      <p:cBhvr>
                                        <p:cTn id="20" dur="1" fill="hold">
                                          <p:stCondLst>
                                            <p:cond delay="0"/>
                                          </p:stCondLst>
                                        </p:cTn>
                                        <p:tgtEl>
                                          <p:spTgt spid="31"/>
                                        </p:tgtEl>
                                        <p:attrNameLst>
                                          <p:attrName>style.visibility</p:attrName>
                                        </p:attrNameLst>
                                      </p:cBhvr>
                                      <p:to>
                                        <p:strVal val="visible"/>
                                      </p:to>
                                    </p:set>
                                    <p:animEffect transition="in" filter="fade">
                                      <p:cBhvr>
                                        <p:cTn id="21" dur="500"/>
                                        <p:tgtEl>
                                          <p:spTgt spid="31"/>
                                        </p:tgtEl>
                                      </p:cBhvr>
                                    </p:animEffect>
                                    <p:anim calcmode="lin" valueType="num">
                                      <p:cBhvr>
                                        <p:cTn id="22" dur="500" fill="hold"/>
                                        <p:tgtEl>
                                          <p:spTgt spid="31"/>
                                        </p:tgtEl>
                                        <p:attrNameLst>
                                          <p:attrName>ppt_x</p:attrName>
                                        </p:attrNameLst>
                                      </p:cBhvr>
                                      <p:tavLst>
                                        <p:tav tm="0">
                                          <p:val>
                                            <p:strVal val="#ppt_x"/>
                                          </p:val>
                                        </p:tav>
                                        <p:tav tm="100000">
                                          <p:val>
                                            <p:strVal val="#ppt_x"/>
                                          </p:val>
                                        </p:tav>
                                      </p:tavLst>
                                    </p:anim>
                                    <p:anim calcmode="lin" valueType="num">
                                      <p:cBhvr>
                                        <p:cTn id="23" dur="500" fill="hold"/>
                                        <p:tgtEl>
                                          <p:spTgt spid="31"/>
                                        </p:tgtEl>
                                        <p:attrNameLst>
                                          <p:attrName>ppt_y</p:attrName>
                                        </p:attrNameLst>
                                      </p:cBhvr>
                                      <p:tavLst>
                                        <p:tav tm="0">
                                          <p:val>
                                            <p:strVal val="#ppt_y+.1"/>
                                          </p:val>
                                        </p:tav>
                                        <p:tav tm="100000">
                                          <p:val>
                                            <p:strVal val="#ppt_y"/>
                                          </p:val>
                                        </p:tav>
                                      </p:tavLst>
                                    </p:anim>
                                  </p:childTnLst>
                                </p:cTn>
                              </p:par>
                            </p:childTnLst>
                          </p:cTn>
                        </p:par>
                        <p:par>
                          <p:cTn id="24" fill="hold">
                            <p:stCondLst>
                              <p:cond delay="2000"/>
                            </p:stCondLst>
                            <p:childTnLst>
                              <p:par>
                                <p:cTn id="25" presetID="53" presetClass="entr" presetSubtype="16" fill="hold" grpId="0" nodeType="afterEffect" nodePh="1">
                                  <p:stCondLst>
                                    <p:cond delay="0"/>
                                  </p:stCondLst>
                                  <p:endCondLst>
                                    <p:cond evt="begin" delay="0">
                                      <p:tn val="25"/>
                                    </p:cond>
                                  </p:endCondLst>
                                  <p:childTnLst>
                                    <p:set>
                                      <p:cBhvr>
                                        <p:cTn id="26" dur="1" fill="hold">
                                          <p:stCondLst>
                                            <p:cond delay="0"/>
                                          </p:stCondLst>
                                        </p:cTn>
                                        <p:tgtEl>
                                          <p:spTgt spid="13">
                                            <p:txEl>
                                              <p:pRg st="0" end="0"/>
                                            </p:txEl>
                                          </p:spTgt>
                                        </p:tgtEl>
                                        <p:attrNameLst>
                                          <p:attrName>style.visibility</p:attrName>
                                        </p:attrNameLst>
                                      </p:cBhvr>
                                      <p:to>
                                        <p:strVal val="visible"/>
                                      </p:to>
                                    </p:set>
                                    <p:anim calcmode="lin" valueType="num">
                                      <p:cBhvr>
                                        <p:cTn id="27" dur="500" fill="hold"/>
                                        <p:tgtEl>
                                          <p:spTgt spid="13">
                                            <p:txEl>
                                              <p:pRg st="0" end="0"/>
                                            </p:txEl>
                                          </p:spTgt>
                                        </p:tgtEl>
                                        <p:attrNameLst>
                                          <p:attrName>ppt_w</p:attrName>
                                        </p:attrNameLst>
                                      </p:cBhvr>
                                      <p:tavLst>
                                        <p:tav tm="0">
                                          <p:val>
                                            <p:fltVal val="0"/>
                                          </p:val>
                                        </p:tav>
                                        <p:tav tm="100000">
                                          <p:val>
                                            <p:strVal val="#ppt_w"/>
                                          </p:val>
                                        </p:tav>
                                      </p:tavLst>
                                    </p:anim>
                                    <p:anim calcmode="lin" valueType="num">
                                      <p:cBhvr>
                                        <p:cTn id="28" dur="500" fill="hold"/>
                                        <p:tgtEl>
                                          <p:spTgt spid="13">
                                            <p:txEl>
                                              <p:pRg st="0" end="0"/>
                                            </p:txEl>
                                          </p:spTgt>
                                        </p:tgtEl>
                                        <p:attrNameLst>
                                          <p:attrName>ppt_h</p:attrName>
                                        </p:attrNameLst>
                                      </p:cBhvr>
                                      <p:tavLst>
                                        <p:tav tm="0">
                                          <p:val>
                                            <p:fltVal val="0"/>
                                          </p:val>
                                        </p:tav>
                                        <p:tav tm="100000">
                                          <p:val>
                                            <p:strVal val="#ppt_h"/>
                                          </p:val>
                                        </p:tav>
                                      </p:tavLst>
                                    </p:anim>
                                    <p:animEffect transition="in" filter="fade">
                                      <p:cBhvr>
                                        <p:cTn id="29" dur="500"/>
                                        <p:tgtEl>
                                          <p:spTgt spid="13">
                                            <p:txEl>
                                              <p:pRg st="0" end="0"/>
                                            </p:txEl>
                                          </p:spTgt>
                                        </p:tgtEl>
                                      </p:cBhvr>
                                    </p:animEffect>
                                  </p:childTnLst>
                                </p:cTn>
                              </p:par>
                            </p:childTnLst>
                          </p:cTn>
                        </p:par>
                        <p:par>
                          <p:cTn id="30" fill="hold">
                            <p:stCondLst>
                              <p:cond delay="2500"/>
                            </p:stCondLst>
                            <p:childTnLst>
                              <p:par>
                                <p:cTn id="31" presetID="42" presetClass="entr" presetSubtype="0" fill="hold" grpId="0" nodeType="afterEffect" nodePh="1">
                                  <p:stCondLst>
                                    <p:cond delay="0"/>
                                  </p:stCondLst>
                                  <p:endCondLst>
                                    <p:cond evt="begin" delay="0">
                                      <p:tn val="31"/>
                                    </p:cond>
                                  </p:endCondLst>
                                  <p:childTnLst>
                                    <p:set>
                                      <p:cBhvr>
                                        <p:cTn id="32" dur="1" fill="hold">
                                          <p:stCondLst>
                                            <p:cond delay="0"/>
                                          </p:stCondLst>
                                        </p:cTn>
                                        <p:tgtEl>
                                          <p:spTgt spid="21">
                                            <p:txEl>
                                              <p:pRg st="0" end="0"/>
                                            </p:txEl>
                                          </p:spTgt>
                                        </p:tgtEl>
                                        <p:attrNameLst>
                                          <p:attrName>style.visibility</p:attrName>
                                        </p:attrNameLst>
                                      </p:cBhvr>
                                      <p:to>
                                        <p:strVal val="visible"/>
                                      </p:to>
                                    </p:set>
                                    <p:animEffect transition="in" filter="fade">
                                      <p:cBhvr>
                                        <p:cTn id="33" dur="500"/>
                                        <p:tgtEl>
                                          <p:spTgt spid="21">
                                            <p:txEl>
                                              <p:pRg st="0" end="0"/>
                                            </p:txEl>
                                          </p:spTgt>
                                        </p:tgtEl>
                                      </p:cBhvr>
                                    </p:animEffect>
                                    <p:anim calcmode="lin" valueType="num">
                                      <p:cBhvr>
                                        <p:cTn id="34" dur="500" fill="hold"/>
                                        <p:tgtEl>
                                          <p:spTgt spid="21">
                                            <p:txEl>
                                              <p:pRg st="0" end="0"/>
                                            </p:txEl>
                                          </p:spTgt>
                                        </p:tgtEl>
                                        <p:attrNameLst>
                                          <p:attrName>ppt_x</p:attrName>
                                        </p:attrNameLst>
                                      </p:cBhvr>
                                      <p:tavLst>
                                        <p:tav tm="0">
                                          <p:val>
                                            <p:strVal val="#ppt_x"/>
                                          </p:val>
                                        </p:tav>
                                        <p:tav tm="100000">
                                          <p:val>
                                            <p:strVal val="#ppt_x"/>
                                          </p:val>
                                        </p:tav>
                                      </p:tavLst>
                                    </p:anim>
                                    <p:anim calcmode="lin" valueType="num">
                                      <p:cBhvr>
                                        <p:cTn id="35" dur="500" fill="hold"/>
                                        <p:tgtEl>
                                          <p:spTgt spid="21">
                                            <p:txEl>
                                              <p:pRg st="0" end="0"/>
                                            </p:txEl>
                                          </p:spTgt>
                                        </p:tgtEl>
                                        <p:attrNameLst>
                                          <p:attrName>ppt_y</p:attrName>
                                        </p:attrNameLst>
                                      </p:cBhvr>
                                      <p:tavLst>
                                        <p:tav tm="0">
                                          <p:val>
                                            <p:strVal val="#ppt_y+.1"/>
                                          </p:val>
                                        </p:tav>
                                        <p:tav tm="100000">
                                          <p:val>
                                            <p:strVal val="#ppt_y"/>
                                          </p:val>
                                        </p:tav>
                                      </p:tavLst>
                                    </p:anim>
                                  </p:childTnLst>
                                </p:cTn>
                              </p:par>
                            </p:childTnLst>
                          </p:cTn>
                        </p:par>
                        <p:par>
                          <p:cTn id="36" fill="hold">
                            <p:stCondLst>
                              <p:cond delay="3000"/>
                            </p:stCondLst>
                            <p:childTnLst>
                              <p:par>
                                <p:cTn id="37" presetID="53" presetClass="entr" presetSubtype="16" fill="hold" grpId="0" nodeType="afterEffect" nodePh="1">
                                  <p:stCondLst>
                                    <p:cond delay="0"/>
                                  </p:stCondLst>
                                  <p:endCondLst>
                                    <p:cond evt="begin" delay="0">
                                      <p:tn val="37"/>
                                    </p:cond>
                                  </p:endCondLst>
                                  <p:childTnLst>
                                    <p:set>
                                      <p:cBhvr>
                                        <p:cTn id="38" dur="1" fill="hold">
                                          <p:stCondLst>
                                            <p:cond delay="0"/>
                                          </p:stCondLst>
                                        </p:cTn>
                                        <p:tgtEl>
                                          <p:spTgt spid="25">
                                            <p:txEl>
                                              <p:pRg st="0" end="0"/>
                                            </p:txEl>
                                          </p:spTgt>
                                        </p:tgtEl>
                                        <p:attrNameLst>
                                          <p:attrName>style.visibility</p:attrName>
                                        </p:attrNameLst>
                                      </p:cBhvr>
                                      <p:to>
                                        <p:strVal val="visible"/>
                                      </p:to>
                                    </p:set>
                                    <p:anim calcmode="lin" valueType="num">
                                      <p:cBhvr>
                                        <p:cTn id="39" dur="500" fill="hold"/>
                                        <p:tgtEl>
                                          <p:spTgt spid="25">
                                            <p:txEl>
                                              <p:pRg st="0" end="0"/>
                                            </p:txEl>
                                          </p:spTgt>
                                        </p:tgtEl>
                                        <p:attrNameLst>
                                          <p:attrName>ppt_w</p:attrName>
                                        </p:attrNameLst>
                                      </p:cBhvr>
                                      <p:tavLst>
                                        <p:tav tm="0">
                                          <p:val>
                                            <p:fltVal val="0"/>
                                          </p:val>
                                        </p:tav>
                                        <p:tav tm="100000">
                                          <p:val>
                                            <p:strVal val="#ppt_w"/>
                                          </p:val>
                                        </p:tav>
                                      </p:tavLst>
                                    </p:anim>
                                    <p:anim calcmode="lin" valueType="num">
                                      <p:cBhvr>
                                        <p:cTn id="40" dur="500" fill="hold"/>
                                        <p:tgtEl>
                                          <p:spTgt spid="25">
                                            <p:txEl>
                                              <p:pRg st="0" end="0"/>
                                            </p:txEl>
                                          </p:spTgt>
                                        </p:tgtEl>
                                        <p:attrNameLst>
                                          <p:attrName>ppt_h</p:attrName>
                                        </p:attrNameLst>
                                      </p:cBhvr>
                                      <p:tavLst>
                                        <p:tav tm="0">
                                          <p:val>
                                            <p:fltVal val="0"/>
                                          </p:val>
                                        </p:tav>
                                        <p:tav tm="100000">
                                          <p:val>
                                            <p:strVal val="#ppt_h"/>
                                          </p:val>
                                        </p:tav>
                                      </p:tavLst>
                                    </p:anim>
                                    <p:animEffect transition="in" filter="fade">
                                      <p:cBhvr>
                                        <p:cTn id="41" dur="500"/>
                                        <p:tgtEl>
                                          <p:spTgt spid="25">
                                            <p:txEl>
                                              <p:pRg st="0" end="0"/>
                                            </p:txEl>
                                          </p:spTgt>
                                        </p:tgtEl>
                                      </p:cBhvr>
                                    </p:animEffect>
                                  </p:childTnLst>
                                </p:cTn>
                              </p:par>
                            </p:childTnLst>
                          </p:cTn>
                        </p:par>
                        <p:par>
                          <p:cTn id="42" fill="hold">
                            <p:stCondLst>
                              <p:cond delay="3500"/>
                            </p:stCondLst>
                            <p:childTnLst>
                              <p:par>
                                <p:cTn id="43" presetID="42" presetClass="entr" presetSubtype="0" fill="hold" grpId="0" nodeType="afterEffect" nodePh="1">
                                  <p:stCondLst>
                                    <p:cond delay="0"/>
                                  </p:stCondLst>
                                  <p:endCondLst>
                                    <p:cond evt="begin" delay="0">
                                      <p:tn val="43"/>
                                    </p:cond>
                                  </p:endCondLst>
                                  <p:childTnLst>
                                    <p:set>
                                      <p:cBhvr>
                                        <p:cTn id="44" dur="1" fill="hold">
                                          <p:stCondLst>
                                            <p:cond delay="0"/>
                                          </p:stCondLst>
                                        </p:cTn>
                                        <p:tgtEl>
                                          <p:spTgt spid="26">
                                            <p:txEl>
                                              <p:pRg st="0" end="0"/>
                                            </p:txEl>
                                          </p:spTgt>
                                        </p:tgtEl>
                                        <p:attrNameLst>
                                          <p:attrName>style.visibility</p:attrName>
                                        </p:attrNameLst>
                                      </p:cBhvr>
                                      <p:to>
                                        <p:strVal val="visible"/>
                                      </p:to>
                                    </p:set>
                                    <p:animEffect transition="in" filter="fade">
                                      <p:cBhvr>
                                        <p:cTn id="45" dur="500"/>
                                        <p:tgtEl>
                                          <p:spTgt spid="26">
                                            <p:txEl>
                                              <p:pRg st="0" end="0"/>
                                            </p:txEl>
                                          </p:spTgt>
                                        </p:tgtEl>
                                      </p:cBhvr>
                                    </p:animEffect>
                                    <p:anim calcmode="lin" valueType="num">
                                      <p:cBhvr>
                                        <p:cTn id="46" dur="500" fill="hold"/>
                                        <p:tgtEl>
                                          <p:spTgt spid="26">
                                            <p:txEl>
                                              <p:pRg st="0" end="0"/>
                                            </p:txEl>
                                          </p:spTgt>
                                        </p:tgtEl>
                                        <p:attrNameLst>
                                          <p:attrName>ppt_x</p:attrName>
                                        </p:attrNameLst>
                                      </p:cBhvr>
                                      <p:tavLst>
                                        <p:tav tm="0">
                                          <p:val>
                                            <p:strVal val="#ppt_x"/>
                                          </p:val>
                                        </p:tav>
                                        <p:tav tm="100000">
                                          <p:val>
                                            <p:strVal val="#ppt_x"/>
                                          </p:val>
                                        </p:tav>
                                      </p:tavLst>
                                    </p:anim>
                                    <p:anim calcmode="lin" valueType="num">
                                      <p:cBhvr>
                                        <p:cTn id="47" dur="500" fill="hold"/>
                                        <p:tgtEl>
                                          <p:spTgt spid="26">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13"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3"/>
                        </p:tgtEl>
                        <p:attrNameLst>
                          <p:attrName>style.visibility</p:attrName>
                        </p:attrNameLst>
                      </p:cBhvr>
                      <p:to>
                        <p:strVal val="visible"/>
                      </p:to>
                    </p:set>
                    <p:anim calcmode="lin" valueType="num">
                      <p:cBhvr>
                        <p:cTn dur="500" fill="hold"/>
                        <p:tgtEl>
                          <p:spTgt spid="13"/>
                        </p:tgtEl>
                        <p:attrNameLst>
                          <p:attrName>ppt_w</p:attrName>
                        </p:attrNameLst>
                      </p:cBhvr>
                      <p:tavLst>
                        <p:tav tm="0">
                          <p:val>
                            <p:fltVal val="0"/>
                          </p:val>
                        </p:tav>
                        <p:tav tm="100000">
                          <p:val>
                            <p:strVal val="#ppt_w"/>
                          </p:val>
                        </p:tav>
                      </p:tavLst>
                    </p:anim>
                    <p:anim calcmode="lin" valueType="num">
                      <p:cBhvr>
                        <p:cTn dur="500" fill="hold"/>
                        <p:tgtEl>
                          <p:spTgt spid="13"/>
                        </p:tgtEl>
                        <p:attrNameLst>
                          <p:attrName>ppt_h</p:attrName>
                        </p:attrNameLst>
                      </p:cBhvr>
                      <p:tavLst>
                        <p:tav tm="0">
                          <p:val>
                            <p:fltVal val="0"/>
                          </p:val>
                        </p:tav>
                        <p:tav tm="100000">
                          <p:val>
                            <p:strVal val="#ppt_h"/>
                          </p:val>
                        </p:tav>
                      </p:tavLst>
                    </p:anim>
                    <p:animEffect transition="in" filter="fade">
                      <p:cBhvr>
                        <p:cTn dur="500"/>
                        <p:tgtEl>
                          <p:spTgt spid="13"/>
                        </p:tgtEl>
                      </p:cBhvr>
                    </p:animEffect>
                  </p:childTnLst>
                </p:cTn>
              </p:par>
            </p:tnLst>
          </p:tmpl>
        </p:tmplLst>
      </p:bldP>
      <p:bldP spid="21"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1"/>
                        </p:tgtEl>
                        <p:attrNameLst>
                          <p:attrName>style.visibility</p:attrName>
                        </p:attrNameLst>
                      </p:cBhvr>
                      <p:to>
                        <p:strVal val="visible"/>
                      </p:to>
                    </p:set>
                    <p:animEffect transition="in" filter="fade">
                      <p:cBhvr>
                        <p:cTn dur="500"/>
                        <p:tgtEl>
                          <p:spTgt spid="21"/>
                        </p:tgtEl>
                      </p:cBhvr>
                    </p:animEffect>
                    <p:anim calcmode="lin" valueType="num">
                      <p:cBhvr>
                        <p:cTn dur="500" fill="hold"/>
                        <p:tgtEl>
                          <p:spTgt spid="21"/>
                        </p:tgtEl>
                        <p:attrNameLst>
                          <p:attrName>ppt_x</p:attrName>
                        </p:attrNameLst>
                      </p:cBhvr>
                      <p:tavLst>
                        <p:tav tm="0">
                          <p:val>
                            <p:strVal val="#ppt_x"/>
                          </p:val>
                        </p:tav>
                        <p:tav tm="100000">
                          <p:val>
                            <p:strVal val="#ppt_x"/>
                          </p:val>
                        </p:tav>
                      </p:tavLst>
                    </p:anim>
                    <p:anim calcmode="lin" valueType="num">
                      <p:cBhvr>
                        <p:cTn dur="500" fill="hold"/>
                        <p:tgtEl>
                          <p:spTgt spid="21"/>
                        </p:tgtEl>
                        <p:attrNameLst>
                          <p:attrName>ppt_y</p:attrName>
                        </p:attrNameLst>
                      </p:cBhvr>
                      <p:tavLst>
                        <p:tav tm="0">
                          <p:val>
                            <p:strVal val="#ppt_y+.1"/>
                          </p:val>
                        </p:tav>
                        <p:tav tm="100000">
                          <p:val>
                            <p:strVal val="#ppt_y"/>
                          </p:val>
                        </p:tav>
                      </p:tavLst>
                    </p:anim>
                  </p:childTnLst>
                </p:cTn>
              </p:par>
            </p:tnLst>
          </p:tmpl>
        </p:tmplLst>
      </p:bldP>
      <p:bldP spid="31" grpId="0" animBg="1"/>
      <p:bldP spid="25"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5"/>
                        </p:tgtEl>
                        <p:attrNameLst>
                          <p:attrName>style.visibility</p:attrName>
                        </p:attrNameLst>
                      </p:cBhvr>
                      <p:to>
                        <p:strVal val="visible"/>
                      </p:to>
                    </p:set>
                    <p:anim calcmode="lin" valueType="num">
                      <p:cBhvr>
                        <p:cTn dur="500" fill="hold"/>
                        <p:tgtEl>
                          <p:spTgt spid="25"/>
                        </p:tgtEl>
                        <p:attrNameLst>
                          <p:attrName>ppt_w</p:attrName>
                        </p:attrNameLst>
                      </p:cBhvr>
                      <p:tavLst>
                        <p:tav tm="0">
                          <p:val>
                            <p:fltVal val="0"/>
                          </p:val>
                        </p:tav>
                        <p:tav tm="100000">
                          <p:val>
                            <p:strVal val="#ppt_w"/>
                          </p:val>
                        </p:tav>
                      </p:tavLst>
                    </p:anim>
                    <p:anim calcmode="lin" valueType="num">
                      <p:cBhvr>
                        <p:cTn dur="500" fill="hold"/>
                        <p:tgtEl>
                          <p:spTgt spid="25"/>
                        </p:tgtEl>
                        <p:attrNameLst>
                          <p:attrName>ppt_h</p:attrName>
                        </p:attrNameLst>
                      </p:cBhvr>
                      <p:tavLst>
                        <p:tav tm="0">
                          <p:val>
                            <p:fltVal val="0"/>
                          </p:val>
                        </p:tav>
                        <p:tav tm="100000">
                          <p:val>
                            <p:strVal val="#ppt_h"/>
                          </p:val>
                        </p:tav>
                      </p:tavLst>
                    </p:anim>
                    <p:animEffect transition="in" filter="fade">
                      <p:cBhvr>
                        <p:cTn dur="500"/>
                        <p:tgtEl>
                          <p:spTgt spid="25"/>
                        </p:tgtEl>
                      </p:cBhvr>
                    </p:animEffect>
                  </p:childTnLst>
                </p:cTn>
              </p:par>
            </p:tnLst>
          </p:tmpl>
        </p:tmplLst>
      </p:bldP>
      <p:bldP spid="26"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6"/>
                        </p:tgtEl>
                        <p:attrNameLst>
                          <p:attrName>style.visibility</p:attrName>
                        </p:attrNameLst>
                      </p:cBhvr>
                      <p:to>
                        <p:strVal val="visible"/>
                      </p:to>
                    </p:set>
                    <p:animEffect transition="in" filter="fade">
                      <p:cBhvr>
                        <p:cTn dur="500"/>
                        <p:tgtEl>
                          <p:spTgt spid="26"/>
                        </p:tgtEl>
                      </p:cBhvr>
                    </p:animEffect>
                    <p:anim calcmode="lin" valueType="num">
                      <p:cBhvr>
                        <p:cTn dur="500" fill="hold"/>
                        <p:tgtEl>
                          <p:spTgt spid="26"/>
                        </p:tgtEl>
                        <p:attrNameLst>
                          <p:attrName>ppt_x</p:attrName>
                        </p:attrNameLst>
                      </p:cBhvr>
                      <p:tavLst>
                        <p:tav tm="0">
                          <p:val>
                            <p:strVal val="#ppt_x"/>
                          </p:val>
                        </p:tav>
                        <p:tav tm="100000">
                          <p:val>
                            <p:strVal val="#ppt_x"/>
                          </p:val>
                        </p:tav>
                      </p:tavLst>
                    </p:anim>
                    <p:anim calcmode="lin" valueType="num">
                      <p:cBhvr>
                        <p:cTn dur="500" fill="hold"/>
                        <p:tgtEl>
                          <p:spTgt spid="26"/>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779.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14" name="Picture Placeholder 7"/>
          <p:cNvSpPr>
            <a:spLocks noGrp="1"/>
          </p:cNvSpPr>
          <p:nvPr>
            <p:ph type="pic" sz="quarter" idx="14" hasCustomPrompt="1"/>
          </p:nvPr>
        </p:nvSpPr>
        <p:spPr>
          <a:xfrm>
            <a:off x="0" y="0"/>
            <a:ext cx="12192000" cy="6858000"/>
          </a:xfrm>
          <a:solidFill>
            <a:schemeClr val="bg1">
              <a:lumMod val="85000"/>
            </a:schemeClr>
          </a:solidFill>
        </p:spPr>
        <p:txBody>
          <a:bodyPr>
            <a:normAutofit/>
          </a:bodyPr>
          <a:lstStyle>
            <a:lvl1pPr>
              <a:defRPr sz="1000" baseline="0"/>
            </a:lvl1pPr>
          </a:lstStyle>
          <a:p>
            <a:r>
              <a:rPr lang="id-ID" dirty="0" smtClean="0"/>
              <a:t>Pic here</a:t>
            </a:r>
            <a:endParaRPr lang="en-AU" dirty="0"/>
          </a:p>
        </p:txBody>
      </p:sp>
      <p:sp>
        <p:nvSpPr>
          <p:cNvPr id="17" name="Picture Placeholder 16"/>
          <p:cNvSpPr>
            <a:spLocks noGrp="1"/>
          </p:cNvSpPr>
          <p:nvPr>
            <p:ph type="pic" sz="quarter" idx="35" hasCustomPrompt="1"/>
          </p:nvPr>
        </p:nvSpPr>
        <p:spPr>
          <a:xfrm>
            <a:off x="-228600" y="-247650"/>
            <a:ext cx="7616332" cy="7296150"/>
          </a:xfrm>
          <a:custGeom>
            <a:avLst/>
            <a:gdLst>
              <a:gd name="connsiteX0" fmla="*/ 0 w 7373178"/>
              <a:gd name="connsiteY0" fmla="*/ 0 h 6858000"/>
              <a:gd name="connsiteX1" fmla="*/ 6921578 w 7373178"/>
              <a:gd name="connsiteY1" fmla="*/ 0 h 6858000"/>
              <a:gd name="connsiteX2" fmla="*/ 6822196 w 7373178"/>
              <a:gd name="connsiteY2" fmla="*/ 188338 h 6858000"/>
              <a:gd name="connsiteX3" fmla="*/ 6788524 w 7373178"/>
              <a:gd name="connsiteY3" fmla="*/ 5808780 h 6858000"/>
              <a:gd name="connsiteX4" fmla="*/ 7247696 w 7373178"/>
              <a:gd name="connsiteY4" fmla="*/ 6667831 h 6858000"/>
              <a:gd name="connsiteX5" fmla="*/ 7373178 w 7373178"/>
              <a:gd name="connsiteY5" fmla="*/ 6858000 h 6858000"/>
              <a:gd name="connsiteX6" fmla="*/ 0 w 7373178"/>
              <a:gd name="connsiteY6"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73178" h="6858000">
                <a:moveTo>
                  <a:pt x="0" y="0"/>
                </a:moveTo>
                <a:lnTo>
                  <a:pt x="6921578" y="0"/>
                </a:lnTo>
                <a:lnTo>
                  <a:pt x="6822196" y="188338"/>
                </a:lnTo>
                <a:cubicBezTo>
                  <a:pt x="6006786" y="1830158"/>
                  <a:pt x="5931281" y="3899984"/>
                  <a:pt x="6788524" y="5808780"/>
                </a:cubicBezTo>
                <a:cubicBezTo>
                  <a:pt x="6923879" y="6110169"/>
                  <a:pt x="7077682" y="6396843"/>
                  <a:pt x="7247696" y="6667831"/>
                </a:cubicBezTo>
                <a:lnTo>
                  <a:pt x="7373178" y="6858000"/>
                </a:lnTo>
                <a:lnTo>
                  <a:pt x="0" y="6858000"/>
                </a:lnTo>
                <a:close/>
              </a:path>
            </a:pathLst>
          </a:custGeom>
          <a:solidFill>
            <a:schemeClr val="accent4">
              <a:alpha val="35000"/>
            </a:schemeClr>
          </a:solidFill>
          <a:ln w="76200">
            <a:solidFill>
              <a:schemeClr val="bg1"/>
            </a:solidFill>
          </a:ln>
        </p:spPr>
        <p:txBody>
          <a:bodyPr wrap="square">
            <a:noAutofit/>
          </a:bodyPr>
          <a:lstStyle>
            <a:lvl1pPr>
              <a:defRPr sz="1000" baseline="0"/>
            </a:lvl1pPr>
          </a:lstStyle>
          <a:p>
            <a:r>
              <a:rPr lang="id-ID" dirty="0" smtClean="0"/>
              <a:t>Pic here</a:t>
            </a:r>
            <a:endParaRPr lang="en-AU" dirty="0"/>
          </a:p>
        </p:txBody>
      </p:sp>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13" name="Text Placeholder 21"/>
          <p:cNvSpPr>
            <a:spLocks noGrp="1"/>
          </p:cNvSpPr>
          <p:nvPr>
            <p:ph type="body" sz="quarter" idx="20"/>
          </p:nvPr>
        </p:nvSpPr>
        <p:spPr>
          <a:xfrm>
            <a:off x="8303907" y="5417740"/>
            <a:ext cx="2492492" cy="256811"/>
          </a:xfrm>
        </p:spPr>
        <p:txBody>
          <a:bodyPr>
            <a:noAutofit/>
          </a:bodyPr>
          <a:lstStyle>
            <a:lvl1pPr algn="ctr">
              <a:defRPr sz="14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1" name="Text Placeholder 21"/>
          <p:cNvSpPr>
            <a:spLocks noGrp="1"/>
          </p:cNvSpPr>
          <p:nvPr>
            <p:ph type="body" sz="quarter" idx="29"/>
          </p:nvPr>
        </p:nvSpPr>
        <p:spPr>
          <a:xfrm>
            <a:off x="8303907" y="5695416"/>
            <a:ext cx="2492492" cy="330467"/>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5" name="Text Placeholder 21"/>
          <p:cNvSpPr>
            <a:spLocks noGrp="1"/>
          </p:cNvSpPr>
          <p:nvPr>
            <p:ph type="body" sz="quarter" idx="34"/>
          </p:nvPr>
        </p:nvSpPr>
        <p:spPr>
          <a:xfrm>
            <a:off x="479425" y="2048885"/>
            <a:ext cx="5616575" cy="360363"/>
          </a:xfrm>
        </p:spPr>
        <p:txBody>
          <a:bodyPr/>
          <a:lstStyle>
            <a:lvl1pP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6" name="Text Placeholder 21"/>
          <p:cNvSpPr>
            <a:spLocks noGrp="1"/>
          </p:cNvSpPr>
          <p:nvPr>
            <p:ph type="body" sz="quarter" idx="21"/>
          </p:nvPr>
        </p:nvSpPr>
        <p:spPr>
          <a:xfrm>
            <a:off x="479425" y="2457996"/>
            <a:ext cx="5616575" cy="1285330"/>
          </a:xfrm>
        </p:spPr>
        <p:txBody>
          <a:bodyPr>
            <a:normAutofit/>
          </a:bodyPr>
          <a:lstStyle>
            <a:lvl1pP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Tree>
    <p:extLst>
      <p:ext uri="{BB962C8B-B14F-4D97-AF65-F5344CB8AC3E}">
        <p14:creationId xmlns:p14="http://schemas.microsoft.com/office/powerpoint/2010/main" val="406565204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53" presetClass="entr" presetSubtype="16" fill="hold" grpId="0" nodeType="afterEffect">
                                  <p:stCondLst>
                                    <p:cond delay="0"/>
                                  </p:stCondLst>
                                  <p:childTnLst>
                                    <p:set>
                                      <p:cBhvr>
                                        <p:cTn id="20" dur="1" fill="hold">
                                          <p:stCondLst>
                                            <p:cond delay="0"/>
                                          </p:stCondLst>
                                        </p:cTn>
                                        <p:tgtEl>
                                          <p:spTgt spid="14"/>
                                        </p:tgtEl>
                                        <p:attrNameLst>
                                          <p:attrName>style.visibility</p:attrName>
                                        </p:attrNameLst>
                                      </p:cBhvr>
                                      <p:to>
                                        <p:strVal val="visible"/>
                                      </p:to>
                                    </p:set>
                                    <p:anim calcmode="lin" valueType="num">
                                      <p:cBhvr>
                                        <p:cTn id="21" dur="500" fill="hold"/>
                                        <p:tgtEl>
                                          <p:spTgt spid="14"/>
                                        </p:tgtEl>
                                        <p:attrNameLst>
                                          <p:attrName>ppt_w</p:attrName>
                                        </p:attrNameLst>
                                      </p:cBhvr>
                                      <p:tavLst>
                                        <p:tav tm="0">
                                          <p:val>
                                            <p:fltVal val="0"/>
                                          </p:val>
                                        </p:tav>
                                        <p:tav tm="100000">
                                          <p:val>
                                            <p:strVal val="#ppt_w"/>
                                          </p:val>
                                        </p:tav>
                                      </p:tavLst>
                                    </p:anim>
                                    <p:anim calcmode="lin" valueType="num">
                                      <p:cBhvr>
                                        <p:cTn id="22" dur="500" fill="hold"/>
                                        <p:tgtEl>
                                          <p:spTgt spid="14"/>
                                        </p:tgtEl>
                                        <p:attrNameLst>
                                          <p:attrName>ppt_h</p:attrName>
                                        </p:attrNameLst>
                                      </p:cBhvr>
                                      <p:tavLst>
                                        <p:tav tm="0">
                                          <p:val>
                                            <p:fltVal val="0"/>
                                          </p:val>
                                        </p:tav>
                                        <p:tav tm="100000">
                                          <p:val>
                                            <p:strVal val="#ppt_h"/>
                                          </p:val>
                                        </p:tav>
                                      </p:tavLst>
                                    </p:anim>
                                    <p:animEffect transition="in" filter="fade">
                                      <p:cBhvr>
                                        <p:cTn id="23" dur="500"/>
                                        <p:tgtEl>
                                          <p:spTgt spid="14"/>
                                        </p:tgtEl>
                                      </p:cBhvr>
                                    </p:animEffect>
                                  </p:childTnLst>
                                </p:cTn>
                              </p:par>
                            </p:childTnLst>
                          </p:cTn>
                        </p:par>
                        <p:par>
                          <p:cTn id="24" fill="hold">
                            <p:stCondLst>
                              <p:cond delay="2000"/>
                            </p:stCondLst>
                            <p:childTnLst>
                              <p:par>
                                <p:cTn id="25" presetID="22" presetClass="entr" presetSubtype="8" fill="hold" grpId="0" nodeType="afterEffect">
                                  <p:stCondLst>
                                    <p:cond delay="0"/>
                                  </p:stCondLst>
                                  <p:childTnLst>
                                    <p:set>
                                      <p:cBhvr>
                                        <p:cTn id="26" dur="1" fill="hold">
                                          <p:stCondLst>
                                            <p:cond delay="0"/>
                                          </p:stCondLst>
                                        </p:cTn>
                                        <p:tgtEl>
                                          <p:spTgt spid="17"/>
                                        </p:tgtEl>
                                        <p:attrNameLst>
                                          <p:attrName>style.visibility</p:attrName>
                                        </p:attrNameLst>
                                      </p:cBhvr>
                                      <p:to>
                                        <p:strVal val="visible"/>
                                      </p:to>
                                    </p:set>
                                    <p:animEffect transition="in" filter="wipe(left)">
                                      <p:cBhvr>
                                        <p:cTn id="27" dur="500"/>
                                        <p:tgtEl>
                                          <p:spTgt spid="17"/>
                                        </p:tgtEl>
                                      </p:cBhvr>
                                    </p:animEffect>
                                  </p:childTnLst>
                                </p:cTn>
                              </p:par>
                            </p:childTnLst>
                          </p:cTn>
                        </p:par>
                        <p:par>
                          <p:cTn id="28" fill="hold">
                            <p:stCondLst>
                              <p:cond delay="2500"/>
                            </p:stCondLst>
                            <p:childTnLst>
                              <p:par>
                                <p:cTn id="29" presetID="53" presetClass="entr" presetSubtype="16" fill="hold" grpId="0" nodeType="afterEffect" nodePh="1">
                                  <p:stCondLst>
                                    <p:cond delay="0"/>
                                  </p:stCondLst>
                                  <p:endCondLst>
                                    <p:cond evt="begin" delay="0">
                                      <p:tn val="29"/>
                                    </p:cond>
                                  </p:endCondLst>
                                  <p:childTnLst>
                                    <p:set>
                                      <p:cBhvr>
                                        <p:cTn id="30" dur="1" fill="hold">
                                          <p:stCondLst>
                                            <p:cond delay="0"/>
                                          </p:stCondLst>
                                        </p:cTn>
                                        <p:tgtEl>
                                          <p:spTgt spid="13">
                                            <p:txEl>
                                              <p:pRg st="0" end="0"/>
                                            </p:txEl>
                                          </p:spTgt>
                                        </p:tgtEl>
                                        <p:attrNameLst>
                                          <p:attrName>style.visibility</p:attrName>
                                        </p:attrNameLst>
                                      </p:cBhvr>
                                      <p:to>
                                        <p:strVal val="visible"/>
                                      </p:to>
                                    </p:set>
                                    <p:anim calcmode="lin" valueType="num">
                                      <p:cBhvr>
                                        <p:cTn id="31" dur="500" fill="hold"/>
                                        <p:tgtEl>
                                          <p:spTgt spid="13">
                                            <p:txEl>
                                              <p:pRg st="0" end="0"/>
                                            </p:txEl>
                                          </p:spTgt>
                                        </p:tgtEl>
                                        <p:attrNameLst>
                                          <p:attrName>ppt_w</p:attrName>
                                        </p:attrNameLst>
                                      </p:cBhvr>
                                      <p:tavLst>
                                        <p:tav tm="0">
                                          <p:val>
                                            <p:fltVal val="0"/>
                                          </p:val>
                                        </p:tav>
                                        <p:tav tm="100000">
                                          <p:val>
                                            <p:strVal val="#ppt_w"/>
                                          </p:val>
                                        </p:tav>
                                      </p:tavLst>
                                    </p:anim>
                                    <p:anim calcmode="lin" valueType="num">
                                      <p:cBhvr>
                                        <p:cTn id="32" dur="500" fill="hold"/>
                                        <p:tgtEl>
                                          <p:spTgt spid="13">
                                            <p:txEl>
                                              <p:pRg st="0" end="0"/>
                                            </p:txEl>
                                          </p:spTgt>
                                        </p:tgtEl>
                                        <p:attrNameLst>
                                          <p:attrName>ppt_h</p:attrName>
                                        </p:attrNameLst>
                                      </p:cBhvr>
                                      <p:tavLst>
                                        <p:tav tm="0">
                                          <p:val>
                                            <p:fltVal val="0"/>
                                          </p:val>
                                        </p:tav>
                                        <p:tav tm="100000">
                                          <p:val>
                                            <p:strVal val="#ppt_h"/>
                                          </p:val>
                                        </p:tav>
                                      </p:tavLst>
                                    </p:anim>
                                    <p:animEffect transition="in" filter="fade">
                                      <p:cBhvr>
                                        <p:cTn id="33" dur="500"/>
                                        <p:tgtEl>
                                          <p:spTgt spid="13">
                                            <p:txEl>
                                              <p:pRg st="0" end="0"/>
                                            </p:txEl>
                                          </p:spTgt>
                                        </p:tgtEl>
                                      </p:cBhvr>
                                    </p:animEffect>
                                  </p:childTnLst>
                                </p:cTn>
                              </p:par>
                            </p:childTnLst>
                          </p:cTn>
                        </p:par>
                        <p:par>
                          <p:cTn id="34" fill="hold">
                            <p:stCondLst>
                              <p:cond delay="3000"/>
                            </p:stCondLst>
                            <p:childTnLst>
                              <p:par>
                                <p:cTn id="35" presetID="42" presetClass="entr" presetSubtype="0" fill="hold" grpId="0" nodeType="afterEffect" nodePh="1">
                                  <p:stCondLst>
                                    <p:cond delay="0"/>
                                  </p:stCondLst>
                                  <p:endCondLst>
                                    <p:cond evt="begin" delay="0">
                                      <p:tn val="35"/>
                                    </p:cond>
                                  </p:endCondLst>
                                  <p:childTnLst>
                                    <p:set>
                                      <p:cBhvr>
                                        <p:cTn id="36" dur="1" fill="hold">
                                          <p:stCondLst>
                                            <p:cond delay="0"/>
                                          </p:stCondLst>
                                        </p:cTn>
                                        <p:tgtEl>
                                          <p:spTgt spid="21">
                                            <p:txEl>
                                              <p:pRg st="0" end="0"/>
                                            </p:txEl>
                                          </p:spTgt>
                                        </p:tgtEl>
                                        <p:attrNameLst>
                                          <p:attrName>style.visibility</p:attrName>
                                        </p:attrNameLst>
                                      </p:cBhvr>
                                      <p:to>
                                        <p:strVal val="visible"/>
                                      </p:to>
                                    </p:set>
                                    <p:animEffect transition="in" filter="fade">
                                      <p:cBhvr>
                                        <p:cTn id="37" dur="500"/>
                                        <p:tgtEl>
                                          <p:spTgt spid="21">
                                            <p:txEl>
                                              <p:pRg st="0" end="0"/>
                                            </p:txEl>
                                          </p:spTgt>
                                        </p:tgtEl>
                                      </p:cBhvr>
                                    </p:animEffect>
                                    <p:anim calcmode="lin" valueType="num">
                                      <p:cBhvr>
                                        <p:cTn id="38" dur="500" fill="hold"/>
                                        <p:tgtEl>
                                          <p:spTgt spid="21">
                                            <p:txEl>
                                              <p:pRg st="0" end="0"/>
                                            </p:txEl>
                                          </p:spTgt>
                                        </p:tgtEl>
                                        <p:attrNameLst>
                                          <p:attrName>ppt_x</p:attrName>
                                        </p:attrNameLst>
                                      </p:cBhvr>
                                      <p:tavLst>
                                        <p:tav tm="0">
                                          <p:val>
                                            <p:strVal val="#ppt_x"/>
                                          </p:val>
                                        </p:tav>
                                        <p:tav tm="100000">
                                          <p:val>
                                            <p:strVal val="#ppt_x"/>
                                          </p:val>
                                        </p:tav>
                                      </p:tavLst>
                                    </p:anim>
                                    <p:anim calcmode="lin" valueType="num">
                                      <p:cBhvr>
                                        <p:cTn id="39" dur="500" fill="hold"/>
                                        <p:tgtEl>
                                          <p:spTgt spid="21">
                                            <p:txEl>
                                              <p:pRg st="0" end="0"/>
                                            </p:txEl>
                                          </p:spTgt>
                                        </p:tgtEl>
                                        <p:attrNameLst>
                                          <p:attrName>ppt_y</p:attrName>
                                        </p:attrNameLst>
                                      </p:cBhvr>
                                      <p:tavLst>
                                        <p:tav tm="0">
                                          <p:val>
                                            <p:strVal val="#ppt_y+.1"/>
                                          </p:val>
                                        </p:tav>
                                        <p:tav tm="100000">
                                          <p:val>
                                            <p:strVal val="#ppt_y"/>
                                          </p:val>
                                        </p:tav>
                                      </p:tavLst>
                                    </p:anim>
                                  </p:childTnLst>
                                </p:cTn>
                              </p:par>
                            </p:childTnLst>
                          </p:cTn>
                        </p:par>
                        <p:par>
                          <p:cTn id="40" fill="hold">
                            <p:stCondLst>
                              <p:cond delay="3500"/>
                            </p:stCondLst>
                            <p:childTnLst>
                              <p:par>
                                <p:cTn id="41" presetID="53" presetClass="entr" presetSubtype="16" fill="hold" grpId="0" nodeType="afterEffect" nodePh="1">
                                  <p:stCondLst>
                                    <p:cond delay="0"/>
                                  </p:stCondLst>
                                  <p:endCondLst>
                                    <p:cond evt="begin" delay="0">
                                      <p:tn val="41"/>
                                    </p:cond>
                                  </p:endCondLst>
                                  <p:childTnLst>
                                    <p:set>
                                      <p:cBhvr>
                                        <p:cTn id="42" dur="1" fill="hold">
                                          <p:stCondLst>
                                            <p:cond delay="0"/>
                                          </p:stCondLst>
                                        </p:cTn>
                                        <p:tgtEl>
                                          <p:spTgt spid="25">
                                            <p:txEl>
                                              <p:pRg st="0" end="0"/>
                                            </p:txEl>
                                          </p:spTgt>
                                        </p:tgtEl>
                                        <p:attrNameLst>
                                          <p:attrName>style.visibility</p:attrName>
                                        </p:attrNameLst>
                                      </p:cBhvr>
                                      <p:to>
                                        <p:strVal val="visible"/>
                                      </p:to>
                                    </p:set>
                                    <p:anim calcmode="lin" valueType="num">
                                      <p:cBhvr>
                                        <p:cTn id="43" dur="500" fill="hold"/>
                                        <p:tgtEl>
                                          <p:spTgt spid="25">
                                            <p:txEl>
                                              <p:pRg st="0" end="0"/>
                                            </p:txEl>
                                          </p:spTgt>
                                        </p:tgtEl>
                                        <p:attrNameLst>
                                          <p:attrName>ppt_w</p:attrName>
                                        </p:attrNameLst>
                                      </p:cBhvr>
                                      <p:tavLst>
                                        <p:tav tm="0">
                                          <p:val>
                                            <p:fltVal val="0"/>
                                          </p:val>
                                        </p:tav>
                                        <p:tav tm="100000">
                                          <p:val>
                                            <p:strVal val="#ppt_w"/>
                                          </p:val>
                                        </p:tav>
                                      </p:tavLst>
                                    </p:anim>
                                    <p:anim calcmode="lin" valueType="num">
                                      <p:cBhvr>
                                        <p:cTn id="44" dur="500" fill="hold"/>
                                        <p:tgtEl>
                                          <p:spTgt spid="25">
                                            <p:txEl>
                                              <p:pRg st="0" end="0"/>
                                            </p:txEl>
                                          </p:spTgt>
                                        </p:tgtEl>
                                        <p:attrNameLst>
                                          <p:attrName>ppt_h</p:attrName>
                                        </p:attrNameLst>
                                      </p:cBhvr>
                                      <p:tavLst>
                                        <p:tav tm="0">
                                          <p:val>
                                            <p:fltVal val="0"/>
                                          </p:val>
                                        </p:tav>
                                        <p:tav tm="100000">
                                          <p:val>
                                            <p:strVal val="#ppt_h"/>
                                          </p:val>
                                        </p:tav>
                                      </p:tavLst>
                                    </p:anim>
                                    <p:animEffect transition="in" filter="fade">
                                      <p:cBhvr>
                                        <p:cTn id="45" dur="500"/>
                                        <p:tgtEl>
                                          <p:spTgt spid="25">
                                            <p:txEl>
                                              <p:pRg st="0" end="0"/>
                                            </p:txEl>
                                          </p:spTgt>
                                        </p:tgtEl>
                                      </p:cBhvr>
                                    </p:animEffect>
                                  </p:childTnLst>
                                </p:cTn>
                              </p:par>
                            </p:childTnLst>
                          </p:cTn>
                        </p:par>
                        <p:par>
                          <p:cTn id="46" fill="hold">
                            <p:stCondLst>
                              <p:cond delay="4000"/>
                            </p:stCondLst>
                            <p:childTnLst>
                              <p:par>
                                <p:cTn id="47" presetID="42" presetClass="entr" presetSubtype="0" fill="hold" grpId="0" nodeType="afterEffect" nodePh="1">
                                  <p:stCondLst>
                                    <p:cond delay="0"/>
                                  </p:stCondLst>
                                  <p:endCondLst>
                                    <p:cond evt="begin" delay="0">
                                      <p:tn val="47"/>
                                    </p:cond>
                                  </p:endCondLst>
                                  <p:childTnLst>
                                    <p:set>
                                      <p:cBhvr>
                                        <p:cTn id="48" dur="1" fill="hold">
                                          <p:stCondLst>
                                            <p:cond delay="0"/>
                                          </p:stCondLst>
                                        </p:cTn>
                                        <p:tgtEl>
                                          <p:spTgt spid="26">
                                            <p:txEl>
                                              <p:pRg st="0" end="0"/>
                                            </p:txEl>
                                          </p:spTgt>
                                        </p:tgtEl>
                                        <p:attrNameLst>
                                          <p:attrName>style.visibility</p:attrName>
                                        </p:attrNameLst>
                                      </p:cBhvr>
                                      <p:to>
                                        <p:strVal val="visible"/>
                                      </p:to>
                                    </p:set>
                                    <p:animEffect transition="in" filter="fade">
                                      <p:cBhvr>
                                        <p:cTn id="49" dur="500"/>
                                        <p:tgtEl>
                                          <p:spTgt spid="26">
                                            <p:txEl>
                                              <p:pRg st="0" end="0"/>
                                            </p:txEl>
                                          </p:spTgt>
                                        </p:tgtEl>
                                      </p:cBhvr>
                                    </p:animEffect>
                                    <p:anim calcmode="lin" valueType="num">
                                      <p:cBhvr>
                                        <p:cTn id="50" dur="500" fill="hold"/>
                                        <p:tgtEl>
                                          <p:spTgt spid="26">
                                            <p:txEl>
                                              <p:pRg st="0" end="0"/>
                                            </p:txEl>
                                          </p:spTgt>
                                        </p:tgtEl>
                                        <p:attrNameLst>
                                          <p:attrName>ppt_x</p:attrName>
                                        </p:attrNameLst>
                                      </p:cBhvr>
                                      <p:tavLst>
                                        <p:tav tm="0">
                                          <p:val>
                                            <p:strVal val="#ppt_x"/>
                                          </p:val>
                                        </p:tav>
                                        <p:tav tm="100000">
                                          <p:val>
                                            <p:strVal val="#ppt_x"/>
                                          </p:val>
                                        </p:tav>
                                      </p:tavLst>
                                    </p:anim>
                                    <p:anim calcmode="lin" valueType="num">
                                      <p:cBhvr>
                                        <p:cTn id="51" dur="500" fill="hold"/>
                                        <p:tgtEl>
                                          <p:spTgt spid="26">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7" grpId="0" animBg="1"/>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13"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3"/>
                        </p:tgtEl>
                        <p:attrNameLst>
                          <p:attrName>style.visibility</p:attrName>
                        </p:attrNameLst>
                      </p:cBhvr>
                      <p:to>
                        <p:strVal val="visible"/>
                      </p:to>
                    </p:set>
                    <p:anim calcmode="lin" valueType="num">
                      <p:cBhvr>
                        <p:cTn dur="500" fill="hold"/>
                        <p:tgtEl>
                          <p:spTgt spid="13"/>
                        </p:tgtEl>
                        <p:attrNameLst>
                          <p:attrName>ppt_w</p:attrName>
                        </p:attrNameLst>
                      </p:cBhvr>
                      <p:tavLst>
                        <p:tav tm="0">
                          <p:val>
                            <p:fltVal val="0"/>
                          </p:val>
                        </p:tav>
                        <p:tav tm="100000">
                          <p:val>
                            <p:strVal val="#ppt_w"/>
                          </p:val>
                        </p:tav>
                      </p:tavLst>
                    </p:anim>
                    <p:anim calcmode="lin" valueType="num">
                      <p:cBhvr>
                        <p:cTn dur="500" fill="hold"/>
                        <p:tgtEl>
                          <p:spTgt spid="13"/>
                        </p:tgtEl>
                        <p:attrNameLst>
                          <p:attrName>ppt_h</p:attrName>
                        </p:attrNameLst>
                      </p:cBhvr>
                      <p:tavLst>
                        <p:tav tm="0">
                          <p:val>
                            <p:fltVal val="0"/>
                          </p:val>
                        </p:tav>
                        <p:tav tm="100000">
                          <p:val>
                            <p:strVal val="#ppt_h"/>
                          </p:val>
                        </p:tav>
                      </p:tavLst>
                    </p:anim>
                    <p:animEffect transition="in" filter="fade">
                      <p:cBhvr>
                        <p:cTn dur="500"/>
                        <p:tgtEl>
                          <p:spTgt spid="13"/>
                        </p:tgtEl>
                      </p:cBhvr>
                    </p:animEffect>
                  </p:childTnLst>
                </p:cTn>
              </p:par>
            </p:tnLst>
          </p:tmpl>
        </p:tmplLst>
      </p:bldP>
      <p:bldP spid="21"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1"/>
                        </p:tgtEl>
                        <p:attrNameLst>
                          <p:attrName>style.visibility</p:attrName>
                        </p:attrNameLst>
                      </p:cBhvr>
                      <p:to>
                        <p:strVal val="visible"/>
                      </p:to>
                    </p:set>
                    <p:animEffect transition="in" filter="fade">
                      <p:cBhvr>
                        <p:cTn dur="500"/>
                        <p:tgtEl>
                          <p:spTgt spid="21"/>
                        </p:tgtEl>
                      </p:cBhvr>
                    </p:animEffect>
                    <p:anim calcmode="lin" valueType="num">
                      <p:cBhvr>
                        <p:cTn dur="500" fill="hold"/>
                        <p:tgtEl>
                          <p:spTgt spid="21"/>
                        </p:tgtEl>
                        <p:attrNameLst>
                          <p:attrName>ppt_x</p:attrName>
                        </p:attrNameLst>
                      </p:cBhvr>
                      <p:tavLst>
                        <p:tav tm="0">
                          <p:val>
                            <p:strVal val="#ppt_x"/>
                          </p:val>
                        </p:tav>
                        <p:tav tm="100000">
                          <p:val>
                            <p:strVal val="#ppt_x"/>
                          </p:val>
                        </p:tav>
                      </p:tavLst>
                    </p:anim>
                    <p:anim calcmode="lin" valueType="num">
                      <p:cBhvr>
                        <p:cTn dur="500" fill="hold"/>
                        <p:tgtEl>
                          <p:spTgt spid="21"/>
                        </p:tgtEl>
                        <p:attrNameLst>
                          <p:attrName>ppt_y</p:attrName>
                        </p:attrNameLst>
                      </p:cBhvr>
                      <p:tavLst>
                        <p:tav tm="0">
                          <p:val>
                            <p:strVal val="#ppt_y+.1"/>
                          </p:val>
                        </p:tav>
                        <p:tav tm="100000">
                          <p:val>
                            <p:strVal val="#ppt_y"/>
                          </p:val>
                        </p:tav>
                      </p:tavLst>
                    </p:anim>
                  </p:childTnLst>
                </p:cTn>
              </p:par>
            </p:tnLst>
          </p:tmpl>
        </p:tmplLst>
      </p:bldP>
      <p:bldP spid="25"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5"/>
                        </p:tgtEl>
                        <p:attrNameLst>
                          <p:attrName>style.visibility</p:attrName>
                        </p:attrNameLst>
                      </p:cBhvr>
                      <p:to>
                        <p:strVal val="visible"/>
                      </p:to>
                    </p:set>
                    <p:anim calcmode="lin" valueType="num">
                      <p:cBhvr>
                        <p:cTn dur="500" fill="hold"/>
                        <p:tgtEl>
                          <p:spTgt spid="25"/>
                        </p:tgtEl>
                        <p:attrNameLst>
                          <p:attrName>ppt_w</p:attrName>
                        </p:attrNameLst>
                      </p:cBhvr>
                      <p:tavLst>
                        <p:tav tm="0">
                          <p:val>
                            <p:fltVal val="0"/>
                          </p:val>
                        </p:tav>
                        <p:tav tm="100000">
                          <p:val>
                            <p:strVal val="#ppt_w"/>
                          </p:val>
                        </p:tav>
                      </p:tavLst>
                    </p:anim>
                    <p:anim calcmode="lin" valueType="num">
                      <p:cBhvr>
                        <p:cTn dur="500" fill="hold"/>
                        <p:tgtEl>
                          <p:spTgt spid="25"/>
                        </p:tgtEl>
                        <p:attrNameLst>
                          <p:attrName>ppt_h</p:attrName>
                        </p:attrNameLst>
                      </p:cBhvr>
                      <p:tavLst>
                        <p:tav tm="0">
                          <p:val>
                            <p:fltVal val="0"/>
                          </p:val>
                        </p:tav>
                        <p:tav tm="100000">
                          <p:val>
                            <p:strVal val="#ppt_h"/>
                          </p:val>
                        </p:tav>
                      </p:tavLst>
                    </p:anim>
                    <p:animEffect transition="in" filter="fade">
                      <p:cBhvr>
                        <p:cTn dur="500"/>
                        <p:tgtEl>
                          <p:spTgt spid="25"/>
                        </p:tgtEl>
                      </p:cBhvr>
                    </p:animEffect>
                  </p:childTnLst>
                </p:cTn>
              </p:par>
            </p:tnLst>
          </p:tmpl>
        </p:tmplLst>
      </p:bldP>
      <p:bldP spid="26"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6"/>
                        </p:tgtEl>
                        <p:attrNameLst>
                          <p:attrName>style.visibility</p:attrName>
                        </p:attrNameLst>
                      </p:cBhvr>
                      <p:to>
                        <p:strVal val="visible"/>
                      </p:to>
                    </p:set>
                    <p:animEffect transition="in" filter="fade">
                      <p:cBhvr>
                        <p:cTn dur="500"/>
                        <p:tgtEl>
                          <p:spTgt spid="26"/>
                        </p:tgtEl>
                      </p:cBhvr>
                    </p:animEffect>
                    <p:anim calcmode="lin" valueType="num">
                      <p:cBhvr>
                        <p:cTn dur="500" fill="hold"/>
                        <p:tgtEl>
                          <p:spTgt spid="26"/>
                        </p:tgtEl>
                        <p:attrNameLst>
                          <p:attrName>ppt_x</p:attrName>
                        </p:attrNameLst>
                      </p:cBhvr>
                      <p:tavLst>
                        <p:tav tm="0">
                          <p:val>
                            <p:strVal val="#ppt_x"/>
                          </p:val>
                        </p:tav>
                        <p:tav tm="100000">
                          <p:val>
                            <p:strVal val="#ppt_x"/>
                          </p:val>
                        </p:tav>
                      </p:tavLst>
                    </p:anim>
                    <p:anim calcmode="lin" valueType="num">
                      <p:cBhvr>
                        <p:cTn dur="500" fill="hold"/>
                        <p:tgtEl>
                          <p:spTgt spid="26"/>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780.xml><?xml version="1.0" encoding="utf-8"?>
<p:sldLayout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39" name="Picture Placeholder 38"/>
          <p:cNvSpPr>
            <a:spLocks noGrp="1"/>
          </p:cNvSpPr>
          <p:nvPr>
            <p:ph type="pic" sz="quarter" idx="14"/>
          </p:nvPr>
        </p:nvSpPr>
        <p:spPr>
          <a:xfrm>
            <a:off x="1031972" y="2625206"/>
            <a:ext cx="1919046" cy="1872751"/>
          </a:xfrm>
          <a:custGeom>
            <a:avLst/>
            <a:gdLst>
              <a:gd name="connsiteX0" fmla="*/ 661920 w 1782809"/>
              <a:gd name="connsiteY0" fmla="*/ 0 h 1739801"/>
              <a:gd name="connsiteX1" fmla="*/ 872621 w 1782809"/>
              <a:gd name="connsiteY1" fmla="*/ 112029 h 1739801"/>
              <a:gd name="connsiteX2" fmla="*/ 878174 w 1782809"/>
              <a:gd name="connsiteY2" fmla="*/ 122259 h 1739801"/>
              <a:gd name="connsiteX3" fmla="*/ 888662 w 1782809"/>
              <a:gd name="connsiteY3" fmla="*/ 120659 h 1739801"/>
              <a:gd name="connsiteX4" fmla="*/ 965961 w 1782809"/>
              <a:gd name="connsiteY4" fmla="*/ 116755 h 1739801"/>
              <a:gd name="connsiteX5" fmla="*/ 1326326 w 1782809"/>
              <a:gd name="connsiteY5" fmla="*/ 208003 h 1739801"/>
              <a:gd name="connsiteX6" fmla="*/ 1367203 w 1782809"/>
              <a:gd name="connsiteY6" fmla="*/ 232837 h 1739801"/>
              <a:gd name="connsiteX7" fmla="*/ 1376243 w 1782809"/>
              <a:gd name="connsiteY7" fmla="*/ 225379 h 1739801"/>
              <a:gd name="connsiteX8" fmla="*/ 1518310 w 1782809"/>
              <a:gd name="connsiteY8" fmla="*/ 181983 h 1739801"/>
              <a:gd name="connsiteX9" fmla="*/ 1772407 w 1782809"/>
              <a:gd name="connsiteY9" fmla="*/ 436079 h 1739801"/>
              <a:gd name="connsiteX10" fmla="*/ 1697983 w 1782809"/>
              <a:gd name="connsiteY10" fmla="*/ 615753 h 1739801"/>
              <a:gd name="connsiteX11" fmla="*/ 1681257 w 1782809"/>
              <a:gd name="connsiteY11" fmla="*/ 629554 h 1739801"/>
              <a:gd name="connsiteX12" fmla="*/ 1687993 w 1782809"/>
              <a:gd name="connsiteY12" fmla="*/ 647960 h 1739801"/>
              <a:gd name="connsiteX13" fmla="*/ 1721982 w 1782809"/>
              <a:gd name="connsiteY13" fmla="*/ 872777 h 1739801"/>
              <a:gd name="connsiteX14" fmla="*/ 1718079 w 1782809"/>
              <a:gd name="connsiteY14" fmla="*/ 950076 h 1739801"/>
              <a:gd name="connsiteX15" fmla="*/ 1708911 w 1782809"/>
              <a:gd name="connsiteY15" fmla="*/ 1010143 h 1739801"/>
              <a:gd name="connsiteX16" fmla="*/ 1739413 w 1782809"/>
              <a:gd name="connsiteY16" fmla="*/ 1047112 h 1739801"/>
              <a:gd name="connsiteX17" fmla="*/ 1782809 w 1782809"/>
              <a:gd name="connsiteY17" fmla="*/ 1189180 h 1739801"/>
              <a:gd name="connsiteX18" fmla="*/ 1528713 w 1782809"/>
              <a:gd name="connsiteY18" fmla="*/ 1443276 h 1739801"/>
              <a:gd name="connsiteX19" fmla="*/ 1477504 w 1782809"/>
              <a:gd name="connsiteY19" fmla="*/ 1438114 h 1739801"/>
              <a:gd name="connsiteX20" fmla="*/ 1469464 w 1782809"/>
              <a:gd name="connsiteY20" fmla="*/ 1435618 h 1739801"/>
              <a:gd name="connsiteX21" fmla="*/ 1446861 w 1782809"/>
              <a:gd name="connsiteY21" fmla="*/ 1456160 h 1739801"/>
              <a:gd name="connsiteX22" fmla="*/ 1033711 w 1782809"/>
              <a:gd name="connsiteY22" fmla="*/ 1625805 h 1739801"/>
              <a:gd name="connsiteX23" fmla="*/ 972376 w 1782809"/>
              <a:gd name="connsiteY23" fmla="*/ 1628515 h 1739801"/>
              <a:gd name="connsiteX24" fmla="*/ 941962 w 1782809"/>
              <a:gd name="connsiteY24" fmla="*/ 1665378 h 1739801"/>
              <a:gd name="connsiteX25" fmla="*/ 762288 w 1782809"/>
              <a:gd name="connsiteY25" fmla="*/ 1739801 h 1739801"/>
              <a:gd name="connsiteX26" fmla="*/ 508192 w 1782809"/>
              <a:gd name="connsiteY26" fmla="*/ 1485705 h 1739801"/>
              <a:gd name="connsiteX27" fmla="*/ 509460 w 1782809"/>
              <a:gd name="connsiteY27" fmla="*/ 1473124 h 1739801"/>
              <a:gd name="connsiteX28" fmla="*/ 457628 w 1782809"/>
              <a:gd name="connsiteY28" fmla="*/ 1432399 h 1739801"/>
              <a:gd name="connsiteX29" fmla="*/ 269351 w 1782809"/>
              <a:gd name="connsiteY29" fmla="*/ 1167055 h 1739801"/>
              <a:gd name="connsiteX30" fmla="*/ 256837 w 1782809"/>
              <a:gd name="connsiteY30" fmla="*/ 1132864 h 1739801"/>
              <a:gd name="connsiteX31" fmla="*/ 254096 w 1782809"/>
              <a:gd name="connsiteY31" fmla="*/ 1133141 h 1739801"/>
              <a:gd name="connsiteX32" fmla="*/ 0 w 1782809"/>
              <a:gd name="connsiteY32" fmla="*/ 879044 h 1739801"/>
              <a:gd name="connsiteX33" fmla="*/ 202887 w 1782809"/>
              <a:gd name="connsiteY33" fmla="*/ 630110 h 1739801"/>
              <a:gd name="connsiteX34" fmla="*/ 252284 w 1782809"/>
              <a:gd name="connsiteY34" fmla="*/ 625130 h 1739801"/>
              <a:gd name="connsiteX35" fmla="*/ 269351 w 1782809"/>
              <a:gd name="connsiteY35" fmla="*/ 578499 h 1739801"/>
              <a:gd name="connsiteX36" fmla="*/ 339055 w 1782809"/>
              <a:gd name="connsiteY36" fmla="*/ 450078 h 1739801"/>
              <a:gd name="connsiteX37" fmla="*/ 425429 w 1782809"/>
              <a:gd name="connsiteY37" fmla="*/ 345392 h 1739801"/>
              <a:gd name="connsiteX38" fmla="*/ 412986 w 1782809"/>
              <a:gd name="connsiteY38" fmla="*/ 305306 h 1739801"/>
              <a:gd name="connsiteX39" fmla="*/ 407824 w 1782809"/>
              <a:gd name="connsiteY39" fmla="*/ 254096 h 1739801"/>
              <a:gd name="connsiteX40" fmla="*/ 661920 w 1782809"/>
              <a:gd name="connsiteY40" fmla="*/ 0 h 1739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782809" h="1739801">
                <a:moveTo>
                  <a:pt x="661920" y="0"/>
                </a:moveTo>
                <a:cubicBezTo>
                  <a:pt x="749628" y="0"/>
                  <a:pt x="826958" y="44438"/>
                  <a:pt x="872621" y="112029"/>
                </a:cubicBezTo>
                <a:lnTo>
                  <a:pt x="878174" y="122259"/>
                </a:lnTo>
                <a:lnTo>
                  <a:pt x="888662" y="120659"/>
                </a:lnTo>
                <a:cubicBezTo>
                  <a:pt x="914077" y="118078"/>
                  <a:pt x="939864" y="116755"/>
                  <a:pt x="965961" y="116755"/>
                </a:cubicBezTo>
                <a:cubicBezTo>
                  <a:pt x="1096442" y="116755"/>
                  <a:pt x="1219202" y="149810"/>
                  <a:pt x="1326326" y="208003"/>
                </a:cubicBezTo>
                <a:lnTo>
                  <a:pt x="1367203" y="232837"/>
                </a:lnTo>
                <a:lnTo>
                  <a:pt x="1376243" y="225379"/>
                </a:lnTo>
                <a:cubicBezTo>
                  <a:pt x="1416796" y="197981"/>
                  <a:pt x="1465685" y="181983"/>
                  <a:pt x="1518310" y="181983"/>
                </a:cubicBezTo>
                <a:cubicBezTo>
                  <a:pt x="1658644" y="181983"/>
                  <a:pt x="1772407" y="295746"/>
                  <a:pt x="1772407" y="436079"/>
                </a:cubicBezTo>
                <a:cubicBezTo>
                  <a:pt x="1772407" y="506246"/>
                  <a:pt x="1743966" y="569770"/>
                  <a:pt x="1697983" y="615753"/>
                </a:cubicBezTo>
                <a:lnTo>
                  <a:pt x="1681257" y="629554"/>
                </a:lnTo>
                <a:lnTo>
                  <a:pt x="1687993" y="647960"/>
                </a:lnTo>
                <a:cubicBezTo>
                  <a:pt x="1710083" y="718979"/>
                  <a:pt x="1721982" y="794489"/>
                  <a:pt x="1721982" y="872777"/>
                </a:cubicBezTo>
                <a:cubicBezTo>
                  <a:pt x="1721982" y="898874"/>
                  <a:pt x="1720660" y="924661"/>
                  <a:pt x="1718079" y="950076"/>
                </a:cubicBezTo>
                <a:lnTo>
                  <a:pt x="1708911" y="1010143"/>
                </a:lnTo>
                <a:lnTo>
                  <a:pt x="1739413" y="1047112"/>
                </a:lnTo>
                <a:cubicBezTo>
                  <a:pt x="1766811" y="1087666"/>
                  <a:pt x="1782809" y="1136555"/>
                  <a:pt x="1782809" y="1189180"/>
                </a:cubicBezTo>
                <a:cubicBezTo>
                  <a:pt x="1782809" y="1329513"/>
                  <a:pt x="1669046" y="1443276"/>
                  <a:pt x="1528713" y="1443276"/>
                </a:cubicBezTo>
                <a:cubicBezTo>
                  <a:pt x="1511171" y="1443276"/>
                  <a:pt x="1494045" y="1441498"/>
                  <a:pt x="1477504" y="1438114"/>
                </a:cubicBezTo>
                <a:lnTo>
                  <a:pt x="1469464" y="1435618"/>
                </a:lnTo>
                <a:lnTo>
                  <a:pt x="1446861" y="1456160"/>
                </a:lnTo>
                <a:cubicBezTo>
                  <a:pt x="1332511" y="1550530"/>
                  <a:pt x="1189943" y="1611930"/>
                  <a:pt x="1033711" y="1625805"/>
                </a:cubicBezTo>
                <a:lnTo>
                  <a:pt x="972376" y="1628515"/>
                </a:lnTo>
                <a:lnTo>
                  <a:pt x="941962" y="1665378"/>
                </a:lnTo>
                <a:cubicBezTo>
                  <a:pt x="895980" y="1711361"/>
                  <a:pt x="832455" y="1739801"/>
                  <a:pt x="762288" y="1739801"/>
                </a:cubicBezTo>
                <a:cubicBezTo>
                  <a:pt x="621955" y="1739801"/>
                  <a:pt x="508192" y="1626038"/>
                  <a:pt x="508192" y="1485705"/>
                </a:cubicBezTo>
                <a:lnTo>
                  <a:pt x="509460" y="1473124"/>
                </a:lnTo>
                <a:lnTo>
                  <a:pt x="457628" y="1432399"/>
                </a:lnTo>
                <a:cubicBezTo>
                  <a:pt x="377073" y="1359182"/>
                  <a:pt x="312390" y="1268811"/>
                  <a:pt x="269351" y="1167055"/>
                </a:cubicBezTo>
                <a:lnTo>
                  <a:pt x="256837" y="1132864"/>
                </a:lnTo>
                <a:lnTo>
                  <a:pt x="254096" y="1133141"/>
                </a:lnTo>
                <a:cubicBezTo>
                  <a:pt x="113763" y="1133141"/>
                  <a:pt x="0" y="1019378"/>
                  <a:pt x="0" y="879044"/>
                </a:cubicBezTo>
                <a:cubicBezTo>
                  <a:pt x="0" y="756252"/>
                  <a:pt x="87099" y="653803"/>
                  <a:pt x="202887" y="630110"/>
                </a:cubicBezTo>
                <a:lnTo>
                  <a:pt x="252284" y="625130"/>
                </a:lnTo>
                <a:lnTo>
                  <a:pt x="269351" y="578499"/>
                </a:lnTo>
                <a:cubicBezTo>
                  <a:pt x="288479" y="533275"/>
                  <a:pt x="311883" y="490299"/>
                  <a:pt x="339055" y="450078"/>
                </a:cubicBezTo>
                <a:lnTo>
                  <a:pt x="425429" y="345392"/>
                </a:lnTo>
                <a:lnTo>
                  <a:pt x="412986" y="305306"/>
                </a:lnTo>
                <a:cubicBezTo>
                  <a:pt x="409601" y="288764"/>
                  <a:pt x="407824" y="271638"/>
                  <a:pt x="407824" y="254096"/>
                </a:cubicBezTo>
                <a:cubicBezTo>
                  <a:pt x="407824" y="113763"/>
                  <a:pt x="521586" y="0"/>
                  <a:pt x="661920" y="0"/>
                </a:cubicBezTo>
                <a:close/>
              </a:path>
            </a:pathLst>
          </a:custGeom>
          <a:solidFill>
            <a:schemeClr val="bg1">
              <a:lumMod val="85000"/>
            </a:schemeClr>
          </a:solidFill>
        </p:spPr>
        <p:txBody>
          <a:bodyPr wrap="square">
            <a:noAutofit/>
          </a:bodyPr>
          <a:lstStyle/>
          <a:p>
            <a:endParaRPr lang="en-AU"/>
          </a:p>
        </p:txBody>
      </p:sp>
      <p:sp>
        <p:nvSpPr>
          <p:cNvPr id="40" name="Picture Placeholder 39"/>
          <p:cNvSpPr>
            <a:spLocks noGrp="1"/>
          </p:cNvSpPr>
          <p:nvPr>
            <p:ph type="pic" sz="quarter" idx="15"/>
          </p:nvPr>
        </p:nvSpPr>
        <p:spPr>
          <a:xfrm flipH="1">
            <a:off x="3913909" y="5105241"/>
            <a:ext cx="1004455" cy="980224"/>
          </a:xfrm>
          <a:custGeom>
            <a:avLst/>
            <a:gdLst>
              <a:gd name="connsiteX0" fmla="*/ 661920 w 1782809"/>
              <a:gd name="connsiteY0" fmla="*/ 0 h 1739801"/>
              <a:gd name="connsiteX1" fmla="*/ 872621 w 1782809"/>
              <a:gd name="connsiteY1" fmla="*/ 112029 h 1739801"/>
              <a:gd name="connsiteX2" fmla="*/ 878174 w 1782809"/>
              <a:gd name="connsiteY2" fmla="*/ 122259 h 1739801"/>
              <a:gd name="connsiteX3" fmla="*/ 888662 w 1782809"/>
              <a:gd name="connsiteY3" fmla="*/ 120659 h 1739801"/>
              <a:gd name="connsiteX4" fmla="*/ 965961 w 1782809"/>
              <a:gd name="connsiteY4" fmla="*/ 116755 h 1739801"/>
              <a:gd name="connsiteX5" fmla="*/ 1326326 w 1782809"/>
              <a:gd name="connsiteY5" fmla="*/ 208003 h 1739801"/>
              <a:gd name="connsiteX6" fmla="*/ 1367203 w 1782809"/>
              <a:gd name="connsiteY6" fmla="*/ 232837 h 1739801"/>
              <a:gd name="connsiteX7" fmla="*/ 1376243 w 1782809"/>
              <a:gd name="connsiteY7" fmla="*/ 225379 h 1739801"/>
              <a:gd name="connsiteX8" fmla="*/ 1518310 w 1782809"/>
              <a:gd name="connsiteY8" fmla="*/ 181983 h 1739801"/>
              <a:gd name="connsiteX9" fmla="*/ 1772407 w 1782809"/>
              <a:gd name="connsiteY9" fmla="*/ 436079 h 1739801"/>
              <a:gd name="connsiteX10" fmla="*/ 1697983 w 1782809"/>
              <a:gd name="connsiteY10" fmla="*/ 615753 h 1739801"/>
              <a:gd name="connsiteX11" fmla="*/ 1681257 w 1782809"/>
              <a:gd name="connsiteY11" fmla="*/ 629554 h 1739801"/>
              <a:gd name="connsiteX12" fmla="*/ 1687993 w 1782809"/>
              <a:gd name="connsiteY12" fmla="*/ 647960 h 1739801"/>
              <a:gd name="connsiteX13" fmla="*/ 1721982 w 1782809"/>
              <a:gd name="connsiteY13" fmla="*/ 872777 h 1739801"/>
              <a:gd name="connsiteX14" fmla="*/ 1718079 w 1782809"/>
              <a:gd name="connsiteY14" fmla="*/ 950076 h 1739801"/>
              <a:gd name="connsiteX15" fmla="*/ 1708911 w 1782809"/>
              <a:gd name="connsiteY15" fmla="*/ 1010143 h 1739801"/>
              <a:gd name="connsiteX16" fmla="*/ 1739413 w 1782809"/>
              <a:gd name="connsiteY16" fmla="*/ 1047112 h 1739801"/>
              <a:gd name="connsiteX17" fmla="*/ 1782809 w 1782809"/>
              <a:gd name="connsiteY17" fmla="*/ 1189180 h 1739801"/>
              <a:gd name="connsiteX18" fmla="*/ 1528713 w 1782809"/>
              <a:gd name="connsiteY18" fmla="*/ 1443276 h 1739801"/>
              <a:gd name="connsiteX19" fmla="*/ 1477504 w 1782809"/>
              <a:gd name="connsiteY19" fmla="*/ 1438114 h 1739801"/>
              <a:gd name="connsiteX20" fmla="*/ 1469464 w 1782809"/>
              <a:gd name="connsiteY20" fmla="*/ 1435618 h 1739801"/>
              <a:gd name="connsiteX21" fmla="*/ 1446861 w 1782809"/>
              <a:gd name="connsiteY21" fmla="*/ 1456160 h 1739801"/>
              <a:gd name="connsiteX22" fmla="*/ 1033711 w 1782809"/>
              <a:gd name="connsiteY22" fmla="*/ 1625805 h 1739801"/>
              <a:gd name="connsiteX23" fmla="*/ 972376 w 1782809"/>
              <a:gd name="connsiteY23" fmla="*/ 1628515 h 1739801"/>
              <a:gd name="connsiteX24" fmla="*/ 941962 w 1782809"/>
              <a:gd name="connsiteY24" fmla="*/ 1665378 h 1739801"/>
              <a:gd name="connsiteX25" fmla="*/ 762288 w 1782809"/>
              <a:gd name="connsiteY25" fmla="*/ 1739801 h 1739801"/>
              <a:gd name="connsiteX26" fmla="*/ 508192 w 1782809"/>
              <a:gd name="connsiteY26" fmla="*/ 1485705 h 1739801"/>
              <a:gd name="connsiteX27" fmla="*/ 509460 w 1782809"/>
              <a:gd name="connsiteY27" fmla="*/ 1473124 h 1739801"/>
              <a:gd name="connsiteX28" fmla="*/ 457628 w 1782809"/>
              <a:gd name="connsiteY28" fmla="*/ 1432399 h 1739801"/>
              <a:gd name="connsiteX29" fmla="*/ 269351 w 1782809"/>
              <a:gd name="connsiteY29" fmla="*/ 1167055 h 1739801"/>
              <a:gd name="connsiteX30" fmla="*/ 256837 w 1782809"/>
              <a:gd name="connsiteY30" fmla="*/ 1132864 h 1739801"/>
              <a:gd name="connsiteX31" fmla="*/ 254096 w 1782809"/>
              <a:gd name="connsiteY31" fmla="*/ 1133141 h 1739801"/>
              <a:gd name="connsiteX32" fmla="*/ 0 w 1782809"/>
              <a:gd name="connsiteY32" fmla="*/ 879044 h 1739801"/>
              <a:gd name="connsiteX33" fmla="*/ 202887 w 1782809"/>
              <a:gd name="connsiteY33" fmla="*/ 630110 h 1739801"/>
              <a:gd name="connsiteX34" fmla="*/ 252284 w 1782809"/>
              <a:gd name="connsiteY34" fmla="*/ 625130 h 1739801"/>
              <a:gd name="connsiteX35" fmla="*/ 269351 w 1782809"/>
              <a:gd name="connsiteY35" fmla="*/ 578499 h 1739801"/>
              <a:gd name="connsiteX36" fmla="*/ 339055 w 1782809"/>
              <a:gd name="connsiteY36" fmla="*/ 450078 h 1739801"/>
              <a:gd name="connsiteX37" fmla="*/ 425429 w 1782809"/>
              <a:gd name="connsiteY37" fmla="*/ 345392 h 1739801"/>
              <a:gd name="connsiteX38" fmla="*/ 412986 w 1782809"/>
              <a:gd name="connsiteY38" fmla="*/ 305306 h 1739801"/>
              <a:gd name="connsiteX39" fmla="*/ 407824 w 1782809"/>
              <a:gd name="connsiteY39" fmla="*/ 254096 h 1739801"/>
              <a:gd name="connsiteX40" fmla="*/ 661920 w 1782809"/>
              <a:gd name="connsiteY40" fmla="*/ 0 h 1739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782809" h="1739801">
                <a:moveTo>
                  <a:pt x="661920" y="0"/>
                </a:moveTo>
                <a:cubicBezTo>
                  <a:pt x="749628" y="0"/>
                  <a:pt x="826958" y="44438"/>
                  <a:pt x="872621" y="112029"/>
                </a:cubicBezTo>
                <a:lnTo>
                  <a:pt x="878174" y="122259"/>
                </a:lnTo>
                <a:lnTo>
                  <a:pt x="888662" y="120659"/>
                </a:lnTo>
                <a:cubicBezTo>
                  <a:pt x="914077" y="118078"/>
                  <a:pt x="939864" y="116755"/>
                  <a:pt x="965961" y="116755"/>
                </a:cubicBezTo>
                <a:cubicBezTo>
                  <a:pt x="1096442" y="116755"/>
                  <a:pt x="1219202" y="149810"/>
                  <a:pt x="1326326" y="208003"/>
                </a:cubicBezTo>
                <a:lnTo>
                  <a:pt x="1367203" y="232837"/>
                </a:lnTo>
                <a:lnTo>
                  <a:pt x="1376243" y="225379"/>
                </a:lnTo>
                <a:cubicBezTo>
                  <a:pt x="1416796" y="197981"/>
                  <a:pt x="1465685" y="181983"/>
                  <a:pt x="1518310" y="181983"/>
                </a:cubicBezTo>
                <a:cubicBezTo>
                  <a:pt x="1658644" y="181983"/>
                  <a:pt x="1772407" y="295746"/>
                  <a:pt x="1772407" y="436079"/>
                </a:cubicBezTo>
                <a:cubicBezTo>
                  <a:pt x="1772407" y="506246"/>
                  <a:pt x="1743966" y="569770"/>
                  <a:pt x="1697983" y="615753"/>
                </a:cubicBezTo>
                <a:lnTo>
                  <a:pt x="1681257" y="629554"/>
                </a:lnTo>
                <a:lnTo>
                  <a:pt x="1687993" y="647960"/>
                </a:lnTo>
                <a:cubicBezTo>
                  <a:pt x="1710083" y="718979"/>
                  <a:pt x="1721982" y="794489"/>
                  <a:pt x="1721982" y="872777"/>
                </a:cubicBezTo>
                <a:cubicBezTo>
                  <a:pt x="1721982" y="898874"/>
                  <a:pt x="1720660" y="924661"/>
                  <a:pt x="1718079" y="950076"/>
                </a:cubicBezTo>
                <a:lnTo>
                  <a:pt x="1708911" y="1010143"/>
                </a:lnTo>
                <a:lnTo>
                  <a:pt x="1739413" y="1047112"/>
                </a:lnTo>
                <a:cubicBezTo>
                  <a:pt x="1766811" y="1087666"/>
                  <a:pt x="1782809" y="1136555"/>
                  <a:pt x="1782809" y="1189180"/>
                </a:cubicBezTo>
                <a:cubicBezTo>
                  <a:pt x="1782809" y="1329513"/>
                  <a:pt x="1669046" y="1443276"/>
                  <a:pt x="1528713" y="1443276"/>
                </a:cubicBezTo>
                <a:cubicBezTo>
                  <a:pt x="1511171" y="1443276"/>
                  <a:pt x="1494045" y="1441498"/>
                  <a:pt x="1477504" y="1438114"/>
                </a:cubicBezTo>
                <a:lnTo>
                  <a:pt x="1469464" y="1435618"/>
                </a:lnTo>
                <a:lnTo>
                  <a:pt x="1446861" y="1456160"/>
                </a:lnTo>
                <a:cubicBezTo>
                  <a:pt x="1332511" y="1550530"/>
                  <a:pt x="1189943" y="1611930"/>
                  <a:pt x="1033711" y="1625805"/>
                </a:cubicBezTo>
                <a:lnTo>
                  <a:pt x="972376" y="1628515"/>
                </a:lnTo>
                <a:lnTo>
                  <a:pt x="941962" y="1665378"/>
                </a:lnTo>
                <a:cubicBezTo>
                  <a:pt x="895980" y="1711361"/>
                  <a:pt x="832455" y="1739801"/>
                  <a:pt x="762288" y="1739801"/>
                </a:cubicBezTo>
                <a:cubicBezTo>
                  <a:pt x="621955" y="1739801"/>
                  <a:pt x="508192" y="1626038"/>
                  <a:pt x="508192" y="1485705"/>
                </a:cubicBezTo>
                <a:lnTo>
                  <a:pt x="509460" y="1473124"/>
                </a:lnTo>
                <a:lnTo>
                  <a:pt x="457628" y="1432399"/>
                </a:lnTo>
                <a:cubicBezTo>
                  <a:pt x="377073" y="1359182"/>
                  <a:pt x="312390" y="1268811"/>
                  <a:pt x="269351" y="1167055"/>
                </a:cubicBezTo>
                <a:lnTo>
                  <a:pt x="256837" y="1132864"/>
                </a:lnTo>
                <a:lnTo>
                  <a:pt x="254096" y="1133141"/>
                </a:lnTo>
                <a:cubicBezTo>
                  <a:pt x="113763" y="1133141"/>
                  <a:pt x="0" y="1019378"/>
                  <a:pt x="0" y="879044"/>
                </a:cubicBezTo>
                <a:cubicBezTo>
                  <a:pt x="0" y="756252"/>
                  <a:pt x="87099" y="653803"/>
                  <a:pt x="202887" y="630110"/>
                </a:cubicBezTo>
                <a:lnTo>
                  <a:pt x="252284" y="625130"/>
                </a:lnTo>
                <a:lnTo>
                  <a:pt x="269351" y="578499"/>
                </a:lnTo>
                <a:cubicBezTo>
                  <a:pt x="288479" y="533275"/>
                  <a:pt x="311883" y="490299"/>
                  <a:pt x="339055" y="450078"/>
                </a:cubicBezTo>
                <a:lnTo>
                  <a:pt x="425429" y="345392"/>
                </a:lnTo>
                <a:lnTo>
                  <a:pt x="412986" y="305306"/>
                </a:lnTo>
                <a:cubicBezTo>
                  <a:pt x="409601" y="288764"/>
                  <a:pt x="407824" y="271638"/>
                  <a:pt x="407824" y="254096"/>
                </a:cubicBezTo>
                <a:cubicBezTo>
                  <a:pt x="407824" y="113763"/>
                  <a:pt x="521586" y="0"/>
                  <a:pt x="661920" y="0"/>
                </a:cubicBezTo>
                <a:close/>
              </a:path>
            </a:pathLst>
          </a:custGeom>
          <a:solidFill>
            <a:schemeClr val="bg1">
              <a:lumMod val="85000"/>
            </a:schemeClr>
          </a:solidFill>
        </p:spPr>
        <p:txBody>
          <a:bodyPr wrap="square">
            <a:noAutofit/>
          </a:bodyPr>
          <a:lstStyle/>
          <a:p>
            <a:endParaRPr lang="en-AU"/>
          </a:p>
        </p:txBody>
      </p:sp>
      <p:sp>
        <p:nvSpPr>
          <p:cNvPr id="41" name="Picture Placeholder 40"/>
          <p:cNvSpPr>
            <a:spLocks noGrp="1"/>
          </p:cNvSpPr>
          <p:nvPr>
            <p:ph type="pic" sz="quarter" idx="16"/>
          </p:nvPr>
        </p:nvSpPr>
        <p:spPr>
          <a:xfrm flipH="1">
            <a:off x="3913908" y="1877961"/>
            <a:ext cx="1004455" cy="980224"/>
          </a:xfrm>
          <a:custGeom>
            <a:avLst/>
            <a:gdLst>
              <a:gd name="connsiteX0" fmla="*/ 661920 w 1782809"/>
              <a:gd name="connsiteY0" fmla="*/ 0 h 1739801"/>
              <a:gd name="connsiteX1" fmla="*/ 872621 w 1782809"/>
              <a:gd name="connsiteY1" fmla="*/ 112029 h 1739801"/>
              <a:gd name="connsiteX2" fmla="*/ 878174 w 1782809"/>
              <a:gd name="connsiteY2" fmla="*/ 122259 h 1739801"/>
              <a:gd name="connsiteX3" fmla="*/ 888662 w 1782809"/>
              <a:gd name="connsiteY3" fmla="*/ 120659 h 1739801"/>
              <a:gd name="connsiteX4" fmla="*/ 965961 w 1782809"/>
              <a:gd name="connsiteY4" fmla="*/ 116755 h 1739801"/>
              <a:gd name="connsiteX5" fmla="*/ 1326326 w 1782809"/>
              <a:gd name="connsiteY5" fmla="*/ 208003 h 1739801"/>
              <a:gd name="connsiteX6" fmla="*/ 1367203 w 1782809"/>
              <a:gd name="connsiteY6" fmla="*/ 232837 h 1739801"/>
              <a:gd name="connsiteX7" fmla="*/ 1376243 w 1782809"/>
              <a:gd name="connsiteY7" fmla="*/ 225379 h 1739801"/>
              <a:gd name="connsiteX8" fmla="*/ 1518310 w 1782809"/>
              <a:gd name="connsiteY8" fmla="*/ 181983 h 1739801"/>
              <a:gd name="connsiteX9" fmla="*/ 1772407 w 1782809"/>
              <a:gd name="connsiteY9" fmla="*/ 436079 h 1739801"/>
              <a:gd name="connsiteX10" fmla="*/ 1697983 w 1782809"/>
              <a:gd name="connsiteY10" fmla="*/ 615753 h 1739801"/>
              <a:gd name="connsiteX11" fmla="*/ 1681257 w 1782809"/>
              <a:gd name="connsiteY11" fmla="*/ 629554 h 1739801"/>
              <a:gd name="connsiteX12" fmla="*/ 1687993 w 1782809"/>
              <a:gd name="connsiteY12" fmla="*/ 647960 h 1739801"/>
              <a:gd name="connsiteX13" fmla="*/ 1721982 w 1782809"/>
              <a:gd name="connsiteY13" fmla="*/ 872777 h 1739801"/>
              <a:gd name="connsiteX14" fmla="*/ 1718079 w 1782809"/>
              <a:gd name="connsiteY14" fmla="*/ 950076 h 1739801"/>
              <a:gd name="connsiteX15" fmla="*/ 1708911 w 1782809"/>
              <a:gd name="connsiteY15" fmla="*/ 1010143 h 1739801"/>
              <a:gd name="connsiteX16" fmla="*/ 1739413 w 1782809"/>
              <a:gd name="connsiteY16" fmla="*/ 1047112 h 1739801"/>
              <a:gd name="connsiteX17" fmla="*/ 1782809 w 1782809"/>
              <a:gd name="connsiteY17" fmla="*/ 1189180 h 1739801"/>
              <a:gd name="connsiteX18" fmla="*/ 1528713 w 1782809"/>
              <a:gd name="connsiteY18" fmla="*/ 1443276 h 1739801"/>
              <a:gd name="connsiteX19" fmla="*/ 1477504 w 1782809"/>
              <a:gd name="connsiteY19" fmla="*/ 1438114 h 1739801"/>
              <a:gd name="connsiteX20" fmla="*/ 1469464 w 1782809"/>
              <a:gd name="connsiteY20" fmla="*/ 1435618 h 1739801"/>
              <a:gd name="connsiteX21" fmla="*/ 1446861 w 1782809"/>
              <a:gd name="connsiteY21" fmla="*/ 1456160 h 1739801"/>
              <a:gd name="connsiteX22" fmla="*/ 1033711 w 1782809"/>
              <a:gd name="connsiteY22" fmla="*/ 1625805 h 1739801"/>
              <a:gd name="connsiteX23" fmla="*/ 972376 w 1782809"/>
              <a:gd name="connsiteY23" fmla="*/ 1628515 h 1739801"/>
              <a:gd name="connsiteX24" fmla="*/ 941962 w 1782809"/>
              <a:gd name="connsiteY24" fmla="*/ 1665378 h 1739801"/>
              <a:gd name="connsiteX25" fmla="*/ 762288 w 1782809"/>
              <a:gd name="connsiteY25" fmla="*/ 1739801 h 1739801"/>
              <a:gd name="connsiteX26" fmla="*/ 508192 w 1782809"/>
              <a:gd name="connsiteY26" fmla="*/ 1485705 h 1739801"/>
              <a:gd name="connsiteX27" fmla="*/ 509460 w 1782809"/>
              <a:gd name="connsiteY27" fmla="*/ 1473124 h 1739801"/>
              <a:gd name="connsiteX28" fmla="*/ 457628 w 1782809"/>
              <a:gd name="connsiteY28" fmla="*/ 1432399 h 1739801"/>
              <a:gd name="connsiteX29" fmla="*/ 269351 w 1782809"/>
              <a:gd name="connsiteY29" fmla="*/ 1167055 h 1739801"/>
              <a:gd name="connsiteX30" fmla="*/ 256837 w 1782809"/>
              <a:gd name="connsiteY30" fmla="*/ 1132864 h 1739801"/>
              <a:gd name="connsiteX31" fmla="*/ 254096 w 1782809"/>
              <a:gd name="connsiteY31" fmla="*/ 1133141 h 1739801"/>
              <a:gd name="connsiteX32" fmla="*/ 0 w 1782809"/>
              <a:gd name="connsiteY32" fmla="*/ 879044 h 1739801"/>
              <a:gd name="connsiteX33" fmla="*/ 202887 w 1782809"/>
              <a:gd name="connsiteY33" fmla="*/ 630110 h 1739801"/>
              <a:gd name="connsiteX34" fmla="*/ 252284 w 1782809"/>
              <a:gd name="connsiteY34" fmla="*/ 625130 h 1739801"/>
              <a:gd name="connsiteX35" fmla="*/ 269351 w 1782809"/>
              <a:gd name="connsiteY35" fmla="*/ 578499 h 1739801"/>
              <a:gd name="connsiteX36" fmla="*/ 339055 w 1782809"/>
              <a:gd name="connsiteY36" fmla="*/ 450078 h 1739801"/>
              <a:gd name="connsiteX37" fmla="*/ 425429 w 1782809"/>
              <a:gd name="connsiteY37" fmla="*/ 345392 h 1739801"/>
              <a:gd name="connsiteX38" fmla="*/ 412986 w 1782809"/>
              <a:gd name="connsiteY38" fmla="*/ 305306 h 1739801"/>
              <a:gd name="connsiteX39" fmla="*/ 407824 w 1782809"/>
              <a:gd name="connsiteY39" fmla="*/ 254096 h 1739801"/>
              <a:gd name="connsiteX40" fmla="*/ 661920 w 1782809"/>
              <a:gd name="connsiteY40" fmla="*/ 0 h 1739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782809" h="1739801">
                <a:moveTo>
                  <a:pt x="661920" y="0"/>
                </a:moveTo>
                <a:cubicBezTo>
                  <a:pt x="749628" y="0"/>
                  <a:pt x="826958" y="44438"/>
                  <a:pt x="872621" y="112029"/>
                </a:cubicBezTo>
                <a:lnTo>
                  <a:pt x="878174" y="122259"/>
                </a:lnTo>
                <a:lnTo>
                  <a:pt x="888662" y="120659"/>
                </a:lnTo>
                <a:cubicBezTo>
                  <a:pt x="914077" y="118078"/>
                  <a:pt x="939864" y="116755"/>
                  <a:pt x="965961" y="116755"/>
                </a:cubicBezTo>
                <a:cubicBezTo>
                  <a:pt x="1096442" y="116755"/>
                  <a:pt x="1219202" y="149810"/>
                  <a:pt x="1326326" y="208003"/>
                </a:cubicBezTo>
                <a:lnTo>
                  <a:pt x="1367203" y="232837"/>
                </a:lnTo>
                <a:lnTo>
                  <a:pt x="1376243" y="225379"/>
                </a:lnTo>
                <a:cubicBezTo>
                  <a:pt x="1416796" y="197981"/>
                  <a:pt x="1465685" y="181983"/>
                  <a:pt x="1518310" y="181983"/>
                </a:cubicBezTo>
                <a:cubicBezTo>
                  <a:pt x="1658644" y="181983"/>
                  <a:pt x="1772407" y="295746"/>
                  <a:pt x="1772407" y="436079"/>
                </a:cubicBezTo>
                <a:cubicBezTo>
                  <a:pt x="1772407" y="506246"/>
                  <a:pt x="1743966" y="569770"/>
                  <a:pt x="1697983" y="615753"/>
                </a:cubicBezTo>
                <a:lnTo>
                  <a:pt x="1681257" y="629554"/>
                </a:lnTo>
                <a:lnTo>
                  <a:pt x="1687993" y="647960"/>
                </a:lnTo>
                <a:cubicBezTo>
                  <a:pt x="1710083" y="718979"/>
                  <a:pt x="1721982" y="794489"/>
                  <a:pt x="1721982" y="872777"/>
                </a:cubicBezTo>
                <a:cubicBezTo>
                  <a:pt x="1721982" y="898874"/>
                  <a:pt x="1720660" y="924661"/>
                  <a:pt x="1718079" y="950076"/>
                </a:cubicBezTo>
                <a:lnTo>
                  <a:pt x="1708911" y="1010143"/>
                </a:lnTo>
                <a:lnTo>
                  <a:pt x="1739413" y="1047112"/>
                </a:lnTo>
                <a:cubicBezTo>
                  <a:pt x="1766811" y="1087666"/>
                  <a:pt x="1782809" y="1136555"/>
                  <a:pt x="1782809" y="1189180"/>
                </a:cubicBezTo>
                <a:cubicBezTo>
                  <a:pt x="1782809" y="1329513"/>
                  <a:pt x="1669046" y="1443276"/>
                  <a:pt x="1528713" y="1443276"/>
                </a:cubicBezTo>
                <a:cubicBezTo>
                  <a:pt x="1511171" y="1443276"/>
                  <a:pt x="1494045" y="1441498"/>
                  <a:pt x="1477504" y="1438114"/>
                </a:cubicBezTo>
                <a:lnTo>
                  <a:pt x="1469464" y="1435618"/>
                </a:lnTo>
                <a:lnTo>
                  <a:pt x="1446861" y="1456160"/>
                </a:lnTo>
                <a:cubicBezTo>
                  <a:pt x="1332511" y="1550530"/>
                  <a:pt x="1189943" y="1611930"/>
                  <a:pt x="1033711" y="1625805"/>
                </a:cubicBezTo>
                <a:lnTo>
                  <a:pt x="972376" y="1628515"/>
                </a:lnTo>
                <a:lnTo>
                  <a:pt x="941962" y="1665378"/>
                </a:lnTo>
                <a:cubicBezTo>
                  <a:pt x="895980" y="1711361"/>
                  <a:pt x="832455" y="1739801"/>
                  <a:pt x="762288" y="1739801"/>
                </a:cubicBezTo>
                <a:cubicBezTo>
                  <a:pt x="621955" y="1739801"/>
                  <a:pt x="508192" y="1626038"/>
                  <a:pt x="508192" y="1485705"/>
                </a:cubicBezTo>
                <a:lnTo>
                  <a:pt x="509460" y="1473124"/>
                </a:lnTo>
                <a:lnTo>
                  <a:pt x="457628" y="1432399"/>
                </a:lnTo>
                <a:cubicBezTo>
                  <a:pt x="377073" y="1359182"/>
                  <a:pt x="312390" y="1268811"/>
                  <a:pt x="269351" y="1167055"/>
                </a:cubicBezTo>
                <a:lnTo>
                  <a:pt x="256837" y="1132864"/>
                </a:lnTo>
                <a:lnTo>
                  <a:pt x="254096" y="1133141"/>
                </a:lnTo>
                <a:cubicBezTo>
                  <a:pt x="113763" y="1133141"/>
                  <a:pt x="0" y="1019378"/>
                  <a:pt x="0" y="879044"/>
                </a:cubicBezTo>
                <a:cubicBezTo>
                  <a:pt x="0" y="756252"/>
                  <a:pt x="87099" y="653803"/>
                  <a:pt x="202887" y="630110"/>
                </a:cubicBezTo>
                <a:lnTo>
                  <a:pt x="252284" y="625130"/>
                </a:lnTo>
                <a:lnTo>
                  <a:pt x="269351" y="578499"/>
                </a:lnTo>
                <a:cubicBezTo>
                  <a:pt x="288479" y="533275"/>
                  <a:pt x="311883" y="490299"/>
                  <a:pt x="339055" y="450078"/>
                </a:cubicBezTo>
                <a:lnTo>
                  <a:pt x="425429" y="345392"/>
                </a:lnTo>
                <a:lnTo>
                  <a:pt x="412986" y="305306"/>
                </a:lnTo>
                <a:cubicBezTo>
                  <a:pt x="409601" y="288764"/>
                  <a:pt x="407824" y="271638"/>
                  <a:pt x="407824" y="254096"/>
                </a:cubicBezTo>
                <a:cubicBezTo>
                  <a:pt x="407824" y="113763"/>
                  <a:pt x="521586" y="0"/>
                  <a:pt x="661920" y="0"/>
                </a:cubicBezTo>
                <a:close/>
              </a:path>
            </a:pathLst>
          </a:custGeom>
          <a:solidFill>
            <a:schemeClr val="bg1">
              <a:lumMod val="85000"/>
            </a:schemeClr>
          </a:solidFill>
        </p:spPr>
        <p:txBody>
          <a:bodyPr wrap="square">
            <a:noAutofit/>
          </a:bodyPr>
          <a:lstStyle/>
          <a:p>
            <a:endParaRPr lang="en-AU" dirty="0"/>
          </a:p>
        </p:txBody>
      </p:sp>
      <p:sp>
        <p:nvSpPr>
          <p:cNvPr id="42" name="Picture Placeholder 41"/>
          <p:cNvSpPr>
            <a:spLocks noGrp="1"/>
          </p:cNvSpPr>
          <p:nvPr>
            <p:ph type="pic" sz="quarter" idx="17"/>
          </p:nvPr>
        </p:nvSpPr>
        <p:spPr>
          <a:xfrm flipH="1">
            <a:off x="4191001" y="3495474"/>
            <a:ext cx="1004455" cy="980224"/>
          </a:xfrm>
          <a:custGeom>
            <a:avLst/>
            <a:gdLst>
              <a:gd name="connsiteX0" fmla="*/ 661920 w 1782809"/>
              <a:gd name="connsiteY0" fmla="*/ 0 h 1739801"/>
              <a:gd name="connsiteX1" fmla="*/ 872621 w 1782809"/>
              <a:gd name="connsiteY1" fmla="*/ 112029 h 1739801"/>
              <a:gd name="connsiteX2" fmla="*/ 878174 w 1782809"/>
              <a:gd name="connsiteY2" fmla="*/ 122259 h 1739801"/>
              <a:gd name="connsiteX3" fmla="*/ 888662 w 1782809"/>
              <a:gd name="connsiteY3" fmla="*/ 120659 h 1739801"/>
              <a:gd name="connsiteX4" fmla="*/ 965961 w 1782809"/>
              <a:gd name="connsiteY4" fmla="*/ 116755 h 1739801"/>
              <a:gd name="connsiteX5" fmla="*/ 1326326 w 1782809"/>
              <a:gd name="connsiteY5" fmla="*/ 208003 h 1739801"/>
              <a:gd name="connsiteX6" fmla="*/ 1367203 w 1782809"/>
              <a:gd name="connsiteY6" fmla="*/ 232837 h 1739801"/>
              <a:gd name="connsiteX7" fmla="*/ 1376243 w 1782809"/>
              <a:gd name="connsiteY7" fmla="*/ 225379 h 1739801"/>
              <a:gd name="connsiteX8" fmla="*/ 1518310 w 1782809"/>
              <a:gd name="connsiteY8" fmla="*/ 181983 h 1739801"/>
              <a:gd name="connsiteX9" fmla="*/ 1772407 w 1782809"/>
              <a:gd name="connsiteY9" fmla="*/ 436079 h 1739801"/>
              <a:gd name="connsiteX10" fmla="*/ 1697983 w 1782809"/>
              <a:gd name="connsiteY10" fmla="*/ 615753 h 1739801"/>
              <a:gd name="connsiteX11" fmla="*/ 1681257 w 1782809"/>
              <a:gd name="connsiteY11" fmla="*/ 629554 h 1739801"/>
              <a:gd name="connsiteX12" fmla="*/ 1687993 w 1782809"/>
              <a:gd name="connsiteY12" fmla="*/ 647960 h 1739801"/>
              <a:gd name="connsiteX13" fmla="*/ 1721982 w 1782809"/>
              <a:gd name="connsiteY13" fmla="*/ 872777 h 1739801"/>
              <a:gd name="connsiteX14" fmla="*/ 1718079 w 1782809"/>
              <a:gd name="connsiteY14" fmla="*/ 950076 h 1739801"/>
              <a:gd name="connsiteX15" fmla="*/ 1708911 w 1782809"/>
              <a:gd name="connsiteY15" fmla="*/ 1010143 h 1739801"/>
              <a:gd name="connsiteX16" fmla="*/ 1739413 w 1782809"/>
              <a:gd name="connsiteY16" fmla="*/ 1047112 h 1739801"/>
              <a:gd name="connsiteX17" fmla="*/ 1782809 w 1782809"/>
              <a:gd name="connsiteY17" fmla="*/ 1189180 h 1739801"/>
              <a:gd name="connsiteX18" fmla="*/ 1528713 w 1782809"/>
              <a:gd name="connsiteY18" fmla="*/ 1443276 h 1739801"/>
              <a:gd name="connsiteX19" fmla="*/ 1477504 w 1782809"/>
              <a:gd name="connsiteY19" fmla="*/ 1438114 h 1739801"/>
              <a:gd name="connsiteX20" fmla="*/ 1469464 w 1782809"/>
              <a:gd name="connsiteY20" fmla="*/ 1435618 h 1739801"/>
              <a:gd name="connsiteX21" fmla="*/ 1446861 w 1782809"/>
              <a:gd name="connsiteY21" fmla="*/ 1456160 h 1739801"/>
              <a:gd name="connsiteX22" fmla="*/ 1033711 w 1782809"/>
              <a:gd name="connsiteY22" fmla="*/ 1625805 h 1739801"/>
              <a:gd name="connsiteX23" fmla="*/ 972376 w 1782809"/>
              <a:gd name="connsiteY23" fmla="*/ 1628515 h 1739801"/>
              <a:gd name="connsiteX24" fmla="*/ 941962 w 1782809"/>
              <a:gd name="connsiteY24" fmla="*/ 1665378 h 1739801"/>
              <a:gd name="connsiteX25" fmla="*/ 762288 w 1782809"/>
              <a:gd name="connsiteY25" fmla="*/ 1739801 h 1739801"/>
              <a:gd name="connsiteX26" fmla="*/ 508192 w 1782809"/>
              <a:gd name="connsiteY26" fmla="*/ 1485705 h 1739801"/>
              <a:gd name="connsiteX27" fmla="*/ 509460 w 1782809"/>
              <a:gd name="connsiteY27" fmla="*/ 1473124 h 1739801"/>
              <a:gd name="connsiteX28" fmla="*/ 457628 w 1782809"/>
              <a:gd name="connsiteY28" fmla="*/ 1432399 h 1739801"/>
              <a:gd name="connsiteX29" fmla="*/ 269351 w 1782809"/>
              <a:gd name="connsiteY29" fmla="*/ 1167055 h 1739801"/>
              <a:gd name="connsiteX30" fmla="*/ 256837 w 1782809"/>
              <a:gd name="connsiteY30" fmla="*/ 1132864 h 1739801"/>
              <a:gd name="connsiteX31" fmla="*/ 254096 w 1782809"/>
              <a:gd name="connsiteY31" fmla="*/ 1133141 h 1739801"/>
              <a:gd name="connsiteX32" fmla="*/ 0 w 1782809"/>
              <a:gd name="connsiteY32" fmla="*/ 879044 h 1739801"/>
              <a:gd name="connsiteX33" fmla="*/ 202887 w 1782809"/>
              <a:gd name="connsiteY33" fmla="*/ 630110 h 1739801"/>
              <a:gd name="connsiteX34" fmla="*/ 252284 w 1782809"/>
              <a:gd name="connsiteY34" fmla="*/ 625130 h 1739801"/>
              <a:gd name="connsiteX35" fmla="*/ 269351 w 1782809"/>
              <a:gd name="connsiteY35" fmla="*/ 578499 h 1739801"/>
              <a:gd name="connsiteX36" fmla="*/ 339055 w 1782809"/>
              <a:gd name="connsiteY36" fmla="*/ 450078 h 1739801"/>
              <a:gd name="connsiteX37" fmla="*/ 425429 w 1782809"/>
              <a:gd name="connsiteY37" fmla="*/ 345392 h 1739801"/>
              <a:gd name="connsiteX38" fmla="*/ 412986 w 1782809"/>
              <a:gd name="connsiteY38" fmla="*/ 305306 h 1739801"/>
              <a:gd name="connsiteX39" fmla="*/ 407824 w 1782809"/>
              <a:gd name="connsiteY39" fmla="*/ 254096 h 1739801"/>
              <a:gd name="connsiteX40" fmla="*/ 661920 w 1782809"/>
              <a:gd name="connsiteY40" fmla="*/ 0 h 1739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782809" h="1739801">
                <a:moveTo>
                  <a:pt x="661920" y="0"/>
                </a:moveTo>
                <a:cubicBezTo>
                  <a:pt x="749628" y="0"/>
                  <a:pt x="826958" y="44438"/>
                  <a:pt x="872621" y="112029"/>
                </a:cubicBezTo>
                <a:lnTo>
                  <a:pt x="878174" y="122259"/>
                </a:lnTo>
                <a:lnTo>
                  <a:pt x="888662" y="120659"/>
                </a:lnTo>
                <a:cubicBezTo>
                  <a:pt x="914077" y="118078"/>
                  <a:pt x="939864" y="116755"/>
                  <a:pt x="965961" y="116755"/>
                </a:cubicBezTo>
                <a:cubicBezTo>
                  <a:pt x="1096442" y="116755"/>
                  <a:pt x="1219202" y="149810"/>
                  <a:pt x="1326326" y="208003"/>
                </a:cubicBezTo>
                <a:lnTo>
                  <a:pt x="1367203" y="232837"/>
                </a:lnTo>
                <a:lnTo>
                  <a:pt x="1376243" y="225379"/>
                </a:lnTo>
                <a:cubicBezTo>
                  <a:pt x="1416796" y="197981"/>
                  <a:pt x="1465685" y="181983"/>
                  <a:pt x="1518310" y="181983"/>
                </a:cubicBezTo>
                <a:cubicBezTo>
                  <a:pt x="1658644" y="181983"/>
                  <a:pt x="1772407" y="295746"/>
                  <a:pt x="1772407" y="436079"/>
                </a:cubicBezTo>
                <a:cubicBezTo>
                  <a:pt x="1772407" y="506246"/>
                  <a:pt x="1743966" y="569770"/>
                  <a:pt x="1697983" y="615753"/>
                </a:cubicBezTo>
                <a:lnTo>
                  <a:pt x="1681257" y="629554"/>
                </a:lnTo>
                <a:lnTo>
                  <a:pt x="1687993" y="647960"/>
                </a:lnTo>
                <a:cubicBezTo>
                  <a:pt x="1710083" y="718979"/>
                  <a:pt x="1721982" y="794489"/>
                  <a:pt x="1721982" y="872777"/>
                </a:cubicBezTo>
                <a:cubicBezTo>
                  <a:pt x="1721982" y="898874"/>
                  <a:pt x="1720660" y="924661"/>
                  <a:pt x="1718079" y="950076"/>
                </a:cubicBezTo>
                <a:lnTo>
                  <a:pt x="1708911" y="1010143"/>
                </a:lnTo>
                <a:lnTo>
                  <a:pt x="1739413" y="1047112"/>
                </a:lnTo>
                <a:cubicBezTo>
                  <a:pt x="1766811" y="1087666"/>
                  <a:pt x="1782809" y="1136555"/>
                  <a:pt x="1782809" y="1189180"/>
                </a:cubicBezTo>
                <a:cubicBezTo>
                  <a:pt x="1782809" y="1329513"/>
                  <a:pt x="1669046" y="1443276"/>
                  <a:pt x="1528713" y="1443276"/>
                </a:cubicBezTo>
                <a:cubicBezTo>
                  <a:pt x="1511171" y="1443276"/>
                  <a:pt x="1494045" y="1441498"/>
                  <a:pt x="1477504" y="1438114"/>
                </a:cubicBezTo>
                <a:lnTo>
                  <a:pt x="1469464" y="1435618"/>
                </a:lnTo>
                <a:lnTo>
                  <a:pt x="1446861" y="1456160"/>
                </a:lnTo>
                <a:cubicBezTo>
                  <a:pt x="1332511" y="1550530"/>
                  <a:pt x="1189943" y="1611930"/>
                  <a:pt x="1033711" y="1625805"/>
                </a:cubicBezTo>
                <a:lnTo>
                  <a:pt x="972376" y="1628515"/>
                </a:lnTo>
                <a:lnTo>
                  <a:pt x="941962" y="1665378"/>
                </a:lnTo>
                <a:cubicBezTo>
                  <a:pt x="895980" y="1711361"/>
                  <a:pt x="832455" y="1739801"/>
                  <a:pt x="762288" y="1739801"/>
                </a:cubicBezTo>
                <a:cubicBezTo>
                  <a:pt x="621955" y="1739801"/>
                  <a:pt x="508192" y="1626038"/>
                  <a:pt x="508192" y="1485705"/>
                </a:cubicBezTo>
                <a:lnTo>
                  <a:pt x="509460" y="1473124"/>
                </a:lnTo>
                <a:lnTo>
                  <a:pt x="457628" y="1432399"/>
                </a:lnTo>
                <a:cubicBezTo>
                  <a:pt x="377073" y="1359182"/>
                  <a:pt x="312390" y="1268811"/>
                  <a:pt x="269351" y="1167055"/>
                </a:cubicBezTo>
                <a:lnTo>
                  <a:pt x="256837" y="1132864"/>
                </a:lnTo>
                <a:lnTo>
                  <a:pt x="254096" y="1133141"/>
                </a:lnTo>
                <a:cubicBezTo>
                  <a:pt x="113763" y="1133141"/>
                  <a:pt x="0" y="1019378"/>
                  <a:pt x="0" y="879044"/>
                </a:cubicBezTo>
                <a:cubicBezTo>
                  <a:pt x="0" y="756252"/>
                  <a:pt x="87099" y="653803"/>
                  <a:pt x="202887" y="630110"/>
                </a:cubicBezTo>
                <a:lnTo>
                  <a:pt x="252284" y="625130"/>
                </a:lnTo>
                <a:lnTo>
                  <a:pt x="269351" y="578499"/>
                </a:lnTo>
                <a:cubicBezTo>
                  <a:pt x="288479" y="533275"/>
                  <a:pt x="311883" y="490299"/>
                  <a:pt x="339055" y="450078"/>
                </a:cubicBezTo>
                <a:lnTo>
                  <a:pt x="425429" y="345392"/>
                </a:lnTo>
                <a:lnTo>
                  <a:pt x="412986" y="305306"/>
                </a:lnTo>
                <a:cubicBezTo>
                  <a:pt x="409601" y="288764"/>
                  <a:pt x="407824" y="271638"/>
                  <a:pt x="407824" y="254096"/>
                </a:cubicBezTo>
                <a:cubicBezTo>
                  <a:pt x="407824" y="113763"/>
                  <a:pt x="521586" y="0"/>
                  <a:pt x="661920" y="0"/>
                </a:cubicBezTo>
                <a:close/>
              </a:path>
            </a:pathLst>
          </a:custGeom>
          <a:solidFill>
            <a:schemeClr val="bg1">
              <a:lumMod val="85000"/>
            </a:schemeClr>
          </a:solidFill>
        </p:spPr>
        <p:txBody>
          <a:bodyPr wrap="square">
            <a:noAutofit/>
          </a:bodyPr>
          <a:lstStyle/>
          <a:p>
            <a:endParaRPr lang="en-AU" dirty="0"/>
          </a:p>
        </p:txBody>
      </p:sp>
      <p:cxnSp>
        <p:nvCxnSpPr>
          <p:cNvPr id="12" name="Curved Connector 11"/>
          <p:cNvCxnSpPr/>
          <p:nvPr userDrawn="1"/>
        </p:nvCxnSpPr>
        <p:spPr>
          <a:xfrm flipV="1">
            <a:off x="3016827" y="2482812"/>
            <a:ext cx="831271" cy="750746"/>
          </a:xfrm>
          <a:prstGeom prst="curvedConnector3">
            <a:avLst>
              <a:gd name="adj1" fmla="val 42552"/>
            </a:avLst>
          </a:prstGeom>
          <a:ln w="63500">
            <a:tailEnd type="triangle" w="med" len="med"/>
          </a:ln>
        </p:spPr>
        <p:style>
          <a:lnRef idx="1">
            <a:schemeClr val="accent1"/>
          </a:lnRef>
          <a:fillRef idx="0">
            <a:schemeClr val="accent1"/>
          </a:fillRef>
          <a:effectRef idx="0">
            <a:schemeClr val="accent1"/>
          </a:effectRef>
          <a:fontRef idx="minor">
            <a:schemeClr val="tx1"/>
          </a:fontRef>
        </p:style>
      </p:cxnSp>
      <p:cxnSp>
        <p:nvCxnSpPr>
          <p:cNvPr id="43" name="Curved Connector 42"/>
          <p:cNvCxnSpPr/>
          <p:nvPr userDrawn="1"/>
        </p:nvCxnSpPr>
        <p:spPr>
          <a:xfrm>
            <a:off x="3054763" y="3447034"/>
            <a:ext cx="1052417" cy="466216"/>
          </a:xfrm>
          <a:prstGeom prst="curvedConnector3">
            <a:avLst>
              <a:gd name="adj1" fmla="val 50000"/>
            </a:avLst>
          </a:prstGeom>
          <a:ln w="63500">
            <a:solidFill>
              <a:schemeClr val="accent2"/>
            </a:solidFill>
            <a:tailEnd type="triangle" w="med" len="med"/>
          </a:ln>
        </p:spPr>
        <p:style>
          <a:lnRef idx="1">
            <a:schemeClr val="accent1"/>
          </a:lnRef>
          <a:fillRef idx="0">
            <a:schemeClr val="accent1"/>
          </a:fillRef>
          <a:effectRef idx="0">
            <a:schemeClr val="accent1"/>
          </a:effectRef>
          <a:fontRef idx="minor">
            <a:schemeClr val="tx1"/>
          </a:fontRef>
        </p:style>
      </p:cxnSp>
      <p:cxnSp>
        <p:nvCxnSpPr>
          <p:cNvPr id="47" name="Curved Connector 46"/>
          <p:cNvCxnSpPr/>
          <p:nvPr userDrawn="1"/>
        </p:nvCxnSpPr>
        <p:spPr>
          <a:xfrm rot="16200000" flipH="1">
            <a:off x="2903902" y="3831001"/>
            <a:ext cx="1285559" cy="983837"/>
          </a:xfrm>
          <a:prstGeom prst="curvedConnector3">
            <a:avLst>
              <a:gd name="adj1" fmla="val 50000"/>
            </a:avLst>
          </a:prstGeom>
          <a:ln w="63500">
            <a:solidFill>
              <a:schemeClr val="accent3"/>
            </a:solidFill>
            <a:tailEnd type="triangle" w="med" len="med"/>
          </a:ln>
        </p:spPr>
        <p:style>
          <a:lnRef idx="1">
            <a:schemeClr val="accent1"/>
          </a:lnRef>
          <a:fillRef idx="0">
            <a:schemeClr val="accent1"/>
          </a:fillRef>
          <a:effectRef idx="0">
            <a:schemeClr val="accent1"/>
          </a:effectRef>
          <a:fontRef idx="minor">
            <a:schemeClr val="tx1"/>
          </a:fontRef>
        </p:style>
      </p:cxnSp>
      <p:sp>
        <p:nvSpPr>
          <p:cNvPr id="15" name="Text Placeholder 21"/>
          <p:cNvSpPr>
            <a:spLocks noGrp="1"/>
          </p:cNvSpPr>
          <p:nvPr>
            <p:ph type="body" sz="quarter" idx="20"/>
          </p:nvPr>
        </p:nvSpPr>
        <p:spPr>
          <a:xfrm>
            <a:off x="727364" y="4731063"/>
            <a:ext cx="2492492" cy="256811"/>
          </a:xfrm>
        </p:spPr>
        <p:txBody>
          <a:bodyPr>
            <a:noAutofit/>
          </a:bodyPr>
          <a:lstStyle>
            <a:lvl1pPr algn="ctr">
              <a:defRPr sz="14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6" name="Text Placeholder 21"/>
          <p:cNvSpPr>
            <a:spLocks noGrp="1"/>
          </p:cNvSpPr>
          <p:nvPr>
            <p:ph type="body" sz="quarter" idx="29"/>
          </p:nvPr>
        </p:nvSpPr>
        <p:spPr>
          <a:xfrm>
            <a:off x="727364" y="5008739"/>
            <a:ext cx="2492492" cy="330467"/>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7" name="Text Placeholder 21"/>
          <p:cNvSpPr>
            <a:spLocks noGrp="1"/>
          </p:cNvSpPr>
          <p:nvPr>
            <p:ph type="body" sz="quarter" idx="30"/>
          </p:nvPr>
        </p:nvSpPr>
        <p:spPr>
          <a:xfrm>
            <a:off x="4984173" y="1985429"/>
            <a:ext cx="1950027" cy="256811"/>
          </a:xfrm>
        </p:spPr>
        <p:txBody>
          <a:bodyPr>
            <a:noAutofit/>
          </a:bodyPr>
          <a:lstStyle>
            <a:lvl1pPr algn="ctr">
              <a:defRPr sz="14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8" name="Text Placeholder 21"/>
          <p:cNvSpPr>
            <a:spLocks noGrp="1"/>
          </p:cNvSpPr>
          <p:nvPr>
            <p:ph type="body" sz="quarter" idx="31"/>
          </p:nvPr>
        </p:nvSpPr>
        <p:spPr>
          <a:xfrm>
            <a:off x="4984173" y="2263105"/>
            <a:ext cx="1950027" cy="330467"/>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9" name="Text Placeholder 21"/>
          <p:cNvSpPr>
            <a:spLocks noGrp="1"/>
          </p:cNvSpPr>
          <p:nvPr>
            <p:ph type="body" sz="quarter" idx="32"/>
          </p:nvPr>
        </p:nvSpPr>
        <p:spPr>
          <a:xfrm>
            <a:off x="5347857" y="3720474"/>
            <a:ext cx="1959723" cy="228072"/>
          </a:xfrm>
        </p:spPr>
        <p:txBody>
          <a:bodyPr>
            <a:noAutofit/>
          </a:bodyPr>
          <a:lstStyle>
            <a:lvl1pPr algn="ctr">
              <a:defRPr sz="14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0" name="Text Placeholder 21"/>
          <p:cNvSpPr>
            <a:spLocks noGrp="1"/>
          </p:cNvSpPr>
          <p:nvPr>
            <p:ph type="body" sz="quarter" idx="33"/>
          </p:nvPr>
        </p:nvSpPr>
        <p:spPr>
          <a:xfrm>
            <a:off x="5347857" y="3998149"/>
            <a:ext cx="1959723" cy="29348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8" name="Text Placeholder 21"/>
          <p:cNvSpPr>
            <a:spLocks noGrp="1"/>
          </p:cNvSpPr>
          <p:nvPr>
            <p:ph type="body" sz="quarter" idx="34"/>
          </p:nvPr>
        </p:nvSpPr>
        <p:spPr>
          <a:xfrm>
            <a:off x="4984173" y="5377600"/>
            <a:ext cx="1950027" cy="256811"/>
          </a:xfrm>
        </p:spPr>
        <p:txBody>
          <a:bodyPr>
            <a:noAutofit/>
          </a:bodyPr>
          <a:lstStyle>
            <a:lvl1pPr algn="ctr">
              <a:defRPr sz="14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9" name="Text Placeholder 21"/>
          <p:cNvSpPr>
            <a:spLocks noGrp="1"/>
          </p:cNvSpPr>
          <p:nvPr>
            <p:ph type="body" sz="quarter" idx="35"/>
          </p:nvPr>
        </p:nvSpPr>
        <p:spPr>
          <a:xfrm>
            <a:off x="4984173" y="5655276"/>
            <a:ext cx="1950027" cy="330467"/>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cxnSp>
        <p:nvCxnSpPr>
          <p:cNvPr id="31" name="Curved Connector 30"/>
          <p:cNvCxnSpPr/>
          <p:nvPr userDrawn="1"/>
        </p:nvCxnSpPr>
        <p:spPr>
          <a:xfrm flipV="1">
            <a:off x="7470570" y="2732683"/>
            <a:ext cx="1396339" cy="1062006"/>
          </a:xfrm>
          <a:prstGeom prst="curvedConnector3">
            <a:avLst>
              <a:gd name="adj1" fmla="val 50000"/>
            </a:avLst>
          </a:prstGeom>
          <a:ln w="63500">
            <a:solidFill>
              <a:schemeClr val="accent5"/>
            </a:solidFill>
            <a:tailEnd type="triangle" w="med" len="med"/>
          </a:ln>
        </p:spPr>
        <p:style>
          <a:lnRef idx="1">
            <a:schemeClr val="accent1"/>
          </a:lnRef>
          <a:fillRef idx="0">
            <a:schemeClr val="accent1"/>
          </a:fillRef>
          <a:effectRef idx="0">
            <a:schemeClr val="accent1"/>
          </a:effectRef>
          <a:fontRef idx="minor">
            <a:schemeClr val="tx1"/>
          </a:fontRef>
        </p:style>
      </p:cxnSp>
      <p:cxnSp>
        <p:nvCxnSpPr>
          <p:cNvPr id="32" name="Curved Connector 31"/>
          <p:cNvCxnSpPr/>
          <p:nvPr userDrawn="1"/>
        </p:nvCxnSpPr>
        <p:spPr>
          <a:xfrm>
            <a:off x="7459981" y="3998149"/>
            <a:ext cx="1140030" cy="0"/>
          </a:xfrm>
          <a:prstGeom prst="straightConnector1">
            <a:avLst/>
          </a:prstGeom>
          <a:ln w="63500">
            <a:solidFill>
              <a:schemeClr val="accent4"/>
            </a:solidFill>
            <a:tailEnd type="triangle" w="med" len="med"/>
          </a:ln>
        </p:spPr>
        <p:style>
          <a:lnRef idx="1">
            <a:schemeClr val="accent1"/>
          </a:lnRef>
          <a:fillRef idx="0">
            <a:schemeClr val="accent1"/>
          </a:fillRef>
          <a:effectRef idx="0">
            <a:schemeClr val="accent1"/>
          </a:effectRef>
          <a:fontRef idx="minor">
            <a:schemeClr val="tx1"/>
          </a:fontRef>
        </p:style>
      </p:cxnSp>
      <p:cxnSp>
        <p:nvCxnSpPr>
          <p:cNvPr id="35" name="Curved Connector 34"/>
          <p:cNvCxnSpPr/>
          <p:nvPr userDrawn="1"/>
        </p:nvCxnSpPr>
        <p:spPr>
          <a:xfrm>
            <a:off x="7455230" y="4220040"/>
            <a:ext cx="1396339" cy="1062006"/>
          </a:xfrm>
          <a:prstGeom prst="curvedConnector3">
            <a:avLst>
              <a:gd name="adj1" fmla="val 50000"/>
            </a:avLst>
          </a:prstGeom>
          <a:ln w="63500">
            <a:solidFill>
              <a:schemeClr val="accent6"/>
            </a:solidFill>
            <a:tailEnd type="triangle" w="med" len="med"/>
          </a:ln>
        </p:spPr>
        <p:style>
          <a:lnRef idx="1">
            <a:schemeClr val="accent1"/>
          </a:lnRef>
          <a:fillRef idx="0">
            <a:schemeClr val="accent1"/>
          </a:fillRef>
          <a:effectRef idx="0">
            <a:schemeClr val="accent1"/>
          </a:effectRef>
          <a:fontRef idx="minor">
            <a:schemeClr val="tx1"/>
          </a:fontRef>
        </p:style>
      </p:cxnSp>
      <p:sp>
        <p:nvSpPr>
          <p:cNvPr id="36" name="Picture Placeholder 40"/>
          <p:cNvSpPr>
            <a:spLocks noGrp="1"/>
          </p:cNvSpPr>
          <p:nvPr>
            <p:ph type="pic" sz="quarter" idx="36"/>
          </p:nvPr>
        </p:nvSpPr>
        <p:spPr>
          <a:xfrm flipH="1">
            <a:off x="8891349" y="1938226"/>
            <a:ext cx="1004455" cy="980224"/>
          </a:xfrm>
          <a:custGeom>
            <a:avLst/>
            <a:gdLst>
              <a:gd name="connsiteX0" fmla="*/ 661920 w 1782809"/>
              <a:gd name="connsiteY0" fmla="*/ 0 h 1739801"/>
              <a:gd name="connsiteX1" fmla="*/ 872621 w 1782809"/>
              <a:gd name="connsiteY1" fmla="*/ 112029 h 1739801"/>
              <a:gd name="connsiteX2" fmla="*/ 878174 w 1782809"/>
              <a:gd name="connsiteY2" fmla="*/ 122259 h 1739801"/>
              <a:gd name="connsiteX3" fmla="*/ 888662 w 1782809"/>
              <a:gd name="connsiteY3" fmla="*/ 120659 h 1739801"/>
              <a:gd name="connsiteX4" fmla="*/ 965961 w 1782809"/>
              <a:gd name="connsiteY4" fmla="*/ 116755 h 1739801"/>
              <a:gd name="connsiteX5" fmla="*/ 1326326 w 1782809"/>
              <a:gd name="connsiteY5" fmla="*/ 208003 h 1739801"/>
              <a:gd name="connsiteX6" fmla="*/ 1367203 w 1782809"/>
              <a:gd name="connsiteY6" fmla="*/ 232837 h 1739801"/>
              <a:gd name="connsiteX7" fmla="*/ 1376243 w 1782809"/>
              <a:gd name="connsiteY7" fmla="*/ 225379 h 1739801"/>
              <a:gd name="connsiteX8" fmla="*/ 1518310 w 1782809"/>
              <a:gd name="connsiteY8" fmla="*/ 181983 h 1739801"/>
              <a:gd name="connsiteX9" fmla="*/ 1772407 w 1782809"/>
              <a:gd name="connsiteY9" fmla="*/ 436079 h 1739801"/>
              <a:gd name="connsiteX10" fmla="*/ 1697983 w 1782809"/>
              <a:gd name="connsiteY10" fmla="*/ 615753 h 1739801"/>
              <a:gd name="connsiteX11" fmla="*/ 1681257 w 1782809"/>
              <a:gd name="connsiteY11" fmla="*/ 629554 h 1739801"/>
              <a:gd name="connsiteX12" fmla="*/ 1687993 w 1782809"/>
              <a:gd name="connsiteY12" fmla="*/ 647960 h 1739801"/>
              <a:gd name="connsiteX13" fmla="*/ 1721982 w 1782809"/>
              <a:gd name="connsiteY13" fmla="*/ 872777 h 1739801"/>
              <a:gd name="connsiteX14" fmla="*/ 1718079 w 1782809"/>
              <a:gd name="connsiteY14" fmla="*/ 950076 h 1739801"/>
              <a:gd name="connsiteX15" fmla="*/ 1708911 w 1782809"/>
              <a:gd name="connsiteY15" fmla="*/ 1010143 h 1739801"/>
              <a:gd name="connsiteX16" fmla="*/ 1739413 w 1782809"/>
              <a:gd name="connsiteY16" fmla="*/ 1047112 h 1739801"/>
              <a:gd name="connsiteX17" fmla="*/ 1782809 w 1782809"/>
              <a:gd name="connsiteY17" fmla="*/ 1189180 h 1739801"/>
              <a:gd name="connsiteX18" fmla="*/ 1528713 w 1782809"/>
              <a:gd name="connsiteY18" fmla="*/ 1443276 h 1739801"/>
              <a:gd name="connsiteX19" fmla="*/ 1477504 w 1782809"/>
              <a:gd name="connsiteY19" fmla="*/ 1438114 h 1739801"/>
              <a:gd name="connsiteX20" fmla="*/ 1469464 w 1782809"/>
              <a:gd name="connsiteY20" fmla="*/ 1435618 h 1739801"/>
              <a:gd name="connsiteX21" fmla="*/ 1446861 w 1782809"/>
              <a:gd name="connsiteY21" fmla="*/ 1456160 h 1739801"/>
              <a:gd name="connsiteX22" fmla="*/ 1033711 w 1782809"/>
              <a:gd name="connsiteY22" fmla="*/ 1625805 h 1739801"/>
              <a:gd name="connsiteX23" fmla="*/ 972376 w 1782809"/>
              <a:gd name="connsiteY23" fmla="*/ 1628515 h 1739801"/>
              <a:gd name="connsiteX24" fmla="*/ 941962 w 1782809"/>
              <a:gd name="connsiteY24" fmla="*/ 1665378 h 1739801"/>
              <a:gd name="connsiteX25" fmla="*/ 762288 w 1782809"/>
              <a:gd name="connsiteY25" fmla="*/ 1739801 h 1739801"/>
              <a:gd name="connsiteX26" fmla="*/ 508192 w 1782809"/>
              <a:gd name="connsiteY26" fmla="*/ 1485705 h 1739801"/>
              <a:gd name="connsiteX27" fmla="*/ 509460 w 1782809"/>
              <a:gd name="connsiteY27" fmla="*/ 1473124 h 1739801"/>
              <a:gd name="connsiteX28" fmla="*/ 457628 w 1782809"/>
              <a:gd name="connsiteY28" fmla="*/ 1432399 h 1739801"/>
              <a:gd name="connsiteX29" fmla="*/ 269351 w 1782809"/>
              <a:gd name="connsiteY29" fmla="*/ 1167055 h 1739801"/>
              <a:gd name="connsiteX30" fmla="*/ 256837 w 1782809"/>
              <a:gd name="connsiteY30" fmla="*/ 1132864 h 1739801"/>
              <a:gd name="connsiteX31" fmla="*/ 254096 w 1782809"/>
              <a:gd name="connsiteY31" fmla="*/ 1133141 h 1739801"/>
              <a:gd name="connsiteX32" fmla="*/ 0 w 1782809"/>
              <a:gd name="connsiteY32" fmla="*/ 879044 h 1739801"/>
              <a:gd name="connsiteX33" fmla="*/ 202887 w 1782809"/>
              <a:gd name="connsiteY33" fmla="*/ 630110 h 1739801"/>
              <a:gd name="connsiteX34" fmla="*/ 252284 w 1782809"/>
              <a:gd name="connsiteY34" fmla="*/ 625130 h 1739801"/>
              <a:gd name="connsiteX35" fmla="*/ 269351 w 1782809"/>
              <a:gd name="connsiteY35" fmla="*/ 578499 h 1739801"/>
              <a:gd name="connsiteX36" fmla="*/ 339055 w 1782809"/>
              <a:gd name="connsiteY36" fmla="*/ 450078 h 1739801"/>
              <a:gd name="connsiteX37" fmla="*/ 425429 w 1782809"/>
              <a:gd name="connsiteY37" fmla="*/ 345392 h 1739801"/>
              <a:gd name="connsiteX38" fmla="*/ 412986 w 1782809"/>
              <a:gd name="connsiteY38" fmla="*/ 305306 h 1739801"/>
              <a:gd name="connsiteX39" fmla="*/ 407824 w 1782809"/>
              <a:gd name="connsiteY39" fmla="*/ 254096 h 1739801"/>
              <a:gd name="connsiteX40" fmla="*/ 661920 w 1782809"/>
              <a:gd name="connsiteY40" fmla="*/ 0 h 1739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782809" h="1739801">
                <a:moveTo>
                  <a:pt x="661920" y="0"/>
                </a:moveTo>
                <a:cubicBezTo>
                  <a:pt x="749628" y="0"/>
                  <a:pt x="826958" y="44438"/>
                  <a:pt x="872621" y="112029"/>
                </a:cubicBezTo>
                <a:lnTo>
                  <a:pt x="878174" y="122259"/>
                </a:lnTo>
                <a:lnTo>
                  <a:pt x="888662" y="120659"/>
                </a:lnTo>
                <a:cubicBezTo>
                  <a:pt x="914077" y="118078"/>
                  <a:pt x="939864" y="116755"/>
                  <a:pt x="965961" y="116755"/>
                </a:cubicBezTo>
                <a:cubicBezTo>
                  <a:pt x="1096442" y="116755"/>
                  <a:pt x="1219202" y="149810"/>
                  <a:pt x="1326326" y="208003"/>
                </a:cubicBezTo>
                <a:lnTo>
                  <a:pt x="1367203" y="232837"/>
                </a:lnTo>
                <a:lnTo>
                  <a:pt x="1376243" y="225379"/>
                </a:lnTo>
                <a:cubicBezTo>
                  <a:pt x="1416796" y="197981"/>
                  <a:pt x="1465685" y="181983"/>
                  <a:pt x="1518310" y="181983"/>
                </a:cubicBezTo>
                <a:cubicBezTo>
                  <a:pt x="1658644" y="181983"/>
                  <a:pt x="1772407" y="295746"/>
                  <a:pt x="1772407" y="436079"/>
                </a:cubicBezTo>
                <a:cubicBezTo>
                  <a:pt x="1772407" y="506246"/>
                  <a:pt x="1743966" y="569770"/>
                  <a:pt x="1697983" y="615753"/>
                </a:cubicBezTo>
                <a:lnTo>
                  <a:pt x="1681257" y="629554"/>
                </a:lnTo>
                <a:lnTo>
                  <a:pt x="1687993" y="647960"/>
                </a:lnTo>
                <a:cubicBezTo>
                  <a:pt x="1710083" y="718979"/>
                  <a:pt x="1721982" y="794489"/>
                  <a:pt x="1721982" y="872777"/>
                </a:cubicBezTo>
                <a:cubicBezTo>
                  <a:pt x="1721982" y="898874"/>
                  <a:pt x="1720660" y="924661"/>
                  <a:pt x="1718079" y="950076"/>
                </a:cubicBezTo>
                <a:lnTo>
                  <a:pt x="1708911" y="1010143"/>
                </a:lnTo>
                <a:lnTo>
                  <a:pt x="1739413" y="1047112"/>
                </a:lnTo>
                <a:cubicBezTo>
                  <a:pt x="1766811" y="1087666"/>
                  <a:pt x="1782809" y="1136555"/>
                  <a:pt x="1782809" y="1189180"/>
                </a:cubicBezTo>
                <a:cubicBezTo>
                  <a:pt x="1782809" y="1329513"/>
                  <a:pt x="1669046" y="1443276"/>
                  <a:pt x="1528713" y="1443276"/>
                </a:cubicBezTo>
                <a:cubicBezTo>
                  <a:pt x="1511171" y="1443276"/>
                  <a:pt x="1494045" y="1441498"/>
                  <a:pt x="1477504" y="1438114"/>
                </a:cubicBezTo>
                <a:lnTo>
                  <a:pt x="1469464" y="1435618"/>
                </a:lnTo>
                <a:lnTo>
                  <a:pt x="1446861" y="1456160"/>
                </a:lnTo>
                <a:cubicBezTo>
                  <a:pt x="1332511" y="1550530"/>
                  <a:pt x="1189943" y="1611930"/>
                  <a:pt x="1033711" y="1625805"/>
                </a:cubicBezTo>
                <a:lnTo>
                  <a:pt x="972376" y="1628515"/>
                </a:lnTo>
                <a:lnTo>
                  <a:pt x="941962" y="1665378"/>
                </a:lnTo>
                <a:cubicBezTo>
                  <a:pt x="895980" y="1711361"/>
                  <a:pt x="832455" y="1739801"/>
                  <a:pt x="762288" y="1739801"/>
                </a:cubicBezTo>
                <a:cubicBezTo>
                  <a:pt x="621955" y="1739801"/>
                  <a:pt x="508192" y="1626038"/>
                  <a:pt x="508192" y="1485705"/>
                </a:cubicBezTo>
                <a:lnTo>
                  <a:pt x="509460" y="1473124"/>
                </a:lnTo>
                <a:lnTo>
                  <a:pt x="457628" y="1432399"/>
                </a:lnTo>
                <a:cubicBezTo>
                  <a:pt x="377073" y="1359182"/>
                  <a:pt x="312390" y="1268811"/>
                  <a:pt x="269351" y="1167055"/>
                </a:cubicBezTo>
                <a:lnTo>
                  <a:pt x="256837" y="1132864"/>
                </a:lnTo>
                <a:lnTo>
                  <a:pt x="254096" y="1133141"/>
                </a:lnTo>
                <a:cubicBezTo>
                  <a:pt x="113763" y="1133141"/>
                  <a:pt x="0" y="1019378"/>
                  <a:pt x="0" y="879044"/>
                </a:cubicBezTo>
                <a:cubicBezTo>
                  <a:pt x="0" y="756252"/>
                  <a:pt x="87099" y="653803"/>
                  <a:pt x="202887" y="630110"/>
                </a:cubicBezTo>
                <a:lnTo>
                  <a:pt x="252284" y="625130"/>
                </a:lnTo>
                <a:lnTo>
                  <a:pt x="269351" y="578499"/>
                </a:lnTo>
                <a:cubicBezTo>
                  <a:pt x="288479" y="533275"/>
                  <a:pt x="311883" y="490299"/>
                  <a:pt x="339055" y="450078"/>
                </a:cubicBezTo>
                <a:lnTo>
                  <a:pt x="425429" y="345392"/>
                </a:lnTo>
                <a:lnTo>
                  <a:pt x="412986" y="305306"/>
                </a:lnTo>
                <a:cubicBezTo>
                  <a:pt x="409601" y="288764"/>
                  <a:pt x="407824" y="271638"/>
                  <a:pt x="407824" y="254096"/>
                </a:cubicBezTo>
                <a:cubicBezTo>
                  <a:pt x="407824" y="113763"/>
                  <a:pt x="521586" y="0"/>
                  <a:pt x="661920" y="0"/>
                </a:cubicBezTo>
                <a:close/>
              </a:path>
            </a:pathLst>
          </a:custGeom>
          <a:solidFill>
            <a:schemeClr val="bg1">
              <a:lumMod val="85000"/>
            </a:schemeClr>
          </a:solidFill>
        </p:spPr>
        <p:txBody>
          <a:bodyPr wrap="square">
            <a:noAutofit/>
          </a:bodyPr>
          <a:lstStyle/>
          <a:p>
            <a:endParaRPr lang="en-AU" dirty="0"/>
          </a:p>
        </p:txBody>
      </p:sp>
      <p:sp>
        <p:nvSpPr>
          <p:cNvPr id="37" name="Picture Placeholder 40"/>
          <p:cNvSpPr>
            <a:spLocks noGrp="1"/>
          </p:cNvSpPr>
          <p:nvPr>
            <p:ph type="pic" sz="quarter" idx="37"/>
          </p:nvPr>
        </p:nvSpPr>
        <p:spPr>
          <a:xfrm flipH="1">
            <a:off x="8860669" y="3517733"/>
            <a:ext cx="1004455" cy="980224"/>
          </a:xfrm>
          <a:custGeom>
            <a:avLst/>
            <a:gdLst>
              <a:gd name="connsiteX0" fmla="*/ 661920 w 1782809"/>
              <a:gd name="connsiteY0" fmla="*/ 0 h 1739801"/>
              <a:gd name="connsiteX1" fmla="*/ 872621 w 1782809"/>
              <a:gd name="connsiteY1" fmla="*/ 112029 h 1739801"/>
              <a:gd name="connsiteX2" fmla="*/ 878174 w 1782809"/>
              <a:gd name="connsiteY2" fmla="*/ 122259 h 1739801"/>
              <a:gd name="connsiteX3" fmla="*/ 888662 w 1782809"/>
              <a:gd name="connsiteY3" fmla="*/ 120659 h 1739801"/>
              <a:gd name="connsiteX4" fmla="*/ 965961 w 1782809"/>
              <a:gd name="connsiteY4" fmla="*/ 116755 h 1739801"/>
              <a:gd name="connsiteX5" fmla="*/ 1326326 w 1782809"/>
              <a:gd name="connsiteY5" fmla="*/ 208003 h 1739801"/>
              <a:gd name="connsiteX6" fmla="*/ 1367203 w 1782809"/>
              <a:gd name="connsiteY6" fmla="*/ 232837 h 1739801"/>
              <a:gd name="connsiteX7" fmla="*/ 1376243 w 1782809"/>
              <a:gd name="connsiteY7" fmla="*/ 225379 h 1739801"/>
              <a:gd name="connsiteX8" fmla="*/ 1518310 w 1782809"/>
              <a:gd name="connsiteY8" fmla="*/ 181983 h 1739801"/>
              <a:gd name="connsiteX9" fmla="*/ 1772407 w 1782809"/>
              <a:gd name="connsiteY9" fmla="*/ 436079 h 1739801"/>
              <a:gd name="connsiteX10" fmla="*/ 1697983 w 1782809"/>
              <a:gd name="connsiteY10" fmla="*/ 615753 h 1739801"/>
              <a:gd name="connsiteX11" fmla="*/ 1681257 w 1782809"/>
              <a:gd name="connsiteY11" fmla="*/ 629554 h 1739801"/>
              <a:gd name="connsiteX12" fmla="*/ 1687993 w 1782809"/>
              <a:gd name="connsiteY12" fmla="*/ 647960 h 1739801"/>
              <a:gd name="connsiteX13" fmla="*/ 1721982 w 1782809"/>
              <a:gd name="connsiteY13" fmla="*/ 872777 h 1739801"/>
              <a:gd name="connsiteX14" fmla="*/ 1718079 w 1782809"/>
              <a:gd name="connsiteY14" fmla="*/ 950076 h 1739801"/>
              <a:gd name="connsiteX15" fmla="*/ 1708911 w 1782809"/>
              <a:gd name="connsiteY15" fmla="*/ 1010143 h 1739801"/>
              <a:gd name="connsiteX16" fmla="*/ 1739413 w 1782809"/>
              <a:gd name="connsiteY16" fmla="*/ 1047112 h 1739801"/>
              <a:gd name="connsiteX17" fmla="*/ 1782809 w 1782809"/>
              <a:gd name="connsiteY17" fmla="*/ 1189180 h 1739801"/>
              <a:gd name="connsiteX18" fmla="*/ 1528713 w 1782809"/>
              <a:gd name="connsiteY18" fmla="*/ 1443276 h 1739801"/>
              <a:gd name="connsiteX19" fmla="*/ 1477504 w 1782809"/>
              <a:gd name="connsiteY19" fmla="*/ 1438114 h 1739801"/>
              <a:gd name="connsiteX20" fmla="*/ 1469464 w 1782809"/>
              <a:gd name="connsiteY20" fmla="*/ 1435618 h 1739801"/>
              <a:gd name="connsiteX21" fmla="*/ 1446861 w 1782809"/>
              <a:gd name="connsiteY21" fmla="*/ 1456160 h 1739801"/>
              <a:gd name="connsiteX22" fmla="*/ 1033711 w 1782809"/>
              <a:gd name="connsiteY22" fmla="*/ 1625805 h 1739801"/>
              <a:gd name="connsiteX23" fmla="*/ 972376 w 1782809"/>
              <a:gd name="connsiteY23" fmla="*/ 1628515 h 1739801"/>
              <a:gd name="connsiteX24" fmla="*/ 941962 w 1782809"/>
              <a:gd name="connsiteY24" fmla="*/ 1665378 h 1739801"/>
              <a:gd name="connsiteX25" fmla="*/ 762288 w 1782809"/>
              <a:gd name="connsiteY25" fmla="*/ 1739801 h 1739801"/>
              <a:gd name="connsiteX26" fmla="*/ 508192 w 1782809"/>
              <a:gd name="connsiteY26" fmla="*/ 1485705 h 1739801"/>
              <a:gd name="connsiteX27" fmla="*/ 509460 w 1782809"/>
              <a:gd name="connsiteY27" fmla="*/ 1473124 h 1739801"/>
              <a:gd name="connsiteX28" fmla="*/ 457628 w 1782809"/>
              <a:gd name="connsiteY28" fmla="*/ 1432399 h 1739801"/>
              <a:gd name="connsiteX29" fmla="*/ 269351 w 1782809"/>
              <a:gd name="connsiteY29" fmla="*/ 1167055 h 1739801"/>
              <a:gd name="connsiteX30" fmla="*/ 256837 w 1782809"/>
              <a:gd name="connsiteY30" fmla="*/ 1132864 h 1739801"/>
              <a:gd name="connsiteX31" fmla="*/ 254096 w 1782809"/>
              <a:gd name="connsiteY31" fmla="*/ 1133141 h 1739801"/>
              <a:gd name="connsiteX32" fmla="*/ 0 w 1782809"/>
              <a:gd name="connsiteY32" fmla="*/ 879044 h 1739801"/>
              <a:gd name="connsiteX33" fmla="*/ 202887 w 1782809"/>
              <a:gd name="connsiteY33" fmla="*/ 630110 h 1739801"/>
              <a:gd name="connsiteX34" fmla="*/ 252284 w 1782809"/>
              <a:gd name="connsiteY34" fmla="*/ 625130 h 1739801"/>
              <a:gd name="connsiteX35" fmla="*/ 269351 w 1782809"/>
              <a:gd name="connsiteY35" fmla="*/ 578499 h 1739801"/>
              <a:gd name="connsiteX36" fmla="*/ 339055 w 1782809"/>
              <a:gd name="connsiteY36" fmla="*/ 450078 h 1739801"/>
              <a:gd name="connsiteX37" fmla="*/ 425429 w 1782809"/>
              <a:gd name="connsiteY37" fmla="*/ 345392 h 1739801"/>
              <a:gd name="connsiteX38" fmla="*/ 412986 w 1782809"/>
              <a:gd name="connsiteY38" fmla="*/ 305306 h 1739801"/>
              <a:gd name="connsiteX39" fmla="*/ 407824 w 1782809"/>
              <a:gd name="connsiteY39" fmla="*/ 254096 h 1739801"/>
              <a:gd name="connsiteX40" fmla="*/ 661920 w 1782809"/>
              <a:gd name="connsiteY40" fmla="*/ 0 h 1739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782809" h="1739801">
                <a:moveTo>
                  <a:pt x="661920" y="0"/>
                </a:moveTo>
                <a:cubicBezTo>
                  <a:pt x="749628" y="0"/>
                  <a:pt x="826958" y="44438"/>
                  <a:pt x="872621" y="112029"/>
                </a:cubicBezTo>
                <a:lnTo>
                  <a:pt x="878174" y="122259"/>
                </a:lnTo>
                <a:lnTo>
                  <a:pt x="888662" y="120659"/>
                </a:lnTo>
                <a:cubicBezTo>
                  <a:pt x="914077" y="118078"/>
                  <a:pt x="939864" y="116755"/>
                  <a:pt x="965961" y="116755"/>
                </a:cubicBezTo>
                <a:cubicBezTo>
                  <a:pt x="1096442" y="116755"/>
                  <a:pt x="1219202" y="149810"/>
                  <a:pt x="1326326" y="208003"/>
                </a:cubicBezTo>
                <a:lnTo>
                  <a:pt x="1367203" y="232837"/>
                </a:lnTo>
                <a:lnTo>
                  <a:pt x="1376243" y="225379"/>
                </a:lnTo>
                <a:cubicBezTo>
                  <a:pt x="1416796" y="197981"/>
                  <a:pt x="1465685" y="181983"/>
                  <a:pt x="1518310" y="181983"/>
                </a:cubicBezTo>
                <a:cubicBezTo>
                  <a:pt x="1658644" y="181983"/>
                  <a:pt x="1772407" y="295746"/>
                  <a:pt x="1772407" y="436079"/>
                </a:cubicBezTo>
                <a:cubicBezTo>
                  <a:pt x="1772407" y="506246"/>
                  <a:pt x="1743966" y="569770"/>
                  <a:pt x="1697983" y="615753"/>
                </a:cubicBezTo>
                <a:lnTo>
                  <a:pt x="1681257" y="629554"/>
                </a:lnTo>
                <a:lnTo>
                  <a:pt x="1687993" y="647960"/>
                </a:lnTo>
                <a:cubicBezTo>
                  <a:pt x="1710083" y="718979"/>
                  <a:pt x="1721982" y="794489"/>
                  <a:pt x="1721982" y="872777"/>
                </a:cubicBezTo>
                <a:cubicBezTo>
                  <a:pt x="1721982" y="898874"/>
                  <a:pt x="1720660" y="924661"/>
                  <a:pt x="1718079" y="950076"/>
                </a:cubicBezTo>
                <a:lnTo>
                  <a:pt x="1708911" y="1010143"/>
                </a:lnTo>
                <a:lnTo>
                  <a:pt x="1739413" y="1047112"/>
                </a:lnTo>
                <a:cubicBezTo>
                  <a:pt x="1766811" y="1087666"/>
                  <a:pt x="1782809" y="1136555"/>
                  <a:pt x="1782809" y="1189180"/>
                </a:cubicBezTo>
                <a:cubicBezTo>
                  <a:pt x="1782809" y="1329513"/>
                  <a:pt x="1669046" y="1443276"/>
                  <a:pt x="1528713" y="1443276"/>
                </a:cubicBezTo>
                <a:cubicBezTo>
                  <a:pt x="1511171" y="1443276"/>
                  <a:pt x="1494045" y="1441498"/>
                  <a:pt x="1477504" y="1438114"/>
                </a:cubicBezTo>
                <a:lnTo>
                  <a:pt x="1469464" y="1435618"/>
                </a:lnTo>
                <a:lnTo>
                  <a:pt x="1446861" y="1456160"/>
                </a:lnTo>
                <a:cubicBezTo>
                  <a:pt x="1332511" y="1550530"/>
                  <a:pt x="1189943" y="1611930"/>
                  <a:pt x="1033711" y="1625805"/>
                </a:cubicBezTo>
                <a:lnTo>
                  <a:pt x="972376" y="1628515"/>
                </a:lnTo>
                <a:lnTo>
                  <a:pt x="941962" y="1665378"/>
                </a:lnTo>
                <a:cubicBezTo>
                  <a:pt x="895980" y="1711361"/>
                  <a:pt x="832455" y="1739801"/>
                  <a:pt x="762288" y="1739801"/>
                </a:cubicBezTo>
                <a:cubicBezTo>
                  <a:pt x="621955" y="1739801"/>
                  <a:pt x="508192" y="1626038"/>
                  <a:pt x="508192" y="1485705"/>
                </a:cubicBezTo>
                <a:lnTo>
                  <a:pt x="509460" y="1473124"/>
                </a:lnTo>
                <a:lnTo>
                  <a:pt x="457628" y="1432399"/>
                </a:lnTo>
                <a:cubicBezTo>
                  <a:pt x="377073" y="1359182"/>
                  <a:pt x="312390" y="1268811"/>
                  <a:pt x="269351" y="1167055"/>
                </a:cubicBezTo>
                <a:lnTo>
                  <a:pt x="256837" y="1132864"/>
                </a:lnTo>
                <a:lnTo>
                  <a:pt x="254096" y="1133141"/>
                </a:lnTo>
                <a:cubicBezTo>
                  <a:pt x="113763" y="1133141"/>
                  <a:pt x="0" y="1019378"/>
                  <a:pt x="0" y="879044"/>
                </a:cubicBezTo>
                <a:cubicBezTo>
                  <a:pt x="0" y="756252"/>
                  <a:pt x="87099" y="653803"/>
                  <a:pt x="202887" y="630110"/>
                </a:cubicBezTo>
                <a:lnTo>
                  <a:pt x="252284" y="625130"/>
                </a:lnTo>
                <a:lnTo>
                  <a:pt x="269351" y="578499"/>
                </a:lnTo>
                <a:cubicBezTo>
                  <a:pt x="288479" y="533275"/>
                  <a:pt x="311883" y="490299"/>
                  <a:pt x="339055" y="450078"/>
                </a:cubicBezTo>
                <a:lnTo>
                  <a:pt x="425429" y="345392"/>
                </a:lnTo>
                <a:lnTo>
                  <a:pt x="412986" y="305306"/>
                </a:lnTo>
                <a:cubicBezTo>
                  <a:pt x="409601" y="288764"/>
                  <a:pt x="407824" y="271638"/>
                  <a:pt x="407824" y="254096"/>
                </a:cubicBezTo>
                <a:cubicBezTo>
                  <a:pt x="407824" y="113763"/>
                  <a:pt x="521586" y="0"/>
                  <a:pt x="661920" y="0"/>
                </a:cubicBezTo>
                <a:close/>
              </a:path>
            </a:pathLst>
          </a:custGeom>
          <a:solidFill>
            <a:schemeClr val="bg1">
              <a:lumMod val="85000"/>
            </a:schemeClr>
          </a:solidFill>
        </p:spPr>
        <p:txBody>
          <a:bodyPr wrap="square">
            <a:noAutofit/>
          </a:bodyPr>
          <a:lstStyle/>
          <a:p>
            <a:endParaRPr lang="en-AU" dirty="0"/>
          </a:p>
        </p:txBody>
      </p:sp>
      <p:sp>
        <p:nvSpPr>
          <p:cNvPr id="38" name="Picture Placeholder 40"/>
          <p:cNvSpPr>
            <a:spLocks noGrp="1"/>
          </p:cNvSpPr>
          <p:nvPr>
            <p:ph type="pic" sz="quarter" idx="38"/>
          </p:nvPr>
        </p:nvSpPr>
        <p:spPr>
          <a:xfrm flipH="1">
            <a:off x="8891349" y="5189755"/>
            <a:ext cx="1004455" cy="980224"/>
          </a:xfrm>
          <a:custGeom>
            <a:avLst/>
            <a:gdLst>
              <a:gd name="connsiteX0" fmla="*/ 661920 w 1782809"/>
              <a:gd name="connsiteY0" fmla="*/ 0 h 1739801"/>
              <a:gd name="connsiteX1" fmla="*/ 872621 w 1782809"/>
              <a:gd name="connsiteY1" fmla="*/ 112029 h 1739801"/>
              <a:gd name="connsiteX2" fmla="*/ 878174 w 1782809"/>
              <a:gd name="connsiteY2" fmla="*/ 122259 h 1739801"/>
              <a:gd name="connsiteX3" fmla="*/ 888662 w 1782809"/>
              <a:gd name="connsiteY3" fmla="*/ 120659 h 1739801"/>
              <a:gd name="connsiteX4" fmla="*/ 965961 w 1782809"/>
              <a:gd name="connsiteY4" fmla="*/ 116755 h 1739801"/>
              <a:gd name="connsiteX5" fmla="*/ 1326326 w 1782809"/>
              <a:gd name="connsiteY5" fmla="*/ 208003 h 1739801"/>
              <a:gd name="connsiteX6" fmla="*/ 1367203 w 1782809"/>
              <a:gd name="connsiteY6" fmla="*/ 232837 h 1739801"/>
              <a:gd name="connsiteX7" fmla="*/ 1376243 w 1782809"/>
              <a:gd name="connsiteY7" fmla="*/ 225379 h 1739801"/>
              <a:gd name="connsiteX8" fmla="*/ 1518310 w 1782809"/>
              <a:gd name="connsiteY8" fmla="*/ 181983 h 1739801"/>
              <a:gd name="connsiteX9" fmla="*/ 1772407 w 1782809"/>
              <a:gd name="connsiteY9" fmla="*/ 436079 h 1739801"/>
              <a:gd name="connsiteX10" fmla="*/ 1697983 w 1782809"/>
              <a:gd name="connsiteY10" fmla="*/ 615753 h 1739801"/>
              <a:gd name="connsiteX11" fmla="*/ 1681257 w 1782809"/>
              <a:gd name="connsiteY11" fmla="*/ 629554 h 1739801"/>
              <a:gd name="connsiteX12" fmla="*/ 1687993 w 1782809"/>
              <a:gd name="connsiteY12" fmla="*/ 647960 h 1739801"/>
              <a:gd name="connsiteX13" fmla="*/ 1721982 w 1782809"/>
              <a:gd name="connsiteY13" fmla="*/ 872777 h 1739801"/>
              <a:gd name="connsiteX14" fmla="*/ 1718079 w 1782809"/>
              <a:gd name="connsiteY14" fmla="*/ 950076 h 1739801"/>
              <a:gd name="connsiteX15" fmla="*/ 1708911 w 1782809"/>
              <a:gd name="connsiteY15" fmla="*/ 1010143 h 1739801"/>
              <a:gd name="connsiteX16" fmla="*/ 1739413 w 1782809"/>
              <a:gd name="connsiteY16" fmla="*/ 1047112 h 1739801"/>
              <a:gd name="connsiteX17" fmla="*/ 1782809 w 1782809"/>
              <a:gd name="connsiteY17" fmla="*/ 1189180 h 1739801"/>
              <a:gd name="connsiteX18" fmla="*/ 1528713 w 1782809"/>
              <a:gd name="connsiteY18" fmla="*/ 1443276 h 1739801"/>
              <a:gd name="connsiteX19" fmla="*/ 1477504 w 1782809"/>
              <a:gd name="connsiteY19" fmla="*/ 1438114 h 1739801"/>
              <a:gd name="connsiteX20" fmla="*/ 1469464 w 1782809"/>
              <a:gd name="connsiteY20" fmla="*/ 1435618 h 1739801"/>
              <a:gd name="connsiteX21" fmla="*/ 1446861 w 1782809"/>
              <a:gd name="connsiteY21" fmla="*/ 1456160 h 1739801"/>
              <a:gd name="connsiteX22" fmla="*/ 1033711 w 1782809"/>
              <a:gd name="connsiteY22" fmla="*/ 1625805 h 1739801"/>
              <a:gd name="connsiteX23" fmla="*/ 972376 w 1782809"/>
              <a:gd name="connsiteY23" fmla="*/ 1628515 h 1739801"/>
              <a:gd name="connsiteX24" fmla="*/ 941962 w 1782809"/>
              <a:gd name="connsiteY24" fmla="*/ 1665378 h 1739801"/>
              <a:gd name="connsiteX25" fmla="*/ 762288 w 1782809"/>
              <a:gd name="connsiteY25" fmla="*/ 1739801 h 1739801"/>
              <a:gd name="connsiteX26" fmla="*/ 508192 w 1782809"/>
              <a:gd name="connsiteY26" fmla="*/ 1485705 h 1739801"/>
              <a:gd name="connsiteX27" fmla="*/ 509460 w 1782809"/>
              <a:gd name="connsiteY27" fmla="*/ 1473124 h 1739801"/>
              <a:gd name="connsiteX28" fmla="*/ 457628 w 1782809"/>
              <a:gd name="connsiteY28" fmla="*/ 1432399 h 1739801"/>
              <a:gd name="connsiteX29" fmla="*/ 269351 w 1782809"/>
              <a:gd name="connsiteY29" fmla="*/ 1167055 h 1739801"/>
              <a:gd name="connsiteX30" fmla="*/ 256837 w 1782809"/>
              <a:gd name="connsiteY30" fmla="*/ 1132864 h 1739801"/>
              <a:gd name="connsiteX31" fmla="*/ 254096 w 1782809"/>
              <a:gd name="connsiteY31" fmla="*/ 1133141 h 1739801"/>
              <a:gd name="connsiteX32" fmla="*/ 0 w 1782809"/>
              <a:gd name="connsiteY32" fmla="*/ 879044 h 1739801"/>
              <a:gd name="connsiteX33" fmla="*/ 202887 w 1782809"/>
              <a:gd name="connsiteY33" fmla="*/ 630110 h 1739801"/>
              <a:gd name="connsiteX34" fmla="*/ 252284 w 1782809"/>
              <a:gd name="connsiteY34" fmla="*/ 625130 h 1739801"/>
              <a:gd name="connsiteX35" fmla="*/ 269351 w 1782809"/>
              <a:gd name="connsiteY35" fmla="*/ 578499 h 1739801"/>
              <a:gd name="connsiteX36" fmla="*/ 339055 w 1782809"/>
              <a:gd name="connsiteY36" fmla="*/ 450078 h 1739801"/>
              <a:gd name="connsiteX37" fmla="*/ 425429 w 1782809"/>
              <a:gd name="connsiteY37" fmla="*/ 345392 h 1739801"/>
              <a:gd name="connsiteX38" fmla="*/ 412986 w 1782809"/>
              <a:gd name="connsiteY38" fmla="*/ 305306 h 1739801"/>
              <a:gd name="connsiteX39" fmla="*/ 407824 w 1782809"/>
              <a:gd name="connsiteY39" fmla="*/ 254096 h 1739801"/>
              <a:gd name="connsiteX40" fmla="*/ 661920 w 1782809"/>
              <a:gd name="connsiteY40" fmla="*/ 0 h 1739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782809" h="1739801">
                <a:moveTo>
                  <a:pt x="661920" y="0"/>
                </a:moveTo>
                <a:cubicBezTo>
                  <a:pt x="749628" y="0"/>
                  <a:pt x="826958" y="44438"/>
                  <a:pt x="872621" y="112029"/>
                </a:cubicBezTo>
                <a:lnTo>
                  <a:pt x="878174" y="122259"/>
                </a:lnTo>
                <a:lnTo>
                  <a:pt x="888662" y="120659"/>
                </a:lnTo>
                <a:cubicBezTo>
                  <a:pt x="914077" y="118078"/>
                  <a:pt x="939864" y="116755"/>
                  <a:pt x="965961" y="116755"/>
                </a:cubicBezTo>
                <a:cubicBezTo>
                  <a:pt x="1096442" y="116755"/>
                  <a:pt x="1219202" y="149810"/>
                  <a:pt x="1326326" y="208003"/>
                </a:cubicBezTo>
                <a:lnTo>
                  <a:pt x="1367203" y="232837"/>
                </a:lnTo>
                <a:lnTo>
                  <a:pt x="1376243" y="225379"/>
                </a:lnTo>
                <a:cubicBezTo>
                  <a:pt x="1416796" y="197981"/>
                  <a:pt x="1465685" y="181983"/>
                  <a:pt x="1518310" y="181983"/>
                </a:cubicBezTo>
                <a:cubicBezTo>
                  <a:pt x="1658644" y="181983"/>
                  <a:pt x="1772407" y="295746"/>
                  <a:pt x="1772407" y="436079"/>
                </a:cubicBezTo>
                <a:cubicBezTo>
                  <a:pt x="1772407" y="506246"/>
                  <a:pt x="1743966" y="569770"/>
                  <a:pt x="1697983" y="615753"/>
                </a:cubicBezTo>
                <a:lnTo>
                  <a:pt x="1681257" y="629554"/>
                </a:lnTo>
                <a:lnTo>
                  <a:pt x="1687993" y="647960"/>
                </a:lnTo>
                <a:cubicBezTo>
                  <a:pt x="1710083" y="718979"/>
                  <a:pt x="1721982" y="794489"/>
                  <a:pt x="1721982" y="872777"/>
                </a:cubicBezTo>
                <a:cubicBezTo>
                  <a:pt x="1721982" y="898874"/>
                  <a:pt x="1720660" y="924661"/>
                  <a:pt x="1718079" y="950076"/>
                </a:cubicBezTo>
                <a:lnTo>
                  <a:pt x="1708911" y="1010143"/>
                </a:lnTo>
                <a:lnTo>
                  <a:pt x="1739413" y="1047112"/>
                </a:lnTo>
                <a:cubicBezTo>
                  <a:pt x="1766811" y="1087666"/>
                  <a:pt x="1782809" y="1136555"/>
                  <a:pt x="1782809" y="1189180"/>
                </a:cubicBezTo>
                <a:cubicBezTo>
                  <a:pt x="1782809" y="1329513"/>
                  <a:pt x="1669046" y="1443276"/>
                  <a:pt x="1528713" y="1443276"/>
                </a:cubicBezTo>
                <a:cubicBezTo>
                  <a:pt x="1511171" y="1443276"/>
                  <a:pt x="1494045" y="1441498"/>
                  <a:pt x="1477504" y="1438114"/>
                </a:cubicBezTo>
                <a:lnTo>
                  <a:pt x="1469464" y="1435618"/>
                </a:lnTo>
                <a:lnTo>
                  <a:pt x="1446861" y="1456160"/>
                </a:lnTo>
                <a:cubicBezTo>
                  <a:pt x="1332511" y="1550530"/>
                  <a:pt x="1189943" y="1611930"/>
                  <a:pt x="1033711" y="1625805"/>
                </a:cubicBezTo>
                <a:lnTo>
                  <a:pt x="972376" y="1628515"/>
                </a:lnTo>
                <a:lnTo>
                  <a:pt x="941962" y="1665378"/>
                </a:lnTo>
                <a:cubicBezTo>
                  <a:pt x="895980" y="1711361"/>
                  <a:pt x="832455" y="1739801"/>
                  <a:pt x="762288" y="1739801"/>
                </a:cubicBezTo>
                <a:cubicBezTo>
                  <a:pt x="621955" y="1739801"/>
                  <a:pt x="508192" y="1626038"/>
                  <a:pt x="508192" y="1485705"/>
                </a:cubicBezTo>
                <a:lnTo>
                  <a:pt x="509460" y="1473124"/>
                </a:lnTo>
                <a:lnTo>
                  <a:pt x="457628" y="1432399"/>
                </a:lnTo>
                <a:cubicBezTo>
                  <a:pt x="377073" y="1359182"/>
                  <a:pt x="312390" y="1268811"/>
                  <a:pt x="269351" y="1167055"/>
                </a:cubicBezTo>
                <a:lnTo>
                  <a:pt x="256837" y="1132864"/>
                </a:lnTo>
                <a:lnTo>
                  <a:pt x="254096" y="1133141"/>
                </a:lnTo>
                <a:cubicBezTo>
                  <a:pt x="113763" y="1133141"/>
                  <a:pt x="0" y="1019378"/>
                  <a:pt x="0" y="879044"/>
                </a:cubicBezTo>
                <a:cubicBezTo>
                  <a:pt x="0" y="756252"/>
                  <a:pt x="87099" y="653803"/>
                  <a:pt x="202887" y="630110"/>
                </a:cubicBezTo>
                <a:lnTo>
                  <a:pt x="252284" y="625130"/>
                </a:lnTo>
                <a:lnTo>
                  <a:pt x="269351" y="578499"/>
                </a:lnTo>
                <a:cubicBezTo>
                  <a:pt x="288479" y="533275"/>
                  <a:pt x="311883" y="490299"/>
                  <a:pt x="339055" y="450078"/>
                </a:cubicBezTo>
                <a:lnTo>
                  <a:pt x="425429" y="345392"/>
                </a:lnTo>
                <a:lnTo>
                  <a:pt x="412986" y="305306"/>
                </a:lnTo>
                <a:cubicBezTo>
                  <a:pt x="409601" y="288764"/>
                  <a:pt x="407824" y="271638"/>
                  <a:pt x="407824" y="254096"/>
                </a:cubicBezTo>
                <a:cubicBezTo>
                  <a:pt x="407824" y="113763"/>
                  <a:pt x="521586" y="0"/>
                  <a:pt x="661920" y="0"/>
                </a:cubicBezTo>
                <a:close/>
              </a:path>
            </a:pathLst>
          </a:custGeom>
          <a:solidFill>
            <a:schemeClr val="bg1">
              <a:lumMod val="85000"/>
            </a:schemeClr>
          </a:solidFill>
        </p:spPr>
        <p:txBody>
          <a:bodyPr wrap="square">
            <a:noAutofit/>
          </a:bodyPr>
          <a:lstStyle/>
          <a:p>
            <a:endParaRPr lang="en-AU" dirty="0"/>
          </a:p>
        </p:txBody>
      </p:sp>
      <p:sp>
        <p:nvSpPr>
          <p:cNvPr id="44" name="Text Placeholder 21"/>
          <p:cNvSpPr>
            <a:spLocks noGrp="1"/>
          </p:cNvSpPr>
          <p:nvPr>
            <p:ph type="body" sz="quarter" idx="39"/>
          </p:nvPr>
        </p:nvSpPr>
        <p:spPr>
          <a:xfrm>
            <a:off x="9975125" y="2355972"/>
            <a:ext cx="1950027" cy="256811"/>
          </a:xfrm>
        </p:spPr>
        <p:txBody>
          <a:bodyPr>
            <a:noAutofit/>
          </a:bodyPr>
          <a:lstStyle>
            <a:lvl1pPr algn="ctr">
              <a:defRPr sz="14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5" name="Text Placeholder 21"/>
          <p:cNvSpPr>
            <a:spLocks noGrp="1"/>
          </p:cNvSpPr>
          <p:nvPr>
            <p:ph type="body" sz="quarter" idx="40"/>
          </p:nvPr>
        </p:nvSpPr>
        <p:spPr>
          <a:xfrm>
            <a:off x="9975125" y="2633648"/>
            <a:ext cx="1950027" cy="330467"/>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6" name="Text Placeholder 21"/>
          <p:cNvSpPr>
            <a:spLocks noGrp="1"/>
          </p:cNvSpPr>
          <p:nvPr>
            <p:ph type="body" sz="quarter" idx="41"/>
          </p:nvPr>
        </p:nvSpPr>
        <p:spPr>
          <a:xfrm>
            <a:off x="9975125" y="3907067"/>
            <a:ext cx="1950027" cy="256811"/>
          </a:xfrm>
        </p:spPr>
        <p:txBody>
          <a:bodyPr>
            <a:noAutofit/>
          </a:bodyPr>
          <a:lstStyle>
            <a:lvl1pPr algn="ctr">
              <a:defRPr sz="14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8" name="Text Placeholder 21"/>
          <p:cNvSpPr>
            <a:spLocks noGrp="1"/>
          </p:cNvSpPr>
          <p:nvPr>
            <p:ph type="body" sz="quarter" idx="42"/>
          </p:nvPr>
        </p:nvSpPr>
        <p:spPr>
          <a:xfrm>
            <a:off x="9975125" y="4184743"/>
            <a:ext cx="1950027" cy="330467"/>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9" name="Text Placeholder 21"/>
          <p:cNvSpPr>
            <a:spLocks noGrp="1"/>
          </p:cNvSpPr>
          <p:nvPr>
            <p:ph type="body" sz="quarter" idx="43"/>
          </p:nvPr>
        </p:nvSpPr>
        <p:spPr>
          <a:xfrm>
            <a:off x="9975125" y="5398106"/>
            <a:ext cx="1950027" cy="256811"/>
          </a:xfrm>
        </p:spPr>
        <p:txBody>
          <a:bodyPr>
            <a:noAutofit/>
          </a:bodyPr>
          <a:lstStyle>
            <a:lvl1pPr algn="ctr">
              <a:defRPr sz="14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50" name="Text Placeholder 21"/>
          <p:cNvSpPr>
            <a:spLocks noGrp="1"/>
          </p:cNvSpPr>
          <p:nvPr>
            <p:ph type="body" sz="quarter" idx="44"/>
          </p:nvPr>
        </p:nvSpPr>
        <p:spPr>
          <a:xfrm>
            <a:off x="9975125" y="5675782"/>
            <a:ext cx="1950027" cy="330467"/>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Tree>
    <p:extLst>
      <p:ext uri="{BB962C8B-B14F-4D97-AF65-F5344CB8AC3E}">
        <p14:creationId xmlns:p14="http://schemas.microsoft.com/office/powerpoint/2010/main" val="154065919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53" presetClass="entr" presetSubtype="16" fill="hold" grpId="0" nodeType="afterEffect">
                                  <p:stCondLst>
                                    <p:cond delay="0"/>
                                  </p:stCondLst>
                                  <p:childTnLst>
                                    <p:set>
                                      <p:cBhvr>
                                        <p:cTn id="20" dur="1" fill="hold">
                                          <p:stCondLst>
                                            <p:cond delay="0"/>
                                          </p:stCondLst>
                                        </p:cTn>
                                        <p:tgtEl>
                                          <p:spTgt spid="39"/>
                                        </p:tgtEl>
                                        <p:attrNameLst>
                                          <p:attrName>style.visibility</p:attrName>
                                        </p:attrNameLst>
                                      </p:cBhvr>
                                      <p:to>
                                        <p:strVal val="visible"/>
                                      </p:to>
                                    </p:set>
                                    <p:anim calcmode="lin" valueType="num">
                                      <p:cBhvr>
                                        <p:cTn id="21" dur="500" fill="hold"/>
                                        <p:tgtEl>
                                          <p:spTgt spid="39"/>
                                        </p:tgtEl>
                                        <p:attrNameLst>
                                          <p:attrName>ppt_w</p:attrName>
                                        </p:attrNameLst>
                                      </p:cBhvr>
                                      <p:tavLst>
                                        <p:tav tm="0">
                                          <p:val>
                                            <p:fltVal val="0"/>
                                          </p:val>
                                        </p:tav>
                                        <p:tav tm="100000">
                                          <p:val>
                                            <p:strVal val="#ppt_w"/>
                                          </p:val>
                                        </p:tav>
                                      </p:tavLst>
                                    </p:anim>
                                    <p:anim calcmode="lin" valueType="num">
                                      <p:cBhvr>
                                        <p:cTn id="22" dur="500" fill="hold"/>
                                        <p:tgtEl>
                                          <p:spTgt spid="39"/>
                                        </p:tgtEl>
                                        <p:attrNameLst>
                                          <p:attrName>ppt_h</p:attrName>
                                        </p:attrNameLst>
                                      </p:cBhvr>
                                      <p:tavLst>
                                        <p:tav tm="0">
                                          <p:val>
                                            <p:fltVal val="0"/>
                                          </p:val>
                                        </p:tav>
                                        <p:tav tm="100000">
                                          <p:val>
                                            <p:strVal val="#ppt_h"/>
                                          </p:val>
                                        </p:tav>
                                      </p:tavLst>
                                    </p:anim>
                                    <p:animEffect transition="in" filter="fade">
                                      <p:cBhvr>
                                        <p:cTn id="23" dur="500"/>
                                        <p:tgtEl>
                                          <p:spTgt spid="39"/>
                                        </p:tgtEl>
                                      </p:cBhvr>
                                    </p:animEffect>
                                  </p:childTnLst>
                                </p:cTn>
                              </p:par>
                            </p:childTnLst>
                          </p:cTn>
                        </p:par>
                        <p:par>
                          <p:cTn id="24" fill="hold">
                            <p:stCondLst>
                              <p:cond delay="2000"/>
                            </p:stCondLst>
                            <p:childTnLst>
                              <p:par>
                                <p:cTn id="25" presetID="53" presetClass="entr" presetSubtype="16" fill="hold" grpId="0" nodeType="afterEffect" nodePh="1">
                                  <p:stCondLst>
                                    <p:cond delay="0"/>
                                  </p:stCondLst>
                                  <p:endCondLst>
                                    <p:cond evt="begin" delay="0">
                                      <p:tn val="25"/>
                                    </p:cond>
                                  </p:endCondLst>
                                  <p:childTnLst>
                                    <p:set>
                                      <p:cBhvr>
                                        <p:cTn id="26" dur="1" fill="hold">
                                          <p:stCondLst>
                                            <p:cond delay="0"/>
                                          </p:stCondLst>
                                        </p:cTn>
                                        <p:tgtEl>
                                          <p:spTgt spid="15">
                                            <p:txEl>
                                              <p:pRg st="0" end="0"/>
                                            </p:txEl>
                                          </p:spTgt>
                                        </p:tgtEl>
                                        <p:attrNameLst>
                                          <p:attrName>style.visibility</p:attrName>
                                        </p:attrNameLst>
                                      </p:cBhvr>
                                      <p:to>
                                        <p:strVal val="visible"/>
                                      </p:to>
                                    </p:set>
                                    <p:anim calcmode="lin" valueType="num">
                                      <p:cBhvr>
                                        <p:cTn id="27" dur="500" fill="hold"/>
                                        <p:tgtEl>
                                          <p:spTgt spid="15">
                                            <p:txEl>
                                              <p:pRg st="0" end="0"/>
                                            </p:txEl>
                                          </p:spTgt>
                                        </p:tgtEl>
                                        <p:attrNameLst>
                                          <p:attrName>ppt_w</p:attrName>
                                        </p:attrNameLst>
                                      </p:cBhvr>
                                      <p:tavLst>
                                        <p:tav tm="0">
                                          <p:val>
                                            <p:fltVal val="0"/>
                                          </p:val>
                                        </p:tav>
                                        <p:tav tm="100000">
                                          <p:val>
                                            <p:strVal val="#ppt_w"/>
                                          </p:val>
                                        </p:tav>
                                      </p:tavLst>
                                    </p:anim>
                                    <p:anim calcmode="lin" valueType="num">
                                      <p:cBhvr>
                                        <p:cTn id="28" dur="500" fill="hold"/>
                                        <p:tgtEl>
                                          <p:spTgt spid="15">
                                            <p:txEl>
                                              <p:pRg st="0" end="0"/>
                                            </p:txEl>
                                          </p:spTgt>
                                        </p:tgtEl>
                                        <p:attrNameLst>
                                          <p:attrName>ppt_h</p:attrName>
                                        </p:attrNameLst>
                                      </p:cBhvr>
                                      <p:tavLst>
                                        <p:tav tm="0">
                                          <p:val>
                                            <p:fltVal val="0"/>
                                          </p:val>
                                        </p:tav>
                                        <p:tav tm="100000">
                                          <p:val>
                                            <p:strVal val="#ppt_h"/>
                                          </p:val>
                                        </p:tav>
                                      </p:tavLst>
                                    </p:anim>
                                    <p:animEffect transition="in" filter="fade">
                                      <p:cBhvr>
                                        <p:cTn id="29" dur="500"/>
                                        <p:tgtEl>
                                          <p:spTgt spid="15">
                                            <p:txEl>
                                              <p:pRg st="0" end="0"/>
                                            </p:txEl>
                                          </p:spTgt>
                                        </p:tgtEl>
                                      </p:cBhvr>
                                    </p:animEffect>
                                  </p:childTnLst>
                                </p:cTn>
                              </p:par>
                            </p:childTnLst>
                          </p:cTn>
                        </p:par>
                        <p:par>
                          <p:cTn id="30" fill="hold">
                            <p:stCondLst>
                              <p:cond delay="2500"/>
                            </p:stCondLst>
                            <p:childTnLst>
                              <p:par>
                                <p:cTn id="31" presetID="42" presetClass="entr" presetSubtype="0" fill="hold" grpId="0" nodeType="afterEffect" nodePh="1">
                                  <p:stCondLst>
                                    <p:cond delay="0"/>
                                  </p:stCondLst>
                                  <p:endCondLst>
                                    <p:cond evt="begin" delay="0">
                                      <p:tn val="31"/>
                                    </p:cond>
                                  </p:endCondLst>
                                  <p:childTnLst>
                                    <p:set>
                                      <p:cBhvr>
                                        <p:cTn id="32" dur="1" fill="hold">
                                          <p:stCondLst>
                                            <p:cond delay="0"/>
                                          </p:stCondLst>
                                        </p:cTn>
                                        <p:tgtEl>
                                          <p:spTgt spid="16">
                                            <p:txEl>
                                              <p:pRg st="0" end="0"/>
                                            </p:txEl>
                                          </p:spTgt>
                                        </p:tgtEl>
                                        <p:attrNameLst>
                                          <p:attrName>style.visibility</p:attrName>
                                        </p:attrNameLst>
                                      </p:cBhvr>
                                      <p:to>
                                        <p:strVal val="visible"/>
                                      </p:to>
                                    </p:set>
                                    <p:animEffect transition="in" filter="fade">
                                      <p:cBhvr>
                                        <p:cTn id="33" dur="500"/>
                                        <p:tgtEl>
                                          <p:spTgt spid="16">
                                            <p:txEl>
                                              <p:pRg st="0" end="0"/>
                                            </p:txEl>
                                          </p:spTgt>
                                        </p:tgtEl>
                                      </p:cBhvr>
                                    </p:animEffect>
                                    <p:anim calcmode="lin" valueType="num">
                                      <p:cBhvr>
                                        <p:cTn id="34" dur="500" fill="hold"/>
                                        <p:tgtEl>
                                          <p:spTgt spid="16">
                                            <p:txEl>
                                              <p:pRg st="0" end="0"/>
                                            </p:txEl>
                                          </p:spTgt>
                                        </p:tgtEl>
                                        <p:attrNameLst>
                                          <p:attrName>ppt_x</p:attrName>
                                        </p:attrNameLst>
                                      </p:cBhvr>
                                      <p:tavLst>
                                        <p:tav tm="0">
                                          <p:val>
                                            <p:strVal val="#ppt_x"/>
                                          </p:val>
                                        </p:tav>
                                        <p:tav tm="100000">
                                          <p:val>
                                            <p:strVal val="#ppt_x"/>
                                          </p:val>
                                        </p:tav>
                                      </p:tavLst>
                                    </p:anim>
                                    <p:anim calcmode="lin" valueType="num">
                                      <p:cBhvr>
                                        <p:cTn id="35" dur="500" fill="hold"/>
                                        <p:tgtEl>
                                          <p:spTgt spid="16">
                                            <p:txEl>
                                              <p:pRg st="0" end="0"/>
                                            </p:txEl>
                                          </p:spTgt>
                                        </p:tgtEl>
                                        <p:attrNameLst>
                                          <p:attrName>ppt_y</p:attrName>
                                        </p:attrNameLst>
                                      </p:cBhvr>
                                      <p:tavLst>
                                        <p:tav tm="0">
                                          <p:val>
                                            <p:strVal val="#ppt_y+.1"/>
                                          </p:val>
                                        </p:tav>
                                        <p:tav tm="100000">
                                          <p:val>
                                            <p:strVal val="#ppt_y"/>
                                          </p:val>
                                        </p:tav>
                                      </p:tavLst>
                                    </p:anim>
                                  </p:childTnLst>
                                </p:cTn>
                              </p:par>
                            </p:childTnLst>
                          </p:cTn>
                        </p:par>
                        <p:par>
                          <p:cTn id="36" fill="hold">
                            <p:stCondLst>
                              <p:cond delay="3000"/>
                            </p:stCondLst>
                            <p:childTnLst>
                              <p:par>
                                <p:cTn id="37" presetID="22" presetClass="entr" presetSubtype="8" fill="hold" nodeType="afterEffect">
                                  <p:stCondLst>
                                    <p:cond delay="0"/>
                                  </p:stCondLst>
                                  <p:childTnLst>
                                    <p:set>
                                      <p:cBhvr>
                                        <p:cTn id="38" dur="1" fill="hold">
                                          <p:stCondLst>
                                            <p:cond delay="0"/>
                                          </p:stCondLst>
                                        </p:cTn>
                                        <p:tgtEl>
                                          <p:spTgt spid="12"/>
                                        </p:tgtEl>
                                        <p:attrNameLst>
                                          <p:attrName>style.visibility</p:attrName>
                                        </p:attrNameLst>
                                      </p:cBhvr>
                                      <p:to>
                                        <p:strVal val="visible"/>
                                      </p:to>
                                    </p:set>
                                    <p:animEffect transition="in" filter="wipe(left)">
                                      <p:cBhvr>
                                        <p:cTn id="39" dur="500"/>
                                        <p:tgtEl>
                                          <p:spTgt spid="12"/>
                                        </p:tgtEl>
                                      </p:cBhvr>
                                    </p:animEffect>
                                  </p:childTnLst>
                                </p:cTn>
                              </p:par>
                            </p:childTnLst>
                          </p:cTn>
                        </p:par>
                        <p:par>
                          <p:cTn id="40" fill="hold">
                            <p:stCondLst>
                              <p:cond delay="3500"/>
                            </p:stCondLst>
                            <p:childTnLst>
                              <p:par>
                                <p:cTn id="41" presetID="10" presetClass="entr" presetSubtype="0" fill="hold" grpId="0" nodeType="afterEffect">
                                  <p:stCondLst>
                                    <p:cond delay="0"/>
                                  </p:stCondLst>
                                  <p:childTnLst>
                                    <p:set>
                                      <p:cBhvr>
                                        <p:cTn id="42" dur="1" fill="hold">
                                          <p:stCondLst>
                                            <p:cond delay="0"/>
                                          </p:stCondLst>
                                        </p:cTn>
                                        <p:tgtEl>
                                          <p:spTgt spid="41"/>
                                        </p:tgtEl>
                                        <p:attrNameLst>
                                          <p:attrName>style.visibility</p:attrName>
                                        </p:attrNameLst>
                                      </p:cBhvr>
                                      <p:to>
                                        <p:strVal val="visible"/>
                                      </p:to>
                                    </p:set>
                                    <p:animEffect transition="in" filter="fade">
                                      <p:cBhvr>
                                        <p:cTn id="43" dur="500"/>
                                        <p:tgtEl>
                                          <p:spTgt spid="41"/>
                                        </p:tgtEl>
                                      </p:cBhvr>
                                    </p:animEffect>
                                  </p:childTnLst>
                                </p:cTn>
                              </p:par>
                            </p:childTnLst>
                          </p:cTn>
                        </p:par>
                        <p:par>
                          <p:cTn id="44" fill="hold">
                            <p:stCondLst>
                              <p:cond delay="4000"/>
                            </p:stCondLst>
                            <p:childTnLst>
                              <p:par>
                                <p:cTn id="45" presetID="53" presetClass="entr" presetSubtype="16" fill="hold" grpId="0" nodeType="afterEffect" nodePh="1">
                                  <p:stCondLst>
                                    <p:cond delay="0"/>
                                  </p:stCondLst>
                                  <p:endCondLst>
                                    <p:cond evt="begin" delay="0">
                                      <p:tn val="45"/>
                                    </p:cond>
                                  </p:endCondLst>
                                  <p:childTnLst>
                                    <p:set>
                                      <p:cBhvr>
                                        <p:cTn id="46" dur="1" fill="hold">
                                          <p:stCondLst>
                                            <p:cond delay="0"/>
                                          </p:stCondLst>
                                        </p:cTn>
                                        <p:tgtEl>
                                          <p:spTgt spid="17">
                                            <p:txEl>
                                              <p:pRg st="0" end="0"/>
                                            </p:txEl>
                                          </p:spTgt>
                                        </p:tgtEl>
                                        <p:attrNameLst>
                                          <p:attrName>style.visibility</p:attrName>
                                        </p:attrNameLst>
                                      </p:cBhvr>
                                      <p:to>
                                        <p:strVal val="visible"/>
                                      </p:to>
                                    </p:set>
                                    <p:anim calcmode="lin" valueType="num">
                                      <p:cBhvr>
                                        <p:cTn id="47" dur="500" fill="hold"/>
                                        <p:tgtEl>
                                          <p:spTgt spid="17">
                                            <p:txEl>
                                              <p:pRg st="0" end="0"/>
                                            </p:txEl>
                                          </p:spTgt>
                                        </p:tgtEl>
                                        <p:attrNameLst>
                                          <p:attrName>ppt_w</p:attrName>
                                        </p:attrNameLst>
                                      </p:cBhvr>
                                      <p:tavLst>
                                        <p:tav tm="0">
                                          <p:val>
                                            <p:fltVal val="0"/>
                                          </p:val>
                                        </p:tav>
                                        <p:tav tm="100000">
                                          <p:val>
                                            <p:strVal val="#ppt_w"/>
                                          </p:val>
                                        </p:tav>
                                      </p:tavLst>
                                    </p:anim>
                                    <p:anim calcmode="lin" valueType="num">
                                      <p:cBhvr>
                                        <p:cTn id="48" dur="500" fill="hold"/>
                                        <p:tgtEl>
                                          <p:spTgt spid="17">
                                            <p:txEl>
                                              <p:pRg st="0" end="0"/>
                                            </p:txEl>
                                          </p:spTgt>
                                        </p:tgtEl>
                                        <p:attrNameLst>
                                          <p:attrName>ppt_h</p:attrName>
                                        </p:attrNameLst>
                                      </p:cBhvr>
                                      <p:tavLst>
                                        <p:tav tm="0">
                                          <p:val>
                                            <p:fltVal val="0"/>
                                          </p:val>
                                        </p:tav>
                                        <p:tav tm="100000">
                                          <p:val>
                                            <p:strVal val="#ppt_h"/>
                                          </p:val>
                                        </p:tav>
                                      </p:tavLst>
                                    </p:anim>
                                    <p:animEffect transition="in" filter="fade">
                                      <p:cBhvr>
                                        <p:cTn id="49" dur="500"/>
                                        <p:tgtEl>
                                          <p:spTgt spid="17">
                                            <p:txEl>
                                              <p:pRg st="0" end="0"/>
                                            </p:txEl>
                                          </p:spTgt>
                                        </p:tgtEl>
                                      </p:cBhvr>
                                    </p:animEffect>
                                  </p:childTnLst>
                                </p:cTn>
                              </p:par>
                            </p:childTnLst>
                          </p:cTn>
                        </p:par>
                        <p:par>
                          <p:cTn id="50" fill="hold">
                            <p:stCondLst>
                              <p:cond delay="4500"/>
                            </p:stCondLst>
                            <p:childTnLst>
                              <p:par>
                                <p:cTn id="51" presetID="42" presetClass="entr" presetSubtype="0" fill="hold" grpId="0" nodeType="afterEffect" nodePh="1">
                                  <p:stCondLst>
                                    <p:cond delay="0"/>
                                  </p:stCondLst>
                                  <p:endCondLst>
                                    <p:cond evt="begin" delay="0">
                                      <p:tn val="51"/>
                                    </p:cond>
                                  </p:endCondLst>
                                  <p:childTnLst>
                                    <p:set>
                                      <p:cBhvr>
                                        <p:cTn id="52" dur="1" fill="hold">
                                          <p:stCondLst>
                                            <p:cond delay="0"/>
                                          </p:stCondLst>
                                        </p:cTn>
                                        <p:tgtEl>
                                          <p:spTgt spid="18">
                                            <p:txEl>
                                              <p:pRg st="0" end="0"/>
                                            </p:txEl>
                                          </p:spTgt>
                                        </p:tgtEl>
                                        <p:attrNameLst>
                                          <p:attrName>style.visibility</p:attrName>
                                        </p:attrNameLst>
                                      </p:cBhvr>
                                      <p:to>
                                        <p:strVal val="visible"/>
                                      </p:to>
                                    </p:set>
                                    <p:animEffect transition="in" filter="fade">
                                      <p:cBhvr>
                                        <p:cTn id="53" dur="500"/>
                                        <p:tgtEl>
                                          <p:spTgt spid="18">
                                            <p:txEl>
                                              <p:pRg st="0" end="0"/>
                                            </p:txEl>
                                          </p:spTgt>
                                        </p:tgtEl>
                                      </p:cBhvr>
                                    </p:animEffect>
                                    <p:anim calcmode="lin" valueType="num">
                                      <p:cBhvr>
                                        <p:cTn id="54" dur="500" fill="hold"/>
                                        <p:tgtEl>
                                          <p:spTgt spid="18">
                                            <p:txEl>
                                              <p:pRg st="0" end="0"/>
                                            </p:txEl>
                                          </p:spTgt>
                                        </p:tgtEl>
                                        <p:attrNameLst>
                                          <p:attrName>ppt_x</p:attrName>
                                        </p:attrNameLst>
                                      </p:cBhvr>
                                      <p:tavLst>
                                        <p:tav tm="0">
                                          <p:val>
                                            <p:strVal val="#ppt_x"/>
                                          </p:val>
                                        </p:tav>
                                        <p:tav tm="100000">
                                          <p:val>
                                            <p:strVal val="#ppt_x"/>
                                          </p:val>
                                        </p:tav>
                                      </p:tavLst>
                                    </p:anim>
                                    <p:anim calcmode="lin" valueType="num">
                                      <p:cBhvr>
                                        <p:cTn id="55" dur="500" fill="hold"/>
                                        <p:tgtEl>
                                          <p:spTgt spid="18">
                                            <p:txEl>
                                              <p:pRg st="0" end="0"/>
                                            </p:txEl>
                                          </p:spTgt>
                                        </p:tgtEl>
                                        <p:attrNameLst>
                                          <p:attrName>ppt_y</p:attrName>
                                        </p:attrNameLst>
                                      </p:cBhvr>
                                      <p:tavLst>
                                        <p:tav tm="0">
                                          <p:val>
                                            <p:strVal val="#ppt_y+.1"/>
                                          </p:val>
                                        </p:tav>
                                        <p:tav tm="100000">
                                          <p:val>
                                            <p:strVal val="#ppt_y"/>
                                          </p:val>
                                        </p:tav>
                                      </p:tavLst>
                                    </p:anim>
                                  </p:childTnLst>
                                </p:cTn>
                              </p:par>
                            </p:childTnLst>
                          </p:cTn>
                        </p:par>
                        <p:par>
                          <p:cTn id="56" fill="hold">
                            <p:stCondLst>
                              <p:cond delay="5000"/>
                            </p:stCondLst>
                            <p:childTnLst>
                              <p:par>
                                <p:cTn id="57" presetID="22" presetClass="entr" presetSubtype="8" fill="hold" nodeType="afterEffect">
                                  <p:stCondLst>
                                    <p:cond delay="0"/>
                                  </p:stCondLst>
                                  <p:childTnLst>
                                    <p:set>
                                      <p:cBhvr>
                                        <p:cTn id="58" dur="1" fill="hold">
                                          <p:stCondLst>
                                            <p:cond delay="0"/>
                                          </p:stCondLst>
                                        </p:cTn>
                                        <p:tgtEl>
                                          <p:spTgt spid="43"/>
                                        </p:tgtEl>
                                        <p:attrNameLst>
                                          <p:attrName>style.visibility</p:attrName>
                                        </p:attrNameLst>
                                      </p:cBhvr>
                                      <p:to>
                                        <p:strVal val="visible"/>
                                      </p:to>
                                    </p:set>
                                    <p:animEffect transition="in" filter="wipe(left)">
                                      <p:cBhvr>
                                        <p:cTn id="59" dur="500"/>
                                        <p:tgtEl>
                                          <p:spTgt spid="43"/>
                                        </p:tgtEl>
                                      </p:cBhvr>
                                    </p:animEffect>
                                  </p:childTnLst>
                                </p:cTn>
                              </p:par>
                            </p:childTnLst>
                          </p:cTn>
                        </p:par>
                        <p:par>
                          <p:cTn id="60" fill="hold">
                            <p:stCondLst>
                              <p:cond delay="5500"/>
                            </p:stCondLst>
                            <p:childTnLst>
                              <p:par>
                                <p:cTn id="61" presetID="10" presetClass="entr" presetSubtype="0" fill="hold" grpId="0" nodeType="afterEffect">
                                  <p:stCondLst>
                                    <p:cond delay="0"/>
                                  </p:stCondLst>
                                  <p:childTnLst>
                                    <p:set>
                                      <p:cBhvr>
                                        <p:cTn id="62" dur="1" fill="hold">
                                          <p:stCondLst>
                                            <p:cond delay="0"/>
                                          </p:stCondLst>
                                        </p:cTn>
                                        <p:tgtEl>
                                          <p:spTgt spid="42"/>
                                        </p:tgtEl>
                                        <p:attrNameLst>
                                          <p:attrName>style.visibility</p:attrName>
                                        </p:attrNameLst>
                                      </p:cBhvr>
                                      <p:to>
                                        <p:strVal val="visible"/>
                                      </p:to>
                                    </p:set>
                                    <p:animEffect transition="in" filter="fade">
                                      <p:cBhvr>
                                        <p:cTn id="63" dur="500"/>
                                        <p:tgtEl>
                                          <p:spTgt spid="42"/>
                                        </p:tgtEl>
                                      </p:cBhvr>
                                    </p:animEffect>
                                  </p:childTnLst>
                                </p:cTn>
                              </p:par>
                            </p:childTnLst>
                          </p:cTn>
                        </p:par>
                        <p:par>
                          <p:cTn id="64" fill="hold">
                            <p:stCondLst>
                              <p:cond delay="6000"/>
                            </p:stCondLst>
                            <p:childTnLst>
                              <p:par>
                                <p:cTn id="65" presetID="53" presetClass="entr" presetSubtype="16" fill="hold" grpId="0" nodeType="afterEffect" nodePh="1">
                                  <p:stCondLst>
                                    <p:cond delay="0"/>
                                  </p:stCondLst>
                                  <p:endCondLst>
                                    <p:cond evt="begin" delay="0">
                                      <p:tn val="65"/>
                                    </p:cond>
                                  </p:endCondLst>
                                  <p:childTnLst>
                                    <p:set>
                                      <p:cBhvr>
                                        <p:cTn id="66" dur="1" fill="hold">
                                          <p:stCondLst>
                                            <p:cond delay="0"/>
                                          </p:stCondLst>
                                        </p:cTn>
                                        <p:tgtEl>
                                          <p:spTgt spid="19">
                                            <p:txEl>
                                              <p:pRg st="0" end="0"/>
                                            </p:txEl>
                                          </p:spTgt>
                                        </p:tgtEl>
                                        <p:attrNameLst>
                                          <p:attrName>style.visibility</p:attrName>
                                        </p:attrNameLst>
                                      </p:cBhvr>
                                      <p:to>
                                        <p:strVal val="visible"/>
                                      </p:to>
                                    </p:set>
                                    <p:anim calcmode="lin" valueType="num">
                                      <p:cBhvr>
                                        <p:cTn id="67" dur="500" fill="hold"/>
                                        <p:tgtEl>
                                          <p:spTgt spid="19">
                                            <p:txEl>
                                              <p:pRg st="0" end="0"/>
                                            </p:txEl>
                                          </p:spTgt>
                                        </p:tgtEl>
                                        <p:attrNameLst>
                                          <p:attrName>ppt_w</p:attrName>
                                        </p:attrNameLst>
                                      </p:cBhvr>
                                      <p:tavLst>
                                        <p:tav tm="0">
                                          <p:val>
                                            <p:fltVal val="0"/>
                                          </p:val>
                                        </p:tav>
                                        <p:tav tm="100000">
                                          <p:val>
                                            <p:strVal val="#ppt_w"/>
                                          </p:val>
                                        </p:tav>
                                      </p:tavLst>
                                    </p:anim>
                                    <p:anim calcmode="lin" valueType="num">
                                      <p:cBhvr>
                                        <p:cTn id="68" dur="500" fill="hold"/>
                                        <p:tgtEl>
                                          <p:spTgt spid="19">
                                            <p:txEl>
                                              <p:pRg st="0" end="0"/>
                                            </p:txEl>
                                          </p:spTgt>
                                        </p:tgtEl>
                                        <p:attrNameLst>
                                          <p:attrName>ppt_h</p:attrName>
                                        </p:attrNameLst>
                                      </p:cBhvr>
                                      <p:tavLst>
                                        <p:tav tm="0">
                                          <p:val>
                                            <p:fltVal val="0"/>
                                          </p:val>
                                        </p:tav>
                                        <p:tav tm="100000">
                                          <p:val>
                                            <p:strVal val="#ppt_h"/>
                                          </p:val>
                                        </p:tav>
                                      </p:tavLst>
                                    </p:anim>
                                    <p:animEffect transition="in" filter="fade">
                                      <p:cBhvr>
                                        <p:cTn id="69" dur="500"/>
                                        <p:tgtEl>
                                          <p:spTgt spid="19">
                                            <p:txEl>
                                              <p:pRg st="0" end="0"/>
                                            </p:txEl>
                                          </p:spTgt>
                                        </p:tgtEl>
                                      </p:cBhvr>
                                    </p:animEffect>
                                  </p:childTnLst>
                                </p:cTn>
                              </p:par>
                            </p:childTnLst>
                          </p:cTn>
                        </p:par>
                        <p:par>
                          <p:cTn id="70" fill="hold">
                            <p:stCondLst>
                              <p:cond delay="6500"/>
                            </p:stCondLst>
                            <p:childTnLst>
                              <p:par>
                                <p:cTn id="71" presetID="42" presetClass="entr" presetSubtype="0" fill="hold" grpId="0" nodeType="afterEffect" nodePh="1">
                                  <p:stCondLst>
                                    <p:cond delay="0"/>
                                  </p:stCondLst>
                                  <p:endCondLst>
                                    <p:cond evt="begin" delay="0">
                                      <p:tn val="71"/>
                                    </p:cond>
                                  </p:endCondLst>
                                  <p:childTnLst>
                                    <p:set>
                                      <p:cBhvr>
                                        <p:cTn id="72" dur="1" fill="hold">
                                          <p:stCondLst>
                                            <p:cond delay="0"/>
                                          </p:stCondLst>
                                        </p:cTn>
                                        <p:tgtEl>
                                          <p:spTgt spid="20">
                                            <p:txEl>
                                              <p:pRg st="0" end="0"/>
                                            </p:txEl>
                                          </p:spTgt>
                                        </p:tgtEl>
                                        <p:attrNameLst>
                                          <p:attrName>style.visibility</p:attrName>
                                        </p:attrNameLst>
                                      </p:cBhvr>
                                      <p:to>
                                        <p:strVal val="visible"/>
                                      </p:to>
                                    </p:set>
                                    <p:animEffect transition="in" filter="fade">
                                      <p:cBhvr>
                                        <p:cTn id="73" dur="500"/>
                                        <p:tgtEl>
                                          <p:spTgt spid="20">
                                            <p:txEl>
                                              <p:pRg st="0" end="0"/>
                                            </p:txEl>
                                          </p:spTgt>
                                        </p:tgtEl>
                                      </p:cBhvr>
                                    </p:animEffect>
                                    <p:anim calcmode="lin" valueType="num">
                                      <p:cBhvr>
                                        <p:cTn id="74" dur="500" fill="hold"/>
                                        <p:tgtEl>
                                          <p:spTgt spid="20">
                                            <p:txEl>
                                              <p:pRg st="0" end="0"/>
                                            </p:txEl>
                                          </p:spTgt>
                                        </p:tgtEl>
                                        <p:attrNameLst>
                                          <p:attrName>ppt_x</p:attrName>
                                        </p:attrNameLst>
                                      </p:cBhvr>
                                      <p:tavLst>
                                        <p:tav tm="0">
                                          <p:val>
                                            <p:strVal val="#ppt_x"/>
                                          </p:val>
                                        </p:tav>
                                        <p:tav tm="100000">
                                          <p:val>
                                            <p:strVal val="#ppt_x"/>
                                          </p:val>
                                        </p:tav>
                                      </p:tavLst>
                                    </p:anim>
                                    <p:anim calcmode="lin" valueType="num">
                                      <p:cBhvr>
                                        <p:cTn id="75" dur="500" fill="hold"/>
                                        <p:tgtEl>
                                          <p:spTgt spid="20">
                                            <p:txEl>
                                              <p:pRg st="0" end="0"/>
                                            </p:txEl>
                                          </p:spTgt>
                                        </p:tgtEl>
                                        <p:attrNameLst>
                                          <p:attrName>ppt_y</p:attrName>
                                        </p:attrNameLst>
                                      </p:cBhvr>
                                      <p:tavLst>
                                        <p:tav tm="0">
                                          <p:val>
                                            <p:strVal val="#ppt_y+.1"/>
                                          </p:val>
                                        </p:tav>
                                        <p:tav tm="100000">
                                          <p:val>
                                            <p:strVal val="#ppt_y"/>
                                          </p:val>
                                        </p:tav>
                                      </p:tavLst>
                                    </p:anim>
                                  </p:childTnLst>
                                </p:cTn>
                              </p:par>
                            </p:childTnLst>
                          </p:cTn>
                        </p:par>
                        <p:par>
                          <p:cTn id="76" fill="hold">
                            <p:stCondLst>
                              <p:cond delay="7000"/>
                            </p:stCondLst>
                            <p:childTnLst>
                              <p:par>
                                <p:cTn id="77" presetID="22" presetClass="entr" presetSubtype="8" fill="hold" nodeType="afterEffect">
                                  <p:stCondLst>
                                    <p:cond delay="0"/>
                                  </p:stCondLst>
                                  <p:childTnLst>
                                    <p:set>
                                      <p:cBhvr>
                                        <p:cTn id="78" dur="1" fill="hold">
                                          <p:stCondLst>
                                            <p:cond delay="0"/>
                                          </p:stCondLst>
                                        </p:cTn>
                                        <p:tgtEl>
                                          <p:spTgt spid="47"/>
                                        </p:tgtEl>
                                        <p:attrNameLst>
                                          <p:attrName>style.visibility</p:attrName>
                                        </p:attrNameLst>
                                      </p:cBhvr>
                                      <p:to>
                                        <p:strVal val="visible"/>
                                      </p:to>
                                    </p:set>
                                    <p:animEffect transition="in" filter="wipe(left)">
                                      <p:cBhvr>
                                        <p:cTn id="79" dur="500"/>
                                        <p:tgtEl>
                                          <p:spTgt spid="47"/>
                                        </p:tgtEl>
                                      </p:cBhvr>
                                    </p:animEffect>
                                  </p:childTnLst>
                                </p:cTn>
                              </p:par>
                            </p:childTnLst>
                          </p:cTn>
                        </p:par>
                        <p:par>
                          <p:cTn id="80" fill="hold">
                            <p:stCondLst>
                              <p:cond delay="7500"/>
                            </p:stCondLst>
                            <p:childTnLst>
                              <p:par>
                                <p:cTn id="81" presetID="10" presetClass="entr" presetSubtype="0" fill="hold" grpId="0" nodeType="afterEffect">
                                  <p:stCondLst>
                                    <p:cond delay="0"/>
                                  </p:stCondLst>
                                  <p:childTnLst>
                                    <p:set>
                                      <p:cBhvr>
                                        <p:cTn id="82" dur="1" fill="hold">
                                          <p:stCondLst>
                                            <p:cond delay="0"/>
                                          </p:stCondLst>
                                        </p:cTn>
                                        <p:tgtEl>
                                          <p:spTgt spid="40"/>
                                        </p:tgtEl>
                                        <p:attrNameLst>
                                          <p:attrName>style.visibility</p:attrName>
                                        </p:attrNameLst>
                                      </p:cBhvr>
                                      <p:to>
                                        <p:strVal val="visible"/>
                                      </p:to>
                                    </p:set>
                                    <p:animEffect transition="in" filter="fade">
                                      <p:cBhvr>
                                        <p:cTn id="83" dur="500"/>
                                        <p:tgtEl>
                                          <p:spTgt spid="40"/>
                                        </p:tgtEl>
                                      </p:cBhvr>
                                    </p:animEffect>
                                  </p:childTnLst>
                                </p:cTn>
                              </p:par>
                            </p:childTnLst>
                          </p:cTn>
                        </p:par>
                        <p:par>
                          <p:cTn id="84" fill="hold">
                            <p:stCondLst>
                              <p:cond delay="8000"/>
                            </p:stCondLst>
                            <p:childTnLst>
                              <p:par>
                                <p:cTn id="85" presetID="53" presetClass="entr" presetSubtype="16" fill="hold" grpId="0" nodeType="afterEffect" nodePh="1">
                                  <p:stCondLst>
                                    <p:cond delay="0"/>
                                  </p:stCondLst>
                                  <p:endCondLst>
                                    <p:cond evt="begin" delay="0">
                                      <p:tn val="85"/>
                                    </p:cond>
                                  </p:endCondLst>
                                  <p:childTnLst>
                                    <p:set>
                                      <p:cBhvr>
                                        <p:cTn id="86" dur="1" fill="hold">
                                          <p:stCondLst>
                                            <p:cond delay="0"/>
                                          </p:stCondLst>
                                        </p:cTn>
                                        <p:tgtEl>
                                          <p:spTgt spid="28">
                                            <p:txEl>
                                              <p:pRg st="0" end="0"/>
                                            </p:txEl>
                                          </p:spTgt>
                                        </p:tgtEl>
                                        <p:attrNameLst>
                                          <p:attrName>style.visibility</p:attrName>
                                        </p:attrNameLst>
                                      </p:cBhvr>
                                      <p:to>
                                        <p:strVal val="visible"/>
                                      </p:to>
                                    </p:set>
                                    <p:anim calcmode="lin" valueType="num">
                                      <p:cBhvr>
                                        <p:cTn id="87" dur="500" fill="hold"/>
                                        <p:tgtEl>
                                          <p:spTgt spid="28">
                                            <p:txEl>
                                              <p:pRg st="0" end="0"/>
                                            </p:txEl>
                                          </p:spTgt>
                                        </p:tgtEl>
                                        <p:attrNameLst>
                                          <p:attrName>ppt_w</p:attrName>
                                        </p:attrNameLst>
                                      </p:cBhvr>
                                      <p:tavLst>
                                        <p:tav tm="0">
                                          <p:val>
                                            <p:fltVal val="0"/>
                                          </p:val>
                                        </p:tav>
                                        <p:tav tm="100000">
                                          <p:val>
                                            <p:strVal val="#ppt_w"/>
                                          </p:val>
                                        </p:tav>
                                      </p:tavLst>
                                    </p:anim>
                                    <p:anim calcmode="lin" valueType="num">
                                      <p:cBhvr>
                                        <p:cTn id="88" dur="500" fill="hold"/>
                                        <p:tgtEl>
                                          <p:spTgt spid="28">
                                            <p:txEl>
                                              <p:pRg st="0" end="0"/>
                                            </p:txEl>
                                          </p:spTgt>
                                        </p:tgtEl>
                                        <p:attrNameLst>
                                          <p:attrName>ppt_h</p:attrName>
                                        </p:attrNameLst>
                                      </p:cBhvr>
                                      <p:tavLst>
                                        <p:tav tm="0">
                                          <p:val>
                                            <p:fltVal val="0"/>
                                          </p:val>
                                        </p:tav>
                                        <p:tav tm="100000">
                                          <p:val>
                                            <p:strVal val="#ppt_h"/>
                                          </p:val>
                                        </p:tav>
                                      </p:tavLst>
                                    </p:anim>
                                    <p:animEffect transition="in" filter="fade">
                                      <p:cBhvr>
                                        <p:cTn id="89" dur="500"/>
                                        <p:tgtEl>
                                          <p:spTgt spid="28">
                                            <p:txEl>
                                              <p:pRg st="0" end="0"/>
                                            </p:txEl>
                                          </p:spTgt>
                                        </p:tgtEl>
                                      </p:cBhvr>
                                    </p:animEffect>
                                  </p:childTnLst>
                                </p:cTn>
                              </p:par>
                            </p:childTnLst>
                          </p:cTn>
                        </p:par>
                        <p:par>
                          <p:cTn id="90" fill="hold">
                            <p:stCondLst>
                              <p:cond delay="8500"/>
                            </p:stCondLst>
                            <p:childTnLst>
                              <p:par>
                                <p:cTn id="91" presetID="42" presetClass="entr" presetSubtype="0" fill="hold" grpId="0" nodeType="afterEffect" nodePh="1">
                                  <p:stCondLst>
                                    <p:cond delay="0"/>
                                  </p:stCondLst>
                                  <p:endCondLst>
                                    <p:cond evt="begin" delay="0">
                                      <p:tn val="91"/>
                                    </p:cond>
                                  </p:endCondLst>
                                  <p:childTnLst>
                                    <p:set>
                                      <p:cBhvr>
                                        <p:cTn id="92" dur="1" fill="hold">
                                          <p:stCondLst>
                                            <p:cond delay="0"/>
                                          </p:stCondLst>
                                        </p:cTn>
                                        <p:tgtEl>
                                          <p:spTgt spid="29">
                                            <p:txEl>
                                              <p:pRg st="0" end="0"/>
                                            </p:txEl>
                                          </p:spTgt>
                                        </p:tgtEl>
                                        <p:attrNameLst>
                                          <p:attrName>style.visibility</p:attrName>
                                        </p:attrNameLst>
                                      </p:cBhvr>
                                      <p:to>
                                        <p:strVal val="visible"/>
                                      </p:to>
                                    </p:set>
                                    <p:animEffect transition="in" filter="fade">
                                      <p:cBhvr>
                                        <p:cTn id="93" dur="500"/>
                                        <p:tgtEl>
                                          <p:spTgt spid="29">
                                            <p:txEl>
                                              <p:pRg st="0" end="0"/>
                                            </p:txEl>
                                          </p:spTgt>
                                        </p:tgtEl>
                                      </p:cBhvr>
                                    </p:animEffect>
                                    <p:anim calcmode="lin" valueType="num">
                                      <p:cBhvr>
                                        <p:cTn id="94" dur="500" fill="hold"/>
                                        <p:tgtEl>
                                          <p:spTgt spid="29">
                                            <p:txEl>
                                              <p:pRg st="0" end="0"/>
                                            </p:txEl>
                                          </p:spTgt>
                                        </p:tgtEl>
                                        <p:attrNameLst>
                                          <p:attrName>ppt_x</p:attrName>
                                        </p:attrNameLst>
                                      </p:cBhvr>
                                      <p:tavLst>
                                        <p:tav tm="0">
                                          <p:val>
                                            <p:strVal val="#ppt_x"/>
                                          </p:val>
                                        </p:tav>
                                        <p:tav tm="100000">
                                          <p:val>
                                            <p:strVal val="#ppt_x"/>
                                          </p:val>
                                        </p:tav>
                                      </p:tavLst>
                                    </p:anim>
                                    <p:anim calcmode="lin" valueType="num">
                                      <p:cBhvr>
                                        <p:cTn id="95" dur="500" fill="hold"/>
                                        <p:tgtEl>
                                          <p:spTgt spid="29">
                                            <p:txEl>
                                              <p:pRg st="0" end="0"/>
                                            </p:txEl>
                                          </p:spTgt>
                                        </p:tgtEl>
                                        <p:attrNameLst>
                                          <p:attrName>ppt_y</p:attrName>
                                        </p:attrNameLst>
                                      </p:cBhvr>
                                      <p:tavLst>
                                        <p:tav tm="0">
                                          <p:val>
                                            <p:strVal val="#ppt_y+.1"/>
                                          </p:val>
                                        </p:tav>
                                        <p:tav tm="100000">
                                          <p:val>
                                            <p:strVal val="#ppt_y"/>
                                          </p:val>
                                        </p:tav>
                                      </p:tavLst>
                                    </p:anim>
                                  </p:childTnLst>
                                </p:cTn>
                              </p:par>
                            </p:childTnLst>
                          </p:cTn>
                        </p:par>
                        <p:par>
                          <p:cTn id="96" fill="hold">
                            <p:stCondLst>
                              <p:cond delay="9000"/>
                            </p:stCondLst>
                            <p:childTnLst>
                              <p:par>
                                <p:cTn id="97" presetID="22" presetClass="entr" presetSubtype="8" fill="hold" nodeType="afterEffect">
                                  <p:stCondLst>
                                    <p:cond delay="0"/>
                                  </p:stCondLst>
                                  <p:childTnLst>
                                    <p:set>
                                      <p:cBhvr>
                                        <p:cTn id="98" dur="1" fill="hold">
                                          <p:stCondLst>
                                            <p:cond delay="0"/>
                                          </p:stCondLst>
                                        </p:cTn>
                                        <p:tgtEl>
                                          <p:spTgt spid="31"/>
                                        </p:tgtEl>
                                        <p:attrNameLst>
                                          <p:attrName>style.visibility</p:attrName>
                                        </p:attrNameLst>
                                      </p:cBhvr>
                                      <p:to>
                                        <p:strVal val="visible"/>
                                      </p:to>
                                    </p:set>
                                    <p:animEffect transition="in" filter="wipe(left)">
                                      <p:cBhvr>
                                        <p:cTn id="99" dur="500"/>
                                        <p:tgtEl>
                                          <p:spTgt spid="31"/>
                                        </p:tgtEl>
                                      </p:cBhvr>
                                    </p:animEffect>
                                  </p:childTnLst>
                                </p:cTn>
                              </p:par>
                            </p:childTnLst>
                          </p:cTn>
                        </p:par>
                        <p:par>
                          <p:cTn id="100" fill="hold">
                            <p:stCondLst>
                              <p:cond delay="9500"/>
                            </p:stCondLst>
                            <p:childTnLst>
                              <p:par>
                                <p:cTn id="101" presetID="22" presetClass="entr" presetSubtype="8" fill="hold" nodeType="afterEffect">
                                  <p:stCondLst>
                                    <p:cond delay="0"/>
                                  </p:stCondLst>
                                  <p:childTnLst>
                                    <p:set>
                                      <p:cBhvr>
                                        <p:cTn id="102" dur="1" fill="hold">
                                          <p:stCondLst>
                                            <p:cond delay="0"/>
                                          </p:stCondLst>
                                        </p:cTn>
                                        <p:tgtEl>
                                          <p:spTgt spid="32"/>
                                        </p:tgtEl>
                                        <p:attrNameLst>
                                          <p:attrName>style.visibility</p:attrName>
                                        </p:attrNameLst>
                                      </p:cBhvr>
                                      <p:to>
                                        <p:strVal val="visible"/>
                                      </p:to>
                                    </p:set>
                                    <p:animEffect transition="in" filter="wipe(left)">
                                      <p:cBhvr>
                                        <p:cTn id="103" dur="500"/>
                                        <p:tgtEl>
                                          <p:spTgt spid="32"/>
                                        </p:tgtEl>
                                      </p:cBhvr>
                                    </p:animEffect>
                                  </p:childTnLst>
                                </p:cTn>
                              </p:par>
                            </p:childTnLst>
                          </p:cTn>
                        </p:par>
                        <p:par>
                          <p:cTn id="104" fill="hold">
                            <p:stCondLst>
                              <p:cond delay="10000"/>
                            </p:stCondLst>
                            <p:childTnLst>
                              <p:par>
                                <p:cTn id="105" presetID="22" presetClass="entr" presetSubtype="8" fill="hold" nodeType="afterEffect">
                                  <p:stCondLst>
                                    <p:cond delay="0"/>
                                  </p:stCondLst>
                                  <p:childTnLst>
                                    <p:set>
                                      <p:cBhvr>
                                        <p:cTn id="106" dur="1" fill="hold">
                                          <p:stCondLst>
                                            <p:cond delay="0"/>
                                          </p:stCondLst>
                                        </p:cTn>
                                        <p:tgtEl>
                                          <p:spTgt spid="35"/>
                                        </p:tgtEl>
                                        <p:attrNameLst>
                                          <p:attrName>style.visibility</p:attrName>
                                        </p:attrNameLst>
                                      </p:cBhvr>
                                      <p:to>
                                        <p:strVal val="visible"/>
                                      </p:to>
                                    </p:set>
                                    <p:animEffect transition="in" filter="wipe(left)">
                                      <p:cBhvr>
                                        <p:cTn id="107" dur="500"/>
                                        <p:tgtEl>
                                          <p:spTgt spid="35"/>
                                        </p:tgtEl>
                                      </p:cBhvr>
                                    </p:animEffect>
                                  </p:childTnLst>
                                </p:cTn>
                              </p:par>
                            </p:childTnLst>
                          </p:cTn>
                        </p:par>
                        <p:par>
                          <p:cTn id="108" fill="hold">
                            <p:stCondLst>
                              <p:cond delay="10500"/>
                            </p:stCondLst>
                            <p:childTnLst>
                              <p:par>
                                <p:cTn id="109" presetID="10" presetClass="entr" presetSubtype="0" fill="hold" grpId="0" nodeType="afterEffect">
                                  <p:stCondLst>
                                    <p:cond delay="0"/>
                                  </p:stCondLst>
                                  <p:childTnLst>
                                    <p:set>
                                      <p:cBhvr>
                                        <p:cTn id="110" dur="1" fill="hold">
                                          <p:stCondLst>
                                            <p:cond delay="0"/>
                                          </p:stCondLst>
                                        </p:cTn>
                                        <p:tgtEl>
                                          <p:spTgt spid="36"/>
                                        </p:tgtEl>
                                        <p:attrNameLst>
                                          <p:attrName>style.visibility</p:attrName>
                                        </p:attrNameLst>
                                      </p:cBhvr>
                                      <p:to>
                                        <p:strVal val="visible"/>
                                      </p:to>
                                    </p:set>
                                    <p:animEffect transition="in" filter="fade">
                                      <p:cBhvr>
                                        <p:cTn id="111" dur="500"/>
                                        <p:tgtEl>
                                          <p:spTgt spid="36"/>
                                        </p:tgtEl>
                                      </p:cBhvr>
                                    </p:animEffect>
                                  </p:childTnLst>
                                </p:cTn>
                              </p:par>
                            </p:childTnLst>
                          </p:cTn>
                        </p:par>
                        <p:par>
                          <p:cTn id="112" fill="hold">
                            <p:stCondLst>
                              <p:cond delay="11000"/>
                            </p:stCondLst>
                            <p:childTnLst>
                              <p:par>
                                <p:cTn id="113" presetID="53" presetClass="entr" presetSubtype="16" fill="hold" grpId="0" nodeType="afterEffect" nodePh="1">
                                  <p:stCondLst>
                                    <p:cond delay="0"/>
                                  </p:stCondLst>
                                  <p:endCondLst>
                                    <p:cond evt="begin" delay="0">
                                      <p:tn val="113"/>
                                    </p:cond>
                                  </p:endCondLst>
                                  <p:childTnLst>
                                    <p:set>
                                      <p:cBhvr>
                                        <p:cTn id="114" dur="1" fill="hold">
                                          <p:stCondLst>
                                            <p:cond delay="0"/>
                                          </p:stCondLst>
                                        </p:cTn>
                                        <p:tgtEl>
                                          <p:spTgt spid="44">
                                            <p:txEl>
                                              <p:pRg st="0" end="0"/>
                                            </p:txEl>
                                          </p:spTgt>
                                        </p:tgtEl>
                                        <p:attrNameLst>
                                          <p:attrName>style.visibility</p:attrName>
                                        </p:attrNameLst>
                                      </p:cBhvr>
                                      <p:to>
                                        <p:strVal val="visible"/>
                                      </p:to>
                                    </p:set>
                                    <p:anim calcmode="lin" valueType="num">
                                      <p:cBhvr>
                                        <p:cTn id="115" dur="500" fill="hold"/>
                                        <p:tgtEl>
                                          <p:spTgt spid="44">
                                            <p:txEl>
                                              <p:pRg st="0" end="0"/>
                                            </p:txEl>
                                          </p:spTgt>
                                        </p:tgtEl>
                                        <p:attrNameLst>
                                          <p:attrName>ppt_w</p:attrName>
                                        </p:attrNameLst>
                                      </p:cBhvr>
                                      <p:tavLst>
                                        <p:tav tm="0">
                                          <p:val>
                                            <p:fltVal val="0"/>
                                          </p:val>
                                        </p:tav>
                                        <p:tav tm="100000">
                                          <p:val>
                                            <p:strVal val="#ppt_w"/>
                                          </p:val>
                                        </p:tav>
                                      </p:tavLst>
                                    </p:anim>
                                    <p:anim calcmode="lin" valueType="num">
                                      <p:cBhvr>
                                        <p:cTn id="116" dur="500" fill="hold"/>
                                        <p:tgtEl>
                                          <p:spTgt spid="44">
                                            <p:txEl>
                                              <p:pRg st="0" end="0"/>
                                            </p:txEl>
                                          </p:spTgt>
                                        </p:tgtEl>
                                        <p:attrNameLst>
                                          <p:attrName>ppt_h</p:attrName>
                                        </p:attrNameLst>
                                      </p:cBhvr>
                                      <p:tavLst>
                                        <p:tav tm="0">
                                          <p:val>
                                            <p:fltVal val="0"/>
                                          </p:val>
                                        </p:tav>
                                        <p:tav tm="100000">
                                          <p:val>
                                            <p:strVal val="#ppt_h"/>
                                          </p:val>
                                        </p:tav>
                                      </p:tavLst>
                                    </p:anim>
                                    <p:animEffect transition="in" filter="fade">
                                      <p:cBhvr>
                                        <p:cTn id="117" dur="500"/>
                                        <p:tgtEl>
                                          <p:spTgt spid="44">
                                            <p:txEl>
                                              <p:pRg st="0" end="0"/>
                                            </p:txEl>
                                          </p:spTgt>
                                        </p:tgtEl>
                                      </p:cBhvr>
                                    </p:animEffect>
                                  </p:childTnLst>
                                </p:cTn>
                              </p:par>
                            </p:childTnLst>
                          </p:cTn>
                        </p:par>
                        <p:par>
                          <p:cTn id="118" fill="hold">
                            <p:stCondLst>
                              <p:cond delay="11500"/>
                            </p:stCondLst>
                            <p:childTnLst>
                              <p:par>
                                <p:cTn id="119" presetID="42" presetClass="entr" presetSubtype="0" fill="hold" grpId="0" nodeType="afterEffect" nodePh="1">
                                  <p:stCondLst>
                                    <p:cond delay="0"/>
                                  </p:stCondLst>
                                  <p:endCondLst>
                                    <p:cond evt="begin" delay="0">
                                      <p:tn val="119"/>
                                    </p:cond>
                                  </p:endCondLst>
                                  <p:childTnLst>
                                    <p:set>
                                      <p:cBhvr>
                                        <p:cTn id="120" dur="1" fill="hold">
                                          <p:stCondLst>
                                            <p:cond delay="0"/>
                                          </p:stCondLst>
                                        </p:cTn>
                                        <p:tgtEl>
                                          <p:spTgt spid="45">
                                            <p:txEl>
                                              <p:pRg st="0" end="0"/>
                                            </p:txEl>
                                          </p:spTgt>
                                        </p:tgtEl>
                                        <p:attrNameLst>
                                          <p:attrName>style.visibility</p:attrName>
                                        </p:attrNameLst>
                                      </p:cBhvr>
                                      <p:to>
                                        <p:strVal val="visible"/>
                                      </p:to>
                                    </p:set>
                                    <p:animEffect transition="in" filter="fade">
                                      <p:cBhvr>
                                        <p:cTn id="121" dur="500"/>
                                        <p:tgtEl>
                                          <p:spTgt spid="45">
                                            <p:txEl>
                                              <p:pRg st="0" end="0"/>
                                            </p:txEl>
                                          </p:spTgt>
                                        </p:tgtEl>
                                      </p:cBhvr>
                                    </p:animEffect>
                                    <p:anim calcmode="lin" valueType="num">
                                      <p:cBhvr>
                                        <p:cTn id="122" dur="500" fill="hold"/>
                                        <p:tgtEl>
                                          <p:spTgt spid="45">
                                            <p:txEl>
                                              <p:pRg st="0" end="0"/>
                                            </p:txEl>
                                          </p:spTgt>
                                        </p:tgtEl>
                                        <p:attrNameLst>
                                          <p:attrName>ppt_x</p:attrName>
                                        </p:attrNameLst>
                                      </p:cBhvr>
                                      <p:tavLst>
                                        <p:tav tm="0">
                                          <p:val>
                                            <p:strVal val="#ppt_x"/>
                                          </p:val>
                                        </p:tav>
                                        <p:tav tm="100000">
                                          <p:val>
                                            <p:strVal val="#ppt_x"/>
                                          </p:val>
                                        </p:tav>
                                      </p:tavLst>
                                    </p:anim>
                                    <p:anim calcmode="lin" valueType="num">
                                      <p:cBhvr>
                                        <p:cTn id="123" dur="500" fill="hold"/>
                                        <p:tgtEl>
                                          <p:spTgt spid="45">
                                            <p:txEl>
                                              <p:pRg st="0" end="0"/>
                                            </p:txEl>
                                          </p:spTgt>
                                        </p:tgtEl>
                                        <p:attrNameLst>
                                          <p:attrName>ppt_y</p:attrName>
                                        </p:attrNameLst>
                                      </p:cBhvr>
                                      <p:tavLst>
                                        <p:tav tm="0">
                                          <p:val>
                                            <p:strVal val="#ppt_y+.1"/>
                                          </p:val>
                                        </p:tav>
                                        <p:tav tm="100000">
                                          <p:val>
                                            <p:strVal val="#ppt_y"/>
                                          </p:val>
                                        </p:tav>
                                      </p:tavLst>
                                    </p:anim>
                                  </p:childTnLst>
                                </p:cTn>
                              </p:par>
                            </p:childTnLst>
                          </p:cTn>
                        </p:par>
                        <p:par>
                          <p:cTn id="124" fill="hold">
                            <p:stCondLst>
                              <p:cond delay="12000"/>
                            </p:stCondLst>
                            <p:childTnLst>
                              <p:par>
                                <p:cTn id="125" presetID="10" presetClass="entr" presetSubtype="0" fill="hold" grpId="0" nodeType="afterEffect">
                                  <p:stCondLst>
                                    <p:cond delay="0"/>
                                  </p:stCondLst>
                                  <p:childTnLst>
                                    <p:set>
                                      <p:cBhvr>
                                        <p:cTn id="126" dur="1" fill="hold">
                                          <p:stCondLst>
                                            <p:cond delay="0"/>
                                          </p:stCondLst>
                                        </p:cTn>
                                        <p:tgtEl>
                                          <p:spTgt spid="37"/>
                                        </p:tgtEl>
                                        <p:attrNameLst>
                                          <p:attrName>style.visibility</p:attrName>
                                        </p:attrNameLst>
                                      </p:cBhvr>
                                      <p:to>
                                        <p:strVal val="visible"/>
                                      </p:to>
                                    </p:set>
                                    <p:animEffect transition="in" filter="fade">
                                      <p:cBhvr>
                                        <p:cTn id="127" dur="500"/>
                                        <p:tgtEl>
                                          <p:spTgt spid="37"/>
                                        </p:tgtEl>
                                      </p:cBhvr>
                                    </p:animEffect>
                                  </p:childTnLst>
                                </p:cTn>
                              </p:par>
                            </p:childTnLst>
                          </p:cTn>
                        </p:par>
                        <p:par>
                          <p:cTn id="128" fill="hold">
                            <p:stCondLst>
                              <p:cond delay="12500"/>
                            </p:stCondLst>
                            <p:childTnLst>
                              <p:par>
                                <p:cTn id="129" presetID="53" presetClass="entr" presetSubtype="16" fill="hold" grpId="0" nodeType="afterEffect" nodePh="1">
                                  <p:stCondLst>
                                    <p:cond delay="0"/>
                                  </p:stCondLst>
                                  <p:endCondLst>
                                    <p:cond evt="begin" delay="0">
                                      <p:tn val="129"/>
                                    </p:cond>
                                  </p:endCondLst>
                                  <p:childTnLst>
                                    <p:set>
                                      <p:cBhvr>
                                        <p:cTn id="130" dur="1" fill="hold">
                                          <p:stCondLst>
                                            <p:cond delay="0"/>
                                          </p:stCondLst>
                                        </p:cTn>
                                        <p:tgtEl>
                                          <p:spTgt spid="46">
                                            <p:txEl>
                                              <p:pRg st="0" end="0"/>
                                            </p:txEl>
                                          </p:spTgt>
                                        </p:tgtEl>
                                        <p:attrNameLst>
                                          <p:attrName>style.visibility</p:attrName>
                                        </p:attrNameLst>
                                      </p:cBhvr>
                                      <p:to>
                                        <p:strVal val="visible"/>
                                      </p:to>
                                    </p:set>
                                    <p:anim calcmode="lin" valueType="num">
                                      <p:cBhvr>
                                        <p:cTn id="131" dur="500" fill="hold"/>
                                        <p:tgtEl>
                                          <p:spTgt spid="46">
                                            <p:txEl>
                                              <p:pRg st="0" end="0"/>
                                            </p:txEl>
                                          </p:spTgt>
                                        </p:tgtEl>
                                        <p:attrNameLst>
                                          <p:attrName>ppt_w</p:attrName>
                                        </p:attrNameLst>
                                      </p:cBhvr>
                                      <p:tavLst>
                                        <p:tav tm="0">
                                          <p:val>
                                            <p:fltVal val="0"/>
                                          </p:val>
                                        </p:tav>
                                        <p:tav tm="100000">
                                          <p:val>
                                            <p:strVal val="#ppt_w"/>
                                          </p:val>
                                        </p:tav>
                                      </p:tavLst>
                                    </p:anim>
                                    <p:anim calcmode="lin" valueType="num">
                                      <p:cBhvr>
                                        <p:cTn id="132" dur="500" fill="hold"/>
                                        <p:tgtEl>
                                          <p:spTgt spid="46">
                                            <p:txEl>
                                              <p:pRg st="0" end="0"/>
                                            </p:txEl>
                                          </p:spTgt>
                                        </p:tgtEl>
                                        <p:attrNameLst>
                                          <p:attrName>ppt_h</p:attrName>
                                        </p:attrNameLst>
                                      </p:cBhvr>
                                      <p:tavLst>
                                        <p:tav tm="0">
                                          <p:val>
                                            <p:fltVal val="0"/>
                                          </p:val>
                                        </p:tav>
                                        <p:tav tm="100000">
                                          <p:val>
                                            <p:strVal val="#ppt_h"/>
                                          </p:val>
                                        </p:tav>
                                      </p:tavLst>
                                    </p:anim>
                                    <p:animEffect transition="in" filter="fade">
                                      <p:cBhvr>
                                        <p:cTn id="133" dur="500"/>
                                        <p:tgtEl>
                                          <p:spTgt spid="46">
                                            <p:txEl>
                                              <p:pRg st="0" end="0"/>
                                            </p:txEl>
                                          </p:spTgt>
                                        </p:tgtEl>
                                      </p:cBhvr>
                                    </p:animEffect>
                                  </p:childTnLst>
                                </p:cTn>
                              </p:par>
                            </p:childTnLst>
                          </p:cTn>
                        </p:par>
                        <p:par>
                          <p:cTn id="134" fill="hold">
                            <p:stCondLst>
                              <p:cond delay="13000"/>
                            </p:stCondLst>
                            <p:childTnLst>
                              <p:par>
                                <p:cTn id="135" presetID="42" presetClass="entr" presetSubtype="0" fill="hold" grpId="0" nodeType="afterEffect" nodePh="1">
                                  <p:stCondLst>
                                    <p:cond delay="0"/>
                                  </p:stCondLst>
                                  <p:endCondLst>
                                    <p:cond evt="begin" delay="0">
                                      <p:tn val="135"/>
                                    </p:cond>
                                  </p:endCondLst>
                                  <p:childTnLst>
                                    <p:set>
                                      <p:cBhvr>
                                        <p:cTn id="136" dur="1" fill="hold">
                                          <p:stCondLst>
                                            <p:cond delay="0"/>
                                          </p:stCondLst>
                                        </p:cTn>
                                        <p:tgtEl>
                                          <p:spTgt spid="48">
                                            <p:txEl>
                                              <p:pRg st="0" end="0"/>
                                            </p:txEl>
                                          </p:spTgt>
                                        </p:tgtEl>
                                        <p:attrNameLst>
                                          <p:attrName>style.visibility</p:attrName>
                                        </p:attrNameLst>
                                      </p:cBhvr>
                                      <p:to>
                                        <p:strVal val="visible"/>
                                      </p:to>
                                    </p:set>
                                    <p:animEffect transition="in" filter="fade">
                                      <p:cBhvr>
                                        <p:cTn id="137" dur="500"/>
                                        <p:tgtEl>
                                          <p:spTgt spid="48">
                                            <p:txEl>
                                              <p:pRg st="0" end="0"/>
                                            </p:txEl>
                                          </p:spTgt>
                                        </p:tgtEl>
                                      </p:cBhvr>
                                    </p:animEffect>
                                    <p:anim calcmode="lin" valueType="num">
                                      <p:cBhvr>
                                        <p:cTn id="138" dur="500" fill="hold"/>
                                        <p:tgtEl>
                                          <p:spTgt spid="48">
                                            <p:txEl>
                                              <p:pRg st="0" end="0"/>
                                            </p:txEl>
                                          </p:spTgt>
                                        </p:tgtEl>
                                        <p:attrNameLst>
                                          <p:attrName>ppt_x</p:attrName>
                                        </p:attrNameLst>
                                      </p:cBhvr>
                                      <p:tavLst>
                                        <p:tav tm="0">
                                          <p:val>
                                            <p:strVal val="#ppt_x"/>
                                          </p:val>
                                        </p:tav>
                                        <p:tav tm="100000">
                                          <p:val>
                                            <p:strVal val="#ppt_x"/>
                                          </p:val>
                                        </p:tav>
                                      </p:tavLst>
                                    </p:anim>
                                    <p:anim calcmode="lin" valueType="num">
                                      <p:cBhvr>
                                        <p:cTn id="139" dur="500" fill="hold"/>
                                        <p:tgtEl>
                                          <p:spTgt spid="48">
                                            <p:txEl>
                                              <p:pRg st="0" end="0"/>
                                            </p:txEl>
                                          </p:spTgt>
                                        </p:tgtEl>
                                        <p:attrNameLst>
                                          <p:attrName>ppt_y</p:attrName>
                                        </p:attrNameLst>
                                      </p:cBhvr>
                                      <p:tavLst>
                                        <p:tav tm="0">
                                          <p:val>
                                            <p:strVal val="#ppt_y+.1"/>
                                          </p:val>
                                        </p:tav>
                                        <p:tav tm="100000">
                                          <p:val>
                                            <p:strVal val="#ppt_y"/>
                                          </p:val>
                                        </p:tav>
                                      </p:tavLst>
                                    </p:anim>
                                  </p:childTnLst>
                                </p:cTn>
                              </p:par>
                            </p:childTnLst>
                          </p:cTn>
                        </p:par>
                        <p:par>
                          <p:cTn id="140" fill="hold">
                            <p:stCondLst>
                              <p:cond delay="13500"/>
                            </p:stCondLst>
                            <p:childTnLst>
                              <p:par>
                                <p:cTn id="141" presetID="10" presetClass="entr" presetSubtype="0" fill="hold" grpId="0" nodeType="afterEffect">
                                  <p:stCondLst>
                                    <p:cond delay="0"/>
                                  </p:stCondLst>
                                  <p:childTnLst>
                                    <p:set>
                                      <p:cBhvr>
                                        <p:cTn id="142" dur="1" fill="hold">
                                          <p:stCondLst>
                                            <p:cond delay="0"/>
                                          </p:stCondLst>
                                        </p:cTn>
                                        <p:tgtEl>
                                          <p:spTgt spid="38"/>
                                        </p:tgtEl>
                                        <p:attrNameLst>
                                          <p:attrName>style.visibility</p:attrName>
                                        </p:attrNameLst>
                                      </p:cBhvr>
                                      <p:to>
                                        <p:strVal val="visible"/>
                                      </p:to>
                                    </p:set>
                                    <p:animEffect transition="in" filter="fade">
                                      <p:cBhvr>
                                        <p:cTn id="143" dur="500"/>
                                        <p:tgtEl>
                                          <p:spTgt spid="38"/>
                                        </p:tgtEl>
                                      </p:cBhvr>
                                    </p:animEffect>
                                  </p:childTnLst>
                                </p:cTn>
                              </p:par>
                            </p:childTnLst>
                          </p:cTn>
                        </p:par>
                        <p:par>
                          <p:cTn id="144" fill="hold">
                            <p:stCondLst>
                              <p:cond delay="14000"/>
                            </p:stCondLst>
                            <p:childTnLst>
                              <p:par>
                                <p:cTn id="145" presetID="53" presetClass="entr" presetSubtype="16" fill="hold" grpId="0" nodeType="afterEffect" nodePh="1">
                                  <p:stCondLst>
                                    <p:cond delay="0"/>
                                  </p:stCondLst>
                                  <p:endCondLst>
                                    <p:cond evt="begin" delay="0">
                                      <p:tn val="145"/>
                                    </p:cond>
                                  </p:endCondLst>
                                  <p:childTnLst>
                                    <p:set>
                                      <p:cBhvr>
                                        <p:cTn id="146" dur="1" fill="hold">
                                          <p:stCondLst>
                                            <p:cond delay="0"/>
                                          </p:stCondLst>
                                        </p:cTn>
                                        <p:tgtEl>
                                          <p:spTgt spid="49">
                                            <p:txEl>
                                              <p:pRg st="0" end="0"/>
                                            </p:txEl>
                                          </p:spTgt>
                                        </p:tgtEl>
                                        <p:attrNameLst>
                                          <p:attrName>style.visibility</p:attrName>
                                        </p:attrNameLst>
                                      </p:cBhvr>
                                      <p:to>
                                        <p:strVal val="visible"/>
                                      </p:to>
                                    </p:set>
                                    <p:anim calcmode="lin" valueType="num">
                                      <p:cBhvr>
                                        <p:cTn id="147" dur="500" fill="hold"/>
                                        <p:tgtEl>
                                          <p:spTgt spid="49">
                                            <p:txEl>
                                              <p:pRg st="0" end="0"/>
                                            </p:txEl>
                                          </p:spTgt>
                                        </p:tgtEl>
                                        <p:attrNameLst>
                                          <p:attrName>ppt_w</p:attrName>
                                        </p:attrNameLst>
                                      </p:cBhvr>
                                      <p:tavLst>
                                        <p:tav tm="0">
                                          <p:val>
                                            <p:fltVal val="0"/>
                                          </p:val>
                                        </p:tav>
                                        <p:tav tm="100000">
                                          <p:val>
                                            <p:strVal val="#ppt_w"/>
                                          </p:val>
                                        </p:tav>
                                      </p:tavLst>
                                    </p:anim>
                                    <p:anim calcmode="lin" valueType="num">
                                      <p:cBhvr>
                                        <p:cTn id="148" dur="500" fill="hold"/>
                                        <p:tgtEl>
                                          <p:spTgt spid="49">
                                            <p:txEl>
                                              <p:pRg st="0" end="0"/>
                                            </p:txEl>
                                          </p:spTgt>
                                        </p:tgtEl>
                                        <p:attrNameLst>
                                          <p:attrName>ppt_h</p:attrName>
                                        </p:attrNameLst>
                                      </p:cBhvr>
                                      <p:tavLst>
                                        <p:tav tm="0">
                                          <p:val>
                                            <p:fltVal val="0"/>
                                          </p:val>
                                        </p:tav>
                                        <p:tav tm="100000">
                                          <p:val>
                                            <p:strVal val="#ppt_h"/>
                                          </p:val>
                                        </p:tav>
                                      </p:tavLst>
                                    </p:anim>
                                    <p:animEffect transition="in" filter="fade">
                                      <p:cBhvr>
                                        <p:cTn id="149" dur="500"/>
                                        <p:tgtEl>
                                          <p:spTgt spid="49">
                                            <p:txEl>
                                              <p:pRg st="0" end="0"/>
                                            </p:txEl>
                                          </p:spTgt>
                                        </p:tgtEl>
                                      </p:cBhvr>
                                    </p:animEffect>
                                  </p:childTnLst>
                                </p:cTn>
                              </p:par>
                            </p:childTnLst>
                          </p:cTn>
                        </p:par>
                        <p:par>
                          <p:cTn id="150" fill="hold">
                            <p:stCondLst>
                              <p:cond delay="14500"/>
                            </p:stCondLst>
                            <p:childTnLst>
                              <p:par>
                                <p:cTn id="151" presetID="42" presetClass="entr" presetSubtype="0" fill="hold" grpId="0" nodeType="afterEffect" nodePh="1">
                                  <p:stCondLst>
                                    <p:cond delay="0"/>
                                  </p:stCondLst>
                                  <p:endCondLst>
                                    <p:cond evt="begin" delay="0">
                                      <p:tn val="151"/>
                                    </p:cond>
                                  </p:endCondLst>
                                  <p:childTnLst>
                                    <p:set>
                                      <p:cBhvr>
                                        <p:cTn id="152" dur="1" fill="hold">
                                          <p:stCondLst>
                                            <p:cond delay="0"/>
                                          </p:stCondLst>
                                        </p:cTn>
                                        <p:tgtEl>
                                          <p:spTgt spid="50">
                                            <p:txEl>
                                              <p:pRg st="0" end="0"/>
                                            </p:txEl>
                                          </p:spTgt>
                                        </p:tgtEl>
                                        <p:attrNameLst>
                                          <p:attrName>style.visibility</p:attrName>
                                        </p:attrNameLst>
                                      </p:cBhvr>
                                      <p:to>
                                        <p:strVal val="visible"/>
                                      </p:to>
                                    </p:set>
                                    <p:animEffect transition="in" filter="fade">
                                      <p:cBhvr>
                                        <p:cTn id="153" dur="500"/>
                                        <p:tgtEl>
                                          <p:spTgt spid="50">
                                            <p:txEl>
                                              <p:pRg st="0" end="0"/>
                                            </p:txEl>
                                          </p:spTgt>
                                        </p:tgtEl>
                                      </p:cBhvr>
                                    </p:animEffect>
                                    <p:anim calcmode="lin" valueType="num">
                                      <p:cBhvr>
                                        <p:cTn id="154" dur="500" fill="hold"/>
                                        <p:tgtEl>
                                          <p:spTgt spid="50">
                                            <p:txEl>
                                              <p:pRg st="0" end="0"/>
                                            </p:txEl>
                                          </p:spTgt>
                                        </p:tgtEl>
                                        <p:attrNameLst>
                                          <p:attrName>ppt_x</p:attrName>
                                        </p:attrNameLst>
                                      </p:cBhvr>
                                      <p:tavLst>
                                        <p:tav tm="0">
                                          <p:val>
                                            <p:strVal val="#ppt_x"/>
                                          </p:val>
                                        </p:tav>
                                        <p:tav tm="100000">
                                          <p:val>
                                            <p:strVal val="#ppt_x"/>
                                          </p:val>
                                        </p:tav>
                                      </p:tavLst>
                                    </p:anim>
                                    <p:anim calcmode="lin" valueType="num">
                                      <p:cBhvr>
                                        <p:cTn id="155" dur="500" fill="hold"/>
                                        <p:tgtEl>
                                          <p:spTgt spid="50">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39" grpId="0" animBg="1"/>
      <p:bldP spid="40" grpId="0" animBg="1"/>
      <p:bldP spid="41" grpId="0" animBg="1"/>
      <p:bldP spid="42" grpId="0" animBg="1"/>
      <p:bldP spid="15"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5"/>
                        </p:tgtEl>
                        <p:attrNameLst>
                          <p:attrName>style.visibility</p:attrName>
                        </p:attrNameLst>
                      </p:cBhvr>
                      <p:to>
                        <p:strVal val="visible"/>
                      </p:to>
                    </p:set>
                    <p:anim calcmode="lin" valueType="num">
                      <p:cBhvr>
                        <p:cTn dur="500" fill="hold"/>
                        <p:tgtEl>
                          <p:spTgt spid="15"/>
                        </p:tgtEl>
                        <p:attrNameLst>
                          <p:attrName>ppt_w</p:attrName>
                        </p:attrNameLst>
                      </p:cBhvr>
                      <p:tavLst>
                        <p:tav tm="0">
                          <p:val>
                            <p:fltVal val="0"/>
                          </p:val>
                        </p:tav>
                        <p:tav tm="100000">
                          <p:val>
                            <p:strVal val="#ppt_w"/>
                          </p:val>
                        </p:tav>
                      </p:tavLst>
                    </p:anim>
                    <p:anim calcmode="lin" valueType="num">
                      <p:cBhvr>
                        <p:cTn dur="500" fill="hold"/>
                        <p:tgtEl>
                          <p:spTgt spid="15"/>
                        </p:tgtEl>
                        <p:attrNameLst>
                          <p:attrName>ppt_h</p:attrName>
                        </p:attrNameLst>
                      </p:cBhvr>
                      <p:tavLst>
                        <p:tav tm="0">
                          <p:val>
                            <p:fltVal val="0"/>
                          </p:val>
                        </p:tav>
                        <p:tav tm="100000">
                          <p:val>
                            <p:strVal val="#ppt_h"/>
                          </p:val>
                        </p:tav>
                      </p:tavLst>
                    </p:anim>
                    <p:animEffect transition="in" filter="fade">
                      <p:cBhvr>
                        <p:cTn dur="500"/>
                        <p:tgtEl>
                          <p:spTgt spid="15"/>
                        </p:tgtEl>
                      </p:cBhvr>
                    </p:animEffect>
                  </p:childTnLst>
                </p:cTn>
              </p:par>
            </p:tnLst>
          </p:tmpl>
        </p:tmplLst>
      </p:bldP>
      <p:bldP spid="16"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6"/>
                        </p:tgtEl>
                        <p:attrNameLst>
                          <p:attrName>style.visibility</p:attrName>
                        </p:attrNameLst>
                      </p:cBhvr>
                      <p:to>
                        <p:strVal val="visible"/>
                      </p:to>
                    </p:set>
                    <p:animEffect transition="in" filter="fade">
                      <p:cBhvr>
                        <p:cTn dur="500"/>
                        <p:tgtEl>
                          <p:spTgt spid="16"/>
                        </p:tgtEl>
                      </p:cBhvr>
                    </p:animEffect>
                    <p:anim calcmode="lin" valueType="num">
                      <p:cBhvr>
                        <p:cTn dur="500" fill="hold"/>
                        <p:tgtEl>
                          <p:spTgt spid="16"/>
                        </p:tgtEl>
                        <p:attrNameLst>
                          <p:attrName>ppt_x</p:attrName>
                        </p:attrNameLst>
                      </p:cBhvr>
                      <p:tavLst>
                        <p:tav tm="0">
                          <p:val>
                            <p:strVal val="#ppt_x"/>
                          </p:val>
                        </p:tav>
                        <p:tav tm="100000">
                          <p:val>
                            <p:strVal val="#ppt_x"/>
                          </p:val>
                        </p:tav>
                      </p:tavLst>
                    </p:anim>
                    <p:anim calcmode="lin" valueType="num">
                      <p:cBhvr>
                        <p:cTn dur="500" fill="hold"/>
                        <p:tgtEl>
                          <p:spTgt spid="16"/>
                        </p:tgtEl>
                        <p:attrNameLst>
                          <p:attrName>ppt_y</p:attrName>
                        </p:attrNameLst>
                      </p:cBhvr>
                      <p:tavLst>
                        <p:tav tm="0">
                          <p:val>
                            <p:strVal val="#ppt_y+.1"/>
                          </p:val>
                        </p:tav>
                        <p:tav tm="100000">
                          <p:val>
                            <p:strVal val="#ppt_y"/>
                          </p:val>
                        </p:tav>
                      </p:tavLst>
                    </p:anim>
                  </p:childTnLst>
                </p:cTn>
              </p:par>
            </p:tnLst>
          </p:tmpl>
        </p:tmplLst>
      </p:bldP>
      <p:bldP spid="17"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7"/>
                        </p:tgtEl>
                        <p:attrNameLst>
                          <p:attrName>style.visibility</p:attrName>
                        </p:attrNameLst>
                      </p:cBhvr>
                      <p:to>
                        <p:strVal val="visible"/>
                      </p:to>
                    </p:set>
                    <p:anim calcmode="lin" valueType="num">
                      <p:cBhvr>
                        <p:cTn dur="500" fill="hold"/>
                        <p:tgtEl>
                          <p:spTgt spid="17"/>
                        </p:tgtEl>
                        <p:attrNameLst>
                          <p:attrName>ppt_w</p:attrName>
                        </p:attrNameLst>
                      </p:cBhvr>
                      <p:tavLst>
                        <p:tav tm="0">
                          <p:val>
                            <p:fltVal val="0"/>
                          </p:val>
                        </p:tav>
                        <p:tav tm="100000">
                          <p:val>
                            <p:strVal val="#ppt_w"/>
                          </p:val>
                        </p:tav>
                      </p:tavLst>
                    </p:anim>
                    <p:anim calcmode="lin" valueType="num">
                      <p:cBhvr>
                        <p:cTn dur="500" fill="hold"/>
                        <p:tgtEl>
                          <p:spTgt spid="17"/>
                        </p:tgtEl>
                        <p:attrNameLst>
                          <p:attrName>ppt_h</p:attrName>
                        </p:attrNameLst>
                      </p:cBhvr>
                      <p:tavLst>
                        <p:tav tm="0">
                          <p:val>
                            <p:fltVal val="0"/>
                          </p:val>
                        </p:tav>
                        <p:tav tm="100000">
                          <p:val>
                            <p:strVal val="#ppt_h"/>
                          </p:val>
                        </p:tav>
                      </p:tavLst>
                    </p:anim>
                    <p:animEffect transition="in" filter="fade">
                      <p:cBhvr>
                        <p:cTn dur="500"/>
                        <p:tgtEl>
                          <p:spTgt spid="17"/>
                        </p:tgtEl>
                      </p:cBhvr>
                    </p:animEffect>
                  </p:childTnLst>
                </p:cTn>
              </p:par>
            </p:tnLst>
          </p:tmpl>
        </p:tmplLst>
      </p:bldP>
      <p:bldP spid="18"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8"/>
                        </p:tgtEl>
                        <p:attrNameLst>
                          <p:attrName>style.visibility</p:attrName>
                        </p:attrNameLst>
                      </p:cBhvr>
                      <p:to>
                        <p:strVal val="visible"/>
                      </p:to>
                    </p:set>
                    <p:animEffect transition="in" filter="fade">
                      <p:cBhvr>
                        <p:cTn dur="500"/>
                        <p:tgtEl>
                          <p:spTgt spid="18"/>
                        </p:tgtEl>
                      </p:cBhvr>
                    </p:animEffect>
                    <p:anim calcmode="lin" valueType="num">
                      <p:cBhvr>
                        <p:cTn dur="500" fill="hold"/>
                        <p:tgtEl>
                          <p:spTgt spid="18"/>
                        </p:tgtEl>
                        <p:attrNameLst>
                          <p:attrName>ppt_x</p:attrName>
                        </p:attrNameLst>
                      </p:cBhvr>
                      <p:tavLst>
                        <p:tav tm="0">
                          <p:val>
                            <p:strVal val="#ppt_x"/>
                          </p:val>
                        </p:tav>
                        <p:tav tm="100000">
                          <p:val>
                            <p:strVal val="#ppt_x"/>
                          </p:val>
                        </p:tav>
                      </p:tavLst>
                    </p:anim>
                    <p:anim calcmode="lin" valueType="num">
                      <p:cBhvr>
                        <p:cTn dur="500" fill="hold"/>
                        <p:tgtEl>
                          <p:spTgt spid="18"/>
                        </p:tgtEl>
                        <p:attrNameLst>
                          <p:attrName>ppt_y</p:attrName>
                        </p:attrNameLst>
                      </p:cBhvr>
                      <p:tavLst>
                        <p:tav tm="0">
                          <p:val>
                            <p:strVal val="#ppt_y+.1"/>
                          </p:val>
                        </p:tav>
                        <p:tav tm="100000">
                          <p:val>
                            <p:strVal val="#ppt_y"/>
                          </p:val>
                        </p:tav>
                      </p:tavLst>
                    </p:anim>
                  </p:childTnLst>
                </p:cTn>
              </p:par>
            </p:tnLst>
          </p:tmpl>
        </p:tmplLst>
      </p:bldP>
      <p:bldP spid="19"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9"/>
                        </p:tgtEl>
                        <p:attrNameLst>
                          <p:attrName>style.visibility</p:attrName>
                        </p:attrNameLst>
                      </p:cBhvr>
                      <p:to>
                        <p:strVal val="visible"/>
                      </p:to>
                    </p:set>
                    <p:anim calcmode="lin" valueType="num">
                      <p:cBhvr>
                        <p:cTn dur="500" fill="hold"/>
                        <p:tgtEl>
                          <p:spTgt spid="19"/>
                        </p:tgtEl>
                        <p:attrNameLst>
                          <p:attrName>ppt_w</p:attrName>
                        </p:attrNameLst>
                      </p:cBhvr>
                      <p:tavLst>
                        <p:tav tm="0">
                          <p:val>
                            <p:fltVal val="0"/>
                          </p:val>
                        </p:tav>
                        <p:tav tm="100000">
                          <p:val>
                            <p:strVal val="#ppt_w"/>
                          </p:val>
                        </p:tav>
                      </p:tavLst>
                    </p:anim>
                    <p:anim calcmode="lin" valueType="num">
                      <p:cBhvr>
                        <p:cTn dur="500" fill="hold"/>
                        <p:tgtEl>
                          <p:spTgt spid="19"/>
                        </p:tgtEl>
                        <p:attrNameLst>
                          <p:attrName>ppt_h</p:attrName>
                        </p:attrNameLst>
                      </p:cBhvr>
                      <p:tavLst>
                        <p:tav tm="0">
                          <p:val>
                            <p:fltVal val="0"/>
                          </p:val>
                        </p:tav>
                        <p:tav tm="100000">
                          <p:val>
                            <p:strVal val="#ppt_h"/>
                          </p:val>
                        </p:tav>
                      </p:tavLst>
                    </p:anim>
                    <p:animEffect transition="in" filter="fade">
                      <p:cBhvr>
                        <p:cTn dur="500"/>
                        <p:tgtEl>
                          <p:spTgt spid="19"/>
                        </p:tgtEl>
                      </p:cBhvr>
                    </p:animEffect>
                  </p:childTnLst>
                </p:cTn>
              </p:par>
            </p:tnLst>
          </p:tmpl>
        </p:tmplLst>
      </p:bldP>
      <p:bldP spid="20"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0"/>
                        </p:tgtEl>
                        <p:attrNameLst>
                          <p:attrName>style.visibility</p:attrName>
                        </p:attrNameLst>
                      </p:cBhvr>
                      <p:to>
                        <p:strVal val="visible"/>
                      </p:to>
                    </p:set>
                    <p:animEffect transition="in" filter="fade">
                      <p:cBhvr>
                        <p:cTn dur="500"/>
                        <p:tgtEl>
                          <p:spTgt spid="20"/>
                        </p:tgtEl>
                      </p:cBhvr>
                    </p:animEffect>
                    <p:anim calcmode="lin" valueType="num">
                      <p:cBhvr>
                        <p:cTn dur="500" fill="hold"/>
                        <p:tgtEl>
                          <p:spTgt spid="20"/>
                        </p:tgtEl>
                        <p:attrNameLst>
                          <p:attrName>ppt_x</p:attrName>
                        </p:attrNameLst>
                      </p:cBhvr>
                      <p:tavLst>
                        <p:tav tm="0">
                          <p:val>
                            <p:strVal val="#ppt_x"/>
                          </p:val>
                        </p:tav>
                        <p:tav tm="100000">
                          <p:val>
                            <p:strVal val="#ppt_x"/>
                          </p:val>
                        </p:tav>
                      </p:tavLst>
                    </p:anim>
                    <p:anim calcmode="lin" valueType="num">
                      <p:cBhvr>
                        <p:cTn dur="500" fill="hold"/>
                        <p:tgtEl>
                          <p:spTgt spid="20"/>
                        </p:tgtEl>
                        <p:attrNameLst>
                          <p:attrName>ppt_y</p:attrName>
                        </p:attrNameLst>
                      </p:cBhvr>
                      <p:tavLst>
                        <p:tav tm="0">
                          <p:val>
                            <p:strVal val="#ppt_y+.1"/>
                          </p:val>
                        </p:tav>
                        <p:tav tm="100000">
                          <p:val>
                            <p:strVal val="#ppt_y"/>
                          </p:val>
                        </p:tav>
                      </p:tavLst>
                    </p:anim>
                  </p:childTnLst>
                </p:cTn>
              </p:par>
            </p:tnLst>
          </p:tmpl>
        </p:tmplLst>
      </p:bldP>
      <p:bldP spid="28"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8"/>
                        </p:tgtEl>
                        <p:attrNameLst>
                          <p:attrName>style.visibility</p:attrName>
                        </p:attrNameLst>
                      </p:cBhvr>
                      <p:to>
                        <p:strVal val="visible"/>
                      </p:to>
                    </p:set>
                    <p:anim calcmode="lin" valueType="num">
                      <p:cBhvr>
                        <p:cTn dur="500" fill="hold"/>
                        <p:tgtEl>
                          <p:spTgt spid="28"/>
                        </p:tgtEl>
                        <p:attrNameLst>
                          <p:attrName>ppt_w</p:attrName>
                        </p:attrNameLst>
                      </p:cBhvr>
                      <p:tavLst>
                        <p:tav tm="0">
                          <p:val>
                            <p:fltVal val="0"/>
                          </p:val>
                        </p:tav>
                        <p:tav tm="100000">
                          <p:val>
                            <p:strVal val="#ppt_w"/>
                          </p:val>
                        </p:tav>
                      </p:tavLst>
                    </p:anim>
                    <p:anim calcmode="lin" valueType="num">
                      <p:cBhvr>
                        <p:cTn dur="500" fill="hold"/>
                        <p:tgtEl>
                          <p:spTgt spid="28"/>
                        </p:tgtEl>
                        <p:attrNameLst>
                          <p:attrName>ppt_h</p:attrName>
                        </p:attrNameLst>
                      </p:cBhvr>
                      <p:tavLst>
                        <p:tav tm="0">
                          <p:val>
                            <p:fltVal val="0"/>
                          </p:val>
                        </p:tav>
                        <p:tav tm="100000">
                          <p:val>
                            <p:strVal val="#ppt_h"/>
                          </p:val>
                        </p:tav>
                      </p:tavLst>
                    </p:anim>
                    <p:animEffect transition="in" filter="fade">
                      <p:cBhvr>
                        <p:cTn dur="500"/>
                        <p:tgtEl>
                          <p:spTgt spid="28"/>
                        </p:tgtEl>
                      </p:cBhvr>
                    </p:animEffect>
                  </p:childTnLst>
                </p:cTn>
              </p:par>
            </p:tnLst>
          </p:tmpl>
        </p:tmplLst>
      </p:bldP>
      <p:bldP spid="29"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9"/>
                        </p:tgtEl>
                        <p:attrNameLst>
                          <p:attrName>style.visibility</p:attrName>
                        </p:attrNameLst>
                      </p:cBhvr>
                      <p:to>
                        <p:strVal val="visible"/>
                      </p:to>
                    </p:set>
                    <p:animEffect transition="in" filter="fade">
                      <p:cBhvr>
                        <p:cTn dur="500"/>
                        <p:tgtEl>
                          <p:spTgt spid="29"/>
                        </p:tgtEl>
                      </p:cBhvr>
                    </p:animEffect>
                    <p:anim calcmode="lin" valueType="num">
                      <p:cBhvr>
                        <p:cTn dur="500" fill="hold"/>
                        <p:tgtEl>
                          <p:spTgt spid="29"/>
                        </p:tgtEl>
                        <p:attrNameLst>
                          <p:attrName>ppt_x</p:attrName>
                        </p:attrNameLst>
                      </p:cBhvr>
                      <p:tavLst>
                        <p:tav tm="0">
                          <p:val>
                            <p:strVal val="#ppt_x"/>
                          </p:val>
                        </p:tav>
                        <p:tav tm="100000">
                          <p:val>
                            <p:strVal val="#ppt_x"/>
                          </p:val>
                        </p:tav>
                      </p:tavLst>
                    </p:anim>
                    <p:anim calcmode="lin" valueType="num">
                      <p:cBhvr>
                        <p:cTn dur="500" fill="hold"/>
                        <p:tgtEl>
                          <p:spTgt spid="29"/>
                        </p:tgtEl>
                        <p:attrNameLst>
                          <p:attrName>ppt_y</p:attrName>
                        </p:attrNameLst>
                      </p:cBhvr>
                      <p:tavLst>
                        <p:tav tm="0">
                          <p:val>
                            <p:strVal val="#ppt_y+.1"/>
                          </p:val>
                        </p:tav>
                        <p:tav tm="100000">
                          <p:val>
                            <p:strVal val="#ppt_y"/>
                          </p:val>
                        </p:tav>
                      </p:tavLst>
                    </p:anim>
                  </p:childTnLst>
                </p:cTn>
              </p:par>
            </p:tnLst>
          </p:tmpl>
        </p:tmplLst>
      </p:bldP>
      <p:bldP spid="36" grpId="0" animBg="1"/>
      <p:bldP spid="37" grpId="0" animBg="1"/>
      <p:bldP spid="38" grpId="0" animBg="1"/>
      <p:bldP spid="44"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44"/>
                        </p:tgtEl>
                        <p:attrNameLst>
                          <p:attrName>style.visibility</p:attrName>
                        </p:attrNameLst>
                      </p:cBhvr>
                      <p:to>
                        <p:strVal val="visible"/>
                      </p:to>
                    </p:set>
                    <p:anim calcmode="lin" valueType="num">
                      <p:cBhvr>
                        <p:cTn dur="500" fill="hold"/>
                        <p:tgtEl>
                          <p:spTgt spid="44"/>
                        </p:tgtEl>
                        <p:attrNameLst>
                          <p:attrName>ppt_w</p:attrName>
                        </p:attrNameLst>
                      </p:cBhvr>
                      <p:tavLst>
                        <p:tav tm="0">
                          <p:val>
                            <p:fltVal val="0"/>
                          </p:val>
                        </p:tav>
                        <p:tav tm="100000">
                          <p:val>
                            <p:strVal val="#ppt_w"/>
                          </p:val>
                        </p:tav>
                      </p:tavLst>
                    </p:anim>
                    <p:anim calcmode="lin" valueType="num">
                      <p:cBhvr>
                        <p:cTn dur="500" fill="hold"/>
                        <p:tgtEl>
                          <p:spTgt spid="44"/>
                        </p:tgtEl>
                        <p:attrNameLst>
                          <p:attrName>ppt_h</p:attrName>
                        </p:attrNameLst>
                      </p:cBhvr>
                      <p:tavLst>
                        <p:tav tm="0">
                          <p:val>
                            <p:fltVal val="0"/>
                          </p:val>
                        </p:tav>
                        <p:tav tm="100000">
                          <p:val>
                            <p:strVal val="#ppt_h"/>
                          </p:val>
                        </p:tav>
                      </p:tavLst>
                    </p:anim>
                    <p:animEffect transition="in" filter="fade">
                      <p:cBhvr>
                        <p:cTn dur="500"/>
                        <p:tgtEl>
                          <p:spTgt spid="44"/>
                        </p:tgtEl>
                      </p:cBhvr>
                    </p:animEffect>
                  </p:childTnLst>
                </p:cTn>
              </p:par>
            </p:tnLst>
          </p:tmpl>
        </p:tmplLst>
      </p:bldP>
      <p:bldP spid="45"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45"/>
                        </p:tgtEl>
                        <p:attrNameLst>
                          <p:attrName>style.visibility</p:attrName>
                        </p:attrNameLst>
                      </p:cBhvr>
                      <p:to>
                        <p:strVal val="visible"/>
                      </p:to>
                    </p:set>
                    <p:animEffect transition="in" filter="fade">
                      <p:cBhvr>
                        <p:cTn dur="500"/>
                        <p:tgtEl>
                          <p:spTgt spid="45"/>
                        </p:tgtEl>
                      </p:cBhvr>
                    </p:animEffect>
                    <p:anim calcmode="lin" valueType="num">
                      <p:cBhvr>
                        <p:cTn dur="500" fill="hold"/>
                        <p:tgtEl>
                          <p:spTgt spid="45"/>
                        </p:tgtEl>
                        <p:attrNameLst>
                          <p:attrName>ppt_x</p:attrName>
                        </p:attrNameLst>
                      </p:cBhvr>
                      <p:tavLst>
                        <p:tav tm="0">
                          <p:val>
                            <p:strVal val="#ppt_x"/>
                          </p:val>
                        </p:tav>
                        <p:tav tm="100000">
                          <p:val>
                            <p:strVal val="#ppt_x"/>
                          </p:val>
                        </p:tav>
                      </p:tavLst>
                    </p:anim>
                    <p:anim calcmode="lin" valueType="num">
                      <p:cBhvr>
                        <p:cTn dur="500" fill="hold"/>
                        <p:tgtEl>
                          <p:spTgt spid="45"/>
                        </p:tgtEl>
                        <p:attrNameLst>
                          <p:attrName>ppt_y</p:attrName>
                        </p:attrNameLst>
                      </p:cBhvr>
                      <p:tavLst>
                        <p:tav tm="0">
                          <p:val>
                            <p:strVal val="#ppt_y+.1"/>
                          </p:val>
                        </p:tav>
                        <p:tav tm="100000">
                          <p:val>
                            <p:strVal val="#ppt_y"/>
                          </p:val>
                        </p:tav>
                      </p:tavLst>
                    </p:anim>
                  </p:childTnLst>
                </p:cTn>
              </p:par>
            </p:tnLst>
          </p:tmpl>
        </p:tmplLst>
      </p:bldP>
      <p:bldP spid="46"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46"/>
                        </p:tgtEl>
                        <p:attrNameLst>
                          <p:attrName>style.visibility</p:attrName>
                        </p:attrNameLst>
                      </p:cBhvr>
                      <p:to>
                        <p:strVal val="visible"/>
                      </p:to>
                    </p:set>
                    <p:anim calcmode="lin" valueType="num">
                      <p:cBhvr>
                        <p:cTn dur="500" fill="hold"/>
                        <p:tgtEl>
                          <p:spTgt spid="46"/>
                        </p:tgtEl>
                        <p:attrNameLst>
                          <p:attrName>ppt_w</p:attrName>
                        </p:attrNameLst>
                      </p:cBhvr>
                      <p:tavLst>
                        <p:tav tm="0">
                          <p:val>
                            <p:fltVal val="0"/>
                          </p:val>
                        </p:tav>
                        <p:tav tm="100000">
                          <p:val>
                            <p:strVal val="#ppt_w"/>
                          </p:val>
                        </p:tav>
                      </p:tavLst>
                    </p:anim>
                    <p:anim calcmode="lin" valueType="num">
                      <p:cBhvr>
                        <p:cTn dur="500" fill="hold"/>
                        <p:tgtEl>
                          <p:spTgt spid="46"/>
                        </p:tgtEl>
                        <p:attrNameLst>
                          <p:attrName>ppt_h</p:attrName>
                        </p:attrNameLst>
                      </p:cBhvr>
                      <p:tavLst>
                        <p:tav tm="0">
                          <p:val>
                            <p:fltVal val="0"/>
                          </p:val>
                        </p:tav>
                        <p:tav tm="100000">
                          <p:val>
                            <p:strVal val="#ppt_h"/>
                          </p:val>
                        </p:tav>
                      </p:tavLst>
                    </p:anim>
                    <p:animEffect transition="in" filter="fade">
                      <p:cBhvr>
                        <p:cTn dur="500"/>
                        <p:tgtEl>
                          <p:spTgt spid="46"/>
                        </p:tgtEl>
                      </p:cBhvr>
                    </p:animEffect>
                  </p:childTnLst>
                </p:cTn>
              </p:par>
            </p:tnLst>
          </p:tmpl>
        </p:tmplLst>
      </p:bldP>
      <p:bldP spid="48"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48"/>
                        </p:tgtEl>
                        <p:attrNameLst>
                          <p:attrName>style.visibility</p:attrName>
                        </p:attrNameLst>
                      </p:cBhvr>
                      <p:to>
                        <p:strVal val="visible"/>
                      </p:to>
                    </p:set>
                    <p:animEffect transition="in" filter="fade">
                      <p:cBhvr>
                        <p:cTn dur="500"/>
                        <p:tgtEl>
                          <p:spTgt spid="48"/>
                        </p:tgtEl>
                      </p:cBhvr>
                    </p:animEffect>
                    <p:anim calcmode="lin" valueType="num">
                      <p:cBhvr>
                        <p:cTn dur="500" fill="hold"/>
                        <p:tgtEl>
                          <p:spTgt spid="48"/>
                        </p:tgtEl>
                        <p:attrNameLst>
                          <p:attrName>ppt_x</p:attrName>
                        </p:attrNameLst>
                      </p:cBhvr>
                      <p:tavLst>
                        <p:tav tm="0">
                          <p:val>
                            <p:strVal val="#ppt_x"/>
                          </p:val>
                        </p:tav>
                        <p:tav tm="100000">
                          <p:val>
                            <p:strVal val="#ppt_x"/>
                          </p:val>
                        </p:tav>
                      </p:tavLst>
                    </p:anim>
                    <p:anim calcmode="lin" valueType="num">
                      <p:cBhvr>
                        <p:cTn dur="500" fill="hold"/>
                        <p:tgtEl>
                          <p:spTgt spid="48"/>
                        </p:tgtEl>
                        <p:attrNameLst>
                          <p:attrName>ppt_y</p:attrName>
                        </p:attrNameLst>
                      </p:cBhvr>
                      <p:tavLst>
                        <p:tav tm="0">
                          <p:val>
                            <p:strVal val="#ppt_y+.1"/>
                          </p:val>
                        </p:tav>
                        <p:tav tm="100000">
                          <p:val>
                            <p:strVal val="#ppt_y"/>
                          </p:val>
                        </p:tav>
                      </p:tavLst>
                    </p:anim>
                  </p:childTnLst>
                </p:cTn>
              </p:par>
            </p:tnLst>
          </p:tmpl>
        </p:tmplLst>
      </p:bldP>
      <p:bldP spid="49"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49"/>
                        </p:tgtEl>
                        <p:attrNameLst>
                          <p:attrName>style.visibility</p:attrName>
                        </p:attrNameLst>
                      </p:cBhvr>
                      <p:to>
                        <p:strVal val="visible"/>
                      </p:to>
                    </p:set>
                    <p:anim calcmode="lin" valueType="num">
                      <p:cBhvr>
                        <p:cTn dur="500" fill="hold"/>
                        <p:tgtEl>
                          <p:spTgt spid="49"/>
                        </p:tgtEl>
                        <p:attrNameLst>
                          <p:attrName>ppt_w</p:attrName>
                        </p:attrNameLst>
                      </p:cBhvr>
                      <p:tavLst>
                        <p:tav tm="0">
                          <p:val>
                            <p:fltVal val="0"/>
                          </p:val>
                        </p:tav>
                        <p:tav tm="100000">
                          <p:val>
                            <p:strVal val="#ppt_w"/>
                          </p:val>
                        </p:tav>
                      </p:tavLst>
                    </p:anim>
                    <p:anim calcmode="lin" valueType="num">
                      <p:cBhvr>
                        <p:cTn dur="500" fill="hold"/>
                        <p:tgtEl>
                          <p:spTgt spid="49"/>
                        </p:tgtEl>
                        <p:attrNameLst>
                          <p:attrName>ppt_h</p:attrName>
                        </p:attrNameLst>
                      </p:cBhvr>
                      <p:tavLst>
                        <p:tav tm="0">
                          <p:val>
                            <p:fltVal val="0"/>
                          </p:val>
                        </p:tav>
                        <p:tav tm="100000">
                          <p:val>
                            <p:strVal val="#ppt_h"/>
                          </p:val>
                        </p:tav>
                      </p:tavLst>
                    </p:anim>
                    <p:animEffect transition="in" filter="fade">
                      <p:cBhvr>
                        <p:cTn dur="500"/>
                        <p:tgtEl>
                          <p:spTgt spid="49"/>
                        </p:tgtEl>
                      </p:cBhvr>
                    </p:animEffect>
                  </p:childTnLst>
                </p:cTn>
              </p:par>
            </p:tnLst>
          </p:tmpl>
        </p:tmplLst>
      </p:bldP>
      <p:bldP spid="50"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50"/>
                        </p:tgtEl>
                        <p:attrNameLst>
                          <p:attrName>style.visibility</p:attrName>
                        </p:attrNameLst>
                      </p:cBhvr>
                      <p:to>
                        <p:strVal val="visible"/>
                      </p:to>
                    </p:set>
                    <p:animEffect transition="in" filter="fade">
                      <p:cBhvr>
                        <p:cTn dur="500"/>
                        <p:tgtEl>
                          <p:spTgt spid="50"/>
                        </p:tgtEl>
                      </p:cBhvr>
                    </p:animEffect>
                    <p:anim calcmode="lin" valueType="num">
                      <p:cBhvr>
                        <p:cTn dur="500" fill="hold"/>
                        <p:tgtEl>
                          <p:spTgt spid="50"/>
                        </p:tgtEl>
                        <p:attrNameLst>
                          <p:attrName>ppt_x</p:attrName>
                        </p:attrNameLst>
                      </p:cBhvr>
                      <p:tavLst>
                        <p:tav tm="0">
                          <p:val>
                            <p:strVal val="#ppt_x"/>
                          </p:val>
                        </p:tav>
                        <p:tav tm="100000">
                          <p:val>
                            <p:strVal val="#ppt_x"/>
                          </p:val>
                        </p:tav>
                      </p:tavLst>
                    </p:anim>
                    <p:anim calcmode="lin" valueType="num">
                      <p:cBhvr>
                        <p:cTn dur="500" fill="hold"/>
                        <p:tgtEl>
                          <p:spTgt spid="50"/>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781.xml><?xml version="1.0" encoding="utf-8"?>
<p:sldLayout xmlns:a="http://schemas.openxmlformats.org/drawingml/2006/main" xmlns:r="http://schemas.openxmlformats.org/officeDocument/2006/relationships" xmlns:p="http://schemas.openxmlformats.org/presentationml/2006/main" preserve="1" userDrawn="1">
  <p:cSld name="10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6" name="Rectangle 5"/>
          <p:cNvSpPr/>
          <p:nvPr userDrawn="1"/>
        </p:nvSpPr>
        <p:spPr>
          <a:xfrm rot="20700000">
            <a:off x="1558637" y="2070541"/>
            <a:ext cx="1510146" cy="18288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9" name="Rectangle 8"/>
          <p:cNvSpPr/>
          <p:nvPr userDrawn="1"/>
        </p:nvSpPr>
        <p:spPr>
          <a:xfrm rot="900000">
            <a:off x="1558636" y="2070541"/>
            <a:ext cx="1510146" cy="18288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18" name="Picture Placeholder 17"/>
          <p:cNvSpPr>
            <a:spLocks noGrp="1"/>
          </p:cNvSpPr>
          <p:nvPr>
            <p:ph type="pic" sz="quarter" idx="15"/>
          </p:nvPr>
        </p:nvSpPr>
        <p:spPr>
          <a:xfrm>
            <a:off x="1558637" y="2042755"/>
            <a:ext cx="1510148" cy="1828800"/>
          </a:xfrm>
          <a:custGeom>
            <a:avLst/>
            <a:gdLst>
              <a:gd name="connsiteX0" fmla="*/ 0 w 1510148"/>
              <a:gd name="connsiteY0" fmla="*/ 0 h 1828800"/>
              <a:gd name="connsiteX1" fmla="*/ 1510148 w 1510148"/>
              <a:gd name="connsiteY1" fmla="*/ 0 h 1828800"/>
              <a:gd name="connsiteX2" fmla="*/ 1510148 w 1510148"/>
              <a:gd name="connsiteY2" fmla="*/ 1828800 h 1828800"/>
              <a:gd name="connsiteX3" fmla="*/ 0 w 1510148"/>
              <a:gd name="connsiteY3" fmla="*/ 1828800 h 1828800"/>
            </a:gdLst>
            <a:ahLst/>
            <a:cxnLst>
              <a:cxn ang="0">
                <a:pos x="connsiteX0" y="connsiteY0"/>
              </a:cxn>
              <a:cxn ang="0">
                <a:pos x="connsiteX1" y="connsiteY1"/>
              </a:cxn>
              <a:cxn ang="0">
                <a:pos x="connsiteX2" y="connsiteY2"/>
              </a:cxn>
              <a:cxn ang="0">
                <a:pos x="connsiteX3" y="connsiteY3"/>
              </a:cxn>
            </a:cxnLst>
            <a:rect l="l" t="t" r="r" b="b"/>
            <a:pathLst>
              <a:path w="1510148" h="1828800">
                <a:moveTo>
                  <a:pt x="0" y="0"/>
                </a:moveTo>
                <a:lnTo>
                  <a:pt x="1510148" y="0"/>
                </a:lnTo>
                <a:lnTo>
                  <a:pt x="1510148" y="1828800"/>
                </a:lnTo>
                <a:lnTo>
                  <a:pt x="0" y="1828800"/>
                </a:lnTo>
                <a:close/>
              </a:path>
            </a:pathLst>
          </a:custGeom>
          <a:solidFill>
            <a:schemeClr val="bg1">
              <a:lumMod val="85000"/>
            </a:schemeClr>
          </a:solidFill>
        </p:spPr>
        <p:txBody>
          <a:bodyPr wrap="square">
            <a:noAutofit/>
          </a:bodyPr>
          <a:lstStyle/>
          <a:p>
            <a:endParaRPr lang="en-AU"/>
          </a:p>
        </p:txBody>
      </p:sp>
      <p:sp>
        <p:nvSpPr>
          <p:cNvPr id="19" name="Rectangle 18"/>
          <p:cNvSpPr/>
          <p:nvPr userDrawn="1"/>
        </p:nvSpPr>
        <p:spPr>
          <a:xfrm rot="20700000">
            <a:off x="5346295" y="2070541"/>
            <a:ext cx="1510146" cy="18288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0" name="Rectangle 19"/>
          <p:cNvSpPr/>
          <p:nvPr userDrawn="1"/>
        </p:nvSpPr>
        <p:spPr>
          <a:xfrm rot="900000">
            <a:off x="5346294" y="2070541"/>
            <a:ext cx="1510146" cy="18288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1" name="Picture Placeholder 20"/>
          <p:cNvSpPr>
            <a:spLocks noGrp="1"/>
          </p:cNvSpPr>
          <p:nvPr>
            <p:ph type="pic" sz="quarter" idx="16"/>
          </p:nvPr>
        </p:nvSpPr>
        <p:spPr>
          <a:xfrm>
            <a:off x="5346295" y="2042755"/>
            <a:ext cx="1510148" cy="1828800"/>
          </a:xfrm>
          <a:custGeom>
            <a:avLst/>
            <a:gdLst>
              <a:gd name="connsiteX0" fmla="*/ 0 w 1510148"/>
              <a:gd name="connsiteY0" fmla="*/ 0 h 1828800"/>
              <a:gd name="connsiteX1" fmla="*/ 1510148 w 1510148"/>
              <a:gd name="connsiteY1" fmla="*/ 0 h 1828800"/>
              <a:gd name="connsiteX2" fmla="*/ 1510148 w 1510148"/>
              <a:gd name="connsiteY2" fmla="*/ 1828800 h 1828800"/>
              <a:gd name="connsiteX3" fmla="*/ 0 w 1510148"/>
              <a:gd name="connsiteY3" fmla="*/ 1828800 h 1828800"/>
            </a:gdLst>
            <a:ahLst/>
            <a:cxnLst>
              <a:cxn ang="0">
                <a:pos x="connsiteX0" y="connsiteY0"/>
              </a:cxn>
              <a:cxn ang="0">
                <a:pos x="connsiteX1" y="connsiteY1"/>
              </a:cxn>
              <a:cxn ang="0">
                <a:pos x="connsiteX2" y="connsiteY2"/>
              </a:cxn>
              <a:cxn ang="0">
                <a:pos x="connsiteX3" y="connsiteY3"/>
              </a:cxn>
            </a:cxnLst>
            <a:rect l="l" t="t" r="r" b="b"/>
            <a:pathLst>
              <a:path w="1510148" h="1828800">
                <a:moveTo>
                  <a:pt x="0" y="0"/>
                </a:moveTo>
                <a:lnTo>
                  <a:pt x="1510148" y="0"/>
                </a:lnTo>
                <a:lnTo>
                  <a:pt x="1510148" y="1828800"/>
                </a:lnTo>
                <a:lnTo>
                  <a:pt x="0" y="1828800"/>
                </a:lnTo>
                <a:close/>
              </a:path>
            </a:pathLst>
          </a:custGeom>
          <a:solidFill>
            <a:schemeClr val="bg1">
              <a:lumMod val="85000"/>
            </a:schemeClr>
          </a:solidFill>
        </p:spPr>
        <p:txBody>
          <a:bodyPr wrap="square">
            <a:noAutofit/>
          </a:bodyPr>
          <a:lstStyle/>
          <a:p>
            <a:endParaRPr lang="en-AU"/>
          </a:p>
        </p:txBody>
      </p:sp>
      <p:sp>
        <p:nvSpPr>
          <p:cNvPr id="22" name="Rectangle 21"/>
          <p:cNvSpPr/>
          <p:nvPr userDrawn="1"/>
        </p:nvSpPr>
        <p:spPr>
          <a:xfrm rot="20700000">
            <a:off x="9133955" y="2049759"/>
            <a:ext cx="1510146" cy="182880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3" name="Rectangle 22"/>
          <p:cNvSpPr/>
          <p:nvPr userDrawn="1"/>
        </p:nvSpPr>
        <p:spPr>
          <a:xfrm rot="900000">
            <a:off x="9133954" y="2049759"/>
            <a:ext cx="1510146" cy="18288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4" name="Picture Placeholder 23"/>
          <p:cNvSpPr>
            <a:spLocks noGrp="1"/>
          </p:cNvSpPr>
          <p:nvPr>
            <p:ph type="pic" sz="quarter" idx="17"/>
          </p:nvPr>
        </p:nvSpPr>
        <p:spPr>
          <a:xfrm>
            <a:off x="9133955" y="2021973"/>
            <a:ext cx="1510148" cy="1828800"/>
          </a:xfrm>
          <a:custGeom>
            <a:avLst/>
            <a:gdLst>
              <a:gd name="connsiteX0" fmla="*/ 0 w 1510148"/>
              <a:gd name="connsiteY0" fmla="*/ 0 h 1828800"/>
              <a:gd name="connsiteX1" fmla="*/ 1510148 w 1510148"/>
              <a:gd name="connsiteY1" fmla="*/ 0 h 1828800"/>
              <a:gd name="connsiteX2" fmla="*/ 1510148 w 1510148"/>
              <a:gd name="connsiteY2" fmla="*/ 1828800 h 1828800"/>
              <a:gd name="connsiteX3" fmla="*/ 0 w 1510148"/>
              <a:gd name="connsiteY3" fmla="*/ 1828800 h 1828800"/>
            </a:gdLst>
            <a:ahLst/>
            <a:cxnLst>
              <a:cxn ang="0">
                <a:pos x="connsiteX0" y="connsiteY0"/>
              </a:cxn>
              <a:cxn ang="0">
                <a:pos x="connsiteX1" y="connsiteY1"/>
              </a:cxn>
              <a:cxn ang="0">
                <a:pos x="connsiteX2" y="connsiteY2"/>
              </a:cxn>
              <a:cxn ang="0">
                <a:pos x="connsiteX3" y="connsiteY3"/>
              </a:cxn>
            </a:cxnLst>
            <a:rect l="l" t="t" r="r" b="b"/>
            <a:pathLst>
              <a:path w="1510148" h="1828800">
                <a:moveTo>
                  <a:pt x="0" y="0"/>
                </a:moveTo>
                <a:lnTo>
                  <a:pt x="1510148" y="0"/>
                </a:lnTo>
                <a:lnTo>
                  <a:pt x="1510148" y="1828800"/>
                </a:lnTo>
                <a:lnTo>
                  <a:pt x="0" y="1828800"/>
                </a:lnTo>
                <a:close/>
              </a:path>
            </a:pathLst>
          </a:custGeom>
          <a:solidFill>
            <a:schemeClr val="bg1">
              <a:lumMod val="85000"/>
            </a:schemeClr>
          </a:solidFill>
        </p:spPr>
        <p:txBody>
          <a:bodyPr wrap="square">
            <a:noAutofit/>
          </a:bodyPr>
          <a:lstStyle/>
          <a:p>
            <a:endParaRPr lang="en-AU"/>
          </a:p>
        </p:txBody>
      </p:sp>
      <p:sp>
        <p:nvSpPr>
          <p:cNvPr id="25" name="Text Placeholder 21"/>
          <p:cNvSpPr>
            <a:spLocks noGrp="1"/>
          </p:cNvSpPr>
          <p:nvPr>
            <p:ph type="body" sz="quarter" idx="20"/>
          </p:nvPr>
        </p:nvSpPr>
        <p:spPr>
          <a:xfrm>
            <a:off x="1347700" y="4415134"/>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6" name="Text Placeholder 21"/>
          <p:cNvSpPr>
            <a:spLocks noGrp="1"/>
          </p:cNvSpPr>
          <p:nvPr>
            <p:ph type="body" sz="quarter" idx="29"/>
          </p:nvPr>
        </p:nvSpPr>
        <p:spPr>
          <a:xfrm>
            <a:off x="1347700" y="4721838"/>
            <a:ext cx="1814513"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8" name="Text Placeholder 21"/>
          <p:cNvSpPr>
            <a:spLocks noGrp="1"/>
          </p:cNvSpPr>
          <p:nvPr>
            <p:ph type="body" sz="quarter" idx="30"/>
          </p:nvPr>
        </p:nvSpPr>
        <p:spPr>
          <a:xfrm>
            <a:off x="5188743" y="4415134"/>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9" name="Text Placeholder 21"/>
          <p:cNvSpPr>
            <a:spLocks noGrp="1"/>
          </p:cNvSpPr>
          <p:nvPr>
            <p:ph type="body" sz="quarter" idx="31"/>
          </p:nvPr>
        </p:nvSpPr>
        <p:spPr>
          <a:xfrm>
            <a:off x="5188743" y="4721838"/>
            <a:ext cx="1814513"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0" name="Text Placeholder 21"/>
          <p:cNvSpPr>
            <a:spLocks noGrp="1"/>
          </p:cNvSpPr>
          <p:nvPr>
            <p:ph type="body" sz="quarter" idx="32"/>
          </p:nvPr>
        </p:nvSpPr>
        <p:spPr>
          <a:xfrm>
            <a:off x="9029786" y="4415134"/>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1" name="Text Placeholder 21"/>
          <p:cNvSpPr>
            <a:spLocks noGrp="1"/>
          </p:cNvSpPr>
          <p:nvPr>
            <p:ph type="body" sz="quarter" idx="33"/>
          </p:nvPr>
        </p:nvSpPr>
        <p:spPr>
          <a:xfrm>
            <a:off x="9029786" y="4721838"/>
            <a:ext cx="1814513"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Tree>
    <p:extLst>
      <p:ext uri="{BB962C8B-B14F-4D97-AF65-F5344CB8AC3E}">
        <p14:creationId xmlns:p14="http://schemas.microsoft.com/office/powerpoint/2010/main" val="117218691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10" presetClass="entr" presetSubtype="0" fill="hold" grpId="0" nodeType="afterEffect">
                                  <p:stCondLst>
                                    <p:cond delay="0"/>
                                  </p:stCondLst>
                                  <p:childTnLst>
                                    <p:set>
                                      <p:cBhvr>
                                        <p:cTn id="20" dur="1" fill="hold">
                                          <p:stCondLst>
                                            <p:cond delay="0"/>
                                          </p:stCondLst>
                                        </p:cTn>
                                        <p:tgtEl>
                                          <p:spTgt spid="6"/>
                                        </p:tgtEl>
                                        <p:attrNameLst>
                                          <p:attrName>style.visibility</p:attrName>
                                        </p:attrNameLst>
                                      </p:cBhvr>
                                      <p:to>
                                        <p:strVal val="visible"/>
                                      </p:to>
                                    </p:set>
                                    <p:animEffect transition="in" filter="fade">
                                      <p:cBhvr>
                                        <p:cTn id="21" dur="500"/>
                                        <p:tgtEl>
                                          <p:spTgt spid="6"/>
                                        </p:tgtEl>
                                      </p:cBhvr>
                                    </p:animEffect>
                                  </p:childTnLst>
                                </p:cTn>
                              </p:par>
                            </p:childTnLst>
                          </p:cTn>
                        </p:par>
                        <p:par>
                          <p:cTn id="22" fill="hold">
                            <p:stCondLst>
                              <p:cond delay="2000"/>
                            </p:stCondLst>
                            <p:childTnLst>
                              <p:par>
                                <p:cTn id="23" presetID="10" presetClass="entr" presetSubtype="0" fill="hold" grpId="0" nodeType="afterEffect">
                                  <p:stCondLst>
                                    <p:cond delay="0"/>
                                  </p:stCondLst>
                                  <p:childTnLst>
                                    <p:set>
                                      <p:cBhvr>
                                        <p:cTn id="24" dur="1" fill="hold">
                                          <p:stCondLst>
                                            <p:cond delay="0"/>
                                          </p:stCondLst>
                                        </p:cTn>
                                        <p:tgtEl>
                                          <p:spTgt spid="9"/>
                                        </p:tgtEl>
                                        <p:attrNameLst>
                                          <p:attrName>style.visibility</p:attrName>
                                        </p:attrNameLst>
                                      </p:cBhvr>
                                      <p:to>
                                        <p:strVal val="visible"/>
                                      </p:to>
                                    </p:set>
                                    <p:animEffect transition="in" filter="fade">
                                      <p:cBhvr>
                                        <p:cTn id="25" dur="500"/>
                                        <p:tgtEl>
                                          <p:spTgt spid="9"/>
                                        </p:tgtEl>
                                      </p:cBhvr>
                                    </p:animEffect>
                                  </p:childTnLst>
                                </p:cTn>
                              </p:par>
                            </p:childTnLst>
                          </p:cTn>
                        </p:par>
                        <p:par>
                          <p:cTn id="26" fill="hold">
                            <p:stCondLst>
                              <p:cond delay="2500"/>
                            </p:stCondLst>
                            <p:childTnLst>
                              <p:par>
                                <p:cTn id="27" presetID="53" presetClass="entr" presetSubtype="16" fill="hold" grpId="0" nodeType="afterEffect">
                                  <p:stCondLst>
                                    <p:cond delay="0"/>
                                  </p:stCondLst>
                                  <p:childTnLst>
                                    <p:set>
                                      <p:cBhvr>
                                        <p:cTn id="28" dur="1" fill="hold">
                                          <p:stCondLst>
                                            <p:cond delay="0"/>
                                          </p:stCondLst>
                                        </p:cTn>
                                        <p:tgtEl>
                                          <p:spTgt spid="18"/>
                                        </p:tgtEl>
                                        <p:attrNameLst>
                                          <p:attrName>style.visibility</p:attrName>
                                        </p:attrNameLst>
                                      </p:cBhvr>
                                      <p:to>
                                        <p:strVal val="visible"/>
                                      </p:to>
                                    </p:set>
                                    <p:anim calcmode="lin" valueType="num">
                                      <p:cBhvr>
                                        <p:cTn id="29" dur="500" fill="hold"/>
                                        <p:tgtEl>
                                          <p:spTgt spid="18"/>
                                        </p:tgtEl>
                                        <p:attrNameLst>
                                          <p:attrName>ppt_w</p:attrName>
                                        </p:attrNameLst>
                                      </p:cBhvr>
                                      <p:tavLst>
                                        <p:tav tm="0">
                                          <p:val>
                                            <p:fltVal val="0"/>
                                          </p:val>
                                        </p:tav>
                                        <p:tav tm="100000">
                                          <p:val>
                                            <p:strVal val="#ppt_w"/>
                                          </p:val>
                                        </p:tav>
                                      </p:tavLst>
                                    </p:anim>
                                    <p:anim calcmode="lin" valueType="num">
                                      <p:cBhvr>
                                        <p:cTn id="30" dur="500" fill="hold"/>
                                        <p:tgtEl>
                                          <p:spTgt spid="18"/>
                                        </p:tgtEl>
                                        <p:attrNameLst>
                                          <p:attrName>ppt_h</p:attrName>
                                        </p:attrNameLst>
                                      </p:cBhvr>
                                      <p:tavLst>
                                        <p:tav tm="0">
                                          <p:val>
                                            <p:fltVal val="0"/>
                                          </p:val>
                                        </p:tav>
                                        <p:tav tm="100000">
                                          <p:val>
                                            <p:strVal val="#ppt_h"/>
                                          </p:val>
                                        </p:tav>
                                      </p:tavLst>
                                    </p:anim>
                                    <p:animEffect transition="in" filter="fade">
                                      <p:cBhvr>
                                        <p:cTn id="31" dur="500"/>
                                        <p:tgtEl>
                                          <p:spTgt spid="18"/>
                                        </p:tgtEl>
                                      </p:cBhvr>
                                    </p:animEffect>
                                  </p:childTnLst>
                                </p:cTn>
                              </p:par>
                            </p:childTnLst>
                          </p:cTn>
                        </p:par>
                        <p:par>
                          <p:cTn id="32" fill="hold">
                            <p:stCondLst>
                              <p:cond delay="3000"/>
                            </p:stCondLst>
                            <p:childTnLst>
                              <p:par>
                                <p:cTn id="33" presetID="53" presetClass="entr" presetSubtype="16" fill="hold" grpId="0" nodeType="afterEffect" nodePh="1">
                                  <p:stCondLst>
                                    <p:cond delay="0"/>
                                  </p:stCondLst>
                                  <p:endCondLst>
                                    <p:cond evt="begin" delay="0">
                                      <p:tn val="33"/>
                                    </p:cond>
                                  </p:endCondLst>
                                  <p:childTnLst>
                                    <p:set>
                                      <p:cBhvr>
                                        <p:cTn id="34" dur="1" fill="hold">
                                          <p:stCondLst>
                                            <p:cond delay="0"/>
                                          </p:stCondLst>
                                        </p:cTn>
                                        <p:tgtEl>
                                          <p:spTgt spid="25">
                                            <p:txEl>
                                              <p:pRg st="0" end="0"/>
                                            </p:txEl>
                                          </p:spTgt>
                                        </p:tgtEl>
                                        <p:attrNameLst>
                                          <p:attrName>style.visibility</p:attrName>
                                        </p:attrNameLst>
                                      </p:cBhvr>
                                      <p:to>
                                        <p:strVal val="visible"/>
                                      </p:to>
                                    </p:set>
                                    <p:anim calcmode="lin" valueType="num">
                                      <p:cBhvr>
                                        <p:cTn id="35" dur="500" fill="hold"/>
                                        <p:tgtEl>
                                          <p:spTgt spid="25">
                                            <p:txEl>
                                              <p:pRg st="0" end="0"/>
                                            </p:txEl>
                                          </p:spTgt>
                                        </p:tgtEl>
                                        <p:attrNameLst>
                                          <p:attrName>ppt_w</p:attrName>
                                        </p:attrNameLst>
                                      </p:cBhvr>
                                      <p:tavLst>
                                        <p:tav tm="0">
                                          <p:val>
                                            <p:fltVal val="0"/>
                                          </p:val>
                                        </p:tav>
                                        <p:tav tm="100000">
                                          <p:val>
                                            <p:strVal val="#ppt_w"/>
                                          </p:val>
                                        </p:tav>
                                      </p:tavLst>
                                    </p:anim>
                                    <p:anim calcmode="lin" valueType="num">
                                      <p:cBhvr>
                                        <p:cTn id="36" dur="500" fill="hold"/>
                                        <p:tgtEl>
                                          <p:spTgt spid="25">
                                            <p:txEl>
                                              <p:pRg st="0" end="0"/>
                                            </p:txEl>
                                          </p:spTgt>
                                        </p:tgtEl>
                                        <p:attrNameLst>
                                          <p:attrName>ppt_h</p:attrName>
                                        </p:attrNameLst>
                                      </p:cBhvr>
                                      <p:tavLst>
                                        <p:tav tm="0">
                                          <p:val>
                                            <p:fltVal val="0"/>
                                          </p:val>
                                        </p:tav>
                                        <p:tav tm="100000">
                                          <p:val>
                                            <p:strVal val="#ppt_h"/>
                                          </p:val>
                                        </p:tav>
                                      </p:tavLst>
                                    </p:anim>
                                    <p:animEffect transition="in" filter="fade">
                                      <p:cBhvr>
                                        <p:cTn id="37" dur="500"/>
                                        <p:tgtEl>
                                          <p:spTgt spid="25">
                                            <p:txEl>
                                              <p:pRg st="0" end="0"/>
                                            </p:txEl>
                                          </p:spTgt>
                                        </p:tgtEl>
                                      </p:cBhvr>
                                    </p:animEffect>
                                  </p:childTnLst>
                                </p:cTn>
                              </p:par>
                            </p:childTnLst>
                          </p:cTn>
                        </p:par>
                        <p:par>
                          <p:cTn id="38" fill="hold">
                            <p:stCondLst>
                              <p:cond delay="3500"/>
                            </p:stCondLst>
                            <p:childTnLst>
                              <p:par>
                                <p:cTn id="39" presetID="42" presetClass="entr" presetSubtype="0" fill="hold" grpId="0" nodeType="afterEffect" nodePh="1">
                                  <p:stCondLst>
                                    <p:cond delay="0"/>
                                  </p:stCondLst>
                                  <p:endCondLst>
                                    <p:cond evt="begin" delay="0">
                                      <p:tn val="39"/>
                                    </p:cond>
                                  </p:endCondLst>
                                  <p:childTnLst>
                                    <p:set>
                                      <p:cBhvr>
                                        <p:cTn id="40" dur="1" fill="hold">
                                          <p:stCondLst>
                                            <p:cond delay="0"/>
                                          </p:stCondLst>
                                        </p:cTn>
                                        <p:tgtEl>
                                          <p:spTgt spid="26">
                                            <p:txEl>
                                              <p:pRg st="0" end="0"/>
                                            </p:txEl>
                                          </p:spTgt>
                                        </p:tgtEl>
                                        <p:attrNameLst>
                                          <p:attrName>style.visibility</p:attrName>
                                        </p:attrNameLst>
                                      </p:cBhvr>
                                      <p:to>
                                        <p:strVal val="visible"/>
                                      </p:to>
                                    </p:set>
                                    <p:animEffect transition="in" filter="fade">
                                      <p:cBhvr>
                                        <p:cTn id="41" dur="500"/>
                                        <p:tgtEl>
                                          <p:spTgt spid="26">
                                            <p:txEl>
                                              <p:pRg st="0" end="0"/>
                                            </p:txEl>
                                          </p:spTgt>
                                        </p:tgtEl>
                                      </p:cBhvr>
                                    </p:animEffect>
                                    <p:anim calcmode="lin" valueType="num">
                                      <p:cBhvr>
                                        <p:cTn id="42" dur="500" fill="hold"/>
                                        <p:tgtEl>
                                          <p:spTgt spid="26">
                                            <p:txEl>
                                              <p:pRg st="0" end="0"/>
                                            </p:txEl>
                                          </p:spTgt>
                                        </p:tgtEl>
                                        <p:attrNameLst>
                                          <p:attrName>ppt_x</p:attrName>
                                        </p:attrNameLst>
                                      </p:cBhvr>
                                      <p:tavLst>
                                        <p:tav tm="0">
                                          <p:val>
                                            <p:strVal val="#ppt_x"/>
                                          </p:val>
                                        </p:tav>
                                        <p:tav tm="100000">
                                          <p:val>
                                            <p:strVal val="#ppt_x"/>
                                          </p:val>
                                        </p:tav>
                                      </p:tavLst>
                                    </p:anim>
                                    <p:anim calcmode="lin" valueType="num">
                                      <p:cBhvr>
                                        <p:cTn id="43" dur="500" fill="hold"/>
                                        <p:tgtEl>
                                          <p:spTgt spid="26">
                                            <p:txEl>
                                              <p:pRg st="0" end="0"/>
                                            </p:txEl>
                                          </p:spTgt>
                                        </p:tgtEl>
                                        <p:attrNameLst>
                                          <p:attrName>ppt_y</p:attrName>
                                        </p:attrNameLst>
                                      </p:cBhvr>
                                      <p:tavLst>
                                        <p:tav tm="0">
                                          <p:val>
                                            <p:strVal val="#ppt_y+.1"/>
                                          </p:val>
                                        </p:tav>
                                        <p:tav tm="100000">
                                          <p:val>
                                            <p:strVal val="#ppt_y"/>
                                          </p:val>
                                        </p:tav>
                                      </p:tavLst>
                                    </p:anim>
                                  </p:childTnLst>
                                </p:cTn>
                              </p:par>
                            </p:childTnLst>
                          </p:cTn>
                        </p:par>
                        <p:par>
                          <p:cTn id="44" fill="hold">
                            <p:stCondLst>
                              <p:cond delay="4000"/>
                            </p:stCondLst>
                            <p:childTnLst>
                              <p:par>
                                <p:cTn id="45" presetID="10" presetClass="entr" presetSubtype="0" fill="hold" grpId="0" nodeType="afterEffect">
                                  <p:stCondLst>
                                    <p:cond delay="0"/>
                                  </p:stCondLst>
                                  <p:childTnLst>
                                    <p:set>
                                      <p:cBhvr>
                                        <p:cTn id="46" dur="1" fill="hold">
                                          <p:stCondLst>
                                            <p:cond delay="0"/>
                                          </p:stCondLst>
                                        </p:cTn>
                                        <p:tgtEl>
                                          <p:spTgt spid="19"/>
                                        </p:tgtEl>
                                        <p:attrNameLst>
                                          <p:attrName>style.visibility</p:attrName>
                                        </p:attrNameLst>
                                      </p:cBhvr>
                                      <p:to>
                                        <p:strVal val="visible"/>
                                      </p:to>
                                    </p:set>
                                    <p:animEffect transition="in" filter="fade">
                                      <p:cBhvr>
                                        <p:cTn id="47" dur="500"/>
                                        <p:tgtEl>
                                          <p:spTgt spid="19"/>
                                        </p:tgtEl>
                                      </p:cBhvr>
                                    </p:animEffect>
                                  </p:childTnLst>
                                </p:cTn>
                              </p:par>
                            </p:childTnLst>
                          </p:cTn>
                        </p:par>
                        <p:par>
                          <p:cTn id="48" fill="hold">
                            <p:stCondLst>
                              <p:cond delay="4500"/>
                            </p:stCondLst>
                            <p:childTnLst>
                              <p:par>
                                <p:cTn id="49" presetID="10" presetClass="entr" presetSubtype="0" fill="hold" grpId="0" nodeType="afterEffect">
                                  <p:stCondLst>
                                    <p:cond delay="0"/>
                                  </p:stCondLst>
                                  <p:childTnLst>
                                    <p:set>
                                      <p:cBhvr>
                                        <p:cTn id="50" dur="1" fill="hold">
                                          <p:stCondLst>
                                            <p:cond delay="0"/>
                                          </p:stCondLst>
                                        </p:cTn>
                                        <p:tgtEl>
                                          <p:spTgt spid="20"/>
                                        </p:tgtEl>
                                        <p:attrNameLst>
                                          <p:attrName>style.visibility</p:attrName>
                                        </p:attrNameLst>
                                      </p:cBhvr>
                                      <p:to>
                                        <p:strVal val="visible"/>
                                      </p:to>
                                    </p:set>
                                    <p:animEffect transition="in" filter="fade">
                                      <p:cBhvr>
                                        <p:cTn id="51" dur="500"/>
                                        <p:tgtEl>
                                          <p:spTgt spid="20"/>
                                        </p:tgtEl>
                                      </p:cBhvr>
                                    </p:animEffect>
                                  </p:childTnLst>
                                </p:cTn>
                              </p:par>
                            </p:childTnLst>
                          </p:cTn>
                        </p:par>
                        <p:par>
                          <p:cTn id="52" fill="hold">
                            <p:stCondLst>
                              <p:cond delay="5000"/>
                            </p:stCondLst>
                            <p:childTnLst>
                              <p:par>
                                <p:cTn id="53" presetID="53" presetClass="entr" presetSubtype="16" fill="hold" grpId="0" nodeType="afterEffect">
                                  <p:stCondLst>
                                    <p:cond delay="0"/>
                                  </p:stCondLst>
                                  <p:childTnLst>
                                    <p:set>
                                      <p:cBhvr>
                                        <p:cTn id="54" dur="1" fill="hold">
                                          <p:stCondLst>
                                            <p:cond delay="0"/>
                                          </p:stCondLst>
                                        </p:cTn>
                                        <p:tgtEl>
                                          <p:spTgt spid="21"/>
                                        </p:tgtEl>
                                        <p:attrNameLst>
                                          <p:attrName>style.visibility</p:attrName>
                                        </p:attrNameLst>
                                      </p:cBhvr>
                                      <p:to>
                                        <p:strVal val="visible"/>
                                      </p:to>
                                    </p:set>
                                    <p:anim calcmode="lin" valueType="num">
                                      <p:cBhvr>
                                        <p:cTn id="55" dur="500" fill="hold"/>
                                        <p:tgtEl>
                                          <p:spTgt spid="21"/>
                                        </p:tgtEl>
                                        <p:attrNameLst>
                                          <p:attrName>ppt_w</p:attrName>
                                        </p:attrNameLst>
                                      </p:cBhvr>
                                      <p:tavLst>
                                        <p:tav tm="0">
                                          <p:val>
                                            <p:fltVal val="0"/>
                                          </p:val>
                                        </p:tav>
                                        <p:tav tm="100000">
                                          <p:val>
                                            <p:strVal val="#ppt_w"/>
                                          </p:val>
                                        </p:tav>
                                      </p:tavLst>
                                    </p:anim>
                                    <p:anim calcmode="lin" valueType="num">
                                      <p:cBhvr>
                                        <p:cTn id="56" dur="500" fill="hold"/>
                                        <p:tgtEl>
                                          <p:spTgt spid="21"/>
                                        </p:tgtEl>
                                        <p:attrNameLst>
                                          <p:attrName>ppt_h</p:attrName>
                                        </p:attrNameLst>
                                      </p:cBhvr>
                                      <p:tavLst>
                                        <p:tav tm="0">
                                          <p:val>
                                            <p:fltVal val="0"/>
                                          </p:val>
                                        </p:tav>
                                        <p:tav tm="100000">
                                          <p:val>
                                            <p:strVal val="#ppt_h"/>
                                          </p:val>
                                        </p:tav>
                                      </p:tavLst>
                                    </p:anim>
                                    <p:animEffect transition="in" filter="fade">
                                      <p:cBhvr>
                                        <p:cTn id="57" dur="500"/>
                                        <p:tgtEl>
                                          <p:spTgt spid="21"/>
                                        </p:tgtEl>
                                      </p:cBhvr>
                                    </p:animEffect>
                                  </p:childTnLst>
                                </p:cTn>
                              </p:par>
                            </p:childTnLst>
                          </p:cTn>
                        </p:par>
                        <p:par>
                          <p:cTn id="58" fill="hold">
                            <p:stCondLst>
                              <p:cond delay="5500"/>
                            </p:stCondLst>
                            <p:childTnLst>
                              <p:par>
                                <p:cTn id="59" presetID="53" presetClass="entr" presetSubtype="16" fill="hold" grpId="0" nodeType="afterEffect" nodePh="1">
                                  <p:stCondLst>
                                    <p:cond delay="0"/>
                                  </p:stCondLst>
                                  <p:endCondLst>
                                    <p:cond evt="begin" delay="0">
                                      <p:tn val="59"/>
                                    </p:cond>
                                  </p:endCondLst>
                                  <p:childTnLst>
                                    <p:set>
                                      <p:cBhvr>
                                        <p:cTn id="60" dur="1" fill="hold">
                                          <p:stCondLst>
                                            <p:cond delay="0"/>
                                          </p:stCondLst>
                                        </p:cTn>
                                        <p:tgtEl>
                                          <p:spTgt spid="28">
                                            <p:txEl>
                                              <p:pRg st="0" end="0"/>
                                            </p:txEl>
                                          </p:spTgt>
                                        </p:tgtEl>
                                        <p:attrNameLst>
                                          <p:attrName>style.visibility</p:attrName>
                                        </p:attrNameLst>
                                      </p:cBhvr>
                                      <p:to>
                                        <p:strVal val="visible"/>
                                      </p:to>
                                    </p:set>
                                    <p:anim calcmode="lin" valueType="num">
                                      <p:cBhvr>
                                        <p:cTn id="61" dur="500" fill="hold"/>
                                        <p:tgtEl>
                                          <p:spTgt spid="28">
                                            <p:txEl>
                                              <p:pRg st="0" end="0"/>
                                            </p:txEl>
                                          </p:spTgt>
                                        </p:tgtEl>
                                        <p:attrNameLst>
                                          <p:attrName>ppt_w</p:attrName>
                                        </p:attrNameLst>
                                      </p:cBhvr>
                                      <p:tavLst>
                                        <p:tav tm="0">
                                          <p:val>
                                            <p:fltVal val="0"/>
                                          </p:val>
                                        </p:tav>
                                        <p:tav tm="100000">
                                          <p:val>
                                            <p:strVal val="#ppt_w"/>
                                          </p:val>
                                        </p:tav>
                                      </p:tavLst>
                                    </p:anim>
                                    <p:anim calcmode="lin" valueType="num">
                                      <p:cBhvr>
                                        <p:cTn id="62" dur="500" fill="hold"/>
                                        <p:tgtEl>
                                          <p:spTgt spid="28">
                                            <p:txEl>
                                              <p:pRg st="0" end="0"/>
                                            </p:txEl>
                                          </p:spTgt>
                                        </p:tgtEl>
                                        <p:attrNameLst>
                                          <p:attrName>ppt_h</p:attrName>
                                        </p:attrNameLst>
                                      </p:cBhvr>
                                      <p:tavLst>
                                        <p:tav tm="0">
                                          <p:val>
                                            <p:fltVal val="0"/>
                                          </p:val>
                                        </p:tav>
                                        <p:tav tm="100000">
                                          <p:val>
                                            <p:strVal val="#ppt_h"/>
                                          </p:val>
                                        </p:tav>
                                      </p:tavLst>
                                    </p:anim>
                                    <p:animEffect transition="in" filter="fade">
                                      <p:cBhvr>
                                        <p:cTn id="63" dur="500"/>
                                        <p:tgtEl>
                                          <p:spTgt spid="28">
                                            <p:txEl>
                                              <p:pRg st="0" end="0"/>
                                            </p:txEl>
                                          </p:spTgt>
                                        </p:tgtEl>
                                      </p:cBhvr>
                                    </p:animEffect>
                                  </p:childTnLst>
                                </p:cTn>
                              </p:par>
                            </p:childTnLst>
                          </p:cTn>
                        </p:par>
                        <p:par>
                          <p:cTn id="64" fill="hold">
                            <p:stCondLst>
                              <p:cond delay="6000"/>
                            </p:stCondLst>
                            <p:childTnLst>
                              <p:par>
                                <p:cTn id="65" presetID="42" presetClass="entr" presetSubtype="0" fill="hold" grpId="0" nodeType="afterEffect" nodePh="1">
                                  <p:stCondLst>
                                    <p:cond delay="0"/>
                                  </p:stCondLst>
                                  <p:endCondLst>
                                    <p:cond evt="begin" delay="0">
                                      <p:tn val="65"/>
                                    </p:cond>
                                  </p:endCondLst>
                                  <p:childTnLst>
                                    <p:set>
                                      <p:cBhvr>
                                        <p:cTn id="66" dur="1" fill="hold">
                                          <p:stCondLst>
                                            <p:cond delay="0"/>
                                          </p:stCondLst>
                                        </p:cTn>
                                        <p:tgtEl>
                                          <p:spTgt spid="29">
                                            <p:txEl>
                                              <p:pRg st="0" end="0"/>
                                            </p:txEl>
                                          </p:spTgt>
                                        </p:tgtEl>
                                        <p:attrNameLst>
                                          <p:attrName>style.visibility</p:attrName>
                                        </p:attrNameLst>
                                      </p:cBhvr>
                                      <p:to>
                                        <p:strVal val="visible"/>
                                      </p:to>
                                    </p:set>
                                    <p:animEffect transition="in" filter="fade">
                                      <p:cBhvr>
                                        <p:cTn id="67" dur="500"/>
                                        <p:tgtEl>
                                          <p:spTgt spid="29">
                                            <p:txEl>
                                              <p:pRg st="0" end="0"/>
                                            </p:txEl>
                                          </p:spTgt>
                                        </p:tgtEl>
                                      </p:cBhvr>
                                    </p:animEffect>
                                    <p:anim calcmode="lin" valueType="num">
                                      <p:cBhvr>
                                        <p:cTn id="68" dur="500" fill="hold"/>
                                        <p:tgtEl>
                                          <p:spTgt spid="29">
                                            <p:txEl>
                                              <p:pRg st="0" end="0"/>
                                            </p:txEl>
                                          </p:spTgt>
                                        </p:tgtEl>
                                        <p:attrNameLst>
                                          <p:attrName>ppt_x</p:attrName>
                                        </p:attrNameLst>
                                      </p:cBhvr>
                                      <p:tavLst>
                                        <p:tav tm="0">
                                          <p:val>
                                            <p:strVal val="#ppt_x"/>
                                          </p:val>
                                        </p:tav>
                                        <p:tav tm="100000">
                                          <p:val>
                                            <p:strVal val="#ppt_x"/>
                                          </p:val>
                                        </p:tav>
                                      </p:tavLst>
                                    </p:anim>
                                    <p:anim calcmode="lin" valueType="num">
                                      <p:cBhvr>
                                        <p:cTn id="69" dur="500" fill="hold"/>
                                        <p:tgtEl>
                                          <p:spTgt spid="29">
                                            <p:txEl>
                                              <p:pRg st="0" end="0"/>
                                            </p:txEl>
                                          </p:spTgt>
                                        </p:tgtEl>
                                        <p:attrNameLst>
                                          <p:attrName>ppt_y</p:attrName>
                                        </p:attrNameLst>
                                      </p:cBhvr>
                                      <p:tavLst>
                                        <p:tav tm="0">
                                          <p:val>
                                            <p:strVal val="#ppt_y+.1"/>
                                          </p:val>
                                        </p:tav>
                                        <p:tav tm="100000">
                                          <p:val>
                                            <p:strVal val="#ppt_y"/>
                                          </p:val>
                                        </p:tav>
                                      </p:tavLst>
                                    </p:anim>
                                  </p:childTnLst>
                                </p:cTn>
                              </p:par>
                            </p:childTnLst>
                          </p:cTn>
                        </p:par>
                        <p:par>
                          <p:cTn id="70" fill="hold">
                            <p:stCondLst>
                              <p:cond delay="6500"/>
                            </p:stCondLst>
                            <p:childTnLst>
                              <p:par>
                                <p:cTn id="71" presetID="10" presetClass="entr" presetSubtype="0" fill="hold" grpId="0" nodeType="afterEffect">
                                  <p:stCondLst>
                                    <p:cond delay="0"/>
                                  </p:stCondLst>
                                  <p:childTnLst>
                                    <p:set>
                                      <p:cBhvr>
                                        <p:cTn id="72" dur="1" fill="hold">
                                          <p:stCondLst>
                                            <p:cond delay="0"/>
                                          </p:stCondLst>
                                        </p:cTn>
                                        <p:tgtEl>
                                          <p:spTgt spid="22"/>
                                        </p:tgtEl>
                                        <p:attrNameLst>
                                          <p:attrName>style.visibility</p:attrName>
                                        </p:attrNameLst>
                                      </p:cBhvr>
                                      <p:to>
                                        <p:strVal val="visible"/>
                                      </p:to>
                                    </p:set>
                                    <p:animEffect transition="in" filter="fade">
                                      <p:cBhvr>
                                        <p:cTn id="73" dur="500"/>
                                        <p:tgtEl>
                                          <p:spTgt spid="22"/>
                                        </p:tgtEl>
                                      </p:cBhvr>
                                    </p:animEffect>
                                  </p:childTnLst>
                                </p:cTn>
                              </p:par>
                            </p:childTnLst>
                          </p:cTn>
                        </p:par>
                        <p:par>
                          <p:cTn id="74" fill="hold">
                            <p:stCondLst>
                              <p:cond delay="7000"/>
                            </p:stCondLst>
                            <p:childTnLst>
                              <p:par>
                                <p:cTn id="75" presetID="10" presetClass="entr" presetSubtype="0" fill="hold" grpId="0" nodeType="afterEffect">
                                  <p:stCondLst>
                                    <p:cond delay="0"/>
                                  </p:stCondLst>
                                  <p:childTnLst>
                                    <p:set>
                                      <p:cBhvr>
                                        <p:cTn id="76" dur="1" fill="hold">
                                          <p:stCondLst>
                                            <p:cond delay="0"/>
                                          </p:stCondLst>
                                        </p:cTn>
                                        <p:tgtEl>
                                          <p:spTgt spid="23"/>
                                        </p:tgtEl>
                                        <p:attrNameLst>
                                          <p:attrName>style.visibility</p:attrName>
                                        </p:attrNameLst>
                                      </p:cBhvr>
                                      <p:to>
                                        <p:strVal val="visible"/>
                                      </p:to>
                                    </p:set>
                                    <p:animEffect transition="in" filter="fade">
                                      <p:cBhvr>
                                        <p:cTn id="77" dur="500"/>
                                        <p:tgtEl>
                                          <p:spTgt spid="23"/>
                                        </p:tgtEl>
                                      </p:cBhvr>
                                    </p:animEffect>
                                  </p:childTnLst>
                                </p:cTn>
                              </p:par>
                            </p:childTnLst>
                          </p:cTn>
                        </p:par>
                        <p:par>
                          <p:cTn id="78" fill="hold">
                            <p:stCondLst>
                              <p:cond delay="7500"/>
                            </p:stCondLst>
                            <p:childTnLst>
                              <p:par>
                                <p:cTn id="79" presetID="53" presetClass="entr" presetSubtype="16" fill="hold" grpId="0" nodeType="afterEffect">
                                  <p:stCondLst>
                                    <p:cond delay="0"/>
                                  </p:stCondLst>
                                  <p:childTnLst>
                                    <p:set>
                                      <p:cBhvr>
                                        <p:cTn id="80" dur="1" fill="hold">
                                          <p:stCondLst>
                                            <p:cond delay="0"/>
                                          </p:stCondLst>
                                        </p:cTn>
                                        <p:tgtEl>
                                          <p:spTgt spid="24"/>
                                        </p:tgtEl>
                                        <p:attrNameLst>
                                          <p:attrName>style.visibility</p:attrName>
                                        </p:attrNameLst>
                                      </p:cBhvr>
                                      <p:to>
                                        <p:strVal val="visible"/>
                                      </p:to>
                                    </p:set>
                                    <p:anim calcmode="lin" valueType="num">
                                      <p:cBhvr>
                                        <p:cTn id="81" dur="500" fill="hold"/>
                                        <p:tgtEl>
                                          <p:spTgt spid="24"/>
                                        </p:tgtEl>
                                        <p:attrNameLst>
                                          <p:attrName>ppt_w</p:attrName>
                                        </p:attrNameLst>
                                      </p:cBhvr>
                                      <p:tavLst>
                                        <p:tav tm="0">
                                          <p:val>
                                            <p:fltVal val="0"/>
                                          </p:val>
                                        </p:tav>
                                        <p:tav tm="100000">
                                          <p:val>
                                            <p:strVal val="#ppt_w"/>
                                          </p:val>
                                        </p:tav>
                                      </p:tavLst>
                                    </p:anim>
                                    <p:anim calcmode="lin" valueType="num">
                                      <p:cBhvr>
                                        <p:cTn id="82" dur="500" fill="hold"/>
                                        <p:tgtEl>
                                          <p:spTgt spid="24"/>
                                        </p:tgtEl>
                                        <p:attrNameLst>
                                          <p:attrName>ppt_h</p:attrName>
                                        </p:attrNameLst>
                                      </p:cBhvr>
                                      <p:tavLst>
                                        <p:tav tm="0">
                                          <p:val>
                                            <p:fltVal val="0"/>
                                          </p:val>
                                        </p:tav>
                                        <p:tav tm="100000">
                                          <p:val>
                                            <p:strVal val="#ppt_h"/>
                                          </p:val>
                                        </p:tav>
                                      </p:tavLst>
                                    </p:anim>
                                    <p:animEffect transition="in" filter="fade">
                                      <p:cBhvr>
                                        <p:cTn id="83" dur="500"/>
                                        <p:tgtEl>
                                          <p:spTgt spid="24"/>
                                        </p:tgtEl>
                                      </p:cBhvr>
                                    </p:animEffect>
                                  </p:childTnLst>
                                </p:cTn>
                              </p:par>
                            </p:childTnLst>
                          </p:cTn>
                        </p:par>
                        <p:par>
                          <p:cTn id="84" fill="hold">
                            <p:stCondLst>
                              <p:cond delay="8000"/>
                            </p:stCondLst>
                            <p:childTnLst>
                              <p:par>
                                <p:cTn id="85" presetID="53" presetClass="entr" presetSubtype="16" fill="hold" grpId="0" nodeType="afterEffect" nodePh="1">
                                  <p:stCondLst>
                                    <p:cond delay="0"/>
                                  </p:stCondLst>
                                  <p:endCondLst>
                                    <p:cond evt="begin" delay="0">
                                      <p:tn val="85"/>
                                    </p:cond>
                                  </p:endCondLst>
                                  <p:childTnLst>
                                    <p:set>
                                      <p:cBhvr>
                                        <p:cTn id="86" dur="1" fill="hold">
                                          <p:stCondLst>
                                            <p:cond delay="0"/>
                                          </p:stCondLst>
                                        </p:cTn>
                                        <p:tgtEl>
                                          <p:spTgt spid="30">
                                            <p:txEl>
                                              <p:pRg st="0" end="0"/>
                                            </p:txEl>
                                          </p:spTgt>
                                        </p:tgtEl>
                                        <p:attrNameLst>
                                          <p:attrName>style.visibility</p:attrName>
                                        </p:attrNameLst>
                                      </p:cBhvr>
                                      <p:to>
                                        <p:strVal val="visible"/>
                                      </p:to>
                                    </p:set>
                                    <p:anim calcmode="lin" valueType="num">
                                      <p:cBhvr>
                                        <p:cTn id="87" dur="500" fill="hold"/>
                                        <p:tgtEl>
                                          <p:spTgt spid="30">
                                            <p:txEl>
                                              <p:pRg st="0" end="0"/>
                                            </p:txEl>
                                          </p:spTgt>
                                        </p:tgtEl>
                                        <p:attrNameLst>
                                          <p:attrName>ppt_w</p:attrName>
                                        </p:attrNameLst>
                                      </p:cBhvr>
                                      <p:tavLst>
                                        <p:tav tm="0">
                                          <p:val>
                                            <p:fltVal val="0"/>
                                          </p:val>
                                        </p:tav>
                                        <p:tav tm="100000">
                                          <p:val>
                                            <p:strVal val="#ppt_w"/>
                                          </p:val>
                                        </p:tav>
                                      </p:tavLst>
                                    </p:anim>
                                    <p:anim calcmode="lin" valueType="num">
                                      <p:cBhvr>
                                        <p:cTn id="88" dur="500" fill="hold"/>
                                        <p:tgtEl>
                                          <p:spTgt spid="30">
                                            <p:txEl>
                                              <p:pRg st="0" end="0"/>
                                            </p:txEl>
                                          </p:spTgt>
                                        </p:tgtEl>
                                        <p:attrNameLst>
                                          <p:attrName>ppt_h</p:attrName>
                                        </p:attrNameLst>
                                      </p:cBhvr>
                                      <p:tavLst>
                                        <p:tav tm="0">
                                          <p:val>
                                            <p:fltVal val="0"/>
                                          </p:val>
                                        </p:tav>
                                        <p:tav tm="100000">
                                          <p:val>
                                            <p:strVal val="#ppt_h"/>
                                          </p:val>
                                        </p:tav>
                                      </p:tavLst>
                                    </p:anim>
                                    <p:animEffect transition="in" filter="fade">
                                      <p:cBhvr>
                                        <p:cTn id="89" dur="500"/>
                                        <p:tgtEl>
                                          <p:spTgt spid="30">
                                            <p:txEl>
                                              <p:pRg st="0" end="0"/>
                                            </p:txEl>
                                          </p:spTgt>
                                        </p:tgtEl>
                                      </p:cBhvr>
                                    </p:animEffect>
                                  </p:childTnLst>
                                </p:cTn>
                              </p:par>
                            </p:childTnLst>
                          </p:cTn>
                        </p:par>
                        <p:par>
                          <p:cTn id="90" fill="hold">
                            <p:stCondLst>
                              <p:cond delay="8500"/>
                            </p:stCondLst>
                            <p:childTnLst>
                              <p:par>
                                <p:cTn id="91" presetID="42" presetClass="entr" presetSubtype="0" fill="hold" grpId="0" nodeType="afterEffect" nodePh="1">
                                  <p:stCondLst>
                                    <p:cond delay="0"/>
                                  </p:stCondLst>
                                  <p:endCondLst>
                                    <p:cond evt="begin" delay="0">
                                      <p:tn val="91"/>
                                    </p:cond>
                                  </p:endCondLst>
                                  <p:childTnLst>
                                    <p:set>
                                      <p:cBhvr>
                                        <p:cTn id="92" dur="1" fill="hold">
                                          <p:stCondLst>
                                            <p:cond delay="0"/>
                                          </p:stCondLst>
                                        </p:cTn>
                                        <p:tgtEl>
                                          <p:spTgt spid="31">
                                            <p:txEl>
                                              <p:pRg st="0" end="0"/>
                                            </p:txEl>
                                          </p:spTgt>
                                        </p:tgtEl>
                                        <p:attrNameLst>
                                          <p:attrName>style.visibility</p:attrName>
                                        </p:attrNameLst>
                                      </p:cBhvr>
                                      <p:to>
                                        <p:strVal val="visible"/>
                                      </p:to>
                                    </p:set>
                                    <p:animEffect transition="in" filter="fade">
                                      <p:cBhvr>
                                        <p:cTn id="93" dur="500"/>
                                        <p:tgtEl>
                                          <p:spTgt spid="31">
                                            <p:txEl>
                                              <p:pRg st="0" end="0"/>
                                            </p:txEl>
                                          </p:spTgt>
                                        </p:tgtEl>
                                      </p:cBhvr>
                                    </p:animEffect>
                                    <p:anim calcmode="lin" valueType="num">
                                      <p:cBhvr>
                                        <p:cTn id="94" dur="500" fill="hold"/>
                                        <p:tgtEl>
                                          <p:spTgt spid="31">
                                            <p:txEl>
                                              <p:pRg st="0" end="0"/>
                                            </p:txEl>
                                          </p:spTgt>
                                        </p:tgtEl>
                                        <p:attrNameLst>
                                          <p:attrName>ppt_x</p:attrName>
                                        </p:attrNameLst>
                                      </p:cBhvr>
                                      <p:tavLst>
                                        <p:tav tm="0">
                                          <p:val>
                                            <p:strVal val="#ppt_x"/>
                                          </p:val>
                                        </p:tav>
                                        <p:tav tm="100000">
                                          <p:val>
                                            <p:strVal val="#ppt_x"/>
                                          </p:val>
                                        </p:tav>
                                      </p:tavLst>
                                    </p:anim>
                                    <p:anim calcmode="lin" valueType="num">
                                      <p:cBhvr>
                                        <p:cTn id="95" dur="500" fill="hold"/>
                                        <p:tgtEl>
                                          <p:spTgt spid="31">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6" grpId="0" animBg="1"/>
      <p:bldP spid="9" grpId="0" animBg="1"/>
      <p:bldP spid="18" grpId="0" animBg="1"/>
      <p:bldP spid="19" grpId="0" animBg="1"/>
      <p:bldP spid="20" grpId="0" animBg="1"/>
      <p:bldP spid="21" grpId="0" animBg="1"/>
      <p:bldP spid="22" grpId="0" animBg="1"/>
      <p:bldP spid="23" grpId="0" animBg="1"/>
      <p:bldP spid="24" grpId="0" animBg="1"/>
      <p:bldP spid="25"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5"/>
                        </p:tgtEl>
                        <p:attrNameLst>
                          <p:attrName>style.visibility</p:attrName>
                        </p:attrNameLst>
                      </p:cBhvr>
                      <p:to>
                        <p:strVal val="visible"/>
                      </p:to>
                    </p:set>
                    <p:anim calcmode="lin" valueType="num">
                      <p:cBhvr>
                        <p:cTn dur="500" fill="hold"/>
                        <p:tgtEl>
                          <p:spTgt spid="25"/>
                        </p:tgtEl>
                        <p:attrNameLst>
                          <p:attrName>ppt_w</p:attrName>
                        </p:attrNameLst>
                      </p:cBhvr>
                      <p:tavLst>
                        <p:tav tm="0">
                          <p:val>
                            <p:fltVal val="0"/>
                          </p:val>
                        </p:tav>
                        <p:tav tm="100000">
                          <p:val>
                            <p:strVal val="#ppt_w"/>
                          </p:val>
                        </p:tav>
                      </p:tavLst>
                    </p:anim>
                    <p:anim calcmode="lin" valueType="num">
                      <p:cBhvr>
                        <p:cTn dur="500" fill="hold"/>
                        <p:tgtEl>
                          <p:spTgt spid="25"/>
                        </p:tgtEl>
                        <p:attrNameLst>
                          <p:attrName>ppt_h</p:attrName>
                        </p:attrNameLst>
                      </p:cBhvr>
                      <p:tavLst>
                        <p:tav tm="0">
                          <p:val>
                            <p:fltVal val="0"/>
                          </p:val>
                        </p:tav>
                        <p:tav tm="100000">
                          <p:val>
                            <p:strVal val="#ppt_h"/>
                          </p:val>
                        </p:tav>
                      </p:tavLst>
                    </p:anim>
                    <p:animEffect transition="in" filter="fade">
                      <p:cBhvr>
                        <p:cTn dur="500"/>
                        <p:tgtEl>
                          <p:spTgt spid="25"/>
                        </p:tgtEl>
                      </p:cBhvr>
                    </p:animEffect>
                  </p:childTnLst>
                </p:cTn>
              </p:par>
            </p:tnLst>
          </p:tmpl>
        </p:tmplLst>
      </p:bldP>
      <p:bldP spid="26"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6"/>
                        </p:tgtEl>
                        <p:attrNameLst>
                          <p:attrName>style.visibility</p:attrName>
                        </p:attrNameLst>
                      </p:cBhvr>
                      <p:to>
                        <p:strVal val="visible"/>
                      </p:to>
                    </p:set>
                    <p:animEffect transition="in" filter="fade">
                      <p:cBhvr>
                        <p:cTn dur="500"/>
                        <p:tgtEl>
                          <p:spTgt spid="26"/>
                        </p:tgtEl>
                      </p:cBhvr>
                    </p:animEffect>
                    <p:anim calcmode="lin" valueType="num">
                      <p:cBhvr>
                        <p:cTn dur="500" fill="hold"/>
                        <p:tgtEl>
                          <p:spTgt spid="26"/>
                        </p:tgtEl>
                        <p:attrNameLst>
                          <p:attrName>ppt_x</p:attrName>
                        </p:attrNameLst>
                      </p:cBhvr>
                      <p:tavLst>
                        <p:tav tm="0">
                          <p:val>
                            <p:strVal val="#ppt_x"/>
                          </p:val>
                        </p:tav>
                        <p:tav tm="100000">
                          <p:val>
                            <p:strVal val="#ppt_x"/>
                          </p:val>
                        </p:tav>
                      </p:tavLst>
                    </p:anim>
                    <p:anim calcmode="lin" valueType="num">
                      <p:cBhvr>
                        <p:cTn dur="500" fill="hold"/>
                        <p:tgtEl>
                          <p:spTgt spid="26"/>
                        </p:tgtEl>
                        <p:attrNameLst>
                          <p:attrName>ppt_y</p:attrName>
                        </p:attrNameLst>
                      </p:cBhvr>
                      <p:tavLst>
                        <p:tav tm="0">
                          <p:val>
                            <p:strVal val="#ppt_y+.1"/>
                          </p:val>
                        </p:tav>
                        <p:tav tm="100000">
                          <p:val>
                            <p:strVal val="#ppt_y"/>
                          </p:val>
                        </p:tav>
                      </p:tavLst>
                    </p:anim>
                  </p:childTnLst>
                </p:cTn>
              </p:par>
            </p:tnLst>
          </p:tmpl>
        </p:tmplLst>
      </p:bldP>
      <p:bldP spid="28"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8"/>
                        </p:tgtEl>
                        <p:attrNameLst>
                          <p:attrName>style.visibility</p:attrName>
                        </p:attrNameLst>
                      </p:cBhvr>
                      <p:to>
                        <p:strVal val="visible"/>
                      </p:to>
                    </p:set>
                    <p:anim calcmode="lin" valueType="num">
                      <p:cBhvr>
                        <p:cTn dur="500" fill="hold"/>
                        <p:tgtEl>
                          <p:spTgt spid="28"/>
                        </p:tgtEl>
                        <p:attrNameLst>
                          <p:attrName>ppt_w</p:attrName>
                        </p:attrNameLst>
                      </p:cBhvr>
                      <p:tavLst>
                        <p:tav tm="0">
                          <p:val>
                            <p:fltVal val="0"/>
                          </p:val>
                        </p:tav>
                        <p:tav tm="100000">
                          <p:val>
                            <p:strVal val="#ppt_w"/>
                          </p:val>
                        </p:tav>
                      </p:tavLst>
                    </p:anim>
                    <p:anim calcmode="lin" valueType="num">
                      <p:cBhvr>
                        <p:cTn dur="500" fill="hold"/>
                        <p:tgtEl>
                          <p:spTgt spid="28"/>
                        </p:tgtEl>
                        <p:attrNameLst>
                          <p:attrName>ppt_h</p:attrName>
                        </p:attrNameLst>
                      </p:cBhvr>
                      <p:tavLst>
                        <p:tav tm="0">
                          <p:val>
                            <p:fltVal val="0"/>
                          </p:val>
                        </p:tav>
                        <p:tav tm="100000">
                          <p:val>
                            <p:strVal val="#ppt_h"/>
                          </p:val>
                        </p:tav>
                      </p:tavLst>
                    </p:anim>
                    <p:animEffect transition="in" filter="fade">
                      <p:cBhvr>
                        <p:cTn dur="500"/>
                        <p:tgtEl>
                          <p:spTgt spid="28"/>
                        </p:tgtEl>
                      </p:cBhvr>
                    </p:animEffect>
                  </p:childTnLst>
                </p:cTn>
              </p:par>
            </p:tnLst>
          </p:tmpl>
        </p:tmplLst>
      </p:bldP>
      <p:bldP spid="29"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9"/>
                        </p:tgtEl>
                        <p:attrNameLst>
                          <p:attrName>style.visibility</p:attrName>
                        </p:attrNameLst>
                      </p:cBhvr>
                      <p:to>
                        <p:strVal val="visible"/>
                      </p:to>
                    </p:set>
                    <p:animEffect transition="in" filter="fade">
                      <p:cBhvr>
                        <p:cTn dur="500"/>
                        <p:tgtEl>
                          <p:spTgt spid="29"/>
                        </p:tgtEl>
                      </p:cBhvr>
                    </p:animEffect>
                    <p:anim calcmode="lin" valueType="num">
                      <p:cBhvr>
                        <p:cTn dur="500" fill="hold"/>
                        <p:tgtEl>
                          <p:spTgt spid="29"/>
                        </p:tgtEl>
                        <p:attrNameLst>
                          <p:attrName>ppt_x</p:attrName>
                        </p:attrNameLst>
                      </p:cBhvr>
                      <p:tavLst>
                        <p:tav tm="0">
                          <p:val>
                            <p:strVal val="#ppt_x"/>
                          </p:val>
                        </p:tav>
                        <p:tav tm="100000">
                          <p:val>
                            <p:strVal val="#ppt_x"/>
                          </p:val>
                        </p:tav>
                      </p:tavLst>
                    </p:anim>
                    <p:anim calcmode="lin" valueType="num">
                      <p:cBhvr>
                        <p:cTn dur="500" fill="hold"/>
                        <p:tgtEl>
                          <p:spTgt spid="29"/>
                        </p:tgtEl>
                        <p:attrNameLst>
                          <p:attrName>ppt_y</p:attrName>
                        </p:attrNameLst>
                      </p:cBhvr>
                      <p:tavLst>
                        <p:tav tm="0">
                          <p:val>
                            <p:strVal val="#ppt_y+.1"/>
                          </p:val>
                        </p:tav>
                        <p:tav tm="100000">
                          <p:val>
                            <p:strVal val="#ppt_y"/>
                          </p:val>
                        </p:tav>
                      </p:tavLst>
                    </p:anim>
                  </p:childTnLst>
                </p:cTn>
              </p:par>
            </p:tnLst>
          </p:tmpl>
        </p:tmplLst>
      </p:bldP>
      <p:bldP spid="30"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30"/>
                        </p:tgtEl>
                        <p:attrNameLst>
                          <p:attrName>style.visibility</p:attrName>
                        </p:attrNameLst>
                      </p:cBhvr>
                      <p:to>
                        <p:strVal val="visible"/>
                      </p:to>
                    </p:set>
                    <p:anim calcmode="lin" valueType="num">
                      <p:cBhvr>
                        <p:cTn dur="500" fill="hold"/>
                        <p:tgtEl>
                          <p:spTgt spid="30"/>
                        </p:tgtEl>
                        <p:attrNameLst>
                          <p:attrName>ppt_w</p:attrName>
                        </p:attrNameLst>
                      </p:cBhvr>
                      <p:tavLst>
                        <p:tav tm="0">
                          <p:val>
                            <p:fltVal val="0"/>
                          </p:val>
                        </p:tav>
                        <p:tav tm="100000">
                          <p:val>
                            <p:strVal val="#ppt_w"/>
                          </p:val>
                        </p:tav>
                      </p:tavLst>
                    </p:anim>
                    <p:anim calcmode="lin" valueType="num">
                      <p:cBhvr>
                        <p:cTn dur="500" fill="hold"/>
                        <p:tgtEl>
                          <p:spTgt spid="30"/>
                        </p:tgtEl>
                        <p:attrNameLst>
                          <p:attrName>ppt_h</p:attrName>
                        </p:attrNameLst>
                      </p:cBhvr>
                      <p:tavLst>
                        <p:tav tm="0">
                          <p:val>
                            <p:fltVal val="0"/>
                          </p:val>
                        </p:tav>
                        <p:tav tm="100000">
                          <p:val>
                            <p:strVal val="#ppt_h"/>
                          </p:val>
                        </p:tav>
                      </p:tavLst>
                    </p:anim>
                    <p:animEffect transition="in" filter="fade">
                      <p:cBhvr>
                        <p:cTn dur="500"/>
                        <p:tgtEl>
                          <p:spTgt spid="30"/>
                        </p:tgtEl>
                      </p:cBhvr>
                    </p:animEffect>
                  </p:childTnLst>
                </p:cTn>
              </p:par>
            </p:tnLst>
          </p:tmpl>
        </p:tmplLst>
      </p:bldP>
      <p:bldP spid="31"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31"/>
                        </p:tgtEl>
                        <p:attrNameLst>
                          <p:attrName>style.visibility</p:attrName>
                        </p:attrNameLst>
                      </p:cBhvr>
                      <p:to>
                        <p:strVal val="visible"/>
                      </p:to>
                    </p:set>
                    <p:animEffect transition="in" filter="fade">
                      <p:cBhvr>
                        <p:cTn dur="500"/>
                        <p:tgtEl>
                          <p:spTgt spid="31"/>
                        </p:tgtEl>
                      </p:cBhvr>
                    </p:animEffect>
                    <p:anim calcmode="lin" valueType="num">
                      <p:cBhvr>
                        <p:cTn dur="500" fill="hold"/>
                        <p:tgtEl>
                          <p:spTgt spid="31"/>
                        </p:tgtEl>
                        <p:attrNameLst>
                          <p:attrName>ppt_x</p:attrName>
                        </p:attrNameLst>
                      </p:cBhvr>
                      <p:tavLst>
                        <p:tav tm="0">
                          <p:val>
                            <p:strVal val="#ppt_x"/>
                          </p:val>
                        </p:tav>
                        <p:tav tm="100000">
                          <p:val>
                            <p:strVal val="#ppt_x"/>
                          </p:val>
                        </p:tav>
                      </p:tavLst>
                    </p:anim>
                    <p:anim calcmode="lin" valueType="num">
                      <p:cBhvr>
                        <p:cTn dur="500" fill="hold"/>
                        <p:tgtEl>
                          <p:spTgt spid="31"/>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782.xml><?xml version="1.0" encoding="utf-8"?>
<p:sldLayout xmlns:a="http://schemas.openxmlformats.org/drawingml/2006/main" xmlns:r="http://schemas.openxmlformats.org/officeDocument/2006/relationships" xmlns:p="http://schemas.openxmlformats.org/presentationml/2006/main" preserve="1" userDrawn="1">
  <p:cSld name="11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23" name="Freeform 22"/>
          <p:cNvSpPr/>
          <p:nvPr userDrawn="1"/>
        </p:nvSpPr>
        <p:spPr>
          <a:xfrm>
            <a:off x="713492" y="2456421"/>
            <a:ext cx="1964841" cy="1945159"/>
          </a:xfrm>
          <a:custGeom>
            <a:avLst/>
            <a:gdLst>
              <a:gd name="connsiteX0" fmla="*/ 1150436 w 1964841"/>
              <a:gd name="connsiteY0" fmla="*/ 0 h 1945159"/>
              <a:gd name="connsiteX1" fmla="*/ 1610594 w 1964841"/>
              <a:gd name="connsiteY1" fmla="*/ 305013 h 1945159"/>
              <a:gd name="connsiteX2" fmla="*/ 1633316 w 1964841"/>
              <a:gd name="connsiteY2" fmla="*/ 378214 h 1945159"/>
              <a:gd name="connsiteX3" fmla="*/ 1659828 w 1964841"/>
              <a:gd name="connsiteY3" fmla="*/ 386444 h 1945159"/>
              <a:gd name="connsiteX4" fmla="*/ 1964841 w 1964841"/>
              <a:gd name="connsiteY4" fmla="*/ 846601 h 1945159"/>
              <a:gd name="connsiteX5" fmla="*/ 1925596 w 1964841"/>
              <a:gd name="connsiteY5" fmla="*/ 1040991 h 1945159"/>
              <a:gd name="connsiteX6" fmla="*/ 1919536 w 1964841"/>
              <a:gd name="connsiteY6" fmla="*/ 1052155 h 1945159"/>
              <a:gd name="connsiteX7" fmla="*/ 1920944 w 1964841"/>
              <a:gd name="connsiteY7" fmla="*/ 1059512 h 1945159"/>
              <a:gd name="connsiteX8" fmla="*/ 1924956 w 1964841"/>
              <a:gd name="connsiteY8" fmla="*/ 1123118 h 1945159"/>
              <a:gd name="connsiteX9" fmla="*/ 1778684 w 1964841"/>
              <a:gd name="connsiteY9" fmla="*/ 1476249 h 1945159"/>
              <a:gd name="connsiteX10" fmla="*/ 1761362 w 1964841"/>
              <a:gd name="connsiteY10" fmla="*/ 1490542 h 1945159"/>
              <a:gd name="connsiteX11" fmla="*/ 1757309 w 1964841"/>
              <a:gd name="connsiteY11" fmla="*/ 1530745 h 1945159"/>
              <a:gd name="connsiteX12" fmla="*/ 1268052 w 1964841"/>
              <a:gd name="connsiteY12" fmla="*/ 1929501 h 1945159"/>
              <a:gd name="connsiteX13" fmla="*/ 1073662 w 1964841"/>
              <a:gd name="connsiteY13" fmla="*/ 1890256 h 1945159"/>
              <a:gd name="connsiteX14" fmla="*/ 1039885 w 1964841"/>
              <a:gd name="connsiteY14" fmla="*/ 1871923 h 1945159"/>
              <a:gd name="connsiteX15" fmla="*/ 998147 w 1964841"/>
              <a:gd name="connsiteY15" fmla="*/ 1895913 h 1945159"/>
              <a:gd name="connsiteX16" fmla="*/ 781635 w 1964841"/>
              <a:gd name="connsiteY16" fmla="*/ 1945159 h 1945159"/>
              <a:gd name="connsiteX17" fmla="*/ 321477 w 1964841"/>
              <a:gd name="connsiteY17" fmla="*/ 1640147 h 1945159"/>
              <a:gd name="connsiteX18" fmla="*/ 300660 w 1964841"/>
              <a:gd name="connsiteY18" fmla="*/ 1573084 h 1945159"/>
              <a:gd name="connsiteX19" fmla="*/ 220182 w 1964841"/>
              <a:gd name="connsiteY19" fmla="*/ 1529402 h 1945159"/>
              <a:gd name="connsiteX20" fmla="*/ 0 w 1964841"/>
              <a:gd name="connsiteY20" fmla="*/ 1115289 h 1945159"/>
              <a:gd name="connsiteX21" fmla="*/ 146272 w 1964841"/>
              <a:gd name="connsiteY21" fmla="*/ 762158 h 1945159"/>
              <a:gd name="connsiteX22" fmla="*/ 151038 w 1964841"/>
              <a:gd name="connsiteY22" fmla="*/ 758225 h 1945159"/>
              <a:gd name="connsiteX23" fmla="*/ 133236 w 1964841"/>
              <a:gd name="connsiteY23" fmla="*/ 700876 h 1945159"/>
              <a:gd name="connsiteX24" fmla="*/ 123090 w 1964841"/>
              <a:gd name="connsiteY24" fmla="*/ 600229 h 1945159"/>
              <a:gd name="connsiteX25" fmla="*/ 622493 w 1964841"/>
              <a:gd name="connsiteY25" fmla="*/ 100826 h 1945159"/>
              <a:gd name="connsiteX26" fmla="*/ 723140 w 1964841"/>
              <a:gd name="connsiteY26" fmla="*/ 110972 h 1945159"/>
              <a:gd name="connsiteX27" fmla="*/ 808117 w 1964841"/>
              <a:gd name="connsiteY27" fmla="*/ 137351 h 1945159"/>
              <a:gd name="connsiteX28" fmla="*/ 871215 w 1964841"/>
              <a:gd name="connsiteY28" fmla="*/ 85290 h 1945159"/>
              <a:gd name="connsiteX29" fmla="*/ 1150436 w 1964841"/>
              <a:gd name="connsiteY29" fmla="*/ 0 h 1945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964841" h="1945159">
                <a:moveTo>
                  <a:pt x="1150436" y="0"/>
                </a:moveTo>
                <a:cubicBezTo>
                  <a:pt x="1357296" y="0"/>
                  <a:pt x="1534780" y="125770"/>
                  <a:pt x="1610594" y="305013"/>
                </a:cubicBezTo>
                <a:lnTo>
                  <a:pt x="1633316" y="378214"/>
                </a:lnTo>
                <a:lnTo>
                  <a:pt x="1659828" y="386444"/>
                </a:lnTo>
                <a:cubicBezTo>
                  <a:pt x="1839072" y="462257"/>
                  <a:pt x="1964841" y="639741"/>
                  <a:pt x="1964841" y="846601"/>
                </a:cubicBezTo>
                <a:cubicBezTo>
                  <a:pt x="1964841" y="915554"/>
                  <a:pt x="1950867" y="981244"/>
                  <a:pt x="1925596" y="1040991"/>
                </a:cubicBezTo>
                <a:lnTo>
                  <a:pt x="1919536" y="1052155"/>
                </a:lnTo>
                <a:lnTo>
                  <a:pt x="1920944" y="1059512"/>
                </a:lnTo>
                <a:cubicBezTo>
                  <a:pt x="1923591" y="1080341"/>
                  <a:pt x="1924956" y="1101570"/>
                  <a:pt x="1924956" y="1123118"/>
                </a:cubicBezTo>
                <a:cubicBezTo>
                  <a:pt x="1924956" y="1261025"/>
                  <a:pt x="1869059" y="1385875"/>
                  <a:pt x="1778684" y="1476249"/>
                </a:cubicBezTo>
                <a:lnTo>
                  <a:pt x="1761362" y="1490542"/>
                </a:lnTo>
                <a:lnTo>
                  <a:pt x="1757309" y="1530745"/>
                </a:lnTo>
                <a:cubicBezTo>
                  <a:pt x="1710742" y="1758315"/>
                  <a:pt x="1509388" y="1929501"/>
                  <a:pt x="1268052" y="1929501"/>
                </a:cubicBezTo>
                <a:cubicBezTo>
                  <a:pt x="1199099" y="1929501"/>
                  <a:pt x="1133410" y="1915527"/>
                  <a:pt x="1073662" y="1890256"/>
                </a:cubicBezTo>
                <a:lnTo>
                  <a:pt x="1039885" y="1871923"/>
                </a:lnTo>
                <a:lnTo>
                  <a:pt x="998147" y="1895913"/>
                </a:lnTo>
                <a:cubicBezTo>
                  <a:pt x="932649" y="1927473"/>
                  <a:pt x="859208" y="1945159"/>
                  <a:pt x="781635" y="1945159"/>
                </a:cubicBezTo>
                <a:cubicBezTo>
                  <a:pt x="574775" y="1945159"/>
                  <a:pt x="397291" y="1819390"/>
                  <a:pt x="321477" y="1640147"/>
                </a:cubicBezTo>
                <a:lnTo>
                  <a:pt x="300660" y="1573084"/>
                </a:lnTo>
                <a:lnTo>
                  <a:pt x="220182" y="1529402"/>
                </a:lnTo>
                <a:cubicBezTo>
                  <a:pt x="87340" y="1439656"/>
                  <a:pt x="0" y="1287672"/>
                  <a:pt x="0" y="1115289"/>
                </a:cubicBezTo>
                <a:cubicBezTo>
                  <a:pt x="0" y="977383"/>
                  <a:pt x="55897" y="852532"/>
                  <a:pt x="146272" y="762158"/>
                </a:cubicBezTo>
                <a:lnTo>
                  <a:pt x="151038" y="758225"/>
                </a:lnTo>
                <a:lnTo>
                  <a:pt x="133236" y="700876"/>
                </a:lnTo>
                <a:cubicBezTo>
                  <a:pt x="126584" y="668366"/>
                  <a:pt x="123090" y="634706"/>
                  <a:pt x="123090" y="600229"/>
                </a:cubicBezTo>
                <a:cubicBezTo>
                  <a:pt x="123090" y="324416"/>
                  <a:pt x="346680" y="100826"/>
                  <a:pt x="622493" y="100826"/>
                </a:cubicBezTo>
                <a:cubicBezTo>
                  <a:pt x="656970" y="100826"/>
                  <a:pt x="690630" y="104320"/>
                  <a:pt x="723140" y="110972"/>
                </a:cubicBezTo>
                <a:lnTo>
                  <a:pt x="808117" y="137351"/>
                </a:lnTo>
                <a:lnTo>
                  <a:pt x="871215" y="85290"/>
                </a:lnTo>
                <a:cubicBezTo>
                  <a:pt x="950920" y="31443"/>
                  <a:pt x="1047006" y="0"/>
                  <a:pt x="1150436"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17" name="Picture Placeholder 16"/>
          <p:cNvSpPr>
            <a:spLocks noGrp="1"/>
          </p:cNvSpPr>
          <p:nvPr>
            <p:ph type="pic" sz="quarter" idx="13"/>
          </p:nvPr>
        </p:nvSpPr>
        <p:spPr>
          <a:xfrm>
            <a:off x="809647" y="2542735"/>
            <a:ext cx="1772530" cy="1772530"/>
          </a:xfrm>
          <a:custGeom>
            <a:avLst/>
            <a:gdLst>
              <a:gd name="connsiteX0" fmla="*/ 886265 w 1772530"/>
              <a:gd name="connsiteY0" fmla="*/ 0 h 1772530"/>
              <a:gd name="connsiteX1" fmla="*/ 1772530 w 1772530"/>
              <a:gd name="connsiteY1" fmla="*/ 886265 h 1772530"/>
              <a:gd name="connsiteX2" fmla="*/ 886265 w 1772530"/>
              <a:gd name="connsiteY2" fmla="*/ 1772530 h 1772530"/>
              <a:gd name="connsiteX3" fmla="*/ 0 w 1772530"/>
              <a:gd name="connsiteY3" fmla="*/ 886265 h 1772530"/>
              <a:gd name="connsiteX4" fmla="*/ 886265 w 1772530"/>
              <a:gd name="connsiteY4" fmla="*/ 0 h 17725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2530" h="1772530">
                <a:moveTo>
                  <a:pt x="886265" y="0"/>
                </a:moveTo>
                <a:cubicBezTo>
                  <a:pt x="1375736" y="0"/>
                  <a:pt x="1772530" y="396794"/>
                  <a:pt x="1772530" y="886265"/>
                </a:cubicBezTo>
                <a:cubicBezTo>
                  <a:pt x="1772530" y="1375736"/>
                  <a:pt x="1375736" y="1772530"/>
                  <a:pt x="886265" y="1772530"/>
                </a:cubicBezTo>
                <a:cubicBezTo>
                  <a:pt x="396794" y="1772530"/>
                  <a:pt x="0" y="1375736"/>
                  <a:pt x="0" y="886265"/>
                </a:cubicBezTo>
                <a:cubicBezTo>
                  <a:pt x="0" y="396794"/>
                  <a:pt x="396794" y="0"/>
                  <a:pt x="886265" y="0"/>
                </a:cubicBezTo>
                <a:close/>
              </a:path>
            </a:pathLst>
          </a:custGeom>
          <a:solidFill>
            <a:schemeClr val="bg1">
              <a:lumMod val="85000"/>
            </a:schemeClr>
          </a:solidFill>
        </p:spPr>
        <p:txBody>
          <a:bodyPr wrap="square">
            <a:noAutofit/>
          </a:bodyPr>
          <a:lstStyle/>
          <a:p>
            <a:endParaRPr lang="en-AU"/>
          </a:p>
        </p:txBody>
      </p:sp>
      <p:sp>
        <p:nvSpPr>
          <p:cNvPr id="24" name="Freeform 23"/>
          <p:cNvSpPr/>
          <p:nvPr userDrawn="1"/>
        </p:nvSpPr>
        <p:spPr>
          <a:xfrm>
            <a:off x="3663045" y="2456420"/>
            <a:ext cx="1964841" cy="1945159"/>
          </a:xfrm>
          <a:custGeom>
            <a:avLst/>
            <a:gdLst>
              <a:gd name="connsiteX0" fmla="*/ 1150436 w 1964841"/>
              <a:gd name="connsiteY0" fmla="*/ 0 h 1945159"/>
              <a:gd name="connsiteX1" fmla="*/ 1610594 w 1964841"/>
              <a:gd name="connsiteY1" fmla="*/ 305013 h 1945159"/>
              <a:gd name="connsiteX2" fmla="*/ 1633316 w 1964841"/>
              <a:gd name="connsiteY2" fmla="*/ 378214 h 1945159"/>
              <a:gd name="connsiteX3" fmla="*/ 1659828 w 1964841"/>
              <a:gd name="connsiteY3" fmla="*/ 386444 h 1945159"/>
              <a:gd name="connsiteX4" fmla="*/ 1964841 w 1964841"/>
              <a:gd name="connsiteY4" fmla="*/ 846601 h 1945159"/>
              <a:gd name="connsiteX5" fmla="*/ 1925596 w 1964841"/>
              <a:gd name="connsiteY5" fmla="*/ 1040991 h 1945159"/>
              <a:gd name="connsiteX6" fmla="*/ 1919536 w 1964841"/>
              <a:gd name="connsiteY6" fmla="*/ 1052155 h 1945159"/>
              <a:gd name="connsiteX7" fmla="*/ 1920944 w 1964841"/>
              <a:gd name="connsiteY7" fmla="*/ 1059512 h 1945159"/>
              <a:gd name="connsiteX8" fmla="*/ 1924956 w 1964841"/>
              <a:gd name="connsiteY8" fmla="*/ 1123118 h 1945159"/>
              <a:gd name="connsiteX9" fmla="*/ 1778684 w 1964841"/>
              <a:gd name="connsiteY9" fmla="*/ 1476249 h 1945159"/>
              <a:gd name="connsiteX10" fmla="*/ 1761362 w 1964841"/>
              <a:gd name="connsiteY10" fmla="*/ 1490542 h 1945159"/>
              <a:gd name="connsiteX11" fmla="*/ 1757309 w 1964841"/>
              <a:gd name="connsiteY11" fmla="*/ 1530745 h 1945159"/>
              <a:gd name="connsiteX12" fmla="*/ 1268052 w 1964841"/>
              <a:gd name="connsiteY12" fmla="*/ 1929501 h 1945159"/>
              <a:gd name="connsiteX13" fmla="*/ 1073662 w 1964841"/>
              <a:gd name="connsiteY13" fmla="*/ 1890256 h 1945159"/>
              <a:gd name="connsiteX14" fmla="*/ 1039885 w 1964841"/>
              <a:gd name="connsiteY14" fmla="*/ 1871923 h 1945159"/>
              <a:gd name="connsiteX15" fmla="*/ 998147 w 1964841"/>
              <a:gd name="connsiteY15" fmla="*/ 1895913 h 1945159"/>
              <a:gd name="connsiteX16" fmla="*/ 781635 w 1964841"/>
              <a:gd name="connsiteY16" fmla="*/ 1945159 h 1945159"/>
              <a:gd name="connsiteX17" fmla="*/ 321477 w 1964841"/>
              <a:gd name="connsiteY17" fmla="*/ 1640147 h 1945159"/>
              <a:gd name="connsiteX18" fmla="*/ 300660 w 1964841"/>
              <a:gd name="connsiteY18" fmla="*/ 1573084 h 1945159"/>
              <a:gd name="connsiteX19" fmla="*/ 220182 w 1964841"/>
              <a:gd name="connsiteY19" fmla="*/ 1529402 h 1945159"/>
              <a:gd name="connsiteX20" fmla="*/ 0 w 1964841"/>
              <a:gd name="connsiteY20" fmla="*/ 1115289 h 1945159"/>
              <a:gd name="connsiteX21" fmla="*/ 146272 w 1964841"/>
              <a:gd name="connsiteY21" fmla="*/ 762158 h 1945159"/>
              <a:gd name="connsiteX22" fmla="*/ 151038 w 1964841"/>
              <a:gd name="connsiteY22" fmla="*/ 758225 h 1945159"/>
              <a:gd name="connsiteX23" fmla="*/ 133236 w 1964841"/>
              <a:gd name="connsiteY23" fmla="*/ 700876 h 1945159"/>
              <a:gd name="connsiteX24" fmla="*/ 123090 w 1964841"/>
              <a:gd name="connsiteY24" fmla="*/ 600229 h 1945159"/>
              <a:gd name="connsiteX25" fmla="*/ 622493 w 1964841"/>
              <a:gd name="connsiteY25" fmla="*/ 100826 h 1945159"/>
              <a:gd name="connsiteX26" fmla="*/ 723140 w 1964841"/>
              <a:gd name="connsiteY26" fmla="*/ 110972 h 1945159"/>
              <a:gd name="connsiteX27" fmla="*/ 808117 w 1964841"/>
              <a:gd name="connsiteY27" fmla="*/ 137351 h 1945159"/>
              <a:gd name="connsiteX28" fmla="*/ 871215 w 1964841"/>
              <a:gd name="connsiteY28" fmla="*/ 85290 h 1945159"/>
              <a:gd name="connsiteX29" fmla="*/ 1150436 w 1964841"/>
              <a:gd name="connsiteY29" fmla="*/ 0 h 1945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964841" h="1945159">
                <a:moveTo>
                  <a:pt x="1150436" y="0"/>
                </a:moveTo>
                <a:cubicBezTo>
                  <a:pt x="1357296" y="0"/>
                  <a:pt x="1534780" y="125770"/>
                  <a:pt x="1610594" y="305013"/>
                </a:cubicBezTo>
                <a:lnTo>
                  <a:pt x="1633316" y="378214"/>
                </a:lnTo>
                <a:lnTo>
                  <a:pt x="1659828" y="386444"/>
                </a:lnTo>
                <a:cubicBezTo>
                  <a:pt x="1839072" y="462257"/>
                  <a:pt x="1964841" y="639741"/>
                  <a:pt x="1964841" y="846601"/>
                </a:cubicBezTo>
                <a:cubicBezTo>
                  <a:pt x="1964841" y="915554"/>
                  <a:pt x="1950867" y="981244"/>
                  <a:pt x="1925596" y="1040991"/>
                </a:cubicBezTo>
                <a:lnTo>
                  <a:pt x="1919536" y="1052155"/>
                </a:lnTo>
                <a:lnTo>
                  <a:pt x="1920944" y="1059512"/>
                </a:lnTo>
                <a:cubicBezTo>
                  <a:pt x="1923591" y="1080341"/>
                  <a:pt x="1924956" y="1101570"/>
                  <a:pt x="1924956" y="1123118"/>
                </a:cubicBezTo>
                <a:cubicBezTo>
                  <a:pt x="1924956" y="1261025"/>
                  <a:pt x="1869059" y="1385875"/>
                  <a:pt x="1778684" y="1476249"/>
                </a:cubicBezTo>
                <a:lnTo>
                  <a:pt x="1761362" y="1490542"/>
                </a:lnTo>
                <a:lnTo>
                  <a:pt x="1757309" y="1530745"/>
                </a:lnTo>
                <a:cubicBezTo>
                  <a:pt x="1710742" y="1758315"/>
                  <a:pt x="1509388" y="1929501"/>
                  <a:pt x="1268052" y="1929501"/>
                </a:cubicBezTo>
                <a:cubicBezTo>
                  <a:pt x="1199099" y="1929501"/>
                  <a:pt x="1133410" y="1915527"/>
                  <a:pt x="1073662" y="1890256"/>
                </a:cubicBezTo>
                <a:lnTo>
                  <a:pt x="1039885" y="1871923"/>
                </a:lnTo>
                <a:lnTo>
                  <a:pt x="998147" y="1895913"/>
                </a:lnTo>
                <a:cubicBezTo>
                  <a:pt x="932649" y="1927473"/>
                  <a:pt x="859208" y="1945159"/>
                  <a:pt x="781635" y="1945159"/>
                </a:cubicBezTo>
                <a:cubicBezTo>
                  <a:pt x="574775" y="1945159"/>
                  <a:pt x="397291" y="1819390"/>
                  <a:pt x="321477" y="1640147"/>
                </a:cubicBezTo>
                <a:lnTo>
                  <a:pt x="300660" y="1573084"/>
                </a:lnTo>
                <a:lnTo>
                  <a:pt x="220182" y="1529402"/>
                </a:lnTo>
                <a:cubicBezTo>
                  <a:pt x="87340" y="1439656"/>
                  <a:pt x="0" y="1287672"/>
                  <a:pt x="0" y="1115289"/>
                </a:cubicBezTo>
                <a:cubicBezTo>
                  <a:pt x="0" y="977383"/>
                  <a:pt x="55897" y="852532"/>
                  <a:pt x="146272" y="762158"/>
                </a:cubicBezTo>
                <a:lnTo>
                  <a:pt x="151038" y="758225"/>
                </a:lnTo>
                <a:lnTo>
                  <a:pt x="133236" y="700876"/>
                </a:lnTo>
                <a:cubicBezTo>
                  <a:pt x="126584" y="668366"/>
                  <a:pt x="123090" y="634706"/>
                  <a:pt x="123090" y="600229"/>
                </a:cubicBezTo>
                <a:cubicBezTo>
                  <a:pt x="123090" y="324416"/>
                  <a:pt x="346680" y="100826"/>
                  <a:pt x="622493" y="100826"/>
                </a:cubicBezTo>
                <a:cubicBezTo>
                  <a:pt x="656970" y="100826"/>
                  <a:pt x="690630" y="104320"/>
                  <a:pt x="723140" y="110972"/>
                </a:cubicBezTo>
                <a:lnTo>
                  <a:pt x="808117" y="137351"/>
                </a:lnTo>
                <a:lnTo>
                  <a:pt x="871215" y="85290"/>
                </a:lnTo>
                <a:cubicBezTo>
                  <a:pt x="950920" y="31443"/>
                  <a:pt x="1047006" y="0"/>
                  <a:pt x="1150436"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5" name="Picture Placeholder 24"/>
          <p:cNvSpPr>
            <a:spLocks noGrp="1"/>
          </p:cNvSpPr>
          <p:nvPr>
            <p:ph type="pic" sz="quarter" idx="14"/>
          </p:nvPr>
        </p:nvSpPr>
        <p:spPr>
          <a:xfrm>
            <a:off x="3759200" y="2542734"/>
            <a:ext cx="1772530" cy="1772530"/>
          </a:xfrm>
          <a:custGeom>
            <a:avLst/>
            <a:gdLst>
              <a:gd name="connsiteX0" fmla="*/ 886265 w 1772530"/>
              <a:gd name="connsiteY0" fmla="*/ 0 h 1772530"/>
              <a:gd name="connsiteX1" fmla="*/ 1772530 w 1772530"/>
              <a:gd name="connsiteY1" fmla="*/ 886265 h 1772530"/>
              <a:gd name="connsiteX2" fmla="*/ 886265 w 1772530"/>
              <a:gd name="connsiteY2" fmla="*/ 1772530 h 1772530"/>
              <a:gd name="connsiteX3" fmla="*/ 0 w 1772530"/>
              <a:gd name="connsiteY3" fmla="*/ 886265 h 1772530"/>
              <a:gd name="connsiteX4" fmla="*/ 886265 w 1772530"/>
              <a:gd name="connsiteY4" fmla="*/ 0 h 17725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2530" h="1772530">
                <a:moveTo>
                  <a:pt x="886265" y="0"/>
                </a:moveTo>
                <a:cubicBezTo>
                  <a:pt x="1375736" y="0"/>
                  <a:pt x="1772530" y="396794"/>
                  <a:pt x="1772530" y="886265"/>
                </a:cubicBezTo>
                <a:cubicBezTo>
                  <a:pt x="1772530" y="1375736"/>
                  <a:pt x="1375736" y="1772530"/>
                  <a:pt x="886265" y="1772530"/>
                </a:cubicBezTo>
                <a:cubicBezTo>
                  <a:pt x="396794" y="1772530"/>
                  <a:pt x="0" y="1375736"/>
                  <a:pt x="0" y="886265"/>
                </a:cubicBezTo>
                <a:cubicBezTo>
                  <a:pt x="0" y="396794"/>
                  <a:pt x="396794" y="0"/>
                  <a:pt x="886265" y="0"/>
                </a:cubicBezTo>
                <a:close/>
              </a:path>
            </a:pathLst>
          </a:custGeom>
          <a:solidFill>
            <a:schemeClr val="bg1">
              <a:lumMod val="85000"/>
            </a:schemeClr>
          </a:solidFill>
        </p:spPr>
        <p:txBody>
          <a:bodyPr wrap="square">
            <a:noAutofit/>
          </a:bodyPr>
          <a:lstStyle/>
          <a:p>
            <a:endParaRPr lang="en-AU"/>
          </a:p>
        </p:txBody>
      </p:sp>
      <p:sp>
        <p:nvSpPr>
          <p:cNvPr id="26" name="Freeform 25"/>
          <p:cNvSpPr/>
          <p:nvPr userDrawn="1"/>
        </p:nvSpPr>
        <p:spPr>
          <a:xfrm>
            <a:off x="9562151" y="2453684"/>
            <a:ext cx="1964841" cy="1945159"/>
          </a:xfrm>
          <a:custGeom>
            <a:avLst/>
            <a:gdLst>
              <a:gd name="connsiteX0" fmla="*/ 1150436 w 1964841"/>
              <a:gd name="connsiteY0" fmla="*/ 0 h 1945159"/>
              <a:gd name="connsiteX1" fmla="*/ 1610594 w 1964841"/>
              <a:gd name="connsiteY1" fmla="*/ 305013 h 1945159"/>
              <a:gd name="connsiteX2" fmla="*/ 1633316 w 1964841"/>
              <a:gd name="connsiteY2" fmla="*/ 378214 h 1945159"/>
              <a:gd name="connsiteX3" fmla="*/ 1659828 w 1964841"/>
              <a:gd name="connsiteY3" fmla="*/ 386444 h 1945159"/>
              <a:gd name="connsiteX4" fmla="*/ 1964841 w 1964841"/>
              <a:gd name="connsiteY4" fmla="*/ 846601 h 1945159"/>
              <a:gd name="connsiteX5" fmla="*/ 1925596 w 1964841"/>
              <a:gd name="connsiteY5" fmla="*/ 1040991 h 1945159"/>
              <a:gd name="connsiteX6" fmla="*/ 1919536 w 1964841"/>
              <a:gd name="connsiteY6" fmla="*/ 1052155 h 1945159"/>
              <a:gd name="connsiteX7" fmla="*/ 1920944 w 1964841"/>
              <a:gd name="connsiteY7" fmla="*/ 1059512 h 1945159"/>
              <a:gd name="connsiteX8" fmla="*/ 1924956 w 1964841"/>
              <a:gd name="connsiteY8" fmla="*/ 1123118 h 1945159"/>
              <a:gd name="connsiteX9" fmla="*/ 1778684 w 1964841"/>
              <a:gd name="connsiteY9" fmla="*/ 1476249 h 1945159"/>
              <a:gd name="connsiteX10" fmla="*/ 1761362 w 1964841"/>
              <a:gd name="connsiteY10" fmla="*/ 1490542 h 1945159"/>
              <a:gd name="connsiteX11" fmla="*/ 1757309 w 1964841"/>
              <a:gd name="connsiteY11" fmla="*/ 1530745 h 1945159"/>
              <a:gd name="connsiteX12" fmla="*/ 1268052 w 1964841"/>
              <a:gd name="connsiteY12" fmla="*/ 1929501 h 1945159"/>
              <a:gd name="connsiteX13" fmla="*/ 1073662 w 1964841"/>
              <a:gd name="connsiteY13" fmla="*/ 1890256 h 1945159"/>
              <a:gd name="connsiteX14" fmla="*/ 1039885 w 1964841"/>
              <a:gd name="connsiteY14" fmla="*/ 1871923 h 1945159"/>
              <a:gd name="connsiteX15" fmla="*/ 998147 w 1964841"/>
              <a:gd name="connsiteY15" fmla="*/ 1895913 h 1945159"/>
              <a:gd name="connsiteX16" fmla="*/ 781635 w 1964841"/>
              <a:gd name="connsiteY16" fmla="*/ 1945159 h 1945159"/>
              <a:gd name="connsiteX17" fmla="*/ 321477 w 1964841"/>
              <a:gd name="connsiteY17" fmla="*/ 1640147 h 1945159"/>
              <a:gd name="connsiteX18" fmla="*/ 300660 w 1964841"/>
              <a:gd name="connsiteY18" fmla="*/ 1573084 h 1945159"/>
              <a:gd name="connsiteX19" fmla="*/ 220182 w 1964841"/>
              <a:gd name="connsiteY19" fmla="*/ 1529402 h 1945159"/>
              <a:gd name="connsiteX20" fmla="*/ 0 w 1964841"/>
              <a:gd name="connsiteY20" fmla="*/ 1115289 h 1945159"/>
              <a:gd name="connsiteX21" fmla="*/ 146272 w 1964841"/>
              <a:gd name="connsiteY21" fmla="*/ 762158 h 1945159"/>
              <a:gd name="connsiteX22" fmla="*/ 151038 w 1964841"/>
              <a:gd name="connsiteY22" fmla="*/ 758225 h 1945159"/>
              <a:gd name="connsiteX23" fmla="*/ 133236 w 1964841"/>
              <a:gd name="connsiteY23" fmla="*/ 700876 h 1945159"/>
              <a:gd name="connsiteX24" fmla="*/ 123090 w 1964841"/>
              <a:gd name="connsiteY24" fmla="*/ 600229 h 1945159"/>
              <a:gd name="connsiteX25" fmla="*/ 622493 w 1964841"/>
              <a:gd name="connsiteY25" fmla="*/ 100826 h 1945159"/>
              <a:gd name="connsiteX26" fmla="*/ 723140 w 1964841"/>
              <a:gd name="connsiteY26" fmla="*/ 110972 h 1945159"/>
              <a:gd name="connsiteX27" fmla="*/ 808117 w 1964841"/>
              <a:gd name="connsiteY27" fmla="*/ 137351 h 1945159"/>
              <a:gd name="connsiteX28" fmla="*/ 871215 w 1964841"/>
              <a:gd name="connsiteY28" fmla="*/ 85290 h 1945159"/>
              <a:gd name="connsiteX29" fmla="*/ 1150436 w 1964841"/>
              <a:gd name="connsiteY29" fmla="*/ 0 h 1945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964841" h="1945159">
                <a:moveTo>
                  <a:pt x="1150436" y="0"/>
                </a:moveTo>
                <a:cubicBezTo>
                  <a:pt x="1357296" y="0"/>
                  <a:pt x="1534780" y="125770"/>
                  <a:pt x="1610594" y="305013"/>
                </a:cubicBezTo>
                <a:lnTo>
                  <a:pt x="1633316" y="378214"/>
                </a:lnTo>
                <a:lnTo>
                  <a:pt x="1659828" y="386444"/>
                </a:lnTo>
                <a:cubicBezTo>
                  <a:pt x="1839072" y="462257"/>
                  <a:pt x="1964841" y="639741"/>
                  <a:pt x="1964841" y="846601"/>
                </a:cubicBezTo>
                <a:cubicBezTo>
                  <a:pt x="1964841" y="915554"/>
                  <a:pt x="1950867" y="981244"/>
                  <a:pt x="1925596" y="1040991"/>
                </a:cubicBezTo>
                <a:lnTo>
                  <a:pt x="1919536" y="1052155"/>
                </a:lnTo>
                <a:lnTo>
                  <a:pt x="1920944" y="1059512"/>
                </a:lnTo>
                <a:cubicBezTo>
                  <a:pt x="1923591" y="1080341"/>
                  <a:pt x="1924956" y="1101570"/>
                  <a:pt x="1924956" y="1123118"/>
                </a:cubicBezTo>
                <a:cubicBezTo>
                  <a:pt x="1924956" y="1261025"/>
                  <a:pt x="1869059" y="1385875"/>
                  <a:pt x="1778684" y="1476249"/>
                </a:cubicBezTo>
                <a:lnTo>
                  <a:pt x="1761362" y="1490542"/>
                </a:lnTo>
                <a:lnTo>
                  <a:pt x="1757309" y="1530745"/>
                </a:lnTo>
                <a:cubicBezTo>
                  <a:pt x="1710742" y="1758315"/>
                  <a:pt x="1509388" y="1929501"/>
                  <a:pt x="1268052" y="1929501"/>
                </a:cubicBezTo>
                <a:cubicBezTo>
                  <a:pt x="1199099" y="1929501"/>
                  <a:pt x="1133410" y="1915527"/>
                  <a:pt x="1073662" y="1890256"/>
                </a:cubicBezTo>
                <a:lnTo>
                  <a:pt x="1039885" y="1871923"/>
                </a:lnTo>
                <a:lnTo>
                  <a:pt x="998147" y="1895913"/>
                </a:lnTo>
                <a:cubicBezTo>
                  <a:pt x="932649" y="1927473"/>
                  <a:pt x="859208" y="1945159"/>
                  <a:pt x="781635" y="1945159"/>
                </a:cubicBezTo>
                <a:cubicBezTo>
                  <a:pt x="574775" y="1945159"/>
                  <a:pt x="397291" y="1819390"/>
                  <a:pt x="321477" y="1640147"/>
                </a:cubicBezTo>
                <a:lnTo>
                  <a:pt x="300660" y="1573084"/>
                </a:lnTo>
                <a:lnTo>
                  <a:pt x="220182" y="1529402"/>
                </a:lnTo>
                <a:cubicBezTo>
                  <a:pt x="87340" y="1439656"/>
                  <a:pt x="0" y="1287672"/>
                  <a:pt x="0" y="1115289"/>
                </a:cubicBezTo>
                <a:cubicBezTo>
                  <a:pt x="0" y="977383"/>
                  <a:pt x="55897" y="852532"/>
                  <a:pt x="146272" y="762158"/>
                </a:cubicBezTo>
                <a:lnTo>
                  <a:pt x="151038" y="758225"/>
                </a:lnTo>
                <a:lnTo>
                  <a:pt x="133236" y="700876"/>
                </a:lnTo>
                <a:cubicBezTo>
                  <a:pt x="126584" y="668366"/>
                  <a:pt x="123090" y="634706"/>
                  <a:pt x="123090" y="600229"/>
                </a:cubicBezTo>
                <a:cubicBezTo>
                  <a:pt x="123090" y="324416"/>
                  <a:pt x="346680" y="100826"/>
                  <a:pt x="622493" y="100826"/>
                </a:cubicBezTo>
                <a:cubicBezTo>
                  <a:pt x="656970" y="100826"/>
                  <a:pt x="690630" y="104320"/>
                  <a:pt x="723140" y="110972"/>
                </a:cubicBezTo>
                <a:lnTo>
                  <a:pt x="808117" y="137351"/>
                </a:lnTo>
                <a:lnTo>
                  <a:pt x="871215" y="85290"/>
                </a:lnTo>
                <a:cubicBezTo>
                  <a:pt x="950920" y="31443"/>
                  <a:pt x="1047006" y="0"/>
                  <a:pt x="1150436"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7" name="Picture Placeholder 26"/>
          <p:cNvSpPr>
            <a:spLocks noGrp="1"/>
          </p:cNvSpPr>
          <p:nvPr>
            <p:ph type="pic" sz="quarter" idx="15"/>
          </p:nvPr>
        </p:nvSpPr>
        <p:spPr>
          <a:xfrm>
            <a:off x="9658306" y="2539998"/>
            <a:ext cx="1772530" cy="1772530"/>
          </a:xfrm>
          <a:custGeom>
            <a:avLst/>
            <a:gdLst>
              <a:gd name="connsiteX0" fmla="*/ 886265 w 1772530"/>
              <a:gd name="connsiteY0" fmla="*/ 0 h 1772530"/>
              <a:gd name="connsiteX1" fmla="*/ 1772530 w 1772530"/>
              <a:gd name="connsiteY1" fmla="*/ 886265 h 1772530"/>
              <a:gd name="connsiteX2" fmla="*/ 886265 w 1772530"/>
              <a:gd name="connsiteY2" fmla="*/ 1772530 h 1772530"/>
              <a:gd name="connsiteX3" fmla="*/ 0 w 1772530"/>
              <a:gd name="connsiteY3" fmla="*/ 886265 h 1772530"/>
              <a:gd name="connsiteX4" fmla="*/ 886265 w 1772530"/>
              <a:gd name="connsiteY4" fmla="*/ 0 h 17725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2530" h="1772530">
                <a:moveTo>
                  <a:pt x="886265" y="0"/>
                </a:moveTo>
                <a:cubicBezTo>
                  <a:pt x="1375736" y="0"/>
                  <a:pt x="1772530" y="396794"/>
                  <a:pt x="1772530" y="886265"/>
                </a:cubicBezTo>
                <a:cubicBezTo>
                  <a:pt x="1772530" y="1375736"/>
                  <a:pt x="1375736" y="1772530"/>
                  <a:pt x="886265" y="1772530"/>
                </a:cubicBezTo>
                <a:cubicBezTo>
                  <a:pt x="396794" y="1772530"/>
                  <a:pt x="0" y="1375736"/>
                  <a:pt x="0" y="886265"/>
                </a:cubicBezTo>
                <a:cubicBezTo>
                  <a:pt x="0" y="396794"/>
                  <a:pt x="396794" y="0"/>
                  <a:pt x="886265" y="0"/>
                </a:cubicBezTo>
                <a:close/>
              </a:path>
            </a:pathLst>
          </a:custGeom>
          <a:solidFill>
            <a:schemeClr val="bg1">
              <a:lumMod val="85000"/>
            </a:schemeClr>
          </a:solidFill>
        </p:spPr>
        <p:txBody>
          <a:bodyPr wrap="square">
            <a:noAutofit/>
          </a:bodyPr>
          <a:lstStyle/>
          <a:p>
            <a:endParaRPr lang="en-AU" dirty="0"/>
          </a:p>
        </p:txBody>
      </p:sp>
      <p:sp>
        <p:nvSpPr>
          <p:cNvPr id="28" name="Freeform 27"/>
          <p:cNvSpPr/>
          <p:nvPr userDrawn="1"/>
        </p:nvSpPr>
        <p:spPr>
          <a:xfrm>
            <a:off x="6612598" y="2456420"/>
            <a:ext cx="1964841" cy="1945159"/>
          </a:xfrm>
          <a:custGeom>
            <a:avLst/>
            <a:gdLst>
              <a:gd name="connsiteX0" fmla="*/ 1150436 w 1964841"/>
              <a:gd name="connsiteY0" fmla="*/ 0 h 1945159"/>
              <a:gd name="connsiteX1" fmla="*/ 1610594 w 1964841"/>
              <a:gd name="connsiteY1" fmla="*/ 305013 h 1945159"/>
              <a:gd name="connsiteX2" fmla="*/ 1633316 w 1964841"/>
              <a:gd name="connsiteY2" fmla="*/ 378214 h 1945159"/>
              <a:gd name="connsiteX3" fmla="*/ 1659828 w 1964841"/>
              <a:gd name="connsiteY3" fmla="*/ 386444 h 1945159"/>
              <a:gd name="connsiteX4" fmla="*/ 1964841 w 1964841"/>
              <a:gd name="connsiteY4" fmla="*/ 846601 h 1945159"/>
              <a:gd name="connsiteX5" fmla="*/ 1925596 w 1964841"/>
              <a:gd name="connsiteY5" fmla="*/ 1040991 h 1945159"/>
              <a:gd name="connsiteX6" fmla="*/ 1919536 w 1964841"/>
              <a:gd name="connsiteY6" fmla="*/ 1052155 h 1945159"/>
              <a:gd name="connsiteX7" fmla="*/ 1920944 w 1964841"/>
              <a:gd name="connsiteY7" fmla="*/ 1059512 h 1945159"/>
              <a:gd name="connsiteX8" fmla="*/ 1924956 w 1964841"/>
              <a:gd name="connsiteY8" fmla="*/ 1123118 h 1945159"/>
              <a:gd name="connsiteX9" fmla="*/ 1778684 w 1964841"/>
              <a:gd name="connsiteY9" fmla="*/ 1476249 h 1945159"/>
              <a:gd name="connsiteX10" fmla="*/ 1761362 w 1964841"/>
              <a:gd name="connsiteY10" fmla="*/ 1490542 h 1945159"/>
              <a:gd name="connsiteX11" fmla="*/ 1757309 w 1964841"/>
              <a:gd name="connsiteY11" fmla="*/ 1530745 h 1945159"/>
              <a:gd name="connsiteX12" fmla="*/ 1268052 w 1964841"/>
              <a:gd name="connsiteY12" fmla="*/ 1929501 h 1945159"/>
              <a:gd name="connsiteX13" fmla="*/ 1073662 w 1964841"/>
              <a:gd name="connsiteY13" fmla="*/ 1890256 h 1945159"/>
              <a:gd name="connsiteX14" fmla="*/ 1039885 w 1964841"/>
              <a:gd name="connsiteY14" fmla="*/ 1871923 h 1945159"/>
              <a:gd name="connsiteX15" fmla="*/ 998147 w 1964841"/>
              <a:gd name="connsiteY15" fmla="*/ 1895913 h 1945159"/>
              <a:gd name="connsiteX16" fmla="*/ 781635 w 1964841"/>
              <a:gd name="connsiteY16" fmla="*/ 1945159 h 1945159"/>
              <a:gd name="connsiteX17" fmla="*/ 321477 w 1964841"/>
              <a:gd name="connsiteY17" fmla="*/ 1640147 h 1945159"/>
              <a:gd name="connsiteX18" fmla="*/ 300660 w 1964841"/>
              <a:gd name="connsiteY18" fmla="*/ 1573084 h 1945159"/>
              <a:gd name="connsiteX19" fmla="*/ 220182 w 1964841"/>
              <a:gd name="connsiteY19" fmla="*/ 1529402 h 1945159"/>
              <a:gd name="connsiteX20" fmla="*/ 0 w 1964841"/>
              <a:gd name="connsiteY20" fmla="*/ 1115289 h 1945159"/>
              <a:gd name="connsiteX21" fmla="*/ 146272 w 1964841"/>
              <a:gd name="connsiteY21" fmla="*/ 762158 h 1945159"/>
              <a:gd name="connsiteX22" fmla="*/ 151038 w 1964841"/>
              <a:gd name="connsiteY22" fmla="*/ 758225 h 1945159"/>
              <a:gd name="connsiteX23" fmla="*/ 133236 w 1964841"/>
              <a:gd name="connsiteY23" fmla="*/ 700876 h 1945159"/>
              <a:gd name="connsiteX24" fmla="*/ 123090 w 1964841"/>
              <a:gd name="connsiteY24" fmla="*/ 600229 h 1945159"/>
              <a:gd name="connsiteX25" fmla="*/ 622493 w 1964841"/>
              <a:gd name="connsiteY25" fmla="*/ 100826 h 1945159"/>
              <a:gd name="connsiteX26" fmla="*/ 723140 w 1964841"/>
              <a:gd name="connsiteY26" fmla="*/ 110972 h 1945159"/>
              <a:gd name="connsiteX27" fmla="*/ 808117 w 1964841"/>
              <a:gd name="connsiteY27" fmla="*/ 137351 h 1945159"/>
              <a:gd name="connsiteX28" fmla="*/ 871215 w 1964841"/>
              <a:gd name="connsiteY28" fmla="*/ 85290 h 1945159"/>
              <a:gd name="connsiteX29" fmla="*/ 1150436 w 1964841"/>
              <a:gd name="connsiteY29" fmla="*/ 0 h 1945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964841" h="1945159">
                <a:moveTo>
                  <a:pt x="1150436" y="0"/>
                </a:moveTo>
                <a:cubicBezTo>
                  <a:pt x="1357296" y="0"/>
                  <a:pt x="1534780" y="125770"/>
                  <a:pt x="1610594" y="305013"/>
                </a:cubicBezTo>
                <a:lnTo>
                  <a:pt x="1633316" y="378214"/>
                </a:lnTo>
                <a:lnTo>
                  <a:pt x="1659828" y="386444"/>
                </a:lnTo>
                <a:cubicBezTo>
                  <a:pt x="1839072" y="462257"/>
                  <a:pt x="1964841" y="639741"/>
                  <a:pt x="1964841" y="846601"/>
                </a:cubicBezTo>
                <a:cubicBezTo>
                  <a:pt x="1964841" y="915554"/>
                  <a:pt x="1950867" y="981244"/>
                  <a:pt x="1925596" y="1040991"/>
                </a:cubicBezTo>
                <a:lnTo>
                  <a:pt x="1919536" y="1052155"/>
                </a:lnTo>
                <a:lnTo>
                  <a:pt x="1920944" y="1059512"/>
                </a:lnTo>
                <a:cubicBezTo>
                  <a:pt x="1923591" y="1080341"/>
                  <a:pt x="1924956" y="1101570"/>
                  <a:pt x="1924956" y="1123118"/>
                </a:cubicBezTo>
                <a:cubicBezTo>
                  <a:pt x="1924956" y="1261025"/>
                  <a:pt x="1869059" y="1385875"/>
                  <a:pt x="1778684" y="1476249"/>
                </a:cubicBezTo>
                <a:lnTo>
                  <a:pt x="1761362" y="1490542"/>
                </a:lnTo>
                <a:lnTo>
                  <a:pt x="1757309" y="1530745"/>
                </a:lnTo>
                <a:cubicBezTo>
                  <a:pt x="1710742" y="1758315"/>
                  <a:pt x="1509388" y="1929501"/>
                  <a:pt x="1268052" y="1929501"/>
                </a:cubicBezTo>
                <a:cubicBezTo>
                  <a:pt x="1199099" y="1929501"/>
                  <a:pt x="1133410" y="1915527"/>
                  <a:pt x="1073662" y="1890256"/>
                </a:cubicBezTo>
                <a:lnTo>
                  <a:pt x="1039885" y="1871923"/>
                </a:lnTo>
                <a:lnTo>
                  <a:pt x="998147" y="1895913"/>
                </a:lnTo>
                <a:cubicBezTo>
                  <a:pt x="932649" y="1927473"/>
                  <a:pt x="859208" y="1945159"/>
                  <a:pt x="781635" y="1945159"/>
                </a:cubicBezTo>
                <a:cubicBezTo>
                  <a:pt x="574775" y="1945159"/>
                  <a:pt x="397291" y="1819390"/>
                  <a:pt x="321477" y="1640147"/>
                </a:cubicBezTo>
                <a:lnTo>
                  <a:pt x="300660" y="1573084"/>
                </a:lnTo>
                <a:lnTo>
                  <a:pt x="220182" y="1529402"/>
                </a:lnTo>
                <a:cubicBezTo>
                  <a:pt x="87340" y="1439656"/>
                  <a:pt x="0" y="1287672"/>
                  <a:pt x="0" y="1115289"/>
                </a:cubicBezTo>
                <a:cubicBezTo>
                  <a:pt x="0" y="977383"/>
                  <a:pt x="55897" y="852532"/>
                  <a:pt x="146272" y="762158"/>
                </a:cubicBezTo>
                <a:lnTo>
                  <a:pt x="151038" y="758225"/>
                </a:lnTo>
                <a:lnTo>
                  <a:pt x="133236" y="700876"/>
                </a:lnTo>
                <a:cubicBezTo>
                  <a:pt x="126584" y="668366"/>
                  <a:pt x="123090" y="634706"/>
                  <a:pt x="123090" y="600229"/>
                </a:cubicBezTo>
                <a:cubicBezTo>
                  <a:pt x="123090" y="324416"/>
                  <a:pt x="346680" y="100826"/>
                  <a:pt x="622493" y="100826"/>
                </a:cubicBezTo>
                <a:cubicBezTo>
                  <a:pt x="656970" y="100826"/>
                  <a:pt x="690630" y="104320"/>
                  <a:pt x="723140" y="110972"/>
                </a:cubicBezTo>
                <a:lnTo>
                  <a:pt x="808117" y="137351"/>
                </a:lnTo>
                <a:lnTo>
                  <a:pt x="871215" y="85290"/>
                </a:lnTo>
                <a:cubicBezTo>
                  <a:pt x="950920" y="31443"/>
                  <a:pt x="1047006" y="0"/>
                  <a:pt x="1150436"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9" name="Picture Placeholder 28"/>
          <p:cNvSpPr>
            <a:spLocks noGrp="1"/>
          </p:cNvSpPr>
          <p:nvPr>
            <p:ph type="pic" sz="quarter" idx="16"/>
          </p:nvPr>
        </p:nvSpPr>
        <p:spPr>
          <a:xfrm>
            <a:off x="6708753" y="2542734"/>
            <a:ext cx="1772530" cy="1772530"/>
          </a:xfrm>
          <a:custGeom>
            <a:avLst/>
            <a:gdLst>
              <a:gd name="connsiteX0" fmla="*/ 886265 w 1772530"/>
              <a:gd name="connsiteY0" fmla="*/ 0 h 1772530"/>
              <a:gd name="connsiteX1" fmla="*/ 1772530 w 1772530"/>
              <a:gd name="connsiteY1" fmla="*/ 886265 h 1772530"/>
              <a:gd name="connsiteX2" fmla="*/ 886265 w 1772530"/>
              <a:gd name="connsiteY2" fmla="*/ 1772530 h 1772530"/>
              <a:gd name="connsiteX3" fmla="*/ 0 w 1772530"/>
              <a:gd name="connsiteY3" fmla="*/ 886265 h 1772530"/>
              <a:gd name="connsiteX4" fmla="*/ 886265 w 1772530"/>
              <a:gd name="connsiteY4" fmla="*/ 0 h 17725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2530" h="1772530">
                <a:moveTo>
                  <a:pt x="886265" y="0"/>
                </a:moveTo>
                <a:cubicBezTo>
                  <a:pt x="1375736" y="0"/>
                  <a:pt x="1772530" y="396794"/>
                  <a:pt x="1772530" y="886265"/>
                </a:cubicBezTo>
                <a:cubicBezTo>
                  <a:pt x="1772530" y="1375736"/>
                  <a:pt x="1375736" y="1772530"/>
                  <a:pt x="886265" y="1772530"/>
                </a:cubicBezTo>
                <a:cubicBezTo>
                  <a:pt x="396794" y="1772530"/>
                  <a:pt x="0" y="1375736"/>
                  <a:pt x="0" y="886265"/>
                </a:cubicBezTo>
                <a:cubicBezTo>
                  <a:pt x="0" y="396794"/>
                  <a:pt x="396794" y="0"/>
                  <a:pt x="886265" y="0"/>
                </a:cubicBezTo>
                <a:close/>
              </a:path>
            </a:pathLst>
          </a:custGeom>
          <a:solidFill>
            <a:schemeClr val="bg1">
              <a:lumMod val="85000"/>
            </a:schemeClr>
          </a:solidFill>
        </p:spPr>
        <p:txBody>
          <a:bodyPr wrap="square">
            <a:noAutofit/>
          </a:bodyPr>
          <a:lstStyle/>
          <a:p>
            <a:endParaRPr lang="en-AU" dirty="0"/>
          </a:p>
        </p:txBody>
      </p:sp>
      <p:sp>
        <p:nvSpPr>
          <p:cNvPr id="15" name="Text Placeholder 21"/>
          <p:cNvSpPr>
            <a:spLocks noGrp="1"/>
          </p:cNvSpPr>
          <p:nvPr>
            <p:ph type="body" sz="quarter" idx="20"/>
          </p:nvPr>
        </p:nvSpPr>
        <p:spPr>
          <a:xfrm>
            <a:off x="713492" y="4547044"/>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6" name="Text Placeholder 21"/>
          <p:cNvSpPr>
            <a:spLocks noGrp="1"/>
          </p:cNvSpPr>
          <p:nvPr>
            <p:ph type="body" sz="quarter" idx="29"/>
          </p:nvPr>
        </p:nvSpPr>
        <p:spPr>
          <a:xfrm>
            <a:off x="713492" y="4853748"/>
            <a:ext cx="1814513"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8" name="Text Placeholder 21"/>
          <p:cNvSpPr>
            <a:spLocks noGrp="1"/>
          </p:cNvSpPr>
          <p:nvPr>
            <p:ph type="body" sz="quarter" idx="30"/>
          </p:nvPr>
        </p:nvSpPr>
        <p:spPr>
          <a:xfrm>
            <a:off x="3717217" y="4547044"/>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9" name="Text Placeholder 21"/>
          <p:cNvSpPr>
            <a:spLocks noGrp="1"/>
          </p:cNvSpPr>
          <p:nvPr>
            <p:ph type="body" sz="quarter" idx="31"/>
          </p:nvPr>
        </p:nvSpPr>
        <p:spPr>
          <a:xfrm>
            <a:off x="3717217" y="4853748"/>
            <a:ext cx="1814513"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0" name="Text Placeholder 21"/>
          <p:cNvSpPr>
            <a:spLocks noGrp="1"/>
          </p:cNvSpPr>
          <p:nvPr>
            <p:ph type="body" sz="quarter" idx="32"/>
          </p:nvPr>
        </p:nvSpPr>
        <p:spPr>
          <a:xfrm>
            <a:off x="6720942" y="4547044"/>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1" name="Text Placeholder 21"/>
          <p:cNvSpPr>
            <a:spLocks noGrp="1"/>
          </p:cNvSpPr>
          <p:nvPr>
            <p:ph type="body" sz="quarter" idx="33"/>
          </p:nvPr>
        </p:nvSpPr>
        <p:spPr>
          <a:xfrm>
            <a:off x="6720942" y="4853748"/>
            <a:ext cx="1814513"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2" name="Text Placeholder 21"/>
          <p:cNvSpPr>
            <a:spLocks noGrp="1"/>
          </p:cNvSpPr>
          <p:nvPr>
            <p:ph type="body" sz="quarter" idx="34"/>
          </p:nvPr>
        </p:nvSpPr>
        <p:spPr>
          <a:xfrm>
            <a:off x="9724667" y="4546572"/>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0" name="Text Placeholder 21"/>
          <p:cNvSpPr>
            <a:spLocks noGrp="1"/>
          </p:cNvSpPr>
          <p:nvPr>
            <p:ph type="body" sz="quarter" idx="35"/>
          </p:nvPr>
        </p:nvSpPr>
        <p:spPr>
          <a:xfrm>
            <a:off x="9724667" y="4853276"/>
            <a:ext cx="1814513"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Tree>
    <p:extLst>
      <p:ext uri="{BB962C8B-B14F-4D97-AF65-F5344CB8AC3E}">
        <p14:creationId xmlns:p14="http://schemas.microsoft.com/office/powerpoint/2010/main" val="297467166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42" presetClass="entr" presetSubtype="0" fill="hold" grpId="0" nodeType="afterEffect">
                                  <p:stCondLst>
                                    <p:cond delay="0"/>
                                  </p:stCondLst>
                                  <p:childTnLst>
                                    <p:set>
                                      <p:cBhvr>
                                        <p:cTn id="10" dur="1" fill="hold">
                                          <p:stCondLst>
                                            <p:cond delay="0"/>
                                          </p:stCondLst>
                                        </p:cTn>
                                        <p:tgtEl>
                                          <p:spTgt spid="8">
                                            <p:txEl>
                                              <p:pRg st="0" end="0"/>
                                            </p:txEl>
                                          </p:spTgt>
                                        </p:tgtEl>
                                        <p:attrNameLst>
                                          <p:attrName>style.visibility</p:attrName>
                                        </p:attrNameLst>
                                      </p:cBhvr>
                                      <p:to>
                                        <p:strVal val="visible"/>
                                      </p:to>
                                    </p:set>
                                    <p:animEffect transition="in" filter="fade">
                                      <p:cBhvr>
                                        <p:cTn id="11" dur="500"/>
                                        <p:tgtEl>
                                          <p:spTgt spid="8">
                                            <p:txEl>
                                              <p:pRg st="0" end="0"/>
                                            </p:txEl>
                                          </p:spTgt>
                                        </p:tgtEl>
                                      </p:cBhvr>
                                    </p:animEffect>
                                    <p:anim calcmode="lin" valueType="num">
                                      <p:cBhvr>
                                        <p:cTn id="12"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4" fill="hold">
                            <p:stCondLst>
                              <p:cond delay="1000"/>
                            </p:stCondLst>
                            <p:childTnLst>
                              <p:par>
                                <p:cTn id="15" presetID="10" presetClass="entr" presetSubtype="0" fill="hold" grpId="0" nodeType="afterEffect">
                                  <p:stCondLst>
                                    <p:cond delay="0"/>
                                  </p:stCondLst>
                                  <p:childTnLst>
                                    <p:set>
                                      <p:cBhvr>
                                        <p:cTn id="16" dur="1" fill="hold">
                                          <p:stCondLst>
                                            <p:cond delay="0"/>
                                          </p:stCondLst>
                                        </p:cTn>
                                        <p:tgtEl>
                                          <p:spTgt spid="23"/>
                                        </p:tgtEl>
                                        <p:attrNameLst>
                                          <p:attrName>style.visibility</p:attrName>
                                        </p:attrNameLst>
                                      </p:cBhvr>
                                      <p:to>
                                        <p:strVal val="visible"/>
                                      </p:to>
                                    </p:set>
                                    <p:animEffect transition="in" filter="fade">
                                      <p:cBhvr>
                                        <p:cTn id="17" dur="500"/>
                                        <p:tgtEl>
                                          <p:spTgt spid="23"/>
                                        </p:tgtEl>
                                      </p:cBhvr>
                                    </p:animEffect>
                                  </p:childTnLst>
                                </p:cTn>
                              </p:par>
                            </p:childTnLst>
                          </p:cTn>
                        </p:par>
                        <p:par>
                          <p:cTn id="18" fill="hold">
                            <p:stCondLst>
                              <p:cond delay="1500"/>
                            </p:stCondLst>
                            <p:childTnLst>
                              <p:par>
                                <p:cTn id="19" presetID="53" presetClass="entr" presetSubtype="16" fill="hold" grpId="0" nodeType="afterEffect">
                                  <p:stCondLst>
                                    <p:cond delay="0"/>
                                  </p:stCondLst>
                                  <p:childTnLst>
                                    <p:set>
                                      <p:cBhvr>
                                        <p:cTn id="20" dur="1" fill="hold">
                                          <p:stCondLst>
                                            <p:cond delay="0"/>
                                          </p:stCondLst>
                                        </p:cTn>
                                        <p:tgtEl>
                                          <p:spTgt spid="17"/>
                                        </p:tgtEl>
                                        <p:attrNameLst>
                                          <p:attrName>style.visibility</p:attrName>
                                        </p:attrNameLst>
                                      </p:cBhvr>
                                      <p:to>
                                        <p:strVal val="visible"/>
                                      </p:to>
                                    </p:set>
                                    <p:anim calcmode="lin" valueType="num">
                                      <p:cBhvr>
                                        <p:cTn id="21" dur="500" fill="hold"/>
                                        <p:tgtEl>
                                          <p:spTgt spid="17"/>
                                        </p:tgtEl>
                                        <p:attrNameLst>
                                          <p:attrName>ppt_w</p:attrName>
                                        </p:attrNameLst>
                                      </p:cBhvr>
                                      <p:tavLst>
                                        <p:tav tm="0">
                                          <p:val>
                                            <p:fltVal val="0"/>
                                          </p:val>
                                        </p:tav>
                                        <p:tav tm="100000">
                                          <p:val>
                                            <p:strVal val="#ppt_w"/>
                                          </p:val>
                                        </p:tav>
                                      </p:tavLst>
                                    </p:anim>
                                    <p:anim calcmode="lin" valueType="num">
                                      <p:cBhvr>
                                        <p:cTn id="22" dur="500" fill="hold"/>
                                        <p:tgtEl>
                                          <p:spTgt spid="17"/>
                                        </p:tgtEl>
                                        <p:attrNameLst>
                                          <p:attrName>ppt_h</p:attrName>
                                        </p:attrNameLst>
                                      </p:cBhvr>
                                      <p:tavLst>
                                        <p:tav tm="0">
                                          <p:val>
                                            <p:fltVal val="0"/>
                                          </p:val>
                                        </p:tav>
                                        <p:tav tm="100000">
                                          <p:val>
                                            <p:strVal val="#ppt_h"/>
                                          </p:val>
                                        </p:tav>
                                      </p:tavLst>
                                    </p:anim>
                                    <p:animEffect transition="in" filter="fade">
                                      <p:cBhvr>
                                        <p:cTn id="23" dur="500"/>
                                        <p:tgtEl>
                                          <p:spTgt spid="17"/>
                                        </p:tgtEl>
                                      </p:cBhvr>
                                    </p:animEffect>
                                  </p:childTnLst>
                                </p:cTn>
                              </p:par>
                            </p:childTnLst>
                          </p:cTn>
                        </p:par>
                        <p:par>
                          <p:cTn id="24" fill="hold">
                            <p:stCondLst>
                              <p:cond delay="2000"/>
                            </p:stCondLst>
                            <p:childTnLst>
                              <p:par>
                                <p:cTn id="25" presetID="53" presetClass="entr" presetSubtype="16" fill="hold" grpId="0" nodeType="afterEffect" nodePh="1">
                                  <p:stCondLst>
                                    <p:cond delay="0"/>
                                  </p:stCondLst>
                                  <p:endCondLst>
                                    <p:cond evt="begin" delay="0">
                                      <p:tn val="25"/>
                                    </p:cond>
                                  </p:endCondLst>
                                  <p:childTnLst>
                                    <p:set>
                                      <p:cBhvr>
                                        <p:cTn id="26" dur="1" fill="hold">
                                          <p:stCondLst>
                                            <p:cond delay="0"/>
                                          </p:stCondLst>
                                        </p:cTn>
                                        <p:tgtEl>
                                          <p:spTgt spid="15">
                                            <p:txEl>
                                              <p:pRg st="0" end="0"/>
                                            </p:txEl>
                                          </p:spTgt>
                                        </p:tgtEl>
                                        <p:attrNameLst>
                                          <p:attrName>style.visibility</p:attrName>
                                        </p:attrNameLst>
                                      </p:cBhvr>
                                      <p:to>
                                        <p:strVal val="visible"/>
                                      </p:to>
                                    </p:set>
                                    <p:anim calcmode="lin" valueType="num">
                                      <p:cBhvr>
                                        <p:cTn id="27" dur="500" fill="hold"/>
                                        <p:tgtEl>
                                          <p:spTgt spid="15">
                                            <p:txEl>
                                              <p:pRg st="0" end="0"/>
                                            </p:txEl>
                                          </p:spTgt>
                                        </p:tgtEl>
                                        <p:attrNameLst>
                                          <p:attrName>ppt_w</p:attrName>
                                        </p:attrNameLst>
                                      </p:cBhvr>
                                      <p:tavLst>
                                        <p:tav tm="0">
                                          <p:val>
                                            <p:fltVal val="0"/>
                                          </p:val>
                                        </p:tav>
                                        <p:tav tm="100000">
                                          <p:val>
                                            <p:strVal val="#ppt_w"/>
                                          </p:val>
                                        </p:tav>
                                      </p:tavLst>
                                    </p:anim>
                                    <p:anim calcmode="lin" valueType="num">
                                      <p:cBhvr>
                                        <p:cTn id="28" dur="500" fill="hold"/>
                                        <p:tgtEl>
                                          <p:spTgt spid="15">
                                            <p:txEl>
                                              <p:pRg st="0" end="0"/>
                                            </p:txEl>
                                          </p:spTgt>
                                        </p:tgtEl>
                                        <p:attrNameLst>
                                          <p:attrName>ppt_h</p:attrName>
                                        </p:attrNameLst>
                                      </p:cBhvr>
                                      <p:tavLst>
                                        <p:tav tm="0">
                                          <p:val>
                                            <p:fltVal val="0"/>
                                          </p:val>
                                        </p:tav>
                                        <p:tav tm="100000">
                                          <p:val>
                                            <p:strVal val="#ppt_h"/>
                                          </p:val>
                                        </p:tav>
                                      </p:tavLst>
                                    </p:anim>
                                    <p:animEffect transition="in" filter="fade">
                                      <p:cBhvr>
                                        <p:cTn id="29" dur="500"/>
                                        <p:tgtEl>
                                          <p:spTgt spid="15">
                                            <p:txEl>
                                              <p:pRg st="0" end="0"/>
                                            </p:txEl>
                                          </p:spTgt>
                                        </p:tgtEl>
                                      </p:cBhvr>
                                    </p:animEffect>
                                  </p:childTnLst>
                                </p:cTn>
                              </p:par>
                            </p:childTnLst>
                          </p:cTn>
                        </p:par>
                        <p:par>
                          <p:cTn id="30" fill="hold">
                            <p:stCondLst>
                              <p:cond delay="2500"/>
                            </p:stCondLst>
                            <p:childTnLst>
                              <p:par>
                                <p:cTn id="31" presetID="42" presetClass="entr" presetSubtype="0" fill="hold" grpId="0" nodeType="afterEffect" nodePh="1">
                                  <p:stCondLst>
                                    <p:cond delay="0"/>
                                  </p:stCondLst>
                                  <p:endCondLst>
                                    <p:cond evt="begin" delay="0">
                                      <p:tn val="31"/>
                                    </p:cond>
                                  </p:endCondLst>
                                  <p:childTnLst>
                                    <p:set>
                                      <p:cBhvr>
                                        <p:cTn id="32" dur="1" fill="hold">
                                          <p:stCondLst>
                                            <p:cond delay="0"/>
                                          </p:stCondLst>
                                        </p:cTn>
                                        <p:tgtEl>
                                          <p:spTgt spid="16">
                                            <p:txEl>
                                              <p:pRg st="0" end="0"/>
                                            </p:txEl>
                                          </p:spTgt>
                                        </p:tgtEl>
                                        <p:attrNameLst>
                                          <p:attrName>style.visibility</p:attrName>
                                        </p:attrNameLst>
                                      </p:cBhvr>
                                      <p:to>
                                        <p:strVal val="visible"/>
                                      </p:to>
                                    </p:set>
                                    <p:animEffect transition="in" filter="fade">
                                      <p:cBhvr>
                                        <p:cTn id="33" dur="500"/>
                                        <p:tgtEl>
                                          <p:spTgt spid="16">
                                            <p:txEl>
                                              <p:pRg st="0" end="0"/>
                                            </p:txEl>
                                          </p:spTgt>
                                        </p:tgtEl>
                                      </p:cBhvr>
                                    </p:animEffect>
                                    <p:anim calcmode="lin" valueType="num">
                                      <p:cBhvr>
                                        <p:cTn id="34" dur="500" fill="hold"/>
                                        <p:tgtEl>
                                          <p:spTgt spid="16">
                                            <p:txEl>
                                              <p:pRg st="0" end="0"/>
                                            </p:txEl>
                                          </p:spTgt>
                                        </p:tgtEl>
                                        <p:attrNameLst>
                                          <p:attrName>ppt_x</p:attrName>
                                        </p:attrNameLst>
                                      </p:cBhvr>
                                      <p:tavLst>
                                        <p:tav tm="0">
                                          <p:val>
                                            <p:strVal val="#ppt_x"/>
                                          </p:val>
                                        </p:tav>
                                        <p:tav tm="100000">
                                          <p:val>
                                            <p:strVal val="#ppt_x"/>
                                          </p:val>
                                        </p:tav>
                                      </p:tavLst>
                                    </p:anim>
                                    <p:anim calcmode="lin" valueType="num">
                                      <p:cBhvr>
                                        <p:cTn id="35" dur="500" fill="hold"/>
                                        <p:tgtEl>
                                          <p:spTgt spid="16">
                                            <p:txEl>
                                              <p:pRg st="0" end="0"/>
                                            </p:txEl>
                                          </p:spTgt>
                                        </p:tgtEl>
                                        <p:attrNameLst>
                                          <p:attrName>ppt_y</p:attrName>
                                        </p:attrNameLst>
                                      </p:cBhvr>
                                      <p:tavLst>
                                        <p:tav tm="0">
                                          <p:val>
                                            <p:strVal val="#ppt_y+.1"/>
                                          </p:val>
                                        </p:tav>
                                        <p:tav tm="100000">
                                          <p:val>
                                            <p:strVal val="#ppt_y"/>
                                          </p:val>
                                        </p:tav>
                                      </p:tavLst>
                                    </p:anim>
                                  </p:childTnLst>
                                </p:cTn>
                              </p:par>
                            </p:childTnLst>
                          </p:cTn>
                        </p:par>
                        <p:par>
                          <p:cTn id="36" fill="hold">
                            <p:stCondLst>
                              <p:cond delay="3000"/>
                            </p:stCondLst>
                            <p:childTnLst>
                              <p:par>
                                <p:cTn id="37" presetID="10" presetClass="entr" presetSubtype="0" fill="hold" grpId="0" nodeType="afterEffect">
                                  <p:stCondLst>
                                    <p:cond delay="0"/>
                                  </p:stCondLst>
                                  <p:childTnLst>
                                    <p:set>
                                      <p:cBhvr>
                                        <p:cTn id="38" dur="1" fill="hold">
                                          <p:stCondLst>
                                            <p:cond delay="0"/>
                                          </p:stCondLst>
                                        </p:cTn>
                                        <p:tgtEl>
                                          <p:spTgt spid="24"/>
                                        </p:tgtEl>
                                        <p:attrNameLst>
                                          <p:attrName>style.visibility</p:attrName>
                                        </p:attrNameLst>
                                      </p:cBhvr>
                                      <p:to>
                                        <p:strVal val="visible"/>
                                      </p:to>
                                    </p:set>
                                    <p:animEffect transition="in" filter="fade">
                                      <p:cBhvr>
                                        <p:cTn id="39" dur="500"/>
                                        <p:tgtEl>
                                          <p:spTgt spid="24"/>
                                        </p:tgtEl>
                                      </p:cBhvr>
                                    </p:animEffect>
                                  </p:childTnLst>
                                </p:cTn>
                              </p:par>
                            </p:childTnLst>
                          </p:cTn>
                        </p:par>
                        <p:par>
                          <p:cTn id="40" fill="hold">
                            <p:stCondLst>
                              <p:cond delay="3500"/>
                            </p:stCondLst>
                            <p:childTnLst>
                              <p:par>
                                <p:cTn id="41" presetID="53" presetClass="entr" presetSubtype="16" fill="hold" grpId="0" nodeType="afterEffect">
                                  <p:stCondLst>
                                    <p:cond delay="0"/>
                                  </p:stCondLst>
                                  <p:childTnLst>
                                    <p:set>
                                      <p:cBhvr>
                                        <p:cTn id="42" dur="1" fill="hold">
                                          <p:stCondLst>
                                            <p:cond delay="0"/>
                                          </p:stCondLst>
                                        </p:cTn>
                                        <p:tgtEl>
                                          <p:spTgt spid="25"/>
                                        </p:tgtEl>
                                        <p:attrNameLst>
                                          <p:attrName>style.visibility</p:attrName>
                                        </p:attrNameLst>
                                      </p:cBhvr>
                                      <p:to>
                                        <p:strVal val="visible"/>
                                      </p:to>
                                    </p:set>
                                    <p:anim calcmode="lin" valueType="num">
                                      <p:cBhvr>
                                        <p:cTn id="43" dur="500" fill="hold"/>
                                        <p:tgtEl>
                                          <p:spTgt spid="25"/>
                                        </p:tgtEl>
                                        <p:attrNameLst>
                                          <p:attrName>ppt_w</p:attrName>
                                        </p:attrNameLst>
                                      </p:cBhvr>
                                      <p:tavLst>
                                        <p:tav tm="0">
                                          <p:val>
                                            <p:fltVal val="0"/>
                                          </p:val>
                                        </p:tav>
                                        <p:tav tm="100000">
                                          <p:val>
                                            <p:strVal val="#ppt_w"/>
                                          </p:val>
                                        </p:tav>
                                      </p:tavLst>
                                    </p:anim>
                                    <p:anim calcmode="lin" valueType="num">
                                      <p:cBhvr>
                                        <p:cTn id="44" dur="500" fill="hold"/>
                                        <p:tgtEl>
                                          <p:spTgt spid="25"/>
                                        </p:tgtEl>
                                        <p:attrNameLst>
                                          <p:attrName>ppt_h</p:attrName>
                                        </p:attrNameLst>
                                      </p:cBhvr>
                                      <p:tavLst>
                                        <p:tav tm="0">
                                          <p:val>
                                            <p:fltVal val="0"/>
                                          </p:val>
                                        </p:tav>
                                        <p:tav tm="100000">
                                          <p:val>
                                            <p:strVal val="#ppt_h"/>
                                          </p:val>
                                        </p:tav>
                                      </p:tavLst>
                                    </p:anim>
                                    <p:animEffect transition="in" filter="fade">
                                      <p:cBhvr>
                                        <p:cTn id="45" dur="500"/>
                                        <p:tgtEl>
                                          <p:spTgt spid="25"/>
                                        </p:tgtEl>
                                      </p:cBhvr>
                                    </p:animEffect>
                                  </p:childTnLst>
                                </p:cTn>
                              </p:par>
                            </p:childTnLst>
                          </p:cTn>
                        </p:par>
                        <p:par>
                          <p:cTn id="46" fill="hold">
                            <p:stCondLst>
                              <p:cond delay="4000"/>
                            </p:stCondLst>
                            <p:childTnLst>
                              <p:par>
                                <p:cTn id="47" presetID="53" presetClass="entr" presetSubtype="16" fill="hold" grpId="0" nodeType="afterEffect" nodePh="1">
                                  <p:stCondLst>
                                    <p:cond delay="0"/>
                                  </p:stCondLst>
                                  <p:endCondLst>
                                    <p:cond evt="begin" delay="0">
                                      <p:tn val="47"/>
                                    </p:cond>
                                  </p:endCondLst>
                                  <p:childTnLst>
                                    <p:set>
                                      <p:cBhvr>
                                        <p:cTn id="48" dur="1" fill="hold">
                                          <p:stCondLst>
                                            <p:cond delay="0"/>
                                          </p:stCondLst>
                                        </p:cTn>
                                        <p:tgtEl>
                                          <p:spTgt spid="18">
                                            <p:txEl>
                                              <p:pRg st="0" end="0"/>
                                            </p:txEl>
                                          </p:spTgt>
                                        </p:tgtEl>
                                        <p:attrNameLst>
                                          <p:attrName>style.visibility</p:attrName>
                                        </p:attrNameLst>
                                      </p:cBhvr>
                                      <p:to>
                                        <p:strVal val="visible"/>
                                      </p:to>
                                    </p:set>
                                    <p:anim calcmode="lin" valueType="num">
                                      <p:cBhvr>
                                        <p:cTn id="49" dur="500" fill="hold"/>
                                        <p:tgtEl>
                                          <p:spTgt spid="18">
                                            <p:txEl>
                                              <p:pRg st="0" end="0"/>
                                            </p:txEl>
                                          </p:spTgt>
                                        </p:tgtEl>
                                        <p:attrNameLst>
                                          <p:attrName>ppt_w</p:attrName>
                                        </p:attrNameLst>
                                      </p:cBhvr>
                                      <p:tavLst>
                                        <p:tav tm="0">
                                          <p:val>
                                            <p:fltVal val="0"/>
                                          </p:val>
                                        </p:tav>
                                        <p:tav tm="100000">
                                          <p:val>
                                            <p:strVal val="#ppt_w"/>
                                          </p:val>
                                        </p:tav>
                                      </p:tavLst>
                                    </p:anim>
                                    <p:anim calcmode="lin" valueType="num">
                                      <p:cBhvr>
                                        <p:cTn id="50" dur="500" fill="hold"/>
                                        <p:tgtEl>
                                          <p:spTgt spid="18">
                                            <p:txEl>
                                              <p:pRg st="0" end="0"/>
                                            </p:txEl>
                                          </p:spTgt>
                                        </p:tgtEl>
                                        <p:attrNameLst>
                                          <p:attrName>ppt_h</p:attrName>
                                        </p:attrNameLst>
                                      </p:cBhvr>
                                      <p:tavLst>
                                        <p:tav tm="0">
                                          <p:val>
                                            <p:fltVal val="0"/>
                                          </p:val>
                                        </p:tav>
                                        <p:tav tm="100000">
                                          <p:val>
                                            <p:strVal val="#ppt_h"/>
                                          </p:val>
                                        </p:tav>
                                      </p:tavLst>
                                    </p:anim>
                                    <p:animEffect transition="in" filter="fade">
                                      <p:cBhvr>
                                        <p:cTn id="51" dur="500"/>
                                        <p:tgtEl>
                                          <p:spTgt spid="18">
                                            <p:txEl>
                                              <p:pRg st="0" end="0"/>
                                            </p:txEl>
                                          </p:spTgt>
                                        </p:tgtEl>
                                      </p:cBhvr>
                                    </p:animEffect>
                                  </p:childTnLst>
                                </p:cTn>
                              </p:par>
                            </p:childTnLst>
                          </p:cTn>
                        </p:par>
                        <p:par>
                          <p:cTn id="52" fill="hold">
                            <p:stCondLst>
                              <p:cond delay="4500"/>
                            </p:stCondLst>
                            <p:childTnLst>
                              <p:par>
                                <p:cTn id="53" presetID="42" presetClass="entr" presetSubtype="0" fill="hold" grpId="0" nodeType="afterEffect" nodePh="1">
                                  <p:stCondLst>
                                    <p:cond delay="0"/>
                                  </p:stCondLst>
                                  <p:endCondLst>
                                    <p:cond evt="begin" delay="0">
                                      <p:tn val="53"/>
                                    </p:cond>
                                  </p:endCondLst>
                                  <p:childTnLst>
                                    <p:set>
                                      <p:cBhvr>
                                        <p:cTn id="54" dur="1" fill="hold">
                                          <p:stCondLst>
                                            <p:cond delay="0"/>
                                          </p:stCondLst>
                                        </p:cTn>
                                        <p:tgtEl>
                                          <p:spTgt spid="19">
                                            <p:txEl>
                                              <p:pRg st="0" end="0"/>
                                            </p:txEl>
                                          </p:spTgt>
                                        </p:tgtEl>
                                        <p:attrNameLst>
                                          <p:attrName>style.visibility</p:attrName>
                                        </p:attrNameLst>
                                      </p:cBhvr>
                                      <p:to>
                                        <p:strVal val="visible"/>
                                      </p:to>
                                    </p:set>
                                    <p:animEffect transition="in" filter="fade">
                                      <p:cBhvr>
                                        <p:cTn id="55" dur="500"/>
                                        <p:tgtEl>
                                          <p:spTgt spid="19">
                                            <p:txEl>
                                              <p:pRg st="0" end="0"/>
                                            </p:txEl>
                                          </p:spTgt>
                                        </p:tgtEl>
                                      </p:cBhvr>
                                    </p:animEffect>
                                    <p:anim calcmode="lin" valueType="num">
                                      <p:cBhvr>
                                        <p:cTn id="56" dur="500" fill="hold"/>
                                        <p:tgtEl>
                                          <p:spTgt spid="19">
                                            <p:txEl>
                                              <p:pRg st="0" end="0"/>
                                            </p:txEl>
                                          </p:spTgt>
                                        </p:tgtEl>
                                        <p:attrNameLst>
                                          <p:attrName>ppt_x</p:attrName>
                                        </p:attrNameLst>
                                      </p:cBhvr>
                                      <p:tavLst>
                                        <p:tav tm="0">
                                          <p:val>
                                            <p:strVal val="#ppt_x"/>
                                          </p:val>
                                        </p:tav>
                                        <p:tav tm="100000">
                                          <p:val>
                                            <p:strVal val="#ppt_x"/>
                                          </p:val>
                                        </p:tav>
                                      </p:tavLst>
                                    </p:anim>
                                    <p:anim calcmode="lin" valueType="num">
                                      <p:cBhvr>
                                        <p:cTn id="57" dur="500" fill="hold"/>
                                        <p:tgtEl>
                                          <p:spTgt spid="19">
                                            <p:txEl>
                                              <p:pRg st="0" end="0"/>
                                            </p:txEl>
                                          </p:spTgt>
                                        </p:tgtEl>
                                        <p:attrNameLst>
                                          <p:attrName>ppt_y</p:attrName>
                                        </p:attrNameLst>
                                      </p:cBhvr>
                                      <p:tavLst>
                                        <p:tav tm="0">
                                          <p:val>
                                            <p:strVal val="#ppt_y+.1"/>
                                          </p:val>
                                        </p:tav>
                                        <p:tav tm="100000">
                                          <p:val>
                                            <p:strVal val="#ppt_y"/>
                                          </p:val>
                                        </p:tav>
                                      </p:tavLst>
                                    </p:anim>
                                  </p:childTnLst>
                                </p:cTn>
                              </p:par>
                            </p:childTnLst>
                          </p:cTn>
                        </p:par>
                        <p:par>
                          <p:cTn id="58" fill="hold">
                            <p:stCondLst>
                              <p:cond delay="5000"/>
                            </p:stCondLst>
                            <p:childTnLst>
                              <p:par>
                                <p:cTn id="59" presetID="10" presetClass="entr" presetSubtype="0" fill="hold" grpId="0" nodeType="afterEffect">
                                  <p:stCondLst>
                                    <p:cond delay="0"/>
                                  </p:stCondLst>
                                  <p:childTnLst>
                                    <p:set>
                                      <p:cBhvr>
                                        <p:cTn id="60" dur="1" fill="hold">
                                          <p:stCondLst>
                                            <p:cond delay="0"/>
                                          </p:stCondLst>
                                        </p:cTn>
                                        <p:tgtEl>
                                          <p:spTgt spid="28"/>
                                        </p:tgtEl>
                                        <p:attrNameLst>
                                          <p:attrName>style.visibility</p:attrName>
                                        </p:attrNameLst>
                                      </p:cBhvr>
                                      <p:to>
                                        <p:strVal val="visible"/>
                                      </p:to>
                                    </p:set>
                                    <p:animEffect transition="in" filter="fade">
                                      <p:cBhvr>
                                        <p:cTn id="61" dur="500"/>
                                        <p:tgtEl>
                                          <p:spTgt spid="28"/>
                                        </p:tgtEl>
                                      </p:cBhvr>
                                    </p:animEffect>
                                  </p:childTnLst>
                                </p:cTn>
                              </p:par>
                            </p:childTnLst>
                          </p:cTn>
                        </p:par>
                        <p:par>
                          <p:cTn id="62" fill="hold">
                            <p:stCondLst>
                              <p:cond delay="5500"/>
                            </p:stCondLst>
                            <p:childTnLst>
                              <p:par>
                                <p:cTn id="63" presetID="53" presetClass="entr" presetSubtype="16" fill="hold" grpId="0" nodeType="afterEffect">
                                  <p:stCondLst>
                                    <p:cond delay="0"/>
                                  </p:stCondLst>
                                  <p:childTnLst>
                                    <p:set>
                                      <p:cBhvr>
                                        <p:cTn id="64" dur="1" fill="hold">
                                          <p:stCondLst>
                                            <p:cond delay="0"/>
                                          </p:stCondLst>
                                        </p:cTn>
                                        <p:tgtEl>
                                          <p:spTgt spid="29"/>
                                        </p:tgtEl>
                                        <p:attrNameLst>
                                          <p:attrName>style.visibility</p:attrName>
                                        </p:attrNameLst>
                                      </p:cBhvr>
                                      <p:to>
                                        <p:strVal val="visible"/>
                                      </p:to>
                                    </p:set>
                                    <p:anim calcmode="lin" valueType="num">
                                      <p:cBhvr>
                                        <p:cTn id="65" dur="500" fill="hold"/>
                                        <p:tgtEl>
                                          <p:spTgt spid="29"/>
                                        </p:tgtEl>
                                        <p:attrNameLst>
                                          <p:attrName>ppt_w</p:attrName>
                                        </p:attrNameLst>
                                      </p:cBhvr>
                                      <p:tavLst>
                                        <p:tav tm="0">
                                          <p:val>
                                            <p:fltVal val="0"/>
                                          </p:val>
                                        </p:tav>
                                        <p:tav tm="100000">
                                          <p:val>
                                            <p:strVal val="#ppt_w"/>
                                          </p:val>
                                        </p:tav>
                                      </p:tavLst>
                                    </p:anim>
                                    <p:anim calcmode="lin" valueType="num">
                                      <p:cBhvr>
                                        <p:cTn id="66" dur="500" fill="hold"/>
                                        <p:tgtEl>
                                          <p:spTgt spid="29"/>
                                        </p:tgtEl>
                                        <p:attrNameLst>
                                          <p:attrName>ppt_h</p:attrName>
                                        </p:attrNameLst>
                                      </p:cBhvr>
                                      <p:tavLst>
                                        <p:tav tm="0">
                                          <p:val>
                                            <p:fltVal val="0"/>
                                          </p:val>
                                        </p:tav>
                                        <p:tav tm="100000">
                                          <p:val>
                                            <p:strVal val="#ppt_h"/>
                                          </p:val>
                                        </p:tav>
                                      </p:tavLst>
                                    </p:anim>
                                    <p:animEffect transition="in" filter="fade">
                                      <p:cBhvr>
                                        <p:cTn id="67" dur="500"/>
                                        <p:tgtEl>
                                          <p:spTgt spid="29"/>
                                        </p:tgtEl>
                                      </p:cBhvr>
                                    </p:animEffect>
                                  </p:childTnLst>
                                </p:cTn>
                              </p:par>
                            </p:childTnLst>
                          </p:cTn>
                        </p:par>
                        <p:par>
                          <p:cTn id="68" fill="hold">
                            <p:stCondLst>
                              <p:cond delay="6000"/>
                            </p:stCondLst>
                            <p:childTnLst>
                              <p:par>
                                <p:cTn id="69" presetID="53" presetClass="entr" presetSubtype="16" fill="hold" grpId="0" nodeType="afterEffect" nodePh="1">
                                  <p:stCondLst>
                                    <p:cond delay="0"/>
                                  </p:stCondLst>
                                  <p:endCondLst>
                                    <p:cond evt="begin" delay="0">
                                      <p:tn val="69"/>
                                    </p:cond>
                                  </p:endCondLst>
                                  <p:childTnLst>
                                    <p:set>
                                      <p:cBhvr>
                                        <p:cTn id="70" dur="1" fill="hold">
                                          <p:stCondLst>
                                            <p:cond delay="0"/>
                                          </p:stCondLst>
                                        </p:cTn>
                                        <p:tgtEl>
                                          <p:spTgt spid="20">
                                            <p:txEl>
                                              <p:pRg st="0" end="0"/>
                                            </p:txEl>
                                          </p:spTgt>
                                        </p:tgtEl>
                                        <p:attrNameLst>
                                          <p:attrName>style.visibility</p:attrName>
                                        </p:attrNameLst>
                                      </p:cBhvr>
                                      <p:to>
                                        <p:strVal val="visible"/>
                                      </p:to>
                                    </p:set>
                                    <p:anim calcmode="lin" valueType="num">
                                      <p:cBhvr>
                                        <p:cTn id="71" dur="500" fill="hold"/>
                                        <p:tgtEl>
                                          <p:spTgt spid="20">
                                            <p:txEl>
                                              <p:pRg st="0" end="0"/>
                                            </p:txEl>
                                          </p:spTgt>
                                        </p:tgtEl>
                                        <p:attrNameLst>
                                          <p:attrName>ppt_w</p:attrName>
                                        </p:attrNameLst>
                                      </p:cBhvr>
                                      <p:tavLst>
                                        <p:tav tm="0">
                                          <p:val>
                                            <p:fltVal val="0"/>
                                          </p:val>
                                        </p:tav>
                                        <p:tav tm="100000">
                                          <p:val>
                                            <p:strVal val="#ppt_w"/>
                                          </p:val>
                                        </p:tav>
                                      </p:tavLst>
                                    </p:anim>
                                    <p:anim calcmode="lin" valueType="num">
                                      <p:cBhvr>
                                        <p:cTn id="72" dur="500" fill="hold"/>
                                        <p:tgtEl>
                                          <p:spTgt spid="20">
                                            <p:txEl>
                                              <p:pRg st="0" end="0"/>
                                            </p:txEl>
                                          </p:spTgt>
                                        </p:tgtEl>
                                        <p:attrNameLst>
                                          <p:attrName>ppt_h</p:attrName>
                                        </p:attrNameLst>
                                      </p:cBhvr>
                                      <p:tavLst>
                                        <p:tav tm="0">
                                          <p:val>
                                            <p:fltVal val="0"/>
                                          </p:val>
                                        </p:tav>
                                        <p:tav tm="100000">
                                          <p:val>
                                            <p:strVal val="#ppt_h"/>
                                          </p:val>
                                        </p:tav>
                                      </p:tavLst>
                                    </p:anim>
                                    <p:animEffect transition="in" filter="fade">
                                      <p:cBhvr>
                                        <p:cTn id="73" dur="500"/>
                                        <p:tgtEl>
                                          <p:spTgt spid="20">
                                            <p:txEl>
                                              <p:pRg st="0" end="0"/>
                                            </p:txEl>
                                          </p:spTgt>
                                        </p:tgtEl>
                                      </p:cBhvr>
                                    </p:animEffect>
                                  </p:childTnLst>
                                </p:cTn>
                              </p:par>
                            </p:childTnLst>
                          </p:cTn>
                        </p:par>
                        <p:par>
                          <p:cTn id="74" fill="hold">
                            <p:stCondLst>
                              <p:cond delay="6500"/>
                            </p:stCondLst>
                            <p:childTnLst>
                              <p:par>
                                <p:cTn id="75" presetID="42" presetClass="entr" presetSubtype="0" fill="hold" grpId="0" nodeType="afterEffect" nodePh="1">
                                  <p:stCondLst>
                                    <p:cond delay="0"/>
                                  </p:stCondLst>
                                  <p:endCondLst>
                                    <p:cond evt="begin" delay="0">
                                      <p:tn val="75"/>
                                    </p:cond>
                                  </p:endCondLst>
                                  <p:childTnLst>
                                    <p:set>
                                      <p:cBhvr>
                                        <p:cTn id="76" dur="1" fill="hold">
                                          <p:stCondLst>
                                            <p:cond delay="0"/>
                                          </p:stCondLst>
                                        </p:cTn>
                                        <p:tgtEl>
                                          <p:spTgt spid="21">
                                            <p:txEl>
                                              <p:pRg st="0" end="0"/>
                                            </p:txEl>
                                          </p:spTgt>
                                        </p:tgtEl>
                                        <p:attrNameLst>
                                          <p:attrName>style.visibility</p:attrName>
                                        </p:attrNameLst>
                                      </p:cBhvr>
                                      <p:to>
                                        <p:strVal val="visible"/>
                                      </p:to>
                                    </p:set>
                                    <p:animEffect transition="in" filter="fade">
                                      <p:cBhvr>
                                        <p:cTn id="77" dur="500"/>
                                        <p:tgtEl>
                                          <p:spTgt spid="21">
                                            <p:txEl>
                                              <p:pRg st="0" end="0"/>
                                            </p:txEl>
                                          </p:spTgt>
                                        </p:tgtEl>
                                      </p:cBhvr>
                                    </p:animEffect>
                                    <p:anim calcmode="lin" valueType="num">
                                      <p:cBhvr>
                                        <p:cTn id="78" dur="500" fill="hold"/>
                                        <p:tgtEl>
                                          <p:spTgt spid="21">
                                            <p:txEl>
                                              <p:pRg st="0" end="0"/>
                                            </p:txEl>
                                          </p:spTgt>
                                        </p:tgtEl>
                                        <p:attrNameLst>
                                          <p:attrName>ppt_x</p:attrName>
                                        </p:attrNameLst>
                                      </p:cBhvr>
                                      <p:tavLst>
                                        <p:tav tm="0">
                                          <p:val>
                                            <p:strVal val="#ppt_x"/>
                                          </p:val>
                                        </p:tav>
                                        <p:tav tm="100000">
                                          <p:val>
                                            <p:strVal val="#ppt_x"/>
                                          </p:val>
                                        </p:tav>
                                      </p:tavLst>
                                    </p:anim>
                                    <p:anim calcmode="lin" valueType="num">
                                      <p:cBhvr>
                                        <p:cTn id="79" dur="500" fill="hold"/>
                                        <p:tgtEl>
                                          <p:spTgt spid="21">
                                            <p:txEl>
                                              <p:pRg st="0" end="0"/>
                                            </p:txEl>
                                          </p:spTgt>
                                        </p:tgtEl>
                                        <p:attrNameLst>
                                          <p:attrName>ppt_y</p:attrName>
                                        </p:attrNameLst>
                                      </p:cBhvr>
                                      <p:tavLst>
                                        <p:tav tm="0">
                                          <p:val>
                                            <p:strVal val="#ppt_y+.1"/>
                                          </p:val>
                                        </p:tav>
                                        <p:tav tm="100000">
                                          <p:val>
                                            <p:strVal val="#ppt_y"/>
                                          </p:val>
                                        </p:tav>
                                      </p:tavLst>
                                    </p:anim>
                                  </p:childTnLst>
                                </p:cTn>
                              </p:par>
                            </p:childTnLst>
                          </p:cTn>
                        </p:par>
                        <p:par>
                          <p:cTn id="80" fill="hold">
                            <p:stCondLst>
                              <p:cond delay="7000"/>
                            </p:stCondLst>
                            <p:childTnLst>
                              <p:par>
                                <p:cTn id="81" presetID="10" presetClass="entr" presetSubtype="0" fill="hold" grpId="0" nodeType="afterEffect">
                                  <p:stCondLst>
                                    <p:cond delay="0"/>
                                  </p:stCondLst>
                                  <p:childTnLst>
                                    <p:set>
                                      <p:cBhvr>
                                        <p:cTn id="82" dur="1" fill="hold">
                                          <p:stCondLst>
                                            <p:cond delay="0"/>
                                          </p:stCondLst>
                                        </p:cTn>
                                        <p:tgtEl>
                                          <p:spTgt spid="26"/>
                                        </p:tgtEl>
                                        <p:attrNameLst>
                                          <p:attrName>style.visibility</p:attrName>
                                        </p:attrNameLst>
                                      </p:cBhvr>
                                      <p:to>
                                        <p:strVal val="visible"/>
                                      </p:to>
                                    </p:set>
                                    <p:animEffect transition="in" filter="fade">
                                      <p:cBhvr>
                                        <p:cTn id="83" dur="500"/>
                                        <p:tgtEl>
                                          <p:spTgt spid="26"/>
                                        </p:tgtEl>
                                      </p:cBhvr>
                                    </p:animEffect>
                                  </p:childTnLst>
                                </p:cTn>
                              </p:par>
                            </p:childTnLst>
                          </p:cTn>
                        </p:par>
                        <p:par>
                          <p:cTn id="84" fill="hold">
                            <p:stCondLst>
                              <p:cond delay="7500"/>
                            </p:stCondLst>
                            <p:childTnLst>
                              <p:par>
                                <p:cTn id="85" presetID="53" presetClass="entr" presetSubtype="16" fill="hold" grpId="0" nodeType="afterEffect">
                                  <p:stCondLst>
                                    <p:cond delay="0"/>
                                  </p:stCondLst>
                                  <p:childTnLst>
                                    <p:set>
                                      <p:cBhvr>
                                        <p:cTn id="86" dur="1" fill="hold">
                                          <p:stCondLst>
                                            <p:cond delay="0"/>
                                          </p:stCondLst>
                                        </p:cTn>
                                        <p:tgtEl>
                                          <p:spTgt spid="27"/>
                                        </p:tgtEl>
                                        <p:attrNameLst>
                                          <p:attrName>style.visibility</p:attrName>
                                        </p:attrNameLst>
                                      </p:cBhvr>
                                      <p:to>
                                        <p:strVal val="visible"/>
                                      </p:to>
                                    </p:set>
                                    <p:anim calcmode="lin" valueType="num">
                                      <p:cBhvr>
                                        <p:cTn id="87" dur="500" fill="hold"/>
                                        <p:tgtEl>
                                          <p:spTgt spid="27"/>
                                        </p:tgtEl>
                                        <p:attrNameLst>
                                          <p:attrName>ppt_w</p:attrName>
                                        </p:attrNameLst>
                                      </p:cBhvr>
                                      <p:tavLst>
                                        <p:tav tm="0">
                                          <p:val>
                                            <p:fltVal val="0"/>
                                          </p:val>
                                        </p:tav>
                                        <p:tav tm="100000">
                                          <p:val>
                                            <p:strVal val="#ppt_w"/>
                                          </p:val>
                                        </p:tav>
                                      </p:tavLst>
                                    </p:anim>
                                    <p:anim calcmode="lin" valueType="num">
                                      <p:cBhvr>
                                        <p:cTn id="88" dur="500" fill="hold"/>
                                        <p:tgtEl>
                                          <p:spTgt spid="27"/>
                                        </p:tgtEl>
                                        <p:attrNameLst>
                                          <p:attrName>ppt_h</p:attrName>
                                        </p:attrNameLst>
                                      </p:cBhvr>
                                      <p:tavLst>
                                        <p:tav tm="0">
                                          <p:val>
                                            <p:fltVal val="0"/>
                                          </p:val>
                                        </p:tav>
                                        <p:tav tm="100000">
                                          <p:val>
                                            <p:strVal val="#ppt_h"/>
                                          </p:val>
                                        </p:tav>
                                      </p:tavLst>
                                    </p:anim>
                                    <p:animEffect transition="in" filter="fade">
                                      <p:cBhvr>
                                        <p:cTn id="89" dur="500"/>
                                        <p:tgtEl>
                                          <p:spTgt spid="27"/>
                                        </p:tgtEl>
                                      </p:cBhvr>
                                    </p:animEffect>
                                  </p:childTnLst>
                                </p:cTn>
                              </p:par>
                            </p:childTnLst>
                          </p:cTn>
                        </p:par>
                        <p:par>
                          <p:cTn id="90" fill="hold">
                            <p:stCondLst>
                              <p:cond delay="8000"/>
                            </p:stCondLst>
                            <p:childTnLst>
                              <p:par>
                                <p:cTn id="91" presetID="53" presetClass="entr" presetSubtype="16" fill="hold" grpId="0" nodeType="afterEffect" nodePh="1">
                                  <p:stCondLst>
                                    <p:cond delay="0"/>
                                  </p:stCondLst>
                                  <p:endCondLst>
                                    <p:cond evt="begin" delay="0">
                                      <p:tn val="91"/>
                                    </p:cond>
                                  </p:endCondLst>
                                  <p:childTnLst>
                                    <p:set>
                                      <p:cBhvr>
                                        <p:cTn id="92" dur="1" fill="hold">
                                          <p:stCondLst>
                                            <p:cond delay="0"/>
                                          </p:stCondLst>
                                        </p:cTn>
                                        <p:tgtEl>
                                          <p:spTgt spid="22">
                                            <p:txEl>
                                              <p:pRg st="0" end="0"/>
                                            </p:txEl>
                                          </p:spTgt>
                                        </p:tgtEl>
                                        <p:attrNameLst>
                                          <p:attrName>style.visibility</p:attrName>
                                        </p:attrNameLst>
                                      </p:cBhvr>
                                      <p:to>
                                        <p:strVal val="visible"/>
                                      </p:to>
                                    </p:set>
                                    <p:anim calcmode="lin" valueType="num">
                                      <p:cBhvr>
                                        <p:cTn id="93" dur="500" fill="hold"/>
                                        <p:tgtEl>
                                          <p:spTgt spid="22">
                                            <p:txEl>
                                              <p:pRg st="0" end="0"/>
                                            </p:txEl>
                                          </p:spTgt>
                                        </p:tgtEl>
                                        <p:attrNameLst>
                                          <p:attrName>ppt_w</p:attrName>
                                        </p:attrNameLst>
                                      </p:cBhvr>
                                      <p:tavLst>
                                        <p:tav tm="0">
                                          <p:val>
                                            <p:fltVal val="0"/>
                                          </p:val>
                                        </p:tav>
                                        <p:tav tm="100000">
                                          <p:val>
                                            <p:strVal val="#ppt_w"/>
                                          </p:val>
                                        </p:tav>
                                      </p:tavLst>
                                    </p:anim>
                                    <p:anim calcmode="lin" valueType="num">
                                      <p:cBhvr>
                                        <p:cTn id="94" dur="500" fill="hold"/>
                                        <p:tgtEl>
                                          <p:spTgt spid="22">
                                            <p:txEl>
                                              <p:pRg st="0" end="0"/>
                                            </p:txEl>
                                          </p:spTgt>
                                        </p:tgtEl>
                                        <p:attrNameLst>
                                          <p:attrName>ppt_h</p:attrName>
                                        </p:attrNameLst>
                                      </p:cBhvr>
                                      <p:tavLst>
                                        <p:tav tm="0">
                                          <p:val>
                                            <p:fltVal val="0"/>
                                          </p:val>
                                        </p:tav>
                                        <p:tav tm="100000">
                                          <p:val>
                                            <p:strVal val="#ppt_h"/>
                                          </p:val>
                                        </p:tav>
                                      </p:tavLst>
                                    </p:anim>
                                    <p:animEffect transition="in" filter="fade">
                                      <p:cBhvr>
                                        <p:cTn id="95" dur="500"/>
                                        <p:tgtEl>
                                          <p:spTgt spid="22">
                                            <p:txEl>
                                              <p:pRg st="0" end="0"/>
                                            </p:txEl>
                                          </p:spTgt>
                                        </p:tgtEl>
                                      </p:cBhvr>
                                    </p:animEffect>
                                  </p:childTnLst>
                                </p:cTn>
                              </p:par>
                            </p:childTnLst>
                          </p:cTn>
                        </p:par>
                        <p:par>
                          <p:cTn id="96" fill="hold">
                            <p:stCondLst>
                              <p:cond delay="8500"/>
                            </p:stCondLst>
                            <p:childTnLst>
                              <p:par>
                                <p:cTn id="97" presetID="42" presetClass="entr" presetSubtype="0" fill="hold" grpId="0" nodeType="afterEffect" nodePh="1">
                                  <p:stCondLst>
                                    <p:cond delay="0"/>
                                  </p:stCondLst>
                                  <p:endCondLst>
                                    <p:cond evt="begin" delay="0">
                                      <p:tn val="97"/>
                                    </p:cond>
                                  </p:endCondLst>
                                  <p:childTnLst>
                                    <p:set>
                                      <p:cBhvr>
                                        <p:cTn id="98" dur="1" fill="hold">
                                          <p:stCondLst>
                                            <p:cond delay="0"/>
                                          </p:stCondLst>
                                        </p:cTn>
                                        <p:tgtEl>
                                          <p:spTgt spid="30">
                                            <p:txEl>
                                              <p:pRg st="0" end="0"/>
                                            </p:txEl>
                                          </p:spTgt>
                                        </p:tgtEl>
                                        <p:attrNameLst>
                                          <p:attrName>style.visibility</p:attrName>
                                        </p:attrNameLst>
                                      </p:cBhvr>
                                      <p:to>
                                        <p:strVal val="visible"/>
                                      </p:to>
                                    </p:set>
                                    <p:animEffect transition="in" filter="fade">
                                      <p:cBhvr>
                                        <p:cTn id="99" dur="500"/>
                                        <p:tgtEl>
                                          <p:spTgt spid="30">
                                            <p:txEl>
                                              <p:pRg st="0" end="0"/>
                                            </p:txEl>
                                          </p:spTgt>
                                        </p:tgtEl>
                                      </p:cBhvr>
                                    </p:animEffect>
                                    <p:anim calcmode="lin" valueType="num">
                                      <p:cBhvr>
                                        <p:cTn id="100" dur="500" fill="hold"/>
                                        <p:tgtEl>
                                          <p:spTgt spid="30">
                                            <p:txEl>
                                              <p:pRg st="0" end="0"/>
                                            </p:txEl>
                                          </p:spTgt>
                                        </p:tgtEl>
                                        <p:attrNameLst>
                                          <p:attrName>ppt_x</p:attrName>
                                        </p:attrNameLst>
                                      </p:cBhvr>
                                      <p:tavLst>
                                        <p:tav tm="0">
                                          <p:val>
                                            <p:strVal val="#ppt_x"/>
                                          </p:val>
                                        </p:tav>
                                        <p:tav tm="100000">
                                          <p:val>
                                            <p:strVal val="#ppt_x"/>
                                          </p:val>
                                        </p:tav>
                                      </p:tavLst>
                                    </p:anim>
                                    <p:anim calcmode="lin" valueType="num">
                                      <p:cBhvr>
                                        <p:cTn id="101" dur="500" fill="hold"/>
                                        <p:tgtEl>
                                          <p:spTgt spid="30">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23" grpId="0" animBg="1"/>
      <p:bldP spid="17" grpId="0" animBg="1"/>
      <p:bldP spid="24" grpId="0" animBg="1"/>
      <p:bldP spid="25" grpId="0" animBg="1"/>
      <p:bldP spid="26" grpId="0" animBg="1"/>
      <p:bldP spid="27" grpId="0" animBg="1"/>
      <p:bldP spid="28" grpId="0" animBg="1"/>
      <p:bldP spid="29" grpId="0" animBg="1"/>
      <p:bldP spid="15"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5"/>
                        </p:tgtEl>
                        <p:attrNameLst>
                          <p:attrName>style.visibility</p:attrName>
                        </p:attrNameLst>
                      </p:cBhvr>
                      <p:to>
                        <p:strVal val="visible"/>
                      </p:to>
                    </p:set>
                    <p:anim calcmode="lin" valueType="num">
                      <p:cBhvr>
                        <p:cTn dur="500" fill="hold"/>
                        <p:tgtEl>
                          <p:spTgt spid="15"/>
                        </p:tgtEl>
                        <p:attrNameLst>
                          <p:attrName>ppt_w</p:attrName>
                        </p:attrNameLst>
                      </p:cBhvr>
                      <p:tavLst>
                        <p:tav tm="0">
                          <p:val>
                            <p:fltVal val="0"/>
                          </p:val>
                        </p:tav>
                        <p:tav tm="100000">
                          <p:val>
                            <p:strVal val="#ppt_w"/>
                          </p:val>
                        </p:tav>
                      </p:tavLst>
                    </p:anim>
                    <p:anim calcmode="lin" valueType="num">
                      <p:cBhvr>
                        <p:cTn dur="500" fill="hold"/>
                        <p:tgtEl>
                          <p:spTgt spid="15"/>
                        </p:tgtEl>
                        <p:attrNameLst>
                          <p:attrName>ppt_h</p:attrName>
                        </p:attrNameLst>
                      </p:cBhvr>
                      <p:tavLst>
                        <p:tav tm="0">
                          <p:val>
                            <p:fltVal val="0"/>
                          </p:val>
                        </p:tav>
                        <p:tav tm="100000">
                          <p:val>
                            <p:strVal val="#ppt_h"/>
                          </p:val>
                        </p:tav>
                      </p:tavLst>
                    </p:anim>
                    <p:animEffect transition="in" filter="fade">
                      <p:cBhvr>
                        <p:cTn dur="500"/>
                        <p:tgtEl>
                          <p:spTgt spid="15"/>
                        </p:tgtEl>
                      </p:cBhvr>
                    </p:animEffect>
                  </p:childTnLst>
                </p:cTn>
              </p:par>
            </p:tnLst>
          </p:tmpl>
        </p:tmplLst>
      </p:bldP>
      <p:bldP spid="16"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6"/>
                        </p:tgtEl>
                        <p:attrNameLst>
                          <p:attrName>style.visibility</p:attrName>
                        </p:attrNameLst>
                      </p:cBhvr>
                      <p:to>
                        <p:strVal val="visible"/>
                      </p:to>
                    </p:set>
                    <p:animEffect transition="in" filter="fade">
                      <p:cBhvr>
                        <p:cTn dur="500"/>
                        <p:tgtEl>
                          <p:spTgt spid="16"/>
                        </p:tgtEl>
                      </p:cBhvr>
                    </p:animEffect>
                    <p:anim calcmode="lin" valueType="num">
                      <p:cBhvr>
                        <p:cTn dur="500" fill="hold"/>
                        <p:tgtEl>
                          <p:spTgt spid="16"/>
                        </p:tgtEl>
                        <p:attrNameLst>
                          <p:attrName>ppt_x</p:attrName>
                        </p:attrNameLst>
                      </p:cBhvr>
                      <p:tavLst>
                        <p:tav tm="0">
                          <p:val>
                            <p:strVal val="#ppt_x"/>
                          </p:val>
                        </p:tav>
                        <p:tav tm="100000">
                          <p:val>
                            <p:strVal val="#ppt_x"/>
                          </p:val>
                        </p:tav>
                      </p:tavLst>
                    </p:anim>
                    <p:anim calcmode="lin" valueType="num">
                      <p:cBhvr>
                        <p:cTn dur="500" fill="hold"/>
                        <p:tgtEl>
                          <p:spTgt spid="16"/>
                        </p:tgtEl>
                        <p:attrNameLst>
                          <p:attrName>ppt_y</p:attrName>
                        </p:attrNameLst>
                      </p:cBhvr>
                      <p:tavLst>
                        <p:tav tm="0">
                          <p:val>
                            <p:strVal val="#ppt_y+.1"/>
                          </p:val>
                        </p:tav>
                        <p:tav tm="100000">
                          <p:val>
                            <p:strVal val="#ppt_y"/>
                          </p:val>
                        </p:tav>
                      </p:tavLst>
                    </p:anim>
                  </p:childTnLst>
                </p:cTn>
              </p:par>
            </p:tnLst>
          </p:tmpl>
        </p:tmplLst>
      </p:bldP>
      <p:bldP spid="18"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8"/>
                        </p:tgtEl>
                        <p:attrNameLst>
                          <p:attrName>style.visibility</p:attrName>
                        </p:attrNameLst>
                      </p:cBhvr>
                      <p:to>
                        <p:strVal val="visible"/>
                      </p:to>
                    </p:set>
                    <p:anim calcmode="lin" valueType="num">
                      <p:cBhvr>
                        <p:cTn dur="500" fill="hold"/>
                        <p:tgtEl>
                          <p:spTgt spid="18"/>
                        </p:tgtEl>
                        <p:attrNameLst>
                          <p:attrName>ppt_w</p:attrName>
                        </p:attrNameLst>
                      </p:cBhvr>
                      <p:tavLst>
                        <p:tav tm="0">
                          <p:val>
                            <p:fltVal val="0"/>
                          </p:val>
                        </p:tav>
                        <p:tav tm="100000">
                          <p:val>
                            <p:strVal val="#ppt_w"/>
                          </p:val>
                        </p:tav>
                      </p:tavLst>
                    </p:anim>
                    <p:anim calcmode="lin" valueType="num">
                      <p:cBhvr>
                        <p:cTn dur="500" fill="hold"/>
                        <p:tgtEl>
                          <p:spTgt spid="18"/>
                        </p:tgtEl>
                        <p:attrNameLst>
                          <p:attrName>ppt_h</p:attrName>
                        </p:attrNameLst>
                      </p:cBhvr>
                      <p:tavLst>
                        <p:tav tm="0">
                          <p:val>
                            <p:fltVal val="0"/>
                          </p:val>
                        </p:tav>
                        <p:tav tm="100000">
                          <p:val>
                            <p:strVal val="#ppt_h"/>
                          </p:val>
                        </p:tav>
                      </p:tavLst>
                    </p:anim>
                    <p:animEffect transition="in" filter="fade">
                      <p:cBhvr>
                        <p:cTn dur="500"/>
                        <p:tgtEl>
                          <p:spTgt spid="18"/>
                        </p:tgtEl>
                      </p:cBhvr>
                    </p:animEffect>
                  </p:childTnLst>
                </p:cTn>
              </p:par>
            </p:tnLst>
          </p:tmpl>
        </p:tmplLst>
      </p:bldP>
      <p:bldP spid="19"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9"/>
                        </p:tgtEl>
                        <p:attrNameLst>
                          <p:attrName>style.visibility</p:attrName>
                        </p:attrNameLst>
                      </p:cBhvr>
                      <p:to>
                        <p:strVal val="visible"/>
                      </p:to>
                    </p:set>
                    <p:animEffect transition="in" filter="fade">
                      <p:cBhvr>
                        <p:cTn dur="500"/>
                        <p:tgtEl>
                          <p:spTgt spid="19"/>
                        </p:tgtEl>
                      </p:cBhvr>
                    </p:animEffect>
                    <p:anim calcmode="lin" valueType="num">
                      <p:cBhvr>
                        <p:cTn dur="500" fill="hold"/>
                        <p:tgtEl>
                          <p:spTgt spid="19"/>
                        </p:tgtEl>
                        <p:attrNameLst>
                          <p:attrName>ppt_x</p:attrName>
                        </p:attrNameLst>
                      </p:cBhvr>
                      <p:tavLst>
                        <p:tav tm="0">
                          <p:val>
                            <p:strVal val="#ppt_x"/>
                          </p:val>
                        </p:tav>
                        <p:tav tm="100000">
                          <p:val>
                            <p:strVal val="#ppt_x"/>
                          </p:val>
                        </p:tav>
                      </p:tavLst>
                    </p:anim>
                    <p:anim calcmode="lin" valueType="num">
                      <p:cBhvr>
                        <p:cTn dur="500" fill="hold"/>
                        <p:tgtEl>
                          <p:spTgt spid="19"/>
                        </p:tgtEl>
                        <p:attrNameLst>
                          <p:attrName>ppt_y</p:attrName>
                        </p:attrNameLst>
                      </p:cBhvr>
                      <p:tavLst>
                        <p:tav tm="0">
                          <p:val>
                            <p:strVal val="#ppt_y+.1"/>
                          </p:val>
                        </p:tav>
                        <p:tav tm="100000">
                          <p:val>
                            <p:strVal val="#ppt_y"/>
                          </p:val>
                        </p:tav>
                      </p:tavLst>
                    </p:anim>
                  </p:childTnLst>
                </p:cTn>
              </p:par>
            </p:tnLst>
          </p:tmpl>
        </p:tmplLst>
      </p:bldP>
      <p:bldP spid="20"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0"/>
                        </p:tgtEl>
                        <p:attrNameLst>
                          <p:attrName>style.visibility</p:attrName>
                        </p:attrNameLst>
                      </p:cBhvr>
                      <p:to>
                        <p:strVal val="visible"/>
                      </p:to>
                    </p:set>
                    <p:anim calcmode="lin" valueType="num">
                      <p:cBhvr>
                        <p:cTn dur="500" fill="hold"/>
                        <p:tgtEl>
                          <p:spTgt spid="20"/>
                        </p:tgtEl>
                        <p:attrNameLst>
                          <p:attrName>ppt_w</p:attrName>
                        </p:attrNameLst>
                      </p:cBhvr>
                      <p:tavLst>
                        <p:tav tm="0">
                          <p:val>
                            <p:fltVal val="0"/>
                          </p:val>
                        </p:tav>
                        <p:tav tm="100000">
                          <p:val>
                            <p:strVal val="#ppt_w"/>
                          </p:val>
                        </p:tav>
                      </p:tavLst>
                    </p:anim>
                    <p:anim calcmode="lin" valueType="num">
                      <p:cBhvr>
                        <p:cTn dur="500" fill="hold"/>
                        <p:tgtEl>
                          <p:spTgt spid="20"/>
                        </p:tgtEl>
                        <p:attrNameLst>
                          <p:attrName>ppt_h</p:attrName>
                        </p:attrNameLst>
                      </p:cBhvr>
                      <p:tavLst>
                        <p:tav tm="0">
                          <p:val>
                            <p:fltVal val="0"/>
                          </p:val>
                        </p:tav>
                        <p:tav tm="100000">
                          <p:val>
                            <p:strVal val="#ppt_h"/>
                          </p:val>
                        </p:tav>
                      </p:tavLst>
                    </p:anim>
                    <p:animEffect transition="in" filter="fade">
                      <p:cBhvr>
                        <p:cTn dur="500"/>
                        <p:tgtEl>
                          <p:spTgt spid="20"/>
                        </p:tgtEl>
                      </p:cBhvr>
                    </p:animEffect>
                  </p:childTnLst>
                </p:cTn>
              </p:par>
            </p:tnLst>
          </p:tmpl>
        </p:tmplLst>
      </p:bldP>
      <p:bldP spid="21"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1"/>
                        </p:tgtEl>
                        <p:attrNameLst>
                          <p:attrName>style.visibility</p:attrName>
                        </p:attrNameLst>
                      </p:cBhvr>
                      <p:to>
                        <p:strVal val="visible"/>
                      </p:to>
                    </p:set>
                    <p:animEffect transition="in" filter="fade">
                      <p:cBhvr>
                        <p:cTn dur="500"/>
                        <p:tgtEl>
                          <p:spTgt spid="21"/>
                        </p:tgtEl>
                      </p:cBhvr>
                    </p:animEffect>
                    <p:anim calcmode="lin" valueType="num">
                      <p:cBhvr>
                        <p:cTn dur="500" fill="hold"/>
                        <p:tgtEl>
                          <p:spTgt spid="21"/>
                        </p:tgtEl>
                        <p:attrNameLst>
                          <p:attrName>ppt_x</p:attrName>
                        </p:attrNameLst>
                      </p:cBhvr>
                      <p:tavLst>
                        <p:tav tm="0">
                          <p:val>
                            <p:strVal val="#ppt_x"/>
                          </p:val>
                        </p:tav>
                        <p:tav tm="100000">
                          <p:val>
                            <p:strVal val="#ppt_x"/>
                          </p:val>
                        </p:tav>
                      </p:tavLst>
                    </p:anim>
                    <p:anim calcmode="lin" valueType="num">
                      <p:cBhvr>
                        <p:cTn dur="500" fill="hold"/>
                        <p:tgtEl>
                          <p:spTgt spid="21"/>
                        </p:tgtEl>
                        <p:attrNameLst>
                          <p:attrName>ppt_y</p:attrName>
                        </p:attrNameLst>
                      </p:cBhvr>
                      <p:tavLst>
                        <p:tav tm="0">
                          <p:val>
                            <p:strVal val="#ppt_y+.1"/>
                          </p:val>
                        </p:tav>
                        <p:tav tm="100000">
                          <p:val>
                            <p:strVal val="#ppt_y"/>
                          </p:val>
                        </p:tav>
                      </p:tavLst>
                    </p:anim>
                  </p:childTnLst>
                </p:cTn>
              </p:par>
            </p:tnLst>
          </p:tmpl>
        </p:tmplLst>
      </p:bldP>
      <p:bldP spid="22"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2"/>
                        </p:tgtEl>
                        <p:attrNameLst>
                          <p:attrName>style.visibility</p:attrName>
                        </p:attrNameLst>
                      </p:cBhvr>
                      <p:to>
                        <p:strVal val="visible"/>
                      </p:to>
                    </p:set>
                    <p:anim calcmode="lin" valueType="num">
                      <p:cBhvr>
                        <p:cTn dur="500" fill="hold"/>
                        <p:tgtEl>
                          <p:spTgt spid="22"/>
                        </p:tgtEl>
                        <p:attrNameLst>
                          <p:attrName>ppt_w</p:attrName>
                        </p:attrNameLst>
                      </p:cBhvr>
                      <p:tavLst>
                        <p:tav tm="0">
                          <p:val>
                            <p:fltVal val="0"/>
                          </p:val>
                        </p:tav>
                        <p:tav tm="100000">
                          <p:val>
                            <p:strVal val="#ppt_w"/>
                          </p:val>
                        </p:tav>
                      </p:tavLst>
                    </p:anim>
                    <p:anim calcmode="lin" valueType="num">
                      <p:cBhvr>
                        <p:cTn dur="500" fill="hold"/>
                        <p:tgtEl>
                          <p:spTgt spid="22"/>
                        </p:tgtEl>
                        <p:attrNameLst>
                          <p:attrName>ppt_h</p:attrName>
                        </p:attrNameLst>
                      </p:cBhvr>
                      <p:tavLst>
                        <p:tav tm="0">
                          <p:val>
                            <p:fltVal val="0"/>
                          </p:val>
                        </p:tav>
                        <p:tav tm="100000">
                          <p:val>
                            <p:strVal val="#ppt_h"/>
                          </p:val>
                        </p:tav>
                      </p:tavLst>
                    </p:anim>
                    <p:animEffect transition="in" filter="fade">
                      <p:cBhvr>
                        <p:cTn dur="500"/>
                        <p:tgtEl>
                          <p:spTgt spid="22"/>
                        </p:tgtEl>
                      </p:cBhvr>
                    </p:animEffect>
                  </p:childTnLst>
                </p:cTn>
              </p:par>
            </p:tnLst>
          </p:tmpl>
        </p:tmplLst>
      </p:bldP>
      <p:bldP spid="30"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30"/>
                        </p:tgtEl>
                        <p:attrNameLst>
                          <p:attrName>style.visibility</p:attrName>
                        </p:attrNameLst>
                      </p:cBhvr>
                      <p:to>
                        <p:strVal val="visible"/>
                      </p:to>
                    </p:set>
                    <p:animEffect transition="in" filter="fade">
                      <p:cBhvr>
                        <p:cTn dur="500"/>
                        <p:tgtEl>
                          <p:spTgt spid="30"/>
                        </p:tgtEl>
                      </p:cBhvr>
                    </p:animEffect>
                    <p:anim calcmode="lin" valueType="num">
                      <p:cBhvr>
                        <p:cTn dur="500" fill="hold"/>
                        <p:tgtEl>
                          <p:spTgt spid="30"/>
                        </p:tgtEl>
                        <p:attrNameLst>
                          <p:attrName>ppt_x</p:attrName>
                        </p:attrNameLst>
                      </p:cBhvr>
                      <p:tavLst>
                        <p:tav tm="0">
                          <p:val>
                            <p:strVal val="#ppt_x"/>
                          </p:val>
                        </p:tav>
                        <p:tav tm="100000">
                          <p:val>
                            <p:strVal val="#ppt_x"/>
                          </p:val>
                        </p:tav>
                      </p:tavLst>
                    </p:anim>
                    <p:anim calcmode="lin" valueType="num">
                      <p:cBhvr>
                        <p:cTn dur="500" fill="hold"/>
                        <p:tgtEl>
                          <p:spTgt spid="30"/>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783.xml><?xml version="1.0" encoding="utf-8"?>
<p:sldLayout xmlns:a="http://schemas.openxmlformats.org/drawingml/2006/main" xmlns:r="http://schemas.openxmlformats.org/officeDocument/2006/relationships" xmlns:p="http://schemas.openxmlformats.org/presentationml/2006/main" preserve="1" userDrawn="1">
  <p:cSld name="12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31" name="Picture Placeholder 30"/>
          <p:cNvSpPr>
            <a:spLocks noGrp="1"/>
          </p:cNvSpPr>
          <p:nvPr>
            <p:ph type="pic" sz="quarter" idx="33" hasCustomPrompt="1"/>
          </p:nvPr>
        </p:nvSpPr>
        <p:spPr>
          <a:xfrm>
            <a:off x="308985" y="1987212"/>
            <a:ext cx="3773920" cy="2183006"/>
          </a:xfrm>
          <a:solidFill>
            <a:schemeClr val="bg1">
              <a:lumMod val="85000"/>
            </a:schemeClr>
          </a:solidFill>
        </p:spPr>
        <p:txBody>
          <a:bodyPr/>
          <a:lstStyle>
            <a:lvl1pPr>
              <a:defRPr/>
            </a:lvl1pPr>
          </a:lstStyle>
          <a:p>
            <a:r>
              <a:rPr lang="id-ID" dirty="0" smtClean="0"/>
              <a:t>Pic here</a:t>
            </a:r>
            <a:endParaRPr lang="en-AU" dirty="0"/>
          </a:p>
        </p:txBody>
      </p:sp>
      <p:sp>
        <p:nvSpPr>
          <p:cNvPr id="25" name="Picture Placeholder 30"/>
          <p:cNvSpPr>
            <a:spLocks noGrp="1"/>
          </p:cNvSpPr>
          <p:nvPr>
            <p:ph type="pic" sz="quarter" idx="34" hasCustomPrompt="1"/>
          </p:nvPr>
        </p:nvSpPr>
        <p:spPr>
          <a:xfrm>
            <a:off x="308985" y="4300488"/>
            <a:ext cx="3773920" cy="2183006"/>
          </a:xfrm>
          <a:solidFill>
            <a:schemeClr val="bg1">
              <a:lumMod val="85000"/>
            </a:schemeClr>
          </a:solidFill>
        </p:spPr>
        <p:txBody>
          <a:bodyPr/>
          <a:lstStyle>
            <a:lvl1pPr>
              <a:defRPr/>
            </a:lvl1pPr>
          </a:lstStyle>
          <a:p>
            <a:r>
              <a:rPr lang="id-ID" dirty="0" smtClean="0"/>
              <a:t>Pic here</a:t>
            </a:r>
            <a:endParaRPr lang="en-AU" dirty="0"/>
          </a:p>
        </p:txBody>
      </p:sp>
      <p:sp>
        <p:nvSpPr>
          <p:cNvPr id="42" name="Picture Placeholder 30"/>
          <p:cNvSpPr>
            <a:spLocks noGrp="1"/>
          </p:cNvSpPr>
          <p:nvPr>
            <p:ph type="pic" sz="quarter" idx="35" hasCustomPrompt="1"/>
          </p:nvPr>
        </p:nvSpPr>
        <p:spPr>
          <a:xfrm>
            <a:off x="4209040" y="1987212"/>
            <a:ext cx="3773920" cy="2183006"/>
          </a:xfrm>
          <a:solidFill>
            <a:schemeClr val="bg1">
              <a:lumMod val="85000"/>
            </a:schemeClr>
          </a:solidFill>
        </p:spPr>
        <p:txBody>
          <a:bodyPr/>
          <a:lstStyle>
            <a:lvl1pPr>
              <a:defRPr/>
            </a:lvl1pPr>
          </a:lstStyle>
          <a:p>
            <a:r>
              <a:rPr lang="id-ID" dirty="0" smtClean="0"/>
              <a:t>Pic here</a:t>
            </a:r>
            <a:endParaRPr lang="en-AU" dirty="0"/>
          </a:p>
        </p:txBody>
      </p:sp>
      <p:sp>
        <p:nvSpPr>
          <p:cNvPr id="43" name="Picture Placeholder 30"/>
          <p:cNvSpPr>
            <a:spLocks noGrp="1"/>
          </p:cNvSpPr>
          <p:nvPr>
            <p:ph type="pic" sz="quarter" idx="36" hasCustomPrompt="1"/>
          </p:nvPr>
        </p:nvSpPr>
        <p:spPr>
          <a:xfrm>
            <a:off x="4209040" y="4300488"/>
            <a:ext cx="3773920" cy="2183006"/>
          </a:xfrm>
          <a:solidFill>
            <a:schemeClr val="bg1">
              <a:lumMod val="85000"/>
            </a:schemeClr>
          </a:solidFill>
        </p:spPr>
        <p:txBody>
          <a:bodyPr/>
          <a:lstStyle>
            <a:lvl1pPr>
              <a:defRPr/>
            </a:lvl1pPr>
          </a:lstStyle>
          <a:p>
            <a:r>
              <a:rPr lang="id-ID" dirty="0" smtClean="0"/>
              <a:t>Pic here</a:t>
            </a:r>
            <a:endParaRPr lang="en-AU" dirty="0"/>
          </a:p>
        </p:txBody>
      </p:sp>
      <p:sp>
        <p:nvSpPr>
          <p:cNvPr id="44" name="Picture Placeholder 30"/>
          <p:cNvSpPr>
            <a:spLocks noGrp="1"/>
          </p:cNvSpPr>
          <p:nvPr>
            <p:ph type="pic" sz="quarter" idx="37" hasCustomPrompt="1"/>
          </p:nvPr>
        </p:nvSpPr>
        <p:spPr>
          <a:xfrm>
            <a:off x="8109095" y="1987212"/>
            <a:ext cx="3773920" cy="2183006"/>
          </a:xfrm>
          <a:solidFill>
            <a:schemeClr val="bg1">
              <a:lumMod val="85000"/>
            </a:schemeClr>
          </a:solidFill>
        </p:spPr>
        <p:txBody>
          <a:bodyPr/>
          <a:lstStyle>
            <a:lvl1pPr>
              <a:defRPr/>
            </a:lvl1pPr>
          </a:lstStyle>
          <a:p>
            <a:r>
              <a:rPr lang="id-ID" dirty="0" smtClean="0"/>
              <a:t>Pic here</a:t>
            </a:r>
            <a:endParaRPr lang="en-AU" dirty="0"/>
          </a:p>
        </p:txBody>
      </p:sp>
      <p:sp>
        <p:nvSpPr>
          <p:cNvPr id="45" name="Picture Placeholder 30"/>
          <p:cNvSpPr>
            <a:spLocks noGrp="1"/>
          </p:cNvSpPr>
          <p:nvPr>
            <p:ph type="pic" sz="quarter" idx="38" hasCustomPrompt="1"/>
          </p:nvPr>
        </p:nvSpPr>
        <p:spPr>
          <a:xfrm>
            <a:off x="8109095" y="4300488"/>
            <a:ext cx="3773920" cy="2183006"/>
          </a:xfrm>
          <a:solidFill>
            <a:schemeClr val="bg1">
              <a:lumMod val="85000"/>
            </a:schemeClr>
          </a:solidFill>
        </p:spPr>
        <p:txBody>
          <a:bodyPr/>
          <a:lstStyle>
            <a:lvl1pPr>
              <a:defRPr/>
            </a:lvl1pPr>
          </a:lstStyle>
          <a:p>
            <a:r>
              <a:rPr lang="id-ID" dirty="0" smtClean="0"/>
              <a:t>Pic here</a:t>
            </a:r>
            <a:endParaRPr lang="en-AU" dirty="0"/>
          </a:p>
        </p:txBody>
      </p:sp>
    </p:spTree>
    <p:extLst>
      <p:ext uri="{BB962C8B-B14F-4D97-AF65-F5344CB8AC3E}">
        <p14:creationId xmlns:p14="http://schemas.microsoft.com/office/powerpoint/2010/main" val="221888849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42" presetClass="entr" presetSubtype="0" fill="hold" grpId="0" nodeType="afterEffect">
                                  <p:stCondLst>
                                    <p:cond delay="0"/>
                                  </p:stCondLst>
                                  <p:childTnLst>
                                    <p:set>
                                      <p:cBhvr>
                                        <p:cTn id="20" dur="1" fill="hold">
                                          <p:stCondLst>
                                            <p:cond delay="0"/>
                                          </p:stCondLst>
                                        </p:cTn>
                                        <p:tgtEl>
                                          <p:spTgt spid="31"/>
                                        </p:tgtEl>
                                        <p:attrNameLst>
                                          <p:attrName>style.visibility</p:attrName>
                                        </p:attrNameLst>
                                      </p:cBhvr>
                                      <p:to>
                                        <p:strVal val="visible"/>
                                      </p:to>
                                    </p:set>
                                    <p:animEffect transition="in" filter="fade">
                                      <p:cBhvr>
                                        <p:cTn id="21" dur="500"/>
                                        <p:tgtEl>
                                          <p:spTgt spid="31"/>
                                        </p:tgtEl>
                                      </p:cBhvr>
                                    </p:animEffect>
                                    <p:anim calcmode="lin" valueType="num">
                                      <p:cBhvr>
                                        <p:cTn id="22" dur="500" fill="hold"/>
                                        <p:tgtEl>
                                          <p:spTgt spid="31"/>
                                        </p:tgtEl>
                                        <p:attrNameLst>
                                          <p:attrName>ppt_x</p:attrName>
                                        </p:attrNameLst>
                                      </p:cBhvr>
                                      <p:tavLst>
                                        <p:tav tm="0">
                                          <p:val>
                                            <p:strVal val="#ppt_x"/>
                                          </p:val>
                                        </p:tav>
                                        <p:tav tm="100000">
                                          <p:val>
                                            <p:strVal val="#ppt_x"/>
                                          </p:val>
                                        </p:tav>
                                      </p:tavLst>
                                    </p:anim>
                                    <p:anim calcmode="lin" valueType="num">
                                      <p:cBhvr>
                                        <p:cTn id="23" dur="500" fill="hold"/>
                                        <p:tgtEl>
                                          <p:spTgt spid="31"/>
                                        </p:tgtEl>
                                        <p:attrNameLst>
                                          <p:attrName>ppt_y</p:attrName>
                                        </p:attrNameLst>
                                      </p:cBhvr>
                                      <p:tavLst>
                                        <p:tav tm="0">
                                          <p:val>
                                            <p:strVal val="#ppt_y+.1"/>
                                          </p:val>
                                        </p:tav>
                                        <p:tav tm="100000">
                                          <p:val>
                                            <p:strVal val="#ppt_y"/>
                                          </p:val>
                                        </p:tav>
                                      </p:tavLst>
                                    </p:anim>
                                  </p:childTnLst>
                                </p:cTn>
                              </p:par>
                            </p:childTnLst>
                          </p:cTn>
                        </p:par>
                        <p:par>
                          <p:cTn id="24" fill="hold">
                            <p:stCondLst>
                              <p:cond delay="2000"/>
                            </p:stCondLst>
                            <p:childTnLst>
                              <p:par>
                                <p:cTn id="25" presetID="42" presetClass="entr" presetSubtype="0" fill="hold" grpId="0" nodeType="afterEffect">
                                  <p:stCondLst>
                                    <p:cond delay="0"/>
                                  </p:stCondLst>
                                  <p:childTnLst>
                                    <p:set>
                                      <p:cBhvr>
                                        <p:cTn id="26" dur="1" fill="hold">
                                          <p:stCondLst>
                                            <p:cond delay="0"/>
                                          </p:stCondLst>
                                        </p:cTn>
                                        <p:tgtEl>
                                          <p:spTgt spid="25"/>
                                        </p:tgtEl>
                                        <p:attrNameLst>
                                          <p:attrName>style.visibility</p:attrName>
                                        </p:attrNameLst>
                                      </p:cBhvr>
                                      <p:to>
                                        <p:strVal val="visible"/>
                                      </p:to>
                                    </p:set>
                                    <p:animEffect transition="in" filter="fade">
                                      <p:cBhvr>
                                        <p:cTn id="27" dur="500"/>
                                        <p:tgtEl>
                                          <p:spTgt spid="25"/>
                                        </p:tgtEl>
                                      </p:cBhvr>
                                    </p:animEffect>
                                    <p:anim calcmode="lin" valueType="num">
                                      <p:cBhvr>
                                        <p:cTn id="28" dur="500" fill="hold"/>
                                        <p:tgtEl>
                                          <p:spTgt spid="25"/>
                                        </p:tgtEl>
                                        <p:attrNameLst>
                                          <p:attrName>ppt_x</p:attrName>
                                        </p:attrNameLst>
                                      </p:cBhvr>
                                      <p:tavLst>
                                        <p:tav tm="0">
                                          <p:val>
                                            <p:strVal val="#ppt_x"/>
                                          </p:val>
                                        </p:tav>
                                        <p:tav tm="100000">
                                          <p:val>
                                            <p:strVal val="#ppt_x"/>
                                          </p:val>
                                        </p:tav>
                                      </p:tavLst>
                                    </p:anim>
                                    <p:anim calcmode="lin" valueType="num">
                                      <p:cBhvr>
                                        <p:cTn id="29" dur="500" fill="hold"/>
                                        <p:tgtEl>
                                          <p:spTgt spid="25"/>
                                        </p:tgtEl>
                                        <p:attrNameLst>
                                          <p:attrName>ppt_y</p:attrName>
                                        </p:attrNameLst>
                                      </p:cBhvr>
                                      <p:tavLst>
                                        <p:tav tm="0">
                                          <p:val>
                                            <p:strVal val="#ppt_y+.1"/>
                                          </p:val>
                                        </p:tav>
                                        <p:tav tm="100000">
                                          <p:val>
                                            <p:strVal val="#ppt_y"/>
                                          </p:val>
                                        </p:tav>
                                      </p:tavLst>
                                    </p:anim>
                                  </p:childTnLst>
                                </p:cTn>
                              </p:par>
                            </p:childTnLst>
                          </p:cTn>
                        </p:par>
                        <p:par>
                          <p:cTn id="30" fill="hold">
                            <p:stCondLst>
                              <p:cond delay="2500"/>
                            </p:stCondLst>
                            <p:childTnLst>
                              <p:par>
                                <p:cTn id="31" presetID="42" presetClass="entr" presetSubtype="0" fill="hold" grpId="0" nodeType="afterEffect">
                                  <p:stCondLst>
                                    <p:cond delay="0"/>
                                  </p:stCondLst>
                                  <p:childTnLst>
                                    <p:set>
                                      <p:cBhvr>
                                        <p:cTn id="32" dur="1" fill="hold">
                                          <p:stCondLst>
                                            <p:cond delay="0"/>
                                          </p:stCondLst>
                                        </p:cTn>
                                        <p:tgtEl>
                                          <p:spTgt spid="42"/>
                                        </p:tgtEl>
                                        <p:attrNameLst>
                                          <p:attrName>style.visibility</p:attrName>
                                        </p:attrNameLst>
                                      </p:cBhvr>
                                      <p:to>
                                        <p:strVal val="visible"/>
                                      </p:to>
                                    </p:set>
                                    <p:animEffect transition="in" filter="fade">
                                      <p:cBhvr>
                                        <p:cTn id="33" dur="500"/>
                                        <p:tgtEl>
                                          <p:spTgt spid="42"/>
                                        </p:tgtEl>
                                      </p:cBhvr>
                                    </p:animEffect>
                                    <p:anim calcmode="lin" valueType="num">
                                      <p:cBhvr>
                                        <p:cTn id="34" dur="500" fill="hold"/>
                                        <p:tgtEl>
                                          <p:spTgt spid="42"/>
                                        </p:tgtEl>
                                        <p:attrNameLst>
                                          <p:attrName>ppt_x</p:attrName>
                                        </p:attrNameLst>
                                      </p:cBhvr>
                                      <p:tavLst>
                                        <p:tav tm="0">
                                          <p:val>
                                            <p:strVal val="#ppt_x"/>
                                          </p:val>
                                        </p:tav>
                                        <p:tav tm="100000">
                                          <p:val>
                                            <p:strVal val="#ppt_x"/>
                                          </p:val>
                                        </p:tav>
                                      </p:tavLst>
                                    </p:anim>
                                    <p:anim calcmode="lin" valueType="num">
                                      <p:cBhvr>
                                        <p:cTn id="35" dur="500" fill="hold"/>
                                        <p:tgtEl>
                                          <p:spTgt spid="42"/>
                                        </p:tgtEl>
                                        <p:attrNameLst>
                                          <p:attrName>ppt_y</p:attrName>
                                        </p:attrNameLst>
                                      </p:cBhvr>
                                      <p:tavLst>
                                        <p:tav tm="0">
                                          <p:val>
                                            <p:strVal val="#ppt_y+.1"/>
                                          </p:val>
                                        </p:tav>
                                        <p:tav tm="100000">
                                          <p:val>
                                            <p:strVal val="#ppt_y"/>
                                          </p:val>
                                        </p:tav>
                                      </p:tavLst>
                                    </p:anim>
                                  </p:childTnLst>
                                </p:cTn>
                              </p:par>
                            </p:childTnLst>
                          </p:cTn>
                        </p:par>
                        <p:par>
                          <p:cTn id="36" fill="hold">
                            <p:stCondLst>
                              <p:cond delay="3000"/>
                            </p:stCondLst>
                            <p:childTnLst>
                              <p:par>
                                <p:cTn id="37" presetID="42" presetClass="entr" presetSubtype="0" fill="hold" grpId="0" nodeType="afterEffect">
                                  <p:stCondLst>
                                    <p:cond delay="0"/>
                                  </p:stCondLst>
                                  <p:childTnLst>
                                    <p:set>
                                      <p:cBhvr>
                                        <p:cTn id="38" dur="1" fill="hold">
                                          <p:stCondLst>
                                            <p:cond delay="0"/>
                                          </p:stCondLst>
                                        </p:cTn>
                                        <p:tgtEl>
                                          <p:spTgt spid="43"/>
                                        </p:tgtEl>
                                        <p:attrNameLst>
                                          <p:attrName>style.visibility</p:attrName>
                                        </p:attrNameLst>
                                      </p:cBhvr>
                                      <p:to>
                                        <p:strVal val="visible"/>
                                      </p:to>
                                    </p:set>
                                    <p:animEffect transition="in" filter="fade">
                                      <p:cBhvr>
                                        <p:cTn id="39" dur="500"/>
                                        <p:tgtEl>
                                          <p:spTgt spid="43"/>
                                        </p:tgtEl>
                                      </p:cBhvr>
                                    </p:animEffect>
                                    <p:anim calcmode="lin" valueType="num">
                                      <p:cBhvr>
                                        <p:cTn id="40" dur="500" fill="hold"/>
                                        <p:tgtEl>
                                          <p:spTgt spid="43"/>
                                        </p:tgtEl>
                                        <p:attrNameLst>
                                          <p:attrName>ppt_x</p:attrName>
                                        </p:attrNameLst>
                                      </p:cBhvr>
                                      <p:tavLst>
                                        <p:tav tm="0">
                                          <p:val>
                                            <p:strVal val="#ppt_x"/>
                                          </p:val>
                                        </p:tav>
                                        <p:tav tm="100000">
                                          <p:val>
                                            <p:strVal val="#ppt_x"/>
                                          </p:val>
                                        </p:tav>
                                      </p:tavLst>
                                    </p:anim>
                                    <p:anim calcmode="lin" valueType="num">
                                      <p:cBhvr>
                                        <p:cTn id="41" dur="500" fill="hold"/>
                                        <p:tgtEl>
                                          <p:spTgt spid="43"/>
                                        </p:tgtEl>
                                        <p:attrNameLst>
                                          <p:attrName>ppt_y</p:attrName>
                                        </p:attrNameLst>
                                      </p:cBhvr>
                                      <p:tavLst>
                                        <p:tav tm="0">
                                          <p:val>
                                            <p:strVal val="#ppt_y+.1"/>
                                          </p:val>
                                        </p:tav>
                                        <p:tav tm="100000">
                                          <p:val>
                                            <p:strVal val="#ppt_y"/>
                                          </p:val>
                                        </p:tav>
                                      </p:tavLst>
                                    </p:anim>
                                  </p:childTnLst>
                                </p:cTn>
                              </p:par>
                            </p:childTnLst>
                          </p:cTn>
                        </p:par>
                        <p:par>
                          <p:cTn id="42" fill="hold">
                            <p:stCondLst>
                              <p:cond delay="3500"/>
                            </p:stCondLst>
                            <p:childTnLst>
                              <p:par>
                                <p:cTn id="43" presetID="42" presetClass="entr" presetSubtype="0" fill="hold" grpId="0" nodeType="afterEffect">
                                  <p:stCondLst>
                                    <p:cond delay="0"/>
                                  </p:stCondLst>
                                  <p:childTnLst>
                                    <p:set>
                                      <p:cBhvr>
                                        <p:cTn id="44" dur="1" fill="hold">
                                          <p:stCondLst>
                                            <p:cond delay="0"/>
                                          </p:stCondLst>
                                        </p:cTn>
                                        <p:tgtEl>
                                          <p:spTgt spid="44"/>
                                        </p:tgtEl>
                                        <p:attrNameLst>
                                          <p:attrName>style.visibility</p:attrName>
                                        </p:attrNameLst>
                                      </p:cBhvr>
                                      <p:to>
                                        <p:strVal val="visible"/>
                                      </p:to>
                                    </p:set>
                                    <p:animEffect transition="in" filter="fade">
                                      <p:cBhvr>
                                        <p:cTn id="45" dur="500"/>
                                        <p:tgtEl>
                                          <p:spTgt spid="44"/>
                                        </p:tgtEl>
                                      </p:cBhvr>
                                    </p:animEffect>
                                    <p:anim calcmode="lin" valueType="num">
                                      <p:cBhvr>
                                        <p:cTn id="46" dur="500" fill="hold"/>
                                        <p:tgtEl>
                                          <p:spTgt spid="44"/>
                                        </p:tgtEl>
                                        <p:attrNameLst>
                                          <p:attrName>ppt_x</p:attrName>
                                        </p:attrNameLst>
                                      </p:cBhvr>
                                      <p:tavLst>
                                        <p:tav tm="0">
                                          <p:val>
                                            <p:strVal val="#ppt_x"/>
                                          </p:val>
                                        </p:tav>
                                        <p:tav tm="100000">
                                          <p:val>
                                            <p:strVal val="#ppt_x"/>
                                          </p:val>
                                        </p:tav>
                                      </p:tavLst>
                                    </p:anim>
                                    <p:anim calcmode="lin" valueType="num">
                                      <p:cBhvr>
                                        <p:cTn id="47" dur="500" fill="hold"/>
                                        <p:tgtEl>
                                          <p:spTgt spid="44"/>
                                        </p:tgtEl>
                                        <p:attrNameLst>
                                          <p:attrName>ppt_y</p:attrName>
                                        </p:attrNameLst>
                                      </p:cBhvr>
                                      <p:tavLst>
                                        <p:tav tm="0">
                                          <p:val>
                                            <p:strVal val="#ppt_y+.1"/>
                                          </p:val>
                                        </p:tav>
                                        <p:tav tm="100000">
                                          <p:val>
                                            <p:strVal val="#ppt_y"/>
                                          </p:val>
                                        </p:tav>
                                      </p:tavLst>
                                    </p:anim>
                                  </p:childTnLst>
                                </p:cTn>
                              </p:par>
                            </p:childTnLst>
                          </p:cTn>
                        </p:par>
                        <p:par>
                          <p:cTn id="48" fill="hold">
                            <p:stCondLst>
                              <p:cond delay="4000"/>
                            </p:stCondLst>
                            <p:childTnLst>
                              <p:par>
                                <p:cTn id="49" presetID="42" presetClass="entr" presetSubtype="0" fill="hold" grpId="0" nodeType="afterEffect">
                                  <p:stCondLst>
                                    <p:cond delay="0"/>
                                  </p:stCondLst>
                                  <p:childTnLst>
                                    <p:set>
                                      <p:cBhvr>
                                        <p:cTn id="50" dur="1" fill="hold">
                                          <p:stCondLst>
                                            <p:cond delay="0"/>
                                          </p:stCondLst>
                                        </p:cTn>
                                        <p:tgtEl>
                                          <p:spTgt spid="45"/>
                                        </p:tgtEl>
                                        <p:attrNameLst>
                                          <p:attrName>style.visibility</p:attrName>
                                        </p:attrNameLst>
                                      </p:cBhvr>
                                      <p:to>
                                        <p:strVal val="visible"/>
                                      </p:to>
                                    </p:set>
                                    <p:animEffect transition="in" filter="fade">
                                      <p:cBhvr>
                                        <p:cTn id="51" dur="500"/>
                                        <p:tgtEl>
                                          <p:spTgt spid="45"/>
                                        </p:tgtEl>
                                      </p:cBhvr>
                                    </p:animEffect>
                                    <p:anim calcmode="lin" valueType="num">
                                      <p:cBhvr>
                                        <p:cTn id="52" dur="500" fill="hold"/>
                                        <p:tgtEl>
                                          <p:spTgt spid="45"/>
                                        </p:tgtEl>
                                        <p:attrNameLst>
                                          <p:attrName>ppt_x</p:attrName>
                                        </p:attrNameLst>
                                      </p:cBhvr>
                                      <p:tavLst>
                                        <p:tav tm="0">
                                          <p:val>
                                            <p:strVal val="#ppt_x"/>
                                          </p:val>
                                        </p:tav>
                                        <p:tav tm="100000">
                                          <p:val>
                                            <p:strVal val="#ppt_x"/>
                                          </p:val>
                                        </p:tav>
                                      </p:tavLst>
                                    </p:anim>
                                    <p:anim calcmode="lin" valueType="num">
                                      <p:cBhvr>
                                        <p:cTn id="53" dur="500" fill="hold"/>
                                        <p:tgtEl>
                                          <p:spTgt spid="4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31" grpId="0" animBg="1"/>
      <p:bldP spid="25" grpId="0" animBg="1"/>
      <p:bldP spid="42" grpId="0" animBg="1"/>
      <p:bldP spid="43" grpId="0" animBg="1"/>
      <p:bldP spid="44" grpId="0" animBg="1"/>
      <p:bldP spid="45" grpId="0" animBg="1"/>
    </p:bldLst>
  </p:timing>
</p:sldLayout>
</file>

<file path=ppt/slideLayouts/slideLayout784.xml><?xml version="1.0" encoding="utf-8"?>
<p:sldLayout xmlns:a="http://schemas.openxmlformats.org/drawingml/2006/main" xmlns:r="http://schemas.openxmlformats.org/officeDocument/2006/relationships" xmlns:p="http://schemas.openxmlformats.org/presentationml/2006/main" preserve="1" userDrawn="1">
  <p:cSld name="14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42" name="Picture Placeholder 30"/>
          <p:cNvSpPr>
            <a:spLocks noGrp="1"/>
          </p:cNvSpPr>
          <p:nvPr>
            <p:ph type="pic" sz="quarter" idx="35" hasCustomPrompt="1"/>
          </p:nvPr>
        </p:nvSpPr>
        <p:spPr>
          <a:xfrm>
            <a:off x="507135" y="1983474"/>
            <a:ext cx="5519593" cy="2183006"/>
          </a:xfrm>
          <a:solidFill>
            <a:schemeClr val="bg1">
              <a:lumMod val="85000"/>
            </a:schemeClr>
          </a:solidFill>
        </p:spPr>
        <p:txBody>
          <a:bodyPr/>
          <a:lstStyle>
            <a:lvl1pPr>
              <a:defRPr/>
            </a:lvl1pPr>
          </a:lstStyle>
          <a:p>
            <a:r>
              <a:rPr lang="id-ID" dirty="0" smtClean="0"/>
              <a:t>Pic here</a:t>
            </a:r>
            <a:endParaRPr lang="en-AU" dirty="0"/>
          </a:p>
        </p:txBody>
      </p:sp>
      <p:sp>
        <p:nvSpPr>
          <p:cNvPr id="43" name="Picture Placeholder 30"/>
          <p:cNvSpPr>
            <a:spLocks noGrp="1"/>
          </p:cNvSpPr>
          <p:nvPr>
            <p:ph type="pic" sz="quarter" idx="36" hasCustomPrompt="1"/>
          </p:nvPr>
        </p:nvSpPr>
        <p:spPr>
          <a:xfrm>
            <a:off x="507134" y="4342054"/>
            <a:ext cx="5519593" cy="2183006"/>
          </a:xfrm>
          <a:solidFill>
            <a:schemeClr val="bg1">
              <a:lumMod val="85000"/>
            </a:schemeClr>
          </a:solidFill>
        </p:spPr>
        <p:txBody>
          <a:bodyPr/>
          <a:lstStyle>
            <a:lvl1pPr>
              <a:defRPr/>
            </a:lvl1pPr>
          </a:lstStyle>
          <a:p>
            <a:r>
              <a:rPr lang="id-ID" dirty="0" smtClean="0"/>
              <a:t>Pic here</a:t>
            </a:r>
            <a:endParaRPr lang="en-AU" dirty="0"/>
          </a:p>
        </p:txBody>
      </p:sp>
      <p:sp>
        <p:nvSpPr>
          <p:cNvPr id="16" name="Picture Placeholder 30"/>
          <p:cNvSpPr>
            <a:spLocks noGrp="1"/>
          </p:cNvSpPr>
          <p:nvPr>
            <p:ph type="pic" sz="quarter" idx="37" hasCustomPrompt="1"/>
          </p:nvPr>
        </p:nvSpPr>
        <p:spPr>
          <a:xfrm>
            <a:off x="6179133" y="1983474"/>
            <a:ext cx="5519593" cy="2183006"/>
          </a:xfrm>
          <a:solidFill>
            <a:schemeClr val="bg1">
              <a:lumMod val="85000"/>
            </a:schemeClr>
          </a:solidFill>
        </p:spPr>
        <p:txBody>
          <a:bodyPr/>
          <a:lstStyle>
            <a:lvl1pPr>
              <a:defRPr/>
            </a:lvl1pPr>
          </a:lstStyle>
          <a:p>
            <a:r>
              <a:rPr lang="id-ID" dirty="0" smtClean="0"/>
              <a:t>Pic here</a:t>
            </a:r>
            <a:endParaRPr lang="en-AU" dirty="0"/>
          </a:p>
        </p:txBody>
      </p:sp>
      <p:sp>
        <p:nvSpPr>
          <p:cNvPr id="17" name="Picture Placeholder 30"/>
          <p:cNvSpPr>
            <a:spLocks noGrp="1"/>
          </p:cNvSpPr>
          <p:nvPr>
            <p:ph type="pic" sz="quarter" idx="38" hasCustomPrompt="1"/>
          </p:nvPr>
        </p:nvSpPr>
        <p:spPr>
          <a:xfrm>
            <a:off x="6179132" y="4342054"/>
            <a:ext cx="5519593" cy="2183006"/>
          </a:xfrm>
          <a:solidFill>
            <a:schemeClr val="bg1">
              <a:lumMod val="85000"/>
            </a:schemeClr>
          </a:solidFill>
        </p:spPr>
        <p:txBody>
          <a:bodyPr/>
          <a:lstStyle>
            <a:lvl1pPr>
              <a:defRPr/>
            </a:lvl1pPr>
          </a:lstStyle>
          <a:p>
            <a:r>
              <a:rPr lang="id-ID" dirty="0" smtClean="0"/>
              <a:t>Pic here</a:t>
            </a:r>
            <a:endParaRPr lang="en-AU" dirty="0"/>
          </a:p>
        </p:txBody>
      </p:sp>
      <p:sp>
        <p:nvSpPr>
          <p:cNvPr id="21" name="Picture Placeholder 20"/>
          <p:cNvSpPr>
            <a:spLocks noGrp="1"/>
          </p:cNvSpPr>
          <p:nvPr>
            <p:ph type="pic" sz="quarter" idx="39" hasCustomPrompt="1"/>
          </p:nvPr>
        </p:nvSpPr>
        <p:spPr>
          <a:xfrm>
            <a:off x="4731330" y="2893088"/>
            <a:ext cx="2743200" cy="2743200"/>
          </a:xfrm>
          <a:custGeom>
            <a:avLst/>
            <a:gdLst>
              <a:gd name="connsiteX0" fmla="*/ 1371600 w 2743200"/>
              <a:gd name="connsiteY0" fmla="*/ 0 h 2743200"/>
              <a:gd name="connsiteX1" fmla="*/ 2743200 w 2743200"/>
              <a:gd name="connsiteY1" fmla="*/ 1371600 h 2743200"/>
              <a:gd name="connsiteX2" fmla="*/ 1371600 w 2743200"/>
              <a:gd name="connsiteY2" fmla="*/ 2743200 h 2743200"/>
              <a:gd name="connsiteX3" fmla="*/ 0 w 2743200"/>
              <a:gd name="connsiteY3" fmla="*/ 1371600 h 2743200"/>
              <a:gd name="connsiteX4" fmla="*/ 1371600 w 2743200"/>
              <a:gd name="connsiteY4" fmla="*/ 0 h 2743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2743200">
                <a:moveTo>
                  <a:pt x="1371600" y="0"/>
                </a:moveTo>
                <a:cubicBezTo>
                  <a:pt x="2129114" y="0"/>
                  <a:pt x="2743200" y="614086"/>
                  <a:pt x="2743200" y="1371600"/>
                </a:cubicBezTo>
                <a:cubicBezTo>
                  <a:pt x="2743200" y="2129114"/>
                  <a:pt x="2129114" y="2743200"/>
                  <a:pt x="1371600" y="2743200"/>
                </a:cubicBezTo>
                <a:cubicBezTo>
                  <a:pt x="614086" y="2743200"/>
                  <a:pt x="0" y="2129114"/>
                  <a:pt x="0" y="1371600"/>
                </a:cubicBezTo>
                <a:cubicBezTo>
                  <a:pt x="0" y="614086"/>
                  <a:pt x="614086" y="0"/>
                  <a:pt x="1371600" y="0"/>
                </a:cubicBezTo>
                <a:close/>
              </a:path>
            </a:pathLst>
          </a:custGeom>
          <a:solidFill>
            <a:schemeClr val="accent4"/>
          </a:solidFill>
        </p:spPr>
        <p:txBody>
          <a:bodyPr wrap="square">
            <a:noAutofit/>
          </a:bodyPr>
          <a:lstStyle>
            <a:lvl1pPr algn="r">
              <a:defRPr sz="1000"/>
            </a:lvl1pPr>
          </a:lstStyle>
          <a:p>
            <a:r>
              <a:rPr lang="id-ID" dirty="0" smtClean="0"/>
              <a:t>Nopic</a:t>
            </a:r>
            <a:endParaRPr lang="en-AU" dirty="0"/>
          </a:p>
        </p:txBody>
      </p:sp>
      <p:sp>
        <p:nvSpPr>
          <p:cNvPr id="22" name="Text Placeholder 21"/>
          <p:cNvSpPr>
            <a:spLocks noGrp="1"/>
          </p:cNvSpPr>
          <p:nvPr>
            <p:ph type="body" sz="quarter" idx="20"/>
          </p:nvPr>
        </p:nvSpPr>
        <p:spPr>
          <a:xfrm>
            <a:off x="4731331" y="3492745"/>
            <a:ext cx="2743200" cy="256811"/>
          </a:xfrm>
        </p:spPr>
        <p:txBody>
          <a:bodyPr/>
          <a:lstStyle>
            <a:lvl1pPr algn="ctr">
              <a:defRPr>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3" name="Text Placeholder 21"/>
          <p:cNvSpPr>
            <a:spLocks noGrp="1"/>
          </p:cNvSpPr>
          <p:nvPr>
            <p:ph type="body" sz="quarter" idx="29"/>
          </p:nvPr>
        </p:nvSpPr>
        <p:spPr>
          <a:xfrm>
            <a:off x="4731331" y="3799449"/>
            <a:ext cx="2743200" cy="1304045"/>
          </a:xfrm>
        </p:spPr>
        <p:txBody>
          <a:bodyPr>
            <a:normAutofit/>
          </a:bodyPr>
          <a:lstStyle>
            <a:lvl1pPr algn="ctr">
              <a:defRPr sz="120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Tree>
    <p:extLst>
      <p:ext uri="{BB962C8B-B14F-4D97-AF65-F5344CB8AC3E}">
        <p14:creationId xmlns:p14="http://schemas.microsoft.com/office/powerpoint/2010/main" val="421089696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42" presetClass="entr" presetSubtype="0" fill="hold" grpId="0" nodeType="afterEffect">
                                  <p:stCondLst>
                                    <p:cond delay="0"/>
                                  </p:stCondLst>
                                  <p:childTnLst>
                                    <p:set>
                                      <p:cBhvr>
                                        <p:cTn id="20" dur="1" fill="hold">
                                          <p:stCondLst>
                                            <p:cond delay="0"/>
                                          </p:stCondLst>
                                        </p:cTn>
                                        <p:tgtEl>
                                          <p:spTgt spid="42"/>
                                        </p:tgtEl>
                                        <p:attrNameLst>
                                          <p:attrName>style.visibility</p:attrName>
                                        </p:attrNameLst>
                                      </p:cBhvr>
                                      <p:to>
                                        <p:strVal val="visible"/>
                                      </p:to>
                                    </p:set>
                                    <p:animEffect transition="in" filter="fade">
                                      <p:cBhvr>
                                        <p:cTn id="21" dur="500"/>
                                        <p:tgtEl>
                                          <p:spTgt spid="42"/>
                                        </p:tgtEl>
                                      </p:cBhvr>
                                    </p:animEffect>
                                    <p:anim calcmode="lin" valueType="num">
                                      <p:cBhvr>
                                        <p:cTn id="22" dur="500" fill="hold"/>
                                        <p:tgtEl>
                                          <p:spTgt spid="42"/>
                                        </p:tgtEl>
                                        <p:attrNameLst>
                                          <p:attrName>ppt_x</p:attrName>
                                        </p:attrNameLst>
                                      </p:cBhvr>
                                      <p:tavLst>
                                        <p:tav tm="0">
                                          <p:val>
                                            <p:strVal val="#ppt_x"/>
                                          </p:val>
                                        </p:tav>
                                        <p:tav tm="100000">
                                          <p:val>
                                            <p:strVal val="#ppt_x"/>
                                          </p:val>
                                        </p:tav>
                                      </p:tavLst>
                                    </p:anim>
                                    <p:anim calcmode="lin" valueType="num">
                                      <p:cBhvr>
                                        <p:cTn id="23" dur="500" fill="hold"/>
                                        <p:tgtEl>
                                          <p:spTgt spid="42"/>
                                        </p:tgtEl>
                                        <p:attrNameLst>
                                          <p:attrName>ppt_y</p:attrName>
                                        </p:attrNameLst>
                                      </p:cBhvr>
                                      <p:tavLst>
                                        <p:tav tm="0">
                                          <p:val>
                                            <p:strVal val="#ppt_y+.1"/>
                                          </p:val>
                                        </p:tav>
                                        <p:tav tm="100000">
                                          <p:val>
                                            <p:strVal val="#ppt_y"/>
                                          </p:val>
                                        </p:tav>
                                      </p:tavLst>
                                    </p:anim>
                                  </p:childTnLst>
                                </p:cTn>
                              </p:par>
                            </p:childTnLst>
                          </p:cTn>
                        </p:par>
                        <p:par>
                          <p:cTn id="24" fill="hold">
                            <p:stCondLst>
                              <p:cond delay="2000"/>
                            </p:stCondLst>
                            <p:childTnLst>
                              <p:par>
                                <p:cTn id="25" presetID="42" presetClass="entr" presetSubtype="0" fill="hold" grpId="0" nodeType="afterEffect">
                                  <p:stCondLst>
                                    <p:cond delay="0"/>
                                  </p:stCondLst>
                                  <p:childTnLst>
                                    <p:set>
                                      <p:cBhvr>
                                        <p:cTn id="26" dur="1" fill="hold">
                                          <p:stCondLst>
                                            <p:cond delay="0"/>
                                          </p:stCondLst>
                                        </p:cTn>
                                        <p:tgtEl>
                                          <p:spTgt spid="43"/>
                                        </p:tgtEl>
                                        <p:attrNameLst>
                                          <p:attrName>style.visibility</p:attrName>
                                        </p:attrNameLst>
                                      </p:cBhvr>
                                      <p:to>
                                        <p:strVal val="visible"/>
                                      </p:to>
                                    </p:set>
                                    <p:animEffect transition="in" filter="fade">
                                      <p:cBhvr>
                                        <p:cTn id="27" dur="500"/>
                                        <p:tgtEl>
                                          <p:spTgt spid="43"/>
                                        </p:tgtEl>
                                      </p:cBhvr>
                                    </p:animEffect>
                                    <p:anim calcmode="lin" valueType="num">
                                      <p:cBhvr>
                                        <p:cTn id="28" dur="500" fill="hold"/>
                                        <p:tgtEl>
                                          <p:spTgt spid="43"/>
                                        </p:tgtEl>
                                        <p:attrNameLst>
                                          <p:attrName>ppt_x</p:attrName>
                                        </p:attrNameLst>
                                      </p:cBhvr>
                                      <p:tavLst>
                                        <p:tav tm="0">
                                          <p:val>
                                            <p:strVal val="#ppt_x"/>
                                          </p:val>
                                        </p:tav>
                                        <p:tav tm="100000">
                                          <p:val>
                                            <p:strVal val="#ppt_x"/>
                                          </p:val>
                                        </p:tav>
                                      </p:tavLst>
                                    </p:anim>
                                    <p:anim calcmode="lin" valueType="num">
                                      <p:cBhvr>
                                        <p:cTn id="29" dur="500" fill="hold"/>
                                        <p:tgtEl>
                                          <p:spTgt spid="43"/>
                                        </p:tgtEl>
                                        <p:attrNameLst>
                                          <p:attrName>ppt_y</p:attrName>
                                        </p:attrNameLst>
                                      </p:cBhvr>
                                      <p:tavLst>
                                        <p:tav tm="0">
                                          <p:val>
                                            <p:strVal val="#ppt_y+.1"/>
                                          </p:val>
                                        </p:tav>
                                        <p:tav tm="100000">
                                          <p:val>
                                            <p:strVal val="#ppt_y"/>
                                          </p:val>
                                        </p:tav>
                                      </p:tavLst>
                                    </p:anim>
                                  </p:childTnLst>
                                </p:cTn>
                              </p:par>
                            </p:childTnLst>
                          </p:cTn>
                        </p:par>
                        <p:par>
                          <p:cTn id="30" fill="hold">
                            <p:stCondLst>
                              <p:cond delay="2500"/>
                            </p:stCondLst>
                            <p:childTnLst>
                              <p:par>
                                <p:cTn id="31" presetID="42" presetClass="entr" presetSubtype="0" fill="hold" grpId="0" nodeType="afterEffect">
                                  <p:stCondLst>
                                    <p:cond delay="0"/>
                                  </p:stCondLst>
                                  <p:childTnLst>
                                    <p:set>
                                      <p:cBhvr>
                                        <p:cTn id="32" dur="1" fill="hold">
                                          <p:stCondLst>
                                            <p:cond delay="0"/>
                                          </p:stCondLst>
                                        </p:cTn>
                                        <p:tgtEl>
                                          <p:spTgt spid="16"/>
                                        </p:tgtEl>
                                        <p:attrNameLst>
                                          <p:attrName>style.visibility</p:attrName>
                                        </p:attrNameLst>
                                      </p:cBhvr>
                                      <p:to>
                                        <p:strVal val="visible"/>
                                      </p:to>
                                    </p:set>
                                    <p:animEffect transition="in" filter="fade">
                                      <p:cBhvr>
                                        <p:cTn id="33" dur="500"/>
                                        <p:tgtEl>
                                          <p:spTgt spid="16"/>
                                        </p:tgtEl>
                                      </p:cBhvr>
                                    </p:animEffect>
                                    <p:anim calcmode="lin" valueType="num">
                                      <p:cBhvr>
                                        <p:cTn id="34" dur="500" fill="hold"/>
                                        <p:tgtEl>
                                          <p:spTgt spid="16"/>
                                        </p:tgtEl>
                                        <p:attrNameLst>
                                          <p:attrName>ppt_x</p:attrName>
                                        </p:attrNameLst>
                                      </p:cBhvr>
                                      <p:tavLst>
                                        <p:tav tm="0">
                                          <p:val>
                                            <p:strVal val="#ppt_x"/>
                                          </p:val>
                                        </p:tav>
                                        <p:tav tm="100000">
                                          <p:val>
                                            <p:strVal val="#ppt_x"/>
                                          </p:val>
                                        </p:tav>
                                      </p:tavLst>
                                    </p:anim>
                                    <p:anim calcmode="lin" valueType="num">
                                      <p:cBhvr>
                                        <p:cTn id="35" dur="500" fill="hold"/>
                                        <p:tgtEl>
                                          <p:spTgt spid="16"/>
                                        </p:tgtEl>
                                        <p:attrNameLst>
                                          <p:attrName>ppt_y</p:attrName>
                                        </p:attrNameLst>
                                      </p:cBhvr>
                                      <p:tavLst>
                                        <p:tav tm="0">
                                          <p:val>
                                            <p:strVal val="#ppt_y+.1"/>
                                          </p:val>
                                        </p:tav>
                                        <p:tav tm="100000">
                                          <p:val>
                                            <p:strVal val="#ppt_y"/>
                                          </p:val>
                                        </p:tav>
                                      </p:tavLst>
                                    </p:anim>
                                  </p:childTnLst>
                                </p:cTn>
                              </p:par>
                            </p:childTnLst>
                          </p:cTn>
                        </p:par>
                        <p:par>
                          <p:cTn id="36" fill="hold">
                            <p:stCondLst>
                              <p:cond delay="3000"/>
                            </p:stCondLst>
                            <p:childTnLst>
                              <p:par>
                                <p:cTn id="37" presetID="42" presetClass="entr" presetSubtype="0" fill="hold" grpId="0" nodeType="afterEffect">
                                  <p:stCondLst>
                                    <p:cond delay="0"/>
                                  </p:stCondLst>
                                  <p:childTnLst>
                                    <p:set>
                                      <p:cBhvr>
                                        <p:cTn id="38" dur="1" fill="hold">
                                          <p:stCondLst>
                                            <p:cond delay="0"/>
                                          </p:stCondLst>
                                        </p:cTn>
                                        <p:tgtEl>
                                          <p:spTgt spid="17"/>
                                        </p:tgtEl>
                                        <p:attrNameLst>
                                          <p:attrName>style.visibility</p:attrName>
                                        </p:attrNameLst>
                                      </p:cBhvr>
                                      <p:to>
                                        <p:strVal val="visible"/>
                                      </p:to>
                                    </p:set>
                                    <p:animEffect transition="in" filter="fade">
                                      <p:cBhvr>
                                        <p:cTn id="39" dur="500"/>
                                        <p:tgtEl>
                                          <p:spTgt spid="17"/>
                                        </p:tgtEl>
                                      </p:cBhvr>
                                    </p:animEffect>
                                    <p:anim calcmode="lin" valueType="num">
                                      <p:cBhvr>
                                        <p:cTn id="40" dur="500" fill="hold"/>
                                        <p:tgtEl>
                                          <p:spTgt spid="17"/>
                                        </p:tgtEl>
                                        <p:attrNameLst>
                                          <p:attrName>ppt_x</p:attrName>
                                        </p:attrNameLst>
                                      </p:cBhvr>
                                      <p:tavLst>
                                        <p:tav tm="0">
                                          <p:val>
                                            <p:strVal val="#ppt_x"/>
                                          </p:val>
                                        </p:tav>
                                        <p:tav tm="100000">
                                          <p:val>
                                            <p:strVal val="#ppt_x"/>
                                          </p:val>
                                        </p:tav>
                                      </p:tavLst>
                                    </p:anim>
                                    <p:anim calcmode="lin" valueType="num">
                                      <p:cBhvr>
                                        <p:cTn id="41" dur="500" fill="hold"/>
                                        <p:tgtEl>
                                          <p:spTgt spid="17"/>
                                        </p:tgtEl>
                                        <p:attrNameLst>
                                          <p:attrName>ppt_y</p:attrName>
                                        </p:attrNameLst>
                                      </p:cBhvr>
                                      <p:tavLst>
                                        <p:tav tm="0">
                                          <p:val>
                                            <p:strVal val="#ppt_y+.1"/>
                                          </p:val>
                                        </p:tav>
                                        <p:tav tm="100000">
                                          <p:val>
                                            <p:strVal val="#ppt_y"/>
                                          </p:val>
                                        </p:tav>
                                      </p:tavLst>
                                    </p:anim>
                                  </p:childTnLst>
                                </p:cTn>
                              </p:par>
                            </p:childTnLst>
                          </p:cTn>
                        </p:par>
                        <p:par>
                          <p:cTn id="42" fill="hold">
                            <p:stCondLst>
                              <p:cond delay="3500"/>
                            </p:stCondLst>
                            <p:childTnLst>
                              <p:par>
                                <p:cTn id="43" presetID="10" presetClass="entr" presetSubtype="0" fill="hold" grpId="0" nodeType="afterEffect">
                                  <p:stCondLst>
                                    <p:cond delay="0"/>
                                  </p:stCondLst>
                                  <p:childTnLst>
                                    <p:set>
                                      <p:cBhvr>
                                        <p:cTn id="44" dur="1" fill="hold">
                                          <p:stCondLst>
                                            <p:cond delay="0"/>
                                          </p:stCondLst>
                                        </p:cTn>
                                        <p:tgtEl>
                                          <p:spTgt spid="21"/>
                                        </p:tgtEl>
                                        <p:attrNameLst>
                                          <p:attrName>style.visibility</p:attrName>
                                        </p:attrNameLst>
                                      </p:cBhvr>
                                      <p:to>
                                        <p:strVal val="visible"/>
                                      </p:to>
                                    </p:set>
                                    <p:animEffect transition="in" filter="fade">
                                      <p:cBhvr>
                                        <p:cTn id="45" dur="500"/>
                                        <p:tgtEl>
                                          <p:spTgt spid="21"/>
                                        </p:tgtEl>
                                      </p:cBhvr>
                                    </p:animEffect>
                                  </p:childTnLst>
                                </p:cTn>
                              </p:par>
                            </p:childTnLst>
                          </p:cTn>
                        </p:par>
                        <p:par>
                          <p:cTn id="46" fill="hold">
                            <p:stCondLst>
                              <p:cond delay="4000"/>
                            </p:stCondLst>
                            <p:childTnLst>
                              <p:par>
                                <p:cTn id="47" presetID="53" presetClass="entr" presetSubtype="16" fill="hold" grpId="0" nodeType="afterEffect" nodePh="1">
                                  <p:stCondLst>
                                    <p:cond delay="0"/>
                                  </p:stCondLst>
                                  <p:endCondLst>
                                    <p:cond evt="begin" delay="0">
                                      <p:tn val="47"/>
                                    </p:cond>
                                  </p:endCondLst>
                                  <p:childTnLst>
                                    <p:set>
                                      <p:cBhvr>
                                        <p:cTn id="48" dur="1" fill="hold">
                                          <p:stCondLst>
                                            <p:cond delay="0"/>
                                          </p:stCondLst>
                                        </p:cTn>
                                        <p:tgtEl>
                                          <p:spTgt spid="22">
                                            <p:txEl>
                                              <p:pRg st="0" end="0"/>
                                            </p:txEl>
                                          </p:spTgt>
                                        </p:tgtEl>
                                        <p:attrNameLst>
                                          <p:attrName>style.visibility</p:attrName>
                                        </p:attrNameLst>
                                      </p:cBhvr>
                                      <p:to>
                                        <p:strVal val="visible"/>
                                      </p:to>
                                    </p:set>
                                    <p:anim calcmode="lin" valueType="num">
                                      <p:cBhvr>
                                        <p:cTn id="49" dur="500" fill="hold"/>
                                        <p:tgtEl>
                                          <p:spTgt spid="22">
                                            <p:txEl>
                                              <p:pRg st="0" end="0"/>
                                            </p:txEl>
                                          </p:spTgt>
                                        </p:tgtEl>
                                        <p:attrNameLst>
                                          <p:attrName>ppt_w</p:attrName>
                                        </p:attrNameLst>
                                      </p:cBhvr>
                                      <p:tavLst>
                                        <p:tav tm="0">
                                          <p:val>
                                            <p:fltVal val="0"/>
                                          </p:val>
                                        </p:tav>
                                        <p:tav tm="100000">
                                          <p:val>
                                            <p:strVal val="#ppt_w"/>
                                          </p:val>
                                        </p:tav>
                                      </p:tavLst>
                                    </p:anim>
                                    <p:anim calcmode="lin" valueType="num">
                                      <p:cBhvr>
                                        <p:cTn id="50" dur="500" fill="hold"/>
                                        <p:tgtEl>
                                          <p:spTgt spid="22">
                                            <p:txEl>
                                              <p:pRg st="0" end="0"/>
                                            </p:txEl>
                                          </p:spTgt>
                                        </p:tgtEl>
                                        <p:attrNameLst>
                                          <p:attrName>ppt_h</p:attrName>
                                        </p:attrNameLst>
                                      </p:cBhvr>
                                      <p:tavLst>
                                        <p:tav tm="0">
                                          <p:val>
                                            <p:fltVal val="0"/>
                                          </p:val>
                                        </p:tav>
                                        <p:tav tm="100000">
                                          <p:val>
                                            <p:strVal val="#ppt_h"/>
                                          </p:val>
                                        </p:tav>
                                      </p:tavLst>
                                    </p:anim>
                                    <p:animEffect transition="in" filter="fade">
                                      <p:cBhvr>
                                        <p:cTn id="51" dur="500"/>
                                        <p:tgtEl>
                                          <p:spTgt spid="22">
                                            <p:txEl>
                                              <p:pRg st="0" end="0"/>
                                            </p:txEl>
                                          </p:spTgt>
                                        </p:tgtEl>
                                      </p:cBhvr>
                                    </p:animEffect>
                                  </p:childTnLst>
                                </p:cTn>
                              </p:par>
                            </p:childTnLst>
                          </p:cTn>
                        </p:par>
                        <p:par>
                          <p:cTn id="52" fill="hold">
                            <p:stCondLst>
                              <p:cond delay="4500"/>
                            </p:stCondLst>
                            <p:childTnLst>
                              <p:par>
                                <p:cTn id="53" presetID="42" presetClass="entr" presetSubtype="0" fill="hold" grpId="0" nodeType="afterEffect" nodePh="1">
                                  <p:stCondLst>
                                    <p:cond delay="0"/>
                                  </p:stCondLst>
                                  <p:endCondLst>
                                    <p:cond evt="begin" delay="0">
                                      <p:tn val="53"/>
                                    </p:cond>
                                  </p:endCondLst>
                                  <p:childTnLst>
                                    <p:set>
                                      <p:cBhvr>
                                        <p:cTn id="54" dur="1" fill="hold">
                                          <p:stCondLst>
                                            <p:cond delay="0"/>
                                          </p:stCondLst>
                                        </p:cTn>
                                        <p:tgtEl>
                                          <p:spTgt spid="23">
                                            <p:txEl>
                                              <p:pRg st="0" end="0"/>
                                            </p:txEl>
                                          </p:spTgt>
                                        </p:tgtEl>
                                        <p:attrNameLst>
                                          <p:attrName>style.visibility</p:attrName>
                                        </p:attrNameLst>
                                      </p:cBhvr>
                                      <p:to>
                                        <p:strVal val="visible"/>
                                      </p:to>
                                    </p:set>
                                    <p:animEffect transition="in" filter="fade">
                                      <p:cBhvr>
                                        <p:cTn id="55" dur="500"/>
                                        <p:tgtEl>
                                          <p:spTgt spid="23">
                                            <p:txEl>
                                              <p:pRg st="0" end="0"/>
                                            </p:txEl>
                                          </p:spTgt>
                                        </p:tgtEl>
                                      </p:cBhvr>
                                    </p:animEffect>
                                    <p:anim calcmode="lin" valueType="num">
                                      <p:cBhvr>
                                        <p:cTn id="56" dur="500" fill="hold"/>
                                        <p:tgtEl>
                                          <p:spTgt spid="23">
                                            <p:txEl>
                                              <p:pRg st="0" end="0"/>
                                            </p:txEl>
                                          </p:spTgt>
                                        </p:tgtEl>
                                        <p:attrNameLst>
                                          <p:attrName>ppt_x</p:attrName>
                                        </p:attrNameLst>
                                      </p:cBhvr>
                                      <p:tavLst>
                                        <p:tav tm="0">
                                          <p:val>
                                            <p:strVal val="#ppt_x"/>
                                          </p:val>
                                        </p:tav>
                                        <p:tav tm="100000">
                                          <p:val>
                                            <p:strVal val="#ppt_x"/>
                                          </p:val>
                                        </p:tav>
                                      </p:tavLst>
                                    </p:anim>
                                    <p:anim calcmode="lin" valueType="num">
                                      <p:cBhvr>
                                        <p:cTn id="57" dur="500" fill="hold"/>
                                        <p:tgtEl>
                                          <p:spTgt spid="23">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42" grpId="0" animBg="1"/>
      <p:bldP spid="43" grpId="0" animBg="1"/>
      <p:bldP spid="16" grpId="0" animBg="1"/>
      <p:bldP spid="17" grpId="0" animBg="1"/>
      <p:bldP spid="21" grpId="0" animBg="1"/>
      <p:bldP spid="22"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2"/>
                        </p:tgtEl>
                        <p:attrNameLst>
                          <p:attrName>style.visibility</p:attrName>
                        </p:attrNameLst>
                      </p:cBhvr>
                      <p:to>
                        <p:strVal val="visible"/>
                      </p:to>
                    </p:set>
                    <p:anim calcmode="lin" valueType="num">
                      <p:cBhvr>
                        <p:cTn dur="500" fill="hold"/>
                        <p:tgtEl>
                          <p:spTgt spid="22"/>
                        </p:tgtEl>
                        <p:attrNameLst>
                          <p:attrName>ppt_w</p:attrName>
                        </p:attrNameLst>
                      </p:cBhvr>
                      <p:tavLst>
                        <p:tav tm="0">
                          <p:val>
                            <p:fltVal val="0"/>
                          </p:val>
                        </p:tav>
                        <p:tav tm="100000">
                          <p:val>
                            <p:strVal val="#ppt_w"/>
                          </p:val>
                        </p:tav>
                      </p:tavLst>
                    </p:anim>
                    <p:anim calcmode="lin" valueType="num">
                      <p:cBhvr>
                        <p:cTn dur="500" fill="hold"/>
                        <p:tgtEl>
                          <p:spTgt spid="22"/>
                        </p:tgtEl>
                        <p:attrNameLst>
                          <p:attrName>ppt_h</p:attrName>
                        </p:attrNameLst>
                      </p:cBhvr>
                      <p:tavLst>
                        <p:tav tm="0">
                          <p:val>
                            <p:fltVal val="0"/>
                          </p:val>
                        </p:tav>
                        <p:tav tm="100000">
                          <p:val>
                            <p:strVal val="#ppt_h"/>
                          </p:val>
                        </p:tav>
                      </p:tavLst>
                    </p:anim>
                    <p:animEffect transition="in" filter="fade">
                      <p:cBhvr>
                        <p:cTn dur="500"/>
                        <p:tgtEl>
                          <p:spTgt spid="22"/>
                        </p:tgtEl>
                      </p:cBhvr>
                    </p:animEffect>
                  </p:childTnLst>
                </p:cTn>
              </p:par>
            </p:tnLst>
          </p:tmpl>
        </p:tmplLst>
      </p:bldP>
      <p:bldP spid="23"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3"/>
                        </p:tgtEl>
                        <p:attrNameLst>
                          <p:attrName>style.visibility</p:attrName>
                        </p:attrNameLst>
                      </p:cBhvr>
                      <p:to>
                        <p:strVal val="visible"/>
                      </p:to>
                    </p:set>
                    <p:animEffect transition="in" filter="fade">
                      <p:cBhvr>
                        <p:cTn dur="500"/>
                        <p:tgtEl>
                          <p:spTgt spid="23"/>
                        </p:tgtEl>
                      </p:cBhvr>
                    </p:animEffect>
                    <p:anim calcmode="lin" valueType="num">
                      <p:cBhvr>
                        <p:cTn dur="500" fill="hold"/>
                        <p:tgtEl>
                          <p:spTgt spid="23"/>
                        </p:tgtEl>
                        <p:attrNameLst>
                          <p:attrName>ppt_x</p:attrName>
                        </p:attrNameLst>
                      </p:cBhvr>
                      <p:tavLst>
                        <p:tav tm="0">
                          <p:val>
                            <p:strVal val="#ppt_x"/>
                          </p:val>
                        </p:tav>
                        <p:tav tm="100000">
                          <p:val>
                            <p:strVal val="#ppt_x"/>
                          </p:val>
                        </p:tav>
                      </p:tavLst>
                    </p:anim>
                    <p:anim calcmode="lin" valueType="num">
                      <p:cBhvr>
                        <p:cTn dur="500" fill="hold"/>
                        <p:tgtEl>
                          <p:spTgt spid="23"/>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785.xml><?xml version="1.0" encoding="utf-8"?>
<p:sldLayout xmlns:a="http://schemas.openxmlformats.org/drawingml/2006/main" xmlns:r="http://schemas.openxmlformats.org/officeDocument/2006/relationships" xmlns:p="http://schemas.openxmlformats.org/presentationml/2006/main" preserve="1" userDrawn="1">
  <p:cSld name="15_Custom Layout">
    <p:spTree>
      <p:nvGrpSpPr>
        <p:cNvPr id="1" name=""/>
        <p:cNvGrpSpPr/>
        <p:nvPr/>
      </p:nvGrpSpPr>
      <p:grpSpPr>
        <a:xfrm>
          <a:off x="0" y="0"/>
          <a:ext cx="0" cy="0"/>
          <a:chOff x="0" y="0"/>
          <a:chExt cx="0" cy="0"/>
        </a:xfrm>
      </p:grpSpPr>
      <p:sp>
        <p:nvSpPr>
          <p:cNvPr id="31" name="Rounded Rectangle 30"/>
          <p:cNvSpPr/>
          <p:nvPr userDrawn="1"/>
        </p:nvSpPr>
        <p:spPr>
          <a:xfrm>
            <a:off x="8372331" y="4003119"/>
            <a:ext cx="2762538" cy="2022764"/>
          </a:xfrm>
          <a:prstGeom prst="round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0" name="Rounded Rectangle 29"/>
          <p:cNvSpPr/>
          <p:nvPr userDrawn="1"/>
        </p:nvSpPr>
        <p:spPr>
          <a:xfrm>
            <a:off x="4714731" y="4003119"/>
            <a:ext cx="2762538" cy="2022764"/>
          </a:xfrm>
          <a:prstGeom prst="round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6" name="Rounded Rectangle 5"/>
          <p:cNvSpPr/>
          <p:nvPr userDrawn="1"/>
        </p:nvSpPr>
        <p:spPr>
          <a:xfrm>
            <a:off x="1057131" y="4003119"/>
            <a:ext cx="2762538" cy="2022764"/>
          </a:xfrm>
          <a:prstGeom prst="round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43" name="Picture Placeholder 30"/>
          <p:cNvSpPr>
            <a:spLocks noGrp="1"/>
          </p:cNvSpPr>
          <p:nvPr>
            <p:ph type="pic" sz="quarter" idx="36" hasCustomPrompt="1"/>
          </p:nvPr>
        </p:nvSpPr>
        <p:spPr>
          <a:xfrm>
            <a:off x="1057131" y="2078182"/>
            <a:ext cx="2762538" cy="2701636"/>
          </a:xfrm>
          <a:solidFill>
            <a:schemeClr val="bg1">
              <a:lumMod val="85000"/>
            </a:schemeClr>
          </a:solidFill>
        </p:spPr>
        <p:txBody>
          <a:bodyPr/>
          <a:lstStyle>
            <a:lvl1pPr>
              <a:defRPr/>
            </a:lvl1pPr>
          </a:lstStyle>
          <a:p>
            <a:r>
              <a:rPr lang="id-ID" dirty="0" smtClean="0"/>
              <a:t>Pic here</a:t>
            </a:r>
            <a:endParaRPr lang="en-AU" dirty="0"/>
          </a:p>
        </p:txBody>
      </p:sp>
      <p:sp>
        <p:nvSpPr>
          <p:cNvPr id="15"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1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19" name="Picture Placeholder 30"/>
          <p:cNvSpPr>
            <a:spLocks noGrp="1"/>
          </p:cNvSpPr>
          <p:nvPr>
            <p:ph type="pic" sz="quarter" idx="37" hasCustomPrompt="1"/>
          </p:nvPr>
        </p:nvSpPr>
        <p:spPr>
          <a:xfrm>
            <a:off x="4714731" y="2078182"/>
            <a:ext cx="2762538" cy="2701636"/>
          </a:xfrm>
          <a:solidFill>
            <a:schemeClr val="bg1">
              <a:lumMod val="85000"/>
            </a:schemeClr>
          </a:solidFill>
        </p:spPr>
        <p:txBody>
          <a:bodyPr/>
          <a:lstStyle>
            <a:lvl1pPr>
              <a:defRPr/>
            </a:lvl1pPr>
          </a:lstStyle>
          <a:p>
            <a:r>
              <a:rPr lang="id-ID" dirty="0" smtClean="0"/>
              <a:t>Pic here</a:t>
            </a:r>
            <a:endParaRPr lang="en-AU" dirty="0"/>
          </a:p>
        </p:txBody>
      </p:sp>
      <p:sp>
        <p:nvSpPr>
          <p:cNvPr id="20" name="Picture Placeholder 30"/>
          <p:cNvSpPr>
            <a:spLocks noGrp="1"/>
          </p:cNvSpPr>
          <p:nvPr>
            <p:ph type="pic" sz="quarter" idx="38" hasCustomPrompt="1"/>
          </p:nvPr>
        </p:nvSpPr>
        <p:spPr>
          <a:xfrm>
            <a:off x="8372331" y="2078182"/>
            <a:ext cx="2762538" cy="2701636"/>
          </a:xfrm>
          <a:solidFill>
            <a:schemeClr val="bg1">
              <a:lumMod val="85000"/>
            </a:schemeClr>
          </a:solidFill>
        </p:spPr>
        <p:txBody>
          <a:bodyPr/>
          <a:lstStyle>
            <a:lvl1pPr>
              <a:defRPr/>
            </a:lvl1pPr>
          </a:lstStyle>
          <a:p>
            <a:r>
              <a:rPr lang="id-ID" dirty="0" smtClean="0"/>
              <a:t>Pic here</a:t>
            </a:r>
            <a:endParaRPr lang="en-AU" dirty="0"/>
          </a:p>
        </p:txBody>
      </p:sp>
      <p:sp>
        <p:nvSpPr>
          <p:cNvPr id="24" name="Picture Placeholder 30"/>
          <p:cNvSpPr>
            <a:spLocks noGrp="1"/>
          </p:cNvSpPr>
          <p:nvPr>
            <p:ph type="pic" sz="quarter" idx="39" hasCustomPrompt="1"/>
          </p:nvPr>
        </p:nvSpPr>
        <p:spPr>
          <a:xfrm>
            <a:off x="1057131" y="4142509"/>
            <a:ext cx="2762538" cy="637309"/>
          </a:xfrm>
          <a:solidFill>
            <a:schemeClr val="accent1"/>
          </a:solidFill>
        </p:spPr>
        <p:txBody>
          <a:bodyPr>
            <a:normAutofit/>
          </a:bodyPr>
          <a:lstStyle>
            <a:lvl1pPr algn="r">
              <a:defRPr sz="1050"/>
            </a:lvl1pPr>
          </a:lstStyle>
          <a:p>
            <a:r>
              <a:rPr lang="id-ID" dirty="0" smtClean="0"/>
              <a:t>Nopic</a:t>
            </a:r>
            <a:endParaRPr lang="en-AU" dirty="0"/>
          </a:p>
        </p:txBody>
      </p:sp>
      <p:sp>
        <p:nvSpPr>
          <p:cNvPr id="25" name="Picture Placeholder 30"/>
          <p:cNvSpPr>
            <a:spLocks noGrp="1"/>
          </p:cNvSpPr>
          <p:nvPr>
            <p:ph type="pic" sz="quarter" idx="40" hasCustomPrompt="1"/>
          </p:nvPr>
        </p:nvSpPr>
        <p:spPr>
          <a:xfrm>
            <a:off x="4714731" y="4142509"/>
            <a:ext cx="2762538" cy="637309"/>
          </a:xfrm>
          <a:solidFill>
            <a:schemeClr val="accent2"/>
          </a:solidFill>
        </p:spPr>
        <p:txBody>
          <a:bodyPr>
            <a:normAutofit/>
          </a:bodyPr>
          <a:lstStyle>
            <a:lvl1pPr algn="r">
              <a:defRPr sz="1050"/>
            </a:lvl1pPr>
          </a:lstStyle>
          <a:p>
            <a:r>
              <a:rPr lang="id-ID" dirty="0" smtClean="0"/>
              <a:t>Nopic</a:t>
            </a:r>
            <a:endParaRPr lang="en-AU" dirty="0"/>
          </a:p>
        </p:txBody>
      </p:sp>
      <p:sp>
        <p:nvSpPr>
          <p:cNvPr id="26" name="Picture Placeholder 30"/>
          <p:cNvSpPr>
            <a:spLocks noGrp="1"/>
          </p:cNvSpPr>
          <p:nvPr>
            <p:ph type="pic" sz="quarter" idx="41" hasCustomPrompt="1"/>
          </p:nvPr>
        </p:nvSpPr>
        <p:spPr>
          <a:xfrm>
            <a:off x="8372331" y="4142509"/>
            <a:ext cx="2762538" cy="637309"/>
          </a:xfrm>
          <a:solidFill>
            <a:schemeClr val="accent4"/>
          </a:solidFill>
        </p:spPr>
        <p:txBody>
          <a:bodyPr>
            <a:normAutofit/>
          </a:bodyPr>
          <a:lstStyle>
            <a:lvl1pPr algn="r">
              <a:defRPr sz="1050"/>
            </a:lvl1pPr>
          </a:lstStyle>
          <a:p>
            <a:r>
              <a:rPr lang="id-ID" dirty="0" smtClean="0"/>
              <a:t>Nopic</a:t>
            </a:r>
            <a:endParaRPr lang="en-AU" dirty="0"/>
          </a:p>
        </p:txBody>
      </p:sp>
      <p:sp>
        <p:nvSpPr>
          <p:cNvPr id="27" name="Text Placeholder 21"/>
          <p:cNvSpPr>
            <a:spLocks noGrp="1"/>
          </p:cNvSpPr>
          <p:nvPr>
            <p:ph type="body" sz="quarter" idx="20"/>
          </p:nvPr>
        </p:nvSpPr>
        <p:spPr>
          <a:xfrm>
            <a:off x="1057131" y="4332757"/>
            <a:ext cx="2743200" cy="256811"/>
          </a:xfrm>
        </p:spPr>
        <p:txBody>
          <a:bodyPr/>
          <a:lstStyle>
            <a:lvl1pPr algn="ctr">
              <a:defRPr>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8" name="Text Placeholder 21"/>
          <p:cNvSpPr>
            <a:spLocks noGrp="1"/>
          </p:cNvSpPr>
          <p:nvPr>
            <p:ph type="body" sz="quarter" idx="42"/>
          </p:nvPr>
        </p:nvSpPr>
        <p:spPr>
          <a:xfrm>
            <a:off x="4734069" y="4332756"/>
            <a:ext cx="2743200" cy="256811"/>
          </a:xfrm>
        </p:spPr>
        <p:txBody>
          <a:bodyPr/>
          <a:lstStyle>
            <a:lvl1pPr algn="ctr">
              <a:defRPr>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9" name="Text Placeholder 21"/>
          <p:cNvSpPr>
            <a:spLocks noGrp="1"/>
          </p:cNvSpPr>
          <p:nvPr>
            <p:ph type="body" sz="quarter" idx="43"/>
          </p:nvPr>
        </p:nvSpPr>
        <p:spPr>
          <a:xfrm>
            <a:off x="8372331" y="4332756"/>
            <a:ext cx="2743200" cy="256811"/>
          </a:xfrm>
        </p:spPr>
        <p:txBody>
          <a:bodyPr/>
          <a:lstStyle>
            <a:lvl1pPr algn="ctr">
              <a:defRPr>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3" name="Text Placeholder 21"/>
          <p:cNvSpPr>
            <a:spLocks noGrp="1"/>
          </p:cNvSpPr>
          <p:nvPr>
            <p:ph type="body" sz="quarter" idx="44"/>
          </p:nvPr>
        </p:nvSpPr>
        <p:spPr>
          <a:xfrm>
            <a:off x="1057131" y="5014501"/>
            <a:ext cx="2743200" cy="682675"/>
          </a:xfrm>
        </p:spPr>
        <p:txBody>
          <a:bodyPr>
            <a:noAutofit/>
          </a:bodyPr>
          <a:lstStyle>
            <a:lvl1pPr algn="ctr">
              <a:defRPr sz="120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4" name="Text Placeholder 21"/>
          <p:cNvSpPr>
            <a:spLocks noGrp="1"/>
          </p:cNvSpPr>
          <p:nvPr>
            <p:ph type="body" sz="quarter" idx="45"/>
          </p:nvPr>
        </p:nvSpPr>
        <p:spPr>
          <a:xfrm>
            <a:off x="4695393" y="5014500"/>
            <a:ext cx="2743200" cy="682675"/>
          </a:xfrm>
        </p:spPr>
        <p:txBody>
          <a:bodyPr>
            <a:noAutofit/>
          </a:bodyPr>
          <a:lstStyle>
            <a:lvl1pPr algn="ctr">
              <a:defRPr sz="120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5" name="Text Placeholder 21"/>
          <p:cNvSpPr>
            <a:spLocks noGrp="1"/>
          </p:cNvSpPr>
          <p:nvPr>
            <p:ph type="body" sz="quarter" idx="46"/>
          </p:nvPr>
        </p:nvSpPr>
        <p:spPr>
          <a:xfrm>
            <a:off x="8380703" y="5014500"/>
            <a:ext cx="2743200" cy="682675"/>
          </a:xfrm>
        </p:spPr>
        <p:txBody>
          <a:bodyPr>
            <a:noAutofit/>
          </a:bodyPr>
          <a:lstStyle>
            <a:lvl1pPr algn="ctr">
              <a:defRPr sz="120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Tree>
    <p:extLst>
      <p:ext uri="{BB962C8B-B14F-4D97-AF65-F5344CB8AC3E}">
        <p14:creationId xmlns:p14="http://schemas.microsoft.com/office/powerpoint/2010/main" val="38790901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500"/>
                            </p:stCondLst>
                            <p:childTnLst>
                              <p:par>
                                <p:cTn id="5" presetID="10" presetClass="entr" presetSubtype="0" fill="hold" grpId="0" nodeType="after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500"/>
                                        <p:tgtEl>
                                          <p:spTgt spid="15"/>
                                        </p:tgtEl>
                                      </p:cBhvr>
                                    </p:animEffect>
                                  </p:childTnLst>
                                </p:cTn>
                              </p:par>
                            </p:childTnLst>
                          </p:cTn>
                        </p:par>
                        <p:par>
                          <p:cTn id="8" fill="hold">
                            <p:stCondLst>
                              <p:cond delay="1000"/>
                            </p:stCondLst>
                            <p:childTnLst>
                              <p:par>
                                <p:cTn id="9" presetID="42" presetClass="entr" presetSubtype="0" fill="hold" grpId="0" nodeType="afterEffect">
                                  <p:stCondLst>
                                    <p:cond delay="0"/>
                                  </p:stCondLst>
                                  <p:childTnLst>
                                    <p:set>
                                      <p:cBhvr>
                                        <p:cTn id="10" dur="1" fill="hold">
                                          <p:stCondLst>
                                            <p:cond delay="0"/>
                                          </p:stCondLst>
                                        </p:cTn>
                                        <p:tgtEl>
                                          <p:spTgt spid="18">
                                            <p:txEl>
                                              <p:pRg st="0" end="0"/>
                                            </p:txEl>
                                          </p:spTgt>
                                        </p:tgtEl>
                                        <p:attrNameLst>
                                          <p:attrName>style.visibility</p:attrName>
                                        </p:attrNameLst>
                                      </p:cBhvr>
                                      <p:to>
                                        <p:strVal val="visible"/>
                                      </p:to>
                                    </p:set>
                                    <p:animEffect transition="in" filter="fade">
                                      <p:cBhvr>
                                        <p:cTn id="11" dur="500"/>
                                        <p:tgtEl>
                                          <p:spTgt spid="18">
                                            <p:txEl>
                                              <p:pRg st="0" end="0"/>
                                            </p:txEl>
                                          </p:spTgt>
                                        </p:tgtEl>
                                      </p:cBhvr>
                                    </p:animEffect>
                                    <p:anim calcmode="lin" valueType="num">
                                      <p:cBhvr>
                                        <p:cTn id="12" dur="500" fill="hold"/>
                                        <p:tgtEl>
                                          <p:spTgt spid="18">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18">
                                            <p:txEl>
                                              <p:pRg st="0" end="0"/>
                                            </p:txEl>
                                          </p:spTgt>
                                        </p:tgtEl>
                                        <p:attrNameLst>
                                          <p:attrName>ppt_y</p:attrName>
                                        </p:attrNameLst>
                                      </p:cBhvr>
                                      <p:tavLst>
                                        <p:tav tm="0">
                                          <p:val>
                                            <p:strVal val="#ppt_y+.1"/>
                                          </p:val>
                                        </p:tav>
                                        <p:tav tm="100000">
                                          <p:val>
                                            <p:strVal val="#ppt_y"/>
                                          </p:val>
                                        </p:tav>
                                      </p:tavLst>
                                    </p:anim>
                                  </p:childTnLst>
                                </p:cTn>
                              </p:par>
                            </p:childTnLst>
                          </p:cTn>
                        </p:par>
                        <p:par>
                          <p:cTn id="14" fill="hold">
                            <p:stCondLst>
                              <p:cond delay="1500"/>
                            </p:stCondLst>
                            <p:childTnLst>
                              <p:par>
                                <p:cTn id="15" presetID="42" presetClass="entr" presetSubtype="0" fill="hold" grpId="0" nodeType="afterEffect">
                                  <p:stCondLst>
                                    <p:cond delay="0"/>
                                  </p:stCondLst>
                                  <p:childTnLst>
                                    <p:set>
                                      <p:cBhvr>
                                        <p:cTn id="16" dur="1" fill="hold">
                                          <p:stCondLst>
                                            <p:cond delay="0"/>
                                          </p:stCondLst>
                                        </p:cTn>
                                        <p:tgtEl>
                                          <p:spTgt spid="43"/>
                                        </p:tgtEl>
                                        <p:attrNameLst>
                                          <p:attrName>style.visibility</p:attrName>
                                        </p:attrNameLst>
                                      </p:cBhvr>
                                      <p:to>
                                        <p:strVal val="visible"/>
                                      </p:to>
                                    </p:set>
                                    <p:animEffect transition="in" filter="fade">
                                      <p:cBhvr>
                                        <p:cTn id="17" dur="500"/>
                                        <p:tgtEl>
                                          <p:spTgt spid="43"/>
                                        </p:tgtEl>
                                      </p:cBhvr>
                                    </p:animEffect>
                                    <p:anim calcmode="lin" valueType="num">
                                      <p:cBhvr>
                                        <p:cTn id="18" dur="500" fill="hold"/>
                                        <p:tgtEl>
                                          <p:spTgt spid="43"/>
                                        </p:tgtEl>
                                        <p:attrNameLst>
                                          <p:attrName>ppt_x</p:attrName>
                                        </p:attrNameLst>
                                      </p:cBhvr>
                                      <p:tavLst>
                                        <p:tav tm="0">
                                          <p:val>
                                            <p:strVal val="#ppt_x"/>
                                          </p:val>
                                        </p:tav>
                                        <p:tav tm="100000">
                                          <p:val>
                                            <p:strVal val="#ppt_x"/>
                                          </p:val>
                                        </p:tav>
                                      </p:tavLst>
                                    </p:anim>
                                    <p:anim calcmode="lin" valueType="num">
                                      <p:cBhvr>
                                        <p:cTn id="19" dur="500" fill="hold"/>
                                        <p:tgtEl>
                                          <p:spTgt spid="43"/>
                                        </p:tgtEl>
                                        <p:attrNameLst>
                                          <p:attrName>ppt_y</p:attrName>
                                        </p:attrNameLst>
                                      </p:cBhvr>
                                      <p:tavLst>
                                        <p:tav tm="0">
                                          <p:val>
                                            <p:strVal val="#ppt_y+.1"/>
                                          </p:val>
                                        </p:tav>
                                        <p:tav tm="100000">
                                          <p:val>
                                            <p:strVal val="#ppt_y"/>
                                          </p:val>
                                        </p:tav>
                                      </p:tavLst>
                                    </p:anim>
                                  </p:childTnLst>
                                </p:cTn>
                              </p:par>
                            </p:childTnLst>
                          </p:cTn>
                        </p:par>
                        <p:par>
                          <p:cTn id="20" fill="hold">
                            <p:stCondLst>
                              <p:cond delay="2000"/>
                            </p:stCondLst>
                            <p:childTnLst>
                              <p:par>
                                <p:cTn id="21" presetID="42" presetClass="entr" presetSubtype="0" fill="hold" grpId="0" nodeType="afterEffect">
                                  <p:stCondLst>
                                    <p:cond delay="0"/>
                                  </p:stCondLst>
                                  <p:childTnLst>
                                    <p:set>
                                      <p:cBhvr>
                                        <p:cTn id="22" dur="1" fill="hold">
                                          <p:stCondLst>
                                            <p:cond delay="0"/>
                                          </p:stCondLst>
                                        </p:cTn>
                                        <p:tgtEl>
                                          <p:spTgt spid="19"/>
                                        </p:tgtEl>
                                        <p:attrNameLst>
                                          <p:attrName>style.visibility</p:attrName>
                                        </p:attrNameLst>
                                      </p:cBhvr>
                                      <p:to>
                                        <p:strVal val="visible"/>
                                      </p:to>
                                    </p:set>
                                    <p:animEffect transition="in" filter="fade">
                                      <p:cBhvr>
                                        <p:cTn id="23" dur="500"/>
                                        <p:tgtEl>
                                          <p:spTgt spid="19"/>
                                        </p:tgtEl>
                                      </p:cBhvr>
                                    </p:animEffect>
                                    <p:anim calcmode="lin" valueType="num">
                                      <p:cBhvr>
                                        <p:cTn id="24" dur="500" fill="hold"/>
                                        <p:tgtEl>
                                          <p:spTgt spid="19"/>
                                        </p:tgtEl>
                                        <p:attrNameLst>
                                          <p:attrName>ppt_x</p:attrName>
                                        </p:attrNameLst>
                                      </p:cBhvr>
                                      <p:tavLst>
                                        <p:tav tm="0">
                                          <p:val>
                                            <p:strVal val="#ppt_x"/>
                                          </p:val>
                                        </p:tav>
                                        <p:tav tm="100000">
                                          <p:val>
                                            <p:strVal val="#ppt_x"/>
                                          </p:val>
                                        </p:tav>
                                      </p:tavLst>
                                    </p:anim>
                                    <p:anim calcmode="lin" valueType="num">
                                      <p:cBhvr>
                                        <p:cTn id="25" dur="500" fill="hold"/>
                                        <p:tgtEl>
                                          <p:spTgt spid="19"/>
                                        </p:tgtEl>
                                        <p:attrNameLst>
                                          <p:attrName>ppt_y</p:attrName>
                                        </p:attrNameLst>
                                      </p:cBhvr>
                                      <p:tavLst>
                                        <p:tav tm="0">
                                          <p:val>
                                            <p:strVal val="#ppt_y+.1"/>
                                          </p:val>
                                        </p:tav>
                                        <p:tav tm="100000">
                                          <p:val>
                                            <p:strVal val="#ppt_y"/>
                                          </p:val>
                                        </p:tav>
                                      </p:tavLst>
                                    </p:anim>
                                  </p:childTnLst>
                                </p:cTn>
                              </p:par>
                            </p:childTnLst>
                          </p:cTn>
                        </p:par>
                        <p:par>
                          <p:cTn id="26" fill="hold">
                            <p:stCondLst>
                              <p:cond delay="2500"/>
                            </p:stCondLst>
                            <p:childTnLst>
                              <p:par>
                                <p:cTn id="27" presetID="42" presetClass="entr" presetSubtype="0" fill="hold" grpId="0" nodeType="afterEffect">
                                  <p:stCondLst>
                                    <p:cond delay="0"/>
                                  </p:stCondLst>
                                  <p:childTnLst>
                                    <p:set>
                                      <p:cBhvr>
                                        <p:cTn id="28" dur="1" fill="hold">
                                          <p:stCondLst>
                                            <p:cond delay="0"/>
                                          </p:stCondLst>
                                        </p:cTn>
                                        <p:tgtEl>
                                          <p:spTgt spid="20"/>
                                        </p:tgtEl>
                                        <p:attrNameLst>
                                          <p:attrName>style.visibility</p:attrName>
                                        </p:attrNameLst>
                                      </p:cBhvr>
                                      <p:to>
                                        <p:strVal val="visible"/>
                                      </p:to>
                                    </p:set>
                                    <p:animEffect transition="in" filter="fade">
                                      <p:cBhvr>
                                        <p:cTn id="29" dur="500"/>
                                        <p:tgtEl>
                                          <p:spTgt spid="20"/>
                                        </p:tgtEl>
                                      </p:cBhvr>
                                    </p:animEffect>
                                    <p:anim calcmode="lin" valueType="num">
                                      <p:cBhvr>
                                        <p:cTn id="30" dur="500" fill="hold"/>
                                        <p:tgtEl>
                                          <p:spTgt spid="20"/>
                                        </p:tgtEl>
                                        <p:attrNameLst>
                                          <p:attrName>ppt_x</p:attrName>
                                        </p:attrNameLst>
                                      </p:cBhvr>
                                      <p:tavLst>
                                        <p:tav tm="0">
                                          <p:val>
                                            <p:strVal val="#ppt_x"/>
                                          </p:val>
                                        </p:tav>
                                        <p:tav tm="100000">
                                          <p:val>
                                            <p:strVal val="#ppt_x"/>
                                          </p:val>
                                        </p:tav>
                                      </p:tavLst>
                                    </p:anim>
                                    <p:anim calcmode="lin" valueType="num">
                                      <p:cBhvr>
                                        <p:cTn id="31" dur="500" fill="hold"/>
                                        <p:tgtEl>
                                          <p:spTgt spid="20"/>
                                        </p:tgtEl>
                                        <p:attrNameLst>
                                          <p:attrName>ppt_y</p:attrName>
                                        </p:attrNameLst>
                                      </p:cBhvr>
                                      <p:tavLst>
                                        <p:tav tm="0">
                                          <p:val>
                                            <p:strVal val="#ppt_y+.1"/>
                                          </p:val>
                                        </p:tav>
                                        <p:tav tm="100000">
                                          <p:val>
                                            <p:strVal val="#ppt_y"/>
                                          </p:val>
                                        </p:tav>
                                      </p:tavLst>
                                    </p:anim>
                                  </p:childTnLst>
                                </p:cTn>
                              </p:par>
                            </p:childTnLst>
                          </p:cTn>
                        </p:par>
                        <p:par>
                          <p:cTn id="32" fill="hold">
                            <p:stCondLst>
                              <p:cond delay="3000"/>
                            </p:stCondLst>
                            <p:childTnLst>
                              <p:par>
                                <p:cTn id="33" presetID="42" presetClass="entr" presetSubtype="0" fill="hold" grpId="0" nodeType="afterEffect">
                                  <p:stCondLst>
                                    <p:cond delay="0"/>
                                  </p:stCondLst>
                                  <p:childTnLst>
                                    <p:set>
                                      <p:cBhvr>
                                        <p:cTn id="34" dur="1" fill="hold">
                                          <p:stCondLst>
                                            <p:cond delay="0"/>
                                          </p:stCondLst>
                                        </p:cTn>
                                        <p:tgtEl>
                                          <p:spTgt spid="24"/>
                                        </p:tgtEl>
                                        <p:attrNameLst>
                                          <p:attrName>style.visibility</p:attrName>
                                        </p:attrNameLst>
                                      </p:cBhvr>
                                      <p:to>
                                        <p:strVal val="visible"/>
                                      </p:to>
                                    </p:set>
                                    <p:animEffect transition="in" filter="fade">
                                      <p:cBhvr>
                                        <p:cTn id="35" dur="500"/>
                                        <p:tgtEl>
                                          <p:spTgt spid="24"/>
                                        </p:tgtEl>
                                      </p:cBhvr>
                                    </p:animEffect>
                                    <p:anim calcmode="lin" valueType="num">
                                      <p:cBhvr>
                                        <p:cTn id="36" dur="500" fill="hold"/>
                                        <p:tgtEl>
                                          <p:spTgt spid="24"/>
                                        </p:tgtEl>
                                        <p:attrNameLst>
                                          <p:attrName>ppt_x</p:attrName>
                                        </p:attrNameLst>
                                      </p:cBhvr>
                                      <p:tavLst>
                                        <p:tav tm="0">
                                          <p:val>
                                            <p:strVal val="#ppt_x"/>
                                          </p:val>
                                        </p:tav>
                                        <p:tav tm="100000">
                                          <p:val>
                                            <p:strVal val="#ppt_x"/>
                                          </p:val>
                                        </p:tav>
                                      </p:tavLst>
                                    </p:anim>
                                    <p:anim calcmode="lin" valueType="num">
                                      <p:cBhvr>
                                        <p:cTn id="37" dur="500" fill="hold"/>
                                        <p:tgtEl>
                                          <p:spTgt spid="24"/>
                                        </p:tgtEl>
                                        <p:attrNameLst>
                                          <p:attrName>ppt_y</p:attrName>
                                        </p:attrNameLst>
                                      </p:cBhvr>
                                      <p:tavLst>
                                        <p:tav tm="0">
                                          <p:val>
                                            <p:strVal val="#ppt_y+.1"/>
                                          </p:val>
                                        </p:tav>
                                        <p:tav tm="100000">
                                          <p:val>
                                            <p:strVal val="#ppt_y"/>
                                          </p:val>
                                        </p:tav>
                                      </p:tavLst>
                                    </p:anim>
                                  </p:childTnLst>
                                </p:cTn>
                              </p:par>
                            </p:childTnLst>
                          </p:cTn>
                        </p:par>
                        <p:par>
                          <p:cTn id="38" fill="hold">
                            <p:stCondLst>
                              <p:cond delay="3500"/>
                            </p:stCondLst>
                            <p:childTnLst>
                              <p:par>
                                <p:cTn id="39" presetID="42" presetClass="entr" presetSubtype="0" fill="hold" grpId="0" nodeType="afterEffect">
                                  <p:stCondLst>
                                    <p:cond delay="0"/>
                                  </p:stCondLst>
                                  <p:childTnLst>
                                    <p:set>
                                      <p:cBhvr>
                                        <p:cTn id="40" dur="1" fill="hold">
                                          <p:stCondLst>
                                            <p:cond delay="0"/>
                                          </p:stCondLst>
                                        </p:cTn>
                                        <p:tgtEl>
                                          <p:spTgt spid="25"/>
                                        </p:tgtEl>
                                        <p:attrNameLst>
                                          <p:attrName>style.visibility</p:attrName>
                                        </p:attrNameLst>
                                      </p:cBhvr>
                                      <p:to>
                                        <p:strVal val="visible"/>
                                      </p:to>
                                    </p:set>
                                    <p:animEffect transition="in" filter="fade">
                                      <p:cBhvr>
                                        <p:cTn id="41" dur="500"/>
                                        <p:tgtEl>
                                          <p:spTgt spid="25"/>
                                        </p:tgtEl>
                                      </p:cBhvr>
                                    </p:animEffect>
                                    <p:anim calcmode="lin" valueType="num">
                                      <p:cBhvr>
                                        <p:cTn id="42" dur="500" fill="hold"/>
                                        <p:tgtEl>
                                          <p:spTgt spid="25"/>
                                        </p:tgtEl>
                                        <p:attrNameLst>
                                          <p:attrName>ppt_x</p:attrName>
                                        </p:attrNameLst>
                                      </p:cBhvr>
                                      <p:tavLst>
                                        <p:tav tm="0">
                                          <p:val>
                                            <p:strVal val="#ppt_x"/>
                                          </p:val>
                                        </p:tav>
                                        <p:tav tm="100000">
                                          <p:val>
                                            <p:strVal val="#ppt_x"/>
                                          </p:val>
                                        </p:tav>
                                      </p:tavLst>
                                    </p:anim>
                                    <p:anim calcmode="lin" valueType="num">
                                      <p:cBhvr>
                                        <p:cTn id="43" dur="500" fill="hold"/>
                                        <p:tgtEl>
                                          <p:spTgt spid="25"/>
                                        </p:tgtEl>
                                        <p:attrNameLst>
                                          <p:attrName>ppt_y</p:attrName>
                                        </p:attrNameLst>
                                      </p:cBhvr>
                                      <p:tavLst>
                                        <p:tav tm="0">
                                          <p:val>
                                            <p:strVal val="#ppt_y+.1"/>
                                          </p:val>
                                        </p:tav>
                                        <p:tav tm="100000">
                                          <p:val>
                                            <p:strVal val="#ppt_y"/>
                                          </p:val>
                                        </p:tav>
                                      </p:tavLst>
                                    </p:anim>
                                  </p:childTnLst>
                                </p:cTn>
                              </p:par>
                            </p:childTnLst>
                          </p:cTn>
                        </p:par>
                        <p:par>
                          <p:cTn id="44" fill="hold">
                            <p:stCondLst>
                              <p:cond delay="4000"/>
                            </p:stCondLst>
                            <p:childTnLst>
                              <p:par>
                                <p:cTn id="45" presetID="42" presetClass="entr" presetSubtype="0" fill="hold" grpId="0" nodeType="afterEffect">
                                  <p:stCondLst>
                                    <p:cond delay="0"/>
                                  </p:stCondLst>
                                  <p:childTnLst>
                                    <p:set>
                                      <p:cBhvr>
                                        <p:cTn id="46" dur="1" fill="hold">
                                          <p:stCondLst>
                                            <p:cond delay="0"/>
                                          </p:stCondLst>
                                        </p:cTn>
                                        <p:tgtEl>
                                          <p:spTgt spid="26"/>
                                        </p:tgtEl>
                                        <p:attrNameLst>
                                          <p:attrName>style.visibility</p:attrName>
                                        </p:attrNameLst>
                                      </p:cBhvr>
                                      <p:to>
                                        <p:strVal val="visible"/>
                                      </p:to>
                                    </p:set>
                                    <p:animEffect transition="in" filter="fade">
                                      <p:cBhvr>
                                        <p:cTn id="47" dur="500"/>
                                        <p:tgtEl>
                                          <p:spTgt spid="26"/>
                                        </p:tgtEl>
                                      </p:cBhvr>
                                    </p:animEffect>
                                    <p:anim calcmode="lin" valueType="num">
                                      <p:cBhvr>
                                        <p:cTn id="48" dur="500" fill="hold"/>
                                        <p:tgtEl>
                                          <p:spTgt spid="26"/>
                                        </p:tgtEl>
                                        <p:attrNameLst>
                                          <p:attrName>ppt_x</p:attrName>
                                        </p:attrNameLst>
                                      </p:cBhvr>
                                      <p:tavLst>
                                        <p:tav tm="0">
                                          <p:val>
                                            <p:strVal val="#ppt_x"/>
                                          </p:val>
                                        </p:tav>
                                        <p:tav tm="100000">
                                          <p:val>
                                            <p:strVal val="#ppt_x"/>
                                          </p:val>
                                        </p:tav>
                                      </p:tavLst>
                                    </p:anim>
                                    <p:anim calcmode="lin" valueType="num">
                                      <p:cBhvr>
                                        <p:cTn id="49" dur="500" fill="hold"/>
                                        <p:tgtEl>
                                          <p:spTgt spid="26"/>
                                        </p:tgtEl>
                                        <p:attrNameLst>
                                          <p:attrName>ppt_y</p:attrName>
                                        </p:attrNameLst>
                                      </p:cBhvr>
                                      <p:tavLst>
                                        <p:tav tm="0">
                                          <p:val>
                                            <p:strVal val="#ppt_y+.1"/>
                                          </p:val>
                                        </p:tav>
                                        <p:tav tm="100000">
                                          <p:val>
                                            <p:strVal val="#ppt_y"/>
                                          </p:val>
                                        </p:tav>
                                      </p:tavLst>
                                    </p:anim>
                                  </p:childTnLst>
                                </p:cTn>
                              </p:par>
                            </p:childTnLst>
                          </p:cTn>
                        </p:par>
                        <p:par>
                          <p:cTn id="50" fill="hold">
                            <p:stCondLst>
                              <p:cond delay="4500"/>
                            </p:stCondLst>
                            <p:childTnLst>
                              <p:par>
                                <p:cTn id="51" presetID="53" presetClass="entr" presetSubtype="16" fill="hold" grpId="0" nodeType="afterEffect" nodePh="1">
                                  <p:stCondLst>
                                    <p:cond delay="0"/>
                                  </p:stCondLst>
                                  <p:endCondLst>
                                    <p:cond evt="begin" delay="0">
                                      <p:tn val="51"/>
                                    </p:cond>
                                  </p:endCondLst>
                                  <p:childTnLst>
                                    <p:set>
                                      <p:cBhvr>
                                        <p:cTn id="52" dur="1" fill="hold">
                                          <p:stCondLst>
                                            <p:cond delay="0"/>
                                          </p:stCondLst>
                                        </p:cTn>
                                        <p:tgtEl>
                                          <p:spTgt spid="27">
                                            <p:txEl>
                                              <p:pRg st="0" end="0"/>
                                            </p:txEl>
                                          </p:spTgt>
                                        </p:tgtEl>
                                        <p:attrNameLst>
                                          <p:attrName>style.visibility</p:attrName>
                                        </p:attrNameLst>
                                      </p:cBhvr>
                                      <p:to>
                                        <p:strVal val="visible"/>
                                      </p:to>
                                    </p:set>
                                    <p:anim calcmode="lin" valueType="num">
                                      <p:cBhvr>
                                        <p:cTn id="53" dur="500" fill="hold"/>
                                        <p:tgtEl>
                                          <p:spTgt spid="27">
                                            <p:txEl>
                                              <p:pRg st="0" end="0"/>
                                            </p:txEl>
                                          </p:spTgt>
                                        </p:tgtEl>
                                        <p:attrNameLst>
                                          <p:attrName>ppt_w</p:attrName>
                                        </p:attrNameLst>
                                      </p:cBhvr>
                                      <p:tavLst>
                                        <p:tav tm="0">
                                          <p:val>
                                            <p:fltVal val="0"/>
                                          </p:val>
                                        </p:tav>
                                        <p:tav tm="100000">
                                          <p:val>
                                            <p:strVal val="#ppt_w"/>
                                          </p:val>
                                        </p:tav>
                                      </p:tavLst>
                                    </p:anim>
                                    <p:anim calcmode="lin" valueType="num">
                                      <p:cBhvr>
                                        <p:cTn id="54" dur="500" fill="hold"/>
                                        <p:tgtEl>
                                          <p:spTgt spid="27">
                                            <p:txEl>
                                              <p:pRg st="0" end="0"/>
                                            </p:txEl>
                                          </p:spTgt>
                                        </p:tgtEl>
                                        <p:attrNameLst>
                                          <p:attrName>ppt_h</p:attrName>
                                        </p:attrNameLst>
                                      </p:cBhvr>
                                      <p:tavLst>
                                        <p:tav tm="0">
                                          <p:val>
                                            <p:fltVal val="0"/>
                                          </p:val>
                                        </p:tav>
                                        <p:tav tm="100000">
                                          <p:val>
                                            <p:strVal val="#ppt_h"/>
                                          </p:val>
                                        </p:tav>
                                      </p:tavLst>
                                    </p:anim>
                                    <p:animEffect transition="in" filter="fade">
                                      <p:cBhvr>
                                        <p:cTn id="55" dur="500"/>
                                        <p:tgtEl>
                                          <p:spTgt spid="27">
                                            <p:txEl>
                                              <p:pRg st="0" end="0"/>
                                            </p:txEl>
                                          </p:spTgt>
                                        </p:tgtEl>
                                      </p:cBhvr>
                                    </p:animEffect>
                                  </p:childTnLst>
                                </p:cTn>
                              </p:par>
                            </p:childTnLst>
                          </p:cTn>
                        </p:par>
                        <p:par>
                          <p:cTn id="56" fill="hold">
                            <p:stCondLst>
                              <p:cond delay="5000"/>
                            </p:stCondLst>
                            <p:childTnLst>
                              <p:par>
                                <p:cTn id="57" presetID="53" presetClass="entr" presetSubtype="16" fill="hold" grpId="0" nodeType="afterEffect" nodePh="1">
                                  <p:stCondLst>
                                    <p:cond delay="0"/>
                                  </p:stCondLst>
                                  <p:endCondLst>
                                    <p:cond evt="begin" delay="0">
                                      <p:tn val="57"/>
                                    </p:cond>
                                  </p:endCondLst>
                                  <p:childTnLst>
                                    <p:set>
                                      <p:cBhvr>
                                        <p:cTn id="58" dur="1" fill="hold">
                                          <p:stCondLst>
                                            <p:cond delay="0"/>
                                          </p:stCondLst>
                                        </p:cTn>
                                        <p:tgtEl>
                                          <p:spTgt spid="28">
                                            <p:txEl>
                                              <p:pRg st="0" end="0"/>
                                            </p:txEl>
                                          </p:spTgt>
                                        </p:tgtEl>
                                        <p:attrNameLst>
                                          <p:attrName>style.visibility</p:attrName>
                                        </p:attrNameLst>
                                      </p:cBhvr>
                                      <p:to>
                                        <p:strVal val="visible"/>
                                      </p:to>
                                    </p:set>
                                    <p:anim calcmode="lin" valueType="num">
                                      <p:cBhvr>
                                        <p:cTn id="59" dur="500" fill="hold"/>
                                        <p:tgtEl>
                                          <p:spTgt spid="28">
                                            <p:txEl>
                                              <p:pRg st="0" end="0"/>
                                            </p:txEl>
                                          </p:spTgt>
                                        </p:tgtEl>
                                        <p:attrNameLst>
                                          <p:attrName>ppt_w</p:attrName>
                                        </p:attrNameLst>
                                      </p:cBhvr>
                                      <p:tavLst>
                                        <p:tav tm="0">
                                          <p:val>
                                            <p:fltVal val="0"/>
                                          </p:val>
                                        </p:tav>
                                        <p:tav tm="100000">
                                          <p:val>
                                            <p:strVal val="#ppt_w"/>
                                          </p:val>
                                        </p:tav>
                                      </p:tavLst>
                                    </p:anim>
                                    <p:anim calcmode="lin" valueType="num">
                                      <p:cBhvr>
                                        <p:cTn id="60" dur="500" fill="hold"/>
                                        <p:tgtEl>
                                          <p:spTgt spid="28">
                                            <p:txEl>
                                              <p:pRg st="0" end="0"/>
                                            </p:txEl>
                                          </p:spTgt>
                                        </p:tgtEl>
                                        <p:attrNameLst>
                                          <p:attrName>ppt_h</p:attrName>
                                        </p:attrNameLst>
                                      </p:cBhvr>
                                      <p:tavLst>
                                        <p:tav tm="0">
                                          <p:val>
                                            <p:fltVal val="0"/>
                                          </p:val>
                                        </p:tav>
                                        <p:tav tm="100000">
                                          <p:val>
                                            <p:strVal val="#ppt_h"/>
                                          </p:val>
                                        </p:tav>
                                      </p:tavLst>
                                    </p:anim>
                                    <p:animEffect transition="in" filter="fade">
                                      <p:cBhvr>
                                        <p:cTn id="61" dur="500"/>
                                        <p:tgtEl>
                                          <p:spTgt spid="28">
                                            <p:txEl>
                                              <p:pRg st="0" end="0"/>
                                            </p:txEl>
                                          </p:spTgt>
                                        </p:tgtEl>
                                      </p:cBhvr>
                                    </p:animEffect>
                                  </p:childTnLst>
                                </p:cTn>
                              </p:par>
                            </p:childTnLst>
                          </p:cTn>
                        </p:par>
                        <p:par>
                          <p:cTn id="62" fill="hold">
                            <p:stCondLst>
                              <p:cond delay="5500"/>
                            </p:stCondLst>
                            <p:childTnLst>
                              <p:par>
                                <p:cTn id="63" presetID="53" presetClass="entr" presetSubtype="16" fill="hold" grpId="0" nodeType="afterEffect" nodePh="1">
                                  <p:stCondLst>
                                    <p:cond delay="0"/>
                                  </p:stCondLst>
                                  <p:endCondLst>
                                    <p:cond evt="begin" delay="0">
                                      <p:tn val="63"/>
                                    </p:cond>
                                  </p:endCondLst>
                                  <p:childTnLst>
                                    <p:set>
                                      <p:cBhvr>
                                        <p:cTn id="64" dur="1" fill="hold">
                                          <p:stCondLst>
                                            <p:cond delay="0"/>
                                          </p:stCondLst>
                                        </p:cTn>
                                        <p:tgtEl>
                                          <p:spTgt spid="29">
                                            <p:txEl>
                                              <p:pRg st="0" end="0"/>
                                            </p:txEl>
                                          </p:spTgt>
                                        </p:tgtEl>
                                        <p:attrNameLst>
                                          <p:attrName>style.visibility</p:attrName>
                                        </p:attrNameLst>
                                      </p:cBhvr>
                                      <p:to>
                                        <p:strVal val="visible"/>
                                      </p:to>
                                    </p:set>
                                    <p:anim calcmode="lin" valueType="num">
                                      <p:cBhvr>
                                        <p:cTn id="65" dur="500" fill="hold"/>
                                        <p:tgtEl>
                                          <p:spTgt spid="29">
                                            <p:txEl>
                                              <p:pRg st="0" end="0"/>
                                            </p:txEl>
                                          </p:spTgt>
                                        </p:tgtEl>
                                        <p:attrNameLst>
                                          <p:attrName>ppt_w</p:attrName>
                                        </p:attrNameLst>
                                      </p:cBhvr>
                                      <p:tavLst>
                                        <p:tav tm="0">
                                          <p:val>
                                            <p:fltVal val="0"/>
                                          </p:val>
                                        </p:tav>
                                        <p:tav tm="100000">
                                          <p:val>
                                            <p:strVal val="#ppt_w"/>
                                          </p:val>
                                        </p:tav>
                                      </p:tavLst>
                                    </p:anim>
                                    <p:anim calcmode="lin" valueType="num">
                                      <p:cBhvr>
                                        <p:cTn id="66" dur="500" fill="hold"/>
                                        <p:tgtEl>
                                          <p:spTgt spid="29">
                                            <p:txEl>
                                              <p:pRg st="0" end="0"/>
                                            </p:txEl>
                                          </p:spTgt>
                                        </p:tgtEl>
                                        <p:attrNameLst>
                                          <p:attrName>ppt_h</p:attrName>
                                        </p:attrNameLst>
                                      </p:cBhvr>
                                      <p:tavLst>
                                        <p:tav tm="0">
                                          <p:val>
                                            <p:fltVal val="0"/>
                                          </p:val>
                                        </p:tav>
                                        <p:tav tm="100000">
                                          <p:val>
                                            <p:strVal val="#ppt_h"/>
                                          </p:val>
                                        </p:tav>
                                      </p:tavLst>
                                    </p:anim>
                                    <p:animEffect transition="in" filter="fade">
                                      <p:cBhvr>
                                        <p:cTn id="67" dur="500"/>
                                        <p:tgtEl>
                                          <p:spTgt spid="29">
                                            <p:txEl>
                                              <p:pRg st="0" end="0"/>
                                            </p:txEl>
                                          </p:spTgt>
                                        </p:tgtEl>
                                      </p:cBhvr>
                                    </p:animEffect>
                                  </p:childTnLst>
                                </p:cTn>
                              </p:par>
                            </p:childTnLst>
                          </p:cTn>
                        </p:par>
                        <p:par>
                          <p:cTn id="68" fill="hold">
                            <p:stCondLst>
                              <p:cond delay="6000"/>
                            </p:stCondLst>
                            <p:childTnLst>
                              <p:par>
                                <p:cTn id="69" presetID="10" presetClass="entr" presetSubtype="0" fill="hold" grpId="0" nodeType="afterEffect">
                                  <p:stCondLst>
                                    <p:cond delay="0"/>
                                  </p:stCondLst>
                                  <p:childTnLst>
                                    <p:set>
                                      <p:cBhvr>
                                        <p:cTn id="70" dur="1" fill="hold">
                                          <p:stCondLst>
                                            <p:cond delay="0"/>
                                          </p:stCondLst>
                                        </p:cTn>
                                        <p:tgtEl>
                                          <p:spTgt spid="6"/>
                                        </p:tgtEl>
                                        <p:attrNameLst>
                                          <p:attrName>style.visibility</p:attrName>
                                        </p:attrNameLst>
                                      </p:cBhvr>
                                      <p:to>
                                        <p:strVal val="visible"/>
                                      </p:to>
                                    </p:set>
                                    <p:animEffect transition="in" filter="fade">
                                      <p:cBhvr>
                                        <p:cTn id="71" dur="500"/>
                                        <p:tgtEl>
                                          <p:spTgt spid="6"/>
                                        </p:tgtEl>
                                      </p:cBhvr>
                                    </p:animEffect>
                                  </p:childTnLst>
                                </p:cTn>
                              </p:par>
                            </p:childTnLst>
                          </p:cTn>
                        </p:par>
                        <p:par>
                          <p:cTn id="72" fill="hold">
                            <p:stCondLst>
                              <p:cond delay="6500"/>
                            </p:stCondLst>
                            <p:childTnLst>
                              <p:par>
                                <p:cTn id="73" presetID="53" presetClass="entr" presetSubtype="16" fill="hold" grpId="0" nodeType="afterEffect" nodePh="1">
                                  <p:stCondLst>
                                    <p:cond delay="0"/>
                                  </p:stCondLst>
                                  <p:endCondLst>
                                    <p:cond evt="begin" delay="0">
                                      <p:tn val="73"/>
                                    </p:cond>
                                  </p:endCondLst>
                                  <p:childTnLst>
                                    <p:set>
                                      <p:cBhvr>
                                        <p:cTn id="74" dur="1" fill="hold">
                                          <p:stCondLst>
                                            <p:cond delay="0"/>
                                          </p:stCondLst>
                                        </p:cTn>
                                        <p:tgtEl>
                                          <p:spTgt spid="33">
                                            <p:txEl>
                                              <p:pRg st="0" end="0"/>
                                            </p:txEl>
                                          </p:spTgt>
                                        </p:tgtEl>
                                        <p:attrNameLst>
                                          <p:attrName>style.visibility</p:attrName>
                                        </p:attrNameLst>
                                      </p:cBhvr>
                                      <p:to>
                                        <p:strVal val="visible"/>
                                      </p:to>
                                    </p:set>
                                    <p:anim calcmode="lin" valueType="num">
                                      <p:cBhvr>
                                        <p:cTn id="75" dur="500" fill="hold"/>
                                        <p:tgtEl>
                                          <p:spTgt spid="33">
                                            <p:txEl>
                                              <p:pRg st="0" end="0"/>
                                            </p:txEl>
                                          </p:spTgt>
                                        </p:tgtEl>
                                        <p:attrNameLst>
                                          <p:attrName>ppt_w</p:attrName>
                                        </p:attrNameLst>
                                      </p:cBhvr>
                                      <p:tavLst>
                                        <p:tav tm="0">
                                          <p:val>
                                            <p:fltVal val="0"/>
                                          </p:val>
                                        </p:tav>
                                        <p:tav tm="100000">
                                          <p:val>
                                            <p:strVal val="#ppt_w"/>
                                          </p:val>
                                        </p:tav>
                                      </p:tavLst>
                                    </p:anim>
                                    <p:anim calcmode="lin" valueType="num">
                                      <p:cBhvr>
                                        <p:cTn id="76" dur="500" fill="hold"/>
                                        <p:tgtEl>
                                          <p:spTgt spid="33">
                                            <p:txEl>
                                              <p:pRg st="0" end="0"/>
                                            </p:txEl>
                                          </p:spTgt>
                                        </p:tgtEl>
                                        <p:attrNameLst>
                                          <p:attrName>ppt_h</p:attrName>
                                        </p:attrNameLst>
                                      </p:cBhvr>
                                      <p:tavLst>
                                        <p:tav tm="0">
                                          <p:val>
                                            <p:fltVal val="0"/>
                                          </p:val>
                                        </p:tav>
                                        <p:tav tm="100000">
                                          <p:val>
                                            <p:strVal val="#ppt_h"/>
                                          </p:val>
                                        </p:tav>
                                      </p:tavLst>
                                    </p:anim>
                                    <p:animEffect transition="in" filter="fade">
                                      <p:cBhvr>
                                        <p:cTn id="77" dur="500"/>
                                        <p:tgtEl>
                                          <p:spTgt spid="33">
                                            <p:txEl>
                                              <p:pRg st="0" end="0"/>
                                            </p:txEl>
                                          </p:spTgt>
                                        </p:tgtEl>
                                      </p:cBhvr>
                                    </p:animEffect>
                                  </p:childTnLst>
                                </p:cTn>
                              </p:par>
                            </p:childTnLst>
                          </p:cTn>
                        </p:par>
                        <p:par>
                          <p:cTn id="78" fill="hold">
                            <p:stCondLst>
                              <p:cond delay="7000"/>
                            </p:stCondLst>
                            <p:childTnLst>
                              <p:par>
                                <p:cTn id="79" presetID="10" presetClass="entr" presetSubtype="0" fill="hold" grpId="0" nodeType="afterEffect">
                                  <p:stCondLst>
                                    <p:cond delay="0"/>
                                  </p:stCondLst>
                                  <p:childTnLst>
                                    <p:set>
                                      <p:cBhvr>
                                        <p:cTn id="80" dur="1" fill="hold">
                                          <p:stCondLst>
                                            <p:cond delay="0"/>
                                          </p:stCondLst>
                                        </p:cTn>
                                        <p:tgtEl>
                                          <p:spTgt spid="30"/>
                                        </p:tgtEl>
                                        <p:attrNameLst>
                                          <p:attrName>style.visibility</p:attrName>
                                        </p:attrNameLst>
                                      </p:cBhvr>
                                      <p:to>
                                        <p:strVal val="visible"/>
                                      </p:to>
                                    </p:set>
                                    <p:animEffect transition="in" filter="fade">
                                      <p:cBhvr>
                                        <p:cTn id="81" dur="500"/>
                                        <p:tgtEl>
                                          <p:spTgt spid="30"/>
                                        </p:tgtEl>
                                      </p:cBhvr>
                                    </p:animEffect>
                                  </p:childTnLst>
                                </p:cTn>
                              </p:par>
                            </p:childTnLst>
                          </p:cTn>
                        </p:par>
                        <p:par>
                          <p:cTn id="82" fill="hold">
                            <p:stCondLst>
                              <p:cond delay="7500"/>
                            </p:stCondLst>
                            <p:childTnLst>
                              <p:par>
                                <p:cTn id="83" presetID="53" presetClass="entr" presetSubtype="16" fill="hold" grpId="0" nodeType="afterEffect" nodePh="1">
                                  <p:stCondLst>
                                    <p:cond delay="0"/>
                                  </p:stCondLst>
                                  <p:endCondLst>
                                    <p:cond evt="begin" delay="0">
                                      <p:tn val="83"/>
                                    </p:cond>
                                  </p:endCondLst>
                                  <p:childTnLst>
                                    <p:set>
                                      <p:cBhvr>
                                        <p:cTn id="84" dur="1" fill="hold">
                                          <p:stCondLst>
                                            <p:cond delay="0"/>
                                          </p:stCondLst>
                                        </p:cTn>
                                        <p:tgtEl>
                                          <p:spTgt spid="34">
                                            <p:txEl>
                                              <p:pRg st="0" end="0"/>
                                            </p:txEl>
                                          </p:spTgt>
                                        </p:tgtEl>
                                        <p:attrNameLst>
                                          <p:attrName>style.visibility</p:attrName>
                                        </p:attrNameLst>
                                      </p:cBhvr>
                                      <p:to>
                                        <p:strVal val="visible"/>
                                      </p:to>
                                    </p:set>
                                    <p:anim calcmode="lin" valueType="num">
                                      <p:cBhvr>
                                        <p:cTn id="85" dur="500" fill="hold"/>
                                        <p:tgtEl>
                                          <p:spTgt spid="34">
                                            <p:txEl>
                                              <p:pRg st="0" end="0"/>
                                            </p:txEl>
                                          </p:spTgt>
                                        </p:tgtEl>
                                        <p:attrNameLst>
                                          <p:attrName>ppt_w</p:attrName>
                                        </p:attrNameLst>
                                      </p:cBhvr>
                                      <p:tavLst>
                                        <p:tav tm="0">
                                          <p:val>
                                            <p:fltVal val="0"/>
                                          </p:val>
                                        </p:tav>
                                        <p:tav tm="100000">
                                          <p:val>
                                            <p:strVal val="#ppt_w"/>
                                          </p:val>
                                        </p:tav>
                                      </p:tavLst>
                                    </p:anim>
                                    <p:anim calcmode="lin" valueType="num">
                                      <p:cBhvr>
                                        <p:cTn id="86" dur="500" fill="hold"/>
                                        <p:tgtEl>
                                          <p:spTgt spid="34">
                                            <p:txEl>
                                              <p:pRg st="0" end="0"/>
                                            </p:txEl>
                                          </p:spTgt>
                                        </p:tgtEl>
                                        <p:attrNameLst>
                                          <p:attrName>ppt_h</p:attrName>
                                        </p:attrNameLst>
                                      </p:cBhvr>
                                      <p:tavLst>
                                        <p:tav tm="0">
                                          <p:val>
                                            <p:fltVal val="0"/>
                                          </p:val>
                                        </p:tav>
                                        <p:tav tm="100000">
                                          <p:val>
                                            <p:strVal val="#ppt_h"/>
                                          </p:val>
                                        </p:tav>
                                      </p:tavLst>
                                    </p:anim>
                                    <p:animEffect transition="in" filter="fade">
                                      <p:cBhvr>
                                        <p:cTn id="87" dur="500"/>
                                        <p:tgtEl>
                                          <p:spTgt spid="34">
                                            <p:txEl>
                                              <p:pRg st="0" end="0"/>
                                            </p:txEl>
                                          </p:spTgt>
                                        </p:tgtEl>
                                      </p:cBhvr>
                                    </p:animEffect>
                                  </p:childTnLst>
                                </p:cTn>
                              </p:par>
                            </p:childTnLst>
                          </p:cTn>
                        </p:par>
                        <p:par>
                          <p:cTn id="88" fill="hold">
                            <p:stCondLst>
                              <p:cond delay="8000"/>
                            </p:stCondLst>
                            <p:childTnLst>
                              <p:par>
                                <p:cTn id="89" presetID="10" presetClass="entr" presetSubtype="0" fill="hold" grpId="0" nodeType="afterEffect">
                                  <p:stCondLst>
                                    <p:cond delay="0"/>
                                  </p:stCondLst>
                                  <p:childTnLst>
                                    <p:set>
                                      <p:cBhvr>
                                        <p:cTn id="90" dur="1" fill="hold">
                                          <p:stCondLst>
                                            <p:cond delay="0"/>
                                          </p:stCondLst>
                                        </p:cTn>
                                        <p:tgtEl>
                                          <p:spTgt spid="31"/>
                                        </p:tgtEl>
                                        <p:attrNameLst>
                                          <p:attrName>style.visibility</p:attrName>
                                        </p:attrNameLst>
                                      </p:cBhvr>
                                      <p:to>
                                        <p:strVal val="visible"/>
                                      </p:to>
                                    </p:set>
                                    <p:animEffect transition="in" filter="fade">
                                      <p:cBhvr>
                                        <p:cTn id="91" dur="500"/>
                                        <p:tgtEl>
                                          <p:spTgt spid="31"/>
                                        </p:tgtEl>
                                      </p:cBhvr>
                                    </p:animEffect>
                                  </p:childTnLst>
                                </p:cTn>
                              </p:par>
                            </p:childTnLst>
                          </p:cTn>
                        </p:par>
                        <p:par>
                          <p:cTn id="92" fill="hold">
                            <p:stCondLst>
                              <p:cond delay="8500"/>
                            </p:stCondLst>
                            <p:childTnLst>
                              <p:par>
                                <p:cTn id="93" presetID="53" presetClass="entr" presetSubtype="16" fill="hold" grpId="0" nodeType="afterEffect" nodePh="1">
                                  <p:stCondLst>
                                    <p:cond delay="0"/>
                                  </p:stCondLst>
                                  <p:endCondLst>
                                    <p:cond evt="begin" delay="0">
                                      <p:tn val="93"/>
                                    </p:cond>
                                  </p:endCondLst>
                                  <p:childTnLst>
                                    <p:set>
                                      <p:cBhvr>
                                        <p:cTn id="94" dur="1" fill="hold">
                                          <p:stCondLst>
                                            <p:cond delay="0"/>
                                          </p:stCondLst>
                                        </p:cTn>
                                        <p:tgtEl>
                                          <p:spTgt spid="35">
                                            <p:txEl>
                                              <p:pRg st="0" end="0"/>
                                            </p:txEl>
                                          </p:spTgt>
                                        </p:tgtEl>
                                        <p:attrNameLst>
                                          <p:attrName>style.visibility</p:attrName>
                                        </p:attrNameLst>
                                      </p:cBhvr>
                                      <p:to>
                                        <p:strVal val="visible"/>
                                      </p:to>
                                    </p:set>
                                    <p:anim calcmode="lin" valueType="num">
                                      <p:cBhvr>
                                        <p:cTn id="95" dur="500" fill="hold"/>
                                        <p:tgtEl>
                                          <p:spTgt spid="35">
                                            <p:txEl>
                                              <p:pRg st="0" end="0"/>
                                            </p:txEl>
                                          </p:spTgt>
                                        </p:tgtEl>
                                        <p:attrNameLst>
                                          <p:attrName>ppt_w</p:attrName>
                                        </p:attrNameLst>
                                      </p:cBhvr>
                                      <p:tavLst>
                                        <p:tav tm="0">
                                          <p:val>
                                            <p:fltVal val="0"/>
                                          </p:val>
                                        </p:tav>
                                        <p:tav tm="100000">
                                          <p:val>
                                            <p:strVal val="#ppt_w"/>
                                          </p:val>
                                        </p:tav>
                                      </p:tavLst>
                                    </p:anim>
                                    <p:anim calcmode="lin" valueType="num">
                                      <p:cBhvr>
                                        <p:cTn id="96" dur="500" fill="hold"/>
                                        <p:tgtEl>
                                          <p:spTgt spid="35">
                                            <p:txEl>
                                              <p:pRg st="0" end="0"/>
                                            </p:txEl>
                                          </p:spTgt>
                                        </p:tgtEl>
                                        <p:attrNameLst>
                                          <p:attrName>ppt_h</p:attrName>
                                        </p:attrNameLst>
                                      </p:cBhvr>
                                      <p:tavLst>
                                        <p:tav tm="0">
                                          <p:val>
                                            <p:fltVal val="0"/>
                                          </p:val>
                                        </p:tav>
                                        <p:tav tm="100000">
                                          <p:val>
                                            <p:strVal val="#ppt_h"/>
                                          </p:val>
                                        </p:tav>
                                      </p:tavLst>
                                    </p:anim>
                                    <p:animEffect transition="in" filter="fade">
                                      <p:cBhvr>
                                        <p:cTn id="97" dur="500"/>
                                        <p:tgtEl>
                                          <p:spTgt spid="35">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30" grpId="0" animBg="1"/>
      <p:bldP spid="6" grpId="0" animBg="1"/>
      <p:bldP spid="43" grpId="0" animBg="1"/>
      <p:bldP spid="15" grpId="0"/>
      <p:bldP spid="18" grpId="0" build="p">
        <p:tmplLst>
          <p:tmpl lvl="1">
            <p:tnLst>
              <p:par>
                <p:cTn presetID="42" presetClass="entr" presetSubtype="0" fill="hold" nodeType="afterEffect">
                  <p:stCondLst>
                    <p:cond delay="0"/>
                  </p:stCondLst>
                  <p:childTnLst>
                    <p:set>
                      <p:cBhvr>
                        <p:cTn dur="1" fill="hold">
                          <p:stCondLst>
                            <p:cond delay="0"/>
                          </p:stCondLst>
                        </p:cTn>
                        <p:tgtEl>
                          <p:spTgt spid="18"/>
                        </p:tgtEl>
                        <p:attrNameLst>
                          <p:attrName>style.visibility</p:attrName>
                        </p:attrNameLst>
                      </p:cBhvr>
                      <p:to>
                        <p:strVal val="visible"/>
                      </p:to>
                    </p:set>
                    <p:animEffect transition="in" filter="fade">
                      <p:cBhvr>
                        <p:cTn dur="500"/>
                        <p:tgtEl>
                          <p:spTgt spid="18"/>
                        </p:tgtEl>
                      </p:cBhvr>
                    </p:animEffect>
                    <p:anim calcmode="lin" valueType="num">
                      <p:cBhvr>
                        <p:cTn dur="500" fill="hold"/>
                        <p:tgtEl>
                          <p:spTgt spid="18"/>
                        </p:tgtEl>
                        <p:attrNameLst>
                          <p:attrName>ppt_x</p:attrName>
                        </p:attrNameLst>
                      </p:cBhvr>
                      <p:tavLst>
                        <p:tav tm="0">
                          <p:val>
                            <p:strVal val="#ppt_x"/>
                          </p:val>
                        </p:tav>
                        <p:tav tm="100000">
                          <p:val>
                            <p:strVal val="#ppt_x"/>
                          </p:val>
                        </p:tav>
                      </p:tavLst>
                    </p:anim>
                    <p:anim calcmode="lin" valueType="num">
                      <p:cBhvr>
                        <p:cTn dur="500" fill="hold"/>
                        <p:tgtEl>
                          <p:spTgt spid="18"/>
                        </p:tgtEl>
                        <p:attrNameLst>
                          <p:attrName>ppt_y</p:attrName>
                        </p:attrNameLst>
                      </p:cBhvr>
                      <p:tavLst>
                        <p:tav tm="0">
                          <p:val>
                            <p:strVal val="#ppt_y+.1"/>
                          </p:val>
                        </p:tav>
                        <p:tav tm="100000">
                          <p:val>
                            <p:strVal val="#ppt_y"/>
                          </p:val>
                        </p:tav>
                      </p:tavLst>
                    </p:anim>
                  </p:childTnLst>
                </p:cTn>
              </p:par>
            </p:tnLst>
          </p:tmpl>
        </p:tmplLst>
      </p:bldP>
      <p:bldP spid="19" grpId="0" animBg="1"/>
      <p:bldP spid="20" grpId="0" animBg="1"/>
      <p:bldP spid="24" grpId="0" animBg="1"/>
      <p:bldP spid="25" grpId="0" animBg="1"/>
      <p:bldP spid="26" grpId="0" animBg="1"/>
      <p:bldP spid="27"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7"/>
                        </p:tgtEl>
                        <p:attrNameLst>
                          <p:attrName>style.visibility</p:attrName>
                        </p:attrNameLst>
                      </p:cBhvr>
                      <p:to>
                        <p:strVal val="visible"/>
                      </p:to>
                    </p:set>
                    <p:anim calcmode="lin" valueType="num">
                      <p:cBhvr>
                        <p:cTn dur="500" fill="hold"/>
                        <p:tgtEl>
                          <p:spTgt spid="27"/>
                        </p:tgtEl>
                        <p:attrNameLst>
                          <p:attrName>ppt_w</p:attrName>
                        </p:attrNameLst>
                      </p:cBhvr>
                      <p:tavLst>
                        <p:tav tm="0">
                          <p:val>
                            <p:fltVal val="0"/>
                          </p:val>
                        </p:tav>
                        <p:tav tm="100000">
                          <p:val>
                            <p:strVal val="#ppt_w"/>
                          </p:val>
                        </p:tav>
                      </p:tavLst>
                    </p:anim>
                    <p:anim calcmode="lin" valueType="num">
                      <p:cBhvr>
                        <p:cTn dur="500" fill="hold"/>
                        <p:tgtEl>
                          <p:spTgt spid="27"/>
                        </p:tgtEl>
                        <p:attrNameLst>
                          <p:attrName>ppt_h</p:attrName>
                        </p:attrNameLst>
                      </p:cBhvr>
                      <p:tavLst>
                        <p:tav tm="0">
                          <p:val>
                            <p:fltVal val="0"/>
                          </p:val>
                        </p:tav>
                        <p:tav tm="100000">
                          <p:val>
                            <p:strVal val="#ppt_h"/>
                          </p:val>
                        </p:tav>
                      </p:tavLst>
                    </p:anim>
                    <p:animEffect transition="in" filter="fade">
                      <p:cBhvr>
                        <p:cTn dur="500"/>
                        <p:tgtEl>
                          <p:spTgt spid="27"/>
                        </p:tgtEl>
                      </p:cBhvr>
                    </p:animEffect>
                  </p:childTnLst>
                </p:cTn>
              </p:par>
            </p:tnLst>
          </p:tmpl>
        </p:tmplLst>
      </p:bldP>
      <p:bldP spid="28"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8"/>
                        </p:tgtEl>
                        <p:attrNameLst>
                          <p:attrName>style.visibility</p:attrName>
                        </p:attrNameLst>
                      </p:cBhvr>
                      <p:to>
                        <p:strVal val="visible"/>
                      </p:to>
                    </p:set>
                    <p:anim calcmode="lin" valueType="num">
                      <p:cBhvr>
                        <p:cTn dur="500" fill="hold"/>
                        <p:tgtEl>
                          <p:spTgt spid="28"/>
                        </p:tgtEl>
                        <p:attrNameLst>
                          <p:attrName>ppt_w</p:attrName>
                        </p:attrNameLst>
                      </p:cBhvr>
                      <p:tavLst>
                        <p:tav tm="0">
                          <p:val>
                            <p:fltVal val="0"/>
                          </p:val>
                        </p:tav>
                        <p:tav tm="100000">
                          <p:val>
                            <p:strVal val="#ppt_w"/>
                          </p:val>
                        </p:tav>
                      </p:tavLst>
                    </p:anim>
                    <p:anim calcmode="lin" valueType="num">
                      <p:cBhvr>
                        <p:cTn dur="500" fill="hold"/>
                        <p:tgtEl>
                          <p:spTgt spid="28"/>
                        </p:tgtEl>
                        <p:attrNameLst>
                          <p:attrName>ppt_h</p:attrName>
                        </p:attrNameLst>
                      </p:cBhvr>
                      <p:tavLst>
                        <p:tav tm="0">
                          <p:val>
                            <p:fltVal val="0"/>
                          </p:val>
                        </p:tav>
                        <p:tav tm="100000">
                          <p:val>
                            <p:strVal val="#ppt_h"/>
                          </p:val>
                        </p:tav>
                      </p:tavLst>
                    </p:anim>
                    <p:animEffect transition="in" filter="fade">
                      <p:cBhvr>
                        <p:cTn dur="500"/>
                        <p:tgtEl>
                          <p:spTgt spid="28"/>
                        </p:tgtEl>
                      </p:cBhvr>
                    </p:animEffect>
                  </p:childTnLst>
                </p:cTn>
              </p:par>
            </p:tnLst>
          </p:tmpl>
        </p:tmplLst>
      </p:bldP>
      <p:bldP spid="29"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9"/>
                        </p:tgtEl>
                        <p:attrNameLst>
                          <p:attrName>style.visibility</p:attrName>
                        </p:attrNameLst>
                      </p:cBhvr>
                      <p:to>
                        <p:strVal val="visible"/>
                      </p:to>
                    </p:set>
                    <p:anim calcmode="lin" valueType="num">
                      <p:cBhvr>
                        <p:cTn dur="500" fill="hold"/>
                        <p:tgtEl>
                          <p:spTgt spid="29"/>
                        </p:tgtEl>
                        <p:attrNameLst>
                          <p:attrName>ppt_w</p:attrName>
                        </p:attrNameLst>
                      </p:cBhvr>
                      <p:tavLst>
                        <p:tav tm="0">
                          <p:val>
                            <p:fltVal val="0"/>
                          </p:val>
                        </p:tav>
                        <p:tav tm="100000">
                          <p:val>
                            <p:strVal val="#ppt_w"/>
                          </p:val>
                        </p:tav>
                      </p:tavLst>
                    </p:anim>
                    <p:anim calcmode="lin" valueType="num">
                      <p:cBhvr>
                        <p:cTn dur="500" fill="hold"/>
                        <p:tgtEl>
                          <p:spTgt spid="29"/>
                        </p:tgtEl>
                        <p:attrNameLst>
                          <p:attrName>ppt_h</p:attrName>
                        </p:attrNameLst>
                      </p:cBhvr>
                      <p:tavLst>
                        <p:tav tm="0">
                          <p:val>
                            <p:fltVal val="0"/>
                          </p:val>
                        </p:tav>
                        <p:tav tm="100000">
                          <p:val>
                            <p:strVal val="#ppt_h"/>
                          </p:val>
                        </p:tav>
                      </p:tavLst>
                    </p:anim>
                    <p:animEffect transition="in" filter="fade">
                      <p:cBhvr>
                        <p:cTn dur="500"/>
                        <p:tgtEl>
                          <p:spTgt spid="29"/>
                        </p:tgtEl>
                      </p:cBhvr>
                    </p:animEffect>
                  </p:childTnLst>
                </p:cTn>
              </p:par>
            </p:tnLst>
          </p:tmpl>
        </p:tmplLst>
      </p:bldP>
      <p:bldP spid="33"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33"/>
                        </p:tgtEl>
                        <p:attrNameLst>
                          <p:attrName>style.visibility</p:attrName>
                        </p:attrNameLst>
                      </p:cBhvr>
                      <p:to>
                        <p:strVal val="visible"/>
                      </p:to>
                    </p:set>
                    <p:anim calcmode="lin" valueType="num">
                      <p:cBhvr>
                        <p:cTn dur="500" fill="hold"/>
                        <p:tgtEl>
                          <p:spTgt spid="33"/>
                        </p:tgtEl>
                        <p:attrNameLst>
                          <p:attrName>ppt_w</p:attrName>
                        </p:attrNameLst>
                      </p:cBhvr>
                      <p:tavLst>
                        <p:tav tm="0">
                          <p:val>
                            <p:fltVal val="0"/>
                          </p:val>
                        </p:tav>
                        <p:tav tm="100000">
                          <p:val>
                            <p:strVal val="#ppt_w"/>
                          </p:val>
                        </p:tav>
                      </p:tavLst>
                    </p:anim>
                    <p:anim calcmode="lin" valueType="num">
                      <p:cBhvr>
                        <p:cTn dur="500" fill="hold"/>
                        <p:tgtEl>
                          <p:spTgt spid="33"/>
                        </p:tgtEl>
                        <p:attrNameLst>
                          <p:attrName>ppt_h</p:attrName>
                        </p:attrNameLst>
                      </p:cBhvr>
                      <p:tavLst>
                        <p:tav tm="0">
                          <p:val>
                            <p:fltVal val="0"/>
                          </p:val>
                        </p:tav>
                        <p:tav tm="100000">
                          <p:val>
                            <p:strVal val="#ppt_h"/>
                          </p:val>
                        </p:tav>
                      </p:tavLst>
                    </p:anim>
                    <p:animEffect transition="in" filter="fade">
                      <p:cBhvr>
                        <p:cTn dur="500"/>
                        <p:tgtEl>
                          <p:spTgt spid="33"/>
                        </p:tgtEl>
                      </p:cBhvr>
                    </p:animEffect>
                  </p:childTnLst>
                </p:cTn>
              </p:par>
            </p:tnLst>
          </p:tmpl>
        </p:tmplLst>
      </p:bldP>
      <p:bldP spid="34"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34"/>
                        </p:tgtEl>
                        <p:attrNameLst>
                          <p:attrName>style.visibility</p:attrName>
                        </p:attrNameLst>
                      </p:cBhvr>
                      <p:to>
                        <p:strVal val="visible"/>
                      </p:to>
                    </p:set>
                    <p:anim calcmode="lin" valueType="num">
                      <p:cBhvr>
                        <p:cTn dur="500" fill="hold"/>
                        <p:tgtEl>
                          <p:spTgt spid="34"/>
                        </p:tgtEl>
                        <p:attrNameLst>
                          <p:attrName>ppt_w</p:attrName>
                        </p:attrNameLst>
                      </p:cBhvr>
                      <p:tavLst>
                        <p:tav tm="0">
                          <p:val>
                            <p:fltVal val="0"/>
                          </p:val>
                        </p:tav>
                        <p:tav tm="100000">
                          <p:val>
                            <p:strVal val="#ppt_w"/>
                          </p:val>
                        </p:tav>
                      </p:tavLst>
                    </p:anim>
                    <p:anim calcmode="lin" valueType="num">
                      <p:cBhvr>
                        <p:cTn dur="500" fill="hold"/>
                        <p:tgtEl>
                          <p:spTgt spid="34"/>
                        </p:tgtEl>
                        <p:attrNameLst>
                          <p:attrName>ppt_h</p:attrName>
                        </p:attrNameLst>
                      </p:cBhvr>
                      <p:tavLst>
                        <p:tav tm="0">
                          <p:val>
                            <p:fltVal val="0"/>
                          </p:val>
                        </p:tav>
                        <p:tav tm="100000">
                          <p:val>
                            <p:strVal val="#ppt_h"/>
                          </p:val>
                        </p:tav>
                      </p:tavLst>
                    </p:anim>
                    <p:animEffect transition="in" filter="fade">
                      <p:cBhvr>
                        <p:cTn dur="500"/>
                        <p:tgtEl>
                          <p:spTgt spid="34"/>
                        </p:tgtEl>
                      </p:cBhvr>
                    </p:animEffect>
                  </p:childTnLst>
                </p:cTn>
              </p:par>
            </p:tnLst>
          </p:tmpl>
        </p:tmplLst>
      </p:bldP>
      <p:bldP spid="35"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35"/>
                        </p:tgtEl>
                        <p:attrNameLst>
                          <p:attrName>style.visibility</p:attrName>
                        </p:attrNameLst>
                      </p:cBhvr>
                      <p:to>
                        <p:strVal val="visible"/>
                      </p:to>
                    </p:set>
                    <p:anim calcmode="lin" valueType="num">
                      <p:cBhvr>
                        <p:cTn dur="500" fill="hold"/>
                        <p:tgtEl>
                          <p:spTgt spid="35"/>
                        </p:tgtEl>
                        <p:attrNameLst>
                          <p:attrName>ppt_w</p:attrName>
                        </p:attrNameLst>
                      </p:cBhvr>
                      <p:tavLst>
                        <p:tav tm="0">
                          <p:val>
                            <p:fltVal val="0"/>
                          </p:val>
                        </p:tav>
                        <p:tav tm="100000">
                          <p:val>
                            <p:strVal val="#ppt_w"/>
                          </p:val>
                        </p:tav>
                      </p:tavLst>
                    </p:anim>
                    <p:anim calcmode="lin" valueType="num">
                      <p:cBhvr>
                        <p:cTn dur="500" fill="hold"/>
                        <p:tgtEl>
                          <p:spTgt spid="35"/>
                        </p:tgtEl>
                        <p:attrNameLst>
                          <p:attrName>ppt_h</p:attrName>
                        </p:attrNameLst>
                      </p:cBhvr>
                      <p:tavLst>
                        <p:tav tm="0">
                          <p:val>
                            <p:fltVal val="0"/>
                          </p:val>
                        </p:tav>
                        <p:tav tm="100000">
                          <p:val>
                            <p:strVal val="#ppt_h"/>
                          </p:val>
                        </p:tav>
                      </p:tavLst>
                    </p:anim>
                    <p:animEffect transition="in" filter="fade">
                      <p:cBhvr>
                        <p:cTn dur="500"/>
                        <p:tgtEl>
                          <p:spTgt spid="35"/>
                        </p:tgtEl>
                      </p:cBhvr>
                    </p:animEffect>
                  </p:childTnLst>
                </p:cTn>
              </p:par>
            </p:tnLst>
          </p:tmpl>
        </p:tmplLst>
      </p:bldP>
    </p:bldLst>
  </p:timing>
</p:sldLayout>
</file>

<file path=ppt/slideLayouts/slideLayout786.xml><?xml version="1.0" encoding="utf-8"?>
<p:sldLayout xmlns:a="http://schemas.openxmlformats.org/drawingml/2006/main" xmlns:r="http://schemas.openxmlformats.org/officeDocument/2006/relationships" xmlns:p="http://schemas.openxmlformats.org/presentationml/2006/main" preserve="1" userDrawn="1">
  <p:cSld name="16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43" name="Picture Placeholder 30"/>
          <p:cNvSpPr>
            <a:spLocks noGrp="1"/>
          </p:cNvSpPr>
          <p:nvPr>
            <p:ph type="pic" sz="quarter" idx="36" hasCustomPrompt="1"/>
          </p:nvPr>
        </p:nvSpPr>
        <p:spPr>
          <a:xfrm>
            <a:off x="590262" y="1729839"/>
            <a:ext cx="2762538" cy="2064325"/>
          </a:xfrm>
          <a:solidFill>
            <a:schemeClr val="bg1">
              <a:lumMod val="85000"/>
            </a:schemeClr>
          </a:solidFill>
        </p:spPr>
        <p:txBody>
          <a:bodyPr/>
          <a:lstStyle>
            <a:lvl1pPr>
              <a:defRPr/>
            </a:lvl1pPr>
          </a:lstStyle>
          <a:p>
            <a:r>
              <a:rPr lang="id-ID" dirty="0" smtClean="0"/>
              <a:t>Pic here</a:t>
            </a:r>
            <a:endParaRPr lang="en-AU" dirty="0"/>
          </a:p>
        </p:txBody>
      </p:sp>
      <p:sp>
        <p:nvSpPr>
          <p:cNvPr id="15"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1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24" name="Picture Placeholder 30"/>
          <p:cNvSpPr>
            <a:spLocks noGrp="1"/>
          </p:cNvSpPr>
          <p:nvPr>
            <p:ph type="pic" sz="quarter" idx="39" hasCustomPrompt="1"/>
          </p:nvPr>
        </p:nvSpPr>
        <p:spPr>
          <a:xfrm>
            <a:off x="590262" y="3794166"/>
            <a:ext cx="2762538" cy="637309"/>
          </a:xfrm>
          <a:solidFill>
            <a:schemeClr val="accent1"/>
          </a:solidFill>
        </p:spPr>
        <p:txBody>
          <a:bodyPr>
            <a:normAutofit/>
          </a:bodyPr>
          <a:lstStyle>
            <a:lvl1pPr algn="r">
              <a:defRPr sz="1050"/>
            </a:lvl1pPr>
          </a:lstStyle>
          <a:p>
            <a:r>
              <a:rPr lang="id-ID" dirty="0" smtClean="0"/>
              <a:t>Nopic</a:t>
            </a:r>
            <a:endParaRPr lang="en-AU" dirty="0"/>
          </a:p>
        </p:txBody>
      </p:sp>
      <p:sp>
        <p:nvSpPr>
          <p:cNvPr id="27" name="Text Placeholder 21"/>
          <p:cNvSpPr>
            <a:spLocks noGrp="1"/>
          </p:cNvSpPr>
          <p:nvPr>
            <p:ph type="body" sz="quarter" idx="20"/>
          </p:nvPr>
        </p:nvSpPr>
        <p:spPr>
          <a:xfrm>
            <a:off x="590262" y="3984414"/>
            <a:ext cx="2743200" cy="256811"/>
          </a:xfrm>
        </p:spPr>
        <p:txBody>
          <a:bodyPr/>
          <a:lstStyle>
            <a:lvl1pPr algn="ctr">
              <a:defRPr>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3" name="Picture Placeholder 30"/>
          <p:cNvSpPr>
            <a:spLocks noGrp="1"/>
          </p:cNvSpPr>
          <p:nvPr>
            <p:ph type="pic" sz="quarter" idx="40" hasCustomPrompt="1"/>
          </p:nvPr>
        </p:nvSpPr>
        <p:spPr>
          <a:xfrm>
            <a:off x="3352800" y="3794166"/>
            <a:ext cx="2762538" cy="637309"/>
          </a:xfrm>
          <a:solidFill>
            <a:schemeClr val="accent2"/>
          </a:solidFill>
        </p:spPr>
        <p:txBody>
          <a:bodyPr>
            <a:normAutofit/>
          </a:bodyPr>
          <a:lstStyle>
            <a:lvl1pPr algn="r">
              <a:defRPr sz="1050"/>
            </a:lvl1pPr>
          </a:lstStyle>
          <a:p>
            <a:r>
              <a:rPr lang="id-ID" dirty="0" smtClean="0"/>
              <a:t>Nopic</a:t>
            </a:r>
            <a:endParaRPr lang="en-AU" dirty="0"/>
          </a:p>
        </p:txBody>
      </p:sp>
      <p:sp>
        <p:nvSpPr>
          <p:cNvPr id="32" name="Text Placeholder 21"/>
          <p:cNvSpPr>
            <a:spLocks noGrp="1"/>
          </p:cNvSpPr>
          <p:nvPr>
            <p:ph type="body" sz="quarter" idx="41"/>
          </p:nvPr>
        </p:nvSpPr>
        <p:spPr>
          <a:xfrm>
            <a:off x="3352800" y="3984414"/>
            <a:ext cx="2743200" cy="256811"/>
          </a:xfrm>
        </p:spPr>
        <p:txBody>
          <a:bodyPr/>
          <a:lstStyle>
            <a:lvl1pPr algn="ctr">
              <a:defRPr>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6" name="Picture Placeholder 30"/>
          <p:cNvSpPr>
            <a:spLocks noGrp="1"/>
          </p:cNvSpPr>
          <p:nvPr>
            <p:ph type="pic" sz="quarter" idx="42" hasCustomPrompt="1"/>
          </p:nvPr>
        </p:nvSpPr>
        <p:spPr>
          <a:xfrm>
            <a:off x="6115338" y="3782703"/>
            <a:ext cx="2762538" cy="637309"/>
          </a:xfrm>
          <a:solidFill>
            <a:schemeClr val="accent3"/>
          </a:solidFill>
        </p:spPr>
        <p:txBody>
          <a:bodyPr>
            <a:normAutofit/>
          </a:bodyPr>
          <a:lstStyle>
            <a:lvl1pPr algn="r">
              <a:defRPr sz="1050"/>
            </a:lvl1pPr>
          </a:lstStyle>
          <a:p>
            <a:r>
              <a:rPr lang="id-ID" dirty="0" smtClean="0"/>
              <a:t>Nopic</a:t>
            </a:r>
            <a:endParaRPr lang="en-AU" dirty="0"/>
          </a:p>
        </p:txBody>
      </p:sp>
      <p:sp>
        <p:nvSpPr>
          <p:cNvPr id="37" name="Text Placeholder 21"/>
          <p:cNvSpPr>
            <a:spLocks noGrp="1"/>
          </p:cNvSpPr>
          <p:nvPr>
            <p:ph type="body" sz="quarter" idx="43"/>
          </p:nvPr>
        </p:nvSpPr>
        <p:spPr>
          <a:xfrm>
            <a:off x="6115338" y="3972951"/>
            <a:ext cx="2743200" cy="256811"/>
          </a:xfrm>
        </p:spPr>
        <p:txBody>
          <a:bodyPr/>
          <a:lstStyle>
            <a:lvl1pPr algn="ctr">
              <a:defRPr>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8" name="Picture Placeholder 30"/>
          <p:cNvSpPr>
            <a:spLocks noGrp="1"/>
          </p:cNvSpPr>
          <p:nvPr>
            <p:ph type="pic" sz="quarter" idx="44" hasCustomPrompt="1"/>
          </p:nvPr>
        </p:nvSpPr>
        <p:spPr>
          <a:xfrm>
            <a:off x="3352800" y="4431473"/>
            <a:ext cx="2762538" cy="2064325"/>
          </a:xfrm>
          <a:solidFill>
            <a:schemeClr val="bg1">
              <a:lumMod val="85000"/>
            </a:schemeClr>
          </a:solidFill>
        </p:spPr>
        <p:txBody>
          <a:bodyPr/>
          <a:lstStyle>
            <a:lvl1pPr>
              <a:defRPr/>
            </a:lvl1pPr>
          </a:lstStyle>
          <a:p>
            <a:r>
              <a:rPr lang="id-ID" dirty="0" smtClean="0"/>
              <a:t>Pic here</a:t>
            </a:r>
            <a:endParaRPr lang="en-AU" dirty="0"/>
          </a:p>
        </p:txBody>
      </p:sp>
      <p:sp>
        <p:nvSpPr>
          <p:cNvPr id="39" name="Picture Placeholder 30"/>
          <p:cNvSpPr>
            <a:spLocks noGrp="1"/>
          </p:cNvSpPr>
          <p:nvPr>
            <p:ph type="pic" sz="quarter" idx="45" hasCustomPrompt="1"/>
          </p:nvPr>
        </p:nvSpPr>
        <p:spPr>
          <a:xfrm>
            <a:off x="6115338" y="1726630"/>
            <a:ext cx="2762538" cy="2064325"/>
          </a:xfrm>
          <a:solidFill>
            <a:schemeClr val="bg1">
              <a:lumMod val="85000"/>
            </a:schemeClr>
          </a:solidFill>
        </p:spPr>
        <p:txBody>
          <a:bodyPr/>
          <a:lstStyle>
            <a:lvl1pPr>
              <a:defRPr/>
            </a:lvl1pPr>
          </a:lstStyle>
          <a:p>
            <a:r>
              <a:rPr lang="id-ID" dirty="0" smtClean="0"/>
              <a:t>Pic here</a:t>
            </a:r>
            <a:endParaRPr lang="en-AU" dirty="0"/>
          </a:p>
        </p:txBody>
      </p:sp>
      <p:sp>
        <p:nvSpPr>
          <p:cNvPr id="40" name="Picture Placeholder 30"/>
          <p:cNvSpPr>
            <a:spLocks noGrp="1"/>
          </p:cNvSpPr>
          <p:nvPr>
            <p:ph type="pic" sz="quarter" idx="46" hasCustomPrompt="1"/>
          </p:nvPr>
        </p:nvSpPr>
        <p:spPr>
          <a:xfrm>
            <a:off x="8858538" y="3782703"/>
            <a:ext cx="2762538" cy="637309"/>
          </a:xfrm>
          <a:solidFill>
            <a:schemeClr val="accent4"/>
          </a:solidFill>
        </p:spPr>
        <p:txBody>
          <a:bodyPr>
            <a:normAutofit/>
          </a:bodyPr>
          <a:lstStyle>
            <a:lvl1pPr algn="r">
              <a:defRPr sz="1050"/>
            </a:lvl1pPr>
          </a:lstStyle>
          <a:p>
            <a:r>
              <a:rPr lang="id-ID" dirty="0" smtClean="0"/>
              <a:t>Nopic</a:t>
            </a:r>
            <a:endParaRPr lang="en-AU" dirty="0"/>
          </a:p>
        </p:txBody>
      </p:sp>
      <p:sp>
        <p:nvSpPr>
          <p:cNvPr id="41" name="Text Placeholder 21"/>
          <p:cNvSpPr>
            <a:spLocks noGrp="1"/>
          </p:cNvSpPr>
          <p:nvPr>
            <p:ph type="body" sz="quarter" idx="47"/>
          </p:nvPr>
        </p:nvSpPr>
        <p:spPr>
          <a:xfrm>
            <a:off x="8858538" y="3972951"/>
            <a:ext cx="2743200" cy="256811"/>
          </a:xfrm>
        </p:spPr>
        <p:txBody>
          <a:bodyPr/>
          <a:lstStyle>
            <a:lvl1pPr algn="ctr">
              <a:defRPr>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2" name="Picture Placeholder 30"/>
          <p:cNvSpPr>
            <a:spLocks noGrp="1"/>
          </p:cNvSpPr>
          <p:nvPr>
            <p:ph type="pic" sz="quarter" idx="48" hasCustomPrompt="1"/>
          </p:nvPr>
        </p:nvSpPr>
        <p:spPr>
          <a:xfrm>
            <a:off x="8848869" y="4408547"/>
            <a:ext cx="2762538" cy="2064325"/>
          </a:xfrm>
          <a:solidFill>
            <a:schemeClr val="bg1">
              <a:lumMod val="85000"/>
            </a:schemeClr>
          </a:solidFill>
        </p:spPr>
        <p:txBody>
          <a:bodyPr/>
          <a:lstStyle>
            <a:lvl1pPr>
              <a:defRPr/>
            </a:lvl1pPr>
          </a:lstStyle>
          <a:p>
            <a:r>
              <a:rPr lang="id-ID" dirty="0" smtClean="0"/>
              <a:t>Pic here</a:t>
            </a:r>
            <a:endParaRPr lang="en-AU" dirty="0"/>
          </a:p>
        </p:txBody>
      </p:sp>
      <p:sp>
        <p:nvSpPr>
          <p:cNvPr id="44" name="Text Placeholder 21"/>
          <p:cNvSpPr>
            <a:spLocks noGrp="1"/>
          </p:cNvSpPr>
          <p:nvPr>
            <p:ph type="body" sz="quarter" idx="49"/>
          </p:nvPr>
        </p:nvSpPr>
        <p:spPr>
          <a:xfrm>
            <a:off x="628994" y="4555101"/>
            <a:ext cx="2376072"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5" name="Text Placeholder 21"/>
          <p:cNvSpPr>
            <a:spLocks noGrp="1"/>
          </p:cNvSpPr>
          <p:nvPr>
            <p:ph type="body" sz="quarter" idx="29"/>
          </p:nvPr>
        </p:nvSpPr>
        <p:spPr>
          <a:xfrm>
            <a:off x="628994" y="4861805"/>
            <a:ext cx="2376072"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6" name="Text Placeholder 21"/>
          <p:cNvSpPr>
            <a:spLocks noGrp="1"/>
          </p:cNvSpPr>
          <p:nvPr>
            <p:ph type="body" sz="quarter" idx="50"/>
          </p:nvPr>
        </p:nvSpPr>
        <p:spPr>
          <a:xfrm>
            <a:off x="3536364" y="1936648"/>
            <a:ext cx="2376072"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7" name="Text Placeholder 21"/>
          <p:cNvSpPr>
            <a:spLocks noGrp="1"/>
          </p:cNvSpPr>
          <p:nvPr>
            <p:ph type="body" sz="quarter" idx="51"/>
          </p:nvPr>
        </p:nvSpPr>
        <p:spPr>
          <a:xfrm>
            <a:off x="3536364" y="2243352"/>
            <a:ext cx="2376072"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8" name="Text Placeholder 21"/>
          <p:cNvSpPr>
            <a:spLocks noGrp="1"/>
          </p:cNvSpPr>
          <p:nvPr>
            <p:ph type="body" sz="quarter" idx="52"/>
          </p:nvPr>
        </p:nvSpPr>
        <p:spPr>
          <a:xfrm>
            <a:off x="6294067" y="4555101"/>
            <a:ext cx="2376072"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9" name="Text Placeholder 21"/>
          <p:cNvSpPr>
            <a:spLocks noGrp="1"/>
          </p:cNvSpPr>
          <p:nvPr>
            <p:ph type="body" sz="quarter" idx="53"/>
          </p:nvPr>
        </p:nvSpPr>
        <p:spPr>
          <a:xfrm>
            <a:off x="6294067" y="4861805"/>
            <a:ext cx="2376072"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50" name="Text Placeholder 21"/>
          <p:cNvSpPr>
            <a:spLocks noGrp="1"/>
          </p:cNvSpPr>
          <p:nvPr>
            <p:ph type="body" sz="quarter" idx="54"/>
          </p:nvPr>
        </p:nvSpPr>
        <p:spPr>
          <a:xfrm>
            <a:off x="9061440" y="1936648"/>
            <a:ext cx="2376072"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51" name="Text Placeholder 21"/>
          <p:cNvSpPr>
            <a:spLocks noGrp="1"/>
          </p:cNvSpPr>
          <p:nvPr>
            <p:ph type="body" sz="quarter" idx="55"/>
          </p:nvPr>
        </p:nvSpPr>
        <p:spPr>
          <a:xfrm>
            <a:off x="9061440" y="2243352"/>
            <a:ext cx="2376072"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Tree>
    <p:extLst>
      <p:ext uri="{BB962C8B-B14F-4D97-AF65-F5344CB8AC3E}">
        <p14:creationId xmlns:p14="http://schemas.microsoft.com/office/powerpoint/2010/main" val="275276509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500"/>
                            </p:stCondLst>
                            <p:childTnLst>
                              <p:par>
                                <p:cTn id="5" presetID="10" presetClass="entr" presetSubtype="0" fill="hold" grpId="0" nodeType="after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500"/>
                                        <p:tgtEl>
                                          <p:spTgt spid="15"/>
                                        </p:tgtEl>
                                      </p:cBhvr>
                                    </p:animEffect>
                                  </p:childTnLst>
                                </p:cTn>
                              </p:par>
                            </p:childTnLst>
                          </p:cTn>
                        </p:par>
                        <p:par>
                          <p:cTn id="8" fill="hold">
                            <p:stCondLst>
                              <p:cond delay="1000"/>
                            </p:stCondLst>
                            <p:childTnLst>
                              <p:par>
                                <p:cTn id="9" presetID="42" presetClass="entr" presetSubtype="0" fill="hold" grpId="0" nodeType="afterEffect">
                                  <p:stCondLst>
                                    <p:cond delay="0"/>
                                  </p:stCondLst>
                                  <p:childTnLst>
                                    <p:set>
                                      <p:cBhvr>
                                        <p:cTn id="10" dur="1" fill="hold">
                                          <p:stCondLst>
                                            <p:cond delay="0"/>
                                          </p:stCondLst>
                                        </p:cTn>
                                        <p:tgtEl>
                                          <p:spTgt spid="18">
                                            <p:txEl>
                                              <p:pRg st="0" end="0"/>
                                            </p:txEl>
                                          </p:spTgt>
                                        </p:tgtEl>
                                        <p:attrNameLst>
                                          <p:attrName>style.visibility</p:attrName>
                                        </p:attrNameLst>
                                      </p:cBhvr>
                                      <p:to>
                                        <p:strVal val="visible"/>
                                      </p:to>
                                    </p:set>
                                    <p:animEffect transition="in" filter="fade">
                                      <p:cBhvr>
                                        <p:cTn id="11" dur="500"/>
                                        <p:tgtEl>
                                          <p:spTgt spid="18">
                                            <p:txEl>
                                              <p:pRg st="0" end="0"/>
                                            </p:txEl>
                                          </p:spTgt>
                                        </p:tgtEl>
                                      </p:cBhvr>
                                    </p:animEffect>
                                    <p:anim calcmode="lin" valueType="num">
                                      <p:cBhvr>
                                        <p:cTn id="12" dur="500" fill="hold"/>
                                        <p:tgtEl>
                                          <p:spTgt spid="18">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18">
                                            <p:txEl>
                                              <p:pRg st="0" end="0"/>
                                            </p:txEl>
                                          </p:spTgt>
                                        </p:tgtEl>
                                        <p:attrNameLst>
                                          <p:attrName>ppt_y</p:attrName>
                                        </p:attrNameLst>
                                      </p:cBhvr>
                                      <p:tavLst>
                                        <p:tav tm="0">
                                          <p:val>
                                            <p:strVal val="#ppt_y+.1"/>
                                          </p:val>
                                        </p:tav>
                                        <p:tav tm="100000">
                                          <p:val>
                                            <p:strVal val="#ppt_y"/>
                                          </p:val>
                                        </p:tav>
                                      </p:tavLst>
                                    </p:anim>
                                  </p:childTnLst>
                                </p:cTn>
                              </p:par>
                            </p:childTnLst>
                          </p:cTn>
                        </p:par>
                        <p:par>
                          <p:cTn id="14" fill="hold">
                            <p:stCondLst>
                              <p:cond delay="1500"/>
                            </p:stCondLst>
                            <p:childTnLst>
                              <p:par>
                                <p:cTn id="15" presetID="42" presetClass="entr" presetSubtype="0" fill="hold" grpId="0" nodeType="afterEffect">
                                  <p:stCondLst>
                                    <p:cond delay="0"/>
                                  </p:stCondLst>
                                  <p:childTnLst>
                                    <p:set>
                                      <p:cBhvr>
                                        <p:cTn id="16" dur="1" fill="hold">
                                          <p:stCondLst>
                                            <p:cond delay="0"/>
                                          </p:stCondLst>
                                        </p:cTn>
                                        <p:tgtEl>
                                          <p:spTgt spid="24"/>
                                        </p:tgtEl>
                                        <p:attrNameLst>
                                          <p:attrName>style.visibility</p:attrName>
                                        </p:attrNameLst>
                                      </p:cBhvr>
                                      <p:to>
                                        <p:strVal val="visible"/>
                                      </p:to>
                                    </p:set>
                                    <p:animEffect transition="in" filter="fade">
                                      <p:cBhvr>
                                        <p:cTn id="17" dur="500"/>
                                        <p:tgtEl>
                                          <p:spTgt spid="24"/>
                                        </p:tgtEl>
                                      </p:cBhvr>
                                    </p:animEffect>
                                    <p:anim calcmode="lin" valueType="num">
                                      <p:cBhvr>
                                        <p:cTn id="18" dur="500" fill="hold"/>
                                        <p:tgtEl>
                                          <p:spTgt spid="24"/>
                                        </p:tgtEl>
                                        <p:attrNameLst>
                                          <p:attrName>ppt_x</p:attrName>
                                        </p:attrNameLst>
                                      </p:cBhvr>
                                      <p:tavLst>
                                        <p:tav tm="0">
                                          <p:val>
                                            <p:strVal val="#ppt_x"/>
                                          </p:val>
                                        </p:tav>
                                        <p:tav tm="100000">
                                          <p:val>
                                            <p:strVal val="#ppt_x"/>
                                          </p:val>
                                        </p:tav>
                                      </p:tavLst>
                                    </p:anim>
                                    <p:anim calcmode="lin" valueType="num">
                                      <p:cBhvr>
                                        <p:cTn id="19" dur="500" fill="hold"/>
                                        <p:tgtEl>
                                          <p:spTgt spid="24"/>
                                        </p:tgtEl>
                                        <p:attrNameLst>
                                          <p:attrName>ppt_y</p:attrName>
                                        </p:attrNameLst>
                                      </p:cBhvr>
                                      <p:tavLst>
                                        <p:tav tm="0">
                                          <p:val>
                                            <p:strVal val="#ppt_y+.1"/>
                                          </p:val>
                                        </p:tav>
                                        <p:tav tm="100000">
                                          <p:val>
                                            <p:strVal val="#ppt_y"/>
                                          </p:val>
                                        </p:tav>
                                      </p:tavLst>
                                    </p:anim>
                                  </p:childTnLst>
                                </p:cTn>
                              </p:par>
                            </p:childTnLst>
                          </p:cTn>
                        </p:par>
                        <p:par>
                          <p:cTn id="20" fill="hold">
                            <p:stCondLst>
                              <p:cond delay="2000"/>
                            </p:stCondLst>
                            <p:childTnLst>
                              <p:par>
                                <p:cTn id="21" presetID="53" presetClass="entr" presetSubtype="16" fill="hold" grpId="0" nodeType="afterEffect" nodePh="1">
                                  <p:stCondLst>
                                    <p:cond delay="0"/>
                                  </p:stCondLst>
                                  <p:endCondLst>
                                    <p:cond evt="begin" delay="0">
                                      <p:tn val="21"/>
                                    </p:cond>
                                  </p:endCondLst>
                                  <p:childTnLst>
                                    <p:set>
                                      <p:cBhvr>
                                        <p:cTn id="22" dur="1" fill="hold">
                                          <p:stCondLst>
                                            <p:cond delay="0"/>
                                          </p:stCondLst>
                                        </p:cTn>
                                        <p:tgtEl>
                                          <p:spTgt spid="27">
                                            <p:txEl>
                                              <p:pRg st="0" end="0"/>
                                            </p:txEl>
                                          </p:spTgt>
                                        </p:tgtEl>
                                        <p:attrNameLst>
                                          <p:attrName>style.visibility</p:attrName>
                                        </p:attrNameLst>
                                      </p:cBhvr>
                                      <p:to>
                                        <p:strVal val="visible"/>
                                      </p:to>
                                    </p:set>
                                    <p:anim calcmode="lin" valueType="num">
                                      <p:cBhvr>
                                        <p:cTn id="23" dur="500" fill="hold"/>
                                        <p:tgtEl>
                                          <p:spTgt spid="27">
                                            <p:txEl>
                                              <p:pRg st="0" end="0"/>
                                            </p:txEl>
                                          </p:spTgt>
                                        </p:tgtEl>
                                        <p:attrNameLst>
                                          <p:attrName>ppt_w</p:attrName>
                                        </p:attrNameLst>
                                      </p:cBhvr>
                                      <p:tavLst>
                                        <p:tav tm="0">
                                          <p:val>
                                            <p:fltVal val="0"/>
                                          </p:val>
                                        </p:tav>
                                        <p:tav tm="100000">
                                          <p:val>
                                            <p:strVal val="#ppt_w"/>
                                          </p:val>
                                        </p:tav>
                                      </p:tavLst>
                                    </p:anim>
                                    <p:anim calcmode="lin" valueType="num">
                                      <p:cBhvr>
                                        <p:cTn id="24" dur="500" fill="hold"/>
                                        <p:tgtEl>
                                          <p:spTgt spid="27">
                                            <p:txEl>
                                              <p:pRg st="0" end="0"/>
                                            </p:txEl>
                                          </p:spTgt>
                                        </p:tgtEl>
                                        <p:attrNameLst>
                                          <p:attrName>ppt_h</p:attrName>
                                        </p:attrNameLst>
                                      </p:cBhvr>
                                      <p:tavLst>
                                        <p:tav tm="0">
                                          <p:val>
                                            <p:fltVal val="0"/>
                                          </p:val>
                                        </p:tav>
                                        <p:tav tm="100000">
                                          <p:val>
                                            <p:strVal val="#ppt_h"/>
                                          </p:val>
                                        </p:tav>
                                      </p:tavLst>
                                    </p:anim>
                                    <p:animEffect transition="in" filter="fade">
                                      <p:cBhvr>
                                        <p:cTn id="25" dur="500"/>
                                        <p:tgtEl>
                                          <p:spTgt spid="27">
                                            <p:txEl>
                                              <p:pRg st="0" end="0"/>
                                            </p:txEl>
                                          </p:spTgt>
                                        </p:tgtEl>
                                      </p:cBhvr>
                                    </p:animEffect>
                                  </p:childTnLst>
                                </p:cTn>
                              </p:par>
                            </p:childTnLst>
                          </p:cTn>
                        </p:par>
                        <p:par>
                          <p:cTn id="26" fill="hold">
                            <p:stCondLst>
                              <p:cond delay="2500"/>
                            </p:stCondLst>
                            <p:childTnLst>
                              <p:par>
                                <p:cTn id="27" presetID="42" presetClass="entr" presetSubtype="0" fill="hold" grpId="0" nodeType="afterEffect">
                                  <p:stCondLst>
                                    <p:cond delay="0"/>
                                  </p:stCondLst>
                                  <p:childTnLst>
                                    <p:set>
                                      <p:cBhvr>
                                        <p:cTn id="28" dur="1" fill="hold">
                                          <p:stCondLst>
                                            <p:cond delay="0"/>
                                          </p:stCondLst>
                                        </p:cTn>
                                        <p:tgtEl>
                                          <p:spTgt spid="43"/>
                                        </p:tgtEl>
                                        <p:attrNameLst>
                                          <p:attrName>style.visibility</p:attrName>
                                        </p:attrNameLst>
                                      </p:cBhvr>
                                      <p:to>
                                        <p:strVal val="visible"/>
                                      </p:to>
                                    </p:set>
                                    <p:animEffect transition="in" filter="fade">
                                      <p:cBhvr>
                                        <p:cTn id="29" dur="500"/>
                                        <p:tgtEl>
                                          <p:spTgt spid="43"/>
                                        </p:tgtEl>
                                      </p:cBhvr>
                                    </p:animEffect>
                                    <p:anim calcmode="lin" valueType="num">
                                      <p:cBhvr>
                                        <p:cTn id="30" dur="500" fill="hold"/>
                                        <p:tgtEl>
                                          <p:spTgt spid="43"/>
                                        </p:tgtEl>
                                        <p:attrNameLst>
                                          <p:attrName>ppt_x</p:attrName>
                                        </p:attrNameLst>
                                      </p:cBhvr>
                                      <p:tavLst>
                                        <p:tav tm="0">
                                          <p:val>
                                            <p:strVal val="#ppt_x"/>
                                          </p:val>
                                        </p:tav>
                                        <p:tav tm="100000">
                                          <p:val>
                                            <p:strVal val="#ppt_x"/>
                                          </p:val>
                                        </p:tav>
                                      </p:tavLst>
                                    </p:anim>
                                    <p:anim calcmode="lin" valueType="num">
                                      <p:cBhvr>
                                        <p:cTn id="31" dur="500" fill="hold"/>
                                        <p:tgtEl>
                                          <p:spTgt spid="43"/>
                                        </p:tgtEl>
                                        <p:attrNameLst>
                                          <p:attrName>ppt_y</p:attrName>
                                        </p:attrNameLst>
                                      </p:cBhvr>
                                      <p:tavLst>
                                        <p:tav tm="0">
                                          <p:val>
                                            <p:strVal val="#ppt_y+.1"/>
                                          </p:val>
                                        </p:tav>
                                        <p:tav tm="100000">
                                          <p:val>
                                            <p:strVal val="#ppt_y"/>
                                          </p:val>
                                        </p:tav>
                                      </p:tavLst>
                                    </p:anim>
                                  </p:childTnLst>
                                </p:cTn>
                              </p:par>
                            </p:childTnLst>
                          </p:cTn>
                        </p:par>
                        <p:par>
                          <p:cTn id="32" fill="hold">
                            <p:stCondLst>
                              <p:cond delay="3000"/>
                            </p:stCondLst>
                            <p:childTnLst>
                              <p:par>
                                <p:cTn id="33" presetID="53" presetClass="entr" presetSubtype="16" fill="hold" grpId="0" nodeType="afterEffect" nodePh="1">
                                  <p:stCondLst>
                                    <p:cond delay="0"/>
                                  </p:stCondLst>
                                  <p:endCondLst>
                                    <p:cond evt="begin" delay="0">
                                      <p:tn val="33"/>
                                    </p:cond>
                                  </p:endCondLst>
                                  <p:childTnLst>
                                    <p:set>
                                      <p:cBhvr>
                                        <p:cTn id="34" dur="1" fill="hold">
                                          <p:stCondLst>
                                            <p:cond delay="0"/>
                                          </p:stCondLst>
                                        </p:cTn>
                                        <p:tgtEl>
                                          <p:spTgt spid="44">
                                            <p:txEl>
                                              <p:pRg st="0" end="0"/>
                                            </p:txEl>
                                          </p:spTgt>
                                        </p:tgtEl>
                                        <p:attrNameLst>
                                          <p:attrName>style.visibility</p:attrName>
                                        </p:attrNameLst>
                                      </p:cBhvr>
                                      <p:to>
                                        <p:strVal val="visible"/>
                                      </p:to>
                                    </p:set>
                                    <p:anim calcmode="lin" valueType="num">
                                      <p:cBhvr>
                                        <p:cTn id="35" dur="500" fill="hold"/>
                                        <p:tgtEl>
                                          <p:spTgt spid="44">
                                            <p:txEl>
                                              <p:pRg st="0" end="0"/>
                                            </p:txEl>
                                          </p:spTgt>
                                        </p:tgtEl>
                                        <p:attrNameLst>
                                          <p:attrName>ppt_w</p:attrName>
                                        </p:attrNameLst>
                                      </p:cBhvr>
                                      <p:tavLst>
                                        <p:tav tm="0">
                                          <p:val>
                                            <p:fltVal val="0"/>
                                          </p:val>
                                        </p:tav>
                                        <p:tav tm="100000">
                                          <p:val>
                                            <p:strVal val="#ppt_w"/>
                                          </p:val>
                                        </p:tav>
                                      </p:tavLst>
                                    </p:anim>
                                    <p:anim calcmode="lin" valueType="num">
                                      <p:cBhvr>
                                        <p:cTn id="36" dur="500" fill="hold"/>
                                        <p:tgtEl>
                                          <p:spTgt spid="44">
                                            <p:txEl>
                                              <p:pRg st="0" end="0"/>
                                            </p:txEl>
                                          </p:spTgt>
                                        </p:tgtEl>
                                        <p:attrNameLst>
                                          <p:attrName>ppt_h</p:attrName>
                                        </p:attrNameLst>
                                      </p:cBhvr>
                                      <p:tavLst>
                                        <p:tav tm="0">
                                          <p:val>
                                            <p:fltVal val="0"/>
                                          </p:val>
                                        </p:tav>
                                        <p:tav tm="100000">
                                          <p:val>
                                            <p:strVal val="#ppt_h"/>
                                          </p:val>
                                        </p:tav>
                                      </p:tavLst>
                                    </p:anim>
                                    <p:animEffect transition="in" filter="fade">
                                      <p:cBhvr>
                                        <p:cTn id="37" dur="500"/>
                                        <p:tgtEl>
                                          <p:spTgt spid="44">
                                            <p:txEl>
                                              <p:pRg st="0" end="0"/>
                                            </p:txEl>
                                          </p:spTgt>
                                        </p:tgtEl>
                                      </p:cBhvr>
                                    </p:animEffect>
                                  </p:childTnLst>
                                </p:cTn>
                              </p:par>
                            </p:childTnLst>
                          </p:cTn>
                        </p:par>
                        <p:par>
                          <p:cTn id="38" fill="hold">
                            <p:stCondLst>
                              <p:cond delay="3500"/>
                            </p:stCondLst>
                            <p:childTnLst>
                              <p:par>
                                <p:cTn id="39" presetID="42" presetClass="entr" presetSubtype="0" fill="hold" grpId="0" nodeType="afterEffect" nodePh="1">
                                  <p:stCondLst>
                                    <p:cond delay="0"/>
                                  </p:stCondLst>
                                  <p:endCondLst>
                                    <p:cond evt="begin" delay="0">
                                      <p:tn val="39"/>
                                    </p:cond>
                                  </p:endCondLst>
                                  <p:childTnLst>
                                    <p:set>
                                      <p:cBhvr>
                                        <p:cTn id="40" dur="1" fill="hold">
                                          <p:stCondLst>
                                            <p:cond delay="0"/>
                                          </p:stCondLst>
                                        </p:cTn>
                                        <p:tgtEl>
                                          <p:spTgt spid="45">
                                            <p:txEl>
                                              <p:pRg st="0" end="0"/>
                                            </p:txEl>
                                          </p:spTgt>
                                        </p:tgtEl>
                                        <p:attrNameLst>
                                          <p:attrName>style.visibility</p:attrName>
                                        </p:attrNameLst>
                                      </p:cBhvr>
                                      <p:to>
                                        <p:strVal val="visible"/>
                                      </p:to>
                                    </p:set>
                                    <p:animEffect transition="in" filter="fade">
                                      <p:cBhvr>
                                        <p:cTn id="41" dur="500"/>
                                        <p:tgtEl>
                                          <p:spTgt spid="45">
                                            <p:txEl>
                                              <p:pRg st="0" end="0"/>
                                            </p:txEl>
                                          </p:spTgt>
                                        </p:tgtEl>
                                      </p:cBhvr>
                                    </p:animEffect>
                                    <p:anim calcmode="lin" valueType="num">
                                      <p:cBhvr>
                                        <p:cTn id="42" dur="500" fill="hold"/>
                                        <p:tgtEl>
                                          <p:spTgt spid="45">
                                            <p:txEl>
                                              <p:pRg st="0" end="0"/>
                                            </p:txEl>
                                          </p:spTgt>
                                        </p:tgtEl>
                                        <p:attrNameLst>
                                          <p:attrName>ppt_x</p:attrName>
                                        </p:attrNameLst>
                                      </p:cBhvr>
                                      <p:tavLst>
                                        <p:tav tm="0">
                                          <p:val>
                                            <p:strVal val="#ppt_x"/>
                                          </p:val>
                                        </p:tav>
                                        <p:tav tm="100000">
                                          <p:val>
                                            <p:strVal val="#ppt_x"/>
                                          </p:val>
                                        </p:tav>
                                      </p:tavLst>
                                    </p:anim>
                                    <p:anim calcmode="lin" valueType="num">
                                      <p:cBhvr>
                                        <p:cTn id="43" dur="500" fill="hold"/>
                                        <p:tgtEl>
                                          <p:spTgt spid="45">
                                            <p:txEl>
                                              <p:pRg st="0" end="0"/>
                                            </p:txEl>
                                          </p:spTgt>
                                        </p:tgtEl>
                                        <p:attrNameLst>
                                          <p:attrName>ppt_y</p:attrName>
                                        </p:attrNameLst>
                                      </p:cBhvr>
                                      <p:tavLst>
                                        <p:tav tm="0">
                                          <p:val>
                                            <p:strVal val="#ppt_y+.1"/>
                                          </p:val>
                                        </p:tav>
                                        <p:tav tm="100000">
                                          <p:val>
                                            <p:strVal val="#ppt_y"/>
                                          </p:val>
                                        </p:tav>
                                      </p:tavLst>
                                    </p:anim>
                                  </p:childTnLst>
                                </p:cTn>
                              </p:par>
                            </p:childTnLst>
                          </p:cTn>
                        </p:par>
                        <p:par>
                          <p:cTn id="44" fill="hold">
                            <p:stCondLst>
                              <p:cond delay="4000"/>
                            </p:stCondLst>
                            <p:childTnLst>
                              <p:par>
                                <p:cTn id="45" presetID="42" presetClass="entr" presetSubtype="0" fill="hold" grpId="0" nodeType="afterEffect">
                                  <p:stCondLst>
                                    <p:cond delay="0"/>
                                  </p:stCondLst>
                                  <p:childTnLst>
                                    <p:set>
                                      <p:cBhvr>
                                        <p:cTn id="46" dur="1" fill="hold">
                                          <p:stCondLst>
                                            <p:cond delay="0"/>
                                          </p:stCondLst>
                                        </p:cTn>
                                        <p:tgtEl>
                                          <p:spTgt spid="23"/>
                                        </p:tgtEl>
                                        <p:attrNameLst>
                                          <p:attrName>style.visibility</p:attrName>
                                        </p:attrNameLst>
                                      </p:cBhvr>
                                      <p:to>
                                        <p:strVal val="visible"/>
                                      </p:to>
                                    </p:set>
                                    <p:animEffect transition="in" filter="fade">
                                      <p:cBhvr>
                                        <p:cTn id="47" dur="500"/>
                                        <p:tgtEl>
                                          <p:spTgt spid="23"/>
                                        </p:tgtEl>
                                      </p:cBhvr>
                                    </p:animEffect>
                                    <p:anim calcmode="lin" valueType="num">
                                      <p:cBhvr>
                                        <p:cTn id="48" dur="500" fill="hold"/>
                                        <p:tgtEl>
                                          <p:spTgt spid="23"/>
                                        </p:tgtEl>
                                        <p:attrNameLst>
                                          <p:attrName>ppt_x</p:attrName>
                                        </p:attrNameLst>
                                      </p:cBhvr>
                                      <p:tavLst>
                                        <p:tav tm="0">
                                          <p:val>
                                            <p:strVal val="#ppt_x"/>
                                          </p:val>
                                        </p:tav>
                                        <p:tav tm="100000">
                                          <p:val>
                                            <p:strVal val="#ppt_x"/>
                                          </p:val>
                                        </p:tav>
                                      </p:tavLst>
                                    </p:anim>
                                    <p:anim calcmode="lin" valueType="num">
                                      <p:cBhvr>
                                        <p:cTn id="49" dur="500" fill="hold"/>
                                        <p:tgtEl>
                                          <p:spTgt spid="23"/>
                                        </p:tgtEl>
                                        <p:attrNameLst>
                                          <p:attrName>ppt_y</p:attrName>
                                        </p:attrNameLst>
                                      </p:cBhvr>
                                      <p:tavLst>
                                        <p:tav tm="0">
                                          <p:val>
                                            <p:strVal val="#ppt_y+.1"/>
                                          </p:val>
                                        </p:tav>
                                        <p:tav tm="100000">
                                          <p:val>
                                            <p:strVal val="#ppt_y"/>
                                          </p:val>
                                        </p:tav>
                                      </p:tavLst>
                                    </p:anim>
                                  </p:childTnLst>
                                </p:cTn>
                              </p:par>
                            </p:childTnLst>
                          </p:cTn>
                        </p:par>
                        <p:par>
                          <p:cTn id="50" fill="hold">
                            <p:stCondLst>
                              <p:cond delay="4500"/>
                            </p:stCondLst>
                            <p:childTnLst>
                              <p:par>
                                <p:cTn id="51" presetID="53" presetClass="entr" presetSubtype="16" fill="hold" grpId="0" nodeType="afterEffect" nodePh="1">
                                  <p:stCondLst>
                                    <p:cond delay="0"/>
                                  </p:stCondLst>
                                  <p:endCondLst>
                                    <p:cond evt="begin" delay="0">
                                      <p:tn val="51"/>
                                    </p:cond>
                                  </p:endCondLst>
                                  <p:childTnLst>
                                    <p:set>
                                      <p:cBhvr>
                                        <p:cTn id="52" dur="1" fill="hold">
                                          <p:stCondLst>
                                            <p:cond delay="0"/>
                                          </p:stCondLst>
                                        </p:cTn>
                                        <p:tgtEl>
                                          <p:spTgt spid="32">
                                            <p:txEl>
                                              <p:pRg st="0" end="0"/>
                                            </p:txEl>
                                          </p:spTgt>
                                        </p:tgtEl>
                                        <p:attrNameLst>
                                          <p:attrName>style.visibility</p:attrName>
                                        </p:attrNameLst>
                                      </p:cBhvr>
                                      <p:to>
                                        <p:strVal val="visible"/>
                                      </p:to>
                                    </p:set>
                                    <p:anim calcmode="lin" valueType="num">
                                      <p:cBhvr>
                                        <p:cTn id="53" dur="500" fill="hold"/>
                                        <p:tgtEl>
                                          <p:spTgt spid="32">
                                            <p:txEl>
                                              <p:pRg st="0" end="0"/>
                                            </p:txEl>
                                          </p:spTgt>
                                        </p:tgtEl>
                                        <p:attrNameLst>
                                          <p:attrName>ppt_w</p:attrName>
                                        </p:attrNameLst>
                                      </p:cBhvr>
                                      <p:tavLst>
                                        <p:tav tm="0">
                                          <p:val>
                                            <p:fltVal val="0"/>
                                          </p:val>
                                        </p:tav>
                                        <p:tav tm="100000">
                                          <p:val>
                                            <p:strVal val="#ppt_w"/>
                                          </p:val>
                                        </p:tav>
                                      </p:tavLst>
                                    </p:anim>
                                    <p:anim calcmode="lin" valueType="num">
                                      <p:cBhvr>
                                        <p:cTn id="54" dur="500" fill="hold"/>
                                        <p:tgtEl>
                                          <p:spTgt spid="32">
                                            <p:txEl>
                                              <p:pRg st="0" end="0"/>
                                            </p:txEl>
                                          </p:spTgt>
                                        </p:tgtEl>
                                        <p:attrNameLst>
                                          <p:attrName>ppt_h</p:attrName>
                                        </p:attrNameLst>
                                      </p:cBhvr>
                                      <p:tavLst>
                                        <p:tav tm="0">
                                          <p:val>
                                            <p:fltVal val="0"/>
                                          </p:val>
                                        </p:tav>
                                        <p:tav tm="100000">
                                          <p:val>
                                            <p:strVal val="#ppt_h"/>
                                          </p:val>
                                        </p:tav>
                                      </p:tavLst>
                                    </p:anim>
                                    <p:animEffect transition="in" filter="fade">
                                      <p:cBhvr>
                                        <p:cTn id="55" dur="500"/>
                                        <p:tgtEl>
                                          <p:spTgt spid="32">
                                            <p:txEl>
                                              <p:pRg st="0" end="0"/>
                                            </p:txEl>
                                          </p:spTgt>
                                        </p:tgtEl>
                                      </p:cBhvr>
                                    </p:animEffect>
                                  </p:childTnLst>
                                </p:cTn>
                              </p:par>
                            </p:childTnLst>
                          </p:cTn>
                        </p:par>
                        <p:par>
                          <p:cTn id="56" fill="hold">
                            <p:stCondLst>
                              <p:cond delay="5000"/>
                            </p:stCondLst>
                            <p:childTnLst>
                              <p:par>
                                <p:cTn id="57" presetID="47" presetClass="entr" presetSubtype="0" fill="hold" grpId="0" nodeType="afterEffect">
                                  <p:stCondLst>
                                    <p:cond delay="0"/>
                                  </p:stCondLst>
                                  <p:childTnLst>
                                    <p:set>
                                      <p:cBhvr>
                                        <p:cTn id="58" dur="1" fill="hold">
                                          <p:stCondLst>
                                            <p:cond delay="0"/>
                                          </p:stCondLst>
                                        </p:cTn>
                                        <p:tgtEl>
                                          <p:spTgt spid="38"/>
                                        </p:tgtEl>
                                        <p:attrNameLst>
                                          <p:attrName>style.visibility</p:attrName>
                                        </p:attrNameLst>
                                      </p:cBhvr>
                                      <p:to>
                                        <p:strVal val="visible"/>
                                      </p:to>
                                    </p:set>
                                    <p:animEffect transition="in" filter="fade">
                                      <p:cBhvr>
                                        <p:cTn id="59" dur="500"/>
                                        <p:tgtEl>
                                          <p:spTgt spid="38"/>
                                        </p:tgtEl>
                                      </p:cBhvr>
                                    </p:animEffect>
                                    <p:anim calcmode="lin" valueType="num">
                                      <p:cBhvr>
                                        <p:cTn id="60" dur="500" fill="hold"/>
                                        <p:tgtEl>
                                          <p:spTgt spid="38"/>
                                        </p:tgtEl>
                                        <p:attrNameLst>
                                          <p:attrName>ppt_x</p:attrName>
                                        </p:attrNameLst>
                                      </p:cBhvr>
                                      <p:tavLst>
                                        <p:tav tm="0">
                                          <p:val>
                                            <p:strVal val="#ppt_x"/>
                                          </p:val>
                                        </p:tav>
                                        <p:tav tm="100000">
                                          <p:val>
                                            <p:strVal val="#ppt_x"/>
                                          </p:val>
                                        </p:tav>
                                      </p:tavLst>
                                    </p:anim>
                                    <p:anim calcmode="lin" valueType="num">
                                      <p:cBhvr>
                                        <p:cTn id="61" dur="500" fill="hold"/>
                                        <p:tgtEl>
                                          <p:spTgt spid="38"/>
                                        </p:tgtEl>
                                        <p:attrNameLst>
                                          <p:attrName>ppt_y</p:attrName>
                                        </p:attrNameLst>
                                      </p:cBhvr>
                                      <p:tavLst>
                                        <p:tav tm="0">
                                          <p:val>
                                            <p:strVal val="#ppt_y-.1"/>
                                          </p:val>
                                        </p:tav>
                                        <p:tav tm="100000">
                                          <p:val>
                                            <p:strVal val="#ppt_y"/>
                                          </p:val>
                                        </p:tav>
                                      </p:tavLst>
                                    </p:anim>
                                  </p:childTnLst>
                                </p:cTn>
                              </p:par>
                            </p:childTnLst>
                          </p:cTn>
                        </p:par>
                        <p:par>
                          <p:cTn id="62" fill="hold">
                            <p:stCondLst>
                              <p:cond delay="5500"/>
                            </p:stCondLst>
                            <p:childTnLst>
                              <p:par>
                                <p:cTn id="63" presetID="53" presetClass="entr" presetSubtype="16" fill="hold" grpId="0" nodeType="afterEffect" nodePh="1">
                                  <p:stCondLst>
                                    <p:cond delay="0"/>
                                  </p:stCondLst>
                                  <p:endCondLst>
                                    <p:cond evt="begin" delay="0">
                                      <p:tn val="63"/>
                                    </p:cond>
                                  </p:endCondLst>
                                  <p:childTnLst>
                                    <p:set>
                                      <p:cBhvr>
                                        <p:cTn id="64" dur="1" fill="hold">
                                          <p:stCondLst>
                                            <p:cond delay="0"/>
                                          </p:stCondLst>
                                        </p:cTn>
                                        <p:tgtEl>
                                          <p:spTgt spid="46">
                                            <p:txEl>
                                              <p:pRg st="0" end="0"/>
                                            </p:txEl>
                                          </p:spTgt>
                                        </p:tgtEl>
                                        <p:attrNameLst>
                                          <p:attrName>style.visibility</p:attrName>
                                        </p:attrNameLst>
                                      </p:cBhvr>
                                      <p:to>
                                        <p:strVal val="visible"/>
                                      </p:to>
                                    </p:set>
                                    <p:anim calcmode="lin" valueType="num">
                                      <p:cBhvr>
                                        <p:cTn id="65" dur="500" fill="hold"/>
                                        <p:tgtEl>
                                          <p:spTgt spid="46">
                                            <p:txEl>
                                              <p:pRg st="0" end="0"/>
                                            </p:txEl>
                                          </p:spTgt>
                                        </p:tgtEl>
                                        <p:attrNameLst>
                                          <p:attrName>ppt_w</p:attrName>
                                        </p:attrNameLst>
                                      </p:cBhvr>
                                      <p:tavLst>
                                        <p:tav tm="0">
                                          <p:val>
                                            <p:fltVal val="0"/>
                                          </p:val>
                                        </p:tav>
                                        <p:tav tm="100000">
                                          <p:val>
                                            <p:strVal val="#ppt_w"/>
                                          </p:val>
                                        </p:tav>
                                      </p:tavLst>
                                    </p:anim>
                                    <p:anim calcmode="lin" valueType="num">
                                      <p:cBhvr>
                                        <p:cTn id="66" dur="500" fill="hold"/>
                                        <p:tgtEl>
                                          <p:spTgt spid="46">
                                            <p:txEl>
                                              <p:pRg st="0" end="0"/>
                                            </p:txEl>
                                          </p:spTgt>
                                        </p:tgtEl>
                                        <p:attrNameLst>
                                          <p:attrName>ppt_h</p:attrName>
                                        </p:attrNameLst>
                                      </p:cBhvr>
                                      <p:tavLst>
                                        <p:tav tm="0">
                                          <p:val>
                                            <p:fltVal val="0"/>
                                          </p:val>
                                        </p:tav>
                                        <p:tav tm="100000">
                                          <p:val>
                                            <p:strVal val="#ppt_h"/>
                                          </p:val>
                                        </p:tav>
                                      </p:tavLst>
                                    </p:anim>
                                    <p:animEffect transition="in" filter="fade">
                                      <p:cBhvr>
                                        <p:cTn id="67" dur="500"/>
                                        <p:tgtEl>
                                          <p:spTgt spid="46">
                                            <p:txEl>
                                              <p:pRg st="0" end="0"/>
                                            </p:txEl>
                                          </p:spTgt>
                                        </p:tgtEl>
                                      </p:cBhvr>
                                    </p:animEffect>
                                  </p:childTnLst>
                                </p:cTn>
                              </p:par>
                            </p:childTnLst>
                          </p:cTn>
                        </p:par>
                        <p:par>
                          <p:cTn id="68" fill="hold">
                            <p:stCondLst>
                              <p:cond delay="6000"/>
                            </p:stCondLst>
                            <p:childTnLst>
                              <p:par>
                                <p:cTn id="69" presetID="42" presetClass="entr" presetSubtype="0" fill="hold" grpId="0" nodeType="afterEffect" nodePh="1">
                                  <p:stCondLst>
                                    <p:cond delay="0"/>
                                  </p:stCondLst>
                                  <p:endCondLst>
                                    <p:cond evt="begin" delay="0">
                                      <p:tn val="69"/>
                                    </p:cond>
                                  </p:endCondLst>
                                  <p:childTnLst>
                                    <p:set>
                                      <p:cBhvr>
                                        <p:cTn id="70" dur="1" fill="hold">
                                          <p:stCondLst>
                                            <p:cond delay="0"/>
                                          </p:stCondLst>
                                        </p:cTn>
                                        <p:tgtEl>
                                          <p:spTgt spid="47">
                                            <p:txEl>
                                              <p:pRg st="0" end="0"/>
                                            </p:txEl>
                                          </p:spTgt>
                                        </p:tgtEl>
                                        <p:attrNameLst>
                                          <p:attrName>style.visibility</p:attrName>
                                        </p:attrNameLst>
                                      </p:cBhvr>
                                      <p:to>
                                        <p:strVal val="visible"/>
                                      </p:to>
                                    </p:set>
                                    <p:animEffect transition="in" filter="fade">
                                      <p:cBhvr>
                                        <p:cTn id="71" dur="500"/>
                                        <p:tgtEl>
                                          <p:spTgt spid="47">
                                            <p:txEl>
                                              <p:pRg st="0" end="0"/>
                                            </p:txEl>
                                          </p:spTgt>
                                        </p:tgtEl>
                                      </p:cBhvr>
                                    </p:animEffect>
                                    <p:anim calcmode="lin" valueType="num">
                                      <p:cBhvr>
                                        <p:cTn id="72" dur="500" fill="hold"/>
                                        <p:tgtEl>
                                          <p:spTgt spid="47">
                                            <p:txEl>
                                              <p:pRg st="0" end="0"/>
                                            </p:txEl>
                                          </p:spTgt>
                                        </p:tgtEl>
                                        <p:attrNameLst>
                                          <p:attrName>ppt_x</p:attrName>
                                        </p:attrNameLst>
                                      </p:cBhvr>
                                      <p:tavLst>
                                        <p:tav tm="0">
                                          <p:val>
                                            <p:strVal val="#ppt_x"/>
                                          </p:val>
                                        </p:tav>
                                        <p:tav tm="100000">
                                          <p:val>
                                            <p:strVal val="#ppt_x"/>
                                          </p:val>
                                        </p:tav>
                                      </p:tavLst>
                                    </p:anim>
                                    <p:anim calcmode="lin" valueType="num">
                                      <p:cBhvr>
                                        <p:cTn id="73" dur="500" fill="hold"/>
                                        <p:tgtEl>
                                          <p:spTgt spid="47">
                                            <p:txEl>
                                              <p:pRg st="0" end="0"/>
                                            </p:txEl>
                                          </p:spTgt>
                                        </p:tgtEl>
                                        <p:attrNameLst>
                                          <p:attrName>ppt_y</p:attrName>
                                        </p:attrNameLst>
                                      </p:cBhvr>
                                      <p:tavLst>
                                        <p:tav tm="0">
                                          <p:val>
                                            <p:strVal val="#ppt_y+.1"/>
                                          </p:val>
                                        </p:tav>
                                        <p:tav tm="100000">
                                          <p:val>
                                            <p:strVal val="#ppt_y"/>
                                          </p:val>
                                        </p:tav>
                                      </p:tavLst>
                                    </p:anim>
                                  </p:childTnLst>
                                </p:cTn>
                              </p:par>
                            </p:childTnLst>
                          </p:cTn>
                        </p:par>
                        <p:par>
                          <p:cTn id="74" fill="hold">
                            <p:stCondLst>
                              <p:cond delay="6500"/>
                            </p:stCondLst>
                            <p:childTnLst>
                              <p:par>
                                <p:cTn id="75" presetID="42" presetClass="entr" presetSubtype="0" fill="hold" grpId="0" nodeType="afterEffect">
                                  <p:stCondLst>
                                    <p:cond delay="0"/>
                                  </p:stCondLst>
                                  <p:childTnLst>
                                    <p:set>
                                      <p:cBhvr>
                                        <p:cTn id="76" dur="1" fill="hold">
                                          <p:stCondLst>
                                            <p:cond delay="0"/>
                                          </p:stCondLst>
                                        </p:cTn>
                                        <p:tgtEl>
                                          <p:spTgt spid="36"/>
                                        </p:tgtEl>
                                        <p:attrNameLst>
                                          <p:attrName>style.visibility</p:attrName>
                                        </p:attrNameLst>
                                      </p:cBhvr>
                                      <p:to>
                                        <p:strVal val="visible"/>
                                      </p:to>
                                    </p:set>
                                    <p:animEffect transition="in" filter="fade">
                                      <p:cBhvr>
                                        <p:cTn id="77" dur="500"/>
                                        <p:tgtEl>
                                          <p:spTgt spid="36"/>
                                        </p:tgtEl>
                                      </p:cBhvr>
                                    </p:animEffect>
                                    <p:anim calcmode="lin" valueType="num">
                                      <p:cBhvr>
                                        <p:cTn id="78" dur="500" fill="hold"/>
                                        <p:tgtEl>
                                          <p:spTgt spid="36"/>
                                        </p:tgtEl>
                                        <p:attrNameLst>
                                          <p:attrName>ppt_x</p:attrName>
                                        </p:attrNameLst>
                                      </p:cBhvr>
                                      <p:tavLst>
                                        <p:tav tm="0">
                                          <p:val>
                                            <p:strVal val="#ppt_x"/>
                                          </p:val>
                                        </p:tav>
                                        <p:tav tm="100000">
                                          <p:val>
                                            <p:strVal val="#ppt_x"/>
                                          </p:val>
                                        </p:tav>
                                      </p:tavLst>
                                    </p:anim>
                                    <p:anim calcmode="lin" valueType="num">
                                      <p:cBhvr>
                                        <p:cTn id="79" dur="500" fill="hold"/>
                                        <p:tgtEl>
                                          <p:spTgt spid="36"/>
                                        </p:tgtEl>
                                        <p:attrNameLst>
                                          <p:attrName>ppt_y</p:attrName>
                                        </p:attrNameLst>
                                      </p:cBhvr>
                                      <p:tavLst>
                                        <p:tav tm="0">
                                          <p:val>
                                            <p:strVal val="#ppt_y+.1"/>
                                          </p:val>
                                        </p:tav>
                                        <p:tav tm="100000">
                                          <p:val>
                                            <p:strVal val="#ppt_y"/>
                                          </p:val>
                                        </p:tav>
                                      </p:tavLst>
                                    </p:anim>
                                  </p:childTnLst>
                                </p:cTn>
                              </p:par>
                            </p:childTnLst>
                          </p:cTn>
                        </p:par>
                        <p:par>
                          <p:cTn id="80" fill="hold">
                            <p:stCondLst>
                              <p:cond delay="7000"/>
                            </p:stCondLst>
                            <p:childTnLst>
                              <p:par>
                                <p:cTn id="81" presetID="53" presetClass="entr" presetSubtype="16" fill="hold" grpId="0" nodeType="afterEffect" nodePh="1">
                                  <p:stCondLst>
                                    <p:cond delay="0"/>
                                  </p:stCondLst>
                                  <p:endCondLst>
                                    <p:cond evt="begin" delay="0">
                                      <p:tn val="81"/>
                                    </p:cond>
                                  </p:endCondLst>
                                  <p:childTnLst>
                                    <p:set>
                                      <p:cBhvr>
                                        <p:cTn id="82" dur="1" fill="hold">
                                          <p:stCondLst>
                                            <p:cond delay="0"/>
                                          </p:stCondLst>
                                        </p:cTn>
                                        <p:tgtEl>
                                          <p:spTgt spid="37">
                                            <p:txEl>
                                              <p:pRg st="0" end="0"/>
                                            </p:txEl>
                                          </p:spTgt>
                                        </p:tgtEl>
                                        <p:attrNameLst>
                                          <p:attrName>style.visibility</p:attrName>
                                        </p:attrNameLst>
                                      </p:cBhvr>
                                      <p:to>
                                        <p:strVal val="visible"/>
                                      </p:to>
                                    </p:set>
                                    <p:anim calcmode="lin" valueType="num">
                                      <p:cBhvr>
                                        <p:cTn id="83" dur="500" fill="hold"/>
                                        <p:tgtEl>
                                          <p:spTgt spid="37">
                                            <p:txEl>
                                              <p:pRg st="0" end="0"/>
                                            </p:txEl>
                                          </p:spTgt>
                                        </p:tgtEl>
                                        <p:attrNameLst>
                                          <p:attrName>ppt_w</p:attrName>
                                        </p:attrNameLst>
                                      </p:cBhvr>
                                      <p:tavLst>
                                        <p:tav tm="0">
                                          <p:val>
                                            <p:fltVal val="0"/>
                                          </p:val>
                                        </p:tav>
                                        <p:tav tm="100000">
                                          <p:val>
                                            <p:strVal val="#ppt_w"/>
                                          </p:val>
                                        </p:tav>
                                      </p:tavLst>
                                    </p:anim>
                                    <p:anim calcmode="lin" valueType="num">
                                      <p:cBhvr>
                                        <p:cTn id="84" dur="500" fill="hold"/>
                                        <p:tgtEl>
                                          <p:spTgt spid="37">
                                            <p:txEl>
                                              <p:pRg st="0" end="0"/>
                                            </p:txEl>
                                          </p:spTgt>
                                        </p:tgtEl>
                                        <p:attrNameLst>
                                          <p:attrName>ppt_h</p:attrName>
                                        </p:attrNameLst>
                                      </p:cBhvr>
                                      <p:tavLst>
                                        <p:tav tm="0">
                                          <p:val>
                                            <p:fltVal val="0"/>
                                          </p:val>
                                        </p:tav>
                                        <p:tav tm="100000">
                                          <p:val>
                                            <p:strVal val="#ppt_h"/>
                                          </p:val>
                                        </p:tav>
                                      </p:tavLst>
                                    </p:anim>
                                    <p:animEffect transition="in" filter="fade">
                                      <p:cBhvr>
                                        <p:cTn id="85" dur="500"/>
                                        <p:tgtEl>
                                          <p:spTgt spid="37">
                                            <p:txEl>
                                              <p:pRg st="0" end="0"/>
                                            </p:txEl>
                                          </p:spTgt>
                                        </p:tgtEl>
                                      </p:cBhvr>
                                    </p:animEffect>
                                  </p:childTnLst>
                                </p:cTn>
                              </p:par>
                            </p:childTnLst>
                          </p:cTn>
                        </p:par>
                        <p:par>
                          <p:cTn id="86" fill="hold">
                            <p:stCondLst>
                              <p:cond delay="7500"/>
                            </p:stCondLst>
                            <p:childTnLst>
                              <p:par>
                                <p:cTn id="87" presetID="42" presetClass="entr" presetSubtype="0" fill="hold" grpId="0" nodeType="afterEffect">
                                  <p:stCondLst>
                                    <p:cond delay="0"/>
                                  </p:stCondLst>
                                  <p:childTnLst>
                                    <p:set>
                                      <p:cBhvr>
                                        <p:cTn id="88" dur="1" fill="hold">
                                          <p:stCondLst>
                                            <p:cond delay="0"/>
                                          </p:stCondLst>
                                        </p:cTn>
                                        <p:tgtEl>
                                          <p:spTgt spid="39"/>
                                        </p:tgtEl>
                                        <p:attrNameLst>
                                          <p:attrName>style.visibility</p:attrName>
                                        </p:attrNameLst>
                                      </p:cBhvr>
                                      <p:to>
                                        <p:strVal val="visible"/>
                                      </p:to>
                                    </p:set>
                                    <p:animEffect transition="in" filter="fade">
                                      <p:cBhvr>
                                        <p:cTn id="89" dur="500"/>
                                        <p:tgtEl>
                                          <p:spTgt spid="39"/>
                                        </p:tgtEl>
                                      </p:cBhvr>
                                    </p:animEffect>
                                    <p:anim calcmode="lin" valueType="num">
                                      <p:cBhvr>
                                        <p:cTn id="90" dur="500" fill="hold"/>
                                        <p:tgtEl>
                                          <p:spTgt spid="39"/>
                                        </p:tgtEl>
                                        <p:attrNameLst>
                                          <p:attrName>ppt_x</p:attrName>
                                        </p:attrNameLst>
                                      </p:cBhvr>
                                      <p:tavLst>
                                        <p:tav tm="0">
                                          <p:val>
                                            <p:strVal val="#ppt_x"/>
                                          </p:val>
                                        </p:tav>
                                        <p:tav tm="100000">
                                          <p:val>
                                            <p:strVal val="#ppt_x"/>
                                          </p:val>
                                        </p:tav>
                                      </p:tavLst>
                                    </p:anim>
                                    <p:anim calcmode="lin" valueType="num">
                                      <p:cBhvr>
                                        <p:cTn id="91" dur="500" fill="hold"/>
                                        <p:tgtEl>
                                          <p:spTgt spid="39"/>
                                        </p:tgtEl>
                                        <p:attrNameLst>
                                          <p:attrName>ppt_y</p:attrName>
                                        </p:attrNameLst>
                                      </p:cBhvr>
                                      <p:tavLst>
                                        <p:tav tm="0">
                                          <p:val>
                                            <p:strVal val="#ppt_y+.1"/>
                                          </p:val>
                                        </p:tav>
                                        <p:tav tm="100000">
                                          <p:val>
                                            <p:strVal val="#ppt_y"/>
                                          </p:val>
                                        </p:tav>
                                      </p:tavLst>
                                    </p:anim>
                                  </p:childTnLst>
                                </p:cTn>
                              </p:par>
                            </p:childTnLst>
                          </p:cTn>
                        </p:par>
                        <p:par>
                          <p:cTn id="92" fill="hold">
                            <p:stCondLst>
                              <p:cond delay="8000"/>
                            </p:stCondLst>
                            <p:childTnLst>
                              <p:par>
                                <p:cTn id="93" presetID="53" presetClass="entr" presetSubtype="16" fill="hold" grpId="0" nodeType="afterEffect" nodePh="1">
                                  <p:stCondLst>
                                    <p:cond delay="0"/>
                                  </p:stCondLst>
                                  <p:endCondLst>
                                    <p:cond evt="begin" delay="0">
                                      <p:tn val="93"/>
                                    </p:cond>
                                  </p:endCondLst>
                                  <p:childTnLst>
                                    <p:set>
                                      <p:cBhvr>
                                        <p:cTn id="94" dur="1" fill="hold">
                                          <p:stCondLst>
                                            <p:cond delay="0"/>
                                          </p:stCondLst>
                                        </p:cTn>
                                        <p:tgtEl>
                                          <p:spTgt spid="48">
                                            <p:txEl>
                                              <p:pRg st="0" end="0"/>
                                            </p:txEl>
                                          </p:spTgt>
                                        </p:tgtEl>
                                        <p:attrNameLst>
                                          <p:attrName>style.visibility</p:attrName>
                                        </p:attrNameLst>
                                      </p:cBhvr>
                                      <p:to>
                                        <p:strVal val="visible"/>
                                      </p:to>
                                    </p:set>
                                    <p:anim calcmode="lin" valueType="num">
                                      <p:cBhvr>
                                        <p:cTn id="95" dur="500" fill="hold"/>
                                        <p:tgtEl>
                                          <p:spTgt spid="48">
                                            <p:txEl>
                                              <p:pRg st="0" end="0"/>
                                            </p:txEl>
                                          </p:spTgt>
                                        </p:tgtEl>
                                        <p:attrNameLst>
                                          <p:attrName>ppt_w</p:attrName>
                                        </p:attrNameLst>
                                      </p:cBhvr>
                                      <p:tavLst>
                                        <p:tav tm="0">
                                          <p:val>
                                            <p:fltVal val="0"/>
                                          </p:val>
                                        </p:tav>
                                        <p:tav tm="100000">
                                          <p:val>
                                            <p:strVal val="#ppt_w"/>
                                          </p:val>
                                        </p:tav>
                                      </p:tavLst>
                                    </p:anim>
                                    <p:anim calcmode="lin" valueType="num">
                                      <p:cBhvr>
                                        <p:cTn id="96" dur="500" fill="hold"/>
                                        <p:tgtEl>
                                          <p:spTgt spid="48">
                                            <p:txEl>
                                              <p:pRg st="0" end="0"/>
                                            </p:txEl>
                                          </p:spTgt>
                                        </p:tgtEl>
                                        <p:attrNameLst>
                                          <p:attrName>ppt_h</p:attrName>
                                        </p:attrNameLst>
                                      </p:cBhvr>
                                      <p:tavLst>
                                        <p:tav tm="0">
                                          <p:val>
                                            <p:fltVal val="0"/>
                                          </p:val>
                                        </p:tav>
                                        <p:tav tm="100000">
                                          <p:val>
                                            <p:strVal val="#ppt_h"/>
                                          </p:val>
                                        </p:tav>
                                      </p:tavLst>
                                    </p:anim>
                                    <p:animEffect transition="in" filter="fade">
                                      <p:cBhvr>
                                        <p:cTn id="97" dur="500"/>
                                        <p:tgtEl>
                                          <p:spTgt spid="48">
                                            <p:txEl>
                                              <p:pRg st="0" end="0"/>
                                            </p:txEl>
                                          </p:spTgt>
                                        </p:tgtEl>
                                      </p:cBhvr>
                                    </p:animEffect>
                                  </p:childTnLst>
                                </p:cTn>
                              </p:par>
                            </p:childTnLst>
                          </p:cTn>
                        </p:par>
                        <p:par>
                          <p:cTn id="98" fill="hold">
                            <p:stCondLst>
                              <p:cond delay="8500"/>
                            </p:stCondLst>
                            <p:childTnLst>
                              <p:par>
                                <p:cTn id="99" presetID="42" presetClass="entr" presetSubtype="0" fill="hold" grpId="0" nodeType="afterEffect" nodePh="1">
                                  <p:stCondLst>
                                    <p:cond delay="0"/>
                                  </p:stCondLst>
                                  <p:endCondLst>
                                    <p:cond evt="begin" delay="0">
                                      <p:tn val="99"/>
                                    </p:cond>
                                  </p:endCondLst>
                                  <p:childTnLst>
                                    <p:set>
                                      <p:cBhvr>
                                        <p:cTn id="100" dur="1" fill="hold">
                                          <p:stCondLst>
                                            <p:cond delay="0"/>
                                          </p:stCondLst>
                                        </p:cTn>
                                        <p:tgtEl>
                                          <p:spTgt spid="49">
                                            <p:txEl>
                                              <p:pRg st="0" end="0"/>
                                            </p:txEl>
                                          </p:spTgt>
                                        </p:tgtEl>
                                        <p:attrNameLst>
                                          <p:attrName>style.visibility</p:attrName>
                                        </p:attrNameLst>
                                      </p:cBhvr>
                                      <p:to>
                                        <p:strVal val="visible"/>
                                      </p:to>
                                    </p:set>
                                    <p:animEffect transition="in" filter="fade">
                                      <p:cBhvr>
                                        <p:cTn id="101" dur="500"/>
                                        <p:tgtEl>
                                          <p:spTgt spid="49">
                                            <p:txEl>
                                              <p:pRg st="0" end="0"/>
                                            </p:txEl>
                                          </p:spTgt>
                                        </p:tgtEl>
                                      </p:cBhvr>
                                    </p:animEffect>
                                    <p:anim calcmode="lin" valueType="num">
                                      <p:cBhvr>
                                        <p:cTn id="102" dur="500" fill="hold"/>
                                        <p:tgtEl>
                                          <p:spTgt spid="49">
                                            <p:txEl>
                                              <p:pRg st="0" end="0"/>
                                            </p:txEl>
                                          </p:spTgt>
                                        </p:tgtEl>
                                        <p:attrNameLst>
                                          <p:attrName>ppt_x</p:attrName>
                                        </p:attrNameLst>
                                      </p:cBhvr>
                                      <p:tavLst>
                                        <p:tav tm="0">
                                          <p:val>
                                            <p:strVal val="#ppt_x"/>
                                          </p:val>
                                        </p:tav>
                                        <p:tav tm="100000">
                                          <p:val>
                                            <p:strVal val="#ppt_x"/>
                                          </p:val>
                                        </p:tav>
                                      </p:tavLst>
                                    </p:anim>
                                    <p:anim calcmode="lin" valueType="num">
                                      <p:cBhvr>
                                        <p:cTn id="103" dur="500" fill="hold"/>
                                        <p:tgtEl>
                                          <p:spTgt spid="49">
                                            <p:txEl>
                                              <p:pRg st="0" end="0"/>
                                            </p:txEl>
                                          </p:spTgt>
                                        </p:tgtEl>
                                        <p:attrNameLst>
                                          <p:attrName>ppt_y</p:attrName>
                                        </p:attrNameLst>
                                      </p:cBhvr>
                                      <p:tavLst>
                                        <p:tav tm="0">
                                          <p:val>
                                            <p:strVal val="#ppt_y+.1"/>
                                          </p:val>
                                        </p:tav>
                                        <p:tav tm="100000">
                                          <p:val>
                                            <p:strVal val="#ppt_y"/>
                                          </p:val>
                                        </p:tav>
                                      </p:tavLst>
                                    </p:anim>
                                  </p:childTnLst>
                                </p:cTn>
                              </p:par>
                            </p:childTnLst>
                          </p:cTn>
                        </p:par>
                        <p:par>
                          <p:cTn id="104" fill="hold">
                            <p:stCondLst>
                              <p:cond delay="9000"/>
                            </p:stCondLst>
                            <p:childTnLst>
                              <p:par>
                                <p:cTn id="105" presetID="42" presetClass="entr" presetSubtype="0" fill="hold" grpId="0" nodeType="afterEffect">
                                  <p:stCondLst>
                                    <p:cond delay="0"/>
                                  </p:stCondLst>
                                  <p:childTnLst>
                                    <p:set>
                                      <p:cBhvr>
                                        <p:cTn id="106" dur="1" fill="hold">
                                          <p:stCondLst>
                                            <p:cond delay="0"/>
                                          </p:stCondLst>
                                        </p:cTn>
                                        <p:tgtEl>
                                          <p:spTgt spid="40"/>
                                        </p:tgtEl>
                                        <p:attrNameLst>
                                          <p:attrName>style.visibility</p:attrName>
                                        </p:attrNameLst>
                                      </p:cBhvr>
                                      <p:to>
                                        <p:strVal val="visible"/>
                                      </p:to>
                                    </p:set>
                                    <p:animEffect transition="in" filter="fade">
                                      <p:cBhvr>
                                        <p:cTn id="107" dur="500"/>
                                        <p:tgtEl>
                                          <p:spTgt spid="40"/>
                                        </p:tgtEl>
                                      </p:cBhvr>
                                    </p:animEffect>
                                    <p:anim calcmode="lin" valueType="num">
                                      <p:cBhvr>
                                        <p:cTn id="108" dur="500" fill="hold"/>
                                        <p:tgtEl>
                                          <p:spTgt spid="40"/>
                                        </p:tgtEl>
                                        <p:attrNameLst>
                                          <p:attrName>ppt_x</p:attrName>
                                        </p:attrNameLst>
                                      </p:cBhvr>
                                      <p:tavLst>
                                        <p:tav tm="0">
                                          <p:val>
                                            <p:strVal val="#ppt_x"/>
                                          </p:val>
                                        </p:tav>
                                        <p:tav tm="100000">
                                          <p:val>
                                            <p:strVal val="#ppt_x"/>
                                          </p:val>
                                        </p:tav>
                                      </p:tavLst>
                                    </p:anim>
                                    <p:anim calcmode="lin" valueType="num">
                                      <p:cBhvr>
                                        <p:cTn id="109" dur="500" fill="hold"/>
                                        <p:tgtEl>
                                          <p:spTgt spid="40"/>
                                        </p:tgtEl>
                                        <p:attrNameLst>
                                          <p:attrName>ppt_y</p:attrName>
                                        </p:attrNameLst>
                                      </p:cBhvr>
                                      <p:tavLst>
                                        <p:tav tm="0">
                                          <p:val>
                                            <p:strVal val="#ppt_y+.1"/>
                                          </p:val>
                                        </p:tav>
                                        <p:tav tm="100000">
                                          <p:val>
                                            <p:strVal val="#ppt_y"/>
                                          </p:val>
                                        </p:tav>
                                      </p:tavLst>
                                    </p:anim>
                                  </p:childTnLst>
                                </p:cTn>
                              </p:par>
                            </p:childTnLst>
                          </p:cTn>
                        </p:par>
                        <p:par>
                          <p:cTn id="110" fill="hold">
                            <p:stCondLst>
                              <p:cond delay="9500"/>
                            </p:stCondLst>
                            <p:childTnLst>
                              <p:par>
                                <p:cTn id="111" presetID="53" presetClass="entr" presetSubtype="16" fill="hold" grpId="0" nodeType="afterEffect" nodePh="1">
                                  <p:stCondLst>
                                    <p:cond delay="0"/>
                                  </p:stCondLst>
                                  <p:endCondLst>
                                    <p:cond evt="begin" delay="0">
                                      <p:tn val="111"/>
                                    </p:cond>
                                  </p:endCondLst>
                                  <p:childTnLst>
                                    <p:set>
                                      <p:cBhvr>
                                        <p:cTn id="112" dur="1" fill="hold">
                                          <p:stCondLst>
                                            <p:cond delay="0"/>
                                          </p:stCondLst>
                                        </p:cTn>
                                        <p:tgtEl>
                                          <p:spTgt spid="41">
                                            <p:txEl>
                                              <p:pRg st="0" end="0"/>
                                            </p:txEl>
                                          </p:spTgt>
                                        </p:tgtEl>
                                        <p:attrNameLst>
                                          <p:attrName>style.visibility</p:attrName>
                                        </p:attrNameLst>
                                      </p:cBhvr>
                                      <p:to>
                                        <p:strVal val="visible"/>
                                      </p:to>
                                    </p:set>
                                    <p:anim calcmode="lin" valueType="num">
                                      <p:cBhvr>
                                        <p:cTn id="113" dur="500" fill="hold"/>
                                        <p:tgtEl>
                                          <p:spTgt spid="41">
                                            <p:txEl>
                                              <p:pRg st="0" end="0"/>
                                            </p:txEl>
                                          </p:spTgt>
                                        </p:tgtEl>
                                        <p:attrNameLst>
                                          <p:attrName>ppt_w</p:attrName>
                                        </p:attrNameLst>
                                      </p:cBhvr>
                                      <p:tavLst>
                                        <p:tav tm="0">
                                          <p:val>
                                            <p:fltVal val="0"/>
                                          </p:val>
                                        </p:tav>
                                        <p:tav tm="100000">
                                          <p:val>
                                            <p:strVal val="#ppt_w"/>
                                          </p:val>
                                        </p:tav>
                                      </p:tavLst>
                                    </p:anim>
                                    <p:anim calcmode="lin" valueType="num">
                                      <p:cBhvr>
                                        <p:cTn id="114" dur="500" fill="hold"/>
                                        <p:tgtEl>
                                          <p:spTgt spid="41">
                                            <p:txEl>
                                              <p:pRg st="0" end="0"/>
                                            </p:txEl>
                                          </p:spTgt>
                                        </p:tgtEl>
                                        <p:attrNameLst>
                                          <p:attrName>ppt_h</p:attrName>
                                        </p:attrNameLst>
                                      </p:cBhvr>
                                      <p:tavLst>
                                        <p:tav tm="0">
                                          <p:val>
                                            <p:fltVal val="0"/>
                                          </p:val>
                                        </p:tav>
                                        <p:tav tm="100000">
                                          <p:val>
                                            <p:strVal val="#ppt_h"/>
                                          </p:val>
                                        </p:tav>
                                      </p:tavLst>
                                    </p:anim>
                                    <p:animEffect transition="in" filter="fade">
                                      <p:cBhvr>
                                        <p:cTn id="115" dur="500"/>
                                        <p:tgtEl>
                                          <p:spTgt spid="41">
                                            <p:txEl>
                                              <p:pRg st="0" end="0"/>
                                            </p:txEl>
                                          </p:spTgt>
                                        </p:tgtEl>
                                      </p:cBhvr>
                                    </p:animEffect>
                                  </p:childTnLst>
                                </p:cTn>
                              </p:par>
                            </p:childTnLst>
                          </p:cTn>
                        </p:par>
                        <p:par>
                          <p:cTn id="116" fill="hold">
                            <p:stCondLst>
                              <p:cond delay="10000"/>
                            </p:stCondLst>
                            <p:childTnLst>
                              <p:par>
                                <p:cTn id="117" presetID="47" presetClass="entr" presetSubtype="0" fill="hold" grpId="0" nodeType="afterEffect">
                                  <p:stCondLst>
                                    <p:cond delay="0"/>
                                  </p:stCondLst>
                                  <p:childTnLst>
                                    <p:set>
                                      <p:cBhvr>
                                        <p:cTn id="118" dur="1" fill="hold">
                                          <p:stCondLst>
                                            <p:cond delay="0"/>
                                          </p:stCondLst>
                                        </p:cTn>
                                        <p:tgtEl>
                                          <p:spTgt spid="42"/>
                                        </p:tgtEl>
                                        <p:attrNameLst>
                                          <p:attrName>style.visibility</p:attrName>
                                        </p:attrNameLst>
                                      </p:cBhvr>
                                      <p:to>
                                        <p:strVal val="visible"/>
                                      </p:to>
                                    </p:set>
                                    <p:animEffect transition="in" filter="fade">
                                      <p:cBhvr>
                                        <p:cTn id="119" dur="500"/>
                                        <p:tgtEl>
                                          <p:spTgt spid="42"/>
                                        </p:tgtEl>
                                      </p:cBhvr>
                                    </p:animEffect>
                                    <p:anim calcmode="lin" valueType="num">
                                      <p:cBhvr>
                                        <p:cTn id="120" dur="500" fill="hold"/>
                                        <p:tgtEl>
                                          <p:spTgt spid="42"/>
                                        </p:tgtEl>
                                        <p:attrNameLst>
                                          <p:attrName>ppt_x</p:attrName>
                                        </p:attrNameLst>
                                      </p:cBhvr>
                                      <p:tavLst>
                                        <p:tav tm="0">
                                          <p:val>
                                            <p:strVal val="#ppt_x"/>
                                          </p:val>
                                        </p:tav>
                                        <p:tav tm="100000">
                                          <p:val>
                                            <p:strVal val="#ppt_x"/>
                                          </p:val>
                                        </p:tav>
                                      </p:tavLst>
                                    </p:anim>
                                    <p:anim calcmode="lin" valueType="num">
                                      <p:cBhvr>
                                        <p:cTn id="121" dur="500" fill="hold"/>
                                        <p:tgtEl>
                                          <p:spTgt spid="42"/>
                                        </p:tgtEl>
                                        <p:attrNameLst>
                                          <p:attrName>ppt_y</p:attrName>
                                        </p:attrNameLst>
                                      </p:cBhvr>
                                      <p:tavLst>
                                        <p:tav tm="0">
                                          <p:val>
                                            <p:strVal val="#ppt_y-.1"/>
                                          </p:val>
                                        </p:tav>
                                        <p:tav tm="100000">
                                          <p:val>
                                            <p:strVal val="#ppt_y"/>
                                          </p:val>
                                        </p:tav>
                                      </p:tavLst>
                                    </p:anim>
                                  </p:childTnLst>
                                </p:cTn>
                              </p:par>
                            </p:childTnLst>
                          </p:cTn>
                        </p:par>
                        <p:par>
                          <p:cTn id="122" fill="hold">
                            <p:stCondLst>
                              <p:cond delay="10500"/>
                            </p:stCondLst>
                            <p:childTnLst>
                              <p:par>
                                <p:cTn id="123" presetID="53" presetClass="entr" presetSubtype="16" fill="hold" grpId="0" nodeType="afterEffect" nodePh="1">
                                  <p:stCondLst>
                                    <p:cond delay="0"/>
                                  </p:stCondLst>
                                  <p:endCondLst>
                                    <p:cond evt="begin" delay="0">
                                      <p:tn val="123"/>
                                    </p:cond>
                                  </p:endCondLst>
                                  <p:childTnLst>
                                    <p:set>
                                      <p:cBhvr>
                                        <p:cTn id="124" dur="1" fill="hold">
                                          <p:stCondLst>
                                            <p:cond delay="0"/>
                                          </p:stCondLst>
                                        </p:cTn>
                                        <p:tgtEl>
                                          <p:spTgt spid="50">
                                            <p:txEl>
                                              <p:pRg st="0" end="0"/>
                                            </p:txEl>
                                          </p:spTgt>
                                        </p:tgtEl>
                                        <p:attrNameLst>
                                          <p:attrName>style.visibility</p:attrName>
                                        </p:attrNameLst>
                                      </p:cBhvr>
                                      <p:to>
                                        <p:strVal val="visible"/>
                                      </p:to>
                                    </p:set>
                                    <p:anim calcmode="lin" valueType="num">
                                      <p:cBhvr>
                                        <p:cTn id="125" dur="500" fill="hold"/>
                                        <p:tgtEl>
                                          <p:spTgt spid="50">
                                            <p:txEl>
                                              <p:pRg st="0" end="0"/>
                                            </p:txEl>
                                          </p:spTgt>
                                        </p:tgtEl>
                                        <p:attrNameLst>
                                          <p:attrName>ppt_w</p:attrName>
                                        </p:attrNameLst>
                                      </p:cBhvr>
                                      <p:tavLst>
                                        <p:tav tm="0">
                                          <p:val>
                                            <p:fltVal val="0"/>
                                          </p:val>
                                        </p:tav>
                                        <p:tav tm="100000">
                                          <p:val>
                                            <p:strVal val="#ppt_w"/>
                                          </p:val>
                                        </p:tav>
                                      </p:tavLst>
                                    </p:anim>
                                    <p:anim calcmode="lin" valueType="num">
                                      <p:cBhvr>
                                        <p:cTn id="126" dur="500" fill="hold"/>
                                        <p:tgtEl>
                                          <p:spTgt spid="50">
                                            <p:txEl>
                                              <p:pRg st="0" end="0"/>
                                            </p:txEl>
                                          </p:spTgt>
                                        </p:tgtEl>
                                        <p:attrNameLst>
                                          <p:attrName>ppt_h</p:attrName>
                                        </p:attrNameLst>
                                      </p:cBhvr>
                                      <p:tavLst>
                                        <p:tav tm="0">
                                          <p:val>
                                            <p:fltVal val="0"/>
                                          </p:val>
                                        </p:tav>
                                        <p:tav tm="100000">
                                          <p:val>
                                            <p:strVal val="#ppt_h"/>
                                          </p:val>
                                        </p:tav>
                                      </p:tavLst>
                                    </p:anim>
                                    <p:animEffect transition="in" filter="fade">
                                      <p:cBhvr>
                                        <p:cTn id="127" dur="500"/>
                                        <p:tgtEl>
                                          <p:spTgt spid="50">
                                            <p:txEl>
                                              <p:pRg st="0" end="0"/>
                                            </p:txEl>
                                          </p:spTgt>
                                        </p:tgtEl>
                                      </p:cBhvr>
                                    </p:animEffect>
                                  </p:childTnLst>
                                </p:cTn>
                              </p:par>
                            </p:childTnLst>
                          </p:cTn>
                        </p:par>
                        <p:par>
                          <p:cTn id="128" fill="hold">
                            <p:stCondLst>
                              <p:cond delay="11000"/>
                            </p:stCondLst>
                            <p:childTnLst>
                              <p:par>
                                <p:cTn id="129" presetID="42" presetClass="entr" presetSubtype="0" fill="hold" grpId="0" nodeType="afterEffect" nodePh="1">
                                  <p:stCondLst>
                                    <p:cond delay="0"/>
                                  </p:stCondLst>
                                  <p:endCondLst>
                                    <p:cond evt="begin" delay="0">
                                      <p:tn val="129"/>
                                    </p:cond>
                                  </p:endCondLst>
                                  <p:childTnLst>
                                    <p:set>
                                      <p:cBhvr>
                                        <p:cTn id="130" dur="1" fill="hold">
                                          <p:stCondLst>
                                            <p:cond delay="0"/>
                                          </p:stCondLst>
                                        </p:cTn>
                                        <p:tgtEl>
                                          <p:spTgt spid="51">
                                            <p:txEl>
                                              <p:pRg st="0" end="0"/>
                                            </p:txEl>
                                          </p:spTgt>
                                        </p:tgtEl>
                                        <p:attrNameLst>
                                          <p:attrName>style.visibility</p:attrName>
                                        </p:attrNameLst>
                                      </p:cBhvr>
                                      <p:to>
                                        <p:strVal val="visible"/>
                                      </p:to>
                                    </p:set>
                                    <p:animEffect transition="in" filter="fade">
                                      <p:cBhvr>
                                        <p:cTn id="131" dur="500"/>
                                        <p:tgtEl>
                                          <p:spTgt spid="51">
                                            <p:txEl>
                                              <p:pRg st="0" end="0"/>
                                            </p:txEl>
                                          </p:spTgt>
                                        </p:tgtEl>
                                      </p:cBhvr>
                                    </p:animEffect>
                                    <p:anim calcmode="lin" valueType="num">
                                      <p:cBhvr>
                                        <p:cTn id="132" dur="500" fill="hold"/>
                                        <p:tgtEl>
                                          <p:spTgt spid="51">
                                            <p:txEl>
                                              <p:pRg st="0" end="0"/>
                                            </p:txEl>
                                          </p:spTgt>
                                        </p:tgtEl>
                                        <p:attrNameLst>
                                          <p:attrName>ppt_x</p:attrName>
                                        </p:attrNameLst>
                                      </p:cBhvr>
                                      <p:tavLst>
                                        <p:tav tm="0">
                                          <p:val>
                                            <p:strVal val="#ppt_x"/>
                                          </p:val>
                                        </p:tav>
                                        <p:tav tm="100000">
                                          <p:val>
                                            <p:strVal val="#ppt_x"/>
                                          </p:val>
                                        </p:tav>
                                      </p:tavLst>
                                    </p:anim>
                                    <p:anim calcmode="lin" valueType="num">
                                      <p:cBhvr>
                                        <p:cTn id="133" dur="500" fill="hold"/>
                                        <p:tgtEl>
                                          <p:spTgt spid="51">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animBg="1"/>
      <p:bldP spid="15" grpId="0"/>
      <p:bldP spid="18" grpId="0" build="p">
        <p:tmplLst>
          <p:tmpl lvl="1">
            <p:tnLst>
              <p:par>
                <p:cTn presetID="42" presetClass="entr" presetSubtype="0" fill="hold" nodeType="afterEffect">
                  <p:stCondLst>
                    <p:cond delay="0"/>
                  </p:stCondLst>
                  <p:childTnLst>
                    <p:set>
                      <p:cBhvr>
                        <p:cTn dur="1" fill="hold">
                          <p:stCondLst>
                            <p:cond delay="0"/>
                          </p:stCondLst>
                        </p:cTn>
                        <p:tgtEl>
                          <p:spTgt spid="18"/>
                        </p:tgtEl>
                        <p:attrNameLst>
                          <p:attrName>style.visibility</p:attrName>
                        </p:attrNameLst>
                      </p:cBhvr>
                      <p:to>
                        <p:strVal val="visible"/>
                      </p:to>
                    </p:set>
                    <p:animEffect transition="in" filter="fade">
                      <p:cBhvr>
                        <p:cTn dur="500"/>
                        <p:tgtEl>
                          <p:spTgt spid="18"/>
                        </p:tgtEl>
                      </p:cBhvr>
                    </p:animEffect>
                    <p:anim calcmode="lin" valueType="num">
                      <p:cBhvr>
                        <p:cTn dur="500" fill="hold"/>
                        <p:tgtEl>
                          <p:spTgt spid="18"/>
                        </p:tgtEl>
                        <p:attrNameLst>
                          <p:attrName>ppt_x</p:attrName>
                        </p:attrNameLst>
                      </p:cBhvr>
                      <p:tavLst>
                        <p:tav tm="0">
                          <p:val>
                            <p:strVal val="#ppt_x"/>
                          </p:val>
                        </p:tav>
                        <p:tav tm="100000">
                          <p:val>
                            <p:strVal val="#ppt_x"/>
                          </p:val>
                        </p:tav>
                      </p:tavLst>
                    </p:anim>
                    <p:anim calcmode="lin" valueType="num">
                      <p:cBhvr>
                        <p:cTn dur="500" fill="hold"/>
                        <p:tgtEl>
                          <p:spTgt spid="18"/>
                        </p:tgtEl>
                        <p:attrNameLst>
                          <p:attrName>ppt_y</p:attrName>
                        </p:attrNameLst>
                      </p:cBhvr>
                      <p:tavLst>
                        <p:tav tm="0">
                          <p:val>
                            <p:strVal val="#ppt_y+.1"/>
                          </p:val>
                        </p:tav>
                        <p:tav tm="100000">
                          <p:val>
                            <p:strVal val="#ppt_y"/>
                          </p:val>
                        </p:tav>
                      </p:tavLst>
                    </p:anim>
                  </p:childTnLst>
                </p:cTn>
              </p:par>
            </p:tnLst>
          </p:tmpl>
        </p:tmplLst>
      </p:bldP>
      <p:bldP spid="24" grpId="0" animBg="1"/>
      <p:bldP spid="27"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7"/>
                        </p:tgtEl>
                        <p:attrNameLst>
                          <p:attrName>style.visibility</p:attrName>
                        </p:attrNameLst>
                      </p:cBhvr>
                      <p:to>
                        <p:strVal val="visible"/>
                      </p:to>
                    </p:set>
                    <p:anim calcmode="lin" valueType="num">
                      <p:cBhvr>
                        <p:cTn dur="500" fill="hold"/>
                        <p:tgtEl>
                          <p:spTgt spid="27"/>
                        </p:tgtEl>
                        <p:attrNameLst>
                          <p:attrName>ppt_w</p:attrName>
                        </p:attrNameLst>
                      </p:cBhvr>
                      <p:tavLst>
                        <p:tav tm="0">
                          <p:val>
                            <p:fltVal val="0"/>
                          </p:val>
                        </p:tav>
                        <p:tav tm="100000">
                          <p:val>
                            <p:strVal val="#ppt_w"/>
                          </p:val>
                        </p:tav>
                      </p:tavLst>
                    </p:anim>
                    <p:anim calcmode="lin" valueType="num">
                      <p:cBhvr>
                        <p:cTn dur="500" fill="hold"/>
                        <p:tgtEl>
                          <p:spTgt spid="27"/>
                        </p:tgtEl>
                        <p:attrNameLst>
                          <p:attrName>ppt_h</p:attrName>
                        </p:attrNameLst>
                      </p:cBhvr>
                      <p:tavLst>
                        <p:tav tm="0">
                          <p:val>
                            <p:fltVal val="0"/>
                          </p:val>
                        </p:tav>
                        <p:tav tm="100000">
                          <p:val>
                            <p:strVal val="#ppt_h"/>
                          </p:val>
                        </p:tav>
                      </p:tavLst>
                    </p:anim>
                    <p:animEffect transition="in" filter="fade">
                      <p:cBhvr>
                        <p:cTn dur="500"/>
                        <p:tgtEl>
                          <p:spTgt spid="27"/>
                        </p:tgtEl>
                      </p:cBhvr>
                    </p:animEffect>
                  </p:childTnLst>
                </p:cTn>
              </p:par>
            </p:tnLst>
          </p:tmpl>
        </p:tmplLst>
      </p:bldP>
      <p:bldP spid="23" grpId="0" animBg="1"/>
      <p:bldP spid="32"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32"/>
                        </p:tgtEl>
                        <p:attrNameLst>
                          <p:attrName>style.visibility</p:attrName>
                        </p:attrNameLst>
                      </p:cBhvr>
                      <p:to>
                        <p:strVal val="visible"/>
                      </p:to>
                    </p:set>
                    <p:anim calcmode="lin" valueType="num">
                      <p:cBhvr>
                        <p:cTn dur="500" fill="hold"/>
                        <p:tgtEl>
                          <p:spTgt spid="32"/>
                        </p:tgtEl>
                        <p:attrNameLst>
                          <p:attrName>ppt_w</p:attrName>
                        </p:attrNameLst>
                      </p:cBhvr>
                      <p:tavLst>
                        <p:tav tm="0">
                          <p:val>
                            <p:fltVal val="0"/>
                          </p:val>
                        </p:tav>
                        <p:tav tm="100000">
                          <p:val>
                            <p:strVal val="#ppt_w"/>
                          </p:val>
                        </p:tav>
                      </p:tavLst>
                    </p:anim>
                    <p:anim calcmode="lin" valueType="num">
                      <p:cBhvr>
                        <p:cTn dur="500" fill="hold"/>
                        <p:tgtEl>
                          <p:spTgt spid="32"/>
                        </p:tgtEl>
                        <p:attrNameLst>
                          <p:attrName>ppt_h</p:attrName>
                        </p:attrNameLst>
                      </p:cBhvr>
                      <p:tavLst>
                        <p:tav tm="0">
                          <p:val>
                            <p:fltVal val="0"/>
                          </p:val>
                        </p:tav>
                        <p:tav tm="100000">
                          <p:val>
                            <p:strVal val="#ppt_h"/>
                          </p:val>
                        </p:tav>
                      </p:tavLst>
                    </p:anim>
                    <p:animEffect transition="in" filter="fade">
                      <p:cBhvr>
                        <p:cTn dur="500"/>
                        <p:tgtEl>
                          <p:spTgt spid="32"/>
                        </p:tgtEl>
                      </p:cBhvr>
                    </p:animEffect>
                  </p:childTnLst>
                </p:cTn>
              </p:par>
            </p:tnLst>
          </p:tmpl>
        </p:tmplLst>
      </p:bldP>
      <p:bldP spid="36" grpId="0" animBg="1"/>
      <p:bldP spid="37"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37"/>
                        </p:tgtEl>
                        <p:attrNameLst>
                          <p:attrName>style.visibility</p:attrName>
                        </p:attrNameLst>
                      </p:cBhvr>
                      <p:to>
                        <p:strVal val="visible"/>
                      </p:to>
                    </p:set>
                    <p:anim calcmode="lin" valueType="num">
                      <p:cBhvr>
                        <p:cTn dur="500" fill="hold"/>
                        <p:tgtEl>
                          <p:spTgt spid="37"/>
                        </p:tgtEl>
                        <p:attrNameLst>
                          <p:attrName>ppt_w</p:attrName>
                        </p:attrNameLst>
                      </p:cBhvr>
                      <p:tavLst>
                        <p:tav tm="0">
                          <p:val>
                            <p:fltVal val="0"/>
                          </p:val>
                        </p:tav>
                        <p:tav tm="100000">
                          <p:val>
                            <p:strVal val="#ppt_w"/>
                          </p:val>
                        </p:tav>
                      </p:tavLst>
                    </p:anim>
                    <p:anim calcmode="lin" valueType="num">
                      <p:cBhvr>
                        <p:cTn dur="500" fill="hold"/>
                        <p:tgtEl>
                          <p:spTgt spid="37"/>
                        </p:tgtEl>
                        <p:attrNameLst>
                          <p:attrName>ppt_h</p:attrName>
                        </p:attrNameLst>
                      </p:cBhvr>
                      <p:tavLst>
                        <p:tav tm="0">
                          <p:val>
                            <p:fltVal val="0"/>
                          </p:val>
                        </p:tav>
                        <p:tav tm="100000">
                          <p:val>
                            <p:strVal val="#ppt_h"/>
                          </p:val>
                        </p:tav>
                      </p:tavLst>
                    </p:anim>
                    <p:animEffect transition="in" filter="fade">
                      <p:cBhvr>
                        <p:cTn dur="500"/>
                        <p:tgtEl>
                          <p:spTgt spid="37"/>
                        </p:tgtEl>
                      </p:cBhvr>
                    </p:animEffect>
                  </p:childTnLst>
                </p:cTn>
              </p:par>
            </p:tnLst>
          </p:tmpl>
        </p:tmplLst>
      </p:bldP>
      <p:bldP spid="38" grpId="0" animBg="1"/>
      <p:bldP spid="39" grpId="0" animBg="1"/>
      <p:bldP spid="40" grpId="0" animBg="1"/>
      <p:bldP spid="41"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41"/>
                        </p:tgtEl>
                        <p:attrNameLst>
                          <p:attrName>style.visibility</p:attrName>
                        </p:attrNameLst>
                      </p:cBhvr>
                      <p:to>
                        <p:strVal val="visible"/>
                      </p:to>
                    </p:set>
                    <p:anim calcmode="lin" valueType="num">
                      <p:cBhvr>
                        <p:cTn dur="500" fill="hold"/>
                        <p:tgtEl>
                          <p:spTgt spid="41"/>
                        </p:tgtEl>
                        <p:attrNameLst>
                          <p:attrName>ppt_w</p:attrName>
                        </p:attrNameLst>
                      </p:cBhvr>
                      <p:tavLst>
                        <p:tav tm="0">
                          <p:val>
                            <p:fltVal val="0"/>
                          </p:val>
                        </p:tav>
                        <p:tav tm="100000">
                          <p:val>
                            <p:strVal val="#ppt_w"/>
                          </p:val>
                        </p:tav>
                      </p:tavLst>
                    </p:anim>
                    <p:anim calcmode="lin" valueType="num">
                      <p:cBhvr>
                        <p:cTn dur="500" fill="hold"/>
                        <p:tgtEl>
                          <p:spTgt spid="41"/>
                        </p:tgtEl>
                        <p:attrNameLst>
                          <p:attrName>ppt_h</p:attrName>
                        </p:attrNameLst>
                      </p:cBhvr>
                      <p:tavLst>
                        <p:tav tm="0">
                          <p:val>
                            <p:fltVal val="0"/>
                          </p:val>
                        </p:tav>
                        <p:tav tm="100000">
                          <p:val>
                            <p:strVal val="#ppt_h"/>
                          </p:val>
                        </p:tav>
                      </p:tavLst>
                    </p:anim>
                    <p:animEffect transition="in" filter="fade">
                      <p:cBhvr>
                        <p:cTn dur="500"/>
                        <p:tgtEl>
                          <p:spTgt spid="41"/>
                        </p:tgtEl>
                      </p:cBhvr>
                    </p:animEffect>
                  </p:childTnLst>
                </p:cTn>
              </p:par>
            </p:tnLst>
          </p:tmpl>
        </p:tmplLst>
      </p:bldP>
      <p:bldP spid="42" grpId="0" animBg="1"/>
      <p:bldP spid="44"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44"/>
                        </p:tgtEl>
                        <p:attrNameLst>
                          <p:attrName>style.visibility</p:attrName>
                        </p:attrNameLst>
                      </p:cBhvr>
                      <p:to>
                        <p:strVal val="visible"/>
                      </p:to>
                    </p:set>
                    <p:anim calcmode="lin" valueType="num">
                      <p:cBhvr>
                        <p:cTn dur="500" fill="hold"/>
                        <p:tgtEl>
                          <p:spTgt spid="44"/>
                        </p:tgtEl>
                        <p:attrNameLst>
                          <p:attrName>ppt_w</p:attrName>
                        </p:attrNameLst>
                      </p:cBhvr>
                      <p:tavLst>
                        <p:tav tm="0">
                          <p:val>
                            <p:fltVal val="0"/>
                          </p:val>
                        </p:tav>
                        <p:tav tm="100000">
                          <p:val>
                            <p:strVal val="#ppt_w"/>
                          </p:val>
                        </p:tav>
                      </p:tavLst>
                    </p:anim>
                    <p:anim calcmode="lin" valueType="num">
                      <p:cBhvr>
                        <p:cTn dur="500" fill="hold"/>
                        <p:tgtEl>
                          <p:spTgt spid="44"/>
                        </p:tgtEl>
                        <p:attrNameLst>
                          <p:attrName>ppt_h</p:attrName>
                        </p:attrNameLst>
                      </p:cBhvr>
                      <p:tavLst>
                        <p:tav tm="0">
                          <p:val>
                            <p:fltVal val="0"/>
                          </p:val>
                        </p:tav>
                        <p:tav tm="100000">
                          <p:val>
                            <p:strVal val="#ppt_h"/>
                          </p:val>
                        </p:tav>
                      </p:tavLst>
                    </p:anim>
                    <p:animEffect transition="in" filter="fade">
                      <p:cBhvr>
                        <p:cTn dur="500"/>
                        <p:tgtEl>
                          <p:spTgt spid="44"/>
                        </p:tgtEl>
                      </p:cBhvr>
                    </p:animEffect>
                  </p:childTnLst>
                </p:cTn>
              </p:par>
            </p:tnLst>
          </p:tmpl>
        </p:tmplLst>
      </p:bldP>
      <p:bldP spid="45"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45"/>
                        </p:tgtEl>
                        <p:attrNameLst>
                          <p:attrName>style.visibility</p:attrName>
                        </p:attrNameLst>
                      </p:cBhvr>
                      <p:to>
                        <p:strVal val="visible"/>
                      </p:to>
                    </p:set>
                    <p:animEffect transition="in" filter="fade">
                      <p:cBhvr>
                        <p:cTn dur="500"/>
                        <p:tgtEl>
                          <p:spTgt spid="45"/>
                        </p:tgtEl>
                      </p:cBhvr>
                    </p:animEffect>
                    <p:anim calcmode="lin" valueType="num">
                      <p:cBhvr>
                        <p:cTn dur="500" fill="hold"/>
                        <p:tgtEl>
                          <p:spTgt spid="45"/>
                        </p:tgtEl>
                        <p:attrNameLst>
                          <p:attrName>ppt_x</p:attrName>
                        </p:attrNameLst>
                      </p:cBhvr>
                      <p:tavLst>
                        <p:tav tm="0">
                          <p:val>
                            <p:strVal val="#ppt_x"/>
                          </p:val>
                        </p:tav>
                        <p:tav tm="100000">
                          <p:val>
                            <p:strVal val="#ppt_x"/>
                          </p:val>
                        </p:tav>
                      </p:tavLst>
                    </p:anim>
                    <p:anim calcmode="lin" valueType="num">
                      <p:cBhvr>
                        <p:cTn dur="500" fill="hold"/>
                        <p:tgtEl>
                          <p:spTgt spid="45"/>
                        </p:tgtEl>
                        <p:attrNameLst>
                          <p:attrName>ppt_y</p:attrName>
                        </p:attrNameLst>
                      </p:cBhvr>
                      <p:tavLst>
                        <p:tav tm="0">
                          <p:val>
                            <p:strVal val="#ppt_y+.1"/>
                          </p:val>
                        </p:tav>
                        <p:tav tm="100000">
                          <p:val>
                            <p:strVal val="#ppt_y"/>
                          </p:val>
                        </p:tav>
                      </p:tavLst>
                    </p:anim>
                  </p:childTnLst>
                </p:cTn>
              </p:par>
            </p:tnLst>
          </p:tmpl>
        </p:tmplLst>
      </p:bldP>
      <p:bldP spid="46"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46"/>
                        </p:tgtEl>
                        <p:attrNameLst>
                          <p:attrName>style.visibility</p:attrName>
                        </p:attrNameLst>
                      </p:cBhvr>
                      <p:to>
                        <p:strVal val="visible"/>
                      </p:to>
                    </p:set>
                    <p:anim calcmode="lin" valueType="num">
                      <p:cBhvr>
                        <p:cTn dur="500" fill="hold"/>
                        <p:tgtEl>
                          <p:spTgt spid="46"/>
                        </p:tgtEl>
                        <p:attrNameLst>
                          <p:attrName>ppt_w</p:attrName>
                        </p:attrNameLst>
                      </p:cBhvr>
                      <p:tavLst>
                        <p:tav tm="0">
                          <p:val>
                            <p:fltVal val="0"/>
                          </p:val>
                        </p:tav>
                        <p:tav tm="100000">
                          <p:val>
                            <p:strVal val="#ppt_w"/>
                          </p:val>
                        </p:tav>
                      </p:tavLst>
                    </p:anim>
                    <p:anim calcmode="lin" valueType="num">
                      <p:cBhvr>
                        <p:cTn dur="500" fill="hold"/>
                        <p:tgtEl>
                          <p:spTgt spid="46"/>
                        </p:tgtEl>
                        <p:attrNameLst>
                          <p:attrName>ppt_h</p:attrName>
                        </p:attrNameLst>
                      </p:cBhvr>
                      <p:tavLst>
                        <p:tav tm="0">
                          <p:val>
                            <p:fltVal val="0"/>
                          </p:val>
                        </p:tav>
                        <p:tav tm="100000">
                          <p:val>
                            <p:strVal val="#ppt_h"/>
                          </p:val>
                        </p:tav>
                      </p:tavLst>
                    </p:anim>
                    <p:animEffect transition="in" filter="fade">
                      <p:cBhvr>
                        <p:cTn dur="500"/>
                        <p:tgtEl>
                          <p:spTgt spid="46"/>
                        </p:tgtEl>
                      </p:cBhvr>
                    </p:animEffect>
                  </p:childTnLst>
                </p:cTn>
              </p:par>
            </p:tnLst>
          </p:tmpl>
        </p:tmplLst>
      </p:bldP>
      <p:bldP spid="47"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47"/>
                        </p:tgtEl>
                        <p:attrNameLst>
                          <p:attrName>style.visibility</p:attrName>
                        </p:attrNameLst>
                      </p:cBhvr>
                      <p:to>
                        <p:strVal val="visible"/>
                      </p:to>
                    </p:set>
                    <p:animEffect transition="in" filter="fade">
                      <p:cBhvr>
                        <p:cTn dur="500"/>
                        <p:tgtEl>
                          <p:spTgt spid="47"/>
                        </p:tgtEl>
                      </p:cBhvr>
                    </p:animEffect>
                    <p:anim calcmode="lin" valueType="num">
                      <p:cBhvr>
                        <p:cTn dur="500" fill="hold"/>
                        <p:tgtEl>
                          <p:spTgt spid="47"/>
                        </p:tgtEl>
                        <p:attrNameLst>
                          <p:attrName>ppt_x</p:attrName>
                        </p:attrNameLst>
                      </p:cBhvr>
                      <p:tavLst>
                        <p:tav tm="0">
                          <p:val>
                            <p:strVal val="#ppt_x"/>
                          </p:val>
                        </p:tav>
                        <p:tav tm="100000">
                          <p:val>
                            <p:strVal val="#ppt_x"/>
                          </p:val>
                        </p:tav>
                      </p:tavLst>
                    </p:anim>
                    <p:anim calcmode="lin" valueType="num">
                      <p:cBhvr>
                        <p:cTn dur="500" fill="hold"/>
                        <p:tgtEl>
                          <p:spTgt spid="47"/>
                        </p:tgtEl>
                        <p:attrNameLst>
                          <p:attrName>ppt_y</p:attrName>
                        </p:attrNameLst>
                      </p:cBhvr>
                      <p:tavLst>
                        <p:tav tm="0">
                          <p:val>
                            <p:strVal val="#ppt_y+.1"/>
                          </p:val>
                        </p:tav>
                        <p:tav tm="100000">
                          <p:val>
                            <p:strVal val="#ppt_y"/>
                          </p:val>
                        </p:tav>
                      </p:tavLst>
                    </p:anim>
                  </p:childTnLst>
                </p:cTn>
              </p:par>
            </p:tnLst>
          </p:tmpl>
        </p:tmplLst>
      </p:bldP>
      <p:bldP spid="48"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48"/>
                        </p:tgtEl>
                        <p:attrNameLst>
                          <p:attrName>style.visibility</p:attrName>
                        </p:attrNameLst>
                      </p:cBhvr>
                      <p:to>
                        <p:strVal val="visible"/>
                      </p:to>
                    </p:set>
                    <p:anim calcmode="lin" valueType="num">
                      <p:cBhvr>
                        <p:cTn dur="500" fill="hold"/>
                        <p:tgtEl>
                          <p:spTgt spid="48"/>
                        </p:tgtEl>
                        <p:attrNameLst>
                          <p:attrName>ppt_w</p:attrName>
                        </p:attrNameLst>
                      </p:cBhvr>
                      <p:tavLst>
                        <p:tav tm="0">
                          <p:val>
                            <p:fltVal val="0"/>
                          </p:val>
                        </p:tav>
                        <p:tav tm="100000">
                          <p:val>
                            <p:strVal val="#ppt_w"/>
                          </p:val>
                        </p:tav>
                      </p:tavLst>
                    </p:anim>
                    <p:anim calcmode="lin" valueType="num">
                      <p:cBhvr>
                        <p:cTn dur="500" fill="hold"/>
                        <p:tgtEl>
                          <p:spTgt spid="48"/>
                        </p:tgtEl>
                        <p:attrNameLst>
                          <p:attrName>ppt_h</p:attrName>
                        </p:attrNameLst>
                      </p:cBhvr>
                      <p:tavLst>
                        <p:tav tm="0">
                          <p:val>
                            <p:fltVal val="0"/>
                          </p:val>
                        </p:tav>
                        <p:tav tm="100000">
                          <p:val>
                            <p:strVal val="#ppt_h"/>
                          </p:val>
                        </p:tav>
                      </p:tavLst>
                    </p:anim>
                    <p:animEffect transition="in" filter="fade">
                      <p:cBhvr>
                        <p:cTn dur="500"/>
                        <p:tgtEl>
                          <p:spTgt spid="48"/>
                        </p:tgtEl>
                      </p:cBhvr>
                    </p:animEffect>
                  </p:childTnLst>
                </p:cTn>
              </p:par>
            </p:tnLst>
          </p:tmpl>
        </p:tmplLst>
      </p:bldP>
      <p:bldP spid="49"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49"/>
                        </p:tgtEl>
                        <p:attrNameLst>
                          <p:attrName>style.visibility</p:attrName>
                        </p:attrNameLst>
                      </p:cBhvr>
                      <p:to>
                        <p:strVal val="visible"/>
                      </p:to>
                    </p:set>
                    <p:animEffect transition="in" filter="fade">
                      <p:cBhvr>
                        <p:cTn dur="500"/>
                        <p:tgtEl>
                          <p:spTgt spid="49"/>
                        </p:tgtEl>
                      </p:cBhvr>
                    </p:animEffect>
                    <p:anim calcmode="lin" valueType="num">
                      <p:cBhvr>
                        <p:cTn dur="500" fill="hold"/>
                        <p:tgtEl>
                          <p:spTgt spid="49"/>
                        </p:tgtEl>
                        <p:attrNameLst>
                          <p:attrName>ppt_x</p:attrName>
                        </p:attrNameLst>
                      </p:cBhvr>
                      <p:tavLst>
                        <p:tav tm="0">
                          <p:val>
                            <p:strVal val="#ppt_x"/>
                          </p:val>
                        </p:tav>
                        <p:tav tm="100000">
                          <p:val>
                            <p:strVal val="#ppt_x"/>
                          </p:val>
                        </p:tav>
                      </p:tavLst>
                    </p:anim>
                    <p:anim calcmode="lin" valueType="num">
                      <p:cBhvr>
                        <p:cTn dur="500" fill="hold"/>
                        <p:tgtEl>
                          <p:spTgt spid="49"/>
                        </p:tgtEl>
                        <p:attrNameLst>
                          <p:attrName>ppt_y</p:attrName>
                        </p:attrNameLst>
                      </p:cBhvr>
                      <p:tavLst>
                        <p:tav tm="0">
                          <p:val>
                            <p:strVal val="#ppt_y+.1"/>
                          </p:val>
                        </p:tav>
                        <p:tav tm="100000">
                          <p:val>
                            <p:strVal val="#ppt_y"/>
                          </p:val>
                        </p:tav>
                      </p:tavLst>
                    </p:anim>
                  </p:childTnLst>
                </p:cTn>
              </p:par>
            </p:tnLst>
          </p:tmpl>
        </p:tmplLst>
      </p:bldP>
      <p:bldP spid="50"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50"/>
                        </p:tgtEl>
                        <p:attrNameLst>
                          <p:attrName>style.visibility</p:attrName>
                        </p:attrNameLst>
                      </p:cBhvr>
                      <p:to>
                        <p:strVal val="visible"/>
                      </p:to>
                    </p:set>
                    <p:anim calcmode="lin" valueType="num">
                      <p:cBhvr>
                        <p:cTn dur="500" fill="hold"/>
                        <p:tgtEl>
                          <p:spTgt spid="50"/>
                        </p:tgtEl>
                        <p:attrNameLst>
                          <p:attrName>ppt_w</p:attrName>
                        </p:attrNameLst>
                      </p:cBhvr>
                      <p:tavLst>
                        <p:tav tm="0">
                          <p:val>
                            <p:fltVal val="0"/>
                          </p:val>
                        </p:tav>
                        <p:tav tm="100000">
                          <p:val>
                            <p:strVal val="#ppt_w"/>
                          </p:val>
                        </p:tav>
                      </p:tavLst>
                    </p:anim>
                    <p:anim calcmode="lin" valueType="num">
                      <p:cBhvr>
                        <p:cTn dur="500" fill="hold"/>
                        <p:tgtEl>
                          <p:spTgt spid="50"/>
                        </p:tgtEl>
                        <p:attrNameLst>
                          <p:attrName>ppt_h</p:attrName>
                        </p:attrNameLst>
                      </p:cBhvr>
                      <p:tavLst>
                        <p:tav tm="0">
                          <p:val>
                            <p:fltVal val="0"/>
                          </p:val>
                        </p:tav>
                        <p:tav tm="100000">
                          <p:val>
                            <p:strVal val="#ppt_h"/>
                          </p:val>
                        </p:tav>
                      </p:tavLst>
                    </p:anim>
                    <p:animEffect transition="in" filter="fade">
                      <p:cBhvr>
                        <p:cTn dur="500"/>
                        <p:tgtEl>
                          <p:spTgt spid="50"/>
                        </p:tgtEl>
                      </p:cBhvr>
                    </p:animEffect>
                  </p:childTnLst>
                </p:cTn>
              </p:par>
            </p:tnLst>
          </p:tmpl>
        </p:tmplLst>
      </p:bldP>
      <p:bldP spid="51"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51"/>
                        </p:tgtEl>
                        <p:attrNameLst>
                          <p:attrName>style.visibility</p:attrName>
                        </p:attrNameLst>
                      </p:cBhvr>
                      <p:to>
                        <p:strVal val="visible"/>
                      </p:to>
                    </p:set>
                    <p:animEffect transition="in" filter="fade">
                      <p:cBhvr>
                        <p:cTn dur="500"/>
                        <p:tgtEl>
                          <p:spTgt spid="51"/>
                        </p:tgtEl>
                      </p:cBhvr>
                    </p:animEffect>
                    <p:anim calcmode="lin" valueType="num">
                      <p:cBhvr>
                        <p:cTn dur="500" fill="hold"/>
                        <p:tgtEl>
                          <p:spTgt spid="51"/>
                        </p:tgtEl>
                        <p:attrNameLst>
                          <p:attrName>ppt_x</p:attrName>
                        </p:attrNameLst>
                      </p:cBhvr>
                      <p:tavLst>
                        <p:tav tm="0">
                          <p:val>
                            <p:strVal val="#ppt_x"/>
                          </p:val>
                        </p:tav>
                        <p:tav tm="100000">
                          <p:val>
                            <p:strVal val="#ppt_x"/>
                          </p:val>
                        </p:tav>
                      </p:tavLst>
                    </p:anim>
                    <p:anim calcmode="lin" valueType="num">
                      <p:cBhvr>
                        <p:cTn dur="500" fill="hold"/>
                        <p:tgtEl>
                          <p:spTgt spid="51"/>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787.xml><?xml version="1.0" encoding="utf-8"?>
<p:sldLayout xmlns:a="http://schemas.openxmlformats.org/drawingml/2006/main" xmlns:r="http://schemas.openxmlformats.org/officeDocument/2006/relationships" xmlns:p="http://schemas.openxmlformats.org/presentationml/2006/main" preserve="1" userDrawn="1">
  <p:cSld name="17_Custom Layout">
    <p:spTree>
      <p:nvGrpSpPr>
        <p:cNvPr id="1" name=""/>
        <p:cNvGrpSpPr/>
        <p:nvPr/>
      </p:nvGrpSpPr>
      <p:grpSpPr>
        <a:xfrm>
          <a:off x="0" y="0"/>
          <a:ext cx="0" cy="0"/>
          <a:chOff x="0" y="0"/>
          <a:chExt cx="0" cy="0"/>
        </a:xfrm>
      </p:grpSpPr>
      <p:sp>
        <p:nvSpPr>
          <p:cNvPr id="9" name="Rectangle 8"/>
          <p:cNvSpPr/>
          <p:nvPr userDrawn="1"/>
        </p:nvSpPr>
        <p:spPr>
          <a:xfrm>
            <a:off x="-158750" y="2006600"/>
            <a:ext cx="12509500" cy="4159250"/>
          </a:xfrm>
          <a:prstGeom prst="rect">
            <a:avLst/>
          </a:prstGeom>
          <a:solidFill>
            <a:schemeClr val="tx1">
              <a:lumMod val="75000"/>
              <a:lumOff val="25000"/>
            </a:schemeClr>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 name="Title 1"/>
          <p:cNvSpPr>
            <a:spLocks noGrp="1"/>
          </p:cNvSpPr>
          <p:nvPr>
            <p:ph type="title" hasCustomPrompt="1"/>
          </p:nvPr>
        </p:nvSpPr>
        <p:spPr>
          <a:xfrm>
            <a:off x="479425" y="692150"/>
            <a:ext cx="11233150" cy="405130"/>
          </a:xfrm>
        </p:spPr>
        <p:txBody>
          <a:bodyPr/>
          <a:lstStyle>
            <a:lvl1pPr algn="ct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8" name="Text Placeholder 2"/>
          <p:cNvSpPr>
            <a:spLocks noGrp="1"/>
          </p:cNvSpPr>
          <p:nvPr>
            <p:ph type="body" idx="1"/>
          </p:nvPr>
        </p:nvSpPr>
        <p:spPr>
          <a:xfrm>
            <a:off x="479425" y="1154764"/>
            <a:ext cx="11233150" cy="272983"/>
          </a:xfrm>
        </p:spPr>
        <p:txBody>
          <a:bodyPr>
            <a:normAutofit/>
          </a:bodyPr>
          <a:lstStyle>
            <a:lvl1pPr marL="0" indent="0" algn="ctr">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7" name="Picture Placeholder 6"/>
          <p:cNvSpPr>
            <a:spLocks noGrp="1"/>
          </p:cNvSpPr>
          <p:nvPr>
            <p:ph type="pic" sz="quarter" idx="13"/>
          </p:nvPr>
        </p:nvSpPr>
        <p:spPr>
          <a:xfrm>
            <a:off x="3505200" y="2006600"/>
            <a:ext cx="5181600" cy="4159250"/>
          </a:xfrm>
          <a:solidFill>
            <a:schemeClr val="bg1">
              <a:lumMod val="85000"/>
            </a:schemeClr>
          </a:solidFill>
          <a:ln w="57150">
            <a:solidFill>
              <a:schemeClr val="bg1"/>
            </a:solidFill>
          </a:ln>
        </p:spPr>
        <p:txBody>
          <a:bodyPr/>
          <a:lstStyle/>
          <a:p>
            <a:endParaRPr lang="en-AU"/>
          </a:p>
        </p:txBody>
      </p:sp>
    </p:spTree>
    <p:extLst>
      <p:ext uri="{BB962C8B-B14F-4D97-AF65-F5344CB8AC3E}">
        <p14:creationId xmlns:p14="http://schemas.microsoft.com/office/powerpoint/2010/main" val="389724771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42" presetClass="entr" presetSubtype="0" fill="hold" grpId="0" nodeType="afterEffect">
                                  <p:stCondLst>
                                    <p:cond delay="0"/>
                                  </p:stCondLst>
                                  <p:childTnLst>
                                    <p:set>
                                      <p:cBhvr>
                                        <p:cTn id="10" dur="1" fill="hold">
                                          <p:stCondLst>
                                            <p:cond delay="0"/>
                                          </p:stCondLst>
                                        </p:cTn>
                                        <p:tgtEl>
                                          <p:spTgt spid="8">
                                            <p:txEl>
                                              <p:pRg st="0" end="0"/>
                                            </p:txEl>
                                          </p:spTgt>
                                        </p:tgtEl>
                                        <p:attrNameLst>
                                          <p:attrName>style.visibility</p:attrName>
                                        </p:attrNameLst>
                                      </p:cBhvr>
                                      <p:to>
                                        <p:strVal val="visible"/>
                                      </p:to>
                                    </p:set>
                                    <p:animEffect transition="in" filter="fade">
                                      <p:cBhvr>
                                        <p:cTn id="11" dur="500"/>
                                        <p:tgtEl>
                                          <p:spTgt spid="8">
                                            <p:txEl>
                                              <p:pRg st="0" end="0"/>
                                            </p:txEl>
                                          </p:spTgt>
                                        </p:tgtEl>
                                      </p:cBhvr>
                                    </p:animEffect>
                                    <p:anim calcmode="lin" valueType="num">
                                      <p:cBhvr>
                                        <p:cTn id="12"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4" fill="hold">
                            <p:stCondLst>
                              <p:cond delay="1000"/>
                            </p:stCondLst>
                            <p:childTnLst>
                              <p:par>
                                <p:cTn id="15" presetID="10" presetClass="entr" presetSubtype="0" fill="hold" grpId="0" nodeType="after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500"/>
                                        <p:tgtEl>
                                          <p:spTgt spid="9"/>
                                        </p:tgtEl>
                                      </p:cBhvr>
                                    </p:animEffect>
                                  </p:childTnLst>
                                </p:cTn>
                              </p:par>
                            </p:childTnLst>
                          </p:cTn>
                        </p:par>
                        <p:par>
                          <p:cTn id="18" fill="hold">
                            <p:stCondLst>
                              <p:cond delay="1500"/>
                            </p:stCondLst>
                            <p:childTnLst>
                              <p:par>
                                <p:cTn id="19" presetID="53" presetClass="entr" presetSubtype="16" fill="hold" grpId="0" nodeType="afterEffect">
                                  <p:stCondLst>
                                    <p:cond delay="0"/>
                                  </p:stCondLst>
                                  <p:childTnLst>
                                    <p:set>
                                      <p:cBhvr>
                                        <p:cTn id="20" dur="1" fill="hold">
                                          <p:stCondLst>
                                            <p:cond delay="0"/>
                                          </p:stCondLst>
                                        </p:cTn>
                                        <p:tgtEl>
                                          <p:spTgt spid="7"/>
                                        </p:tgtEl>
                                        <p:attrNameLst>
                                          <p:attrName>style.visibility</p:attrName>
                                        </p:attrNameLst>
                                      </p:cBhvr>
                                      <p:to>
                                        <p:strVal val="visible"/>
                                      </p:to>
                                    </p:set>
                                    <p:anim calcmode="lin" valueType="num">
                                      <p:cBhvr>
                                        <p:cTn id="21" dur="500" fill="hold"/>
                                        <p:tgtEl>
                                          <p:spTgt spid="7"/>
                                        </p:tgtEl>
                                        <p:attrNameLst>
                                          <p:attrName>ppt_w</p:attrName>
                                        </p:attrNameLst>
                                      </p:cBhvr>
                                      <p:tavLst>
                                        <p:tav tm="0">
                                          <p:val>
                                            <p:fltVal val="0"/>
                                          </p:val>
                                        </p:tav>
                                        <p:tav tm="100000">
                                          <p:val>
                                            <p:strVal val="#ppt_w"/>
                                          </p:val>
                                        </p:tav>
                                      </p:tavLst>
                                    </p:anim>
                                    <p:anim calcmode="lin" valueType="num">
                                      <p:cBhvr>
                                        <p:cTn id="22" dur="500" fill="hold"/>
                                        <p:tgtEl>
                                          <p:spTgt spid="7"/>
                                        </p:tgtEl>
                                        <p:attrNameLst>
                                          <p:attrName>ppt_h</p:attrName>
                                        </p:attrNameLst>
                                      </p:cBhvr>
                                      <p:tavLst>
                                        <p:tav tm="0">
                                          <p:val>
                                            <p:fltVal val="0"/>
                                          </p:val>
                                        </p:tav>
                                        <p:tav tm="100000">
                                          <p:val>
                                            <p:strVal val="#ppt_h"/>
                                          </p:val>
                                        </p:tav>
                                      </p:tavLst>
                                    </p:anim>
                                    <p:animEffect transition="in" filter="fade">
                                      <p:cBhvr>
                                        <p:cTn id="23"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2" grpId="0"/>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7" grpId="0" animBg="1"/>
    </p:bldLst>
  </p:timing>
</p:sldLayout>
</file>

<file path=ppt/slideLayouts/slideLayout788.xml><?xml version="1.0" encoding="utf-8"?>
<p:sldLayout xmlns:a="http://schemas.openxmlformats.org/drawingml/2006/main" xmlns:r="http://schemas.openxmlformats.org/officeDocument/2006/relationships" xmlns:p="http://schemas.openxmlformats.org/presentationml/2006/main" preserve="1" userDrawn="1">
  <p:cSld name="18_Custom Layout">
    <p:spTree>
      <p:nvGrpSpPr>
        <p:cNvPr id="1" name=""/>
        <p:cNvGrpSpPr/>
        <p:nvPr/>
      </p:nvGrpSpPr>
      <p:grpSpPr>
        <a:xfrm>
          <a:off x="0" y="0"/>
          <a:ext cx="0" cy="0"/>
          <a:chOff x="0" y="0"/>
          <a:chExt cx="0" cy="0"/>
        </a:xfrm>
      </p:grpSpPr>
      <p:sp>
        <p:nvSpPr>
          <p:cNvPr id="7" name="Picture Placeholder 6"/>
          <p:cNvSpPr>
            <a:spLocks noGrp="1"/>
          </p:cNvSpPr>
          <p:nvPr>
            <p:ph type="pic" sz="quarter" idx="13"/>
          </p:nvPr>
        </p:nvSpPr>
        <p:spPr>
          <a:xfrm>
            <a:off x="838200" y="692150"/>
            <a:ext cx="4687664" cy="3679952"/>
          </a:xfrm>
          <a:solidFill>
            <a:schemeClr val="bg1">
              <a:lumMod val="85000"/>
            </a:schemeClr>
          </a:solidFill>
          <a:ln w="57150">
            <a:solidFill>
              <a:schemeClr val="bg1"/>
            </a:solidFill>
          </a:ln>
        </p:spPr>
        <p:txBody>
          <a:bodyPr/>
          <a:lstStyle/>
          <a:p>
            <a:endParaRPr lang="en-AU" dirty="0"/>
          </a:p>
        </p:txBody>
      </p:sp>
      <p:sp>
        <p:nvSpPr>
          <p:cNvPr id="12" name="Picture Placeholder 6"/>
          <p:cNvSpPr>
            <a:spLocks noGrp="1"/>
          </p:cNvSpPr>
          <p:nvPr>
            <p:ph type="pic" sz="quarter" idx="14"/>
          </p:nvPr>
        </p:nvSpPr>
        <p:spPr>
          <a:xfrm>
            <a:off x="838200" y="4372102"/>
            <a:ext cx="1175430" cy="972340"/>
          </a:xfrm>
          <a:solidFill>
            <a:schemeClr val="bg1">
              <a:lumMod val="85000"/>
            </a:schemeClr>
          </a:solidFill>
          <a:ln w="57150">
            <a:solidFill>
              <a:schemeClr val="bg1"/>
            </a:solidFill>
          </a:ln>
        </p:spPr>
        <p:txBody>
          <a:bodyPr/>
          <a:lstStyle/>
          <a:p>
            <a:endParaRPr lang="en-AU"/>
          </a:p>
        </p:txBody>
      </p:sp>
      <p:sp>
        <p:nvSpPr>
          <p:cNvPr id="13" name="Picture Placeholder 6"/>
          <p:cNvSpPr>
            <a:spLocks noGrp="1"/>
          </p:cNvSpPr>
          <p:nvPr>
            <p:ph type="pic" sz="quarter" idx="15"/>
          </p:nvPr>
        </p:nvSpPr>
        <p:spPr>
          <a:xfrm>
            <a:off x="1999574" y="4372102"/>
            <a:ext cx="1175430" cy="972340"/>
          </a:xfrm>
          <a:solidFill>
            <a:schemeClr val="bg1">
              <a:lumMod val="85000"/>
            </a:schemeClr>
          </a:solidFill>
          <a:ln w="57150">
            <a:solidFill>
              <a:schemeClr val="bg1"/>
            </a:solidFill>
          </a:ln>
        </p:spPr>
        <p:txBody>
          <a:bodyPr/>
          <a:lstStyle/>
          <a:p>
            <a:endParaRPr lang="en-AU"/>
          </a:p>
        </p:txBody>
      </p:sp>
      <p:sp>
        <p:nvSpPr>
          <p:cNvPr id="2" name="Title 1"/>
          <p:cNvSpPr>
            <a:spLocks noGrp="1"/>
          </p:cNvSpPr>
          <p:nvPr>
            <p:ph type="title" hasCustomPrompt="1"/>
          </p:nvPr>
        </p:nvSpPr>
        <p:spPr>
          <a:xfrm>
            <a:off x="6096000" y="692150"/>
            <a:ext cx="5616574" cy="970396"/>
          </a:xfrm>
        </p:spPr>
        <p:txBody>
          <a:bodyPr/>
          <a:lstStyle>
            <a:lvl1pPr algn="l">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8" name="Text Placeholder 2"/>
          <p:cNvSpPr>
            <a:spLocks noGrp="1"/>
          </p:cNvSpPr>
          <p:nvPr>
            <p:ph type="body" idx="1"/>
          </p:nvPr>
        </p:nvSpPr>
        <p:spPr>
          <a:xfrm>
            <a:off x="6096000" y="1702911"/>
            <a:ext cx="5616575" cy="272983"/>
          </a:xfrm>
        </p:spPr>
        <p:txBody>
          <a:bodyPr>
            <a:normAutofit/>
          </a:bodyPr>
          <a:lstStyle>
            <a:lvl1pPr marL="0" indent="0" algn="l">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14" name="Picture Placeholder 6"/>
          <p:cNvSpPr>
            <a:spLocks noGrp="1"/>
          </p:cNvSpPr>
          <p:nvPr>
            <p:ph type="pic" sz="quarter" idx="16"/>
          </p:nvPr>
        </p:nvSpPr>
        <p:spPr>
          <a:xfrm>
            <a:off x="3175004" y="4372102"/>
            <a:ext cx="1175430" cy="972340"/>
          </a:xfrm>
          <a:solidFill>
            <a:schemeClr val="bg1">
              <a:lumMod val="85000"/>
            </a:schemeClr>
          </a:solidFill>
          <a:ln w="57150">
            <a:solidFill>
              <a:schemeClr val="bg1"/>
            </a:solidFill>
          </a:ln>
        </p:spPr>
        <p:txBody>
          <a:bodyPr/>
          <a:lstStyle/>
          <a:p>
            <a:endParaRPr lang="en-AU"/>
          </a:p>
        </p:txBody>
      </p:sp>
      <p:sp>
        <p:nvSpPr>
          <p:cNvPr id="15" name="Picture Placeholder 6"/>
          <p:cNvSpPr>
            <a:spLocks noGrp="1"/>
          </p:cNvSpPr>
          <p:nvPr>
            <p:ph type="pic" sz="quarter" idx="17"/>
          </p:nvPr>
        </p:nvSpPr>
        <p:spPr>
          <a:xfrm>
            <a:off x="4350434" y="4372102"/>
            <a:ext cx="1175430" cy="972340"/>
          </a:xfrm>
          <a:solidFill>
            <a:schemeClr val="bg1">
              <a:lumMod val="85000"/>
            </a:schemeClr>
          </a:solidFill>
          <a:ln w="57150">
            <a:solidFill>
              <a:schemeClr val="bg1"/>
            </a:solidFill>
          </a:ln>
        </p:spPr>
        <p:txBody>
          <a:bodyPr/>
          <a:lstStyle/>
          <a:p>
            <a:endParaRPr lang="en-AU"/>
          </a:p>
        </p:txBody>
      </p:sp>
      <p:sp>
        <p:nvSpPr>
          <p:cNvPr id="23" name="Text Placeholder 21"/>
          <p:cNvSpPr>
            <a:spLocks noGrp="1"/>
          </p:cNvSpPr>
          <p:nvPr>
            <p:ph type="body" sz="quarter" idx="34"/>
          </p:nvPr>
        </p:nvSpPr>
        <p:spPr>
          <a:xfrm>
            <a:off x="6099595" y="2959028"/>
            <a:ext cx="5616575" cy="360363"/>
          </a:xfrm>
        </p:spPr>
        <p:txBody>
          <a:bodyPr/>
          <a:lstStyle>
            <a:lvl1pP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4" name="Text Placeholder 21"/>
          <p:cNvSpPr>
            <a:spLocks noGrp="1"/>
          </p:cNvSpPr>
          <p:nvPr>
            <p:ph type="body" sz="quarter" idx="21"/>
          </p:nvPr>
        </p:nvSpPr>
        <p:spPr>
          <a:xfrm>
            <a:off x="6099595" y="3368138"/>
            <a:ext cx="5616575" cy="2674864"/>
          </a:xfrm>
        </p:spPr>
        <p:txBody>
          <a:bodyPr>
            <a:normAutofit/>
          </a:bodyPr>
          <a:lstStyle>
            <a:lvl1pP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6" name="Text Placeholder 21"/>
          <p:cNvSpPr>
            <a:spLocks noGrp="1"/>
          </p:cNvSpPr>
          <p:nvPr>
            <p:ph type="body" sz="quarter" idx="35" hasCustomPrompt="1"/>
          </p:nvPr>
        </p:nvSpPr>
        <p:spPr>
          <a:xfrm>
            <a:off x="2943025" y="2171676"/>
            <a:ext cx="478016" cy="720899"/>
          </a:xfrm>
        </p:spPr>
        <p:txBody>
          <a:bodyPr>
            <a:noAutofit/>
          </a:bodyPr>
          <a:lstStyle>
            <a:lvl1pPr>
              <a:defRPr sz="5400" b="1">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1</a:t>
            </a:r>
            <a:endParaRPr lang="en-AU" dirty="0"/>
          </a:p>
        </p:txBody>
      </p:sp>
      <p:sp>
        <p:nvSpPr>
          <p:cNvPr id="27" name="Text Placeholder 21"/>
          <p:cNvSpPr>
            <a:spLocks noGrp="1"/>
          </p:cNvSpPr>
          <p:nvPr>
            <p:ph type="body" sz="quarter" idx="36" hasCustomPrompt="1"/>
          </p:nvPr>
        </p:nvSpPr>
        <p:spPr>
          <a:xfrm>
            <a:off x="1186835" y="4644385"/>
            <a:ext cx="478016" cy="427774"/>
          </a:xfrm>
        </p:spPr>
        <p:txBody>
          <a:bodyPr>
            <a:noAutofit/>
          </a:bodyPr>
          <a:lstStyle>
            <a:lvl1pPr>
              <a:defRPr sz="3200" b="1">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2</a:t>
            </a:r>
            <a:endParaRPr lang="en-AU" dirty="0"/>
          </a:p>
        </p:txBody>
      </p:sp>
      <p:sp>
        <p:nvSpPr>
          <p:cNvPr id="28" name="Text Placeholder 21"/>
          <p:cNvSpPr>
            <a:spLocks noGrp="1"/>
          </p:cNvSpPr>
          <p:nvPr>
            <p:ph type="body" sz="quarter" idx="37" hasCustomPrompt="1"/>
          </p:nvPr>
        </p:nvSpPr>
        <p:spPr>
          <a:xfrm>
            <a:off x="2348209" y="4644385"/>
            <a:ext cx="478016" cy="427774"/>
          </a:xfrm>
        </p:spPr>
        <p:txBody>
          <a:bodyPr>
            <a:noAutofit/>
          </a:bodyPr>
          <a:lstStyle>
            <a:lvl1pPr>
              <a:defRPr sz="3200" b="1">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3</a:t>
            </a:r>
            <a:endParaRPr lang="en-AU" dirty="0"/>
          </a:p>
        </p:txBody>
      </p:sp>
      <p:sp>
        <p:nvSpPr>
          <p:cNvPr id="29" name="Text Placeholder 21"/>
          <p:cNvSpPr>
            <a:spLocks noGrp="1"/>
          </p:cNvSpPr>
          <p:nvPr>
            <p:ph type="body" sz="quarter" idx="38" hasCustomPrompt="1"/>
          </p:nvPr>
        </p:nvSpPr>
        <p:spPr>
          <a:xfrm>
            <a:off x="3518358" y="4644385"/>
            <a:ext cx="478016" cy="427774"/>
          </a:xfrm>
        </p:spPr>
        <p:txBody>
          <a:bodyPr>
            <a:noAutofit/>
          </a:bodyPr>
          <a:lstStyle>
            <a:lvl1pPr>
              <a:defRPr sz="3200" b="1">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4</a:t>
            </a:r>
            <a:endParaRPr lang="en-AU" dirty="0"/>
          </a:p>
        </p:txBody>
      </p:sp>
      <p:sp>
        <p:nvSpPr>
          <p:cNvPr id="30" name="Text Placeholder 21"/>
          <p:cNvSpPr>
            <a:spLocks noGrp="1"/>
          </p:cNvSpPr>
          <p:nvPr>
            <p:ph type="body" sz="quarter" idx="39" hasCustomPrompt="1"/>
          </p:nvPr>
        </p:nvSpPr>
        <p:spPr>
          <a:xfrm>
            <a:off x="4699141" y="4644385"/>
            <a:ext cx="478016" cy="427774"/>
          </a:xfrm>
        </p:spPr>
        <p:txBody>
          <a:bodyPr>
            <a:noAutofit/>
          </a:bodyPr>
          <a:lstStyle>
            <a:lvl1pPr>
              <a:defRPr sz="3200" b="1">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5</a:t>
            </a:r>
            <a:endParaRPr lang="en-AU" dirty="0"/>
          </a:p>
        </p:txBody>
      </p:sp>
    </p:spTree>
    <p:extLst>
      <p:ext uri="{BB962C8B-B14F-4D97-AF65-F5344CB8AC3E}">
        <p14:creationId xmlns:p14="http://schemas.microsoft.com/office/powerpoint/2010/main" val="374513091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42" presetClass="entr" presetSubtype="0" fill="hold" grpId="0" nodeType="afterEffect">
                                  <p:stCondLst>
                                    <p:cond delay="0"/>
                                  </p:stCondLst>
                                  <p:childTnLst>
                                    <p:set>
                                      <p:cBhvr>
                                        <p:cTn id="10" dur="1" fill="hold">
                                          <p:stCondLst>
                                            <p:cond delay="0"/>
                                          </p:stCondLst>
                                        </p:cTn>
                                        <p:tgtEl>
                                          <p:spTgt spid="8">
                                            <p:txEl>
                                              <p:pRg st="0" end="0"/>
                                            </p:txEl>
                                          </p:spTgt>
                                        </p:tgtEl>
                                        <p:attrNameLst>
                                          <p:attrName>style.visibility</p:attrName>
                                        </p:attrNameLst>
                                      </p:cBhvr>
                                      <p:to>
                                        <p:strVal val="visible"/>
                                      </p:to>
                                    </p:set>
                                    <p:animEffect transition="in" filter="fade">
                                      <p:cBhvr>
                                        <p:cTn id="11" dur="500"/>
                                        <p:tgtEl>
                                          <p:spTgt spid="8">
                                            <p:txEl>
                                              <p:pRg st="0" end="0"/>
                                            </p:txEl>
                                          </p:spTgt>
                                        </p:tgtEl>
                                      </p:cBhvr>
                                    </p:animEffect>
                                    <p:anim calcmode="lin" valueType="num">
                                      <p:cBhvr>
                                        <p:cTn id="12"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4" fill="hold">
                            <p:stCondLst>
                              <p:cond delay="1000"/>
                            </p:stCondLst>
                            <p:childTnLst>
                              <p:par>
                                <p:cTn id="15" presetID="53" presetClass="entr" presetSubtype="16" fill="hold" grpId="0" nodeType="afterEffect">
                                  <p:stCondLst>
                                    <p:cond delay="0"/>
                                  </p:stCondLst>
                                  <p:childTnLst>
                                    <p:set>
                                      <p:cBhvr>
                                        <p:cTn id="16" dur="1" fill="hold">
                                          <p:stCondLst>
                                            <p:cond delay="0"/>
                                          </p:stCondLst>
                                        </p:cTn>
                                        <p:tgtEl>
                                          <p:spTgt spid="7"/>
                                        </p:tgtEl>
                                        <p:attrNameLst>
                                          <p:attrName>style.visibility</p:attrName>
                                        </p:attrNameLst>
                                      </p:cBhvr>
                                      <p:to>
                                        <p:strVal val="visible"/>
                                      </p:to>
                                    </p:set>
                                    <p:anim calcmode="lin" valueType="num">
                                      <p:cBhvr>
                                        <p:cTn id="17" dur="500" fill="hold"/>
                                        <p:tgtEl>
                                          <p:spTgt spid="7"/>
                                        </p:tgtEl>
                                        <p:attrNameLst>
                                          <p:attrName>ppt_w</p:attrName>
                                        </p:attrNameLst>
                                      </p:cBhvr>
                                      <p:tavLst>
                                        <p:tav tm="0">
                                          <p:val>
                                            <p:fltVal val="0"/>
                                          </p:val>
                                        </p:tav>
                                        <p:tav tm="100000">
                                          <p:val>
                                            <p:strVal val="#ppt_w"/>
                                          </p:val>
                                        </p:tav>
                                      </p:tavLst>
                                    </p:anim>
                                    <p:anim calcmode="lin" valueType="num">
                                      <p:cBhvr>
                                        <p:cTn id="18" dur="500" fill="hold"/>
                                        <p:tgtEl>
                                          <p:spTgt spid="7"/>
                                        </p:tgtEl>
                                        <p:attrNameLst>
                                          <p:attrName>ppt_h</p:attrName>
                                        </p:attrNameLst>
                                      </p:cBhvr>
                                      <p:tavLst>
                                        <p:tav tm="0">
                                          <p:val>
                                            <p:fltVal val="0"/>
                                          </p:val>
                                        </p:tav>
                                        <p:tav tm="100000">
                                          <p:val>
                                            <p:strVal val="#ppt_h"/>
                                          </p:val>
                                        </p:tav>
                                      </p:tavLst>
                                    </p:anim>
                                    <p:animEffect transition="in" filter="fade">
                                      <p:cBhvr>
                                        <p:cTn id="19" dur="500"/>
                                        <p:tgtEl>
                                          <p:spTgt spid="7"/>
                                        </p:tgtEl>
                                      </p:cBhvr>
                                    </p:animEffect>
                                  </p:childTnLst>
                                </p:cTn>
                              </p:par>
                            </p:childTnLst>
                          </p:cTn>
                        </p:par>
                        <p:par>
                          <p:cTn id="20" fill="hold">
                            <p:stCondLst>
                              <p:cond delay="1500"/>
                            </p:stCondLst>
                            <p:childTnLst>
                              <p:par>
                                <p:cTn id="21" presetID="53" presetClass="entr" presetSubtype="16" fill="hold" grpId="0" nodeType="afterEffect">
                                  <p:stCondLst>
                                    <p:cond delay="0"/>
                                  </p:stCondLst>
                                  <p:childTnLst>
                                    <p:set>
                                      <p:cBhvr>
                                        <p:cTn id="22" dur="1" fill="hold">
                                          <p:stCondLst>
                                            <p:cond delay="0"/>
                                          </p:stCondLst>
                                        </p:cTn>
                                        <p:tgtEl>
                                          <p:spTgt spid="12"/>
                                        </p:tgtEl>
                                        <p:attrNameLst>
                                          <p:attrName>style.visibility</p:attrName>
                                        </p:attrNameLst>
                                      </p:cBhvr>
                                      <p:to>
                                        <p:strVal val="visible"/>
                                      </p:to>
                                    </p:set>
                                    <p:anim calcmode="lin" valueType="num">
                                      <p:cBhvr>
                                        <p:cTn id="23" dur="500" fill="hold"/>
                                        <p:tgtEl>
                                          <p:spTgt spid="12"/>
                                        </p:tgtEl>
                                        <p:attrNameLst>
                                          <p:attrName>ppt_w</p:attrName>
                                        </p:attrNameLst>
                                      </p:cBhvr>
                                      <p:tavLst>
                                        <p:tav tm="0">
                                          <p:val>
                                            <p:fltVal val="0"/>
                                          </p:val>
                                        </p:tav>
                                        <p:tav tm="100000">
                                          <p:val>
                                            <p:strVal val="#ppt_w"/>
                                          </p:val>
                                        </p:tav>
                                      </p:tavLst>
                                    </p:anim>
                                    <p:anim calcmode="lin" valueType="num">
                                      <p:cBhvr>
                                        <p:cTn id="24" dur="500" fill="hold"/>
                                        <p:tgtEl>
                                          <p:spTgt spid="12"/>
                                        </p:tgtEl>
                                        <p:attrNameLst>
                                          <p:attrName>ppt_h</p:attrName>
                                        </p:attrNameLst>
                                      </p:cBhvr>
                                      <p:tavLst>
                                        <p:tav tm="0">
                                          <p:val>
                                            <p:fltVal val="0"/>
                                          </p:val>
                                        </p:tav>
                                        <p:tav tm="100000">
                                          <p:val>
                                            <p:strVal val="#ppt_h"/>
                                          </p:val>
                                        </p:tav>
                                      </p:tavLst>
                                    </p:anim>
                                    <p:animEffect transition="in" filter="fade">
                                      <p:cBhvr>
                                        <p:cTn id="25" dur="500"/>
                                        <p:tgtEl>
                                          <p:spTgt spid="12"/>
                                        </p:tgtEl>
                                      </p:cBhvr>
                                    </p:animEffect>
                                  </p:childTnLst>
                                </p:cTn>
                              </p:par>
                            </p:childTnLst>
                          </p:cTn>
                        </p:par>
                        <p:par>
                          <p:cTn id="26" fill="hold">
                            <p:stCondLst>
                              <p:cond delay="2000"/>
                            </p:stCondLst>
                            <p:childTnLst>
                              <p:par>
                                <p:cTn id="27" presetID="53" presetClass="entr" presetSubtype="16" fill="hold" grpId="0" nodeType="afterEffect">
                                  <p:stCondLst>
                                    <p:cond delay="0"/>
                                  </p:stCondLst>
                                  <p:childTnLst>
                                    <p:set>
                                      <p:cBhvr>
                                        <p:cTn id="28" dur="1" fill="hold">
                                          <p:stCondLst>
                                            <p:cond delay="0"/>
                                          </p:stCondLst>
                                        </p:cTn>
                                        <p:tgtEl>
                                          <p:spTgt spid="13"/>
                                        </p:tgtEl>
                                        <p:attrNameLst>
                                          <p:attrName>style.visibility</p:attrName>
                                        </p:attrNameLst>
                                      </p:cBhvr>
                                      <p:to>
                                        <p:strVal val="visible"/>
                                      </p:to>
                                    </p:set>
                                    <p:anim calcmode="lin" valueType="num">
                                      <p:cBhvr>
                                        <p:cTn id="29" dur="500" fill="hold"/>
                                        <p:tgtEl>
                                          <p:spTgt spid="13"/>
                                        </p:tgtEl>
                                        <p:attrNameLst>
                                          <p:attrName>ppt_w</p:attrName>
                                        </p:attrNameLst>
                                      </p:cBhvr>
                                      <p:tavLst>
                                        <p:tav tm="0">
                                          <p:val>
                                            <p:fltVal val="0"/>
                                          </p:val>
                                        </p:tav>
                                        <p:tav tm="100000">
                                          <p:val>
                                            <p:strVal val="#ppt_w"/>
                                          </p:val>
                                        </p:tav>
                                      </p:tavLst>
                                    </p:anim>
                                    <p:anim calcmode="lin" valueType="num">
                                      <p:cBhvr>
                                        <p:cTn id="30" dur="500" fill="hold"/>
                                        <p:tgtEl>
                                          <p:spTgt spid="13"/>
                                        </p:tgtEl>
                                        <p:attrNameLst>
                                          <p:attrName>ppt_h</p:attrName>
                                        </p:attrNameLst>
                                      </p:cBhvr>
                                      <p:tavLst>
                                        <p:tav tm="0">
                                          <p:val>
                                            <p:fltVal val="0"/>
                                          </p:val>
                                        </p:tav>
                                        <p:tav tm="100000">
                                          <p:val>
                                            <p:strVal val="#ppt_h"/>
                                          </p:val>
                                        </p:tav>
                                      </p:tavLst>
                                    </p:anim>
                                    <p:animEffect transition="in" filter="fade">
                                      <p:cBhvr>
                                        <p:cTn id="31" dur="500"/>
                                        <p:tgtEl>
                                          <p:spTgt spid="13"/>
                                        </p:tgtEl>
                                      </p:cBhvr>
                                    </p:animEffect>
                                  </p:childTnLst>
                                </p:cTn>
                              </p:par>
                            </p:childTnLst>
                          </p:cTn>
                        </p:par>
                        <p:par>
                          <p:cTn id="32" fill="hold">
                            <p:stCondLst>
                              <p:cond delay="2500"/>
                            </p:stCondLst>
                            <p:childTnLst>
                              <p:par>
                                <p:cTn id="33" presetID="53" presetClass="entr" presetSubtype="16" fill="hold" grpId="0" nodeType="afterEffect">
                                  <p:stCondLst>
                                    <p:cond delay="0"/>
                                  </p:stCondLst>
                                  <p:childTnLst>
                                    <p:set>
                                      <p:cBhvr>
                                        <p:cTn id="34" dur="1" fill="hold">
                                          <p:stCondLst>
                                            <p:cond delay="0"/>
                                          </p:stCondLst>
                                        </p:cTn>
                                        <p:tgtEl>
                                          <p:spTgt spid="14"/>
                                        </p:tgtEl>
                                        <p:attrNameLst>
                                          <p:attrName>style.visibility</p:attrName>
                                        </p:attrNameLst>
                                      </p:cBhvr>
                                      <p:to>
                                        <p:strVal val="visible"/>
                                      </p:to>
                                    </p:set>
                                    <p:anim calcmode="lin" valueType="num">
                                      <p:cBhvr>
                                        <p:cTn id="35" dur="500" fill="hold"/>
                                        <p:tgtEl>
                                          <p:spTgt spid="14"/>
                                        </p:tgtEl>
                                        <p:attrNameLst>
                                          <p:attrName>ppt_w</p:attrName>
                                        </p:attrNameLst>
                                      </p:cBhvr>
                                      <p:tavLst>
                                        <p:tav tm="0">
                                          <p:val>
                                            <p:fltVal val="0"/>
                                          </p:val>
                                        </p:tav>
                                        <p:tav tm="100000">
                                          <p:val>
                                            <p:strVal val="#ppt_w"/>
                                          </p:val>
                                        </p:tav>
                                      </p:tavLst>
                                    </p:anim>
                                    <p:anim calcmode="lin" valueType="num">
                                      <p:cBhvr>
                                        <p:cTn id="36" dur="500" fill="hold"/>
                                        <p:tgtEl>
                                          <p:spTgt spid="14"/>
                                        </p:tgtEl>
                                        <p:attrNameLst>
                                          <p:attrName>ppt_h</p:attrName>
                                        </p:attrNameLst>
                                      </p:cBhvr>
                                      <p:tavLst>
                                        <p:tav tm="0">
                                          <p:val>
                                            <p:fltVal val="0"/>
                                          </p:val>
                                        </p:tav>
                                        <p:tav tm="100000">
                                          <p:val>
                                            <p:strVal val="#ppt_h"/>
                                          </p:val>
                                        </p:tav>
                                      </p:tavLst>
                                    </p:anim>
                                    <p:animEffect transition="in" filter="fade">
                                      <p:cBhvr>
                                        <p:cTn id="37" dur="500"/>
                                        <p:tgtEl>
                                          <p:spTgt spid="14"/>
                                        </p:tgtEl>
                                      </p:cBhvr>
                                    </p:animEffect>
                                  </p:childTnLst>
                                </p:cTn>
                              </p:par>
                            </p:childTnLst>
                          </p:cTn>
                        </p:par>
                        <p:par>
                          <p:cTn id="38" fill="hold">
                            <p:stCondLst>
                              <p:cond delay="3000"/>
                            </p:stCondLst>
                            <p:childTnLst>
                              <p:par>
                                <p:cTn id="39" presetID="53" presetClass="entr" presetSubtype="16" fill="hold" grpId="0" nodeType="afterEffect">
                                  <p:stCondLst>
                                    <p:cond delay="0"/>
                                  </p:stCondLst>
                                  <p:childTnLst>
                                    <p:set>
                                      <p:cBhvr>
                                        <p:cTn id="40" dur="1" fill="hold">
                                          <p:stCondLst>
                                            <p:cond delay="0"/>
                                          </p:stCondLst>
                                        </p:cTn>
                                        <p:tgtEl>
                                          <p:spTgt spid="15"/>
                                        </p:tgtEl>
                                        <p:attrNameLst>
                                          <p:attrName>style.visibility</p:attrName>
                                        </p:attrNameLst>
                                      </p:cBhvr>
                                      <p:to>
                                        <p:strVal val="visible"/>
                                      </p:to>
                                    </p:set>
                                    <p:anim calcmode="lin" valueType="num">
                                      <p:cBhvr>
                                        <p:cTn id="41" dur="500" fill="hold"/>
                                        <p:tgtEl>
                                          <p:spTgt spid="15"/>
                                        </p:tgtEl>
                                        <p:attrNameLst>
                                          <p:attrName>ppt_w</p:attrName>
                                        </p:attrNameLst>
                                      </p:cBhvr>
                                      <p:tavLst>
                                        <p:tav tm="0">
                                          <p:val>
                                            <p:fltVal val="0"/>
                                          </p:val>
                                        </p:tav>
                                        <p:tav tm="100000">
                                          <p:val>
                                            <p:strVal val="#ppt_w"/>
                                          </p:val>
                                        </p:tav>
                                      </p:tavLst>
                                    </p:anim>
                                    <p:anim calcmode="lin" valueType="num">
                                      <p:cBhvr>
                                        <p:cTn id="42" dur="500" fill="hold"/>
                                        <p:tgtEl>
                                          <p:spTgt spid="15"/>
                                        </p:tgtEl>
                                        <p:attrNameLst>
                                          <p:attrName>ppt_h</p:attrName>
                                        </p:attrNameLst>
                                      </p:cBhvr>
                                      <p:tavLst>
                                        <p:tav tm="0">
                                          <p:val>
                                            <p:fltVal val="0"/>
                                          </p:val>
                                        </p:tav>
                                        <p:tav tm="100000">
                                          <p:val>
                                            <p:strVal val="#ppt_h"/>
                                          </p:val>
                                        </p:tav>
                                      </p:tavLst>
                                    </p:anim>
                                    <p:animEffect transition="in" filter="fade">
                                      <p:cBhvr>
                                        <p:cTn id="43" dur="500"/>
                                        <p:tgtEl>
                                          <p:spTgt spid="15"/>
                                        </p:tgtEl>
                                      </p:cBhvr>
                                    </p:animEffect>
                                  </p:childTnLst>
                                </p:cTn>
                              </p:par>
                            </p:childTnLst>
                          </p:cTn>
                        </p:par>
                        <p:par>
                          <p:cTn id="44" fill="hold">
                            <p:stCondLst>
                              <p:cond delay="3500"/>
                            </p:stCondLst>
                            <p:childTnLst>
                              <p:par>
                                <p:cTn id="45" presetID="53" presetClass="entr" presetSubtype="16" fill="hold" grpId="0" nodeType="afterEffect" nodePh="1">
                                  <p:stCondLst>
                                    <p:cond delay="0"/>
                                  </p:stCondLst>
                                  <p:endCondLst>
                                    <p:cond evt="begin" delay="0">
                                      <p:tn val="45"/>
                                    </p:cond>
                                  </p:endCondLst>
                                  <p:childTnLst>
                                    <p:set>
                                      <p:cBhvr>
                                        <p:cTn id="46" dur="1" fill="hold">
                                          <p:stCondLst>
                                            <p:cond delay="0"/>
                                          </p:stCondLst>
                                        </p:cTn>
                                        <p:tgtEl>
                                          <p:spTgt spid="23">
                                            <p:txEl>
                                              <p:pRg st="0" end="0"/>
                                            </p:txEl>
                                          </p:spTgt>
                                        </p:tgtEl>
                                        <p:attrNameLst>
                                          <p:attrName>style.visibility</p:attrName>
                                        </p:attrNameLst>
                                      </p:cBhvr>
                                      <p:to>
                                        <p:strVal val="visible"/>
                                      </p:to>
                                    </p:set>
                                    <p:anim calcmode="lin" valueType="num">
                                      <p:cBhvr>
                                        <p:cTn id="47" dur="500" fill="hold"/>
                                        <p:tgtEl>
                                          <p:spTgt spid="23">
                                            <p:txEl>
                                              <p:pRg st="0" end="0"/>
                                            </p:txEl>
                                          </p:spTgt>
                                        </p:tgtEl>
                                        <p:attrNameLst>
                                          <p:attrName>ppt_w</p:attrName>
                                        </p:attrNameLst>
                                      </p:cBhvr>
                                      <p:tavLst>
                                        <p:tav tm="0">
                                          <p:val>
                                            <p:fltVal val="0"/>
                                          </p:val>
                                        </p:tav>
                                        <p:tav tm="100000">
                                          <p:val>
                                            <p:strVal val="#ppt_w"/>
                                          </p:val>
                                        </p:tav>
                                      </p:tavLst>
                                    </p:anim>
                                    <p:anim calcmode="lin" valueType="num">
                                      <p:cBhvr>
                                        <p:cTn id="48" dur="500" fill="hold"/>
                                        <p:tgtEl>
                                          <p:spTgt spid="23">
                                            <p:txEl>
                                              <p:pRg st="0" end="0"/>
                                            </p:txEl>
                                          </p:spTgt>
                                        </p:tgtEl>
                                        <p:attrNameLst>
                                          <p:attrName>ppt_h</p:attrName>
                                        </p:attrNameLst>
                                      </p:cBhvr>
                                      <p:tavLst>
                                        <p:tav tm="0">
                                          <p:val>
                                            <p:fltVal val="0"/>
                                          </p:val>
                                        </p:tav>
                                        <p:tav tm="100000">
                                          <p:val>
                                            <p:strVal val="#ppt_h"/>
                                          </p:val>
                                        </p:tav>
                                      </p:tavLst>
                                    </p:anim>
                                    <p:animEffect transition="in" filter="fade">
                                      <p:cBhvr>
                                        <p:cTn id="49" dur="500"/>
                                        <p:tgtEl>
                                          <p:spTgt spid="23">
                                            <p:txEl>
                                              <p:pRg st="0" end="0"/>
                                            </p:txEl>
                                          </p:spTgt>
                                        </p:tgtEl>
                                      </p:cBhvr>
                                    </p:animEffect>
                                  </p:childTnLst>
                                </p:cTn>
                              </p:par>
                            </p:childTnLst>
                          </p:cTn>
                        </p:par>
                        <p:par>
                          <p:cTn id="50" fill="hold">
                            <p:stCondLst>
                              <p:cond delay="4000"/>
                            </p:stCondLst>
                            <p:childTnLst>
                              <p:par>
                                <p:cTn id="51" presetID="42" presetClass="entr" presetSubtype="0" fill="hold" grpId="0" nodeType="afterEffect" nodePh="1">
                                  <p:stCondLst>
                                    <p:cond delay="0"/>
                                  </p:stCondLst>
                                  <p:endCondLst>
                                    <p:cond evt="begin" delay="0">
                                      <p:tn val="51"/>
                                    </p:cond>
                                  </p:endCondLst>
                                  <p:childTnLst>
                                    <p:set>
                                      <p:cBhvr>
                                        <p:cTn id="52" dur="1" fill="hold">
                                          <p:stCondLst>
                                            <p:cond delay="0"/>
                                          </p:stCondLst>
                                        </p:cTn>
                                        <p:tgtEl>
                                          <p:spTgt spid="24">
                                            <p:txEl>
                                              <p:pRg st="0" end="0"/>
                                            </p:txEl>
                                          </p:spTgt>
                                        </p:tgtEl>
                                        <p:attrNameLst>
                                          <p:attrName>style.visibility</p:attrName>
                                        </p:attrNameLst>
                                      </p:cBhvr>
                                      <p:to>
                                        <p:strVal val="visible"/>
                                      </p:to>
                                    </p:set>
                                    <p:animEffect transition="in" filter="fade">
                                      <p:cBhvr>
                                        <p:cTn id="53" dur="500"/>
                                        <p:tgtEl>
                                          <p:spTgt spid="24">
                                            <p:txEl>
                                              <p:pRg st="0" end="0"/>
                                            </p:txEl>
                                          </p:spTgt>
                                        </p:tgtEl>
                                      </p:cBhvr>
                                    </p:animEffect>
                                    <p:anim calcmode="lin" valueType="num">
                                      <p:cBhvr>
                                        <p:cTn id="54"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p:cTn id="55" dur="500" fill="hold"/>
                                        <p:tgtEl>
                                          <p:spTgt spid="24">
                                            <p:txEl>
                                              <p:pRg st="0" end="0"/>
                                            </p:txEl>
                                          </p:spTgt>
                                        </p:tgtEl>
                                        <p:attrNameLst>
                                          <p:attrName>ppt_y</p:attrName>
                                        </p:attrNameLst>
                                      </p:cBhvr>
                                      <p:tavLst>
                                        <p:tav tm="0">
                                          <p:val>
                                            <p:strVal val="#ppt_y+.1"/>
                                          </p:val>
                                        </p:tav>
                                        <p:tav tm="100000">
                                          <p:val>
                                            <p:strVal val="#ppt_y"/>
                                          </p:val>
                                        </p:tav>
                                      </p:tavLst>
                                    </p:anim>
                                  </p:childTnLst>
                                </p:cTn>
                              </p:par>
                            </p:childTnLst>
                          </p:cTn>
                        </p:par>
                        <p:par>
                          <p:cTn id="56" fill="hold">
                            <p:stCondLst>
                              <p:cond delay="4500"/>
                            </p:stCondLst>
                            <p:childTnLst>
                              <p:par>
                                <p:cTn id="57" presetID="53" presetClass="entr" presetSubtype="16" fill="hold" grpId="0" nodeType="afterEffect">
                                  <p:stCondLst>
                                    <p:cond delay="0"/>
                                  </p:stCondLst>
                                  <p:childTnLst>
                                    <p:set>
                                      <p:cBhvr>
                                        <p:cTn id="58" dur="1" fill="hold">
                                          <p:stCondLst>
                                            <p:cond delay="0"/>
                                          </p:stCondLst>
                                        </p:cTn>
                                        <p:tgtEl>
                                          <p:spTgt spid="26">
                                            <p:txEl>
                                              <p:pRg st="0" end="0"/>
                                            </p:txEl>
                                          </p:spTgt>
                                        </p:tgtEl>
                                        <p:attrNameLst>
                                          <p:attrName>style.visibility</p:attrName>
                                        </p:attrNameLst>
                                      </p:cBhvr>
                                      <p:to>
                                        <p:strVal val="visible"/>
                                      </p:to>
                                    </p:set>
                                    <p:anim calcmode="lin" valueType="num">
                                      <p:cBhvr>
                                        <p:cTn id="59" dur="500" fill="hold"/>
                                        <p:tgtEl>
                                          <p:spTgt spid="26">
                                            <p:txEl>
                                              <p:pRg st="0" end="0"/>
                                            </p:txEl>
                                          </p:spTgt>
                                        </p:tgtEl>
                                        <p:attrNameLst>
                                          <p:attrName>ppt_w</p:attrName>
                                        </p:attrNameLst>
                                      </p:cBhvr>
                                      <p:tavLst>
                                        <p:tav tm="0">
                                          <p:val>
                                            <p:fltVal val="0"/>
                                          </p:val>
                                        </p:tav>
                                        <p:tav tm="100000">
                                          <p:val>
                                            <p:strVal val="#ppt_w"/>
                                          </p:val>
                                        </p:tav>
                                      </p:tavLst>
                                    </p:anim>
                                    <p:anim calcmode="lin" valueType="num">
                                      <p:cBhvr>
                                        <p:cTn id="60" dur="500" fill="hold"/>
                                        <p:tgtEl>
                                          <p:spTgt spid="26">
                                            <p:txEl>
                                              <p:pRg st="0" end="0"/>
                                            </p:txEl>
                                          </p:spTgt>
                                        </p:tgtEl>
                                        <p:attrNameLst>
                                          <p:attrName>ppt_h</p:attrName>
                                        </p:attrNameLst>
                                      </p:cBhvr>
                                      <p:tavLst>
                                        <p:tav tm="0">
                                          <p:val>
                                            <p:fltVal val="0"/>
                                          </p:val>
                                        </p:tav>
                                        <p:tav tm="100000">
                                          <p:val>
                                            <p:strVal val="#ppt_h"/>
                                          </p:val>
                                        </p:tav>
                                      </p:tavLst>
                                    </p:anim>
                                    <p:animEffect transition="in" filter="fade">
                                      <p:cBhvr>
                                        <p:cTn id="61" dur="500"/>
                                        <p:tgtEl>
                                          <p:spTgt spid="26">
                                            <p:txEl>
                                              <p:pRg st="0" end="0"/>
                                            </p:txEl>
                                          </p:spTgt>
                                        </p:tgtEl>
                                      </p:cBhvr>
                                    </p:animEffect>
                                  </p:childTnLst>
                                </p:cTn>
                              </p:par>
                            </p:childTnLst>
                          </p:cTn>
                        </p:par>
                        <p:par>
                          <p:cTn id="62" fill="hold">
                            <p:stCondLst>
                              <p:cond delay="5000"/>
                            </p:stCondLst>
                            <p:childTnLst>
                              <p:par>
                                <p:cTn id="63" presetID="53" presetClass="entr" presetSubtype="16" fill="hold" grpId="0" nodeType="afterEffect">
                                  <p:stCondLst>
                                    <p:cond delay="0"/>
                                  </p:stCondLst>
                                  <p:childTnLst>
                                    <p:set>
                                      <p:cBhvr>
                                        <p:cTn id="64" dur="1" fill="hold">
                                          <p:stCondLst>
                                            <p:cond delay="0"/>
                                          </p:stCondLst>
                                        </p:cTn>
                                        <p:tgtEl>
                                          <p:spTgt spid="27">
                                            <p:txEl>
                                              <p:pRg st="0" end="0"/>
                                            </p:txEl>
                                          </p:spTgt>
                                        </p:tgtEl>
                                        <p:attrNameLst>
                                          <p:attrName>style.visibility</p:attrName>
                                        </p:attrNameLst>
                                      </p:cBhvr>
                                      <p:to>
                                        <p:strVal val="visible"/>
                                      </p:to>
                                    </p:set>
                                    <p:anim calcmode="lin" valueType="num">
                                      <p:cBhvr>
                                        <p:cTn id="65" dur="500" fill="hold"/>
                                        <p:tgtEl>
                                          <p:spTgt spid="27">
                                            <p:txEl>
                                              <p:pRg st="0" end="0"/>
                                            </p:txEl>
                                          </p:spTgt>
                                        </p:tgtEl>
                                        <p:attrNameLst>
                                          <p:attrName>ppt_w</p:attrName>
                                        </p:attrNameLst>
                                      </p:cBhvr>
                                      <p:tavLst>
                                        <p:tav tm="0">
                                          <p:val>
                                            <p:fltVal val="0"/>
                                          </p:val>
                                        </p:tav>
                                        <p:tav tm="100000">
                                          <p:val>
                                            <p:strVal val="#ppt_w"/>
                                          </p:val>
                                        </p:tav>
                                      </p:tavLst>
                                    </p:anim>
                                    <p:anim calcmode="lin" valueType="num">
                                      <p:cBhvr>
                                        <p:cTn id="66" dur="500" fill="hold"/>
                                        <p:tgtEl>
                                          <p:spTgt spid="27">
                                            <p:txEl>
                                              <p:pRg st="0" end="0"/>
                                            </p:txEl>
                                          </p:spTgt>
                                        </p:tgtEl>
                                        <p:attrNameLst>
                                          <p:attrName>ppt_h</p:attrName>
                                        </p:attrNameLst>
                                      </p:cBhvr>
                                      <p:tavLst>
                                        <p:tav tm="0">
                                          <p:val>
                                            <p:fltVal val="0"/>
                                          </p:val>
                                        </p:tav>
                                        <p:tav tm="100000">
                                          <p:val>
                                            <p:strVal val="#ppt_h"/>
                                          </p:val>
                                        </p:tav>
                                      </p:tavLst>
                                    </p:anim>
                                    <p:animEffect transition="in" filter="fade">
                                      <p:cBhvr>
                                        <p:cTn id="67" dur="500"/>
                                        <p:tgtEl>
                                          <p:spTgt spid="27">
                                            <p:txEl>
                                              <p:pRg st="0" end="0"/>
                                            </p:txEl>
                                          </p:spTgt>
                                        </p:tgtEl>
                                      </p:cBhvr>
                                    </p:animEffect>
                                  </p:childTnLst>
                                </p:cTn>
                              </p:par>
                            </p:childTnLst>
                          </p:cTn>
                        </p:par>
                        <p:par>
                          <p:cTn id="68" fill="hold">
                            <p:stCondLst>
                              <p:cond delay="5500"/>
                            </p:stCondLst>
                            <p:childTnLst>
                              <p:par>
                                <p:cTn id="69" presetID="53" presetClass="entr" presetSubtype="16" fill="hold" grpId="0" nodeType="afterEffect">
                                  <p:stCondLst>
                                    <p:cond delay="0"/>
                                  </p:stCondLst>
                                  <p:childTnLst>
                                    <p:set>
                                      <p:cBhvr>
                                        <p:cTn id="70" dur="1" fill="hold">
                                          <p:stCondLst>
                                            <p:cond delay="0"/>
                                          </p:stCondLst>
                                        </p:cTn>
                                        <p:tgtEl>
                                          <p:spTgt spid="28">
                                            <p:txEl>
                                              <p:pRg st="0" end="0"/>
                                            </p:txEl>
                                          </p:spTgt>
                                        </p:tgtEl>
                                        <p:attrNameLst>
                                          <p:attrName>style.visibility</p:attrName>
                                        </p:attrNameLst>
                                      </p:cBhvr>
                                      <p:to>
                                        <p:strVal val="visible"/>
                                      </p:to>
                                    </p:set>
                                    <p:anim calcmode="lin" valueType="num">
                                      <p:cBhvr>
                                        <p:cTn id="71" dur="500" fill="hold"/>
                                        <p:tgtEl>
                                          <p:spTgt spid="28">
                                            <p:txEl>
                                              <p:pRg st="0" end="0"/>
                                            </p:txEl>
                                          </p:spTgt>
                                        </p:tgtEl>
                                        <p:attrNameLst>
                                          <p:attrName>ppt_w</p:attrName>
                                        </p:attrNameLst>
                                      </p:cBhvr>
                                      <p:tavLst>
                                        <p:tav tm="0">
                                          <p:val>
                                            <p:fltVal val="0"/>
                                          </p:val>
                                        </p:tav>
                                        <p:tav tm="100000">
                                          <p:val>
                                            <p:strVal val="#ppt_w"/>
                                          </p:val>
                                        </p:tav>
                                      </p:tavLst>
                                    </p:anim>
                                    <p:anim calcmode="lin" valueType="num">
                                      <p:cBhvr>
                                        <p:cTn id="72" dur="500" fill="hold"/>
                                        <p:tgtEl>
                                          <p:spTgt spid="28">
                                            <p:txEl>
                                              <p:pRg st="0" end="0"/>
                                            </p:txEl>
                                          </p:spTgt>
                                        </p:tgtEl>
                                        <p:attrNameLst>
                                          <p:attrName>ppt_h</p:attrName>
                                        </p:attrNameLst>
                                      </p:cBhvr>
                                      <p:tavLst>
                                        <p:tav tm="0">
                                          <p:val>
                                            <p:fltVal val="0"/>
                                          </p:val>
                                        </p:tav>
                                        <p:tav tm="100000">
                                          <p:val>
                                            <p:strVal val="#ppt_h"/>
                                          </p:val>
                                        </p:tav>
                                      </p:tavLst>
                                    </p:anim>
                                    <p:animEffect transition="in" filter="fade">
                                      <p:cBhvr>
                                        <p:cTn id="73" dur="500"/>
                                        <p:tgtEl>
                                          <p:spTgt spid="28">
                                            <p:txEl>
                                              <p:pRg st="0" end="0"/>
                                            </p:txEl>
                                          </p:spTgt>
                                        </p:tgtEl>
                                      </p:cBhvr>
                                    </p:animEffect>
                                  </p:childTnLst>
                                </p:cTn>
                              </p:par>
                            </p:childTnLst>
                          </p:cTn>
                        </p:par>
                        <p:par>
                          <p:cTn id="74" fill="hold">
                            <p:stCondLst>
                              <p:cond delay="6000"/>
                            </p:stCondLst>
                            <p:childTnLst>
                              <p:par>
                                <p:cTn id="75" presetID="53" presetClass="entr" presetSubtype="16" fill="hold" grpId="0" nodeType="afterEffect">
                                  <p:stCondLst>
                                    <p:cond delay="0"/>
                                  </p:stCondLst>
                                  <p:childTnLst>
                                    <p:set>
                                      <p:cBhvr>
                                        <p:cTn id="76" dur="1" fill="hold">
                                          <p:stCondLst>
                                            <p:cond delay="0"/>
                                          </p:stCondLst>
                                        </p:cTn>
                                        <p:tgtEl>
                                          <p:spTgt spid="29">
                                            <p:txEl>
                                              <p:pRg st="0" end="0"/>
                                            </p:txEl>
                                          </p:spTgt>
                                        </p:tgtEl>
                                        <p:attrNameLst>
                                          <p:attrName>style.visibility</p:attrName>
                                        </p:attrNameLst>
                                      </p:cBhvr>
                                      <p:to>
                                        <p:strVal val="visible"/>
                                      </p:to>
                                    </p:set>
                                    <p:anim calcmode="lin" valueType="num">
                                      <p:cBhvr>
                                        <p:cTn id="77" dur="500" fill="hold"/>
                                        <p:tgtEl>
                                          <p:spTgt spid="29">
                                            <p:txEl>
                                              <p:pRg st="0" end="0"/>
                                            </p:txEl>
                                          </p:spTgt>
                                        </p:tgtEl>
                                        <p:attrNameLst>
                                          <p:attrName>ppt_w</p:attrName>
                                        </p:attrNameLst>
                                      </p:cBhvr>
                                      <p:tavLst>
                                        <p:tav tm="0">
                                          <p:val>
                                            <p:fltVal val="0"/>
                                          </p:val>
                                        </p:tav>
                                        <p:tav tm="100000">
                                          <p:val>
                                            <p:strVal val="#ppt_w"/>
                                          </p:val>
                                        </p:tav>
                                      </p:tavLst>
                                    </p:anim>
                                    <p:anim calcmode="lin" valueType="num">
                                      <p:cBhvr>
                                        <p:cTn id="78" dur="500" fill="hold"/>
                                        <p:tgtEl>
                                          <p:spTgt spid="29">
                                            <p:txEl>
                                              <p:pRg st="0" end="0"/>
                                            </p:txEl>
                                          </p:spTgt>
                                        </p:tgtEl>
                                        <p:attrNameLst>
                                          <p:attrName>ppt_h</p:attrName>
                                        </p:attrNameLst>
                                      </p:cBhvr>
                                      <p:tavLst>
                                        <p:tav tm="0">
                                          <p:val>
                                            <p:fltVal val="0"/>
                                          </p:val>
                                        </p:tav>
                                        <p:tav tm="100000">
                                          <p:val>
                                            <p:strVal val="#ppt_h"/>
                                          </p:val>
                                        </p:tav>
                                      </p:tavLst>
                                    </p:anim>
                                    <p:animEffect transition="in" filter="fade">
                                      <p:cBhvr>
                                        <p:cTn id="79" dur="500"/>
                                        <p:tgtEl>
                                          <p:spTgt spid="29">
                                            <p:txEl>
                                              <p:pRg st="0" end="0"/>
                                            </p:txEl>
                                          </p:spTgt>
                                        </p:tgtEl>
                                      </p:cBhvr>
                                    </p:animEffect>
                                  </p:childTnLst>
                                </p:cTn>
                              </p:par>
                            </p:childTnLst>
                          </p:cTn>
                        </p:par>
                        <p:par>
                          <p:cTn id="80" fill="hold">
                            <p:stCondLst>
                              <p:cond delay="6500"/>
                            </p:stCondLst>
                            <p:childTnLst>
                              <p:par>
                                <p:cTn id="81" presetID="53" presetClass="entr" presetSubtype="16" fill="hold" grpId="0" nodeType="afterEffect">
                                  <p:stCondLst>
                                    <p:cond delay="0"/>
                                  </p:stCondLst>
                                  <p:childTnLst>
                                    <p:set>
                                      <p:cBhvr>
                                        <p:cTn id="82" dur="1" fill="hold">
                                          <p:stCondLst>
                                            <p:cond delay="0"/>
                                          </p:stCondLst>
                                        </p:cTn>
                                        <p:tgtEl>
                                          <p:spTgt spid="30">
                                            <p:txEl>
                                              <p:pRg st="0" end="0"/>
                                            </p:txEl>
                                          </p:spTgt>
                                        </p:tgtEl>
                                        <p:attrNameLst>
                                          <p:attrName>style.visibility</p:attrName>
                                        </p:attrNameLst>
                                      </p:cBhvr>
                                      <p:to>
                                        <p:strVal val="visible"/>
                                      </p:to>
                                    </p:set>
                                    <p:anim calcmode="lin" valueType="num">
                                      <p:cBhvr>
                                        <p:cTn id="83" dur="500" fill="hold"/>
                                        <p:tgtEl>
                                          <p:spTgt spid="30">
                                            <p:txEl>
                                              <p:pRg st="0" end="0"/>
                                            </p:txEl>
                                          </p:spTgt>
                                        </p:tgtEl>
                                        <p:attrNameLst>
                                          <p:attrName>ppt_w</p:attrName>
                                        </p:attrNameLst>
                                      </p:cBhvr>
                                      <p:tavLst>
                                        <p:tav tm="0">
                                          <p:val>
                                            <p:fltVal val="0"/>
                                          </p:val>
                                        </p:tav>
                                        <p:tav tm="100000">
                                          <p:val>
                                            <p:strVal val="#ppt_w"/>
                                          </p:val>
                                        </p:tav>
                                      </p:tavLst>
                                    </p:anim>
                                    <p:anim calcmode="lin" valueType="num">
                                      <p:cBhvr>
                                        <p:cTn id="84" dur="500" fill="hold"/>
                                        <p:tgtEl>
                                          <p:spTgt spid="30">
                                            <p:txEl>
                                              <p:pRg st="0" end="0"/>
                                            </p:txEl>
                                          </p:spTgt>
                                        </p:tgtEl>
                                        <p:attrNameLst>
                                          <p:attrName>ppt_h</p:attrName>
                                        </p:attrNameLst>
                                      </p:cBhvr>
                                      <p:tavLst>
                                        <p:tav tm="0">
                                          <p:val>
                                            <p:fltVal val="0"/>
                                          </p:val>
                                        </p:tav>
                                        <p:tav tm="100000">
                                          <p:val>
                                            <p:strVal val="#ppt_h"/>
                                          </p:val>
                                        </p:tav>
                                      </p:tavLst>
                                    </p:anim>
                                    <p:animEffect transition="in" filter="fade">
                                      <p:cBhvr>
                                        <p:cTn id="85" dur="500"/>
                                        <p:tgtEl>
                                          <p:spTgt spid="30">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12" grpId="0" animBg="1"/>
      <p:bldP spid="13" grpId="0" animBg="1"/>
      <p:bldP spid="2" grpId="0"/>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14" grpId="0" animBg="1"/>
      <p:bldP spid="15" grpId="0" animBg="1"/>
      <p:bldP spid="23"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3"/>
                        </p:tgtEl>
                        <p:attrNameLst>
                          <p:attrName>style.visibility</p:attrName>
                        </p:attrNameLst>
                      </p:cBhvr>
                      <p:to>
                        <p:strVal val="visible"/>
                      </p:to>
                    </p:set>
                    <p:anim calcmode="lin" valueType="num">
                      <p:cBhvr>
                        <p:cTn dur="500" fill="hold"/>
                        <p:tgtEl>
                          <p:spTgt spid="23"/>
                        </p:tgtEl>
                        <p:attrNameLst>
                          <p:attrName>ppt_w</p:attrName>
                        </p:attrNameLst>
                      </p:cBhvr>
                      <p:tavLst>
                        <p:tav tm="0">
                          <p:val>
                            <p:fltVal val="0"/>
                          </p:val>
                        </p:tav>
                        <p:tav tm="100000">
                          <p:val>
                            <p:strVal val="#ppt_w"/>
                          </p:val>
                        </p:tav>
                      </p:tavLst>
                    </p:anim>
                    <p:anim calcmode="lin" valueType="num">
                      <p:cBhvr>
                        <p:cTn dur="500" fill="hold"/>
                        <p:tgtEl>
                          <p:spTgt spid="23"/>
                        </p:tgtEl>
                        <p:attrNameLst>
                          <p:attrName>ppt_h</p:attrName>
                        </p:attrNameLst>
                      </p:cBhvr>
                      <p:tavLst>
                        <p:tav tm="0">
                          <p:val>
                            <p:fltVal val="0"/>
                          </p:val>
                        </p:tav>
                        <p:tav tm="100000">
                          <p:val>
                            <p:strVal val="#ppt_h"/>
                          </p:val>
                        </p:tav>
                      </p:tavLst>
                    </p:anim>
                    <p:animEffect transition="in" filter="fade">
                      <p:cBhvr>
                        <p:cTn dur="500"/>
                        <p:tgtEl>
                          <p:spTgt spid="23"/>
                        </p:tgtEl>
                      </p:cBhvr>
                    </p:animEffect>
                  </p:childTnLst>
                </p:cTn>
              </p:par>
            </p:tnLst>
          </p:tmpl>
        </p:tmplLst>
      </p:bldP>
      <p:bldP spid="24"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4"/>
                        </p:tgtEl>
                        <p:attrNameLst>
                          <p:attrName>style.visibility</p:attrName>
                        </p:attrNameLst>
                      </p:cBhvr>
                      <p:to>
                        <p:strVal val="visible"/>
                      </p:to>
                    </p:set>
                    <p:animEffect transition="in" filter="fade">
                      <p:cBhvr>
                        <p:cTn dur="500"/>
                        <p:tgtEl>
                          <p:spTgt spid="24"/>
                        </p:tgtEl>
                      </p:cBhvr>
                    </p:animEffect>
                    <p:anim calcmode="lin" valueType="num">
                      <p:cBhvr>
                        <p:cTn dur="500" fill="hold"/>
                        <p:tgtEl>
                          <p:spTgt spid="24"/>
                        </p:tgtEl>
                        <p:attrNameLst>
                          <p:attrName>ppt_x</p:attrName>
                        </p:attrNameLst>
                      </p:cBhvr>
                      <p:tavLst>
                        <p:tav tm="0">
                          <p:val>
                            <p:strVal val="#ppt_x"/>
                          </p:val>
                        </p:tav>
                        <p:tav tm="100000">
                          <p:val>
                            <p:strVal val="#ppt_x"/>
                          </p:val>
                        </p:tav>
                      </p:tavLst>
                    </p:anim>
                    <p:anim calcmode="lin" valueType="num">
                      <p:cBhvr>
                        <p:cTn dur="500" fill="hold"/>
                        <p:tgtEl>
                          <p:spTgt spid="24"/>
                        </p:tgtEl>
                        <p:attrNameLst>
                          <p:attrName>ppt_y</p:attrName>
                        </p:attrNameLst>
                      </p:cBhvr>
                      <p:tavLst>
                        <p:tav tm="0">
                          <p:val>
                            <p:strVal val="#ppt_y+.1"/>
                          </p:val>
                        </p:tav>
                        <p:tav tm="100000">
                          <p:val>
                            <p:strVal val="#ppt_y"/>
                          </p:val>
                        </p:tav>
                      </p:tavLst>
                    </p:anim>
                  </p:childTnLst>
                </p:cTn>
              </p:par>
            </p:tnLst>
          </p:tmpl>
        </p:tmplLst>
      </p:bldP>
      <p:bldP spid="26" grpId="0" build="p">
        <p:tmplLst>
          <p:tmpl lvl="1">
            <p:tnLst>
              <p:par>
                <p:cTn presetID="53" presetClass="entr" presetSubtype="16" fill="hold" nodeType="afterEffect">
                  <p:stCondLst>
                    <p:cond delay="0"/>
                  </p:stCondLst>
                  <p:childTnLst>
                    <p:set>
                      <p:cBhvr>
                        <p:cTn dur="1" fill="hold">
                          <p:stCondLst>
                            <p:cond delay="0"/>
                          </p:stCondLst>
                        </p:cTn>
                        <p:tgtEl>
                          <p:spTgt spid="26"/>
                        </p:tgtEl>
                        <p:attrNameLst>
                          <p:attrName>style.visibility</p:attrName>
                        </p:attrNameLst>
                      </p:cBhvr>
                      <p:to>
                        <p:strVal val="visible"/>
                      </p:to>
                    </p:set>
                    <p:anim calcmode="lin" valueType="num">
                      <p:cBhvr>
                        <p:cTn dur="500" fill="hold"/>
                        <p:tgtEl>
                          <p:spTgt spid="26"/>
                        </p:tgtEl>
                        <p:attrNameLst>
                          <p:attrName>ppt_w</p:attrName>
                        </p:attrNameLst>
                      </p:cBhvr>
                      <p:tavLst>
                        <p:tav tm="0">
                          <p:val>
                            <p:fltVal val="0"/>
                          </p:val>
                        </p:tav>
                        <p:tav tm="100000">
                          <p:val>
                            <p:strVal val="#ppt_w"/>
                          </p:val>
                        </p:tav>
                      </p:tavLst>
                    </p:anim>
                    <p:anim calcmode="lin" valueType="num">
                      <p:cBhvr>
                        <p:cTn dur="500" fill="hold"/>
                        <p:tgtEl>
                          <p:spTgt spid="26"/>
                        </p:tgtEl>
                        <p:attrNameLst>
                          <p:attrName>ppt_h</p:attrName>
                        </p:attrNameLst>
                      </p:cBhvr>
                      <p:tavLst>
                        <p:tav tm="0">
                          <p:val>
                            <p:fltVal val="0"/>
                          </p:val>
                        </p:tav>
                        <p:tav tm="100000">
                          <p:val>
                            <p:strVal val="#ppt_h"/>
                          </p:val>
                        </p:tav>
                      </p:tavLst>
                    </p:anim>
                    <p:animEffect transition="in" filter="fade">
                      <p:cBhvr>
                        <p:cTn dur="500"/>
                        <p:tgtEl>
                          <p:spTgt spid="26"/>
                        </p:tgtEl>
                      </p:cBhvr>
                    </p:animEffect>
                  </p:childTnLst>
                </p:cTn>
              </p:par>
            </p:tnLst>
          </p:tmpl>
        </p:tmplLst>
      </p:bldP>
      <p:bldP spid="27" grpId="0" build="p">
        <p:tmplLst>
          <p:tmpl lvl="1">
            <p:tnLst>
              <p:par>
                <p:cTn presetID="53" presetClass="entr" presetSubtype="16" fill="hold" nodeType="afterEffect">
                  <p:stCondLst>
                    <p:cond delay="0"/>
                  </p:stCondLst>
                  <p:childTnLst>
                    <p:set>
                      <p:cBhvr>
                        <p:cTn dur="1" fill="hold">
                          <p:stCondLst>
                            <p:cond delay="0"/>
                          </p:stCondLst>
                        </p:cTn>
                        <p:tgtEl>
                          <p:spTgt spid="27"/>
                        </p:tgtEl>
                        <p:attrNameLst>
                          <p:attrName>style.visibility</p:attrName>
                        </p:attrNameLst>
                      </p:cBhvr>
                      <p:to>
                        <p:strVal val="visible"/>
                      </p:to>
                    </p:set>
                    <p:anim calcmode="lin" valueType="num">
                      <p:cBhvr>
                        <p:cTn dur="500" fill="hold"/>
                        <p:tgtEl>
                          <p:spTgt spid="27"/>
                        </p:tgtEl>
                        <p:attrNameLst>
                          <p:attrName>ppt_w</p:attrName>
                        </p:attrNameLst>
                      </p:cBhvr>
                      <p:tavLst>
                        <p:tav tm="0">
                          <p:val>
                            <p:fltVal val="0"/>
                          </p:val>
                        </p:tav>
                        <p:tav tm="100000">
                          <p:val>
                            <p:strVal val="#ppt_w"/>
                          </p:val>
                        </p:tav>
                      </p:tavLst>
                    </p:anim>
                    <p:anim calcmode="lin" valueType="num">
                      <p:cBhvr>
                        <p:cTn dur="500" fill="hold"/>
                        <p:tgtEl>
                          <p:spTgt spid="27"/>
                        </p:tgtEl>
                        <p:attrNameLst>
                          <p:attrName>ppt_h</p:attrName>
                        </p:attrNameLst>
                      </p:cBhvr>
                      <p:tavLst>
                        <p:tav tm="0">
                          <p:val>
                            <p:fltVal val="0"/>
                          </p:val>
                        </p:tav>
                        <p:tav tm="100000">
                          <p:val>
                            <p:strVal val="#ppt_h"/>
                          </p:val>
                        </p:tav>
                      </p:tavLst>
                    </p:anim>
                    <p:animEffect transition="in" filter="fade">
                      <p:cBhvr>
                        <p:cTn dur="500"/>
                        <p:tgtEl>
                          <p:spTgt spid="27"/>
                        </p:tgtEl>
                      </p:cBhvr>
                    </p:animEffect>
                  </p:childTnLst>
                </p:cTn>
              </p:par>
            </p:tnLst>
          </p:tmpl>
        </p:tmplLst>
      </p:bldP>
      <p:bldP spid="28" grpId="0" build="p">
        <p:tmplLst>
          <p:tmpl lvl="1">
            <p:tnLst>
              <p:par>
                <p:cTn presetID="53" presetClass="entr" presetSubtype="16" fill="hold" nodeType="afterEffect">
                  <p:stCondLst>
                    <p:cond delay="0"/>
                  </p:stCondLst>
                  <p:childTnLst>
                    <p:set>
                      <p:cBhvr>
                        <p:cTn dur="1" fill="hold">
                          <p:stCondLst>
                            <p:cond delay="0"/>
                          </p:stCondLst>
                        </p:cTn>
                        <p:tgtEl>
                          <p:spTgt spid="28"/>
                        </p:tgtEl>
                        <p:attrNameLst>
                          <p:attrName>style.visibility</p:attrName>
                        </p:attrNameLst>
                      </p:cBhvr>
                      <p:to>
                        <p:strVal val="visible"/>
                      </p:to>
                    </p:set>
                    <p:anim calcmode="lin" valueType="num">
                      <p:cBhvr>
                        <p:cTn dur="500" fill="hold"/>
                        <p:tgtEl>
                          <p:spTgt spid="28"/>
                        </p:tgtEl>
                        <p:attrNameLst>
                          <p:attrName>ppt_w</p:attrName>
                        </p:attrNameLst>
                      </p:cBhvr>
                      <p:tavLst>
                        <p:tav tm="0">
                          <p:val>
                            <p:fltVal val="0"/>
                          </p:val>
                        </p:tav>
                        <p:tav tm="100000">
                          <p:val>
                            <p:strVal val="#ppt_w"/>
                          </p:val>
                        </p:tav>
                      </p:tavLst>
                    </p:anim>
                    <p:anim calcmode="lin" valueType="num">
                      <p:cBhvr>
                        <p:cTn dur="500" fill="hold"/>
                        <p:tgtEl>
                          <p:spTgt spid="28"/>
                        </p:tgtEl>
                        <p:attrNameLst>
                          <p:attrName>ppt_h</p:attrName>
                        </p:attrNameLst>
                      </p:cBhvr>
                      <p:tavLst>
                        <p:tav tm="0">
                          <p:val>
                            <p:fltVal val="0"/>
                          </p:val>
                        </p:tav>
                        <p:tav tm="100000">
                          <p:val>
                            <p:strVal val="#ppt_h"/>
                          </p:val>
                        </p:tav>
                      </p:tavLst>
                    </p:anim>
                    <p:animEffect transition="in" filter="fade">
                      <p:cBhvr>
                        <p:cTn dur="500"/>
                        <p:tgtEl>
                          <p:spTgt spid="28"/>
                        </p:tgtEl>
                      </p:cBhvr>
                    </p:animEffect>
                  </p:childTnLst>
                </p:cTn>
              </p:par>
            </p:tnLst>
          </p:tmpl>
        </p:tmplLst>
      </p:bldP>
      <p:bldP spid="29" grpId="0" build="p">
        <p:tmplLst>
          <p:tmpl lvl="1">
            <p:tnLst>
              <p:par>
                <p:cTn presetID="53" presetClass="entr" presetSubtype="16" fill="hold" nodeType="afterEffect">
                  <p:stCondLst>
                    <p:cond delay="0"/>
                  </p:stCondLst>
                  <p:childTnLst>
                    <p:set>
                      <p:cBhvr>
                        <p:cTn dur="1" fill="hold">
                          <p:stCondLst>
                            <p:cond delay="0"/>
                          </p:stCondLst>
                        </p:cTn>
                        <p:tgtEl>
                          <p:spTgt spid="29"/>
                        </p:tgtEl>
                        <p:attrNameLst>
                          <p:attrName>style.visibility</p:attrName>
                        </p:attrNameLst>
                      </p:cBhvr>
                      <p:to>
                        <p:strVal val="visible"/>
                      </p:to>
                    </p:set>
                    <p:anim calcmode="lin" valueType="num">
                      <p:cBhvr>
                        <p:cTn dur="500" fill="hold"/>
                        <p:tgtEl>
                          <p:spTgt spid="29"/>
                        </p:tgtEl>
                        <p:attrNameLst>
                          <p:attrName>ppt_w</p:attrName>
                        </p:attrNameLst>
                      </p:cBhvr>
                      <p:tavLst>
                        <p:tav tm="0">
                          <p:val>
                            <p:fltVal val="0"/>
                          </p:val>
                        </p:tav>
                        <p:tav tm="100000">
                          <p:val>
                            <p:strVal val="#ppt_w"/>
                          </p:val>
                        </p:tav>
                      </p:tavLst>
                    </p:anim>
                    <p:anim calcmode="lin" valueType="num">
                      <p:cBhvr>
                        <p:cTn dur="500" fill="hold"/>
                        <p:tgtEl>
                          <p:spTgt spid="29"/>
                        </p:tgtEl>
                        <p:attrNameLst>
                          <p:attrName>ppt_h</p:attrName>
                        </p:attrNameLst>
                      </p:cBhvr>
                      <p:tavLst>
                        <p:tav tm="0">
                          <p:val>
                            <p:fltVal val="0"/>
                          </p:val>
                        </p:tav>
                        <p:tav tm="100000">
                          <p:val>
                            <p:strVal val="#ppt_h"/>
                          </p:val>
                        </p:tav>
                      </p:tavLst>
                    </p:anim>
                    <p:animEffect transition="in" filter="fade">
                      <p:cBhvr>
                        <p:cTn dur="500"/>
                        <p:tgtEl>
                          <p:spTgt spid="29"/>
                        </p:tgtEl>
                      </p:cBhvr>
                    </p:animEffect>
                  </p:childTnLst>
                </p:cTn>
              </p:par>
            </p:tnLst>
          </p:tmpl>
        </p:tmplLst>
      </p:bldP>
      <p:bldP spid="30" grpId="0" build="p">
        <p:tmplLst>
          <p:tmpl lvl="1">
            <p:tnLst>
              <p:par>
                <p:cTn presetID="53" presetClass="entr" presetSubtype="16" fill="hold" nodeType="afterEffect">
                  <p:stCondLst>
                    <p:cond delay="0"/>
                  </p:stCondLst>
                  <p:childTnLst>
                    <p:set>
                      <p:cBhvr>
                        <p:cTn dur="1" fill="hold">
                          <p:stCondLst>
                            <p:cond delay="0"/>
                          </p:stCondLst>
                        </p:cTn>
                        <p:tgtEl>
                          <p:spTgt spid="30"/>
                        </p:tgtEl>
                        <p:attrNameLst>
                          <p:attrName>style.visibility</p:attrName>
                        </p:attrNameLst>
                      </p:cBhvr>
                      <p:to>
                        <p:strVal val="visible"/>
                      </p:to>
                    </p:set>
                    <p:anim calcmode="lin" valueType="num">
                      <p:cBhvr>
                        <p:cTn dur="500" fill="hold"/>
                        <p:tgtEl>
                          <p:spTgt spid="30"/>
                        </p:tgtEl>
                        <p:attrNameLst>
                          <p:attrName>ppt_w</p:attrName>
                        </p:attrNameLst>
                      </p:cBhvr>
                      <p:tavLst>
                        <p:tav tm="0">
                          <p:val>
                            <p:fltVal val="0"/>
                          </p:val>
                        </p:tav>
                        <p:tav tm="100000">
                          <p:val>
                            <p:strVal val="#ppt_w"/>
                          </p:val>
                        </p:tav>
                      </p:tavLst>
                    </p:anim>
                    <p:anim calcmode="lin" valueType="num">
                      <p:cBhvr>
                        <p:cTn dur="500" fill="hold"/>
                        <p:tgtEl>
                          <p:spTgt spid="30"/>
                        </p:tgtEl>
                        <p:attrNameLst>
                          <p:attrName>ppt_h</p:attrName>
                        </p:attrNameLst>
                      </p:cBhvr>
                      <p:tavLst>
                        <p:tav tm="0">
                          <p:val>
                            <p:fltVal val="0"/>
                          </p:val>
                        </p:tav>
                        <p:tav tm="100000">
                          <p:val>
                            <p:strVal val="#ppt_h"/>
                          </p:val>
                        </p:tav>
                      </p:tavLst>
                    </p:anim>
                    <p:animEffect transition="in" filter="fade">
                      <p:cBhvr>
                        <p:cTn dur="500"/>
                        <p:tgtEl>
                          <p:spTgt spid="30"/>
                        </p:tgtEl>
                      </p:cBhvr>
                    </p:animEffect>
                  </p:childTnLst>
                </p:cTn>
              </p:par>
            </p:tnLst>
          </p:tmpl>
        </p:tmplLst>
      </p:bldP>
    </p:bldLst>
  </p:timing>
</p:sldLayout>
</file>

<file path=ppt/slideLayouts/slideLayout789.xml><?xml version="1.0" encoding="utf-8"?>
<p:sldLayout xmlns:a="http://schemas.openxmlformats.org/drawingml/2006/main" xmlns:r="http://schemas.openxmlformats.org/officeDocument/2006/relationships" xmlns:p="http://schemas.openxmlformats.org/presentationml/2006/main" preserve="1" userDrawn="1">
  <p:cSld name="13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2673352"/>
            <a:ext cx="4605193" cy="1559213"/>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4" y="2394613"/>
            <a:ext cx="2164273" cy="458854"/>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4" y="4418436"/>
            <a:ext cx="4605193"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Tree>
    <p:extLst>
      <p:ext uri="{BB962C8B-B14F-4D97-AF65-F5344CB8AC3E}">
        <p14:creationId xmlns:p14="http://schemas.microsoft.com/office/powerpoint/2010/main" val="44687469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790.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7" name="Rectangle 6"/>
          <p:cNvSpPr/>
          <p:nvPr userDrawn="1"/>
        </p:nvSpPr>
        <p:spPr>
          <a:xfrm>
            <a:off x="1714500" y="1695450"/>
            <a:ext cx="10477500" cy="72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9" name="Isosceles Triangle 8"/>
          <p:cNvSpPr/>
          <p:nvPr userDrawn="1"/>
        </p:nvSpPr>
        <p:spPr>
          <a:xfrm rot="10800000">
            <a:off x="1890032" y="1731450"/>
            <a:ext cx="516618" cy="252814"/>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10" name="Picture Placeholder 7"/>
          <p:cNvSpPr>
            <a:spLocks noGrp="1"/>
          </p:cNvSpPr>
          <p:nvPr>
            <p:ph type="pic" sz="quarter" idx="14" hasCustomPrompt="1"/>
          </p:nvPr>
        </p:nvSpPr>
        <p:spPr>
          <a:xfrm>
            <a:off x="0" y="2365620"/>
            <a:ext cx="5389418" cy="4492380"/>
          </a:xfrm>
          <a:solidFill>
            <a:schemeClr val="bg1">
              <a:lumMod val="85000"/>
            </a:schemeClr>
          </a:solidFill>
        </p:spPr>
        <p:txBody>
          <a:bodyPr>
            <a:normAutofit/>
          </a:bodyPr>
          <a:lstStyle>
            <a:lvl1pPr>
              <a:defRPr sz="1000" baseline="0"/>
            </a:lvl1pPr>
          </a:lstStyle>
          <a:p>
            <a:r>
              <a:rPr lang="id-ID" dirty="0" smtClean="0"/>
              <a:t>Pic here</a:t>
            </a:r>
            <a:endParaRPr lang="en-AU" dirty="0"/>
          </a:p>
        </p:txBody>
      </p:sp>
      <p:sp>
        <p:nvSpPr>
          <p:cNvPr id="13" name="Picture Placeholder 12"/>
          <p:cNvSpPr>
            <a:spLocks noGrp="1"/>
          </p:cNvSpPr>
          <p:nvPr>
            <p:ph type="pic" sz="quarter" idx="15" hasCustomPrompt="1"/>
          </p:nvPr>
        </p:nvSpPr>
        <p:spPr>
          <a:xfrm>
            <a:off x="4905829" y="2931885"/>
            <a:ext cx="878115" cy="878115"/>
          </a:xfrm>
          <a:custGeom>
            <a:avLst/>
            <a:gdLst>
              <a:gd name="connsiteX0" fmla="*/ 595086 w 1190172"/>
              <a:gd name="connsiteY0" fmla="*/ 0 h 1190172"/>
              <a:gd name="connsiteX1" fmla="*/ 1190172 w 1190172"/>
              <a:gd name="connsiteY1" fmla="*/ 595086 h 1190172"/>
              <a:gd name="connsiteX2" fmla="*/ 595086 w 1190172"/>
              <a:gd name="connsiteY2" fmla="*/ 1190172 h 1190172"/>
              <a:gd name="connsiteX3" fmla="*/ 0 w 1190172"/>
              <a:gd name="connsiteY3" fmla="*/ 595086 h 1190172"/>
              <a:gd name="connsiteX4" fmla="*/ 595086 w 1190172"/>
              <a:gd name="connsiteY4" fmla="*/ 0 h 11901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0172" h="1190172">
                <a:moveTo>
                  <a:pt x="595086" y="0"/>
                </a:moveTo>
                <a:cubicBezTo>
                  <a:pt x="923743" y="0"/>
                  <a:pt x="1190172" y="266429"/>
                  <a:pt x="1190172" y="595086"/>
                </a:cubicBezTo>
                <a:cubicBezTo>
                  <a:pt x="1190172" y="923743"/>
                  <a:pt x="923743" y="1190172"/>
                  <a:pt x="595086" y="1190172"/>
                </a:cubicBezTo>
                <a:cubicBezTo>
                  <a:pt x="266429" y="1190172"/>
                  <a:pt x="0" y="923743"/>
                  <a:pt x="0" y="595086"/>
                </a:cubicBezTo>
                <a:cubicBezTo>
                  <a:pt x="0" y="266429"/>
                  <a:pt x="266429" y="0"/>
                  <a:pt x="595086" y="0"/>
                </a:cubicBezTo>
                <a:close/>
              </a:path>
            </a:pathLst>
          </a:custGeom>
          <a:solidFill>
            <a:schemeClr val="accent4"/>
          </a:solidFill>
          <a:ln w="76200">
            <a:solidFill>
              <a:schemeClr val="bg1"/>
            </a:solidFill>
          </a:ln>
          <a:effectLst>
            <a:outerShdw blurRad="50800" dist="38100" dir="8100000" algn="tr" rotWithShape="0">
              <a:prstClr val="black">
                <a:alpha val="40000"/>
              </a:prstClr>
            </a:outerShdw>
          </a:effectLst>
        </p:spPr>
        <p:txBody>
          <a:bodyPr wrap="square">
            <a:noAutofit/>
          </a:bodyPr>
          <a:lstStyle>
            <a:lvl1pPr>
              <a:defRPr sz="1000"/>
            </a:lvl1pPr>
          </a:lstStyle>
          <a:p>
            <a:r>
              <a:rPr lang="id-ID" dirty="0" smtClean="0"/>
              <a:t>Nopic</a:t>
            </a:r>
            <a:endParaRPr lang="en-AU" dirty="0"/>
          </a:p>
        </p:txBody>
      </p:sp>
      <p:sp>
        <p:nvSpPr>
          <p:cNvPr id="15" name="Text Placeholder 21"/>
          <p:cNvSpPr>
            <a:spLocks noGrp="1"/>
          </p:cNvSpPr>
          <p:nvPr>
            <p:ph type="body" sz="quarter" idx="20"/>
          </p:nvPr>
        </p:nvSpPr>
        <p:spPr>
          <a:xfrm>
            <a:off x="6096000" y="2934950"/>
            <a:ext cx="5616575" cy="360363"/>
          </a:xfrm>
        </p:spPr>
        <p:txBody>
          <a:bodyPr/>
          <a:lstStyle>
            <a:lvl1pPr>
              <a:defRPr baseline="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6" name="Text Placeholder 21"/>
          <p:cNvSpPr>
            <a:spLocks noGrp="1"/>
          </p:cNvSpPr>
          <p:nvPr>
            <p:ph type="body" sz="quarter" idx="21"/>
          </p:nvPr>
        </p:nvSpPr>
        <p:spPr>
          <a:xfrm>
            <a:off x="6096000" y="3344061"/>
            <a:ext cx="5616575" cy="1391908"/>
          </a:xfrm>
        </p:spPr>
        <p:txBody>
          <a:bodyPr>
            <a:normAutofit/>
          </a:bodyPr>
          <a:lstStyle>
            <a:lvl1pP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grpSp>
        <p:nvGrpSpPr>
          <p:cNvPr id="21" name="Group 20"/>
          <p:cNvGrpSpPr/>
          <p:nvPr userDrawn="1"/>
        </p:nvGrpSpPr>
        <p:grpSpPr>
          <a:xfrm>
            <a:off x="0" y="2256968"/>
            <a:ext cx="5389418" cy="108652"/>
            <a:chOff x="0" y="2256968"/>
            <a:chExt cx="5721120" cy="108652"/>
          </a:xfrm>
        </p:grpSpPr>
        <p:sp>
          <p:nvSpPr>
            <p:cNvPr id="17" name="Rectangle 16"/>
            <p:cNvSpPr/>
            <p:nvPr userDrawn="1"/>
          </p:nvSpPr>
          <p:spPr>
            <a:xfrm>
              <a:off x="0" y="2257620"/>
              <a:ext cx="1447800" cy="10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18" name="Rectangle 17"/>
            <p:cNvSpPr/>
            <p:nvPr userDrawn="1"/>
          </p:nvSpPr>
          <p:spPr>
            <a:xfrm>
              <a:off x="1424440" y="2257620"/>
              <a:ext cx="1447800" cy="1080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19" name="Rectangle 18"/>
            <p:cNvSpPr/>
            <p:nvPr userDrawn="1"/>
          </p:nvSpPr>
          <p:spPr>
            <a:xfrm>
              <a:off x="2872240" y="2256968"/>
              <a:ext cx="1447800" cy="108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0" name="Rectangle 19"/>
            <p:cNvSpPr/>
            <p:nvPr userDrawn="1"/>
          </p:nvSpPr>
          <p:spPr>
            <a:xfrm>
              <a:off x="4273320" y="2256968"/>
              <a:ext cx="1447800" cy="10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grpSp>
    </p:spTree>
    <p:extLst>
      <p:ext uri="{BB962C8B-B14F-4D97-AF65-F5344CB8AC3E}">
        <p14:creationId xmlns:p14="http://schemas.microsoft.com/office/powerpoint/2010/main" val="229280918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42" presetClass="entr" presetSubtype="0" fill="hold" grpId="0" nodeType="afterEffect">
                                  <p:stCondLst>
                                    <p:cond delay="0"/>
                                  </p:stCondLst>
                                  <p:childTnLst>
                                    <p:set>
                                      <p:cBhvr>
                                        <p:cTn id="10" dur="1" fill="hold">
                                          <p:stCondLst>
                                            <p:cond delay="0"/>
                                          </p:stCondLst>
                                        </p:cTn>
                                        <p:tgtEl>
                                          <p:spTgt spid="8">
                                            <p:txEl>
                                              <p:pRg st="0" end="0"/>
                                            </p:txEl>
                                          </p:spTgt>
                                        </p:tgtEl>
                                        <p:attrNameLst>
                                          <p:attrName>style.visibility</p:attrName>
                                        </p:attrNameLst>
                                      </p:cBhvr>
                                      <p:to>
                                        <p:strVal val="visible"/>
                                      </p:to>
                                    </p:set>
                                    <p:animEffect transition="in" filter="fade">
                                      <p:cBhvr>
                                        <p:cTn id="11" dur="500"/>
                                        <p:tgtEl>
                                          <p:spTgt spid="8">
                                            <p:txEl>
                                              <p:pRg st="0" end="0"/>
                                            </p:txEl>
                                          </p:spTgt>
                                        </p:tgtEl>
                                      </p:cBhvr>
                                    </p:animEffect>
                                    <p:anim calcmode="lin" valueType="num">
                                      <p:cBhvr>
                                        <p:cTn id="12"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4" fill="hold">
                            <p:stCondLst>
                              <p:cond delay="1000"/>
                            </p:stCondLst>
                            <p:childTnLst>
                              <p:par>
                                <p:cTn id="15" presetID="22" presetClass="entr" presetSubtype="2" fill="hold" grpId="0" nodeType="after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wipe(right)">
                                      <p:cBhvr>
                                        <p:cTn id="17" dur="500"/>
                                        <p:tgtEl>
                                          <p:spTgt spid="7"/>
                                        </p:tgtEl>
                                      </p:cBhvr>
                                    </p:animEffect>
                                  </p:childTnLst>
                                </p:cTn>
                              </p:par>
                            </p:childTnLst>
                          </p:cTn>
                        </p:par>
                        <p:par>
                          <p:cTn id="18" fill="hold">
                            <p:stCondLst>
                              <p:cond delay="1500"/>
                            </p:stCondLst>
                            <p:childTnLst>
                              <p:par>
                                <p:cTn id="19" presetID="10" presetClass="entr" presetSubtype="0" fill="hold" grpId="0" nodeType="afterEffect">
                                  <p:stCondLst>
                                    <p:cond delay="0"/>
                                  </p:stCondLst>
                                  <p:childTnLst>
                                    <p:set>
                                      <p:cBhvr>
                                        <p:cTn id="20" dur="1" fill="hold">
                                          <p:stCondLst>
                                            <p:cond delay="0"/>
                                          </p:stCondLst>
                                        </p:cTn>
                                        <p:tgtEl>
                                          <p:spTgt spid="9"/>
                                        </p:tgtEl>
                                        <p:attrNameLst>
                                          <p:attrName>style.visibility</p:attrName>
                                        </p:attrNameLst>
                                      </p:cBhvr>
                                      <p:to>
                                        <p:strVal val="visible"/>
                                      </p:to>
                                    </p:set>
                                    <p:animEffect transition="in" filter="fade">
                                      <p:cBhvr>
                                        <p:cTn id="21" dur="500"/>
                                        <p:tgtEl>
                                          <p:spTgt spid="9"/>
                                        </p:tgtEl>
                                      </p:cBhvr>
                                    </p:animEffect>
                                  </p:childTnLst>
                                </p:cTn>
                              </p:par>
                            </p:childTnLst>
                          </p:cTn>
                        </p:par>
                        <p:par>
                          <p:cTn id="22" fill="hold">
                            <p:stCondLst>
                              <p:cond delay="2000"/>
                            </p:stCondLst>
                            <p:childTnLst>
                              <p:par>
                                <p:cTn id="23" presetID="10" presetClass="entr" presetSubtype="0" fill="hold" nodeType="afterEffect">
                                  <p:stCondLst>
                                    <p:cond delay="0"/>
                                  </p:stCondLst>
                                  <p:childTnLst>
                                    <p:set>
                                      <p:cBhvr>
                                        <p:cTn id="24" dur="1" fill="hold">
                                          <p:stCondLst>
                                            <p:cond delay="0"/>
                                          </p:stCondLst>
                                        </p:cTn>
                                        <p:tgtEl>
                                          <p:spTgt spid="21"/>
                                        </p:tgtEl>
                                        <p:attrNameLst>
                                          <p:attrName>style.visibility</p:attrName>
                                        </p:attrNameLst>
                                      </p:cBhvr>
                                      <p:to>
                                        <p:strVal val="visible"/>
                                      </p:to>
                                    </p:set>
                                    <p:animEffect transition="in" filter="fade">
                                      <p:cBhvr>
                                        <p:cTn id="25" dur="500"/>
                                        <p:tgtEl>
                                          <p:spTgt spid="21"/>
                                        </p:tgtEl>
                                      </p:cBhvr>
                                    </p:animEffect>
                                  </p:childTnLst>
                                </p:cTn>
                              </p:par>
                            </p:childTnLst>
                          </p:cTn>
                        </p:par>
                        <p:par>
                          <p:cTn id="26" fill="hold">
                            <p:stCondLst>
                              <p:cond delay="2500"/>
                            </p:stCondLst>
                            <p:childTnLst>
                              <p:par>
                                <p:cTn id="27" presetID="53" presetClass="entr" presetSubtype="16" fill="hold" grpId="0" nodeType="afterEffect">
                                  <p:stCondLst>
                                    <p:cond delay="0"/>
                                  </p:stCondLst>
                                  <p:childTnLst>
                                    <p:set>
                                      <p:cBhvr>
                                        <p:cTn id="28" dur="1" fill="hold">
                                          <p:stCondLst>
                                            <p:cond delay="0"/>
                                          </p:stCondLst>
                                        </p:cTn>
                                        <p:tgtEl>
                                          <p:spTgt spid="10"/>
                                        </p:tgtEl>
                                        <p:attrNameLst>
                                          <p:attrName>style.visibility</p:attrName>
                                        </p:attrNameLst>
                                      </p:cBhvr>
                                      <p:to>
                                        <p:strVal val="visible"/>
                                      </p:to>
                                    </p:set>
                                    <p:anim calcmode="lin" valueType="num">
                                      <p:cBhvr>
                                        <p:cTn id="29" dur="500" fill="hold"/>
                                        <p:tgtEl>
                                          <p:spTgt spid="10"/>
                                        </p:tgtEl>
                                        <p:attrNameLst>
                                          <p:attrName>ppt_w</p:attrName>
                                        </p:attrNameLst>
                                      </p:cBhvr>
                                      <p:tavLst>
                                        <p:tav tm="0">
                                          <p:val>
                                            <p:fltVal val="0"/>
                                          </p:val>
                                        </p:tav>
                                        <p:tav tm="100000">
                                          <p:val>
                                            <p:strVal val="#ppt_w"/>
                                          </p:val>
                                        </p:tav>
                                      </p:tavLst>
                                    </p:anim>
                                    <p:anim calcmode="lin" valueType="num">
                                      <p:cBhvr>
                                        <p:cTn id="30" dur="500" fill="hold"/>
                                        <p:tgtEl>
                                          <p:spTgt spid="10"/>
                                        </p:tgtEl>
                                        <p:attrNameLst>
                                          <p:attrName>ppt_h</p:attrName>
                                        </p:attrNameLst>
                                      </p:cBhvr>
                                      <p:tavLst>
                                        <p:tav tm="0">
                                          <p:val>
                                            <p:fltVal val="0"/>
                                          </p:val>
                                        </p:tav>
                                        <p:tav tm="100000">
                                          <p:val>
                                            <p:strVal val="#ppt_h"/>
                                          </p:val>
                                        </p:tav>
                                      </p:tavLst>
                                    </p:anim>
                                    <p:animEffect transition="in" filter="fade">
                                      <p:cBhvr>
                                        <p:cTn id="31" dur="500"/>
                                        <p:tgtEl>
                                          <p:spTgt spid="10"/>
                                        </p:tgtEl>
                                      </p:cBhvr>
                                    </p:animEffect>
                                  </p:childTnLst>
                                </p:cTn>
                              </p:par>
                            </p:childTnLst>
                          </p:cTn>
                        </p:par>
                        <p:par>
                          <p:cTn id="32" fill="hold">
                            <p:stCondLst>
                              <p:cond delay="3000"/>
                            </p:stCondLst>
                            <p:childTnLst>
                              <p:par>
                                <p:cTn id="33" presetID="10" presetClass="entr" presetSubtype="0" fill="hold" grpId="0" nodeType="afterEffect">
                                  <p:stCondLst>
                                    <p:cond delay="0"/>
                                  </p:stCondLst>
                                  <p:childTnLst>
                                    <p:set>
                                      <p:cBhvr>
                                        <p:cTn id="34" dur="1" fill="hold">
                                          <p:stCondLst>
                                            <p:cond delay="0"/>
                                          </p:stCondLst>
                                        </p:cTn>
                                        <p:tgtEl>
                                          <p:spTgt spid="13"/>
                                        </p:tgtEl>
                                        <p:attrNameLst>
                                          <p:attrName>style.visibility</p:attrName>
                                        </p:attrNameLst>
                                      </p:cBhvr>
                                      <p:to>
                                        <p:strVal val="visible"/>
                                      </p:to>
                                    </p:set>
                                    <p:animEffect transition="in" filter="fade">
                                      <p:cBhvr>
                                        <p:cTn id="35" dur="500"/>
                                        <p:tgtEl>
                                          <p:spTgt spid="13"/>
                                        </p:tgtEl>
                                      </p:cBhvr>
                                    </p:animEffect>
                                  </p:childTnLst>
                                </p:cTn>
                              </p:par>
                            </p:childTnLst>
                          </p:cTn>
                        </p:par>
                        <p:par>
                          <p:cTn id="36" fill="hold">
                            <p:stCondLst>
                              <p:cond delay="3500"/>
                            </p:stCondLst>
                            <p:childTnLst>
                              <p:par>
                                <p:cTn id="37" presetID="53" presetClass="entr" presetSubtype="16" fill="hold" grpId="0" nodeType="afterEffect" nodePh="1">
                                  <p:stCondLst>
                                    <p:cond delay="0"/>
                                  </p:stCondLst>
                                  <p:endCondLst>
                                    <p:cond evt="begin" delay="0">
                                      <p:tn val="37"/>
                                    </p:cond>
                                  </p:endCondLst>
                                  <p:childTnLst>
                                    <p:set>
                                      <p:cBhvr>
                                        <p:cTn id="38" dur="1" fill="hold">
                                          <p:stCondLst>
                                            <p:cond delay="0"/>
                                          </p:stCondLst>
                                        </p:cTn>
                                        <p:tgtEl>
                                          <p:spTgt spid="15">
                                            <p:txEl>
                                              <p:pRg st="0" end="0"/>
                                            </p:txEl>
                                          </p:spTgt>
                                        </p:tgtEl>
                                        <p:attrNameLst>
                                          <p:attrName>style.visibility</p:attrName>
                                        </p:attrNameLst>
                                      </p:cBhvr>
                                      <p:to>
                                        <p:strVal val="visible"/>
                                      </p:to>
                                    </p:set>
                                    <p:anim calcmode="lin" valueType="num">
                                      <p:cBhvr>
                                        <p:cTn id="39" dur="500" fill="hold"/>
                                        <p:tgtEl>
                                          <p:spTgt spid="15">
                                            <p:txEl>
                                              <p:pRg st="0" end="0"/>
                                            </p:txEl>
                                          </p:spTgt>
                                        </p:tgtEl>
                                        <p:attrNameLst>
                                          <p:attrName>ppt_w</p:attrName>
                                        </p:attrNameLst>
                                      </p:cBhvr>
                                      <p:tavLst>
                                        <p:tav tm="0">
                                          <p:val>
                                            <p:fltVal val="0"/>
                                          </p:val>
                                        </p:tav>
                                        <p:tav tm="100000">
                                          <p:val>
                                            <p:strVal val="#ppt_w"/>
                                          </p:val>
                                        </p:tav>
                                      </p:tavLst>
                                    </p:anim>
                                    <p:anim calcmode="lin" valueType="num">
                                      <p:cBhvr>
                                        <p:cTn id="40" dur="500" fill="hold"/>
                                        <p:tgtEl>
                                          <p:spTgt spid="15">
                                            <p:txEl>
                                              <p:pRg st="0" end="0"/>
                                            </p:txEl>
                                          </p:spTgt>
                                        </p:tgtEl>
                                        <p:attrNameLst>
                                          <p:attrName>ppt_h</p:attrName>
                                        </p:attrNameLst>
                                      </p:cBhvr>
                                      <p:tavLst>
                                        <p:tav tm="0">
                                          <p:val>
                                            <p:fltVal val="0"/>
                                          </p:val>
                                        </p:tav>
                                        <p:tav tm="100000">
                                          <p:val>
                                            <p:strVal val="#ppt_h"/>
                                          </p:val>
                                        </p:tav>
                                      </p:tavLst>
                                    </p:anim>
                                    <p:animEffect transition="in" filter="fade">
                                      <p:cBhvr>
                                        <p:cTn id="41" dur="500"/>
                                        <p:tgtEl>
                                          <p:spTgt spid="15">
                                            <p:txEl>
                                              <p:pRg st="0" end="0"/>
                                            </p:txEl>
                                          </p:spTgt>
                                        </p:tgtEl>
                                      </p:cBhvr>
                                    </p:animEffect>
                                  </p:childTnLst>
                                </p:cTn>
                              </p:par>
                            </p:childTnLst>
                          </p:cTn>
                        </p:par>
                        <p:par>
                          <p:cTn id="42" fill="hold">
                            <p:stCondLst>
                              <p:cond delay="4000"/>
                            </p:stCondLst>
                            <p:childTnLst>
                              <p:par>
                                <p:cTn id="43" presetID="42" presetClass="entr" presetSubtype="0" fill="hold" grpId="0" nodeType="afterEffect" nodePh="1">
                                  <p:stCondLst>
                                    <p:cond delay="0"/>
                                  </p:stCondLst>
                                  <p:endCondLst>
                                    <p:cond evt="begin" delay="0">
                                      <p:tn val="43"/>
                                    </p:cond>
                                  </p:endCondLst>
                                  <p:childTnLst>
                                    <p:set>
                                      <p:cBhvr>
                                        <p:cTn id="44" dur="1" fill="hold">
                                          <p:stCondLst>
                                            <p:cond delay="0"/>
                                          </p:stCondLst>
                                        </p:cTn>
                                        <p:tgtEl>
                                          <p:spTgt spid="16">
                                            <p:txEl>
                                              <p:pRg st="0" end="0"/>
                                            </p:txEl>
                                          </p:spTgt>
                                        </p:tgtEl>
                                        <p:attrNameLst>
                                          <p:attrName>style.visibility</p:attrName>
                                        </p:attrNameLst>
                                      </p:cBhvr>
                                      <p:to>
                                        <p:strVal val="visible"/>
                                      </p:to>
                                    </p:set>
                                    <p:animEffect transition="in" filter="fade">
                                      <p:cBhvr>
                                        <p:cTn id="45" dur="500"/>
                                        <p:tgtEl>
                                          <p:spTgt spid="16">
                                            <p:txEl>
                                              <p:pRg st="0" end="0"/>
                                            </p:txEl>
                                          </p:spTgt>
                                        </p:tgtEl>
                                      </p:cBhvr>
                                    </p:animEffect>
                                    <p:anim calcmode="lin" valueType="num">
                                      <p:cBhvr>
                                        <p:cTn id="46" dur="500" fill="hold"/>
                                        <p:tgtEl>
                                          <p:spTgt spid="16">
                                            <p:txEl>
                                              <p:pRg st="0" end="0"/>
                                            </p:txEl>
                                          </p:spTgt>
                                        </p:tgtEl>
                                        <p:attrNameLst>
                                          <p:attrName>ppt_x</p:attrName>
                                        </p:attrNameLst>
                                      </p:cBhvr>
                                      <p:tavLst>
                                        <p:tav tm="0">
                                          <p:val>
                                            <p:strVal val="#ppt_x"/>
                                          </p:val>
                                        </p:tav>
                                        <p:tav tm="100000">
                                          <p:val>
                                            <p:strVal val="#ppt_x"/>
                                          </p:val>
                                        </p:tav>
                                      </p:tavLst>
                                    </p:anim>
                                    <p:anim calcmode="lin" valueType="num">
                                      <p:cBhvr>
                                        <p:cTn id="47" dur="500" fill="hold"/>
                                        <p:tgtEl>
                                          <p:spTgt spid="16">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7" grpId="0" animBg="1"/>
      <p:bldP spid="9" grpId="0" animBg="1"/>
      <p:bldP spid="10" grpId="0" animBg="1"/>
      <p:bldP spid="13" grpId="0" animBg="1"/>
      <p:bldP spid="15"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5"/>
                        </p:tgtEl>
                        <p:attrNameLst>
                          <p:attrName>style.visibility</p:attrName>
                        </p:attrNameLst>
                      </p:cBhvr>
                      <p:to>
                        <p:strVal val="visible"/>
                      </p:to>
                    </p:set>
                    <p:anim calcmode="lin" valueType="num">
                      <p:cBhvr>
                        <p:cTn dur="500" fill="hold"/>
                        <p:tgtEl>
                          <p:spTgt spid="15"/>
                        </p:tgtEl>
                        <p:attrNameLst>
                          <p:attrName>ppt_w</p:attrName>
                        </p:attrNameLst>
                      </p:cBhvr>
                      <p:tavLst>
                        <p:tav tm="0">
                          <p:val>
                            <p:fltVal val="0"/>
                          </p:val>
                        </p:tav>
                        <p:tav tm="100000">
                          <p:val>
                            <p:strVal val="#ppt_w"/>
                          </p:val>
                        </p:tav>
                      </p:tavLst>
                    </p:anim>
                    <p:anim calcmode="lin" valueType="num">
                      <p:cBhvr>
                        <p:cTn dur="500" fill="hold"/>
                        <p:tgtEl>
                          <p:spTgt spid="15"/>
                        </p:tgtEl>
                        <p:attrNameLst>
                          <p:attrName>ppt_h</p:attrName>
                        </p:attrNameLst>
                      </p:cBhvr>
                      <p:tavLst>
                        <p:tav tm="0">
                          <p:val>
                            <p:fltVal val="0"/>
                          </p:val>
                        </p:tav>
                        <p:tav tm="100000">
                          <p:val>
                            <p:strVal val="#ppt_h"/>
                          </p:val>
                        </p:tav>
                      </p:tavLst>
                    </p:anim>
                    <p:animEffect transition="in" filter="fade">
                      <p:cBhvr>
                        <p:cTn dur="500"/>
                        <p:tgtEl>
                          <p:spTgt spid="15"/>
                        </p:tgtEl>
                      </p:cBhvr>
                    </p:animEffect>
                  </p:childTnLst>
                </p:cTn>
              </p:par>
            </p:tnLst>
          </p:tmpl>
        </p:tmplLst>
      </p:bldP>
      <p:bldP spid="16"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6"/>
                        </p:tgtEl>
                        <p:attrNameLst>
                          <p:attrName>style.visibility</p:attrName>
                        </p:attrNameLst>
                      </p:cBhvr>
                      <p:to>
                        <p:strVal val="visible"/>
                      </p:to>
                    </p:set>
                    <p:animEffect transition="in" filter="fade">
                      <p:cBhvr>
                        <p:cTn dur="500"/>
                        <p:tgtEl>
                          <p:spTgt spid="16"/>
                        </p:tgtEl>
                      </p:cBhvr>
                    </p:animEffect>
                    <p:anim calcmode="lin" valueType="num">
                      <p:cBhvr>
                        <p:cTn dur="500" fill="hold"/>
                        <p:tgtEl>
                          <p:spTgt spid="16"/>
                        </p:tgtEl>
                        <p:attrNameLst>
                          <p:attrName>ppt_x</p:attrName>
                        </p:attrNameLst>
                      </p:cBhvr>
                      <p:tavLst>
                        <p:tav tm="0">
                          <p:val>
                            <p:strVal val="#ppt_x"/>
                          </p:val>
                        </p:tav>
                        <p:tav tm="100000">
                          <p:val>
                            <p:strVal val="#ppt_x"/>
                          </p:val>
                        </p:tav>
                      </p:tavLst>
                    </p:anim>
                    <p:anim calcmode="lin" valueType="num">
                      <p:cBhvr>
                        <p:cTn dur="500" fill="hold"/>
                        <p:tgtEl>
                          <p:spTgt spid="16"/>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791.xml><?xml version="1.0" encoding="utf-8"?>
<p:sldLayout xmlns:a="http://schemas.openxmlformats.org/drawingml/2006/main" xmlns:r="http://schemas.openxmlformats.org/officeDocument/2006/relationships" xmlns:p="http://schemas.openxmlformats.org/presentationml/2006/main" preserve="1" userDrawn="1">
  <p:cSld name="20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grpSp>
        <p:nvGrpSpPr>
          <p:cNvPr id="6" name="Group 5"/>
          <p:cNvGrpSpPr/>
          <p:nvPr userDrawn="1"/>
        </p:nvGrpSpPr>
        <p:grpSpPr>
          <a:xfrm>
            <a:off x="0" y="2827606"/>
            <a:ext cx="6136175" cy="4030394"/>
            <a:chOff x="1017405" y="2693983"/>
            <a:chExt cx="6794663" cy="4462905"/>
          </a:xfrm>
        </p:grpSpPr>
        <p:grpSp>
          <p:nvGrpSpPr>
            <p:cNvPr id="7" name="Group 6"/>
            <p:cNvGrpSpPr/>
            <p:nvPr/>
          </p:nvGrpSpPr>
          <p:grpSpPr>
            <a:xfrm>
              <a:off x="1017405" y="2693983"/>
              <a:ext cx="6794663" cy="4462905"/>
              <a:chOff x="1017405" y="2693983"/>
              <a:chExt cx="6794663" cy="4462905"/>
            </a:xfrm>
          </p:grpSpPr>
          <p:sp>
            <p:nvSpPr>
              <p:cNvPr id="9" name="AutoShape 1"/>
              <p:cNvSpPr>
                <a:spLocks/>
              </p:cNvSpPr>
              <p:nvPr/>
            </p:nvSpPr>
            <p:spPr bwMode="auto">
              <a:xfrm>
                <a:off x="1017405" y="2693983"/>
                <a:ext cx="6794663" cy="4462905"/>
              </a:xfrm>
              <a:prstGeom prst="roundRect">
                <a:avLst>
                  <a:gd name="adj" fmla="val 1292"/>
                </a:avLst>
              </a:prstGeom>
              <a:solidFill>
                <a:srgbClr val="343434"/>
              </a:solidFill>
              <a:ln w="25400" cap="flat">
                <a:noFill/>
                <a:prstDash val="solid"/>
                <a:miter lim="800000"/>
                <a:headEnd type="none" w="med" len="med"/>
                <a:tailEnd type="none" w="med" len="med"/>
              </a:ln>
              <a:effectLst>
                <a:outerShdw blurRad="254000" dist="114299" dir="5340024" algn="ctr" rotWithShape="0">
                  <a:schemeClr val="bg2">
                    <a:alpha val="39000"/>
                  </a:schemeClr>
                </a:outerShdw>
              </a:effectLst>
            </p:spPr>
            <p:txBody>
              <a:bodyPr lIns="0" tIns="0" rIns="0" bIns="0"/>
              <a:lstStyle/>
              <a:p>
                <a:pPr fontAlgn="auto">
                  <a:spcBef>
                    <a:spcPts val="0"/>
                  </a:spcBef>
                  <a:spcAft>
                    <a:spcPts val="0"/>
                  </a:spcAft>
                </a:pPr>
                <a:endParaRPr lang="id-ID">
                  <a:solidFill>
                    <a:prstClr val="black"/>
                  </a:solidFill>
                  <a:latin typeface="Roboto Lt"/>
                  <a:cs typeface="+mn-cs"/>
                </a:endParaRPr>
              </a:p>
            </p:txBody>
          </p:sp>
          <p:sp>
            <p:nvSpPr>
              <p:cNvPr id="10" name="Rectangle 2"/>
              <p:cNvSpPr>
                <a:spLocks/>
              </p:cNvSpPr>
              <p:nvPr/>
            </p:nvSpPr>
            <p:spPr bwMode="auto">
              <a:xfrm>
                <a:off x="1017405" y="3024940"/>
                <a:ext cx="6794663" cy="315914"/>
              </a:xfrm>
              <a:prstGeom prst="rect">
                <a:avLst/>
              </a:prstGeom>
              <a:solidFill>
                <a:srgbClr val="CDCDCD"/>
              </a:solidFill>
              <a:ln w="25400" cap="flat">
                <a:solidFill>
                  <a:srgbClr val="CDCDCD"/>
                </a:solidFill>
                <a:prstDash val="solid"/>
                <a:miter lim="800000"/>
                <a:headEnd type="none" w="med" len="med"/>
                <a:tailEnd type="none" w="med" len="med"/>
              </a:ln>
            </p:spPr>
            <p:txBody>
              <a:bodyPr lIns="0" tIns="0" rIns="0" bIns="0"/>
              <a:lstStyle/>
              <a:p>
                <a:pPr fontAlgn="auto">
                  <a:spcBef>
                    <a:spcPts val="0"/>
                  </a:spcBef>
                  <a:spcAft>
                    <a:spcPts val="0"/>
                  </a:spcAft>
                </a:pPr>
                <a:endParaRPr lang="id-ID">
                  <a:solidFill>
                    <a:prstClr val="black"/>
                  </a:solidFill>
                  <a:latin typeface="Roboto Lt"/>
                  <a:cs typeface="+mn-cs"/>
                </a:endParaRPr>
              </a:p>
            </p:txBody>
          </p:sp>
          <p:sp>
            <p:nvSpPr>
              <p:cNvPr id="11" name="AutoShape 3"/>
              <p:cNvSpPr>
                <a:spLocks/>
              </p:cNvSpPr>
              <p:nvPr/>
            </p:nvSpPr>
            <p:spPr bwMode="auto">
              <a:xfrm>
                <a:off x="2035351" y="2779231"/>
                <a:ext cx="2064459" cy="561624"/>
              </a:xfrm>
              <a:prstGeom prst="roundRect">
                <a:avLst>
                  <a:gd name="adj" fmla="val 11986"/>
                </a:avLst>
              </a:prstGeom>
              <a:solidFill>
                <a:srgbClr val="CDCDCD"/>
              </a:solidFill>
              <a:ln w="25400" cap="flat">
                <a:solidFill>
                  <a:srgbClr val="CDCDCD"/>
                </a:solidFill>
                <a:prstDash val="solid"/>
                <a:miter lim="800000"/>
                <a:headEnd type="none" w="med" len="med"/>
                <a:tailEnd type="none" w="med" len="med"/>
              </a:ln>
            </p:spPr>
            <p:txBody>
              <a:bodyPr lIns="0" tIns="0" rIns="0" bIns="0"/>
              <a:lstStyle/>
              <a:p>
                <a:pPr fontAlgn="auto">
                  <a:spcBef>
                    <a:spcPts val="0"/>
                  </a:spcBef>
                  <a:spcAft>
                    <a:spcPts val="0"/>
                  </a:spcAft>
                </a:pPr>
                <a:endParaRPr lang="id-ID">
                  <a:solidFill>
                    <a:prstClr val="black"/>
                  </a:solidFill>
                  <a:latin typeface="Roboto Lt"/>
                  <a:cs typeface="+mn-cs"/>
                </a:endParaRPr>
              </a:p>
            </p:txBody>
          </p:sp>
          <p:sp>
            <p:nvSpPr>
              <p:cNvPr id="12" name="Oval 4"/>
              <p:cNvSpPr>
                <a:spLocks/>
              </p:cNvSpPr>
              <p:nvPr/>
            </p:nvSpPr>
            <p:spPr bwMode="auto">
              <a:xfrm>
                <a:off x="1137753" y="2814331"/>
                <a:ext cx="95903" cy="95276"/>
              </a:xfrm>
              <a:prstGeom prst="ellipse">
                <a:avLst/>
              </a:prstGeom>
              <a:solidFill>
                <a:schemeClr val="accent1"/>
              </a:solidFill>
              <a:ln w="25400" cap="flat">
                <a:noFill/>
                <a:prstDash val="solid"/>
                <a:miter lim="800000"/>
                <a:headEnd type="none" w="med" len="med"/>
                <a:tailEnd type="none" w="med" len="med"/>
              </a:ln>
            </p:spPr>
            <p:txBody>
              <a:bodyPr lIns="0" tIns="0" rIns="0" bIns="0"/>
              <a:lstStyle/>
              <a:p>
                <a:pPr fontAlgn="auto">
                  <a:spcBef>
                    <a:spcPts val="0"/>
                  </a:spcBef>
                  <a:spcAft>
                    <a:spcPts val="0"/>
                  </a:spcAft>
                </a:pPr>
                <a:endParaRPr lang="id-ID">
                  <a:solidFill>
                    <a:prstClr val="black"/>
                  </a:solidFill>
                  <a:latin typeface="Roboto Lt"/>
                  <a:cs typeface="+mn-cs"/>
                </a:endParaRPr>
              </a:p>
            </p:txBody>
          </p:sp>
          <p:sp>
            <p:nvSpPr>
              <p:cNvPr id="13" name="Oval 5"/>
              <p:cNvSpPr>
                <a:spLocks/>
              </p:cNvSpPr>
              <p:nvPr/>
            </p:nvSpPr>
            <p:spPr bwMode="auto">
              <a:xfrm>
                <a:off x="1307620" y="2814331"/>
                <a:ext cx="95903" cy="95276"/>
              </a:xfrm>
              <a:prstGeom prst="ellipse">
                <a:avLst/>
              </a:prstGeom>
              <a:solidFill>
                <a:schemeClr val="accent2"/>
              </a:solidFill>
              <a:ln w="25400" cap="flat">
                <a:noFill/>
                <a:prstDash val="solid"/>
                <a:miter lim="800000"/>
                <a:headEnd type="none" w="med" len="med"/>
                <a:tailEnd type="none" w="med" len="med"/>
              </a:ln>
            </p:spPr>
            <p:txBody>
              <a:bodyPr lIns="0" tIns="0" rIns="0" bIns="0"/>
              <a:lstStyle/>
              <a:p>
                <a:pPr fontAlgn="auto">
                  <a:spcBef>
                    <a:spcPts val="0"/>
                  </a:spcBef>
                  <a:spcAft>
                    <a:spcPts val="0"/>
                  </a:spcAft>
                </a:pPr>
                <a:endParaRPr lang="id-ID">
                  <a:solidFill>
                    <a:prstClr val="black"/>
                  </a:solidFill>
                  <a:latin typeface="Roboto Lt"/>
                  <a:cs typeface="+mn-cs"/>
                </a:endParaRPr>
              </a:p>
            </p:txBody>
          </p:sp>
          <p:sp>
            <p:nvSpPr>
              <p:cNvPr id="14" name="Oval 6"/>
              <p:cNvSpPr>
                <a:spLocks/>
              </p:cNvSpPr>
              <p:nvPr/>
            </p:nvSpPr>
            <p:spPr bwMode="auto">
              <a:xfrm>
                <a:off x="1477486" y="2814331"/>
                <a:ext cx="95903" cy="95276"/>
              </a:xfrm>
              <a:prstGeom prst="ellipse">
                <a:avLst/>
              </a:prstGeom>
              <a:solidFill>
                <a:schemeClr val="accent4"/>
              </a:solidFill>
              <a:ln w="25400" cap="flat">
                <a:noFill/>
                <a:prstDash val="solid"/>
                <a:miter lim="800000"/>
                <a:headEnd type="none" w="med" len="med"/>
                <a:tailEnd type="none" w="med" len="med"/>
              </a:ln>
            </p:spPr>
            <p:txBody>
              <a:bodyPr lIns="0" tIns="0" rIns="0" bIns="0"/>
              <a:lstStyle/>
              <a:p>
                <a:pPr fontAlgn="auto">
                  <a:spcBef>
                    <a:spcPts val="0"/>
                  </a:spcBef>
                  <a:spcAft>
                    <a:spcPts val="0"/>
                  </a:spcAft>
                </a:pPr>
                <a:endParaRPr lang="id-ID">
                  <a:solidFill>
                    <a:prstClr val="black"/>
                  </a:solidFill>
                  <a:latin typeface="Roboto Lt"/>
                  <a:cs typeface="+mn-cs"/>
                </a:endParaRPr>
              </a:p>
            </p:txBody>
          </p:sp>
          <p:sp>
            <p:nvSpPr>
              <p:cNvPr id="15" name="Rectangle 11"/>
              <p:cNvSpPr>
                <a:spLocks/>
              </p:cNvSpPr>
              <p:nvPr/>
            </p:nvSpPr>
            <p:spPr bwMode="auto">
              <a:xfrm>
                <a:off x="2205844" y="3085114"/>
                <a:ext cx="5104773" cy="200580"/>
              </a:xfrm>
              <a:prstGeom prst="rect">
                <a:avLst/>
              </a:prstGeom>
              <a:solidFill>
                <a:srgbClr val="FFFFFF"/>
              </a:solidFill>
              <a:ln w="25400" cap="flat">
                <a:solidFill>
                  <a:srgbClr val="B3B3B3"/>
                </a:solidFill>
                <a:prstDash val="solid"/>
                <a:miter lim="800000"/>
                <a:headEnd type="none" w="med" len="med"/>
                <a:tailEnd type="none" w="med" len="med"/>
              </a:ln>
            </p:spPr>
            <p:txBody>
              <a:bodyPr lIns="0" tIns="0" rIns="0" bIns="0"/>
              <a:lstStyle/>
              <a:p>
                <a:pPr fontAlgn="auto">
                  <a:spcBef>
                    <a:spcPts val="0"/>
                  </a:spcBef>
                  <a:spcAft>
                    <a:spcPts val="0"/>
                  </a:spcAft>
                </a:pPr>
                <a:endParaRPr lang="id-ID" dirty="0">
                  <a:solidFill>
                    <a:prstClr val="black"/>
                  </a:solidFill>
                  <a:latin typeface="Roboto Lt"/>
                  <a:cs typeface="+mn-cs"/>
                </a:endParaRPr>
              </a:p>
            </p:txBody>
          </p:sp>
          <p:sp>
            <p:nvSpPr>
              <p:cNvPr id="16" name="Freeform 9"/>
              <p:cNvSpPr>
                <a:spLocks/>
              </p:cNvSpPr>
              <p:nvPr/>
            </p:nvSpPr>
            <p:spPr bwMode="auto">
              <a:xfrm rot="18900000">
                <a:off x="3964946" y="2855903"/>
                <a:ext cx="99496" cy="99498"/>
              </a:xfrm>
              <a:custGeom>
                <a:avLst/>
                <a:gdLst>
                  <a:gd name="T0" fmla="*/ 42 w 64"/>
                  <a:gd name="T1" fmla="*/ 0 h 64"/>
                  <a:gd name="T2" fmla="*/ 21 w 64"/>
                  <a:gd name="T3" fmla="*/ 0 h 64"/>
                  <a:gd name="T4" fmla="*/ 21 w 64"/>
                  <a:gd name="T5" fmla="*/ 21 h 64"/>
                  <a:gd name="T6" fmla="*/ 0 w 64"/>
                  <a:gd name="T7" fmla="*/ 21 h 64"/>
                  <a:gd name="T8" fmla="*/ 0 w 64"/>
                  <a:gd name="T9" fmla="*/ 42 h 64"/>
                  <a:gd name="T10" fmla="*/ 21 w 64"/>
                  <a:gd name="T11" fmla="*/ 42 h 64"/>
                  <a:gd name="T12" fmla="*/ 21 w 64"/>
                  <a:gd name="T13" fmla="*/ 64 h 64"/>
                  <a:gd name="T14" fmla="*/ 42 w 64"/>
                  <a:gd name="T15" fmla="*/ 64 h 64"/>
                  <a:gd name="T16" fmla="*/ 42 w 64"/>
                  <a:gd name="T17" fmla="*/ 42 h 64"/>
                  <a:gd name="T18" fmla="*/ 64 w 64"/>
                  <a:gd name="T19" fmla="*/ 42 h 64"/>
                  <a:gd name="T20" fmla="*/ 64 w 64"/>
                  <a:gd name="T21" fmla="*/ 21 h 64"/>
                  <a:gd name="T22" fmla="*/ 42 w 64"/>
                  <a:gd name="T23" fmla="*/ 21 h 64"/>
                  <a:gd name="T24" fmla="*/ 42 w 64"/>
                  <a:gd name="T25"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4" h="64">
                    <a:moveTo>
                      <a:pt x="42" y="0"/>
                    </a:moveTo>
                    <a:lnTo>
                      <a:pt x="21" y="0"/>
                    </a:lnTo>
                    <a:lnTo>
                      <a:pt x="21" y="21"/>
                    </a:lnTo>
                    <a:lnTo>
                      <a:pt x="0" y="21"/>
                    </a:lnTo>
                    <a:lnTo>
                      <a:pt x="0" y="42"/>
                    </a:lnTo>
                    <a:lnTo>
                      <a:pt x="21" y="42"/>
                    </a:lnTo>
                    <a:lnTo>
                      <a:pt x="21" y="64"/>
                    </a:lnTo>
                    <a:lnTo>
                      <a:pt x="42" y="64"/>
                    </a:lnTo>
                    <a:lnTo>
                      <a:pt x="42" y="42"/>
                    </a:lnTo>
                    <a:lnTo>
                      <a:pt x="64" y="42"/>
                    </a:lnTo>
                    <a:lnTo>
                      <a:pt x="64" y="21"/>
                    </a:lnTo>
                    <a:lnTo>
                      <a:pt x="42" y="21"/>
                    </a:lnTo>
                    <a:lnTo>
                      <a:pt x="42" y="0"/>
                    </a:lnTo>
                    <a:close/>
                  </a:path>
                </a:pathLst>
              </a:custGeom>
              <a:solidFill>
                <a:schemeClr val="bg1">
                  <a:lumMod val="5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grpSp>
            <p:nvGrpSpPr>
              <p:cNvPr id="17" name="Group 16"/>
              <p:cNvGrpSpPr/>
              <p:nvPr/>
            </p:nvGrpSpPr>
            <p:grpSpPr>
              <a:xfrm>
                <a:off x="7494380" y="2779230"/>
                <a:ext cx="155357" cy="155272"/>
                <a:chOff x="4763" y="0"/>
                <a:chExt cx="2900362" cy="2898775"/>
              </a:xfrm>
              <a:solidFill>
                <a:schemeClr val="bg1">
                  <a:lumMod val="50000"/>
                </a:schemeClr>
              </a:solidFill>
            </p:grpSpPr>
            <p:sp>
              <p:nvSpPr>
                <p:cNvPr id="20" name="Freeform 13"/>
                <p:cNvSpPr>
                  <a:spLocks/>
                </p:cNvSpPr>
                <p:nvPr/>
              </p:nvSpPr>
              <p:spPr bwMode="auto">
                <a:xfrm>
                  <a:off x="4763" y="0"/>
                  <a:ext cx="727075" cy="722313"/>
                </a:xfrm>
                <a:custGeom>
                  <a:avLst/>
                  <a:gdLst>
                    <a:gd name="T0" fmla="*/ 168 w 193"/>
                    <a:gd name="T1" fmla="*/ 0 h 192"/>
                    <a:gd name="T2" fmla="*/ 24 w 193"/>
                    <a:gd name="T3" fmla="*/ 0 h 192"/>
                    <a:gd name="T4" fmla="*/ 0 w 193"/>
                    <a:gd name="T5" fmla="*/ 24 h 192"/>
                    <a:gd name="T6" fmla="*/ 0 w 193"/>
                    <a:gd name="T7" fmla="*/ 168 h 192"/>
                    <a:gd name="T8" fmla="*/ 24 w 193"/>
                    <a:gd name="T9" fmla="*/ 192 h 192"/>
                    <a:gd name="T10" fmla="*/ 168 w 193"/>
                    <a:gd name="T11" fmla="*/ 192 h 192"/>
                    <a:gd name="T12" fmla="*/ 193 w 193"/>
                    <a:gd name="T13" fmla="*/ 168 h 192"/>
                    <a:gd name="T14" fmla="*/ 193 w 193"/>
                    <a:gd name="T15" fmla="*/ 24 h 192"/>
                    <a:gd name="T16" fmla="*/ 168 w 193"/>
                    <a:gd name="T17"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3" h="192">
                      <a:moveTo>
                        <a:pt x="168" y="0"/>
                      </a:moveTo>
                      <a:cubicBezTo>
                        <a:pt x="24" y="0"/>
                        <a:pt x="24" y="0"/>
                        <a:pt x="24" y="0"/>
                      </a:cubicBezTo>
                      <a:cubicBezTo>
                        <a:pt x="11" y="0"/>
                        <a:pt x="0" y="11"/>
                        <a:pt x="0" y="24"/>
                      </a:cubicBezTo>
                      <a:cubicBezTo>
                        <a:pt x="0" y="168"/>
                        <a:pt x="0" y="168"/>
                        <a:pt x="0" y="168"/>
                      </a:cubicBezTo>
                      <a:cubicBezTo>
                        <a:pt x="0" y="182"/>
                        <a:pt x="11" y="192"/>
                        <a:pt x="24" y="192"/>
                      </a:cubicBezTo>
                      <a:cubicBezTo>
                        <a:pt x="168" y="192"/>
                        <a:pt x="168" y="192"/>
                        <a:pt x="168" y="192"/>
                      </a:cubicBezTo>
                      <a:cubicBezTo>
                        <a:pt x="182" y="192"/>
                        <a:pt x="193" y="182"/>
                        <a:pt x="193" y="168"/>
                      </a:cubicBezTo>
                      <a:cubicBezTo>
                        <a:pt x="193" y="24"/>
                        <a:pt x="193" y="24"/>
                        <a:pt x="193" y="24"/>
                      </a:cubicBezTo>
                      <a:cubicBezTo>
                        <a:pt x="193" y="11"/>
                        <a:pt x="182" y="0"/>
                        <a:pt x="168"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sp>
              <p:nvSpPr>
                <p:cNvPr id="21" name="Freeform 14"/>
                <p:cNvSpPr>
                  <a:spLocks/>
                </p:cNvSpPr>
                <p:nvPr/>
              </p:nvSpPr>
              <p:spPr bwMode="auto">
                <a:xfrm>
                  <a:off x="4763" y="1087438"/>
                  <a:ext cx="727075" cy="722313"/>
                </a:xfrm>
                <a:custGeom>
                  <a:avLst/>
                  <a:gdLst>
                    <a:gd name="T0" fmla="*/ 168 w 193"/>
                    <a:gd name="T1" fmla="*/ 0 h 192"/>
                    <a:gd name="T2" fmla="*/ 24 w 193"/>
                    <a:gd name="T3" fmla="*/ 0 h 192"/>
                    <a:gd name="T4" fmla="*/ 0 w 193"/>
                    <a:gd name="T5" fmla="*/ 24 h 192"/>
                    <a:gd name="T6" fmla="*/ 0 w 193"/>
                    <a:gd name="T7" fmla="*/ 168 h 192"/>
                    <a:gd name="T8" fmla="*/ 24 w 193"/>
                    <a:gd name="T9" fmla="*/ 192 h 192"/>
                    <a:gd name="T10" fmla="*/ 168 w 193"/>
                    <a:gd name="T11" fmla="*/ 192 h 192"/>
                    <a:gd name="T12" fmla="*/ 193 w 193"/>
                    <a:gd name="T13" fmla="*/ 168 h 192"/>
                    <a:gd name="T14" fmla="*/ 193 w 193"/>
                    <a:gd name="T15" fmla="*/ 24 h 192"/>
                    <a:gd name="T16" fmla="*/ 168 w 193"/>
                    <a:gd name="T17"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3" h="192">
                      <a:moveTo>
                        <a:pt x="168" y="0"/>
                      </a:moveTo>
                      <a:cubicBezTo>
                        <a:pt x="24" y="0"/>
                        <a:pt x="24" y="0"/>
                        <a:pt x="24" y="0"/>
                      </a:cubicBezTo>
                      <a:cubicBezTo>
                        <a:pt x="11" y="0"/>
                        <a:pt x="0" y="11"/>
                        <a:pt x="0" y="24"/>
                      </a:cubicBezTo>
                      <a:cubicBezTo>
                        <a:pt x="0" y="168"/>
                        <a:pt x="0" y="168"/>
                        <a:pt x="0" y="168"/>
                      </a:cubicBezTo>
                      <a:cubicBezTo>
                        <a:pt x="0" y="181"/>
                        <a:pt x="11" y="192"/>
                        <a:pt x="24" y="192"/>
                      </a:cubicBezTo>
                      <a:cubicBezTo>
                        <a:pt x="168" y="192"/>
                        <a:pt x="168" y="192"/>
                        <a:pt x="168" y="192"/>
                      </a:cubicBezTo>
                      <a:cubicBezTo>
                        <a:pt x="182" y="192"/>
                        <a:pt x="193" y="181"/>
                        <a:pt x="193" y="168"/>
                      </a:cubicBezTo>
                      <a:cubicBezTo>
                        <a:pt x="193" y="24"/>
                        <a:pt x="193" y="24"/>
                        <a:pt x="193" y="24"/>
                      </a:cubicBezTo>
                      <a:cubicBezTo>
                        <a:pt x="193" y="11"/>
                        <a:pt x="182" y="0"/>
                        <a:pt x="168"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sp>
              <p:nvSpPr>
                <p:cNvPr id="22" name="Freeform 15"/>
                <p:cNvSpPr>
                  <a:spLocks/>
                </p:cNvSpPr>
                <p:nvPr/>
              </p:nvSpPr>
              <p:spPr bwMode="auto">
                <a:xfrm>
                  <a:off x="4763" y="2171700"/>
                  <a:ext cx="727075" cy="727075"/>
                </a:xfrm>
                <a:custGeom>
                  <a:avLst/>
                  <a:gdLst>
                    <a:gd name="T0" fmla="*/ 168 w 193"/>
                    <a:gd name="T1" fmla="*/ 0 h 193"/>
                    <a:gd name="T2" fmla="*/ 24 w 193"/>
                    <a:gd name="T3" fmla="*/ 0 h 193"/>
                    <a:gd name="T4" fmla="*/ 0 w 193"/>
                    <a:gd name="T5" fmla="*/ 25 h 193"/>
                    <a:gd name="T6" fmla="*/ 0 w 193"/>
                    <a:gd name="T7" fmla="*/ 169 h 193"/>
                    <a:gd name="T8" fmla="*/ 24 w 193"/>
                    <a:gd name="T9" fmla="*/ 193 h 193"/>
                    <a:gd name="T10" fmla="*/ 168 w 193"/>
                    <a:gd name="T11" fmla="*/ 193 h 193"/>
                    <a:gd name="T12" fmla="*/ 193 w 193"/>
                    <a:gd name="T13" fmla="*/ 169 h 193"/>
                    <a:gd name="T14" fmla="*/ 193 w 193"/>
                    <a:gd name="T15" fmla="*/ 25 h 193"/>
                    <a:gd name="T16" fmla="*/ 168 w 193"/>
                    <a:gd name="T17" fmla="*/ 0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3" h="193">
                      <a:moveTo>
                        <a:pt x="168" y="0"/>
                      </a:moveTo>
                      <a:cubicBezTo>
                        <a:pt x="24" y="0"/>
                        <a:pt x="24" y="0"/>
                        <a:pt x="24" y="0"/>
                      </a:cubicBezTo>
                      <a:cubicBezTo>
                        <a:pt x="11" y="0"/>
                        <a:pt x="0" y="11"/>
                        <a:pt x="0" y="25"/>
                      </a:cubicBezTo>
                      <a:cubicBezTo>
                        <a:pt x="0" y="169"/>
                        <a:pt x="0" y="169"/>
                        <a:pt x="0" y="169"/>
                      </a:cubicBezTo>
                      <a:cubicBezTo>
                        <a:pt x="0" y="182"/>
                        <a:pt x="11" y="193"/>
                        <a:pt x="24" y="193"/>
                      </a:cubicBezTo>
                      <a:cubicBezTo>
                        <a:pt x="168" y="193"/>
                        <a:pt x="168" y="193"/>
                        <a:pt x="168" y="193"/>
                      </a:cubicBezTo>
                      <a:cubicBezTo>
                        <a:pt x="182" y="193"/>
                        <a:pt x="193" y="182"/>
                        <a:pt x="193" y="169"/>
                      </a:cubicBezTo>
                      <a:cubicBezTo>
                        <a:pt x="193" y="25"/>
                        <a:pt x="193" y="25"/>
                        <a:pt x="193" y="25"/>
                      </a:cubicBezTo>
                      <a:cubicBezTo>
                        <a:pt x="193" y="11"/>
                        <a:pt x="182" y="0"/>
                        <a:pt x="168"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sp>
              <p:nvSpPr>
                <p:cNvPr id="23" name="Freeform 16"/>
                <p:cNvSpPr>
                  <a:spLocks/>
                </p:cNvSpPr>
                <p:nvPr/>
              </p:nvSpPr>
              <p:spPr bwMode="auto">
                <a:xfrm>
                  <a:off x="1093788" y="0"/>
                  <a:ext cx="722312" cy="722313"/>
                </a:xfrm>
                <a:custGeom>
                  <a:avLst/>
                  <a:gdLst>
                    <a:gd name="T0" fmla="*/ 168 w 192"/>
                    <a:gd name="T1" fmla="*/ 0 h 192"/>
                    <a:gd name="T2" fmla="*/ 24 w 192"/>
                    <a:gd name="T3" fmla="*/ 0 h 192"/>
                    <a:gd name="T4" fmla="*/ 0 w 192"/>
                    <a:gd name="T5" fmla="*/ 24 h 192"/>
                    <a:gd name="T6" fmla="*/ 0 w 192"/>
                    <a:gd name="T7" fmla="*/ 168 h 192"/>
                    <a:gd name="T8" fmla="*/ 24 w 192"/>
                    <a:gd name="T9" fmla="*/ 192 h 192"/>
                    <a:gd name="T10" fmla="*/ 168 w 192"/>
                    <a:gd name="T11" fmla="*/ 192 h 192"/>
                    <a:gd name="T12" fmla="*/ 192 w 192"/>
                    <a:gd name="T13" fmla="*/ 168 h 192"/>
                    <a:gd name="T14" fmla="*/ 192 w 192"/>
                    <a:gd name="T15" fmla="*/ 24 h 192"/>
                    <a:gd name="T16" fmla="*/ 168 w 192"/>
                    <a:gd name="T17"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192">
                      <a:moveTo>
                        <a:pt x="168" y="0"/>
                      </a:moveTo>
                      <a:cubicBezTo>
                        <a:pt x="24" y="0"/>
                        <a:pt x="24" y="0"/>
                        <a:pt x="24" y="0"/>
                      </a:cubicBezTo>
                      <a:cubicBezTo>
                        <a:pt x="11" y="0"/>
                        <a:pt x="0" y="11"/>
                        <a:pt x="0" y="24"/>
                      </a:cubicBezTo>
                      <a:cubicBezTo>
                        <a:pt x="0" y="168"/>
                        <a:pt x="0" y="168"/>
                        <a:pt x="0" y="168"/>
                      </a:cubicBezTo>
                      <a:cubicBezTo>
                        <a:pt x="0" y="182"/>
                        <a:pt x="11" y="192"/>
                        <a:pt x="24" y="192"/>
                      </a:cubicBezTo>
                      <a:cubicBezTo>
                        <a:pt x="168" y="192"/>
                        <a:pt x="168" y="192"/>
                        <a:pt x="168" y="192"/>
                      </a:cubicBezTo>
                      <a:cubicBezTo>
                        <a:pt x="181" y="192"/>
                        <a:pt x="192" y="182"/>
                        <a:pt x="192" y="168"/>
                      </a:cubicBezTo>
                      <a:cubicBezTo>
                        <a:pt x="192" y="24"/>
                        <a:pt x="192" y="24"/>
                        <a:pt x="192" y="24"/>
                      </a:cubicBezTo>
                      <a:cubicBezTo>
                        <a:pt x="192" y="11"/>
                        <a:pt x="181" y="0"/>
                        <a:pt x="168"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sp>
              <p:nvSpPr>
                <p:cNvPr id="24" name="Freeform 17"/>
                <p:cNvSpPr>
                  <a:spLocks/>
                </p:cNvSpPr>
                <p:nvPr/>
              </p:nvSpPr>
              <p:spPr bwMode="auto">
                <a:xfrm>
                  <a:off x="1093788" y="1087438"/>
                  <a:ext cx="722312" cy="722313"/>
                </a:xfrm>
                <a:custGeom>
                  <a:avLst/>
                  <a:gdLst>
                    <a:gd name="T0" fmla="*/ 168 w 192"/>
                    <a:gd name="T1" fmla="*/ 0 h 192"/>
                    <a:gd name="T2" fmla="*/ 24 w 192"/>
                    <a:gd name="T3" fmla="*/ 0 h 192"/>
                    <a:gd name="T4" fmla="*/ 0 w 192"/>
                    <a:gd name="T5" fmla="*/ 24 h 192"/>
                    <a:gd name="T6" fmla="*/ 0 w 192"/>
                    <a:gd name="T7" fmla="*/ 168 h 192"/>
                    <a:gd name="T8" fmla="*/ 24 w 192"/>
                    <a:gd name="T9" fmla="*/ 192 h 192"/>
                    <a:gd name="T10" fmla="*/ 168 w 192"/>
                    <a:gd name="T11" fmla="*/ 192 h 192"/>
                    <a:gd name="T12" fmla="*/ 192 w 192"/>
                    <a:gd name="T13" fmla="*/ 168 h 192"/>
                    <a:gd name="T14" fmla="*/ 192 w 192"/>
                    <a:gd name="T15" fmla="*/ 24 h 192"/>
                    <a:gd name="T16" fmla="*/ 168 w 192"/>
                    <a:gd name="T17"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192">
                      <a:moveTo>
                        <a:pt x="168" y="0"/>
                      </a:moveTo>
                      <a:cubicBezTo>
                        <a:pt x="24" y="0"/>
                        <a:pt x="24" y="0"/>
                        <a:pt x="24" y="0"/>
                      </a:cubicBezTo>
                      <a:cubicBezTo>
                        <a:pt x="11" y="0"/>
                        <a:pt x="0" y="11"/>
                        <a:pt x="0" y="24"/>
                      </a:cubicBezTo>
                      <a:cubicBezTo>
                        <a:pt x="0" y="168"/>
                        <a:pt x="0" y="168"/>
                        <a:pt x="0" y="168"/>
                      </a:cubicBezTo>
                      <a:cubicBezTo>
                        <a:pt x="0" y="181"/>
                        <a:pt x="11" y="192"/>
                        <a:pt x="24" y="192"/>
                      </a:cubicBezTo>
                      <a:cubicBezTo>
                        <a:pt x="168" y="192"/>
                        <a:pt x="168" y="192"/>
                        <a:pt x="168" y="192"/>
                      </a:cubicBezTo>
                      <a:cubicBezTo>
                        <a:pt x="181" y="192"/>
                        <a:pt x="192" y="181"/>
                        <a:pt x="192" y="168"/>
                      </a:cubicBezTo>
                      <a:cubicBezTo>
                        <a:pt x="192" y="24"/>
                        <a:pt x="192" y="24"/>
                        <a:pt x="192" y="24"/>
                      </a:cubicBezTo>
                      <a:cubicBezTo>
                        <a:pt x="192" y="11"/>
                        <a:pt x="181" y="0"/>
                        <a:pt x="168"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sp>
              <p:nvSpPr>
                <p:cNvPr id="25" name="Freeform 18"/>
                <p:cNvSpPr>
                  <a:spLocks/>
                </p:cNvSpPr>
                <p:nvPr/>
              </p:nvSpPr>
              <p:spPr bwMode="auto">
                <a:xfrm>
                  <a:off x="1093788" y="2171700"/>
                  <a:ext cx="722312" cy="727075"/>
                </a:xfrm>
                <a:custGeom>
                  <a:avLst/>
                  <a:gdLst>
                    <a:gd name="T0" fmla="*/ 168 w 192"/>
                    <a:gd name="T1" fmla="*/ 0 h 193"/>
                    <a:gd name="T2" fmla="*/ 24 w 192"/>
                    <a:gd name="T3" fmla="*/ 0 h 193"/>
                    <a:gd name="T4" fmla="*/ 0 w 192"/>
                    <a:gd name="T5" fmla="*/ 25 h 193"/>
                    <a:gd name="T6" fmla="*/ 0 w 192"/>
                    <a:gd name="T7" fmla="*/ 169 h 193"/>
                    <a:gd name="T8" fmla="*/ 24 w 192"/>
                    <a:gd name="T9" fmla="*/ 193 h 193"/>
                    <a:gd name="T10" fmla="*/ 168 w 192"/>
                    <a:gd name="T11" fmla="*/ 193 h 193"/>
                    <a:gd name="T12" fmla="*/ 192 w 192"/>
                    <a:gd name="T13" fmla="*/ 169 h 193"/>
                    <a:gd name="T14" fmla="*/ 192 w 192"/>
                    <a:gd name="T15" fmla="*/ 25 h 193"/>
                    <a:gd name="T16" fmla="*/ 168 w 192"/>
                    <a:gd name="T17" fmla="*/ 0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193">
                      <a:moveTo>
                        <a:pt x="168" y="0"/>
                      </a:moveTo>
                      <a:cubicBezTo>
                        <a:pt x="24" y="0"/>
                        <a:pt x="24" y="0"/>
                        <a:pt x="24" y="0"/>
                      </a:cubicBezTo>
                      <a:cubicBezTo>
                        <a:pt x="11" y="0"/>
                        <a:pt x="0" y="11"/>
                        <a:pt x="0" y="25"/>
                      </a:cubicBezTo>
                      <a:cubicBezTo>
                        <a:pt x="0" y="169"/>
                        <a:pt x="0" y="169"/>
                        <a:pt x="0" y="169"/>
                      </a:cubicBezTo>
                      <a:cubicBezTo>
                        <a:pt x="0" y="182"/>
                        <a:pt x="11" y="193"/>
                        <a:pt x="24" y="193"/>
                      </a:cubicBezTo>
                      <a:cubicBezTo>
                        <a:pt x="168" y="193"/>
                        <a:pt x="168" y="193"/>
                        <a:pt x="168" y="193"/>
                      </a:cubicBezTo>
                      <a:cubicBezTo>
                        <a:pt x="181" y="193"/>
                        <a:pt x="192" y="182"/>
                        <a:pt x="192" y="169"/>
                      </a:cubicBezTo>
                      <a:cubicBezTo>
                        <a:pt x="192" y="25"/>
                        <a:pt x="192" y="25"/>
                        <a:pt x="192" y="25"/>
                      </a:cubicBezTo>
                      <a:cubicBezTo>
                        <a:pt x="192" y="11"/>
                        <a:pt x="181" y="0"/>
                        <a:pt x="168"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sp>
              <p:nvSpPr>
                <p:cNvPr id="26" name="Freeform 19"/>
                <p:cNvSpPr>
                  <a:spLocks/>
                </p:cNvSpPr>
                <p:nvPr/>
              </p:nvSpPr>
              <p:spPr bwMode="auto">
                <a:xfrm>
                  <a:off x="2181225" y="0"/>
                  <a:ext cx="723900" cy="722313"/>
                </a:xfrm>
                <a:custGeom>
                  <a:avLst/>
                  <a:gdLst>
                    <a:gd name="T0" fmla="*/ 168 w 192"/>
                    <a:gd name="T1" fmla="*/ 0 h 192"/>
                    <a:gd name="T2" fmla="*/ 24 w 192"/>
                    <a:gd name="T3" fmla="*/ 0 h 192"/>
                    <a:gd name="T4" fmla="*/ 0 w 192"/>
                    <a:gd name="T5" fmla="*/ 24 h 192"/>
                    <a:gd name="T6" fmla="*/ 0 w 192"/>
                    <a:gd name="T7" fmla="*/ 168 h 192"/>
                    <a:gd name="T8" fmla="*/ 24 w 192"/>
                    <a:gd name="T9" fmla="*/ 192 h 192"/>
                    <a:gd name="T10" fmla="*/ 168 w 192"/>
                    <a:gd name="T11" fmla="*/ 192 h 192"/>
                    <a:gd name="T12" fmla="*/ 192 w 192"/>
                    <a:gd name="T13" fmla="*/ 168 h 192"/>
                    <a:gd name="T14" fmla="*/ 192 w 192"/>
                    <a:gd name="T15" fmla="*/ 24 h 192"/>
                    <a:gd name="T16" fmla="*/ 168 w 192"/>
                    <a:gd name="T17"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192">
                      <a:moveTo>
                        <a:pt x="168" y="0"/>
                      </a:moveTo>
                      <a:cubicBezTo>
                        <a:pt x="24" y="0"/>
                        <a:pt x="24" y="0"/>
                        <a:pt x="24" y="0"/>
                      </a:cubicBezTo>
                      <a:cubicBezTo>
                        <a:pt x="10" y="0"/>
                        <a:pt x="0" y="11"/>
                        <a:pt x="0" y="24"/>
                      </a:cubicBezTo>
                      <a:cubicBezTo>
                        <a:pt x="0" y="168"/>
                        <a:pt x="0" y="168"/>
                        <a:pt x="0" y="168"/>
                      </a:cubicBezTo>
                      <a:cubicBezTo>
                        <a:pt x="0" y="182"/>
                        <a:pt x="10" y="192"/>
                        <a:pt x="24" y="192"/>
                      </a:cubicBezTo>
                      <a:cubicBezTo>
                        <a:pt x="168" y="192"/>
                        <a:pt x="168" y="192"/>
                        <a:pt x="168" y="192"/>
                      </a:cubicBezTo>
                      <a:cubicBezTo>
                        <a:pt x="181" y="192"/>
                        <a:pt x="192" y="182"/>
                        <a:pt x="192" y="168"/>
                      </a:cubicBezTo>
                      <a:cubicBezTo>
                        <a:pt x="192" y="24"/>
                        <a:pt x="192" y="24"/>
                        <a:pt x="192" y="24"/>
                      </a:cubicBezTo>
                      <a:cubicBezTo>
                        <a:pt x="192" y="11"/>
                        <a:pt x="181" y="0"/>
                        <a:pt x="168"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sp>
              <p:nvSpPr>
                <p:cNvPr id="27" name="Freeform 20"/>
                <p:cNvSpPr>
                  <a:spLocks/>
                </p:cNvSpPr>
                <p:nvPr/>
              </p:nvSpPr>
              <p:spPr bwMode="auto">
                <a:xfrm>
                  <a:off x="2181225" y="1087438"/>
                  <a:ext cx="723900" cy="722313"/>
                </a:xfrm>
                <a:custGeom>
                  <a:avLst/>
                  <a:gdLst>
                    <a:gd name="T0" fmla="*/ 168 w 192"/>
                    <a:gd name="T1" fmla="*/ 0 h 192"/>
                    <a:gd name="T2" fmla="*/ 24 w 192"/>
                    <a:gd name="T3" fmla="*/ 0 h 192"/>
                    <a:gd name="T4" fmla="*/ 0 w 192"/>
                    <a:gd name="T5" fmla="*/ 24 h 192"/>
                    <a:gd name="T6" fmla="*/ 0 w 192"/>
                    <a:gd name="T7" fmla="*/ 168 h 192"/>
                    <a:gd name="T8" fmla="*/ 24 w 192"/>
                    <a:gd name="T9" fmla="*/ 192 h 192"/>
                    <a:gd name="T10" fmla="*/ 168 w 192"/>
                    <a:gd name="T11" fmla="*/ 192 h 192"/>
                    <a:gd name="T12" fmla="*/ 192 w 192"/>
                    <a:gd name="T13" fmla="*/ 168 h 192"/>
                    <a:gd name="T14" fmla="*/ 192 w 192"/>
                    <a:gd name="T15" fmla="*/ 24 h 192"/>
                    <a:gd name="T16" fmla="*/ 168 w 192"/>
                    <a:gd name="T17"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192">
                      <a:moveTo>
                        <a:pt x="168" y="0"/>
                      </a:moveTo>
                      <a:cubicBezTo>
                        <a:pt x="24" y="0"/>
                        <a:pt x="24" y="0"/>
                        <a:pt x="24" y="0"/>
                      </a:cubicBezTo>
                      <a:cubicBezTo>
                        <a:pt x="10" y="0"/>
                        <a:pt x="0" y="11"/>
                        <a:pt x="0" y="24"/>
                      </a:cubicBezTo>
                      <a:cubicBezTo>
                        <a:pt x="0" y="168"/>
                        <a:pt x="0" y="168"/>
                        <a:pt x="0" y="168"/>
                      </a:cubicBezTo>
                      <a:cubicBezTo>
                        <a:pt x="0" y="181"/>
                        <a:pt x="10" y="192"/>
                        <a:pt x="24" y="192"/>
                      </a:cubicBezTo>
                      <a:cubicBezTo>
                        <a:pt x="168" y="192"/>
                        <a:pt x="168" y="192"/>
                        <a:pt x="168" y="192"/>
                      </a:cubicBezTo>
                      <a:cubicBezTo>
                        <a:pt x="181" y="192"/>
                        <a:pt x="192" y="181"/>
                        <a:pt x="192" y="168"/>
                      </a:cubicBezTo>
                      <a:cubicBezTo>
                        <a:pt x="192" y="24"/>
                        <a:pt x="192" y="24"/>
                        <a:pt x="192" y="24"/>
                      </a:cubicBezTo>
                      <a:cubicBezTo>
                        <a:pt x="192" y="11"/>
                        <a:pt x="181" y="0"/>
                        <a:pt x="168"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sp>
              <p:nvSpPr>
                <p:cNvPr id="28" name="Freeform 21"/>
                <p:cNvSpPr>
                  <a:spLocks/>
                </p:cNvSpPr>
                <p:nvPr/>
              </p:nvSpPr>
              <p:spPr bwMode="auto">
                <a:xfrm>
                  <a:off x="2181225" y="2171700"/>
                  <a:ext cx="723900" cy="727075"/>
                </a:xfrm>
                <a:custGeom>
                  <a:avLst/>
                  <a:gdLst>
                    <a:gd name="T0" fmla="*/ 168 w 192"/>
                    <a:gd name="T1" fmla="*/ 0 h 193"/>
                    <a:gd name="T2" fmla="*/ 24 w 192"/>
                    <a:gd name="T3" fmla="*/ 0 h 193"/>
                    <a:gd name="T4" fmla="*/ 0 w 192"/>
                    <a:gd name="T5" fmla="*/ 25 h 193"/>
                    <a:gd name="T6" fmla="*/ 0 w 192"/>
                    <a:gd name="T7" fmla="*/ 169 h 193"/>
                    <a:gd name="T8" fmla="*/ 24 w 192"/>
                    <a:gd name="T9" fmla="*/ 193 h 193"/>
                    <a:gd name="T10" fmla="*/ 168 w 192"/>
                    <a:gd name="T11" fmla="*/ 193 h 193"/>
                    <a:gd name="T12" fmla="*/ 192 w 192"/>
                    <a:gd name="T13" fmla="*/ 169 h 193"/>
                    <a:gd name="T14" fmla="*/ 192 w 192"/>
                    <a:gd name="T15" fmla="*/ 25 h 193"/>
                    <a:gd name="T16" fmla="*/ 168 w 192"/>
                    <a:gd name="T17" fmla="*/ 0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193">
                      <a:moveTo>
                        <a:pt x="168" y="0"/>
                      </a:moveTo>
                      <a:cubicBezTo>
                        <a:pt x="24" y="0"/>
                        <a:pt x="24" y="0"/>
                        <a:pt x="24" y="0"/>
                      </a:cubicBezTo>
                      <a:cubicBezTo>
                        <a:pt x="10" y="0"/>
                        <a:pt x="0" y="11"/>
                        <a:pt x="0" y="25"/>
                      </a:cubicBezTo>
                      <a:cubicBezTo>
                        <a:pt x="0" y="169"/>
                        <a:pt x="0" y="169"/>
                        <a:pt x="0" y="169"/>
                      </a:cubicBezTo>
                      <a:cubicBezTo>
                        <a:pt x="0" y="182"/>
                        <a:pt x="10" y="193"/>
                        <a:pt x="24" y="193"/>
                      </a:cubicBezTo>
                      <a:cubicBezTo>
                        <a:pt x="168" y="193"/>
                        <a:pt x="168" y="193"/>
                        <a:pt x="168" y="193"/>
                      </a:cubicBezTo>
                      <a:cubicBezTo>
                        <a:pt x="181" y="193"/>
                        <a:pt x="192" y="182"/>
                        <a:pt x="192" y="169"/>
                      </a:cubicBezTo>
                      <a:cubicBezTo>
                        <a:pt x="192" y="25"/>
                        <a:pt x="192" y="25"/>
                        <a:pt x="192" y="25"/>
                      </a:cubicBezTo>
                      <a:cubicBezTo>
                        <a:pt x="192" y="11"/>
                        <a:pt x="181" y="0"/>
                        <a:pt x="168"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grpSp>
          <p:sp>
            <p:nvSpPr>
              <p:cNvPr id="18" name="Freeform 25"/>
              <p:cNvSpPr>
                <a:spLocks/>
              </p:cNvSpPr>
              <p:nvPr/>
            </p:nvSpPr>
            <p:spPr bwMode="auto">
              <a:xfrm rot="5400000">
                <a:off x="7497092" y="3115886"/>
                <a:ext cx="146921" cy="128651"/>
              </a:xfrm>
              <a:custGeom>
                <a:avLst/>
                <a:gdLst>
                  <a:gd name="T0" fmla="*/ 504 w 896"/>
                  <a:gd name="T1" fmla="*/ 0 h 784"/>
                  <a:gd name="T2" fmla="*/ 116 w 896"/>
                  <a:gd name="T3" fmla="*/ 336 h 784"/>
                  <a:gd name="T4" fmla="*/ 0 w 896"/>
                  <a:gd name="T5" fmla="*/ 336 h 784"/>
                  <a:gd name="T6" fmla="*/ 168 w 896"/>
                  <a:gd name="T7" fmla="*/ 560 h 784"/>
                  <a:gd name="T8" fmla="*/ 336 w 896"/>
                  <a:gd name="T9" fmla="*/ 336 h 784"/>
                  <a:gd name="T10" fmla="*/ 230 w 896"/>
                  <a:gd name="T11" fmla="*/ 336 h 784"/>
                  <a:gd name="T12" fmla="*/ 504 w 896"/>
                  <a:gd name="T13" fmla="*/ 112 h 784"/>
                  <a:gd name="T14" fmla="*/ 784 w 896"/>
                  <a:gd name="T15" fmla="*/ 392 h 784"/>
                  <a:gd name="T16" fmla="*/ 504 w 896"/>
                  <a:gd name="T17" fmla="*/ 672 h 784"/>
                  <a:gd name="T18" fmla="*/ 504 w 896"/>
                  <a:gd name="T19" fmla="*/ 784 h 784"/>
                  <a:gd name="T20" fmla="*/ 896 w 896"/>
                  <a:gd name="T21" fmla="*/ 392 h 784"/>
                  <a:gd name="T22" fmla="*/ 504 w 896"/>
                  <a:gd name="T23" fmla="*/ 0 h 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96" h="784">
                    <a:moveTo>
                      <a:pt x="504" y="0"/>
                    </a:moveTo>
                    <a:cubicBezTo>
                      <a:pt x="307" y="0"/>
                      <a:pt x="144" y="146"/>
                      <a:pt x="116" y="336"/>
                    </a:cubicBezTo>
                    <a:cubicBezTo>
                      <a:pt x="0" y="336"/>
                      <a:pt x="0" y="336"/>
                      <a:pt x="0" y="336"/>
                    </a:cubicBezTo>
                    <a:cubicBezTo>
                      <a:pt x="168" y="560"/>
                      <a:pt x="168" y="560"/>
                      <a:pt x="168" y="560"/>
                    </a:cubicBezTo>
                    <a:cubicBezTo>
                      <a:pt x="336" y="336"/>
                      <a:pt x="336" y="336"/>
                      <a:pt x="336" y="336"/>
                    </a:cubicBezTo>
                    <a:cubicBezTo>
                      <a:pt x="230" y="336"/>
                      <a:pt x="230" y="336"/>
                      <a:pt x="230" y="336"/>
                    </a:cubicBezTo>
                    <a:cubicBezTo>
                      <a:pt x="256" y="208"/>
                      <a:pt x="369" y="112"/>
                      <a:pt x="504" y="112"/>
                    </a:cubicBezTo>
                    <a:cubicBezTo>
                      <a:pt x="658" y="112"/>
                      <a:pt x="784" y="238"/>
                      <a:pt x="784" y="392"/>
                    </a:cubicBezTo>
                    <a:cubicBezTo>
                      <a:pt x="784" y="546"/>
                      <a:pt x="658" y="672"/>
                      <a:pt x="504" y="672"/>
                    </a:cubicBezTo>
                    <a:cubicBezTo>
                      <a:pt x="504" y="784"/>
                      <a:pt x="504" y="784"/>
                      <a:pt x="504" y="784"/>
                    </a:cubicBezTo>
                    <a:cubicBezTo>
                      <a:pt x="721" y="784"/>
                      <a:pt x="896" y="609"/>
                      <a:pt x="896" y="392"/>
                    </a:cubicBezTo>
                    <a:cubicBezTo>
                      <a:pt x="896" y="175"/>
                      <a:pt x="721" y="0"/>
                      <a:pt x="504" y="0"/>
                    </a:cubicBezTo>
                    <a:close/>
                  </a:path>
                </a:pathLst>
              </a:custGeom>
              <a:solidFill>
                <a:schemeClr val="bg1">
                  <a:lumMod val="5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sp>
            <p:nvSpPr>
              <p:cNvPr id="19" name="Oval 6"/>
              <p:cNvSpPr>
                <a:spLocks/>
              </p:cNvSpPr>
              <p:nvPr/>
            </p:nvSpPr>
            <p:spPr bwMode="auto">
              <a:xfrm>
                <a:off x="1655635" y="2814331"/>
                <a:ext cx="95903" cy="95276"/>
              </a:xfrm>
              <a:prstGeom prst="ellipse">
                <a:avLst/>
              </a:prstGeom>
              <a:solidFill>
                <a:schemeClr val="accent5"/>
              </a:solidFill>
              <a:ln w="25400" cap="flat">
                <a:noFill/>
                <a:prstDash val="solid"/>
                <a:miter lim="800000"/>
                <a:headEnd type="none" w="med" len="med"/>
                <a:tailEnd type="none" w="med" len="med"/>
              </a:ln>
            </p:spPr>
            <p:txBody>
              <a:bodyPr lIns="0" tIns="0" rIns="0" bIns="0"/>
              <a:lstStyle/>
              <a:p>
                <a:pPr fontAlgn="auto">
                  <a:spcBef>
                    <a:spcPts val="0"/>
                  </a:spcBef>
                  <a:spcAft>
                    <a:spcPts val="0"/>
                  </a:spcAft>
                </a:pPr>
                <a:endParaRPr lang="id-ID">
                  <a:solidFill>
                    <a:prstClr val="black"/>
                  </a:solidFill>
                  <a:latin typeface="Roboto Lt"/>
                  <a:cs typeface="+mn-cs"/>
                </a:endParaRPr>
              </a:p>
            </p:txBody>
          </p:sp>
        </p:grpSp>
        <p:sp>
          <p:nvSpPr>
            <p:cNvPr id="8" name="TextBox 7"/>
            <p:cNvSpPr txBox="1"/>
            <p:nvPr/>
          </p:nvSpPr>
          <p:spPr>
            <a:xfrm>
              <a:off x="2353072" y="3063038"/>
              <a:ext cx="1372295" cy="223997"/>
            </a:xfrm>
            <a:prstGeom prst="rect">
              <a:avLst/>
            </a:prstGeom>
            <a:noFill/>
          </p:spPr>
          <p:txBody>
            <a:bodyPr wrap="none" rtlCol="0">
              <a:spAutoFit/>
            </a:bodyPr>
            <a:lstStyle/>
            <a:p>
              <a:pPr fontAlgn="auto">
                <a:spcBef>
                  <a:spcPts val="0"/>
                </a:spcBef>
                <a:spcAft>
                  <a:spcPts val="0"/>
                </a:spcAft>
              </a:pPr>
              <a:r>
                <a:rPr lang="id-ID" sz="900" dirty="0" smtClean="0">
                  <a:solidFill>
                    <a:prstClr val="white">
                      <a:lumMod val="65000"/>
                    </a:prstClr>
                  </a:solidFill>
                  <a:latin typeface="Roboto"/>
                  <a:cs typeface="+mn-cs"/>
                </a:rPr>
                <a:t>www.designcorner.com</a:t>
              </a:r>
              <a:endParaRPr lang="id-ID" sz="900" dirty="0">
                <a:solidFill>
                  <a:prstClr val="white">
                    <a:lumMod val="65000"/>
                  </a:prstClr>
                </a:solidFill>
                <a:latin typeface="Roboto"/>
                <a:cs typeface="+mn-cs"/>
              </a:endParaRPr>
            </a:p>
          </p:txBody>
        </p:sp>
      </p:grpSp>
      <p:sp>
        <p:nvSpPr>
          <p:cNvPr id="29"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0"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31"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32" name="Picture Placeholder 30"/>
          <p:cNvSpPr>
            <a:spLocks noGrp="1"/>
          </p:cNvSpPr>
          <p:nvPr>
            <p:ph type="pic" sz="quarter" idx="36" hasCustomPrompt="1"/>
          </p:nvPr>
        </p:nvSpPr>
        <p:spPr>
          <a:xfrm>
            <a:off x="-1" y="3411787"/>
            <a:ext cx="6136175" cy="3446213"/>
          </a:xfrm>
          <a:solidFill>
            <a:schemeClr val="bg1">
              <a:lumMod val="85000"/>
            </a:schemeClr>
          </a:solidFill>
        </p:spPr>
        <p:txBody>
          <a:bodyPr/>
          <a:lstStyle>
            <a:lvl1pPr>
              <a:defRPr/>
            </a:lvl1pPr>
          </a:lstStyle>
          <a:p>
            <a:r>
              <a:rPr lang="id-ID" dirty="0" smtClean="0"/>
              <a:t>Pic here</a:t>
            </a:r>
            <a:endParaRPr lang="en-AU" dirty="0"/>
          </a:p>
        </p:txBody>
      </p:sp>
    </p:spTree>
    <p:extLst>
      <p:ext uri="{BB962C8B-B14F-4D97-AF65-F5344CB8AC3E}">
        <p14:creationId xmlns:p14="http://schemas.microsoft.com/office/powerpoint/2010/main" val="354504644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100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30">
                                            <p:txEl>
                                              <p:pRg st="0" end="0"/>
                                            </p:txEl>
                                          </p:spTgt>
                                        </p:tgtEl>
                                        <p:attrNameLst>
                                          <p:attrName>style.visibility</p:attrName>
                                        </p:attrNameLst>
                                      </p:cBhvr>
                                      <p:to>
                                        <p:strVal val="visible"/>
                                      </p:to>
                                    </p:set>
                                    <p:animEffect transition="in" filter="fade">
                                      <p:cBhvr>
                                        <p:cTn id="7" dur="500"/>
                                        <p:tgtEl>
                                          <p:spTgt spid="30">
                                            <p:txEl>
                                              <p:pRg st="0" end="0"/>
                                            </p:txEl>
                                          </p:spTgt>
                                        </p:tgtEl>
                                      </p:cBhvr>
                                    </p:animEffect>
                                  </p:childTnLst>
                                </p:cTn>
                              </p:par>
                            </p:childTnLst>
                          </p:cTn>
                        </p:par>
                        <p:par>
                          <p:cTn id="8" fill="hold">
                            <p:stCondLst>
                              <p:cond delay="1500"/>
                            </p:stCondLst>
                            <p:childTnLst>
                              <p:par>
                                <p:cTn id="9" presetID="10" presetClass="entr" presetSubtype="0" fill="hold" grpId="0" nodeType="afterEffect">
                                  <p:stCondLst>
                                    <p:cond delay="0"/>
                                  </p:stCondLst>
                                  <p:childTnLst>
                                    <p:set>
                                      <p:cBhvr>
                                        <p:cTn id="10" dur="1" fill="hold">
                                          <p:stCondLst>
                                            <p:cond delay="0"/>
                                          </p:stCondLst>
                                        </p:cTn>
                                        <p:tgtEl>
                                          <p:spTgt spid="29"/>
                                        </p:tgtEl>
                                        <p:attrNameLst>
                                          <p:attrName>style.visibility</p:attrName>
                                        </p:attrNameLst>
                                      </p:cBhvr>
                                      <p:to>
                                        <p:strVal val="visible"/>
                                      </p:to>
                                    </p:set>
                                    <p:animEffect transition="in" filter="fade">
                                      <p:cBhvr>
                                        <p:cTn id="11" dur="500"/>
                                        <p:tgtEl>
                                          <p:spTgt spid="29"/>
                                        </p:tgtEl>
                                      </p:cBhvr>
                                    </p:animEffect>
                                  </p:childTnLst>
                                </p:cTn>
                              </p:par>
                            </p:childTnLst>
                          </p:cTn>
                        </p:par>
                        <p:par>
                          <p:cTn id="12" fill="hold">
                            <p:stCondLst>
                              <p:cond delay="2000"/>
                            </p:stCondLst>
                            <p:childTnLst>
                              <p:par>
                                <p:cTn id="13" presetID="42" presetClass="entr" presetSubtype="0" fill="hold" grpId="0" nodeType="afterEffect">
                                  <p:stCondLst>
                                    <p:cond delay="0"/>
                                  </p:stCondLst>
                                  <p:childTnLst>
                                    <p:set>
                                      <p:cBhvr>
                                        <p:cTn id="14" dur="1" fill="hold">
                                          <p:stCondLst>
                                            <p:cond delay="0"/>
                                          </p:stCondLst>
                                        </p:cTn>
                                        <p:tgtEl>
                                          <p:spTgt spid="31">
                                            <p:txEl>
                                              <p:pRg st="0" end="0"/>
                                            </p:txEl>
                                          </p:spTgt>
                                        </p:tgtEl>
                                        <p:attrNameLst>
                                          <p:attrName>style.visibility</p:attrName>
                                        </p:attrNameLst>
                                      </p:cBhvr>
                                      <p:to>
                                        <p:strVal val="visible"/>
                                      </p:to>
                                    </p:set>
                                    <p:animEffect transition="in" filter="fade">
                                      <p:cBhvr>
                                        <p:cTn id="15" dur="500"/>
                                        <p:tgtEl>
                                          <p:spTgt spid="31">
                                            <p:txEl>
                                              <p:pRg st="0" end="0"/>
                                            </p:txEl>
                                          </p:spTgt>
                                        </p:tgtEl>
                                      </p:cBhvr>
                                    </p:animEffect>
                                    <p:anim calcmode="lin" valueType="num">
                                      <p:cBhvr>
                                        <p:cTn id="16" dur="500" fill="hold"/>
                                        <p:tgtEl>
                                          <p:spTgt spid="31">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31">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2500"/>
                            </p:stCondLst>
                            <p:childTnLst>
                              <p:par>
                                <p:cTn id="19" presetID="42" presetClass="entr" presetSubtype="0" fill="hold" nodeType="afterEffect">
                                  <p:stCondLst>
                                    <p:cond delay="0"/>
                                  </p:stCondLst>
                                  <p:childTnLst>
                                    <p:set>
                                      <p:cBhvr>
                                        <p:cTn id="20" dur="1" fill="hold">
                                          <p:stCondLst>
                                            <p:cond delay="0"/>
                                          </p:stCondLst>
                                        </p:cTn>
                                        <p:tgtEl>
                                          <p:spTgt spid="6"/>
                                        </p:tgtEl>
                                        <p:attrNameLst>
                                          <p:attrName>style.visibility</p:attrName>
                                        </p:attrNameLst>
                                      </p:cBhvr>
                                      <p:to>
                                        <p:strVal val="visible"/>
                                      </p:to>
                                    </p:set>
                                    <p:animEffect transition="in" filter="fade">
                                      <p:cBhvr>
                                        <p:cTn id="21" dur="1000"/>
                                        <p:tgtEl>
                                          <p:spTgt spid="6"/>
                                        </p:tgtEl>
                                      </p:cBhvr>
                                    </p:animEffect>
                                    <p:anim calcmode="lin" valueType="num">
                                      <p:cBhvr>
                                        <p:cTn id="22" dur="1000" fill="hold"/>
                                        <p:tgtEl>
                                          <p:spTgt spid="6"/>
                                        </p:tgtEl>
                                        <p:attrNameLst>
                                          <p:attrName>ppt_x</p:attrName>
                                        </p:attrNameLst>
                                      </p:cBhvr>
                                      <p:tavLst>
                                        <p:tav tm="0">
                                          <p:val>
                                            <p:strVal val="#ppt_x"/>
                                          </p:val>
                                        </p:tav>
                                        <p:tav tm="100000">
                                          <p:val>
                                            <p:strVal val="#ppt_x"/>
                                          </p:val>
                                        </p:tav>
                                      </p:tavLst>
                                    </p:anim>
                                    <p:anim calcmode="lin" valueType="num">
                                      <p:cBhvr>
                                        <p:cTn id="23" dur="1000" fill="hold"/>
                                        <p:tgtEl>
                                          <p:spTgt spid="6"/>
                                        </p:tgtEl>
                                        <p:attrNameLst>
                                          <p:attrName>ppt_y</p:attrName>
                                        </p:attrNameLst>
                                      </p:cBhvr>
                                      <p:tavLst>
                                        <p:tav tm="0">
                                          <p:val>
                                            <p:strVal val="#ppt_y+.1"/>
                                          </p:val>
                                        </p:tav>
                                        <p:tav tm="100000">
                                          <p:val>
                                            <p:strVal val="#ppt_y"/>
                                          </p:val>
                                        </p:tav>
                                      </p:tavLst>
                                    </p:anim>
                                  </p:childTnLst>
                                </p:cTn>
                              </p:par>
                            </p:childTnLst>
                          </p:cTn>
                        </p:par>
                        <p:par>
                          <p:cTn id="24" fill="hold">
                            <p:stCondLst>
                              <p:cond delay="3500"/>
                            </p:stCondLst>
                            <p:childTnLst>
                              <p:par>
                                <p:cTn id="25" presetID="42" presetClass="entr" presetSubtype="0" fill="hold" grpId="0" nodeType="afterEffect">
                                  <p:stCondLst>
                                    <p:cond delay="0"/>
                                  </p:stCondLst>
                                  <p:childTnLst>
                                    <p:set>
                                      <p:cBhvr>
                                        <p:cTn id="26" dur="1" fill="hold">
                                          <p:stCondLst>
                                            <p:cond delay="0"/>
                                          </p:stCondLst>
                                        </p:cTn>
                                        <p:tgtEl>
                                          <p:spTgt spid="32"/>
                                        </p:tgtEl>
                                        <p:attrNameLst>
                                          <p:attrName>style.visibility</p:attrName>
                                        </p:attrNameLst>
                                      </p:cBhvr>
                                      <p:to>
                                        <p:strVal val="visible"/>
                                      </p:to>
                                    </p:set>
                                    <p:animEffect transition="in" filter="fade">
                                      <p:cBhvr>
                                        <p:cTn id="27" dur="500"/>
                                        <p:tgtEl>
                                          <p:spTgt spid="32"/>
                                        </p:tgtEl>
                                      </p:cBhvr>
                                    </p:animEffect>
                                    <p:anim calcmode="lin" valueType="num">
                                      <p:cBhvr>
                                        <p:cTn id="28" dur="500" fill="hold"/>
                                        <p:tgtEl>
                                          <p:spTgt spid="32"/>
                                        </p:tgtEl>
                                        <p:attrNameLst>
                                          <p:attrName>ppt_x</p:attrName>
                                        </p:attrNameLst>
                                      </p:cBhvr>
                                      <p:tavLst>
                                        <p:tav tm="0">
                                          <p:val>
                                            <p:strVal val="#ppt_x"/>
                                          </p:val>
                                        </p:tav>
                                        <p:tav tm="100000">
                                          <p:val>
                                            <p:strVal val="#ppt_x"/>
                                          </p:val>
                                        </p:tav>
                                      </p:tavLst>
                                    </p:anim>
                                    <p:anim calcmode="lin" valueType="num">
                                      <p:cBhvr>
                                        <p:cTn id="29" dur="500" fill="hold"/>
                                        <p:tgtEl>
                                          <p:spTgt spid="3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p:bldP spid="30"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30"/>
                        </p:tgtEl>
                        <p:attrNameLst>
                          <p:attrName>style.visibility</p:attrName>
                        </p:attrNameLst>
                      </p:cBhvr>
                      <p:to>
                        <p:strVal val="visible"/>
                      </p:to>
                    </p:set>
                    <p:animEffect transition="in" filter="fade">
                      <p:cBhvr>
                        <p:cTn dur="500"/>
                        <p:tgtEl>
                          <p:spTgt spid="30"/>
                        </p:tgtEl>
                      </p:cBhvr>
                    </p:animEffect>
                  </p:childTnLst>
                </p:cTn>
              </p:par>
            </p:tnLst>
          </p:tmpl>
        </p:tmplLst>
      </p:bldP>
      <p:bldP spid="31" grpId="0" build="p">
        <p:tmplLst>
          <p:tmpl lvl="1">
            <p:tnLst>
              <p:par>
                <p:cTn presetID="42" presetClass="entr" presetSubtype="0" fill="hold" nodeType="afterEffect">
                  <p:stCondLst>
                    <p:cond delay="0"/>
                  </p:stCondLst>
                  <p:childTnLst>
                    <p:set>
                      <p:cBhvr>
                        <p:cTn dur="1" fill="hold">
                          <p:stCondLst>
                            <p:cond delay="0"/>
                          </p:stCondLst>
                        </p:cTn>
                        <p:tgtEl>
                          <p:spTgt spid="31"/>
                        </p:tgtEl>
                        <p:attrNameLst>
                          <p:attrName>style.visibility</p:attrName>
                        </p:attrNameLst>
                      </p:cBhvr>
                      <p:to>
                        <p:strVal val="visible"/>
                      </p:to>
                    </p:set>
                    <p:animEffect transition="in" filter="fade">
                      <p:cBhvr>
                        <p:cTn dur="500"/>
                        <p:tgtEl>
                          <p:spTgt spid="31"/>
                        </p:tgtEl>
                      </p:cBhvr>
                    </p:animEffect>
                    <p:anim calcmode="lin" valueType="num">
                      <p:cBhvr>
                        <p:cTn dur="500" fill="hold"/>
                        <p:tgtEl>
                          <p:spTgt spid="31"/>
                        </p:tgtEl>
                        <p:attrNameLst>
                          <p:attrName>ppt_x</p:attrName>
                        </p:attrNameLst>
                      </p:cBhvr>
                      <p:tavLst>
                        <p:tav tm="0">
                          <p:val>
                            <p:strVal val="#ppt_x"/>
                          </p:val>
                        </p:tav>
                        <p:tav tm="100000">
                          <p:val>
                            <p:strVal val="#ppt_x"/>
                          </p:val>
                        </p:tav>
                      </p:tavLst>
                    </p:anim>
                    <p:anim calcmode="lin" valueType="num">
                      <p:cBhvr>
                        <p:cTn dur="500" fill="hold"/>
                        <p:tgtEl>
                          <p:spTgt spid="31"/>
                        </p:tgtEl>
                        <p:attrNameLst>
                          <p:attrName>ppt_y</p:attrName>
                        </p:attrNameLst>
                      </p:cBhvr>
                      <p:tavLst>
                        <p:tav tm="0">
                          <p:val>
                            <p:strVal val="#ppt_y+.1"/>
                          </p:val>
                        </p:tav>
                        <p:tav tm="100000">
                          <p:val>
                            <p:strVal val="#ppt_y"/>
                          </p:val>
                        </p:tav>
                      </p:tavLst>
                    </p:anim>
                  </p:childTnLst>
                </p:cTn>
              </p:par>
            </p:tnLst>
          </p:tmpl>
        </p:tmplLst>
      </p:bldP>
      <p:bldP spid="32" grpId="0" animBg="1"/>
    </p:bldLst>
  </p:timing>
</p:sldLayout>
</file>

<file path=ppt/slideLayouts/slideLayout792.xml><?xml version="1.0" encoding="utf-8"?>
<p:sldLayout xmlns:a="http://schemas.openxmlformats.org/drawingml/2006/main" xmlns:r="http://schemas.openxmlformats.org/officeDocument/2006/relationships" xmlns:p="http://schemas.openxmlformats.org/presentationml/2006/main" preserve="1" userDrawn="1">
  <p:cSld name="21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15"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1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28" name="Picture Placeholder 30"/>
          <p:cNvSpPr>
            <a:spLocks noGrp="1"/>
          </p:cNvSpPr>
          <p:nvPr>
            <p:ph type="pic" sz="quarter" idx="36" hasCustomPrompt="1"/>
          </p:nvPr>
        </p:nvSpPr>
        <p:spPr>
          <a:xfrm>
            <a:off x="1" y="2071466"/>
            <a:ext cx="4038600" cy="2393267"/>
          </a:xfrm>
          <a:solidFill>
            <a:schemeClr val="bg1">
              <a:lumMod val="85000"/>
            </a:schemeClr>
          </a:solidFill>
        </p:spPr>
        <p:txBody>
          <a:bodyPr/>
          <a:lstStyle>
            <a:lvl1pPr>
              <a:defRPr/>
            </a:lvl1pPr>
          </a:lstStyle>
          <a:p>
            <a:r>
              <a:rPr lang="id-ID" dirty="0" smtClean="0"/>
              <a:t>Pic here</a:t>
            </a:r>
            <a:endParaRPr lang="en-AU" dirty="0"/>
          </a:p>
        </p:txBody>
      </p:sp>
      <p:sp>
        <p:nvSpPr>
          <p:cNvPr id="29" name="Picture Placeholder 30"/>
          <p:cNvSpPr>
            <a:spLocks noGrp="1"/>
          </p:cNvSpPr>
          <p:nvPr>
            <p:ph type="pic" sz="quarter" idx="37" hasCustomPrompt="1"/>
          </p:nvPr>
        </p:nvSpPr>
        <p:spPr>
          <a:xfrm>
            <a:off x="0" y="4464733"/>
            <a:ext cx="4038600" cy="2393267"/>
          </a:xfrm>
          <a:solidFill>
            <a:schemeClr val="bg1">
              <a:lumMod val="85000"/>
            </a:schemeClr>
          </a:solidFill>
        </p:spPr>
        <p:txBody>
          <a:bodyPr/>
          <a:lstStyle>
            <a:lvl1pPr>
              <a:defRPr/>
            </a:lvl1pPr>
          </a:lstStyle>
          <a:p>
            <a:r>
              <a:rPr lang="id-ID" dirty="0" smtClean="0"/>
              <a:t>Pic here</a:t>
            </a:r>
            <a:endParaRPr lang="en-AU" dirty="0"/>
          </a:p>
        </p:txBody>
      </p:sp>
      <p:sp>
        <p:nvSpPr>
          <p:cNvPr id="30" name="Picture Placeholder 30"/>
          <p:cNvSpPr>
            <a:spLocks noGrp="1"/>
          </p:cNvSpPr>
          <p:nvPr>
            <p:ph type="pic" sz="quarter" idx="38" hasCustomPrompt="1"/>
          </p:nvPr>
        </p:nvSpPr>
        <p:spPr>
          <a:xfrm>
            <a:off x="4038600" y="2071466"/>
            <a:ext cx="4038600" cy="2393267"/>
          </a:xfrm>
          <a:solidFill>
            <a:schemeClr val="bg1">
              <a:lumMod val="85000"/>
            </a:schemeClr>
          </a:solidFill>
        </p:spPr>
        <p:txBody>
          <a:bodyPr/>
          <a:lstStyle>
            <a:lvl1pPr>
              <a:defRPr/>
            </a:lvl1pPr>
          </a:lstStyle>
          <a:p>
            <a:r>
              <a:rPr lang="id-ID" dirty="0" smtClean="0"/>
              <a:t>Pic here</a:t>
            </a:r>
            <a:endParaRPr lang="en-AU" dirty="0"/>
          </a:p>
        </p:txBody>
      </p:sp>
      <p:sp>
        <p:nvSpPr>
          <p:cNvPr id="31" name="Picture Placeholder 30"/>
          <p:cNvSpPr>
            <a:spLocks noGrp="1"/>
          </p:cNvSpPr>
          <p:nvPr>
            <p:ph type="pic" sz="quarter" idx="39" hasCustomPrompt="1"/>
          </p:nvPr>
        </p:nvSpPr>
        <p:spPr>
          <a:xfrm>
            <a:off x="4038599" y="4464733"/>
            <a:ext cx="4038600" cy="2393267"/>
          </a:xfrm>
          <a:solidFill>
            <a:schemeClr val="bg1">
              <a:lumMod val="85000"/>
            </a:schemeClr>
          </a:solidFill>
        </p:spPr>
        <p:txBody>
          <a:bodyPr/>
          <a:lstStyle>
            <a:lvl1pPr>
              <a:defRPr/>
            </a:lvl1pPr>
          </a:lstStyle>
          <a:p>
            <a:r>
              <a:rPr lang="id-ID" dirty="0" smtClean="0"/>
              <a:t>Pic here</a:t>
            </a:r>
            <a:endParaRPr lang="en-AU" dirty="0"/>
          </a:p>
        </p:txBody>
      </p:sp>
      <p:grpSp>
        <p:nvGrpSpPr>
          <p:cNvPr id="6" name="Group 5"/>
          <p:cNvGrpSpPr/>
          <p:nvPr userDrawn="1"/>
        </p:nvGrpSpPr>
        <p:grpSpPr>
          <a:xfrm>
            <a:off x="8077197" y="2071466"/>
            <a:ext cx="4114803" cy="4786534"/>
            <a:chOff x="8077197" y="2071466"/>
            <a:chExt cx="4114803" cy="3172804"/>
          </a:xfrm>
        </p:grpSpPr>
        <p:sp>
          <p:nvSpPr>
            <p:cNvPr id="2" name="Rectangle 1"/>
            <p:cNvSpPr/>
            <p:nvPr userDrawn="1"/>
          </p:nvSpPr>
          <p:spPr>
            <a:xfrm>
              <a:off x="8077199" y="2071466"/>
              <a:ext cx="4114801" cy="80236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3" name="Rectangle 32"/>
            <p:cNvSpPr/>
            <p:nvPr userDrawn="1"/>
          </p:nvSpPr>
          <p:spPr>
            <a:xfrm>
              <a:off x="8077198" y="2866917"/>
              <a:ext cx="4114801" cy="80236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4" name="Rectangle 33"/>
            <p:cNvSpPr/>
            <p:nvPr userDrawn="1"/>
          </p:nvSpPr>
          <p:spPr>
            <a:xfrm>
              <a:off x="8077197" y="3657868"/>
              <a:ext cx="4114801" cy="802363"/>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5" name="Rectangle 34"/>
            <p:cNvSpPr/>
            <p:nvPr userDrawn="1"/>
          </p:nvSpPr>
          <p:spPr>
            <a:xfrm>
              <a:off x="8077199" y="4441907"/>
              <a:ext cx="4114801" cy="80236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grpSp>
    </p:spTree>
    <p:extLst>
      <p:ext uri="{BB962C8B-B14F-4D97-AF65-F5344CB8AC3E}">
        <p14:creationId xmlns:p14="http://schemas.microsoft.com/office/powerpoint/2010/main" val="39360800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500"/>
                                        <p:tgtEl>
                                          <p:spTgt spid="15"/>
                                        </p:tgtEl>
                                      </p:cBhvr>
                                    </p:animEffect>
                                  </p:childTnLst>
                                </p:cTn>
                              </p:par>
                            </p:childTnLst>
                          </p:cTn>
                        </p:par>
                        <p:par>
                          <p:cTn id="8" fill="hold">
                            <p:stCondLst>
                              <p:cond delay="500"/>
                            </p:stCondLst>
                            <p:childTnLst>
                              <p:par>
                                <p:cTn id="9" presetID="42" presetClass="entr" presetSubtype="0" fill="hold" grpId="0" nodeType="afterEffect">
                                  <p:stCondLst>
                                    <p:cond delay="0"/>
                                  </p:stCondLst>
                                  <p:childTnLst>
                                    <p:set>
                                      <p:cBhvr>
                                        <p:cTn id="10" dur="1" fill="hold">
                                          <p:stCondLst>
                                            <p:cond delay="0"/>
                                          </p:stCondLst>
                                        </p:cTn>
                                        <p:tgtEl>
                                          <p:spTgt spid="18">
                                            <p:txEl>
                                              <p:pRg st="0" end="0"/>
                                            </p:txEl>
                                          </p:spTgt>
                                        </p:tgtEl>
                                        <p:attrNameLst>
                                          <p:attrName>style.visibility</p:attrName>
                                        </p:attrNameLst>
                                      </p:cBhvr>
                                      <p:to>
                                        <p:strVal val="visible"/>
                                      </p:to>
                                    </p:set>
                                    <p:animEffect transition="in" filter="fade">
                                      <p:cBhvr>
                                        <p:cTn id="11" dur="500"/>
                                        <p:tgtEl>
                                          <p:spTgt spid="18">
                                            <p:txEl>
                                              <p:pRg st="0" end="0"/>
                                            </p:txEl>
                                          </p:spTgt>
                                        </p:tgtEl>
                                      </p:cBhvr>
                                    </p:animEffect>
                                    <p:anim calcmode="lin" valueType="num">
                                      <p:cBhvr>
                                        <p:cTn id="12" dur="500" fill="hold"/>
                                        <p:tgtEl>
                                          <p:spTgt spid="18">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18">
                                            <p:txEl>
                                              <p:pRg st="0" end="0"/>
                                            </p:txEl>
                                          </p:spTgt>
                                        </p:tgtEl>
                                        <p:attrNameLst>
                                          <p:attrName>ppt_y</p:attrName>
                                        </p:attrNameLst>
                                      </p:cBhvr>
                                      <p:tavLst>
                                        <p:tav tm="0">
                                          <p:val>
                                            <p:strVal val="#ppt_y+.1"/>
                                          </p:val>
                                        </p:tav>
                                        <p:tav tm="100000">
                                          <p:val>
                                            <p:strVal val="#ppt_y"/>
                                          </p:val>
                                        </p:tav>
                                      </p:tavLst>
                                    </p:anim>
                                  </p:childTnLst>
                                </p:cTn>
                              </p:par>
                            </p:childTnLst>
                          </p:cTn>
                        </p:par>
                        <p:par>
                          <p:cTn id="14" fill="hold">
                            <p:stCondLst>
                              <p:cond delay="1000"/>
                            </p:stCondLst>
                            <p:childTnLst>
                              <p:par>
                                <p:cTn id="15" presetID="42" presetClass="entr" presetSubtype="0" fill="hold" grpId="0" nodeType="afterEffect">
                                  <p:stCondLst>
                                    <p:cond delay="0"/>
                                  </p:stCondLst>
                                  <p:childTnLst>
                                    <p:set>
                                      <p:cBhvr>
                                        <p:cTn id="16" dur="1" fill="hold">
                                          <p:stCondLst>
                                            <p:cond delay="0"/>
                                          </p:stCondLst>
                                        </p:cTn>
                                        <p:tgtEl>
                                          <p:spTgt spid="28"/>
                                        </p:tgtEl>
                                        <p:attrNameLst>
                                          <p:attrName>style.visibility</p:attrName>
                                        </p:attrNameLst>
                                      </p:cBhvr>
                                      <p:to>
                                        <p:strVal val="visible"/>
                                      </p:to>
                                    </p:set>
                                    <p:animEffect transition="in" filter="fade">
                                      <p:cBhvr>
                                        <p:cTn id="17" dur="500"/>
                                        <p:tgtEl>
                                          <p:spTgt spid="28"/>
                                        </p:tgtEl>
                                      </p:cBhvr>
                                    </p:animEffect>
                                    <p:anim calcmode="lin" valueType="num">
                                      <p:cBhvr>
                                        <p:cTn id="18" dur="500" fill="hold"/>
                                        <p:tgtEl>
                                          <p:spTgt spid="28"/>
                                        </p:tgtEl>
                                        <p:attrNameLst>
                                          <p:attrName>ppt_x</p:attrName>
                                        </p:attrNameLst>
                                      </p:cBhvr>
                                      <p:tavLst>
                                        <p:tav tm="0">
                                          <p:val>
                                            <p:strVal val="#ppt_x"/>
                                          </p:val>
                                        </p:tav>
                                        <p:tav tm="100000">
                                          <p:val>
                                            <p:strVal val="#ppt_x"/>
                                          </p:val>
                                        </p:tav>
                                      </p:tavLst>
                                    </p:anim>
                                    <p:anim calcmode="lin" valueType="num">
                                      <p:cBhvr>
                                        <p:cTn id="19" dur="500" fill="hold"/>
                                        <p:tgtEl>
                                          <p:spTgt spid="28"/>
                                        </p:tgtEl>
                                        <p:attrNameLst>
                                          <p:attrName>ppt_y</p:attrName>
                                        </p:attrNameLst>
                                      </p:cBhvr>
                                      <p:tavLst>
                                        <p:tav tm="0">
                                          <p:val>
                                            <p:strVal val="#ppt_y+.1"/>
                                          </p:val>
                                        </p:tav>
                                        <p:tav tm="100000">
                                          <p:val>
                                            <p:strVal val="#ppt_y"/>
                                          </p:val>
                                        </p:tav>
                                      </p:tavLst>
                                    </p:anim>
                                  </p:childTnLst>
                                </p:cTn>
                              </p:par>
                            </p:childTnLst>
                          </p:cTn>
                        </p:par>
                        <p:par>
                          <p:cTn id="20" fill="hold">
                            <p:stCondLst>
                              <p:cond delay="1500"/>
                            </p:stCondLst>
                            <p:childTnLst>
                              <p:par>
                                <p:cTn id="21" presetID="42" presetClass="entr" presetSubtype="0" fill="hold" grpId="0" nodeType="afterEffect">
                                  <p:stCondLst>
                                    <p:cond delay="0"/>
                                  </p:stCondLst>
                                  <p:childTnLst>
                                    <p:set>
                                      <p:cBhvr>
                                        <p:cTn id="22" dur="1" fill="hold">
                                          <p:stCondLst>
                                            <p:cond delay="0"/>
                                          </p:stCondLst>
                                        </p:cTn>
                                        <p:tgtEl>
                                          <p:spTgt spid="29"/>
                                        </p:tgtEl>
                                        <p:attrNameLst>
                                          <p:attrName>style.visibility</p:attrName>
                                        </p:attrNameLst>
                                      </p:cBhvr>
                                      <p:to>
                                        <p:strVal val="visible"/>
                                      </p:to>
                                    </p:set>
                                    <p:animEffect transition="in" filter="fade">
                                      <p:cBhvr>
                                        <p:cTn id="23" dur="500"/>
                                        <p:tgtEl>
                                          <p:spTgt spid="29"/>
                                        </p:tgtEl>
                                      </p:cBhvr>
                                    </p:animEffect>
                                    <p:anim calcmode="lin" valueType="num">
                                      <p:cBhvr>
                                        <p:cTn id="24" dur="500" fill="hold"/>
                                        <p:tgtEl>
                                          <p:spTgt spid="29"/>
                                        </p:tgtEl>
                                        <p:attrNameLst>
                                          <p:attrName>ppt_x</p:attrName>
                                        </p:attrNameLst>
                                      </p:cBhvr>
                                      <p:tavLst>
                                        <p:tav tm="0">
                                          <p:val>
                                            <p:strVal val="#ppt_x"/>
                                          </p:val>
                                        </p:tav>
                                        <p:tav tm="100000">
                                          <p:val>
                                            <p:strVal val="#ppt_x"/>
                                          </p:val>
                                        </p:tav>
                                      </p:tavLst>
                                    </p:anim>
                                    <p:anim calcmode="lin" valueType="num">
                                      <p:cBhvr>
                                        <p:cTn id="25" dur="500" fill="hold"/>
                                        <p:tgtEl>
                                          <p:spTgt spid="29"/>
                                        </p:tgtEl>
                                        <p:attrNameLst>
                                          <p:attrName>ppt_y</p:attrName>
                                        </p:attrNameLst>
                                      </p:cBhvr>
                                      <p:tavLst>
                                        <p:tav tm="0">
                                          <p:val>
                                            <p:strVal val="#ppt_y+.1"/>
                                          </p:val>
                                        </p:tav>
                                        <p:tav tm="100000">
                                          <p:val>
                                            <p:strVal val="#ppt_y"/>
                                          </p:val>
                                        </p:tav>
                                      </p:tavLst>
                                    </p:anim>
                                  </p:childTnLst>
                                </p:cTn>
                              </p:par>
                            </p:childTnLst>
                          </p:cTn>
                        </p:par>
                        <p:par>
                          <p:cTn id="26" fill="hold">
                            <p:stCondLst>
                              <p:cond delay="2000"/>
                            </p:stCondLst>
                            <p:childTnLst>
                              <p:par>
                                <p:cTn id="27" presetID="42" presetClass="entr" presetSubtype="0" fill="hold" grpId="0" nodeType="afterEffect">
                                  <p:stCondLst>
                                    <p:cond delay="0"/>
                                  </p:stCondLst>
                                  <p:childTnLst>
                                    <p:set>
                                      <p:cBhvr>
                                        <p:cTn id="28" dur="1" fill="hold">
                                          <p:stCondLst>
                                            <p:cond delay="0"/>
                                          </p:stCondLst>
                                        </p:cTn>
                                        <p:tgtEl>
                                          <p:spTgt spid="30"/>
                                        </p:tgtEl>
                                        <p:attrNameLst>
                                          <p:attrName>style.visibility</p:attrName>
                                        </p:attrNameLst>
                                      </p:cBhvr>
                                      <p:to>
                                        <p:strVal val="visible"/>
                                      </p:to>
                                    </p:set>
                                    <p:animEffect transition="in" filter="fade">
                                      <p:cBhvr>
                                        <p:cTn id="29" dur="500"/>
                                        <p:tgtEl>
                                          <p:spTgt spid="30"/>
                                        </p:tgtEl>
                                      </p:cBhvr>
                                    </p:animEffect>
                                    <p:anim calcmode="lin" valueType="num">
                                      <p:cBhvr>
                                        <p:cTn id="30" dur="500" fill="hold"/>
                                        <p:tgtEl>
                                          <p:spTgt spid="30"/>
                                        </p:tgtEl>
                                        <p:attrNameLst>
                                          <p:attrName>ppt_x</p:attrName>
                                        </p:attrNameLst>
                                      </p:cBhvr>
                                      <p:tavLst>
                                        <p:tav tm="0">
                                          <p:val>
                                            <p:strVal val="#ppt_x"/>
                                          </p:val>
                                        </p:tav>
                                        <p:tav tm="100000">
                                          <p:val>
                                            <p:strVal val="#ppt_x"/>
                                          </p:val>
                                        </p:tav>
                                      </p:tavLst>
                                    </p:anim>
                                    <p:anim calcmode="lin" valueType="num">
                                      <p:cBhvr>
                                        <p:cTn id="31" dur="500" fill="hold"/>
                                        <p:tgtEl>
                                          <p:spTgt spid="30"/>
                                        </p:tgtEl>
                                        <p:attrNameLst>
                                          <p:attrName>ppt_y</p:attrName>
                                        </p:attrNameLst>
                                      </p:cBhvr>
                                      <p:tavLst>
                                        <p:tav tm="0">
                                          <p:val>
                                            <p:strVal val="#ppt_y+.1"/>
                                          </p:val>
                                        </p:tav>
                                        <p:tav tm="100000">
                                          <p:val>
                                            <p:strVal val="#ppt_y"/>
                                          </p:val>
                                        </p:tav>
                                      </p:tavLst>
                                    </p:anim>
                                  </p:childTnLst>
                                </p:cTn>
                              </p:par>
                            </p:childTnLst>
                          </p:cTn>
                        </p:par>
                        <p:par>
                          <p:cTn id="32" fill="hold">
                            <p:stCondLst>
                              <p:cond delay="2500"/>
                            </p:stCondLst>
                            <p:childTnLst>
                              <p:par>
                                <p:cTn id="33" presetID="42" presetClass="entr" presetSubtype="0" fill="hold" grpId="0" nodeType="afterEffect">
                                  <p:stCondLst>
                                    <p:cond delay="0"/>
                                  </p:stCondLst>
                                  <p:childTnLst>
                                    <p:set>
                                      <p:cBhvr>
                                        <p:cTn id="34" dur="1" fill="hold">
                                          <p:stCondLst>
                                            <p:cond delay="0"/>
                                          </p:stCondLst>
                                        </p:cTn>
                                        <p:tgtEl>
                                          <p:spTgt spid="31"/>
                                        </p:tgtEl>
                                        <p:attrNameLst>
                                          <p:attrName>style.visibility</p:attrName>
                                        </p:attrNameLst>
                                      </p:cBhvr>
                                      <p:to>
                                        <p:strVal val="visible"/>
                                      </p:to>
                                    </p:set>
                                    <p:animEffect transition="in" filter="fade">
                                      <p:cBhvr>
                                        <p:cTn id="35" dur="500"/>
                                        <p:tgtEl>
                                          <p:spTgt spid="31"/>
                                        </p:tgtEl>
                                      </p:cBhvr>
                                    </p:animEffect>
                                    <p:anim calcmode="lin" valueType="num">
                                      <p:cBhvr>
                                        <p:cTn id="36" dur="500" fill="hold"/>
                                        <p:tgtEl>
                                          <p:spTgt spid="31"/>
                                        </p:tgtEl>
                                        <p:attrNameLst>
                                          <p:attrName>ppt_x</p:attrName>
                                        </p:attrNameLst>
                                      </p:cBhvr>
                                      <p:tavLst>
                                        <p:tav tm="0">
                                          <p:val>
                                            <p:strVal val="#ppt_x"/>
                                          </p:val>
                                        </p:tav>
                                        <p:tav tm="100000">
                                          <p:val>
                                            <p:strVal val="#ppt_x"/>
                                          </p:val>
                                        </p:tav>
                                      </p:tavLst>
                                    </p:anim>
                                    <p:anim calcmode="lin" valueType="num">
                                      <p:cBhvr>
                                        <p:cTn id="37" dur="500" fill="hold"/>
                                        <p:tgtEl>
                                          <p:spTgt spid="31"/>
                                        </p:tgtEl>
                                        <p:attrNameLst>
                                          <p:attrName>ppt_y</p:attrName>
                                        </p:attrNameLst>
                                      </p:cBhvr>
                                      <p:tavLst>
                                        <p:tav tm="0">
                                          <p:val>
                                            <p:strVal val="#ppt_y+.1"/>
                                          </p:val>
                                        </p:tav>
                                        <p:tav tm="100000">
                                          <p:val>
                                            <p:strVal val="#ppt_y"/>
                                          </p:val>
                                        </p:tav>
                                      </p:tavLst>
                                    </p:anim>
                                  </p:childTnLst>
                                </p:cTn>
                              </p:par>
                            </p:childTnLst>
                          </p:cTn>
                        </p:par>
                        <p:par>
                          <p:cTn id="38" fill="hold">
                            <p:stCondLst>
                              <p:cond delay="3000"/>
                            </p:stCondLst>
                            <p:childTnLst>
                              <p:par>
                                <p:cTn id="39" presetID="22" presetClass="entr" presetSubtype="8" fill="hold" nodeType="afterEffect">
                                  <p:stCondLst>
                                    <p:cond delay="0"/>
                                  </p:stCondLst>
                                  <p:childTnLst>
                                    <p:set>
                                      <p:cBhvr>
                                        <p:cTn id="40" dur="1" fill="hold">
                                          <p:stCondLst>
                                            <p:cond delay="0"/>
                                          </p:stCondLst>
                                        </p:cTn>
                                        <p:tgtEl>
                                          <p:spTgt spid="6"/>
                                        </p:tgtEl>
                                        <p:attrNameLst>
                                          <p:attrName>style.visibility</p:attrName>
                                        </p:attrNameLst>
                                      </p:cBhvr>
                                      <p:to>
                                        <p:strVal val="visible"/>
                                      </p:to>
                                    </p:set>
                                    <p:animEffect transition="in" filter="wipe(left)">
                                      <p:cBhvr>
                                        <p:cTn id="41"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18" grpId="0" build="p">
        <p:tmplLst>
          <p:tmpl lvl="1">
            <p:tnLst>
              <p:par>
                <p:cTn presetID="42" presetClass="entr" presetSubtype="0" fill="hold" nodeType="afterEffect">
                  <p:stCondLst>
                    <p:cond delay="0"/>
                  </p:stCondLst>
                  <p:childTnLst>
                    <p:set>
                      <p:cBhvr>
                        <p:cTn dur="1" fill="hold">
                          <p:stCondLst>
                            <p:cond delay="0"/>
                          </p:stCondLst>
                        </p:cTn>
                        <p:tgtEl>
                          <p:spTgt spid="18"/>
                        </p:tgtEl>
                        <p:attrNameLst>
                          <p:attrName>style.visibility</p:attrName>
                        </p:attrNameLst>
                      </p:cBhvr>
                      <p:to>
                        <p:strVal val="visible"/>
                      </p:to>
                    </p:set>
                    <p:animEffect transition="in" filter="fade">
                      <p:cBhvr>
                        <p:cTn dur="500"/>
                        <p:tgtEl>
                          <p:spTgt spid="18"/>
                        </p:tgtEl>
                      </p:cBhvr>
                    </p:animEffect>
                    <p:anim calcmode="lin" valueType="num">
                      <p:cBhvr>
                        <p:cTn dur="500" fill="hold"/>
                        <p:tgtEl>
                          <p:spTgt spid="18"/>
                        </p:tgtEl>
                        <p:attrNameLst>
                          <p:attrName>ppt_x</p:attrName>
                        </p:attrNameLst>
                      </p:cBhvr>
                      <p:tavLst>
                        <p:tav tm="0">
                          <p:val>
                            <p:strVal val="#ppt_x"/>
                          </p:val>
                        </p:tav>
                        <p:tav tm="100000">
                          <p:val>
                            <p:strVal val="#ppt_x"/>
                          </p:val>
                        </p:tav>
                      </p:tavLst>
                    </p:anim>
                    <p:anim calcmode="lin" valueType="num">
                      <p:cBhvr>
                        <p:cTn dur="500" fill="hold"/>
                        <p:tgtEl>
                          <p:spTgt spid="18"/>
                        </p:tgtEl>
                        <p:attrNameLst>
                          <p:attrName>ppt_y</p:attrName>
                        </p:attrNameLst>
                      </p:cBhvr>
                      <p:tavLst>
                        <p:tav tm="0">
                          <p:val>
                            <p:strVal val="#ppt_y+.1"/>
                          </p:val>
                        </p:tav>
                        <p:tav tm="100000">
                          <p:val>
                            <p:strVal val="#ppt_y"/>
                          </p:val>
                        </p:tav>
                      </p:tavLst>
                    </p:anim>
                  </p:childTnLst>
                </p:cTn>
              </p:par>
            </p:tnLst>
          </p:tmpl>
        </p:tmplLst>
      </p:bldP>
      <p:bldP spid="28" grpId="0" animBg="1"/>
      <p:bldP spid="29" grpId="0" animBg="1"/>
      <p:bldP spid="30" grpId="0" animBg="1"/>
      <p:bldP spid="31" grpId="0" animBg="1"/>
    </p:bldLst>
  </p:timing>
</p:sldLayout>
</file>

<file path=ppt/slideLayouts/slideLayout793.xml><?xml version="1.0" encoding="utf-8"?>
<p:sldLayout xmlns:a="http://schemas.openxmlformats.org/drawingml/2006/main" xmlns:r="http://schemas.openxmlformats.org/officeDocument/2006/relationships" xmlns:p="http://schemas.openxmlformats.org/presentationml/2006/main" preserve="1" userDrawn="1">
  <p:cSld name="19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2549236"/>
            <a:ext cx="4605193" cy="1683329"/>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8" name="Text Placeholder 2"/>
          <p:cNvSpPr>
            <a:spLocks noGrp="1"/>
          </p:cNvSpPr>
          <p:nvPr>
            <p:ph type="body" idx="1"/>
          </p:nvPr>
        </p:nvSpPr>
        <p:spPr>
          <a:xfrm>
            <a:off x="479424" y="4418436"/>
            <a:ext cx="4605193"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Tree>
    <p:extLst>
      <p:ext uri="{BB962C8B-B14F-4D97-AF65-F5344CB8AC3E}">
        <p14:creationId xmlns:p14="http://schemas.microsoft.com/office/powerpoint/2010/main" val="397570035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42" presetClass="entr" presetSubtype="0" fill="hold" grpId="0" nodeType="afterEffect">
                                  <p:stCondLst>
                                    <p:cond delay="0"/>
                                  </p:stCondLst>
                                  <p:childTnLst>
                                    <p:set>
                                      <p:cBhvr>
                                        <p:cTn id="10" dur="1" fill="hold">
                                          <p:stCondLst>
                                            <p:cond delay="0"/>
                                          </p:stCondLst>
                                        </p:cTn>
                                        <p:tgtEl>
                                          <p:spTgt spid="8">
                                            <p:txEl>
                                              <p:pRg st="0" end="0"/>
                                            </p:txEl>
                                          </p:spTgt>
                                        </p:tgtEl>
                                        <p:attrNameLst>
                                          <p:attrName>style.visibility</p:attrName>
                                        </p:attrNameLst>
                                      </p:cBhvr>
                                      <p:to>
                                        <p:strVal val="visible"/>
                                      </p:to>
                                    </p:set>
                                    <p:animEffect transition="in" filter="fade">
                                      <p:cBhvr>
                                        <p:cTn id="11" dur="500"/>
                                        <p:tgtEl>
                                          <p:spTgt spid="8">
                                            <p:txEl>
                                              <p:pRg st="0" end="0"/>
                                            </p:txEl>
                                          </p:spTgt>
                                        </p:tgtEl>
                                      </p:cBhvr>
                                    </p:animEffect>
                                    <p:anim calcmode="lin" valueType="num">
                                      <p:cBhvr>
                                        <p:cTn id="12"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79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smtClean="0"/>
              <a:t>Click to edit Master title style</a:t>
            </a:r>
            <a:endParaRPr lang="en-AU"/>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5" name="Footer Placeholder 4"/>
          <p:cNvSpPr>
            <a:spLocks noGrp="1"/>
          </p:cNvSpPr>
          <p:nvPr>
            <p:ph type="ftr" sz="quarter" idx="11"/>
          </p:nvPr>
        </p:nvSpPr>
        <p:spPr/>
        <p:txBody>
          <a:bodyPr/>
          <a:lstStyle/>
          <a:p>
            <a:endParaRPr lang="en-AU">
              <a:solidFill>
                <a:prstClr val="black">
                  <a:tint val="75000"/>
                </a:prstClr>
              </a:solidFill>
            </a:endParaRPr>
          </a:p>
        </p:txBody>
      </p:sp>
      <p:sp>
        <p:nvSpPr>
          <p:cNvPr id="6" name="Slide Number Placeholder 5"/>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205924406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79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AU"/>
          </a:p>
        </p:txBody>
      </p:sp>
      <p:sp>
        <p:nvSpPr>
          <p:cNvPr id="3" name="Content Placeholder 2"/>
          <p:cNvSpPr>
            <a:spLocks noGrp="1"/>
          </p:cNvSpPr>
          <p:nvPr>
            <p:ph sz="half" idx="1"/>
          </p:nvPr>
        </p:nvSpPr>
        <p:spPr>
          <a:xfrm>
            <a:off x="838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4" name="Content Placeholder 3"/>
          <p:cNvSpPr>
            <a:spLocks noGrp="1"/>
          </p:cNvSpPr>
          <p:nvPr>
            <p:ph sz="half" idx="2"/>
          </p:nvPr>
        </p:nvSpPr>
        <p:spPr>
          <a:xfrm>
            <a:off x="6172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5" name="Date Placeholder 4"/>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6" name="Footer Placeholder 5"/>
          <p:cNvSpPr>
            <a:spLocks noGrp="1"/>
          </p:cNvSpPr>
          <p:nvPr>
            <p:ph type="ftr" sz="quarter" idx="11"/>
          </p:nvPr>
        </p:nvSpPr>
        <p:spPr/>
        <p:txBody>
          <a:bodyPr/>
          <a:lstStyle/>
          <a:p>
            <a:endParaRPr lang="en-AU">
              <a:solidFill>
                <a:prstClr val="black">
                  <a:tint val="75000"/>
                </a:prstClr>
              </a:solidFill>
            </a:endParaRPr>
          </a:p>
        </p:txBody>
      </p:sp>
      <p:sp>
        <p:nvSpPr>
          <p:cNvPr id="7" name="Slide Number Placeholder 6"/>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350727991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79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smtClean="0"/>
              <a:t>Click to edit Master title style</a:t>
            </a:r>
            <a:endParaRPr lang="en-AU"/>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7" name="Date Placeholder 6"/>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8" name="Footer Placeholder 7"/>
          <p:cNvSpPr>
            <a:spLocks noGrp="1"/>
          </p:cNvSpPr>
          <p:nvPr>
            <p:ph type="ftr" sz="quarter" idx="11"/>
          </p:nvPr>
        </p:nvSpPr>
        <p:spPr/>
        <p:txBody>
          <a:bodyPr/>
          <a:lstStyle/>
          <a:p>
            <a:endParaRPr lang="en-AU">
              <a:solidFill>
                <a:prstClr val="black">
                  <a:tint val="75000"/>
                </a:prstClr>
              </a:solidFill>
            </a:endParaRPr>
          </a:p>
        </p:txBody>
      </p:sp>
      <p:sp>
        <p:nvSpPr>
          <p:cNvPr id="9" name="Slide Number Placeholder 8"/>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373607667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79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AU"/>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403011954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79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3" name="Footer Placeholder 2"/>
          <p:cNvSpPr>
            <a:spLocks noGrp="1"/>
          </p:cNvSpPr>
          <p:nvPr>
            <p:ph type="ftr" sz="quarter" idx="11"/>
          </p:nvPr>
        </p:nvSpPr>
        <p:spPr/>
        <p:txBody>
          <a:bodyPr/>
          <a:lstStyle/>
          <a:p>
            <a:endParaRPr lang="en-AU">
              <a:solidFill>
                <a:prstClr val="black">
                  <a:tint val="75000"/>
                </a:prstClr>
              </a:solidFill>
            </a:endParaRPr>
          </a:p>
        </p:txBody>
      </p:sp>
      <p:sp>
        <p:nvSpPr>
          <p:cNvPr id="4" name="Slide Number Placeholder 3"/>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109341041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79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AU"/>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6" name="Footer Placeholder 5"/>
          <p:cNvSpPr>
            <a:spLocks noGrp="1"/>
          </p:cNvSpPr>
          <p:nvPr>
            <p:ph type="ftr" sz="quarter" idx="11"/>
          </p:nvPr>
        </p:nvSpPr>
        <p:spPr/>
        <p:txBody>
          <a:bodyPr/>
          <a:lstStyle/>
          <a:p>
            <a:endParaRPr lang="en-AU">
              <a:solidFill>
                <a:prstClr val="black">
                  <a:tint val="75000"/>
                </a:prstClr>
              </a:solidFill>
            </a:endParaRPr>
          </a:p>
        </p:txBody>
      </p:sp>
      <p:sp>
        <p:nvSpPr>
          <p:cNvPr id="7" name="Slide Number Placeholder 6"/>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381213072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80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AU"/>
          </a:p>
        </p:txBody>
      </p:sp>
      <p:sp>
        <p:nvSpPr>
          <p:cNvPr id="3" name="Picture Placeholder 2"/>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AU"/>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6" name="Footer Placeholder 5"/>
          <p:cNvSpPr>
            <a:spLocks noGrp="1"/>
          </p:cNvSpPr>
          <p:nvPr>
            <p:ph type="ftr" sz="quarter" idx="11"/>
          </p:nvPr>
        </p:nvSpPr>
        <p:spPr/>
        <p:txBody>
          <a:bodyPr/>
          <a:lstStyle/>
          <a:p>
            <a:endParaRPr lang="en-AU">
              <a:solidFill>
                <a:prstClr val="black">
                  <a:tint val="75000"/>
                </a:prstClr>
              </a:solidFill>
            </a:endParaRPr>
          </a:p>
        </p:txBody>
      </p:sp>
      <p:sp>
        <p:nvSpPr>
          <p:cNvPr id="7" name="Slide Number Placeholder 6"/>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289156204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80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AU"/>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4" name="Date Placeholder 3"/>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5" name="Footer Placeholder 4"/>
          <p:cNvSpPr>
            <a:spLocks noGrp="1"/>
          </p:cNvSpPr>
          <p:nvPr>
            <p:ph type="ftr" sz="quarter" idx="11"/>
          </p:nvPr>
        </p:nvSpPr>
        <p:spPr/>
        <p:txBody>
          <a:bodyPr/>
          <a:lstStyle/>
          <a:p>
            <a:endParaRPr lang="en-AU">
              <a:solidFill>
                <a:prstClr val="black">
                  <a:tint val="75000"/>
                </a:prstClr>
              </a:solidFill>
            </a:endParaRPr>
          </a:p>
        </p:txBody>
      </p:sp>
      <p:sp>
        <p:nvSpPr>
          <p:cNvPr id="6" name="Slide Number Placeholder 5"/>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368757598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80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smtClean="0"/>
              <a:t>Click to edit Master title style</a:t>
            </a:r>
            <a:endParaRPr lang="en-AU"/>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4" name="Date Placeholder 3"/>
          <p:cNvSpPr>
            <a:spLocks noGrp="1"/>
          </p:cNvSpPr>
          <p:nvPr>
            <p:ph type="dt" sz="half" idx="10"/>
          </p:nvPr>
        </p:nvSpPr>
        <p:spPr/>
        <p:txBody>
          <a:bodyPr/>
          <a:lstStyle/>
          <a:p>
            <a:fld id="{268D6DD3-4DB7-4C92-9690-614E4D50F47F}" type="datetimeFigureOut">
              <a:rPr lang="en-AU" smtClean="0">
                <a:solidFill>
                  <a:prstClr val="black">
                    <a:tint val="75000"/>
                  </a:prstClr>
                </a:solidFill>
              </a:rPr>
              <a:pPr/>
              <a:t>2/09/2016</a:t>
            </a:fld>
            <a:endParaRPr lang="en-AU">
              <a:solidFill>
                <a:prstClr val="black">
                  <a:tint val="75000"/>
                </a:prstClr>
              </a:solidFill>
            </a:endParaRPr>
          </a:p>
        </p:txBody>
      </p:sp>
      <p:sp>
        <p:nvSpPr>
          <p:cNvPr id="5" name="Footer Placeholder 4"/>
          <p:cNvSpPr>
            <a:spLocks noGrp="1"/>
          </p:cNvSpPr>
          <p:nvPr>
            <p:ph type="ftr" sz="quarter" idx="11"/>
          </p:nvPr>
        </p:nvSpPr>
        <p:spPr/>
        <p:txBody>
          <a:bodyPr/>
          <a:lstStyle/>
          <a:p>
            <a:endParaRPr lang="en-AU">
              <a:solidFill>
                <a:prstClr val="black">
                  <a:tint val="75000"/>
                </a:prstClr>
              </a:solidFill>
            </a:endParaRPr>
          </a:p>
        </p:txBody>
      </p:sp>
      <p:sp>
        <p:nvSpPr>
          <p:cNvPr id="6" name="Slide Number Placeholder 5"/>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336820236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80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119778235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80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127119306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80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smtClean="0"/>
              <a:t>Click to edit Master title style</a:t>
            </a:r>
            <a:endParaRPr lang="en-US" dirty="0"/>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253287544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80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838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6172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6" name="Footer Placeholder 5"/>
          <p:cNvSpPr>
            <a:spLocks noGrp="1"/>
          </p:cNvSpPr>
          <p:nvPr>
            <p:ph type="ftr" sz="quarter" idx="11"/>
          </p:nvPr>
        </p:nvSpPr>
        <p:spPr/>
        <p:txBody>
          <a:bodyPr/>
          <a:lstStyle/>
          <a:p>
            <a:endParaRPr lang="id-ID">
              <a:solidFill>
                <a:prstClr val="black">
                  <a:tint val="75000"/>
                </a:prstClr>
              </a:solidFill>
            </a:endParaRPr>
          </a:p>
        </p:txBody>
      </p:sp>
      <p:sp>
        <p:nvSpPr>
          <p:cNvPr id="7" name="Slide Number Placeholder 6"/>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177157094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80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8" name="Footer Placeholder 7"/>
          <p:cNvSpPr>
            <a:spLocks noGrp="1"/>
          </p:cNvSpPr>
          <p:nvPr>
            <p:ph type="ftr" sz="quarter" idx="11"/>
          </p:nvPr>
        </p:nvSpPr>
        <p:spPr/>
        <p:txBody>
          <a:bodyPr/>
          <a:lstStyle/>
          <a:p>
            <a:endParaRPr lang="id-ID">
              <a:solidFill>
                <a:prstClr val="black">
                  <a:tint val="75000"/>
                </a:prstClr>
              </a:solidFill>
            </a:endParaRPr>
          </a:p>
        </p:txBody>
      </p:sp>
      <p:sp>
        <p:nvSpPr>
          <p:cNvPr id="9" name="Slide Number Placeholder 8"/>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56070684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80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Date Placeholder 2"/>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4" name="Footer Placeholder 3"/>
          <p:cNvSpPr>
            <a:spLocks noGrp="1"/>
          </p:cNvSpPr>
          <p:nvPr>
            <p:ph type="ftr" sz="quarter" idx="11"/>
          </p:nvPr>
        </p:nvSpPr>
        <p:spPr/>
        <p:txBody>
          <a:bodyPr/>
          <a:lstStyle/>
          <a:p>
            <a:endParaRPr lang="id-ID">
              <a:solidFill>
                <a:prstClr val="black">
                  <a:tint val="75000"/>
                </a:prstClr>
              </a:solidFill>
            </a:endParaRPr>
          </a:p>
        </p:txBody>
      </p:sp>
      <p:sp>
        <p:nvSpPr>
          <p:cNvPr id="5" name="Slide Number Placeholder 4"/>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170247604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80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3" name="Footer Placeholder 2"/>
          <p:cNvSpPr>
            <a:spLocks noGrp="1"/>
          </p:cNvSpPr>
          <p:nvPr>
            <p:ph type="ftr" sz="quarter" idx="11"/>
          </p:nvPr>
        </p:nvSpPr>
        <p:spPr/>
        <p:txBody>
          <a:bodyPr/>
          <a:lstStyle/>
          <a:p>
            <a:endParaRPr lang="id-ID">
              <a:solidFill>
                <a:prstClr val="black">
                  <a:tint val="75000"/>
                </a:prstClr>
              </a:solidFill>
            </a:endParaRPr>
          </a:p>
        </p:txBody>
      </p:sp>
      <p:sp>
        <p:nvSpPr>
          <p:cNvPr id="4" name="Slide Number Placeholder 3"/>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390532657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81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6" name="Footer Placeholder 5"/>
          <p:cNvSpPr>
            <a:spLocks noGrp="1"/>
          </p:cNvSpPr>
          <p:nvPr>
            <p:ph type="ftr" sz="quarter" idx="11"/>
          </p:nvPr>
        </p:nvSpPr>
        <p:spPr/>
        <p:txBody>
          <a:bodyPr/>
          <a:lstStyle/>
          <a:p>
            <a:endParaRPr lang="id-ID">
              <a:solidFill>
                <a:prstClr val="black">
                  <a:tint val="75000"/>
                </a:prstClr>
              </a:solidFill>
            </a:endParaRPr>
          </a:p>
        </p:txBody>
      </p:sp>
      <p:sp>
        <p:nvSpPr>
          <p:cNvPr id="7" name="Slide Number Placeholder 6"/>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310920210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81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5183188" y="987425"/>
            <a:ext cx="617220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6" name="Footer Placeholder 5"/>
          <p:cNvSpPr>
            <a:spLocks noGrp="1"/>
          </p:cNvSpPr>
          <p:nvPr>
            <p:ph type="ftr" sz="quarter" idx="11"/>
          </p:nvPr>
        </p:nvSpPr>
        <p:spPr/>
        <p:txBody>
          <a:bodyPr/>
          <a:lstStyle/>
          <a:p>
            <a:endParaRPr lang="id-ID">
              <a:solidFill>
                <a:prstClr val="black">
                  <a:tint val="75000"/>
                </a:prstClr>
              </a:solidFill>
            </a:endParaRPr>
          </a:p>
        </p:txBody>
      </p:sp>
      <p:sp>
        <p:nvSpPr>
          <p:cNvPr id="7" name="Slide Number Placeholder 6"/>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42724379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81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205504783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81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100581940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81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155674912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81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241904282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81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smtClean="0"/>
              <a:t>Click to edit Master title style</a:t>
            </a:r>
            <a:endParaRPr lang="en-US" dirty="0"/>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398362663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81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838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6172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6" name="Footer Placeholder 5"/>
          <p:cNvSpPr>
            <a:spLocks noGrp="1"/>
          </p:cNvSpPr>
          <p:nvPr>
            <p:ph type="ftr" sz="quarter" idx="11"/>
          </p:nvPr>
        </p:nvSpPr>
        <p:spPr/>
        <p:txBody>
          <a:bodyPr/>
          <a:lstStyle/>
          <a:p>
            <a:endParaRPr lang="id-ID">
              <a:solidFill>
                <a:prstClr val="black">
                  <a:tint val="75000"/>
                </a:prstClr>
              </a:solidFill>
            </a:endParaRPr>
          </a:p>
        </p:txBody>
      </p:sp>
      <p:sp>
        <p:nvSpPr>
          <p:cNvPr id="7" name="Slide Number Placeholder 6"/>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50822940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81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8" name="Footer Placeholder 7"/>
          <p:cNvSpPr>
            <a:spLocks noGrp="1"/>
          </p:cNvSpPr>
          <p:nvPr>
            <p:ph type="ftr" sz="quarter" idx="11"/>
          </p:nvPr>
        </p:nvSpPr>
        <p:spPr/>
        <p:txBody>
          <a:bodyPr/>
          <a:lstStyle/>
          <a:p>
            <a:endParaRPr lang="id-ID">
              <a:solidFill>
                <a:prstClr val="black">
                  <a:tint val="75000"/>
                </a:prstClr>
              </a:solidFill>
            </a:endParaRPr>
          </a:p>
        </p:txBody>
      </p:sp>
      <p:sp>
        <p:nvSpPr>
          <p:cNvPr id="9" name="Slide Number Placeholder 8"/>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135418336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81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Date Placeholder 2"/>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4" name="Footer Placeholder 3"/>
          <p:cNvSpPr>
            <a:spLocks noGrp="1"/>
          </p:cNvSpPr>
          <p:nvPr>
            <p:ph type="ftr" sz="quarter" idx="11"/>
          </p:nvPr>
        </p:nvSpPr>
        <p:spPr/>
        <p:txBody>
          <a:bodyPr/>
          <a:lstStyle/>
          <a:p>
            <a:endParaRPr lang="id-ID">
              <a:solidFill>
                <a:prstClr val="black">
                  <a:tint val="75000"/>
                </a:prstClr>
              </a:solidFill>
            </a:endParaRPr>
          </a:p>
        </p:txBody>
      </p:sp>
      <p:sp>
        <p:nvSpPr>
          <p:cNvPr id="5" name="Slide Number Placeholder 4"/>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100495699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82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3" name="Footer Placeholder 2"/>
          <p:cNvSpPr>
            <a:spLocks noGrp="1"/>
          </p:cNvSpPr>
          <p:nvPr>
            <p:ph type="ftr" sz="quarter" idx="11"/>
          </p:nvPr>
        </p:nvSpPr>
        <p:spPr/>
        <p:txBody>
          <a:bodyPr/>
          <a:lstStyle/>
          <a:p>
            <a:endParaRPr lang="id-ID">
              <a:solidFill>
                <a:prstClr val="black">
                  <a:tint val="75000"/>
                </a:prstClr>
              </a:solidFill>
            </a:endParaRPr>
          </a:p>
        </p:txBody>
      </p:sp>
      <p:sp>
        <p:nvSpPr>
          <p:cNvPr id="4" name="Slide Number Placeholder 3"/>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10661338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82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6" name="Footer Placeholder 5"/>
          <p:cNvSpPr>
            <a:spLocks noGrp="1"/>
          </p:cNvSpPr>
          <p:nvPr>
            <p:ph type="ftr" sz="quarter" idx="11"/>
          </p:nvPr>
        </p:nvSpPr>
        <p:spPr/>
        <p:txBody>
          <a:bodyPr/>
          <a:lstStyle/>
          <a:p>
            <a:endParaRPr lang="id-ID">
              <a:solidFill>
                <a:prstClr val="black">
                  <a:tint val="75000"/>
                </a:prstClr>
              </a:solidFill>
            </a:endParaRPr>
          </a:p>
        </p:txBody>
      </p:sp>
      <p:sp>
        <p:nvSpPr>
          <p:cNvPr id="7" name="Slide Number Placeholder 6"/>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272281671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82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5183188" y="987425"/>
            <a:ext cx="617220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6" name="Footer Placeholder 5"/>
          <p:cNvSpPr>
            <a:spLocks noGrp="1"/>
          </p:cNvSpPr>
          <p:nvPr>
            <p:ph type="ftr" sz="quarter" idx="11"/>
          </p:nvPr>
        </p:nvSpPr>
        <p:spPr/>
        <p:txBody>
          <a:bodyPr/>
          <a:lstStyle/>
          <a:p>
            <a:endParaRPr lang="id-ID">
              <a:solidFill>
                <a:prstClr val="black">
                  <a:tint val="75000"/>
                </a:prstClr>
              </a:solidFill>
            </a:endParaRPr>
          </a:p>
        </p:txBody>
      </p:sp>
      <p:sp>
        <p:nvSpPr>
          <p:cNvPr id="7" name="Slide Number Placeholder 6"/>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134327709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82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377658752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82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341033917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82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101740998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82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385096862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82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smtClean="0"/>
              <a:t>Click to edit Master title style</a:t>
            </a:r>
            <a:endParaRPr lang="en-US" dirty="0"/>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98753200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82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838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6172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6" name="Footer Placeholder 5"/>
          <p:cNvSpPr>
            <a:spLocks noGrp="1"/>
          </p:cNvSpPr>
          <p:nvPr>
            <p:ph type="ftr" sz="quarter" idx="11"/>
          </p:nvPr>
        </p:nvSpPr>
        <p:spPr/>
        <p:txBody>
          <a:bodyPr/>
          <a:lstStyle/>
          <a:p>
            <a:endParaRPr lang="id-ID">
              <a:solidFill>
                <a:prstClr val="black">
                  <a:tint val="75000"/>
                </a:prstClr>
              </a:solidFill>
            </a:endParaRPr>
          </a:p>
        </p:txBody>
      </p:sp>
      <p:sp>
        <p:nvSpPr>
          <p:cNvPr id="7" name="Slide Number Placeholder 6"/>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29989815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82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8" name="Footer Placeholder 7"/>
          <p:cNvSpPr>
            <a:spLocks noGrp="1"/>
          </p:cNvSpPr>
          <p:nvPr>
            <p:ph type="ftr" sz="quarter" idx="11"/>
          </p:nvPr>
        </p:nvSpPr>
        <p:spPr/>
        <p:txBody>
          <a:bodyPr/>
          <a:lstStyle/>
          <a:p>
            <a:endParaRPr lang="id-ID">
              <a:solidFill>
                <a:prstClr val="black">
                  <a:tint val="75000"/>
                </a:prstClr>
              </a:solidFill>
            </a:endParaRPr>
          </a:p>
        </p:txBody>
      </p:sp>
      <p:sp>
        <p:nvSpPr>
          <p:cNvPr id="9" name="Slide Number Placeholder 8"/>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259210981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83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Date Placeholder 2"/>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4" name="Footer Placeholder 3"/>
          <p:cNvSpPr>
            <a:spLocks noGrp="1"/>
          </p:cNvSpPr>
          <p:nvPr>
            <p:ph type="ftr" sz="quarter" idx="11"/>
          </p:nvPr>
        </p:nvSpPr>
        <p:spPr/>
        <p:txBody>
          <a:bodyPr/>
          <a:lstStyle/>
          <a:p>
            <a:endParaRPr lang="id-ID">
              <a:solidFill>
                <a:prstClr val="black">
                  <a:tint val="75000"/>
                </a:prstClr>
              </a:solidFill>
            </a:endParaRPr>
          </a:p>
        </p:txBody>
      </p:sp>
      <p:sp>
        <p:nvSpPr>
          <p:cNvPr id="5" name="Slide Number Placeholder 4"/>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422974455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83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3" name="Footer Placeholder 2"/>
          <p:cNvSpPr>
            <a:spLocks noGrp="1"/>
          </p:cNvSpPr>
          <p:nvPr>
            <p:ph type="ftr" sz="quarter" idx="11"/>
          </p:nvPr>
        </p:nvSpPr>
        <p:spPr/>
        <p:txBody>
          <a:bodyPr/>
          <a:lstStyle/>
          <a:p>
            <a:endParaRPr lang="id-ID">
              <a:solidFill>
                <a:prstClr val="black">
                  <a:tint val="75000"/>
                </a:prstClr>
              </a:solidFill>
            </a:endParaRPr>
          </a:p>
        </p:txBody>
      </p:sp>
      <p:sp>
        <p:nvSpPr>
          <p:cNvPr id="4" name="Slide Number Placeholder 3"/>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166100719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83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6" name="Footer Placeholder 5"/>
          <p:cNvSpPr>
            <a:spLocks noGrp="1"/>
          </p:cNvSpPr>
          <p:nvPr>
            <p:ph type="ftr" sz="quarter" idx="11"/>
          </p:nvPr>
        </p:nvSpPr>
        <p:spPr/>
        <p:txBody>
          <a:bodyPr/>
          <a:lstStyle/>
          <a:p>
            <a:endParaRPr lang="id-ID">
              <a:solidFill>
                <a:prstClr val="black">
                  <a:tint val="75000"/>
                </a:prstClr>
              </a:solidFill>
            </a:endParaRPr>
          </a:p>
        </p:txBody>
      </p:sp>
      <p:sp>
        <p:nvSpPr>
          <p:cNvPr id="7" name="Slide Number Placeholder 6"/>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338007336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83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5183188" y="987425"/>
            <a:ext cx="617220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6" name="Footer Placeholder 5"/>
          <p:cNvSpPr>
            <a:spLocks noGrp="1"/>
          </p:cNvSpPr>
          <p:nvPr>
            <p:ph type="ftr" sz="quarter" idx="11"/>
          </p:nvPr>
        </p:nvSpPr>
        <p:spPr/>
        <p:txBody>
          <a:bodyPr/>
          <a:lstStyle/>
          <a:p>
            <a:endParaRPr lang="id-ID">
              <a:solidFill>
                <a:prstClr val="black">
                  <a:tint val="75000"/>
                </a:prstClr>
              </a:solidFill>
            </a:endParaRPr>
          </a:p>
        </p:txBody>
      </p:sp>
      <p:sp>
        <p:nvSpPr>
          <p:cNvPr id="7" name="Slide Number Placeholder 6"/>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84146754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83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369712863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83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369455915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83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149273710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83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46863753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83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smtClean="0"/>
              <a:t>Click to edit Master title style</a:t>
            </a:r>
            <a:endParaRPr lang="en-US" dirty="0"/>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159881658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83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838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6172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6" name="Footer Placeholder 5"/>
          <p:cNvSpPr>
            <a:spLocks noGrp="1"/>
          </p:cNvSpPr>
          <p:nvPr>
            <p:ph type="ftr" sz="quarter" idx="11"/>
          </p:nvPr>
        </p:nvSpPr>
        <p:spPr/>
        <p:txBody>
          <a:bodyPr/>
          <a:lstStyle/>
          <a:p>
            <a:endParaRPr lang="id-ID">
              <a:solidFill>
                <a:prstClr val="black">
                  <a:tint val="75000"/>
                </a:prstClr>
              </a:solidFill>
            </a:endParaRPr>
          </a:p>
        </p:txBody>
      </p:sp>
      <p:sp>
        <p:nvSpPr>
          <p:cNvPr id="7" name="Slide Number Placeholder 6"/>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111239128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84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8" name="Footer Placeholder 7"/>
          <p:cNvSpPr>
            <a:spLocks noGrp="1"/>
          </p:cNvSpPr>
          <p:nvPr>
            <p:ph type="ftr" sz="quarter" idx="11"/>
          </p:nvPr>
        </p:nvSpPr>
        <p:spPr/>
        <p:txBody>
          <a:bodyPr/>
          <a:lstStyle/>
          <a:p>
            <a:endParaRPr lang="id-ID">
              <a:solidFill>
                <a:prstClr val="black">
                  <a:tint val="75000"/>
                </a:prstClr>
              </a:solidFill>
            </a:endParaRPr>
          </a:p>
        </p:txBody>
      </p:sp>
      <p:sp>
        <p:nvSpPr>
          <p:cNvPr id="9" name="Slide Number Placeholder 8"/>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329530547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84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Date Placeholder 2"/>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4" name="Footer Placeholder 3"/>
          <p:cNvSpPr>
            <a:spLocks noGrp="1"/>
          </p:cNvSpPr>
          <p:nvPr>
            <p:ph type="ftr" sz="quarter" idx="11"/>
          </p:nvPr>
        </p:nvSpPr>
        <p:spPr/>
        <p:txBody>
          <a:bodyPr/>
          <a:lstStyle/>
          <a:p>
            <a:endParaRPr lang="id-ID">
              <a:solidFill>
                <a:prstClr val="black">
                  <a:tint val="75000"/>
                </a:prstClr>
              </a:solidFill>
            </a:endParaRPr>
          </a:p>
        </p:txBody>
      </p:sp>
      <p:sp>
        <p:nvSpPr>
          <p:cNvPr id="5" name="Slide Number Placeholder 4"/>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251916836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84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3" name="Footer Placeholder 2"/>
          <p:cNvSpPr>
            <a:spLocks noGrp="1"/>
          </p:cNvSpPr>
          <p:nvPr>
            <p:ph type="ftr" sz="quarter" idx="11"/>
          </p:nvPr>
        </p:nvSpPr>
        <p:spPr/>
        <p:txBody>
          <a:bodyPr/>
          <a:lstStyle/>
          <a:p>
            <a:endParaRPr lang="id-ID">
              <a:solidFill>
                <a:prstClr val="black">
                  <a:tint val="75000"/>
                </a:prstClr>
              </a:solidFill>
            </a:endParaRPr>
          </a:p>
        </p:txBody>
      </p:sp>
      <p:sp>
        <p:nvSpPr>
          <p:cNvPr id="4" name="Slide Number Placeholder 3"/>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120645976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84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6" name="Footer Placeholder 5"/>
          <p:cNvSpPr>
            <a:spLocks noGrp="1"/>
          </p:cNvSpPr>
          <p:nvPr>
            <p:ph type="ftr" sz="quarter" idx="11"/>
          </p:nvPr>
        </p:nvSpPr>
        <p:spPr/>
        <p:txBody>
          <a:bodyPr/>
          <a:lstStyle/>
          <a:p>
            <a:endParaRPr lang="id-ID">
              <a:solidFill>
                <a:prstClr val="black">
                  <a:tint val="75000"/>
                </a:prstClr>
              </a:solidFill>
            </a:endParaRPr>
          </a:p>
        </p:txBody>
      </p:sp>
      <p:sp>
        <p:nvSpPr>
          <p:cNvPr id="7" name="Slide Number Placeholder 6"/>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185450190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84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5183188" y="987425"/>
            <a:ext cx="617220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6" name="Footer Placeholder 5"/>
          <p:cNvSpPr>
            <a:spLocks noGrp="1"/>
          </p:cNvSpPr>
          <p:nvPr>
            <p:ph type="ftr" sz="quarter" idx="11"/>
          </p:nvPr>
        </p:nvSpPr>
        <p:spPr/>
        <p:txBody>
          <a:bodyPr/>
          <a:lstStyle/>
          <a:p>
            <a:endParaRPr lang="id-ID">
              <a:solidFill>
                <a:prstClr val="black">
                  <a:tint val="75000"/>
                </a:prstClr>
              </a:solidFill>
            </a:endParaRPr>
          </a:p>
        </p:txBody>
      </p:sp>
      <p:sp>
        <p:nvSpPr>
          <p:cNvPr id="7" name="Slide Number Placeholder 6"/>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45003379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84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161739317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84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276327185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84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391494979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84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286864978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84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smtClean="0"/>
              <a:t>Click to edit Master title style</a:t>
            </a:r>
            <a:endParaRPr lang="en-US" dirty="0"/>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188625355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85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838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6172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6" name="Footer Placeholder 5"/>
          <p:cNvSpPr>
            <a:spLocks noGrp="1"/>
          </p:cNvSpPr>
          <p:nvPr>
            <p:ph type="ftr" sz="quarter" idx="11"/>
          </p:nvPr>
        </p:nvSpPr>
        <p:spPr/>
        <p:txBody>
          <a:bodyPr/>
          <a:lstStyle/>
          <a:p>
            <a:endParaRPr lang="id-ID">
              <a:solidFill>
                <a:prstClr val="black">
                  <a:tint val="75000"/>
                </a:prstClr>
              </a:solidFill>
            </a:endParaRPr>
          </a:p>
        </p:txBody>
      </p:sp>
      <p:sp>
        <p:nvSpPr>
          <p:cNvPr id="7" name="Slide Number Placeholder 6"/>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297839974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85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8" name="Footer Placeholder 7"/>
          <p:cNvSpPr>
            <a:spLocks noGrp="1"/>
          </p:cNvSpPr>
          <p:nvPr>
            <p:ph type="ftr" sz="quarter" idx="11"/>
          </p:nvPr>
        </p:nvSpPr>
        <p:spPr/>
        <p:txBody>
          <a:bodyPr/>
          <a:lstStyle/>
          <a:p>
            <a:endParaRPr lang="id-ID">
              <a:solidFill>
                <a:prstClr val="black">
                  <a:tint val="75000"/>
                </a:prstClr>
              </a:solidFill>
            </a:endParaRPr>
          </a:p>
        </p:txBody>
      </p:sp>
      <p:sp>
        <p:nvSpPr>
          <p:cNvPr id="9" name="Slide Number Placeholder 8"/>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344707271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85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Date Placeholder 2"/>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4" name="Footer Placeholder 3"/>
          <p:cNvSpPr>
            <a:spLocks noGrp="1"/>
          </p:cNvSpPr>
          <p:nvPr>
            <p:ph type="ftr" sz="quarter" idx="11"/>
          </p:nvPr>
        </p:nvSpPr>
        <p:spPr/>
        <p:txBody>
          <a:bodyPr/>
          <a:lstStyle/>
          <a:p>
            <a:endParaRPr lang="id-ID">
              <a:solidFill>
                <a:prstClr val="black">
                  <a:tint val="75000"/>
                </a:prstClr>
              </a:solidFill>
            </a:endParaRPr>
          </a:p>
        </p:txBody>
      </p:sp>
      <p:sp>
        <p:nvSpPr>
          <p:cNvPr id="5" name="Slide Number Placeholder 4"/>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52353597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85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3" name="Footer Placeholder 2"/>
          <p:cNvSpPr>
            <a:spLocks noGrp="1"/>
          </p:cNvSpPr>
          <p:nvPr>
            <p:ph type="ftr" sz="quarter" idx="11"/>
          </p:nvPr>
        </p:nvSpPr>
        <p:spPr/>
        <p:txBody>
          <a:bodyPr/>
          <a:lstStyle/>
          <a:p>
            <a:endParaRPr lang="id-ID">
              <a:solidFill>
                <a:prstClr val="black">
                  <a:tint val="75000"/>
                </a:prstClr>
              </a:solidFill>
            </a:endParaRPr>
          </a:p>
        </p:txBody>
      </p:sp>
      <p:sp>
        <p:nvSpPr>
          <p:cNvPr id="4" name="Slide Number Placeholder 3"/>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213691026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85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6" name="Footer Placeholder 5"/>
          <p:cNvSpPr>
            <a:spLocks noGrp="1"/>
          </p:cNvSpPr>
          <p:nvPr>
            <p:ph type="ftr" sz="quarter" idx="11"/>
          </p:nvPr>
        </p:nvSpPr>
        <p:spPr/>
        <p:txBody>
          <a:bodyPr/>
          <a:lstStyle/>
          <a:p>
            <a:endParaRPr lang="id-ID">
              <a:solidFill>
                <a:prstClr val="black">
                  <a:tint val="75000"/>
                </a:prstClr>
              </a:solidFill>
            </a:endParaRPr>
          </a:p>
        </p:txBody>
      </p:sp>
      <p:sp>
        <p:nvSpPr>
          <p:cNvPr id="7" name="Slide Number Placeholder 6"/>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105313619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85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5183188" y="987425"/>
            <a:ext cx="617220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6" name="Footer Placeholder 5"/>
          <p:cNvSpPr>
            <a:spLocks noGrp="1"/>
          </p:cNvSpPr>
          <p:nvPr>
            <p:ph type="ftr" sz="quarter" idx="11"/>
          </p:nvPr>
        </p:nvSpPr>
        <p:spPr/>
        <p:txBody>
          <a:bodyPr/>
          <a:lstStyle/>
          <a:p>
            <a:endParaRPr lang="id-ID">
              <a:solidFill>
                <a:prstClr val="black">
                  <a:tint val="75000"/>
                </a:prstClr>
              </a:solidFill>
            </a:endParaRPr>
          </a:p>
        </p:txBody>
      </p:sp>
      <p:sp>
        <p:nvSpPr>
          <p:cNvPr id="7" name="Slide Number Placeholder 6"/>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381545287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85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83101828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85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fld id="{9798BDAE-A562-4667-82DD-5BE61974BD31}" type="datetimeFigureOut">
              <a:rPr lang="id-ID" smtClean="0">
                <a:solidFill>
                  <a:prstClr val="black">
                    <a:tint val="75000"/>
                  </a:prstClr>
                </a:solidFill>
              </a:rPr>
              <a:pPr/>
              <a:t>02/09/16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217036475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1" Type="http://schemas.openxmlformats.org/officeDocument/2006/relationships/slideLayout" Target="../slideLayouts/slideLayout21.xml"/><Relationship Id="rId22" Type="http://schemas.openxmlformats.org/officeDocument/2006/relationships/slideLayout" Target="../slideLayouts/slideLayout22.xml"/><Relationship Id="rId23" Type="http://schemas.openxmlformats.org/officeDocument/2006/relationships/slideLayout" Target="../slideLayouts/slideLayout23.xml"/><Relationship Id="rId24" Type="http://schemas.openxmlformats.org/officeDocument/2006/relationships/slideLayout" Target="../slideLayouts/slideLayout24.xml"/><Relationship Id="rId25" Type="http://schemas.openxmlformats.org/officeDocument/2006/relationships/slideLayout" Target="../slideLayouts/slideLayout25.xml"/><Relationship Id="rId26" Type="http://schemas.openxmlformats.org/officeDocument/2006/relationships/slideLayout" Target="../slideLayouts/slideLayout26.xml"/><Relationship Id="rId27" Type="http://schemas.openxmlformats.org/officeDocument/2006/relationships/slideLayout" Target="../slideLayouts/slideLayout27.xml"/><Relationship Id="rId28" Type="http://schemas.openxmlformats.org/officeDocument/2006/relationships/slideLayout" Target="../slideLayouts/slideLayout28.xml"/><Relationship Id="rId29" Type="http://schemas.openxmlformats.org/officeDocument/2006/relationships/slideLayout" Target="../slideLayouts/slideLayout29.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5" Type="http://schemas.openxmlformats.org/officeDocument/2006/relationships/slideLayout" Target="../slideLayouts/slideLayout5.xml"/><Relationship Id="rId30" Type="http://schemas.openxmlformats.org/officeDocument/2006/relationships/slideLayout" Target="../slideLayouts/slideLayout30.xml"/><Relationship Id="rId31" Type="http://schemas.openxmlformats.org/officeDocument/2006/relationships/slideLayout" Target="../slideLayouts/slideLayout31.xml"/><Relationship Id="rId32" Type="http://schemas.openxmlformats.org/officeDocument/2006/relationships/slideLayout" Target="../slideLayouts/slideLayout32.xml"/><Relationship Id="rId9" Type="http://schemas.openxmlformats.org/officeDocument/2006/relationships/slideLayout" Target="../slideLayouts/slideLayout9.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33" Type="http://schemas.openxmlformats.org/officeDocument/2006/relationships/slideLayout" Target="../slideLayouts/slideLayout33.xml"/><Relationship Id="rId34" Type="http://schemas.openxmlformats.org/officeDocument/2006/relationships/slideLayout" Target="../slideLayouts/slideLayout34.xml"/><Relationship Id="rId35" Type="http://schemas.openxmlformats.org/officeDocument/2006/relationships/slideLayout" Target="../slideLayouts/slideLayout35.xml"/><Relationship Id="rId36" Type="http://schemas.openxmlformats.org/officeDocument/2006/relationships/theme" Target="../theme/theme1.xml"/><Relationship Id="rId10" Type="http://schemas.openxmlformats.org/officeDocument/2006/relationships/slideLayout" Target="../slideLayouts/slideLayout10.xml"/><Relationship Id="rId11" Type="http://schemas.openxmlformats.org/officeDocument/2006/relationships/slideLayout" Target="../slideLayouts/slideLayout11.xml"/><Relationship Id="rId12" Type="http://schemas.openxmlformats.org/officeDocument/2006/relationships/slideLayout" Target="../slideLayouts/slideLayout12.xml"/><Relationship Id="rId13" Type="http://schemas.openxmlformats.org/officeDocument/2006/relationships/slideLayout" Target="../slideLayouts/slideLayout13.xml"/><Relationship Id="rId14" Type="http://schemas.openxmlformats.org/officeDocument/2006/relationships/slideLayout" Target="../slideLayouts/slideLayout14.xml"/><Relationship Id="rId15" Type="http://schemas.openxmlformats.org/officeDocument/2006/relationships/slideLayout" Target="../slideLayouts/slideLayout15.xml"/><Relationship Id="rId16" Type="http://schemas.openxmlformats.org/officeDocument/2006/relationships/slideLayout" Target="../slideLayouts/slideLayout16.xml"/><Relationship Id="rId17" Type="http://schemas.openxmlformats.org/officeDocument/2006/relationships/slideLayout" Target="../slideLayouts/slideLayout17.xml"/><Relationship Id="rId18" Type="http://schemas.openxmlformats.org/officeDocument/2006/relationships/slideLayout" Target="../slideLayouts/slideLayout18.xml"/><Relationship Id="rId19" Type="http://schemas.openxmlformats.org/officeDocument/2006/relationships/slideLayout" Target="../slideLayouts/slideLayout19.xml"/><Relationship Id="rId37" Type="http://schemas.openxmlformats.org/officeDocument/2006/relationships/image" Target="../media/image1.jpg"/></Relationships>
</file>

<file path=ppt/slideMasters/_rels/slideMaster2.xml.rels><?xml version="1.0" encoding="UTF-8" standalone="yes"?>
<Relationships xmlns="http://schemas.openxmlformats.org/package/2006/relationships"><Relationship Id="rId11" Type="http://schemas.openxmlformats.org/officeDocument/2006/relationships/slideLayout" Target="../slideLayouts/slideLayout46.xml"/><Relationship Id="rId12" Type="http://schemas.openxmlformats.org/officeDocument/2006/relationships/slideLayout" Target="../slideLayouts/slideLayout47.xml"/><Relationship Id="rId13" Type="http://schemas.openxmlformats.org/officeDocument/2006/relationships/theme" Target="../theme/theme2.xml"/><Relationship Id="rId14" Type="http://schemas.openxmlformats.org/officeDocument/2006/relationships/image" Target="../media/image1.jpg"/><Relationship Id="rId1" Type="http://schemas.openxmlformats.org/officeDocument/2006/relationships/slideLayout" Target="../slideLayouts/slideLayout36.xml"/><Relationship Id="rId2" Type="http://schemas.openxmlformats.org/officeDocument/2006/relationships/slideLayout" Target="../slideLayouts/slideLayout37.xml"/><Relationship Id="rId3" Type="http://schemas.openxmlformats.org/officeDocument/2006/relationships/slideLayout" Target="../slideLayouts/slideLayout38.xml"/><Relationship Id="rId4" Type="http://schemas.openxmlformats.org/officeDocument/2006/relationships/slideLayout" Target="../slideLayouts/slideLayout39.xml"/><Relationship Id="rId5" Type="http://schemas.openxmlformats.org/officeDocument/2006/relationships/slideLayout" Target="../slideLayouts/slideLayout40.xml"/><Relationship Id="rId6" Type="http://schemas.openxmlformats.org/officeDocument/2006/relationships/slideLayout" Target="../slideLayouts/slideLayout41.xml"/><Relationship Id="rId7" Type="http://schemas.openxmlformats.org/officeDocument/2006/relationships/slideLayout" Target="../slideLayouts/slideLayout42.xml"/><Relationship Id="rId8" Type="http://schemas.openxmlformats.org/officeDocument/2006/relationships/slideLayout" Target="../slideLayouts/slideLayout43.xml"/><Relationship Id="rId9" Type="http://schemas.openxmlformats.org/officeDocument/2006/relationships/slideLayout" Target="../slideLayouts/slideLayout44.xml"/><Relationship Id="rId10" Type="http://schemas.openxmlformats.org/officeDocument/2006/relationships/slideLayout" Target="../slideLayouts/slideLayout45.xml"/></Relationships>
</file>

<file path=ppt/slideMasters/_rels/slideMaster3.xml.rels><?xml version="1.0" encoding="UTF-8" standalone="yes"?>
<Relationships xmlns="http://schemas.openxmlformats.org/package/2006/relationships"><Relationship Id="rId11" Type="http://schemas.openxmlformats.org/officeDocument/2006/relationships/slideLayout" Target="../slideLayouts/slideLayout58.xml"/><Relationship Id="rId12" Type="http://schemas.openxmlformats.org/officeDocument/2006/relationships/slideLayout" Target="../slideLayouts/slideLayout59.xml"/><Relationship Id="rId13" Type="http://schemas.openxmlformats.org/officeDocument/2006/relationships/slideLayout" Target="../slideLayouts/slideLayout60.xml"/><Relationship Id="rId14" Type="http://schemas.openxmlformats.org/officeDocument/2006/relationships/theme" Target="../theme/theme3.xml"/><Relationship Id="rId15" Type="http://schemas.openxmlformats.org/officeDocument/2006/relationships/image" Target="../media/image1.jpg"/><Relationship Id="rId1" Type="http://schemas.openxmlformats.org/officeDocument/2006/relationships/slideLayout" Target="../slideLayouts/slideLayout48.xml"/><Relationship Id="rId2" Type="http://schemas.openxmlformats.org/officeDocument/2006/relationships/slideLayout" Target="../slideLayouts/slideLayout49.xml"/><Relationship Id="rId3" Type="http://schemas.openxmlformats.org/officeDocument/2006/relationships/slideLayout" Target="../slideLayouts/slideLayout50.xml"/><Relationship Id="rId4" Type="http://schemas.openxmlformats.org/officeDocument/2006/relationships/slideLayout" Target="../slideLayouts/slideLayout51.xml"/><Relationship Id="rId5" Type="http://schemas.openxmlformats.org/officeDocument/2006/relationships/slideLayout" Target="../slideLayouts/slideLayout52.xml"/><Relationship Id="rId6" Type="http://schemas.openxmlformats.org/officeDocument/2006/relationships/slideLayout" Target="../slideLayouts/slideLayout53.xml"/><Relationship Id="rId7" Type="http://schemas.openxmlformats.org/officeDocument/2006/relationships/slideLayout" Target="../slideLayouts/slideLayout54.xml"/><Relationship Id="rId8" Type="http://schemas.openxmlformats.org/officeDocument/2006/relationships/slideLayout" Target="../slideLayouts/slideLayout55.xml"/><Relationship Id="rId9" Type="http://schemas.openxmlformats.org/officeDocument/2006/relationships/slideLayout" Target="../slideLayouts/slideLayout56.xml"/><Relationship Id="rId10" Type="http://schemas.openxmlformats.org/officeDocument/2006/relationships/slideLayout" Target="../slideLayouts/slideLayout57.xml"/></Relationships>
</file>

<file path=ppt/slideMasters/_rels/slideMaster4.xml.rels><?xml version="1.0" encoding="UTF-8" standalone="yes"?>
<Relationships xmlns="http://schemas.openxmlformats.org/package/2006/relationships"><Relationship Id="rId11" Type="http://schemas.openxmlformats.org/officeDocument/2006/relationships/slideLayout" Target="../slideLayouts/slideLayout71.xml"/><Relationship Id="rId12" Type="http://schemas.openxmlformats.org/officeDocument/2006/relationships/theme" Target="../theme/theme4.xml"/><Relationship Id="rId13" Type="http://schemas.openxmlformats.org/officeDocument/2006/relationships/image" Target="../media/image1.jpg"/><Relationship Id="rId1" Type="http://schemas.openxmlformats.org/officeDocument/2006/relationships/slideLayout" Target="../slideLayouts/slideLayout61.xml"/><Relationship Id="rId2" Type="http://schemas.openxmlformats.org/officeDocument/2006/relationships/slideLayout" Target="../slideLayouts/slideLayout62.xml"/><Relationship Id="rId3" Type="http://schemas.openxmlformats.org/officeDocument/2006/relationships/slideLayout" Target="../slideLayouts/slideLayout63.xml"/><Relationship Id="rId4" Type="http://schemas.openxmlformats.org/officeDocument/2006/relationships/slideLayout" Target="../slideLayouts/slideLayout64.xml"/><Relationship Id="rId5" Type="http://schemas.openxmlformats.org/officeDocument/2006/relationships/slideLayout" Target="../slideLayouts/slideLayout65.xml"/><Relationship Id="rId6" Type="http://schemas.openxmlformats.org/officeDocument/2006/relationships/slideLayout" Target="../slideLayouts/slideLayout66.xml"/><Relationship Id="rId7" Type="http://schemas.openxmlformats.org/officeDocument/2006/relationships/slideLayout" Target="../slideLayouts/slideLayout67.xml"/><Relationship Id="rId8" Type="http://schemas.openxmlformats.org/officeDocument/2006/relationships/slideLayout" Target="../slideLayouts/slideLayout68.xml"/><Relationship Id="rId9" Type="http://schemas.openxmlformats.org/officeDocument/2006/relationships/slideLayout" Target="../slideLayouts/slideLayout69.xml"/><Relationship Id="rId10" Type="http://schemas.openxmlformats.org/officeDocument/2006/relationships/slideLayout" Target="../slideLayouts/slideLayout70.xml"/></Relationships>
</file>

<file path=ppt/slideMasters/_rels/slideMaster5.xml.rels><?xml version="1.0" encoding="UTF-8" standalone="yes"?>
<Relationships xmlns="http://schemas.openxmlformats.org/package/2006/relationships"><Relationship Id="rId11" Type="http://schemas.openxmlformats.org/officeDocument/2006/relationships/slideLayout" Target="../slideLayouts/slideLayout82.xml"/><Relationship Id="rId12" Type="http://schemas.openxmlformats.org/officeDocument/2006/relationships/slideLayout" Target="../slideLayouts/slideLayout83.xml"/><Relationship Id="rId13" Type="http://schemas.openxmlformats.org/officeDocument/2006/relationships/theme" Target="../theme/theme5.xml"/><Relationship Id="rId14" Type="http://schemas.openxmlformats.org/officeDocument/2006/relationships/image" Target="../media/image1.jpg"/><Relationship Id="rId1" Type="http://schemas.openxmlformats.org/officeDocument/2006/relationships/slideLayout" Target="../slideLayouts/slideLayout72.xml"/><Relationship Id="rId2" Type="http://schemas.openxmlformats.org/officeDocument/2006/relationships/slideLayout" Target="../slideLayouts/slideLayout73.xml"/><Relationship Id="rId3" Type="http://schemas.openxmlformats.org/officeDocument/2006/relationships/slideLayout" Target="../slideLayouts/slideLayout74.xml"/><Relationship Id="rId4" Type="http://schemas.openxmlformats.org/officeDocument/2006/relationships/slideLayout" Target="../slideLayouts/slideLayout75.xml"/><Relationship Id="rId5" Type="http://schemas.openxmlformats.org/officeDocument/2006/relationships/slideLayout" Target="../slideLayouts/slideLayout76.xml"/><Relationship Id="rId6" Type="http://schemas.openxmlformats.org/officeDocument/2006/relationships/slideLayout" Target="../slideLayouts/slideLayout77.xml"/><Relationship Id="rId7" Type="http://schemas.openxmlformats.org/officeDocument/2006/relationships/slideLayout" Target="../slideLayouts/slideLayout78.xml"/><Relationship Id="rId8" Type="http://schemas.openxmlformats.org/officeDocument/2006/relationships/slideLayout" Target="../slideLayouts/slideLayout79.xml"/><Relationship Id="rId9" Type="http://schemas.openxmlformats.org/officeDocument/2006/relationships/slideLayout" Target="../slideLayouts/slideLayout80.xml"/><Relationship Id="rId10" Type="http://schemas.openxmlformats.org/officeDocument/2006/relationships/slideLayout" Target="../slideLayouts/slideLayout81.xml"/></Relationships>
</file>

<file path=ppt/slideMasters/_rels/slideMaster6.xml.rels><?xml version="1.0" encoding="UTF-8" standalone="yes"?>
<Relationships xmlns="http://schemas.openxmlformats.org/package/2006/relationships"><Relationship Id="rId11" Type="http://schemas.openxmlformats.org/officeDocument/2006/relationships/slideLayout" Target="../slideLayouts/slideLayout94.xml"/><Relationship Id="rId12" Type="http://schemas.openxmlformats.org/officeDocument/2006/relationships/theme" Target="../theme/theme6.xml"/><Relationship Id="rId13" Type="http://schemas.openxmlformats.org/officeDocument/2006/relationships/image" Target="../media/image1.jpg"/><Relationship Id="rId1" Type="http://schemas.openxmlformats.org/officeDocument/2006/relationships/slideLayout" Target="../slideLayouts/slideLayout84.xml"/><Relationship Id="rId2" Type="http://schemas.openxmlformats.org/officeDocument/2006/relationships/slideLayout" Target="../slideLayouts/slideLayout85.xml"/><Relationship Id="rId3" Type="http://schemas.openxmlformats.org/officeDocument/2006/relationships/slideLayout" Target="../slideLayouts/slideLayout86.xml"/><Relationship Id="rId4" Type="http://schemas.openxmlformats.org/officeDocument/2006/relationships/slideLayout" Target="../slideLayouts/slideLayout87.xml"/><Relationship Id="rId5" Type="http://schemas.openxmlformats.org/officeDocument/2006/relationships/slideLayout" Target="../slideLayouts/slideLayout88.xml"/><Relationship Id="rId6" Type="http://schemas.openxmlformats.org/officeDocument/2006/relationships/slideLayout" Target="../slideLayouts/slideLayout89.xml"/><Relationship Id="rId7" Type="http://schemas.openxmlformats.org/officeDocument/2006/relationships/slideLayout" Target="../slideLayouts/slideLayout90.xml"/><Relationship Id="rId8" Type="http://schemas.openxmlformats.org/officeDocument/2006/relationships/slideLayout" Target="../slideLayouts/slideLayout91.xml"/><Relationship Id="rId9" Type="http://schemas.openxmlformats.org/officeDocument/2006/relationships/slideLayout" Target="../slideLayouts/slideLayout92.xml"/><Relationship Id="rId10" Type="http://schemas.openxmlformats.org/officeDocument/2006/relationships/slideLayout" Target="../slideLayouts/slideLayout93.xml"/></Relationships>
</file>

<file path=ppt/slideMasters/_rels/slideMaster7.xml.rels><?xml version="1.0" encoding="UTF-8" standalone="yes"?>
<Relationships xmlns="http://schemas.openxmlformats.org/package/2006/relationships"><Relationship Id="rId13" Type="http://schemas.openxmlformats.org/officeDocument/2006/relationships/slideLayout" Target="../slideLayouts/slideLayout107.xml"/><Relationship Id="rId14" Type="http://schemas.openxmlformats.org/officeDocument/2006/relationships/slideLayout" Target="../slideLayouts/slideLayout108.xml"/><Relationship Id="rId15" Type="http://schemas.openxmlformats.org/officeDocument/2006/relationships/slideLayout" Target="../slideLayouts/slideLayout109.xml"/><Relationship Id="rId16" Type="http://schemas.openxmlformats.org/officeDocument/2006/relationships/slideLayout" Target="../slideLayouts/slideLayout110.xml"/><Relationship Id="rId17" Type="http://schemas.openxmlformats.org/officeDocument/2006/relationships/slideLayout" Target="../slideLayouts/slideLayout111.xml"/><Relationship Id="rId18" Type="http://schemas.openxmlformats.org/officeDocument/2006/relationships/slideLayout" Target="../slideLayouts/slideLayout112.xml"/><Relationship Id="rId19" Type="http://schemas.openxmlformats.org/officeDocument/2006/relationships/slideLayout" Target="../slideLayouts/slideLayout113.xml"/><Relationship Id="rId50" Type="http://schemas.openxmlformats.org/officeDocument/2006/relationships/slideLayout" Target="../slideLayouts/slideLayout144.xml"/><Relationship Id="rId51" Type="http://schemas.openxmlformats.org/officeDocument/2006/relationships/slideLayout" Target="../slideLayouts/slideLayout145.xml"/><Relationship Id="rId52" Type="http://schemas.openxmlformats.org/officeDocument/2006/relationships/slideLayout" Target="../slideLayouts/slideLayout146.xml"/><Relationship Id="rId53" Type="http://schemas.openxmlformats.org/officeDocument/2006/relationships/slideLayout" Target="../slideLayouts/slideLayout147.xml"/><Relationship Id="rId54" Type="http://schemas.openxmlformats.org/officeDocument/2006/relationships/slideLayout" Target="../slideLayouts/slideLayout148.xml"/><Relationship Id="rId55" Type="http://schemas.openxmlformats.org/officeDocument/2006/relationships/slideLayout" Target="../slideLayouts/slideLayout149.xml"/><Relationship Id="rId56" Type="http://schemas.openxmlformats.org/officeDocument/2006/relationships/slideLayout" Target="../slideLayouts/slideLayout150.xml"/><Relationship Id="rId57" Type="http://schemas.openxmlformats.org/officeDocument/2006/relationships/slideLayout" Target="../slideLayouts/slideLayout151.xml"/><Relationship Id="rId58" Type="http://schemas.openxmlformats.org/officeDocument/2006/relationships/slideLayout" Target="../slideLayouts/slideLayout152.xml"/><Relationship Id="rId59" Type="http://schemas.openxmlformats.org/officeDocument/2006/relationships/slideLayout" Target="../slideLayouts/slideLayout153.xml"/><Relationship Id="rId40" Type="http://schemas.openxmlformats.org/officeDocument/2006/relationships/slideLayout" Target="../slideLayouts/slideLayout134.xml"/><Relationship Id="rId41" Type="http://schemas.openxmlformats.org/officeDocument/2006/relationships/slideLayout" Target="../slideLayouts/slideLayout135.xml"/><Relationship Id="rId42" Type="http://schemas.openxmlformats.org/officeDocument/2006/relationships/slideLayout" Target="../slideLayouts/slideLayout136.xml"/><Relationship Id="rId43" Type="http://schemas.openxmlformats.org/officeDocument/2006/relationships/slideLayout" Target="../slideLayouts/slideLayout137.xml"/><Relationship Id="rId44" Type="http://schemas.openxmlformats.org/officeDocument/2006/relationships/slideLayout" Target="../slideLayouts/slideLayout138.xml"/><Relationship Id="rId45" Type="http://schemas.openxmlformats.org/officeDocument/2006/relationships/slideLayout" Target="../slideLayouts/slideLayout139.xml"/><Relationship Id="rId46" Type="http://schemas.openxmlformats.org/officeDocument/2006/relationships/slideLayout" Target="../slideLayouts/slideLayout140.xml"/><Relationship Id="rId47" Type="http://schemas.openxmlformats.org/officeDocument/2006/relationships/slideLayout" Target="../slideLayouts/slideLayout141.xml"/><Relationship Id="rId48" Type="http://schemas.openxmlformats.org/officeDocument/2006/relationships/slideLayout" Target="../slideLayouts/slideLayout142.xml"/><Relationship Id="rId49" Type="http://schemas.openxmlformats.org/officeDocument/2006/relationships/slideLayout" Target="../slideLayouts/slideLayout143.xml"/><Relationship Id="rId1" Type="http://schemas.openxmlformats.org/officeDocument/2006/relationships/slideLayout" Target="../slideLayouts/slideLayout95.xml"/><Relationship Id="rId2" Type="http://schemas.openxmlformats.org/officeDocument/2006/relationships/slideLayout" Target="../slideLayouts/slideLayout96.xml"/><Relationship Id="rId3" Type="http://schemas.openxmlformats.org/officeDocument/2006/relationships/slideLayout" Target="../slideLayouts/slideLayout97.xml"/><Relationship Id="rId4" Type="http://schemas.openxmlformats.org/officeDocument/2006/relationships/slideLayout" Target="../slideLayouts/slideLayout98.xml"/><Relationship Id="rId5" Type="http://schemas.openxmlformats.org/officeDocument/2006/relationships/slideLayout" Target="../slideLayouts/slideLayout99.xml"/><Relationship Id="rId6" Type="http://schemas.openxmlformats.org/officeDocument/2006/relationships/slideLayout" Target="../slideLayouts/slideLayout100.xml"/><Relationship Id="rId7" Type="http://schemas.openxmlformats.org/officeDocument/2006/relationships/slideLayout" Target="../slideLayouts/slideLayout101.xml"/><Relationship Id="rId8" Type="http://schemas.openxmlformats.org/officeDocument/2006/relationships/slideLayout" Target="../slideLayouts/slideLayout102.xml"/><Relationship Id="rId9" Type="http://schemas.openxmlformats.org/officeDocument/2006/relationships/slideLayout" Target="../slideLayouts/slideLayout103.xml"/><Relationship Id="rId30" Type="http://schemas.openxmlformats.org/officeDocument/2006/relationships/slideLayout" Target="../slideLayouts/slideLayout124.xml"/><Relationship Id="rId31" Type="http://schemas.openxmlformats.org/officeDocument/2006/relationships/slideLayout" Target="../slideLayouts/slideLayout125.xml"/><Relationship Id="rId32" Type="http://schemas.openxmlformats.org/officeDocument/2006/relationships/slideLayout" Target="../slideLayouts/slideLayout126.xml"/><Relationship Id="rId33" Type="http://schemas.openxmlformats.org/officeDocument/2006/relationships/slideLayout" Target="../slideLayouts/slideLayout127.xml"/><Relationship Id="rId34" Type="http://schemas.openxmlformats.org/officeDocument/2006/relationships/slideLayout" Target="../slideLayouts/slideLayout128.xml"/><Relationship Id="rId35" Type="http://schemas.openxmlformats.org/officeDocument/2006/relationships/slideLayout" Target="../slideLayouts/slideLayout129.xml"/><Relationship Id="rId36" Type="http://schemas.openxmlformats.org/officeDocument/2006/relationships/slideLayout" Target="../slideLayouts/slideLayout130.xml"/><Relationship Id="rId37" Type="http://schemas.openxmlformats.org/officeDocument/2006/relationships/slideLayout" Target="../slideLayouts/slideLayout131.xml"/><Relationship Id="rId38" Type="http://schemas.openxmlformats.org/officeDocument/2006/relationships/slideLayout" Target="../slideLayouts/slideLayout132.xml"/><Relationship Id="rId39" Type="http://schemas.openxmlformats.org/officeDocument/2006/relationships/slideLayout" Target="../slideLayouts/slideLayout133.xml"/><Relationship Id="rId20" Type="http://schemas.openxmlformats.org/officeDocument/2006/relationships/slideLayout" Target="../slideLayouts/slideLayout114.xml"/><Relationship Id="rId21" Type="http://schemas.openxmlformats.org/officeDocument/2006/relationships/slideLayout" Target="../slideLayouts/slideLayout115.xml"/><Relationship Id="rId22" Type="http://schemas.openxmlformats.org/officeDocument/2006/relationships/slideLayout" Target="../slideLayouts/slideLayout116.xml"/><Relationship Id="rId23" Type="http://schemas.openxmlformats.org/officeDocument/2006/relationships/slideLayout" Target="../slideLayouts/slideLayout117.xml"/><Relationship Id="rId24" Type="http://schemas.openxmlformats.org/officeDocument/2006/relationships/slideLayout" Target="../slideLayouts/slideLayout118.xml"/><Relationship Id="rId25" Type="http://schemas.openxmlformats.org/officeDocument/2006/relationships/slideLayout" Target="../slideLayouts/slideLayout119.xml"/><Relationship Id="rId26" Type="http://schemas.openxmlformats.org/officeDocument/2006/relationships/slideLayout" Target="../slideLayouts/slideLayout120.xml"/><Relationship Id="rId27" Type="http://schemas.openxmlformats.org/officeDocument/2006/relationships/slideLayout" Target="../slideLayouts/slideLayout121.xml"/><Relationship Id="rId28" Type="http://schemas.openxmlformats.org/officeDocument/2006/relationships/slideLayout" Target="../slideLayouts/slideLayout122.xml"/><Relationship Id="rId29" Type="http://schemas.openxmlformats.org/officeDocument/2006/relationships/slideLayout" Target="../slideLayouts/slideLayout123.xml"/><Relationship Id="rId60" Type="http://schemas.openxmlformats.org/officeDocument/2006/relationships/theme" Target="../theme/theme7.xml"/><Relationship Id="rId61" Type="http://schemas.openxmlformats.org/officeDocument/2006/relationships/image" Target="../media/image1.jpg"/><Relationship Id="rId10" Type="http://schemas.openxmlformats.org/officeDocument/2006/relationships/slideLayout" Target="../slideLayouts/slideLayout104.xml"/><Relationship Id="rId11" Type="http://schemas.openxmlformats.org/officeDocument/2006/relationships/slideLayout" Target="../slideLayouts/slideLayout105.xml"/><Relationship Id="rId12" Type="http://schemas.openxmlformats.org/officeDocument/2006/relationships/slideLayout" Target="../slideLayouts/slideLayout106.xml"/></Relationships>
</file>

<file path=ppt/slideMasters/_rels/slideMaster8.xml.rels><?xml version="1.0" encoding="UTF-8" standalone="yes"?>
<Relationships xmlns="http://schemas.openxmlformats.org/package/2006/relationships"><Relationship Id="rId11" Type="http://schemas.openxmlformats.org/officeDocument/2006/relationships/slideLayout" Target="../slideLayouts/slideLayout164.xml"/><Relationship Id="rId12" Type="http://schemas.openxmlformats.org/officeDocument/2006/relationships/slideLayout" Target="../slideLayouts/slideLayout165.xml"/><Relationship Id="rId13" Type="http://schemas.openxmlformats.org/officeDocument/2006/relationships/slideLayout" Target="../slideLayouts/slideLayout166.xml"/><Relationship Id="rId14" Type="http://schemas.openxmlformats.org/officeDocument/2006/relationships/theme" Target="../theme/theme8.xml"/><Relationship Id="rId15" Type="http://schemas.openxmlformats.org/officeDocument/2006/relationships/image" Target="../media/image1.jpg"/><Relationship Id="rId1" Type="http://schemas.openxmlformats.org/officeDocument/2006/relationships/slideLayout" Target="../slideLayouts/slideLayout154.xml"/><Relationship Id="rId2" Type="http://schemas.openxmlformats.org/officeDocument/2006/relationships/slideLayout" Target="../slideLayouts/slideLayout155.xml"/><Relationship Id="rId3" Type="http://schemas.openxmlformats.org/officeDocument/2006/relationships/slideLayout" Target="../slideLayouts/slideLayout156.xml"/><Relationship Id="rId4" Type="http://schemas.openxmlformats.org/officeDocument/2006/relationships/slideLayout" Target="../slideLayouts/slideLayout157.xml"/><Relationship Id="rId5" Type="http://schemas.openxmlformats.org/officeDocument/2006/relationships/slideLayout" Target="../slideLayouts/slideLayout158.xml"/><Relationship Id="rId6" Type="http://schemas.openxmlformats.org/officeDocument/2006/relationships/slideLayout" Target="../slideLayouts/slideLayout159.xml"/><Relationship Id="rId7" Type="http://schemas.openxmlformats.org/officeDocument/2006/relationships/slideLayout" Target="../slideLayouts/slideLayout160.xml"/><Relationship Id="rId8" Type="http://schemas.openxmlformats.org/officeDocument/2006/relationships/slideLayout" Target="../slideLayouts/slideLayout161.xml"/><Relationship Id="rId9" Type="http://schemas.openxmlformats.org/officeDocument/2006/relationships/slideLayout" Target="../slideLayouts/slideLayout162.xml"/><Relationship Id="rId10" Type="http://schemas.openxmlformats.org/officeDocument/2006/relationships/slideLayout" Target="../slideLayouts/slideLayout163.xml"/></Relationships>
</file>

<file path=ppt/slideMasters/_rels/slideMaster9.xml.rels><?xml version="1.0" encoding="UTF-8" standalone="yes"?>
<Relationships xmlns="http://schemas.openxmlformats.org/package/2006/relationships"><Relationship Id="rId9" Type="http://schemas.openxmlformats.org/officeDocument/2006/relationships/slideLayout" Target="../slideLayouts/slideLayout175.xml"/><Relationship Id="rId20" Type="http://schemas.openxmlformats.org/officeDocument/2006/relationships/slideLayout" Target="../slideLayouts/slideLayout186.xml"/><Relationship Id="rId21" Type="http://schemas.openxmlformats.org/officeDocument/2006/relationships/slideLayout" Target="../slideLayouts/slideLayout187.xml"/><Relationship Id="rId22" Type="http://schemas.openxmlformats.org/officeDocument/2006/relationships/slideLayout" Target="../slideLayouts/slideLayout188.xml"/><Relationship Id="rId23" Type="http://schemas.openxmlformats.org/officeDocument/2006/relationships/slideLayout" Target="../slideLayouts/slideLayout189.xml"/><Relationship Id="rId24" Type="http://schemas.openxmlformats.org/officeDocument/2006/relationships/slideLayout" Target="../slideLayouts/slideLayout190.xml"/><Relationship Id="rId25" Type="http://schemas.openxmlformats.org/officeDocument/2006/relationships/slideLayout" Target="../slideLayouts/slideLayout191.xml"/><Relationship Id="rId26" Type="http://schemas.openxmlformats.org/officeDocument/2006/relationships/slideLayout" Target="../slideLayouts/slideLayout192.xml"/><Relationship Id="rId27" Type="http://schemas.openxmlformats.org/officeDocument/2006/relationships/slideLayout" Target="../slideLayouts/slideLayout193.xml"/><Relationship Id="rId28" Type="http://schemas.openxmlformats.org/officeDocument/2006/relationships/slideLayout" Target="../slideLayouts/slideLayout194.xml"/><Relationship Id="rId29" Type="http://schemas.openxmlformats.org/officeDocument/2006/relationships/theme" Target="../theme/theme9.xml"/><Relationship Id="rId30" Type="http://schemas.openxmlformats.org/officeDocument/2006/relationships/image" Target="../media/image1.jpg"/><Relationship Id="rId10" Type="http://schemas.openxmlformats.org/officeDocument/2006/relationships/slideLayout" Target="../slideLayouts/slideLayout176.xml"/><Relationship Id="rId11" Type="http://schemas.openxmlformats.org/officeDocument/2006/relationships/slideLayout" Target="../slideLayouts/slideLayout177.xml"/><Relationship Id="rId12" Type="http://schemas.openxmlformats.org/officeDocument/2006/relationships/slideLayout" Target="../slideLayouts/slideLayout178.xml"/><Relationship Id="rId13" Type="http://schemas.openxmlformats.org/officeDocument/2006/relationships/slideLayout" Target="../slideLayouts/slideLayout179.xml"/><Relationship Id="rId14" Type="http://schemas.openxmlformats.org/officeDocument/2006/relationships/slideLayout" Target="../slideLayouts/slideLayout180.xml"/><Relationship Id="rId15" Type="http://schemas.openxmlformats.org/officeDocument/2006/relationships/slideLayout" Target="../slideLayouts/slideLayout181.xml"/><Relationship Id="rId16" Type="http://schemas.openxmlformats.org/officeDocument/2006/relationships/slideLayout" Target="../slideLayouts/slideLayout182.xml"/><Relationship Id="rId17" Type="http://schemas.openxmlformats.org/officeDocument/2006/relationships/slideLayout" Target="../slideLayouts/slideLayout183.xml"/><Relationship Id="rId18" Type="http://schemas.openxmlformats.org/officeDocument/2006/relationships/slideLayout" Target="../slideLayouts/slideLayout184.xml"/><Relationship Id="rId19" Type="http://schemas.openxmlformats.org/officeDocument/2006/relationships/slideLayout" Target="../slideLayouts/slideLayout185.xml"/><Relationship Id="rId1" Type="http://schemas.openxmlformats.org/officeDocument/2006/relationships/slideLayout" Target="../slideLayouts/slideLayout167.xml"/><Relationship Id="rId2" Type="http://schemas.openxmlformats.org/officeDocument/2006/relationships/slideLayout" Target="../slideLayouts/slideLayout168.xml"/><Relationship Id="rId3" Type="http://schemas.openxmlformats.org/officeDocument/2006/relationships/slideLayout" Target="../slideLayouts/slideLayout169.xml"/><Relationship Id="rId4" Type="http://schemas.openxmlformats.org/officeDocument/2006/relationships/slideLayout" Target="../slideLayouts/slideLayout170.xml"/><Relationship Id="rId5" Type="http://schemas.openxmlformats.org/officeDocument/2006/relationships/slideLayout" Target="../slideLayouts/slideLayout171.xml"/><Relationship Id="rId6" Type="http://schemas.openxmlformats.org/officeDocument/2006/relationships/slideLayout" Target="../slideLayouts/slideLayout172.xml"/><Relationship Id="rId7" Type="http://schemas.openxmlformats.org/officeDocument/2006/relationships/slideLayout" Target="../slideLayouts/slideLayout173.xml"/><Relationship Id="rId8" Type="http://schemas.openxmlformats.org/officeDocument/2006/relationships/slideLayout" Target="../slideLayouts/slideLayout174.xml"/></Relationships>
</file>

<file path=ppt/slideMasters/_rels/slideMaster10.xml.rels><?xml version="1.0" encoding="UTF-8" standalone="yes"?>
<Relationships xmlns="http://schemas.openxmlformats.org/package/2006/relationships"><Relationship Id="rId9" Type="http://schemas.openxmlformats.org/officeDocument/2006/relationships/slideLayout" Target="../slideLayouts/slideLayout203.xml"/><Relationship Id="rId20" Type="http://schemas.openxmlformats.org/officeDocument/2006/relationships/slideLayout" Target="../slideLayouts/slideLayout214.xml"/><Relationship Id="rId21" Type="http://schemas.openxmlformats.org/officeDocument/2006/relationships/slideLayout" Target="../slideLayouts/slideLayout215.xml"/><Relationship Id="rId22" Type="http://schemas.openxmlformats.org/officeDocument/2006/relationships/slideLayout" Target="../slideLayouts/slideLayout216.xml"/><Relationship Id="rId23" Type="http://schemas.openxmlformats.org/officeDocument/2006/relationships/slideLayout" Target="../slideLayouts/slideLayout217.xml"/><Relationship Id="rId24" Type="http://schemas.openxmlformats.org/officeDocument/2006/relationships/slideLayout" Target="../slideLayouts/slideLayout218.xml"/><Relationship Id="rId25" Type="http://schemas.openxmlformats.org/officeDocument/2006/relationships/slideLayout" Target="../slideLayouts/slideLayout219.xml"/><Relationship Id="rId26" Type="http://schemas.openxmlformats.org/officeDocument/2006/relationships/slideLayout" Target="../slideLayouts/slideLayout220.xml"/><Relationship Id="rId27" Type="http://schemas.openxmlformats.org/officeDocument/2006/relationships/slideLayout" Target="../slideLayouts/slideLayout221.xml"/><Relationship Id="rId28" Type="http://schemas.openxmlformats.org/officeDocument/2006/relationships/slideLayout" Target="../slideLayouts/slideLayout222.xml"/><Relationship Id="rId29" Type="http://schemas.openxmlformats.org/officeDocument/2006/relationships/theme" Target="../theme/theme10.xml"/><Relationship Id="rId30" Type="http://schemas.openxmlformats.org/officeDocument/2006/relationships/image" Target="../media/image1.jpg"/><Relationship Id="rId10" Type="http://schemas.openxmlformats.org/officeDocument/2006/relationships/slideLayout" Target="../slideLayouts/slideLayout204.xml"/><Relationship Id="rId11" Type="http://schemas.openxmlformats.org/officeDocument/2006/relationships/slideLayout" Target="../slideLayouts/slideLayout205.xml"/><Relationship Id="rId12" Type="http://schemas.openxmlformats.org/officeDocument/2006/relationships/slideLayout" Target="../slideLayouts/slideLayout206.xml"/><Relationship Id="rId13" Type="http://schemas.openxmlformats.org/officeDocument/2006/relationships/slideLayout" Target="../slideLayouts/slideLayout207.xml"/><Relationship Id="rId14" Type="http://schemas.openxmlformats.org/officeDocument/2006/relationships/slideLayout" Target="../slideLayouts/slideLayout208.xml"/><Relationship Id="rId15" Type="http://schemas.openxmlformats.org/officeDocument/2006/relationships/slideLayout" Target="../slideLayouts/slideLayout209.xml"/><Relationship Id="rId16" Type="http://schemas.openxmlformats.org/officeDocument/2006/relationships/slideLayout" Target="../slideLayouts/slideLayout210.xml"/><Relationship Id="rId17" Type="http://schemas.openxmlformats.org/officeDocument/2006/relationships/slideLayout" Target="../slideLayouts/slideLayout211.xml"/><Relationship Id="rId18" Type="http://schemas.openxmlformats.org/officeDocument/2006/relationships/slideLayout" Target="../slideLayouts/slideLayout212.xml"/><Relationship Id="rId19" Type="http://schemas.openxmlformats.org/officeDocument/2006/relationships/slideLayout" Target="../slideLayouts/slideLayout213.xml"/><Relationship Id="rId1" Type="http://schemas.openxmlformats.org/officeDocument/2006/relationships/slideLayout" Target="../slideLayouts/slideLayout195.xml"/><Relationship Id="rId2" Type="http://schemas.openxmlformats.org/officeDocument/2006/relationships/slideLayout" Target="../slideLayouts/slideLayout196.xml"/><Relationship Id="rId3" Type="http://schemas.openxmlformats.org/officeDocument/2006/relationships/slideLayout" Target="../slideLayouts/slideLayout197.xml"/><Relationship Id="rId4" Type="http://schemas.openxmlformats.org/officeDocument/2006/relationships/slideLayout" Target="../slideLayouts/slideLayout198.xml"/><Relationship Id="rId5" Type="http://schemas.openxmlformats.org/officeDocument/2006/relationships/slideLayout" Target="../slideLayouts/slideLayout199.xml"/><Relationship Id="rId6" Type="http://schemas.openxmlformats.org/officeDocument/2006/relationships/slideLayout" Target="../slideLayouts/slideLayout200.xml"/><Relationship Id="rId7" Type="http://schemas.openxmlformats.org/officeDocument/2006/relationships/slideLayout" Target="../slideLayouts/slideLayout201.xml"/><Relationship Id="rId8" Type="http://schemas.openxmlformats.org/officeDocument/2006/relationships/slideLayout" Target="../slideLayouts/slideLayout202.xml"/></Relationships>
</file>

<file path=ppt/slideMasters/_rels/slideMaster11.xml.rels><?xml version="1.0" encoding="UTF-8" standalone="yes"?>
<Relationships xmlns="http://schemas.openxmlformats.org/package/2006/relationships"><Relationship Id="rId9" Type="http://schemas.openxmlformats.org/officeDocument/2006/relationships/slideLayout" Target="../slideLayouts/slideLayout231.xml"/><Relationship Id="rId20" Type="http://schemas.openxmlformats.org/officeDocument/2006/relationships/slideLayout" Target="../slideLayouts/slideLayout242.xml"/><Relationship Id="rId21" Type="http://schemas.openxmlformats.org/officeDocument/2006/relationships/slideLayout" Target="../slideLayouts/slideLayout243.xml"/><Relationship Id="rId22" Type="http://schemas.openxmlformats.org/officeDocument/2006/relationships/slideLayout" Target="../slideLayouts/slideLayout244.xml"/><Relationship Id="rId23" Type="http://schemas.openxmlformats.org/officeDocument/2006/relationships/slideLayout" Target="../slideLayouts/slideLayout245.xml"/><Relationship Id="rId24" Type="http://schemas.openxmlformats.org/officeDocument/2006/relationships/slideLayout" Target="../slideLayouts/slideLayout246.xml"/><Relationship Id="rId25" Type="http://schemas.openxmlformats.org/officeDocument/2006/relationships/slideLayout" Target="../slideLayouts/slideLayout247.xml"/><Relationship Id="rId26" Type="http://schemas.openxmlformats.org/officeDocument/2006/relationships/slideLayout" Target="../slideLayouts/slideLayout248.xml"/><Relationship Id="rId27" Type="http://schemas.openxmlformats.org/officeDocument/2006/relationships/slideLayout" Target="../slideLayouts/slideLayout249.xml"/><Relationship Id="rId28" Type="http://schemas.openxmlformats.org/officeDocument/2006/relationships/slideLayout" Target="../slideLayouts/slideLayout250.xml"/><Relationship Id="rId29" Type="http://schemas.openxmlformats.org/officeDocument/2006/relationships/theme" Target="../theme/theme11.xml"/><Relationship Id="rId30" Type="http://schemas.openxmlformats.org/officeDocument/2006/relationships/image" Target="../media/image1.jpg"/><Relationship Id="rId10" Type="http://schemas.openxmlformats.org/officeDocument/2006/relationships/slideLayout" Target="../slideLayouts/slideLayout232.xml"/><Relationship Id="rId11" Type="http://schemas.openxmlformats.org/officeDocument/2006/relationships/slideLayout" Target="../slideLayouts/slideLayout233.xml"/><Relationship Id="rId12" Type="http://schemas.openxmlformats.org/officeDocument/2006/relationships/slideLayout" Target="../slideLayouts/slideLayout234.xml"/><Relationship Id="rId13" Type="http://schemas.openxmlformats.org/officeDocument/2006/relationships/slideLayout" Target="../slideLayouts/slideLayout235.xml"/><Relationship Id="rId14" Type="http://schemas.openxmlformats.org/officeDocument/2006/relationships/slideLayout" Target="../slideLayouts/slideLayout236.xml"/><Relationship Id="rId15" Type="http://schemas.openxmlformats.org/officeDocument/2006/relationships/slideLayout" Target="../slideLayouts/slideLayout237.xml"/><Relationship Id="rId16" Type="http://schemas.openxmlformats.org/officeDocument/2006/relationships/slideLayout" Target="../slideLayouts/slideLayout238.xml"/><Relationship Id="rId17" Type="http://schemas.openxmlformats.org/officeDocument/2006/relationships/slideLayout" Target="../slideLayouts/slideLayout239.xml"/><Relationship Id="rId18" Type="http://schemas.openxmlformats.org/officeDocument/2006/relationships/slideLayout" Target="../slideLayouts/slideLayout240.xml"/><Relationship Id="rId19" Type="http://schemas.openxmlformats.org/officeDocument/2006/relationships/slideLayout" Target="../slideLayouts/slideLayout241.xml"/><Relationship Id="rId1" Type="http://schemas.openxmlformats.org/officeDocument/2006/relationships/slideLayout" Target="../slideLayouts/slideLayout223.xml"/><Relationship Id="rId2" Type="http://schemas.openxmlformats.org/officeDocument/2006/relationships/slideLayout" Target="../slideLayouts/slideLayout224.xml"/><Relationship Id="rId3" Type="http://schemas.openxmlformats.org/officeDocument/2006/relationships/slideLayout" Target="../slideLayouts/slideLayout225.xml"/><Relationship Id="rId4" Type="http://schemas.openxmlformats.org/officeDocument/2006/relationships/slideLayout" Target="../slideLayouts/slideLayout226.xml"/><Relationship Id="rId5" Type="http://schemas.openxmlformats.org/officeDocument/2006/relationships/slideLayout" Target="../slideLayouts/slideLayout227.xml"/><Relationship Id="rId6" Type="http://schemas.openxmlformats.org/officeDocument/2006/relationships/slideLayout" Target="../slideLayouts/slideLayout228.xml"/><Relationship Id="rId7" Type="http://schemas.openxmlformats.org/officeDocument/2006/relationships/slideLayout" Target="../slideLayouts/slideLayout229.xml"/><Relationship Id="rId8" Type="http://schemas.openxmlformats.org/officeDocument/2006/relationships/slideLayout" Target="../slideLayouts/slideLayout230.xml"/></Relationships>
</file>

<file path=ppt/slideMasters/_rels/slideMaster12.xml.rels><?xml version="1.0" encoding="UTF-8" standalone="yes"?>
<Relationships xmlns="http://schemas.openxmlformats.org/package/2006/relationships"><Relationship Id="rId20" Type="http://schemas.openxmlformats.org/officeDocument/2006/relationships/slideLayout" Target="../slideLayouts/slideLayout270.xml"/><Relationship Id="rId21" Type="http://schemas.openxmlformats.org/officeDocument/2006/relationships/slideLayout" Target="../slideLayouts/slideLayout271.xml"/><Relationship Id="rId22" Type="http://schemas.openxmlformats.org/officeDocument/2006/relationships/slideLayout" Target="../slideLayouts/slideLayout272.xml"/><Relationship Id="rId23" Type="http://schemas.openxmlformats.org/officeDocument/2006/relationships/slideLayout" Target="../slideLayouts/slideLayout273.xml"/><Relationship Id="rId24" Type="http://schemas.openxmlformats.org/officeDocument/2006/relationships/slideLayout" Target="../slideLayouts/slideLayout274.xml"/><Relationship Id="rId25" Type="http://schemas.openxmlformats.org/officeDocument/2006/relationships/slideLayout" Target="../slideLayouts/slideLayout275.xml"/><Relationship Id="rId26" Type="http://schemas.openxmlformats.org/officeDocument/2006/relationships/slideLayout" Target="../slideLayouts/slideLayout276.xml"/><Relationship Id="rId27" Type="http://schemas.openxmlformats.org/officeDocument/2006/relationships/slideLayout" Target="../slideLayouts/slideLayout277.xml"/><Relationship Id="rId28" Type="http://schemas.openxmlformats.org/officeDocument/2006/relationships/slideLayout" Target="../slideLayouts/slideLayout278.xml"/><Relationship Id="rId29" Type="http://schemas.openxmlformats.org/officeDocument/2006/relationships/slideLayout" Target="../slideLayouts/slideLayout279.xml"/><Relationship Id="rId1" Type="http://schemas.openxmlformats.org/officeDocument/2006/relationships/slideLayout" Target="../slideLayouts/slideLayout251.xml"/><Relationship Id="rId2" Type="http://schemas.openxmlformats.org/officeDocument/2006/relationships/slideLayout" Target="../slideLayouts/slideLayout252.xml"/><Relationship Id="rId3" Type="http://schemas.openxmlformats.org/officeDocument/2006/relationships/slideLayout" Target="../slideLayouts/slideLayout253.xml"/><Relationship Id="rId4" Type="http://schemas.openxmlformats.org/officeDocument/2006/relationships/slideLayout" Target="../slideLayouts/slideLayout254.xml"/><Relationship Id="rId5" Type="http://schemas.openxmlformats.org/officeDocument/2006/relationships/slideLayout" Target="../slideLayouts/slideLayout255.xml"/><Relationship Id="rId30" Type="http://schemas.openxmlformats.org/officeDocument/2006/relationships/slideLayout" Target="../slideLayouts/slideLayout280.xml"/><Relationship Id="rId31" Type="http://schemas.openxmlformats.org/officeDocument/2006/relationships/slideLayout" Target="../slideLayouts/slideLayout281.xml"/><Relationship Id="rId32" Type="http://schemas.openxmlformats.org/officeDocument/2006/relationships/slideLayout" Target="../slideLayouts/slideLayout282.xml"/><Relationship Id="rId9" Type="http://schemas.openxmlformats.org/officeDocument/2006/relationships/slideLayout" Target="../slideLayouts/slideLayout259.xml"/><Relationship Id="rId6" Type="http://schemas.openxmlformats.org/officeDocument/2006/relationships/slideLayout" Target="../slideLayouts/slideLayout256.xml"/><Relationship Id="rId7" Type="http://schemas.openxmlformats.org/officeDocument/2006/relationships/slideLayout" Target="../slideLayouts/slideLayout257.xml"/><Relationship Id="rId8" Type="http://schemas.openxmlformats.org/officeDocument/2006/relationships/slideLayout" Target="../slideLayouts/slideLayout258.xml"/><Relationship Id="rId33" Type="http://schemas.openxmlformats.org/officeDocument/2006/relationships/slideLayout" Target="../slideLayouts/slideLayout283.xml"/><Relationship Id="rId34" Type="http://schemas.openxmlformats.org/officeDocument/2006/relationships/slideLayout" Target="../slideLayouts/slideLayout284.xml"/><Relationship Id="rId35" Type="http://schemas.openxmlformats.org/officeDocument/2006/relationships/slideLayout" Target="../slideLayouts/slideLayout285.xml"/><Relationship Id="rId36" Type="http://schemas.openxmlformats.org/officeDocument/2006/relationships/slideLayout" Target="../slideLayouts/slideLayout286.xml"/><Relationship Id="rId10" Type="http://schemas.openxmlformats.org/officeDocument/2006/relationships/slideLayout" Target="../slideLayouts/slideLayout260.xml"/><Relationship Id="rId11" Type="http://schemas.openxmlformats.org/officeDocument/2006/relationships/slideLayout" Target="../slideLayouts/slideLayout261.xml"/><Relationship Id="rId12" Type="http://schemas.openxmlformats.org/officeDocument/2006/relationships/slideLayout" Target="../slideLayouts/slideLayout262.xml"/><Relationship Id="rId13" Type="http://schemas.openxmlformats.org/officeDocument/2006/relationships/slideLayout" Target="../slideLayouts/slideLayout263.xml"/><Relationship Id="rId14" Type="http://schemas.openxmlformats.org/officeDocument/2006/relationships/slideLayout" Target="../slideLayouts/slideLayout264.xml"/><Relationship Id="rId15" Type="http://schemas.openxmlformats.org/officeDocument/2006/relationships/slideLayout" Target="../slideLayouts/slideLayout265.xml"/><Relationship Id="rId16" Type="http://schemas.openxmlformats.org/officeDocument/2006/relationships/slideLayout" Target="../slideLayouts/slideLayout266.xml"/><Relationship Id="rId17" Type="http://schemas.openxmlformats.org/officeDocument/2006/relationships/slideLayout" Target="../slideLayouts/slideLayout267.xml"/><Relationship Id="rId18" Type="http://schemas.openxmlformats.org/officeDocument/2006/relationships/slideLayout" Target="../slideLayouts/slideLayout268.xml"/><Relationship Id="rId19" Type="http://schemas.openxmlformats.org/officeDocument/2006/relationships/slideLayout" Target="../slideLayouts/slideLayout269.xml"/><Relationship Id="rId37" Type="http://schemas.openxmlformats.org/officeDocument/2006/relationships/slideLayout" Target="../slideLayouts/slideLayout287.xml"/><Relationship Id="rId38" Type="http://schemas.openxmlformats.org/officeDocument/2006/relationships/slideLayout" Target="../slideLayouts/slideLayout288.xml"/><Relationship Id="rId39" Type="http://schemas.openxmlformats.org/officeDocument/2006/relationships/slideLayout" Target="../slideLayouts/slideLayout289.xml"/><Relationship Id="rId40" Type="http://schemas.openxmlformats.org/officeDocument/2006/relationships/theme" Target="../theme/theme12.xml"/><Relationship Id="rId41" Type="http://schemas.openxmlformats.org/officeDocument/2006/relationships/image" Target="../media/image1.jpg"/></Relationships>
</file>

<file path=ppt/slideMasters/_rels/slideMaster13.xml.rels><?xml version="1.0" encoding="UTF-8" standalone="yes"?>
<Relationships xmlns="http://schemas.openxmlformats.org/package/2006/relationships"><Relationship Id="rId1" Type="http://schemas.openxmlformats.org/officeDocument/2006/relationships/slideLayout" Target="../slideLayouts/slideLayout290.xml"/><Relationship Id="rId2" Type="http://schemas.openxmlformats.org/officeDocument/2006/relationships/theme" Target="../theme/theme13.xml"/><Relationship Id="rId3" Type="http://schemas.openxmlformats.org/officeDocument/2006/relationships/image" Target="../media/image1.jpg"/></Relationships>
</file>

<file path=ppt/slideMasters/_rels/slideMaster14.xml.rels><?xml version="1.0" encoding="UTF-8" standalone="yes"?>
<Relationships xmlns="http://schemas.openxmlformats.org/package/2006/relationships"><Relationship Id="rId11" Type="http://schemas.openxmlformats.org/officeDocument/2006/relationships/slideLayout" Target="../slideLayouts/slideLayout301.xml"/><Relationship Id="rId12" Type="http://schemas.openxmlformats.org/officeDocument/2006/relationships/slideLayout" Target="../slideLayouts/slideLayout302.xml"/><Relationship Id="rId13" Type="http://schemas.openxmlformats.org/officeDocument/2006/relationships/slideLayout" Target="../slideLayouts/slideLayout303.xml"/><Relationship Id="rId14" Type="http://schemas.openxmlformats.org/officeDocument/2006/relationships/slideLayout" Target="../slideLayouts/slideLayout304.xml"/><Relationship Id="rId15" Type="http://schemas.openxmlformats.org/officeDocument/2006/relationships/slideLayout" Target="../slideLayouts/slideLayout305.xml"/><Relationship Id="rId16" Type="http://schemas.openxmlformats.org/officeDocument/2006/relationships/slideLayout" Target="../slideLayouts/slideLayout306.xml"/><Relationship Id="rId17" Type="http://schemas.openxmlformats.org/officeDocument/2006/relationships/theme" Target="../theme/theme14.xml"/><Relationship Id="rId18" Type="http://schemas.openxmlformats.org/officeDocument/2006/relationships/image" Target="../media/image1.jpg"/><Relationship Id="rId1" Type="http://schemas.openxmlformats.org/officeDocument/2006/relationships/slideLayout" Target="../slideLayouts/slideLayout291.xml"/><Relationship Id="rId2" Type="http://schemas.openxmlformats.org/officeDocument/2006/relationships/slideLayout" Target="../slideLayouts/slideLayout292.xml"/><Relationship Id="rId3" Type="http://schemas.openxmlformats.org/officeDocument/2006/relationships/slideLayout" Target="../slideLayouts/slideLayout293.xml"/><Relationship Id="rId4" Type="http://schemas.openxmlformats.org/officeDocument/2006/relationships/slideLayout" Target="../slideLayouts/slideLayout294.xml"/><Relationship Id="rId5" Type="http://schemas.openxmlformats.org/officeDocument/2006/relationships/slideLayout" Target="../slideLayouts/slideLayout295.xml"/><Relationship Id="rId6" Type="http://schemas.openxmlformats.org/officeDocument/2006/relationships/slideLayout" Target="../slideLayouts/slideLayout296.xml"/><Relationship Id="rId7" Type="http://schemas.openxmlformats.org/officeDocument/2006/relationships/slideLayout" Target="../slideLayouts/slideLayout297.xml"/><Relationship Id="rId8" Type="http://schemas.openxmlformats.org/officeDocument/2006/relationships/slideLayout" Target="../slideLayouts/slideLayout298.xml"/><Relationship Id="rId9" Type="http://schemas.openxmlformats.org/officeDocument/2006/relationships/slideLayout" Target="../slideLayouts/slideLayout299.xml"/><Relationship Id="rId10" Type="http://schemas.openxmlformats.org/officeDocument/2006/relationships/slideLayout" Target="../slideLayouts/slideLayout300.xml"/></Relationships>
</file>

<file path=ppt/slideMasters/_rels/slideMaster15.xml.rels><?xml version="1.0" encoding="UTF-8" standalone="yes"?>
<Relationships xmlns="http://schemas.openxmlformats.org/package/2006/relationships"><Relationship Id="rId1" Type="http://schemas.openxmlformats.org/officeDocument/2006/relationships/slideLayout" Target="../slideLayouts/slideLayout307.xml"/><Relationship Id="rId2" Type="http://schemas.openxmlformats.org/officeDocument/2006/relationships/theme" Target="../theme/theme15.xml"/><Relationship Id="rId3" Type="http://schemas.openxmlformats.org/officeDocument/2006/relationships/image" Target="../media/image1.jpg"/></Relationships>
</file>

<file path=ppt/slideMasters/_rels/slideMaster16.xml.rels><?xml version="1.0" encoding="UTF-8" standalone="yes"?>
<Relationships xmlns="http://schemas.openxmlformats.org/package/2006/relationships"><Relationship Id="rId9" Type="http://schemas.openxmlformats.org/officeDocument/2006/relationships/slideLayout" Target="../slideLayouts/slideLayout316.xml"/><Relationship Id="rId20" Type="http://schemas.openxmlformats.org/officeDocument/2006/relationships/image" Target="../media/image1.jpg"/><Relationship Id="rId10" Type="http://schemas.openxmlformats.org/officeDocument/2006/relationships/slideLayout" Target="../slideLayouts/slideLayout317.xml"/><Relationship Id="rId11" Type="http://schemas.openxmlformats.org/officeDocument/2006/relationships/slideLayout" Target="../slideLayouts/slideLayout318.xml"/><Relationship Id="rId12" Type="http://schemas.openxmlformats.org/officeDocument/2006/relationships/slideLayout" Target="../slideLayouts/slideLayout319.xml"/><Relationship Id="rId13" Type="http://schemas.openxmlformats.org/officeDocument/2006/relationships/slideLayout" Target="../slideLayouts/slideLayout320.xml"/><Relationship Id="rId14" Type="http://schemas.openxmlformats.org/officeDocument/2006/relationships/slideLayout" Target="../slideLayouts/slideLayout321.xml"/><Relationship Id="rId15" Type="http://schemas.openxmlformats.org/officeDocument/2006/relationships/slideLayout" Target="../slideLayouts/slideLayout322.xml"/><Relationship Id="rId16" Type="http://schemas.openxmlformats.org/officeDocument/2006/relationships/slideLayout" Target="../slideLayouts/slideLayout323.xml"/><Relationship Id="rId17" Type="http://schemas.openxmlformats.org/officeDocument/2006/relationships/slideLayout" Target="../slideLayouts/slideLayout324.xml"/><Relationship Id="rId18" Type="http://schemas.openxmlformats.org/officeDocument/2006/relationships/slideLayout" Target="../slideLayouts/slideLayout325.xml"/><Relationship Id="rId19" Type="http://schemas.openxmlformats.org/officeDocument/2006/relationships/theme" Target="../theme/theme16.xml"/><Relationship Id="rId1" Type="http://schemas.openxmlformats.org/officeDocument/2006/relationships/slideLayout" Target="../slideLayouts/slideLayout308.xml"/><Relationship Id="rId2" Type="http://schemas.openxmlformats.org/officeDocument/2006/relationships/slideLayout" Target="../slideLayouts/slideLayout309.xml"/><Relationship Id="rId3" Type="http://schemas.openxmlformats.org/officeDocument/2006/relationships/slideLayout" Target="../slideLayouts/slideLayout310.xml"/><Relationship Id="rId4" Type="http://schemas.openxmlformats.org/officeDocument/2006/relationships/slideLayout" Target="../slideLayouts/slideLayout311.xml"/><Relationship Id="rId5" Type="http://schemas.openxmlformats.org/officeDocument/2006/relationships/slideLayout" Target="../slideLayouts/slideLayout312.xml"/><Relationship Id="rId6" Type="http://schemas.openxmlformats.org/officeDocument/2006/relationships/slideLayout" Target="../slideLayouts/slideLayout313.xml"/><Relationship Id="rId7" Type="http://schemas.openxmlformats.org/officeDocument/2006/relationships/slideLayout" Target="../slideLayouts/slideLayout314.xml"/><Relationship Id="rId8" Type="http://schemas.openxmlformats.org/officeDocument/2006/relationships/slideLayout" Target="../slideLayouts/slideLayout315.xml"/></Relationships>
</file>

<file path=ppt/slideMasters/_rels/slideMaster17.xml.rels><?xml version="1.0" encoding="UTF-8" standalone="yes"?>
<Relationships xmlns="http://schemas.openxmlformats.org/package/2006/relationships"><Relationship Id="rId9" Type="http://schemas.openxmlformats.org/officeDocument/2006/relationships/slideLayout" Target="../slideLayouts/slideLayout334.xml"/><Relationship Id="rId20" Type="http://schemas.openxmlformats.org/officeDocument/2006/relationships/theme" Target="../theme/theme17.xml"/><Relationship Id="rId21" Type="http://schemas.openxmlformats.org/officeDocument/2006/relationships/image" Target="../media/image1.jpg"/><Relationship Id="rId10" Type="http://schemas.openxmlformats.org/officeDocument/2006/relationships/slideLayout" Target="../slideLayouts/slideLayout335.xml"/><Relationship Id="rId11" Type="http://schemas.openxmlformats.org/officeDocument/2006/relationships/slideLayout" Target="../slideLayouts/slideLayout336.xml"/><Relationship Id="rId12" Type="http://schemas.openxmlformats.org/officeDocument/2006/relationships/slideLayout" Target="../slideLayouts/slideLayout337.xml"/><Relationship Id="rId13" Type="http://schemas.openxmlformats.org/officeDocument/2006/relationships/slideLayout" Target="../slideLayouts/slideLayout338.xml"/><Relationship Id="rId14" Type="http://schemas.openxmlformats.org/officeDocument/2006/relationships/slideLayout" Target="../slideLayouts/slideLayout339.xml"/><Relationship Id="rId15" Type="http://schemas.openxmlformats.org/officeDocument/2006/relationships/slideLayout" Target="../slideLayouts/slideLayout340.xml"/><Relationship Id="rId16" Type="http://schemas.openxmlformats.org/officeDocument/2006/relationships/slideLayout" Target="../slideLayouts/slideLayout341.xml"/><Relationship Id="rId17" Type="http://schemas.openxmlformats.org/officeDocument/2006/relationships/slideLayout" Target="../slideLayouts/slideLayout342.xml"/><Relationship Id="rId18" Type="http://schemas.openxmlformats.org/officeDocument/2006/relationships/slideLayout" Target="../slideLayouts/slideLayout343.xml"/><Relationship Id="rId19" Type="http://schemas.openxmlformats.org/officeDocument/2006/relationships/slideLayout" Target="../slideLayouts/slideLayout344.xml"/><Relationship Id="rId1" Type="http://schemas.openxmlformats.org/officeDocument/2006/relationships/slideLayout" Target="../slideLayouts/slideLayout326.xml"/><Relationship Id="rId2" Type="http://schemas.openxmlformats.org/officeDocument/2006/relationships/slideLayout" Target="../slideLayouts/slideLayout327.xml"/><Relationship Id="rId3" Type="http://schemas.openxmlformats.org/officeDocument/2006/relationships/slideLayout" Target="../slideLayouts/slideLayout328.xml"/><Relationship Id="rId4" Type="http://schemas.openxmlformats.org/officeDocument/2006/relationships/slideLayout" Target="../slideLayouts/slideLayout329.xml"/><Relationship Id="rId5" Type="http://schemas.openxmlformats.org/officeDocument/2006/relationships/slideLayout" Target="../slideLayouts/slideLayout330.xml"/><Relationship Id="rId6" Type="http://schemas.openxmlformats.org/officeDocument/2006/relationships/slideLayout" Target="../slideLayouts/slideLayout331.xml"/><Relationship Id="rId7" Type="http://schemas.openxmlformats.org/officeDocument/2006/relationships/slideLayout" Target="../slideLayouts/slideLayout332.xml"/><Relationship Id="rId8" Type="http://schemas.openxmlformats.org/officeDocument/2006/relationships/slideLayout" Target="../slideLayouts/slideLayout333.xml"/></Relationships>
</file>

<file path=ppt/slideMasters/_rels/slideMaster18.xml.rels><?xml version="1.0" encoding="UTF-8" standalone="yes"?>
<Relationships xmlns="http://schemas.openxmlformats.org/package/2006/relationships"><Relationship Id="rId9" Type="http://schemas.openxmlformats.org/officeDocument/2006/relationships/slideLayout" Target="../slideLayouts/slideLayout353.xml"/><Relationship Id="rId20" Type="http://schemas.openxmlformats.org/officeDocument/2006/relationships/theme" Target="../theme/theme18.xml"/><Relationship Id="rId21" Type="http://schemas.openxmlformats.org/officeDocument/2006/relationships/image" Target="../media/image1.jpg"/><Relationship Id="rId10" Type="http://schemas.openxmlformats.org/officeDocument/2006/relationships/slideLayout" Target="../slideLayouts/slideLayout354.xml"/><Relationship Id="rId11" Type="http://schemas.openxmlformats.org/officeDocument/2006/relationships/slideLayout" Target="../slideLayouts/slideLayout355.xml"/><Relationship Id="rId12" Type="http://schemas.openxmlformats.org/officeDocument/2006/relationships/slideLayout" Target="../slideLayouts/slideLayout356.xml"/><Relationship Id="rId13" Type="http://schemas.openxmlformats.org/officeDocument/2006/relationships/slideLayout" Target="../slideLayouts/slideLayout357.xml"/><Relationship Id="rId14" Type="http://schemas.openxmlformats.org/officeDocument/2006/relationships/slideLayout" Target="../slideLayouts/slideLayout358.xml"/><Relationship Id="rId15" Type="http://schemas.openxmlformats.org/officeDocument/2006/relationships/slideLayout" Target="../slideLayouts/slideLayout359.xml"/><Relationship Id="rId16" Type="http://schemas.openxmlformats.org/officeDocument/2006/relationships/slideLayout" Target="../slideLayouts/slideLayout360.xml"/><Relationship Id="rId17" Type="http://schemas.openxmlformats.org/officeDocument/2006/relationships/slideLayout" Target="../slideLayouts/slideLayout361.xml"/><Relationship Id="rId18" Type="http://schemas.openxmlformats.org/officeDocument/2006/relationships/slideLayout" Target="../slideLayouts/slideLayout362.xml"/><Relationship Id="rId19" Type="http://schemas.openxmlformats.org/officeDocument/2006/relationships/slideLayout" Target="../slideLayouts/slideLayout363.xml"/><Relationship Id="rId1" Type="http://schemas.openxmlformats.org/officeDocument/2006/relationships/slideLayout" Target="../slideLayouts/slideLayout345.xml"/><Relationship Id="rId2" Type="http://schemas.openxmlformats.org/officeDocument/2006/relationships/slideLayout" Target="../slideLayouts/slideLayout346.xml"/><Relationship Id="rId3" Type="http://schemas.openxmlformats.org/officeDocument/2006/relationships/slideLayout" Target="../slideLayouts/slideLayout347.xml"/><Relationship Id="rId4" Type="http://schemas.openxmlformats.org/officeDocument/2006/relationships/slideLayout" Target="../slideLayouts/slideLayout348.xml"/><Relationship Id="rId5" Type="http://schemas.openxmlformats.org/officeDocument/2006/relationships/slideLayout" Target="../slideLayouts/slideLayout349.xml"/><Relationship Id="rId6" Type="http://schemas.openxmlformats.org/officeDocument/2006/relationships/slideLayout" Target="../slideLayouts/slideLayout350.xml"/><Relationship Id="rId7" Type="http://schemas.openxmlformats.org/officeDocument/2006/relationships/slideLayout" Target="../slideLayouts/slideLayout351.xml"/><Relationship Id="rId8" Type="http://schemas.openxmlformats.org/officeDocument/2006/relationships/slideLayout" Target="../slideLayouts/slideLayout352.xml"/></Relationships>
</file>

<file path=ppt/slideMasters/_rels/slideMaster19.xml.rels><?xml version="1.0" encoding="UTF-8" standalone="yes"?>
<Relationships xmlns="http://schemas.openxmlformats.org/package/2006/relationships"><Relationship Id="rId1" Type="http://schemas.openxmlformats.org/officeDocument/2006/relationships/slideLayout" Target="../slideLayouts/slideLayout364.xml"/><Relationship Id="rId2" Type="http://schemas.openxmlformats.org/officeDocument/2006/relationships/theme" Target="../theme/theme19.xml"/><Relationship Id="rId3" Type="http://schemas.openxmlformats.org/officeDocument/2006/relationships/image" Target="../media/image1.jpg"/></Relationships>
</file>

<file path=ppt/slideMasters/_rels/slideMaster20.xml.rels><?xml version="1.0" encoding="UTF-8" standalone="yes"?>
<Relationships xmlns="http://schemas.openxmlformats.org/package/2006/relationships"><Relationship Id="rId1" Type="http://schemas.openxmlformats.org/officeDocument/2006/relationships/slideLayout" Target="../slideLayouts/slideLayout365.xml"/><Relationship Id="rId2" Type="http://schemas.openxmlformats.org/officeDocument/2006/relationships/theme" Target="../theme/theme20.xml"/><Relationship Id="rId3" Type="http://schemas.openxmlformats.org/officeDocument/2006/relationships/image" Target="../media/image1.jpg"/></Relationships>
</file>

<file path=ppt/slideMasters/_rels/slideMaster21.xml.rels><?xml version="1.0" encoding="UTF-8" standalone="yes"?>
<Relationships xmlns="http://schemas.openxmlformats.org/package/2006/relationships"><Relationship Id="rId9" Type="http://schemas.openxmlformats.org/officeDocument/2006/relationships/slideLayout" Target="../slideLayouts/slideLayout374.xml"/><Relationship Id="rId20" Type="http://schemas.openxmlformats.org/officeDocument/2006/relationships/theme" Target="../theme/theme21.xml"/><Relationship Id="rId21" Type="http://schemas.openxmlformats.org/officeDocument/2006/relationships/image" Target="../media/image1.jpg"/><Relationship Id="rId10" Type="http://schemas.openxmlformats.org/officeDocument/2006/relationships/slideLayout" Target="../slideLayouts/slideLayout375.xml"/><Relationship Id="rId11" Type="http://schemas.openxmlformats.org/officeDocument/2006/relationships/slideLayout" Target="../slideLayouts/slideLayout376.xml"/><Relationship Id="rId12" Type="http://schemas.openxmlformats.org/officeDocument/2006/relationships/slideLayout" Target="../slideLayouts/slideLayout377.xml"/><Relationship Id="rId13" Type="http://schemas.openxmlformats.org/officeDocument/2006/relationships/slideLayout" Target="../slideLayouts/slideLayout378.xml"/><Relationship Id="rId14" Type="http://schemas.openxmlformats.org/officeDocument/2006/relationships/slideLayout" Target="../slideLayouts/slideLayout379.xml"/><Relationship Id="rId15" Type="http://schemas.openxmlformats.org/officeDocument/2006/relationships/slideLayout" Target="../slideLayouts/slideLayout380.xml"/><Relationship Id="rId16" Type="http://schemas.openxmlformats.org/officeDocument/2006/relationships/slideLayout" Target="../slideLayouts/slideLayout381.xml"/><Relationship Id="rId17" Type="http://schemas.openxmlformats.org/officeDocument/2006/relationships/slideLayout" Target="../slideLayouts/slideLayout382.xml"/><Relationship Id="rId18" Type="http://schemas.openxmlformats.org/officeDocument/2006/relationships/slideLayout" Target="../slideLayouts/slideLayout383.xml"/><Relationship Id="rId19" Type="http://schemas.openxmlformats.org/officeDocument/2006/relationships/slideLayout" Target="../slideLayouts/slideLayout384.xml"/><Relationship Id="rId1" Type="http://schemas.openxmlformats.org/officeDocument/2006/relationships/slideLayout" Target="../slideLayouts/slideLayout366.xml"/><Relationship Id="rId2" Type="http://schemas.openxmlformats.org/officeDocument/2006/relationships/slideLayout" Target="../slideLayouts/slideLayout367.xml"/><Relationship Id="rId3" Type="http://schemas.openxmlformats.org/officeDocument/2006/relationships/slideLayout" Target="../slideLayouts/slideLayout368.xml"/><Relationship Id="rId4" Type="http://schemas.openxmlformats.org/officeDocument/2006/relationships/slideLayout" Target="../slideLayouts/slideLayout369.xml"/><Relationship Id="rId5" Type="http://schemas.openxmlformats.org/officeDocument/2006/relationships/slideLayout" Target="../slideLayouts/slideLayout370.xml"/><Relationship Id="rId6" Type="http://schemas.openxmlformats.org/officeDocument/2006/relationships/slideLayout" Target="../slideLayouts/slideLayout371.xml"/><Relationship Id="rId7" Type="http://schemas.openxmlformats.org/officeDocument/2006/relationships/slideLayout" Target="../slideLayouts/slideLayout372.xml"/><Relationship Id="rId8" Type="http://schemas.openxmlformats.org/officeDocument/2006/relationships/slideLayout" Target="../slideLayouts/slideLayout373.xml"/></Relationships>
</file>

<file path=ppt/slideMasters/_rels/slideMaster22.xml.rels><?xml version="1.0" encoding="UTF-8" standalone="yes"?>
<Relationships xmlns="http://schemas.openxmlformats.org/package/2006/relationships"><Relationship Id="rId9" Type="http://schemas.openxmlformats.org/officeDocument/2006/relationships/slideLayout" Target="../slideLayouts/slideLayout393.xml"/><Relationship Id="rId20" Type="http://schemas.openxmlformats.org/officeDocument/2006/relationships/image" Target="../media/image1.jpg"/><Relationship Id="rId10" Type="http://schemas.openxmlformats.org/officeDocument/2006/relationships/slideLayout" Target="../slideLayouts/slideLayout394.xml"/><Relationship Id="rId11" Type="http://schemas.openxmlformats.org/officeDocument/2006/relationships/slideLayout" Target="../slideLayouts/slideLayout395.xml"/><Relationship Id="rId12" Type="http://schemas.openxmlformats.org/officeDocument/2006/relationships/slideLayout" Target="../slideLayouts/slideLayout396.xml"/><Relationship Id="rId13" Type="http://schemas.openxmlformats.org/officeDocument/2006/relationships/slideLayout" Target="../slideLayouts/slideLayout397.xml"/><Relationship Id="rId14" Type="http://schemas.openxmlformats.org/officeDocument/2006/relationships/slideLayout" Target="../slideLayouts/slideLayout398.xml"/><Relationship Id="rId15" Type="http://schemas.openxmlformats.org/officeDocument/2006/relationships/slideLayout" Target="../slideLayouts/slideLayout399.xml"/><Relationship Id="rId16" Type="http://schemas.openxmlformats.org/officeDocument/2006/relationships/slideLayout" Target="../slideLayouts/slideLayout400.xml"/><Relationship Id="rId17" Type="http://schemas.openxmlformats.org/officeDocument/2006/relationships/slideLayout" Target="../slideLayouts/slideLayout401.xml"/><Relationship Id="rId18" Type="http://schemas.openxmlformats.org/officeDocument/2006/relationships/slideLayout" Target="../slideLayouts/slideLayout402.xml"/><Relationship Id="rId19" Type="http://schemas.openxmlformats.org/officeDocument/2006/relationships/theme" Target="../theme/theme22.xml"/><Relationship Id="rId1" Type="http://schemas.openxmlformats.org/officeDocument/2006/relationships/slideLayout" Target="../slideLayouts/slideLayout385.xml"/><Relationship Id="rId2" Type="http://schemas.openxmlformats.org/officeDocument/2006/relationships/slideLayout" Target="../slideLayouts/slideLayout386.xml"/><Relationship Id="rId3" Type="http://schemas.openxmlformats.org/officeDocument/2006/relationships/slideLayout" Target="../slideLayouts/slideLayout387.xml"/><Relationship Id="rId4" Type="http://schemas.openxmlformats.org/officeDocument/2006/relationships/slideLayout" Target="../slideLayouts/slideLayout388.xml"/><Relationship Id="rId5" Type="http://schemas.openxmlformats.org/officeDocument/2006/relationships/slideLayout" Target="../slideLayouts/slideLayout389.xml"/><Relationship Id="rId6" Type="http://schemas.openxmlformats.org/officeDocument/2006/relationships/slideLayout" Target="../slideLayouts/slideLayout390.xml"/><Relationship Id="rId7" Type="http://schemas.openxmlformats.org/officeDocument/2006/relationships/slideLayout" Target="../slideLayouts/slideLayout391.xml"/><Relationship Id="rId8" Type="http://schemas.openxmlformats.org/officeDocument/2006/relationships/slideLayout" Target="../slideLayouts/slideLayout392.xml"/></Relationships>
</file>

<file path=ppt/slideMasters/_rels/slideMaster23.xml.rels><?xml version="1.0" encoding="UTF-8" standalone="yes"?>
<Relationships xmlns="http://schemas.openxmlformats.org/package/2006/relationships"><Relationship Id="rId9" Type="http://schemas.openxmlformats.org/officeDocument/2006/relationships/slideLayout" Target="../slideLayouts/slideLayout411.xml"/><Relationship Id="rId20" Type="http://schemas.openxmlformats.org/officeDocument/2006/relationships/image" Target="../media/image1.jpg"/><Relationship Id="rId10" Type="http://schemas.openxmlformats.org/officeDocument/2006/relationships/slideLayout" Target="../slideLayouts/slideLayout412.xml"/><Relationship Id="rId11" Type="http://schemas.openxmlformats.org/officeDocument/2006/relationships/slideLayout" Target="../slideLayouts/slideLayout413.xml"/><Relationship Id="rId12" Type="http://schemas.openxmlformats.org/officeDocument/2006/relationships/slideLayout" Target="../slideLayouts/slideLayout414.xml"/><Relationship Id="rId13" Type="http://schemas.openxmlformats.org/officeDocument/2006/relationships/slideLayout" Target="../slideLayouts/slideLayout415.xml"/><Relationship Id="rId14" Type="http://schemas.openxmlformats.org/officeDocument/2006/relationships/slideLayout" Target="../slideLayouts/slideLayout416.xml"/><Relationship Id="rId15" Type="http://schemas.openxmlformats.org/officeDocument/2006/relationships/slideLayout" Target="../slideLayouts/slideLayout417.xml"/><Relationship Id="rId16" Type="http://schemas.openxmlformats.org/officeDocument/2006/relationships/slideLayout" Target="../slideLayouts/slideLayout418.xml"/><Relationship Id="rId17" Type="http://schemas.openxmlformats.org/officeDocument/2006/relationships/slideLayout" Target="../slideLayouts/slideLayout419.xml"/><Relationship Id="rId18" Type="http://schemas.openxmlformats.org/officeDocument/2006/relationships/slideLayout" Target="../slideLayouts/slideLayout420.xml"/><Relationship Id="rId19" Type="http://schemas.openxmlformats.org/officeDocument/2006/relationships/theme" Target="../theme/theme23.xml"/><Relationship Id="rId1" Type="http://schemas.openxmlformats.org/officeDocument/2006/relationships/slideLayout" Target="../slideLayouts/slideLayout403.xml"/><Relationship Id="rId2" Type="http://schemas.openxmlformats.org/officeDocument/2006/relationships/slideLayout" Target="../slideLayouts/slideLayout404.xml"/><Relationship Id="rId3" Type="http://schemas.openxmlformats.org/officeDocument/2006/relationships/slideLayout" Target="../slideLayouts/slideLayout405.xml"/><Relationship Id="rId4" Type="http://schemas.openxmlformats.org/officeDocument/2006/relationships/slideLayout" Target="../slideLayouts/slideLayout406.xml"/><Relationship Id="rId5" Type="http://schemas.openxmlformats.org/officeDocument/2006/relationships/slideLayout" Target="../slideLayouts/slideLayout407.xml"/><Relationship Id="rId6" Type="http://schemas.openxmlformats.org/officeDocument/2006/relationships/slideLayout" Target="../slideLayouts/slideLayout408.xml"/><Relationship Id="rId7" Type="http://schemas.openxmlformats.org/officeDocument/2006/relationships/slideLayout" Target="../slideLayouts/slideLayout409.xml"/><Relationship Id="rId8" Type="http://schemas.openxmlformats.org/officeDocument/2006/relationships/slideLayout" Target="../slideLayouts/slideLayout410.xml"/></Relationships>
</file>

<file path=ppt/slideMasters/_rels/slideMaster24.xml.rels><?xml version="1.0" encoding="UTF-8" standalone="yes"?>
<Relationships xmlns="http://schemas.openxmlformats.org/package/2006/relationships"><Relationship Id="rId9" Type="http://schemas.openxmlformats.org/officeDocument/2006/relationships/slideLayout" Target="../slideLayouts/slideLayout429.xml"/><Relationship Id="rId20" Type="http://schemas.openxmlformats.org/officeDocument/2006/relationships/image" Target="../media/image1.jpg"/><Relationship Id="rId10" Type="http://schemas.openxmlformats.org/officeDocument/2006/relationships/slideLayout" Target="../slideLayouts/slideLayout430.xml"/><Relationship Id="rId11" Type="http://schemas.openxmlformats.org/officeDocument/2006/relationships/slideLayout" Target="../slideLayouts/slideLayout431.xml"/><Relationship Id="rId12" Type="http://schemas.openxmlformats.org/officeDocument/2006/relationships/slideLayout" Target="../slideLayouts/slideLayout432.xml"/><Relationship Id="rId13" Type="http://schemas.openxmlformats.org/officeDocument/2006/relationships/slideLayout" Target="../slideLayouts/slideLayout433.xml"/><Relationship Id="rId14" Type="http://schemas.openxmlformats.org/officeDocument/2006/relationships/slideLayout" Target="../slideLayouts/slideLayout434.xml"/><Relationship Id="rId15" Type="http://schemas.openxmlformats.org/officeDocument/2006/relationships/slideLayout" Target="../slideLayouts/slideLayout435.xml"/><Relationship Id="rId16" Type="http://schemas.openxmlformats.org/officeDocument/2006/relationships/slideLayout" Target="../slideLayouts/slideLayout436.xml"/><Relationship Id="rId17" Type="http://schemas.openxmlformats.org/officeDocument/2006/relationships/slideLayout" Target="../slideLayouts/slideLayout437.xml"/><Relationship Id="rId18" Type="http://schemas.openxmlformats.org/officeDocument/2006/relationships/slideLayout" Target="../slideLayouts/slideLayout438.xml"/><Relationship Id="rId19" Type="http://schemas.openxmlformats.org/officeDocument/2006/relationships/theme" Target="../theme/theme24.xml"/><Relationship Id="rId1" Type="http://schemas.openxmlformats.org/officeDocument/2006/relationships/slideLayout" Target="../slideLayouts/slideLayout421.xml"/><Relationship Id="rId2" Type="http://schemas.openxmlformats.org/officeDocument/2006/relationships/slideLayout" Target="../slideLayouts/slideLayout422.xml"/><Relationship Id="rId3" Type="http://schemas.openxmlformats.org/officeDocument/2006/relationships/slideLayout" Target="../slideLayouts/slideLayout423.xml"/><Relationship Id="rId4" Type="http://schemas.openxmlformats.org/officeDocument/2006/relationships/slideLayout" Target="../slideLayouts/slideLayout424.xml"/><Relationship Id="rId5" Type="http://schemas.openxmlformats.org/officeDocument/2006/relationships/slideLayout" Target="../slideLayouts/slideLayout425.xml"/><Relationship Id="rId6" Type="http://schemas.openxmlformats.org/officeDocument/2006/relationships/slideLayout" Target="../slideLayouts/slideLayout426.xml"/><Relationship Id="rId7" Type="http://schemas.openxmlformats.org/officeDocument/2006/relationships/slideLayout" Target="../slideLayouts/slideLayout427.xml"/><Relationship Id="rId8" Type="http://schemas.openxmlformats.org/officeDocument/2006/relationships/slideLayout" Target="../slideLayouts/slideLayout428.xml"/></Relationships>
</file>

<file path=ppt/slideMasters/_rels/slideMaster25.xml.rels><?xml version="1.0" encoding="UTF-8" standalone="yes"?>
<Relationships xmlns="http://schemas.openxmlformats.org/package/2006/relationships"><Relationship Id="rId9" Type="http://schemas.openxmlformats.org/officeDocument/2006/relationships/slideLayout" Target="../slideLayouts/slideLayout447.xml"/><Relationship Id="rId20" Type="http://schemas.openxmlformats.org/officeDocument/2006/relationships/theme" Target="../theme/theme25.xml"/><Relationship Id="rId21" Type="http://schemas.openxmlformats.org/officeDocument/2006/relationships/image" Target="../media/image1.jpg"/><Relationship Id="rId10" Type="http://schemas.openxmlformats.org/officeDocument/2006/relationships/slideLayout" Target="../slideLayouts/slideLayout448.xml"/><Relationship Id="rId11" Type="http://schemas.openxmlformats.org/officeDocument/2006/relationships/slideLayout" Target="../slideLayouts/slideLayout449.xml"/><Relationship Id="rId12" Type="http://schemas.openxmlformats.org/officeDocument/2006/relationships/slideLayout" Target="../slideLayouts/slideLayout450.xml"/><Relationship Id="rId13" Type="http://schemas.openxmlformats.org/officeDocument/2006/relationships/slideLayout" Target="../slideLayouts/slideLayout451.xml"/><Relationship Id="rId14" Type="http://schemas.openxmlformats.org/officeDocument/2006/relationships/slideLayout" Target="../slideLayouts/slideLayout452.xml"/><Relationship Id="rId15" Type="http://schemas.openxmlformats.org/officeDocument/2006/relationships/slideLayout" Target="../slideLayouts/slideLayout453.xml"/><Relationship Id="rId16" Type="http://schemas.openxmlformats.org/officeDocument/2006/relationships/slideLayout" Target="../slideLayouts/slideLayout454.xml"/><Relationship Id="rId17" Type="http://schemas.openxmlformats.org/officeDocument/2006/relationships/slideLayout" Target="../slideLayouts/slideLayout455.xml"/><Relationship Id="rId18" Type="http://schemas.openxmlformats.org/officeDocument/2006/relationships/slideLayout" Target="../slideLayouts/slideLayout456.xml"/><Relationship Id="rId19" Type="http://schemas.openxmlformats.org/officeDocument/2006/relationships/slideLayout" Target="../slideLayouts/slideLayout457.xml"/><Relationship Id="rId1" Type="http://schemas.openxmlformats.org/officeDocument/2006/relationships/slideLayout" Target="../slideLayouts/slideLayout439.xml"/><Relationship Id="rId2" Type="http://schemas.openxmlformats.org/officeDocument/2006/relationships/slideLayout" Target="../slideLayouts/slideLayout440.xml"/><Relationship Id="rId3" Type="http://schemas.openxmlformats.org/officeDocument/2006/relationships/slideLayout" Target="../slideLayouts/slideLayout441.xml"/><Relationship Id="rId4" Type="http://schemas.openxmlformats.org/officeDocument/2006/relationships/slideLayout" Target="../slideLayouts/slideLayout442.xml"/><Relationship Id="rId5" Type="http://schemas.openxmlformats.org/officeDocument/2006/relationships/slideLayout" Target="../slideLayouts/slideLayout443.xml"/><Relationship Id="rId6" Type="http://schemas.openxmlformats.org/officeDocument/2006/relationships/slideLayout" Target="../slideLayouts/slideLayout444.xml"/><Relationship Id="rId7" Type="http://schemas.openxmlformats.org/officeDocument/2006/relationships/slideLayout" Target="../slideLayouts/slideLayout445.xml"/><Relationship Id="rId8" Type="http://schemas.openxmlformats.org/officeDocument/2006/relationships/slideLayout" Target="../slideLayouts/slideLayout446.xml"/></Relationships>
</file>

<file path=ppt/slideMasters/_rels/slideMaster26.xml.rels><?xml version="1.0" encoding="UTF-8" standalone="yes"?>
<Relationships xmlns="http://schemas.openxmlformats.org/package/2006/relationships"><Relationship Id="rId1" Type="http://schemas.openxmlformats.org/officeDocument/2006/relationships/slideLayout" Target="../slideLayouts/slideLayout458.xml"/><Relationship Id="rId2" Type="http://schemas.openxmlformats.org/officeDocument/2006/relationships/theme" Target="../theme/theme26.xml"/><Relationship Id="rId3" Type="http://schemas.openxmlformats.org/officeDocument/2006/relationships/image" Target="../media/image1.jpg"/></Relationships>
</file>

<file path=ppt/slideMasters/_rels/slideMaster27.xml.rels><?xml version="1.0" encoding="UTF-8" standalone="yes"?>
<Relationships xmlns="http://schemas.openxmlformats.org/package/2006/relationships"><Relationship Id="rId9" Type="http://schemas.openxmlformats.org/officeDocument/2006/relationships/slideLayout" Target="../slideLayouts/slideLayout467.xml"/><Relationship Id="rId20" Type="http://schemas.openxmlformats.org/officeDocument/2006/relationships/slideLayout" Target="../slideLayouts/slideLayout478.xml"/><Relationship Id="rId21" Type="http://schemas.openxmlformats.org/officeDocument/2006/relationships/slideLayout" Target="../slideLayouts/slideLayout479.xml"/><Relationship Id="rId22" Type="http://schemas.openxmlformats.org/officeDocument/2006/relationships/slideLayout" Target="../slideLayouts/slideLayout480.xml"/><Relationship Id="rId23" Type="http://schemas.openxmlformats.org/officeDocument/2006/relationships/slideLayout" Target="../slideLayouts/slideLayout481.xml"/><Relationship Id="rId24" Type="http://schemas.openxmlformats.org/officeDocument/2006/relationships/slideLayout" Target="../slideLayouts/slideLayout482.xml"/><Relationship Id="rId25" Type="http://schemas.openxmlformats.org/officeDocument/2006/relationships/slideLayout" Target="../slideLayouts/slideLayout483.xml"/><Relationship Id="rId26" Type="http://schemas.openxmlformats.org/officeDocument/2006/relationships/theme" Target="../theme/theme27.xml"/><Relationship Id="rId27" Type="http://schemas.openxmlformats.org/officeDocument/2006/relationships/image" Target="../media/image1.jpg"/><Relationship Id="rId10" Type="http://schemas.openxmlformats.org/officeDocument/2006/relationships/slideLayout" Target="../slideLayouts/slideLayout468.xml"/><Relationship Id="rId11" Type="http://schemas.openxmlformats.org/officeDocument/2006/relationships/slideLayout" Target="../slideLayouts/slideLayout469.xml"/><Relationship Id="rId12" Type="http://schemas.openxmlformats.org/officeDocument/2006/relationships/slideLayout" Target="../slideLayouts/slideLayout470.xml"/><Relationship Id="rId13" Type="http://schemas.openxmlformats.org/officeDocument/2006/relationships/slideLayout" Target="../slideLayouts/slideLayout471.xml"/><Relationship Id="rId14" Type="http://schemas.openxmlformats.org/officeDocument/2006/relationships/slideLayout" Target="../slideLayouts/slideLayout472.xml"/><Relationship Id="rId15" Type="http://schemas.openxmlformats.org/officeDocument/2006/relationships/slideLayout" Target="../slideLayouts/slideLayout473.xml"/><Relationship Id="rId16" Type="http://schemas.openxmlformats.org/officeDocument/2006/relationships/slideLayout" Target="../slideLayouts/slideLayout474.xml"/><Relationship Id="rId17" Type="http://schemas.openxmlformats.org/officeDocument/2006/relationships/slideLayout" Target="../slideLayouts/slideLayout475.xml"/><Relationship Id="rId18" Type="http://schemas.openxmlformats.org/officeDocument/2006/relationships/slideLayout" Target="../slideLayouts/slideLayout476.xml"/><Relationship Id="rId19" Type="http://schemas.openxmlformats.org/officeDocument/2006/relationships/slideLayout" Target="../slideLayouts/slideLayout477.xml"/><Relationship Id="rId1" Type="http://schemas.openxmlformats.org/officeDocument/2006/relationships/slideLayout" Target="../slideLayouts/slideLayout459.xml"/><Relationship Id="rId2" Type="http://schemas.openxmlformats.org/officeDocument/2006/relationships/slideLayout" Target="../slideLayouts/slideLayout460.xml"/><Relationship Id="rId3" Type="http://schemas.openxmlformats.org/officeDocument/2006/relationships/slideLayout" Target="../slideLayouts/slideLayout461.xml"/><Relationship Id="rId4" Type="http://schemas.openxmlformats.org/officeDocument/2006/relationships/slideLayout" Target="../slideLayouts/slideLayout462.xml"/><Relationship Id="rId5" Type="http://schemas.openxmlformats.org/officeDocument/2006/relationships/slideLayout" Target="../slideLayouts/slideLayout463.xml"/><Relationship Id="rId6" Type="http://schemas.openxmlformats.org/officeDocument/2006/relationships/slideLayout" Target="../slideLayouts/slideLayout464.xml"/><Relationship Id="rId7" Type="http://schemas.openxmlformats.org/officeDocument/2006/relationships/slideLayout" Target="../slideLayouts/slideLayout465.xml"/><Relationship Id="rId8" Type="http://schemas.openxmlformats.org/officeDocument/2006/relationships/slideLayout" Target="../slideLayouts/slideLayout466.xml"/></Relationships>
</file>

<file path=ppt/slideMasters/_rels/slideMaster28.xml.rels><?xml version="1.0" encoding="UTF-8" standalone="yes"?>
<Relationships xmlns="http://schemas.openxmlformats.org/package/2006/relationships"><Relationship Id="rId11" Type="http://schemas.openxmlformats.org/officeDocument/2006/relationships/slideLayout" Target="../slideLayouts/slideLayout494.xml"/><Relationship Id="rId12" Type="http://schemas.openxmlformats.org/officeDocument/2006/relationships/theme" Target="../theme/theme28.xml"/><Relationship Id="rId13" Type="http://schemas.openxmlformats.org/officeDocument/2006/relationships/image" Target="../media/image1.jpg"/><Relationship Id="rId1" Type="http://schemas.openxmlformats.org/officeDocument/2006/relationships/slideLayout" Target="../slideLayouts/slideLayout484.xml"/><Relationship Id="rId2" Type="http://schemas.openxmlformats.org/officeDocument/2006/relationships/slideLayout" Target="../slideLayouts/slideLayout485.xml"/><Relationship Id="rId3" Type="http://schemas.openxmlformats.org/officeDocument/2006/relationships/slideLayout" Target="../slideLayouts/slideLayout486.xml"/><Relationship Id="rId4" Type="http://schemas.openxmlformats.org/officeDocument/2006/relationships/slideLayout" Target="../slideLayouts/slideLayout487.xml"/><Relationship Id="rId5" Type="http://schemas.openxmlformats.org/officeDocument/2006/relationships/slideLayout" Target="../slideLayouts/slideLayout488.xml"/><Relationship Id="rId6" Type="http://schemas.openxmlformats.org/officeDocument/2006/relationships/slideLayout" Target="../slideLayouts/slideLayout489.xml"/><Relationship Id="rId7" Type="http://schemas.openxmlformats.org/officeDocument/2006/relationships/slideLayout" Target="../slideLayouts/slideLayout490.xml"/><Relationship Id="rId8" Type="http://schemas.openxmlformats.org/officeDocument/2006/relationships/slideLayout" Target="../slideLayouts/slideLayout491.xml"/><Relationship Id="rId9" Type="http://schemas.openxmlformats.org/officeDocument/2006/relationships/slideLayout" Target="../slideLayouts/slideLayout492.xml"/><Relationship Id="rId10" Type="http://schemas.openxmlformats.org/officeDocument/2006/relationships/slideLayout" Target="../slideLayouts/slideLayout493.xml"/></Relationships>
</file>

<file path=ppt/slideMasters/_rels/slideMaster29.xml.rels><?xml version="1.0" encoding="UTF-8" standalone="yes"?>
<Relationships xmlns="http://schemas.openxmlformats.org/package/2006/relationships"><Relationship Id="rId11" Type="http://schemas.openxmlformats.org/officeDocument/2006/relationships/slideLayout" Target="../slideLayouts/slideLayout505.xml"/><Relationship Id="rId12" Type="http://schemas.openxmlformats.org/officeDocument/2006/relationships/theme" Target="../theme/theme29.xml"/><Relationship Id="rId13" Type="http://schemas.openxmlformats.org/officeDocument/2006/relationships/image" Target="../media/image1.jpg"/><Relationship Id="rId1" Type="http://schemas.openxmlformats.org/officeDocument/2006/relationships/slideLayout" Target="../slideLayouts/slideLayout495.xml"/><Relationship Id="rId2" Type="http://schemas.openxmlformats.org/officeDocument/2006/relationships/slideLayout" Target="../slideLayouts/slideLayout496.xml"/><Relationship Id="rId3" Type="http://schemas.openxmlformats.org/officeDocument/2006/relationships/slideLayout" Target="../slideLayouts/slideLayout497.xml"/><Relationship Id="rId4" Type="http://schemas.openxmlformats.org/officeDocument/2006/relationships/slideLayout" Target="../slideLayouts/slideLayout498.xml"/><Relationship Id="rId5" Type="http://schemas.openxmlformats.org/officeDocument/2006/relationships/slideLayout" Target="../slideLayouts/slideLayout499.xml"/><Relationship Id="rId6" Type="http://schemas.openxmlformats.org/officeDocument/2006/relationships/slideLayout" Target="../slideLayouts/slideLayout500.xml"/><Relationship Id="rId7" Type="http://schemas.openxmlformats.org/officeDocument/2006/relationships/slideLayout" Target="../slideLayouts/slideLayout501.xml"/><Relationship Id="rId8" Type="http://schemas.openxmlformats.org/officeDocument/2006/relationships/slideLayout" Target="../slideLayouts/slideLayout502.xml"/><Relationship Id="rId9" Type="http://schemas.openxmlformats.org/officeDocument/2006/relationships/slideLayout" Target="../slideLayouts/slideLayout503.xml"/><Relationship Id="rId10" Type="http://schemas.openxmlformats.org/officeDocument/2006/relationships/slideLayout" Target="../slideLayouts/slideLayout504.xml"/></Relationships>
</file>

<file path=ppt/slideMasters/_rels/slideMaster30.xml.rels><?xml version="1.0" encoding="UTF-8" standalone="yes"?>
<Relationships xmlns="http://schemas.openxmlformats.org/package/2006/relationships"><Relationship Id="rId11" Type="http://schemas.openxmlformats.org/officeDocument/2006/relationships/slideLayout" Target="../slideLayouts/slideLayout516.xml"/><Relationship Id="rId12" Type="http://schemas.openxmlformats.org/officeDocument/2006/relationships/theme" Target="../theme/theme30.xml"/><Relationship Id="rId13" Type="http://schemas.openxmlformats.org/officeDocument/2006/relationships/image" Target="../media/image1.jpg"/><Relationship Id="rId1" Type="http://schemas.openxmlformats.org/officeDocument/2006/relationships/slideLayout" Target="../slideLayouts/slideLayout506.xml"/><Relationship Id="rId2" Type="http://schemas.openxmlformats.org/officeDocument/2006/relationships/slideLayout" Target="../slideLayouts/slideLayout507.xml"/><Relationship Id="rId3" Type="http://schemas.openxmlformats.org/officeDocument/2006/relationships/slideLayout" Target="../slideLayouts/slideLayout508.xml"/><Relationship Id="rId4" Type="http://schemas.openxmlformats.org/officeDocument/2006/relationships/slideLayout" Target="../slideLayouts/slideLayout509.xml"/><Relationship Id="rId5" Type="http://schemas.openxmlformats.org/officeDocument/2006/relationships/slideLayout" Target="../slideLayouts/slideLayout510.xml"/><Relationship Id="rId6" Type="http://schemas.openxmlformats.org/officeDocument/2006/relationships/slideLayout" Target="../slideLayouts/slideLayout511.xml"/><Relationship Id="rId7" Type="http://schemas.openxmlformats.org/officeDocument/2006/relationships/slideLayout" Target="../slideLayouts/slideLayout512.xml"/><Relationship Id="rId8" Type="http://schemas.openxmlformats.org/officeDocument/2006/relationships/slideLayout" Target="../slideLayouts/slideLayout513.xml"/><Relationship Id="rId9" Type="http://schemas.openxmlformats.org/officeDocument/2006/relationships/slideLayout" Target="../slideLayouts/slideLayout514.xml"/><Relationship Id="rId10" Type="http://schemas.openxmlformats.org/officeDocument/2006/relationships/slideLayout" Target="../slideLayouts/slideLayout515.xml"/></Relationships>
</file>

<file path=ppt/slideMasters/_rels/slideMaster31.xml.rels><?xml version="1.0" encoding="UTF-8" standalone="yes"?>
<Relationships xmlns="http://schemas.openxmlformats.org/package/2006/relationships"><Relationship Id="rId20" Type="http://schemas.openxmlformats.org/officeDocument/2006/relationships/slideLayout" Target="../slideLayouts/slideLayout536.xml"/><Relationship Id="rId21" Type="http://schemas.openxmlformats.org/officeDocument/2006/relationships/slideLayout" Target="../slideLayouts/slideLayout537.xml"/><Relationship Id="rId22" Type="http://schemas.openxmlformats.org/officeDocument/2006/relationships/slideLayout" Target="../slideLayouts/slideLayout538.xml"/><Relationship Id="rId23" Type="http://schemas.openxmlformats.org/officeDocument/2006/relationships/slideLayout" Target="../slideLayouts/slideLayout539.xml"/><Relationship Id="rId24" Type="http://schemas.openxmlformats.org/officeDocument/2006/relationships/slideLayout" Target="../slideLayouts/slideLayout540.xml"/><Relationship Id="rId25" Type="http://schemas.openxmlformats.org/officeDocument/2006/relationships/slideLayout" Target="../slideLayouts/slideLayout541.xml"/><Relationship Id="rId26" Type="http://schemas.openxmlformats.org/officeDocument/2006/relationships/slideLayout" Target="../slideLayouts/slideLayout542.xml"/><Relationship Id="rId27" Type="http://schemas.openxmlformats.org/officeDocument/2006/relationships/slideLayout" Target="../slideLayouts/slideLayout543.xml"/><Relationship Id="rId28" Type="http://schemas.openxmlformats.org/officeDocument/2006/relationships/slideLayout" Target="../slideLayouts/slideLayout544.xml"/><Relationship Id="rId29" Type="http://schemas.openxmlformats.org/officeDocument/2006/relationships/slideLayout" Target="../slideLayouts/slideLayout545.xml"/><Relationship Id="rId1" Type="http://schemas.openxmlformats.org/officeDocument/2006/relationships/slideLayout" Target="../slideLayouts/slideLayout517.xml"/><Relationship Id="rId2" Type="http://schemas.openxmlformats.org/officeDocument/2006/relationships/slideLayout" Target="../slideLayouts/slideLayout518.xml"/><Relationship Id="rId3" Type="http://schemas.openxmlformats.org/officeDocument/2006/relationships/slideLayout" Target="../slideLayouts/slideLayout519.xml"/><Relationship Id="rId4" Type="http://schemas.openxmlformats.org/officeDocument/2006/relationships/slideLayout" Target="../slideLayouts/slideLayout520.xml"/><Relationship Id="rId5" Type="http://schemas.openxmlformats.org/officeDocument/2006/relationships/slideLayout" Target="../slideLayouts/slideLayout521.xml"/><Relationship Id="rId30" Type="http://schemas.openxmlformats.org/officeDocument/2006/relationships/slideLayout" Target="../slideLayouts/slideLayout546.xml"/><Relationship Id="rId31" Type="http://schemas.openxmlformats.org/officeDocument/2006/relationships/slideLayout" Target="../slideLayouts/slideLayout547.xml"/><Relationship Id="rId32" Type="http://schemas.openxmlformats.org/officeDocument/2006/relationships/slideLayout" Target="../slideLayouts/slideLayout548.xml"/><Relationship Id="rId9" Type="http://schemas.openxmlformats.org/officeDocument/2006/relationships/slideLayout" Target="../slideLayouts/slideLayout525.xml"/><Relationship Id="rId6" Type="http://schemas.openxmlformats.org/officeDocument/2006/relationships/slideLayout" Target="../slideLayouts/slideLayout522.xml"/><Relationship Id="rId7" Type="http://schemas.openxmlformats.org/officeDocument/2006/relationships/slideLayout" Target="../slideLayouts/slideLayout523.xml"/><Relationship Id="rId8" Type="http://schemas.openxmlformats.org/officeDocument/2006/relationships/slideLayout" Target="../slideLayouts/slideLayout524.xml"/><Relationship Id="rId33" Type="http://schemas.openxmlformats.org/officeDocument/2006/relationships/slideLayout" Target="../slideLayouts/slideLayout549.xml"/><Relationship Id="rId34" Type="http://schemas.openxmlformats.org/officeDocument/2006/relationships/theme" Target="../theme/theme31.xml"/><Relationship Id="rId35" Type="http://schemas.openxmlformats.org/officeDocument/2006/relationships/image" Target="../media/image1.jpg"/><Relationship Id="rId10" Type="http://schemas.openxmlformats.org/officeDocument/2006/relationships/slideLayout" Target="../slideLayouts/slideLayout526.xml"/><Relationship Id="rId11" Type="http://schemas.openxmlformats.org/officeDocument/2006/relationships/slideLayout" Target="../slideLayouts/slideLayout527.xml"/><Relationship Id="rId12" Type="http://schemas.openxmlformats.org/officeDocument/2006/relationships/slideLayout" Target="../slideLayouts/slideLayout528.xml"/><Relationship Id="rId13" Type="http://schemas.openxmlformats.org/officeDocument/2006/relationships/slideLayout" Target="../slideLayouts/slideLayout529.xml"/><Relationship Id="rId14" Type="http://schemas.openxmlformats.org/officeDocument/2006/relationships/slideLayout" Target="../slideLayouts/slideLayout530.xml"/><Relationship Id="rId15" Type="http://schemas.openxmlformats.org/officeDocument/2006/relationships/slideLayout" Target="../slideLayouts/slideLayout531.xml"/><Relationship Id="rId16" Type="http://schemas.openxmlformats.org/officeDocument/2006/relationships/slideLayout" Target="../slideLayouts/slideLayout532.xml"/><Relationship Id="rId17" Type="http://schemas.openxmlformats.org/officeDocument/2006/relationships/slideLayout" Target="../slideLayouts/slideLayout533.xml"/><Relationship Id="rId18" Type="http://schemas.openxmlformats.org/officeDocument/2006/relationships/slideLayout" Target="../slideLayouts/slideLayout534.xml"/><Relationship Id="rId19" Type="http://schemas.openxmlformats.org/officeDocument/2006/relationships/slideLayout" Target="../slideLayouts/slideLayout535.xml"/></Relationships>
</file>

<file path=ppt/slideMasters/_rels/slideMaster32.xml.rels><?xml version="1.0" encoding="UTF-8" standalone="yes"?>
<Relationships xmlns="http://schemas.openxmlformats.org/package/2006/relationships"><Relationship Id="rId20" Type="http://schemas.openxmlformats.org/officeDocument/2006/relationships/slideLayout" Target="../slideLayouts/slideLayout569.xml"/><Relationship Id="rId21" Type="http://schemas.openxmlformats.org/officeDocument/2006/relationships/slideLayout" Target="../slideLayouts/slideLayout570.xml"/><Relationship Id="rId22" Type="http://schemas.openxmlformats.org/officeDocument/2006/relationships/slideLayout" Target="../slideLayouts/slideLayout571.xml"/><Relationship Id="rId23" Type="http://schemas.openxmlformats.org/officeDocument/2006/relationships/slideLayout" Target="../slideLayouts/slideLayout572.xml"/><Relationship Id="rId24" Type="http://schemas.openxmlformats.org/officeDocument/2006/relationships/slideLayout" Target="../slideLayouts/slideLayout573.xml"/><Relationship Id="rId25" Type="http://schemas.openxmlformats.org/officeDocument/2006/relationships/slideLayout" Target="../slideLayouts/slideLayout574.xml"/><Relationship Id="rId26" Type="http://schemas.openxmlformats.org/officeDocument/2006/relationships/slideLayout" Target="../slideLayouts/slideLayout575.xml"/><Relationship Id="rId27" Type="http://schemas.openxmlformats.org/officeDocument/2006/relationships/slideLayout" Target="../slideLayouts/slideLayout576.xml"/><Relationship Id="rId28" Type="http://schemas.openxmlformats.org/officeDocument/2006/relationships/slideLayout" Target="../slideLayouts/slideLayout577.xml"/><Relationship Id="rId29" Type="http://schemas.openxmlformats.org/officeDocument/2006/relationships/slideLayout" Target="../slideLayouts/slideLayout578.xml"/><Relationship Id="rId1" Type="http://schemas.openxmlformats.org/officeDocument/2006/relationships/slideLayout" Target="../slideLayouts/slideLayout550.xml"/><Relationship Id="rId2" Type="http://schemas.openxmlformats.org/officeDocument/2006/relationships/slideLayout" Target="../slideLayouts/slideLayout551.xml"/><Relationship Id="rId3" Type="http://schemas.openxmlformats.org/officeDocument/2006/relationships/slideLayout" Target="../slideLayouts/slideLayout552.xml"/><Relationship Id="rId4" Type="http://schemas.openxmlformats.org/officeDocument/2006/relationships/slideLayout" Target="../slideLayouts/slideLayout553.xml"/><Relationship Id="rId5" Type="http://schemas.openxmlformats.org/officeDocument/2006/relationships/slideLayout" Target="../slideLayouts/slideLayout554.xml"/><Relationship Id="rId30" Type="http://schemas.openxmlformats.org/officeDocument/2006/relationships/slideLayout" Target="../slideLayouts/slideLayout579.xml"/><Relationship Id="rId31" Type="http://schemas.openxmlformats.org/officeDocument/2006/relationships/slideLayout" Target="../slideLayouts/slideLayout580.xml"/><Relationship Id="rId32" Type="http://schemas.openxmlformats.org/officeDocument/2006/relationships/slideLayout" Target="../slideLayouts/slideLayout581.xml"/><Relationship Id="rId9" Type="http://schemas.openxmlformats.org/officeDocument/2006/relationships/slideLayout" Target="../slideLayouts/slideLayout558.xml"/><Relationship Id="rId6" Type="http://schemas.openxmlformats.org/officeDocument/2006/relationships/slideLayout" Target="../slideLayouts/slideLayout555.xml"/><Relationship Id="rId7" Type="http://schemas.openxmlformats.org/officeDocument/2006/relationships/slideLayout" Target="../slideLayouts/slideLayout556.xml"/><Relationship Id="rId8" Type="http://schemas.openxmlformats.org/officeDocument/2006/relationships/slideLayout" Target="../slideLayouts/slideLayout557.xml"/><Relationship Id="rId33" Type="http://schemas.openxmlformats.org/officeDocument/2006/relationships/slideLayout" Target="../slideLayouts/slideLayout582.xml"/><Relationship Id="rId34" Type="http://schemas.openxmlformats.org/officeDocument/2006/relationships/theme" Target="../theme/theme32.xml"/><Relationship Id="rId35" Type="http://schemas.openxmlformats.org/officeDocument/2006/relationships/image" Target="../media/image1.jpg"/><Relationship Id="rId10" Type="http://schemas.openxmlformats.org/officeDocument/2006/relationships/slideLayout" Target="../slideLayouts/slideLayout559.xml"/><Relationship Id="rId11" Type="http://schemas.openxmlformats.org/officeDocument/2006/relationships/slideLayout" Target="../slideLayouts/slideLayout560.xml"/><Relationship Id="rId12" Type="http://schemas.openxmlformats.org/officeDocument/2006/relationships/slideLayout" Target="../slideLayouts/slideLayout561.xml"/><Relationship Id="rId13" Type="http://schemas.openxmlformats.org/officeDocument/2006/relationships/slideLayout" Target="../slideLayouts/slideLayout562.xml"/><Relationship Id="rId14" Type="http://schemas.openxmlformats.org/officeDocument/2006/relationships/slideLayout" Target="../slideLayouts/slideLayout563.xml"/><Relationship Id="rId15" Type="http://schemas.openxmlformats.org/officeDocument/2006/relationships/slideLayout" Target="../slideLayouts/slideLayout564.xml"/><Relationship Id="rId16" Type="http://schemas.openxmlformats.org/officeDocument/2006/relationships/slideLayout" Target="../slideLayouts/slideLayout565.xml"/><Relationship Id="rId17" Type="http://schemas.openxmlformats.org/officeDocument/2006/relationships/slideLayout" Target="../slideLayouts/slideLayout566.xml"/><Relationship Id="rId18" Type="http://schemas.openxmlformats.org/officeDocument/2006/relationships/slideLayout" Target="../slideLayouts/slideLayout567.xml"/><Relationship Id="rId19" Type="http://schemas.openxmlformats.org/officeDocument/2006/relationships/slideLayout" Target="../slideLayouts/slideLayout568.xml"/></Relationships>
</file>

<file path=ppt/slideMasters/_rels/slideMaster33.xml.rels><?xml version="1.0" encoding="UTF-8" standalone="yes"?>
<Relationships xmlns="http://schemas.openxmlformats.org/package/2006/relationships"><Relationship Id="rId20" Type="http://schemas.openxmlformats.org/officeDocument/2006/relationships/slideLayout" Target="../slideLayouts/slideLayout602.xml"/><Relationship Id="rId21" Type="http://schemas.openxmlformats.org/officeDocument/2006/relationships/slideLayout" Target="../slideLayouts/slideLayout603.xml"/><Relationship Id="rId22" Type="http://schemas.openxmlformats.org/officeDocument/2006/relationships/slideLayout" Target="../slideLayouts/slideLayout604.xml"/><Relationship Id="rId23" Type="http://schemas.openxmlformats.org/officeDocument/2006/relationships/slideLayout" Target="../slideLayouts/slideLayout605.xml"/><Relationship Id="rId24" Type="http://schemas.openxmlformats.org/officeDocument/2006/relationships/slideLayout" Target="../slideLayouts/slideLayout606.xml"/><Relationship Id="rId25" Type="http://schemas.openxmlformats.org/officeDocument/2006/relationships/slideLayout" Target="../slideLayouts/slideLayout607.xml"/><Relationship Id="rId26" Type="http://schemas.openxmlformats.org/officeDocument/2006/relationships/slideLayout" Target="../slideLayouts/slideLayout608.xml"/><Relationship Id="rId27" Type="http://schemas.openxmlformats.org/officeDocument/2006/relationships/slideLayout" Target="../slideLayouts/slideLayout609.xml"/><Relationship Id="rId28" Type="http://schemas.openxmlformats.org/officeDocument/2006/relationships/slideLayout" Target="../slideLayouts/slideLayout610.xml"/><Relationship Id="rId29" Type="http://schemas.openxmlformats.org/officeDocument/2006/relationships/slideLayout" Target="../slideLayouts/slideLayout611.xml"/><Relationship Id="rId1" Type="http://schemas.openxmlformats.org/officeDocument/2006/relationships/slideLayout" Target="../slideLayouts/slideLayout583.xml"/><Relationship Id="rId2" Type="http://schemas.openxmlformats.org/officeDocument/2006/relationships/slideLayout" Target="../slideLayouts/slideLayout584.xml"/><Relationship Id="rId3" Type="http://schemas.openxmlformats.org/officeDocument/2006/relationships/slideLayout" Target="../slideLayouts/slideLayout585.xml"/><Relationship Id="rId4" Type="http://schemas.openxmlformats.org/officeDocument/2006/relationships/slideLayout" Target="../slideLayouts/slideLayout586.xml"/><Relationship Id="rId5" Type="http://schemas.openxmlformats.org/officeDocument/2006/relationships/slideLayout" Target="../slideLayouts/slideLayout587.xml"/><Relationship Id="rId30" Type="http://schemas.openxmlformats.org/officeDocument/2006/relationships/slideLayout" Target="../slideLayouts/slideLayout612.xml"/><Relationship Id="rId31" Type="http://schemas.openxmlformats.org/officeDocument/2006/relationships/slideLayout" Target="../slideLayouts/slideLayout613.xml"/><Relationship Id="rId32" Type="http://schemas.openxmlformats.org/officeDocument/2006/relationships/slideLayout" Target="../slideLayouts/slideLayout614.xml"/><Relationship Id="rId9" Type="http://schemas.openxmlformats.org/officeDocument/2006/relationships/slideLayout" Target="../slideLayouts/slideLayout591.xml"/><Relationship Id="rId6" Type="http://schemas.openxmlformats.org/officeDocument/2006/relationships/slideLayout" Target="../slideLayouts/slideLayout588.xml"/><Relationship Id="rId7" Type="http://schemas.openxmlformats.org/officeDocument/2006/relationships/slideLayout" Target="../slideLayouts/slideLayout589.xml"/><Relationship Id="rId8" Type="http://schemas.openxmlformats.org/officeDocument/2006/relationships/slideLayout" Target="../slideLayouts/slideLayout590.xml"/><Relationship Id="rId33" Type="http://schemas.openxmlformats.org/officeDocument/2006/relationships/slideLayout" Target="../slideLayouts/slideLayout615.xml"/><Relationship Id="rId34" Type="http://schemas.openxmlformats.org/officeDocument/2006/relationships/theme" Target="../theme/theme33.xml"/><Relationship Id="rId35" Type="http://schemas.openxmlformats.org/officeDocument/2006/relationships/image" Target="../media/image1.jpg"/><Relationship Id="rId10" Type="http://schemas.openxmlformats.org/officeDocument/2006/relationships/slideLayout" Target="../slideLayouts/slideLayout592.xml"/><Relationship Id="rId11" Type="http://schemas.openxmlformats.org/officeDocument/2006/relationships/slideLayout" Target="../slideLayouts/slideLayout593.xml"/><Relationship Id="rId12" Type="http://schemas.openxmlformats.org/officeDocument/2006/relationships/slideLayout" Target="../slideLayouts/slideLayout594.xml"/><Relationship Id="rId13" Type="http://schemas.openxmlformats.org/officeDocument/2006/relationships/slideLayout" Target="../slideLayouts/slideLayout595.xml"/><Relationship Id="rId14" Type="http://schemas.openxmlformats.org/officeDocument/2006/relationships/slideLayout" Target="../slideLayouts/slideLayout596.xml"/><Relationship Id="rId15" Type="http://schemas.openxmlformats.org/officeDocument/2006/relationships/slideLayout" Target="../slideLayouts/slideLayout597.xml"/><Relationship Id="rId16" Type="http://schemas.openxmlformats.org/officeDocument/2006/relationships/slideLayout" Target="../slideLayouts/slideLayout598.xml"/><Relationship Id="rId17" Type="http://schemas.openxmlformats.org/officeDocument/2006/relationships/slideLayout" Target="../slideLayouts/slideLayout599.xml"/><Relationship Id="rId18" Type="http://schemas.openxmlformats.org/officeDocument/2006/relationships/slideLayout" Target="../slideLayouts/slideLayout600.xml"/><Relationship Id="rId19" Type="http://schemas.openxmlformats.org/officeDocument/2006/relationships/slideLayout" Target="../slideLayouts/slideLayout601.xml"/></Relationships>
</file>

<file path=ppt/slideMasters/_rels/slideMaster34.xml.rels><?xml version="1.0" encoding="UTF-8" standalone="yes"?>
<Relationships xmlns="http://schemas.openxmlformats.org/package/2006/relationships"><Relationship Id="rId20" Type="http://schemas.openxmlformats.org/officeDocument/2006/relationships/slideLayout" Target="../slideLayouts/slideLayout635.xml"/><Relationship Id="rId21" Type="http://schemas.openxmlformats.org/officeDocument/2006/relationships/slideLayout" Target="../slideLayouts/slideLayout636.xml"/><Relationship Id="rId22" Type="http://schemas.openxmlformats.org/officeDocument/2006/relationships/slideLayout" Target="../slideLayouts/slideLayout637.xml"/><Relationship Id="rId23" Type="http://schemas.openxmlformats.org/officeDocument/2006/relationships/slideLayout" Target="../slideLayouts/slideLayout638.xml"/><Relationship Id="rId24" Type="http://schemas.openxmlformats.org/officeDocument/2006/relationships/slideLayout" Target="../slideLayouts/slideLayout639.xml"/><Relationship Id="rId25" Type="http://schemas.openxmlformats.org/officeDocument/2006/relationships/slideLayout" Target="../slideLayouts/slideLayout640.xml"/><Relationship Id="rId26" Type="http://schemas.openxmlformats.org/officeDocument/2006/relationships/slideLayout" Target="../slideLayouts/slideLayout641.xml"/><Relationship Id="rId27" Type="http://schemas.openxmlformats.org/officeDocument/2006/relationships/slideLayout" Target="../slideLayouts/slideLayout642.xml"/><Relationship Id="rId28" Type="http://schemas.openxmlformats.org/officeDocument/2006/relationships/slideLayout" Target="../slideLayouts/slideLayout643.xml"/><Relationship Id="rId29" Type="http://schemas.openxmlformats.org/officeDocument/2006/relationships/slideLayout" Target="../slideLayouts/slideLayout644.xml"/><Relationship Id="rId1" Type="http://schemas.openxmlformats.org/officeDocument/2006/relationships/slideLayout" Target="../slideLayouts/slideLayout616.xml"/><Relationship Id="rId2" Type="http://schemas.openxmlformats.org/officeDocument/2006/relationships/slideLayout" Target="../slideLayouts/slideLayout617.xml"/><Relationship Id="rId3" Type="http://schemas.openxmlformats.org/officeDocument/2006/relationships/slideLayout" Target="../slideLayouts/slideLayout618.xml"/><Relationship Id="rId4" Type="http://schemas.openxmlformats.org/officeDocument/2006/relationships/slideLayout" Target="../slideLayouts/slideLayout619.xml"/><Relationship Id="rId5" Type="http://schemas.openxmlformats.org/officeDocument/2006/relationships/slideLayout" Target="../slideLayouts/slideLayout620.xml"/><Relationship Id="rId30" Type="http://schemas.openxmlformats.org/officeDocument/2006/relationships/slideLayout" Target="../slideLayouts/slideLayout645.xml"/><Relationship Id="rId31" Type="http://schemas.openxmlformats.org/officeDocument/2006/relationships/slideLayout" Target="../slideLayouts/slideLayout646.xml"/><Relationship Id="rId32" Type="http://schemas.openxmlformats.org/officeDocument/2006/relationships/slideLayout" Target="../slideLayouts/slideLayout647.xml"/><Relationship Id="rId9" Type="http://schemas.openxmlformats.org/officeDocument/2006/relationships/slideLayout" Target="../slideLayouts/slideLayout624.xml"/><Relationship Id="rId6" Type="http://schemas.openxmlformats.org/officeDocument/2006/relationships/slideLayout" Target="../slideLayouts/slideLayout621.xml"/><Relationship Id="rId7" Type="http://schemas.openxmlformats.org/officeDocument/2006/relationships/slideLayout" Target="../slideLayouts/slideLayout622.xml"/><Relationship Id="rId8" Type="http://schemas.openxmlformats.org/officeDocument/2006/relationships/slideLayout" Target="../slideLayouts/slideLayout623.xml"/><Relationship Id="rId33" Type="http://schemas.openxmlformats.org/officeDocument/2006/relationships/slideLayout" Target="../slideLayouts/slideLayout648.xml"/><Relationship Id="rId34" Type="http://schemas.openxmlformats.org/officeDocument/2006/relationships/theme" Target="../theme/theme34.xml"/><Relationship Id="rId35" Type="http://schemas.openxmlformats.org/officeDocument/2006/relationships/image" Target="../media/image1.jpg"/><Relationship Id="rId10" Type="http://schemas.openxmlformats.org/officeDocument/2006/relationships/slideLayout" Target="../slideLayouts/slideLayout625.xml"/><Relationship Id="rId11" Type="http://schemas.openxmlformats.org/officeDocument/2006/relationships/slideLayout" Target="../slideLayouts/slideLayout626.xml"/><Relationship Id="rId12" Type="http://schemas.openxmlformats.org/officeDocument/2006/relationships/slideLayout" Target="../slideLayouts/slideLayout627.xml"/><Relationship Id="rId13" Type="http://schemas.openxmlformats.org/officeDocument/2006/relationships/slideLayout" Target="../slideLayouts/slideLayout628.xml"/><Relationship Id="rId14" Type="http://schemas.openxmlformats.org/officeDocument/2006/relationships/slideLayout" Target="../slideLayouts/slideLayout629.xml"/><Relationship Id="rId15" Type="http://schemas.openxmlformats.org/officeDocument/2006/relationships/slideLayout" Target="../slideLayouts/slideLayout630.xml"/><Relationship Id="rId16" Type="http://schemas.openxmlformats.org/officeDocument/2006/relationships/slideLayout" Target="../slideLayouts/slideLayout631.xml"/><Relationship Id="rId17" Type="http://schemas.openxmlformats.org/officeDocument/2006/relationships/slideLayout" Target="../slideLayouts/slideLayout632.xml"/><Relationship Id="rId18" Type="http://schemas.openxmlformats.org/officeDocument/2006/relationships/slideLayout" Target="../slideLayouts/slideLayout633.xml"/><Relationship Id="rId19" Type="http://schemas.openxmlformats.org/officeDocument/2006/relationships/slideLayout" Target="../slideLayouts/slideLayout634.xml"/></Relationships>
</file>

<file path=ppt/slideMasters/_rels/slideMaster35.xml.rels><?xml version="1.0" encoding="UTF-8" standalone="yes"?>
<Relationships xmlns="http://schemas.openxmlformats.org/package/2006/relationships"><Relationship Id="rId20" Type="http://schemas.openxmlformats.org/officeDocument/2006/relationships/slideLayout" Target="../slideLayouts/slideLayout668.xml"/><Relationship Id="rId21" Type="http://schemas.openxmlformats.org/officeDocument/2006/relationships/slideLayout" Target="../slideLayouts/slideLayout669.xml"/><Relationship Id="rId22" Type="http://schemas.openxmlformats.org/officeDocument/2006/relationships/slideLayout" Target="../slideLayouts/slideLayout670.xml"/><Relationship Id="rId23" Type="http://schemas.openxmlformats.org/officeDocument/2006/relationships/slideLayout" Target="../slideLayouts/slideLayout671.xml"/><Relationship Id="rId24" Type="http://schemas.openxmlformats.org/officeDocument/2006/relationships/slideLayout" Target="../slideLayouts/slideLayout672.xml"/><Relationship Id="rId25" Type="http://schemas.openxmlformats.org/officeDocument/2006/relationships/slideLayout" Target="../slideLayouts/slideLayout673.xml"/><Relationship Id="rId26" Type="http://schemas.openxmlformats.org/officeDocument/2006/relationships/slideLayout" Target="../slideLayouts/slideLayout674.xml"/><Relationship Id="rId27" Type="http://schemas.openxmlformats.org/officeDocument/2006/relationships/slideLayout" Target="../slideLayouts/slideLayout675.xml"/><Relationship Id="rId28" Type="http://schemas.openxmlformats.org/officeDocument/2006/relationships/slideLayout" Target="../slideLayouts/slideLayout676.xml"/><Relationship Id="rId29" Type="http://schemas.openxmlformats.org/officeDocument/2006/relationships/slideLayout" Target="../slideLayouts/slideLayout677.xml"/><Relationship Id="rId1" Type="http://schemas.openxmlformats.org/officeDocument/2006/relationships/slideLayout" Target="../slideLayouts/slideLayout649.xml"/><Relationship Id="rId2" Type="http://schemas.openxmlformats.org/officeDocument/2006/relationships/slideLayout" Target="../slideLayouts/slideLayout650.xml"/><Relationship Id="rId3" Type="http://schemas.openxmlformats.org/officeDocument/2006/relationships/slideLayout" Target="../slideLayouts/slideLayout651.xml"/><Relationship Id="rId4" Type="http://schemas.openxmlformats.org/officeDocument/2006/relationships/slideLayout" Target="../slideLayouts/slideLayout652.xml"/><Relationship Id="rId5" Type="http://schemas.openxmlformats.org/officeDocument/2006/relationships/slideLayout" Target="../slideLayouts/slideLayout653.xml"/><Relationship Id="rId30" Type="http://schemas.openxmlformats.org/officeDocument/2006/relationships/slideLayout" Target="../slideLayouts/slideLayout678.xml"/><Relationship Id="rId31" Type="http://schemas.openxmlformats.org/officeDocument/2006/relationships/slideLayout" Target="../slideLayouts/slideLayout679.xml"/><Relationship Id="rId32" Type="http://schemas.openxmlformats.org/officeDocument/2006/relationships/slideLayout" Target="../slideLayouts/slideLayout680.xml"/><Relationship Id="rId9" Type="http://schemas.openxmlformats.org/officeDocument/2006/relationships/slideLayout" Target="../slideLayouts/slideLayout657.xml"/><Relationship Id="rId6" Type="http://schemas.openxmlformats.org/officeDocument/2006/relationships/slideLayout" Target="../slideLayouts/slideLayout654.xml"/><Relationship Id="rId7" Type="http://schemas.openxmlformats.org/officeDocument/2006/relationships/slideLayout" Target="../slideLayouts/slideLayout655.xml"/><Relationship Id="rId8" Type="http://schemas.openxmlformats.org/officeDocument/2006/relationships/slideLayout" Target="../slideLayouts/slideLayout656.xml"/><Relationship Id="rId33" Type="http://schemas.openxmlformats.org/officeDocument/2006/relationships/slideLayout" Target="../slideLayouts/slideLayout681.xml"/><Relationship Id="rId34" Type="http://schemas.openxmlformats.org/officeDocument/2006/relationships/theme" Target="../theme/theme35.xml"/><Relationship Id="rId35" Type="http://schemas.openxmlformats.org/officeDocument/2006/relationships/image" Target="../media/image1.jpg"/><Relationship Id="rId10" Type="http://schemas.openxmlformats.org/officeDocument/2006/relationships/slideLayout" Target="../slideLayouts/slideLayout658.xml"/><Relationship Id="rId11" Type="http://schemas.openxmlformats.org/officeDocument/2006/relationships/slideLayout" Target="../slideLayouts/slideLayout659.xml"/><Relationship Id="rId12" Type="http://schemas.openxmlformats.org/officeDocument/2006/relationships/slideLayout" Target="../slideLayouts/slideLayout660.xml"/><Relationship Id="rId13" Type="http://schemas.openxmlformats.org/officeDocument/2006/relationships/slideLayout" Target="../slideLayouts/slideLayout661.xml"/><Relationship Id="rId14" Type="http://schemas.openxmlformats.org/officeDocument/2006/relationships/slideLayout" Target="../slideLayouts/slideLayout662.xml"/><Relationship Id="rId15" Type="http://schemas.openxmlformats.org/officeDocument/2006/relationships/slideLayout" Target="../slideLayouts/slideLayout663.xml"/><Relationship Id="rId16" Type="http://schemas.openxmlformats.org/officeDocument/2006/relationships/slideLayout" Target="../slideLayouts/slideLayout664.xml"/><Relationship Id="rId17" Type="http://schemas.openxmlformats.org/officeDocument/2006/relationships/slideLayout" Target="../slideLayouts/slideLayout665.xml"/><Relationship Id="rId18" Type="http://schemas.openxmlformats.org/officeDocument/2006/relationships/slideLayout" Target="../slideLayouts/slideLayout666.xml"/><Relationship Id="rId19" Type="http://schemas.openxmlformats.org/officeDocument/2006/relationships/slideLayout" Target="../slideLayouts/slideLayout667.xml"/></Relationships>
</file>

<file path=ppt/slideMasters/_rels/slideMaster36.xml.rels><?xml version="1.0" encoding="UTF-8" standalone="yes"?>
<Relationships xmlns="http://schemas.openxmlformats.org/package/2006/relationships"><Relationship Id="rId11" Type="http://schemas.openxmlformats.org/officeDocument/2006/relationships/slideLayout" Target="../slideLayouts/slideLayout692.xml"/><Relationship Id="rId12" Type="http://schemas.openxmlformats.org/officeDocument/2006/relationships/theme" Target="../theme/theme36.xml"/><Relationship Id="rId13" Type="http://schemas.openxmlformats.org/officeDocument/2006/relationships/image" Target="../media/image1.jpg"/><Relationship Id="rId1" Type="http://schemas.openxmlformats.org/officeDocument/2006/relationships/slideLayout" Target="../slideLayouts/slideLayout682.xml"/><Relationship Id="rId2" Type="http://schemas.openxmlformats.org/officeDocument/2006/relationships/slideLayout" Target="../slideLayouts/slideLayout683.xml"/><Relationship Id="rId3" Type="http://schemas.openxmlformats.org/officeDocument/2006/relationships/slideLayout" Target="../slideLayouts/slideLayout684.xml"/><Relationship Id="rId4" Type="http://schemas.openxmlformats.org/officeDocument/2006/relationships/slideLayout" Target="../slideLayouts/slideLayout685.xml"/><Relationship Id="rId5" Type="http://schemas.openxmlformats.org/officeDocument/2006/relationships/slideLayout" Target="../slideLayouts/slideLayout686.xml"/><Relationship Id="rId6" Type="http://schemas.openxmlformats.org/officeDocument/2006/relationships/slideLayout" Target="../slideLayouts/slideLayout687.xml"/><Relationship Id="rId7" Type="http://schemas.openxmlformats.org/officeDocument/2006/relationships/slideLayout" Target="../slideLayouts/slideLayout688.xml"/><Relationship Id="rId8" Type="http://schemas.openxmlformats.org/officeDocument/2006/relationships/slideLayout" Target="../slideLayouts/slideLayout689.xml"/><Relationship Id="rId9" Type="http://schemas.openxmlformats.org/officeDocument/2006/relationships/slideLayout" Target="../slideLayouts/slideLayout690.xml"/><Relationship Id="rId10" Type="http://schemas.openxmlformats.org/officeDocument/2006/relationships/slideLayout" Target="../slideLayouts/slideLayout691.xml"/></Relationships>
</file>

<file path=ppt/slideMasters/_rels/slideMaster37.xml.rels><?xml version="1.0" encoding="UTF-8" standalone="yes"?>
<Relationships xmlns="http://schemas.openxmlformats.org/package/2006/relationships"><Relationship Id="rId11" Type="http://schemas.openxmlformats.org/officeDocument/2006/relationships/slideLayout" Target="../slideLayouts/slideLayout703.xml"/><Relationship Id="rId12" Type="http://schemas.openxmlformats.org/officeDocument/2006/relationships/theme" Target="../theme/theme37.xml"/><Relationship Id="rId13" Type="http://schemas.openxmlformats.org/officeDocument/2006/relationships/image" Target="../media/image1.jpg"/><Relationship Id="rId1" Type="http://schemas.openxmlformats.org/officeDocument/2006/relationships/slideLayout" Target="../slideLayouts/slideLayout693.xml"/><Relationship Id="rId2" Type="http://schemas.openxmlformats.org/officeDocument/2006/relationships/slideLayout" Target="../slideLayouts/slideLayout694.xml"/><Relationship Id="rId3" Type="http://schemas.openxmlformats.org/officeDocument/2006/relationships/slideLayout" Target="../slideLayouts/slideLayout695.xml"/><Relationship Id="rId4" Type="http://schemas.openxmlformats.org/officeDocument/2006/relationships/slideLayout" Target="../slideLayouts/slideLayout696.xml"/><Relationship Id="rId5" Type="http://schemas.openxmlformats.org/officeDocument/2006/relationships/slideLayout" Target="../slideLayouts/slideLayout697.xml"/><Relationship Id="rId6" Type="http://schemas.openxmlformats.org/officeDocument/2006/relationships/slideLayout" Target="../slideLayouts/slideLayout698.xml"/><Relationship Id="rId7" Type="http://schemas.openxmlformats.org/officeDocument/2006/relationships/slideLayout" Target="../slideLayouts/slideLayout699.xml"/><Relationship Id="rId8" Type="http://schemas.openxmlformats.org/officeDocument/2006/relationships/slideLayout" Target="../slideLayouts/slideLayout700.xml"/><Relationship Id="rId9" Type="http://schemas.openxmlformats.org/officeDocument/2006/relationships/slideLayout" Target="../slideLayouts/slideLayout701.xml"/><Relationship Id="rId10" Type="http://schemas.openxmlformats.org/officeDocument/2006/relationships/slideLayout" Target="../slideLayouts/slideLayout702.xml"/></Relationships>
</file>

<file path=ppt/slideMasters/_rels/slideMaster38.xml.rels><?xml version="1.0" encoding="UTF-8" standalone="yes"?>
<Relationships xmlns="http://schemas.openxmlformats.org/package/2006/relationships"><Relationship Id="rId11" Type="http://schemas.openxmlformats.org/officeDocument/2006/relationships/slideLayout" Target="../slideLayouts/slideLayout714.xml"/><Relationship Id="rId12" Type="http://schemas.openxmlformats.org/officeDocument/2006/relationships/theme" Target="../theme/theme38.xml"/><Relationship Id="rId13" Type="http://schemas.openxmlformats.org/officeDocument/2006/relationships/image" Target="../media/image1.jpg"/><Relationship Id="rId1" Type="http://schemas.openxmlformats.org/officeDocument/2006/relationships/slideLayout" Target="../slideLayouts/slideLayout704.xml"/><Relationship Id="rId2" Type="http://schemas.openxmlformats.org/officeDocument/2006/relationships/slideLayout" Target="../slideLayouts/slideLayout705.xml"/><Relationship Id="rId3" Type="http://schemas.openxmlformats.org/officeDocument/2006/relationships/slideLayout" Target="../slideLayouts/slideLayout706.xml"/><Relationship Id="rId4" Type="http://schemas.openxmlformats.org/officeDocument/2006/relationships/slideLayout" Target="../slideLayouts/slideLayout707.xml"/><Relationship Id="rId5" Type="http://schemas.openxmlformats.org/officeDocument/2006/relationships/slideLayout" Target="../slideLayouts/slideLayout708.xml"/><Relationship Id="rId6" Type="http://schemas.openxmlformats.org/officeDocument/2006/relationships/slideLayout" Target="../slideLayouts/slideLayout709.xml"/><Relationship Id="rId7" Type="http://schemas.openxmlformats.org/officeDocument/2006/relationships/slideLayout" Target="../slideLayouts/slideLayout710.xml"/><Relationship Id="rId8" Type="http://schemas.openxmlformats.org/officeDocument/2006/relationships/slideLayout" Target="../slideLayouts/slideLayout711.xml"/><Relationship Id="rId9" Type="http://schemas.openxmlformats.org/officeDocument/2006/relationships/slideLayout" Target="../slideLayouts/slideLayout712.xml"/><Relationship Id="rId10" Type="http://schemas.openxmlformats.org/officeDocument/2006/relationships/slideLayout" Target="../slideLayouts/slideLayout713.xml"/></Relationships>
</file>

<file path=ppt/slideMasters/_rels/slideMaster39.xml.rels><?xml version="1.0" encoding="UTF-8" standalone="yes"?>
<Relationships xmlns="http://schemas.openxmlformats.org/package/2006/relationships"><Relationship Id="rId20" Type="http://schemas.openxmlformats.org/officeDocument/2006/relationships/slideLayout" Target="../slideLayouts/slideLayout734.xml"/><Relationship Id="rId21" Type="http://schemas.openxmlformats.org/officeDocument/2006/relationships/slideLayout" Target="../slideLayouts/slideLayout735.xml"/><Relationship Id="rId22" Type="http://schemas.openxmlformats.org/officeDocument/2006/relationships/slideLayout" Target="../slideLayouts/slideLayout736.xml"/><Relationship Id="rId23" Type="http://schemas.openxmlformats.org/officeDocument/2006/relationships/slideLayout" Target="../slideLayouts/slideLayout737.xml"/><Relationship Id="rId24" Type="http://schemas.openxmlformats.org/officeDocument/2006/relationships/slideLayout" Target="../slideLayouts/slideLayout738.xml"/><Relationship Id="rId25" Type="http://schemas.openxmlformats.org/officeDocument/2006/relationships/slideLayout" Target="../slideLayouts/slideLayout739.xml"/><Relationship Id="rId26" Type="http://schemas.openxmlformats.org/officeDocument/2006/relationships/slideLayout" Target="../slideLayouts/slideLayout740.xml"/><Relationship Id="rId27" Type="http://schemas.openxmlformats.org/officeDocument/2006/relationships/slideLayout" Target="../slideLayouts/slideLayout741.xml"/><Relationship Id="rId28" Type="http://schemas.openxmlformats.org/officeDocument/2006/relationships/slideLayout" Target="../slideLayouts/slideLayout742.xml"/><Relationship Id="rId29" Type="http://schemas.openxmlformats.org/officeDocument/2006/relationships/slideLayout" Target="../slideLayouts/slideLayout743.xml"/><Relationship Id="rId1" Type="http://schemas.openxmlformats.org/officeDocument/2006/relationships/slideLayout" Target="../slideLayouts/slideLayout715.xml"/><Relationship Id="rId2" Type="http://schemas.openxmlformats.org/officeDocument/2006/relationships/slideLayout" Target="../slideLayouts/slideLayout716.xml"/><Relationship Id="rId3" Type="http://schemas.openxmlformats.org/officeDocument/2006/relationships/slideLayout" Target="../slideLayouts/slideLayout717.xml"/><Relationship Id="rId4" Type="http://schemas.openxmlformats.org/officeDocument/2006/relationships/slideLayout" Target="../slideLayouts/slideLayout718.xml"/><Relationship Id="rId5" Type="http://schemas.openxmlformats.org/officeDocument/2006/relationships/slideLayout" Target="../slideLayouts/slideLayout719.xml"/><Relationship Id="rId30" Type="http://schemas.openxmlformats.org/officeDocument/2006/relationships/slideLayout" Target="../slideLayouts/slideLayout744.xml"/><Relationship Id="rId31" Type="http://schemas.openxmlformats.org/officeDocument/2006/relationships/slideLayout" Target="../slideLayouts/slideLayout745.xml"/><Relationship Id="rId32" Type="http://schemas.openxmlformats.org/officeDocument/2006/relationships/slideLayout" Target="../slideLayouts/slideLayout746.xml"/><Relationship Id="rId9" Type="http://schemas.openxmlformats.org/officeDocument/2006/relationships/slideLayout" Target="../slideLayouts/slideLayout723.xml"/><Relationship Id="rId6" Type="http://schemas.openxmlformats.org/officeDocument/2006/relationships/slideLayout" Target="../slideLayouts/slideLayout720.xml"/><Relationship Id="rId7" Type="http://schemas.openxmlformats.org/officeDocument/2006/relationships/slideLayout" Target="../slideLayouts/slideLayout721.xml"/><Relationship Id="rId8" Type="http://schemas.openxmlformats.org/officeDocument/2006/relationships/slideLayout" Target="../slideLayouts/slideLayout722.xml"/><Relationship Id="rId33" Type="http://schemas.openxmlformats.org/officeDocument/2006/relationships/slideLayout" Target="../slideLayouts/slideLayout747.xml"/><Relationship Id="rId34" Type="http://schemas.openxmlformats.org/officeDocument/2006/relationships/theme" Target="../theme/theme39.xml"/><Relationship Id="rId35" Type="http://schemas.openxmlformats.org/officeDocument/2006/relationships/image" Target="../media/image1.jpg"/><Relationship Id="rId10" Type="http://schemas.openxmlformats.org/officeDocument/2006/relationships/slideLayout" Target="../slideLayouts/slideLayout724.xml"/><Relationship Id="rId11" Type="http://schemas.openxmlformats.org/officeDocument/2006/relationships/slideLayout" Target="../slideLayouts/slideLayout725.xml"/><Relationship Id="rId12" Type="http://schemas.openxmlformats.org/officeDocument/2006/relationships/slideLayout" Target="../slideLayouts/slideLayout726.xml"/><Relationship Id="rId13" Type="http://schemas.openxmlformats.org/officeDocument/2006/relationships/slideLayout" Target="../slideLayouts/slideLayout727.xml"/><Relationship Id="rId14" Type="http://schemas.openxmlformats.org/officeDocument/2006/relationships/slideLayout" Target="../slideLayouts/slideLayout728.xml"/><Relationship Id="rId15" Type="http://schemas.openxmlformats.org/officeDocument/2006/relationships/slideLayout" Target="../slideLayouts/slideLayout729.xml"/><Relationship Id="rId16" Type="http://schemas.openxmlformats.org/officeDocument/2006/relationships/slideLayout" Target="../slideLayouts/slideLayout730.xml"/><Relationship Id="rId17" Type="http://schemas.openxmlformats.org/officeDocument/2006/relationships/slideLayout" Target="../slideLayouts/slideLayout731.xml"/><Relationship Id="rId18" Type="http://schemas.openxmlformats.org/officeDocument/2006/relationships/slideLayout" Target="../slideLayouts/slideLayout732.xml"/><Relationship Id="rId19" Type="http://schemas.openxmlformats.org/officeDocument/2006/relationships/slideLayout" Target="../slideLayouts/slideLayout733.xml"/></Relationships>
</file>

<file path=ppt/slideMasters/_rels/slideMaster40.xml.rels><?xml version="1.0" encoding="UTF-8" standalone="yes"?>
<Relationships xmlns="http://schemas.openxmlformats.org/package/2006/relationships"><Relationship Id="rId11" Type="http://schemas.openxmlformats.org/officeDocument/2006/relationships/slideLayout" Target="../slideLayouts/slideLayout758.xml"/><Relationship Id="rId12" Type="http://schemas.openxmlformats.org/officeDocument/2006/relationships/theme" Target="../theme/theme40.xml"/><Relationship Id="rId13" Type="http://schemas.openxmlformats.org/officeDocument/2006/relationships/image" Target="../media/image1.jpg"/><Relationship Id="rId1" Type="http://schemas.openxmlformats.org/officeDocument/2006/relationships/slideLayout" Target="../slideLayouts/slideLayout748.xml"/><Relationship Id="rId2" Type="http://schemas.openxmlformats.org/officeDocument/2006/relationships/slideLayout" Target="../slideLayouts/slideLayout749.xml"/><Relationship Id="rId3" Type="http://schemas.openxmlformats.org/officeDocument/2006/relationships/slideLayout" Target="../slideLayouts/slideLayout750.xml"/><Relationship Id="rId4" Type="http://schemas.openxmlformats.org/officeDocument/2006/relationships/slideLayout" Target="../slideLayouts/slideLayout751.xml"/><Relationship Id="rId5" Type="http://schemas.openxmlformats.org/officeDocument/2006/relationships/slideLayout" Target="../slideLayouts/slideLayout752.xml"/><Relationship Id="rId6" Type="http://schemas.openxmlformats.org/officeDocument/2006/relationships/slideLayout" Target="../slideLayouts/slideLayout753.xml"/><Relationship Id="rId7" Type="http://schemas.openxmlformats.org/officeDocument/2006/relationships/slideLayout" Target="../slideLayouts/slideLayout754.xml"/><Relationship Id="rId8" Type="http://schemas.openxmlformats.org/officeDocument/2006/relationships/slideLayout" Target="../slideLayouts/slideLayout755.xml"/><Relationship Id="rId9" Type="http://schemas.openxmlformats.org/officeDocument/2006/relationships/slideLayout" Target="../slideLayouts/slideLayout756.xml"/><Relationship Id="rId10" Type="http://schemas.openxmlformats.org/officeDocument/2006/relationships/slideLayout" Target="../slideLayouts/slideLayout757.xml"/></Relationships>
</file>

<file path=ppt/slideMasters/_rels/slideMaster41.xml.rels><?xml version="1.0" encoding="UTF-8" standalone="yes"?>
<Relationships xmlns="http://schemas.openxmlformats.org/package/2006/relationships"><Relationship Id="rId11" Type="http://schemas.openxmlformats.org/officeDocument/2006/relationships/slideLayout" Target="../slideLayouts/slideLayout769.xml"/><Relationship Id="rId12" Type="http://schemas.openxmlformats.org/officeDocument/2006/relationships/theme" Target="../theme/theme41.xml"/><Relationship Id="rId13" Type="http://schemas.openxmlformats.org/officeDocument/2006/relationships/image" Target="../media/image1.jpg"/><Relationship Id="rId1" Type="http://schemas.openxmlformats.org/officeDocument/2006/relationships/slideLayout" Target="../slideLayouts/slideLayout759.xml"/><Relationship Id="rId2" Type="http://schemas.openxmlformats.org/officeDocument/2006/relationships/slideLayout" Target="../slideLayouts/slideLayout760.xml"/><Relationship Id="rId3" Type="http://schemas.openxmlformats.org/officeDocument/2006/relationships/slideLayout" Target="../slideLayouts/slideLayout761.xml"/><Relationship Id="rId4" Type="http://schemas.openxmlformats.org/officeDocument/2006/relationships/slideLayout" Target="../slideLayouts/slideLayout762.xml"/><Relationship Id="rId5" Type="http://schemas.openxmlformats.org/officeDocument/2006/relationships/slideLayout" Target="../slideLayouts/slideLayout763.xml"/><Relationship Id="rId6" Type="http://schemas.openxmlformats.org/officeDocument/2006/relationships/slideLayout" Target="../slideLayouts/slideLayout764.xml"/><Relationship Id="rId7" Type="http://schemas.openxmlformats.org/officeDocument/2006/relationships/slideLayout" Target="../slideLayouts/slideLayout765.xml"/><Relationship Id="rId8" Type="http://schemas.openxmlformats.org/officeDocument/2006/relationships/slideLayout" Target="../slideLayouts/slideLayout766.xml"/><Relationship Id="rId9" Type="http://schemas.openxmlformats.org/officeDocument/2006/relationships/slideLayout" Target="../slideLayouts/slideLayout767.xml"/><Relationship Id="rId10" Type="http://schemas.openxmlformats.org/officeDocument/2006/relationships/slideLayout" Target="../slideLayouts/slideLayout768.xml"/></Relationships>
</file>

<file path=ppt/slideMasters/_rels/slideMaster42.xml.rels><?xml version="1.0" encoding="UTF-8" standalone="yes"?>
<Relationships xmlns="http://schemas.openxmlformats.org/package/2006/relationships"><Relationship Id="rId20" Type="http://schemas.openxmlformats.org/officeDocument/2006/relationships/slideLayout" Target="../slideLayouts/slideLayout789.xml"/><Relationship Id="rId21" Type="http://schemas.openxmlformats.org/officeDocument/2006/relationships/slideLayout" Target="../slideLayouts/slideLayout790.xml"/><Relationship Id="rId22" Type="http://schemas.openxmlformats.org/officeDocument/2006/relationships/slideLayout" Target="../slideLayouts/slideLayout791.xml"/><Relationship Id="rId23" Type="http://schemas.openxmlformats.org/officeDocument/2006/relationships/slideLayout" Target="../slideLayouts/slideLayout792.xml"/><Relationship Id="rId24" Type="http://schemas.openxmlformats.org/officeDocument/2006/relationships/slideLayout" Target="../slideLayouts/slideLayout793.xml"/><Relationship Id="rId25" Type="http://schemas.openxmlformats.org/officeDocument/2006/relationships/slideLayout" Target="../slideLayouts/slideLayout794.xml"/><Relationship Id="rId26" Type="http://schemas.openxmlformats.org/officeDocument/2006/relationships/slideLayout" Target="../slideLayouts/slideLayout795.xml"/><Relationship Id="rId27" Type="http://schemas.openxmlformats.org/officeDocument/2006/relationships/slideLayout" Target="../slideLayouts/slideLayout796.xml"/><Relationship Id="rId28" Type="http://schemas.openxmlformats.org/officeDocument/2006/relationships/slideLayout" Target="../slideLayouts/slideLayout797.xml"/><Relationship Id="rId29" Type="http://schemas.openxmlformats.org/officeDocument/2006/relationships/slideLayout" Target="../slideLayouts/slideLayout798.xml"/><Relationship Id="rId1" Type="http://schemas.openxmlformats.org/officeDocument/2006/relationships/slideLayout" Target="../slideLayouts/slideLayout770.xml"/><Relationship Id="rId2" Type="http://schemas.openxmlformats.org/officeDocument/2006/relationships/slideLayout" Target="../slideLayouts/slideLayout771.xml"/><Relationship Id="rId3" Type="http://schemas.openxmlformats.org/officeDocument/2006/relationships/slideLayout" Target="../slideLayouts/slideLayout772.xml"/><Relationship Id="rId4" Type="http://schemas.openxmlformats.org/officeDocument/2006/relationships/slideLayout" Target="../slideLayouts/slideLayout773.xml"/><Relationship Id="rId5" Type="http://schemas.openxmlformats.org/officeDocument/2006/relationships/slideLayout" Target="../slideLayouts/slideLayout774.xml"/><Relationship Id="rId30" Type="http://schemas.openxmlformats.org/officeDocument/2006/relationships/slideLayout" Target="../slideLayouts/slideLayout799.xml"/><Relationship Id="rId31" Type="http://schemas.openxmlformats.org/officeDocument/2006/relationships/slideLayout" Target="../slideLayouts/slideLayout800.xml"/><Relationship Id="rId32" Type="http://schemas.openxmlformats.org/officeDocument/2006/relationships/slideLayout" Target="../slideLayouts/slideLayout801.xml"/><Relationship Id="rId9" Type="http://schemas.openxmlformats.org/officeDocument/2006/relationships/slideLayout" Target="../slideLayouts/slideLayout778.xml"/><Relationship Id="rId6" Type="http://schemas.openxmlformats.org/officeDocument/2006/relationships/slideLayout" Target="../slideLayouts/slideLayout775.xml"/><Relationship Id="rId7" Type="http://schemas.openxmlformats.org/officeDocument/2006/relationships/slideLayout" Target="../slideLayouts/slideLayout776.xml"/><Relationship Id="rId8" Type="http://schemas.openxmlformats.org/officeDocument/2006/relationships/slideLayout" Target="../slideLayouts/slideLayout777.xml"/><Relationship Id="rId33" Type="http://schemas.openxmlformats.org/officeDocument/2006/relationships/slideLayout" Target="../slideLayouts/slideLayout802.xml"/><Relationship Id="rId34" Type="http://schemas.openxmlformats.org/officeDocument/2006/relationships/theme" Target="../theme/theme42.xml"/><Relationship Id="rId35" Type="http://schemas.openxmlformats.org/officeDocument/2006/relationships/image" Target="../media/image1.jpg"/><Relationship Id="rId10" Type="http://schemas.openxmlformats.org/officeDocument/2006/relationships/slideLayout" Target="../slideLayouts/slideLayout779.xml"/><Relationship Id="rId11" Type="http://schemas.openxmlformats.org/officeDocument/2006/relationships/slideLayout" Target="../slideLayouts/slideLayout780.xml"/><Relationship Id="rId12" Type="http://schemas.openxmlformats.org/officeDocument/2006/relationships/slideLayout" Target="../slideLayouts/slideLayout781.xml"/><Relationship Id="rId13" Type="http://schemas.openxmlformats.org/officeDocument/2006/relationships/slideLayout" Target="../slideLayouts/slideLayout782.xml"/><Relationship Id="rId14" Type="http://schemas.openxmlformats.org/officeDocument/2006/relationships/slideLayout" Target="../slideLayouts/slideLayout783.xml"/><Relationship Id="rId15" Type="http://schemas.openxmlformats.org/officeDocument/2006/relationships/slideLayout" Target="../slideLayouts/slideLayout784.xml"/><Relationship Id="rId16" Type="http://schemas.openxmlformats.org/officeDocument/2006/relationships/slideLayout" Target="../slideLayouts/slideLayout785.xml"/><Relationship Id="rId17" Type="http://schemas.openxmlformats.org/officeDocument/2006/relationships/slideLayout" Target="../slideLayouts/slideLayout786.xml"/><Relationship Id="rId18" Type="http://schemas.openxmlformats.org/officeDocument/2006/relationships/slideLayout" Target="../slideLayouts/slideLayout787.xml"/><Relationship Id="rId19" Type="http://schemas.openxmlformats.org/officeDocument/2006/relationships/slideLayout" Target="../slideLayouts/slideLayout788.xml"/></Relationships>
</file>

<file path=ppt/slideMasters/_rels/slideMaster43.xml.rels><?xml version="1.0" encoding="UTF-8" standalone="yes"?>
<Relationships xmlns="http://schemas.openxmlformats.org/package/2006/relationships"><Relationship Id="rId11" Type="http://schemas.openxmlformats.org/officeDocument/2006/relationships/slideLayout" Target="../slideLayouts/slideLayout813.xml"/><Relationship Id="rId12" Type="http://schemas.openxmlformats.org/officeDocument/2006/relationships/theme" Target="../theme/theme43.xml"/><Relationship Id="rId13" Type="http://schemas.openxmlformats.org/officeDocument/2006/relationships/image" Target="../media/image1.jpg"/><Relationship Id="rId1" Type="http://schemas.openxmlformats.org/officeDocument/2006/relationships/slideLayout" Target="../slideLayouts/slideLayout803.xml"/><Relationship Id="rId2" Type="http://schemas.openxmlformats.org/officeDocument/2006/relationships/slideLayout" Target="../slideLayouts/slideLayout804.xml"/><Relationship Id="rId3" Type="http://schemas.openxmlformats.org/officeDocument/2006/relationships/slideLayout" Target="../slideLayouts/slideLayout805.xml"/><Relationship Id="rId4" Type="http://schemas.openxmlformats.org/officeDocument/2006/relationships/slideLayout" Target="../slideLayouts/slideLayout806.xml"/><Relationship Id="rId5" Type="http://schemas.openxmlformats.org/officeDocument/2006/relationships/slideLayout" Target="../slideLayouts/slideLayout807.xml"/><Relationship Id="rId6" Type="http://schemas.openxmlformats.org/officeDocument/2006/relationships/slideLayout" Target="../slideLayouts/slideLayout808.xml"/><Relationship Id="rId7" Type="http://schemas.openxmlformats.org/officeDocument/2006/relationships/slideLayout" Target="../slideLayouts/slideLayout809.xml"/><Relationship Id="rId8" Type="http://schemas.openxmlformats.org/officeDocument/2006/relationships/slideLayout" Target="../slideLayouts/slideLayout810.xml"/><Relationship Id="rId9" Type="http://schemas.openxmlformats.org/officeDocument/2006/relationships/slideLayout" Target="../slideLayouts/slideLayout811.xml"/><Relationship Id="rId10" Type="http://schemas.openxmlformats.org/officeDocument/2006/relationships/slideLayout" Target="../slideLayouts/slideLayout812.xml"/></Relationships>
</file>

<file path=ppt/slideMasters/_rels/slideMaster44.xml.rels><?xml version="1.0" encoding="UTF-8" standalone="yes"?>
<Relationships xmlns="http://schemas.openxmlformats.org/package/2006/relationships"><Relationship Id="rId11" Type="http://schemas.openxmlformats.org/officeDocument/2006/relationships/slideLayout" Target="../slideLayouts/slideLayout824.xml"/><Relationship Id="rId12" Type="http://schemas.openxmlformats.org/officeDocument/2006/relationships/theme" Target="../theme/theme44.xml"/><Relationship Id="rId13" Type="http://schemas.openxmlformats.org/officeDocument/2006/relationships/image" Target="../media/image1.jpg"/><Relationship Id="rId1" Type="http://schemas.openxmlformats.org/officeDocument/2006/relationships/slideLayout" Target="../slideLayouts/slideLayout814.xml"/><Relationship Id="rId2" Type="http://schemas.openxmlformats.org/officeDocument/2006/relationships/slideLayout" Target="../slideLayouts/slideLayout815.xml"/><Relationship Id="rId3" Type="http://schemas.openxmlformats.org/officeDocument/2006/relationships/slideLayout" Target="../slideLayouts/slideLayout816.xml"/><Relationship Id="rId4" Type="http://schemas.openxmlformats.org/officeDocument/2006/relationships/slideLayout" Target="../slideLayouts/slideLayout817.xml"/><Relationship Id="rId5" Type="http://schemas.openxmlformats.org/officeDocument/2006/relationships/slideLayout" Target="../slideLayouts/slideLayout818.xml"/><Relationship Id="rId6" Type="http://schemas.openxmlformats.org/officeDocument/2006/relationships/slideLayout" Target="../slideLayouts/slideLayout819.xml"/><Relationship Id="rId7" Type="http://schemas.openxmlformats.org/officeDocument/2006/relationships/slideLayout" Target="../slideLayouts/slideLayout820.xml"/><Relationship Id="rId8" Type="http://schemas.openxmlformats.org/officeDocument/2006/relationships/slideLayout" Target="../slideLayouts/slideLayout821.xml"/><Relationship Id="rId9" Type="http://schemas.openxmlformats.org/officeDocument/2006/relationships/slideLayout" Target="../slideLayouts/slideLayout822.xml"/><Relationship Id="rId10" Type="http://schemas.openxmlformats.org/officeDocument/2006/relationships/slideLayout" Target="../slideLayouts/slideLayout823.xml"/></Relationships>
</file>

<file path=ppt/slideMasters/_rels/slideMaster45.xml.rels><?xml version="1.0" encoding="UTF-8" standalone="yes"?>
<Relationships xmlns="http://schemas.openxmlformats.org/package/2006/relationships"><Relationship Id="rId11" Type="http://schemas.openxmlformats.org/officeDocument/2006/relationships/slideLayout" Target="../slideLayouts/slideLayout835.xml"/><Relationship Id="rId12" Type="http://schemas.openxmlformats.org/officeDocument/2006/relationships/theme" Target="../theme/theme45.xml"/><Relationship Id="rId13" Type="http://schemas.openxmlformats.org/officeDocument/2006/relationships/image" Target="../media/image1.jpg"/><Relationship Id="rId1" Type="http://schemas.openxmlformats.org/officeDocument/2006/relationships/slideLayout" Target="../slideLayouts/slideLayout825.xml"/><Relationship Id="rId2" Type="http://schemas.openxmlformats.org/officeDocument/2006/relationships/slideLayout" Target="../slideLayouts/slideLayout826.xml"/><Relationship Id="rId3" Type="http://schemas.openxmlformats.org/officeDocument/2006/relationships/slideLayout" Target="../slideLayouts/slideLayout827.xml"/><Relationship Id="rId4" Type="http://schemas.openxmlformats.org/officeDocument/2006/relationships/slideLayout" Target="../slideLayouts/slideLayout828.xml"/><Relationship Id="rId5" Type="http://schemas.openxmlformats.org/officeDocument/2006/relationships/slideLayout" Target="../slideLayouts/slideLayout829.xml"/><Relationship Id="rId6" Type="http://schemas.openxmlformats.org/officeDocument/2006/relationships/slideLayout" Target="../slideLayouts/slideLayout830.xml"/><Relationship Id="rId7" Type="http://schemas.openxmlformats.org/officeDocument/2006/relationships/slideLayout" Target="../slideLayouts/slideLayout831.xml"/><Relationship Id="rId8" Type="http://schemas.openxmlformats.org/officeDocument/2006/relationships/slideLayout" Target="../slideLayouts/slideLayout832.xml"/><Relationship Id="rId9" Type="http://schemas.openxmlformats.org/officeDocument/2006/relationships/slideLayout" Target="../slideLayouts/slideLayout833.xml"/><Relationship Id="rId10" Type="http://schemas.openxmlformats.org/officeDocument/2006/relationships/slideLayout" Target="../slideLayouts/slideLayout834.xml"/></Relationships>
</file>

<file path=ppt/slideMasters/_rels/slideMaster46.xml.rels><?xml version="1.0" encoding="UTF-8" standalone="yes"?>
<Relationships xmlns="http://schemas.openxmlformats.org/package/2006/relationships"><Relationship Id="rId11" Type="http://schemas.openxmlformats.org/officeDocument/2006/relationships/slideLayout" Target="../slideLayouts/slideLayout846.xml"/><Relationship Id="rId12" Type="http://schemas.openxmlformats.org/officeDocument/2006/relationships/theme" Target="../theme/theme46.xml"/><Relationship Id="rId13" Type="http://schemas.openxmlformats.org/officeDocument/2006/relationships/image" Target="../media/image1.jpg"/><Relationship Id="rId1" Type="http://schemas.openxmlformats.org/officeDocument/2006/relationships/slideLayout" Target="../slideLayouts/slideLayout836.xml"/><Relationship Id="rId2" Type="http://schemas.openxmlformats.org/officeDocument/2006/relationships/slideLayout" Target="../slideLayouts/slideLayout837.xml"/><Relationship Id="rId3" Type="http://schemas.openxmlformats.org/officeDocument/2006/relationships/slideLayout" Target="../slideLayouts/slideLayout838.xml"/><Relationship Id="rId4" Type="http://schemas.openxmlformats.org/officeDocument/2006/relationships/slideLayout" Target="../slideLayouts/slideLayout839.xml"/><Relationship Id="rId5" Type="http://schemas.openxmlformats.org/officeDocument/2006/relationships/slideLayout" Target="../slideLayouts/slideLayout840.xml"/><Relationship Id="rId6" Type="http://schemas.openxmlformats.org/officeDocument/2006/relationships/slideLayout" Target="../slideLayouts/slideLayout841.xml"/><Relationship Id="rId7" Type="http://schemas.openxmlformats.org/officeDocument/2006/relationships/slideLayout" Target="../slideLayouts/slideLayout842.xml"/><Relationship Id="rId8" Type="http://schemas.openxmlformats.org/officeDocument/2006/relationships/slideLayout" Target="../slideLayouts/slideLayout843.xml"/><Relationship Id="rId9" Type="http://schemas.openxmlformats.org/officeDocument/2006/relationships/slideLayout" Target="../slideLayouts/slideLayout844.xml"/><Relationship Id="rId10" Type="http://schemas.openxmlformats.org/officeDocument/2006/relationships/slideLayout" Target="../slideLayouts/slideLayout845.xml"/></Relationships>
</file>

<file path=ppt/slideMasters/_rels/slideMaster47.xml.rels><?xml version="1.0" encoding="UTF-8" standalone="yes"?>
<Relationships xmlns="http://schemas.openxmlformats.org/package/2006/relationships"><Relationship Id="rId11" Type="http://schemas.openxmlformats.org/officeDocument/2006/relationships/slideLayout" Target="../slideLayouts/slideLayout857.xml"/><Relationship Id="rId12" Type="http://schemas.openxmlformats.org/officeDocument/2006/relationships/theme" Target="../theme/theme47.xml"/><Relationship Id="rId13" Type="http://schemas.openxmlformats.org/officeDocument/2006/relationships/image" Target="../media/image1.jpg"/><Relationship Id="rId1" Type="http://schemas.openxmlformats.org/officeDocument/2006/relationships/slideLayout" Target="../slideLayouts/slideLayout847.xml"/><Relationship Id="rId2" Type="http://schemas.openxmlformats.org/officeDocument/2006/relationships/slideLayout" Target="../slideLayouts/slideLayout848.xml"/><Relationship Id="rId3" Type="http://schemas.openxmlformats.org/officeDocument/2006/relationships/slideLayout" Target="../slideLayouts/slideLayout849.xml"/><Relationship Id="rId4" Type="http://schemas.openxmlformats.org/officeDocument/2006/relationships/slideLayout" Target="../slideLayouts/slideLayout850.xml"/><Relationship Id="rId5" Type="http://schemas.openxmlformats.org/officeDocument/2006/relationships/slideLayout" Target="../slideLayouts/slideLayout851.xml"/><Relationship Id="rId6" Type="http://schemas.openxmlformats.org/officeDocument/2006/relationships/slideLayout" Target="../slideLayouts/slideLayout852.xml"/><Relationship Id="rId7" Type="http://schemas.openxmlformats.org/officeDocument/2006/relationships/slideLayout" Target="../slideLayouts/slideLayout853.xml"/><Relationship Id="rId8" Type="http://schemas.openxmlformats.org/officeDocument/2006/relationships/slideLayout" Target="../slideLayouts/slideLayout854.xml"/><Relationship Id="rId9" Type="http://schemas.openxmlformats.org/officeDocument/2006/relationships/slideLayout" Target="../slideLayouts/slideLayout855.xml"/><Relationship Id="rId10" Type="http://schemas.openxmlformats.org/officeDocument/2006/relationships/slideLayout" Target="../slideLayouts/slideLayout856.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blipFill dpi="0" rotWithShape="1">
          <a:blip r:embed="rId37">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562859169"/>
      </p:ext>
    </p:extLst>
  </p:cSld>
  <p:clrMap bg1="lt1" tx1="dk1" bg2="lt2" tx2="dk2" accent1="accent1" accent2="accent2" accent3="accent3" accent4="accent4" accent5="accent5" accent6="accent6" hlink="hlink" folHlink="folHlink"/>
  <p:sldLayoutIdLst>
    <p:sldLayoutId id="2147485030" r:id="rId1"/>
    <p:sldLayoutId id="2147485031" r:id="rId2"/>
    <p:sldLayoutId id="2147485032" r:id="rId3"/>
    <p:sldLayoutId id="2147485033" r:id="rId4"/>
    <p:sldLayoutId id="2147485034" r:id="rId5"/>
    <p:sldLayoutId id="2147485035" r:id="rId6"/>
    <p:sldLayoutId id="2147485036" r:id="rId7"/>
    <p:sldLayoutId id="2147485037" r:id="rId8"/>
    <p:sldLayoutId id="2147485038" r:id="rId9"/>
    <p:sldLayoutId id="2147485039" r:id="rId10"/>
    <p:sldLayoutId id="2147485040" r:id="rId11"/>
    <p:sldLayoutId id="2147485041" r:id="rId12"/>
    <p:sldLayoutId id="2147485042" r:id="rId13"/>
    <p:sldLayoutId id="2147485043" r:id="rId14"/>
    <p:sldLayoutId id="2147485044" r:id="rId15"/>
    <p:sldLayoutId id="2147485045" r:id="rId16"/>
    <p:sldLayoutId id="2147485046" r:id="rId17"/>
    <p:sldLayoutId id="2147485047" r:id="rId18"/>
    <p:sldLayoutId id="2147485048" r:id="rId19"/>
    <p:sldLayoutId id="2147485049" r:id="rId20"/>
    <p:sldLayoutId id="2147485050" r:id="rId21"/>
    <p:sldLayoutId id="2147485051" r:id="rId22"/>
    <p:sldLayoutId id="2147485052" r:id="rId23"/>
    <p:sldLayoutId id="2147485053" r:id="rId24"/>
    <p:sldLayoutId id="2147485054" r:id="rId25"/>
    <p:sldLayoutId id="2147485055" r:id="rId26"/>
    <p:sldLayoutId id="2147485056" r:id="rId27"/>
    <p:sldLayoutId id="2147485057" r:id="rId28"/>
    <p:sldLayoutId id="2147485058" r:id="rId29"/>
    <p:sldLayoutId id="2147485059" r:id="rId30"/>
    <p:sldLayoutId id="2147485060" r:id="rId31"/>
    <p:sldLayoutId id="2147485062" r:id="rId32"/>
    <p:sldLayoutId id="2147485063" r:id="rId33"/>
    <p:sldLayoutId id="2147485064" r:id="rId34"/>
    <p:sldLayoutId id="2147485065" r:id="rId35"/>
  </p:sldLayoutIdLst>
  <mc:AlternateContent xmlns:mc="http://schemas.openxmlformats.org/markup-compatibility/2006" xmlns:p14="http://schemas.microsoft.com/office/powerpoint/2010/main">
    <mc:Choice Requires="p14">
      <p:transition p14:dur="0"/>
    </mc:Choice>
    <mc:Fallback xmlns="">
      <p:transition/>
    </mc:Fallback>
  </mc:AlternateConten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blipFill dpi="0" rotWithShape="1">
          <a:blip r:embed="rId14">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48255915"/>
      </p:ext>
    </p:extLst>
  </p:cSld>
  <p:clrMap bg1="lt1" tx1="dk1" bg2="lt2" tx2="dk2" accent1="accent1" accent2="accent2" accent3="accent3" accent4="accent4" accent5="accent5" accent6="accent6" hlink="hlink" folHlink="folHlink"/>
  <p:sldLayoutIdLst>
    <p:sldLayoutId id="2147485633" r:id="rId1"/>
    <p:sldLayoutId id="2147485634" r:id="rId2"/>
    <p:sldLayoutId id="2147485635" r:id="rId3"/>
    <p:sldLayoutId id="2147485636" r:id="rId4"/>
    <p:sldLayoutId id="2147485637" r:id="rId5"/>
    <p:sldLayoutId id="2147485638" r:id="rId6"/>
    <p:sldLayoutId id="2147485639" r:id="rId7"/>
    <p:sldLayoutId id="2147485640" r:id="rId8"/>
    <p:sldLayoutId id="2147485641" r:id="rId9"/>
    <p:sldLayoutId id="2147485642" r:id="rId10"/>
    <p:sldLayoutId id="2147485643" r:id="rId11"/>
    <p:sldLayoutId id="2147485644" r:id="rId12"/>
  </p:sldLayoutIdLst>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Pr>
        <a:blipFill dpi="0" rotWithShape="1">
          <a:blip r:embed="rId15">
            <a:lum/>
          </a:blip>
          <a:srcRect/>
          <a:stretch>
            <a:fillRect/>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smtClean="0"/>
              <a:t>Click to edit Master title style</a:t>
            </a:r>
            <a:endParaRPr lang="en-US" dirty="0"/>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cs typeface="Simplified Arabic" panose="02020603050405020304" pitchFamily="18" charset="-78"/>
              </a:defRPr>
            </a:lvl1pPr>
          </a:lstStyle>
          <a:p>
            <a:pPr fontAlgn="auto">
              <a:spcBef>
                <a:spcPts val="0"/>
              </a:spcBef>
              <a:spcAft>
                <a:spcPts val="0"/>
              </a:spcAft>
            </a:pPr>
            <a:fld id="{9798BDAE-A562-4667-82DD-5BE61974BD31}" type="datetimeFigureOut">
              <a:rPr lang="id-ID" smtClean="0">
                <a:solidFill>
                  <a:prstClr val="black">
                    <a:tint val="75000"/>
                  </a:prstClr>
                </a:solidFill>
                <a:latin typeface="Calibri" panose="020F0502020204030204"/>
              </a:rPr>
              <a:pPr fontAlgn="auto">
                <a:spcBef>
                  <a:spcPts val="0"/>
                </a:spcBef>
                <a:spcAft>
                  <a:spcPts val="0"/>
                </a:spcAft>
              </a:pPr>
              <a:t>02/09/16</a:t>
            </a:fld>
            <a:endParaRPr lang="id-ID" dirty="0">
              <a:solidFill>
                <a:prstClr val="black">
                  <a:tint val="75000"/>
                </a:prstClr>
              </a:solidFill>
              <a:latin typeface="Calibri" panose="020F0502020204030204"/>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cs typeface="Simplified Arabic" panose="02020603050405020304" pitchFamily="18" charset="-78"/>
              </a:defRPr>
            </a:lvl1pPr>
          </a:lstStyle>
          <a:p>
            <a:pPr fontAlgn="auto">
              <a:spcBef>
                <a:spcPts val="0"/>
              </a:spcBef>
              <a:spcAft>
                <a:spcPts val="0"/>
              </a:spcAft>
            </a:pPr>
            <a:endParaRPr lang="id-ID" dirty="0">
              <a:solidFill>
                <a:prstClr val="black">
                  <a:tint val="75000"/>
                </a:prstClr>
              </a:solidFill>
              <a:latin typeface="Calibri" panose="020F0502020204030204"/>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cs typeface="Simplified Arabic" panose="02020603050405020304" pitchFamily="18" charset="-78"/>
              </a:defRPr>
            </a:lvl1pPr>
          </a:lstStyle>
          <a:p>
            <a:pPr fontAlgn="auto">
              <a:spcBef>
                <a:spcPts val="0"/>
              </a:spcBef>
              <a:spcAft>
                <a:spcPts val="0"/>
              </a:spcAft>
            </a:pPr>
            <a:fld id="{C9F2E319-0919-499D-AD1F-7963255D1003}" type="slidenum">
              <a:rPr lang="id-ID" smtClean="0">
                <a:solidFill>
                  <a:prstClr val="black">
                    <a:tint val="75000"/>
                  </a:prstClr>
                </a:solidFill>
                <a:latin typeface="Calibri" panose="020F0502020204030204"/>
              </a:rPr>
              <a:pPr fontAlgn="auto">
                <a:spcBef>
                  <a:spcPts val="0"/>
                </a:spcBef>
                <a:spcAft>
                  <a:spcPts val="0"/>
                </a:spcAft>
              </a:pPr>
              <a:t>‹#›</a:t>
            </a:fld>
            <a:endParaRPr lang="id-ID" dirty="0">
              <a:solidFill>
                <a:prstClr val="black">
                  <a:tint val="75000"/>
                </a:prstClr>
              </a:solidFill>
              <a:latin typeface="Calibri" panose="020F0502020204030204"/>
            </a:endParaRPr>
          </a:p>
        </p:txBody>
      </p:sp>
    </p:spTree>
    <p:extLst>
      <p:ext uri="{BB962C8B-B14F-4D97-AF65-F5344CB8AC3E}">
        <p14:creationId xmlns:p14="http://schemas.microsoft.com/office/powerpoint/2010/main" val="1940941208"/>
      </p:ext>
    </p:extLst>
  </p:cSld>
  <p:clrMap bg1="lt1" tx1="dk1" bg2="lt2" tx2="dk2" accent1="accent1" accent2="accent2" accent3="accent3" accent4="accent4" accent5="accent5" accent6="accent6" hlink="hlink" folHlink="folHlink"/>
  <p:sldLayoutIdLst>
    <p:sldLayoutId id="2147485727" r:id="rId1"/>
    <p:sldLayoutId id="2147485728" r:id="rId2"/>
    <p:sldLayoutId id="2147485729" r:id="rId3"/>
    <p:sldLayoutId id="2147485730" r:id="rId4"/>
    <p:sldLayoutId id="2147485731" r:id="rId5"/>
    <p:sldLayoutId id="2147485732" r:id="rId6"/>
    <p:sldLayoutId id="2147485733" r:id="rId7"/>
    <p:sldLayoutId id="2147485734" r:id="rId8"/>
    <p:sldLayoutId id="2147485735" r:id="rId9"/>
    <p:sldLayoutId id="2147485736" r:id="rId10"/>
    <p:sldLayoutId id="2147485737" r:id="rId11"/>
    <p:sldLayoutId id="2147486267" r:id="rId12"/>
    <p:sldLayoutId id="2147486285" r:id="rId13"/>
  </p:sldLayoutIdLst>
  <mc:AlternateContent xmlns:mc="http://schemas.openxmlformats.org/markup-compatibility/2006" xmlns:p14="http://schemas.microsoft.com/office/powerpoint/2010/main">
    <mc:Choice Requires="p14">
      <p:transition p14:dur="0"/>
    </mc:Choice>
    <mc:Fallback xmlns="">
      <p:transition/>
    </mc:Fallback>
  </mc:AlternateConten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7"/>
            <a:ext cx="10515600" cy="1325563"/>
          </a:xfrm>
          <a:prstGeom prst="rect">
            <a:avLst/>
          </a:prstGeom>
        </p:spPr>
        <p:txBody>
          <a:bodyPr vert="horz" lIns="91440" tIns="45720" rIns="91440" bIns="45720" rtlCol="0" anchor="ctr">
            <a:normAutofit/>
          </a:bodyPr>
          <a:lstStyle/>
          <a:p>
            <a:r>
              <a:rPr lang="en-US" smtClean="0"/>
              <a:t>Click to edit Master title style</a:t>
            </a:r>
            <a:endParaRPr lang="en-US"/>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2"/>
          </p:nvPr>
        </p:nvSpPr>
        <p:spPr>
          <a:xfrm>
            <a:off x="838200" y="6356352"/>
            <a:ext cx="2743200" cy="365125"/>
          </a:xfrm>
          <a:prstGeom prst="rect">
            <a:avLst/>
          </a:prstGeom>
        </p:spPr>
        <p:txBody>
          <a:bodyPr vert="horz" lIns="91440" tIns="45720" rIns="91440" bIns="45720" rtlCol="0" anchor="ctr"/>
          <a:lstStyle>
            <a:lvl1pPr algn="l">
              <a:defRPr sz="1200">
                <a:solidFill>
                  <a:schemeClr val="tx1">
                    <a:tint val="75000"/>
                  </a:schemeClr>
                </a:solidFill>
                <a:cs typeface="Simplified Arabic" panose="02020603050405020304" pitchFamily="18" charset="-78"/>
              </a:defRPr>
            </a:lvl1pPr>
          </a:lstStyle>
          <a:p>
            <a:pPr fontAlgn="auto">
              <a:spcBef>
                <a:spcPts val="0"/>
              </a:spcBef>
              <a:spcAft>
                <a:spcPts val="0"/>
              </a:spcAft>
            </a:pPr>
            <a:fld id="{54C89A50-0280-4DDA-8480-DC2C9D23C65F}" type="datetimeFigureOut">
              <a:rPr lang="en-US" smtClean="0">
                <a:solidFill>
                  <a:srgbClr val="7E7E7E">
                    <a:tint val="75000"/>
                  </a:srgbClr>
                </a:solidFill>
                <a:latin typeface="Calibri" panose="020F0502020204030204"/>
              </a:rPr>
              <a:pPr fontAlgn="auto">
                <a:spcBef>
                  <a:spcPts val="0"/>
                </a:spcBef>
                <a:spcAft>
                  <a:spcPts val="0"/>
                </a:spcAft>
              </a:pPr>
              <a:t>9/2/16</a:t>
            </a:fld>
            <a:endParaRPr lang="en-US" dirty="0">
              <a:solidFill>
                <a:srgbClr val="7E7E7E">
                  <a:tint val="75000"/>
                </a:srgbClr>
              </a:solidFill>
              <a:latin typeface="Calibri" panose="020F0502020204030204"/>
              <a:cs typeface="+mn-cs"/>
            </a:endParaRPr>
          </a:p>
        </p:txBody>
      </p:sp>
      <p:sp>
        <p:nvSpPr>
          <p:cNvPr id="5" name="Footer Placeholder 4"/>
          <p:cNvSpPr>
            <a:spLocks noGrp="1"/>
          </p:cNvSpPr>
          <p:nvPr>
            <p:ph type="ftr" sz="quarter" idx="3"/>
          </p:nvPr>
        </p:nvSpPr>
        <p:spPr>
          <a:xfrm>
            <a:off x="4038600" y="6356352"/>
            <a:ext cx="4114800" cy="365125"/>
          </a:xfrm>
          <a:prstGeom prst="rect">
            <a:avLst/>
          </a:prstGeom>
        </p:spPr>
        <p:txBody>
          <a:bodyPr vert="horz" lIns="91440" tIns="45720" rIns="91440" bIns="45720" rtlCol="0" anchor="ctr"/>
          <a:lstStyle>
            <a:lvl1pPr algn="ctr">
              <a:defRPr sz="1200">
                <a:solidFill>
                  <a:schemeClr val="tx1">
                    <a:tint val="75000"/>
                  </a:schemeClr>
                </a:solidFill>
                <a:cs typeface="Simplified Arabic" panose="02020603050405020304" pitchFamily="18" charset="-78"/>
              </a:defRPr>
            </a:lvl1pPr>
          </a:lstStyle>
          <a:p>
            <a:pPr fontAlgn="auto">
              <a:spcBef>
                <a:spcPts val="0"/>
              </a:spcBef>
              <a:spcAft>
                <a:spcPts val="0"/>
              </a:spcAft>
            </a:pPr>
            <a:endParaRPr lang="en-US" dirty="0">
              <a:solidFill>
                <a:srgbClr val="7E7E7E">
                  <a:tint val="75000"/>
                </a:srgbClr>
              </a:solidFill>
              <a:latin typeface="Calibri" panose="020F0502020204030204"/>
            </a:endParaRPr>
          </a:p>
        </p:txBody>
      </p:sp>
      <p:sp>
        <p:nvSpPr>
          <p:cNvPr id="6" name="Slide Number Placeholder 5"/>
          <p:cNvSpPr>
            <a:spLocks noGrp="1"/>
          </p:cNvSpPr>
          <p:nvPr>
            <p:ph type="sldNum" sz="quarter" idx="4"/>
          </p:nvPr>
        </p:nvSpPr>
        <p:spPr>
          <a:xfrm>
            <a:off x="8610600" y="6356352"/>
            <a:ext cx="2743200" cy="365125"/>
          </a:xfrm>
          <a:prstGeom prst="rect">
            <a:avLst/>
          </a:prstGeom>
        </p:spPr>
        <p:txBody>
          <a:bodyPr vert="horz" lIns="91440" tIns="45720" rIns="91440" bIns="45720" rtlCol="0" anchor="ctr"/>
          <a:lstStyle>
            <a:lvl1pPr algn="r">
              <a:defRPr sz="1200">
                <a:solidFill>
                  <a:schemeClr val="tx1">
                    <a:tint val="75000"/>
                  </a:schemeClr>
                </a:solidFill>
                <a:cs typeface="Simplified Arabic" panose="02020603050405020304" pitchFamily="18" charset="-78"/>
              </a:defRPr>
            </a:lvl1pPr>
          </a:lstStyle>
          <a:p>
            <a:pPr fontAlgn="auto">
              <a:spcBef>
                <a:spcPts val="0"/>
              </a:spcBef>
              <a:spcAft>
                <a:spcPts val="0"/>
              </a:spcAft>
            </a:pPr>
            <a:fld id="{DD85D8E7-6C0F-45E4-852D-49106AB4C5D7}" type="slidenum">
              <a:rPr lang="en-US" smtClean="0">
                <a:solidFill>
                  <a:srgbClr val="7E7E7E">
                    <a:tint val="75000"/>
                  </a:srgbClr>
                </a:solidFill>
                <a:latin typeface="Calibri" panose="020F0502020204030204"/>
              </a:rPr>
              <a:pPr fontAlgn="auto">
                <a:spcBef>
                  <a:spcPts val="0"/>
                </a:spcBef>
                <a:spcAft>
                  <a:spcPts val="0"/>
                </a:spcAft>
              </a:pPr>
              <a:t>‹#›</a:t>
            </a:fld>
            <a:endParaRPr lang="en-US" dirty="0">
              <a:solidFill>
                <a:srgbClr val="7E7E7E">
                  <a:tint val="75000"/>
                </a:srgbClr>
              </a:solidFill>
              <a:latin typeface="Calibri" panose="020F0502020204030204"/>
              <a:cs typeface="+mn-cs"/>
            </a:endParaRPr>
          </a:p>
        </p:txBody>
      </p:sp>
    </p:spTree>
    <p:extLst>
      <p:ext uri="{BB962C8B-B14F-4D97-AF65-F5344CB8AC3E}">
        <p14:creationId xmlns:p14="http://schemas.microsoft.com/office/powerpoint/2010/main" val="783253914"/>
      </p:ext>
    </p:extLst>
  </p:cSld>
  <p:clrMap bg1="lt1" tx1="dk1" bg2="lt2" tx2="dk2" accent1="accent1" accent2="accent2" accent3="accent3" accent4="accent4" accent5="accent5" accent6="accent6" hlink="hlink" folHlink="folHlink"/>
  <p:sldLayoutIdLst>
    <p:sldLayoutId id="2147485739" r:id="rId1"/>
    <p:sldLayoutId id="2147485740" r:id="rId2"/>
    <p:sldLayoutId id="2147485741" r:id="rId3"/>
    <p:sldLayoutId id="2147485742" r:id="rId4"/>
    <p:sldLayoutId id="2147485743" r:id="rId5"/>
    <p:sldLayoutId id="2147485744" r:id="rId6"/>
    <p:sldLayoutId id="2147485745" r:id="rId7"/>
    <p:sldLayoutId id="2147485746" r:id="rId8"/>
    <p:sldLayoutId id="2147485747" r:id="rId9"/>
    <p:sldLayoutId id="2147485748" r:id="rId10"/>
    <p:sldLayoutId id="2147485749" r:id="rId11"/>
  </p:sldLayoutIdLst>
  <mc:AlternateContent xmlns:mc="http://schemas.openxmlformats.org/markup-compatibility/2006" xmlns:p14="http://schemas.microsoft.com/office/powerpoint/2010/main">
    <mc:Choice Requires="p14">
      <p:transition p14:dur="0"/>
    </mc:Choice>
    <mc:Fallback xmlns="">
      <p:transition/>
    </mc:Fallback>
  </mc:AlternateContent>
  <p:txStyles>
    <p:titleStyle>
      <a:lvl1pPr algn="l" defTabSz="914377"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cSld>
    <p:bg>
      <p:bgPr>
        <a:blipFill dpi="0" rotWithShape="1">
          <a:blip r:embed="rId14">
            <a:lum/>
          </a:blip>
          <a:srcRect/>
          <a:stretch>
            <a:fillRect/>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09600" y="274637"/>
            <a:ext cx="10972800" cy="1143000"/>
          </a:xfrm>
          <a:prstGeom prst="rect">
            <a:avLst/>
          </a:prstGeom>
        </p:spPr>
        <p:txBody>
          <a:bodyPr vert="horz" lIns="91440" tIns="45720" rIns="91440" bIns="45720" rtlCol="0" anchor="ctr">
            <a:normAutofit/>
          </a:bodyPr>
          <a:lstStyle/>
          <a:p>
            <a:r>
              <a:rPr lang="en-US" smtClean="0"/>
              <a:t>Click to edit Master title style</a:t>
            </a:r>
            <a:endParaRPr lang="en-US"/>
          </a:p>
        </p:txBody>
      </p:sp>
      <p:sp>
        <p:nvSpPr>
          <p:cNvPr id="3" name="Text Placeholder 2"/>
          <p:cNvSpPr>
            <a:spLocks noGrp="1"/>
          </p:cNvSpPr>
          <p:nvPr>
            <p:ph type="body" idx="1"/>
          </p:nvPr>
        </p:nvSpPr>
        <p:spPr>
          <a:xfrm>
            <a:off x="609600" y="1600201"/>
            <a:ext cx="10972800" cy="4525963"/>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2"/>
          </p:nvPr>
        </p:nvSpPr>
        <p:spPr>
          <a:xfrm>
            <a:off x="609600" y="6356351"/>
            <a:ext cx="2844800" cy="365125"/>
          </a:xfrm>
          <a:prstGeom prst="rect">
            <a:avLst/>
          </a:prstGeom>
        </p:spPr>
        <p:txBody>
          <a:bodyPr vert="horz" lIns="91440" tIns="45720" rIns="91440" bIns="45720" rtlCol="0" anchor="ctr"/>
          <a:lstStyle>
            <a:lvl1pPr algn="l">
              <a:defRPr sz="1600">
                <a:solidFill>
                  <a:schemeClr val="tx1">
                    <a:tint val="75000"/>
                  </a:schemeClr>
                </a:solidFill>
                <a:cs typeface="Simplified Arabic" panose="02020603050405020304" pitchFamily="18" charset="-78"/>
              </a:defRPr>
            </a:lvl1pPr>
          </a:lstStyle>
          <a:p>
            <a:pPr fontAlgn="auto">
              <a:spcBef>
                <a:spcPts val="0"/>
              </a:spcBef>
              <a:spcAft>
                <a:spcPts val="0"/>
              </a:spcAft>
            </a:pPr>
            <a:fld id="{09BDC11D-C56D-43F7-9324-A802D50A1050}" type="datetimeFigureOut">
              <a:rPr lang="en-US" smtClean="0">
                <a:solidFill>
                  <a:srgbClr val="000000">
                    <a:tint val="75000"/>
                  </a:srgbClr>
                </a:solidFill>
                <a:latin typeface="Calibri"/>
              </a:rPr>
              <a:pPr fontAlgn="auto">
                <a:spcBef>
                  <a:spcPts val="0"/>
                </a:spcBef>
                <a:spcAft>
                  <a:spcPts val="0"/>
                </a:spcAft>
              </a:pPr>
              <a:t>9/2/16</a:t>
            </a:fld>
            <a:endParaRPr lang="en-US" dirty="0">
              <a:solidFill>
                <a:srgbClr val="000000">
                  <a:tint val="75000"/>
                </a:srgbClr>
              </a:solidFill>
              <a:latin typeface="Calibri"/>
              <a:cs typeface="+mn-cs"/>
            </a:endParaRPr>
          </a:p>
        </p:txBody>
      </p:sp>
      <p:sp>
        <p:nvSpPr>
          <p:cNvPr id="5" name="Footer Placeholder 4"/>
          <p:cNvSpPr>
            <a:spLocks noGrp="1"/>
          </p:cNvSpPr>
          <p:nvPr>
            <p:ph type="ftr" sz="quarter" idx="3"/>
          </p:nvPr>
        </p:nvSpPr>
        <p:spPr>
          <a:xfrm>
            <a:off x="4165600" y="6356351"/>
            <a:ext cx="3860800" cy="365125"/>
          </a:xfrm>
          <a:prstGeom prst="rect">
            <a:avLst/>
          </a:prstGeom>
        </p:spPr>
        <p:txBody>
          <a:bodyPr vert="horz" lIns="91440" tIns="45720" rIns="91440" bIns="45720" rtlCol="0" anchor="ctr"/>
          <a:lstStyle>
            <a:lvl1pPr algn="ctr">
              <a:defRPr sz="1600">
                <a:solidFill>
                  <a:schemeClr val="tx1">
                    <a:tint val="75000"/>
                  </a:schemeClr>
                </a:solidFill>
                <a:cs typeface="Simplified Arabic" panose="02020603050405020304" pitchFamily="18" charset="-78"/>
              </a:defRPr>
            </a:lvl1pPr>
          </a:lstStyle>
          <a:p>
            <a:pPr fontAlgn="auto">
              <a:spcBef>
                <a:spcPts val="0"/>
              </a:spcBef>
              <a:spcAft>
                <a:spcPts val="0"/>
              </a:spcAft>
            </a:pPr>
            <a:endParaRPr lang="en-US" dirty="0">
              <a:solidFill>
                <a:srgbClr val="000000">
                  <a:tint val="75000"/>
                </a:srgbClr>
              </a:solidFill>
              <a:latin typeface="Calibri"/>
            </a:endParaRPr>
          </a:p>
        </p:txBody>
      </p:sp>
      <p:sp>
        <p:nvSpPr>
          <p:cNvPr id="6" name="Slide Number Placeholder 5"/>
          <p:cNvSpPr>
            <a:spLocks noGrp="1"/>
          </p:cNvSpPr>
          <p:nvPr>
            <p:ph type="sldNum" sz="quarter" idx="4"/>
          </p:nvPr>
        </p:nvSpPr>
        <p:spPr>
          <a:xfrm>
            <a:off x="8737600" y="6356351"/>
            <a:ext cx="2844800" cy="365125"/>
          </a:xfrm>
          <a:prstGeom prst="rect">
            <a:avLst/>
          </a:prstGeom>
        </p:spPr>
        <p:txBody>
          <a:bodyPr vert="horz" lIns="91440" tIns="45720" rIns="91440" bIns="45720" rtlCol="0" anchor="ctr"/>
          <a:lstStyle>
            <a:lvl1pPr algn="r">
              <a:defRPr sz="1600">
                <a:solidFill>
                  <a:schemeClr val="tx1">
                    <a:tint val="75000"/>
                  </a:schemeClr>
                </a:solidFill>
                <a:cs typeface="Simplified Arabic" panose="02020603050405020304" pitchFamily="18" charset="-78"/>
              </a:defRPr>
            </a:lvl1pPr>
          </a:lstStyle>
          <a:p>
            <a:pPr fontAlgn="auto">
              <a:spcBef>
                <a:spcPts val="0"/>
              </a:spcBef>
              <a:spcAft>
                <a:spcPts val="0"/>
              </a:spcAft>
            </a:pPr>
            <a:fld id="{E16EE1C3-4C97-4D89-86D4-AB0FC9C35DCF}" type="slidenum">
              <a:rPr lang="en-US" smtClean="0">
                <a:solidFill>
                  <a:srgbClr val="000000">
                    <a:tint val="75000"/>
                  </a:srgbClr>
                </a:solidFill>
                <a:latin typeface="Calibri"/>
              </a:rPr>
              <a:pPr fontAlgn="auto">
                <a:spcBef>
                  <a:spcPts val="0"/>
                </a:spcBef>
                <a:spcAft>
                  <a:spcPts val="0"/>
                </a:spcAft>
              </a:pPr>
              <a:t>‹#›</a:t>
            </a:fld>
            <a:endParaRPr lang="en-US" dirty="0">
              <a:solidFill>
                <a:srgbClr val="000000">
                  <a:tint val="75000"/>
                </a:srgbClr>
              </a:solidFill>
              <a:latin typeface="Calibri"/>
              <a:cs typeface="+mn-cs"/>
            </a:endParaRPr>
          </a:p>
        </p:txBody>
      </p:sp>
    </p:spTree>
    <p:extLst>
      <p:ext uri="{BB962C8B-B14F-4D97-AF65-F5344CB8AC3E}">
        <p14:creationId xmlns:p14="http://schemas.microsoft.com/office/powerpoint/2010/main" val="4069910677"/>
      </p:ext>
    </p:extLst>
  </p:cSld>
  <p:clrMap bg1="lt1" tx1="dk1" bg2="lt2" tx2="dk2" accent1="accent1" accent2="accent2" accent3="accent3" accent4="accent4" accent5="accent5" accent6="accent6" hlink="hlink" folHlink="folHlink"/>
  <p:sldLayoutIdLst>
    <p:sldLayoutId id="2147485751" r:id="rId1"/>
    <p:sldLayoutId id="2147485752" r:id="rId2"/>
    <p:sldLayoutId id="2147485753" r:id="rId3"/>
    <p:sldLayoutId id="2147485754" r:id="rId4"/>
    <p:sldLayoutId id="2147485755" r:id="rId5"/>
    <p:sldLayoutId id="2147485756" r:id="rId6"/>
    <p:sldLayoutId id="2147485757" r:id="rId7"/>
    <p:sldLayoutId id="2147485758" r:id="rId8"/>
    <p:sldLayoutId id="2147485759" r:id="rId9"/>
    <p:sldLayoutId id="2147485760" r:id="rId10"/>
    <p:sldLayoutId id="2147485761" r:id="rId11"/>
    <p:sldLayoutId id="2147486501" r:id="rId12"/>
  </p:sldLayoutIdLst>
  <mc:AlternateContent xmlns:mc="http://schemas.openxmlformats.org/markup-compatibility/2006" xmlns:p14="http://schemas.microsoft.com/office/powerpoint/2010/main">
    <mc:Choice Requires="p14">
      <p:transition p14:dur="0"/>
    </mc:Choice>
    <mc:Fallback xmlns="">
      <p:transition/>
    </mc:Fallback>
  </mc:AlternateContent>
  <p:txStyles>
    <p:titleStyle>
      <a:lvl1pPr algn="ctr" defTabSz="1219170" rtl="0" eaLnBrk="1" latinLnBrk="0" hangingPunct="1">
        <a:spcBef>
          <a:spcPct val="0"/>
        </a:spcBef>
        <a:buNone/>
        <a:defRPr sz="5867" kern="1200">
          <a:solidFill>
            <a:schemeClr val="tx1"/>
          </a:solidFill>
          <a:latin typeface="+mj-lt"/>
          <a:ea typeface="+mj-ea"/>
          <a:cs typeface="+mj-cs"/>
        </a:defRPr>
      </a:lvl1pPr>
    </p:titleStyle>
    <p:bodyStyle>
      <a:lvl1pPr marL="457189" indent="-457189" algn="l" defTabSz="1219170" rtl="0" eaLnBrk="1" latinLnBrk="0" hangingPunct="1">
        <a:spcBef>
          <a:spcPct val="20000"/>
        </a:spcBef>
        <a:buFont typeface="Arial" pitchFamily="34" charset="0"/>
        <a:buChar char="•"/>
        <a:defRPr sz="4267" kern="1200">
          <a:solidFill>
            <a:schemeClr val="tx1"/>
          </a:solidFill>
          <a:latin typeface="+mn-lt"/>
          <a:ea typeface="+mn-ea"/>
          <a:cs typeface="+mn-cs"/>
        </a:defRPr>
      </a:lvl1pPr>
      <a:lvl2pPr marL="990575" indent="-380990" algn="l" defTabSz="1219170" rtl="0" eaLnBrk="1" latinLnBrk="0" hangingPunct="1">
        <a:spcBef>
          <a:spcPct val="20000"/>
        </a:spcBef>
        <a:buFont typeface="Arial" pitchFamily="34" charset="0"/>
        <a:buChar char="–"/>
        <a:defRPr sz="3733" kern="1200">
          <a:solidFill>
            <a:schemeClr val="tx1"/>
          </a:solidFill>
          <a:latin typeface="+mn-lt"/>
          <a:ea typeface="+mn-ea"/>
          <a:cs typeface="+mn-cs"/>
        </a:defRPr>
      </a:lvl2pPr>
      <a:lvl3pPr marL="1523962" indent="-304792" algn="l" defTabSz="1219170" rtl="0" eaLnBrk="1" latinLnBrk="0" hangingPunct="1">
        <a:spcBef>
          <a:spcPct val="20000"/>
        </a:spcBef>
        <a:buFont typeface="Arial" pitchFamily="34" charset="0"/>
        <a:buChar char="•"/>
        <a:defRPr sz="3200" kern="1200">
          <a:solidFill>
            <a:schemeClr val="tx1"/>
          </a:solidFill>
          <a:latin typeface="+mn-lt"/>
          <a:ea typeface="+mn-ea"/>
          <a:cs typeface="+mn-cs"/>
        </a:defRPr>
      </a:lvl3pPr>
      <a:lvl4pPr marL="2133547"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4pPr>
      <a:lvl5pPr marL="274313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5pPr>
      <a:lvl6pPr marL="335271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smtClean="0"/>
              <a:t>Click to edit Master title style</a:t>
            </a:r>
            <a:endParaRPr lang="en-US"/>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cs typeface="Simplified Arabic" panose="02020603050405020304" pitchFamily="18" charset="-78"/>
              </a:defRPr>
            </a:lvl1pPr>
          </a:lstStyle>
          <a:p>
            <a:pPr fontAlgn="auto">
              <a:spcBef>
                <a:spcPts val="0"/>
              </a:spcBef>
              <a:spcAft>
                <a:spcPts val="0"/>
              </a:spcAft>
            </a:pPr>
            <a:fld id="{AD786B27-129B-4F3D-BC93-2BECBFB1835F}" type="datetimeFigureOut">
              <a:rPr lang="en-US" smtClean="0">
                <a:solidFill>
                  <a:srgbClr val="95A5A6">
                    <a:tint val="75000"/>
                  </a:srgbClr>
                </a:solidFill>
                <a:latin typeface="Calibri" panose="020F0502020204030204"/>
              </a:rPr>
              <a:pPr fontAlgn="auto">
                <a:spcBef>
                  <a:spcPts val="0"/>
                </a:spcBef>
                <a:spcAft>
                  <a:spcPts val="0"/>
                </a:spcAft>
              </a:pPr>
              <a:t>9/2/16</a:t>
            </a:fld>
            <a:endParaRPr lang="en-US" dirty="0">
              <a:solidFill>
                <a:srgbClr val="95A5A6">
                  <a:tint val="75000"/>
                </a:srgbClr>
              </a:solidFill>
              <a:latin typeface="Calibri" panose="020F0502020204030204"/>
              <a:cs typeface="+mn-cs"/>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cs typeface="Simplified Arabic" panose="02020603050405020304" pitchFamily="18" charset="-78"/>
              </a:defRPr>
            </a:lvl1pPr>
          </a:lstStyle>
          <a:p>
            <a:pPr fontAlgn="auto">
              <a:spcBef>
                <a:spcPts val="0"/>
              </a:spcBef>
              <a:spcAft>
                <a:spcPts val="0"/>
              </a:spcAft>
            </a:pPr>
            <a:endParaRPr lang="en-US" dirty="0">
              <a:solidFill>
                <a:srgbClr val="95A5A6">
                  <a:tint val="75000"/>
                </a:srgbClr>
              </a:solidFill>
              <a:latin typeface="Calibri" panose="020F0502020204030204"/>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cs typeface="Simplified Arabic" panose="02020603050405020304" pitchFamily="18" charset="-78"/>
              </a:defRPr>
            </a:lvl1pPr>
          </a:lstStyle>
          <a:p>
            <a:pPr fontAlgn="auto">
              <a:spcBef>
                <a:spcPts val="0"/>
              </a:spcBef>
              <a:spcAft>
                <a:spcPts val="0"/>
              </a:spcAft>
            </a:pPr>
            <a:fld id="{AEE38F98-4105-40A7-8991-7A498960FD3A}" type="slidenum">
              <a:rPr lang="en-US" smtClean="0">
                <a:solidFill>
                  <a:srgbClr val="95A5A6">
                    <a:tint val="75000"/>
                  </a:srgbClr>
                </a:solidFill>
                <a:latin typeface="Calibri" panose="020F0502020204030204"/>
              </a:rPr>
              <a:pPr fontAlgn="auto">
                <a:spcBef>
                  <a:spcPts val="0"/>
                </a:spcBef>
                <a:spcAft>
                  <a:spcPts val="0"/>
                </a:spcAft>
              </a:pPr>
              <a:t>‹#›</a:t>
            </a:fld>
            <a:endParaRPr lang="en-US" dirty="0">
              <a:solidFill>
                <a:srgbClr val="95A5A6">
                  <a:tint val="75000"/>
                </a:srgbClr>
              </a:solidFill>
              <a:latin typeface="Calibri" panose="020F0502020204030204"/>
              <a:cs typeface="+mn-cs"/>
            </a:endParaRPr>
          </a:p>
        </p:txBody>
      </p:sp>
    </p:spTree>
    <p:extLst>
      <p:ext uri="{BB962C8B-B14F-4D97-AF65-F5344CB8AC3E}">
        <p14:creationId xmlns:p14="http://schemas.microsoft.com/office/powerpoint/2010/main" val="1685874266"/>
      </p:ext>
    </p:extLst>
  </p:cSld>
  <p:clrMap bg1="lt1" tx1="dk1" bg2="lt2" tx2="dk2" accent1="accent1" accent2="accent2" accent3="accent3" accent4="accent4" accent5="accent5" accent6="accent6" hlink="hlink" folHlink="folHlink"/>
  <p:sldLayoutIdLst>
    <p:sldLayoutId id="2147485775" r:id="rId1"/>
    <p:sldLayoutId id="2147485776" r:id="rId2"/>
    <p:sldLayoutId id="2147485777" r:id="rId3"/>
    <p:sldLayoutId id="2147485778" r:id="rId4"/>
    <p:sldLayoutId id="2147485779" r:id="rId5"/>
    <p:sldLayoutId id="2147485780" r:id="rId6"/>
    <p:sldLayoutId id="2147485781" r:id="rId7"/>
    <p:sldLayoutId id="2147485782" r:id="rId8"/>
    <p:sldLayoutId id="2147485783" r:id="rId9"/>
    <p:sldLayoutId id="2147485784" r:id="rId10"/>
    <p:sldLayoutId id="2147485785" r:id="rId11"/>
  </p:sldLayoutIdLst>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cSld>
    <p:bg>
      <p:bgPr>
        <a:blipFill dpi="0" rotWithShape="1">
          <a:blip r:embed="rId61">
            <a:lum/>
          </a:blip>
          <a:srcRect/>
          <a:stretch>
            <a:fillRect/>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smtClean="0"/>
              <a:t>Click to edit Master title style</a:t>
            </a:r>
            <a:endParaRPr lang="en-US" dirty="0"/>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cs typeface="Simplified Arabic" panose="02020603050405020304" pitchFamily="18" charset="-78"/>
              </a:defRPr>
            </a:lvl1pPr>
          </a:lstStyle>
          <a:p>
            <a:pPr fontAlgn="auto">
              <a:spcBef>
                <a:spcPts val="0"/>
              </a:spcBef>
              <a:spcAft>
                <a:spcPts val="0"/>
              </a:spcAft>
            </a:pPr>
            <a:fld id="{9798BDAE-A562-4667-82DD-5BE61974BD31}" type="datetimeFigureOut">
              <a:rPr lang="id-ID" smtClean="0">
                <a:solidFill>
                  <a:prstClr val="black">
                    <a:tint val="75000"/>
                  </a:prstClr>
                </a:solidFill>
                <a:latin typeface="Open Sans Light"/>
              </a:rPr>
              <a:pPr fontAlgn="auto">
                <a:spcBef>
                  <a:spcPts val="0"/>
                </a:spcBef>
                <a:spcAft>
                  <a:spcPts val="0"/>
                </a:spcAft>
              </a:pPr>
              <a:t>02/09/16</a:t>
            </a:fld>
            <a:endParaRPr lang="id-ID" dirty="0">
              <a:solidFill>
                <a:prstClr val="black">
                  <a:tint val="75000"/>
                </a:prstClr>
              </a:solidFill>
              <a:latin typeface="Open Sans Light"/>
              <a:cs typeface="+mn-cs"/>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cs typeface="Simplified Arabic" panose="02020603050405020304" pitchFamily="18" charset="-78"/>
              </a:defRPr>
            </a:lvl1pPr>
          </a:lstStyle>
          <a:p>
            <a:pPr fontAlgn="auto">
              <a:spcBef>
                <a:spcPts val="0"/>
              </a:spcBef>
              <a:spcAft>
                <a:spcPts val="0"/>
              </a:spcAft>
            </a:pPr>
            <a:endParaRPr lang="id-ID" dirty="0">
              <a:solidFill>
                <a:prstClr val="black">
                  <a:tint val="75000"/>
                </a:prstClr>
              </a:solidFill>
              <a:latin typeface="Open Sans Light"/>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cs typeface="Simplified Arabic" panose="02020603050405020304" pitchFamily="18" charset="-78"/>
              </a:defRPr>
            </a:lvl1pPr>
          </a:lstStyle>
          <a:p>
            <a:pPr fontAlgn="auto">
              <a:spcBef>
                <a:spcPts val="0"/>
              </a:spcBef>
              <a:spcAft>
                <a:spcPts val="0"/>
              </a:spcAft>
            </a:pPr>
            <a:fld id="{C9F2E319-0919-499D-AD1F-7963255D1003}" type="slidenum">
              <a:rPr lang="id-ID" smtClean="0">
                <a:solidFill>
                  <a:prstClr val="black">
                    <a:tint val="75000"/>
                  </a:prstClr>
                </a:solidFill>
                <a:latin typeface="Open Sans Light"/>
              </a:rPr>
              <a:pPr fontAlgn="auto">
                <a:spcBef>
                  <a:spcPts val="0"/>
                </a:spcBef>
                <a:spcAft>
                  <a:spcPts val="0"/>
                </a:spcAft>
              </a:pPr>
              <a:t>‹#›</a:t>
            </a:fld>
            <a:endParaRPr lang="id-ID" dirty="0">
              <a:solidFill>
                <a:prstClr val="black">
                  <a:tint val="75000"/>
                </a:prstClr>
              </a:solidFill>
              <a:latin typeface="Open Sans Light"/>
              <a:cs typeface="+mn-cs"/>
            </a:endParaRPr>
          </a:p>
        </p:txBody>
      </p:sp>
    </p:spTree>
    <p:extLst>
      <p:ext uri="{BB962C8B-B14F-4D97-AF65-F5344CB8AC3E}">
        <p14:creationId xmlns:p14="http://schemas.microsoft.com/office/powerpoint/2010/main" val="3190480925"/>
      </p:ext>
    </p:extLst>
  </p:cSld>
  <p:clrMap bg1="lt1" tx1="dk1" bg2="lt2" tx2="dk2" accent1="accent1" accent2="accent2" accent3="accent3" accent4="accent4" accent5="accent5" accent6="accent6" hlink="hlink" folHlink="folHlink"/>
  <p:sldLayoutIdLst>
    <p:sldLayoutId id="2147485811" r:id="rId1"/>
    <p:sldLayoutId id="2147485812" r:id="rId2"/>
    <p:sldLayoutId id="2147485813" r:id="rId3"/>
    <p:sldLayoutId id="2147485814" r:id="rId4"/>
    <p:sldLayoutId id="2147485815" r:id="rId5"/>
    <p:sldLayoutId id="2147485816" r:id="rId6"/>
    <p:sldLayoutId id="2147485817" r:id="rId7"/>
    <p:sldLayoutId id="2147485818" r:id="rId8"/>
    <p:sldLayoutId id="2147485819" r:id="rId9"/>
    <p:sldLayoutId id="2147485820" r:id="rId10"/>
    <p:sldLayoutId id="2147485821" r:id="rId11"/>
    <p:sldLayoutId id="2147485822" r:id="rId12"/>
    <p:sldLayoutId id="2147485823" r:id="rId13"/>
    <p:sldLayoutId id="2147485824" r:id="rId14"/>
    <p:sldLayoutId id="2147485825" r:id="rId15"/>
    <p:sldLayoutId id="2147485826" r:id="rId16"/>
    <p:sldLayoutId id="2147485827" r:id="rId17"/>
    <p:sldLayoutId id="2147485828" r:id="rId18"/>
    <p:sldLayoutId id="2147485829" r:id="rId19"/>
    <p:sldLayoutId id="2147485830" r:id="rId20"/>
    <p:sldLayoutId id="2147485831" r:id="rId21"/>
    <p:sldLayoutId id="2147485832" r:id="rId22"/>
    <p:sldLayoutId id="2147485834" r:id="rId23"/>
    <p:sldLayoutId id="2147485835" r:id="rId24"/>
    <p:sldLayoutId id="2147485836" r:id="rId25"/>
    <p:sldLayoutId id="2147485838" r:id="rId26"/>
    <p:sldLayoutId id="2147485839" r:id="rId27"/>
    <p:sldLayoutId id="2147485840" r:id="rId28"/>
    <p:sldLayoutId id="2147485841" r:id="rId29"/>
    <p:sldLayoutId id="2147485842" r:id="rId30"/>
    <p:sldLayoutId id="2147485843" r:id="rId31"/>
    <p:sldLayoutId id="2147485844" r:id="rId32"/>
    <p:sldLayoutId id="2147485845" r:id="rId33"/>
    <p:sldLayoutId id="2147485846" r:id="rId34"/>
    <p:sldLayoutId id="2147485847" r:id="rId35"/>
    <p:sldLayoutId id="2147485848" r:id="rId36"/>
    <p:sldLayoutId id="2147485849" r:id="rId37"/>
    <p:sldLayoutId id="2147485850" r:id="rId38"/>
    <p:sldLayoutId id="2147485851" r:id="rId39"/>
    <p:sldLayoutId id="2147485852" r:id="rId40"/>
    <p:sldLayoutId id="2147485853" r:id="rId41"/>
    <p:sldLayoutId id="2147485854" r:id="rId42"/>
    <p:sldLayoutId id="2147485855" r:id="rId43"/>
    <p:sldLayoutId id="2147485856" r:id="rId44"/>
    <p:sldLayoutId id="2147485857" r:id="rId45"/>
    <p:sldLayoutId id="2147485858" r:id="rId46"/>
    <p:sldLayoutId id="2147485859" r:id="rId47"/>
    <p:sldLayoutId id="2147485860" r:id="rId48"/>
    <p:sldLayoutId id="2147485861" r:id="rId49"/>
    <p:sldLayoutId id="2147485862" r:id="rId50"/>
    <p:sldLayoutId id="2147485863" r:id="rId51"/>
    <p:sldLayoutId id="2147485864" r:id="rId52"/>
    <p:sldLayoutId id="2147485865" r:id="rId53"/>
    <p:sldLayoutId id="2147485866" r:id="rId54"/>
    <p:sldLayoutId id="2147485867" r:id="rId55"/>
    <p:sldLayoutId id="2147485868" r:id="rId56"/>
    <p:sldLayoutId id="2147485869" r:id="rId57"/>
    <p:sldLayoutId id="2147485870" r:id="rId58"/>
    <p:sldLayoutId id="2147485871" r:id="rId59"/>
  </p:sldLayoutIdLst>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cSld>
    <p:bg>
      <p:bgPr>
        <a:blipFill dpi="0" rotWithShape="1">
          <a:blip r:embed="rId15">
            <a:lum/>
          </a:blip>
          <a:srcRect/>
          <a:stretch>
            <a:fillRect/>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endParaRPr lang="en-US" dirty="0"/>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endParaRPr lang="en-US" dirty="0"/>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latin typeface="Open Sans Light" panose="020B0306030504020204" pitchFamily="34" charset="0"/>
                <a:ea typeface="Open Sans Light" panose="020B0306030504020204" pitchFamily="34" charset="0"/>
                <a:cs typeface="Open Sans Light" panose="020B0306030504020204" pitchFamily="34" charset="0"/>
              </a:defRPr>
            </a:lvl1pPr>
          </a:lstStyle>
          <a:p>
            <a:pPr fontAlgn="auto">
              <a:spcBef>
                <a:spcPts val="0"/>
              </a:spcBef>
              <a:spcAft>
                <a:spcPts val="0"/>
              </a:spcAft>
            </a:pPr>
            <a:endParaRPr lang="en-US">
              <a:solidFill>
                <a:prstClr val="black">
                  <a:tint val="75000"/>
                </a:prstClr>
              </a:solidFill>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latin typeface="Open Sans Light" panose="020B0306030504020204" pitchFamily="34" charset="0"/>
                <a:ea typeface="Open Sans Light" panose="020B0306030504020204" pitchFamily="34" charset="0"/>
                <a:cs typeface="Open Sans Light" panose="020B0306030504020204" pitchFamily="34" charset="0"/>
              </a:defRPr>
            </a:lvl1pPr>
          </a:lstStyle>
          <a:p>
            <a:pPr fontAlgn="auto">
              <a:spcBef>
                <a:spcPts val="0"/>
              </a:spcBef>
              <a:spcAft>
                <a:spcPts val="0"/>
              </a:spcAft>
            </a:pPr>
            <a:endParaRPr lang="en-US">
              <a:solidFill>
                <a:prstClr val="black">
                  <a:tint val="75000"/>
                </a:prstClr>
              </a:solidFill>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latin typeface="Open Sans Light" panose="020B0306030504020204" pitchFamily="34" charset="0"/>
                <a:ea typeface="Open Sans Light" panose="020B0306030504020204" pitchFamily="34" charset="0"/>
                <a:cs typeface="Open Sans Light" panose="020B0306030504020204" pitchFamily="34" charset="0"/>
              </a:defRPr>
            </a:lvl1pPr>
          </a:lstStyle>
          <a:p>
            <a:pPr fontAlgn="auto">
              <a:spcBef>
                <a:spcPts val="0"/>
              </a:spcBef>
              <a:spcAft>
                <a:spcPts val="0"/>
              </a:spcAft>
            </a:pPr>
            <a:fld id="{52D6D798-CB88-473E-97C8-67A016EA1979}" type="slidenum">
              <a:rPr lang="en-US" smtClean="0">
                <a:solidFill>
                  <a:prstClr val="black">
                    <a:tint val="75000"/>
                  </a:prstClr>
                </a:solidFill>
              </a:rPr>
              <a:pPr fontAlgn="auto">
                <a:spcBef>
                  <a:spcPts val="0"/>
                </a:spcBef>
                <a:spcAft>
                  <a:spcPts val="0"/>
                </a:spcAft>
              </a:pPr>
              <a:t>‹#›</a:t>
            </a:fld>
            <a:endParaRPr lang="en-US" dirty="0">
              <a:solidFill>
                <a:prstClr val="black">
                  <a:tint val="75000"/>
                </a:prstClr>
              </a:solidFill>
            </a:endParaRPr>
          </a:p>
        </p:txBody>
      </p:sp>
    </p:spTree>
    <p:extLst>
      <p:ext uri="{BB962C8B-B14F-4D97-AF65-F5344CB8AC3E}">
        <p14:creationId xmlns:p14="http://schemas.microsoft.com/office/powerpoint/2010/main" val="455411277"/>
      </p:ext>
    </p:extLst>
  </p:cSld>
  <p:clrMap bg1="lt1" tx1="dk1" bg2="lt2" tx2="dk2" accent1="accent1" accent2="accent2" accent3="accent3" accent4="accent4" accent5="accent5" accent6="accent6" hlink="hlink" folHlink="folHlink"/>
  <p:sldLayoutIdLst>
    <p:sldLayoutId id="2147486322" r:id="rId1"/>
    <p:sldLayoutId id="2147486323" r:id="rId2"/>
    <p:sldLayoutId id="2147486324" r:id="rId3"/>
    <p:sldLayoutId id="2147486325" r:id="rId4"/>
    <p:sldLayoutId id="2147486326" r:id="rId5"/>
    <p:sldLayoutId id="2147486327" r:id="rId6"/>
    <p:sldLayoutId id="2147486328" r:id="rId7"/>
    <p:sldLayoutId id="2147486329" r:id="rId8"/>
    <p:sldLayoutId id="2147486330" r:id="rId9"/>
    <p:sldLayoutId id="2147486331" r:id="rId10"/>
    <p:sldLayoutId id="2147486332" r:id="rId11"/>
    <p:sldLayoutId id="2147486333" r:id="rId12"/>
    <p:sldLayoutId id="2147486334" r:id="rId13"/>
  </p:sldLayoutIdLst>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hf hdr="0" ftr="0" dt="0"/>
  <p:txStyles>
    <p:titleStyle>
      <a:lvl1pPr algn="ctr" defTabSz="914400" rtl="0" eaLnBrk="1" latinLnBrk="0" hangingPunct="1">
        <a:lnSpc>
          <a:spcPct val="90000"/>
        </a:lnSpc>
        <a:spcBef>
          <a:spcPct val="0"/>
        </a:spcBef>
        <a:buNone/>
        <a:defRPr sz="2400" kern="120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defRPr>
      </a:lvl1pPr>
    </p:titleStyle>
    <p:bodyStyle>
      <a:lvl1pPr marL="0" indent="0" algn="ctr" defTabSz="914400" rtl="0" eaLnBrk="1" latinLnBrk="0" hangingPunct="1">
        <a:lnSpc>
          <a:spcPct val="90000"/>
        </a:lnSpc>
        <a:spcBef>
          <a:spcPts val="1000"/>
        </a:spcBef>
        <a:buFont typeface="Arial" panose="020B0604020202020204" pitchFamily="34" charset="0"/>
        <a:buNone/>
        <a:defRPr sz="1100" kern="120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defRPr>
      </a:lvl1pPr>
      <a:lvl2pPr marL="457200" indent="0" algn="l" defTabSz="914400" rtl="0" eaLnBrk="1" latinLnBrk="0" hangingPunct="1">
        <a:lnSpc>
          <a:spcPct val="90000"/>
        </a:lnSpc>
        <a:spcBef>
          <a:spcPts val="500"/>
        </a:spcBef>
        <a:buFont typeface="Arial" panose="020B0604020202020204" pitchFamily="34" charset="0"/>
        <a:buNone/>
        <a:defRPr sz="2400" kern="120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defRPr>
      </a:lvl2pPr>
      <a:lvl3pPr marL="914400" indent="0" algn="l" defTabSz="914400" rtl="0" eaLnBrk="1" latinLnBrk="0" hangingPunct="1">
        <a:lnSpc>
          <a:spcPct val="90000"/>
        </a:lnSpc>
        <a:spcBef>
          <a:spcPts val="500"/>
        </a:spcBef>
        <a:buFont typeface="Arial" panose="020B0604020202020204" pitchFamily="34" charset="0"/>
        <a:buNone/>
        <a:defRPr sz="2000" kern="120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defRPr>
      </a:lvl3pPr>
      <a:lvl4pPr marL="13716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defRPr>
      </a:lvl4pPr>
      <a:lvl5pPr marL="18288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reserve="1">
  <p:cSld>
    <p:bg>
      <p:bgPr>
        <a:blipFill dpi="0" rotWithShape="1">
          <a:blip r:embed="rId30">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40381744"/>
      </p:ext>
    </p:extLst>
  </p:cSld>
  <p:clrMap bg1="lt1" tx1="dk1" bg2="lt2" tx2="dk2" accent1="accent1" accent2="accent2" accent3="accent3" accent4="accent4" accent5="accent5" accent6="accent6" hlink="hlink" folHlink="folHlink"/>
  <p:sldLayoutIdLst>
    <p:sldLayoutId id="2147486527" r:id="rId1"/>
    <p:sldLayoutId id="2147486528" r:id="rId2"/>
    <p:sldLayoutId id="2147486529" r:id="rId3"/>
    <p:sldLayoutId id="2147486530" r:id="rId4"/>
    <p:sldLayoutId id="2147486531" r:id="rId5"/>
    <p:sldLayoutId id="2147486532" r:id="rId6"/>
    <p:sldLayoutId id="2147486533" r:id="rId7"/>
    <p:sldLayoutId id="2147486534" r:id="rId8"/>
    <p:sldLayoutId id="2147486535" r:id="rId9"/>
    <p:sldLayoutId id="2147486536" r:id="rId10"/>
    <p:sldLayoutId id="2147486537" r:id="rId11"/>
    <p:sldLayoutId id="2147486538" r:id="rId12"/>
    <p:sldLayoutId id="2147486539" r:id="rId13"/>
    <p:sldLayoutId id="2147486540" r:id="rId14"/>
    <p:sldLayoutId id="2147486541" r:id="rId15"/>
    <p:sldLayoutId id="2147486543" r:id="rId16"/>
    <p:sldLayoutId id="2147486544" r:id="rId17"/>
    <p:sldLayoutId id="2147486545" r:id="rId18"/>
    <p:sldLayoutId id="2147486546" r:id="rId19"/>
    <p:sldLayoutId id="2147486547" r:id="rId20"/>
    <p:sldLayoutId id="2147486548" r:id="rId21"/>
    <p:sldLayoutId id="2147486549" r:id="rId22"/>
    <p:sldLayoutId id="2147486550" r:id="rId23"/>
    <p:sldLayoutId id="2147486551" r:id="rId24"/>
    <p:sldLayoutId id="2147486552" r:id="rId25"/>
    <p:sldLayoutId id="2147486553" r:id="rId26"/>
    <p:sldLayoutId id="2147486554" r:id="rId27"/>
    <p:sldLayoutId id="2147486555" r:id="rId28"/>
  </p:sldLayoutIdLst>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hf hdr="0" ftr="0" dt="0"/>
  <p:txStyles>
    <p:titleStyle>
      <a:lvl1pPr algn="l" defTabSz="1219170" rtl="0" eaLnBrk="1" latinLnBrk="0" hangingPunct="1">
        <a:spcBef>
          <a:spcPct val="0"/>
        </a:spcBef>
        <a:buNone/>
        <a:defRPr sz="3733" b="1" kern="1200">
          <a:solidFill>
            <a:schemeClr val="tx1">
              <a:lumMod val="50000"/>
              <a:lumOff val="50000"/>
            </a:schemeClr>
          </a:solidFill>
          <a:latin typeface="+mj-lt"/>
          <a:ea typeface="+mj-ea"/>
          <a:cs typeface="+mj-cs"/>
        </a:defRPr>
      </a:lvl1pPr>
    </p:titleStyle>
    <p:bodyStyle>
      <a:lvl1pPr marL="457189" indent="-457189" algn="l" defTabSz="1219170" rtl="0" eaLnBrk="1" latinLnBrk="0" hangingPunct="1">
        <a:spcBef>
          <a:spcPct val="20000"/>
        </a:spcBef>
        <a:buFont typeface="Arial" pitchFamily="34" charset="0"/>
        <a:buNone/>
        <a:defRPr sz="4267" kern="1200">
          <a:solidFill>
            <a:schemeClr val="bg1"/>
          </a:solidFill>
          <a:latin typeface="+mn-lt"/>
          <a:ea typeface="+mn-ea"/>
          <a:cs typeface="+mn-cs"/>
        </a:defRPr>
      </a:lvl1pPr>
      <a:lvl2pPr marL="990575" indent="-380990" algn="l" defTabSz="1219170" rtl="0" eaLnBrk="1" latinLnBrk="0" hangingPunct="1">
        <a:spcBef>
          <a:spcPct val="20000"/>
        </a:spcBef>
        <a:buFont typeface="Arial" pitchFamily="34" charset="0"/>
        <a:buChar char="–"/>
        <a:defRPr sz="3733" kern="1200">
          <a:solidFill>
            <a:schemeClr val="tx1"/>
          </a:solidFill>
          <a:latin typeface="+mn-lt"/>
          <a:ea typeface="+mn-ea"/>
          <a:cs typeface="+mn-cs"/>
        </a:defRPr>
      </a:lvl2pPr>
      <a:lvl3pPr marL="1523962" indent="-304792" algn="l" defTabSz="1219170" rtl="0" eaLnBrk="1" latinLnBrk="0" hangingPunct="1">
        <a:spcBef>
          <a:spcPct val="20000"/>
        </a:spcBef>
        <a:buFont typeface="Arial" pitchFamily="34" charset="0"/>
        <a:buChar char="•"/>
        <a:defRPr sz="3200" kern="1200">
          <a:solidFill>
            <a:schemeClr val="tx1"/>
          </a:solidFill>
          <a:latin typeface="+mn-lt"/>
          <a:ea typeface="+mn-ea"/>
          <a:cs typeface="+mn-cs"/>
        </a:defRPr>
      </a:lvl3pPr>
      <a:lvl4pPr marL="2133547"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4pPr>
      <a:lvl5pPr marL="274313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5pPr>
      <a:lvl6pPr marL="335271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reserve="1">
  <p:cSld>
    <p:bg>
      <p:bgPr>
        <a:blipFill dpi="0" rotWithShape="1">
          <a:blip r:embed="rId30">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130147604"/>
      </p:ext>
    </p:extLst>
  </p:cSld>
  <p:clrMap bg1="lt1" tx1="dk1" bg2="lt2" tx2="dk2" accent1="accent1" accent2="accent2" accent3="accent3" accent4="accent4" accent5="accent5" accent6="accent6" hlink="hlink" folHlink="folHlink"/>
  <p:sldLayoutIdLst>
    <p:sldLayoutId id="2147486557" r:id="rId1"/>
    <p:sldLayoutId id="2147486558" r:id="rId2"/>
    <p:sldLayoutId id="2147486559" r:id="rId3"/>
    <p:sldLayoutId id="2147486560" r:id="rId4"/>
    <p:sldLayoutId id="2147486561" r:id="rId5"/>
    <p:sldLayoutId id="2147486562" r:id="rId6"/>
    <p:sldLayoutId id="2147486563" r:id="rId7"/>
    <p:sldLayoutId id="2147486564" r:id="rId8"/>
    <p:sldLayoutId id="2147486565" r:id="rId9"/>
    <p:sldLayoutId id="2147486566" r:id="rId10"/>
    <p:sldLayoutId id="2147486567" r:id="rId11"/>
    <p:sldLayoutId id="2147486568" r:id="rId12"/>
    <p:sldLayoutId id="2147486569" r:id="rId13"/>
    <p:sldLayoutId id="2147486570" r:id="rId14"/>
    <p:sldLayoutId id="2147486571" r:id="rId15"/>
    <p:sldLayoutId id="2147486573" r:id="rId16"/>
    <p:sldLayoutId id="2147486574" r:id="rId17"/>
    <p:sldLayoutId id="2147486575" r:id="rId18"/>
    <p:sldLayoutId id="2147486576" r:id="rId19"/>
    <p:sldLayoutId id="2147486577" r:id="rId20"/>
    <p:sldLayoutId id="2147486578" r:id="rId21"/>
    <p:sldLayoutId id="2147486579" r:id="rId22"/>
    <p:sldLayoutId id="2147486580" r:id="rId23"/>
    <p:sldLayoutId id="2147486581" r:id="rId24"/>
    <p:sldLayoutId id="2147486582" r:id="rId25"/>
    <p:sldLayoutId id="2147486583" r:id="rId26"/>
    <p:sldLayoutId id="2147486584" r:id="rId27"/>
    <p:sldLayoutId id="2147486585" r:id="rId28"/>
  </p:sldLayoutIdLst>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hf hdr="0" ftr="0" dt="0"/>
  <p:txStyles>
    <p:titleStyle>
      <a:lvl1pPr algn="l" defTabSz="1219170" rtl="0" eaLnBrk="1" latinLnBrk="0" hangingPunct="1">
        <a:spcBef>
          <a:spcPct val="0"/>
        </a:spcBef>
        <a:buNone/>
        <a:defRPr sz="3733" b="1" kern="1200">
          <a:solidFill>
            <a:schemeClr val="tx1">
              <a:lumMod val="50000"/>
              <a:lumOff val="50000"/>
            </a:schemeClr>
          </a:solidFill>
          <a:latin typeface="+mj-lt"/>
          <a:ea typeface="+mj-ea"/>
          <a:cs typeface="+mj-cs"/>
        </a:defRPr>
      </a:lvl1pPr>
    </p:titleStyle>
    <p:bodyStyle>
      <a:lvl1pPr marL="457189" indent="-457189" algn="l" defTabSz="1219170" rtl="0" eaLnBrk="1" latinLnBrk="0" hangingPunct="1">
        <a:spcBef>
          <a:spcPct val="20000"/>
        </a:spcBef>
        <a:buFont typeface="Arial" pitchFamily="34" charset="0"/>
        <a:buNone/>
        <a:defRPr sz="4267" kern="1200">
          <a:solidFill>
            <a:schemeClr val="bg1"/>
          </a:solidFill>
          <a:latin typeface="+mn-lt"/>
          <a:ea typeface="+mn-ea"/>
          <a:cs typeface="+mn-cs"/>
        </a:defRPr>
      </a:lvl1pPr>
      <a:lvl2pPr marL="990575" indent="-380990" algn="l" defTabSz="1219170" rtl="0" eaLnBrk="1" latinLnBrk="0" hangingPunct="1">
        <a:spcBef>
          <a:spcPct val="20000"/>
        </a:spcBef>
        <a:buFont typeface="Arial" pitchFamily="34" charset="0"/>
        <a:buChar char="–"/>
        <a:defRPr sz="3733" kern="1200">
          <a:solidFill>
            <a:schemeClr val="tx1"/>
          </a:solidFill>
          <a:latin typeface="+mn-lt"/>
          <a:ea typeface="+mn-ea"/>
          <a:cs typeface="+mn-cs"/>
        </a:defRPr>
      </a:lvl2pPr>
      <a:lvl3pPr marL="1523962" indent="-304792" algn="l" defTabSz="1219170" rtl="0" eaLnBrk="1" latinLnBrk="0" hangingPunct="1">
        <a:spcBef>
          <a:spcPct val="20000"/>
        </a:spcBef>
        <a:buFont typeface="Arial" pitchFamily="34" charset="0"/>
        <a:buChar char="•"/>
        <a:defRPr sz="3200" kern="1200">
          <a:solidFill>
            <a:schemeClr val="tx1"/>
          </a:solidFill>
          <a:latin typeface="+mn-lt"/>
          <a:ea typeface="+mn-ea"/>
          <a:cs typeface="+mn-cs"/>
        </a:defRPr>
      </a:lvl3pPr>
      <a:lvl4pPr marL="2133547"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4pPr>
      <a:lvl5pPr marL="274313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5pPr>
      <a:lvl6pPr marL="335271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p:otherStyle>
  </p:txStyles>
</p:sldMaster>
</file>

<file path=ppt/slideMasters/slideMaster11.xml><?xml version="1.0" encoding="utf-8"?>
<p:sldMaster xmlns:a="http://schemas.openxmlformats.org/drawingml/2006/main" xmlns:r="http://schemas.openxmlformats.org/officeDocument/2006/relationships" xmlns:p="http://schemas.openxmlformats.org/presentationml/2006/main" preserve="1">
  <p:cSld>
    <p:bg>
      <p:bgPr>
        <a:blipFill dpi="0" rotWithShape="1">
          <a:blip r:embed="rId30">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741567712"/>
      </p:ext>
    </p:extLst>
  </p:cSld>
  <p:clrMap bg1="lt1" tx1="dk1" bg2="lt2" tx2="dk2" accent1="accent1" accent2="accent2" accent3="accent3" accent4="accent4" accent5="accent5" accent6="accent6" hlink="hlink" folHlink="folHlink"/>
  <p:sldLayoutIdLst>
    <p:sldLayoutId id="2147486587" r:id="rId1"/>
    <p:sldLayoutId id="2147486588" r:id="rId2"/>
    <p:sldLayoutId id="2147486589" r:id="rId3"/>
    <p:sldLayoutId id="2147486590" r:id="rId4"/>
    <p:sldLayoutId id="2147486591" r:id="rId5"/>
    <p:sldLayoutId id="2147486592" r:id="rId6"/>
    <p:sldLayoutId id="2147486593" r:id="rId7"/>
    <p:sldLayoutId id="2147486594" r:id="rId8"/>
    <p:sldLayoutId id="2147486595" r:id="rId9"/>
    <p:sldLayoutId id="2147486596" r:id="rId10"/>
    <p:sldLayoutId id="2147486597" r:id="rId11"/>
    <p:sldLayoutId id="2147486598" r:id="rId12"/>
    <p:sldLayoutId id="2147486599" r:id="rId13"/>
    <p:sldLayoutId id="2147486600" r:id="rId14"/>
    <p:sldLayoutId id="2147486601" r:id="rId15"/>
    <p:sldLayoutId id="2147486603" r:id="rId16"/>
    <p:sldLayoutId id="2147486604" r:id="rId17"/>
    <p:sldLayoutId id="2147486605" r:id="rId18"/>
    <p:sldLayoutId id="2147486606" r:id="rId19"/>
    <p:sldLayoutId id="2147486607" r:id="rId20"/>
    <p:sldLayoutId id="2147486608" r:id="rId21"/>
    <p:sldLayoutId id="2147486609" r:id="rId22"/>
    <p:sldLayoutId id="2147486610" r:id="rId23"/>
    <p:sldLayoutId id="2147486611" r:id="rId24"/>
    <p:sldLayoutId id="2147486612" r:id="rId25"/>
    <p:sldLayoutId id="2147486613" r:id="rId26"/>
    <p:sldLayoutId id="2147486614" r:id="rId27"/>
    <p:sldLayoutId id="2147486615" r:id="rId28"/>
  </p:sldLayoutIdLst>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hf hdr="0" ftr="0" dt="0"/>
  <p:txStyles>
    <p:titleStyle>
      <a:lvl1pPr algn="l" defTabSz="1219170" rtl="0" eaLnBrk="1" latinLnBrk="0" hangingPunct="1">
        <a:spcBef>
          <a:spcPct val="0"/>
        </a:spcBef>
        <a:buNone/>
        <a:defRPr sz="3733" b="1" kern="1200">
          <a:solidFill>
            <a:schemeClr val="tx1">
              <a:lumMod val="50000"/>
              <a:lumOff val="50000"/>
            </a:schemeClr>
          </a:solidFill>
          <a:latin typeface="+mj-lt"/>
          <a:ea typeface="+mj-ea"/>
          <a:cs typeface="+mj-cs"/>
        </a:defRPr>
      </a:lvl1pPr>
    </p:titleStyle>
    <p:bodyStyle>
      <a:lvl1pPr marL="457189" indent="-457189" algn="l" defTabSz="1219170" rtl="0" eaLnBrk="1" latinLnBrk="0" hangingPunct="1">
        <a:spcBef>
          <a:spcPct val="20000"/>
        </a:spcBef>
        <a:buFont typeface="Arial" pitchFamily="34" charset="0"/>
        <a:buNone/>
        <a:defRPr sz="4267" kern="1200">
          <a:solidFill>
            <a:schemeClr val="bg1"/>
          </a:solidFill>
          <a:latin typeface="+mn-lt"/>
          <a:ea typeface="+mn-ea"/>
          <a:cs typeface="+mn-cs"/>
        </a:defRPr>
      </a:lvl1pPr>
      <a:lvl2pPr marL="990575" indent="-380990" algn="l" defTabSz="1219170" rtl="0" eaLnBrk="1" latinLnBrk="0" hangingPunct="1">
        <a:spcBef>
          <a:spcPct val="20000"/>
        </a:spcBef>
        <a:buFont typeface="Arial" pitchFamily="34" charset="0"/>
        <a:buChar char="–"/>
        <a:defRPr sz="3733" kern="1200">
          <a:solidFill>
            <a:schemeClr val="tx1"/>
          </a:solidFill>
          <a:latin typeface="+mn-lt"/>
          <a:ea typeface="+mn-ea"/>
          <a:cs typeface="+mn-cs"/>
        </a:defRPr>
      </a:lvl2pPr>
      <a:lvl3pPr marL="1523962" indent="-304792" algn="l" defTabSz="1219170" rtl="0" eaLnBrk="1" latinLnBrk="0" hangingPunct="1">
        <a:spcBef>
          <a:spcPct val="20000"/>
        </a:spcBef>
        <a:buFont typeface="Arial" pitchFamily="34" charset="0"/>
        <a:buChar char="•"/>
        <a:defRPr sz="3200" kern="1200">
          <a:solidFill>
            <a:schemeClr val="tx1"/>
          </a:solidFill>
          <a:latin typeface="+mn-lt"/>
          <a:ea typeface="+mn-ea"/>
          <a:cs typeface="+mn-cs"/>
        </a:defRPr>
      </a:lvl3pPr>
      <a:lvl4pPr marL="2133547"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4pPr>
      <a:lvl5pPr marL="274313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5pPr>
      <a:lvl6pPr marL="335271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p:otherStyle>
  </p:txStyles>
</p:sldMaster>
</file>

<file path=ppt/slideMasters/slideMaster12.xml><?xml version="1.0" encoding="utf-8"?>
<p:sldMaster xmlns:a="http://schemas.openxmlformats.org/drawingml/2006/main" xmlns:r="http://schemas.openxmlformats.org/officeDocument/2006/relationships" xmlns:p="http://schemas.openxmlformats.org/presentationml/2006/main">
  <p:cSld>
    <p:bg>
      <p:bgPr>
        <a:blipFill dpi="0" rotWithShape="1">
          <a:blip r:embed="rId41">
            <a:lum/>
          </a:blip>
          <a:srcRect/>
          <a:stretch>
            <a:fillRect/>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dirty="0" smtClean="0"/>
              <a:t>Click to edit Master title style</a:t>
            </a:r>
            <a:endParaRPr lang="en-AU" dirty="0"/>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AU" dirty="0"/>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cs typeface="Simplified Arabic" panose="02020603050405020304" pitchFamily="18" charset="-78"/>
              </a:defRPr>
            </a:lvl1pPr>
          </a:lstStyle>
          <a:p>
            <a:pPr fontAlgn="auto">
              <a:spcBef>
                <a:spcPts val="0"/>
              </a:spcBef>
              <a:spcAft>
                <a:spcPts val="0"/>
              </a:spcAft>
            </a:pPr>
            <a:fld id="{268D6DD3-4DB7-4C92-9690-614E4D50F47F}" type="datetimeFigureOut">
              <a:rPr lang="en-AU" smtClean="0">
                <a:solidFill>
                  <a:prstClr val="black">
                    <a:tint val="75000"/>
                  </a:prstClr>
                </a:solidFill>
                <a:latin typeface="Roboto Lt"/>
              </a:rPr>
              <a:pPr fontAlgn="auto">
                <a:spcBef>
                  <a:spcPts val="0"/>
                </a:spcBef>
                <a:spcAft>
                  <a:spcPts val="0"/>
                </a:spcAft>
              </a:pPr>
              <a:t>2/09/2016</a:t>
            </a:fld>
            <a:endParaRPr lang="en-AU" dirty="0">
              <a:solidFill>
                <a:prstClr val="black">
                  <a:tint val="75000"/>
                </a:prstClr>
              </a:solidFill>
              <a:latin typeface="Roboto Lt"/>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cs typeface="Simplified Arabic" panose="02020603050405020304" pitchFamily="18" charset="-78"/>
              </a:defRPr>
            </a:lvl1pPr>
          </a:lstStyle>
          <a:p>
            <a:pPr fontAlgn="auto">
              <a:spcBef>
                <a:spcPts val="0"/>
              </a:spcBef>
              <a:spcAft>
                <a:spcPts val="0"/>
              </a:spcAft>
            </a:pPr>
            <a:endParaRPr lang="en-AU" dirty="0">
              <a:solidFill>
                <a:prstClr val="black">
                  <a:tint val="75000"/>
                </a:prstClr>
              </a:solidFill>
              <a:latin typeface="Roboto Lt"/>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cs typeface="Simplified Arabic" panose="02020603050405020304" pitchFamily="18" charset="-78"/>
              </a:defRPr>
            </a:lvl1pPr>
          </a:lstStyle>
          <a:p>
            <a:pPr fontAlgn="auto">
              <a:spcBef>
                <a:spcPts val="0"/>
              </a:spcBef>
              <a:spcAft>
                <a:spcPts val="0"/>
              </a:spcAft>
            </a:pPr>
            <a:fld id="{B2368EEF-F8D6-448A-9AF0-691E77075A3E}" type="slidenum">
              <a:rPr lang="en-AU" smtClean="0">
                <a:solidFill>
                  <a:prstClr val="black">
                    <a:tint val="75000"/>
                  </a:prstClr>
                </a:solidFill>
                <a:latin typeface="Roboto Lt"/>
              </a:rPr>
              <a:pPr fontAlgn="auto">
                <a:spcBef>
                  <a:spcPts val="0"/>
                </a:spcBef>
                <a:spcAft>
                  <a:spcPts val="0"/>
                </a:spcAft>
              </a:pPr>
              <a:t>‹#›</a:t>
            </a:fld>
            <a:endParaRPr lang="en-AU" dirty="0">
              <a:solidFill>
                <a:prstClr val="black">
                  <a:tint val="75000"/>
                </a:prstClr>
              </a:solidFill>
              <a:latin typeface="Roboto Lt"/>
            </a:endParaRPr>
          </a:p>
        </p:txBody>
      </p:sp>
    </p:spTree>
    <p:extLst>
      <p:ext uri="{BB962C8B-B14F-4D97-AF65-F5344CB8AC3E}">
        <p14:creationId xmlns:p14="http://schemas.microsoft.com/office/powerpoint/2010/main" val="2666374531"/>
      </p:ext>
    </p:extLst>
  </p:cSld>
  <p:clrMap bg1="lt1" tx1="dk1" bg2="lt2" tx2="dk2" accent1="accent1" accent2="accent2" accent3="accent3" accent4="accent4" accent5="accent5" accent6="accent6" hlink="hlink" folHlink="folHlink"/>
  <p:sldLayoutIdLst>
    <p:sldLayoutId id="2147486617" r:id="rId1"/>
    <p:sldLayoutId id="2147486618" r:id="rId2"/>
    <p:sldLayoutId id="2147486619" r:id="rId3"/>
    <p:sldLayoutId id="2147486620" r:id="rId4"/>
    <p:sldLayoutId id="2147486621" r:id="rId5"/>
    <p:sldLayoutId id="2147486622" r:id="rId6"/>
    <p:sldLayoutId id="2147486623" r:id="rId7"/>
    <p:sldLayoutId id="2147486624" r:id="rId8"/>
    <p:sldLayoutId id="2147486625" r:id="rId9"/>
    <p:sldLayoutId id="2147486626" r:id="rId10"/>
    <p:sldLayoutId id="2147486627" r:id="rId11"/>
    <p:sldLayoutId id="2147486628" r:id="rId12"/>
    <p:sldLayoutId id="2147486629" r:id="rId13"/>
    <p:sldLayoutId id="2147486630" r:id="rId14"/>
    <p:sldLayoutId id="2147486631" r:id="rId15"/>
    <p:sldLayoutId id="2147486632" r:id="rId16"/>
    <p:sldLayoutId id="2147486633" r:id="rId17"/>
    <p:sldLayoutId id="2147486634" r:id="rId18"/>
    <p:sldLayoutId id="2147486635" r:id="rId19"/>
    <p:sldLayoutId id="2147486636" r:id="rId20"/>
    <p:sldLayoutId id="2147486637" r:id="rId21"/>
    <p:sldLayoutId id="2147486638" r:id="rId22"/>
    <p:sldLayoutId id="2147486639" r:id="rId23"/>
    <p:sldLayoutId id="2147486640" r:id="rId24"/>
    <p:sldLayoutId id="2147486641" r:id="rId25"/>
    <p:sldLayoutId id="2147486642" r:id="rId26"/>
    <p:sldLayoutId id="2147486643" r:id="rId27"/>
    <p:sldLayoutId id="2147486644" r:id="rId28"/>
    <p:sldLayoutId id="2147486645" r:id="rId29"/>
    <p:sldLayoutId id="2147486646" r:id="rId30"/>
    <p:sldLayoutId id="2147486647" r:id="rId31"/>
    <p:sldLayoutId id="2147486648" r:id="rId32"/>
    <p:sldLayoutId id="2147486649" r:id="rId33"/>
    <p:sldLayoutId id="2147486650" r:id="rId34"/>
    <p:sldLayoutId id="2147486651" r:id="rId35"/>
    <p:sldLayoutId id="2147486652" r:id="rId36"/>
    <p:sldLayoutId id="2147486653" r:id="rId37"/>
    <p:sldLayoutId id="2147486654" r:id="rId38"/>
    <p:sldLayoutId id="2147486655" r:id="rId39"/>
  </p:sldLayoutIdLst>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txStyles>
    <p:titleStyle>
      <a:lvl1pPr algn="l" defTabSz="914400" rtl="0" eaLnBrk="1" latinLnBrk="0" hangingPunct="1">
        <a:lnSpc>
          <a:spcPct val="90000"/>
        </a:lnSpc>
        <a:spcBef>
          <a:spcPct val="0"/>
        </a:spcBef>
        <a:buNone/>
        <a:defRPr sz="3600" kern="1200">
          <a:solidFill>
            <a:schemeClr val="tx1"/>
          </a:solidFill>
          <a:latin typeface="+mj-lt"/>
          <a:ea typeface="+mj-ea"/>
          <a:cs typeface="+mj-cs"/>
        </a:defRPr>
      </a:lvl1pPr>
    </p:titleStyle>
    <p:bodyStyle>
      <a:lvl1pPr marL="0" indent="0" algn="l" defTabSz="914400" rtl="0" eaLnBrk="1" latinLnBrk="0" hangingPunct="1">
        <a:lnSpc>
          <a:spcPct val="90000"/>
        </a:lnSpc>
        <a:spcBef>
          <a:spcPts val="1000"/>
        </a:spcBef>
        <a:buFontTx/>
        <a:buNone/>
        <a:defRPr sz="1600" kern="1200">
          <a:solidFill>
            <a:schemeClr val="tx1"/>
          </a:solidFill>
          <a:latin typeface="+mn-lt"/>
          <a:ea typeface="+mn-ea"/>
          <a:cs typeface="+mn-cs"/>
        </a:defRPr>
      </a:lvl1pPr>
      <a:lvl2pPr marL="457200" indent="0" algn="l" defTabSz="914400" rtl="0" eaLnBrk="1" latinLnBrk="0" hangingPunct="1">
        <a:lnSpc>
          <a:spcPct val="90000"/>
        </a:lnSpc>
        <a:spcBef>
          <a:spcPts val="500"/>
        </a:spcBef>
        <a:buFontTx/>
        <a:buNone/>
        <a:defRPr sz="14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Tx/>
        <a:buNone/>
        <a:defRPr sz="12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Tx/>
        <a:buNone/>
        <a:defRPr sz="11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Tx/>
        <a:buNone/>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pos="3840">
          <p15:clr>
            <a:srgbClr val="F26B43"/>
          </p15:clr>
        </p15:guide>
        <p15:guide id="2" orient="horz" pos="2160">
          <p15:clr>
            <a:srgbClr val="F26B43"/>
          </p15:clr>
        </p15:guide>
        <p15:guide id="3" pos="7378">
          <p15:clr>
            <a:srgbClr val="F26B43"/>
          </p15:clr>
        </p15:guide>
        <p15:guide id="4" pos="302">
          <p15:clr>
            <a:srgbClr val="F26B43"/>
          </p15:clr>
        </p15:guide>
        <p15:guide id="5" orient="horz" pos="3884">
          <p15:clr>
            <a:srgbClr val="F26B43"/>
          </p15:clr>
        </p15:guide>
        <p15:guide id="6" orient="horz" pos="436">
          <p15:clr>
            <a:srgbClr val="F26B43"/>
          </p15:clr>
        </p15:guide>
      </p15:sldGuideLst>
    </p:ext>
  </p:extLst>
</p:sldMaster>
</file>

<file path=ppt/slideMasters/slideMaster13.xml><?xml version="1.0" encoding="utf-8"?>
<p:sldMaster xmlns:a="http://schemas.openxmlformats.org/drawingml/2006/main" xmlns:r="http://schemas.openxmlformats.org/officeDocument/2006/relationships" xmlns:p="http://schemas.openxmlformats.org/presentationml/2006/main" preserve="1">
  <p:cSld>
    <p:bg>
      <p:bgPr>
        <a:blipFill dpi="0" rotWithShape="1">
          <a:blip r:embed="rId3">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787346526"/>
      </p:ext>
    </p:extLst>
  </p:cSld>
  <p:clrMap bg1="lt1" tx1="dk1" bg2="lt2" tx2="dk2" accent1="accent1" accent2="accent2" accent3="accent3" accent4="accent4" accent5="accent5" accent6="accent6" hlink="hlink" folHlink="folHlink"/>
  <p:sldLayoutIdLst>
    <p:sldLayoutId id="2147486657" r:id="rId1"/>
  </p:sldLayoutIdLst>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hf hdr="0" ftr="0" dt="0"/>
  <p:txStyles>
    <p:titleStyle>
      <a:lvl1pPr algn="l" defTabSz="1219170" rtl="0" eaLnBrk="1" latinLnBrk="0" hangingPunct="1">
        <a:lnSpc>
          <a:spcPct val="90000"/>
        </a:lnSpc>
        <a:spcBef>
          <a:spcPct val="0"/>
        </a:spcBef>
        <a:buNone/>
        <a:defRPr sz="5867" kern="1200">
          <a:solidFill>
            <a:schemeClr val="tx1"/>
          </a:solidFill>
          <a:latin typeface="+mj-lt"/>
          <a:ea typeface="+mj-ea"/>
          <a:cs typeface="+mj-cs"/>
        </a:defRPr>
      </a:lvl1pPr>
    </p:titleStyle>
    <p:bodyStyle>
      <a:lvl1pPr marL="304792" indent="-304792" algn="l" defTabSz="1219170" rtl="0" eaLnBrk="1" latinLnBrk="0" hangingPunct="1">
        <a:lnSpc>
          <a:spcPct val="90000"/>
        </a:lnSpc>
        <a:spcBef>
          <a:spcPts val="1333"/>
        </a:spcBef>
        <a:buFont typeface="Arial" panose="020B0604020202020204" pitchFamily="34" charset="0"/>
        <a:buChar char="•"/>
        <a:defRPr sz="3733" kern="1200">
          <a:solidFill>
            <a:schemeClr val="tx1"/>
          </a:solidFill>
          <a:latin typeface="+mn-lt"/>
          <a:ea typeface="+mn-ea"/>
          <a:cs typeface="+mn-cs"/>
        </a:defRPr>
      </a:lvl1pPr>
      <a:lvl2pPr marL="914377" indent="-304792" algn="l" defTabSz="1219170" rtl="0" eaLnBrk="1" latinLnBrk="0" hangingPunct="1">
        <a:lnSpc>
          <a:spcPct val="90000"/>
        </a:lnSpc>
        <a:spcBef>
          <a:spcPts val="667"/>
        </a:spcBef>
        <a:buFont typeface="Arial" panose="020B0604020202020204" pitchFamily="34" charset="0"/>
        <a:buChar char="•"/>
        <a:defRPr sz="3200" kern="1200">
          <a:solidFill>
            <a:schemeClr val="tx1"/>
          </a:solidFill>
          <a:latin typeface="+mn-lt"/>
          <a:ea typeface="+mn-ea"/>
          <a:cs typeface="+mn-cs"/>
        </a:defRPr>
      </a:lvl2pPr>
      <a:lvl3pPr marL="1523962" indent="-304792" algn="l" defTabSz="1219170" rtl="0" eaLnBrk="1" latinLnBrk="0" hangingPunct="1">
        <a:lnSpc>
          <a:spcPct val="90000"/>
        </a:lnSpc>
        <a:spcBef>
          <a:spcPts val="667"/>
        </a:spcBef>
        <a:buFont typeface="Arial" panose="020B0604020202020204" pitchFamily="34" charset="0"/>
        <a:buChar char="•"/>
        <a:defRPr sz="2667" kern="1200">
          <a:solidFill>
            <a:schemeClr val="tx1"/>
          </a:solidFill>
          <a:latin typeface="+mn-lt"/>
          <a:ea typeface="+mn-ea"/>
          <a:cs typeface="+mn-cs"/>
        </a:defRPr>
      </a:lvl3pPr>
      <a:lvl4pPr marL="2133547" indent="-304792" algn="l" defTabSz="1219170" rtl="0" eaLnBrk="1" latinLnBrk="0" hangingPunct="1">
        <a:lnSpc>
          <a:spcPct val="90000"/>
        </a:lnSpc>
        <a:spcBef>
          <a:spcPts val="667"/>
        </a:spcBef>
        <a:buFont typeface="Arial" panose="020B0604020202020204" pitchFamily="34" charset="0"/>
        <a:buChar char="•"/>
        <a:defRPr sz="2400" kern="1200">
          <a:solidFill>
            <a:schemeClr val="tx1"/>
          </a:solidFill>
          <a:latin typeface="+mn-lt"/>
          <a:ea typeface="+mn-ea"/>
          <a:cs typeface="+mn-cs"/>
        </a:defRPr>
      </a:lvl4pPr>
      <a:lvl5pPr marL="2743131" indent="-304792" algn="l" defTabSz="1219170" rtl="0" eaLnBrk="1" latinLnBrk="0" hangingPunct="1">
        <a:lnSpc>
          <a:spcPct val="90000"/>
        </a:lnSpc>
        <a:spcBef>
          <a:spcPts val="667"/>
        </a:spcBef>
        <a:buFont typeface="Arial" panose="020B0604020202020204" pitchFamily="34" charset="0"/>
        <a:buChar char="•"/>
        <a:defRPr sz="2400" kern="1200">
          <a:solidFill>
            <a:schemeClr val="tx1"/>
          </a:solidFill>
          <a:latin typeface="+mn-lt"/>
          <a:ea typeface="+mn-ea"/>
          <a:cs typeface="+mn-cs"/>
        </a:defRPr>
      </a:lvl5pPr>
      <a:lvl6pPr marL="3352716" indent="-304792" algn="l" defTabSz="1219170" rtl="0" eaLnBrk="1" latinLnBrk="0" hangingPunct="1">
        <a:lnSpc>
          <a:spcPct val="90000"/>
        </a:lnSpc>
        <a:spcBef>
          <a:spcPts val="667"/>
        </a:spcBef>
        <a:buFont typeface="Arial" panose="020B0604020202020204" pitchFamily="34" charset="0"/>
        <a:buChar char="•"/>
        <a:defRPr sz="2400" kern="1200">
          <a:solidFill>
            <a:schemeClr val="tx1"/>
          </a:solidFill>
          <a:latin typeface="+mn-lt"/>
          <a:ea typeface="+mn-ea"/>
          <a:cs typeface="+mn-cs"/>
        </a:defRPr>
      </a:lvl6pPr>
      <a:lvl7pPr marL="3962301" indent="-304792" algn="l" defTabSz="1219170" rtl="0" eaLnBrk="1" latinLnBrk="0" hangingPunct="1">
        <a:lnSpc>
          <a:spcPct val="90000"/>
        </a:lnSpc>
        <a:spcBef>
          <a:spcPts val="667"/>
        </a:spcBef>
        <a:buFont typeface="Arial" panose="020B0604020202020204" pitchFamily="34" charset="0"/>
        <a:buChar char="•"/>
        <a:defRPr sz="2400" kern="1200">
          <a:solidFill>
            <a:schemeClr val="tx1"/>
          </a:solidFill>
          <a:latin typeface="+mn-lt"/>
          <a:ea typeface="+mn-ea"/>
          <a:cs typeface="+mn-cs"/>
        </a:defRPr>
      </a:lvl7pPr>
      <a:lvl8pPr marL="4571886" indent="-304792" algn="l" defTabSz="1219170" rtl="0" eaLnBrk="1" latinLnBrk="0" hangingPunct="1">
        <a:lnSpc>
          <a:spcPct val="90000"/>
        </a:lnSpc>
        <a:spcBef>
          <a:spcPts val="667"/>
        </a:spcBef>
        <a:buFont typeface="Arial" panose="020B0604020202020204" pitchFamily="34" charset="0"/>
        <a:buChar char="•"/>
        <a:defRPr sz="2400" kern="1200">
          <a:solidFill>
            <a:schemeClr val="tx1"/>
          </a:solidFill>
          <a:latin typeface="+mn-lt"/>
          <a:ea typeface="+mn-ea"/>
          <a:cs typeface="+mn-cs"/>
        </a:defRPr>
      </a:lvl8pPr>
      <a:lvl9pPr marL="5181470" indent="-304792" algn="l" defTabSz="1219170" rtl="0" eaLnBrk="1" latinLnBrk="0" hangingPunct="1">
        <a:lnSpc>
          <a:spcPct val="90000"/>
        </a:lnSpc>
        <a:spcBef>
          <a:spcPts val="667"/>
        </a:spcBef>
        <a:buFont typeface="Arial" panose="020B0604020202020204" pitchFamily="34" charset="0"/>
        <a:buChar char="•"/>
        <a:defRPr sz="2400" kern="1200">
          <a:solidFill>
            <a:schemeClr val="tx1"/>
          </a:solidFill>
          <a:latin typeface="+mn-lt"/>
          <a:ea typeface="+mn-ea"/>
          <a:cs typeface="+mn-cs"/>
        </a:defRPr>
      </a:lvl9pPr>
    </p:bodyStyle>
    <p:other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p:otherStyle>
  </p:txStyles>
</p:sldMaster>
</file>

<file path=ppt/slideMasters/slideMaster14.xml><?xml version="1.0" encoding="utf-8"?>
<p:sldMaster xmlns:a="http://schemas.openxmlformats.org/drawingml/2006/main" xmlns:r="http://schemas.openxmlformats.org/officeDocument/2006/relationships" xmlns:p="http://schemas.openxmlformats.org/presentationml/2006/main" preserve="1">
  <p:cSld>
    <p:bg>
      <p:bgPr>
        <a:blipFill dpi="0" rotWithShape="1">
          <a:blip r:embed="rId18">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650827295"/>
      </p:ext>
    </p:extLst>
  </p:cSld>
  <p:clrMap bg1="lt1" tx1="dk1" bg2="lt2" tx2="dk2" accent1="accent1" accent2="accent2" accent3="accent3" accent4="accent4" accent5="accent5" accent6="accent6" hlink="hlink" folHlink="folHlink"/>
  <p:sldLayoutIdLst>
    <p:sldLayoutId id="2147486737" r:id="rId1"/>
    <p:sldLayoutId id="2147486738" r:id="rId2"/>
    <p:sldLayoutId id="2147486739" r:id="rId3"/>
    <p:sldLayoutId id="2147486740" r:id="rId4"/>
    <p:sldLayoutId id="2147486741" r:id="rId5"/>
    <p:sldLayoutId id="2147486742" r:id="rId6"/>
    <p:sldLayoutId id="2147486743" r:id="rId7"/>
    <p:sldLayoutId id="2147486748" r:id="rId8"/>
    <p:sldLayoutId id="2147486749" r:id="rId9"/>
    <p:sldLayoutId id="2147486750" r:id="rId10"/>
    <p:sldLayoutId id="2147486751" r:id="rId11"/>
    <p:sldLayoutId id="2147486752" r:id="rId12"/>
    <p:sldLayoutId id="2147486753" r:id="rId13"/>
    <p:sldLayoutId id="2147486754" r:id="rId14"/>
    <p:sldLayoutId id="2147486755" r:id="rId15"/>
    <p:sldLayoutId id="2147486756" r:id="rId16"/>
  </p:sldLayoutIdLst>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hf hdr="0" ftr="0" dt="0"/>
  <p:txStyles>
    <p:titleStyle>
      <a:lvl1pPr algn="ctr" defTabSz="1219139" rtl="0" eaLnBrk="1" latinLnBrk="0" hangingPunct="1">
        <a:spcBef>
          <a:spcPct val="0"/>
        </a:spcBef>
        <a:buNone/>
        <a:defRPr sz="5867" kern="1200">
          <a:solidFill>
            <a:schemeClr val="tx1"/>
          </a:solidFill>
          <a:latin typeface="+mj-lt"/>
          <a:ea typeface="+mj-ea"/>
          <a:cs typeface="+mj-cs"/>
        </a:defRPr>
      </a:lvl1pPr>
    </p:titleStyle>
    <p:bodyStyle>
      <a:lvl1pPr marL="457177" indent="-457177" algn="l" defTabSz="1219139" rtl="0" eaLnBrk="1" latinLnBrk="0" hangingPunct="1">
        <a:spcBef>
          <a:spcPct val="20000"/>
        </a:spcBef>
        <a:buFont typeface="Arial" pitchFamily="34" charset="0"/>
        <a:buChar char="•"/>
        <a:defRPr sz="4267" kern="1200">
          <a:solidFill>
            <a:schemeClr val="tx1"/>
          </a:solidFill>
          <a:latin typeface="+mn-lt"/>
          <a:ea typeface="+mn-ea"/>
          <a:cs typeface="+mn-cs"/>
        </a:defRPr>
      </a:lvl1pPr>
      <a:lvl2pPr marL="990551" indent="-380982" algn="l" defTabSz="1219139" rtl="0" eaLnBrk="1" latinLnBrk="0" hangingPunct="1">
        <a:spcBef>
          <a:spcPct val="20000"/>
        </a:spcBef>
        <a:buFont typeface="Arial" pitchFamily="34" charset="0"/>
        <a:buChar char="–"/>
        <a:defRPr sz="3733" kern="1200">
          <a:solidFill>
            <a:schemeClr val="tx1"/>
          </a:solidFill>
          <a:latin typeface="+mn-lt"/>
          <a:ea typeface="+mn-ea"/>
          <a:cs typeface="+mn-cs"/>
        </a:defRPr>
      </a:lvl2pPr>
      <a:lvl3pPr marL="1523923" indent="-304784" algn="l" defTabSz="1219139" rtl="0" eaLnBrk="1" latinLnBrk="0" hangingPunct="1">
        <a:spcBef>
          <a:spcPct val="20000"/>
        </a:spcBef>
        <a:buFont typeface="Arial" pitchFamily="34" charset="0"/>
        <a:buChar char="•"/>
        <a:defRPr sz="3200" kern="1200">
          <a:solidFill>
            <a:schemeClr val="tx1"/>
          </a:solidFill>
          <a:latin typeface="+mn-lt"/>
          <a:ea typeface="+mn-ea"/>
          <a:cs typeface="+mn-cs"/>
        </a:defRPr>
      </a:lvl3pPr>
      <a:lvl4pPr marL="2133493" indent="-304784" algn="l" defTabSz="1219139" rtl="0" eaLnBrk="1" latinLnBrk="0" hangingPunct="1">
        <a:spcBef>
          <a:spcPct val="20000"/>
        </a:spcBef>
        <a:buFont typeface="Arial" pitchFamily="34" charset="0"/>
        <a:buChar char="–"/>
        <a:defRPr sz="2667" kern="1200">
          <a:solidFill>
            <a:schemeClr val="tx1"/>
          </a:solidFill>
          <a:latin typeface="+mn-lt"/>
          <a:ea typeface="+mn-ea"/>
          <a:cs typeface="+mn-cs"/>
        </a:defRPr>
      </a:lvl4pPr>
      <a:lvl5pPr marL="2743063" indent="-304784" algn="l" defTabSz="1219139" rtl="0" eaLnBrk="1" latinLnBrk="0" hangingPunct="1">
        <a:spcBef>
          <a:spcPct val="20000"/>
        </a:spcBef>
        <a:buFont typeface="Arial" pitchFamily="34" charset="0"/>
        <a:buChar char="»"/>
        <a:defRPr sz="2667" kern="1200">
          <a:solidFill>
            <a:schemeClr val="tx1"/>
          </a:solidFill>
          <a:latin typeface="+mn-lt"/>
          <a:ea typeface="+mn-ea"/>
          <a:cs typeface="+mn-cs"/>
        </a:defRPr>
      </a:lvl5pPr>
      <a:lvl6pPr marL="3352632" indent="-304784" algn="l" defTabSz="1219139" rtl="0" eaLnBrk="1" latinLnBrk="0" hangingPunct="1">
        <a:spcBef>
          <a:spcPct val="20000"/>
        </a:spcBef>
        <a:buFont typeface="Arial" pitchFamily="34" charset="0"/>
        <a:buChar char="•"/>
        <a:defRPr sz="2667" kern="1200">
          <a:solidFill>
            <a:schemeClr val="tx1"/>
          </a:solidFill>
          <a:latin typeface="+mn-lt"/>
          <a:ea typeface="+mn-ea"/>
          <a:cs typeface="+mn-cs"/>
        </a:defRPr>
      </a:lvl6pPr>
      <a:lvl7pPr marL="3962202" indent="-304784" algn="l" defTabSz="1219139" rtl="0" eaLnBrk="1" latinLnBrk="0" hangingPunct="1">
        <a:spcBef>
          <a:spcPct val="20000"/>
        </a:spcBef>
        <a:buFont typeface="Arial" pitchFamily="34" charset="0"/>
        <a:buChar char="•"/>
        <a:defRPr sz="2667" kern="1200">
          <a:solidFill>
            <a:schemeClr val="tx1"/>
          </a:solidFill>
          <a:latin typeface="+mn-lt"/>
          <a:ea typeface="+mn-ea"/>
          <a:cs typeface="+mn-cs"/>
        </a:defRPr>
      </a:lvl7pPr>
      <a:lvl8pPr marL="4571771" indent="-304784" algn="l" defTabSz="1219139" rtl="0" eaLnBrk="1" latinLnBrk="0" hangingPunct="1">
        <a:spcBef>
          <a:spcPct val="20000"/>
        </a:spcBef>
        <a:buFont typeface="Arial" pitchFamily="34" charset="0"/>
        <a:buChar char="•"/>
        <a:defRPr sz="2667" kern="1200">
          <a:solidFill>
            <a:schemeClr val="tx1"/>
          </a:solidFill>
          <a:latin typeface="+mn-lt"/>
          <a:ea typeface="+mn-ea"/>
          <a:cs typeface="+mn-cs"/>
        </a:defRPr>
      </a:lvl8pPr>
      <a:lvl9pPr marL="5181341" indent="-304784" algn="l" defTabSz="1219139" rtl="0" eaLnBrk="1" latinLnBrk="0"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en-US"/>
      </a:defPPr>
      <a:lvl1pPr marL="0" algn="l" defTabSz="1219139" rtl="0" eaLnBrk="1" latinLnBrk="0" hangingPunct="1">
        <a:defRPr sz="2400" kern="1200">
          <a:solidFill>
            <a:schemeClr val="tx1"/>
          </a:solidFill>
          <a:latin typeface="+mn-lt"/>
          <a:ea typeface="+mn-ea"/>
          <a:cs typeface="+mn-cs"/>
        </a:defRPr>
      </a:lvl1pPr>
      <a:lvl2pPr marL="609570" algn="l" defTabSz="1219139" rtl="0" eaLnBrk="1" latinLnBrk="0" hangingPunct="1">
        <a:defRPr sz="2400" kern="1200">
          <a:solidFill>
            <a:schemeClr val="tx1"/>
          </a:solidFill>
          <a:latin typeface="+mn-lt"/>
          <a:ea typeface="+mn-ea"/>
          <a:cs typeface="+mn-cs"/>
        </a:defRPr>
      </a:lvl2pPr>
      <a:lvl3pPr marL="1219139" algn="l" defTabSz="1219139" rtl="0" eaLnBrk="1" latinLnBrk="0" hangingPunct="1">
        <a:defRPr sz="2400" kern="1200">
          <a:solidFill>
            <a:schemeClr val="tx1"/>
          </a:solidFill>
          <a:latin typeface="+mn-lt"/>
          <a:ea typeface="+mn-ea"/>
          <a:cs typeface="+mn-cs"/>
        </a:defRPr>
      </a:lvl3pPr>
      <a:lvl4pPr marL="1828709" algn="l" defTabSz="1219139" rtl="0" eaLnBrk="1" latinLnBrk="0" hangingPunct="1">
        <a:defRPr sz="2400" kern="1200">
          <a:solidFill>
            <a:schemeClr val="tx1"/>
          </a:solidFill>
          <a:latin typeface="+mn-lt"/>
          <a:ea typeface="+mn-ea"/>
          <a:cs typeface="+mn-cs"/>
        </a:defRPr>
      </a:lvl4pPr>
      <a:lvl5pPr marL="2438278" algn="l" defTabSz="1219139" rtl="0" eaLnBrk="1" latinLnBrk="0" hangingPunct="1">
        <a:defRPr sz="2400" kern="1200">
          <a:solidFill>
            <a:schemeClr val="tx1"/>
          </a:solidFill>
          <a:latin typeface="+mn-lt"/>
          <a:ea typeface="+mn-ea"/>
          <a:cs typeface="+mn-cs"/>
        </a:defRPr>
      </a:lvl5pPr>
      <a:lvl6pPr marL="3047848" algn="l" defTabSz="1219139" rtl="0" eaLnBrk="1" latinLnBrk="0" hangingPunct="1">
        <a:defRPr sz="2400" kern="1200">
          <a:solidFill>
            <a:schemeClr val="tx1"/>
          </a:solidFill>
          <a:latin typeface="+mn-lt"/>
          <a:ea typeface="+mn-ea"/>
          <a:cs typeface="+mn-cs"/>
        </a:defRPr>
      </a:lvl6pPr>
      <a:lvl7pPr marL="3657417" algn="l" defTabSz="1219139" rtl="0" eaLnBrk="1" latinLnBrk="0" hangingPunct="1">
        <a:defRPr sz="2400" kern="1200">
          <a:solidFill>
            <a:schemeClr val="tx1"/>
          </a:solidFill>
          <a:latin typeface="+mn-lt"/>
          <a:ea typeface="+mn-ea"/>
          <a:cs typeface="+mn-cs"/>
        </a:defRPr>
      </a:lvl7pPr>
      <a:lvl8pPr marL="4266987" algn="l" defTabSz="1219139" rtl="0" eaLnBrk="1" latinLnBrk="0" hangingPunct="1">
        <a:defRPr sz="2400" kern="1200">
          <a:solidFill>
            <a:schemeClr val="tx1"/>
          </a:solidFill>
          <a:latin typeface="+mn-lt"/>
          <a:ea typeface="+mn-ea"/>
          <a:cs typeface="+mn-cs"/>
        </a:defRPr>
      </a:lvl8pPr>
      <a:lvl9pPr marL="4876557" algn="l" defTabSz="1219139" rtl="0" eaLnBrk="1" latinLnBrk="0" hangingPunct="1">
        <a:defRPr sz="2400" kern="1200">
          <a:solidFill>
            <a:schemeClr val="tx1"/>
          </a:solidFill>
          <a:latin typeface="+mn-lt"/>
          <a:ea typeface="+mn-ea"/>
          <a:cs typeface="+mn-cs"/>
        </a:defRPr>
      </a:lvl9pPr>
    </p:otherStyle>
  </p:txStyles>
</p:sldMaster>
</file>

<file path=ppt/slideMasters/slideMaster15.xml><?xml version="1.0" encoding="utf-8"?>
<p:sldMaster xmlns:a="http://schemas.openxmlformats.org/drawingml/2006/main" xmlns:r="http://schemas.openxmlformats.org/officeDocument/2006/relationships" xmlns:p="http://schemas.openxmlformats.org/presentationml/2006/main" preserve="1">
  <p:cSld>
    <p:bg>
      <p:bgPr>
        <a:blipFill dpi="0" rotWithShape="1">
          <a:blip r:embed="rId3">
            <a:lum/>
          </a:blip>
          <a:srcRect/>
          <a:stretch>
            <a:fillRect/>
          </a:stretch>
        </a:blipFill>
        <a:effectLst/>
      </p:bgPr>
    </p:bg>
    <p:spTree>
      <p:nvGrpSpPr>
        <p:cNvPr id="1" name=""/>
        <p:cNvGrpSpPr/>
        <p:nvPr/>
      </p:nvGrpSpPr>
      <p:grpSpPr>
        <a:xfrm>
          <a:off x="0" y="0"/>
          <a:ext cx="0" cy="0"/>
          <a:chOff x="0" y="0"/>
          <a:chExt cx="0" cy="0"/>
        </a:xfrm>
      </p:grpSpPr>
      <p:sp>
        <p:nvSpPr>
          <p:cNvPr id="9" name="Pentagon 8"/>
          <p:cNvSpPr/>
          <p:nvPr userDrawn="1"/>
        </p:nvSpPr>
        <p:spPr>
          <a:xfrm rot="16200000" flipH="1">
            <a:off x="5813793" y="-5839192"/>
            <a:ext cx="564412" cy="12192000"/>
          </a:xfrm>
          <a:prstGeom prst="homePlate">
            <a:avLst>
              <a:gd name="adj" fmla="val 82824"/>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375467" fontAlgn="auto">
              <a:spcBef>
                <a:spcPts val="0"/>
              </a:spcBef>
              <a:spcAft>
                <a:spcPts val="0"/>
              </a:spcAft>
            </a:pPr>
            <a:endParaRPr lang="en-US" sz="2667">
              <a:solidFill>
                <a:srgbClr val="FFFFFF"/>
              </a:solidFill>
            </a:endParaRPr>
          </a:p>
        </p:txBody>
      </p:sp>
      <p:sp>
        <p:nvSpPr>
          <p:cNvPr id="7" name="Pentagon 6"/>
          <p:cNvSpPr/>
          <p:nvPr userDrawn="1"/>
        </p:nvSpPr>
        <p:spPr>
          <a:xfrm rot="5400000" flipH="1" flipV="1">
            <a:off x="5905499" y="571499"/>
            <a:ext cx="380999" cy="12192000"/>
          </a:xfrm>
          <a:prstGeom prst="homePlate">
            <a:avLst>
              <a:gd name="adj" fmla="val 82824"/>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375467" fontAlgn="auto">
              <a:spcBef>
                <a:spcPts val="0"/>
              </a:spcBef>
              <a:spcAft>
                <a:spcPts val="0"/>
              </a:spcAft>
            </a:pPr>
            <a:endParaRPr lang="en-US" sz="2667">
              <a:solidFill>
                <a:srgbClr val="FFFFFF"/>
              </a:solidFill>
            </a:endParaRPr>
          </a:p>
        </p:txBody>
      </p:sp>
      <p:sp>
        <p:nvSpPr>
          <p:cNvPr id="10" name="TextBox 9"/>
          <p:cNvSpPr txBox="1"/>
          <p:nvPr userDrawn="1"/>
        </p:nvSpPr>
        <p:spPr bwMode="gray">
          <a:xfrm>
            <a:off x="5892800" y="6578633"/>
            <a:ext cx="406400" cy="205121"/>
          </a:xfrm>
          <a:prstGeom prst="rect">
            <a:avLst/>
          </a:prstGeom>
        </p:spPr>
        <p:txBody>
          <a:bodyPr vert="horz" wrap="square" lIns="0" tIns="0" rIns="0" bIns="0" rtlCol="0" anchor="ctr">
            <a:spAutoFit/>
          </a:bodyPr>
          <a:lstStyle/>
          <a:p>
            <a:pPr algn="ctr" fontAlgn="auto">
              <a:spcBef>
                <a:spcPts val="0"/>
              </a:spcBef>
              <a:spcAft>
                <a:spcPts val="0"/>
              </a:spcAft>
            </a:pPr>
            <a:fld id="{6C5AF65D-6854-49AF-ABC5-48B5BA0EA842}" type="slidenum">
              <a:rPr lang="en-US" sz="1333" smtClean="0">
                <a:solidFill>
                  <a:srgbClr val="262626">
                    <a:lumMod val="50000"/>
                    <a:lumOff val="50000"/>
                  </a:srgbClr>
                </a:solidFill>
                <a:latin typeface="HP Simplified"/>
                <a:cs typeface="HP Simplified"/>
              </a:rPr>
              <a:pPr algn="ctr" fontAlgn="auto">
                <a:spcBef>
                  <a:spcPts val="0"/>
                </a:spcBef>
                <a:spcAft>
                  <a:spcPts val="0"/>
                </a:spcAft>
              </a:pPr>
              <a:t>‹#›</a:t>
            </a:fld>
            <a:endParaRPr lang="en-US" sz="1333" dirty="0" smtClean="0">
              <a:solidFill>
                <a:srgbClr val="262626">
                  <a:lumMod val="50000"/>
                  <a:lumOff val="50000"/>
                </a:srgbClr>
              </a:solidFill>
              <a:latin typeface="HP Simplified"/>
              <a:cs typeface="HP Simplified"/>
            </a:endParaRPr>
          </a:p>
        </p:txBody>
      </p:sp>
    </p:spTree>
    <p:extLst>
      <p:ext uri="{BB962C8B-B14F-4D97-AF65-F5344CB8AC3E}">
        <p14:creationId xmlns:p14="http://schemas.microsoft.com/office/powerpoint/2010/main" val="797707222"/>
      </p:ext>
    </p:extLst>
  </p:cSld>
  <p:clrMap bg1="lt1" tx1="dk1" bg2="lt2" tx2="dk2" accent1="accent1" accent2="accent2" accent3="accent3" accent4="accent4" accent5="accent5" accent6="accent6" hlink="hlink" folHlink="folHlink"/>
  <p:sldLayoutIdLst>
    <p:sldLayoutId id="2147486758" r:id="rId1"/>
  </p:sldLayoutIdLst>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hf hdr="0" ftr="0" dt="0"/>
  <p:txStyles>
    <p:titleStyle>
      <a:lvl1pPr algn="l" defTabSz="1219170" rtl="0" eaLnBrk="1" latinLnBrk="0" hangingPunct="1">
        <a:lnSpc>
          <a:spcPct val="90000"/>
        </a:lnSpc>
        <a:spcBef>
          <a:spcPct val="0"/>
        </a:spcBef>
        <a:buNone/>
        <a:defRPr sz="5867" kern="1200">
          <a:solidFill>
            <a:schemeClr val="tx1"/>
          </a:solidFill>
          <a:latin typeface="+mj-lt"/>
          <a:ea typeface="+mj-ea"/>
          <a:cs typeface="+mj-cs"/>
        </a:defRPr>
      </a:lvl1pPr>
    </p:titleStyle>
    <p:bodyStyle>
      <a:lvl1pPr marL="304792" indent="-304792" algn="l" defTabSz="1219170" rtl="0" eaLnBrk="1" latinLnBrk="0" hangingPunct="1">
        <a:lnSpc>
          <a:spcPct val="90000"/>
        </a:lnSpc>
        <a:spcBef>
          <a:spcPts val="1333"/>
        </a:spcBef>
        <a:buFont typeface="Arial" panose="020B0604020202020204" pitchFamily="34" charset="0"/>
        <a:buChar char="•"/>
        <a:defRPr sz="3733" kern="1200">
          <a:solidFill>
            <a:schemeClr val="tx1"/>
          </a:solidFill>
          <a:latin typeface="+mn-lt"/>
          <a:ea typeface="+mn-ea"/>
          <a:cs typeface="+mn-cs"/>
        </a:defRPr>
      </a:lvl1pPr>
      <a:lvl2pPr marL="914377" indent="-304792" algn="l" defTabSz="1219170" rtl="0" eaLnBrk="1" latinLnBrk="0" hangingPunct="1">
        <a:lnSpc>
          <a:spcPct val="90000"/>
        </a:lnSpc>
        <a:spcBef>
          <a:spcPts val="667"/>
        </a:spcBef>
        <a:buFont typeface="Arial" panose="020B0604020202020204" pitchFamily="34" charset="0"/>
        <a:buChar char="•"/>
        <a:defRPr sz="3200" kern="1200">
          <a:solidFill>
            <a:schemeClr val="tx1"/>
          </a:solidFill>
          <a:latin typeface="+mn-lt"/>
          <a:ea typeface="+mn-ea"/>
          <a:cs typeface="+mn-cs"/>
        </a:defRPr>
      </a:lvl2pPr>
      <a:lvl3pPr marL="1523962" indent="-304792" algn="l" defTabSz="1219170" rtl="0" eaLnBrk="1" latinLnBrk="0" hangingPunct="1">
        <a:lnSpc>
          <a:spcPct val="90000"/>
        </a:lnSpc>
        <a:spcBef>
          <a:spcPts val="667"/>
        </a:spcBef>
        <a:buFont typeface="Arial" panose="020B0604020202020204" pitchFamily="34" charset="0"/>
        <a:buChar char="•"/>
        <a:defRPr sz="2667" kern="1200">
          <a:solidFill>
            <a:schemeClr val="tx1"/>
          </a:solidFill>
          <a:latin typeface="+mn-lt"/>
          <a:ea typeface="+mn-ea"/>
          <a:cs typeface="+mn-cs"/>
        </a:defRPr>
      </a:lvl3pPr>
      <a:lvl4pPr marL="2133547" indent="-304792" algn="l" defTabSz="1219170" rtl="0" eaLnBrk="1" latinLnBrk="0" hangingPunct="1">
        <a:lnSpc>
          <a:spcPct val="90000"/>
        </a:lnSpc>
        <a:spcBef>
          <a:spcPts val="667"/>
        </a:spcBef>
        <a:buFont typeface="Arial" panose="020B0604020202020204" pitchFamily="34" charset="0"/>
        <a:buChar char="•"/>
        <a:defRPr sz="2400" kern="1200">
          <a:solidFill>
            <a:schemeClr val="tx1"/>
          </a:solidFill>
          <a:latin typeface="+mn-lt"/>
          <a:ea typeface="+mn-ea"/>
          <a:cs typeface="+mn-cs"/>
        </a:defRPr>
      </a:lvl4pPr>
      <a:lvl5pPr marL="2743131" indent="-304792" algn="l" defTabSz="1219170" rtl="0" eaLnBrk="1" latinLnBrk="0" hangingPunct="1">
        <a:lnSpc>
          <a:spcPct val="90000"/>
        </a:lnSpc>
        <a:spcBef>
          <a:spcPts val="667"/>
        </a:spcBef>
        <a:buFont typeface="Arial" panose="020B0604020202020204" pitchFamily="34" charset="0"/>
        <a:buChar char="•"/>
        <a:defRPr sz="2400" kern="1200">
          <a:solidFill>
            <a:schemeClr val="tx1"/>
          </a:solidFill>
          <a:latin typeface="+mn-lt"/>
          <a:ea typeface="+mn-ea"/>
          <a:cs typeface="+mn-cs"/>
        </a:defRPr>
      </a:lvl5pPr>
      <a:lvl6pPr marL="3352716" indent="-304792" algn="l" defTabSz="1219170" rtl="0" eaLnBrk="1" latinLnBrk="0" hangingPunct="1">
        <a:lnSpc>
          <a:spcPct val="90000"/>
        </a:lnSpc>
        <a:spcBef>
          <a:spcPts val="667"/>
        </a:spcBef>
        <a:buFont typeface="Arial" panose="020B0604020202020204" pitchFamily="34" charset="0"/>
        <a:buChar char="•"/>
        <a:defRPr sz="2400" kern="1200">
          <a:solidFill>
            <a:schemeClr val="tx1"/>
          </a:solidFill>
          <a:latin typeface="+mn-lt"/>
          <a:ea typeface="+mn-ea"/>
          <a:cs typeface="+mn-cs"/>
        </a:defRPr>
      </a:lvl6pPr>
      <a:lvl7pPr marL="3962301" indent="-304792" algn="l" defTabSz="1219170" rtl="0" eaLnBrk="1" latinLnBrk="0" hangingPunct="1">
        <a:lnSpc>
          <a:spcPct val="90000"/>
        </a:lnSpc>
        <a:spcBef>
          <a:spcPts val="667"/>
        </a:spcBef>
        <a:buFont typeface="Arial" panose="020B0604020202020204" pitchFamily="34" charset="0"/>
        <a:buChar char="•"/>
        <a:defRPr sz="2400" kern="1200">
          <a:solidFill>
            <a:schemeClr val="tx1"/>
          </a:solidFill>
          <a:latin typeface="+mn-lt"/>
          <a:ea typeface="+mn-ea"/>
          <a:cs typeface="+mn-cs"/>
        </a:defRPr>
      </a:lvl7pPr>
      <a:lvl8pPr marL="4571886" indent="-304792" algn="l" defTabSz="1219170" rtl="0" eaLnBrk="1" latinLnBrk="0" hangingPunct="1">
        <a:lnSpc>
          <a:spcPct val="90000"/>
        </a:lnSpc>
        <a:spcBef>
          <a:spcPts val="667"/>
        </a:spcBef>
        <a:buFont typeface="Arial" panose="020B0604020202020204" pitchFamily="34" charset="0"/>
        <a:buChar char="•"/>
        <a:defRPr sz="2400" kern="1200">
          <a:solidFill>
            <a:schemeClr val="tx1"/>
          </a:solidFill>
          <a:latin typeface="+mn-lt"/>
          <a:ea typeface="+mn-ea"/>
          <a:cs typeface="+mn-cs"/>
        </a:defRPr>
      </a:lvl8pPr>
      <a:lvl9pPr marL="5181470" indent="-304792" algn="l" defTabSz="1219170" rtl="0" eaLnBrk="1" latinLnBrk="0" hangingPunct="1">
        <a:lnSpc>
          <a:spcPct val="90000"/>
        </a:lnSpc>
        <a:spcBef>
          <a:spcPts val="667"/>
        </a:spcBef>
        <a:buFont typeface="Arial" panose="020B0604020202020204" pitchFamily="34" charset="0"/>
        <a:buChar char="•"/>
        <a:defRPr sz="2400" kern="1200">
          <a:solidFill>
            <a:schemeClr val="tx1"/>
          </a:solidFill>
          <a:latin typeface="+mn-lt"/>
          <a:ea typeface="+mn-ea"/>
          <a:cs typeface="+mn-cs"/>
        </a:defRPr>
      </a:lvl9pPr>
    </p:bodyStyle>
    <p:other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p:otherStyle>
  </p:txStyles>
</p:sldMaster>
</file>

<file path=ppt/slideMasters/slideMaster16.xml><?xml version="1.0" encoding="utf-8"?>
<p:sldMaster xmlns:a="http://schemas.openxmlformats.org/drawingml/2006/main" xmlns:r="http://schemas.openxmlformats.org/officeDocument/2006/relationships" xmlns:p="http://schemas.openxmlformats.org/presentationml/2006/main" preserve="1">
  <p:cSld>
    <p:bg>
      <p:bgPr>
        <a:blipFill dpi="0" rotWithShape="1">
          <a:blip r:embed="rId20">
            <a:lum/>
          </a:blip>
          <a:srcRect/>
          <a:stretch>
            <a:fillRect/>
          </a:stretch>
        </a:blipFill>
        <a:effectLst/>
      </p:bgPr>
    </p:bg>
    <p:spTree>
      <p:nvGrpSpPr>
        <p:cNvPr id="1" name=""/>
        <p:cNvGrpSpPr/>
        <p:nvPr/>
      </p:nvGrpSpPr>
      <p:grpSpPr>
        <a:xfrm>
          <a:off x="0" y="0"/>
          <a:ext cx="0" cy="0"/>
          <a:chOff x="0" y="0"/>
          <a:chExt cx="0" cy="0"/>
        </a:xfrm>
      </p:grpSpPr>
      <p:sp>
        <p:nvSpPr>
          <p:cNvPr id="2" name="Pentagon 1"/>
          <p:cNvSpPr/>
          <p:nvPr userDrawn="1"/>
        </p:nvSpPr>
        <p:spPr>
          <a:xfrm rot="16200000" flipH="1">
            <a:off x="5813793" y="-5839192"/>
            <a:ext cx="564412" cy="12192000"/>
          </a:xfrm>
          <a:prstGeom prst="homePlate">
            <a:avLst>
              <a:gd name="adj" fmla="val 82824"/>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375467" fontAlgn="auto">
              <a:spcBef>
                <a:spcPts val="0"/>
              </a:spcBef>
              <a:spcAft>
                <a:spcPts val="0"/>
              </a:spcAft>
            </a:pPr>
            <a:endParaRPr lang="en-US" sz="2667">
              <a:solidFill>
                <a:srgbClr val="FFFFFF"/>
              </a:solidFill>
            </a:endParaRPr>
          </a:p>
        </p:txBody>
      </p:sp>
      <p:sp>
        <p:nvSpPr>
          <p:cNvPr id="3" name="Pentagon 2"/>
          <p:cNvSpPr/>
          <p:nvPr userDrawn="1"/>
        </p:nvSpPr>
        <p:spPr>
          <a:xfrm rot="5400000" flipH="1" flipV="1">
            <a:off x="5905499" y="571499"/>
            <a:ext cx="380999" cy="12192000"/>
          </a:xfrm>
          <a:prstGeom prst="homePlate">
            <a:avLst>
              <a:gd name="adj" fmla="val 82824"/>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375467" fontAlgn="auto">
              <a:spcBef>
                <a:spcPts val="0"/>
              </a:spcBef>
              <a:spcAft>
                <a:spcPts val="0"/>
              </a:spcAft>
            </a:pPr>
            <a:endParaRPr lang="en-US" sz="2667">
              <a:solidFill>
                <a:srgbClr val="FFFFFF"/>
              </a:solidFill>
            </a:endParaRPr>
          </a:p>
        </p:txBody>
      </p:sp>
      <p:sp>
        <p:nvSpPr>
          <p:cNvPr id="4" name="TextBox 3"/>
          <p:cNvSpPr txBox="1"/>
          <p:nvPr userDrawn="1"/>
        </p:nvSpPr>
        <p:spPr bwMode="gray">
          <a:xfrm>
            <a:off x="5892800" y="6578633"/>
            <a:ext cx="406400" cy="205121"/>
          </a:xfrm>
          <a:prstGeom prst="rect">
            <a:avLst/>
          </a:prstGeom>
        </p:spPr>
        <p:txBody>
          <a:bodyPr vert="horz" wrap="square" lIns="0" tIns="0" rIns="0" bIns="0" rtlCol="0" anchor="ctr">
            <a:spAutoFit/>
          </a:bodyPr>
          <a:lstStyle/>
          <a:p>
            <a:pPr algn="ctr" fontAlgn="auto">
              <a:spcBef>
                <a:spcPts val="0"/>
              </a:spcBef>
              <a:spcAft>
                <a:spcPts val="0"/>
              </a:spcAft>
            </a:pPr>
            <a:fld id="{6C5AF65D-6854-49AF-ABC5-48B5BA0EA842}" type="slidenum">
              <a:rPr lang="en-US" sz="1333" smtClean="0">
                <a:solidFill>
                  <a:srgbClr val="262626">
                    <a:lumMod val="50000"/>
                    <a:lumOff val="50000"/>
                  </a:srgbClr>
                </a:solidFill>
                <a:latin typeface="HP Simplified"/>
                <a:cs typeface="HP Simplified"/>
              </a:rPr>
              <a:pPr algn="ctr" fontAlgn="auto">
                <a:spcBef>
                  <a:spcPts val="0"/>
                </a:spcBef>
                <a:spcAft>
                  <a:spcPts val="0"/>
                </a:spcAft>
              </a:pPr>
              <a:t>‹#›</a:t>
            </a:fld>
            <a:endParaRPr lang="en-US" sz="1333" dirty="0" smtClean="0">
              <a:solidFill>
                <a:srgbClr val="262626">
                  <a:lumMod val="50000"/>
                  <a:lumOff val="50000"/>
                </a:srgbClr>
              </a:solidFill>
              <a:latin typeface="HP Simplified"/>
              <a:cs typeface="HP Simplified"/>
            </a:endParaRPr>
          </a:p>
        </p:txBody>
      </p:sp>
    </p:spTree>
    <p:extLst>
      <p:ext uri="{BB962C8B-B14F-4D97-AF65-F5344CB8AC3E}">
        <p14:creationId xmlns:p14="http://schemas.microsoft.com/office/powerpoint/2010/main" val="2832619340"/>
      </p:ext>
    </p:extLst>
  </p:cSld>
  <p:clrMap bg1="lt1" tx1="dk1" bg2="lt2" tx2="dk2" accent1="accent1" accent2="accent2" accent3="accent3" accent4="accent4" accent5="accent5" accent6="accent6" hlink="hlink" folHlink="folHlink"/>
  <p:sldLayoutIdLst>
    <p:sldLayoutId id="2147486760" r:id="rId1"/>
    <p:sldLayoutId id="2147486761" r:id="rId2"/>
    <p:sldLayoutId id="2147486762" r:id="rId3"/>
    <p:sldLayoutId id="2147486763" r:id="rId4"/>
    <p:sldLayoutId id="2147486765" r:id="rId5"/>
    <p:sldLayoutId id="2147486766" r:id="rId6"/>
    <p:sldLayoutId id="2147486767" r:id="rId7"/>
    <p:sldLayoutId id="2147486768" r:id="rId8"/>
    <p:sldLayoutId id="2147486769" r:id="rId9"/>
    <p:sldLayoutId id="2147486771" r:id="rId10"/>
    <p:sldLayoutId id="2147486772" r:id="rId11"/>
    <p:sldLayoutId id="2147486773" r:id="rId12"/>
    <p:sldLayoutId id="2147486774" r:id="rId13"/>
    <p:sldLayoutId id="2147486775" r:id="rId14"/>
    <p:sldLayoutId id="2147486776" r:id="rId15"/>
    <p:sldLayoutId id="2147486777" r:id="rId16"/>
    <p:sldLayoutId id="2147486778" r:id="rId17"/>
    <p:sldLayoutId id="2147486779" r:id="rId18"/>
  </p:sldLayoutIdLst>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hf hdr="0" ftr="0" dt="0"/>
  <p:txStyles>
    <p:titleStyle>
      <a:lvl1pPr algn="ctr" defTabSz="1219139" rtl="0" eaLnBrk="1" latinLnBrk="0" hangingPunct="1">
        <a:spcBef>
          <a:spcPct val="0"/>
        </a:spcBef>
        <a:buNone/>
        <a:defRPr sz="5867" kern="1200">
          <a:solidFill>
            <a:schemeClr val="tx1"/>
          </a:solidFill>
          <a:latin typeface="+mj-lt"/>
          <a:ea typeface="+mj-ea"/>
          <a:cs typeface="+mj-cs"/>
        </a:defRPr>
      </a:lvl1pPr>
    </p:titleStyle>
    <p:bodyStyle>
      <a:lvl1pPr marL="457177" indent="-457177" algn="l" defTabSz="1219139" rtl="0" eaLnBrk="1" latinLnBrk="0" hangingPunct="1">
        <a:spcBef>
          <a:spcPct val="20000"/>
        </a:spcBef>
        <a:buFont typeface="Arial" pitchFamily="34" charset="0"/>
        <a:buChar char="•"/>
        <a:defRPr sz="4267" kern="1200">
          <a:solidFill>
            <a:schemeClr val="tx1"/>
          </a:solidFill>
          <a:latin typeface="+mn-lt"/>
          <a:ea typeface="+mn-ea"/>
          <a:cs typeface="+mn-cs"/>
        </a:defRPr>
      </a:lvl1pPr>
      <a:lvl2pPr marL="990551" indent="-380982" algn="l" defTabSz="1219139" rtl="0" eaLnBrk="1" latinLnBrk="0" hangingPunct="1">
        <a:spcBef>
          <a:spcPct val="20000"/>
        </a:spcBef>
        <a:buFont typeface="Arial" pitchFamily="34" charset="0"/>
        <a:buChar char="–"/>
        <a:defRPr sz="3733" kern="1200">
          <a:solidFill>
            <a:schemeClr val="tx1"/>
          </a:solidFill>
          <a:latin typeface="+mn-lt"/>
          <a:ea typeface="+mn-ea"/>
          <a:cs typeface="+mn-cs"/>
        </a:defRPr>
      </a:lvl2pPr>
      <a:lvl3pPr marL="1523923" indent="-304784" algn="l" defTabSz="1219139" rtl="0" eaLnBrk="1" latinLnBrk="0" hangingPunct="1">
        <a:spcBef>
          <a:spcPct val="20000"/>
        </a:spcBef>
        <a:buFont typeface="Arial" pitchFamily="34" charset="0"/>
        <a:buChar char="•"/>
        <a:defRPr sz="3200" kern="1200">
          <a:solidFill>
            <a:schemeClr val="tx1"/>
          </a:solidFill>
          <a:latin typeface="+mn-lt"/>
          <a:ea typeface="+mn-ea"/>
          <a:cs typeface="+mn-cs"/>
        </a:defRPr>
      </a:lvl3pPr>
      <a:lvl4pPr marL="2133493" indent="-304784" algn="l" defTabSz="1219139" rtl="0" eaLnBrk="1" latinLnBrk="0" hangingPunct="1">
        <a:spcBef>
          <a:spcPct val="20000"/>
        </a:spcBef>
        <a:buFont typeface="Arial" pitchFamily="34" charset="0"/>
        <a:buChar char="–"/>
        <a:defRPr sz="2667" kern="1200">
          <a:solidFill>
            <a:schemeClr val="tx1"/>
          </a:solidFill>
          <a:latin typeface="+mn-lt"/>
          <a:ea typeface="+mn-ea"/>
          <a:cs typeface="+mn-cs"/>
        </a:defRPr>
      </a:lvl4pPr>
      <a:lvl5pPr marL="2743063" indent="-304784" algn="l" defTabSz="1219139" rtl="0" eaLnBrk="1" latinLnBrk="0" hangingPunct="1">
        <a:spcBef>
          <a:spcPct val="20000"/>
        </a:spcBef>
        <a:buFont typeface="Arial" pitchFamily="34" charset="0"/>
        <a:buChar char="»"/>
        <a:defRPr sz="2667" kern="1200">
          <a:solidFill>
            <a:schemeClr val="tx1"/>
          </a:solidFill>
          <a:latin typeface="+mn-lt"/>
          <a:ea typeface="+mn-ea"/>
          <a:cs typeface="+mn-cs"/>
        </a:defRPr>
      </a:lvl5pPr>
      <a:lvl6pPr marL="3352632" indent="-304784" algn="l" defTabSz="1219139" rtl="0" eaLnBrk="1" latinLnBrk="0" hangingPunct="1">
        <a:spcBef>
          <a:spcPct val="20000"/>
        </a:spcBef>
        <a:buFont typeface="Arial" pitchFamily="34" charset="0"/>
        <a:buChar char="•"/>
        <a:defRPr sz="2667" kern="1200">
          <a:solidFill>
            <a:schemeClr val="tx1"/>
          </a:solidFill>
          <a:latin typeface="+mn-lt"/>
          <a:ea typeface="+mn-ea"/>
          <a:cs typeface="+mn-cs"/>
        </a:defRPr>
      </a:lvl6pPr>
      <a:lvl7pPr marL="3962202" indent="-304784" algn="l" defTabSz="1219139" rtl="0" eaLnBrk="1" latinLnBrk="0" hangingPunct="1">
        <a:spcBef>
          <a:spcPct val="20000"/>
        </a:spcBef>
        <a:buFont typeface="Arial" pitchFamily="34" charset="0"/>
        <a:buChar char="•"/>
        <a:defRPr sz="2667" kern="1200">
          <a:solidFill>
            <a:schemeClr val="tx1"/>
          </a:solidFill>
          <a:latin typeface="+mn-lt"/>
          <a:ea typeface="+mn-ea"/>
          <a:cs typeface="+mn-cs"/>
        </a:defRPr>
      </a:lvl7pPr>
      <a:lvl8pPr marL="4571771" indent="-304784" algn="l" defTabSz="1219139" rtl="0" eaLnBrk="1" latinLnBrk="0" hangingPunct="1">
        <a:spcBef>
          <a:spcPct val="20000"/>
        </a:spcBef>
        <a:buFont typeface="Arial" pitchFamily="34" charset="0"/>
        <a:buChar char="•"/>
        <a:defRPr sz="2667" kern="1200">
          <a:solidFill>
            <a:schemeClr val="tx1"/>
          </a:solidFill>
          <a:latin typeface="+mn-lt"/>
          <a:ea typeface="+mn-ea"/>
          <a:cs typeface="+mn-cs"/>
        </a:defRPr>
      </a:lvl8pPr>
      <a:lvl9pPr marL="5181341" indent="-304784" algn="l" defTabSz="1219139" rtl="0" eaLnBrk="1" latinLnBrk="0"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en-US"/>
      </a:defPPr>
      <a:lvl1pPr marL="0" algn="l" defTabSz="1219139" rtl="0" eaLnBrk="1" latinLnBrk="0" hangingPunct="1">
        <a:defRPr sz="2400" kern="1200">
          <a:solidFill>
            <a:schemeClr val="tx1"/>
          </a:solidFill>
          <a:latin typeface="+mn-lt"/>
          <a:ea typeface="+mn-ea"/>
          <a:cs typeface="+mn-cs"/>
        </a:defRPr>
      </a:lvl1pPr>
      <a:lvl2pPr marL="609570" algn="l" defTabSz="1219139" rtl="0" eaLnBrk="1" latinLnBrk="0" hangingPunct="1">
        <a:defRPr sz="2400" kern="1200">
          <a:solidFill>
            <a:schemeClr val="tx1"/>
          </a:solidFill>
          <a:latin typeface="+mn-lt"/>
          <a:ea typeface="+mn-ea"/>
          <a:cs typeface="+mn-cs"/>
        </a:defRPr>
      </a:lvl2pPr>
      <a:lvl3pPr marL="1219139" algn="l" defTabSz="1219139" rtl="0" eaLnBrk="1" latinLnBrk="0" hangingPunct="1">
        <a:defRPr sz="2400" kern="1200">
          <a:solidFill>
            <a:schemeClr val="tx1"/>
          </a:solidFill>
          <a:latin typeface="+mn-lt"/>
          <a:ea typeface="+mn-ea"/>
          <a:cs typeface="+mn-cs"/>
        </a:defRPr>
      </a:lvl3pPr>
      <a:lvl4pPr marL="1828709" algn="l" defTabSz="1219139" rtl="0" eaLnBrk="1" latinLnBrk="0" hangingPunct="1">
        <a:defRPr sz="2400" kern="1200">
          <a:solidFill>
            <a:schemeClr val="tx1"/>
          </a:solidFill>
          <a:latin typeface="+mn-lt"/>
          <a:ea typeface="+mn-ea"/>
          <a:cs typeface="+mn-cs"/>
        </a:defRPr>
      </a:lvl4pPr>
      <a:lvl5pPr marL="2438278" algn="l" defTabSz="1219139" rtl="0" eaLnBrk="1" latinLnBrk="0" hangingPunct="1">
        <a:defRPr sz="2400" kern="1200">
          <a:solidFill>
            <a:schemeClr val="tx1"/>
          </a:solidFill>
          <a:latin typeface="+mn-lt"/>
          <a:ea typeface="+mn-ea"/>
          <a:cs typeface="+mn-cs"/>
        </a:defRPr>
      </a:lvl5pPr>
      <a:lvl6pPr marL="3047848" algn="l" defTabSz="1219139" rtl="0" eaLnBrk="1" latinLnBrk="0" hangingPunct="1">
        <a:defRPr sz="2400" kern="1200">
          <a:solidFill>
            <a:schemeClr val="tx1"/>
          </a:solidFill>
          <a:latin typeface="+mn-lt"/>
          <a:ea typeface="+mn-ea"/>
          <a:cs typeface="+mn-cs"/>
        </a:defRPr>
      </a:lvl6pPr>
      <a:lvl7pPr marL="3657417" algn="l" defTabSz="1219139" rtl="0" eaLnBrk="1" latinLnBrk="0" hangingPunct="1">
        <a:defRPr sz="2400" kern="1200">
          <a:solidFill>
            <a:schemeClr val="tx1"/>
          </a:solidFill>
          <a:latin typeface="+mn-lt"/>
          <a:ea typeface="+mn-ea"/>
          <a:cs typeface="+mn-cs"/>
        </a:defRPr>
      </a:lvl7pPr>
      <a:lvl8pPr marL="4266987" algn="l" defTabSz="1219139" rtl="0" eaLnBrk="1" latinLnBrk="0" hangingPunct="1">
        <a:defRPr sz="2400" kern="1200">
          <a:solidFill>
            <a:schemeClr val="tx1"/>
          </a:solidFill>
          <a:latin typeface="+mn-lt"/>
          <a:ea typeface="+mn-ea"/>
          <a:cs typeface="+mn-cs"/>
        </a:defRPr>
      </a:lvl8pPr>
      <a:lvl9pPr marL="4876557" algn="l" defTabSz="1219139" rtl="0" eaLnBrk="1" latinLnBrk="0" hangingPunct="1">
        <a:defRPr sz="2400" kern="1200">
          <a:solidFill>
            <a:schemeClr val="tx1"/>
          </a:solidFill>
          <a:latin typeface="+mn-lt"/>
          <a:ea typeface="+mn-ea"/>
          <a:cs typeface="+mn-cs"/>
        </a:defRPr>
      </a:lvl9pPr>
    </p:otherStyle>
  </p:txStyles>
</p:sldMaster>
</file>

<file path=ppt/slideMasters/slideMaster17.xml><?xml version="1.0" encoding="utf-8"?>
<p:sldMaster xmlns:a="http://schemas.openxmlformats.org/drawingml/2006/main" xmlns:r="http://schemas.openxmlformats.org/officeDocument/2006/relationships" xmlns:p="http://schemas.openxmlformats.org/presentationml/2006/main" preserve="1">
  <p:cSld>
    <p:bg>
      <p:bgPr>
        <a:blipFill dpi="0" rotWithShape="1">
          <a:blip r:embed="rId21">
            <a:lum/>
          </a:blip>
          <a:srcRect/>
          <a:stretch>
            <a:fillRect/>
          </a:stretch>
        </a:blipFill>
        <a:effectLst/>
      </p:bgPr>
    </p:bg>
    <p:spTree>
      <p:nvGrpSpPr>
        <p:cNvPr id="1" name=""/>
        <p:cNvGrpSpPr/>
        <p:nvPr/>
      </p:nvGrpSpPr>
      <p:grpSpPr>
        <a:xfrm>
          <a:off x="0" y="0"/>
          <a:ext cx="0" cy="0"/>
          <a:chOff x="0" y="0"/>
          <a:chExt cx="0" cy="0"/>
        </a:xfrm>
      </p:grpSpPr>
      <p:sp>
        <p:nvSpPr>
          <p:cNvPr id="2" name="Pentagon 1"/>
          <p:cNvSpPr/>
          <p:nvPr userDrawn="1"/>
        </p:nvSpPr>
        <p:spPr>
          <a:xfrm rot="16200000" flipH="1">
            <a:off x="5813793" y="-5839192"/>
            <a:ext cx="564412" cy="12192000"/>
          </a:xfrm>
          <a:prstGeom prst="homePlate">
            <a:avLst>
              <a:gd name="adj" fmla="val 82824"/>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375467" fontAlgn="auto">
              <a:spcBef>
                <a:spcPts val="0"/>
              </a:spcBef>
              <a:spcAft>
                <a:spcPts val="0"/>
              </a:spcAft>
            </a:pPr>
            <a:endParaRPr lang="en-US" sz="2667">
              <a:solidFill>
                <a:srgbClr val="FFFFFF"/>
              </a:solidFill>
            </a:endParaRPr>
          </a:p>
        </p:txBody>
      </p:sp>
      <p:sp>
        <p:nvSpPr>
          <p:cNvPr id="3" name="Pentagon 2"/>
          <p:cNvSpPr/>
          <p:nvPr userDrawn="1"/>
        </p:nvSpPr>
        <p:spPr>
          <a:xfrm rot="5400000" flipH="1" flipV="1">
            <a:off x="5905499" y="571499"/>
            <a:ext cx="380999" cy="12192000"/>
          </a:xfrm>
          <a:prstGeom prst="homePlate">
            <a:avLst>
              <a:gd name="adj" fmla="val 82824"/>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375467" fontAlgn="auto">
              <a:spcBef>
                <a:spcPts val="0"/>
              </a:spcBef>
              <a:spcAft>
                <a:spcPts val="0"/>
              </a:spcAft>
            </a:pPr>
            <a:endParaRPr lang="en-US" sz="2667">
              <a:solidFill>
                <a:srgbClr val="FFFFFF"/>
              </a:solidFill>
            </a:endParaRPr>
          </a:p>
        </p:txBody>
      </p:sp>
      <p:sp>
        <p:nvSpPr>
          <p:cNvPr id="4" name="TextBox 3"/>
          <p:cNvSpPr txBox="1"/>
          <p:nvPr userDrawn="1"/>
        </p:nvSpPr>
        <p:spPr bwMode="gray">
          <a:xfrm>
            <a:off x="5892800" y="6578633"/>
            <a:ext cx="406400" cy="205121"/>
          </a:xfrm>
          <a:prstGeom prst="rect">
            <a:avLst/>
          </a:prstGeom>
        </p:spPr>
        <p:txBody>
          <a:bodyPr vert="horz" wrap="square" lIns="0" tIns="0" rIns="0" bIns="0" rtlCol="0" anchor="ctr">
            <a:spAutoFit/>
          </a:bodyPr>
          <a:lstStyle/>
          <a:p>
            <a:pPr algn="ctr" fontAlgn="auto">
              <a:spcBef>
                <a:spcPts val="0"/>
              </a:spcBef>
              <a:spcAft>
                <a:spcPts val="0"/>
              </a:spcAft>
            </a:pPr>
            <a:fld id="{6C5AF65D-6854-49AF-ABC5-48B5BA0EA842}" type="slidenum">
              <a:rPr lang="en-US" sz="1333" smtClean="0">
                <a:solidFill>
                  <a:srgbClr val="262626">
                    <a:lumMod val="50000"/>
                    <a:lumOff val="50000"/>
                  </a:srgbClr>
                </a:solidFill>
                <a:latin typeface="HP Simplified"/>
                <a:cs typeface="HP Simplified"/>
              </a:rPr>
              <a:pPr algn="ctr" fontAlgn="auto">
                <a:spcBef>
                  <a:spcPts val="0"/>
                </a:spcBef>
                <a:spcAft>
                  <a:spcPts val="0"/>
                </a:spcAft>
              </a:pPr>
              <a:t>‹#›</a:t>
            </a:fld>
            <a:endParaRPr lang="en-US" sz="1333" dirty="0" smtClean="0">
              <a:solidFill>
                <a:srgbClr val="262626">
                  <a:lumMod val="50000"/>
                  <a:lumOff val="50000"/>
                </a:srgbClr>
              </a:solidFill>
              <a:latin typeface="HP Simplified"/>
              <a:cs typeface="HP Simplified"/>
            </a:endParaRPr>
          </a:p>
        </p:txBody>
      </p:sp>
    </p:spTree>
    <p:extLst>
      <p:ext uri="{BB962C8B-B14F-4D97-AF65-F5344CB8AC3E}">
        <p14:creationId xmlns:p14="http://schemas.microsoft.com/office/powerpoint/2010/main" val="1047979822"/>
      </p:ext>
    </p:extLst>
  </p:cSld>
  <p:clrMap bg1="lt1" tx1="dk1" bg2="lt2" tx2="dk2" accent1="accent1" accent2="accent2" accent3="accent3" accent4="accent4" accent5="accent5" accent6="accent6" hlink="hlink" folHlink="folHlink"/>
  <p:sldLayoutIdLst>
    <p:sldLayoutId id="2147486781" r:id="rId1"/>
    <p:sldLayoutId id="2147486782" r:id="rId2"/>
    <p:sldLayoutId id="2147486783" r:id="rId3"/>
    <p:sldLayoutId id="2147486784" r:id="rId4"/>
    <p:sldLayoutId id="2147486785" r:id="rId5"/>
    <p:sldLayoutId id="2147486786" r:id="rId6"/>
    <p:sldLayoutId id="2147486788" r:id="rId7"/>
    <p:sldLayoutId id="2147486789" r:id="rId8"/>
    <p:sldLayoutId id="2147486790" r:id="rId9"/>
    <p:sldLayoutId id="2147486791" r:id="rId10"/>
    <p:sldLayoutId id="2147486792" r:id="rId11"/>
    <p:sldLayoutId id="2147486793" r:id="rId12"/>
    <p:sldLayoutId id="2147486794" r:id="rId13"/>
    <p:sldLayoutId id="2147486795" r:id="rId14"/>
    <p:sldLayoutId id="2147486796" r:id="rId15"/>
    <p:sldLayoutId id="2147486797" r:id="rId16"/>
    <p:sldLayoutId id="2147486798" r:id="rId17"/>
    <p:sldLayoutId id="2147486799" r:id="rId18"/>
    <p:sldLayoutId id="2147486800" r:id="rId19"/>
  </p:sldLayoutIdLst>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hf hdr="0" ftr="0" dt="0"/>
  <p:txStyles>
    <p:titleStyle>
      <a:lvl1pPr algn="ctr" defTabSz="1219139" rtl="0" eaLnBrk="1" latinLnBrk="0" hangingPunct="1">
        <a:spcBef>
          <a:spcPct val="0"/>
        </a:spcBef>
        <a:buNone/>
        <a:defRPr sz="5867" kern="1200">
          <a:solidFill>
            <a:schemeClr val="tx1"/>
          </a:solidFill>
          <a:latin typeface="+mj-lt"/>
          <a:ea typeface="+mj-ea"/>
          <a:cs typeface="+mj-cs"/>
        </a:defRPr>
      </a:lvl1pPr>
    </p:titleStyle>
    <p:bodyStyle>
      <a:lvl1pPr marL="457177" indent="-457177" algn="l" defTabSz="1219139" rtl="0" eaLnBrk="1" latinLnBrk="0" hangingPunct="1">
        <a:spcBef>
          <a:spcPct val="20000"/>
        </a:spcBef>
        <a:buFont typeface="Arial" pitchFamily="34" charset="0"/>
        <a:buChar char="•"/>
        <a:defRPr sz="4267" kern="1200">
          <a:solidFill>
            <a:schemeClr val="tx1"/>
          </a:solidFill>
          <a:latin typeface="+mn-lt"/>
          <a:ea typeface="+mn-ea"/>
          <a:cs typeface="+mn-cs"/>
        </a:defRPr>
      </a:lvl1pPr>
      <a:lvl2pPr marL="990551" indent="-380982" algn="l" defTabSz="1219139" rtl="0" eaLnBrk="1" latinLnBrk="0" hangingPunct="1">
        <a:spcBef>
          <a:spcPct val="20000"/>
        </a:spcBef>
        <a:buFont typeface="Arial" pitchFamily="34" charset="0"/>
        <a:buChar char="–"/>
        <a:defRPr sz="3733" kern="1200">
          <a:solidFill>
            <a:schemeClr val="tx1"/>
          </a:solidFill>
          <a:latin typeface="+mn-lt"/>
          <a:ea typeface="+mn-ea"/>
          <a:cs typeface="+mn-cs"/>
        </a:defRPr>
      </a:lvl2pPr>
      <a:lvl3pPr marL="1523923" indent="-304784" algn="l" defTabSz="1219139" rtl="0" eaLnBrk="1" latinLnBrk="0" hangingPunct="1">
        <a:spcBef>
          <a:spcPct val="20000"/>
        </a:spcBef>
        <a:buFont typeface="Arial" pitchFamily="34" charset="0"/>
        <a:buChar char="•"/>
        <a:defRPr sz="3200" kern="1200">
          <a:solidFill>
            <a:schemeClr val="tx1"/>
          </a:solidFill>
          <a:latin typeface="+mn-lt"/>
          <a:ea typeface="+mn-ea"/>
          <a:cs typeface="+mn-cs"/>
        </a:defRPr>
      </a:lvl3pPr>
      <a:lvl4pPr marL="2133493" indent="-304784" algn="l" defTabSz="1219139" rtl="0" eaLnBrk="1" latinLnBrk="0" hangingPunct="1">
        <a:spcBef>
          <a:spcPct val="20000"/>
        </a:spcBef>
        <a:buFont typeface="Arial" pitchFamily="34" charset="0"/>
        <a:buChar char="–"/>
        <a:defRPr sz="2667" kern="1200">
          <a:solidFill>
            <a:schemeClr val="tx1"/>
          </a:solidFill>
          <a:latin typeface="+mn-lt"/>
          <a:ea typeface="+mn-ea"/>
          <a:cs typeface="+mn-cs"/>
        </a:defRPr>
      </a:lvl4pPr>
      <a:lvl5pPr marL="2743063" indent="-304784" algn="l" defTabSz="1219139" rtl="0" eaLnBrk="1" latinLnBrk="0" hangingPunct="1">
        <a:spcBef>
          <a:spcPct val="20000"/>
        </a:spcBef>
        <a:buFont typeface="Arial" pitchFamily="34" charset="0"/>
        <a:buChar char="»"/>
        <a:defRPr sz="2667" kern="1200">
          <a:solidFill>
            <a:schemeClr val="tx1"/>
          </a:solidFill>
          <a:latin typeface="+mn-lt"/>
          <a:ea typeface="+mn-ea"/>
          <a:cs typeface="+mn-cs"/>
        </a:defRPr>
      </a:lvl5pPr>
      <a:lvl6pPr marL="3352632" indent="-304784" algn="l" defTabSz="1219139" rtl="0" eaLnBrk="1" latinLnBrk="0" hangingPunct="1">
        <a:spcBef>
          <a:spcPct val="20000"/>
        </a:spcBef>
        <a:buFont typeface="Arial" pitchFamily="34" charset="0"/>
        <a:buChar char="•"/>
        <a:defRPr sz="2667" kern="1200">
          <a:solidFill>
            <a:schemeClr val="tx1"/>
          </a:solidFill>
          <a:latin typeface="+mn-lt"/>
          <a:ea typeface="+mn-ea"/>
          <a:cs typeface="+mn-cs"/>
        </a:defRPr>
      </a:lvl6pPr>
      <a:lvl7pPr marL="3962202" indent="-304784" algn="l" defTabSz="1219139" rtl="0" eaLnBrk="1" latinLnBrk="0" hangingPunct="1">
        <a:spcBef>
          <a:spcPct val="20000"/>
        </a:spcBef>
        <a:buFont typeface="Arial" pitchFamily="34" charset="0"/>
        <a:buChar char="•"/>
        <a:defRPr sz="2667" kern="1200">
          <a:solidFill>
            <a:schemeClr val="tx1"/>
          </a:solidFill>
          <a:latin typeface="+mn-lt"/>
          <a:ea typeface="+mn-ea"/>
          <a:cs typeface="+mn-cs"/>
        </a:defRPr>
      </a:lvl7pPr>
      <a:lvl8pPr marL="4571771" indent="-304784" algn="l" defTabSz="1219139" rtl="0" eaLnBrk="1" latinLnBrk="0" hangingPunct="1">
        <a:spcBef>
          <a:spcPct val="20000"/>
        </a:spcBef>
        <a:buFont typeface="Arial" pitchFamily="34" charset="0"/>
        <a:buChar char="•"/>
        <a:defRPr sz="2667" kern="1200">
          <a:solidFill>
            <a:schemeClr val="tx1"/>
          </a:solidFill>
          <a:latin typeface="+mn-lt"/>
          <a:ea typeface="+mn-ea"/>
          <a:cs typeface="+mn-cs"/>
        </a:defRPr>
      </a:lvl8pPr>
      <a:lvl9pPr marL="5181341" indent="-304784" algn="l" defTabSz="1219139" rtl="0" eaLnBrk="1" latinLnBrk="0"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en-US"/>
      </a:defPPr>
      <a:lvl1pPr marL="0" algn="l" defTabSz="1219139" rtl="0" eaLnBrk="1" latinLnBrk="0" hangingPunct="1">
        <a:defRPr sz="2400" kern="1200">
          <a:solidFill>
            <a:schemeClr val="tx1"/>
          </a:solidFill>
          <a:latin typeface="+mn-lt"/>
          <a:ea typeface="+mn-ea"/>
          <a:cs typeface="+mn-cs"/>
        </a:defRPr>
      </a:lvl1pPr>
      <a:lvl2pPr marL="609570" algn="l" defTabSz="1219139" rtl="0" eaLnBrk="1" latinLnBrk="0" hangingPunct="1">
        <a:defRPr sz="2400" kern="1200">
          <a:solidFill>
            <a:schemeClr val="tx1"/>
          </a:solidFill>
          <a:latin typeface="+mn-lt"/>
          <a:ea typeface="+mn-ea"/>
          <a:cs typeface="+mn-cs"/>
        </a:defRPr>
      </a:lvl2pPr>
      <a:lvl3pPr marL="1219139" algn="l" defTabSz="1219139" rtl="0" eaLnBrk="1" latinLnBrk="0" hangingPunct="1">
        <a:defRPr sz="2400" kern="1200">
          <a:solidFill>
            <a:schemeClr val="tx1"/>
          </a:solidFill>
          <a:latin typeface="+mn-lt"/>
          <a:ea typeface="+mn-ea"/>
          <a:cs typeface="+mn-cs"/>
        </a:defRPr>
      </a:lvl3pPr>
      <a:lvl4pPr marL="1828709" algn="l" defTabSz="1219139" rtl="0" eaLnBrk="1" latinLnBrk="0" hangingPunct="1">
        <a:defRPr sz="2400" kern="1200">
          <a:solidFill>
            <a:schemeClr val="tx1"/>
          </a:solidFill>
          <a:latin typeface="+mn-lt"/>
          <a:ea typeface="+mn-ea"/>
          <a:cs typeface="+mn-cs"/>
        </a:defRPr>
      </a:lvl4pPr>
      <a:lvl5pPr marL="2438278" algn="l" defTabSz="1219139" rtl="0" eaLnBrk="1" latinLnBrk="0" hangingPunct="1">
        <a:defRPr sz="2400" kern="1200">
          <a:solidFill>
            <a:schemeClr val="tx1"/>
          </a:solidFill>
          <a:latin typeface="+mn-lt"/>
          <a:ea typeface="+mn-ea"/>
          <a:cs typeface="+mn-cs"/>
        </a:defRPr>
      </a:lvl5pPr>
      <a:lvl6pPr marL="3047848" algn="l" defTabSz="1219139" rtl="0" eaLnBrk="1" latinLnBrk="0" hangingPunct="1">
        <a:defRPr sz="2400" kern="1200">
          <a:solidFill>
            <a:schemeClr val="tx1"/>
          </a:solidFill>
          <a:latin typeface="+mn-lt"/>
          <a:ea typeface="+mn-ea"/>
          <a:cs typeface="+mn-cs"/>
        </a:defRPr>
      </a:lvl6pPr>
      <a:lvl7pPr marL="3657417" algn="l" defTabSz="1219139" rtl="0" eaLnBrk="1" latinLnBrk="0" hangingPunct="1">
        <a:defRPr sz="2400" kern="1200">
          <a:solidFill>
            <a:schemeClr val="tx1"/>
          </a:solidFill>
          <a:latin typeface="+mn-lt"/>
          <a:ea typeface="+mn-ea"/>
          <a:cs typeface="+mn-cs"/>
        </a:defRPr>
      </a:lvl7pPr>
      <a:lvl8pPr marL="4266987" algn="l" defTabSz="1219139" rtl="0" eaLnBrk="1" latinLnBrk="0" hangingPunct="1">
        <a:defRPr sz="2400" kern="1200">
          <a:solidFill>
            <a:schemeClr val="tx1"/>
          </a:solidFill>
          <a:latin typeface="+mn-lt"/>
          <a:ea typeface="+mn-ea"/>
          <a:cs typeface="+mn-cs"/>
        </a:defRPr>
      </a:lvl8pPr>
      <a:lvl9pPr marL="4876557" algn="l" defTabSz="1219139" rtl="0" eaLnBrk="1" latinLnBrk="0" hangingPunct="1">
        <a:defRPr sz="2400" kern="1200">
          <a:solidFill>
            <a:schemeClr val="tx1"/>
          </a:solidFill>
          <a:latin typeface="+mn-lt"/>
          <a:ea typeface="+mn-ea"/>
          <a:cs typeface="+mn-cs"/>
        </a:defRPr>
      </a:lvl9pPr>
    </p:otherStyle>
  </p:txStyles>
</p:sldMaster>
</file>

<file path=ppt/slideMasters/slideMaster18.xml><?xml version="1.0" encoding="utf-8"?>
<p:sldMaster xmlns:a="http://schemas.openxmlformats.org/drawingml/2006/main" xmlns:r="http://schemas.openxmlformats.org/officeDocument/2006/relationships" xmlns:p="http://schemas.openxmlformats.org/presentationml/2006/main" preserve="1">
  <p:cSld>
    <p:bg>
      <p:bgPr>
        <a:blipFill dpi="0" rotWithShape="1">
          <a:blip r:embed="rId21">
            <a:lum/>
          </a:blip>
          <a:srcRect/>
          <a:stretch>
            <a:fillRect/>
          </a:stretch>
        </a:blipFill>
        <a:effectLst/>
      </p:bgPr>
    </p:bg>
    <p:spTree>
      <p:nvGrpSpPr>
        <p:cNvPr id="1" name=""/>
        <p:cNvGrpSpPr/>
        <p:nvPr/>
      </p:nvGrpSpPr>
      <p:grpSpPr>
        <a:xfrm>
          <a:off x="0" y="0"/>
          <a:ext cx="0" cy="0"/>
          <a:chOff x="0" y="0"/>
          <a:chExt cx="0" cy="0"/>
        </a:xfrm>
      </p:grpSpPr>
      <p:sp>
        <p:nvSpPr>
          <p:cNvPr id="2" name="Pentagon 1"/>
          <p:cNvSpPr/>
          <p:nvPr userDrawn="1"/>
        </p:nvSpPr>
        <p:spPr>
          <a:xfrm rot="16200000" flipH="1">
            <a:off x="5813793" y="-5839192"/>
            <a:ext cx="564412" cy="12192000"/>
          </a:xfrm>
          <a:prstGeom prst="homePlate">
            <a:avLst>
              <a:gd name="adj" fmla="val 82824"/>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375467" fontAlgn="auto">
              <a:spcBef>
                <a:spcPts val="0"/>
              </a:spcBef>
              <a:spcAft>
                <a:spcPts val="0"/>
              </a:spcAft>
            </a:pPr>
            <a:endParaRPr lang="en-US" sz="2667">
              <a:solidFill>
                <a:srgbClr val="FFFFFF"/>
              </a:solidFill>
            </a:endParaRPr>
          </a:p>
        </p:txBody>
      </p:sp>
      <p:sp>
        <p:nvSpPr>
          <p:cNvPr id="3" name="Pentagon 2"/>
          <p:cNvSpPr/>
          <p:nvPr userDrawn="1"/>
        </p:nvSpPr>
        <p:spPr>
          <a:xfrm rot="5400000" flipH="1" flipV="1">
            <a:off x="5905499" y="571499"/>
            <a:ext cx="380999" cy="12192000"/>
          </a:xfrm>
          <a:prstGeom prst="homePlate">
            <a:avLst>
              <a:gd name="adj" fmla="val 82824"/>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375467" fontAlgn="auto">
              <a:spcBef>
                <a:spcPts val="0"/>
              </a:spcBef>
              <a:spcAft>
                <a:spcPts val="0"/>
              </a:spcAft>
            </a:pPr>
            <a:endParaRPr lang="en-US" sz="2667">
              <a:solidFill>
                <a:srgbClr val="FFFFFF"/>
              </a:solidFill>
            </a:endParaRPr>
          </a:p>
        </p:txBody>
      </p:sp>
      <p:sp>
        <p:nvSpPr>
          <p:cNvPr id="4" name="TextBox 3"/>
          <p:cNvSpPr txBox="1"/>
          <p:nvPr userDrawn="1"/>
        </p:nvSpPr>
        <p:spPr bwMode="gray">
          <a:xfrm>
            <a:off x="5892800" y="6578633"/>
            <a:ext cx="406400" cy="205121"/>
          </a:xfrm>
          <a:prstGeom prst="rect">
            <a:avLst/>
          </a:prstGeom>
        </p:spPr>
        <p:txBody>
          <a:bodyPr vert="horz" wrap="square" lIns="0" tIns="0" rIns="0" bIns="0" rtlCol="0" anchor="ctr">
            <a:spAutoFit/>
          </a:bodyPr>
          <a:lstStyle/>
          <a:p>
            <a:pPr algn="ctr" fontAlgn="auto">
              <a:spcBef>
                <a:spcPts val="0"/>
              </a:spcBef>
              <a:spcAft>
                <a:spcPts val="0"/>
              </a:spcAft>
            </a:pPr>
            <a:fld id="{6C5AF65D-6854-49AF-ABC5-48B5BA0EA842}" type="slidenum">
              <a:rPr lang="en-US" sz="1333" smtClean="0">
                <a:solidFill>
                  <a:srgbClr val="262626">
                    <a:lumMod val="50000"/>
                    <a:lumOff val="50000"/>
                  </a:srgbClr>
                </a:solidFill>
                <a:latin typeface="HP Simplified"/>
                <a:cs typeface="HP Simplified"/>
              </a:rPr>
              <a:pPr algn="ctr" fontAlgn="auto">
                <a:spcBef>
                  <a:spcPts val="0"/>
                </a:spcBef>
                <a:spcAft>
                  <a:spcPts val="0"/>
                </a:spcAft>
              </a:pPr>
              <a:t>‹#›</a:t>
            </a:fld>
            <a:endParaRPr lang="en-US" sz="1333" dirty="0" smtClean="0">
              <a:solidFill>
                <a:srgbClr val="262626">
                  <a:lumMod val="50000"/>
                  <a:lumOff val="50000"/>
                </a:srgbClr>
              </a:solidFill>
              <a:latin typeface="HP Simplified"/>
              <a:cs typeface="HP Simplified"/>
            </a:endParaRPr>
          </a:p>
        </p:txBody>
      </p:sp>
    </p:spTree>
    <p:extLst>
      <p:ext uri="{BB962C8B-B14F-4D97-AF65-F5344CB8AC3E}">
        <p14:creationId xmlns:p14="http://schemas.microsoft.com/office/powerpoint/2010/main" val="656800752"/>
      </p:ext>
    </p:extLst>
  </p:cSld>
  <p:clrMap bg1="lt1" tx1="dk1" bg2="lt2" tx2="dk2" accent1="accent1" accent2="accent2" accent3="accent3" accent4="accent4" accent5="accent5" accent6="accent6" hlink="hlink" folHlink="folHlink"/>
  <p:sldLayoutIdLst>
    <p:sldLayoutId id="2147486802" r:id="rId1"/>
    <p:sldLayoutId id="2147486803" r:id="rId2"/>
    <p:sldLayoutId id="2147486804" r:id="rId3"/>
    <p:sldLayoutId id="2147486805" r:id="rId4"/>
    <p:sldLayoutId id="2147486806" r:id="rId5"/>
    <p:sldLayoutId id="2147486807" r:id="rId6"/>
    <p:sldLayoutId id="2147486808" r:id="rId7"/>
    <p:sldLayoutId id="2147486809" r:id="rId8"/>
    <p:sldLayoutId id="2147486810" r:id="rId9"/>
    <p:sldLayoutId id="2147486811" r:id="rId10"/>
    <p:sldLayoutId id="2147486813" r:id="rId11"/>
    <p:sldLayoutId id="2147486814" r:id="rId12"/>
    <p:sldLayoutId id="2147486815" r:id="rId13"/>
    <p:sldLayoutId id="2147486816" r:id="rId14"/>
    <p:sldLayoutId id="2147486817" r:id="rId15"/>
    <p:sldLayoutId id="2147486818" r:id="rId16"/>
    <p:sldLayoutId id="2147486819" r:id="rId17"/>
    <p:sldLayoutId id="2147486820" r:id="rId18"/>
    <p:sldLayoutId id="2147486821" r:id="rId19"/>
  </p:sldLayoutIdLst>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hf hdr="0" ftr="0" dt="0"/>
  <p:txStyles>
    <p:titleStyle>
      <a:lvl1pPr algn="ctr" defTabSz="1219139" rtl="0" eaLnBrk="1" latinLnBrk="0" hangingPunct="1">
        <a:spcBef>
          <a:spcPct val="0"/>
        </a:spcBef>
        <a:buNone/>
        <a:defRPr sz="5867" kern="1200">
          <a:solidFill>
            <a:schemeClr val="tx1"/>
          </a:solidFill>
          <a:latin typeface="+mj-lt"/>
          <a:ea typeface="+mj-ea"/>
          <a:cs typeface="+mj-cs"/>
        </a:defRPr>
      </a:lvl1pPr>
    </p:titleStyle>
    <p:bodyStyle>
      <a:lvl1pPr marL="457177" indent="-457177" algn="l" defTabSz="1219139" rtl="0" eaLnBrk="1" latinLnBrk="0" hangingPunct="1">
        <a:spcBef>
          <a:spcPct val="20000"/>
        </a:spcBef>
        <a:buFont typeface="Arial" pitchFamily="34" charset="0"/>
        <a:buChar char="•"/>
        <a:defRPr sz="4267" kern="1200">
          <a:solidFill>
            <a:schemeClr val="tx1"/>
          </a:solidFill>
          <a:latin typeface="+mn-lt"/>
          <a:ea typeface="+mn-ea"/>
          <a:cs typeface="+mn-cs"/>
        </a:defRPr>
      </a:lvl1pPr>
      <a:lvl2pPr marL="990551" indent="-380982" algn="l" defTabSz="1219139" rtl="0" eaLnBrk="1" latinLnBrk="0" hangingPunct="1">
        <a:spcBef>
          <a:spcPct val="20000"/>
        </a:spcBef>
        <a:buFont typeface="Arial" pitchFamily="34" charset="0"/>
        <a:buChar char="–"/>
        <a:defRPr sz="3733" kern="1200">
          <a:solidFill>
            <a:schemeClr val="tx1"/>
          </a:solidFill>
          <a:latin typeface="+mn-lt"/>
          <a:ea typeface="+mn-ea"/>
          <a:cs typeface="+mn-cs"/>
        </a:defRPr>
      </a:lvl2pPr>
      <a:lvl3pPr marL="1523923" indent="-304784" algn="l" defTabSz="1219139" rtl="0" eaLnBrk="1" latinLnBrk="0" hangingPunct="1">
        <a:spcBef>
          <a:spcPct val="20000"/>
        </a:spcBef>
        <a:buFont typeface="Arial" pitchFamily="34" charset="0"/>
        <a:buChar char="•"/>
        <a:defRPr sz="3200" kern="1200">
          <a:solidFill>
            <a:schemeClr val="tx1"/>
          </a:solidFill>
          <a:latin typeface="+mn-lt"/>
          <a:ea typeface="+mn-ea"/>
          <a:cs typeface="+mn-cs"/>
        </a:defRPr>
      </a:lvl3pPr>
      <a:lvl4pPr marL="2133493" indent="-304784" algn="l" defTabSz="1219139" rtl="0" eaLnBrk="1" latinLnBrk="0" hangingPunct="1">
        <a:spcBef>
          <a:spcPct val="20000"/>
        </a:spcBef>
        <a:buFont typeface="Arial" pitchFamily="34" charset="0"/>
        <a:buChar char="–"/>
        <a:defRPr sz="2667" kern="1200">
          <a:solidFill>
            <a:schemeClr val="tx1"/>
          </a:solidFill>
          <a:latin typeface="+mn-lt"/>
          <a:ea typeface="+mn-ea"/>
          <a:cs typeface="+mn-cs"/>
        </a:defRPr>
      </a:lvl4pPr>
      <a:lvl5pPr marL="2743063" indent="-304784" algn="l" defTabSz="1219139" rtl="0" eaLnBrk="1" latinLnBrk="0" hangingPunct="1">
        <a:spcBef>
          <a:spcPct val="20000"/>
        </a:spcBef>
        <a:buFont typeface="Arial" pitchFamily="34" charset="0"/>
        <a:buChar char="»"/>
        <a:defRPr sz="2667" kern="1200">
          <a:solidFill>
            <a:schemeClr val="tx1"/>
          </a:solidFill>
          <a:latin typeface="+mn-lt"/>
          <a:ea typeface="+mn-ea"/>
          <a:cs typeface="+mn-cs"/>
        </a:defRPr>
      </a:lvl5pPr>
      <a:lvl6pPr marL="3352632" indent="-304784" algn="l" defTabSz="1219139" rtl="0" eaLnBrk="1" latinLnBrk="0" hangingPunct="1">
        <a:spcBef>
          <a:spcPct val="20000"/>
        </a:spcBef>
        <a:buFont typeface="Arial" pitchFamily="34" charset="0"/>
        <a:buChar char="•"/>
        <a:defRPr sz="2667" kern="1200">
          <a:solidFill>
            <a:schemeClr val="tx1"/>
          </a:solidFill>
          <a:latin typeface="+mn-lt"/>
          <a:ea typeface="+mn-ea"/>
          <a:cs typeface="+mn-cs"/>
        </a:defRPr>
      </a:lvl6pPr>
      <a:lvl7pPr marL="3962202" indent="-304784" algn="l" defTabSz="1219139" rtl="0" eaLnBrk="1" latinLnBrk="0" hangingPunct="1">
        <a:spcBef>
          <a:spcPct val="20000"/>
        </a:spcBef>
        <a:buFont typeface="Arial" pitchFamily="34" charset="0"/>
        <a:buChar char="•"/>
        <a:defRPr sz="2667" kern="1200">
          <a:solidFill>
            <a:schemeClr val="tx1"/>
          </a:solidFill>
          <a:latin typeface="+mn-lt"/>
          <a:ea typeface="+mn-ea"/>
          <a:cs typeface="+mn-cs"/>
        </a:defRPr>
      </a:lvl7pPr>
      <a:lvl8pPr marL="4571771" indent="-304784" algn="l" defTabSz="1219139" rtl="0" eaLnBrk="1" latinLnBrk="0" hangingPunct="1">
        <a:spcBef>
          <a:spcPct val="20000"/>
        </a:spcBef>
        <a:buFont typeface="Arial" pitchFamily="34" charset="0"/>
        <a:buChar char="•"/>
        <a:defRPr sz="2667" kern="1200">
          <a:solidFill>
            <a:schemeClr val="tx1"/>
          </a:solidFill>
          <a:latin typeface="+mn-lt"/>
          <a:ea typeface="+mn-ea"/>
          <a:cs typeface="+mn-cs"/>
        </a:defRPr>
      </a:lvl8pPr>
      <a:lvl9pPr marL="5181341" indent="-304784" algn="l" defTabSz="1219139" rtl="0" eaLnBrk="1" latinLnBrk="0"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en-US"/>
      </a:defPPr>
      <a:lvl1pPr marL="0" algn="l" defTabSz="1219139" rtl="0" eaLnBrk="1" latinLnBrk="0" hangingPunct="1">
        <a:defRPr sz="2400" kern="1200">
          <a:solidFill>
            <a:schemeClr val="tx1"/>
          </a:solidFill>
          <a:latin typeface="+mn-lt"/>
          <a:ea typeface="+mn-ea"/>
          <a:cs typeface="+mn-cs"/>
        </a:defRPr>
      </a:lvl1pPr>
      <a:lvl2pPr marL="609570" algn="l" defTabSz="1219139" rtl="0" eaLnBrk="1" latinLnBrk="0" hangingPunct="1">
        <a:defRPr sz="2400" kern="1200">
          <a:solidFill>
            <a:schemeClr val="tx1"/>
          </a:solidFill>
          <a:latin typeface="+mn-lt"/>
          <a:ea typeface="+mn-ea"/>
          <a:cs typeface="+mn-cs"/>
        </a:defRPr>
      </a:lvl2pPr>
      <a:lvl3pPr marL="1219139" algn="l" defTabSz="1219139" rtl="0" eaLnBrk="1" latinLnBrk="0" hangingPunct="1">
        <a:defRPr sz="2400" kern="1200">
          <a:solidFill>
            <a:schemeClr val="tx1"/>
          </a:solidFill>
          <a:latin typeface="+mn-lt"/>
          <a:ea typeface="+mn-ea"/>
          <a:cs typeface="+mn-cs"/>
        </a:defRPr>
      </a:lvl3pPr>
      <a:lvl4pPr marL="1828709" algn="l" defTabSz="1219139" rtl="0" eaLnBrk="1" latinLnBrk="0" hangingPunct="1">
        <a:defRPr sz="2400" kern="1200">
          <a:solidFill>
            <a:schemeClr val="tx1"/>
          </a:solidFill>
          <a:latin typeface="+mn-lt"/>
          <a:ea typeface="+mn-ea"/>
          <a:cs typeface="+mn-cs"/>
        </a:defRPr>
      </a:lvl4pPr>
      <a:lvl5pPr marL="2438278" algn="l" defTabSz="1219139" rtl="0" eaLnBrk="1" latinLnBrk="0" hangingPunct="1">
        <a:defRPr sz="2400" kern="1200">
          <a:solidFill>
            <a:schemeClr val="tx1"/>
          </a:solidFill>
          <a:latin typeface="+mn-lt"/>
          <a:ea typeface="+mn-ea"/>
          <a:cs typeface="+mn-cs"/>
        </a:defRPr>
      </a:lvl5pPr>
      <a:lvl6pPr marL="3047848" algn="l" defTabSz="1219139" rtl="0" eaLnBrk="1" latinLnBrk="0" hangingPunct="1">
        <a:defRPr sz="2400" kern="1200">
          <a:solidFill>
            <a:schemeClr val="tx1"/>
          </a:solidFill>
          <a:latin typeface="+mn-lt"/>
          <a:ea typeface="+mn-ea"/>
          <a:cs typeface="+mn-cs"/>
        </a:defRPr>
      </a:lvl6pPr>
      <a:lvl7pPr marL="3657417" algn="l" defTabSz="1219139" rtl="0" eaLnBrk="1" latinLnBrk="0" hangingPunct="1">
        <a:defRPr sz="2400" kern="1200">
          <a:solidFill>
            <a:schemeClr val="tx1"/>
          </a:solidFill>
          <a:latin typeface="+mn-lt"/>
          <a:ea typeface="+mn-ea"/>
          <a:cs typeface="+mn-cs"/>
        </a:defRPr>
      </a:lvl7pPr>
      <a:lvl8pPr marL="4266987" algn="l" defTabSz="1219139" rtl="0" eaLnBrk="1" latinLnBrk="0" hangingPunct="1">
        <a:defRPr sz="2400" kern="1200">
          <a:solidFill>
            <a:schemeClr val="tx1"/>
          </a:solidFill>
          <a:latin typeface="+mn-lt"/>
          <a:ea typeface="+mn-ea"/>
          <a:cs typeface="+mn-cs"/>
        </a:defRPr>
      </a:lvl8pPr>
      <a:lvl9pPr marL="4876557" algn="l" defTabSz="1219139" rtl="0" eaLnBrk="1" latinLnBrk="0" hangingPunct="1">
        <a:defRPr sz="2400" kern="1200">
          <a:solidFill>
            <a:schemeClr val="tx1"/>
          </a:solidFill>
          <a:latin typeface="+mn-lt"/>
          <a:ea typeface="+mn-ea"/>
          <a:cs typeface="+mn-cs"/>
        </a:defRPr>
      </a:lvl9pPr>
    </p:otherStyle>
  </p:txStyles>
</p:sldMaster>
</file>

<file path=ppt/slideMasters/slideMaster19.xml><?xml version="1.0" encoding="utf-8"?>
<p:sldMaster xmlns:a="http://schemas.openxmlformats.org/drawingml/2006/main" xmlns:r="http://schemas.openxmlformats.org/officeDocument/2006/relationships" xmlns:p="http://schemas.openxmlformats.org/presentationml/2006/main" preserve="1">
  <p:cSld>
    <p:bg>
      <p:bgPr>
        <a:blipFill dpi="0" rotWithShape="1">
          <a:blip r:embed="rId3">
            <a:lum/>
          </a:blip>
          <a:srcRect/>
          <a:stretch>
            <a:fillRect/>
          </a:stretch>
        </a:blipFill>
        <a:effectLst/>
      </p:bgPr>
    </p:bg>
    <p:spTree>
      <p:nvGrpSpPr>
        <p:cNvPr id="1" name=""/>
        <p:cNvGrpSpPr/>
        <p:nvPr/>
      </p:nvGrpSpPr>
      <p:grpSpPr>
        <a:xfrm>
          <a:off x="0" y="0"/>
          <a:ext cx="0" cy="0"/>
          <a:chOff x="0" y="0"/>
          <a:chExt cx="0" cy="0"/>
        </a:xfrm>
      </p:grpSpPr>
      <p:sp>
        <p:nvSpPr>
          <p:cNvPr id="9" name="Pentagon 8"/>
          <p:cNvSpPr/>
          <p:nvPr userDrawn="1"/>
        </p:nvSpPr>
        <p:spPr>
          <a:xfrm rot="16200000" flipH="1">
            <a:off x="5813793" y="-5839192"/>
            <a:ext cx="564412" cy="12192000"/>
          </a:xfrm>
          <a:prstGeom prst="homePlate">
            <a:avLst>
              <a:gd name="adj" fmla="val 82824"/>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375467" fontAlgn="auto">
              <a:spcBef>
                <a:spcPts val="0"/>
              </a:spcBef>
              <a:spcAft>
                <a:spcPts val="0"/>
              </a:spcAft>
            </a:pPr>
            <a:endParaRPr lang="en-US" sz="2667">
              <a:solidFill>
                <a:srgbClr val="FFFFFF"/>
              </a:solidFill>
            </a:endParaRPr>
          </a:p>
        </p:txBody>
      </p:sp>
      <p:sp>
        <p:nvSpPr>
          <p:cNvPr id="7" name="Pentagon 6"/>
          <p:cNvSpPr/>
          <p:nvPr userDrawn="1"/>
        </p:nvSpPr>
        <p:spPr>
          <a:xfrm rot="5400000" flipH="1" flipV="1">
            <a:off x="5905499" y="571499"/>
            <a:ext cx="380999" cy="12192000"/>
          </a:xfrm>
          <a:prstGeom prst="homePlate">
            <a:avLst>
              <a:gd name="adj" fmla="val 82824"/>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375467" fontAlgn="auto">
              <a:spcBef>
                <a:spcPts val="0"/>
              </a:spcBef>
              <a:spcAft>
                <a:spcPts val="0"/>
              </a:spcAft>
            </a:pPr>
            <a:endParaRPr lang="en-US" sz="2667">
              <a:solidFill>
                <a:srgbClr val="FFFFFF"/>
              </a:solidFill>
            </a:endParaRPr>
          </a:p>
        </p:txBody>
      </p:sp>
      <p:sp>
        <p:nvSpPr>
          <p:cNvPr id="10" name="TextBox 9"/>
          <p:cNvSpPr txBox="1"/>
          <p:nvPr userDrawn="1"/>
        </p:nvSpPr>
        <p:spPr bwMode="gray">
          <a:xfrm>
            <a:off x="5892800" y="6578633"/>
            <a:ext cx="406400" cy="205121"/>
          </a:xfrm>
          <a:prstGeom prst="rect">
            <a:avLst/>
          </a:prstGeom>
        </p:spPr>
        <p:txBody>
          <a:bodyPr vert="horz" wrap="square" lIns="0" tIns="0" rIns="0" bIns="0" rtlCol="0" anchor="ctr">
            <a:spAutoFit/>
          </a:bodyPr>
          <a:lstStyle/>
          <a:p>
            <a:pPr algn="ctr" fontAlgn="auto">
              <a:spcBef>
                <a:spcPts val="0"/>
              </a:spcBef>
              <a:spcAft>
                <a:spcPts val="0"/>
              </a:spcAft>
            </a:pPr>
            <a:fld id="{6C5AF65D-6854-49AF-ABC5-48B5BA0EA842}" type="slidenum">
              <a:rPr lang="en-US" sz="1333" smtClean="0">
                <a:solidFill>
                  <a:srgbClr val="262626">
                    <a:lumMod val="50000"/>
                    <a:lumOff val="50000"/>
                  </a:srgbClr>
                </a:solidFill>
                <a:latin typeface="HP Simplified"/>
                <a:cs typeface="HP Simplified"/>
              </a:rPr>
              <a:pPr algn="ctr" fontAlgn="auto">
                <a:spcBef>
                  <a:spcPts val="0"/>
                </a:spcBef>
                <a:spcAft>
                  <a:spcPts val="0"/>
                </a:spcAft>
              </a:pPr>
              <a:t>‹#›</a:t>
            </a:fld>
            <a:endParaRPr lang="en-US" sz="1333" dirty="0" smtClean="0">
              <a:solidFill>
                <a:srgbClr val="262626">
                  <a:lumMod val="50000"/>
                  <a:lumOff val="50000"/>
                </a:srgbClr>
              </a:solidFill>
              <a:latin typeface="HP Simplified"/>
              <a:cs typeface="HP Simplified"/>
            </a:endParaRPr>
          </a:p>
        </p:txBody>
      </p:sp>
    </p:spTree>
    <p:extLst>
      <p:ext uri="{BB962C8B-B14F-4D97-AF65-F5344CB8AC3E}">
        <p14:creationId xmlns:p14="http://schemas.microsoft.com/office/powerpoint/2010/main" val="3204626281"/>
      </p:ext>
    </p:extLst>
  </p:cSld>
  <p:clrMap bg1="lt1" tx1="dk1" bg2="lt2" tx2="dk2" accent1="accent1" accent2="accent2" accent3="accent3" accent4="accent4" accent5="accent5" accent6="accent6" hlink="hlink" folHlink="folHlink"/>
  <p:sldLayoutIdLst>
    <p:sldLayoutId id="2147486823" r:id="rId1"/>
  </p:sldLayoutIdLst>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hf hdr="0" ftr="0" dt="0"/>
  <p:txStyles>
    <p:titleStyle>
      <a:lvl1pPr algn="l" defTabSz="1219170" rtl="0" eaLnBrk="1" latinLnBrk="0" hangingPunct="1">
        <a:lnSpc>
          <a:spcPct val="90000"/>
        </a:lnSpc>
        <a:spcBef>
          <a:spcPct val="0"/>
        </a:spcBef>
        <a:buNone/>
        <a:defRPr sz="5867" kern="1200">
          <a:solidFill>
            <a:schemeClr val="tx1"/>
          </a:solidFill>
          <a:latin typeface="+mj-lt"/>
          <a:ea typeface="+mj-ea"/>
          <a:cs typeface="+mj-cs"/>
        </a:defRPr>
      </a:lvl1pPr>
    </p:titleStyle>
    <p:bodyStyle>
      <a:lvl1pPr marL="304792" indent="-304792" algn="l" defTabSz="1219170" rtl="0" eaLnBrk="1" latinLnBrk="0" hangingPunct="1">
        <a:lnSpc>
          <a:spcPct val="90000"/>
        </a:lnSpc>
        <a:spcBef>
          <a:spcPts val="1333"/>
        </a:spcBef>
        <a:buFont typeface="Arial" panose="020B0604020202020204" pitchFamily="34" charset="0"/>
        <a:buChar char="•"/>
        <a:defRPr sz="3733" kern="1200">
          <a:solidFill>
            <a:schemeClr val="tx1"/>
          </a:solidFill>
          <a:latin typeface="+mn-lt"/>
          <a:ea typeface="+mn-ea"/>
          <a:cs typeface="+mn-cs"/>
        </a:defRPr>
      </a:lvl1pPr>
      <a:lvl2pPr marL="914377" indent="-304792" algn="l" defTabSz="1219170" rtl="0" eaLnBrk="1" latinLnBrk="0" hangingPunct="1">
        <a:lnSpc>
          <a:spcPct val="90000"/>
        </a:lnSpc>
        <a:spcBef>
          <a:spcPts val="667"/>
        </a:spcBef>
        <a:buFont typeface="Arial" panose="020B0604020202020204" pitchFamily="34" charset="0"/>
        <a:buChar char="•"/>
        <a:defRPr sz="3200" kern="1200">
          <a:solidFill>
            <a:schemeClr val="tx1"/>
          </a:solidFill>
          <a:latin typeface="+mn-lt"/>
          <a:ea typeface="+mn-ea"/>
          <a:cs typeface="+mn-cs"/>
        </a:defRPr>
      </a:lvl2pPr>
      <a:lvl3pPr marL="1523962" indent="-304792" algn="l" defTabSz="1219170" rtl="0" eaLnBrk="1" latinLnBrk="0" hangingPunct="1">
        <a:lnSpc>
          <a:spcPct val="90000"/>
        </a:lnSpc>
        <a:spcBef>
          <a:spcPts val="667"/>
        </a:spcBef>
        <a:buFont typeface="Arial" panose="020B0604020202020204" pitchFamily="34" charset="0"/>
        <a:buChar char="•"/>
        <a:defRPr sz="2667" kern="1200">
          <a:solidFill>
            <a:schemeClr val="tx1"/>
          </a:solidFill>
          <a:latin typeface="+mn-lt"/>
          <a:ea typeface="+mn-ea"/>
          <a:cs typeface="+mn-cs"/>
        </a:defRPr>
      </a:lvl3pPr>
      <a:lvl4pPr marL="2133547" indent="-304792" algn="l" defTabSz="1219170" rtl="0" eaLnBrk="1" latinLnBrk="0" hangingPunct="1">
        <a:lnSpc>
          <a:spcPct val="90000"/>
        </a:lnSpc>
        <a:spcBef>
          <a:spcPts val="667"/>
        </a:spcBef>
        <a:buFont typeface="Arial" panose="020B0604020202020204" pitchFamily="34" charset="0"/>
        <a:buChar char="•"/>
        <a:defRPr sz="2400" kern="1200">
          <a:solidFill>
            <a:schemeClr val="tx1"/>
          </a:solidFill>
          <a:latin typeface="+mn-lt"/>
          <a:ea typeface="+mn-ea"/>
          <a:cs typeface="+mn-cs"/>
        </a:defRPr>
      </a:lvl4pPr>
      <a:lvl5pPr marL="2743131" indent="-304792" algn="l" defTabSz="1219170" rtl="0" eaLnBrk="1" latinLnBrk="0" hangingPunct="1">
        <a:lnSpc>
          <a:spcPct val="90000"/>
        </a:lnSpc>
        <a:spcBef>
          <a:spcPts val="667"/>
        </a:spcBef>
        <a:buFont typeface="Arial" panose="020B0604020202020204" pitchFamily="34" charset="0"/>
        <a:buChar char="•"/>
        <a:defRPr sz="2400" kern="1200">
          <a:solidFill>
            <a:schemeClr val="tx1"/>
          </a:solidFill>
          <a:latin typeface="+mn-lt"/>
          <a:ea typeface="+mn-ea"/>
          <a:cs typeface="+mn-cs"/>
        </a:defRPr>
      </a:lvl5pPr>
      <a:lvl6pPr marL="3352716" indent="-304792" algn="l" defTabSz="1219170" rtl="0" eaLnBrk="1" latinLnBrk="0" hangingPunct="1">
        <a:lnSpc>
          <a:spcPct val="90000"/>
        </a:lnSpc>
        <a:spcBef>
          <a:spcPts val="667"/>
        </a:spcBef>
        <a:buFont typeface="Arial" panose="020B0604020202020204" pitchFamily="34" charset="0"/>
        <a:buChar char="•"/>
        <a:defRPr sz="2400" kern="1200">
          <a:solidFill>
            <a:schemeClr val="tx1"/>
          </a:solidFill>
          <a:latin typeface="+mn-lt"/>
          <a:ea typeface="+mn-ea"/>
          <a:cs typeface="+mn-cs"/>
        </a:defRPr>
      </a:lvl6pPr>
      <a:lvl7pPr marL="3962301" indent="-304792" algn="l" defTabSz="1219170" rtl="0" eaLnBrk="1" latinLnBrk="0" hangingPunct="1">
        <a:lnSpc>
          <a:spcPct val="90000"/>
        </a:lnSpc>
        <a:spcBef>
          <a:spcPts val="667"/>
        </a:spcBef>
        <a:buFont typeface="Arial" panose="020B0604020202020204" pitchFamily="34" charset="0"/>
        <a:buChar char="•"/>
        <a:defRPr sz="2400" kern="1200">
          <a:solidFill>
            <a:schemeClr val="tx1"/>
          </a:solidFill>
          <a:latin typeface="+mn-lt"/>
          <a:ea typeface="+mn-ea"/>
          <a:cs typeface="+mn-cs"/>
        </a:defRPr>
      </a:lvl7pPr>
      <a:lvl8pPr marL="4571886" indent="-304792" algn="l" defTabSz="1219170" rtl="0" eaLnBrk="1" latinLnBrk="0" hangingPunct="1">
        <a:lnSpc>
          <a:spcPct val="90000"/>
        </a:lnSpc>
        <a:spcBef>
          <a:spcPts val="667"/>
        </a:spcBef>
        <a:buFont typeface="Arial" panose="020B0604020202020204" pitchFamily="34" charset="0"/>
        <a:buChar char="•"/>
        <a:defRPr sz="2400" kern="1200">
          <a:solidFill>
            <a:schemeClr val="tx1"/>
          </a:solidFill>
          <a:latin typeface="+mn-lt"/>
          <a:ea typeface="+mn-ea"/>
          <a:cs typeface="+mn-cs"/>
        </a:defRPr>
      </a:lvl8pPr>
      <a:lvl9pPr marL="5181470" indent="-304792" algn="l" defTabSz="1219170" rtl="0" eaLnBrk="1" latinLnBrk="0" hangingPunct="1">
        <a:lnSpc>
          <a:spcPct val="90000"/>
        </a:lnSpc>
        <a:spcBef>
          <a:spcPts val="667"/>
        </a:spcBef>
        <a:buFont typeface="Arial" panose="020B0604020202020204" pitchFamily="34" charset="0"/>
        <a:buChar char="•"/>
        <a:defRPr sz="2400" kern="1200">
          <a:solidFill>
            <a:schemeClr val="tx1"/>
          </a:solidFill>
          <a:latin typeface="+mn-lt"/>
          <a:ea typeface="+mn-ea"/>
          <a:cs typeface="+mn-cs"/>
        </a:defRPr>
      </a:lvl9pPr>
    </p:bodyStyle>
    <p:other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p:otherStyle>
  </p:txStyles>
</p:sldMaster>
</file>

<file path=ppt/slideMasters/slideMaster20.xml><?xml version="1.0" encoding="utf-8"?>
<p:sldMaster xmlns:a="http://schemas.openxmlformats.org/drawingml/2006/main" xmlns:r="http://schemas.openxmlformats.org/officeDocument/2006/relationships" xmlns:p="http://schemas.openxmlformats.org/presentationml/2006/main" preserve="1">
  <p:cSld>
    <p:bg>
      <p:bgPr>
        <a:blipFill dpi="0" rotWithShape="1">
          <a:blip r:embed="rId3">
            <a:lum/>
          </a:blip>
          <a:srcRect/>
          <a:stretch>
            <a:fillRect/>
          </a:stretch>
        </a:blipFill>
        <a:effectLst/>
      </p:bgPr>
    </p:bg>
    <p:spTree>
      <p:nvGrpSpPr>
        <p:cNvPr id="1" name=""/>
        <p:cNvGrpSpPr/>
        <p:nvPr/>
      </p:nvGrpSpPr>
      <p:grpSpPr>
        <a:xfrm>
          <a:off x="0" y="0"/>
          <a:ext cx="0" cy="0"/>
          <a:chOff x="0" y="0"/>
          <a:chExt cx="0" cy="0"/>
        </a:xfrm>
      </p:grpSpPr>
      <p:sp>
        <p:nvSpPr>
          <p:cNvPr id="9" name="Pentagon 8"/>
          <p:cNvSpPr/>
          <p:nvPr userDrawn="1"/>
        </p:nvSpPr>
        <p:spPr>
          <a:xfrm rot="16200000" flipH="1">
            <a:off x="5813793" y="-5839192"/>
            <a:ext cx="564412" cy="12192000"/>
          </a:xfrm>
          <a:prstGeom prst="homePlate">
            <a:avLst>
              <a:gd name="adj" fmla="val 82824"/>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375467" fontAlgn="auto">
              <a:spcBef>
                <a:spcPts val="0"/>
              </a:spcBef>
              <a:spcAft>
                <a:spcPts val="0"/>
              </a:spcAft>
            </a:pPr>
            <a:endParaRPr lang="en-US" sz="2667">
              <a:solidFill>
                <a:srgbClr val="FFFFFF"/>
              </a:solidFill>
            </a:endParaRPr>
          </a:p>
        </p:txBody>
      </p:sp>
      <p:sp>
        <p:nvSpPr>
          <p:cNvPr id="7" name="Pentagon 6"/>
          <p:cNvSpPr/>
          <p:nvPr userDrawn="1"/>
        </p:nvSpPr>
        <p:spPr>
          <a:xfrm rot="5400000" flipH="1" flipV="1">
            <a:off x="5905499" y="571499"/>
            <a:ext cx="380999" cy="12192000"/>
          </a:xfrm>
          <a:prstGeom prst="homePlate">
            <a:avLst>
              <a:gd name="adj" fmla="val 82824"/>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375467" fontAlgn="auto">
              <a:spcBef>
                <a:spcPts val="0"/>
              </a:spcBef>
              <a:spcAft>
                <a:spcPts val="0"/>
              </a:spcAft>
            </a:pPr>
            <a:endParaRPr lang="en-US" sz="2667">
              <a:solidFill>
                <a:srgbClr val="FFFFFF"/>
              </a:solidFill>
            </a:endParaRPr>
          </a:p>
        </p:txBody>
      </p:sp>
      <p:sp>
        <p:nvSpPr>
          <p:cNvPr id="10" name="TextBox 9"/>
          <p:cNvSpPr txBox="1"/>
          <p:nvPr userDrawn="1"/>
        </p:nvSpPr>
        <p:spPr bwMode="gray">
          <a:xfrm>
            <a:off x="5892800" y="6578633"/>
            <a:ext cx="406400" cy="205121"/>
          </a:xfrm>
          <a:prstGeom prst="rect">
            <a:avLst/>
          </a:prstGeom>
        </p:spPr>
        <p:txBody>
          <a:bodyPr vert="horz" wrap="square" lIns="0" tIns="0" rIns="0" bIns="0" rtlCol="0" anchor="ctr">
            <a:spAutoFit/>
          </a:bodyPr>
          <a:lstStyle/>
          <a:p>
            <a:pPr algn="ctr" fontAlgn="auto">
              <a:spcBef>
                <a:spcPts val="0"/>
              </a:spcBef>
              <a:spcAft>
                <a:spcPts val="0"/>
              </a:spcAft>
            </a:pPr>
            <a:fld id="{6C5AF65D-6854-49AF-ABC5-48B5BA0EA842}" type="slidenum">
              <a:rPr lang="en-US" sz="1333" smtClean="0">
                <a:solidFill>
                  <a:srgbClr val="262626">
                    <a:lumMod val="50000"/>
                    <a:lumOff val="50000"/>
                  </a:srgbClr>
                </a:solidFill>
                <a:latin typeface="HP Simplified"/>
                <a:cs typeface="HP Simplified"/>
              </a:rPr>
              <a:pPr algn="ctr" fontAlgn="auto">
                <a:spcBef>
                  <a:spcPts val="0"/>
                </a:spcBef>
                <a:spcAft>
                  <a:spcPts val="0"/>
                </a:spcAft>
              </a:pPr>
              <a:t>‹#›</a:t>
            </a:fld>
            <a:endParaRPr lang="en-US" sz="1333" dirty="0" smtClean="0">
              <a:solidFill>
                <a:srgbClr val="262626">
                  <a:lumMod val="50000"/>
                  <a:lumOff val="50000"/>
                </a:srgbClr>
              </a:solidFill>
              <a:latin typeface="HP Simplified"/>
              <a:cs typeface="HP Simplified"/>
            </a:endParaRPr>
          </a:p>
        </p:txBody>
      </p:sp>
    </p:spTree>
    <p:extLst>
      <p:ext uri="{BB962C8B-B14F-4D97-AF65-F5344CB8AC3E}">
        <p14:creationId xmlns:p14="http://schemas.microsoft.com/office/powerpoint/2010/main" val="3076982415"/>
      </p:ext>
    </p:extLst>
  </p:cSld>
  <p:clrMap bg1="lt1" tx1="dk1" bg2="lt2" tx2="dk2" accent1="accent1" accent2="accent2" accent3="accent3" accent4="accent4" accent5="accent5" accent6="accent6" hlink="hlink" folHlink="folHlink"/>
  <p:sldLayoutIdLst>
    <p:sldLayoutId id="2147486825" r:id="rId1"/>
  </p:sldLayoutIdLst>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hf hdr="0" ftr="0" dt="0"/>
  <p:txStyles>
    <p:titleStyle>
      <a:lvl1pPr algn="l" defTabSz="1219170" rtl="0" eaLnBrk="1" latinLnBrk="0" hangingPunct="1">
        <a:lnSpc>
          <a:spcPct val="90000"/>
        </a:lnSpc>
        <a:spcBef>
          <a:spcPct val="0"/>
        </a:spcBef>
        <a:buNone/>
        <a:defRPr sz="5867" kern="1200">
          <a:solidFill>
            <a:schemeClr val="tx1"/>
          </a:solidFill>
          <a:latin typeface="+mj-lt"/>
          <a:ea typeface="+mj-ea"/>
          <a:cs typeface="+mj-cs"/>
        </a:defRPr>
      </a:lvl1pPr>
    </p:titleStyle>
    <p:bodyStyle>
      <a:lvl1pPr marL="304792" indent="-304792" algn="l" defTabSz="1219170" rtl="0" eaLnBrk="1" latinLnBrk="0" hangingPunct="1">
        <a:lnSpc>
          <a:spcPct val="90000"/>
        </a:lnSpc>
        <a:spcBef>
          <a:spcPts val="1333"/>
        </a:spcBef>
        <a:buFont typeface="Arial" panose="020B0604020202020204" pitchFamily="34" charset="0"/>
        <a:buChar char="•"/>
        <a:defRPr sz="3733" kern="1200">
          <a:solidFill>
            <a:schemeClr val="tx1"/>
          </a:solidFill>
          <a:latin typeface="+mn-lt"/>
          <a:ea typeface="+mn-ea"/>
          <a:cs typeface="+mn-cs"/>
        </a:defRPr>
      </a:lvl1pPr>
      <a:lvl2pPr marL="914377" indent="-304792" algn="l" defTabSz="1219170" rtl="0" eaLnBrk="1" latinLnBrk="0" hangingPunct="1">
        <a:lnSpc>
          <a:spcPct val="90000"/>
        </a:lnSpc>
        <a:spcBef>
          <a:spcPts val="667"/>
        </a:spcBef>
        <a:buFont typeface="Arial" panose="020B0604020202020204" pitchFamily="34" charset="0"/>
        <a:buChar char="•"/>
        <a:defRPr sz="3200" kern="1200">
          <a:solidFill>
            <a:schemeClr val="tx1"/>
          </a:solidFill>
          <a:latin typeface="+mn-lt"/>
          <a:ea typeface="+mn-ea"/>
          <a:cs typeface="+mn-cs"/>
        </a:defRPr>
      </a:lvl2pPr>
      <a:lvl3pPr marL="1523962" indent="-304792" algn="l" defTabSz="1219170" rtl="0" eaLnBrk="1" latinLnBrk="0" hangingPunct="1">
        <a:lnSpc>
          <a:spcPct val="90000"/>
        </a:lnSpc>
        <a:spcBef>
          <a:spcPts val="667"/>
        </a:spcBef>
        <a:buFont typeface="Arial" panose="020B0604020202020204" pitchFamily="34" charset="0"/>
        <a:buChar char="•"/>
        <a:defRPr sz="2667" kern="1200">
          <a:solidFill>
            <a:schemeClr val="tx1"/>
          </a:solidFill>
          <a:latin typeface="+mn-lt"/>
          <a:ea typeface="+mn-ea"/>
          <a:cs typeface="+mn-cs"/>
        </a:defRPr>
      </a:lvl3pPr>
      <a:lvl4pPr marL="2133547" indent="-304792" algn="l" defTabSz="1219170" rtl="0" eaLnBrk="1" latinLnBrk="0" hangingPunct="1">
        <a:lnSpc>
          <a:spcPct val="90000"/>
        </a:lnSpc>
        <a:spcBef>
          <a:spcPts val="667"/>
        </a:spcBef>
        <a:buFont typeface="Arial" panose="020B0604020202020204" pitchFamily="34" charset="0"/>
        <a:buChar char="•"/>
        <a:defRPr sz="2400" kern="1200">
          <a:solidFill>
            <a:schemeClr val="tx1"/>
          </a:solidFill>
          <a:latin typeface="+mn-lt"/>
          <a:ea typeface="+mn-ea"/>
          <a:cs typeface="+mn-cs"/>
        </a:defRPr>
      </a:lvl4pPr>
      <a:lvl5pPr marL="2743131" indent="-304792" algn="l" defTabSz="1219170" rtl="0" eaLnBrk="1" latinLnBrk="0" hangingPunct="1">
        <a:lnSpc>
          <a:spcPct val="90000"/>
        </a:lnSpc>
        <a:spcBef>
          <a:spcPts val="667"/>
        </a:spcBef>
        <a:buFont typeface="Arial" panose="020B0604020202020204" pitchFamily="34" charset="0"/>
        <a:buChar char="•"/>
        <a:defRPr sz="2400" kern="1200">
          <a:solidFill>
            <a:schemeClr val="tx1"/>
          </a:solidFill>
          <a:latin typeface="+mn-lt"/>
          <a:ea typeface="+mn-ea"/>
          <a:cs typeface="+mn-cs"/>
        </a:defRPr>
      </a:lvl5pPr>
      <a:lvl6pPr marL="3352716" indent="-304792" algn="l" defTabSz="1219170" rtl="0" eaLnBrk="1" latinLnBrk="0" hangingPunct="1">
        <a:lnSpc>
          <a:spcPct val="90000"/>
        </a:lnSpc>
        <a:spcBef>
          <a:spcPts val="667"/>
        </a:spcBef>
        <a:buFont typeface="Arial" panose="020B0604020202020204" pitchFamily="34" charset="0"/>
        <a:buChar char="•"/>
        <a:defRPr sz="2400" kern="1200">
          <a:solidFill>
            <a:schemeClr val="tx1"/>
          </a:solidFill>
          <a:latin typeface="+mn-lt"/>
          <a:ea typeface="+mn-ea"/>
          <a:cs typeface="+mn-cs"/>
        </a:defRPr>
      </a:lvl6pPr>
      <a:lvl7pPr marL="3962301" indent="-304792" algn="l" defTabSz="1219170" rtl="0" eaLnBrk="1" latinLnBrk="0" hangingPunct="1">
        <a:lnSpc>
          <a:spcPct val="90000"/>
        </a:lnSpc>
        <a:spcBef>
          <a:spcPts val="667"/>
        </a:spcBef>
        <a:buFont typeface="Arial" panose="020B0604020202020204" pitchFamily="34" charset="0"/>
        <a:buChar char="•"/>
        <a:defRPr sz="2400" kern="1200">
          <a:solidFill>
            <a:schemeClr val="tx1"/>
          </a:solidFill>
          <a:latin typeface="+mn-lt"/>
          <a:ea typeface="+mn-ea"/>
          <a:cs typeface="+mn-cs"/>
        </a:defRPr>
      </a:lvl7pPr>
      <a:lvl8pPr marL="4571886" indent="-304792" algn="l" defTabSz="1219170" rtl="0" eaLnBrk="1" latinLnBrk="0" hangingPunct="1">
        <a:lnSpc>
          <a:spcPct val="90000"/>
        </a:lnSpc>
        <a:spcBef>
          <a:spcPts val="667"/>
        </a:spcBef>
        <a:buFont typeface="Arial" panose="020B0604020202020204" pitchFamily="34" charset="0"/>
        <a:buChar char="•"/>
        <a:defRPr sz="2400" kern="1200">
          <a:solidFill>
            <a:schemeClr val="tx1"/>
          </a:solidFill>
          <a:latin typeface="+mn-lt"/>
          <a:ea typeface="+mn-ea"/>
          <a:cs typeface="+mn-cs"/>
        </a:defRPr>
      </a:lvl8pPr>
      <a:lvl9pPr marL="5181470" indent="-304792" algn="l" defTabSz="1219170" rtl="0" eaLnBrk="1" latinLnBrk="0" hangingPunct="1">
        <a:lnSpc>
          <a:spcPct val="90000"/>
        </a:lnSpc>
        <a:spcBef>
          <a:spcPts val="667"/>
        </a:spcBef>
        <a:buFont typeface="Arial" panose="020B0604020202020204" pitchFamily="34" charset="0"/>
        <a:buChar char="•"/>
        <a:defRPr sz="2400" kern="1200">
          <a:solidFill>
            <a:schemeClr val="tx1"/>
          </a:solidFill>
          <a:latin typeface="+mn-lt"/>
          <a:ea typeface="+mn-ea"/>
          <a:cs typeface="+mn-cs"/>
        </a:defRPr>
      </a:lvl9pPr>
    </p:bodyStyle>
    <p:other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p:otherStyle>
  </p:txStyles>
</p:sldMaster>
</file>

<file path=ppt/slideMasters/slideMaster21.xml><?xml version="1.0" encoding="utf-8"?>
<p:sldMaster xmlns:a="http://schemas.openxmlformats.org/drawingml/2006/main" xmlns:r="http://schemas.openxmlformats.org/officeDocument/2006/relationships" xmlns:p="http://schemas.openxmlformats.org/presentationml/2006/main" preserve="1">
  <p:cSld>
    <p:bg>
      <p:bgPr>
        <a:blipFill dpi="0" rotWithShape="1">
          <a:blip r:embed="rId21">
            <a:lum/>
          </a:blip>
          <a:srcRect/>
          <a:stretch>
            <a:fillRect/>
          </a:stretch>
        </a:blipFill>
        <a:effectLst/>
      </p:bgPr>
    </p:bg>
    <p:spTree>
      <p:nvGrpSpPr>
        <p:cNvPr id="1" name=""/>
        <p:cNvGrpSpPr/>
        <p:nvPr/>
      </p:nvGrpSpPr>
      <p:grpSpPr>
        <a:xfrm>
          <a:off x="0" y="0"/>
          <a:ext cx="0" cy="0"/>
          <a:chOff x="0" y="0"/>
          <a:chExt cx="0" cy="0"/>
        </a:xfrm>
      </p:grpSpPr>
      <p:sp>
        <p:nvSpPr>
          <p:cNvPr id="2" name="Pentagon 1"/>
          <p:cNvSpPr/>
          <p:nvPr userDrawn="1"/>
        </p:nvSpPr>
        <p:spPr>
          <a:xfrm rot="16200000" flipH="1">
            <a:off x="5813793" y="-5839192"/>
            <a:ext cx="564412" cy="12192000"/>
          </a:xfrm>
          <a:prstGeom prst="homePlate">
            <a:avLst>
              <a:gd name="adj" fmla="val 82824"/>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375467" fontAlgn="auto">
              <a:spcBef>
                <a:spcPts val="0"/>
              </a:spcBef>
              <a:spcAft>
                <a:spcPts val="0"/>
              </a:spcAft>
            </a:pPr>
            <a:endParaRPr lang="en-US" sz="2667">
              <a:solidFill>
                <a:srgbClr val="FFFFFF"/>
              </a:solidFill>
            </a:endParaRPr>
          </a:p>
        </p:txBody>
      </p:sp>
      <p:sp>
        <p:nvSpPr>
          <p:cNvPr id="3" name="Pentagon 2"/>
          <p:cNvSpPr/>
          <p:nvPr userDrawn="1"/>
        </p:nvSpPr>
        <p:spPr>
          <a:xfrm rot="5400000" flipH="1" flipV="1">
            <a:off x="5905499" y="571499"/>
            <a:ext cx="380999" cy="12192000"/>
          </a:xfrm>
          <a:prstGeom prst="homePlate">
            <a:avLst>
              <a:gd name="adj" fmla="val 82824"/>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375467" fontAlgn="auto">
              <a:spcBef>
                <a:spcPts val="0"/>
              </a:spcBef>
              <a:spcAft>
                <a:spcPts val="0"/>
              </a:spcAft>
            </a:pPr>
            <a:endParaRPr lang="en-US" sz="2667">
              <a:solidFill>
                <a:srgbClr val="FFFFFF"/>
              </a:solidFill>
            </a:endParaRPr>
          </a:p>
        </p:txBody>
      </p:sp>
      <p:sp>
        <p:nvSpPr>
          <p:cNvPr id="4" name="TextBox 3"/>
          <p:cNvSpPr txBox="1"/>
          <p:nvPr userDrawn="1"/>
        </p:nvSpPr>
        <p:spPr bwMode="gray">
          <a:xfrm>
            <a:off x="5892800" y="6578633"/>
            <a:ext cx="406400" cy="205121"/>
          </a:xfrm>
          <a:prstGeom prst="rect">
            <a:avLst/>
          </a:prstGeom>
        </p:spPr>
        <p:txBody>
          <a:bodyPr vert="horz" wrap="square" lIns="0" tIns="0" rIns="0" bIns="0" rtlCol="0" anchor="ctr">
            <a:spAutoFit/>
          </a:bodyPr>
          <a:lstStyle/>
          <a:p>
            <a:pPr algn="ctr" fontAlgn="auto">
              <a:spcBef>
                <a:spcPts val="0"/>
              </a:spcBef>
              <a:spcAft>
                <a:spcPts val="0"/>
              </a:spcAft>
            </a:pPr>
            <a:fld id="{6C5AF65D-6854-49AF-ABC5-48B5BA0EA842}" type="slidenum">
              <a:rPr lang="en-US" sz="1333" smtClean="0">
                <a:solidFill>
                  <a:srgbClr val="262626">
                    <a:lumMod val="50000"/>
                    <a:lumOff val="50000"/>
                  </a:srgbClr>
                </a:solidFill>
                <a:latin typeface="HP Simplified"/>
                <a:cs typeface="HP Simplified"/>
              </a:rPr>
              <a:pPr algn="ctr" fontAlgn="auto">
                <a:spcBef>
                  <a:spcPts val="0"/>
                </a:spcBef>
                <a:spcAft>
                  <a:spcPts val="0"/>
                </a:spcAft>
              </a:pPr>
              <a:t>‹#›</a:t>
            </a:fld>
            <a:endParaRPr lang="en-US" sz="1333" dirty="0" smtClean="0">
              <a:solidFill>
                <a:srgbClr val="262626">
                  <a:lumMod val="50000"/>
                  <a:lumOff val="50000"/>
                </a:srgbClr>
              </a:solidFill>
              <a:latin typeface="HP Simplified"/>
              <a:cs typeface="HP Simplified"/>
            </a:endParaRPr>
          </a:p>
        </p:txBody>
      </p:sp>
    </p:spTree>
    <p:extLst>
      <p:ext uri="{BB962C8B-B14F-4D97-AF65-F5344CB8AC3E}">
        <p14:creationId xmlns:p14="http://schemas.microsoft.com/office/powerpoint/2010/main" val="199115956"/>
      </p:ext>
    </p:extLst>
  </p:cSld>
  <p:clrMap bg1="lt1" tx1="dk1" bg2="lt2" tx2="dk2" accent1="accent1" accent2="accent2" accent3="accent3" accent4="accent4" accent5="accent5" accent6="accent6" hlink="hlink" folHlink="folHlink"/>
  <p:sldLayoutIdLst>
    <p:sldLayoutId id="2147486827" r:id="rId1"/>
    <p:sldLayoutId id="2147486828" r:id="rId2"/>
    <p:sldLayoutId id="2147486829" r:id="rId3"/>
    <p:sldLayoutId id="2147486830" r:id="rId4"/>
    <p:sldLayoutId id="2147486832" r:id="rId5"/>
    <p:sldLayoutId id="2147486833" r:id="rId6"/>
    <p:sldLayoutId id="2147486834" r:id="rId7"/>
    <p:sldLayoutId id="2147486835" r:id="rId8"/>
    <p:sldLayoutId id="2147486836" r:id="rId9"/>
    <p:sldLayoutId id="2147486837" r:id="rId10"/>
    <p:sldLayoutId id="2147486838" r:id="rId11"/>
    <p:sldLayoutId id="2147486839" r:id="rId12"/>
    <p:sldLayoutId id="2147486840" r:id="rId13"/>
    <p:sldLayoutId id="2147486841" r:id="rId14"/>
    <p:sldLayoutId id="2147486842" r:id="rId15"/>
    <p:sldLayoutId id="2147486843" r:id="rId16"/>
    <p:sldLayoutId id="2147486844" r:id="rId17"/>
    <p:sldLayoutId id="2147486845" r:id="rId18"/>
    <p:sldLayoutId id="2147486846" r:id="rId19"/>
  </p:sldLayoutIdLst>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hf hdr="0" ftr="0" dt="0"/>
  <p:txStyles>
    <p:titleStyle>
      <a:lvl1pPr algn="ctr" defTabSz="1219139" rtl="0" eaLnBrk="1" latinLnBrk="0" hangingPunct="1">
        <a:spcBef>
          <a:spcPct val="0"/>
        </a:spcBef>
        <a:buNone/>
        <a:defRPr sz="5867" kern="1200">
          <a:solidFill>
            <a:schemeClr val="tx1"/>
          </a:solidFill>
          <a:latin typeface="+mj-lt"/>
          <a:ea typeface="+mj-ea"/>
          <a:cs typeface="+mj-cs"/>
        </a:defRPr>
      </a:lvl1pPr>
    </p:titleStyle>
    <p:bodyStyle>
      <a:lvl1pPr marL="457177" indent="-457177" algn="l" defTabSz="1219139" rtl="0" eaLnBrk="1" latinLnBrk="0" hangingPunct="1">
        <a:spcBef>
          <a:spcPct val="20000"/>
        </a:spcBef>
        <a:buFont typeface="Arial" pitchFamily="34" charset="0"/>
        <a:buChar char="•"/>
        <a:defRPr sz="4267" kern="1200">
          <a:solidFill>
            <a:schemeClr val="tx1"/>
          </a:solidFill>
          <a:latin typeface="+mn-lt"/>
          <a:ea typeface="+mn-ea"/>
          <a:cs typeface="+mn-cs"/>
        </a:defRPr>
      </a:lvl1pPr>
      <a:lvl2pPr marL="990551" indent="-380982" algn="l" defTabSz="1219139" rtl="0" eaLnBrk="1" latinLnBrk="0" hangingPunct="1">
        <a:spcBef>
          <a:spcPct val="20000"/>
        </a:spcBef>
        <a:buFont typeface="Arial" pitchFamily="34" charset="0"/>
        <a:buChar char="–"/>
        <a:defRPr sz="3733" kern="1200">
          <a:solidFill>
            <a:schemeClr val="tx1"/>
          </a:solidFill>
          <a:latin typeface="+mn-lt"/>
          <a:ea typeface="+mn-ea"/>
          <a:cs typeface="+mn-cs"/>
        </a:defRPr>
      </a:lvl2pPr>
      <a:lvl3pPr marL="1523923" indent="-304784" algn="l" defTabSz="1219139" rtl="0" eaLnBrk="1" latinLnBrk="0" hangingPunct="1">
        <a:spcBef>
          <a:spcPct val="20000"/>
        </a:spcBef>
        <a:buFont typeface="Arial" pitchFamily="34" charset="0"/>
        <a:buChar char="•"/>
        <a:defRPr sz="3200" kern="1200">
          <a:solidFill>
            <a:schemeClr val="tx1"/>
          </a:solidFill>
          <a:latin typeface="+mn-lt"/>
          <a:ea typeface="+mn-ea"/>
          <a:cs typeface="+mn-cs"/>
        </a:defRPr>
      </a:lvl3pPr>
      <a:lvl4pPr marL="2133493" indent="-304784" algn="l" defTabSz="1219139" rtl="0" eaLnBrk="1" latinLnBrk="0" hangingPunct="1">
        <a:spcBef>
          <a:spcPct val="20000"/>
        </a:spcBef>
        <a:buFont typeface="Arial" pitchFamily="34" charset="0"/>
        <a:buChar char="–"/>
        <a:defRPr sz="2667" kern="1200">
          <a:solidFill>
            <a:schemeClr val="tx1"/>
          </a:solidFill>
          <a:latin typeface="+mn-lt"/>
          <a:ea typeface="+mn-ea"/>
          <a:cs typeface="+mn-cs"/>
        </a:defRPr>
      </a:lvl4pPr>
      <a:lvl5pPr marL="2743063" indent="-304784" algn="l" defTabSz="1219139" rtl="0" eaLnBrk="1" latinLnBrk="0" hangingPunct="1">
        <a:spcBef>
          <a:spcPct val="20000"/>
        </a:spcBef>
        <a:buFont typeface="Arial" pitchFamily="34" charset="0"/>
        <a:buChar char="»"/>
        <a:defRPr sz="2667" kern="1200">
          <a:solidFill>
            <a:schemeClr val="tx1"/>
          </a:solidFill>
          <a:latin typeface="+mn-lt"/>
          <a:ea typeface="+mn-ea"/>
          <a:cs typeface="+mn-cs"/>
        </a:defRPr>
      </a:lvl5pPr>
      <a:lvl6pPr marL="3352632" indent="-304784" algn="l" defTabSz="1219139" rtl="0" eaLnBrk="1" latinLnBrk="0" hangingPunct="1">
        <a:spcBef>
          <a:spcPct val="20000"/>
        </a:spcBef>
        <a:buFont typeface="Arial" pitchFamily="34" charset="0"/>
        <a:buChar char="•"/>
        <a:defRPr sz="2667" kern="1200">
          <a:solidFill>
            <a:schemeClr val="tx1"/>
          </a:solidFill>
          <a:latin typeface="+mn-lt"/>
          <a:ea typeface="+mn-ea"/>
          <a:cs typeface="+mn-cs"/>
        </a:defRPr>
      </a:lvl6pPr>
      <a:lvl7pPr marL="3962202" indent="-304784" algn="l" defTabSz="1219139" rtl="0" eaLnBrk="1" latinLnBrk="0" hangingPunct="1">
        <a:spcBef>
          <a:spcPct val="20000"/>
        </a:spcBef>
        <a:buFont typeface="Arial" pitchFamily="34" charset="0"/>
        <a:buChar char="•"/>
        <a:defRPr sz="2667" kern="1200">
          <a:solidFill>
            <a:schemeClr val="tx1"/>
          </a:solidFill>
          <a:latin typeface="+mn-lt"/>
          <a:ea typeface="+mn-ea"/>
          <a:cs typeface="+mn-cs"/>
        </a:defRPr>
      </a:lvl7pPr>
      <a:lvl8pPr marL="4571771" indent="-304784" algn="l" defTabSz="1219139" rtl="0" eaLnBrk="1" latinLnBrk="0" hangingPunct="1">
        <a:spcBef>
          <a:spcPct val="20000"/>
        </a:spcBef>
        <a:buFont typeface="Arial" pitchFamily="34" charset="0"/>
        <a:buChar char="•"/>
        <a:defRPr sz="2667" kern="1200">
          <a:solidFill>
            <a:schemeClr val="tx1"/>
          </a:solidFill>
          <a:latin typeface="+mn-lt"/>
          <a:ea typeface="+mn-ea"/>
          <a:cs typeface="+mn-cs"/>
        </a:defRPr>
      </a:lvl8pPr>
      <a:lvl9pPr marL="5181341" indent="-304784" algn="l" defTabSz="1219139" rtl="0" eaLnBrk="1" latinLnBrk="0"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en-US"/>
      </a:defPPr>
      <a:lvl1pPr marL="0" algn="l" defTabSz="1219139" rtl="0" eaLnBrk="1" latinLnBrk="0" hangingPunct="1">
        <a:defRPr sz="2400" kern="1200">
          <a:solidFill>
            <a:schemeClr val="tx1"/>
          </a:solidFill>
          <a:latin typeface="+mn-lt"/>
          <a:ea typeface="+mn-ea"/>
          <a:cs typeface="+mn-cs"/>
        </a:defRPr>
      </a:lvl1pPr>
      <a:lvl2pPr marL="609570" algn="l" defTabSz="1219139" rtl="0" eaLnBrk="1" latinLnBrk="0" hangingPunct="1">
        <a:defRPr sz="2400" kern="1200">
          <a:solidFill>
            <a:schemeClr val="tx1"/>
          </a:solidFill>
          <a:latin typeface="+mn-lt"/>
          <a:ea typeface="+mn-ea"/>
          <a:cs typeface="+mn-cs"/>
        </a:defRPr>
      </a:lvl2pPr>
      <a:lvl3pPr marL="1219139" algn="l" defTabSz="1219139" rtl="0" eaLnBrk="1" latinLnBrk="0" hangingPunct="1">
        <a:defRPr sz="2400" kern="1200">
          <a:solidFill>
            <a:schemeClr val="tx1"/>
          </a:solidFill>
          <a:latin typeface="+mn-lt"/>
          <a:ea typeface="+mn-ea"/>
          <a:cs typeface="+mn-cs"/>
        </a:defRPr>
      </a:lvl3pPr>
      <a:lvl4pPr marL="1828709" algn="l" defTabSz="1219139" rtl="0" eaLnBrk="1" latinLnBrk="0" hangingPunct="1">
        <a:defRPr sz="2400" kern="1200">
          <a:solidFill>
            <a:schemeClr val="tx1"/>
          </a:solidFill>
          <a:latin typeface="+mn-lt"/>
          <a:ea typeface="+mn-ea"/>
          <a:cs typeface="+mn-cs"/>
        </a:defRPr>
      </a:lvl4pPr>
      <a:lvl5pPr marL="2438278" algn="l" defTabSz="1219139" rtl="0" eaLnBrk="1" latinLnBrk="0" hangingPunct="1">
        <a:defRPr sz="2400" kern="1200">
          <a:solidFill>
            <a:schemeClr val="tx1"/>
          </a:solidFill>
          <a:latin typeface="+mn-lt"/>
          <a:ea typeface="+mn-ea"/>
          <a:cs typeface="+mn-cs"/>
        </a:defRPr>
      </a:lvl5pPr>
      <a:lvl6pPr marL="3047848" algn="l" defTabSz="1219139" rtl="0" eaLnBrk="1" latinLnBrk="0" hangingPunct="1">
        <a:defRPr sz="2400" kern="1200">
          <a:solidFill>
            <a:schemeClr val="tx1"/>
          </a:solidFill>
          <a:latin typeface="+mn-lt"/>
          <a:ea typeface="+mn-ea"/>
          <a:cs typeface="+mn-cs"/>
        </a:defRPr>
      </a:lvl6pPr>
      <a:lvl7pPr marL="3657417" algn="l" defTabSz="1219139" rtl="0" eaLnBrk="1" latinLnBrk="0" hangingPunct="1">
        <a:defRPr sz="2400" kern="1200">
          <a:solidFill>
            <a:schemeClr val="tx1"/>
          </a:solidFill>
          <a:latin typeface="+mn-lt"/>
          <a:ea typeface="+mn-ea"/>
          <a:cs typeface="+mn-cs"/>
        </a:defRPr>
      </a:lvl7pPr>
      <a:lvl8pPr marL="4266987" algn="l" defTabSz="1219139" rtl="0" eaLnBrk="1" latinLnBrk="0" hangingPunct="1">
        <a:defRPr sz="2400" kern="1200">
          <a:solidFill>
            <a:schemeClr val="tx1"/>
          </a:solidFill>
          <a:latin typeface="+mn-lt"/>
          <a:ea typeface="+mn-ea"/>
          <a:cs typeface="+mn-cs"/>
        </a:defRPr>
      </a:lvl8pPr>
      <a:lvl9pPr marL="4876557" algn="l" defTabSz="1219139" rtl="0" eaLnBrk="1" latinLnBrk="0" hangingPunct="1">
        <a:defRPr sz="2400" kern="1200">
          <a:solidFill>
            <a:schemeClr val="tx1"/>
          </a:solidFill>
          <a:latin typeface="+mn-lt"/>
          <a:ea typeface="+mn-ea"/>
          <a:cs typeface="+mn-cs"/>
        </a:defRPr>
      </a:lvl9pPr>
    </p:otherStyle>
  </p:txStyles>
</p:sldMaster>
</file>

<file path=ppt/slideMasters/slideMaster22.xml><?xml version="1.0" encoding="utf-8"?>
<p:sldMaster xmlns:a="http://schemas.openxmlformats.org/drawingml/2006/main" xmlns:r="http://schemas.openxmlformats.org/officeDocument/2006/relationships" xmlns:p="http://schemas.openxmlformats.org/presentationml/2006/main" preserve="1">
  <p:cSld>
    <p:bg>
      <p:bgPr>
        <a:blipFill dpi="0" rotWithShape="1">
          <a:blip r:embed="rId20">
            <a:lum/>
          </a:blip>
          <a:srcRect/>
          <a:stretch>
            <a:fillRect/>
          </a:stretch>
        </a:blipFill>
        <a:effectLst/>
      </p:bgPr>
    </p:bg>
    <p:spTree>
      <p:nvGrpSpPr>
        <p:cNvPr id="1" name=""/>
        <p:cNvGrpSpPr/>
        <p:nvPr/>
      </p:nvGrpSpPr>
      <p:grpSpPr>
        <a:xfrm>
          <a:off x="0" y="0"/>
          <a:ext cx="0" cy="0"/>
          <a:chOff x="0" y="0"/>
          <a:chExt cx="0" cy="0"/>
        </a:xfrm>
      </p:grpSpPr>
      <p:sp>
        <p:nvSpPr>
          <p:cNvPr id="2" name="Pentagon 1"/>
          <p:cNvSpPr/>
          <p:nvPr userDrawn="1"/>
        </p:nvSpPr>
        <p:spPr>
          <a:xfrm rot="16200000" flipH="1">
            <a:off x="5813793" y="-5839192"/>
            <a:ext cx="564412" cy="12192000"/>
          </a:xfrm>
          <a:prstGeom prst="homePlate">
            <a:avLst>
              <a:gd name="adj" fmla="val 82824"/>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375467" fontAlgn="auto">
              <a:spcBef>
                <a:spcPts val="0"/>
              </a:spcBef>
              <a:spcAft>
                <a:spcPts val="0"/>
              </a:spcAft>
            </a:pPr>
            <a:endParaRPr lang="en-US" sz="2667">
              <a:solidFill>
                <a:srgbClr val="FFFFFF"/>
              </a:solidFill>
            </a:endParaRPr>
          </a:p>
        </p:txBody>
      </p:sp>
      <p:sp>
        <p:nvSpPr>
          <p:cNvPr id="3" name="Pentagon 2"/>
          <p:cNvSpPr/>
          <p:nvPr userDrawn="1"/>
        </p:nvSpPr>
        <p:spPr>
          <a:xfrm rot="5400000" flipH="1" flipV="1">
            <a:off x="5905499" y="571499"/>
            <a:ext cx="380999" cy="12192000"/>
          </a:xfrm>
          <a:prstGeom prst="homePlate">
            <a:avLst>
              <a:gd name="adj" fmla="val 82824"/>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375467" fontAlgn="auto">
              <a:spcBef>
                <a:spcPts val="0"/>
              </a:spcBef>
              <a:spcAft>
                <a:spcPts val="0"/>
              </a:spcAft>
            </a:pPr>
            <a:endParaRPr lang="en-US" sz="2667">
              <a:solidFill>
                <a:srgbClr val="FFFFFF"/>
              </a:solidFill>
            </a:endParaRPr>
          </a:p>
        </p:txBody>
      </p:sp>
      <p:sp>
        <p:nvSpPr>
          <p:cNvPr id="4" name="TextBox 3"/>
          <p:cNvSpPr txBox="1"/>
          <p:nvPr userDrawn="1"/>
        </p:nvSpPr>
        <p:spPr bwMode="gray">
          <a:xfrm>
            <a:off x="5892800" y="6578633"/>
            <a:ext cx="406400" cy="205121"/>
          </a:xfrm>
          <a:prstGeom prst="rect">
            <a:avLst/>
          </a:prstGeom>
        </p:spPr>
        <p:txBody>
          <a:bodyPr vert="horz" wrap="square" lIns="0" tIns="0" rIns="0" bIns="0" rtlCol="0" anchor="ctr">
            <a:spAutoFit/>
          </a:bodyPr>
          <a:lstStyle/>
          <a:p>
            <a:pPr algn="ctr" fontAlgn="auto">
              <a:spcBef>
                <a:spcPts val="0"/>
              </a:spcBef>
              <a:spcAft>
                <a:spcPts val="0"/>
              </a:spcAft>
            </a:pPr>
            <a:fld id="{6C5AF65D-6854-49AF-ABC5-48B5BA0EA842}" type="slidenum">
              <a:rPr lang="en-US" sz="1333" smtClean="0">
                <a:solidFill>
                  <a:srgbClr val="262626">
                    <a:lumMod val="50000"/>
                    <a:lumOff val="50000"/>
                  </a:srgbClr>
                </a:solidFill>
                <a:latin typeface="HP Simplified"/>
                <a:cs typeface="HP Simplified"/>
              </a:rPr>
              <a:pPr algn="ctr" fontAlgn="auto">
                <a:spcBef>
                  <a:spcPts val="0"/>
                </a:spcBef>
                <a:spcAft>
                  <a:spcPts val="0"/>
                </a:spcAft>
              </a:pPr>
              <a:t>‹#›</a:t>
            </a:fld>
            <a:endParaRPr lang="en-US" sz="1333" dirty="0" smtClean="0">
              <a:solidFill>
                <a:srgbClr val="262626">
                  <a:lumMod val="50000"/>
                  <a:lumOff val="50000"/>
                </a:srgbClr>
              </a:solidFill>
              <a:latin typeface="HP Simplified"/>
              <a:cs typeface="HP Simplified"/>
            </a:endParaRPr>
          </a:p>
        </p:txBody>
      </p:sp>
    </p:spTree>
    <p:extLst>
      <p:ext uri="{BB962C8B-B14F-4D97-AF65-F5344CB8AC3E}">
        <p14:creationId xmlns:p14="http://schemas.microsoft.com/office/powerpoint/2010/main" val="1178651013"/>
      </p:ext>
    </p:extLst>
  </p:cSld>
  <p:clrMap bg1="lt1" tx1="dk1" bg2="lt2" tx2="dk2" accent1="accent1" accent2="accent2" accent3="accent3" accent4="accent4" accent5="accent5" accent6="accent6" hlink="hlink" folHlink="folHlink"/>
  <p:sldLayoutIdLst>
    <p:sldLayoutId id="2147486848" r:id="rId1"/>
    <p:sldLayoutId id="2147486849" r:id="rId2"/>
    <p:sldLayoutId id="2147486850" r:id="rId3"/>
    <p:sldLayoutId id="2147486851" r:id="rId4"/>
    <p:sldLayoutId id="2147486852" r:id="rId5"/>
    <p:sldLayoutId id="2147486854" r:id="rId6"/>
    <p:sldLayoutId id="2147486856" r:id="rId7"/>
    <p:sldLayoutId id="2147486857" r:id="rId8"/>
    <p:sldLayoutId id="2147486858" r:id="rId9"/>
    <p:sldLayoutId id="2147486859" r:id="rId10"/>
    <p:sldLayoutId id="2147486860" r:id="rId11"/>
    <p:sldLayoutId id="2147486861" r:id="rId12"/>
    <p:sldLayoutId id="2147486862" r:id="rId13"/>
    <p:sldLayoutId id="2147486863" r:id="rId14"/>
    <p:sldLayoutId id="2147486864" r:id="rId15"/>
    <p:sldLayoutId id="2147486865" r:id="rId16"/>
    <p:sldLayoutId id="2147486866" r:id="rId17"/>
    <p:sldLayoutId id="2147486867" r:id="rId18"/>
  </p:sldLayoutIdLst>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hf hdr="0" ftr="0" dt="0"/>
  <p:txStyles>
    <p:titleStyle>
      <a:lvl1pPr algn="ctr" defTabSz="1219139" rtl="0" eaLnBrk="1" latinLnBrk="0" hangingPunct="1">
        <a:spcBef>
          <a:spcPct val="0"/>
        </a:spcBef>
        <a:buNone/>
        <a:defRPr sz="5867" kern="1200">
          <a:solidFill>
            <a:schemeClr val="tx1"/>
          </a:solidFill>
          <a:latin typeface="+mj-lt"/>
          <a:ea typeface="+mj-ea"/>
          <a:cs typeface="+mj-cs"/>
        </a:defRPr>
      </a:lvl1pPr>
    </p:titleStyle>
    <p:bodyStyle>
      <a:lvl1pPr marL="457177" indent="-457177" algn="l" defTabSz="1219139" rtl="0" eaLnBrk="1" latinLnBrk="0" hangingPunct="1">
        <a:spcBef>
          <a:spcPct val="20000"/>
        </a:spcBef>
        <a:buFont typeface="Arial" pitchFamily="34" charset="0"/>
        <a:buChar char="•"/>
        <a:defRPr sz="4267" kern="1200">
          <a:solidFill>
            <a:schemeClr val="tx1"/>
          </a:solidFill>
          <a:latin typeface="+mn-lt"/>
          <a:ea typeface="+mn-ea"/>
          <a:cs typeface="+mn-cs"/>
        </a:defRPr>
      </a:lvl1pPr>
      <a:lvl2pPr marL="990551" indent="-380982" algn="l" defTabSz="1219139" rtl="0" eaLnBrk="1" latinLnBrk="0" hangingPunct="1">
        <a:spcBef>
          <a:spcPct val="20000"/>
        </a:spcBef>
        <a:buFont typeface="Arial" pitchFamily="34" charset="0"/>
        <a:buChar char="–"/>
        <a:defRPr sz="3733" kern="1200">
          <a:solidFill>
            <a:schemeClr val="tx1"/>
          </a:solidFill>
          <a:latin typeface="+mn-lt"/>
          <a:ea typeface="+mn-ea"/>
          <a:cs typeface="+mn-cs"/>
        </a:defRPr>
      </a:lvl2pPr>
      <a:lvl3pPr marL="1523923" indent="-304784" algn="l" defTabSz="1219139" rtl="0" eaLnBrk="1" latinLnBrk="0" hangingPunct="1">
        <a:spcBef>
          <a:spcPct val="20000"/>
        </a:spcBef>
        <a:buFont typeface="Arial" pitchFamily="34" charset="0"/>
        <a:buChar char="•"/>
        <a:defRPr sz="3200" kern="1200">
          <a:solidFill>
            <a:schemeClr val="tx1"/>
          </a:solidFill>
          <a:latin typeface="+mn-lt"/>
          <a:ea typeface="+mn-ea"/>
          <a:cs typeface="+mn-cs"/>
        </a:defRPr>
      </a:lvl3pPr>
      <a:lvl4pPr marL="2133493" indent="-304784" algn="l" defTabSz="1219139" rtl="0" eaLnBrk="1" latinLnBrk="0" hangingPunct="1">
        <a:spcBef>
          <a:spcPct val="20000"/>
        </a:spcBef>
        <a:buFont typeface="Arial" pitchFamily="34" charset="0"/>
        <a:buChar char="–"/>
        <a:defRPr sz="2667" kern="1200">
          <a:solidFill>
            <a:schemeClr val="tx1"/>
          </a:solidFill>
          <a:latin typeface="+mn-lt"/>
          <a:ea typeface="+mn-ea"/>
          <a:cs typeface="+mn-cs"/>
        </a:defRPr>
      </a:lvl4pPr>
      <a:lvl5pPr marL="2743063" indent="-304784" algn="l" defTabSz="1219139" rtl="0" eaLnBrk="1" latinLnBrk="0" hangingPunct="1">
        <a:spcBef>
          <a:spcPct val="20000"/>
        </a:spcBef>
        <a:buFont typeface="Arial" pitchFamily="34" charset="0"/>
        <a:buChar char="»"/>
        <a:defRPr sz="2667" kern="1200">
          <a:solidFill>
            <a:schemeClr val="tx1"/>
          </a:solidFill>
          <a:latin typeface="+mn-lt"/>
          <a:ea typeface="+mn-ea"/>
          <a:cs typeface="+mn-cs"/>
        </a:defRPr>
      </a:lvl5pPr>
      <a:lvl6pPr marL="3352632" indent="-304784" algn="l" defTabSz="1219139" rtl="0" eaLnBrk="1" latinLnBrk="0" hangingPunct="1">
        <a:spcBef>
          <a:spcPct val="20000"/>
        </a:spcBef>
        <a:buFont typeface="Arial" pitchFamily="34" charset="0"/>
        <a:buChar char="•"/>
        <a:defRPr sz="2667" kern="1200">
          <a:solidFill>
            <a:schemeClr val="tx1"/>
          </a:solidFill>
          <a:latin typeface="+mn-lt"/>
          <a:ea typeface="+mn-ea"/>
          <a:cs typeface="+mn-cs"/>
        </a:defRPr>
      </a:lvl6pPr>
      <a:lvl7pPr marL="3962202" indent="-304784" algn="l" defTabSz="1219139" rtl="0" eaLnBrk="1" latinLnBrk="0" hangingPunct="1">
        <a:spcBef>
          <a:spcPct val="20000"/>
        </a:spcBef>
        <a:buFont typeface="Arial" pitchFamily="34" charset="0"/>
        <a:buChar char="•"/>
        <a:defRPr sz="2667" kern="1200">
          <a:solidFill>
            <a:schemeClr val="tx1"/>
          </a:solidFill>
          <a:latin typeface="+mn-lt"/>
          <a:ea typeface="+mn-ea"/>
          <a:cs typeface="+mn-cs"/>
        </a:defRPr>
      </a:lvl7pPr>
      <a:lvl8pPr marL="4571771" indent="-304784" algn="l" defTabSz="1219139" rtl="0" eaLnBrk="1" latinLnBrk="0" hangingPunct="1">
        <a:spcBef>
          <a:spcPct val="20000"/>
        </a:spcBef>
        <a:buFont typeface="Arial" pitchFamily="34" charset="0"/>
        <a:buChar char="•"/>
        <a:defRPr sz="2667" kern="1200">
          <a:solidFill>
            <a:schemeClr val="tx1"/>
          </a:solidFill>
          <a:latin typeface="+mn-lt"/>
          <a:ea typeface="+mn-ea"/>
          <a:cs typeface="+mn-cs"/>
        </a:defRPr>
      </a:lvl8pPr>
      <a:lvl9pPr marL="5181341" indent="-304784" algn="l" defTabSz="1219139" rtl="0" eaLnBrk="1" latinLnBrk="0"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en-US"/>
      </a:defPPr>
      <a:lvl1pPr marL="0" algn="l" defTabSz="1219139" rtl="0" eaLnBrk="1" latinLnBrk="0" hangingPunct="1">
        <a:defRPr sz="2400" kern="1200">
          <a:solidFill>
            <a:schemeClr val="tx1"/>
          </a:solidFill>
          <a:latin typeface="+mn-lt"/>
          <a:ea typeface="+mn-ea"/>
          <a:cs typeface="+mn-cs"/>
        </a:defRPr>
      </a:lvl1pPr>
      <a:lvl2pPr marL="609570" algn="l" defTabSz="1219139" rtl="0" eaLnBrk="1" latinLnBrk="0" hangingPunct="1">
        <a:defRPr sz="2400" kern="1200">
          <a:solidFill>
            <a:schemeClr val="tx1"/>
          </a:solidFill>
          <a:latin typeface="+mn-lt"/>
          <a:ea typeface="+mn-ea"/>
          <a:cs typeface="+mn-cs"/>
        </a:defRPr>
      </a:lvl2pPr>
      <a:lvl3pPr marL="1219139" algn="l" defTabSz="1219139" rtl="0" eaLnBrk="1" latinLnBrk="0" hangingPunct="1">
        <a:defRPr sz="2400" kern="1200">
          <a:solidFill>
            <a:schemeClr val="tx1"/>
          </a:solidFill>
          <a:latin typeface="+mn-lt"/>
          <a:ea typeface="+mn-ea"/>
          <a:cs typeface="+mn-cs"/>
        </a:defRPr>
      </a:lvl3pPr>
      <a:lvl4pPr marL="1828709" algn="l" defTabSz="1219139" rtl="0" eaLnBrk="1" latinLnBrk="0" hangingPunct="1">
        <a:defRPr sz="2400" kern="1200">
          <a:solidFill>
            <a:schemeClr val="tx1"/>
          </a:solidFill>
          <a:latin typeface="+mn-lt"/>
          <a:ea typeface="+mn-ea"/>
          <a:cs typeface="+mn-cs"/>
        </a:defRPr>
      </a:lvl4pPr>
      <a:lvl5pPr marL="2438278" algn="l" defTabSz="1219139" rtl="0" eaLnBrk="1" latinLnBrk="0" hangingPunct="1">
        <a:defRPr sz="2400" kern="1200">
          <a:solidFill>
            <a:schemeClr val="tx1"/>
          </a:solidFill>
          <a:latin typeface="+mn-lt"/>
          <a:ea typeface="+mn-ea"/>
          <a:cs typeface="+mn-cs"/>
        </a:defRPr>
      </a:lvl5pPr>
      <a:lvl6pPr marL="3047848" algn="l" defTabSz="1219139" rtl="0" eaLnBrk="1" latinLnBrk="0" hangingPunct="1">
        <a:defRPr sz="2400" kern="1200">
          <a:solidFill>
            <a:schemeClr val="tx1"/>
          </a:solidFill>
          <a:latin typeface="+mn-lt"/>
          <a:ea typeface="+mn-ea"/>
          <a:cs typeface="+mn-cs"/>
        </a:defRPr>
      </a:lvl6pPr>
      <a:lvl7pPr marL="3657417" algn="l" defTabSz="1219139" rtl="0" eaLnBrk="1" latinLnBrk="0" hangingPunct="1">
        <a:defRPr sz="2400" kern="1200">
          <a:solidFill>
            <a:schemeClr val="tx1"/>
          </a:solidFill>
          <a:latin typeface="+mn-lt"/>
          <a:ea typeface="+mn-ea"/>
          <a:cs typeface="+mn-cs"/>
        </a:defRPr>
      </a:lvl7pPr>
      <a:lvl8pPr marL="4266987" algn="l" defTabSz="1219139" rtl="0" eaLnBrk="1" latinLnBrk="0" hangingPunct="1">
        <a:defRPr sz="2400" kern="1200">
          <a:solidFill>
            <a:schemeClr val="tx1"/>
          </a:solidFill>
          <a:latin typeface="+mn-lt"/>
          <a:ea typeface="+mn-ea"/>
          <a:cs typeface="+mn-cs"/>
        </a:defRPr>
      </a:lvl8pPr>
      <a:lvl9pPr marL="4876557" algn="l" defTabSz="1219139" rtl="0" eaLnBrk="1" latinLnBrk="0" hangingPunct="1">
        <a:defRPr sz="2400" kern="1200">
          <a:solidFill>
            <a:schemeClr val="tx1"/>
          </a:solidFill>
          <a:latin typeface="+mn-lt"/>
          <a:ea typeface="+mn-ea"/>
          <a:cs typeface="+mn-cs"/>
        </a:defRPr>
      </a:lvl9pPr>
    </p:otherStyle>
  </p:txStyles>
</p:sldMaster>
</file>

<file path=ppt/slideMasters/slideMaster23.xml><?xml version="1.0" encoding="utf-8"?>
<p:sldMaster xmlns:a="http://schemas.openxmlformats.org/drawingml/2006/main" xmlns:r="http://schemas.openxmlformats.org/officeDocument/2006/relationships" xmlns:p="http://schemas.openxmlformats.org/presentationml/2006/main" preserve="1">
  <p:cSld>
    <p:bg>
      <p:bgPr>
        <a:blipFill dpi="0" rotWithShape="1">
          <a:blip r:embed="rId20">
            <a:lum/>
          </a:blip>
          <a:srcRect/>
          <a:stretch>
            <a:fillRect/>
          </a:stretch>
        </a:blipFill>
        <a:effectLst/>
      </p:bgPr>
    </p:bg>
    <p:spTree>
      <p:nvGrpSpPr>
        <p:cNvPr id="1" name=""/>
        <p:cNvGrpSpPr/>
        <p:nvPr/>
      </p:nvGrpSpPr>
      <p:grpSpPr>
        <a:xfrm>
          <a:off x="0" y="0"/>
          <a:ext cx="0" cy="0"/>
          <a:chOff x="0" y="0"/>
          <a:chExt cx="0" cy="0"/>
        </a:xfrm>
      </p:grpSpPr>
      <p:sp>
        <p:nvSpPr>
          <p:cNvPr id="2" name="Pentagon 1"/>
          <p:cNvSpPr/>
          <p:nvPr userDrawn="1"/>
        </p:nvSpPr>
        <p:spPr>
          <a:xfrm rot="16200000" flipH="1">
            <a:off x="5813793" y="-5839192"/>
            <a:ext cx="564412" cy="12192000"/>
          </a:xfrm>
          <a:prstGeom prst="homePlate">
            <a:avLst>
              <a:gd name="adj" fmla="val 82824"/>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375467" fontAlgn="auto">
              <a:spcBef>
                <a:spcPts val="0"/>
              </a:spcBef>
              <a:spcAft>
                <a:spcPts val="0"/>
              </a:spcAft>
            </a:pPr>
            <a:endParaRPr lang="en-US" sz="2667">
              <a:solidFill>
                <a:srgbClr val="FFFFFF"/>
              </a:solidFill>
            </a:endParaRPr>
          </a:p>
        </p:txBody>
      </p:sp>
      <p:sp>
        <p:nvSpPr>
          <p:cNvPr id="3" name="Pentagon 2"/>
          <p:cNvSpPr/>
          <p:nvPr userDrawn="1"/>
        </p:nvSpPr>
        <p:spPr>
          <a:xfrm rot="5400000" flipH="1" flipV="1">
            <a:off x="5905499" y="571499"/>
            <a:ext cx="380999" cy="12192000"/>
          </a:xfrm>
          <a:prstGeom prst="homePlate">
            <a:avLst>
              <a:gd name="adj" fmla="val 82824"/>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375467" fontAlgn="auto">
              <a:spcBef>
                <a:spcPts val="0"/>
              </a:spcBef>
              <a:spcAft>
                <a:spcPts val="0"/>
              </a:spcAft>
            </a:pPr>
            <a:endParaRPr lang="en-US" sz="2667">
              <a:solidFill>
                <a:srgbClr val="FFFFFF"/>
              </a:solidFill>
            </a:endParaRPr>
          </a:p>
        </p:txBody>
      </p:sp>
      <p:sp>
        <p:nvSpPr>
          <p:cNvPr id="4" name="TextBox 3"/>
          <p:cNvSpPr txBox="1"/>
          <p:nvPr userDrawn="1"/>
        </p:nvSpPr>
        <p:spPr bwMode="gray">
          <a:xfrm>
            <a:off x="5892800" y="6578633"/>
            <a:ext cx="406400" cy="205121"/>
          </a:xfrm>
          <a:prstGeom prst="rect">
            <a:avLst/>
          </a:prstGeom>
        </p:spPr>
        <p:txBody>
          <a:bodyPr vert="horz" wrap="square" lIns="0" tIns="0" rIns="0" bIns="0" rtlCol="0" anchor="ctr">
            <a:spAutoFit/>
          </a:bodyPr>
          <a:lstStyle/>
          <a:p>
            <a:pPr algn="ctr" fontAlgn="auto">
              <a:spcBef>
                <a:spcPts val="0"/>
              </a:spcBef>
              <a:spcAft>
                <a:spcPts val="0"/>
              </a:spcAft>
            </a:pPr>
            <a:fld id="{6C5AF65D-6854-49AF-ABC5-48B5BA0EA842}" type="slidenum">
              <a:rPr lang="en-US" sz="1333" smtClean="0">
                <a:solidFill>
                  <a:srgbClr val="262626">
                    <a:lumMod val="50000"/>
                    <a:lumOff val="50000"/>
                  </a:srgbClr>
                </a:solidFill>
                <a:latin typeface="HP Simplified"/>
                <a:cs typeface="HP Simplified"/>
              </a:rPr>
              <a:pPr algn="ctr" fontAlgn="auto">
                <a:spcBef>
                  <a:spcPts val="0"/>
                </a:spcBef>
                <a:spcAft>
                  <a:spcPts val="0"/>
                </a:spcAft>
              </a:pPr>
              <a:t>‹#›</a:t>
            </a:fld>
            <a:endParaRPr lang="en-US" sz="1333" dirty="0" smtClean="0">
              <a:solidFill>
                <a:srgbClr val="262626">
                  <a:lumMod val="50000"/>
                  <a:lumOff val="50000"/>
                </a:srgbClr>
              </a:solidFill>
              <a:latin typeface="HP Simplified"/>
              <a:cs typeface="HP Simplified"/>
            </a:endParaRPr>
          </a:p>
        </p:txBody>
      </p:sp>
    </p:spTree>
    <p:extLst>
      <p:ext uri="{BB962C8B-B14F-4D97-AF65-F5344CB8AC3E}">
        <p14:creationId xmlns:p14="http://schemas.microsoft.com/office/powerpoint/2010/main" val="3643131245"/>
      </p:ext>
    </p:extLst>
  </p:cSld>
  <p:clrMap bg1="lt1" tx1="dk1" bg2="lt2" tx2="dk2" accent1="accent1" accent2="accent2" accent3="accent3" accent4="accent4" accent5="accent5" accent6="accent6" hlink="hlink" folHlink="folHlink"/>
  <p:sldLayoutIdLst>
    <p:sldLayoutId id="2147486869" r:id="rId1"/>
    <p:sldLayoutId id="2147486870" r:id="rId2"/>
    <p:sldLayoutId id="2147486871" r:id="rId3"/>
    <p:sldLayoutId id="2147486872" r:id="rId4"/>
    <p:sldLayoutId id="2147486873" r:id="rId5"/>
    <p:sldLayoutId id="2147486874" r:id="rId6"/>
    <p:sldLayoutId id="2147486875" r:id="rId7"/>
    <p:sldLayoutId id="2147486876" r:id="rId8"/>
    <p:sldLayoutId id="2147486879" r:id="rId9"/>
    <p:sldLayoutId id="2147486880" r:id="rId10"/>
    <p:sldLayoutId id="2147486881" r:id="rId11"/>
    <p:sldLayoutId id="2147486882" r:id="rId12"/>
    <p:sldLayoutId id="2147486883" r:id="rId13"/>
    <p:sldLayoutId id="2147486884" r:id="rId14"/>
    <p:sldLayoutId id="2147486885" r:id="rId15"/>
    <p:sldLayoutId id="2147486886" r:id="rId16"/>
    <p:sldLayoutId id="2147486887" r:id="rId17"/>
    <p:sldLayoutId id="2147486888" r:id="rId18"/>
  </p:sldLayoutIdLst>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hf hdr="0" ftr="0" dt="0"/>
  <p:txStyles>
    <p:titleStyle>
      <a:lvl1pPr algn="ctr" defTabSz="1219139" rtl="0" eaLnBrk="1" latinLnBrk="0" hangingPunct="1">
        <a:spcBef>
          <a:spcPct val="0"/>
        </a:spcBef>
        <a:buNone/>
        <a:defRPr sz="5867" kern="1200">
          <a:solidFill>
            <a:schemeClr val="tx1"/>
          </a:solidFill>
          <a:latin typeface="+mj-lt"/>
          <a:ea typeface="+mj-ea"/>
          <a:cs typeface="+mj-cs"/>
        </a:defRPr>
      </a:lvl1pPr>
    </p:titleStyle>
    <p:bodyStyle>
      <a:lvl1pPr marL="457177" indent="-457177" algn="l" defTabSz="1219139" rtl="0" eaLnBrk="1" latinLnBrk="0" hangingPunct="1">
        <a:spcBef>
          <a:spcPct val="20000"/>
        </a:spcBef>
        <a:buFont typeface="Arial" pitchFamily="34" charset="0"/>
        <a:buChar char="•"/>
        <a:defRPr sz="4267" kern="1200">
          <a:solidFill>
            <a:schemeClr val="tx1"/>
          </a:solidFill>
          <a:latin typeface="+mn-lt"/>
          <a:ea typeface="+mn-ea"/>
          <a:cs typeface="+mn-cs"/>
        </a:defRPr>
      </a:lvl1pPr>
      <a:lvl2pPr marL="990551" indent="-380982" algn="l" defTabSz="1219139" rtl="0" eaLnBrk="1" latinLnBrk="0" hangingPunct="1">
        <a:spcBef>
          <a:spcPct val="20000"/>
        </a:spcBef>
        <a:buFont typeface="Arial" pitchFamily="34" charset="0"/>
        <a:buChar char="–"/>
        <a:defRPr sz="3733" kern="1200">
          <a:solidFill>
            <a:schemeClr val="tx1"/>
          </a:solidFill>
          <a:latin typeface="+mn-lt"/>
          <a:ea typeface="+mn-ea"/>
          <a:cs typeface="+mn-cs"/>
        </a:defRPr>
      </a:lvl2pPr>
      <a:lvl3pPr marL="1523923" indent="-304784" algn="l" defTabSz="1219139" rtl="0" eaLnBrk="1" latinLnBrk="0" hangingPunct="1">
        <a:spcBef>
          <a:spcPct val="20000"/>
        </a:spcBef>
        <a:buFont typeface="Arial" pitchFamily="34" charset="0"/>
        <a:buChar char="•"/>
        <a:defRPr sz="3200" kern="1200">
          <a:solidFill>
            <a:schemeClr val="tx1"/>
          </a:solidFill>
          <a:latin typeface="+mn-lt"/>
          <a:ea typeface="+mn-ea"/>
          <a:cs typeface="+mn-cs"/>
        </a:defRPr>
      </a:lvl3pPr>
      <a:lvl4pPr marL="2133493" indent="-304784" algn="l" defTabSz="1219139" rtl="0" eaLnBrk="1" latinLnBrk="0" hangingPunct="1">
        <a:spcBef>
          <a:spcPct val="20000"/>
        </a:spcBef>
        <a:buFont typeface="Arial" pitchFamily="34" charset="0"/>
        <a:buChar char="–"/>
        <a:defRPr sz="2667" kern="1200">
          <a:solidFill>
            <a:schemeClr val="tx1"/>
          </a:solidFill>
          <a:latin typeface="+mn-lt"/>
          <a:ea typeface="+mn-ea"/>
          <a:cs typeface="+mn-cs"/>
        </a:defRPr>
      </a:lvl4pPr>
      <a:lvl5pPr marL="2743063" indent="-304784" algn="l" defTabSz="1219139" rtl="0" eaLnBrk="1" latinLnBrk="0" hangingPunct="1">
        <a:spcBef>
          <a:spcPct val="20000"/>
        </a:spcBef>
        <a:buFont typeface="Arial" pitchFamily="34" charset="0"/>
        <a:buChar char="»"/>
        <a:defRPr sz="2667" kern="1200">
          <a:solidFill>
            <a:schemeClr val="tx1"/>
          </a:solidFill>
          <a:latin typeface="+mn-lt"/>
          <a:ea typeface="+mn-ea"/>
          <a:cs typeface="+mn-cs"/>
        </a:defRPr>
      </a:lvl5pPr>
      <a:lvl6pPr marL="3352632" indent="-304784" algn="l" defTabSz="1219139" rtl="0" eaLnBrk="1" latinLnBrk="0" hangingPunct="1">
        <a:spcBef>
          <a:spcPct val="20000"/>
        </a:spcBef>
        <a:buFont typeface="Arial" pitchFamily="34" charset="0"/>
        <a:buChar char="•"/>
        <a:defRPr sz="2667" kern="1200">
          <a:solidFill>
            <a:schemeClr val="tx1"/>
          </a:solidFill>
          <a:latin typeface="+mn-lt"/>
          <a:ea typeface="+mn-ea"/>
          <a:cs typeface="+mn-cs"/>
        </a:defRPr>
      </a:lvl6pPr>
      <a:lvl7pPr marL="3962202" indent="-304784" algn="l" defTabSz="1219139" rtl="0" eaLnBrk="1" latinLnBrk="0" hangingPunct="1">
        <a:spcBef>
          <a:spcPct val="20000"/>
        </a:spcBef>
        <a:buFont typeface="Arial" pitchFamily="34" charset="0"/>
        <a:buChar char="•"/>
        <a:defRPr sz="2667" kern="1200">
          <a:solidFill>
            <a:schemeClr val="tx1"/>
          </a:solidFill>
          <a:latin typeface="+mn-lt"/>
          <a:ea typeface="+mn-ea"/>
          <a:cs typeface="+mn-cs"/>
        </a:defRPr>
      </a:lvl7pPr>
      <a:lvl8pPr marL="4571771" indent="-304784" algn="l" defTabSz="1219139" rtl="0" eaLnBrk="1" latinLnBrk="0" hangingPunct="1">
        <a:spcBef>
          <a:spcPct val="20000"/>
        </a:spcBef>
        <a:buFont typeface="Arial" pitchFamily="34" charset="0"/>
        <a:buChar char="•"/>
        <a:defRPr sz="2667" kern="1200">
          <a:solidFill>
            <a:schemeClr val="tx1"/>
          </a:solidFill>
          <a:latin typeface="+mn-lt"/>
          <a:ea typeface="+mn-ea"/>
          <a:cs typeface="+mn-cs"/>
        </a:defRPr>
      </a:lvl8pPr>
      <a:lvl9pPr marL="5181341" indent="-304784" algn="l" defTabSz="1219139" rtl="0" eaLnBrk="1" latinLnBrk="0"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en-US"/>
      </a:defPPr>
      <a:lvl1pPr marL="0" algn="l" defTabSz="1219139" rtl="0" eaLnBrk="1" latinLnBrk="0" hangingPunct="1">
        <a:defRPr sz="2400" kern="1200">
          <a:solidFill>
            <a:schemeClr val="tx1"/>
          </a:solidFill>
          <a:latin typeface="+mn-lt"/>
          <a:ea typeface="+mn-ea"/>
          <a:cs typeface="+mn-cs"/>
        </a:defRPr>
      </a:lvl1pPr>
      <a:lvl2pPr marL="609570" algn="l" defTabSz="1219139" rtl="0" eaLnBrk="1" latinLnBrk="0" hangingPunct="1">
        <a:defRPr sz="2400" kern="1200">
          <a:solidFill>
            <a:schemeClr val="tx1"/>
          </a:solidFill>
          <a:latin typeface="+mn-lt"/>
          <a:ea typeface="+mn-ea"/>
          <a:cs typeface="+mn-cs"/>
        </a:defRPr>
      </a:lvl2pPr>
      <a:lvl3pPr marL="1219139" algn="l" defTabSz="1219139" rtl="0" eaLnBrk="1" latinLnBrk="0" hangingPunct="1">
        <a:defRPr sz="2400" kern="1200">
          <a:solidFill>
            <a:schemeClr val="tx1"/>
          </a:solidFill>
          <a:latin typeface="+mn-lt"/>
          <a:ea typeface="+mn-ea"/>
          <a:cs typeface="+mn-cs"/>
        </a:defRPr>
      </a:lvl3pPr>
      <a:lvl4pPr marL="1828709" algn="l" defTabSz="1219139" rtl="0" eaLnBrk="1" latinLnBrk="0" hangingPunct="1">
        <a:defRPr sz="2400" kern="1200">
          <a:solidFill>
            <a:schemeClr val="tx1"/>
          </a:solidFill>
          <a:latin typeface="+mn-lt"/>
          <a:ea typeface="+mn-ea"/>
          <a:cs typeface="+mn-cs"/>
        </a:defRPr>
      </a:lvl4pPr>
      <a:lvl5pPr marL="2438278" algn="l" defTabSz="1219139" rtl="0" eaLnBrk="1" latinLnBrk="0" hangingPunct="1">
        <a:defRPr sz="2400" kern="1200">
          <a:solidFill>
            <a:schemeClr val="tx1"/>
          </a:solidFill>
          <a:latin typeface="+mn-lt"/>
          <a:ea typeface="+mn-ea"/>
          <a:cs typeface="+mn-cs"/>
        </a:defRPr>
      </a:lvl5pPr>
      <a:lvl6pPr marL="3047848" algn="l" defTabSz="1219139" rtl="0" eaLnBrk="1" latinLnBrk="0" hangingPunct="1">
        <a:defRPr sz="2400" kern="1200">
          <a:solidFill>
            <a:schemeClr val="tx1"/>
          </a:solidFill>
          <a:latin typeface="+mn-lt"/>
          <a:ea typeface="+mn-ea"/>
          <a:cs typeface="+mn-cs"/>
        </a:defRPr>
      </a:lvl6pPr>
      <a:lvl7pPr marL="3657417" algn="l" defTabSz="1219139" rtl="0" eaLnBrk="1" latinLnBrk="0" hangingPunct="1">
        <a:defRPr sz="2400" kern="1200">
          <a:solidFill>
            <a:schemeClr val="tx1"/>
          </a:solidFill>
          <a:latin typeface="+mn-lt"/>
          <a:ea typeface="+mn-ea"/>
          <a:cs typeface="+mn-cs"/>
        </a:defRPr>
      </a:lvl7pPr>
      <a:lvl8pPr marL="4266987" algn="l" defTabSz="1219139" rtl="0" eaLnBrk="1" latinLnBrk="0" hangingPunct="1">
        <a:defRPr sz="2400" kern="1200">
          <a:solidFill>
            <a:schemeClr val="tx1"/>
          </a:solidFill>
          <a:latin typeface="+mn-lt"/>
          <a:ea typeface="+mn-ea"/>
          <a:cs typeface="+mn-cs"/>
        </a:defRPr>
      </a:lvl8pPr>
      <a:lvl9pPr marL="4876557" algn="l" defTabSz="1219139" rtl="0" eaLnBrk="1" latinLnBrk="0" hangingPunct="1">
        <a:defRPr sz="2400" kern="1200">
          <a:solidFill>
            <a:schemeClr val="tx1"/>
          </a:solidFill>
          <a:latin typeface="+mn-lt"/>
          <a:ea typeface="+mn-ea"/>
          <a:cs typeface="+mn-cs"/>
        </a:defRPr>
      </a:lvl9pPr>
    </p:otherStyle>
  </p:txStyles>
</p:sldMaster>
</file>

<file path=ppt/slideMasters/slideMaster24.xml><?xml version="1.0" encoding="utf-8"?>
<p:sldMaster xmlns:a="http://schemas.openxmlformats.org/drawingml/2006/main" xmlns:r="http://schemas.openxmlformats.org/officeDocument/2006/relationships" xmlns:p="http://schemas.openxmlformats.org/presentationml/2006/main" preserve="1">
  <p:cSld>
    <p:bg>
      <p:bgPr>
        <a:blipFill dpi="0" rotWithShape="1">
          <a:blip r:embed="rId20">
            <a:lum/>
          </a:blip>
          <a:srcRect/>
          <a:stretch>
            <a:fillRect/>
          </a:stretch>
        </a:blipFill>
        <a:effectLst/>
      </p:bgPr>
    </p:bg>
    <p:spTree>
      <p:nvGrpSpPr>
        <p:cNvPr id="1" name=""/>
        <p:cNvGrpSpPr/>
        <p:nvPr/>
      </p:nvGrpSpPr>
      <p:grpSpPr>
        <a:xfrm>
          <a:off x="0" y="0"/>
          <a:ext cx="0" cy="0"/>
          <a:chOff x="0" y="0"/>
          <a:chExt cx="0" cy="0"/>
        </a:xfrm>
      </p:grpSpPr>
      <p:sp>
        <p:nvSpPr>
          <p:cNvPr id="2" name="Pentagon 1"/>
          <p:cNvSpPr/>
          <p:nvPr userDrawn="1"/>
        </p:nvSpPr>
        <p:spPr>
          <a:xfrm rot="16200000" flipH="1">
            <a:off x="5813793" y="-5839192"/>
            <a:ext cx="564412" cy="12192000"/>
          </a:xfrm>
          <a:prstGeom prst="homePlate">
            <a:avLst>
              <a:gd name="adj" fmla="val 82824"/>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375467" fontAlgn="auto">
              <a:spcBef>
                <a:spcPts val="0"/>
              </a:spcBef>
              <a:spcAft>
                <a:spcPts val="0"/>
              </a:spcAft>
            </a:pPr>
            <a:endParaRPr lang="en-US" sz="2667">
              <a:solidFill>
                <a:srgbClr val="FFFFFF"/>
              </a:solidFill>
            </a:endParaRPr>
          </a:p>
        </p:txBody>
      </p:sp>
      <p:sp>
        <p:nvSpPr>
          <p:cNvPr id="3" name="Pentagon 2"/>
          <p:cNvSpPr/>
          <p:nvPr userDrawn="1"/>
        </p:nvSpPr>
        <p:spPr>
          <a:xfrm rot="5400000" flipH="1" flipV="1">
            <a:off x="5905499" y="571499"/>
            <a:ext cx="380999" cy="12192000"/>
          </a:xfrm>
          <a:prstGeom prst="homePlate">
            <a:avLst>
              <a:gd name="adj" fmla="val 82824"/>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375467" fontAlgn="auto">
              <a:spcBef>
                <a:spcPts val="0"/>
              </a:spcBef>
              <a:spcAft>
                <a:spcPts val="0"/>
              </a:spcAft>
            </a:pPr>
            <a:endParaRPr lang="en-US" sz="2667">
              <a:solidFill>
                <a:srgbClr val="FFFFFF"/>
              </a:solidFill>
            </a:endParaRPr>
          </a:p>
        </p:txBody>
      </p:sp>
      <p:sp>
        <p:nvSpPr>
          <p:cNvPr id="4" name="TextBox 3"/>
          <p:cNvSpPr txBox="1"/>
          <p:nvPr userDrawn="1"/>
        </p:nvSpPr>
        <p:spPr bwMode="gray">
          <a:xfrm>
            <a:off x="5892800" y="6578633"/>
            <a:ext cx="406400" cy="205121"/>
          </a:xfrm>
          <a:prstGeom prst="rect">
            <a:avLst/>
          </a:prstGeom>
        </p:spPr>
        <p:txBody>
          <a:bodyPr vert="horz" wrap="square" lIns="0" tIns="0" rIns="0" bIns="0" rtlCol="0" anchor="ctr">
            <a:spAutoFit/>
          </a:bodyPr>
          <a:lstStyle/>
          <a:p>
            <a:pPr algn="ctr" fontAlgn="auto">
              <a:spcBef>
                <a:spcPts val="0"/>
              </a:spcBef>
              <a:spcAft>
                <a:spcPts val="0"/>
              </a:spcAft>
            </a:pPr>
            <a:fld id="{6C5AF65D-6854-49AF-ABC5-48B5BA0EA842}" type="slidenum">
              <a:rPr lang="en-US" sz="1333" smtClean="0">
                <a:solidFill>
                  <a:srgbClr val="262626">
                    <a:lumMod val="50000"/>
                    <a:lumOff val="50000"/>
                  </a:srgbClr>
                </a:solidFill>
                <a:latin typeface="HP Simplified"/>
                <a:cs typeface="HP Simplified"/>
              </a:rPr>
              <a:pPr algn="ctr" fontAlgn="auto">
                <a:spcBef>
                  <a:spcPts val="0"/>
                </a:spcBef>
                <a:spcAft>
                  <a:spcPts val="0"/>
                </a:spcAft>
              </a:pPr>
              <a:t>‹#›</a:t>
            </a:fld>
            <a:endParaRPr lang="en-US" sz="1333" dirty="0" smtClean="0">
              <a:solidFill>
                <a:srgbClr val="262626">
                  <a:lumMod val="50000"/>
                  <a:lumOff val="50000"/>
                </a:srgbClr>
              </a:solidFill>
              <a:latin typeface="HP Simplified"/>
              <a:cs typeface="HP Simplified"/>
            </a:endParaRPr>
          </a:p>
        </p:txBody>
      </p:sp>
    </p:spTree>
    <p:extLst>
      <p:ext uri="{BB962C8B-B14F-4D97-AF65-F5344CB8AC3E}">
        <p14:creationId xmlns:p14="http://schemas.microsoft.com/office/powerpoint/2010/main" val="3310591114"/>
      </p:ext>
    </p:extLst>
  </p:cSld>
  <p:clrMap bg1="lt1" tx1="dk1" bg2="lt2" tx2="dk2" accent1="accent1" accent2="accent2" accent3="accent3" accent4="accent4" accent5="accent5" accent6="accent6" hlink="hlink" folHlink="folHlink"/>
  <p:sldLayoutIdLst>
    <p:sldLayoutId id="2147486890" r:id="rId1"/>
    <p:sldLayoutId id="2147486891" r:id="rId2"/>
    <p:sldLayoutId id="2147486892" r:id="rId3"/>
    <p:sldLayoutId id="2147486893" r:id="rId4"/>
    <p:sldLayoutId id="2147486895" r:id="rId5"/>
    <p:sldLayoutId id="2147486896" r:id="rId6"/>
    <p:sldLayoutId id="2147486898" r:id="rId7"/>
    <p:sldLayoutId id="2147486899" r:id="rId8"/>
    <p:sldLayoutId id="2147486900" r:id="rId9"/>
    <p:sldLayoutId id="2147486901" r:id="rId10"/>
    <p:sldLayoutId id="2147486902" r:id="rId11"/>
    <p:sldLayoutId id="2147486903" r:id="rId12"/>
    <p:sldLayoutId id="2147486904" r:id="rId13"/>
    <p:sldLayoutId id="2147486905" r:id="rId14"/>
    <p:sldLayoutId id="2147486906" r:id="rId15"/>
    <p:sldLayoutId id="2147486907" r:id="rId16"/>
    <p:sldLayoutId id="2147486908" r:id="rId17"/>
    <p:sldLayoutId id="2147486909" r:id="rId18"/>
  </p:sldLayoutIdLst>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hf hdr="0" ftr="0" dt="0"/>
  <p:txStyles>
    <p:titleStyle>
      <a:lvl1pPr algn="ctr" defTabSz="1219139" rtl="0" eaLnBrk="1" latinLnBrk="0" hangingPunct="1">
        <a:spcBef>
          <a:spcPct val="0"/>
        </a:spcBef>
        <a:buNone/>
        <a:defRPr sz="5867" kern="1200">
          <a:solidFill>
            <a:schemeClr val="tx1"/>
          </a:solidFill>
          <a:latin typeface="+mj-lt"/>
          <a:ea typeface="+mj-ea"/>
          <a:cs typeface="+mj-cs"/>
        </a:defRPr>
      </a:lvl1pPr>
    </p:titleStyle>
    <p:bodyStyle>
      <a:lvl1pPr marL="457177" indent="-457177" algn="l" defTabSz="1219139" rtl="0" eaLnBrk="1" latinLnBrk="0" hangingPunct="1">
        <a:spcBef>
          <a:spcPct val="20000"/>
        </a:spcBef>
        <a:buFont typeface="Arial" pitchFamily="34" charset="0"/>
        <a:buChar char="•"/>
        <a:defRPr sz="4267" kern="1200">
          <a:solidFill>
            <a:schemeClr val="tx1"/>
          </a:solidFill>
          <a:latin typeface="+mn-lt"/>
          <a:ea typeface="+mn-ea"/>
          <a:cs typeface="+mn-cs"/>
        </a:defRPr>
      </a:lvl1pPr>
      <a:lvl2pPr marL="990551" indent="-380982" algn="l" defTabSz="1219139" rtl="0" eaLnBrk="1" latinLnBrk="0" hangingPunct="1">
        <a:spcBef>
          <a:spcPct val="20000"/>
        </a:spcBef>
        <a:buFont typeface="Arial" pitchFamily="34" charset="0"/>
        <a:buChar char="–"/>
        <a:defRPr sz="3733" kern="1200">
          <a:solidFill>
            <a:schemeClr val="tx1"/>
          </a:solidFill>
          <a:latin typeface="+mn-lt"/>
          <a:ea typeface="+mn-ea"/>
          <a:cs typeface="+mn-cs"/>
        </a:defRPr>
      </a:lvl2pPr>
      <a:lvl3pPr marL="1523923" indent="-304784" algn="l" defTabSz="1219139" rtl="0" eaLnBrk="1" latinLnBrk="0" hangingPunct="1">
        <a:spcBef>
          <a:spcPct val="20000"/>
        </a:spcBef>
        <a:buFont typeface="Arial" pitchFamily="34" charset="0"/>
        <a:buChar char="•"/>
        <a:defRPr sz="3200" kern="1200">
          <a:solidFill>
            <a:schemeClr val="tx1"/>
          </a:solidFill>
          <a:latin typeface="+mn-lt"/>
          <a:ea typeface="+mn-ea"/>
          <a:cs typeface="+mn-cs"/>
        </a:defRPr>
      </a:lvl3pPr>
      <a:lvl4pPr marL="2133493" indent="-304784" algn="l" defTabSz="1219139" rtl="0" eaLnBrk="1" latinLnBrk="0" hangingPunct="1">
        <a:spcBef>
          <a:spcPct val="20000"/>
        </a:spcBef>
        <a:buFont typeface="Arial" pitchFamily="34" charset="0"/>
        <a:buChar char="–"/>
        <a:defRPr sz="2667" kern="1200">
          <a:solidFill>
            <a:schemeClr val="tx1"/>
          </a:solidFill>
          <a:latin typeface="+mn-lt"/>
          <a:ea typeface="+mn-ea"/>
          <a:cs typeface="+mn-cs"/>
        </a:defRPr>
      </a:lvl4pPr>
      <a:lvl5pPr marL="2743063" indent="-304784" algn="l" defTabSz="1219139" rtl="0" eaLnBrk="1" latinLnBrk="0" hangingPunct="1">
        <a:spcBef>
          <a:spcPct val="20000"/>
        </a:spcBef>
        <a:buFont typeface="Arial" pitchFamily="34" charset="0"/>
        <a:buChar char="»"/>
        <a:defRPr sz="2667" kern="1200">
          <a:solidFill>
            <a:schemeClr val="tx1"/>
          </a:solidFill>
          <a:latin typeface="+mn-lt"/>
          <a:ea typeface="+mn-ea"/>
          <a:cs typeface="+mn-cs"/>
        </a:defRPr>
      </a:lvl5pPr>
      <a:lvl6pPr marL="3352632" indent="-304784" algn="l" defTabSz="1219139" rtl="0" eaLnBrk="1" latinLnBrk="0" hangingPunct="1">
        <a:spcBef>
          <a:spcPct val="20000"/>
        </a:spcBef>
        <a:buFont typeface="Arial" pitchFamily="34" charset="0"/>
        <a:buChar char="•"/>
        <a:defRPr sz="2667" kern="1200">
          <a:solidFill>
            <a:schemeClr val="tx1"/>
          </a:solidFill>
          <a:latin typeface="+mn-lt"/>
          <a:ea typeface="+mn-ea"/>
          <a:cs typeface="+mn-cs"/>
        </a:defRPr>
      </a:lvl6pPr>
      <a:lvl7pPr marL="3962202" indent="-304784" algn="l" defTabSz="1219139" rtl="0" eaLnBrk="1" latinLnBrk="0" hangingPunct="1">
        <a:spcBef>
          <a:spcPct val="20000"/>
        </a:spcBef>
        <a:buFont typeface="Arial" pitchFamily="34" charset="0"/>
        <a:buChar char="•"/>
        <a:defRPr sz="2667" kern="1200">
          <a:solidFill>
            <a:schemeClr val="tx1"/>
          </a:solidFill>
          <a:latin typeface="+mn-lt"/>
          <a:ea typeface="+mn-ea"/>
          <a:cs typeface="+mn-cs"/>
        </a:defRPr>
      </a:lvl7pPr>
      <a:lvl8pPr marL="4571771" indent="-304784" algn="l" defTabSz="1219139" rtl="0" eaLnBrk="1" latinLnBrk="0" hangingPunct="1">
        <a:spcBef>
          <a:spcPct val="20000"/>
        </a:spcBef>
        <a:buFont typeface="Arial" pitchFamily="34" charset="0"/>
        <a:buChar char="•"/>
        <a:defRPr sz="2667" kern="1200">
          <a:solidFill>
            <a:schemeClr val="tx1"/>
          </a:solidFill>
          <a:latin typeface="+mn-lt"/>
          <a:ea typeface="+mn-ea"/>
          <a:cs typeface="+mn-cs"/>
        </a:defRPr>
      </a:lvl8pPr>
      <a:lvl9pPr marL="5181341" indent="-304784" algn="l" defTabSz="1219139" rtl="0" eaLnBrk="1" latinLnBrk="0"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en-US"/>
      </a:defPPr>
      <a:lvl1pPr marL="0" algn="l" defTabSz="1219139" rtl="0" eaLnBrk="1" latinLnBrk="0" hangingPunct="1">
        <a:defRPr sz="2400" kern="1200">
          <a:solidFill>
            <a:schemeClr val="tx1"/>
          </a:solidFill>
          <a:latin typeface="+mn-lt"/>
          <a:ea typeface="+mn-ea"/>
          <a:cs typeface="+mn-cs"/>
        </a:defRPr>
      </a:lvl1pPr>
      <a:lvl2pPr marL="609570" algn="l" defTabSz="1219139" rtl="0" eaLnBrk="1" latinLnBrk="0" hangingPunct="1">
        <a:defRPr sz="2400" kern="1200">
          <a:solidFill>
            <a:schemeClr val="tx1"/>
          </a:solidFill>
          <a:latin typeface="+mn-lt"/>
          <a:ea typeface="+mn-ea"/>
          <a:cs typeface="+mn-cs"/>
        </a:defRPr>
      </a:lvl2pPr>
      <a:lvl3pPr marL="1219139" algn="l" defTabSz="1219139" rtl="0" eaLnBrk="1" latinLnBrk="0" hangingPunct="1">
        <a:defRPr sz="2400" kern="1200">
          <a:solidFill>
            <a:schemeClr val="tx1"/>
          </a:solidFill>
          <a:latin typeface="+mn-lt"/>
          <a:ea typeface="+mn-ea"/>
          <a:cs typeface="+mn-cs"/>
        </a:defRPr>
      </a:lvl3pPr>
      <a:lvl4pPr marL="1828709" algn="l" defTabSz="1219139" rtl="0" eaLnBrk="1" latinLnBrk="0" hangingPunct="1">
        <a:defRPr sz="2400" kern="1200">
          <a:solidFill>
            <a:schemeClr val="tx1"/>
          </a:solidFill>
          <a:latin typeface="+mn-lt"/>
          <a:ea typeface="+mn-ea"/>
          <a:cs typeface="+mn-cs"/>
        </a:defRPr>
      </a:lvl4pPr>
      <a:lvl5pPr marL="2438278" algn="l" defTabSz="1219139" rtl="0" eaLnBrk="1" latinLnBrk="0" hangingPunct="1">
        <a:defRPr sz="2400" kern="1200">
          <a:solidFill>
            <a:schemeClr val="tx1"/>
          </a:solidFill>
          <a:latin typeface="+mn-lt"/>
          <a:ea typeface="+mn-ea"/>
          <a:cs typeface="+mn-cs"/>
        </a:defRPr>
      </a:lvl5pPr>
      <a:lvl6pPr marL="3047848" algn="l" defTabSz="1219139" rtl="0" eaLnBrk="1" latinLnBrk="0" hangingPunct="1">
        <a:defRPr sz="2400" kern="1200">
          <a:solidFill>
            <a:schemeClr val="tx1"/>
          </a:solidFill>
          <a:latin typeface="+mn-lt"/>
          <a:ea typeface="+mn-ea"/>
          <a:cs typeface="+mn-cs"/>
        </a:defRPr>
      </a:lvl6pPr>
      <a:lvl7pPr marL="3657417" algn="l" defTabSz="1219139" rtl="0" eaLnBrk="1" latinLnBrk="0" hangingPunct="1">
        <a:defRPr sz="2400" kern="1200">
          <a:solidFill>
            <a:schemeClr val="tx1"/>
          </a:solidFill>
          <a:latin typeface="+mn-lt"/>
          <a:ea typeface="+mn-ea"/>
          <a:cs typeface="+mn-cs"/>
        </a:defRPr>
      </a:lvl7pPr>
      <a:lvl8pPr marL="4266987" algn="l" defTabSz="1219139" rtl="0" eaLnBrk="1" latinLnBrk="0" hangingPunct="1">
        <a:defRPr sz="2400" kern="1200">
          <a:solidFill>
            <a:schemeClr val="tx1"/>
          </a:solidFill>
          <a:latin typeface="+mn-lt"/>
          <a:ea typeface="+mn-ea"/>
          <a:cs typeface="+mn-cs"/>
        </a:defRPr>
      </a:lvl8pPr>
      <a:lvl9pPr marL="4876557" algn="l" defTabSz="1219139" rtl="0" eaLnBrk="1" latinLnBrk="0" hangingPunct="1">
        <a:defRPr sz="2400" kern="1200">
          <a:solidFill>
            <a:schemeClr val="tx1"/>
          </a:solidFill>
          <a:latin typeface="+mn-lt"/>
          <a:ea typeface="+mn-ea"/>
          <a:cs typeface="+mn-cs"/>
        </a:defRPr>
      </a:lvl9pPr>
    </p:otherStyle>
  </p:txStyles>
</p:sldMaster>
</file>

<file path=ppt/slideMasters/slideMaster25.xml><?xml version="1.0" encoding="utf-8"?>
<p:sldMaster xmlns:a="http://schemas.openxmlformats.org/drawingml/2006/main" xmlns:r="http://schemas.openxmlformats.org/officeDocument/2006/relationships" xmlns:p="http://schemas.openxmlformats.org/presentationml/2006/main" preserve="1">
  <p:cSld>
    <p:bg>
      <p:bgPr>
        <a:blipFill dpi="0" rotWithShape="1">
          <a:blip r:embed="rId21">
            <a:lum/>
          </a:blip>
          <a:srcRect/>
          <a:stretch>
            <a:fillRect/>
          </a:stretch>
        </a:blipFill>
        <a:effectLst/>
      </p:bgPr>
    </p:bg>
    <p:spTree>
      <p:nvGrpSpPr>
        <p:cNvPr id="1" name=""/>
        <p:cNvGrpSpPr/>
        <p:nvPr/>
      </p:nvGrpSpPr>
      <p:grpSpPr>
        <a:xfrm>
          <a:off x="0" y="0"/>
          <a:ext cx="0" cy="0"/>
          <a:chOff x="0" y="0"/>
          <a:chExt cx="0" cy="0"/>
        </a:xfrm>
      </p:grpSpPr>
      <p:sp>
        <p:nvSpPr>
          <p:cNvPr id="2" name="Pentagon 1"/>
          <p:cNvSpPr/>
          <p:nvPr userDrawn="1"/>
        </p:nvSpPr>
        <p:spPr>
          <a:xfrm rot="16200000" flipH="1">
            <a:off x="5813793" y="-5839192"/>
            <a:ext cx="564412" cy="12192000"/>
          </a:xfrm>
          <a:prstGeom prst="homePlate">
            <a:avLst>
              <a:gd name="adj" fmla="val 82824"/>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375467" fontAlgn="auto">
              <a:spcBef>
                <a:spcPts val="0"/>
              </a:spcBef>
              <a:spcAft>
                <a:spcPts val="0"/>
              </a:spcAft>
            </a:pPr>
            <a:endParaRPr lang="en-US" sz="2667">
              <a:solidFill>
                <a:srgbClr val="FFFFFF"/>
              </a:solidFill>
            </a:endParaRPr>
          </a:p>
        </p:txBody>
      </p:sp>
      <p:sp>
        <p:nvSpPr>
          <p:cNvPr id="3" name="Pentagon 2"/>
          <p:cNvSpPr/>
          <p:nvPr userDrawn="1"/>
        </p:nvSpPr>
        <p:spPr>
          <a:xfrm rot="5400000" flipH="1" flipV="1">
            <a:off x="5905499" y="571499"/>
            <a:ext cx="380999" cy="12192000"/>
          </a:xfrm>
          <a:prstGeom prst="homePlate">
            <a:avLst>
              <a:gd name="adj" fmla="val 82824"/>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375467" fontAlgn="auto">
              <a:spcBef>
                <a:spcPts val="0"/>
              </a:spcBef>
              <a:spcAft>
                <a:spcPts val="0"/>
              </a:spcAft>
            </a:pPr>
            <a:endParaRPr lang="en-US" sz="2667">
              <a:solidFill>
                <a:srgbClr val="FFFFFF"/>
              </a:solidFill>
            </a:endParaRPr>
          </a:p>
        </p:txBody>
      </p:sp>
      <p:sp>
        <p:nvSpPr>
          <p:cNvPr id="4" name="TextBox 3"/>
          <p:cNvSpPr txBox="1"/>
          <p:nvPr userDrawn="1"/>
        </p:nvSpPr>
        <p:spPr bwMode="gray">
          <a:xfrm>
            <a:off x="5892800" y="6578633"/>
            <a:ext cx="406400" cy="205121"/>
          </a:xfrm>
          <a:prstGeom prst="rect">
            <a:avLst/>
          </a:prstGeom>
        </p:spPr>
        <p:txBody>
          <a:bodyPr vert="horz" wrap="square" lIns="0" tIns="0" rIns="0" bIns="0" rtlCol="0" anchor="ctr">
            <a:spAutoFit/>
          </a:bodyPr>
          <a:lstStyle/>
          <a:p>
            <a:pPr algn="ctr" fontAlgn="auto">
              <a:spcBef>
                <a:spcPts val="0"/>
              </a:spcBef>
              <a:spcAft>
                <a:spcPts val="0"/>
              </a:spcAft>
            </a:pPr>
            <a:fld id="{6C5AF65D-6854-49AF-ABC5-48B5BA0EA842}" type="slidenum">
              <a:rPr lang="en-US" sz="1333" smtClean="0">
                <a:solidFill>
                  <a:srgbClr val="262626">
                    <a:lumMod val="50000"/>
                    <a:lumOff val="50000"/>
                  </a:srgbClr>
                </a:solidFill>
                <a:latin typeface="HP Simplified"/>
                <a:cs typeface="HP Simplified"/>
              </a:rPr>
              <a:pPr algn="ctr" fontAlgn="auto">
                <a:spcBef>
                  <a:spcPts val="0"/>
                </a:spcBef>
                <a:spcAft>
                  <a:spcPts val="0"/>
                </a:spcAft>
              </a:pPr>
              <a:t>‹#›</a:t>
            </a:fld>
            <a:endParaRPr lang="en-US" sz="1333" dirty="0" smtClean="0">
              <a:solidFill>
                <a:srgbClr val="262626">
                  <a:lumMod val="50000"/>
                  <a:lumOff val="50000"/>
                </a:srgbClr>
              </a:solidFill>
              <a:latin typeface="HP Simplified"/>
              <a:cs typeface="HP Simplified"/>
            </a:endParaRPr>
          </a:p>
        </p:txBody>
      </p:sp>
    </p:spTree>
    <p:extLst>
      <p:ext uri="{BB962C8B-B14F-4D97-AF65-F5344CB8AC3E}">
        <p14:creationId xmlns:p14="http://schemas.microsoft.com/office/powerpoint/2010/main" val="1778560743"/>
      </p:ext>
    </p:extLst>
  </p:cSld>
  <p:clrMap bg1="lt1" tx1="dk1" bg2="lt2" tx2="dk2" accent1="accent1" accent2="accent2" accent3="accent3" accent4="accent4" accent5="accent5" accent6="accent6" hlink="hlink" folHlink="folHlink"/>
  <p:sldLayoutIdLst>
    <p:sldLayoutId id="2147486911" r:id="rId1"/>
    <p:sldLayoutId id="2147486912" r:id="rId2"/>
    <p:sldLayoutId id="2147486913" r:id="rId3"/>
    <p:sldLayoutId id="2147486914" r:id="rId4"/>
    <p:sldLayoutId id="2147486915" r:id="rId5"/>
    <p:sldLayoutId id="2147486916" r:id="rId6"/>
    <p:sldLayoutId id="2147486917" r:id="rId7"/>
    <p:sldLayoutId id="2147486918" r:id="rId8"/>
    <p:sldLayoutId id="2147486919" r:id="rId9"/>
    <p:sldLayoutId id="2147486921" r:id="rId10"/>
    <p:sldLayoutId id="2147486922" r:id="rId11"/>
    <p:sldLayoutId id="2147486923" r:id="rId12"/>
    <p:sldLayoutId id="2147486924" r:id="rId13"/>
    <p:sldLayoutId id="2147486925" r:id="rId14"/>
    <p:sldLayoutId id="2147486926" r:id="rId15"/>
    <p:sldLayoutId id="2147486927" r:id="rId16"/>
    <p:sldLayoutId id="2147486928" r:id="rId17"/>
    <p:sldLayoutId id="2147486929" r:id="rId18"/>
    <p:sldLayoutId id="2147486930" r:id="rId19"/>
  </p:sldLayoutIdLst>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hf hdr="0" ftr="0" dt="0"/>
  <p:txStyles>
    <p:titleStyle>
      <a:lvl1pPr algn="ctr" defTabSz="1219139" rtl="0" eaLnBrk="1" latinLnBrk="0" hangingPunct="1">
        <a:spcBef>
          <a:spcPct val="0"/>
        </a:spcBef>
        <a:buNone/>
        <a:defRPr sz="5867" kern="1200">
          <a:solidFill>
            <a:schemeClr val="tx1"/>
          </a:solidFill>
          <a:latin typeface="+mj-lt"/>
          <a:ea typeface="+mj-ea"/>
          <a:cs typeface="+mj-cs"/>
        </a:defRPr>
      </a:lvl1pPr>
    </p:titleStyle>
    <p:bodyStyle>
      <a:lvl1pPr marL="457177" indent="-457177" algn="l" defTabSz="1219139" rtl="0" eaLnBrk="1" latinLnBrk="0" hangingPunct="1">
        <a:spcBef>
          <a:spcPct val="20000"/>
        </a:spcBef>
        <a:buFont typeface="Arial" pitchFamily="34" charset="0"/>
        <a:buChar char="•"/>
        <a:defRPr sz="4267" kern="1200">
          <a:solidFill>
            <a:schemeClr val="tx1"/>
          </a:solidFill>
          <a:latin typeface="+mn-lt"/>
          <a:ea typeface="+mn-ea"/>
          <a:cs typeface="+mn-cs"/>
        </a:defRPr>
      </a:lvl1pPr>
      <a:lvl2pPr marL="990551" indent="-380982" algn="l" defTabSz="1219139" rtl="0" eaLnBrk="1" latinLnBrk="0" hangingPunct="1">
        <a:spcBef>
          <a:spcPct val="20000"/>
        </a:spcBef>
        <a:buFont typeface="Arial" pitchFamily="34" charset="0"/>
        <a:buChar char="–"/>
        <a:defRPr sz="3733" kern="1200">
          <a:solidFill>
            <a:schemeClr val="tx1"/>
          </a:solidFill>
          <a:latin typeface="+mn-lt"/>
          <a:ea typeface="+mn-ea"/>
          <a:cs typeface="+mn-cs"/>
        </a:defRPr>
      </a:lvl2pPr>
      <a:lvl3pPr marL="1523923" indent="-304784" algn="l" defTabSz="1219139" rtl="0" eaLnBrk="1" latinLnBrk="0" hangingPunct="1">
        <a:spcBef>
          <a:spcPct val="20000"/>
        </a:spcBef>
        <a:buFont typeface="Arial" pitchFamily="34" charset="0"/>
        <a:buChar char="•"/>
        <a:defRPr sz="3200" kern="1200">
          <a:solidFill>
            <a:schemeClr val="tx1"/>
          </a:solidFill>
          <a:latin typeface="+mn-lt"/>
          <a:ea typeface="+mn-ea"/>
          <a:cs typeface="+mn-cs"/>
        </a:defRPr>
      </a:lvl3pPr>
      <a:lvl4pPr marL="2133493" indent="-304784" algn="l" defTabSz="1219139" rtl="0" eaLnBrk="1" latinLnBrk="0" hangingPunct="1">
        <a:spcBef>
          <a:spcPct val="20000"/>
        </a:spcBef>
        <a:buFont typeface="Arial" pitchFamily="34" charset="0"/>
        <a:buChar char="–"/>
        <a:defRPr sz="2667" kern="1200">
          <a:solidFill>
            <a:schemeClr val="tx1"/>
          </a:solidFill>
          <a:latin typeface="+mn-lt"/>
          <a:ea typeface="+mn-ea"/>
          <a:cs typeface="+mn-cs"/>
        </a:defRPr>
      </a:lvl4pPr>
      <a:lvl5pPr marL="2743063" indent="-304784" algn="l" defTabSz="1219139" rtl="0" eaLnBrk="1" latinLnBrk="0" hangingPunct="1">
        <a:spcBef>
          <a:spcPct val="20000"/>
        </a:spcBef>
        <a:buFont typeface="Arial" pitchFamily="34" charset="0"/>
        <a:buChar char="»"/>
        <a:defRPr sz="2667" kern="1200">
          <a:solidFill>
            <a:schemeClr val="tx1"/>
          </a:solidFill>
          <a:latin typeface="+mn-lt"/>
          <a:ea typeface="+mn-ea"/>
          <a:cs typeface="+mn-cs"/>
        </a:defRPr>
      </a:lvl5pPr>
      <a:lvl6pPr marL="3352632" indent="-304784" algn="l" defTabSz="1219139" rtl="0" eaLnBrk="1" latinLnBrk="0" hangingPunct="1">
        <a:spcBef>
          <a:spcPct val="20000"/>
        </a:spcBef>
        <a:buFont typeface="Arial" pitchFamily="34" charset="0"/>
        <a:buChar char="•"/>
        <a:defRPr sz="2667" kern="1200">
          <a:solidFill>
            <a:schemeClr val="tx1"/>
          </a:solidFill>
          <a:latin typeface="+mn-lt"/>
          <a:ea typeface="+mn-ea"/>
          <a:cs typeface="+mn-cs"/>
        </a:defRPr>
      </a:lvl6pPr>
      <a:lvl7pPr marL="3962202" indent="-304784" algn="l" defTabSz="1219139" rtl="0" eaLnBrk="1" latinLnBrk="0" hangingPunct="1">
        <a:spcBef>
          <a:spcPct val="20000"/>
        </a:spcBef>
        <a:buFont typeface="Arial" pitchFamily="34" charset="0"/>
        <a:buChar char="•"/>
        <a:defRPr sz="2667" kern="1200">
          <a:solidFill>
            <a:schemeClr val="tx1"/>
          </a:solidFill>
          <a:latin typeface="+mn-lt"/>
          <a:ea typeface="+mn-ea"/>
          <a:cs typeface="+mn-cs"/>
        </a:defRPr>
      </a:lvl7pPr>
      <a:lvl8pPr marL="4571771" indent="-304784" algn="l" defTabSz="1219139" rtl="0" eaLnBrk="1" latinLnBrk="0" hangingPunct="1">
        <a:spcBef>
          <a:spcPct val="20000"/>
        </a:spcBef>
        <a:buFont typeface="Arial" pitchFamily="34" charset="0"/>
        <a:buChar char="•"/>
        <a:defRPr sz="2667" kern="1200">
          <a:solidFill>
            <a:schemeClr val="tx1"/>
          </a:solidFill>
          <a:latin typeface="+mn-lt"/>
          <a:ea typeface="+mn-ea"/>
          <a:cs typeface="+mn-cs"/>
        </a:defRPr>
      </a:lvl8pPr>
      <a:lvl9pPr marL="5181341" indent="-304784" algn="l" defTabSz="1219139" rtl="0" eaLnBrk="1" latinLnBrk="0"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en-US"/>
      </a:defPPr>
      <a:lvl1pPr marL="0" algn="l" defTabSz="1219139" rtl="0" eaLnBrk="1" latinLnBrk="0" hangingPunct="1">
        <a:defRPr sz="2400" kern="1200">
          <a:solidFill>
            <a:schemeClr val="tx1"/>
          </a:solidFill>
          <a:latin typeface="+mn-lt"/>
          <a:ea typeface="+mn-ea"/>
          <a:cs typeface="+mn-cs"/>
        </a:defRPr>
      </a:lvl1pPr>
      <a:lvl2pPr marL="609570" algn="l" defTabSz="1219139" rtl="0" eaLnBrk="1" latinLnBrk="0" hangingPunct="1">
        <a:defRPr sz="2400" kern="1200">
          <a:solidFill>
            <a:schemeClr val="tx1"/>
          </a:solidFill>
          <a:latin typeface="+mn-lt"/>
          <a:ea typeface="+mn-ea"/>
          <a:cs typeface="+mn-cs"/>
        </a:defRPr>
      </a:lvl2pPr>
      <a:lvl3pPr marL="1219139" algn="l" defTabSz="1219139" rtl="0" eaLnBrk="1" latinLnBrk="0" hangingPunct="1">
        <a:defRPr sz="2400" kern="1200">
          <a:solidFill>
            <a:schemeClr val="tx1"/>
          </a:solidFill>
          <a:latin typeface="+mn-lt"/>
          <a:ea typeface="+mn-ea"/>
          <a:cs typeface="+mn-cs"/>
        </a:defRPr>
      </a:lvl3pPr>
      <a:lvl4pPr marL="1828709" algn="l" defTabSz="1219139" rtl="0" eaLnBrk="1" latinLnBrk="0" hangingPunct="1">
        <a:defRPr sz="2400" kern="1200">
          <a:solidFill>
            <a:schemeClr val="tx1"/>
          </a:solidFill>
          <a:latin typeface="+mn-lt"/>
          <a:ea typeface="+mn-ea"/>
          <a:cs typeface="+mn-cs"/>
        </a:defRPr>
      </a:lvl4pPr>
      <a:lvl5pPr marL="2438278" algn="l" defTabSz="1219139" rtl="0" eaLnBrk="1" latinLnBrk="0" hangingPunct="1">
        <a:defRPr sz="2400" kern="1200">
          <a:solidFill>
            <a:schemeClr val="tx1"/>
          </a:solidFill>
          <a:latin typeface="+mn-lt"/>
          <a:ea typeface="+mn-ea"/>
          <a:cs typeface="+mn-cs"/>
        </a:defRPr>
      </a:lvl5pPr>
      <a:lvl6pPr marL="3047848" algn="l" defTabSz="1219139" rtl="0" eaLnBrk="1" latinLnBrk="0" hangingPunct="1">
        <a:defRPr sz="2400" kern="1200">
          <a:solidFill>
            <a:schemeClr val="tx1"/>
          </a:solidFill>
          <a:latin typeface="+mn-lt"/>
          <a:ea typeface="+mn-ea"/>
          <a:cs typeface="+mn-cs"/>
        </a:defRPr>
      </a:lvl6pPr>
      <a:lvl7pPr marL="3657417" algn="l" defTabSz="1219139" rtl="0" eaLnBrk="1" latinLnBrk="0" hangingPunct="1">
        <a:defRPr sz="2400" kern="1200">
          <a:solidFill>
            <a:schemeClr val="tx1"/>
          </a:solidFill>
          <a:latin typeface="+mn-lt"/>
          <a:ea typeface="+mn-ea"/>
          <a:cs typeface="+mn-cs"/>
        </a:defRPr>
      </a:lvl7pPr>
      <a:lvl8pPr marL="4266987" algn="l" defTabSz="1219139" rtl="0" eaLnBrk="1" latinLnBrk="0" hangingPunct="1">
        <a:defRPr sz="2400" kern="1200">
          <a:solidFill>
            <a:schemeClr val="tx1"/>
          </a:solidFill>
          <a:latin typeface="+mn-lt"/>
          <a:ea typeface="+mn-ea"/>
          <a:cs typeface="+mn-cs"/>
        </a:defRPr>
      </a:lvl8pPr>
      <a:lvl9pPr marL="4876557" algn="l" defTabSz="1219139" rtl="0" eaLnBrk="1" latinLnBrk="0" hangingPunct="1">
        <a:defRPr sz="2400" kern="1200">
          <a:solidFill>
            <a:schemeClr val="tx1"/>
          </a:solidFill>
          <a:latin typeface="+mn-lt"/>
          <a:ea typeface="+mn-ea"/>
          <a:cs typeface="+mn-cs"/>
        </a:defRPr>
      </a:lvl9pPr>
    </p:otherStyle>
  </p:txStyles>
</p:sldMaster>
</file>

<file path=ppt/slideMasters/slideMaster26.xml><?xml version="1.0" encoding="utf-8"?>
<p:sldMaster xmlns:a="http://schemas.openxmlformats.org/drawingml/2006/main" xmlns:r="http://schemas.openxmlformats.org/officeDocument/2006/relationships" xmlns:p="http://schemas.openxmlformats.org/presentationml/2006/main" preserve="1">
  <p:cSld>
    <p:bg>
      <p:bgPr>
        <a:blipFill dpi="0" rotWithShape="1">
          <a:blip r:embed="rId3">
            <a:lum/>
          </a:blip>
          <a:srcRect/>
          <a:stretch>
            <a:fillRect/>
          </a:stretch>
        </a:blipFill>
        <a:effectLst/>
      </p:bgPr>
    </p:bg>
    <p:spTree>
      <p:nvGrpSpPr>
        <p:cNvPr id="1" name=""/>
        <p:cNvGrpSpPr/>
        <p:nvPr/>
      </p:nvGrpSpPr>
      <p:grpSpPr>
        <a:xfrm>
          <a:off x="0" y="0"/>
          <a:ext cx="0" cy="0"/>
          <a:chOff x="0" y="0"/>
          <a:chExt cx="0" cy="0"/>
        </a:xfrm>
      </p:grpSpPr>
      <p:sp>
        <p:nvSpPr>
          <p:cNvPr id="9" name="Pentagon 8"/>
          <p:cNvSpPr/>
          <p:nvPr userDrawn="1"/>
        </p:nvSpPr>
        <p:spPr>
          <a:xfrm rot="16200000" flipH="1">
            <a:off x="5813793" y="-5839192"/>
            <a:ext cx="564412" cy="12192000"/>
          </a:xfrm>
          <a:prstGeom prst="homePlate">
            <a:avLst>
              <a:gd name="adj" fmla="val 82824"/>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375467" fontAlgn="auto">
              <a:spcBef>
                <a:spcPts val="0"/>
              </a:spcBef>
              <a:spcAft>
                <a:spcPts val="0"/>
              </a:spcAft>
            </a:pPr>
            <a:endParaRPr lang="en-US" sz="2667">
              <a:solidFill>
                <a:srgbClr val="FFFFFF"/>
              </a:solidFill>
            </a:endParaRPr>
          </a:p>
        </p:txBody>
      </p:sp>
      <p:sp>
        <p:nvSpPr>
          <p:cNvPr id="7" name="Pentagon 6"/>
          <p:cNvSpPr/>
          <p:nvPr userDrawn="1"/>
        </p:nvSpPr>
        <p:spPr>
          <a:xfrm rot="5400000" flipH="1" flipV="1">
            <a:off x="5905499" y="571499"/>
            <a:ext cx="380999" cy="12192000"/>
          </a:xfrm>
          <a:prstGeom prst="homePlate">
            <a:avLst>
              <a:gd name="adj" fmla="val 82824"/>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375467" fontAlgn="auto">
              <a:spcBef>
                <a:spcPts val="0"/>
              </a:spcBef>
              <a:spcAft>
                <a:spcPts val="0"/>
              </a:spcAft>
            </a:pPr>
            <a:endParaRPr lang="en-US" sz="2667">
              <a:solidFill>
                <a:srgbClr val="FFFFFF"/>
              </a:solidFill>
            </a:endParaRPr>
          </a:p>
        </p:txBody>
      </p:sp>
      <p:sp>
        <p:nvSpPr>
          <p:cNvPr id="10" name="TextBox 9"/>
          <p:cNvSpPr txBox="1"/>
          <p:nvPr userDrawn="1"/>
        </p:nvSpPr>
        <p:spPr bwMode="gray">
          <a:xfrm>
            <a:off x="5892800" y="6578633"/>
            <a:ext cx="406400" cy="205121"/>
          </a:xfrm>
          <a:prstGeom prst="rect">
            <a:avLst/>
          </a:prstGeom>
        </p:spPr>
        <p:txBody>
          <a:bodyPr vert="horz" wrap="square" lIns="0" tIns="0" rIns="0" bIns="0" rtlCol="0" anchor="ctr">
            <a:spAutoFit/>
          </a:bodyPr>
          <a:lstStyle/>
          <a:p>
            <a:pPr algn="ctr" fontAlgn="auto">
              <a:spcBef>
                <a:spcPts val="0"/>
              </a:spcBef>
              <a:spcAft>
                <a:spcPts val="0"/>
              </a:spcAft>
            </a:pPr>
            <a:fld id="{6C5AF65D-6854-49AF-ABC5-48B5BA0EA842}" type="slidenum">
              <a:rPr lang="en-US" sz="1333" smtClean="0">
                <a:solidFill>
                  <a:srgbClr val="262626">
                    <a:lumMod val="50000"/>
                    <a:lumOff val="50000"/>
                  </a:srgbClr>
                </a:solidFill>
                <a:latin typeface="HP Simplified"/>
                <a:cs typeface="HP Simplified"/>
              </a:rPr>
              <a:pPr algn="ctr" fontAlgn="auto">
                <a:spcBef>
                  <a:spcPts val="0"/>
                </a:spcBef>
                <a:spcAft>
                  <a:spcPts val="0"/>
                </a:spcAft>
              </a:pPr>
              <a:t>‹#›</a:t>
            </a:fld>
            <a:endParaRPr lang="en-US" sz="1333" dirty="0" smtClean="0">
              <a:solidFill>
                <a:srgbClr val="262626">
                  <a:lumMod val="50000"/>
                  <a:lumOff val="50000"/>
                </a:srgbClr>
              </a:solidFill>
              <a:latin typeface="HP Simplified"/>
              <a:cs typeface="HP Simplified"/>
            </a:endParaRPr>
          </a:p>
        </p:txBody>
      </p:sp>
    </p:spTree>
    <p:extLst>
      <p:ext uri="{BB962C8B-B14F-4D97-AF65-F5344CB8AC3E}">
        <p14:creationId xmlns:p14="http://schemas.microsoft.com/office/powerpoint/2010/main" val="3189176376"/>
      </p:ext>
    </p:extLst>
  </p:cSld>
  <p:clrMap bg1="lt1" tx1="dk1" bg2="lt2" tx2="dk2" accent1="accent1" accent2="accent2" accent3="accent3" accent4="accent4" accent5="accent5" accent6="accent6" hlink="hlink" folHlink="folHlink"/>
  <p:sldLayoutIdLst>
    <p:sldLayoutId id="2147486944" r:id="rId1"/>
  </p:sldLayoutIdLst>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hf hdr="0" ftr="0" dt="0"/>
  <p:txStyles>
    <p:titleStyle>
      <a:lvl1pPr algn="l" defTabSz="1219170" rtl="0" eaLnBrk="1" latinLnBrk="0" hangingPunct="1">
        <a:lnSpc>
          <a:spcPct val="90000"/>
        </a:lnSpc>
        <a:spcBef>
          <a:spcPct val="0"/>
        </a:spcBef>
        <a:buNone/>
        <a:defRPr sz="5867" kern="1200">
          <a:solidFill>
            <a:schemeClr val="tx1"/>
          </a:solidFill>
          <a:latin typeface="+mj-lt"/>
          <a:ea typeface="+mj-ea"/>
          <a:cs typeface="+mj-cs"/>
        </a:defRPr>
      </a:lvl1pPr>
    </p:titleStyle>
    <p:bodyStyle>
      <a:lvl1pPr marL="304792" indent="-304792" algn="l" defTabSz="1219170" rtl="0" eaLnBrk="1" latinLnBrk="0" hangingPunct="1">
        <a:lnSpc>
          <a:spcPct val="90000"/>
        </a:lnSpc>
        <a:spcBef>
          <a:spcPts val="1333"/>
        </a:spcBef>
        <a:buFont typeface="Arial" panose="020B0604020202020204" pitchFamily="34" charset="0"/>
        <a:buChar char="•"/>
        <a:defRPr sz="3733" kern="1200">
          <a:solidFill>
            <a:schemeClr val="tx1"/>
          </a:solidFill>
          <a:latin typeface="+mn-lt"/>
          <a:ea typeface="+mn-ea"/>
          <a:cs typeface="+mn-cs"/>
        </a:defRPr>
      </a:lvl1pPr>
      <a:lvl2pPr marL="914377" indent="-304792" algn="l" defTabSz="1219170" rtl="0" eaLnBrk="1" latinLnBrk="0" hangingPunct="1">
        <a:lnSpc>
          <a:spcPct val="90000"/>
        </a:lnSpc>
        <a:spcBef>
          <a:spcPts val="667"/>
        </a:spcBef>
        <a:buFont typeface="Arial" panose="020B0604020202020204" pitchFamily="34" charset="0"/>
        <a:buChar char="•"/>
        <a:defRPr sz="3200" kern="1200">
          <a:solidFill>
            <a:schemeClr val="tx1"/>
          </a:solidFill>
          <a:latin typeface="+mn-lt"/>
          <a:ea typeface="+mn-ea"/>
          <a:cs typeface="+mn-cs"/>
        </a:defRPr>
      </a:lvl2pPr>
      <a:lvl3pPr marL="1523962" indent="-304792" algn="l" defTabSz="1219170" rtl="0" eaLnBrk="1" latinLnBrk="0" hangingPunct="1">
        <a:lnSpc>
          <a:spcPct val="90000"/>
        </a:lnSpc>
        <a:spcBef>
          <a:spcPts val="667"/>
        </a:spcBef>
        <a:buFont typeface="Arial" panose="020B0604020202020204" pitchFamily="34" charset="0"/>
        <a:buChar char="•"/>
        <a:defRPr sz="2667" kern="1200">
          <a:solidFill>
            <a:schemeClr val="tx1"/>
          </a:solidFill>
          <a:latin typeface="+mn-lt"/>
          <a:ea typeface="+mn-ea"/>
          <a:cs typeface="+mn-cs"/>
        </a:defRPr>
      </a:lvl3pPr>
      <a:lvl4pPr marL="2133547" indent="-304792" algn="l" defTabSz="1219170" rtl="0" eaLnBrk="1" latinLnBrk="0" hangingPunct="1">
        <a:lnSpc>
          <a:spcPct val="90000"/>
        </a:lnSpc>
        <a:spcBef>
          <a:spcPts val="667"/>
        </a:spcBef>
        <a:buFont typeface="Arial" panose="020B0604020202020204" pitchFamily="34" charset="0"/>
        <a:buChar char="•"/>
        <a:defRPr sz="2400" kern="1200">
          <a:solidFill>
            <a:schemeClr val="tx1"/>
          </a:solidFill>
          <a:latin typeface="+mn-lt"/>
          <a:ea typeface="+mn-ea"/>
          <a:cs typeface="+mn-cs"/>
        </a:defRPr>
      </a:lvl4pPr>
      <a:lvl5pPr marL="2743131" indent="-304792" algn="l" defTabSz="1219170" rtl="0" eaLnBrk="1" latinLnBrk="0" hangingPunct="1">
        <a:lnSpc>
          <a:spcPct val="90000"/>
        </a:lnSpc>
        <a:spcBef>
          <a:spcPts val="667"/>
        </a:spcBef>
        <a:buFont typeface="Arial" panose="020B0604020202020204" pitchFamily="34" charset="0"/>
        <a:buChar char="•"/>
        <a:defRPr sz="2400" kern="1200">
          <a:solidFill>
            <a:schemeClr val="tx1"/>
          </a:solidFill>
          <a:latin typeface="+mn-lt"/>
          <a:ea typeface="+mn-ea"/>
          <a:cs typeface="+mn-cs"/>
        </a:defRPr>
      </a:lvl5pPr>
      <a:lvl6pPr marL="3352716" indent="-304792" algn="l" defTabSz="1219170" rtl="0" eaLnBrk="1" latinLnBrk="0" hangingPunct="1">
        <a:lnSpc>
          <a:spcPct val="90000"/>
        </a:lnSpc>
        <a:spcBef>
          <a:spcPts val="667"/>
        </a:spcBef>
        <a:buFont typeface="Arial" panose="020B0604020202020204" pitchFamily="34" charset="0"/>
        <a:buChar char="•"/>
        <a:defRPr sz="2400" kern="1200">
          <a:solidFill>
            <a:schemeClr val="tx1"/>
          </a:solidFill>
          <a:latin typeface="+mn-lt"/>
          <a:ea typeface="+mn-ea"/>
          <a:cs typeface="+mn-cs"/>
        </a:defRPr>
      </a:lvl6pPr>
      <a:lvl7pPr marL="3962301" indent="-304792" algn="l" defTabSz="1219170" rtl="0" eaLnBrk="1" latinLnBrk="0" hangingPunct="1">
        <a:lnSpc>
          <a:spcPct val="90000"/>
        </a:lnSpc>
        <a:spcBef>
          <a:spcPts val="667"/>
        </a:spcBef>
        <a:buFont typeface="Arial" panose="020B0604020202020204" pitchFamily="34" charset="0"/>
        <a:buChar char="•"/>
        <a:defRPr sz="2400" kern="1200">
          <a:solidFill>
            <a:schemeClr val="tx1"/>
          </a:solidFill>
          <a:latin typeface="+mn-lt"/>
          <a:ea typeface="+mn-ea"/>
          <a:cs typeface="+mn-cs"/>
        </a:defRPr>
      </a:lvl7pPr>
      <a:lvl8pPr marL="4571886" indent="-304792" algn="l" defTabSz="1219170" rtl="0" eaLnBrk="1" latinLnBrk="0" hangingPunct="1">
        <a:lnSpc>
          <a:spcPct val="90000"/>
        </a:lnSpc>
        <a:spcBef>
          <a:spcPts val="667"/>
        </a:spcBef>
        <a:buFont typeface="Arial" panose="020B0604020202020204" pitchFamily="34" charset="0"/>
        <a:buChar char="•"/>
        <a:defRPr sz="2400" kern="1200">
          <a:solidFill>
            <a:schemeClr val="tx1"/>
          </a:solidFill>
          <a:latin typeface="+mn-lt"/>
          <a:ea typeface="+mn-ea"/>
          <a:cs typeface="+mn-cs"/>
        </a:defRPr>
      </a:lvl8pPr>
      <a:lvl9pPr marL="5181470" indent="-304792" algn="l" defTabSz="1219170" rtl="0" eaLnBrk="1" latinLnBrk="0" hangingPunct="1">
        <a:lnSpc>
          <a:spcPct val="90000"/>
        </a:lnSpc>
        <a:spcBef>
          <a:spcPts val="667"/>
        </a:spcBef>
        <a:buFont typeface="Arial" panose="020B0604020202020204" pitchFamily="34" charset="0"/>
        <a:buChar char="•"/>
        <a:defRPr sz="2400" kern="1200">
          <a:solidFill>
            <a:schemeClr val="tx1"/>
          </a:solidFill>
          <a:latin typeface="+mn-lt"/>
          <a:ea typeface="+mn-ea"/>
          <a:cs typeface="+mn-cs"/>
        </a:defRPr>
      </a:lvl9pPr>
    </p:bodyStyle>
    <p:other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p:otherStyle>
  </p:txStyles>
</p:sldMaster>
</file>

<file path=ppt/slideMasters/slideMaster27.xml><?xml version="1.0" encoding="utf-8"?>
<p:sldMaster xmlns:a="http://schemas.openxmlformats.org/drawingml/2006/main" xmlns:r="http://schemas.openxmlformats.org/officeDocument/2006/relationships" xmlns:p="http://schemas.openxmlformats.org/presentationml/2006/main">
  <p:cSld>
    <p:bg>
      <p:bgPr>
        <a:blipFill dpi="0" rotWithShape="1">
          <a:blip r:embed="rId27">
            <a:lum/>
          </a:blip>
          <a:srcRect/>
          <a:stretch>
            <a:fillRect/>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1" y="365129"/>
            <a:ext cx="10515600" cy="1325563"/>
          </a:xfrm>
          <a:prstGeom prst="rect">
            <a:avLst/>
          </a:prstGeom>
        </p:spPr>
        <p:txBody>
          <a:bodyPr vert="horz" lIns="182843" tIns="91422" rIns="182843" bIns="91422" rtlCol="0" anchor="ctr">
            <a:normAutofit/>
          </a:bodyPr>
          <a:lstStyle/>
          <a:p>
            <a:r>
              <a:rPr lang="en-US" dirty="0" smtClean="0"/>
              <a:t>Click to edit Master title style</a:t>
            </a:r>
            <a:endParaRPr lang="en-US" dirty="0"/>
          </a:p>
        </p:txBody>
      </p:sp>
      <p:sp>
        <p:nvSpPr>
          <p:cNvPr id="3" name="Text Placeholder 2"/>
          <p:cNvSpPr>
            <a:spLocks noGrp="1"/>
          </p:cNvSpPr>
          <p:nvPr>
            <p:ph type="body" idx="1"/>
          </p:nvPr>
        </p:nvSpPr>
        <p:spPr>
          <a:xfrm>
            <a:off x="838201" y="1825625"/>
            <a:ext cx="10515600" cy="4351338"/>
          </a:xfrm>
          <a:prstGeom prst="rect">
            <a:avLst/>
          </a:prstGeom>
        </p:spPr>
        <p:txBody>
          <a:bodyPr vert="horz" lIns="182843" tIns="91422" rIns="182843" bIns="91422"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2"/>
          </p:nvPr>
        </p:nvSpPr>
        <p:spPr>
          <a:xfrm>
            <a:off x="838200" y="6356355"/>
            <a:ext cx="2743200" cy="365125"/>
          </a:xfrm>
          <a:prstGeom prst="rect">
            <a:avLst/>
          </a:prstGeom>
        </p:spPr>
        <p:txBody>
          <a:bodyPr vert="horz" lIns="182843" tIns="91422" rIns="182843" bIns="91422" rtlCol="0" anchor="ctr"/>
          <a:lstStyle>
            <a:lvl1pPr algn="l">
              <a:defRPr sz="1200">
                <a:solidFill>
                  <a:schemeClr val="tx1">
                    <a:tint val="75000"/>
                  </a:schemeClr>
                </a:solidFill>
                <a:latin typeface="Lato Regular"/>
              </a:defRPr>
            </a:lvl1pPr>
          </a:lstStyle>
          <a:p>
            <a:pPr defTabSz="914217" fontAlgn="auto">
              <a:spcBef>
                <a:spcPts val="0"/>
              </a:spcBef>
              <a:spcAft>
                <a:spcPts val="0"/>
              </a:spcAft>
            </a:pPr>
            <a:endParaRPr lang="en-US" dirty="0">
              <a:solidFill>
                <a:srgbClr val="445469">
                  <a:tint val="75000"/>
                </a:srgbClr>
              </a:solidFill>
              <a:cs typeface="+mn-cs"/>
            </a:endParaRPr>
          </a:p>
        </p:txBody>
      </p:sp>
      <p:sp>
        <p:nvSpPr>
          <p:cNvPr id="5" name="Footer Placeholder 4"/>
          <p:cNvSpPr>
            <a:spLocks noGrp="1"/>
          </p:cNvSpPr>
          <p:nvPr>
            <p:ph type="ftr" sz="quarter" idx="3"/>
          </p:nvPr>
        </p:nvSpPr>
        <p:spPr>
          <a:xfrm>
            <a:off x="4038601" y="6356355"/>
            <a:ext cx="4114800" cy="365125"/>
          </a:xfrm>
          <a:prstGeom prst="rect">
            <a:avLst/>
          </a:prstGeom>
        </p:spPr>
        <p:txBody>
          <a:bodyPr vert="horz" lIns="182843" tIns="91422" rIns="182843" bIns="91422" rtlCol="0" anchor="ctr"/>
          <a:lstStyle>
            <a:lvl1pPr algn="ctr">
              <a:defRPr sz="1200">
                <a:solidFill>
                  <a:schemeClr val="tx1">
                    <a:tint val="75000"/>
                  </a:schemeClr>
                </a:solidFill>
                <a:latin typeface="Lato Regular"/>
              </a:defRPr>
            </a:lvl1pPr>
          </a:lstStyle>
          <a:p>
            <a:pPr defTabSz="914217" fontAlgn="auto">
              <a:spcBef>
                <a:spcPts val="0"/>
              </a:spcBef>
              <a:spcAft>
                <a:spcPts val="0"/>
              </a:spcAft>
            </a:pPr>
            <a:endParaRPr lang="en-US" dirty="0">
              <a:solidFill>
                <a:srgbClr val="445469">
                  <a:tint val="75000"/>
                </a:srgbClr>
              </a:solidFill>
              <a:cs typeface="+mn-cs"/>
            </a:endParaRPr>
          </a:p>
        </p:txBody>
      </p:sp>
      <p:sp>
        <p:nvSpPr>
          <p:cNvPr id="6" name="Slide Number Placeholder 5"/>
          <p:cNvSpPr>
            <a:spLocks noGrp="1"/>
          </p:cNvSpPr>
          <p:nvPr>
            <p:ph type="sldNum" sz="quarter" idx="4"/>
          </p:nvPr>
        </p:nvSpPr>
        <p:spPr>
          <a:xfrm>
            <a:off x="8610600" y="6356355"/>
            <a:ext cx="2743200" cy="365125"/>
          </a:xfrm>
          <a:prstGeom prst="rect">
            <a:avLst/>
          </a:prstGeom>
        </p:spPr>
        <p:txBody>
          <a:bodyPr vert="horz" lIns="182843" tIns="91422" rIns="182843" bIns="91422" rtlCol="0" anchor="ctr"/>
          <a:lstStyle>
            <a:lvl1pPr algn="r">
              <a:defRPr sz="1200">
                <a:solidFill>
                  <a:schemeClr val="tx1">
                    <a:tint val="75000"/>
                  </a:schemeClr>
                </a:solidFill>
                <a:latin typeface="Lato Regular"/>
              </a:defRPr>
            </a:lvl1pPr>
          </a:lstStyle>
          <a:p>
            <a:pPr defTabSz="914217" fontAlgn="auto">
              <a:spcBef>
                <a:spcPts val="0"/>
              </a:spcBef>
              <a:spcAft>
                <a:spcPts val="0"/>
              </a:spcAft>
            </a:pPr>
            <a:fld id="{FCEE2C88-6C8F-484D-AF69-578F576B1F44}" type="slidenum">
              <a:rPr lang="en-US" smtClean="0">
                <a:solidFill>
                  <a:srgbClr val="445469">
                    <a:tint val="75000"/>
                  </a:srgbClr>
                </a:solidFill>
                <a:cs typeface="+mn-cs"/>
              </a:rPr>
              <a:pPr defTabSz="914217" fontAlgn="auto">
                <a:spcBef>
                  <a:spcPts val="0"/>
                </a:spcBef>
                <a:spcAft>
                  <a:spcPts val="0"/>
                </a:spcAft>
              </a:pPr>
              <a:t>‹#›</a:t>
            </a:fld>
            <a:endParaRPr lang="en-US" dirty="0">
              <a:solidFill>
                <a:srgbClr val="445469">
                  <a:tint val="75000"/>
                </a:srgbClr>
              </a:solidFill>
              <a:cs typeface="+mn-cs"/>
            </a:endParaRPr>
          </a:p>
        </p:txBody>
      </p:sp>
    </p:spTree>
    <p:extLst>
      <p:ext uri="{BB962C8B-B14F-4D97-AF65-F5344CB8AC3E}">
        <p14:creationId xmlns:p14="http://schemas.microsoft.com/office/powerpoint/2010/main" val="1855758666"/>
      </p:ext>
    </p:extLst>
  </p:cSld>
  <p:clrMap bg1="lt1" tx1="dk1" bg2="lt2" tx2="dk2" accent1="accent1" accent2="accent2" accent3="accent3" accent4="accent4" accent5="accent5" accent6="accent6" hlink="hlink" folHlink="folHlink"/>
  <p:sldLayoutIdLst>
    <p:sldLayoutId id="2147486977" r:id="rId1"/>
    <p:sldLayoutId id="2147486978" r:id="rId2"/>
    <p:sldLayoutId id="2147486979" r:id="rId3"/>
    <p:sldLayoutId id="2147486980" r:id="rId4"/>
    <p:sldLayoutId id="2147486981" r:id="rId5"/>
    <p:sldLayoutId id="2147486982" r:id="rId6"/>
    <p:sldLayoutId id="2147486983" r:id="rId7"/>
    <p:sldLayoutId id="2147486984" r:id="rId8"/>
    <p:sldLayoutId id="2147486985" r:id="rId9"/>
    <p:sldLayoutId id="2147486986" r:id="rId10"/>
    <p:sldLayoutId id="2147486987" r:id="rId11"/>
    <p:sldLayoutId id="2147486988" r:id="rId12"/>
    <p:sldLayoutId id="2147486989" r:id="rId13"/>
    <p:sldLayoutId id="2147486990" r:id="rId14"/>
    <p:sldLayoutId id="2147486991" r:id="rId15"/>
    <p:sldLayoutId id="2147486992" r:id="rId16"/>
    <p:sldLayoutId id="2147486993" r:id="rId17"/>
    <p:sldLayoutId id="2147486994" r:id="rId18"/>
    <p:sldLayoutId id="2147486995" r:id="rId19"/>
    <p:sldLayoutId id="2147486996" r:id="rId20"/>
    <p:sldLayoutId id="2147486997" r:id="rId21"/>
    <p:sldLayoutId id="2147486998" r:id="rId22"/>
    <p:sldLayoutId id="2147486999" r:id="rId23"/>
    <p:sldLayoutId id="2147487000" r:id="rId24"/>
    <p:sldLayoutId id="2147487001" r:id="rId25"/>
  </p:sldLayoutIdLst>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hf hdr="0" ftr="0" dt="0"/>
  <p:txStyles>
    <p:titleStyle>
      <a:lvl1pPr algn="l" defTabSz="914217" rtl="0" eaLnBrk="1" latinLnBrk="0" hangingPunct="1">
        <a:lnSpc>
          <a:spcPct val="90000"/>
        </a:lnSpc>
        <a:spcBef>
          <a:spcPct val="0"/>
        </a:spcBef>
        <a:buNone/>
        <a:defRPr lang="en-US" sz="3000" kern="1200">
          <a:solidFill>
            <a:schemeClr val="tx1"/>
          </a:solidFill>
          <a:latin typeface="Lato" panose="020F0502020204030203" pitchFamily="34" charset="0"/>
          <a:ea typeface="+mj-ea"/>
          <a:cs typeface="+mj-cs"/>
        </a:defRPr>
      </a:lvl1pPr>
    </p:titleStyle>
    <p:bodyStyle>
      <a:lvl1pPr marL="228555" indent="-228555" algn="l" defTabSz="914217" rtl="0" eaLnBrk="1" latinLnBrk="0" hangingPunct="1">
        <a:lnSpc>
          <a:spcPct val="90000"/>
        </a:lnSpc>
        <a:spcBef>
          <a:spcPts val="1000"/>
        </a:spcBef>
        <a:buFont typeface="Arial" panose="020B0604020202020204" pitchFamily="34" charset="0"/>
        <a:buChar char="•"/>
        <a:defRPr lang="en-US" sz="2400" kern="1200" dirty="0" smtClean="0">
          <a:solidFill>
            <a:schemeClr val="tx1"/>
          </a:solidFill>
          <a:effectLst/>
          <a:latin typeface="Lato" panose="020F0502020204030203" pitchFamily="34" charset="0"/>
          <a:ea typeface="+mn-ea"/>
          <a:cs typeface="+mn-cs"/>
        </a:defRPr>
      </a:lvl1pPr>
      <a:lvl2pPr marL="685663" indent="-228555" algn="l" defTabSz="914217" rtl="0" eaLnBrk="1" latinLnBrk="0" hangingPunct="1">
        <a:lnSpc>
          <a:spcPct val="90000"/>
        </a:lnSpc>
        <a:spcBef>
          <a:spcPts val="500"/>
        </a:spcBef>
        <a:buFont typeface="Arial" panose="020B0604020202020204" pitchFamily="34" charset="0"/>
        <a:buChar char="•"/>
        <a:defRPr lang="en-US" sz="2000" kern="1200" dirty="0" smtClean="0">
          <a:solidFill>
            <a:schemeClr val="tx1"/>
          </a:solidFill>
          <a:effectLst/>
          <a:latin typeface="Lato" panose="020F0502020204030203" pitchFamily="34" charset="0"/>
          <a:ea typeface="+mn-ea"/>
          <a:cs typeface="+mn-cs"/>
        </a:defRPr>
      </a:lvl2pPr>
      <a:lvl3pPr marL="1142772" indent="-228555" algn="l" defTabSz="914217" rtl="0" eaLnBrk="1" latinLnBrk="0" hangingPunct="1">
        <a:lnSpc>
          <a:spcPct val="90000"/>
        </a:lnSpc>
        <a:spcBef>
          <a:spcPts val="500"/>
        </a:spcBef>
        <a:buFont typeface="Arial" panose="020B0604020202020204" pitchFamily="34" charset="0"/>
        <a:buChar char="•"/>
        <a:defRPr lang="en-US" sz="1800" kern="1200" dirty="0" smtClean="0">
          <a:solidFill>
            <a:schemeClr val="tx1"/>
          </a:solidFill>
          <a:effectLst/>
          <a:latin typeface="Lato" panose="020F0502020204030203" pitchFamily="34" charset="0"/>
          <a:ea typeface="+mn-ea"/>
          <a:cs typeface="+mn-cs"/>
        </a:defRPr>
      </a:lvl3pPr>
      <a:lvl4pPr marL="1599880" indent="-228555" algn="l" defTabSz="914217" rtl="0" eaLnBrk="1" latinLnBrk="0" hangingPunct="1">
        <a:lnSpc>
          <a:spcPct val="90000"/>
        </a:lnSpc>
        <a:spcBef>
          <a:spcPts val="500"/>
        </a:spcBef>
        <a:buFont typeface="Arial" panose="020B0604020202020204" pitchFamily="34" charset="0"/>
        <a:buChar char="•"/>
        <a:defRPr lang="en-US" sz="1600" kern="1200" dirty="0" smtClean="0">
          <a:solidFill>
            <a:schemeClr val="tx1"/>
          </a:solidFill>
          <a:effectLst/>
          <a:latin typeface="Lato" panose="020F0502020204030203" pitchFamily="34" charset="0"/>
          <a:ea typeface="+mn-ea"/>
          <a:cs typeface="+mn-cs"/>
        </a:defRPr>
      </a:lvl4pPr>
      <a:lvl5pPr marL="2056989" indent="-228555" algn="l" defTabSz="914217" rtl="0" eaLnBrk="1" latinLnBrk="0" hangingPunct="1">
        <a:lnSpc>
          <a:spcPct val="90000"/>
        </a:lnSpc>
        <a:spcBef>
          <a:spcPts val="500"/>
        </a:spcBef>
        <a:buFont typeface="Arial" panose="020B0604020202020204" pitchFamily="34" charset="0"/>
        <a:buChar char="•"/>
        <a:defRPr lang="en-US" sz="1600" kern="1200" dirty="0">
          <a:solidFill>
            <a:schemeClr val="tx1"/>
          </a:solidFill>
          <a:effectLst/>
          <a:latin typeface="Lato" panose="020F0502020204030203" pitchFamily="34" charset="0"/>
          <a:ea typeface="+mn-ea"/>
          <a:cs typeface="+mn-cs"/>
        </a:defRPr>
      </a:lvl5pPr>
      <a:lvl6pPr marL="2514097" indent="-228555" algn="l" defTabSz="91421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206" indent="-228555" algn="l" defTabSz="91421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314" indent="-228555" algn="l" defTabSz="91421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5423" indent="-228555" algn="l" defTabSz="91421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217" rtl="0" eaLnBrk="1" latinLnBrk="0" hangingPunct="1">
        <a:defRPr sz="1800" kern="1200">
          <a:solidFill>
            <a:schemeClr val="tx1"/>
          </a:solidFill>
          <a:latin typeface="+mn-lt"/>
          <a:ea typeface="+mn-ea"/>
          <a:cs typeface="+mn-cs"/>
        </a:defRPr>
      </a:lvl1pPr>
      <a:lvl2pPr marL="457109" algn="l" defTabSz="914217" rtl="0" eaLnBrk="1" latinLnBrk="0" hangingPunct="1">
        <a:defRPr sz="1800" kern="1200">
          <a:solidFill>
            <a:schemeClr val="tx1"/>
          </a:solidFill>
          <a:latin typeface="+mn-lt"/>
          <a:ea typeface="+mn-ea"/>
          <a:cs typeface="+mn-cs"/>
        </a:defRPr>
      </a:lvl2pPr>
      <a:lvl3pPr marL="914217" algn="l" defTabSz="914217" rtl="0" eaLnBrk="1" latinLnBrk="0" hangingPunct="1">
        <a:defRPr sz="1800" kern="1200">
          <a:solidFill>
            <a:schemeClr val="tx1"/>
          </a:solidFill>
          <a:latin typeface="+mn-lt"/>
          <a:ea typeface="+mn-ea"/>
          <a:cs typeface="+mn-cs"/>
        </a:defRPr>
      </a:lvl3pPr>
      <a:lvl4pPr marL="1371326" algn="l" defTabSz="914217" rtl="0" eaLnBrk="1" latinLnBrk="0" hangingPunct="1">
        <a:defRPr sz="1800" kern="1200">
          <a:solidFill>
            <a:schemeClr val="tx1"/>
          </a:solidFill>
          <a:latin typeface="+mn-lt"/>
          <a:ea typeface="+mn-ea"/>
          <a:cs typeface="+mn-cs"/>
        </a:defRPr>
      </a:lvl4pPr>
      <a:lvl5pPr marL="1828434" algn="l" defTabSz="914217" rtl="0" eaLnBrk="1" latinLnBrk="0" hangingPunct="1">
        <a:defRPr sz="1800" kern="1200">
          <a:solidFill>
            <a:schemeClr val="tx1"/>
          </a:solidFill>
          <a:latin typeface="+mn-lt"/>
          <a:ea typeface="+mn-ea"/>
          <a:cs typeface="+mn-cs"/>
        </a:defRPr>
      </a:lvl5pPr>
      <a:lvl6pPr marL="2285543" algn="l" defTabSz="914217" rtl="0" eaLnBrk="1" latinLnBrk="0" hangingPunct="1">
        <a:defRPr sz="1800" kern="1200">
          <a:solidFill>
            <a:schemeClr val="tx1"/>
          </a:solidFill>
          <a:latin typeface="+mn-lt"/>
          <a:ea typeface="+mn-ea"/>
          <a:cs typeface="+mn-cs"/>
        </a:defRPr>
      </a:lvl6pPr>
      <a:lvl7pPr marL="2742652" algn="l" defTabSz="914217" rtl="0" eaLnBrk="1" latinLnBrk="0" hangingPunct="1">
        <a:defRPr sz="1800" kern="1200">
          <a:solidFill>
            <a:schemeClr val="tx1"/>
          </a:solidFill>
          <a:latin typeface="+mn-lt"/>
          <a:ea typeface="+mn-ea"/>
          <a:cs typeface="+mn-cs"/>
        </a:defRPr>
      </a:lvl7pPr>
      <a:lvl8pPr marL="3199760" algn="l" defTabSz="914217" rtl="0" eaLnBrk="1" latinLnBrk="0" hangingPunct="1">
        <a:defRPr sz="1800" kern="1200">
          <a:solidFill>
            <a:schemeClr val="tx1"/>
          </a:solidFill>
          <a:latin typeface="+mn-lt"/>
          <a:ea typeface="+mn-ea"/>
          <a:cs typeface="+mn-cs"/>
        </a:defRPr>
      </a:lvl8pPr>
      <a:lvl9pPr marL="3656869" algn="l" defTabSz="914217" rtl="0" eaLnBrk="1" latinLnBrk="0" hangingPunct="1">
        <a:defRPr sz="1800" kern="1200">
          <a:solidFill>
            <a:schemeClr val="tx1"/>
          </a:solidFill>
          <a:latin typeface="+mn-lt"/>
          <a:ea typeface="+mn-ea"/>
          <a:cs typeface="+mn-cs"/>
        </a:defRPr>
      </a:lvl9pPr>
    </p:otherStyle>
  </p:txStyles>
</p:sldMaster>
</file>

<file path=ppt/slideMasters/slideMaster28.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081620761"/>
      </p:ext>
    </p:extLst>
  </p:cSld>
  <p:clrMap bg1="lt1" tx1="dk1" bg2="lt2" tx2="dk2" accent1="accent1" accent2="accent2" accent3="accent3" accent4="accent4" accent5="accent5" accent6="accent6" hlink="hlink" folHlink="folHlink"/>
  <p:sldLayoutIdLst>
    <p:sldLayoutId id="2147487003" r:id="rId1"/>
    <p:sldLayoutId id="2147487004" r:id="rId2"/>
    <p:sldLayoutId id="2147487005" r:id="rId3"/>
    <p:sldLayoutId id="2147487006" r:id="rId4"/>
    <p:sldLayoutId id="2147487007" r:id="rId5"/>
    <p:sldLayoutId id="2147487008" r:id="rId6"/>
    <p:sldLayoutId id="2147487009" r:id="rId7"/>
    <p:sldLayoutId id="2147487010" r:id="rId8"/>
    <p:sldLayoutId id="2147487011" r:id="rId9"/>
    <p:sldLayoutId id="2147487012" r:id="rId10"/>
    <p:sldLayoutId id="2147487013" r:id="rId11"/>
  </p:sldLayoutIdLst>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9.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smtClean="0"/>
              <a:t>Click to edit Master title style</a:t>
            </a:r>
            <a:endParaRPr lang="en-US" dirty="0"/>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fontAlgn="auto">
              <a:spcBef>
                <a:spcPts val="0"/>
              </a:spcBef>
              <a:spcAft>
                <a:spcPts val="0"/>
              </a:spcAft>
            </a:pPr>
            <a:fld id="{9798BDAE-A562-4667-82DD-5BE61974BD31}" type="datetimeFigureOut">
              <a:rPr lang="id-ID" smtClean="0">
                <a:solidFill>
                  <a:prstClr val="black">
                    <a:tint val="75000"/>
                  </a:prstClr>
                </a:solidFill>
                <a:latin typeface="Calibri" panose="020F0502020204030204"/>
                <a:cs typeface="+mn-cs"/>
              </a:rPr>
              <a:pPr fontAlgn="auto">
                <a:spcBef>
                  <a:spcPts val="0"/>
                </a:spcBef>
                <a:spcAft>
                  <a:spcPts val="0"/>
                </a:spcAft>
              </a:pPr>
              <a:t>02/09/16</a:t>
            </a:fld>
            <a:endParaRPr lang="id-ID">
              <a:solidFill>
                <a:prstClr val="black">
                  <a:tint val="75000"/>
                </a:prstClr>
              </a:solidFill>
              <a:latin typeface="Calibri" panose="020F0502020204030204"/>
              <a:cs typeface="+mn-cs"/>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fontAlgn="auto">
              <a:spcBef>
                <a:spcPts val="0"/>
              </a:spcBef>
              <a:spcAft>
                <a:spcPts val="0"/>
              </a:spcAft>
            </a:pPr>
            <a:endParaRPr lang="id-ID">
              <a:solidFill>
                <a:prstClr val="black">
                  <a:tint val="75000"/>
                </a:prstClr>
              </a:solidFill>
              <a:latin typeface="Calibri" panose="020F0502020204030204"/>
              <a:cs typeface="+mn-cs"/>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fontAlgn="auto">
              <a:spcBef>
                <a:spcPts val="0"/>
              </a:spcBef>
              <a:spcAft>
                <a:spcPts val="0"/>
              </a:spcAft>
            </a:pPr>
            <a:fld id="{C9F2E319-0919-499D-AD1F-7963255D1003}" type="slidenum">
              <a:rPr lang="id-ID" smtClean="0">
                <a:solidFill>
                  <a:prstClr val="black">
                    <a:tint val="75000"/>
                  </a:prstClr>
                </a:solidFill>
                <a:latin typeface="Calibri" panose="020F0502020204030204"/>
                <a:cs typeface="+mn-cs"/>
              </a:rPr>
              <a:pPr fontAlgn="auto">
                <a:spcBef>
                  <a:spcPts val="0"/>
                </a:spcBef>
                <a:spcAft>
                  <a:spcPts val="0"/>
                </a:spcAft>
              </a:pPr>
              <a:t>‹#›</a:t>
            </a:fld>
            <a:endParaRPr lang="id-ID">
              <a:solidFill>
                <a:prstClr val="black">
                  <a:tint val="75000"/>
                </a:prstClr>
              </a:solidFill>
              <a:latin typeface="Calibri" panose="020F0502020204030204"/>
              <a:cs typeface="+mn-cs"/>
            </a:endParaRPr>
          </a:p>
        </p:txBody>
      </p:sp>
    </p:spTree>
    <p:extLst>
      <p:ext uri="{BB962C8B-B14F-4D97-AF65-F5344CB8AC3E}">
        <p14:creationId xmlns:p14="http://schemas.microsoft.com/office/powerpoint/2010/main" val="612215461"/>
      </p:ext>
    </p:extLst>
  </p:cSld>
  <p:clrMap bg1="lt1" tx1="dk1" bg2="lt2" tx2="dk2" accent1="accent1" accent2="accent2" accent3="accent3" accent4="accent4" accent5="accent5" accent6="accent6" hlink="hlink" folHlink="folHlink"/>
  <p:sldLayoutIdLst>
    <p:sldLayoutId id="2147487015" r:id="rId1"/>
    <p:sldLayoutId id="2147487016" r:id="rId2"/>
    <p:sldLayoutId id="2147487017" r:id="rId3"/>
    <p:sldLayoutId id="2147487018" r:id="rId4"/>
    <p:sldLayoutId id="2147487019" r:id="rId5"/>
    <p:sldLayoutId id="2147487020" r:id="rId6"/>
    <p:sldLayoutId id="2147487021" r:id="rId7"/>
    <p:sldLayoutId id="2147487022" r:id="rId8"/>
    <p:sldLayoutId id="2147487023" r:id="rId9"/>
    <p:sldLayoutId id="2147487024" r:id="rId10"/>
    <p:sldLayoutId id="2147487025" r:id="rId11"/>
  </p:sldLayoutIdLst>
  <mc:AlternateContent xmlns:mc="http://schemas.openxmlformats.org/markup-compatibility/2006" xmlns:p14="http://schemas.microsoft.com/office/powerpoint/2010/main">
    <mc:Choice Requires="p14">
      <p:transition p14:dur="0"/>
    </mc:Choice>
    <mc:Fallback xmlns="">
      <p:transition/>
    </mc:Fallback>
  </mc:AlternateConten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0.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smtClean="0"/>
              <a:t>Click to edit Master title style</a:t>
            </a:r>
            <a:endParaRPr lang="en-US" dirty="0"/>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fontAlgn="auto">
              <a:spcBef>
                <a:spcPts val="0"/>
              </a:spcBef>
              <a:spcAft>
                <a:spcPts val="0"/>
              </a:spcAft>
            </a:pPr>
            <a:fld id="{9798BDAE-A562-4667-82DD-5BE61974BD31}" type="datetimeFigureOut">
              <a:rPr lang="id-ID" smtClean="0">
                <a:solidFill>
                  <a:prstClr val="black">
                    <a:tint val="75000"/>
                  </a:prstClr>
                </a:solidFill>
                <a:latin typeface="Calibri" panose="020F0502020204030204"/>
                <a:cs typeface="+mn-cs"/>
              </a:rPr>
              <a:pPr fontAlgn="auto">
                <a:spcBef>
                  <a:spcPts val="0"/>
                </a:spcBef>
                <a:spcAft>
                  <a:spcPts val="0"/>
                </a:spcAft>
              </a:pPr>
              <a:t>02/09/16</a:t>
            </a:fld>
            <a:endParaRPr lang="id-ID">
              <a:solidFill>
                <a:prstClr val="black">
                  <a:tint val="75000"/>
                </a:prstClr>
              </a:solidFill>
              <a:latin typeface="Calibri" panose="020F0502020204030204"/>
              <a:cs typeface="+mn-cs"/>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fontAlgn="auto">
              <a:spcBef>
                <a:spcPts val="0"/>
              </a:spcBef>
              <a:spcAft>
                <a:spcPts val="0"/>
              </a:spcAft>
            </a:pPr>
            <a:endParaRPr lang="id-ID">
              <a:solidFill>
                <a:prstClr val="black">
                  <a:tint val="75000"/>
                </a:prstClr>
              </a:solidFill>
              <a:latin typeface="Calibri" panose="020F0502020204030204"/>
              <a:cs typeface="+mn-cs"/>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fontAlgn="auto">
              <a:spcBef>
                <a:spcPts val="0"/>
              </a:spcBef>
              <a:spcAft>
                <a:spcPts val="0"/>
              </a:spcAft>
            </a:pPr>
            <a:fld id="{C9F2E319-0919-499D-AD1F-7963255D1003}" type="slidenum">
              <a:rPr lang="id-ID" smtClean="0">
                <a:solidFill>
                  <a:prstClr val="black">
                    <a:tint val="75000"/>
                  </a:prstClr>
                </a:solidFill>
                <a:latin typeface="Calibri" panose="020F0502020204030204"/>
                <a:cs typeface="+mn-cs"/>
              </a:rPr>
              <a:pPr fontAlgn="auto">
                <a:spcBef>
                  <a:spcPts val="0"/>
                </a:spcBef>
                <a:spcAft>
                  <a:spcPts val="0"/>
                </a:spcAft>
              </a:pPr>
              <a:t>‹#›</a:t>
            </a:fld>
            <a:endParaRPr lang="id-ID">
              <a:solidFill>
                <a:prstClr val="black">
                  <a:tint val="75000"/>
                </a:prstClr>
              </a:solidFill>
              <a:latin typeface="Calibri" panose="020F0502020204030204"/>
              <a:cs typeface="+mn-cs"/>
            </a:endParaRPr>
          </a:p>
        </p:txBody>
      </p:sp>
    </p:spTree>
    <p:extLst>
      <p:ext uri="{BB962C8B-B14F-4D97-AF65-F5344CB8AC3E}">
        <p14:creationId xmlns:p14="http://schemas.microsoft.com/office/powerpoint/2010/main" val="2063985918"/>
      </p:ext>
    </p:extLst>
  </p:cSld>
  <p:clrMap bg1="lt1" tx1="dk1" bg2="lt2" tx2="dk2" accent1="accent1" accent2="accent2" accent3="accent3" accent4="accent4" accent5="accent5" accent6="accent6" hlink="hlink" folHlink="folHlink"/>
  <p:sldLayoutIdLst>
    <p:sldLayoutId id="2147487039" r:id="rId1"/>
    <p:sldLayoutId id="2147487040" r:id="rId2"/>
    <p:sldLayoutId id="2147487041" r:id="rId3"/>
    <p:sldLayoutId id="2147487042" r:id="rId4"/>
    <p:sldLayoutId id="2147487043" r:id="rId5"/>
    <p:sldLayoutId id="2147487044" r:id="rId6"/>
    <p:sldLayoutId id="2147487045" r:id="rId7"/>
    <p:sldLayoutId id="2147487046" r:id="rId8"/>
    <p:sldLayoutId id="2147487047" r:id="rId9"/>
    <p:sldLayoutId id="2147487048" r:id="rId10"/>
    <p:sldLayoutId id="2147487049" r:id="rId11"/>
  </p:sldLayoutIdLst>
  <mc:AlternateContent xmlns:mc="http://schemas.openxmlformats.org/markup-compatibility/2006" xmlns:p14="http://schemas.microsoft.com/office/powerpoint/2010/main">
    <mc:Choice Requires="p14">
      <p:transition p14:dur="0"/>
    </mc:Choice>
    <mc:Fallback xmlns="">
      <p:transition/>
    </mc:Fallback>
  </mc:AlternateConten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1.xml><?xml version="1.0" encoding="utf-8"?>
<p:sldMaster xmlns:a="http://schemas.openxmlformats.org/drawingml/2006/main" xmlns:r="http://schemas.openxmlformats.org/officeDocument/2006/relationships" xmlns:p="http://schemas.openxmlformats.org/presentationml/2006/main">
  <p:cSld>
    <p:bg>
      <p:bgPr>
        <a:blipFill dpi="0" rotWithShape="1">
          <a:blip r:embed="rId35">
            <a:lum/>
          </a:blip>
          <a:srcRect/>
          <a:stretch>
            <a:fillRect/>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dirty="0" smtClean="0"/>
              <a:t>Click to edit Master title style</a:t>
            </a:r>
            <a:endParaRPr lang="en-AU" dirty="0"/>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AU" dirty="0"/>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fontAlgn="auto">
              <a:spcBef>
                <a:spcPts val="0"/>
              </a:spcBef>
              <a:spcAft>
                <a:spcPts val="0"/>
              </a:spcAft>
            </a:pPr>
            <a:fld id="{268D6DD3-4DB7-4C92-9690-614E4D50F47F}" type="datetimeFigureOut">
              <a:rPr lang="en-AU" smtClean="0">
                <a:solidFill>
                  <a:prstClr val="black">
                    <a:tint val="75000"/>
                  </a:prstClr>
                </a:solidFill>
                <a:latin typeface="Roboto Lt"/>
                <a:cs typeface="+mn-cs"/>
              </a:rPr>
              <a:pPr fontAlgn="auto">
                <a:spcBef>
                  <a:spcPts val="0"/>
                </a:spcBef>
                <a:spcAft>
                  <a:spcPts val="0"/>
                </a:spcAft>
              </a:pPr>
              <a:t>2/09/2016</a:t>
            </a:fld>
            <a:endParaRPr lang="en-AU">
              <a:solidFill>
                <a:prstClr val="black">
                  <a:tint val="75000"/>
                </a:prstClr>
              </a:solidFill>
              <a:latin typeface="Roboto Lt"/>
              <a:cs typeface="+mn-cs"/>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fontAlgn="auto">
              <a:spcBef>
                <a:spcPts val="0"/>
              </a:spcBef>
              <a:spcAft>
                <a:spcPts val="0"/>
              </a:spcAft>
            </a:pPr>
            <a:endParaRPr lang="en-AU">
              <a:solidFill>
                <a:prstClr val="black">
                  <a:tint val="75000"/>
                </a:prstClr>
              </a:solidFill>
              <a:latin typeface="Roboto Lt"/>
              <a:cs typeface="+mn-cs"/>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fontAlgn="auto">
              <a:spcBef>
                <a:spcPts val="0"/>
              </a:spcBef>
              <a:spcAft>
                <a:spcPts val="0"/>
              </a:spcAft>
            </a:pPr>
            <a:fld id="{B2368EEF-F8D6-448A-9AF0-691E77075A3E}" type="slidenum">
              <a:rPr lang="en-AU" smtClean="0">
                <a:solidFill>
                  <a:prstClr val="black">
                    <a:tint val="75000"/>
                  </a:prstClr>
                </a:solidFill>
                <a:latin typeface="Roboto Lt"/>
                <a:cs typeface="+mn-cs"/>
              </a:rPr>
              <a:pPr fontAlgn="auto">
                <a:spcBef>
                  <a:spcPts val="0"/>
                </a:spcBef>
                <a:spcAft>
                  <a:spcPts val="0"/>
                </a:spcAft>
              </a:pPr>
              <a:t>‹#›</a:t>
            </a:fld>
            <a:endParaRPr lang="en-AU">
              <a:solidFill>
                <a:prstClr val="black">
                  <a:tint val="75000"/>
                </a:prstClr>
              </a:solidFill>
              <a:latin typeface="Roboto Lt"/>
              <a:cs typeface="+mn-cs"/>
            </a:endParaRPr>
          </a:p>
        </p:txBody>
      </p:sp>
    </p:spTree>
    <p:extLst>
      <p:ext uri="{BB962C8B-B14F-4D97-AF65-F5344CB8AC3E}">
        <p14:creationId xmlns:p14="http://schemas.microsoft.com/office/powerpoint/2010/main" val="696093468"/>
      </p:ext>
    </p:extLst>
  </p:cSld>
  <p:clrMap bg1="lt1" tx1="dk1" bg2="lt2" tx2="dk2" accent1="accent1" accent2="accent2" accent3="accent3" accent4="accent4" accent5="accent5" accent6="accent6" hlink="hlink" folHlink="folHlink"/>
  <p:sldLayoutIdLst>
    <p:sldLayoutId id="2147487051" r:id="rId1"/>
    <p:sldLayoutId id="2147487052" r:id="rId2"/>
    <p:sldLayoutId id="2147487053" r:id="rId3"/>
    <p:sldLayoutId id="2147487054" r:id="rId4"/>
    <p:sldLayoutId id="2147487055" r:id="rId5"/>
    <p:sldLayoutId id="2147487056" r:id="rId6"/>
    <p:sldLayoutId id="2147487057" r:id="rId7"/>
    <p:sldLayoutId id="2147487058" r:id="rId8"/>
    <p:sldLayoutId id="2147487059" r:id="rId9"/>
    <p:sldLayoutId id="2147487060" r:id="rId10"/>
    <p:sldLayoutId id="2147487061" r:id="rId11"/>
    <p:sldLayoutId id="2147487062" r:id="rId12"/>
    <p:sldLayoutId id="2147487063" r:id="rId13"/>
    <p:sldLayoutId id="2147487064" r:id="rId14"/>
    <p:sldLayoutId id="2147487065" r:id="rId15"/>
    <p:sldLayoutId id="2147487066" r:id="rId16"/>
    <p:sldLayoutId id="2147487067" r:id="rId17"/>
    <p:sldLayoutId id="2147487068" r:id="rId18"/>
    <p:sldLayoutId id="2147487069" r:id="rId19"/>
    <p:sldLayoutId id="2147487070" r:id="rId20"/>
    <p:sldLayoutId id="2147487071" r:id="rId21"/>
    <p:sldLayoutId id="2147487072" r:id="rId22"/>
    <p:sldLayoutId id="2147487073" r:id="rId23"/>
    <p:sldLayoutId id="2147487074" r:id="rId24"/>
    <p:sldLayoutId id="2147487075" r:id="rId25"/>
    <p:sldLayoutId id="2147487076" r:id="rId26"/>
    <p:sldLayoutId id="2147487077" r:id="rId27"/>
    <p:sldLayoutId id="2147487078" r:id="rId28"/>
    <p:sldLayoutId id="2147487079" r:id="rId29"/>
    <p:sldLayoutId id="2147487080" r:id="rId30"/>
    <p:sldLayoutId id="2147487081" r:id="rId31"/>
    <p:sldLayoutId id="2147487082" r:id="rId32"/>
    <p:sldLayoutId id="2147487083" r:id="rId33"/>
  </p:sldLayoutIdLst>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txStyles>
    <p:titleStyle>
      <a:lvl1pPr algn="l" defTabSz="914400" rtl="0" eaLnBrk="1" latinLnBrk="0" hangingPunct="1">
        <a:lnSpc>
          <a:spcPct val="90000"/>
        </a:lnSpc>
        <a:spcBef>
          <a:spcPct val="0"/>
        </a:spcBef>
        <a:buNone/>
        <a:defRPr sz="3600" kern="1200">
          <a:solidFill>
            <a:schemeClr val="tx1"/>
          </a:solidFill>
          <a:latin typeface="+mj-lt"/>
          <a:ea typeface="+mj-ea"/>
          <a:cs typeface="+mj-cs"/>
        </a:defRPr>
      </a:lvl1pPr>
    </p:titleStyle>
    <p:bodyStyle>
      <a:lvl1pPr marL="0" indent="0" algn="l" defTabSz="914400" rtl="0" eaLnBrk="1" latinLnBrk="0" hangingPunct="1">
        <a:lnSpc>
          <a:spcPct val="90000"/>
        </a:lnSpc>
        <a:spcBef>
          <a:spcPts val="1000"/>
        </a:spcBef>
        <a:buFontTx/>
        <a:buNone/>
        <a:defRPr sz="1600" kern="1200">
          <a:solidFill>
            <a:schemeClr val="tx1"/>
          </a:solidFill>
          <a:latin typeface="+mn-lt"/>
          <a:ea typeface="+mn-ea"/>
          <a:cs typeface="+mn-cs"/>
        </a:defRPr>
      </a:lvl1pPr>
      <a:lvl2pPr marL="457200" indent="0" algn="l" defTabSz="914400" rtl="0" eaLnBrk="1" latinLnBrk="0" hangingPunct="1">
        <a:lnSpc>
          <a:spcPct val="90000"/>
        </a:lnSpc>
        <a:spcBef>
          <a:spcPts val="500"/>
        </a:spcBef>
        <a:buFontTx/>
        <a:buNone/>
        <a:defRPr sz="14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Tx/>
        <a:buNone/>
        <a:defRPr sz="12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Tx/>
        <a:buNone/>
        <a:defRPr sz="11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Tx/>
        <a:buNone/>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pos="3840">
          <p15:clr>
            <a:srgbClr val="F26B43"/>
          </p15:clr>
        </p15:guide>
        <p15:guide id="2" orient="horz" pos="2160">
          <p15:clr>
            <a:srgbClr val="F26B43"/>
          </p15:clr>
        </p15:guide>
        <p15:guide id="3" pos="7378">
          <p15:clr>
            <a:srgbClr val="F26B43"/>
          </p15:clr>
        </p15:guide>
        <p15:guide id="4" pos="302">
          <p15:clr>
            <a:srgbClr val="F26B43"/>
          </p15:clr>
        </p15:guide>
        <p15:guide id="5" orient="horz" pos="3884">
          <p15:clr>
            <a:srgbClr val="F26B43"/>
          </p15:clr>
        </p15:guide>
        <p15:guide id="6" orient="horz" pos="436">
          <p15:clr>
            <a:srgbClr val="F26B43"/>
          </p15:clr>
        </p15:guide>
      </p15:sldGuideLst>
    </p:ext>
  </p:extLst>
</p:sldMaster>
</file>

<file path=ppt/slideMasters/slideMaster32.xml><?xml version="1.0" encoding="utf-8"?>
<p:sldMaster xmlns:a="http://schemas.openxmlformats.org/drawingml/2006/main" xmlns:r="http://schemas.openxmlformats.org/officeDocument/2006/relationships" xmlns:p="http://schemas.openxmlformats.org/presentationml/2006/main">
  <p:cSld>
    <p:bg>
      <p:bgPr>
        <a:blipFill dpi="0" rotWithShape="1">
          <a:blip r:embed="rId35">
            <a:lum/>
          </a:blip>
          <a:srcRect/>
          <a:stretch>
            <a:fillRect/>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dirty="0" smtClean="0"/>
              <a:t>Click to edit Master title style</a:t>
            </a:r>
            <a:endParaRPr lang="en-AU" dirty="0"/>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AU" dirty="0"/>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fontAlgn="auto">
              <a:spcBef>
                <a:spcPts val="0"/>
              </a:spcBef>
              <a:spcAft>
                <a:spcPts val="0"/>
              </a:spcAft>
            </a:pPr>
            <a:fld id="{268D6DD3-4DB7-4C92-9690-614E4D50F47F}" type="datetimeFigureOut">
              <a:rPr lang="en-AU" smtClean="0">
                <a:solidFill>
                  <a:prstClr val="black">
                    <a:tint val="75000"/>
                  </a:prstClr>
                </a:solidFill>
                <a:latin typeface="Roboto Lt"/>
                <a:cs typeface="+mn-cs"/>
              </a:rPr>
              <a:pPr fontAlgn="auto">
                <a:spcBef>
                  <a:spcPts val="0"/>
                </a:spcBef>
                <a:spcAft>
                  <a:spcPts val="0"/>
                </a:spcAft>
              </a:pPr>
              <a:t>2/09/2016</a:t>
            </a:fld>
            <a:endParaRPr lang="en-AU">
              <a:solidFill>
                <a:prstClr val="black">
                  <a:tint val="75000"/>
                </a:prstClr>
              </a:solidFill>
              <a:latin typeface="Roboto Lt"/>
              <a:cs typeface="+mn-cs"/>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fontAlgn="auto">
              <a:spcBef>
                <a:spcPts val="0"/>
              </a:spcBef>
              <a:spcAft>
                <a:spcPts val="0"/>
              </a:spcAft>
            </a:pPr>
            <a:endParaRPr lang="en-AU">
              <a:solidFill>
                <a:prstClr val="black">
                  <a:tint val="75000"/>
                </a:prstClr>
              </a:solidFill>
              <a:latin typeface="Roboto Lt"/>
              <a:cs typeface="+mn-cs"/>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fontAlgn="auto">
              <a:spcBef>
                <a:spcPts val="0"/>
              </a:spcBef>
              <a:spcAft>
                <a:spcPts val="0"/>
              </a:spcAft>
            </a:pPr>
            <a:fld id="{B2368EEF-F8D6-448A-9AF0-691E77075A3E}" type="slidenum">
              <a:rPr lang="en-AU" smtClean="0">
                <a:solidFill>
                  <a:prstClr val="black">
                    <a:tint val="75000"/>
                  </a:prstClr>
                </a:solidFill>
                <a:latin typeface="Roboto Lt"/>
                <a:cs typeface="+mn-cs"/>
              </a:rPr>
              <a:pPr fontAlgn="auto">
                <a:spcBef>
                  <a:spcPts val="0"/>
                </a:spcBef>
                <a:spcAft>
                  <a:spcPts val="0"/>
                </a:spcAft>
              </a:pPr>
              <a:t>‹#›</a:t>
            </a:fld>
            <a:endParaRPr lang="en-AU">
              <a:solidFill>
                <a:prstClr val="black">
                  <a:tint val="75000"/>
                </a:prstClr>
              </a:solidFill>
              <a:latin typeface="Roboto Lt"/>
              <a:cs typeface="+mn-cs"/>
            </a:endParaRPr>
          </a:p>
        </p:txBody>
      </p:sp>
    </p:spTree>
    <p:extLst>
      <p:ext uri="{BB962C8B-B14F-4D97-AF65-F5344CB8AC3E}">
        <p14:creationId xmlns:p14="http://schemas.microsoft.com/office/powerpoint/2010/main" val="3553163057"/>
      </p:ext>
    </p:extLst>
  </p:cSld>
  <p:clrMap bg1="lt1" tx1="dk1" bg2="lt2" tx2="dk2" accent1="accent1" accent2="accent2" accent3="accent3" accent4="accent4" accent5="accent5" accent6="accent6" hlink="hlink" folHlink="folHlink"/>
  <p:sldLayoutIdLst>
    <p:sldLayoutId id="2147487085" r:id="rId1"/>
    <p:sldLayoutId id="2147487086" r:id="rId2"/>
    <p:sldLayoutId id="2147487087" r:id="rId3"/>
    <p:sldLayoutId id="2147487088" r:id="rId4"/>
    <p:sldLayoutId id="2147487089" r:id="rId5"/>
    <p:sldLayoutId id="2147487090" r:id="rId6"/>
    <p:sldLayoutId id="2147487091" r:id="rId7"/>
    <p:sldLayoutId id="2147487092" r:id="rId8"/>
    <p:sldLayoutId id="2147487093" r:id="rId9"/>
    <p:sldLayoutId id="2147487094" r:id="rId10"/>
    <p:sldLayoutId id="2147487095" r:id="rId11"/>
    <p:sldLayoutId id="2147487096" r:id="rId12"/>
    <p:sldLayoutId id="2147487097" r:id="rId13"/>
    <p:sldLayoutId id="2147487098" r:id="rId14"/>
    <p:sldLayoutId id="2147487099" r:id="rId15"/>
    <p:sldLayoutId id="2147487100" r:id="rId16"/>
    <p:sldLayoutId id="2147487101" r:id="rId17"/>
    <p:sldLayoutId id="2147487102" r:id="rId18"/>
    <p:sldLayoutId id="2147487103" r:id="rId19"/>
    <p:sldLayoutId id="2147487104" r:id="rId20"/>
    <p:sldLayoutId id="2147487105" r:id="rId21"/>
    <p:sldLayoutId id="2147487106" r:id="rId22"/>
    <p:sldLayoutId id="2147487107" r:id="rId23"/>
    <p:sldLayoutId id="2147487108" r:id="rId24"/>
    <p:sldLayoutId id="2147487109" r:id="rId25"/>
    <p:sldLayoutId id="2147487110" r:id="rId26"/>
    <p:sldLayoutId id="2147487111" r:id="rId27"/>
    <p:sldLayoutId id="2147487112" r:id="rId28"/>
    <p:sldLayoutId id="2147487113" r:id="rId29"/>
    <p:sldLayoutId id="2147487114" r:id="rId30"/>
    <p:sldLayoutId id="2147487115" r:id="rId31"/>
    <p:sldLayoutId id="2147487116" r:id="rId32"/>
    <p:sldLayoutId id="2147487117" r:id="rId33"/>
  </p:sldLayoutIdLst>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txStyles>
    <p:titleStyle>
      <a:lvl1pPr algn="l" defTabSz="914400" rtl="0" eaLnBrk="1" latinLnBrk="0" hangingPunct="1">
        <a:lnSpc>
          <a:spcPct val="90000"/>
        </a:lnSpc>
        <a:spcBef>
          <a:spcPct val="0"/>
        </a:spcBef>
        <a:buNone/>
        <a:defRPr sz="3600" kern="1200">
          <a:solidFill>
            <a:schemeClr val="tx1"/>
          </a:solidFill>
          <a:latin typeface="+mj-lt"/>
          <a:ea typeface="+mj-ea"/>
          <a:cs typeface="+mj-cs"/>
        </a:defRPr>
      </a:lvl1pPr>
    </p:titleStyle>
    <p:bodyStyle>
      <a:lvl1pPr marL="0" indent="0" algn="l" defTabSz="914400" rtl="0" eaLnBrk="1" latinLnBrk="0" hangingPunct="1">
        <a:lnSpc>
          <a:spcPct val="90000"/>
        </a:lnSpc>
        <a:spcBef>
          <a:spcPts val="1000"/>
        </a:spcBef>
        <a:buFontTx/>
        <a:buNone/>
        <a:defRPr sz="1600" kern="1200">
          <a:solidFill>
            <a:schemeClr val="tx1"/>
          </a:solidFill>
          <a:latin typeface="+mn-lt"/>
          <a:ea typeface="+mn-ea"/>
          <a:cs typeface="+mn-cs"/>
        </a:defRPr>
      </a:lvl1pPr>
      <a:lvl2pPr marL="457200" indent="0" algn="l" defTabSz="914400" rtl="0" eaLnBrk="1" latinLnBrk="0" hangingPunct="1">
        <a:lnSpc>
          <a:spcPct val="90000"/>
        </a:lnSpc>
        <a:spcBef>
          <a:spcPts val="500"/>
        </a:spcBef>
        <a:buFontTx/>
        <a:buNone/>
        <a:defRPr sz="14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Tx/>
        <a:buNone/>
        <a:defRPr sz="12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Tx/>
        <a:buNone/>
        <a:defRPr sz="11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Tx/>
        <a:buNone/>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pos="3840">
          <p15:clr>
            <a:srgbClr val="F26B43"/>
          </p15:clr>
        </p15:guide>
        <p15:guide id="2" orient="horz" pos="2160">
          <p15:clr>
            <a:srgbClr val="F26B43"/>
          </p15:clr>
        </p15:guide>
        <p15:guide id="3" pos="7378">
          <p15:clr>
            <a:srgbClr val="F26B43"/>
          </p15:clr>
        </p15:guide>
        <p15:guide id="4" pos="302">
          <p15:clr>
            <a:srgbClr val="F26B43"/>
          </p15:clr>
        </p15:guide>
        <p15:guide id="5" orient="horz" pos="3884">
          <p15:clr>
            <a:srgbClr val="F26B43"/>
          </p15:clr>
        </p15:guide>
        <p15:guide id="6" orient="horz" pos="436">
          <p15:clr>
            <a:srgbClr val="F26B43"/>
          </p15:clr>
        </p15:guide>
      </p15:sldGuideLst>
    </p:ext>
  </p:extLst>
</p:sldMaster>
</file>

<file path=ppt/slideMasters/slideMaster33.xml><?xml version="1.0" encoding="utf-8"?>
<p:sldMaster xmlns:a="http://schemas.openxmlformats.org/drawingml/2006/main" xmlns:r="http://schemas.openxmlformats.org/officeDocument/2006/relationships" xmlns:p="http://schemas.openxmlformats.org/presentationml/2006/main">
  <p:cSld>
    <p:bg>
      <p:bgPr>
        <a:blipFill dpi="0" rotWithShape="1">
          <a:blip r:embed="rId35">
            <a:lum/>
          </a:blip>
          <a:srcRect/>
          <a:stretch>
            <a:fillRect/>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dirty="0" smtClean="0"/>
              <a:t>Click to edit Master title style</a:t>
            </a:r>
            <a:endParaRPr lang="en-AU" dirty="0"/>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AU" dirty="0"/>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fontAlgn="auto">
              <a:spcBef>
                <a:spcPts val="0"/>
              </a:spcBef>
              <a:spcAft>
                <a:spcPts val="0"/>
              </a:spcAft>
            </a:pPr>
            <a:fld id="{268D6DD3-4DB7-4C92-9690-614E4D50F47F}" type="datetimeFigureOut">
              <a:rPr lang="en-AU" smtClean="0">
                <a:solidFill>
                  <a:prstClr val="black">
                    <a:tint val="75000"/>
                  </a:prstClr>
                </a:solidFill>
                <a:latin typeface="Roboto Lt"/>
                <a:cs typeface="+mn-cs"/>
              </a:rPr>
              <a:pPr fontAlgn="auto">
                <a:spcBef>
                  <a:spcPts val="0"/>
                </a:spcBef>
                <a:spcAft>
                  <a:spcPts val="0"/>
                </a:spcAft>
              </a:pPr>
              <a:t>2/09/2016</a:t>
            </a:fld>
            <a:endParaRPr lang="en-AU">
              <a:solidFill>
                <a:prstClr val="black">
                  <a:tint val="75000"/>
                </a:prstClr>
              </a:solidFill>
              <a:latin typeface="Roboto Lt"/>
              <a:cs typeface="+mn-cs"/>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fontAlgn="auto">
              <a:spcBef>
                <a:spcPts val="0"/>
              </a:spcBef>
              <a:spcAft>
                <a:spcPts val="0"/>
              </a:spcAft>
            </a:pPr>
            <a:endParaRPr lang="en-AU">
              <a:solidFill>
                <a:prstClr val="black">
                  <a:tint val="75000"/>
                </a:prstClr>
              </a:solidFill>
              <a:latin typeface="Roboto Lt"/>
              <a:cs typeface="+mn-cs"/>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fontAlgn="auto">
              <a:spcBef>
                <a:spcPts val="0"/>
              </a:spcBef>
              <a:spcAft>
                <a:spcPts val="0"/>
              </a:spcAft>
            </a:pPr>
            <a:fld id="{B2368EEF-F8D6-448A-9AF0-691E77075A3E}" type="slidenum">
              <a:rPr lang="en-AU" smtClean="0">
                <a:solidFill>
                  <a:prstClr val="black">
                    <a:tint val="75000"/>
                  </a:prstClr>
                </a:solidFill>
                <a:latin typeface="Roboto Lt"/>
                <a:cs typeface="+mn-cs"/>
              </a:rPr>
              <a:pPr fontAlgn="auto">
                <a:spcBef>
                  <a:spcPts val="0"/>
                </a:spcBef>
                <a:spcAft>
                  <a:spcPts val="0"/>
                </a:spcAft>
              </a:pPr>
              <a:t>‹#›</a:t>
            </a:fld>
            <a:endParaRPr lang="en-AU">
              <a:solidFill>
                <a:prstClr val="black">
                  <a:tint val="75000"/>
                </a:prstClr>
              </a:solidFill>
              <a:latin typeface="Roboto Lt"/>
              <a:cs typeface="+mn-cs"/>
            </a:endParaRPr>
          </a:p>
        </p:txBody>
      </p:sp>
    </p:spTree>
    <p:extLst>
      <p:ext uri="{BB962C8B-B14F-4D97-AF65-F5344CB8AC3E}">
        <p14:creationId xmlns:p14="http://schemas.microsoft.com/office/powerpoint/2010/main" val="3797470899"/>
      </p:ext>
    </p:extLst>
  </p:cSld>
  <p:clrMap bg1="lt1" tx1="dk1" bg2="lt2" tx2="dk2" accent1="accent1" accent2="accent2" accent3="accent3" accent4="accent4" accent5="accent5" accent6="accent6" hlink="hlink" folHlink="folHlink"/>
  <p:sldLayoutIdLst>
    <p:sldLayoutId id="2147487119" r:id="rId1"/>
    <p:sldLayoutId id="2147487120" r:id="rId2"/>
    <p:sldLayoutId id="2147487121" r:id="rId3"/>
    <p:sldLayoutId id="2147487122" r:id="rId4"/>
    <p:sldLayoutId id="2147487123" r:id="rId5"/>
    <p:sldLayoutId id="2147487124" r:id="rId6"/>
    <p:sldLayoutId id="2147487125" r:id="rId7"/>
    <p:sldLayoutId id="2147487126" r:id="rId8"/>
    <p:sldLayoutId id="2147487127" r:id="rId9"/>
    <p:sldLayoutId id="2147487128" r:id="rId10"/>
    <p:sldLayoutId id="2147487129" r:id="rId11"/>
    <p:sldLayoutId id="2147487130" r:id="rId12"/>
    <p:sldLayoutId id="2147487131" r:id="rId13"/>
    <p:sldLayoutId id="2147487132" r:id="rId14"/>
    <p:sldLayoutId id="2147487133" r:id="rId15"/>
    <p:sldLayoutId id="2147487134" r:id="rId16"/>
    <p:sldLayoutId id="2147487135" r:id="rId17"/>
    <p:sldLayoutId id="2147487136" r:id="rId18"/>
    <p:sldLayoutId id="2147487137" r:id="rId19"/>
    <p:sldLayoutId id="2147487138" r:id="rId20"/>
    <p:sldLayoutId id="2147487139" r:id="rId21"/>
    <p:sldLayoutId id="2147487140" r:id="rId22"/>
    <p:sldLayoutId id="2147487141" r:id="rId23"/>
    <p:sldLayoutId id="2147487142" r:id="rId24"/>
    <p:sldLayoutId id="2147487143" r:id="rId25"/>
    <p:sldLayoutId id="2147487144" r:id="rId26"/>
    <p:sldLayoutId id="2147487145" r:id="rId27"/>
    <p:sldLayoutId id="2147487146" r:id="rId28"/>
    <p:sldLayoutId id="2147487147" r:id="rId29"/>
    <p:sldLayoutId id="2147487148" r:id="rId30"/>
    <p:sldLayoutId id="2147487149" r:id="rId31"/>
    <p:sldLayoutId id="2147487150" r:id="rId32"/>
    <p:sldLayoutId id="2147487151" r:id="rId33"/>
  </p:sldLayoutIdLst>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txStyles>
    <p:titleStyle>
      <a:lvl1pPr algn="l" defTabSz="914400" rtl="0" eaLnBrk="1" latinLnBrk="0" hangingPunct="1">
        <a:lnSpc>
          <a:spcPct val="90000"/>
        </a:lnSpc>
        <a:spcBef>
          <a:spcPct val="0"/>
        </a:spcBef>
        <a:buNone/>
        <a:defRPr sz="3600" kern="1200">
          <a:solidFill>
            <a:schemeClr val="tx1"/>
          </a:solidFill>
          <a:latin typeface="+mj-lt"/>
          <a:ea typeface="+mj-ea"/>
          <a:cs typeface="+mj-cs"/>
        </a:defRPr>
      </a:lvl1pPr>
    </p:titleStyle>
    <p:bodyStyle>
      <a:lvl1pPr marL="0" indent="0" algn="l" defTabSz="914400" rtl="0" eaLnBrk="1" latinLnBrk="0" hangingPunct="1">
        <a:lnSpc>
          <a:spcPct val="90000"/>
        </a:lnSpc>
        <a:spcBef>
          <a:spcPts val="1000"/>
        </a:spcBef>
        <a:buFontTx/>
        <a:buNone/>
        <a:defRPr sz="1600" kern="1200">
          <a:solidFill>
            <a:schemeClr val="tx1"/>
          </a:solidFill>
          <a:latin typeface="+mn-lt"/>
          <a:ea typeface="+mn-ea"/>
          <a:cs typeface="+mn-cs"/>
        </a:defRPr>
      </a:lvl1pPr>
      <a:lvl2pPr marL="457200" indent="0" algn="l" defTabSz="914400" rtl="0" eaLnBrk="1" latinLnBrk="0" hangingPunct="1">
        <a:lnSpc>
          <a:spcPct val="90000"/>
        </a:lnSpc>
        <a:spcBef>
          <a:spcPts val="500"/>
        </a:spcBef>
        <a:buFontTx/>
        <a:buNone/>
        <a:defRPr sz="14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Tx/>
        <a:buNone/>
        <a:defRPr sz="12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Tx/>
        <a:buNone/>
        <a:defRPr sz="11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Tx/>
        <a:buNone/>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pos="3840">
          <p15:clr>
            <a:srgbClr val="F26B43"/>
          </p15:clr>
        </p15:guide>
        <p15:guide id="2" orient="horz" pos="2160">
          <p15:clr>
            <a:srgbClr val="F26B43"/>
          </p15:clr>
        </p15:guide>
        <p15:guide id="3" pos="7378">
          <p15:clr>
            <a:srgbClr val="F26B43"/>
          </p15:clr>
        </p15:guide>
        <p15:guide id="4" pos="302">
          <p15:clr>
            <a:srgbClr val="F26B43"/>
          </p15:clr>
        </p15:guide>
        <p15:guide id="5" orient="horz" pos="3884">
          <p15:clr>
            <a:srgbClr val="F26B43"/>
          </p15:clr>
        </p15:guide>
        <p15:guide id="6" orient="horz" pos="436">
          <p15:clr>
            <a:srgbClr val="F26B43"/>
          </p15:clr>
        </p15:guide>
      </p15:sldGuideLst>
    </p:ext>
  </p:extLst>
</p:sldMaster>
</file>

<file path=ppt/slideMasters/slideMaster34.xml><?xml version="1.0" encoding="utf-8"?>
<p:sldMaster xmlns:a="http://schemas.openxmlformats.org/drawingml/2006/main" xmlns:r="http://schemas.openxmlformats.org/officeDocument/2006/relationships" xmlns:p="http://schemas.openxmlformats.org/presentationml/2006/main">
  <p:cSld>
    <p:bg>
      <p:bgPr>
        <a:blipFill dpi="0" rotWithShape="1">
          <a:blip r:embed="rId35">
            <a:lum/>
          </a:blip>
          <a:srcRect/>
          <a:stretch>
            <a:fillRect/>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dirty="0" smtClean="0"/>
              <a:t>Click to edit Master title style</a:t>
            </a:r>
            <a:endParaRPr lang="en-AU" dirty="0"/>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AU" dirty="0"/>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fontAlgn="auto">
              <a:spcBef>
                <a:spcPts val="0"/>
              </a:spcBef>
              <a:spcAft>
                <a:spcPts val="0"/>
              </a:spcAft>
            </a:pPr>
            <a:fld id="{268D6DD3-4DB7-4C92-9690-614E4D50F47F}" type="datetimeFigureOut">
              <a:rPr lang="en-AU" smtClean="0">
                <a:solidFill>
                  <a:prstClr val="black">
                    <a:tint val="75000"/>
                  </a:prstClr>
                </a:solidFill>
                <a:latin typeface="Roboto Lt"/>
                <a:cs typeface="+mn-cs"/>
              </a:rPr>
              <a:pPr fontAlgn="auto">
                <a:spcBef>
                  <a:spcPts val="0"/>
                </a:spcBef>
                <a:spcAft>
                  <a:spcPts val="0"/>
                </a:spcAft>
              </a:pPr>
              <a:t>2/09/2016</a:t>
            </a:fld>
            <a:endParaRPr lang="en-AU">
              <a:solidFill>
                <a:prstClr val="black">
                  <a:tint val="75000"/>
                </a:prstClr>
              </a:solidFill>
              <a:latin typeface="Roboto Lt"/>
              <a:cs typeface="+mn-cs"/>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fontAlgn="auto">
              <a:spcBef>
                <a:spcPts val="0"/>
              </a:spcBef>
              <a:spcAft>
                <a:spcPts val="0"/>
              </a:spcAft>
            </a:pPr>
            <a:endParaRPr lang="en-AU">
              <a:solidFill>
                <a:prstClr val="black">
                  <a:tint val="75000"/>
                </a:prstClr>
              </a:solidFill>
              <a:latin typeface="Roboto Lt"/>
              <a:cs typeface="+mn-cs"/>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fontAlgn="auto">
              <a:spcBef>
                <a:spcPts val="0"/>
              </a:spcBef>
              <a:spcAft>
                <a:spcPts val="0"/>
              </a:spcAft>
            </a:pPr>
            <a:fld id="{B2368EEF-F8D6-448A-9AF0-691E77075A3E}" type="slidenum">
              <a:rPr lang="en-AU" smtClean="0">
                <a:solidFill>
                  <a:prstClr val="black">
                    <a:tint val="75000"/>
                  </a:prstClr>
                </a:solidFill>
                <a:latin typeface="Roboto Lt"/>
                <a:cs typeface="+mn-cs"/>
              </a:rPr>
              <a:pPr fontAlgn="auto">
                <a:spcBef>
                  <a:spcPts val="0"/>
                </a:spcBef>
                <a:spcAft>
                  <a:spcPts val="0"/>
                </a:spcAft>
              </a:pPr>
              <a:t>‹#›</a:t>
            </a:fld>
            <a:endParaRPr lang="en-AU">
              <a:solidFill>
                <a:prstClr val="black">
                  <a:tint val="75000"/>
                </a:prstClr>
              </a:solidFill>
              <a:latin typeface="Roboto Lt"/>
              <a:cs typeface="+mn-cs"/>
            </a:endParaRPr>
          </a:p>
        </p:txBody>
      </p:sp>
    </p:spTree>
    <p:extLst>
      <p:ext uri="{BB962C8B-B14F-4D97-AF65-F5344CB8AC3E}">
        <p14:creationId xmlns:p14="http://schemas.microsoft.com/office/powerpoint/2010/main" val="3586822078"/>
      </p:ext>
    </p:extLst>
  </p:cSld>
  <p:clrMap bg1="lt1" tx1="dk1" bg2="lt2" tx2="dk2" accent1="accent1" accent2="accent2" accent3="accent3" accent4="accent4" accent5="accent5" accent6="accent6" hlink="hlink" folHlink="folHlink"/>
  <p:sldLayoutIdLst>
    <p:sldLayoutId id="2147487153" r:id="rId1"/>
    <p:sldLayoutId id="2147487154" r:id="rId2"/>
    <p:sldLayoutId id="2147487155" r:id="rId3"/>
    <p:sldLayoutId id="2147487156" r:id="rId4"/>
    <p:sldLayoutId id="2147487157" r:id="rId5"/>
    <p:sldLayoutId id="2147487158" r:id="rId6"/>
    <p:sldLayoutId id="2147487159" r:id="rId7"/>
    <p:sldLayoutId id="2147487160" r:id="rId8"/>
    <p:sldLayoutId id="2147487161" r:id="rId9"/>
    <p:sldLayoutId id="2147487162" r:id="rId10"/>
    <p:sldLayoutId id="2147487163" r:id="rId11"/>
    <p:sldLayoutId id="2147487164" r:id="rId12"/>
    <p:sldLayoutId id="2147487165" r:id="rId13"/>
    <p:sldLayoutId id="2147487166" r:id="rId14"/>
    <p:sldLayoutId id="2147487167" r:id="rId15"/>
    <p:sldLayoutId id="2147487168" r:id="rId16"/>
    <p:sldLayoutId id="2147487169" r:id="rId17"/>
    <p:sldLayoutId id="2147487170" r:id="rId18"/>
    <p:sldLayoutId id="2147487171" r:id="rId19"/>
    <p:sldLayoutId id="2147487172" r:id="rId20"/>
    <p:sldLayoutId id="2147487173" r:id="rId21"/>
    <p:sldLayoutId id="2147487174" r:id="rId22"/>
    <p:sldLayoutId id="2147487175" r:id="rId23"/>
    <p:sldLayoutId id="2147487176" r:id="rId24"/>
    <p:sldLayoutId id="2147487177" r:id="rId25"/>
    <p:sldLayoutId id="2147487178" r:id="rId26"/>
    <p:sldLayoutId id="2147487179" r:id="rId27"/>
    <p:sldLayoutId id="2147487180" r:id="rId28"/>
    <p:sldLayoutId id="2147487181" r:id="rId29"/>
    <p:sldLayoutId id="2147487182" r:id="rId30"/>
    <p:sldLayoutId id="2147487183" r:id="rId31"/>
    <p:sldLayoutId id="2147487184" r:id="rId32"/>
    <p:sldLayoutId id="2147487185" r:id="rId33"/>
  </p:sldLayoutIdLst>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txStyles>
    <p:titleStyle>
      <a:lvl1pPr algn="l" defTabSz="914400" rtl="0" eaLnBrk="1" latinLnBrk="0" hangingPunct="1">
        <a:lnSpc>
          <a:spcPct val="90000"/>
        </a:lnSpc>
        <a:spcBef>
          <a:spcPct val="0"/>
        </a:spcBef>
        <a:buNone/>
        <a:defRPr sz="3600" kern="1200">
          <a:solidFill>
            <a:schemeClr val="tx1"/>
          </a:solidFill>
          <a:latin typeface="+mj-lt"/>
          <a:ea typeface="+mj-ea"/>
          <a:cs typeface="+mj-cs"/>
        </a:defRPr>
      </a:lvl1pPr>
    </p:titleStyle>
    <p:bodyStyle>
      <a:lvl1pPr marL="0" indent="0" algn="l" defTabSz="914400" rtl="0" eaLnBrk="1" latinLnBrk="0" hangingPunct="1">
        <a:lnSpc>
          <a:spcPct val="90000"/>
        </a:lnSpc>
        <a:spcBef>
          <a:spcPts val="1000"/>
        </a:spcBef>
        <a:buFontTx/>
        <a:buNone/>
        <a:defRPr sz="1600" kern="1200">
          <a:solidFill>
            <a:schemeClr val="tx1"/>
          </a:solidFill>
          <a:latin typeface="+mn-lt"/>
          <a:ea typeface="+mn-ea"/>
          <a:cs typeface="+mn-cs"/>
        </a:defRPr>
      </a:lvl1pPr>
      <a:lvl2pPr marL="457200" indent="0" algn="l" defTabSz="914400" rtl="0" eaLnBrk="1" latinLnBrk="0" hangingPunct="1">
        <a:lnSpc>
          <a:spcPct val="90000"/>
        </a:lnSpc>
        <a:spcBef>
          <a:spcPts val="500"/>
        </a:spcBef>
        <a:buFontTx/>
        <a:buNone/>
        <a:defRPr sz="14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Tx/>
        <a:buNone/>
        <a:defRPr sz="12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Tx/>
        <a:buNone/>
        <a:defRPr sz="11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Tx/>
        <a:buNone/>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pos="3840">
          <p15:clr>
            <a:srgbClr val="F26B43"/>
          </p15:clr>
        </p15:guide>
        <p15:guide id="2" orient="horz" pos="2160">
          <p15:clr>
            <a:srgbClr val="F26B43"/>
          </p15:clr>
        </p15:guide>
        <p15:guide id="3" pos="7378">
          <p15:clr>
            <a:srgbClr val="F26B43"/>
          </p15:clr>
        </p15:guide>
        <p15:guide id="4" pos="302">
          <p15:clr>
            <a:srgbClr val="F26B43"/>
          </p15:clr>
        </p15:guide>
        <p15:guide id="5" orient="horz" pos="3884">
          <p15:clr>
            <a:srgbClr val="F26B43"/>
          </p15:clr>
        </p15:guide>
        <p15:guide id="6" orient="horz" pos="436">
          <p15:clr>
            <a:srgbClr val="F26B43"/>
          </p15:clr>
        </p15:guide>
      </p15:sldGuideLst>
    </p:ext>
  </p:extLst>
</p:sldMaster>
</file>

<file path=ppt/slideMasters/slideMaster35.xml><?xml version="1.0" encoding="utf-8"?>
<p:sldMaster xmlns:a="http://schemas.openxmlformats.org/drawingml/2006/main" xmlns:r="http://schemas.openxmlformats.org/officeDocument/2006/relationships" xmlns:p="http://schemas.openxmlformats.org/presentationml/2006/main">
  <p:cSld>
    <p:bg>
      <p:bgPr>
        <a:blipFill dpi="0" rotWithShape="1">
          <a:blip r:embed="rId35">
            <a:lum/>
          </a:blip>
          <a:srcRect/>
          <a:stretch>
            <a:fillRect/>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dirty="0" smtClean="0"/>
              <a:t>Click to edit Master title style</a:t>
            </a:r>
            <a:endParaRPr lang="en-AU" dirty="0"/>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AU" dirty="0"/>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fontAlgn="auto">
              <a:spcBef>
                <a:spcPts val="0"/>
              </a:spcBef>
              <a:spcAft>
                <a:spcPts val="0"/>
              </a:spcAft>
            </a:pPr>
            <a:fld id="{268D6DD3-4DB7-4C92-9690-614E4D50F47F}" type="datetimeFigureOut">
              <a:rPr lang="en-AU" smtClean="0">
                <a:solidFill>
                  <a:prstClr val="black">
                    <a:tint val="75000"/>
                  </a:prstClr>
                </a:solidFill>
                <a:latin typeface="Roboto Lt"/>
                <a:cs typeface="+mn-cs"/>
              </a:rPr>
              <a:pPr fontAlgn="auto">
                <a:spcBef>
                  <a:spcPts val="0"/>
                </a:spcBef>
                <a:spcAft>
                  <a:spcPts val="0"/>
                </a:spcAft>
              </a:pPr>
              <a:t>2/09/2016</a:t>
            </a:fld>
            <a:endParaRPr lang="en-AU">
              <a:solidFill>
                <a:prstClr val="black">
                  <a:tint val="75000"/>
                </a:prstClr>
              </a:solidFill>
              <a:latin typeface="Roboto Lt"/>
              <a:cs typeface="+mn-cs"/>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fontAlgn="auto">
              <a:spcBef>
                <a:spcPts val="0"/>
              </a:spcBef>
              <a:spcAft>
                <a:spcPts val="0"/>
              </a:spcAft>
            </a:pPr>
            <a:endParaRPr lang="en-AU">
              <a:solidFill>
                <a:prstClr val="black">
                  <a:tint val="75000"/>
                </a:prstClr>
              </a:solidFill>
              <a:latin typeface="Roboto Lt"/>
              <a:cs typeface="+mn-cs"/>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fontAlgn="auto">
              <a:spcBef>
                <a:spcPts val="0"/>
              </a:spcBef>
              <a:spcAft>
                <a:spcPts val="0"/>
              </a:spcAft>
            </a:pPr>
            <a:fld id="{B2368EEF-F8D6-448A-9AF0-691E77075A3E}" type="slidenum">
              <a:rPr lang="en-AU" smtClean="0">
                <a:solidFill>
                  <a:prstClr val="black">
                    <a:tint val="75000"/>
                  </a:prstClr>
                </a:solidFill>
                <a:latin typeface="Roboto Lt"/>
                <a:cs typeface="+mn-cs"/>
              </a:rPr>
              <a:pPr fontAlgn="auto">
                <a:spcBef>
                  <a:spcPts val="0"/>
                </a:spcBef>
                <a:spcAft>
                  <a:spcPts val="0"/>
                </a:spcAft>
              </a:pPr>
              <a:t>‹#›</a:t>
            </a:fld>
            <a:endParaRPr lang="en-AU">
              <a:solidFill>
                <a:prstClr val="black">
                  <a:tint val="75000"/>
                </a:prstClr>
              </a:solidFill>
              <a:latin typeface="Roboto Lt"/>
              <a:cs typeface="+mn-cs"/>
            </a:endParaRPr>
          </a:p>
        </p:txBody>
      </p:sp>
    </p:spTree>
    <p:extLst>
      <p:ext uri="{BB962C8B-B14F-4D97-AF65-F5344CB8AC3E}">
        <p14:creationId xmlns:p14="http://schemas.microsoft.com/office/powerpoint/2010/main" val="2537925664"/>
      </p:ext>
    </p:extLst>
  </p:cSld>
  <p:clrMap bg1="lt1" tx1="dk1" bg2="lt2" tx2="dk2" accent1="accent1" accent2="accent2" accent3="accent3" accent4="accent4" accent5="accent5" accent6="accent6" hlink="hlink" folHlink="folHlink"/>
  <p:sldLayoutIdLst>
    <p:sldLayoutId id="2147487187" r:id="rId1"/>
    <p:sldLayoutId id="2147487188" r:id="rId2"/>
    <p:sldLayoutId id="2147487189" r:id="rId3"/>
    <p:sldLayoutId id="2147487190" r:id="rId4"/>
    <p:sldLayoutId id="2147487191" r:id="rId5"/>
    <p:sldLayoutId id="2147487192" r:id="rId6"/>
    <p:sldLayoutId id="2147487193" r:id="rId7"/>
    <p:sldLayoutId id="2147487194" r:id="rId8"/>
    <p:sldLayoutId id="2147487195" r:id="rId9"/>
    <p:sldLayoutId id="2147487196" r:id="rId10"/>
    <p:sldLayoutId id="2147487197" r:id="rId11"/>
    <p:sldLayoutId id="2147487198" r:id="rId12"/>
    <p:sldLayoutId id="2147487199" r:id="rId13"/>
    <p:sldLayoutId id="2147487200" r:id="rId14"/>
    <p:sldLayoutId id="2147487201" r:id="rId15"/>
    <p:sldLayoutId id="2147487202" r:id="rId16"/>
    <p:sldLayoutId id="2147487203" r:id="rId17"/>
    <p:sldLayoutId id="2147487204" r:id="rId18"/>
    <p:sldLayoutId id="2147487205" r:id="rId19"/>
    <p:sldLayoutId id="2147487206" r:id="rId20"/>
    <p:sldLayoutId id="2147487207" r:id="rId21"/>
    <p:sldLayoutId id="2147487208" r:id="rId22"/>
    <p:sldLayoutId id="2147487209" r:id="rId23"/>
    <p:sldLayoutId id="2147487210" r:id="rId24"/>
    <p:sldLayoutId id="2147487211" r:id="rId25"/>
    <p:sldLayoutId id="2147487212" r:id="rId26"/>
    <p:sldLayoutId id="2147487213" r:id="rId27"/>
    <p:sldLayoutId id="2147487214" r:id="rId28"/>
    <p:sldLayoutId id="2147487215" r:id="rId29"/>
    <p:sldLayoutId id="2147487216" r:id="rId30"/>
    <p:sldLayoutId id="2147487217" r:id="rId31"/>
    <p:sldLayoutId id="2147487218" r:id="rId32"/>
    <p:sldLayoutId id="2147487219" r:id="rId33"/>
  </p:sldLayoutIdLst>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txStyles>
    <p:titleStyle>
      <a:lvl1pPr algn="l" defTabSz="914400" rtl="0" eaLnBrk="1" latinLnBrk="0" hangingPunct="1">
        <a:lnSpc>
          <a:spcPct val="90000"/>
        </a:lnSpc>
        <a:spcBef>
          <a:spcPct val="0"/>
        </a:spcBef>
        <a:buNone/>
        <a:defRPr sz="3600" kern="1200">
          <a:solidFill>
            <a:schemeClr val="tx1"/>
          </a:solidFill>
          <a:latin typeface="+mj-lt"/>
          <a:ea typeface="+mj-ea"/>
          <a:cs typeface="+mj-cs"/>
        </a:defRPr>
      </a:lvl1pPr>
    </p:titleStyle>
    <p:bodyStyle>
      <a:lvl1pPr marL="0" indent="0" algn="l" defTabSz="914400" rtl="0" eaLnBrk="1" latinLnBrk="0" hangingPunct="1">
        <a:lnSpc>
          <a:spcPct val="90000"/>
        </a:lnSpc>
        <a:spcBef>
          <a:spcPts val="1000"/>
        </a:spcBef>
        <a:buFontTx/>
        <a:buNone/>
        <a:defRPr sz="1600" kern="1200">
          <a:solidFill>
            <a:schemeClr val="tx1"/>
          </a:solidFill>
          <a:latin typeface="+mn-lt"/>
          <a:ea typeface="+mn-ea"/>
          <a:cs typeface="+mn-cs"/>
        </a:defRPr>
      </a:lvl1pPr>
      <a:lvl2pPr marL="457200" indent="0" algn="l" defTabSz="914400" rtl="0" eaLnBrk="1" latinLnBrk="0" hangingPunct="1">
        <a:lnSpc>
          <a:spcPct val="90000"/>
        </a:lnSpc>
        <a:spcBef>
          <a:spcPts val="500"/>
        </a:spcBef>
        <a:buFontTx/>
        <a:buNone/>
        <a:defRPr sz="14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Tx/>
        <a:buNone/>
        <a:defRPr sz="12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Tx/>
        <a:buNone/>
        <a:defRPr sz="11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Tx/>
        <a:buNone/>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pos="3840">
          <p15:clr>
            <a:srgbClr val="F26B43"/>
          </p15:clr>
        </p15:guide>
        <p15:guide id="2" orient="horz" pos="2160">
          <p15:clr>
            <a:srgbClr val="F26B43"/>
          </p15:clr>
        </p15:guide>
        <p15:guide id="3" pos="7378">
          <p15:clr>
            <a:srgbClr val="F26B43"/>
          </p15:clr>
        </p15:guide>
        <p15:guide id="4" pos="302">
          <p15:clr>
            <a:srgbClr val="F26B43"/>
          </p15:clr>
        </p15:guide>
        <p15:guide id="5" orient="horz" pos="3884">
          <p15:clr>
            <a:srgbClr val="F26B43"/>
          </p15:clr>
        </p15:guide>
        <p15:guide id="6" orient="horz" pos="436">
          <p15:clr>
            <a:srgbClr val="F26B43"/>
          </p15:clr>
        </p15:guide>
      </p15:sldGuideLst>
    </p:ext>
  </p:extLst>
</p:sldMaster>
</file>

<file path=ppt/slideMasters/slideMaster36.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smtClean="0"/>
              <a:t>Click to edit Master title style</a:t>
            </a:r>
            <a:endParaRPr lang="en-US" dirty="0"/>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fontAlgn="auto">
              <a:spcBef>
                <a:spcPts val="0"/>
              </a:spcBef>
              <a:spcAft>
                <a:spcPts val="0"/>
              </a:spcAft>
            </a:pPr>
            <a:fld id="{9798BDAE-A562-4667-82DD-5BE61974BD31}" type="datetimeFigureOut">
              <a:rPr lang="id-ID" smtClean="0">
                <a:solidFill>
                  <a:prstClr val="black">
                    <a:tint val="75000"/>
                  </a:prstClr>
                </a:solidFill>
                <a:latin typeface="Calibri" panose="020F0502020204030204"/>
                <a:cs typeface="+mn-cs"/>
              </a:rPr>
              <a:pPr fontAlgn="auto">
                <a:spcBef>
                  <a:spcPts val="0"/>
                </a:spcBef>
                <a:spcAft>
                  <a:spcPts val="0"/>
                </a:spcAft>
              </a:pPr>
              <a:t>02/09/16</a:t>
            </a:fld>
            <a:endParaRPr lang="id-ID">
              <a:solidFill>
                <a:prstClr val="black">
                  <a:tint val="75000"/>
                </a:prstClr>
              </a:solidFill>
              <a:latin typeface="Calibri" panose="020F0502020204030204"/>
              <a:cs typeface="+mn-cs"/>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fontAlgn="auto">
              <a:spcBef>
                <a:spcPts val="0"/>
              </a:spcBef>
              <a:spcAft>
                <a:spcPts val="0"/>
              </a:spcAft>
            </a:pPr>
            <a:endParaRPr lang="id-ID">
              <a:solidFill>
                <a:prstClr val="black">
                  <a:tint val="75000"/>
                </a:prstClr>
              </a:solidFill>
              <a:latin typeface="Calibri" panose="020F0502020204030204"/>
              <a:cs typeface="+mn-cs"/>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fontAlgn="auto">
              <a:spcBef>
                <a:spcPts val="0"/>
              </a:spcBef>
              <a:spcAft>
                <a:spcPts val="0"/>
              </a:spcAft>
            </a:pPr>
            <a:fld id="{C9F2E319-0919-499D-AD1F-7963255D1003}" type="slidenum">
              <a:rPr lang="id-ID" smtClean="0">
                <a:solidFill>
                  <a:prstClr val="black">
                    <a:tint val="75000"/>
                  </a:prstClr>
                </a:solidFill>
                <a:latin typeface="Calibri" panose="020F0502020204030204"/>
                <a:cs typeface="+mn-cs"/>
              </a:rPr>
              <a:pPr fontAlgn="auto">
                <a:spcBef>
                  <a:spcPts val="0"/>
                </a:spcBef>
                <a:spcAft>
                  <a:spcPts val="0"/>
                </a:spcAft>
              </a:pPr>
              <a:t>‹#›</a:t>
            </a:fld>
            <a:endParaRPr lang="id-ID">
              <a:solidFill>
                <a:prstClr val="black">
                  <a:tint val="75000"/>
                </a:prstClr>
              </a:solidFill>
              <a:latin typeface="Calibri" panose="020F0502020204030204"/>
              <a:cs typeface="+mn-cs"/>
            </a:endParaRPr>
          </a:p>
        </p:txBody>
      </p:sp>
    </p:spTree>
    <p:extLst>
      <p:ext uri="{BB962C8B-B14F-4D97-AF65-F5344CB8AC3E}">
        <p14:creationId xmlns:p14="http://schemas.microsoft.com/office/powerpoint/2010/main" val="3251452191"/>
      </p:ext>
    </p:extLst>
  </p:cSld>
  <p:clrMap bg1="lt1" tx1="dk1" bg2="lt2" tx2="dk2" accent1="accent1" accent2="accent2" accent3="accent3" accent4="accent4" accent5="accent5" accent6="accent6" hlink="hlink" folHlink="folHlink"/>
  <p:sldLayoutIdLst>
    <p:sldLayoutId id="2147487233" r:id="rId1"/>
    <p:sldLayoutId id="2147487234" r:id="rId2"/>
    <p:sldLayoutId id="2147487235" r:id="rId3"/>
    <p:sldLayoutId id="2147487236" r:id="rId4"/>
    <p:sldLayoutId id="2147487237" r:id="rId5"/>
    <p:sldLayoutId id="2147487238" r:id="rId6"/>
    <p:sldLayoutId id="2147487239" r:id="rId7"/>
    <p:sldLayoutId id="2147487240" r:id="rId8"/>
    <p:sldLayoutId id="2147487241" r:id="rId9"/>
    <p:sldLayoutId id="2147487242" r:id="rId10"/>
    <p:sldLayoutId id="2147487243" r:id="rId11"/>
  </p:sldLayoutIdLst>
  <mc:AlternateContent xmlns:mc="http://schemas.openxmlformats.org/markup-compatibility/2006" xmlns:p14="http://schemas.microsoft.com/office/powerpoint/2010/main">
    <mc:Choice Requires="p14">
      <p:transition p14:dur="0"/>
    </mc:Choice>
    <mc:Fallback xmlns="">
      <p:transition/>
    </mc:Fallback>
  </mc:AlternateConten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7.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smtClean="0"/>
              <a:t>Click to edit Master title style</a:t>
            </a:r>
            <a:endParaRPr lang="en-US" dirty="0"/>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fontAlgn="auto">
              <a:spcBef>
                <a:spcPts val="0"/>
              </a:spcBef>
              <a:spcAft>
                <a:spcPts val="0"/>
              </a:spcAft>
            </a:pPr>
            <a:fld id="{9798BDAE-A562-4667-82DD-5BE61974BD31}" type="datetimeFigureOut">
              <a:rPr lang="id-ID" smtClean="0">
                <a:solidFill>
                  <a:prstClr val="black">
                    <a:tint val="75000"/>
                  </a:prstClr>
                </a:solidFill>
                <a:latin typeface="Calibri" panose="020F0502020204030204"/>
                <a:cs typeface="+mn-cs"/>
              </a:rPr>
              <a:pPr fontAlgn="auto">
                <a:spcBef>
                  <a:spcPts val="0"/>
                </a:spcBef>
                <a:spcAft>
                  <a:spcPts val="0"/>
                </a:spcAft>
              </a:pPr>
              <a:t>02/09/16</a:t>
            </a:fld>
            <a:endParaRPr lang="id-ID">
              <a:solidFill>
                <a:prstClr val="black">
                  <a:tint val="75000"/>
                </a:prstClr>
              </a:solidFill>
              <a:latin typeface="Calibri" panose="020F0502020204030204"/>
              <a:cs typeface="+mn-cs"/>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fontAlgn="auto">
              <a:spcBef>
                <a:spcPts val="0"/>
              </a:spcBef>
              <a:spcAft>
                <a:spcPts val="0"/>
              </a:spcAft>
            </a:pPr>
            <a:endParaRPr lang="id-ID">
              <a:solidFill>
                <a:prstClr val="black">
                  <a:tint val="75000"/>
                </a:prstClr>
              </a:solidFill>
              <a:latin typeface="Calibri" panose="020F0502020204030204"/>
              <a:cs typeface="+mn-cs"/>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fontAlgn="auto">
              <a:spcBef>
                <a:spcPts val="0"/>
              </a:spcBef>
              <a:spcAft>
                <a:spcPts val="0"/>
              </a:spcAft>
            </a:pPr>
            <a:fld id="{C9F2E319-0919-499D-AD1F-7963255D1003}" type="slidenum">
              <a:rPr lang="id-ID" smtClean="0">
                <a:solidFill>
                  <a:prstClr val="black">
                    <a:tint val="75000"/>
                  </a:prstClr>
                </a:solidFill>
                <a:latin typeface="Calibri" panose="020F0502020204030204"/>
                <a:cs typeface="+mn-cs"/>
              </a:rPr>
              <a:pPr fontAlgn="auto">
                <a:spcBef>
                  <a:spcPts val="0"/>
                </a:spcBef>
                <a:spcAft>
                  <a:spcPts val="0"/>
                </a:spcAft>
              </a:pPr>
              <a:t>‹#›</a:t>
            </a:fld>
            <a:endParaRPr lang="id-ID">
              <a:solidFill>
                <a:prstClr val="black">
                  <a:tint val="75000"/>
                </a:prstClr>
              </a:solidFill>
              <a:latin typeface="Calibri" panose="020F0502020204030204"/>
              <a:cs typeface="+mn-cs"/>
            </a:endParaRPr>
          </a:p>
        </p:txBody>
      </p:sp>
    </p:spTree>
    <p:extLst>
      <p:ext uri="{BB962C8B-B14F-4D97-AF65-F5344CB8AC3E}">
        <p14:creationId xmlns:p14="http://schemas.microsoft.com/office/powerpoint/2010/main" val="2783030278"/>
      </p:ext>
    </p:extLst>
  </p:cSld>
  <p:clrMap bg1="lt1" tx1="dk1" bg2="lt2" tx2="dk2" accent1="accent1" accent2="accent2" accent3="accent3" accent4="accent4" accent5="accent5" accent6="accent6" hlink="hlink" folHlink="folHlink"/>
  <p:sldLayoutIdLst>
    <p:sldLayoutId id="2147487245" r:id="rId1"/>
    <p:sldLayoutId id="2147487246" r:id="rId2"/>
    <p:sldLayoutId id="2147487247" r:id="rId3"/>
    <p:sldLayoutId id="2147487248" r:id="rId4"/>
    <p:sldLayoutId id="2147487249" r:id="rId5"/>
    <p:sldLayoutId id="2147487250" r:id="rId6"/>
    <p:sldLayoutId id="2147487251" r:id="rId7"/>
    <p:sldLayoutId id="2147487252" r:id="rId8"/>
    <p:sldLayoutId id="2147487253" r:id="rId9"/>
    <p:sldLayoutId id="2147487254" r:id="rId10"/>
    <p:sldLayoutId id="2147487255" r:id="rId11"/>
  </p:sldLayoutIdLst>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8.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smtClean="0"/>
              <a:t>Click to edit Master title style</a:t>
            </a:r>
            <a:endParaRPr lang="en-US" dirty="0"/>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fontAlgn="auto">
              <a:spcBef>
                <a:spcPts val="0"/>
              </a:spcBef>
              <a:spcAft>
                <a:spcPts val="0"/>
              </a:spcAft>
            </a:pPr>
            <a:fld id="{9798BDAE-A562-4667-82DD-5BE61974BD31}" type="datetimeFigureOut">
              <a:rPr lang="id-ID" smtClean="0">
                <a:solidFill>
                  <a:prstClr val="black">
                    <a:tint val="75000"/>
                  </a:prstClr>
                </a:solidFill>
                <a:latin typeface="Calibri" panose="020F0502020204030204"/>
                <a:cs typeface="+mn-cs"/>
              </a:rPr>
              <a:pPr fontAlgn="auto">
                <a:spcBef>
                  <a:spcPts val="0"/>
                </a:spcBef>
                <a:spcAft>
                  <a:spcPts val="0"/>
                </a:spcAft>
              </a:pPr>
              <a:t>02/09/16</a:t>
            </a:fld>
            <a:endParaRPr lang="id-ID">
              <a:solidFill>
                <a:prstClr val="black">
                  <a:tint val="75000"/>
                </a:prstClr>
              </a:solidFill>
              <a:latin typeface="Calibri" panose="020F0502020204030204"/>
              <a:cs typeface="+mn-cs"/>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fontAlgn="auto">
              <a:spcBef>
                <a:spcPts val="0"/>
              </a:spcBef>
              <a:spcAft>
                <a:spcPts val="0"/>
              </a:spcAft>
            </a:pPr>
            <a:endParaRPr lang="id-ID">
              <a:solidFill>
                <a:prstClr val="black">
                  <a:tint val="75000"/>
                </a:prstClr>
              </a:solidFill>
              <a:latin typeface="Calibri" panose="020F0502020204030204"/>
              <a:cs typeface="+mn-cs"/>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fontAlgn="auto">
              <a:spcBef>
                <a:spcPts val="0"/>
              </a:spcBef>
              <a:spcAft>
                <a:spcPts val="0"/>
              </a:spcAft>
            </a:pPr>
            <a:fld id="{C9F2E319-0919-499D-AD1F-7963255D1003}" type="slidenum">
              <a:rPr lang="id-ID" smtClean="0">
                <a:solidFill>
                  <a:prstClr val="black">
                    <a:tint val="75000"/>
                  </a:prstClr>
                </a:solidFill>
                <a:latin typeface="Calibri" panose="020F0502020204030204"/>
                <a:cs typeface="+mn-cs"/>
              </a:rPr>
              <a:pPr fontAlgn="auto">
                <a:spcBef>
                  <a:spcPts val="0"/>
                </a:spcBef>
                <a:spcAft>
                  <a:spcPts val="0"/>
                </a:spcAft>
              </a:pPr>
              <a:t>‹#›</a:t>
            </a:fld>
            <a:endParaRPr lang="id-ID">
              <a:solidFill>
                <a:prstClr val="black">
                  <a:tint val="75000"/>
                </a:prstClr>
              </a:solidFill>
              <a:latin typeface="Calibri" panose="020F0502020204030204"/>
              <a:cs typeface="+mn-cs"/>
            </a:endParaRPr>
          </a:p>
        </p:txBody>
      </p:sp>
    </p:spTree>
    <p:extLst>
      <p:ext uri="{BB962C8B-B14F-4D97-AF65-F5344CB8AC3E}">
        <p14:creationId xmlns:p14="http://schemas.microsoft.com/office/powerpoint/2010/main" val="1307578285"/>
      </p:ext>
    </p:extLst>
  </p:cSld>
  <p:clrMap bg1="lt1" tx1="dk1" bg2="lt2" tx2="dk2" accent1="accent1" accent2="accent2" accent3="accent3" accent4="accent4" accent5="accent5" accent6="accent6" hlink="hlink" folHlink="folHlink"/>
  <p:sldLayoutIdLst>
    <p:sldLayoutId id="2147487257" r:id="rId1"/>
    <p:sldLayoutId id="2147487258" r:id="rId2"/>
    <p:sldLayoutId id="2147487259" r:id="rId3"/>
    <p:sldLayoutId id="2147487260" r:id="rId4"/>
    <p:sldLayoutId id="2147487261" r:id="rId5"/>
    <p:sldLayoutId id="2147487262" r:id="rId6"/>
    <p:sldLayoutId id="2147487263" r:id="rId7"/>
    <p:sldLayoutId id="2147487264" r:id="rId8"/>
    <p:sldLayoutId id="2147487265" r:id="rId9"/>
    <p:sldLayoutId id="2147487266" r:id="rId10"/>
    <p:sldLayoutId id="2147487267" r:id="rId11"/>
  </p:sldLayoutIdLst>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9.xml><?xml version="1.0" encoding="utf-8"?>
<p:sldMaster xmlns:a="http://schemas.openxmlformats.org/drawingml/2006/main" xmlns:r="http://schemas.openxmlformats.org/officeDocument/2006/relationships" xmlns:p="http://schemas.openxmlformats.org/presentationml/2006/main">
  <p:cSld>
    <p:bg>
      <p:bgPr>
        <a:blipFill dpi="0" rotWithShape="1">
          <a:blip r:embed="rId35">
            <a:lum/>
          </a:blip>
          <a:srcRect/>
          <a:stretch>
            <a:fillRect/>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dirty="0" smtClean="0"/>
              <a:t>Click to edit Master title style</a:t>
            </a:r>
            <a:endParaRPr lang="en-AU" dirty="0"/>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AU" dirty="0"/>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fontAlgn="auto">
              <a:spcBef>
                <a:spcPts val="0"/>
              </a:spcBef>
              <a:spcAft>
                <a:spcPts val="0"/>
              </a:spcAft>
            </a:pPr>
            <a:fld id="{268D6DD3-4DB7-4C92-9690-614E4D50F47F}" type="datetimeFigureOut">
              <a:rPr lang="en-AU" smtClean="0">
                <a:solidFill>
                  <a:prstClr val="black">
                    <a:tint val="75000"/>
                  </a:prstClr>
                </a:solidFill>
                <a:latin typeface="Roboto Lt"/>
                <a:cs typeface="+mn-cs"/>
              </a:rPr>
              <a:pPr fontAlgn="auto">
                <a:spcBef>
                  <a:spcPts val="0"/>
                </a:spcBef>
                <a:spcAft>
                  <a:spcPts val="0"/>
                </a:spcAft>
              </a:pPr>
              <a:t>2/09/2016</a:t>
            </a:fld>
            <a:endParaRPr lang="en-AU">
              <a:solidFill>
                <a:prstClr val="black">
                  <a:tint val="75000"/>
                </a:prstClr>
              </a:solidFill>
              <a:latin typeface="Roboto Lt"/>
              <a:cs typeface="+mn-cs"/>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fontAlgn="auto">
              <a:spcBef>
                <a:spcPts val="0"/>
              </a:spcBef>
              <a:spcAft>
                <a:spcPts val="0"/>
              </a:spcAft>
            </a:pPr>
            <a:endParaRPr lang="en-AU">
              <a:solidFill>
                <a:prstClr val="black">
                  <a:tint val="75000"/>
                </a:prstClr>
              </a:solidFill>
              <a:latin typeface="Roboto Lt"/>
              <a:cs typeface="+mn-cs"/>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fontAlgn="auto">
              <a:spcBef>
                <a:spcPts val="0"/>
              </a:spcBef>
              <a:spcAft>
                <a:spcPts val="0"/>
              </a:spcAft>
            </a:pPr>
            <a:fld id="{B2368EEF-F8D6-448A-9AF0-691E77075A3E}" type="slidenum">
              <a:rPr lang="en-AU" smtClean="0">
                <a:solidFill>
                  <a:prstClr val="black">
                    <a:tint val="75000"/>
                  </a:prstClr>
                </a:solidFill>
                <a:latin typeface="Roboto Lt"/>
                <a:cs typeface="+mn-cs"/>
              </a:rPr>
              <a:pPr fontAlgn="auto">
                <a:spcBef>
                  <a:spcPts val="0"/>
                </a:spcBef>
                <a:spcAft>
                  <a:spcPts val="0"/>
                </a:spcAft>
              </a:pPr>
              <a:t>‹#›</a:t>
            </a:fld>
            <a:endParaRPr lang="en-AU">
              <a:solidFill>
                <a:prstClr val="black">
                  <a:tint val="75000"/>
                </a:prstClr>
              </a:solidFill>
              <a:latin typeface="Roboto Lt"/>
              <a:cs typeface="+mn-cs"/>
            </a:endParaRPr>
          </a:p>
        </p:txBody>
      </p:sp>
    </p:spTree>
    <p:extLst>
      <p:ext uri="{BB962C8B-B14F-4D97-AF65-F5344CB8AC3E}">
        <p14:creationId xmlns:p14="http://schemas.microsoft.com/office/powerpoint/2010/main" val="3603173254"/>
      </p:ext>
    </p:extLst>
  </p:cSld>
  <p:clrMap bg1="lt1" tx1="dk1" bg2="lt2" tx2="dk2" accent1="accent1" accent2="accent2" accent3="accent3" accent4="accent4" accent5="accent5" accent6="accent6" hlink="hlink" folHlink="folHlink"/>
  <p:sldLayoutIdLst>
    <p:sldLayoutId id="2147487269" r:id="rId1"/>
    <p:sldLayoutId id="2147487270" r:id="rId2"/>
    <p:sldLayoutId id="2147487271" r:id="rId3"/>
    <p:sldLayoutId id="2147487272" r:id="rId4"/>
    <p:sldLayoutId id="2147487273" r:id="rId5"/>
    <p:sldLayoutId id="2147487274" r:id="rId6"/>
    <p:sldLayoutId id="2147487275" r:id="rId7"/>
    <p:sldLayoutId id="2147487276" r:id="rId8"/>
    <p:sldLayoutId id="2147487277" r:id="rId9"/>
    <p:sldLayoutId id="2147487278" r:id="rId10"/>
    <p:sldLayoutId id="2147487279" r:id="rId11"/>
    <p:sldLayoutId id="2147487280" r:id="rId12"/>
    <p:sldLayoutId id="2147487281" r:id="rId13"/>
    <p:sldLayoutId id="2147487282" r:id="rId14"/>
    <p:sldLayoutId id="2147487283" r:id="rId15"/>
    <p:sldLayoutId id="2147487284" r:id="rId16"/>
    <p:sldLayoutId id="2147487285" r:id="rId17"/>
    <p:sldLayoutId id="2147487286" r:id="rId18"/>
    <p:sldLayoutId id="2147487287" r:id="rId19"/>
    <p:sldLayoutId id="2147487288" r:id="rId20"/>
    <p:sldLayoutId id="2147487289" r:id="rId21"/>
    <p:sldLayoutId id="2147487290" r:id="rId22"/>
    <p:sldLayoutId id="2147487291" r:id="rId23"/>
    <p:sldLayoutId id="2147487292" r:id="rId24"/>
    <p:sldLayoutId id="2147487293" r:id="rId25"/>
    <p:sldLayoutId id="2147487294" r:id="rId26"/>
    <p:sldLayoutId id="2147487295" r:id="rId27"/>
    <p:sldLayoutId id="2147487296" r:id="rId28"/>
    <p:sldLayoutId id="2147487297" r:id="rId29"/>
    <p:sldLayoutId id="2147487298" r:id="rId30"/>
    <p:sldLayoutId id="2147487299" r:id="rId31"/>
    <p:sldLayoutId id="2147487300" r:id="rId32"/>
    <p:sldLayoutId id="2147487301" r:id="rId33"/>
  </p:sldLayoutIdLst>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txStyles>
    <p:titleStyle>
      <a:lvl1pPr algn="l" defTabSz="914400" rtl="0" eaLnBrk="1" latinLnBrk="0" hangingPunct="1">
        <a:lnSpc>
          <a:spcPct val="90000"/>
        </a:lnSpc>
        <a:spcBef>
          <a:spcPct val="0"/>
        </a:spcBef>
        <a:buNone/>
        <a:defRPr sz="3600" kern="1200">
          <a:solidFill>
            <a:schemeClr val="tx1"/>
          </a:solidFill>
          <a:latin typeface="+mj-lt"/>
          <a:ea typeface="+mj-ea"/>
          <a:cs typeface="+mj-cs"/>
        </a:defRPr>
      </a:lvl1pPr>
    </p:titleStyle>
    <p:bodyStyle>
      <a:lvl1pPr marL="0" indent="0" algn="l" defTabSz="914400" rtl="0" eaLnBrk="1" latinLnBrk="0" hangingPunct="1">
        <a:lnSpc>
          <a:spcPct val="90000"/>
        </a:lnSpc>
        <a:spcBef>
          <a:spcPts val="1000"/>
        </a:spcBef>
        <a:buFontTx/>
        <a:buNone/>
        <a:defRPr sz="1600" kern="1200">
          <a:solidFill>
            <a:schemeClr val="tx1"/>
          </a:solidFill>
          <a:latin typeface="+mn-lt"/>
          <a:ea typeface="+mn-ea"/>
          <a:cs typeface="+mn-cs"/>
        </a:defRPr>
      </a:lvl1pPr>
      <a:lvl2pPr marL="457200" indent="0" algn="l" defTabSz="914400" rtl="0" eaLnBrk="1" latinLnBrk="0" hangingPunct="1">
        <a:lnSpc>
          <a:spcPct val="90000"/>
        </a:lnSpc>
        <a:spcBef>
          <a:spcPts val="500"/>
        </a:spcBef>
        <a:buFontTx/>
        <a:buNone/>
        <a:defRPr sz="14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Tx/>
        <a:buNone/>
        <a:defRPr sz="12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Tx/>
        <a:buNone/>
        <a:defRPr sz="11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Tx/>
        <a:buNone/>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pos="3840">
          <p15:clr>
            <a:srgbClr val="F26B43"/>
          </p15:clr>
        </p15:guide>
        <p15:guide id="2" orient="horz" pos="2160">
          <p15:clr>
            <a:srgbClr val="F26B43"/>
          </p15:clr>
        </p15:guide>
        <p15:guide id="3" pos="7378">
          <p15:clr>
            <a:srgbClr val="F26B43"/>
          </p15:clr>
        </p15:guide>
        <p15:guide id="4" pos="302">
          <p15:clr>
            <a:srgbClr val="F26B43"/>
          </p15:clr>
        </p15:guide>
        <p15:guide id="5" orient="horz" pos="3884">
          <p15:clr>
            <a:srgbClr val="F26B43"/>
          </p15:clr>
        </p15:guide>
        <p15:guide id="6" orient="horz" pos="436">
          <p15:clr>
            <a:srgbClr val="F26B43"/>
          </p15:clr>
        </p15:guide>
      </p15:sldGuideLst>
    </p:ext>
  </p:extLst>
</p:sldMaster>
</file>

<file path=ppt/slideMasters/slideMaster40.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smtClean="0"/>
              <a:t>Click to edit Master title style</a:t>
            </a:r>
            <a:endParaRPr lang="en-US" dirty="0"/>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fontAlgn="auto">
              <a:spcBef>
                <a:spcPts val="0"/>
              </a:spcBef>
              <a:spcAft>
                <a:spcPts val="0"/>
              </a:spcAft>
            </a:pPr>
            <a:fld id="{9798BDAE-A562-4667-82DD-5BE61974BD31}" type="datetimeFigureOut">
              <a:rPr lang="id-ID" smtClean="0">
                <a:solidFill>
                  <a:prstClr val="black">
                    <a:tint val="75000"/>
                  </a:prstClr>
                </a:solidFill>
                <a:latin typeface="Calibri" panose="020F0502020204030204"/>
                <a:cs typeface="+mn-cs"/>
              </a:rPr>
              <a:pPr fontAlgn="auto">
                <a:spcBef>
                  <a:spcPts val="0"/>
                </a:spcBef>
                <a:spcAft>
                  <a:spcPts val="0"/>
                </a:spcAft>
              </a:pPr>
              <a:t>02/09/16</a:t>
            </a:fld>
            <a:endParaRPr lang="id-ID">
              <a:solidFill>
                <a:prstClr val="black">
                  <a:tint val="75000"/>
                </a:prstClr>
              </a:solidFill>
              <a:latin typeface="Calibri" panose="020F0502020204030204"/>
              <a:cs typeface="+mn-cs"/>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fontAlgn="auto">
              <a:spcBef>
                <a:spcPts val="0"/>
              </a:spcBef>
              <a:spcAft>
                <a:spcPts val="0"/>
              </a:spcAft>
            </a:pPr>
            <a:endParaRPr lang="id-ID">
              <a:solidFill>
                <a:prstClr val="black">
                  <a:tint val="75000"/>
                </a:prstClr>
              </a:solidFill>
              <a:latin typeface="Calibri" panose="020F0502020204030204"/>
              <a:cs typeface="+mn-cs"/>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fontAlgn="auto">
              <a:spcBef>
                <a:spcPts val="0"/>
              </a:spcBef>
              <a:spcAft>
                <a:spcPts val="0"/>
              </a:spcAft>
            </a:pPr>
            <a:fld id="{C9F2E319-0919-499D-AD1F-7963255D1003}" type="slidenum">
              <a:rPr lang="id-ID" smtClean="0">
                <a:solidFill>
                  <a:prstClr val="black">
                    <a:tint val="75000"/>
                  </a:prstClr>
                </a:solidFill>
                <a:latin typeface="Calibri" panose="020F0502020204030204"/>
                <a:cs typeface="+mn-cs"/>
              </a:rPr>
              <a:pPr fontAlgn="auto">
                <a:spcBef>
                  <a:spcPts val="0"/>
                </a:spcBef>
                <a:spcAft>
                  <a:spcPts val="0"/>
                </a:spcAft>
              </a:pPr>
              <a:t>‹#›</a:t>
            </a:fld>
            <a:endParaRPr lang="id-ID">
              <a:solidFill>
                <a:prstClr val="black">
                  <a:tint val="75000"/>
                </a:prstClr>
              </a:solidFill>
              <a:latin typeface="Calibri" panose="020F0502020204030204"/>
              <a:cs typeface="+mn-cs"/>
            </a:endParaRPr>
          </a:p>
        </p:txBody>
      </p:sp>
    </p:spTree>
    <p:extLst>
      <p:ext uri="{BB962C8B-B14F-4D97-AF65-F5344CB8AC3E}">
        <p14:creationId xmlns:p14="http://schemas.microsoft.com/office/powerpoint/2010/main" val="1687387340"/>
      </p:ext>
    </p:extLst>
  </p:cSld>
  <p:clrMap bg1="lt1" tx1="dk1" bg2="lt2" tx2="dk2" accent1="accent1" accent2="accent2" accent3="accent3" accent4="accent4" accent5="accent5" accent6="accent6" hlink="hlink" folHlink="folHlink"/>
  <p:sldLayoutIdLst>
    <p:sldLayoutId id="2147487303" r:id="rId1"/>
    <p:sldLayoutId id="2147487304" r:id="rId2"/>
    <p:sldLayoutId id="2147487305" r:id="rId3"/>
    <p:sldLayoutId id="2147487306" r:id="rId4"/>
    <p:sldLayoutId id="2147487307" r:id="rId5"/>
    <p:sldLayoutId id="2147487308" r:id="rId6"/>
    <p:sldLayoutId id="2147487309" r:id="rId7"/>
    <p:sldLayoutId id="2147487310" r:id="rId8"/>
    <p:sldLayoutId id="2147487311" r:id="rId9"/>
    <p:sldLayoutId id="2147487312" r:id="rId10"/>
    <p:sldLayoutId id="2147487313" r:id="rId11"/>
  </p:sldLayoutIdLst>
  <mc:AlternateContent xmlns:mc="http://schemas.openxmlformats.org/markup-compatibility/2006" xmlns:p14="http://schemas.microsoft.com/office/powerpoint/2010/main">
    <mc:Choice Requires="p14">
      <p:transition p14:dur="0"/>
    </mc:Choice>
    <mc:Fallback xmlns="">
      <p:transition/>
    </mc:Fallback>
  </mc:AlternateConten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1.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smtClean="0"/>
              <a:t>Click to edit Master title style</a:t>
            </a:r>
            <a:endParaRPr lang="en-US" dirty="0"/>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fontAlgn="auto">
              <a:spcBef>
                <a:spcPts val="0"/>
              </a:spcBef>
              <a:spcAft>
                <a:spcPts val="0"/>
              </a:spcAft>
            </a:pPr>
            <a:fld id="{9798BDAE-A562-4667-82DD-5BE61974BD31}" type="datetimeFigureOut">
              <a:rPr lang="id-ID" smtClean="0">
                <a:solidFill>
                  <a:prstClr val="black">
                    <a:tint val="75000"/>
                  </a:prstClr>
                </a:solidFill>
                <a:latin typeface="Calibri" panose="020F0502020204030204"/>
                <a:cs typeface="+mn-cs"/>
              </a:rPr>
              <a:pPr fontAlgn="auto">
                <a:spcBef>
                  <a:spcPts val="0"/>
                </a:spcBef>
                <a:spcAft>
                  <a:spcPts val="0"/>
                </a:spcAft>
              </a:pPr>
              <a:t>02/09/16</a:t>
            </a:fld>
            <a:endParaRPr lang="id-ID">
              <a:solidFill>
                <a:prstClr val="black">
                  <a:tint val="75000"/>
                </a:prstClr>
              </a:solidFill>
              <a:latin typeface="Calibri" panose="020F0502020204030204"/>
              <a:cs typeface="+mn-cs"/>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fontAlgn="auto">
              <a:spcBef>
                <a:spcPts val="0"/>
              </a:spcBef>
              <a:spcAft>
                <a:spcPts val="0"/>
              </a:spcAft>
            </a:pPr>
            <a:endParaRPr lang="id-ID">
              <a:solidFill>
                <a:prstClr val="black">
                  <a:tint val="75000"/>
                </a:prstClr>
              </a:solidFill>
              <a:latin typeface="Calibri" panose="020F0502020204030204"/>
              <a:cs typeface="+mn-cs"/>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fontAlgn="auto">
              <a:spcBef>
                <a:spcPts val="0"/>
              </a:spcBef>
              <a:spcAft>
                <a:spcPts val="0"/>
              </a:spcAft>
            </a:pPr>
            <a:fld id="{C9F2E319-0919-499D-AD1F-7963255D1003}" type="slidenum">
              <a:rPr lang="id-ID" smtClean="0">
                <a:solidFill>
                  <a:prstClr val="black">
                    <a:tint val="75000"/>
                  </a:prstClr>
                </a:solidFill>
                <a:latin typeface="Calibri" panose="020F0502020204030204"/>
                <a:cs typeface="+mn-cs"/>
              </a:rPr>
              <a:pPr fontAlgn="auto">
                <a:spcBef>
                  <a:spcPts val="0"/>
                </a:spcBef>
                <a:spcAft>
                  <a:spcPts val="0"/>
                </a:spcAft>
              </a:pPr>
              <a:t>‹#›</a:t>
            </a:fld>
            <a:endParaRPr lang="id-ID">
              <a:solidFill>
                <a:prstClr val="black">
                  <a:tint val="75000"/>
                </a:prstClr>
              </a:solidFill>
              <a:latin typeface="Calibri" panose="020F0502020204030204"/>
              <a:cs typeface="+mn-cs"/>
            </a:endParaRPr>
          </a:p>
        </p:txBody>
      </p:sp>
    </p:spTree>
    <p:extLst>
      <p:ext uri="{BB962C8B-B14F-4D97-AF65-F5344CB8AC3E}">
        <p14:creationId xmlns:p14="http://schemas.microsoft.com/office/powerpoint/2010/main" val="532073400"/>
      </p:ext>
    </p:extLst>
  </p:cSld>
  <p:clrMap bg1="lt1" tx1="dk1" bg2="lt2" tx2="dk2" accent1="accent1" accent2="accent2" accent3="accent3" accent4="accent4" accent5="accent5" accent6="accent6" hlink="hlink" folHlink="folHlink"/>
  <p:sldLayoutIdLst>
    <p:sldLayoutId id="2147487315" r:id="rId1"/>
    <p:sldLayoutId id="2147487316" r:id="rId2"/>
    <p:sldLayoutId id="2147487317" r:id="rId3"/>
    <p:sldLayoutId id="2147487318" r:id="rId4"/>
    <p:sldLayoutId id="2147487319" r:id="rId5"/>
    <p:sldLayoutId id="2147487320" r:id="rId6"/>
    <p:sldLayoutId id="2147487321" r:id="rId7"/>
    <p:sldLayoutId id="2147487322" r:id="rId8"/>
    <p:sldLayoutId id="2147487323" r:id="rId9"/>
    <p:sldLayoutId id="2147487324" r:id="rId10"/>
    <p:sldLayoutId id="2147487325" r:id="rId11"/>
  </p:sldLayoutIdLst>
  <mc:AlternateContent xmlns:mc="http://schemas.openxmlformats.org/markup-compatibility/2006" xmlns:p14="http://schemas.microsoft.com/office/powerpoint/2010/main">
    <mc:Choice Requires="p14">
      <p:transition p14:dur="0"/>
    </mc:Choice>
    <mc:Fallback xmlns="">
      <p:transition/>
    </mc:Fallback>
  </mc:AlternateConten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2.xml><?xml version="1.0" encoding="utf-8"?>
<p:sldMaster xmlns:a="http://schemas.openxmlformats.org/drawingml/2006/main" xmlns:r="http://schemas.openxmlformats.org/officeDocument/2006/relationships" xmlns:p="http://schemas.openxmlformats.org/presentationml/2006/main">
  <p:cSld>
    <p:bg>
      <p:bgPr>
        <a:blipFill dpi="0" rotWithShape="1">
          <a:blip r:embed="rId35">
            <a:lum/>
          </a:blip>
          <a:srcRect/>
          <a:stretch>
            <a:fillRect/>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dirty="0" smtClean="0"/>
              <a:t>Click to edit Master title style</a:t>
            </a:r>
            <a:endParaRPr lang="en-AU" dirty="0"/>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AU" dirty="0"/>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fontAlgn="auto">
              <a:spcBef>
                <a:spcPts val="0"/>
              </a:spcBef>
              <a:spcAft>
                <a:spcPts val="0"/>
              </a:spcAft>
            </a:pPr>
            <a:fld id="{268D6DD3-4DB7-4C92-9690-614E4D50F47F}" type="datetimeFigureOut">
              <a:rPr lang="en-AU" smtClean="0">
                <a:solidFill>
                  <a:prstClr val="black">
                    <a:tint val="75000"/>
                  </a:prstClr>
                </a:solidFill>
                <a:latin typeface="Roboto Lt"/>
                <a:cs typeface="+mn-cs"/>
              </a:rPr>
              <a:pPr fontAlgn="auto">
                <a:spcBef>
                  <a:spcPts val="0"/>
                </a:spcBef>
                <a:spcAft>
                  <a:spcPts val="0"/>
                </a:spcAft>
              </a:pPr>
              <a:t>2/09/2016</a:t>
            </a:fld>
            <a:endParaRPr lang="en-AU">
              <a:solidFill>
                <a:prstClr val="black">
                  <a:tint val="75000"/>
                </a:prstClr>
              </a:solidFill>
              <a:latin typeface="Roboto Lt"/>
              <a:cs typeface="+mn-cs"/>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fontAlgn="auto">
              <a:spcBef>
                <a:spcPts val="0"/>
              </a:spcBef>
              <a:spcAft>
                <a:spcPts val="0"/>
              </a:spcAft>
            </a:pPr>
            <a:endParaRPr lang="en-AU">
              <a:solidFill>
                <a:prstClr val="black">
                  <a:tint val="75000"/>
                </a:prstClr>
              </a:solidFill>
              <a:latin typeface="Roboto Lt"/>
              <a:cs typeface="+mn-cs"/>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fontAlgn="auto">
              <a:spcBef>
                <a:spcPts val="0"/>
              </a:spcBef>
              <a:spcAft>
                <a:spcPts val="0"/>
              </a:spcAft>
            </a:pPr>
            <a:fld id="{B2368EEF-F8D6-448A-9AF0-691E77075A3E}" type="slidenum">
              <a:rPr lang="en-AU" smtClean="0">
                <a:solidFill>
                  <a:prstClr val="black">
                    <a:tint val="75000"/>
                  </a:prstClr>
                </a:solidFill>
                <a:latin typeface="Roboto Lt"/>
                <a:cs typeface="+mn-cs"/>
              </a:rPr>
              <a:pPr fontAlgn="auto">
                <a:spcBef>
                  <a:spcPts val="0"/>
                </a:spcBef>
                <a:spcAft>
                  <a:spcPts val="0"/>
                </a:spcAft>
              </a:pPr>
              <a:t>‹#›</a:t>
            </a:fld>
            <a:endParaRPr lang="en-AU">
              <a:solidFill>
                <a:prstClr val="black">
                  <a:tint val="75000"/>
                </a:prstClr>
              </a:solidFill>
              <a:latin typeface="Roboto Lt"/>
              <a:cs typeface="+mn-cs"/>
            </a:endParaRPr>
          </a:p>
        </p:txBody>
      </p:sp>
    </p:spTree>
    <p:extLst>
      <p:ext uri="{BB962C8B-B14F-4D97-AF65-F5344CB8AC3E}">
        <p14:creationId xmlns:p14="http://schemas.microsoft.com/office/powerpoint/2010/main" val="2935299653"/>
      </p:ext>
    </p:extLst>
  </p:cSld>
  <p:clrMap bg1="lt1" tx1="dk1" bg2="lt2" tx2="dk2" accent1="accent1" accent2="accent2" accent3="accent3" accent4="accent4" accent5="accent5" accent6="accent6" hlink="hlink" folHlink="folHlink"/>
  <p:sldLayoutIdLst>
    <p:sldLayoutId id="2147487327" r:id="rId1"/>
    <p:sldLayoutId id="2147487328" r:id="rId2"/>
    <p:sldLayoutId id="2147487329" r:id="rId3"/>
    <p:sldLayoutId id="2147487330" r:id="rId4"/>
    <p:sldLayoutId id="2147487331" r:id="rId5"/>
    <p:sldLayoutId id="2147487332" r:id="rId6"/>
    <p:sldLayoutId id="2147487333" r:id="rId7"/>
    <p:sldLayoutId id="2147487334" r:id="rId8"/>
    <p:sldLayoutId id="2147487335" r:id="rId9"/>
    <p:sldLayoutId id="2147487336" r:id="rId10"/>
    <p:sldLayoutId id="2147487337" r:id="rId11"/>
    <p:sldLayoutId id="2147487338" r:id="rId12"/>
    <p:sldLayoutId id="2147487339" r:id="rId13"/>
    <p:sldLayoutId id="2147487340" r:id="rId14"/>
    <p:sldLayoutId id="2147487341" r:id="rId15"/>
    <p:sldLayoutId id="2147487342" r:id="rId16"/>
    <p:sldLayoutId id="2147487343" r:id="rId17"/>
    <p:sldLayoutId id="2147487344" r:id="rId18"/>
    <p:sldLayoutId id="2147487345" r:id="rId19"/>
    <p:sldLayoutId id="2147487346" r:id="rId20"/>
    <p:sldLayoutId id="2147487347" r:id="rId21"/>
    <p:sldLayoutId id="2147487348" r:id="rId22"/>
    <p:sldLayoutId id="2147487349" r:id="rId23"/>
    <p:sldLayoutId id="2147487350" r:id="rId24"/>
    <p:sldLayoutId id="2147487351" r:id="rId25"/>
    <p:sldLayoutId id="2147487352" r:id="rId26"/>
    <p:sldLayoutId id="2147487353" r:id="rId27"/>
    <p:sldLayoutId id="2147487354" r:id="rId28"/>
    <p:sldLayoutId id="2147487355" r:id="rId29"/>
    <p:sldLayoutId id="2147487356" r:id="rId30"/>
    <p:sldLayoutId id="2147487357" r:id="rId31"/>
    <p:sldLayoutId id="2147487358" r:id="rId32"/>
    <p:sldLayoutId id="2147487359" r:id="rId33"/>
  </p:sldLayoutIdLst>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txStyles>
    <p:titleStyle>
      <a:lvl1pPr algn="l" defTabSz="914400" rtl="0" eaLnBrk="1" latinLnBrk="0" hangingPunct="1">
        <a:lnSpc>
          <a:spcPct val="90000"/>
        </a:lnSpc>
        <a:spcBef>
          <a:spcPct val="0"/>
        </a:spcBef>
        <a:buNone/>
        <a:defRPr sz="3600" kern="1200">
          <a:solidFill>
            <a:schemeClr val="tx1"/>
          </a:solidFill>
          <a:latin typeface="+mj-lt"/>
          <a:ea typeface="+mj-ea"/>
          <a:cs typeface="+mj-cs"/>
        </a:defRPr>
      </a:lvl1pPr>
    </p:titleStyle>
    <p:bodyStyle>
      <a:lvl1pPr marL="0" indent="0" algn="l" defTabSz="914400" rtl="0" eaLnBrk="1" latinLnBrk="0" hangingPunct="1">
        <a:lnSpc>
          <a:spcPct val="90000"/>
        </a:lnSpc>
        <a:spcBef>
          <a:spcPts val="1000"/>
        </a:spcBef>
        <a:buFontTx/>
        <a:buNone/>
        <a:defRPr sz="1600" kern="1200">
          <a:solidFill>
            <a:schemeClr val="tx1"/>
          </a:solidFill>
          <a:latin typeface="+mn-lt"/>
          <a:ea typeface="+mn-ea"/>
          <a:cs typeface="+mn-cs"/>
        </a:defRPr>
      </a:lvl1pPr>
      <a:lvl2pPr marL="457200" indent="0" algn="l" defTabSz="914400" rtl="0" eaLnBrk="1" latinLnBrk="0" hangingPunct="1">
        <a:lnSpc>
          <a:spcPct val="90000"/>
        </a:lnSpc>
        <a:spcBef>
          <a:spcPts val="500"/>
        </a:spcBef>
        <a:buFontTx/>
        <a:buNone/>
        <a:defRPr sz="14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Tx/>
        <a:buNone/>
        <a:defRPr sz="12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Tx/>
        <a:buNone/>
        <a:defRPr sz="11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Tx/>
        <a:buNone/>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pos="3840">
          <p15:clr>
            <a:srgbClr val="F26B43"/>
          </p15:clr>
        </p15:guide>
        <p15:guide id="2" orient="horz" pos="2160">
          <p15:clr>
            <a:srgbClr val="F26B43"/>
          </p15:clr>
        </p15:guide>
        <p15:guide id="3" pos="7378">
          <p15:clr>
            <a:srgbClr val="F26B43"/>
          </p15:clr>
        </p15:guide>
        <p15:guide id="4" pos="302">
          <p15:clr>
            <a:srgbClr val="F26B43"/>
          </p15:clr>
        </p15:guide>
        <p15:guide id="5" orient="horz" pos="3884">
          <p15:clr>
            <a:srgbClr val="F26B43"/>
          </p15:clr>
        </p15:guide>
        <p15:guide id="6" orient="horz" pos="436">
          <p15:clr>
            <a:srgbClr val="F26B43"/>
          </p15:clr>
        </p15:guide>
      </p15:sldGuideLst>
    </p:ext>
  </p:extLst>
</p:sldMaster>
</file>

<file path=ppt/slideMasters/slideMaster43.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smtClean="0"/>
              <a:t>Click to edit Master title style</a:t>
            </a:r>
            <a:endParaRPr lang="en-US" dirty="0"/>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fontAlgn="auto">
              <a:spcBef>
                <a:spcPts val="0"/>
              </a:spcBef>
              <a:spcAft>
                <a:spcPts val="0"/>
              </a:spcAft>
            </a:pPr>
            <a:fld id="{9798BDAE-A562-4667-82DD-5BE61974BD31}" type="datetimeFigureOut">
              <a:rPr lang="id-ID" smtClean="0">
                <a:solidFill>
                  <a:prstClr val="black">
                    <a:tint val="75000"/>
                  </a:prstClr>
                </a:solidFill>
                <a:latin typeface="Calibri" panose="020F0502020204030204"/>
                <a:cs typeface="+mn-cs"/>
              </a:rPr>
              <a:pPr fontAlgn="auto">
                <a:spcBef>
                  <a:spcPts val="0"/>
                </a:spcBef>
                <a:spcAft>
                  <a:spcPts val="0"/>
                </a:spcAft>
              </a:pPr>
              <a:t>02/09/16</a:t>
            </a:fld>
            <a:endParaRPr lang="id-ID">
              <a:solidFill>
                <a:prstClr val="black">
                  <a:tint val="75000"/>
                </a:prstClr>
              </a:solidFill>
              <a:latin typeface="Calibri" panose="020F0502020204030204"/>
              <a:cs typeface="+mn-cs"/>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fontAlgn="auto">
              <a:spcBef>
                <a:spcPts val="0"/>
              </a:spcBef>
              <a:spcAft>
                <a:spcPts val="0"/>
              </a:spcAft>
            </a:pPr>
            <a:endParaRPr lang="id-ID">
              <a:solidFill>
                <a:prstClr val="black">
                  <a:tint val="75000"/>
                </a:prstClr>
              </a:solidFill>
              <a:latin typeface="Calibri" panose="020F0502020204030204"/>
              <a:cs typeface="+mn-cs"/>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fontAlgn="auto">
              <a:spcBef>
                <a:spcPts val="0"/>
              </a:spcBef>
              <a:spcAft>
                <a:spcPts val="0"/>
              </a:spcAft>
            </a:pPr>
            <a:fld id="{C9F2E319-0919-499D-AD1F-7963255D1003}" type="slidenum">
              <a:rPr lang="id-ID" smtClean="0">
                <a:solidFill>
                  <a:prstClr val="black">
                    <a:tint val="75000"/>
                  </a:prstClr>
                </a:solidFill>
                <a:latin typeface="Calibri" panose="020F0502020204030204"/>
                <a:cs typeface="+mn-cs"/>
              </a:rPr>
              <a:pPr fontAlgn="auto">
                <a:spcBef>
                  <a:spcPts val="0"/>
                </a:spcBef>
                <a:spcAft>
                  <a:spcPts val="0"/>
                </a:spcAft>
              </a:pPr>
              <a:t>‹#›</a:t>
            </a:fld>
            <a:endParaRPr lang="id-ID">
              <a:solidFill>
                <a:prstClr val="black">
                  <a:tint val="75000"/>
                </a:prstClr>
              </a:solidFill>
              <a:latin typeface="Calibri" panose="020F0502020204030204"/>
              <a:cs typeface="+mn-cs"/>
            </a:endParaRPr>
          </a:p>
        </p:txBody>
      </p:sp>
    </p:spTree>
    <p:extLst>
      <p:ext uri="{BB962C8B-B14F-4D97-AF65-F5344CB8AC3E}">
        <p14:creationId xmlns:p14="http://schemas.microsoft.com/office/powerpoint/2010/main" val="2761596279"/>
      </p:ext>
    </p:extLst>
  </p:cSld>
  <p:clrMap bg1="lt1" tx1="dk1" bg2="lt2" tx2="dk2" accent1="accent1" accent2="accent2" accent3="accent3" accent4="accent4" accent5="accent5" accent6="accent6" hlink="hlink" folHlink="folHlink"/>
  <p:sldLayoutIdLst>
    <p:sldLayoutId id="2147487361" r:id="rId1"/>
    <p:sldLayoutId id="2147487362" r:id="rId2"/>
    <p:sldLayoutId id="2147487363" r:id="rId3"/>
    <p:sldLayoutId id="2147487364" r:id="rId4"/>
    <p:sldLayoutId id="2147487365" r:id="rId5"/>
    <p:sldLayoutId id="2147487366" r:id="rId6"/>
    <p:sldLayoutId id="2147487367" r:id="rId7"/>
    <p:sldLayoutId id="2147487368" r:id="rId8"/>
    <p:sldLayoutId id="2147487369" r:id="rId9"/>
    <p:sldLayoutId id="2147487370" r:id="rId10"/>
    <p:sldLayoutId id="2147487371" r:id="rId11"/>
  </p:sldLayoutIdLst>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4.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smtClean="0"/>
              <a:t>Click to edit Master title style</a:t>
            </a:r>
            <a:endParaRPr lang="en-US" dirty="0"/>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fontAlgn="auto">
              <a:spcBef>
                <a:spcPts val="0"/>
              </a:spcBef>
              <a:spcAft>
                <a:spcPts val="0"/>
              </a:spcAft>
            </a:pPr>
            <a:fld id="{9798BDAE-A562-4667-82DD-5BE61974BD31}" type="datetimeFigureOut">
              <a:rPr lang="id-ID" smtClean="0">
                <a:solidFill>
                  <a:prstClr val="black">
                    <a:tint val="75000"/>
                  </a:prstClr>
                </a:solidFill>
                <a:latin typeface="Calibri" panose="020F0502020204030204"/>
                <a:cs typeface="+mn-cs"/>
              </a:rPr>
              <a:pPr fontAlgn="auto">
                <a:spcBef>
                  <a:spcPts val="0"/>
                </a:spcBef>
                <a:spcAft>
                  <a:spcPts val="0"/>
                </a:spcAft>
              </a:pPr>
              <a:t>02/09/16</a:t>
            </a:fld>
            <a:endParaRPr lang="id-ID">
              <a:solidFill>
                <a:prstClr val="black">
                  <a:tint val="75000"/>
                </a:prstClr>
              </a:solidFill>
              <a:latin typeface="Calibri" panose="020F0502020204030204"/>
              <a:cs typeface="+mn-cs"/>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fontAlgn="auto">
              <a:spcBef>
                <a:spcPts val="0"/>
              </a:spcBef>
              <a:spcAft>
                <a:spcPts val="0"/>
              </a:spcAft>
            </a:pPr>
            <a:endParaRPr lang="id-ID">
              <a:solidFill>
                <a:prstClr val="black">
                  <a:tint val="75000"/>
                </a:prstClr>
              </a:solidFill>
              <a:latin typeface="Calibri" panose="020F0502020204030204"/>
              <a:cs typeface="+mn-cs"/>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fontAlgn="auto">
              <a:spcBef>
                <a:spcPts val="0"/>
              </a:spcBef>
              <a:spcAft>
                <a:spcPts val="0"/>
              </a:spcAft>
            </a:pPr>
            <a:fld id="{C9F2E319-0919-499D-AD1F-7963255D1003}" type="slidenum">
              <a:rPr lang="id-ID" smtClean="0">
                <a:solidFill>
                  <a:prstClr val="black">
                    <a:tint val="75000"/>
                  </a:prstClr>
                </a:solidFill>
                <a:latin typeface="Calibri" panose="020F0502020204030204"/>
                <a:cs typeface="+mn-cs"/>
              </a:rPr>
              <a:pPr fontAlgn="auto">
                <a:spcBef>
                  <a:spcPts val="0"/>
                </a:spcBef>
                <a:spcAft>
                  <a:spcPts val="0"/>
                </a:spcAft>
              </a:pPr>
              <a:t>‹#›</a:t>
            </a:fld>
            <a:endParaRPr lang="id-ID">
              <a:solidFill>
                <a:prstClr val="black">
                  <a:tint val="75000"/>
                </a:prstClr>
              </a:solidFill>
              <a:latin typeface="Calibri" panose="020F0502020204030204"/>
              <a:cs typeface="+mn-cs"/>
            </a:endParaRPr>
          </a:p>
        </p:txBody>
      </p:sp>
    </p:spTree>
    <p:extLst>
      <p:ext uri="{BB962C8B-B14F-4D97-AF65-F5344CB8AC3E}">
        <p14:creationId xmlns:p14="http://schemas.microsoft.com/office/powerpoint/2010/main" val="2806389928"/>
      </p:ext>
    </p:extLst>
  </p:cSld>
  <p:clrMap bg1="lt1" tx1="dk1" bg2="lt2" tx2="dk2" accent1="accent1" accent2="accent2" accent3="accent3" accent4="accent4" accent5="accent5" accent6="accent6" hlink="hlink" folHlink="folHlink"/>
  <p:sldLayoutIdLst>
    <p:sldLayoutId id="2147487373" r:id="rId1"/>
    <p:sldLayoutId id="2147487374" r:id="rId2"/>
    <p:sldLayoutId id="2147487375" r:id="rId3"/>
    <p:sldLayoutId id="2147487376" r:id="rId4"/>
    <p:sldLayoutId id="2147487377" r:id="rId5"/>
    <p:sldLayoutId id="2147487378" r:id="rId6"/>
    <p:sldLayoutId id="2147487379" r:id="rId7"/>
    <p:sldLayoutId id="2147487380" r:id="rId8"/>
    <p:sldLayoutId id="2147487381" r:id="rId9"/>
    <p:sldLayoutId id="2147487382" r:id="rId10"/>
    <p:sldLayoutId id="2147487383" r:id="rId11"/>
  </p:sldLayoutIdLst>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5.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smtClean="0"/>
              <a:t>Click to edit Master title style</a:t>
            </a:r>
            <a:endParaRPr lang="en-US" dirty="0"/>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fontAlgn="auto">
              <a:spcBef>
                <a:spcPts val="0"/>
              </a:spcBef>
              <a:spcAft>
                <a:spcPts val="0"/>
              </a:spcAft>
            </a:pPr>
            <a:fld id="{9798BDAE-A562-4667-82DD-5BE61974BD31}" type="datetimeFigureOut">
              <a:rPr lang="id-ID" smtClean="0">
                <a:solidFill>
                  <a:prstClr val="black">
                    <a:tint val="75000"/>
                  </a:prstClr>
                </a:solidFill>
                <a:latin typeface="Calibri" panose="020F0502020204030204"/>
                <a:cs typeface="+mn-cs"/>
              </a:rPr>
              <a:pPr fontAlgn="auto">
                <a:spcBef>
                  <a:spcPts val="0"/>
                </a:spcBef>
                <a:spcAft>
                  <a:spcPts val="0"/>
                </a:spcAft>
              </a:pPr>
              <a:t>02/09/16</a:t>
            </a:fld>
            <a:endParaRPr lang="id-ID">
              <a:solidFill>
                <a:prstClr val="black">
                  <a:tint val="75000"/>
                </a:prstClr>
              </a:solidFill>
              <a:latin typeface="Calibri" panose="020F0502020204030204"/>
              <a:cs typeface="+mn-cs"/>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fontAlgn="auto">
              <a:spcBef>
                <a:spcPts val="0"/>
              </a:spcBef>
              <a:spcAft>
                <a:spcPts val="0"/>
              </a:spcAft>
            </a:pPr>
            <a:endParaRPr lang="id-ID">
              <a:solidFill>
                <a:prstClr val="black">
                  <a:tint val="75000"/>
                </a:prstClr>
              </a:solidFill>
              <a:latin typeface="Calibri" panose="020F0502020204030204"/>
              <a:cs typeface="+mn-cs"/>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fontAlgn="auto">
              <a:spcBef>
                <a:spcPts val="0"/>
              </a:spcBef>
              <a:spcAft>
                <a:spcPts val="0"/>
              </a:spcAft>
            </a:pPr>
            <a:fld id="{C9F2E319-0919-499D-AD1F-7963255D1003}" type="slidenum">
              <a:rPr lang="id-ID" smtClean="0">
                <a:solidFill>
                  <a:prstClr val="black">
                    <a:tint val="75000"/>
                  </a:prstClr>
                </a:solidFill>
                <a:latin typeface="Calibri" panose="020F0502020204030204"/>
                <a:cs typeface="+mn-cs"/>
              </a:rPr>
              <a:pPr fontAlgn="auto">
                <a:spcBef>
                  <a:spcPts val="0"/>
                </a:spcBef>
                <a:spcAft>
                  <a:spcPts val="0"/>
                </a:spcAft>
              </a:pPr>
              <a:t>‹#›</a:t>
            </a:fld>
            <a:endParaRPr lang="id-ID">
              <a:solidFill>
                <a:prstClr val="black">
                  <a:tint val="75000"/>
                </a:prstClr>
              </a:solidFill>
              <a:latin typeface="Calibri" panose="020F0502020204030204"/>
              <a:cs typeface="+mn-cs"/>
            </a:endParaRPr>
          </a:p>
        </p:txBody>
      </p:sp>
    </p:spTree>
    <p:extLst>
      <p:ext uri="{BB962C8B-B14F-4D97-AF65-F5344CB8AC3E}">
        <p14:creationId xmlns:p14="http://schemas.microsoft.com/office/powerpoint/2010/main" val="836327692"/>
      </p:ext>
    </p:extLst>
  </p:cSld>
  <p:clrMap bg1="lt1" tx1="dk1" bg2="lt2" tx2="dk2" accent1="accent1" accent2="accent2" accent3="accent3" accent4="accent4" accent5="accent5" accent6="accent6" hlink="hlink" folHlink="folHlink"/>
  <p:sldLayoutIdLst>
    <p:sldLayoutId id="2147487385" r:id="rId1"/>
    <p:sldLayoutId id="2147487386" r:id="rId2"/>
    <p:sldLayoutId id="2147487387" r:id="rId3"/>
    <p:sldLayoutId id="2147487388" r:id="rId4"/>
    <p:sldLayoutId id="2147487389" r:id="rId5"/>
    <p:sldLayoutId id="2147487390" r:id="rId6"/>
    <p:sldLayoutId id="2147487391" r:id="rId7"/>
    <p:sldLayoutId id="2147487392" r:id="rId8"/>
    <p:sldLayoutId id="2147487393" r:id="rId9"/>
    <p:sldLayoutId id="2147487394" r:id="rId10"/>
    <p:sldLayoutId id="2147487395" r:id="rId11"/>
  </p:sldLayoutIdLst>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6.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smtClean="0"/>
              <a:t>Click to edit Master title style</a:t>
            </a:r>
            <a:endParaRPr lang="en-US" dirty="0"/>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fontAlgn="auto">
              <a:spcBef>
                <a:spcPts val="0"/>
              </a:spcBef>
              <a:spcAft>
                <a:spcPts val="0"/>
              </a:spcAft>
            </a:pPr>
            <a:fld id="{9798BDAE-A562-4667-82DD-5BE61974BD31}" type="datetimeFigureOut">
              <a:rPr lang="id-ID" smtClean="0">
                <a:solidFill>
                  <a:prstClr val="black">
                    <a:tint val="75000"/>
                  </a:prstClr>
                </a:solidFill>
                <a:latin typeface="Calibri" panose="020F0502020204030204"/>
                <a:cs typeface="+mn-cs"/>
              </a:rPr>
              <a:pPr fontAlgn="auto">
                <a:spcBef>
                  <a:spcPts val="0"/>
                </a:spcBef>
                <a:spcAft>
                  <a:spcPts val="0"/>
                </a:spcAft>
              </a:pPr>
              <a:t>02/09/16</a:t>
            </a:fld>
            <a:endParaRPr lang="id-ID">
              <a:solidFill>
                <a:prstClr val="black">
                  <a:tint val="75000"/>
                </a:prstClr>
              </a:solidFill>
              <a:latin typeface="Calibri" panose="020F0502020204030204"/>
              <a:cs typeface="+mn-cs"/>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fontAlgn="auto">
              <a:spcBef>
                <a:spcPts val="0"/>
              </a:spcBef>
              <a:spcAft>
                <a:spcPts val="0"/>
              </a:spcAft>
            </a:pPr>
            <a:endParaRPr lang="id-ID">
              <a:solidFill>
                <a:prstClr val="black">
                  <a:tint val="75000"/>
                </a:prstClr>
              </a:solidFill>
              <a:latin typeface="Calibri" panose="020F0502020204030204"/>
              <a:cs typeface="+mn-cs"/>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fontAlgn="auto">
              <a:spcBef>
                <a:spcPts val="0"/>
              </a:spcBef>
              <a:spcAft>
                <a:spcPts val="0"/>
              </a:spcAft>
            </a:pPr>
            <a:fld id="{C9F2E319-0919-499D-AD1F-7963255D1003}" type="slidenum">
              <a:rPr lang="id-ID" smtClean="0">
                <a:solidFill>
                  <a:prstClr val="black">
                    <a:tint val="75000"/>
                  </a:prstClr>
                </a:solidFill>
                <a:latin typeface="Calibri" panose="020F0502020204030204"/>
                <a:cs typeface="+mn-cs"/>
              </a:rPr>
              <a:pPr fontAlgn="auto">
                <a:spcBef>
                  <a:spcPts val="0"/>
                </a:spcBef>
                <a:spcAft>
                  <a:spcPts val="0"/>
                </a:spcAft>
              </a:pPr>
              <a:t>‹#›</a:t>
            </a:fld>
            <a:endParaRPr lang="id-ID">
              <a:solidFill>
                <a:prstClr val="black">
                  <a:tint val="75000"/>
                </a:prstClr>
              </a:solidFill>
              <a:latin typeface="Calibri" panose="020F0502020204030204"/>
              <a:cs typeface="+mn-cs"/>
            </a:endParaRPr>
          </a:p>
        </p:txBody>
      </p:sp>
    </p:spTree>
    <p:extLst>
      <p:ext uri="{BB962C8B-B14F-4D97-AF65-F5344CB8AC3E}">
        <p14:creationId xmlns:p14="http://schemas.microsoft.com/office/powerpoint/2010/main" val="3795579783"/>
      </p:ext>
    </p:extLst>
  </p:cSld>
  <p:clrMap bg1="lt1" tx1="dk1" bg2="lt2" tx2="dk2" accent1="accent1" accent2="accent2" accent3="accent3" accent4="accent4" accent5="accent5" accent6="accent6" hlink="hlink" folHlink="folHlink"/>
  <p:sldLayoutIdLst>
    <p:sldLayoutId id="2147487397" r:id="rId1"/>
    <p:sldLayoutId id="2147487398" r:id="rId2"/>
    <p:sldLayoutId id="2147487399" r:id="rId3"/>
    <p:sldLayoutId id="2147487400" r:id="rId4"/>
    <p:sldLayoutId id="2147487401" r:id="rId5"/>
    <p:sldLayoutId id="2147487402" r:id="rId6"/>
    <p:sldLayoutId id="2147487403" r:id="rId7"/>
    <p:sldLayoutId id="2147487404" r:id="rId8"/>
    <p:sldLayoutId id="2147487405" r:id="rId9"/>
    <p:sldLayoutId id="2147487406" r:id="rId10"/>
    <p:sldLayoutId id="2147487407" r:id="rId11"/>
  </p:sldLayoutIdLst>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7.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smtClean="0"/>
              <a:t>Click to edit Master title style</a:t>
            </a:r>
            <a:endParaRPr lang="en-US" dirty="0"/>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fontAlgn="auto">
              <a:spcBef>
                <a:spcPts val="0"/>
              </a:spcBef>
              <a:spcAft>
                <a:spcPts val="0"/>
              </a:spcAft>
            </a:pPr>
            <a:fld id="{9798BDAE-A562-4667-82DD-5BE61974BD31}" type="datetimeFigureOut">
              <a:rPr lang="id-ID" smtClean="0">
                <a:solidFill>
                  <a:prstClr val="black">
                    <a:tint val="75000"/>
                  </a:prstClr>
                </a:solidFill>
                <a:latin typeface="Calibri" panose="020F0502020204030204"/>
                <a:cs typeface="+mn-cs"/>
              </a:rPr>
              <a:pPr fontAlgn="auto">
                <a:spcBef>
                  <a:spcPts val="0"/>
                </a:spcBef>
                <a:spcAft>
                  <a:spcPts val="0"/>
                </a:spcAft>
              </a:pPr>
              <a:t>02/09/16</a:t>
            </a:fld>
            <a:endParaRPr lang="id-ID">
              <a:solidFill>
                <a:prstClr val="black">
                  <a:tint val="75000"/>
                </a:prstClr>
              </a:solidFill>
              <a:latin typeface="Calibri" panose="020F0502020204030204"/>
              <a:cs typeface="+mn-cs"/>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fontAlgn="auto">
              <a:spcBef>
                <a:spcPts val="0"/>
              </a:spcBef>
              <a:spcAft>
                <a:spcPts val="0"/>
              </a:spcAft>
            </a:pPr>
            <a:endParaRPr lang="id-ID">
              <a:solidFill>
                <a:prstClr val="black">
                  <a:tint val="75000"/>
                </a:prstClr>
              </a:solidFill>
              <a:latin typeface="Calibri" panose="020F0502020204030204"/>
              <a:cs typeface="+mn-cs"/>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fontAlgn="auto">
              <a:spcBef>
                <a:spcPts val="0"/>
              </a:spcBef>
              <a:spcAft>
                <a:spcPts val="0"/>
              </a:spcAft>
            </a:pPr>
            <a:fld id="{C9F2E319-0919-499D-AD1F-7963255D1003}" type="slidenum">
              <a:rPr lang="id-ID" smtClean="0">
                <a:solidFill>
                  <a:prstClr val="black">
                    <a:tint val="75000"/>
                  </a:prstClr>
                </a:solidFill>
                <a:latin typeface="Calibri" panose="020F0502020204030204"/>
                <a:cs typeface="+mn-cs"/>
              </a:rPr>
              <a:pPr fontAlgn="auto">
                <a:spcBef>
                  <a:spcPts val="0"/>
                </a:spcBef>
                <a:spcAft>
                  <a:spcPts val="0"/>
                </a:spcAft>
              </a:pPr>
              <a:t>‹#›</a:t>
            </a:fld>
            <a:endParaRPr lang="id-ID">
              <a:solidFill>
                <a:prstClr val="black">
                  <a:tint val="75000"/>
                </a:prstClr>
              </a:solidFill>
              <a:latin typeface="Calibri" panose="020F0502020204030204"/>
              <a:cs typeface="+mn-cs"/>
            </a:endParaRPr>
          </a:p>
        </p:txBody>
      </p:sp>
    </p:spTree>
    <p:extLst>
      <p:ext uri="{BB962C8B-B14F-4D97-AF65-F5344CB8AC3E}">
        <p14:creationId xmlns:p14="http://schemas.microsoft.com/office/powerpoint/2010/main" val="177311870"/>
      </p:ext>
    </p:extLst>
  </p:cSld>
  <p:clrMap bg1="lt1" tx1="dk1" bg2="lt2" tx2="dk2" accent1="accent1" accent2="accent2" accent3="accent3" accent4="accent4" accent5="accent5" accent6="accent6" hlink="hlink" folHlink="folHlink"/>
  <p:sldLayoutIdLst>
    <p:sldLayoutId id="2147487409" r:id="rId1"/>
    <p:sldLayoutId id="2147487410" r:id="rId2"/>
    <p:sldLayoutId id="2147487411" r:id="rId3"/>
    <p:sldLayoutId id="2147487412" r:id="rId4"/>
    <p:sldLayoutId id="2147487413" r:id="rId5"/>
    <p:sldLayoutId id="2147487414" r:id="rId6"/>
    <p:sldLayoutId id="2147487415" r:id="rId7"/>
    <p:sldLayoutId id="2147487416" r:id="rId8"/>
    <p:sldLayoutId id="2147487417" r:id="rId9"/>
    <p:sldLayoutId id="2147487418" r:id="rId10"/>
    <p:sldLayoutId id="2147487419" r:id="rId11"/>
  </p:sldLayoutIdLst>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467.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484.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495.xml"/><Relationship Id="rId2" Type="http://schemas.openxmlformats.org/officeDocument/2006/relationships/notesSlide" Target="../notesSlides/notesSlide2.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495.xml"/><Relationship Id="rId2" Type="http://schemas.openxmlformats.org/officeDocument/2006/relationships/notesSlide" Target="../notesSlides/notesSlide3.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506.xml"/><Relationship Id="rId2" Type="http://schemas.openxmlformats.org/officeDocument/2006/relationships/notesSlide" Target="../notesSlides/notesSlide4.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506.xml"/><Relationship Id="rId2" Type="http://schemas.openxmlformats.org/officeDocument/2006/relationships/notesSlide" Target="../notesSlides/notesSlide5.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484.xml"/></Relationships>
</file>

<file path=ppt/slides/_rels/slide8.xml.rels><?xml version="1.0" encoding="UTF-8" standalone="yes"?>
<Relationships xmlns="http://schemas.openxmlformats.org/package/2006/relationships"><Relationship Id="rId3" Type="http://schemas.openxmlformats.org/officeDocument/2006/relationships/diagramLayout" Target="../diagrams/layout1.xml"/><Relationship Id="rId4" Type="http://schemas.openxmlformats.org/officeDocument/2006/relationships/diagramQuickStyle" Target="../diagrams/quickStyle1.xml"/><Relationship Id="rId5" Type="http://schemas.openxmlformats.org/officeDocument/2006/relationships/diagramColors" Target="../diagrams/colors1.xml"/><Relationship Id="rId6" Type="http://schemas.microsoft.com/office/2007/relationships/diagramDrawing" Target="../diagrams/drawing1.xml"/><Relationship Id="rId1" Type="http://schemas.openxmlformats.org/officeDocument/2006/relationships/slideLayout" Target="../slideLayouts/slideLayout61.xml"/><Relationship Id="rId2" Type="http://schemas.openxmlformats.org/officeDocument/2006/relationships/diagramData" Target="../diagrams/data1.xml"/></Relationships>
</file>

<file path=ppt/slides/_rels/slide9.xml.rels><?xml version="1.0" encoding="UTF-8" standalone="yes"?>
<Relationships xmlns="http://schemas.openxmlformats.org/package/2006/relationships"><Relationship Id="rId3" Type="http://schemas.openxmlformats.org/officeDocument/2006/relationships/diagramLayout" Target="../diagrams/layout2.xml"/><Relationship Id="rId4" Type="http://schemas.openxmlformats.org/officeDocument/2006/relationships/diagramQuickStyle" Target="../diagrams/quickStyle2.xml"/><Relationship Id="rId5" Type="http://schemas.openxmlformats.org/officeDocument/2006/relationships/diagramColors" Target="../diagrams/colors2.xml"/><Relationship Id="rId6" Type="http://schemas.microsoft.com/office/2007/relationships/diagramDrawing" Target="../diagrams/drawing2.xml"/><Relationship Id="rId1" Type="http://schemas.openxmlformats.org/officeDocument/2006/relationships/slideLayout" Target="../slideLayouts/slideLayout61.xml"/><Relationship Id="rId2" Type="http://schemas.openxmlformats.org/officeDocument/2006/relationships/diagramData" Target="../diagrams/data2.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484.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37.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55.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55.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8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521.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521.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554.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554.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587.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587.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587.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60.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60.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467.xml"/><Relationship Id="rId2" Type="http://schemas.openxmlformats.org/officeDocument/2006/relationships/notesSlide" Target="../notesSlides/notesSlide6.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484.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484.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521.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620.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620.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484.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83.xml"/><Relationship Id="rId2" Type="http://schemas.openxmlformats.org/officeDocument/2006/relationships/notesSlide" Target="../notesSlides/notesSlide7.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83.xml"/><Relationship Id="rId2" Type="http://schemas.openxmlformats.org/officeDocument/2006/relationships/notesSlide" Target="../notesSlides/notesSlide8.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484.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48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651.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651.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48.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4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521.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484.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52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521.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484.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467.xml"/><Relationship Id="rId2" Type="http://schemas.openxmlformats.org/officeDocument/2006/relationships/notesSlide" Target="../notesSlides/notesSlide9.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682.xml"/><Relationship Id="rId2" Type="http://schemas.openxmlformats.org/officeDocument/2006/relationships/notesSlide" Target="../notesSlides/notesSlide10.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682.xml"/><Relationship Id="rId2" Type="http://schemas.openxmlformats.org/officeDocument/2006/relationships/notesSlide" Target="../notesSlides/notesSlide11.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682.xml"/><Relationship Id="rId2" Type="http://schemas.openxmlformats.org/officeDocument/2006/relationships/notesSlide" Target="../notesSlides/notesSlide12.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682.xml"/><Relationship Id="rId2" Type="http://schemas.openxmlformats.org/officeDocument/2006/relationships/notesSlide" Target="../notesSlides/notesSlide13.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682.xml"/><Relationship Id="rId2" Type="http://schemas.openxmlformats.org/officeDocument/2006/relationships/notesSlide" Target="../notesSlides/notesSlide14.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519.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682.xml"/><Relationship Id="rId2" Type="http://schemas.openxmlformats.org/officeDocument/2006/relationships/notesSlide" Target="../notesSlides/notesSlide15.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620.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495.xml"/><Relationship Id="rId2" Type="http://schemas.openxmlformats.org/officeDocument/2006/relationships/notesSlide" Target="../notesSlides/notesSlide16.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495.xml"/><Relationship Id="rId2" Type="http://schemas.openxmlformats.org/officeDocument/2006/relationships/notesSlide" Target="../notesSlides/notesSlide17.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521.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467.xml"/><Relationship Id="rId2" Type="http://schemas.openxmlformats.org/officeDocument/2006/relationships/notesSlide" Target="../notesSlides/notesSlide18.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693.xml"/><Relationship Id="rId2" Type="http://schemas.openxmlformats.org/officeDocument/2006/relationships/notesSlide" Target="../notesSlides/notesSlide19.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704.xml"/><Relationship Id="rId2" Type="http://schemas.openxmlformats.org/officeDocument/2006/relationships/notesSlide" Target="../notesSlides/notesSlide20.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693.xml"/><Relationship Id="rId2" Type="http://schemas.openxmlformats.org/officeDocument/2006/relationships/notesSlide" Target="../notesSlides/notesSlide21.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704.xml"/><Relationship Id="rId2" Type="http://schemas.openxmlformats.org/officeDocument/2006/relationships/notesSlide" Target="../notesSlides/notesSlide22.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704.xml"/><Relationship Id="rId2" Type="http://schemas.openxmlformats.org/officeDocument/2006/relationships/notesSlide" Target="../notesSlides/notesSlide23.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693.xml"/><Relationship Id="rId2" Type="http://schemas.openxmlformats.org/officeDocument/2006/relationships/notesSlide" Target="../notesSlides/notesSlide24.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59.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59.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156.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117.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59.xml"/><Relationship Id="rId2" Type="http://schemas.openxmlformats.org/officeDocument/2006/relationships/image" Target="../media/image2.png"/></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59.xml"/><Relationship Id="rId2" Type="http://schemas.openxmlformats.org/officeDocument/2006/relationships/image" Target="../media/image2.png"/></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59.xml"/><Relationship Id="rId2" Type="http://schemas.openxmlformats.org/officeDocument/2006/relationships/image" Target="../media/image3.png"/></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719.xml"/><Relationship Id="rId2" Type="http://schemas.openxmlformats.org/officeDocument/2006/relationships/image" Target="../media/image4.png"/></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156.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719.xml"/><Relationship Id="rId2" Type="http://schemas.openxmlformats.org/officeDocument/2006/relationships/image" Target="../media/image4.png"/></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467.xml"/><Relationship Id="rId2" Type="http://schemas.openxmlformats.org/officeDocument/2006/relationships/notesSlide" Target="../notesSlides/notesSlide25.xml"/></Relationships>
</file>

<file path=ppt/slides/_rels/slide74.xml.rels><?xml version="1.0" encoding="UTF-8" standalone="yes"?>
<Relationships xmlns="http://schemas.openxmlformats.org/package/2006/relationships"><Relationship Id="rId3" Type="http://schemas.openxmlformats.org/officeDocument/2006/relationships/diagramLayout" Target="../diagrams/layout3.xml"/><Relationship Id="rId4" Type="http://schemas.openxmlformats.org/officeDocument/2006/relationships/diagramQuickStyle" Target="../diagrams/quickStyle3.xml"/><Relationship Id="rId5" Type="http://schemas.openxmlformats.org/officeDocument/2006/relationships/diagramColors" Target="../diagrams/colors3.xml"/><Relationship Id="rId6" Type="http://schemas.microsoft.com/office/2007/relationships/diagramDrawing" Target="../diagrams/drawing3.xml"/><Relationship Id="rId1" Type="http://schemas.openxmlformats.org/officeDocument/2006/relationships/slideLayout" Target="../slideLayouts/slideLayout294.xml"/><Relationship Id="rId2" Type="http://schemas.openxmlformats.org/officeDocument/2006/relationships/diagramData" Target="../diagrams/data3.xml"/></Relationships>
</file>

<file path=ppt/slides/_rels/slide75.xml.rels><?xml version="1.0" encoding="UTF-8" standalone="yes"?>
<Relationships xmlns="http://schemas.openxmlformats.org/package/2006/relationships"><Relationship Id="rId3" Type="http://schemas.openxmlformats.org/officeDocument/2006/relationships/diagramLayout" Target="../diagrams/layout4.xml"/><Relationship Id="rId4" Type="http://schemas.openxmlformats.org/officeDocument/2006/relationships/diagramQuickStyle" Target="../diagrams/quickStyle4.xml"/><Relationship Id="rId5" Type="http://schemas.openxmlformats.org/officeDocument/2006/relationships/diagramColors" Target="../diagrams/colors4.xml"/><Relationship Id="rId6" Type="http://schemas.microsoft.com/office/2007/relationships/diagramDrawing" Target="../diagrams/drawing4.xml"/><Relationship Id="rId1" Type="http://schemas.openxmlformats.org/officeDocument/2006/relationships/slideLayout" Target="../slideLayouts/slideLayout2.xml"/><Relationship Id="rId2" Type="http://schemas.openxmlformats.org/officeDocument/2006/relationships/diagramData" Target="../diagrams/data4.xml"/></Relationships>
</file>

<file path=ppt/slides/_rels/slide76.xml.rels><?xml version="1.0" encoding="UTF-8" standalone="yes"?>
<Relationships xmlns="http://schemas.openxmlformats.org/package/2006/relationships"><Relationship Id="rId3" Type="http://schemas.openxmlformats.org/officeDocument/2006/relationships/diagramLayout" Target="../diagrams/layout5.xml"/><Relationship Id="rId4" Type="http://schemas.openxmlformats.org/officeDocument/2006/relationships/diagramQuickStyle" Target="../diagrams/quickStyle5.xml"/><Relationship Id="rId5" Type="http://schemas.openxmlformats.org/officeDocument/2006/relationships/diagramColors" Target="../diagrams/colors5.xml"/><Relationship Id="rId6" Type="http://schemas.microsoft.com/office/2007/relationships/diagramDrawing" Target="../diagrams/drawing5.xml"/><Relationship Id="rId1" Type="http://schemas.openxmlformats.org/officeDocument/2006/relationships/slideLayout" Target="../slideLayouts/slideLayout2.xml"/><Relationship Id="rId2" Type="http://schemas.openxmlformats.org/officeDocument/2006/relationships/diagramData" Target="../diagrams/data5.xml"/></Relationships>
</file>

<file path=ppt/slides/_rels/slide77.xml.rels><?xml version="1.0" encoding="UTF-8" standalone="yes"?>
<Relationships xmlns="http://schemas.openxmlformats.org/package/2006/relationships"><Relationship Id="rId3" Type="http://schemas.openxmlformats.org/officeDocument/2006/relationships/diagramLayout" Target="../diagrams/layout6.xml"/><Relationship Id="rId4" Type="http://schemas.openxmlformats.org/officeDocument/2006/relationships/diagramQuickStyle" Target="../diagrams/quickStyle6.xml"/><Relationship Id="rId5" Type="http://schemas.openxmlformats.org/officeDocument/2006/relationships/diagramColors" Target="../diagrams/colors6.xml"/><Relationship Id="rId6" Type="http://schemas.microsoft.com/office/2007/relationships/diagramDrawing" Target="../diagrams/drawing6.xml"/><Relationship Id="rId1" Type="http://schemas.openxmlformats.org/officeDocument/2006/relationships/slideLayout" Target="../slideLayouts/slideLayout2.xml"/><Relationship Id="rId2" Type="http://schemas.openxmlformats.org/officeDocument/2006/relationships/diagramData" Target="../diagrams/data6.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748.xml"/><Relationship Id="rId2" Type="http://schemas.openxmlformats.org/officeDocument/2006/relationships/notesSlide" Target="../notesSlides/notesSlide26.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748.xml"/><Relationship Id="rId2" Type="http://schemas.openxmlformats.org/officeDocument/2006/relationships/notesSlide" Target="../notesSlides/notesSlide27.xml"/></Relationships>
</file>

<file path=ppt/slides/_rels/slide80.xml.rels><?xml version="1.0" encoding="UTF-8" standalone="yes"?>
<Relationships xmlns="http://schemas.openxmlformats.org/package/2006/relationships"><Relationship Id="rId3" Type="http://schemas.openxmlformats.org/officeDocument/2006/relationships/diagramLayout" Target="../diagrams/layout7.xml"/><Relationship Id="rId4" Type="http://schemas.openxmlformats.org/officeDocument/2006/relationships/diagramQuickStyle" Target="../diagrams/quickStyle7.xml"/><Relationship Id="rId5" Type="http://schemas.openxmlformats.org/officeDocument/2006/relationships/diagramColors" Target="../diagrams/colors7.xml"/><Relationship Id="rId6" Type="http://schemas.microsoft.com/office/2007/relationships/diagramDrawing" Target="../diagrams/drawing7.xml"/><Relationship Id="rId1" Type="http://schemas.openxmlformats.org/officeDocument/2006/relationships/slideLayout" Target="../slideLayouts/slideLayout294.xml"/><Relationship Id="rId2" Type="http://schemas.openxmlformats.org/officeDocument/2006/relationships/diagramData" Target="../diagrams/data7.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37.xml"/></Relationships>
</file>

<file path=ppt/slides/_rels/slide82.xml.rels><?xml version="1.0" encoding="UTF-8" standalone="yes"?>
<Relationships xmlns="http://schemas.openxmlformats.org/package/2006/relationships"><Relationship Id="rId3" Type="http://schemas.openxmlformats.org/officeDocument/2006/relationships/diagramLayout" Target="../diagrams/layout8.xml"/><Relationship Id="rId4" Type="http://schemas.openxmlformats.org/officeDocument/2006/relationships/diagramQuickStyle" Target="../diagrams/quickStyle8.xml"/><Relationship Id="rId5" Type="http://schemas.openxmlformats.org/officeDocument/2006/relationships/diagramColors" Target="../diagrams/colors8.xml"/><Relationship Id="rId6" Type="http://schemas.microsoft.com/office/2007/relationships/diagramDrawing" Target="../diagrams/drawing8.xml"/><Relationship Id="rId1" Type="http://schemas.openxmlformats.org/officeDocument/2006/relationships/slideLayout" Target="../slideLayouts/slideLayout719.xml"/><Relationship Id="rId2" Type="http://schemas.openxmlformats.org/officeDocument/2006/relationships/diagramData" Target="../diagrams/data8.xml"/></Relationships>
</file>

<file path=ppt/slides/_rels/slide83.xml.rels><?xml version="1.0" encoding="UTF-8" standalone="yes"?>
<Relationships xmlns="http://schemas.openxmlformats.org/package/2006/relationships"><Relationship Id="rId3" Type="http://schemas.openxmlformats.org/officeDocument/2006/relationships/diagramLayout" Target="../diagrams/layout9.xml"/><Relationship Id="rId4" Type="http://schemas.openxmlformats.org/officeDocument/2006/relationships/diagramQuickStyle" Target="../diagrams/quickStyle9.xml"/><Relationship Id="rId5" Type="http://schemas.openxmlformats.org/officeDocument/2006/relationships/diagramColors" Target="../diagrams/colors9.xml"/><Relationship Id="rId6" Type="http://schemas.microsoft.com/office/2007/relationships/diagramDrawing" Target="../diagrams/drawing9.xml"/><Relationship Id="rId1" Type="http://schemas.openxmlformats.org/officeDocument/2006/relationships/slideLayout" Target="../slideLayouts/slideLayout294.xml"/><Relationship Id="rId2" Type="http://schemas.openxmlformats.org/officeDocument/2006/relationships/diagramData" Target="../diagrams/data9.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759.xml"/><Relationship Id="rId2" Type="http://schemas.openxmlformats.org/officeDocument/2006/relationships/notesSlide" Target="../notesSlides/notesSlide28.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772.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772.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772.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772.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803.xml"/><Relationship Id="rId2" Type="http://schemas.openxmlformats.org/officeDocument/2006/relationships/notesSlide" Target="../notesSlides/notesSlide29.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803.xml"/><Relationship Id="rId2" Type="http://schemas.openxmlformats.org/officeDocument/2006/relationships/notesSlide" Target="../notesSlides/notesSlide30.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814.xml"/><Relationship Id="rId2" Type="http://schemas.openxmlformats.org/officeDocument/2006/relationships/notesSlide" Target="../notesSlides/notesSlide31.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814.xml"/><Relationship Id="rId2" Type="http://schemas.openxmlformats.org/officeDocument/2006/relationships/notesSlide" Target="../notesSlides/notesSlide32.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803.xml"/><Relationship Id="rId2" Type="http://schemas.openxmlformats.org/officeDocument/2006/relationships/notesSlide" Target="../notesSlides/notesSlide33.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290.xml"/><Relationship Id="rId2" Type="http://schemas.openxmlformats.org/officeDocument/2006/relationships/notesSlide" Target="../notesSlides/notesSlide34.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290.xml"/><Relationship Id="rId2" Type="http://schemas.openxmlformats.org/officeDocument/2006/relationships/notesSlide" Target="../notesSlides/notesSlide35.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290.xml"/><Relationship Id="rId2" Type="http://schemas.openxmlformats.org/officeDocument/2006/relationships/notesSlide" Target="../notesSlides/notesSlide36.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290.xml"/><Relationship Id="rId2" Type="http://schemas.openxmlformats.org/officeDocument/2006/relationships/notesSlide" Target="../notesSlides/notesSlide37.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772.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772.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693.xml"/><Relationship Id="rId2" Type="http://schemas.openxmlformats.org/officeDocument/2006/relationships/notesSlide" Target="../notesSlides/notesSlide38.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60.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60.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693.xml"/><Relationship Id="rId2" Type="http://schemas.openxmlformats.org/officeDocument/2006/relationships/notesSlide" Target="../notesSlides/notesSlide39.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717.xm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717.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693.xml"/><Relationship Id="rId2" Type="http://schemas.openxmlformats.org/officeDocument/2006/relationships/notesSlide" Target="../notesSlides/notesSlide40.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693.xml"/><Relationship Id="rId2" Type="http://schemas.openxmlformats.org/officeDocument/2006/relationships/notesSlide" Target="../notesSlides/notesSlide41.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825.xml"/><Relationship Id="rId2" Type="http://schemas.openxmlformats.org/officeDocument/2006/relationships/notesSlide" Target="../notesSlides/notesSlide42.xml"/></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825.xml"/><Relationship Id="rId2" Type="http://schemas.openxmlformats.org/officeDocument/2006/relationships/notesSlide" Target="../notesSlides/notesSlide43.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825.xml"/><Relationship Id="rId2" Type="http://schemas.openxmlformats.org/officeDocument/2006/relationships/notesSlide" Target="../notesSlides/notesSlide44.xml"/></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825.xml"/><Relationship Id="rId2" Type="http://schemas.openxmlformats.org/officeDocument/2006/relationships/notesSlide" Target="../notesSlides/notesSlide45.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825.xml"/><Relationship Id="rId2" Type="http://schemas.openxmlformats.org/officeDocument/2006/relationships/notesSlide" Target="../notesSlides/notesSlide46.xml"/></Relationships>
</file>

<file path=ppt/slides/_rels/slide113.xml.rels><?xml version="1.0" encoding="UTF-8" standalone="yes"?>
<Relationships xmlns="http://schemas.openxmlformats.org/package/2006/relationships"><Relationship Id="rId3" Type="http://schemas.openxmlformats.org/officeDocument/2006/relationships/image" Target="../media/image5.png"/><Relationship Id="rId4" Type="http://schemas.microsoft.com/office/2007/relationships/hdphoto" Target="../media/hdphoto1.wdp"/><Relationship Id="rId1" Type="http://schemas.openxmlformats.org/officeDocument/2006/relationships/slideLayout" Target="../slideLayouts/slideLayout836.xml"/><Relationship Id="rId2" Type="http://schemas.openxmlformats.org/officeDocument/2006/relationships/notesSlide" Target="../notesSlides/notesSlide47.xml"/></Relationships>
</file>

<file path=ppt/slides/_rels/slide114.xml.rels><?xml version="1.0" encoding="UTF-8" standalone="yes"?>
<Relationships xmlns="http://schemas.openxmlformats.org/package/2006/relationships"><Relationship Id="rId3" Type="http://schemas.openxmlformats.org/officeDocument/2006/relationships/image" Target="../media/image5.png"/><Relationship Id="rId4" Type="http://schemas.microsoft.com/office/2007/relationships/hdphoto" Target="../media/hdphoto1.wdp"/><Relationship Id="rId1" Type="http://schemas.openxmlformats.org/officeDocument/2006/relationships/slideLayout" Target="../slideLayouts/slideLayout836.xml"/><Relationship Id="rId2" Type="http://schemas.openxmlformats.org/officeDocument/2006/relationships/notesSlide" Target="../notesSlides/notesSlide48.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847.xml"/><Relationship Id="rId2" Type="http://schemas.openxmlformats.org/officeDocument/2006/relationships/notesSlide" Target="../notesSlides/notesSlide49.xml"/></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Picture Placeholder 1"/>
          <p:cNvSpPr>
            <a:spLocks noGrp="1"/>
          </p:cNvSpPr>
          <p:nvPr>
            <p:ph type="pic" sz="quarter" idx="13"/>
          </p:nvPr>
        </p:nvSpPr>
        <p:spPr/>
      </p:sp>
      <p:sp>
        <p:nvSpPr>
          <p:cNvPr id="11" name="Rectangle 10"/>
          <p:cNvSpPr/>
          <p:nvPr/>
        </p:nvSpPr>
        <p:spPr>
          <a:xfrm>
            <a:off x="1588" y="-2701"/>
            <a:ext cx="12188825" cy="6858000"/>
          </a:xfrm>
          <a:prstGeom prst="rect">
            <a:avLst/>
          </a:prstGeom>
          <a:solidFill>
            <a:schemeClr val="accent3">
              <a:lumMod val="50000"/>
              <a:alpha val="7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91422" tIns="45711" rIns="91422" bIns="45711" rtlCol="0" anchor="ctr"/>
          <a:lstStyle/>
          <a:p>
            <a:pPr algn="ctr" defTabSz="914217" fontAlgn="auto">
              <a:spcBef>
                <a:spcPts val="0"/>
              </a:spcBef>
              <a:spcAft>
                <a:spcPts val="0"/>
              </a:spcAft>
            </a:pPr>
            <a:endParaRPr lang="en-US">
              <a:solidFill>
                <a:prstClr val="white"/>
              </a:solidFill>
            </a:endParaRPr>
          </a:p>
        </p:txBody>
      </p:sp>
      <p:sp>
        <p:nvSpPr>
          <p:cNvPr id="25" name="Rectangle 24"/>
          <p:cNvSpPr/>
          <p:nvPr/>
        </p:nvSpPr>
        <p:spPr>
          <a:xfrm flipV="1">
            <a:off x="2323209" y="3390795"/>
            <a:ext cx="691176" cy="77980"/>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defTabSz="914217" fontAlgn="auto">
              <a:spcBef>
                <a:spcPts val="0"/>
              </a:spcBef>
              <a:spcAft>
                <a:spcPts val="0"/>
              </a:spcAft>
            </a:pPr>
            <a:endParaRPr lang="en-US" dirty="0">
              <a:solidFill>
                <a:prstClr val="white"/>
              </a:solidFill>
            </a:endParaRPr>
          </a:p>
        </p:txBody>
      </p:sp>
      <p:sp>
        <p:nvSpPr>
          <p:cNvPr id="26" name="Rectangle 25"/>
          <p:cNvSpPr/>
          <p:nvPr/>
        </p:nvSpPr>
        <p:spPr>
          <a:xfrm flipV="1">
            <a:off x="5745585" y="2466184"/>
            <a:ext cx="691176" cy="77980"/>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defTabSz="914217" fontAlgn="auto">
              <a:spcBef>
                <a:spcPts val="0"/>
              </a:spcBef>
              <a:spcAft>
                <a:spcPts val="0"/>
              </a:spcAft>
            </a:pPr>
            <a:endParaRPr lang="en-US" dirty="0">
              <a:solidFill>
                <a:prstClr val="white"/>
              </a:solidFill>
            </a:endParaRPr>
          </a:p>
        </p:txBody>
      </p:sp>
      <p:sp>
        <p:nvSpPr>
          <p:cNvPr id="28" name="Rectangle 27"/>
          <p:cNvSpPr/>
          <p:nvPr/>
        </p:nvSpPr>
        <p:spPr>
          <a:xfrm flipV="1">
            <a:off x="9243369" y="3407403"/>
            <a:ext cx="691176" cy="65635"/>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defTabSz="914217" fontAlgn="auto">
              <a:spcBef>
                <a:spcPts val="0"/>
              </a:spcBef>
              <a:spcAft>
                <a:spcPts val="0"/>
              </a:spcAft>
            </a:pPr>
            <a:endParaRPr lang="en-US" dirty="0">
              <a:solidFill>
                <a:prstClr val="white"/>
              </a:solidFill>
            </a:endParaRPr>
          </a:p>
        </p:txBody>
      </p:sp>
      <p:sp>
        <p:nvSpPr>
          <p:cNvPr id="31" name="Rectangle 30"/>
          <p:cNvSpPr/>
          <p:nvPr/>
        </p:nvSpPr>
        <p:spPr>
          <a:xfrm flipV="1">
            <a:off x="5745585" y="4659440"/>
            <a:ext cx="691176" cy="77980"/>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defTabSz="914217" fontAlgn="auto">
              <a:spcBef>
                <a:spcPts val="0"/>
              </a:spcBef>
              <a:spcAft>
                <a:spcPts val="0"/>
              </a:spcAft>
            </a:pPr>
            <a:endParaRPr lang="en-US" dirty="0">
              <a:solidFill>
                <a:prstClr val="white"/>
              </a:solidFill>
            </a:endParaRPr>
          </a:p>
        </p:txBody>
      </p:sp>
      <p:grpSp>
        <p:nvGrpSpPr>
          <p:cNvPr id="32" name="Group 31"/>
          <p:cNvGrpSpPr/>
          <p:nvPr/>
        </p:nvGrpSpPr>
        <p:grpSpPr>
          <a:xfrm>
            <a:off x="928401" y="2536947"/>
            <a:ext cx="10371572" cy="1730561"/>
            <a:chOff x="6010028" y="-14375"/>
            <a:chExt cx="12359700" cy="3461121"/>
          </a:xfrm>
        </p:grpSpPr>
        <p:sp>
          <p:nvSpPr>
            <p:cNvPr id="33" name="TextBox 32"/>
            <p:cNvSpPr txBox="1"/>
            <p:nvPr/>
          </p:nvSpPr>
          <p:spPr>
            <a:xfrm>
              <a:off x="6010028" y="-14375"/>
              <a:ext cx="12359700" cy="3046971"/>
            </a:xfrm>
            <a:prstGeom prst="rect">
              <a:avLst/>
            </a:prstGeom>
            <a:noFill/>
          </p:spPr>
          <p:txBody>
            <a:bodyPr wrap="square" lIns="45711" tIns="22856" rIns="45711" bIns="22856" rtlCol="0">
              <a:spAutoFit/>
            </a:bodyPr>
            <a:lstStyle/>
            <a:p>
              <a:pPr algn="ctr" defTabSz="914217" fontAlgn="auto">
                <a:spcBef>
                  <a:spcPts val="0"/>
                </a:spcBef>
                <a:spcAft>
                  <a:spcPts val="0"/>
                </a:spcAft>
              </a:pPr>
              <a:r>
                <a:rPr lang="ar-SA" sz="9600" b="1" dirty="0">
                  <a:solidFill>
                    <a:srgbClr val="FF0000"/>
                  </a:solidFill>
                  <a:latin typeface="Lato Regular"/>
                  <a:cs typeface="Lato Regular"/>
                </a:rPr>
                <a:t>الفصل الأول</a:t>
              </a:r>
              <a:endParaRPr lang="id-ID" sz="9600" b="1" dirty="0">
                <a:solidFill>
                  <a:srgbClr val="FF0000"/>
                </a:solidFill>
                <a:latin typeface="Lato Regular"/>
                <a:cs typeface="Lato Regular"/>
              </a:endParaRPr>
            </a:p>
          </p:txBody>
        </p:sp>
        <p:sp>
          <p:nvSpPr>
            <p:cNvPr id="34" name="Subtitle 2"/>
            <p:cNvSpPr txBox="1">
              <a:spLocks/>
            </p:cNvSpPr>
            <p:nvPr/>
          </p:nvSpPr>
          <p:spPr>
            <a:xfrm>
              <a:off x="6335836" y="2607630"/>
              <a:ext cx="11655185" cy="839116"/>
            </a:xfrm>
            <a:prstGeom prst="rect">
              <a:avLst/>
            </a:prstGeom>
          </p:spPr>
          <p:txBody>
            <a:bodyPr vert="horz" lIns="108745" tIns="54373" rIns="108745" bIns="54373" rtlCol="0">
              <a:no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fontAlgn="auto">
                <a:spcAft>
                  <a:spcPts val="0"/>
                </a:spcAft>
              </a:pPr>
              <a:r>
                <a:rPr lang="ar-SA" sz="4000" b="1" dirty="0">
                  <a:solidFill>
                    <a:prstClr val="white"/>
                  </a:solidFill>
                  <a:latin typeface="Lato Regular"/>
                  <a:cs typeface="Lato Regular"/>
                </a:rPr>
                <a:t>القرن ٢١ والتعليم</a:t>
              </a:r>
              <a:endParaRPr lang="en-US" sz="4000" b="1" dirty="0">
                <a:solidFill>
                  <a:prstClr val="white"/>
                </a:solidFill>
                <a:latin typeface="Lato Regular"/>
                <a:cs typeface="Lato Regular"/>
              </a:endParaRPr>
            </a:p>
          </p:txBody>
        </p:sp>
      </p:grpSp>
    </p:spTree>
    <p:extLst>
      <p:ext uri="{BB962C8B-B14F-4D97-AF65-F5344CB8AC3E}">
        <p14:creationId xmlns:p14="http://schemas.microsoft.com/office/powerpoint/2010/main" val="229021400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4" fill="hold" nodeType="afterEffect">
                                  <p:stCondLst>
                                    <p:cond delay="0"/>
                                  </p:stCondLst>
                                  <p:childTnLst>
                                    <p:set>
                                      <p:cBhvr>
                                        <p:cTn id="6" dur="1" fill="hold">
                                          <p:stCondLst>
                                            <p:cond delay="0"/>
                                          </p:stCondLst>
                                        </p:cTn>
                                        <p:tgtEl>
                                          <p:spTgt spid="32"/>
                                        </p:tgtEl>
                                        <p:attrNameLst>
                                          <p:attrName>style.visibility</p:attrName>
                                        </p:attrNameLst>
                                      </p:cBhvr>
                                      <p:to>
                                        <p:strVal val="visible"/>
                                      </p:to>
                                    </p:set>
                                    <p:anim calcmode="lin" valueType="num">
                                      <p:cBhvr additive="base">
                                        <p:cTn id="7" dur="500"/>
                                        <p:tgtEl>
                                          <p:spTgt spid="32"/>
                                        </p:tgtEl>
                                        <p:attrNameLst>
                                          <p:attrName>ppt_y</p:attrName>
                                        </p:attrNameLst>
                                      </p:cBhvr>
                                      <p:tavLst>
                                        <p:tav tm="0">
                                          <p:val>
                                            <p:strVal val="#ppt_y+#ppt_h*1.125000"/>
                                          </p:val>
                                        </p:tav>
                                        <p:tav tm="100000">
                                          <p:val>
                                            <p:strVal val="#ppt_y"/>
                                          </p:val>
                                        </p:tav>
                                      </p:tavLst>
                                    </p:anim>
                                    <p:animEffect transition="in" filter="wipe(up)">
                                      <p:cBhvr>
                                        <p:cTn id="8" dur="500"/>
                                        <p:tgtEl>
                                          <p:spTgt spid="32"/>
                                        </p:tgtEl>
                                      </p:cBhvr>
                                    </p:animEffect>
                                  </p:childTnLst>
                                </p:cTn>
                              </p:par>
                            </p:childTnLst>
                          </p:cTn>
                        </p:par>
                        <p:par>
                          <p:cTn id="9" fill="hold">
                            <p:stCondLst>
                              <p:cond delay="500"/>
                            </p:stCondLst>
                            <p:childTnLst>
                              <p:par>
                                <p:cTn id="10" presetID="2" presetClass="entr" presetSubtype="1" fill="hold" grpId="0" nodeType="afterEffect">
                                  <p:stCondLst>
                                    <p:cond delay="0"/>
                                  </p:stCondLst>
                                  <p:childTnLst>
                                    <p:set>
                                      <p:cBhvr>
                                        <p:cTn id="11" dur="1" fill="hold">
                                          <p:stCondLst>
                                            <p:cond delay="0"/>
                                          </p:stCondLst>
                                        </p:cTn>
                                        <p:tgtEl>
                                          <p:spTgt spid="26"/>
                                        </p:tgtEl>
                                        <p:attrNameLst>
                                          <p:attrName>style.visibility</p:attrName>
                                        </p:attrNameLst>
                                      </p:cBhvr>
                                      <p:to>
                                        <p:strVal val="visible"/>
                                      </p:to>
                                    </p:set>
                                    <p:anim calcmode="lin" valueType="num">
                                      <p:cBhvr additive="base">
                                        <p:cTn id="12" dur="500" fill="hold"/>
                                        <p:tgtEl>
                                          <p:spTgt spid="26"/>
                                        </p:tgtEl>
                                        <p:attrNameLst>
                                          <p:attrName>ppt_x</p:attrName>
                                        </p:attrNameLst>
                                      </p:cBhvr>
                                      <p:tavLst>
                                        <p:tav tm="0">
                                          <p:val>
                                            <p:strVal val="#ppt_x"/>
                                          </p:val>
                                        </p:tav>
                                        <p:tav tm="100000">
                                          <p:val>
                                            <p:strVal val="#ppt_x"/>
                                          </p:val>
                                        </p:tav>
                                      </p:tavLst>
                                    </p:anim>
                                    <p:anim calcmode="lin" valueType="num">
                                      <p:cBhvr additive="base">
                                        <p:cTn id="13" dur="500" fill="hold"/>
                                        <p:tgtEl>
                                          <p:spTgt spid="26"/>
                                        </p:tgtEl>
                                        <p:attrNameLst>
                                          <p:attrName>ppt_y</p:attrName>
                                        </p:attrNameLst>
                                      </p:cBhvr>
                                      <p:tavLst>
                                        <p:tav tm="0">
                                          <p:val>
                                            <p:strVal val="0-#ppt_h/2"/>
                                          </p:val>
                                        </p:tav>
                                        <p:tav tm="100000">
                                          <p:val>
                                            <p:strVal val="#ppt_y"/>
                                          </p:val>
                                        </p:tav>
                                      </p:tavLst>
                                    </p:anim>
                                  </p:childTnLst>
                                </p:cTn>
                              </p:par>
                              <p:par>
                                <p:cTn id="14" presetID="2" presetClass="entr" presetSubtype="2" fill="hold" grpId="0" nodeType="withEffect">
                                  <p:stCondLst>
                                    <p:cond delay="0"/>
                                  </p:stCondLst>
                                  <p:childTnLst>
                                    <p:set>
                                      <p:cBhvr>
                                        <p:cTn id="15" dur="1" fill="hold">
                                          <p:stCondLst>
                                            <p:cond delay="0"/>
                                          </p:stCondLst>
                                        </p:cTn>
                                        <p:tgtEl>
                                          <p:spTgt spid="28"/>
                                        </p:tgtEl>
                                        <p:attrNameLst>
                                          <p:attrName>style.visibility</p:attrName>
                                        </p:attrNameLst>
                                      </p:cBhvr>
                                      <p:to>
                                        <p:strVal val="visible"/>
                                      </p:to>
                                    </p:set>
                                    <p:anim calcmode="lin" valueType="num">
                                      <p:cBhvr additive="base">
                                        <p:cTn id="16" dur="500" fill="hold"/>
                                        <p:tgtEl>
                                          <p:spTgt spid="28"/>
                                        </p:tgtEl>
                                        <p:attrNameLst>
                                          <p:attrName>ppt_x</p:attrName>
                                        </p:attrNameLst>
                                      </p:cBhvr>
                                      <p:tavLst>
                                        <p:tav tm="0">
                                          <p:val>
                                            <p:strVal val="1+#ppt_w/2"/>
                                          </p:val>
                                        </p:tav>
                                        <p:tav tm="100000">
                                          <p:val>
                                            <p:strVal val="#ppt_x"/>
                                          </p:val>
                                        </p:tav>
                                      </p:tavLst>
                                    </p:anim>
                                    <p:anim calcmode="lin" valueType="num">
                                      <p:cBhvr additive="base">
                                        <p:cTn id="17" dur="500" fill="hold"/>
                                        <p:tgtEl>
                                          <p:spTgt spid="28"/>
                                        </p:tgtEl>
                                        <p:attrNameLst>
                                          <p:attrName>ppt_y</p:attrName>
                                        </p:attrNameLst>
                                      </p:cBhvr>
                                      <p:tavLst>
                                        <p:tav tm="0">
                                          <p:val>
                                            <p:strVal val="#ppt_y"/>
                                          </p:val>
                                        </p:tav>
                                        <p:tav tm="100000">
                                          <p:val>
                                            <p:strVal val="#ppt_y"/>
                                          </p:val>
                                        </p:tav>
                                      </p:tavLst>
                                    </p:anim>
                                  </p:childTnLst>
                                </p:cTn>
                              </p:par>
                              <p:par>
                                <p:cTn id="18" presetID="2" presetClass="entr" presetSubtype="8" fill="hold" grpId="0" nodeType="withEffect">
                                  <p:stCondLst>
                                    <p:cond delay="0"/>
                                  </p:stCondLst>
                                  <p:childTnLst>
                                    <p:set>
                                      <p:cBhvr>
                                        <p:cTn id="19" dur="1" fill="hold">
                                          <p:stCondLst>
                                            <p:cond delay="0"/>
                                          </p:stCondLst>
                                        </p:cTn>
                                        <p:tgtEl>
                                          <p:spTgt spid="25"/>
                                        </p:tgtEl>
                                        <p:attrNameLst>
                                          <p:attrName>style.visibility</p:attrName>
                                        </p:attrNameLst>
                                      </p:cBhvr>
                                      <p:to>
                                        <p:strVal val="visible"/>
                                      </p:to>
                                    </p:set>
                                    <p:anim calcmode="lin" valueType="num">
                                      <p:cBhvr additive="base">
                                        <p:cTn id="20" dur="500" fill="hold"/>
                                        <p:tgtEl>
                                          <p:spTgt spid="25"/>
                                        </p:tgtEl>
                                        <p:attrNameLst>
                                          <p:attrName>ppt_x</p:attrName>
                                        </p:attrNameLst>
                                      </p:cBhvr>
                                      <p:tavLst>
                                        <p:tav tm="0">
                                          <p:val>
                                            <p:strVal val="0-#ppt_w/2"/>
                                          </p:val>
                                        </p:tav>
                                        <p:tav tm="100000">
                                          <p:val>
                                            <p:strVal val="#ppt_x"/>
                                          </p:val>
                                        </p:tav>
                                      </p:tavLst>
                                    </p:anim>
                                    <p:anim calcmode="lin" valueType="num">
                                      <p:cBhvr additive="base">
                                        <p:cTn id="21" dur="500" fill="hold"/>
                                        <p:tgtEl>
                                          <p:spTgt spid="25"/>
                                        </p:tgtEl>
                                        <p:attrNameLst>
                                          <p:attrName>ppt_y</p:attrName>
                                        </p:attrNameLst>
                                      </p:cBhvr>
                                      <p:tavLst>
                                        <p:tav tm="0">
                                          <p:val>
                                            <p:strVal val="#ppt_y"/>
                                          </p:val>
                                        </p:tav>
                                        <p:tav tm="100000">
                                          <p:val>
                                            <p:strVal val="#ppt_y"/>
                                          </p:val>
                                        </p:tav>
                                      </p:tavLst>
                                    </p:anim>
                                  </p:childTnLst>
                                </p:cTn>
                              </p:par>
                              <p:par>
                                <p:cTn id="22" presetID="2" presetClass="entr" presetSubtype="4" fill="hold" grpId="0" nodeType="withEffect">
                                  <p:stCondLst>
                                    <p:cond delay="0"/>
                                  </p:stCondLst>
                                  <p:childTnLst>
                                    <p:set>
                                      <p:cBhvr>
                                        <p:cTn id="23" dur="1" fill="hold">
                                          <p:stCondLst>
                                            <p:cond delay="0"/>
                                          </p:stCondLst>
                                        </p:cTn>
                                        <p:tgtEl>
                                          <p:spTgt spid="31"/>
                                        </p:tgtEl>
                                        <p:attrNameLst>
                                          <p:attrName>style.visibility</p:attrName>
                                        </p:attrNameLst>
                                      </p:cBhvr>
                                      <p:to>
                                        <p:strVal val="visible"/>
                                      </p:to>
                                    </p:set>
                                    <p:anim calcmode="lin" valueType="num">
                                      <p:cBhvr additive="base">
                                        <p:cTn id="24" dur="500" fill="hold"/>
                                        <p:tgtEl>
                                          <p:spTgt spid="31"/>
                                        </p:tgtEl>
                                        <p:attrNameLst>
                                          <p:attrName>ppt_x</p:attrName>
                                        </p:attrNameLst>
                                      </p:cBhvr>
                                      <p:tavLst>
                                        <p:tav tm="0">
                                          <p:val>
                                            <p:strVal val="#ppt_x"/>
                                          </p:val>
                                        </p:tav>
                                        <p:tav tm="100000">
                                          <p:val>
                                            <p:strVal val="#ppt_x"/>
                                          </p:val>
                                        </p:tav>
                                      </p:tavLst>
                                    </p:anim>
                                    <p:anim calcmode="lin" valueType="num">
                                      <p:cBhvr additive="base">
                                        <p:cTn id="25" dur="500" fill="hold"/>
                                        <p:tgtEl>
                                          <p:spTgt spid="3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animBg="1"/>
      <p:bldP spid="26" grpId="0" animBg="1"/>
      <p:bldP spid="28" grpId="0" animBg="1"/>
      <p:bldP spid="31" grpId="0" animBg="1"/>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Rectangle 33"/>
          <p:cNvSpPr/>
          <p:nvPr/>
        </p:nvSpPr>
        <p:spPr>
          <a:xfrm>
            <a:off x="0" y="1627437"/>
            <a:ext cx="10934700" cy="1825125"/>
          </a:xfrm>
          <a:prstGeom prst="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38" name="TextBox 37"/>
          <p:cNvSpPr txBox="1"/>
          <p:nvPr/>
        </p:nvSpPr>
        <p:spPr>
          <a:xfrm>
            <a:off x="1545855" y="4117731"/>
            <a:ext cx="8881766" cy="1806067"/>
          </a:xfrm>
          <a:prstGeom prst="rect">
            <a:avLst/>
          </a:prstGeom>
          <a:noFill/>
        </p:spPr>
        <p:txBody>
          <a:bodyPr wrap="square" rIns="144000" bIns="36000" numCol="1" spcCol="360000" rtlCol="0">
            <a:spAutoFit/>
          </a:bodyPr>
          <a:lstStyle/>
          <a:p>
            <a:pPr algn="just" fontAlgn="auto">
              <a:spcBef>
                <a:spcPts val="0"/>
              </a:spcBef>
              <a:spcAft>
                <a:spcPts val="0"/>
              </a:spcAft>
            </a:pPr>
            <a:r>
              <a:rPr lang="ar-SA" sz="2800" b="1" dirty="0">
                <a:latin typeface="Calibri" panose="020F0502020204030204"/>
                <a:cs typeface="+mn-cs"/>
              </a:rPr>
              <a:t>تميز عام 2015م بأنه كان حافلاً بالكثير من الاختراعات التكنولوجية الهائلة التي أثرت في حياة الإنسان، وحققت نجاحاً وافراً، ولعل من أبرز تلك الاختراعات التي جاءت موائمة لتطور مستحدثات تكنولوجيا التعليم وخاصة الهواتف الذكية</a:t>
            </a:r>
            <a:endParaRPr lang="en-US" sz="1200" b="1" dirty="0">
              <a:latin typeface="Signika Negative" pitchFamily="2" charset="0"/>
              <a:cs typeface="+mn-cs"/>
            </a:endParaRPr>
          </a:p>
        </p:txBody>
      </p:sp>
      <p:sp>
        <p:nvSpPr>
          <p:cNvPr id="39" name="Content Placeholder 2"/>
          <p:cNvSpPr txBox="1">
            <a:spLocks/>
          </p:cNvSpPr>
          <p:nvPr/>
        </p:nvSpPr>
        <p:spPr>
          <a:xfrm>
            <a:off x="718011" y="2292606"/>
            <a:ext cx="8991600" cy="494785"/>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fontAlgn="auto">
              <a:buClr>
                <a:srgbClr val="4472C4">
                  <a:lumMod val="75000"/>
                </a:srgbClr>
              </a:buClr>
              <a:defRPr/>
            </a:pPr>
            <a:r>
              <a:rPr lang="ar-SA" sz="3600" b="1" dirty="0" smtClean="0">
                <a:solidFill>
                  <a:prstClr val="white">
                    <a:lumMod val="95000"/>
                  </a:prstClr>
                </a:solidFill>
                <a:ea typeface="Roboto" panose="02000000000000000000" pitchFamily="2" charset="0"/>
              </a:rPr>
              <a:t>ابتكارات </a:t>
            </a:r>
            <a:r>
              <a:rPr lang="ar-SA" sz="3600" b="1" dirty="0">
                <a:solidFill>
                  <a:prstClr val="white">
                    <a:lumMod val="95000"/>
                  </a:prstClr>
                </a:solidFill>
                <a:ea typeface="Roboto" panose="02000000000000000000" pitchFamily="2" charset="0"/>
              </a:rPr>
              <a:t>تكنولوجية</a:t>
            </a:r>
            <a:endParaRPr lang="ar-SA" sz="3600" b="1" dirty="0" smtClean="0">
              <a:solidFill>
                <a:prstClr val="white">
                  <a:lumMod val="95000"/>
                </a:prstClr>
              </a:solidFill>
              <a:ea typeface="Roboto" panose="02000000000000000000" pitchFamily="2" charset="0"/>
            </a:endParaRPr>
          </a:p>
        </p:txBody>
      </p:sp>
      <p:sp>
        <p:nvSpPr>
          <p:cNvPr id="2" name="Rounded Rectangle 1"/>
          <p:cNvSpPr/>
          <p:nvPr/>
        </p:nvSpPr>
        <p:spPr>
          <a:xfrm>
            <a:off x="10427621" y="1850683"/>
            <a:ext cx="1378800" cy="1378634"/>
          </a:xfrm>
          <a:prstGeom prst="roundRect">
            <a:avLst/>
          </a:prstGeom>
          <a:solidFill>
            <a:schemeClr val="tx1"/>
          </a:solidFill>
          <a:ln w="50800">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US" sz="4000" b="1" dirty="0" smtClean="0">
                <a:solidFill>
                  <a:prstClr val="white"/>
                </a:solidFill>
              </a:rPr>
              <a:t>1</a:t>
            </a:r>
            <a:endParaRPr lang="id-ID" b="1" dirty="0">
              <a:solidFill>
                <a:prstClr val="white"/>
              </a:solidFill>
            </a:endParaRPr>
          </a:p>
        </p:txBody>
      </p:sp>
    </p:spTree>
    <p:extLst>
      <p:ext uri="{BB962C8B-B14F-4D97-AF65-F5344CB8AC3E}">
        <p14:creationId xmlns:p14="http://schemas.microsoft.com/office/powerpoint/2010/main" val="219242683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500"/>
                                  </p:stCondLst>
                                  <p:childTnLst>
                                    <p:set>
                                      <p:cBhvr>
                                        <p:cTn id="6" dur="1" fill="hold">
                                          <p:stCondLst>
                                            <p:cond delay="0"/>
                                          </p:stCondLst>
                                        </p:cTn>
                                        <p:tgtEl>
                                          <p:spTgt spid="34"/>
                                        </p:tgtEl>
                                        <p:attrNameLst>
                                          <p:attrName>style.visibility</p:attrName>
                                        </p:attrNameLst>
                                      </p:cBhvr>
                                      <p:to>
                                        <p:strVal val="visible"/>
                                      </p:to>
                                    </p:set>
                                    <p:anim calcmode="lin" valueType="num">
                                      <p:cBhvr additive="base">
                                        <p:cTn id="7" dur="500" fill="hold"/>
                                        <p:tgtEl>
                                          <p:spTgt spid="34"/>
                                        </p:tgtEl>
                                        <p:attrNameLst>
                                          <p:attrName>ppt_x</p:attrName>
                                        </p:attrNameLst>
                                      </p:cBhvr>
                                      <p:tavLst>
                                        <p:tav tm="0">
                                          <p:val>
                                            <p:strVal val="0-#ppt_w/2"/>
                                          </p:val>
                                        </p:tav>
                                        <p:tav tm="100000">
                                          <p:val>
                                            <p:strVal val="#ppt_x"/>
                                          </p:val>
                                        </p:tav>
                                      </p:tavLst>
                                    </p:anim>
                                    <p:anim calcmode="lin" valueType="num">
                                      <p:cBhvr additive="base">
                                        <p:cTn id="8" dur="500" fill="hold"/>
                                        <p:tgtEl>
                                          <p:spTgt spid="34"/>
                                        </p:tgtEl>
                                        <p:attrNameLst>
                                          <p:attrName>ppt_y</p:attrName>
                                        </p:attrNameLst>
                                      </p:cBhvr>
                                      <p:tavLst>
                                        <p:tav tm="0">
                                          <p:val>
                                            <p:strVal val="#ppt_y"/>
                                          </p:val>
                                        </p:tav>
                                        <p:tav tm="100000">
                                          <p:val>
                                            <p:strVal val="#ppt_y"/>
                                          </p:val>
                                        </p:tav>
                                      </p:tavLst>
                                    </p:anim>
                                  </p:childTnLst>
                                </p:cTn>
                              </p:par>
                            </p:childTnLst>
                          </p:cTn>
                        </p:par>
                        <p:par>
                          <p:cTn id="9" fill="hold">
                            <p:stCondLst>
                              <p:cond delay="1000"/>
                            </p:stCondLst>
                            <p:childTnLst>
                              <p:par>
                                <p:cTn id="10" presetID="10" presetClass="entr" presetSubtype="0" fill="hold" grpId="0" nodeType="after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fade">
                                      <p:cBhvr>
                                        <p:cTn id="12" dur="500"/>
                                        <p:tgtEl>
                                          <p:spTgt spid="2"/>
                                        </p:tgtEl>
                                      </p:cBhvr>
                                    </p:animEffect>
                                  </p:childTnLst>
                                </p:cTn>
                              </p:par>
                            </p:childTnLst>
                          </p:cTn>
                        </p:par>
                        <p:par>
                          <p:cTn id="13" fill="hold">
                            <p:stCondLst>
                              <p:cond delay="1500"/>
                            </p:stCondLst>
                            <p:childTnLst>
                              <p:par>
                                <p:cTn id="14" presetID="10" presetClass="entr" presetSubtype="0" fill="hold" grpId="0" nodeType="afterEffect">
                                  <p:stCondLst>
                                    <p:cond delay="0"/>
                                  </p:stCondLst>
                                  <p:childTnLst>
                                    <p:set>
                                      <p:cBhvr>
                                        <p:cTn id="15" dur="1" fill="hold">
                                          <p:stCondLst>
                                            <p:cond delay="0"/>
                                          </p:stCondLst>
                                        </p:cTn>
                                        <p:tgtEl>
                                          <p:spTgt spid="39"/>
                                        </p:tgtEl>
                                        <p:attrNameLst>
                                          <p:attrName>style.visibility</p:attrName>
                                        </p:attrNameLst>
                                      </p:cBhvr>
                                      <p:to>
                                        <p:strVal val="visible"/>
                                      </p:to>
                                    </p:set>
                                    <p:animEffect transition="in" filter="fade">
                                      <p:cBhvr>
                                        <p:cTn id="16" dur="500"/>
                                        <p:tgtEl>
                                          <p:spTgt spid="39"/>
                                        </p:tgtEl>
                                      </p:cBhvr>
                                    </p:animEffect>
                                  </p:childTnLst>
                                </p:cTn>
                              </p:par>
                            </p:childTnLst>
                          </p:cTn>
                        </p:par>
                        <p:par>
                          <p:cTn id="17" fill="hold">
                            <p:stCondLst>
                              <p:cond delay="2000"/>
                            </p:stCondLst>
                            <p:childTnLst>
                              <p:par>
                                <p:cTn id="18" presetID="10" presetClass="entr" presetSubtype="0" fill="hold" grpId="0" nodeType="afterEffect">
                                  <p:stCondLst>
                                    <p:cond delay="0"/>
                                  </p:stCondLst>
                                  <p:childTnLst>
                                    <p:set>
                                      <p:cBhvr>
                                        <p:cTn id="19" dur="1" fill="hold">
                                          <p:stCondLst>
                                            <p:cond delay="0"/>
                                          </p:stCondLst>
                                        </p:cTn>
                                        <p:tgtEl>
                                          <p:spTgt spid="38"/>
                                        </p:tgtEl>
                                        <p:attrNameLst>
                                          <p:attrName>style.visibility</p:attrName>
                                        </p:attrNameLst>
                                      </p:cBhvr>
                                      <p:to>
                                        <p:strVal val="visible"/>
                                      </p:to>
                                    </p:set>
                                    <p:animEffect transition="in" filter="fade">
                                      <p:cBhvr>
                                        <p:cTn id="20" dur="50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animBg="1"/>
      <p:bldP spid="38" grpId="0"/>
      <p:bldP spid="39" grpId="0"/>
      <p:bldP spid="2" grpId="0" animBg="1"/>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 name="Subtitle 2"/>
          <p:cNvSpPr txBox="1">
            <a:spLocks/>
          </p:cNvSpPr>
          <p:nvPr/>
        </p:nvSpPr>
        <p:spPr>
          <a:xfrm>
            <a:off x="11670686" y="6304132"/>
            <a:ext cx="377372" cy="313932"/>
          </a:xfrm>
          <a:prstGeom prst="rect">
            <a:avLst/>
          </a:prstGeom>
        </p:spPr>
        <p:txBody>
          <a:bodyPr vert="horz" wrap="square" lIns="91440" tIns="45720" rIns="91440" bIns="45720" rtlCol="0">
            <a:spAutoFit/>
          </a:bodyPr>
          <a:lstStyle>
            <a:lvl1pPr marL="0" indent="0" algn="ctr" defTabSz="914400" rtl="0" eaLnBrk="1" latinLnBrk="0" hangingPunct="1">
              <a:lnSpc>
                <a:spcPct val="90000"/>
              </a:lnSpc>
              <a:spcBef>
                <a:spcPts val="1000"/>
              </a:spcBef>
              <a:buFont typeface="Arial" panose="020B0604020202020204" pitchFamily="34" charset="0"/>
              <a:buNone/>
              <a:defRPr sz="2400" kern="1200">
                <a:solidFill>
                  <a:schemeClr val="tx1"/>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5pPr>
            <a:lvl6pPr marL="22860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6pPr>
            <a:lvl7pPr marL="27432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7pPr>
            <a:lvl8pPr marL="32004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8pPr>
            <a:lvl9pPr marL="3657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9pPr>
          </a:lstStyle>
          <a:p>
            <a:pPr fontAlgn="auto">
              <a:spcAft>
                <a:spcPts val="0"/>
              </a:spcAft>
            </a:pPr>
            <a:fld id="{5BC7B3C4-688C-4C03-84C4-F5EEB57CAA43}" type="slidenum">
              <a:rPr lang="id-ID" sz="1600" smtClean="0">
                <a:solidFill>
                  <a:prstClr val="white">
                    <a:lumMod val="95000"/>
                  </a:prstClr>
                </a:solidFill>
                <a:latin typeface="Calibri Light" panose="020F0302020204030204"/>
              </a:rPr>
              <a:pPr fontAlgn="auto">
                <a:spcAft>
                  <a:spcPts val="0"/>
                </a:spcAft>
              </a:pPr>
              <a:t>3</a:t>
            </a:fld>
            <a:endParaRPr lang="en-US" sz="1600" dirty="0">
              <a:solidFill>
                <a:prstClr val="white">
                  <a:lumMod val="95000"/>
                </a:prstClr>
              </a:solidFill>
              <a:latin typeface="Calibri Light" panose="020F0302020204030204"/>
            </a:endParaRPr>
          </a:p>
        </p:txBody>
      </p:sp>
      <p:cxnSp>
        <p:nvCxnSpPr>
          <p:cNvPr id="44" name="Straight Connector 43"/>
          <p:cNvCxnSpPr/>
          <p:nvPr/>
        </p:nvCxnSpPr>
        <p:spPr>
          <a:xfrm>
            <a:off x="6151800" y="-9145"/>
            <a:ext cx="0" cy="979379"/>
          </a:xfrm>
          <a:prstGeom prst="line">
            <a:avLst/>
          </a:prstGeom>
          <a:ln w="101600" cmpd="dbl">
            <a:solidFill>
              <a:schemeClr val="bg2">
                <a:lumMod val="75000"/>
              </a:schemeClr>
            </a:solidFill>
            <a:prstDash val="solid"/>
            <a:headEnd type="none" w="lg" len="lg"/>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a:off x="4723460" y="1344297"/>
            <a:ext cx="1080000" cy="3215"/>
          </a:xfrm>
          <a:prstGeom prst="line">
            <a:avLst/>
          </a:prstGeom>
          <a:ln w="25400">
            <a:solidFill>
              <a:schemeClr val="bg1">
                <a:lumMod val="75000"/>
              </a:schemeClr>
            </a:solidFill>
            <a:prstDash val="solid"/>
            <a:headEnd type="oval" w="lg" len="lg"/>
            <a:tailEnd type="oval"/>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a:off x="6529169" y="3126380"/>
            <a:ext cx="1080000" cy="3215"/>
          </a:xfrm>
          <a:prstGeom prst="line">
            <a:avLst/>
          </a:prstGeom>
          <a:ln w="25400">
            <a:solidFill>
              <a:schemeClr val="bg1">
                <a:lumMod val="75000"/>
              </a:schemeClr>
            </a:solidFill>
            <a:prstDash val="solid"/>
            <a:headEnd type="oval"/>
            <a:tailEnd type="oval" w="lg" len="lg"/>
          </a:ln>
        </p:spPr>
        <p:style>
          <a:lnRef idx="1">
            <a:schemeClr val="accent1"/>
          </a:lnRef>
          <a:fillRef idx="0">
            <a:schemeClr val="accent1"/>
          </a:fillRef>
          <a:effectRef idx="0">
            <a:schemeClr val="accent1"/>
          </a:effectRef>
          <a:fontRef idx="minor">
            <a:schemeClr val="tx1"/>
          </a:fontRef>
        </p:style>
      </p:cxnSp>
      <p:sp>
        <p:nvSpPr>
          <p:cNvPr id="47" name="Content Placeholder 2"/>
          <p:cNvSpPr txBox="1">
            <a:spLocks/>
          </p:cNvSpPr>
          <p:nvPr/>
        </p:nvSpPr>
        <p:spPr>
          <a:xfrm>
            <a:off x="533400" y="916510"/>
            <a:ext cx="4126059" cy="2180842"/>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rtl="1" fontAlgn="auto">
              <a:buClr>
                <a:srgbClr val="5B9BD5">
                  <a:lumMod val="75000"/>
                </a:srgbClr>
              </a:buClr>
              <a:defRPr/>
            </a:pPr>
            <a:r>
              <a:rPr lang="ar-SA" sz="3200" b="1" u="sng" dirty="0" smtClean="0">
                <a:solidFill>
                  <a:srgbClr val="FF0000"/>
                </a:solidFill>
                <a:ea typeface="Roboto" panose="02000000000000000000" pitchFamily="2" charset="0"/>
              </a:rPr>
              <a:t>اختراع </a:t>
            </a:r>
            <a:r>
              <a:rPr lang="id-ID" sz="3200" b="1" u="sng" dirty="0">
                <a:solidFill>
                  <a:srgbClr val="FF0000"/>
                </a:solidFill>
                <a:ea typeface="Roboto" panose="02000000000000000000" pitchFamily="2" charset="0"/>
              </a:rPr>
              <a:t>BB8 Sphero: </a:t>
            </a:r>
            <a:endParaRPr lang="en-US" sz="3200" b="1" u="sng" dirty="0" smtClean="0">
              <a:solidFill>
                <a:srgbClr val="FF0000"/>
              </a:solidFill>
              <a:ea typeface="Roboto" panose="02000000000000000000" pitchFamily="2" charset="0"/>
            </a:endParaRPr>
          </a:p>
          <a:p>
            <a:pPr fontAlgn="auto">
              <a:buClr>
                <a:srgbClr val="5B9BD5">
                  <a:lumMod val="75000"/>
                </a:srgbClr>
              </a:buClr>
              <a:defRPr/>
            </a:pPr>
            <a:r>
              <a:rPr lang="ar-SA" sz="2400" b="1" dirty="0">
                <a:ea typeface="Roboto" panose="02000000000000000000" pitchFamily="2" charset="0"/>
              </a:rPr>
              <a:t>أول رجل آلي قادر على تقديم المساعدة الشخصية للإنسان من حفظ الجداول والأعمال والمواعيد</a:t>
            </a:r>
            <a:endParaRPr lang="id-ID" sz="2400" b="1" dirty="0">
              <a:ea typeface="Roboto" panose="02000000000000000000" pitchFamily="2" charset="0"/>
            </a:endParaRPr>
          </a:p>
        </p:txBody>
      </p:sp>
      <p:sp>
        <p:nvSpPr>
          <p:cNvPr id="53" name="Content Placeholder 2"/>
          <p:cNvSpPr txBox="1">
            <a:spLocks/>
          </p:cNvSpPr>
          <p:nvPr/>
        </p:nvSpPr>
        <p:spPr>
          <a:xfrm>
            <a:off x="7687688" y="2596810"/>
            <a:ext cx="4360370" cy="1860890"/>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rtl="1" fontAlgn="auto">
              <a:buClr>
                <a:srgbClr val="5B9BD5">
                  <a:lumMod val="75000"/>
                </a:srgbClr>
              </a:buClr>
              <a:defRPr/>
            </a:pPr>
            <a:r>
              <a:rPr lang="ar-SA" sz="3200" b="1" u="sng" dirty="0" smtClean="0">
                <a:solidFill>
                  <a:srgbClr val="7030A0"/>
                </a:solidFill>
                <a:ea typeface="Roboto" panose="02000000000000000000" pitchFamily="2" charset="0"/>
              </a:rPr>
              <a:t>اختراع </a:t>
            </a:r>
            <a:r>
              <a:rPr lang="id-ID" sz="3200" b="1" u="sng" dirty="0">
                <a:solidFill>
                  <a:srgbClr val="7030A0"/>
                </a:solidFill>
                <a:ea typeface="Roboto" panose="02000000000000000000" pitchFamily="2" charset="0"/>
              </a:rPr>
              <a:t>TZOA</a:t>
            </a:r>
            <a:r>
              <a:rPr lang="id-ID" sz="3200" b="1" u="sng" dirty="0" smtClean="0">
                <a:solidFill>
                  <a:srgbClr val="7030A0"/>
                </a:solidFill>
                <a:ea typeface="Roboto" panose="02000000000000000000" pitchFamily="2" charset="0"/>
              </a:rPr>
              <a:t>:</a:t>
            </a:r>
            <a:endParaRPr lang="en-US" sz="3200" b="1" u="sng" dirty="0" smtClean="0">
              <a:solidFill>
                <a:srgbClr val="7030A0"/>
              </a:solidFill>
              <a:ea typeface="Roboto" panose="02000000000000000000" pitchFamily="2" charset="0"/>
            </a:endParaRPr>
          </a:p>
          <a:p>
            <a:pPr algn="l" fontAlgn="auto">
              <a:buClr>
                <a:srgbClr val="5B9BD5">
                  <a:lumMod val="75000"/>
                </a:srgbClr>
              </a:buClr>
              <a:defRPr/>
            </a:pPr>
            <a:r>
              <a:rPr lang="ar-SA" sz="2400" b="1" dirty="0">
                <a:ea typeface="Roboto" panose="02000000000000000000" pitchFamily="2" charset="0"/>
              </a:rPr>
              <a:t>الرعاية الصحية لصاحبه؛ إذ تتمحور فكرته حول قياس نسبة تلوث الهواء كما يحدد مكان التلوث </a:t>
            </a:r>
            <a:endParaRPr lang="id-ID" sz="1600" dirty="0">
              <a:ea typeface="Roboto" panose="02000000000000000000" pitchFamily="2" charset="0"/>
            </a:endParaRPr>
          </a:p>
        </p:txBody>
      </p:sp>
      <p:sp>
        <p:nvSpPr>
          <p:cNvPr id="54" name="Freeform 53"/>
          <p:cNvSpPr/>
          <p:nvPr/>
        </p:nvSpPr>
        <p:spPr>
          <a:xfrm>
            <a:off x="5803460" y="1344297"/>
            <a:ext cx="684447" cy="493118"/>
          </a:xfrm>
          <a:custGeom>
            <a:avLst/>
            <a:gdLst>
              <a:gd name="connsiteX0" fmla="*/ 0 w 1799993"/>
              <a:gd name="connsiteY0" fmla="*/ 899997 h 1799993"/>
              <a:gd name="connsiteX1" fmla="*/ 899997 w 1799993"/>
              <a:gd name="connsiteY1" fmla="*/ 0 h 1799993"/>
              <a:gd name="connsiteX2" fmla="*/ 1799994 w 1799993"/>
              <a:gd name="connsiteY2" fmla="*/ 899997 h 1799993"/>
              <a:gd name="connsiteX3" fmla="*/ 899997 w 1799993"/>
              <a:gd name="connsiteY3" fmla="*/ 1799994 h 1799993"/>
              <a:gd name="connsiteX4" fmla="*/ 0 w 1799993"/>
              <a:gd name="connsiteY4" fmla="*/ 899997 h 17999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9993" h="1799993">
                <a:moveTo>
                  <a:pt x="0" y="899997"/>
                </a:moveTo>
                <a:cubicBezTo>
                  <a:pt x="0" y="402942"/>
                  <a:pt x="402942" y="0"/>
                  <a:pt x="899997" y="0"/>
                </a:cubicBezTo>
                <a:cubicBezTo>
                  <a:pt x="1397052" y="0"/>
                  <a:pt x="1799994" y="402942"/>
                  <a:pt x="1799994" y="899997"/>
                </a:cubicBezTo>
                <a:cubicBezTo>
                  <a:pt x="1799994" y="1397052"/>
                  <a:pt x="1397052" y="1799994"/>
                  <a:pt x="899997" y="1799994"/>
                </a:cubicBezTo>
                <a:cubicBezTo>
                  <a:pt x="402942" y="1799994"/>
                  <a:pt x="0" y="1397052"/>
                  <a:pt x="0" y="899997"/>
                </a:cubicBezTo>
                <a:close/>
              </a:path>
            </a:pathLst>
          </a:custGeom>
          <a:noFill/>
          <a:ln w="25400">
            <a:noFill/>
          </a:ln>
        </p:spPr>
        <p:style>
          <a:lnRef idx="2">
            <a:scrgbClr r="0" g="0" b="0"/>
          </a:lnRef>
          <a:fillRef idx="1">
            <a:scrgbClr r="0" g="0" b="0"/>
          </a:fillRef>
          <a:effectRef idx="0">
            <a:schemeClr val="accent1">
              <a:alpha val="50000"/>
              <a:hueOff val="0"/>
              <a:satOff val="0"/>
              <a:lumOff val="0"/>
              <a:alphaOff val="0"/>
            </a:schemeClr>
          </a:effectRef>
          <a:fontRef idx="minor">
            <a:schemeClr val="tx1"/>
          </a:fontRef>
        </p:style>
        <p:txBody>
          <a:bodyPr spcFirstLastPara="0" vert="horz" wrap="square" lIns="406664" tIns="319483" rIns="406664" bIns="319483" numCol="1" spcCol="1270" anchor="ctr" anchorCtr="0">
            <a:noAutofit/>
          </a:bodyPr>
          <a:lstStyle/>
          <a:p>
            <a:pPr algn="ctr" defTabSz="1955800" fontAlgn="auto">
              <a:lnSpc>
                <a:spcPct val="90000"/>
              </a:lnSpc>
              <a:spcAft>
                <a:spcPct val="35000"/>
              </a:spcAft>
            </a:pPr>
            <a:r>
              <a:rPr lang="ar-SA" sz="4400" b="1" dirty="0" smtClean="0">
                <a:solidFill>
                  <a:srgbClr val="FF0000"/>
                </a:solidFill>
                <a:latin typeface="Calibri" pitchFamily="34" charset="0"/>
                <a:ea typeface="Roboto" panose="02000000000000000000" pitchFamily="2" charset="0"/>
                <a:cs typeface="Arial" charset="0"/>
              </a:rPr>
              <a:t>أ</a:t>
            </a:r>
            <a:endParaRPr lang="id-ID" sz="8800" b="1" dirty="0">
              <a:solidFill>
                <a:srgbClr val="FF0000"/>
              </a:solidFill>
              <a:latin typeface="FontAwesome" pitchFamily="2" charset="0"/>
            </a:endParaRPr>
          </a:p>
        </p:txBody>
      </p:sp>
      <p:sp>
        <p:nvSpPr>
          <p:cNvPr id="55" name="Freeform 54"/>
          <p:cNvSpPr/>
          <p:nvPr/>
        </p:nvSpPr>
        <p:spPr>
          <a:xfrm>
            <a:off x="5815731" y="2886051"/>
            <a:ext cx="684447" cy="493118"/>
          </a:xfrm>
          <a:custGeom>
            <a:avLst/>
            <a:gdLst>
              <a:gd name="connsiteX0" fmla="*/ 0 w 1799993"/>
              <a:gd name="connsiteY0" fmla="*/ 899997 h 1799993"/>
              <a:gd name="connsiteX1" fmla="*/ 899997 w 1799993"/>
              <a:gd name="connsiteY1" fmla="*/ 0 h 1799993"/>
              <a:gd name="connsiteX2" fmla="*/ 1799994 w 1799993"/>
              <a:gd name="connsiteY2" fmla="*/ 899997 h 1799993"/>
              <a:gd name="connsiteX3" fmla="*/ 899997 w 1799993"/>
              <a:gd name="connsiteY3" fmla="*/ 1799994 h 1799993"/>
              <a:gd name="connsiteX4" fmla="*/ 0 w 1799993"/>
              <a:gd name="connsiteY4" fmla="*/ 899997 h 17999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9993" h="1799993">
                <a:moveTo>
                  <a:pt x="0" y="899997"/>
                </a:moveTo>
                <a:cubicBezTo>
                  <a:pt x="0" y="402942"/>
                  <a:pt x="402942" y="0"/>
                  <a:pt x="899997" y="0"/>
                </a:cubicBezTo>
                <a:cubicBezTo>
                  <a:pt x="1397052" y="0"/>
                  <a:pt x="1799994" y="402942"/>
                  <a:pt x="1799994" y="899997"/>
                </a:cubicBezTo>
                <a:cubicBezTo>
                  <a:pt x="1799994" y="1397052"/>
                  <a:pt x="1397052" y="1799994"/>
                  <a:pt x="899997" y="1799994"/>
                </a:cubicBezTo>
                <a:cubicBezTo>
                  <a:pt x="402942" y="1799994"/>
                  <a:pt x="0" y="1397052"/>
                  <a:pt x="0" y="899997"/>
                </a:cubicBezTo>
                <a:close/>
              </a:path>
            </a:pathLst>
          </a:custGeom>
          <a:noFill/>
          <a:ln w="25400">
            <a:noFill/>
          </a:ln>
        </p:spPr>
        <p:style>
          <a:lnRef idx="2">
            <a:scrgbClr r="0" g="0" b="0"/>
          </a:lnRef>
          <a:fillRef idx="1">
            <a:scrgbClr r="0" g="0" b="0"/>
          </a:fillRef>
          <a:effectRef idx="0">
            <a:schemeClr val="accent1">
              <a:alpha val="50000"/>
              <a:hueOff val="0"/>
              <a:satOff val="0"/>
              <a:lumOff val="0"/>
              <a:alphaOff val="0"/>
            </a:schemeClr>
          </a:effectRef>
          <a:fontRef idx="minor">
            <a:schemeClr val="tx1"/>
          </a:fontRef>
        </p:style>
        <p:txBody>
          <a:bodyPr spcFirstLastPara="0" vert="horz" wrap="square" lIns="406664" tIns="319483" rIns="406664" bIns="319483" numCol="1" spcCol="1270" anchor="ctr" anchorCtr="0">
            <a:noAutofit/>
          </a:bodyPr>
          <a:lstStyle/>
          <a:p>
            <a:pPr algn="ctr" defTabSz="1955800" fontAlgn="auto">
              <a:lnSpc>
                <a:spcPct val="90000"/>
              </a:lnSpc>
              <a:spcAft>
                <a:spcPct val="35000"/>
              </a:spcAft>
            </a:pPr>
            <a:r>
              <a:rPr lang="ar-SA" sz="4000" b="1" dirty="0" smtClean="0">
                <a:solidFill>
                  <a:srgbClr val="7030A0"/>
                </a:solidFill>
                <a:latin typeface="FontAwesome" pitchFamily="2" charset="0"/>
              </a:rPr>
              <a:t>ب</a:t>
            </a:r>
            <a:endParaRPr lang="id-ID" sz="4400" b="1" dirty="0">
              <a:solidFill>
                <a:srgbClr val="7030A0"/>
              </a:solidFill>
              <a:latin typeface="FontAwesome" pitchFamily="2" charset="0"/>
            </a:endParaRPr>
          </a:p>
        </p:txBody>
      </p:sp>
      <p:cxnSp>
        <p:nvCxnSpPr>
          <p:cNvPr id="56" name="Straight Connector 55"/>
          <p:cNvCxnSpPr/>
          <p:nvPr/>
        </p:nvCxnSpPr>
        <p:spPr>
          <a:xfrm>
            <a:off x="6151800" y="1754493"/>
            <a:ext cx="0" cy="979379"/>
          </a:xfrm>
          <a:prstGeom prst="line">
            <a:avLst/>
          </a:prstGeom>
          <a:ln w="101600" cmpd="dbl">
            <a:solidFill>
              <a:schemeClr val="bg2">
                <a:lumMod val="75000"/>
              </a:schemeClr>
            </a:solidFill>
            <a:prstDash val="solid"/>
            <a:headEnd type="none" w="lg" len="lg"/>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a:off x="6157954" y="3409926"/>
            <a:ext cx="0" cy="1549914"/>
          </a:xfrm>
          <a:prstGeom prst="line">
            <a:avLst/>
          </a:prstGeom>
          <a:ln w="101600" cmpd="dbl">
            <a:solidFill>
              <a:schemeClr val="bg2">
                <a:lumMod val="75000"/>
              </a:schemeClr>
            </a:solidFill>
            <a:prstDash val="solid"/>
            <a:headEnd type="none" w="lg" len="lg"/>
          </a:ln>
        </p:spPr>
        <p:style>
          <a:lnRef idx="1">
            <a:schemeClr val="accent1"/>
          </a:lnRef>
          <a:fillRef idx="0">
            <a:schemeClr val="accent1"/>
          </a:fillRef>
          <a:effectRef idx="0">
            <a:schemeClr val="accent1"/>
          </a:effectRef>
          <a:fontRef idx="minor">
            <a:schemeClr val="tx1"/>
          </a:fontRef>
        </p:style>
      </p:cxnSp>
      <p:sp>
        <p:nvSpPr>
          <p:cNvPr id="2" name="Rectangle 1"/>
          <p:cNvSpPr/>
          <p:nvPr/>
        </p:nvSpPr>
        <p:spPr>
          <a:xfrm>
            <a:off x="5911218" y="4779923"/>
            <a:ext cx="540533" cy="830997"/>
          </a:xfrm>
          <a:prstGeom prst="rect">
            <a:avLst/>
          </a:prstGeom>
        </p:spPr>
        <p:txBody>
          <a:bodyPr wrap="none">
            <a:spAutoFit/>
          </a:bodyPr>
          <a:lstStyle/>
          <a:p>
            <a:pPr fontAlgn="auto">
              <a:spcBef>
                <a:spcPts val="0"/>
              </a:spcBef>
              <a:spcAft>
                <a:spcPts val="0"/>
              </a:spcAft>
            </a:pPr>
            <a:r>
              <a:rPr lang="ar-SA" sz="4800" b="1" dirty="0" smtClean="0">
                <a:solidFill>
                  <a:srgbClr val="5B9BD5"/>
                </a:solidFill>
                <a:latin typeface="FontAwesome" pitchFamily="2" charset="0"/>
                <a:cs typeface="+mn-cs"/>
              </a:rPr>
              <a:t>‌ج</a:t>
            </a:r>
            <a:endParaRPr lang="id-ID" sz="4800" b="1" dirty="0">
              <a:solidFill>
                <a:srgbClr val="5B9BD5"/>
              </a:solidFill>
              <a:latin typeface="Calibri" panose="020F0502020204030204"/>
              <a:cs typeface="+mn-cs"/>
            </a:endParaRPr>
          </a:p>
        </p:txBody>
      </p:sp>
      <p:cxnSp>
        <p:nvCxnSpPr>
          <p:cNvPr id="58" name="Straight Connector 57"/>
          <p:cNvCxnSpPr/>
          <p:nvPr/>
        </p:nvCxnSpPr>
        <p:spPr>
          <a:xfrm>
            <a:off x="4737974" y="5236388"/>
            <a:ext cx="1080000" cy="3215"/>
          </a:xfrm>
          <a:prstGeom prst="line">
            <a:avLst/>
          </a:prstGeom>
          <a:ln w="25400">
            <a:solidFill>
              <a:schemeClr val="bg1">
                <a:lumMod val="75000"/>
              </a:schemeClr>
            </a:solidFill>
            <a:prstDash val="solid"/>
            <a:headEnd type="oval" w="lg" len="lg"/>
            <a:tailEnd type="oval"/>
          </a:ln>
        </p:spPr>
        <p:style>
          <a:lnRef idx="1">
            <a:schemeClr val="accent1"/>
          </a:lnRef>
          <a:fillRef idx="0">
            <a:schemeClr val="accent1"/>
          </a:fillRef>
          <a:effectRef idx="0">
            <a:schemeClr val="accent1"/>
          </a:effectRef>
          <a:fontRef idx="minor">
            <a:schemeClr val="tx1"/>
          </a:fontRef>
        </p:style>
      </p:cxnSp>
      <p:sp>
        <p:nvSpPr>
          <p:cNvPr id="59" name="Content Placeholder 2"/>
          <p:cNvSpPr txBox="1">
            <a:spLocks/>
          </p:cNvSpPr>
          <p:nvPr/>
        </p:nvSpPr>
        <p:spPr>
          <a:xfrm>
            <a:off x="44853" y="4457700"/>
            <a:ext cx="4614606" cy="1283537"/>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rtl="1" fontAlgn="auto">
              <a:buClr>
                <a:srgbClr val="5B9BD5">
                  <a:lumMod val="75000"/>
                </a:srgbClr>
              </a:buClr>
              <a:defRPr/>
            </a:pPr>
            <a:r>
              <a:rPr lang="ar-SA" sz="3200" b="1" u="sng" dirty="0" smtClean="0">
                <a:solidFill>
                  <a:srgbClr val="5B9BD5"/>
                </a:solidFill>
                <a:ea typeface="Roboto" panose="02000000000000000000" pitchFamily="2" charset="0"/>
              </a:rPr>
              <a:t>اختراع </a:t>
            </a:r>
            <a:r>
              <a:rPr lang="id-ID" sz="3200" b="1" u="sng" dirty="0">
                <a:solidFill>
                  <a:srgbClr val="5B9BD5"/>
                </a:solidFill>
                <a:ea typeface="Roboto" panose="02000000000000000000" pitchFamily="2" charset="0"/>
              </a:rPr>
              <a:t>pot parrot The</a:t>
            </a:r>
            <a:r>
              <a:rPr lang="id-ID" sz="3200" b="1" u="sng" dirty="0" smtClean="0">
                <a:solidFill>
                  <a:srgbClr val="5B9BD5"/>
                </a:solidFill>
                <a:ea typeface="Roboto" panose="02000000000000000000" pitchFamily="2" charset="0"/>
              </a:rPr>
              <a:t>:</a:t>
            </a:r>
            <a:endParaRPr lang="en-US" sz="3200" b="1" u="sng" dirty="0" smtClean="0">
              <a:solidFill>
                <a:srgbClr val="5B9BD5"/>
              </a:solidFill>
              <a:ea typeface="Roboto" panose="02000000000000000000" pitchFamily="2" charset="0"/>
            </a:endParaRPr>
          </a:p>
          <a:p>
            <a:pPr fontAlgn="auto">
              <a:buClr>
                <a:srgbClr val="5B9BD5">
                  <a:lumMod val="75000"/>
                </a:srgbClr>
              </a:buClr>
              <a:defRPr/>
            </a:pPr>
            <a:r>
              <a:rPr lang="ar-SA" sz="2400" b="1" dirty="0">
                <a:ea typeface="Roboto" panose="02000000000000000000" pitchFamily="2" charset="0"/>
              </a:rPr>
              <a:t>ينهض هذا الاختراع بوظائف زراعية معينة، إذ يمكنه التحكم في طريقة ري النباتات والمزروعات أثناء غياب الأشخاص</a:t>
            </a:r>
            <a:endParaRPr lang="id-ID" sz="2400" b="1" dirty="0">
              <a:ea typeface="Roboto" panose="02000000000000000000" pitchFamily="2" charset="0"/>
            </a:endParaRPr>
          </a:p>
        </p:txBody>
      </p:sp>
      <p:cxnSp>
        <p:nvCxnSpPr>
          <p:cNvPr id="60" name="Straight Connector 59"/>
          <p:cNvCxnSpPr/>
          <p:nvPr/>
        </p:nvCxnSpPr>
        <p:spPr>
          <a:xfrm>
            <a:off x="6151800" y="5689403"/>
            <a:ext cx="0" cy="771695"/>
          </a:xfrm>
          <a:prstGeom prst="line">
            <a:avLst/>
          </a:prstGeom>
          <a:ln w="101600" cmpd="dbl">
            <a:solidFill>
              <a:schemeClr val="bg2">
                <a:lumMod val="75000"/>
              </a:schemeClr>
            </a:solidFill>
            <a:prstDash val="solid"/>
            <a:headEnd type="none" w="lg" len="lg"/>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066831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withEffect">
                                  <p:stCondLst>
                                    <p:cond delay="0"/>
                                  </p:stCondLst>
                                  <p:childTnLst>
                                    <p:set>
                                      <p:cBhvr>
                                        <p:cTn id="6" dur="1" fill="hold">
                                          <p:stCondLst>
                                            <p:cond delay="0"/>
                                          </p:stCondLst>
                                        </p:cTn>
                                        <p:tgtEl>
                                          <p:spTgt spid="44"/>
                                        </p:tgtEl>
                                        <p:attrNameLst>
                                          <p:attrName>style.visibility</p:attrName>
                                        </p:attrNameLst>
                                      </p:cBhvr>
                                      <p:to>
                                        <p:strVal val="visible"/>
                                      </p:to>
                                    </p:set>
                                    <p:animEffect transition="in" filter="wipe(up)">
                                      <p:cBhvr>
                                        <p:cTn id="7" dur="1000"/>
                                        <p:tgtEl>
                                          <p:spTgt spid="44"/>
                                        </p:tgtEl>
                                      </p:cBhvr>
                                    </p:animEffect>
                                  </p:childTnLst>
                                </p:cTn>
                              </p:par>
                            </p:childTnLst>
                          </p:cTn>
                        </p:par>
                        <p:par>
                          <p:cTn id="8" fill="hold">
                            <p:stCondLst>
                              <p:cond delay="1000"/>
                            </p:stCondLst>
                            <p:childTnLst>
                              <p:par>
                                <p:cTn id="9" presetID="53" presetClass="entr" presetSubtype="16" fill="hold" grpId="0" nodeType="afterEffect">
                                  <p:stCondLst>
                                    <p:cond delay="0"/>
                                  </p:stCondLst>
                                  <p:childTnLst>
                                    <p:set>
                                      <p:cBhvr>
                                        <p:cTn id="10" dur="1" fill="hold">
                                          <p:stCondLst>
                                            <p:cond delay="0"/>
                                          </p:stCondLst>
                                        </p:cTn>
                                        <p:tgtEl>
                                          <p:spTgt spid="54"/>
                                        </p:tgtEl>
                                        <p:attrNameLst>
                                          <p:attrName>style.visibility</p:attrName>
                                        </p:attrNameLst>
                                      </p:cBhvr>
                                      <p:to>
                                        <p:strVal val="visible"/>
                                      </p:to>
                                    </p:set>
                                    <p:anim calcmode="lin" valueType="num">
                                      <p:cBhvr>
                                        <p:cTn id="11" dur="500" fill="hold"/>
                                        <p:tgtEl>
                                          <p:spTgt spid="54"/>
                                        </p:tgtEl>
                                        <p:attrNameLst>
                                          <p:attrName>ppt_w</p:attrName>
                                        </p:attrNameLst>
                                      </p:cBhvr>
                                      <p:tavLst>
                                        <p:tav tm="0">
                                          <p:val>
                                            <p:fltVal val="0"/>
                                          </p:val>
                                        </p:tav>
                                        <p:tav tm="100000">
                                          <p:val>
                                            <p:strVal val="#ppt_w"/>
                                          </p:val>
                                        </p:tav>
                                      </p:tavLst>
                                    </p:anim>
                                    <p:anim calcmode="lin" valueType="num">
                                      <p:cBhvr>
                                        <p:cTn id="12" dur="500" fill="hold"/>
                                        <p:tgtEl>
                                          <p:spTgt spid="54"/>
                                        </p:tgtEl>
                                        <p:attrNameLst>
                                          <p:attrName>ppt_h</p:attrName>
                                        </p:attrNameLst>
                                      </p:cBhvr>
                                      <p:tavLst>
                                        <p:tav tm="0">
                                          <p:val>
                                            <p:fltVal val="0"/>
                                          </p:val>
                                        </p:tav>
                                        <p:tav tm="100000">
                                          <p:val>
                                            <p:strVal val="#ppt_h"/>
                                          </p:val>
                                        </p:tav>
                                      </p:tavLst>
                                    </p:anim>
                                    <p:animEffect transition="in" filter="fade">
                                      <p:cBhvr>
                                        <p:cTn id="13" dur="500"/>
                                        <p:tgtEl>
                                          <p:spTgt spid="54"/>
                                        </p:tgtEl>
                                      </p:cBhvr>
                                    </p:animEffect>
                                  </p:childTnLst>
                                </p:cTn>
                              </p:par>
                            </p:childTnLst>
                          </p:cTn>
                        </p:par>
                        <p:par>
                          <p:cTn id="14" fill="hold">
                            <p:stCondLst>
                              <p:cond delay="1500"/>
                            </p:stCondLst>
                            <p:childTnLst>
                              <p:par>
                                <p:cTn id="15" presetID="22" presetClass="entr" presetSubtype="2" fill="hold" nodeType="afterEffect">
                                  <p:stCondLst>
                                    <p:cond delay="0"/>
                                  </p:stCondLst>
                                  <p:childTnLst>
                                    <p:set>
                                      <p:cBhvr>
                                        <p:cTn id="16" dur="1" fill="hold">
                                          <p:stCondLst>
                                            <p:cond delay="0"/>
                                          </p:stCondLst>
                                        </p:cTn>
                                        <p:tgtEl>
                                          <p:spTgt spid="45"/>
                                        </p:tgtEl>
                                        <p:attrNameLst>
                                          <p:attrName>style.visibility</p:attrName>
                                        </p:attrNameLst>
                                      </p:cBhvr>
                                      <p:to>
                                        <p:strVal val="visible"/>
                                      </p:to>
                                    </p:set>
                                    <p:animEffect transition="in" filter="wipe(right)">
                                      <p:cBhvr>
                                        <p:cTn id="17" dur="500"/>
                                        <p:tgtEl>
                                          <p:spTgt spid="45"/>
                                        </p:tgtEl>
                                      </p:cBhvr>
                                    </p:animEffect>
                                  </p:childTnLst>
                                </p:cTn>
                              </p:par>
                            </p:childTnLst>
                          </p:cTn>
                        </p:par>
                        <p:par>
                          <p:cTn id="18" fill="hold">
                            <p:stCondLst>
                              <p:cond delay="2000"/>
                            </p:stCondLst>
                            <p:childTnLst>
                              <p:par>
                                <p:cTn id="19" presetID="22" presetClass="entr" presetSubtype="2" fill="hold" grpId="0" nodeType="afterEffect">
                                  <p:stCondLst>
                                    <p:cond delay="0"/>
                                  </p:stCondLst>
                                  <p:childTnLst>
                                    <p:set>
                                      <p:cBhvr>
                                        <p:cTn id="20" dur="1" fill="hold">
                                          <p:stCondLst>
                                            <p:cond delay="0"/>
                                          </p:stCondLst>
                                        </p:cTn>
                                        <p:tgtEl>
                                          <p:spTgt spid="47"/>
                                        </p:tgtEl>
                                        <p:attrNameLst>
                                          <p:attrName>style.visibility</p:attrName>
                                        </p:attrNameLst>
                                      </p:cBhvr>
                                      <p:to>
                                        <p:strVal val="visible"/>
                                      </p:to>
                                    </p:set>
                                    <p:animEffect transition="in" filter="wipe(right)">
                                      <p:cBhvr>
                                        <p:cTn id="21" dur="1000"/>
                                        <p:tgtEl>
                                          <p:spTgt spid="47"/>
                                        </p:tgtEl>
                                      </p:cBhvr>
                                    </p:animEffect>
                                  </p:childTnLst>
                                </p:cTn>
                              </p:par>
                            </p:childTnLst>
                          </p:cTn>
                        </p:par>
                        <p:par>
                          <p:cTn id="22" fill="hold">
                            <p:stCondLst>
                              <p:cond delay="3000"/>
                            </p:stCondLst>
                            <p:childTnLst>
                              <p:par>
                                <p:cTn id="23" presetID="22" presetClass="entr" presetSubtype="1" fill="hold" nodeType="afterEffect">
                                  <p:stCondLst>
                                    <p:cond delay="0"/>
                                  </p:stCondLst>
                                  <p:childTnLst>
                                    <p:set>
                                      <p:cBhvr>
                                        <p:cTn id="24" dur="1" fill="hold">
                                          <p:stCondLst>
                                            <p:cond delay="0"/>
                                          </p:stCondLst>
                                        </p:cTn>
                                        <p:tgtEl>
                                          <p:spTgt spid="56"/>
                                        </p:tgtEl>
                                        <p:attrNameLst>
                                          <p:attrName>style.visibility</p:attrName>
                                        </p:attrNameLst>
                                      </p:cBhvr>
                                      <p:to>
                                        <p:strVal val="visible"/>
                                      </p:to>
                                    </p:set>
                                    <p:animEffect transition="in" filter="wipe(up)">
                                      <p:cBhvr>
                                        <p:cTn id="25" dur="1000"/>
                                        <p:tgtEl>
                                          <p:spTgt spid="56"/>
                                        </p:tgtEl>
                                      </p:cBhvr>
                                    </p:animEffect>
                                  </p:childTnLst>
                                </p:cTn>
                              </p:par>
                            </p:childTnLst>
                          </p:cTn>
                        </p:par>
                        <p:par>
                          <p:cTn id="26" fill="hold">
                            <p:stCondLst>
                              <p:cond delay="4000"/>
                            </p:stCondLst>
                            <p:childTnLst>
                              <p:par>
                                <p:cTn id="27" presetID="53" presetClass="entr" presetSubtype="16" fill="hold" grpId="0" nodeType="afterEffect">
                                  <p:stCondLst>
                                    <p:cond delay="0"/>
                                  </p:stCondLst>
                                  <p:childTnLst>
                                    <p:set>
                                      <p:cBhvr>
                                        <p:cTn id="28" dur="1" fill="hold">
                                          <p:stCondLst>
                                            <p:cond delay="0"/>
                                          </p:stCondLst>
                                        </p:cTn>
                                        <p:tgtEl>
                                          <p:spTgt spid="55"/>
                                        </p:tgtEl>
                                        <p:attrNameLst>
                                          <p:attrName>style.visibility</p:attrName>
                                        </p:attrNameLst>
                                      </p:cBhvr>
                                      <p:to>
                                        <p:strVal val="visible"/>
                                      </p:to>
                                    </p:set>
                                    <p:anim calcmode="lin" valueType="num">
                                      <p:cBhvr>
                                        <p:cTn id="29" dur="500" fill="hold"/>
                                        <p:tgtEl>
                                          <p:spTgt spid="55"/>
                                        </p:tgtEl>
                                        <p:attrNameLst>
                                          <p:attrName>ppt_w</p:attrName>
                                        </p:attrNameLst>
                                      </p:cBhvr>
                                      <p:tavLst>
                                        <p:tav tm="0">
                                          <p:val>
                                            <p:fltVal val="0"/>
                                          </p:val>
                                        </p:tav>
                                        <p:tav tm="100000">
                                          <p:val>
                                            <p:strVal val="#ppt_w"/>
                                          </p:val>
                                        </p:tav>
                                      </p:tavLst>
                                    </p:anim>
                                    <p:anim calcmode="lin" valueType="num">
                                      <p:cBhvr>
                                        <p:cTn id="30" dur="500" fill="hold"/>
                                        <p:tgtEl>
                                          <p:spTgt spid="55"/>
                                        </p:tgtEl>
                                        <p:attrNameLst>
                                          <p:attrName>ppt_h</p:attrName>
                                        </p:attrNameLst>
                                      </p:cBhvr>
                                      <p:tavLst>
                                        <p:tav tm="0">
                                          <p:val>
                                            <p:fltVal val="0"/>
                                          </p:val>
                                        </p:tav>
                                        <p:tav tm="100000">
                                          <p:val>
                                            <p:strVal val="#ppt_h"/>
                                          </p:val>
                                        </p:tav>
                                      </p:tavLst>
                                    </p:anim>
                                    <p:animEffect transition="in" filter="fade">
                                      <p:cBhvr>
                                        <p:cTn id="31" dur="500"/>
                                        <p:tgtEl>
                                          <p:spTgt spid="55"/>
                                        </p:tgtEl>
                                      </p:cBhvr>
                                    </p:animEffect>
                                  </p:childTnLst>
                                </p:cTn>
                              </p:par>
                            </p:childTnLst>
                          </p:cTn>
                        </p:par>
                        <p:par>
                          <p:cTn id="32" fill="hold">
                            <p:stCondLst>
                              <p:cond delay="4500"/>
                            </p:stCondLst>
                            <p:childTnLst>
                              <p:par>
                                <p:cTn id="33" presetID="22" presetClass="entr" presetSubtype="8" fill="hold" nodeType="afterEffect">
                                  <p:stCondLst>
                                    <p:cond delay="0"/>
                                  </p:stCondLst>
                                  <p:childTnLst>
                                    <p:set>
                                      <p:cBhvr>
                                        <p:cTn id="34" dur="1" fill="hold">
                                          <p:stCondLst>
                                            <p:cond delay="0"/>
                                          </p:stCondLst>
                                        </p:cTn>
                                        <p:tgtEl>
                                          <p:spTgt spid="46"/>
                                        </p:tgtEl>
                                        <p:attrNameLst>
                                          <p:attrName>style.visibility</p:attrName>
                                        </p:attrNameLst>
                                      </p:cBhvr>
                                      <p:to>
                                        <p:strVal val="visible"/>
                                      </p:to>
                                    </p:set>
                                    <p:animEffect transition="in" filter="wipe(left)">
                                      <p:cBhvr>
                                        <p:cTn id="35" dur="500"/>
                                        <p:tgtEl>
                                          <p:spTgt spid="46"/>
                                        </p:tgtEl>
                                      </p:cBhvr>
                                    </p:animEffect>
                                  </p:childTnLst>
                                </p:cTn>
                              </p:par>
                            </p:childTnLst>
                          </p:cTn>
                        </p:par>
                        <p:par>
                          <p:cTn id="36" fill="hold">
                            <p:stCondLst>
                              <p:cond delay="5000"/>
                            </p:stCondLst>
                            <p:childTnLst>
                              <p:par>
                                <p:cTn id="37" presetID="22" presetClass="entr" presetSubtype="8" fill="hold" grpId="0" nodeType="afterEffect">
                                  <p:stCondLst>
                                    <p:cond delay="0"/>
                                  </p:stCondLst>
                                  <p:childTnLst>
                                    <p:set>
                                      <p:cBhvr>
                                        <p:cTn id="38" dur="1" fill="hold">
                                          <p:stCondLst>
                                            <p:cond delay="0"/>
                                          </p:stCondLst>
                                        </p:cTn>
                                        <p:tgtEl>
                                          <p:spTgt spid="53"/>
                                        </p:tgtEl>
                                        <p:attrNameLst>
                                          <p:attrName>style.visibility</p:attrName>
                                        </p:attrNameLst>
                                      </p:cBhvr>
                                      <p:to>
                                        <p:strVal val="visible"/>
                                      </p:to>
                                    </p:set>
                                    <p:animEffect transition="in" filter="wipe(left)">
                                      <p:cBhvr>
                                        <p:cTn id="39" dur="1000"/>
                                        <p:tgtEl>
                                          <p:spTgt spid="53"/>
                                        </p:tgtEl>
                                      </p:cBhvr>
                                    </p:animEffect>
                                  </p:childTnLst>
                                </p:cTn>
                              </p:par>
                            </p:childTnLst>
                          </p:cTn>
                        </p:par>
                        <p:par>
                          <p:cTn id="40" fill="hold">
                            <p:stCondLst>
                              <p:cond delay="6000"/>
                            </p:stCondLst>
                            <p:childTnLst>
                              <p:par>
                                <p:cTn id="41" presetID="22" presetClass="entr" presetSubtype="1" fill="hold" nodeType="afterEffect">
                                  <p:stCondLst>
                                    <p:cond delay="0"/>
                                  </p:stCondLst>
                                  <p:childTnLst>
                                    <p:set>
                                      <p:cBhvr>
                                        <p:cTn id="42" dur="1" fill="hold">
                                          <p:stCondLst>
                                            <p:cond delay="0"/>
                                          </p:stCondLst>
                                        </p:cTn>
                                        <p:tgtEl>
                                          <p:spTgt spid="57"/>
                                        </p:tgtEl>
                                        <p:attrNameLst>
                                          <p:attrName>style.visibility</p:attrName>
                                        </p:attrNameLst>
                                      </p:cBhvr>
                                      <p:to>
                                        <p:strVal val="visible"/>
                                      </p:to>
                                    </p:set>
                                    <p:animEffect transition="in" filter="wipe(up)">
                                      <p:cBhvr>
                                        <p:cTn id="43" dur="1000"/>
                                        <p:tgtEl>
                                          <p:spTgt spid="57"/>
                                        </p:tgtEl>
                                      </p:cBhvr>
                                    </p:animEffect>
                                  </p:childTnLst>
                                </p:cTn>
                              </p:par>
                            </p:childTnLst>
                          </p:cTn>
                        </p:par>
                        <p:par>
                          <p:cTn id="44" fill="hold">
                            <p:stCondLst>
                              <p:cond delay="7000"/>
                            </p:stCondLst>
                            <p:childTnLst>
                              <p:par>
                                <p:cTn id="45" presetID="53" presetClass="entr" presetSubtype="16" fill="hold" grpId="0" nodeType="afterEffect">
                                  <p:stCondLst>
                                    <p:cond delay="0"/>
                                  </p:stCondLst>
                                  <p:childTnLst>
                                    <p:set>
                                      <p:cBhvr>
                                        <p:cTn id="46" dur="1" fill="hold">
                                          <p:stCondLst>
                                            <p:cond delay="0"/>
                                          </p:stCondLst>
                                        </p:cTn>
                                        <p:tgtEl>
                                          <p:spTgt spid="2"/>
                                        </p:tgtEl>
                                        <p:attrNameLst>
                                          <p:attrName>style.visibility</p:attrName>
                                        </p:attrNameLst>
                                      </p:cBhvr>
                                      <p:to>
                                        <p:strVal val="visible"/>
                                      </p:to>
                                    </p:set>
                                    <p:anim calcmode="lin" valueType="num">
                                      <p:cBhvr>
                                        <p:cTn id="47" dur="500" fill="hold"/>
                                        <p:tgtEl>
                                          <p:spTgt spid="2"/>
                                        </p:tgtEl>
                                        <p:attrNameLst>
                                          <p:attrName>ppt_w</p:attrName>
                                        </p:attrNameLst>
                                      </p:cBhvr>
                                      <p:tavLst>
                                        <p:tav tm="0">
                                          <p:val>
                                            <p:fltVal val="0"/>
                                          </p:val>
                                        </p:tav>
                                        <p:tav tm="100000">
                                          <p:val>
                                            <p:strVal val="#ppt_w"/>
                                          </p:val>
                                        </p:tav>
                                      </p:tavLst>
                                    </p:anim>
                                    <p:anim calcmode="lin" valueType="num">
                                      <p:cBhvr>
                                        <p:cTn id="48" dur="500" fill="hold"/>
                                        <p:tgtEl>
                                          <p:spTgt spid="2"/>
                                        </p:tgtEl>
                                        <p:attrNameLst>
                                          <p:attrName>ppt_h</p:attrName>
                                        </p:attrNameLst>
                                      </p:cBhvr>
                                      <p:tavLst>
                                        <p:tav tm="0">
                                          <p:val>
                                            <p:fltVal val="0"/>
                                          </p:val>
                                        </p:tav>
                                        <p:tav tm="100000">
                                          <p:val>
                                            <p:strVal val="#ppt_h"/>
                                          </p:val>
                                        </p:tav>
                                      </p:tavLst>
                                    </p:anim>
                                    <p:animEffect transition="in" filter="fade">
                                      <p:cBhvr>
                                        <p:cTn id="49" dur="500"/>
                                        <p:tgtEl>
                                          <p:spTgt spid="2"/>
                                        </p:tgtEl>
                                      </p:cBhvr>
                                    </p:animEffect>
                                  </p:childTnLst>
                                </p:cTn>
                              </p:par>
                            </p:childTnLst>
                          </p:cTn>
                        </p:par>
                        <p:par>
                          <p:cTn id="50" fill="hold">
                            <p:stCondLst>
                              <p:cond delay="7500"/>
                            </p:stCondLst>
                            <p:childTnLst>
                              <p:par>
                                <p:cTn id="51" presetID="22" presetClass="entr" presetSubtype="2" fill="hold" nodeType="afterEffect">
                                  <p:stCondLst>
                                    <p:cond delay="0"/>
                                  </p:stCondLst>
                                  <p:childTnLst>
                                    <p:set>
                                      <p:cBhvr>
                                        <p:cTn id="52" dur="1" fill="hold">
                                          <p:stCondLst>
                                            <p:cond delay="0"/>
                                          </p:stCondLst>
                                        </p:cTn>
                                        <p:tgtEl>
                                          <p:spTgt spid="58"/>
                                        </p:tgtEl>
                                        <p:attrNameLst>
                                          <p:attrName>style.visibility</p:attrName>
                                        </p:attrNameLst>
                                      </p:cBhvr>
                                      <p:to>
                                        <p:strVal val="visible"/>
                                      </p:to>
                                    </p:set>
                                    <p:animEffect transition="in" filter="wipe(right)">
                                      <p:cBhvr>
                                        <p:cTn id="53" dur="500"/>
                                        <p:tgtEl>
                                          <p:spTgt spid="58"/>
                                        </p:tgtEl>
                                      </p:cBhvr>
                                    </p:animEffect>
                                  </p:childTnLst>
                                </p:cTn>
                              </p:par>
                            </p:childTnLst>
                          </p:cTn>
                        </p:par>
                        <p:par>
                          <p:cTn id="54" fill="hold">
                            <p:stCondLst>
                              <p:cond delay="8000"/>
                            </p:stCondLst>
                            <p:childTnLst>
                              <p:par>
                                <p:cTn id="55" presetID="22" presetClass="entr" presetSubtype="2" fill="hold" grpId="0" nodeType="afterEffect">
                                  <p:stCondLst>
                                    <p:cond delay="0"/>
                                  </p:stCondLst>
                                  <p:childTnLst>
                                    <p:set>
                                      <p:cBhvr>
                                        <p:cTn id="56" dur="1" fill="hold">
                                          <p:stCondLst>
                                            <p:cond delay="0"/>
                                          </p:stCondLst>
                                        </p:cTn>
                                        <p:tgtEl>
                                          <p:spTgt spid="59"/>
                                        </p:tgtEl>
                                        <p:attrNameLst>
                                          <p:attrName>style.visibility</p:attrName>
                                        </p:attrNameLst>
                                      </p:cBhvr>
                                      <p:to>
                                        <p:strVal val="visible"/>
                                      </p:to>
                                    </p:set>
                                    <p:animEffect transition="in" filter="wipe(right)">
                                      <p:cBhvr>
                                        <p:cTn id="57" dur="1000"/>
                                        <p:tgtEl>
                                          <p:spTgt spid="59"/>
                                        </p:tgtEl>
                                      </p:cBhvr>
                                    </p:animEffect>
                                  </p:childTnLst>
                                </p:cTn>
                              </p:par>
                            </p:childTnLst>
                          </p:cTn>
                        </p:par>
                        <p:par>
                          <p:cTn id="58" fill="hold">
                            <p:stCondLst>
                              <p:cond delay="9000"/>
                            </p:stCondLst>
                            <p:childTnLst>
                              <p:par>
                                <p:cTn id="59" presetID="22" presetClass="entr" presetSubtype="1" fill="hold" nodeType="afterEffect">
                                  <p:stCondLst>
                                    <p:cond delay="0"/>
                                  </p:stCondLst>
                                  <p:childTnLst>
                                    <p:set>
                                      <p:cBhvr>
                                        <p:cTn id="60" dur="1" fill="hold">
                                          <p:stCondLst>
                                            <p:cond delay="0"/>
                                          </p:stCondLst>
                                        </p:cTn>
                                        <p:tgtEl>
                                          <p:spTgt spid="60"/>
                                        </p:tgtEl>
                                        <p:attrNameLst>
                                          <p:attrName>style.visibility</p:attrName>
                                        </p:attrNameLst>
                                      </p:cBhvr>
                                      <p:to>
                                        <p:strVal val="visible"/>
                                      </p:to>
                                    </p:set>
                                    <p:animEffect transition="in" filter="wipe(up)">
                                      <p:cBhvr>
                                        <p:cTn id="61" dur="1000"/>
                                        <p:tgtEl>
                                          <p:spTgt spid="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p:bldP spid="53" grpId="0"/>
      <p:bldP spid="54" grpId="0"/>
      <p:bldP spid="55" grpId="0"/>
      <p:bldP spid="2" grpId="0"/>
      <p:bldP spid="59" grpId="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 name="Subtitle 2"/>
          <p:cNvSpPr txBox="1">
            <a:spLocks/>
          </p:cNvSpPr>
          <p:nvPr/>
        </p:nvSpPr>
        <p:spPr>
          <a:xfrm>
            <a:off x="11670686" y="6304132"/>
            <a:ext cx="377372" cy="313932"/>
          </a:xfrm>
          <a:prstGeom prst="rect">
            <a:avLst/>
          </a:prstGeom>
        </p:spPr>
        <p:txBody>
          <a:bodyPr vert="horz" wrap="square" lIns="91440" tIns="45720" rIns="91440" bIns="45720" rtlCol="0">
            <a:spAutoFit/>
          </a:bodyPr>
          <a:lstStyle>
            <a:lvl1pPr marL="0" indent="0" algn="ctr" defTabSz="914400" rtl="0" eaLnBrk="1" latinLnBrk="0" hangingPunct="1">
              <a:lnSpc>
                <a:spcPct val="90000"/>
              </a:lnSpc>
              <a:spcBef>
                <a:spcPts val="1000"/>
              </a:spcBef>
              <a:buFont typeface="Arial" panose="020B0604020202020204" pitchFamily="34" charset="0"/>
              <a:buNone/>
              <a:defRPr sz="2400" kern="1200">
                <a:solidFill>
                  <a:schemeClr val="tx1"/>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5pPr>
            <a:lvl6pPr marL="22860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6pPr>
            <a:lvl7pPr marL="27432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7pPr>
            <a:lvl8pPr marL="32004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8pPr>
            <a:lvl9pPr marL="3657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9pPr>
          </a:lstStyle>
          <a:p>
            <a:pPr fontAlgn="auto">
              <a:spcAft>
                <a:spcPts val="0"/>
              </a:spcAft>
            </a:pPr>
            <a:fld id="{5BC7B3C4-688C-4C03-84C4-F5EEB57CAA43}" type="slidenum">
              <a:rPr lang="id-ID" sz="1600" smtClean="0">
                <a:solidFill>
                  <a:prstClr val="white">
                    <a:lumMod val="95000"/>
                  </a:prstClr>
                </a:solidFill>
                <a:latin typeface="Calibri Light" panose="020F0302020204030204"/>
              </a:rPr>
              <a:pPr fontAlgn="auto">
                <a:spcAft>
                  <a:spcPts val="0"/>
                </a:spcAft>
              </a:pPr>
              <a:t>4</a:t>
            </a:fld>
            <a:endParaRPr lang="en-US" sz="1600" dirty="0">
              <a:solidFill>
                <a:prstClr val="white">
                  <a:lumMod val="95000"/>
                </a:prstClr>
              </a:solidFill>
              <a:latin typeface="Calibri Light" panose="020F0302020204030204"/>
            </a:endParaRPr>
          </a:p>
        </p:txBody>
      </p:sp>
      <p:cxnSp>
        <p:nvCxnSpPr>
          <p:cNvPr id="44" name="Straight Connector 43"/>
          <p:cNvCxnSpPr/>
          <p:nvPr/>
        </p:nvCxnSpPr>
        <p:spPr>
          <a:xfrm>
            <a:off x="6151800" y="-9145"/>
            <a:ext cx="0" cy="979379"/>
          </a:xfrm>
          <a:prstGeom prst="line">
            <a:avLst/>
          </a:prstGeom>
          <a:ln w="101600" cmpd="dbl">
            <a:solidFill>
              <a:schemeClr val="bg2">
                <a:lumMod val="75000"/>
              </a:schemeClr>
            </a:solidFill>
            <a:prstDash val="solid"/>
            <a:headEnd type="none" w="lg" len="lg"/>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a:off x="4723460" y="1344297"/>
            <a:ext cx="1080000" cy="3215"/>
          </a:xfrm>
          <a:prstGeom prst="line">
            <a:avLst/>
          </a:prstGeom>
          <a:ln w="25400">
            <a:solidFill>
              <a:schemeClr val="bg1">
                <a:lumMod val="75000"/>
              </a:schemeClr>
            </a:solidFill>
            <a:prstDash val="solid"/>
            <a:headEnd type="oval" w="lg" len="lg"/>
            <a:tailEnd type="oval"/>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a:off x="6529169" y="3126380"/>
            <a:ext cx="1080000" cy="3215"/>
          </a:xfrm>
          <a:prstGeom prst="line">
            <a:avLst/>
          </a:prstGeom>
          <a:ln w="25400">
            <a:solidFill>
              <a:schemeClr val="bg1">
                <a:lumMod val="75000"/>
              </a:schemeClr>
            </a:solidFill>
            <a:prstDash val="solid"/>
            <a:headEnd type="oval"/>
            <a:tailEnd type="oval" w="lg" len="lg"/>
          </a:ln>
        </p:spPr>
        <p:style>
          <a:lnRef idx="1">
            <a:schemeClr val="accent1"/>
          </a:lnRef>
          <a:fillRef idx="0">
            <a:schemeClr val="accent1"/>
          </a:fillRef>
          <a:effectRef idx="0">
            <a:schemeClr val="accent1"/>
          </a:effectRef>
          <a:fontRef idx="minor">
            <a:schemeClr val="tx1"/>
          </a:fontRef>
        </p:style>
      </p:cxnSp>
      <p:sp>
        <p:nvSpPr>
          <p:cNvPr id="47" name="Content Placeholder 2"/>
          <p:cNvSpPr txBox="1">
            <a:spLocks/>
          </p:cNvSpPr>
          <p:nvPr/>
        </p:nvSpPr>
        <p:spPr>
          <a:xfrm>
            <a:off x="533400" y="916510"/>
            <a:ext cx="4126059" cy="2180842"/>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rtl="1" fontAlgn="auto">
              <a:buClr>
                <a:srgbClr val="5B9BD5">
                  <a:lumMod val="75000"/>
                </a:srgbClr>
              </a:buClr>
              <a:defRPr/>
            </a:pPr>
            <a:r>
              <a:rPr lang="ar-SA" sz="3200" b="1" u="sng" dirty="0" smtClean="0">
                <a:solidFill>
                  <a:srgbClr val="FF0000"/>
                </a:solidFill>
                <a:ea typeface="Roboto" panose="02000000000000000000" pitchFamily="2" charset="0"/>
              </a:rPr>
              <a:t>‌اختراع </a:t>
            </a:r>
            <a:r>
              <a:rPr lang="en-US" sz="3200" b="1" u="sng" dirty="0" err="1">
                <a:solidFill>
                  <a:srgbClr val="FF0000"/>
                </a:solidFill>
                <a:ea typeface="Roboto" panose="02000000000000000000" pitchFamily="2" charset="0"/>
              </a:rPr>
              <a:t>Restrica</a:t>
            </a:r>
            <a:r>
              <a:rPr lang="en-US" sz="3200" b="1" u="sng" dirty="0" smtClean="0">
                <a:solidFill>
                  <a:srgbClr val="FF0000"/>
                </a:solidFill>
                <a:ea typeface="Roboto" panose="02000000000000000000" pitchFamily="2" charset="0"/>
              </a:rPr>
              <a:t>:</a:t>
            </a:r>
          </a:p>
          <a:p>
            <a:pPr rtl="1" fontAlgn="auto">
              <a:buClr>
                <a:srgbClr val="5B9BD5">
                  <a:lumMod val="75000"/>
                </a:srgbClr>
              </a:buClr>
              <a:defRPr/>
            </a:pPr>
            <a:r>
              <a:rPr lang="ar-SA" sz="2400" b="1" dirty="0">
                <a:ea typeface="Roboto" panose="02000000000000000000" pitchFamily="2" charset="0"/>
              </a:rPr>
              <a:t>كاميرا صغيرة تلبي حاجة عشاق التصوير، إذ تتميز بقدرتها على اختيار الوقت المناسب لالتقاط الصورة</a:t>
            </a:r>
            <a:endParaRPr lang="id-ID" sz="2400" b="1" dirty="0">
              <a:ea typeface="Roboto" panose="02000000000000000000" pitchFamily="2" charset="0"/>
            </a:endParaRPr>
          </a:p>
        </p:txBody>
      </p:sp>
      <p:sp>
        <p:nvSpPr>
          <p:cNvPr id="53" name="Content Placeholder 2"/>
          <p:cNvSpPr txBox="1">
            <a:spLocks/>
          </p:cNvSpPr>
          <p:nvPr/>
        </p:nvSpPr>
        <p:spPr>
          <a:xfrm>
            <a:off x="7687688" y="2596810"/>
            <a:ext cx="4360370" cy="1860890"/>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rtl="1" fontAlgn="auto">
              <a:buClr>
                <a:srgbClr val="5B9BD5">
                  <a:lumMod val="75000"/>
                </a:srgbClr>
              </a:buClr>
              <a:defRPr/>
            </a:pPr>
            <a:r>
              <a:rPr lang="ar-SA" sz="3200" b="1" u="sng" dirty="0" smtClean="0">
                <a:solidFill>
                  <a:srgbClr val="7030A0"/>
                </a:solidFill>
                <a:ea typeface="Roboto" panose="02000000000000000000" pitchFamily="2" charset="0"/>
              </a:rPr>
              <a:t>اختراع </a:t>
            </a:r>
            <a:r>
              <a:rPr lang="en-US" sz="3200" b="1" u="sng" dirty="0" err="1">
                <a:solidFill>
                  <a:srgbClr val="7030A0"/>
                </a:solidFill>
                <a:ea typeface="Roboto" panose="02000000000000000000" pitchFamily="2" charset="0"/>
              </a:rPr>
              <a:t>HoloLens</a:t>
            </a:r>
            <a:r>
              <a:rPr lang="en-US" sz="3200" b="1" u="sng" dirty="0">
                <a:solidFill>
                  <a:srgbClr val="7030A0"/>
                </a:solidFill>
                <a:ea typeface="Roboto" panose="02000000000000000000" pitchFamily="2" charset="0"/>
              </a:rPr>
              <a:t>:</a:t>
            </a:r>
          </a:p>
          <a:p>
            <a:pPr algn="l" fontAlgn="auto">
              <a:buClr>
                <a:srgbClr val="5B9BD5">
                  <a:lumMod val="75000"/>
                </a:srgbClr>
              </a:buClr>
              <a:defRPr/>
            </a:pPr>
            <a:r>
              <a:rPr lang="ar-SA" sz="2400" b="1" dirty="0">
                <a:ea typeface="Roboto" panose="02000000000000000000" pitchFamily="2" charset="0"/>
              </a:rPr>
              <a:t>وهي نظارة ثلاثية الأبعاد تعمل بدون أزرار أو شاشة لمس، إذ يمكن التحكم بها عن طريق الأوامر الصوتية والإيماءات البصرية</a:t>
            </a:r>
            <a:endParaRPr lang="id-ID" sz="1600" dirty="0">
              <a:ea typeface="Roboto" panose="02000000000000000000" pitchFamily="2" charset="0"/>
            </a:endParaRPr>
          </a:p>
        </p:txBody>
      </p:sp>
      <p:sp>
        <p:nvSpPr>
          <p:cNvPr id="54" name="Freeform 53"/>
          <p:cNvSpPr/>
          <p:nvPr/>
        </p:nvSpPr>
        <p:spPr>
          <a:xfrm>
            <a:off x="5767304" y="1344297"/>
            <a:ext cx="684447" cy="493118"/>
          </a:xfrm>
          <a:custGeom>
            <a:avLst/>
            <a:gdLst>
              <a:gd name="connsiteX0" fmla="*/ 0 w 1799993"/>
              <a:gd name="connsiteY0" fmla="*/ 899997 h 1799993"/>
              <a:gd name="connsiteX1" fmla="*/ 899997 w 1799993"/>
              <a:gd name="connsiteY1" fmla="*/ 0 h 1799993"/>
              <a:gd name="connsiteX2" fmla="*/ 1799994 w 1799993"/>
              <a:gd name="connsiteY2" fmla="*/ 899997 h 1799993"/>
              <a:gd name="connsiteX3" fmla="*/ 899997 w 1799993"/>
              <a:gd name="connsiteY3" fmla="*/ 1799994 h 1799993"/>
              <a:gd name="connsiteX4" fmla="*/ 0 w 1799993"/>
              <a:gd name="connsiteY4" fmla="*/ 899997 h 17999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9993" h="1799993">
                <a:moveTo>
                  <a:pt x="0" y="899997"/>
                </a:moveTo>
                <a:cubicBezTo>
                  <a:pt x="0" y="402942"/>
                  <a:pt x="402942" y="0"/>
                  <a:pt x="899997" y="0"/>
                </a:cubicBezTo>
                <a:cubicBezTo>
                  <a:pt x="1397052" y="0"/>
                  <a:pt x="1799994" y="402942"/>
                  <a:pt x="1799994" y="899997"/>
                </a:cubicBezTo>
                <a:cubicBezTo>
                  <a:pt x="1799994" y="1397052"/>
                  <a:pt x="1397052" y="1799994"/>
                  <a:pt x="899997" y="1799994"/>
                </a:cubicBezTo>
                <a:cubicBezTo>
                  <a:pt x="402942" y="1799994"/>
                  <a:pt x="0" y="1397052"/>
                  <a:pt x="0" y="899997"/>
                </a:cubicBezTo>
                <a:close/>
              </a:path>
            </a:pathLst>
          </a:custGeom>
          <a:noFill/>
          <a:ln w="25400">
            <a:noFill/>
          </a:ln>
        </p:spPr>
        <p:style>
          <a:lnRef idx="2">
            <a:scrgbClr r="0" g="0" b="0"/>
          </a:lnRef>
          <a:fillRef idx="1">
            <a:scrgbClr r="0" g="0" b="0"/>
          </a:fillRef>
          <a:effectRef idx="0">
            <a:schemeClr val="accent1">
              <a:alpha val="50000"/>
              <a:hueOff val="0"/>
              <a:satOff val="0"/>
              <a:lumOff val="0"/>
              <a:alphaOff val="0"/>
            </a:schemeClr>
          </a:effectRef>
          <a:fontRef idx="minor">
            <a:schemeClr val="tx1"/>
          </a:fontRef>
        </p:style>
        <p:txBody>
          <a:bodyPr spcFirstLastPara="0" vert="horz" wrap="square" lIns="406664" tIns="319483" rIns="406664" bIns="319483" numCol="1" spcCol="1270" anchor="ctr" anchorCtr="0">
            <a:noAutofit/>
          </a:bodyPr>
          <a:lstStyle/>
          <a:p>
            <a:pPr algn="ctr" defTabSz="1955800" fontAlgn="auto">
              <a:lnSpc>
                <a:spcPct val="90000"/>
              </a:lnSpc>
              <a:spcAft>
                <a:spcPct val="35000"/>
              </a:spcAft>
            </a:pPr>
            <a:r>
              <a:rPr lang="ar-SA" sz="4800" b="1" dirty="0" smtClean="0">
                <a:solidFill>
                  <a:srgbClr val="FF0000"/>
                </a:solidFill>
                <a:latin typeface="FontAwesome" pitchFamily="2" charset="0"/>
              </a:rPr>
              <a:t>د</a:t>
            </a:r>
            <a:endParaRPr lang="id-ID" sz="4000" b="1" dirty="0">
              <a:solidFill>
                <a:srgbClr val="FF0000"/>
              </a:solidFill>
              <a:latin typeface="FontAwesome" pitchFamily="2" charset="0"/>
            </a:endParaRPr>
          </a:p>
        </p:txBody>
      </p:sp>
      <p:sp>
        <p:nvSpPr>
          <p:cNvPr id="55" name="Freeform 54"/>
          <p:cNvSpPr/>
          <p:nvPr/>
        </p:nvSpPr>
        <p:spPr>
          <a:xfrm>
            <a:off x="5831350" y="2818789"/>
            <a:ext cx="684447" cy="770059"/>
          </a:xfrm>
          <a:custGeom>
            <a:avLst/>
            <a:gdLst>
              <a:gd name="connsiteX0" fmla="*/ 0 w 1799993"/>
              <a:gd name="connsiteY0" fmla="*/ 899997 h 1799993"/>
              <a:gd name="connsiteX1" fmla="*/ 899997 w 1799993"/>
              <a:gd name="connsiteY1" fmla="*/ 0 h 1799993"/>
              <a:gd name="connsiteX2" fmla="*/ 1799994 w 1799993"/>
              <a:gd name="connsiteY2" fmla="*/ 899997 h 1799993"/>
              <a:gd name="connsiteX3" fmla="*/ 899997 w 1799993"/>
              <a:gd name="connsiteY3" fmla="*/ 1799994 h 1799993"/>
              <a:gd name="connsiteX4" fmla="*/ 0 w 1799993"/>
              <a:gd name="connsiteY4" fmla="*/ 899997 h 17999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9993" h="1799993">
                <a:moveTo>
                  <a:pt x="0" y="899997"/>
                </a:moveTo>
                <a:cubicBezTo>
                  <a:pt x="0" y="402942"/>
                  <a:pt x="402942" y="0"/>
                  <a:pt x="899997" y="0"/>
                </a:cubicBezTo>
                <a:cubicBezTo>
                  <a:pt x="1397052" y="0"/>
                  <a:pt x="1799994" y="402942"/>
                  <a:pt x="1799994" y="899997"/>
                </a:cubicBezTo>
                <a:cubicBezTo>
                  <a:pt x="1799994" y="1397052"/>
                  <a:pt x="1397052" y="1799994"/>
                  <a:pt x="899997" y="1799994"/>
                </a:cubicBezTo>
                <a:cubicBezTo>
                  <a:pt x="402942" y="1799994"/>
                  <a:pt x="0" y="1397052"/>
                  <a:pt x="0" y="899997"/>
                </a:cubicBezTo>
                <a:close/>
              </a:path>
            </a:pathLst>
          </a:custGeom>
          <a:noFill/>
          <a:ln w="25400">
            <a:noFill/>
          </a:ln>
        </p:spPr>
        <p:style>
          <a:lnRef idx="2">
            <a:scrgbClr r="0" g="0" b="0"/>
          </a:lnRef>
          <a:fillRef idx="1">
            <a:scrgbClr r="0" g="0" b="0"/>
          </a:fillRef>
          <a:effectRef idx="0">
            <a:schemeClr val="accent1">
              <a:alpha val="50000"/>
              <a:hueOff val="0"/>
              <a:satOff val="0"/>
              <a:lumOff val="0"/>
              <a:alphaOff val="0"/>
            </a:schemeClr>
          </a:effectRef>
          <a:fontRef idx="minor">
            <a:schemeClr val="tx1"/>
          </a:fontRef>
        </p:style>
        <p:txBody>
          <a:bodyPr spcFirstLastPara="0" vert="horz" wrap="square" lIns="406664" tIns="319483" rIns="406664" bIns="319483" numCol="1" spcCol="1270" anchor="ctr" anchorCtr="0">
            <a:noAutofit/>
          </a:bodyPr>
          <a:lstStyle/>
          <a:p>
            <a:pPr algn="ctr" defTabSz="1955800" fontAlgn="auto">
              <a:lnSpc>
                <a:spcPct val="90000"/>
              </a:lnSpc>
              <a:spcAft>
                <a:spcPct val="35000"/>
              </a:spcAft>
            </a:pPr>
            <a:r>
              <a:rPr lang="ar-SA" sz="4800" b="1" dirty="0" smtClean="0">
                <a:solidFill>
                  <a:srgbClr val="7030A0"/>
                </a:solidFill>
                <a:latin typeface="FontAwesome" pitchFamily="2" charset="0"/>
              </a:rPr>
              <a:t>ه</a:t>
            </a:r>
            <a:endParaRPr lang="id-ID" sz="5400" b="1" dirty="0">
              <a:solidFill>
                <a:srgbClr val="7030A0"/>
              </a:solidFill>
              <a:latin typeface="FontAwesome" pitchFamily="2" charset="0"/>
            </a:endParaRPr>
          </a:p>
        </p:txBody>
      </p:sp>
      <p:cxnSp>
        <p:nvCxnSpPr>
          <p:cNvPr id="56" name="Straight Connector 55"/>
          <p:cNvCxnSpPr/>
          <p:nvPr/>
        </p:nvCxnSpPr>
        <p:spPr>
          <a:xfrm>
            <a:off x="6151800" y="1754493"/>
            <a:ext cx="0" cy="979379"/>
          </a:xfrm>
          <a:prstGeom prst="line">
            <a:avLst/>
          </a:prstGeom>
          <a:ln w="101600" cmpd="dbl">
            <a:solidFill>
              <a:schemeClr val="bg2">
                <a:lumMod val="75000"/>
              </a:schemeClr>
            </a:solidFill>
            <a:prstDash val="solid"/>
            <a:headEnd type="none" w="lg" len="lg"/>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a:off x="6157954" y="3409926"/>
            <a:ext cx="0" cy="1549914"/>
          </a:xfrm>
          <a:prstGeom prst="line">
            <a:avLst/>
          </a:prstGeom>
          <a:ln w="101600" cmpd="dbl">
            <a:solidFill>
              <a:schemeClr val="bg2">
                <a:lumMod val="75000"/>
              </a:schemeClr>
            </a:solidFill>
            <a:prstDash val="solid"/>
            <a:headEnd type="none" w="lg" len="lg"/>
          </a:ln>
        </p:spPr>
        <p:style>
          <a:lnRef idx="1">
            <a:schemeClr val="accent1"/>
          </a:lnRef>
          <a:fillRef idx="0">
            <a:schemeClr val="accent1"/>
          </a:fillRef>
          <a:effectRef idx="0">
            <a:schemeClr val="accent1"/>
          </a:effectRef>
          <a:fontRef idx="minor">
            <a:schemeClr val="tx1"/>
          </a:fontRef>
        </p:style>
      </p:cxnSp>
      <p:sp>
        <p:nvSpPr>
          <p:cNvPr id="2" name="Rectangle 1"/>
          <p:cNvSpPr/>
          <p:nvPr/>
        </p:nvSpPr>
        <p:spPr>
          <a:xfrm>
            <a:off x="5911218" y="4779923"/>
            <a:ext cx="461986" cy="830997"/>
          </a:xfrm>
          <a:prstGeom prst="rect">
            <a:avLst/>
          </a:prstGeom>
        </p:spPr>
        <p:txBody>
          <a:bodyPr wrap="none">
            <a:spAutoFit/>
          </a:bodyPr>
          <a:lstStyle/>
          <a:p>
            <a:pPr fontAlgn="auto">
              <a:spcBef>
                <a:spcPts val="0"/>
              </a:spcBef>
              <a:spcAft>
                <a:spcPts val="0"/>
              </a:spcAft>
            </a:pPr>
            <a:r>
              <a:rPr lang="ar-SA" sz="4800" b="1" dirty="0">
                <a:solidFill>
                  <a:srgbClr val="5B9BD5"/>
                </a:solidFill>
                <a:latin typeface="FontAwesome" pitchFamily="2" charset="0"/>
                <a:cs typeface="+mn-cs"/>
              </a:rPr>
              <a:t>‌و</a:t>
            </a:r>
            <a:endParaRPr lang="id-ID" sz="4800" b="1" dirty="0">
              <a:solidFill>
                <a:srgbClr val="5B9BD5"/>
              </a:solidFill>
              <a:latin typeface="Calibri" panose="020F0502020204030204"/>
              <a:cs typeface="+mn-cs"/>
            </a:endParaRPr>
          </a:p>
        </p:txBody>
      </p:sp>
      <p:cxnSp>
        <p:nvCxnSpPr>
          <p:cNvPr id="58" name="Straight Connector 57"/>
          <p:cNvCxnSpPr/>
          <p:nvPr/>
        </p:nvCxnSpPr>
        <p:spPr>
          <a:xfrm>
            <a:off x="4737974" y="5236388"/>
            <a:ext cx="1080000" cy="3215"/>
          </a:xfrm>
          <a:prstGeom prst="line">
            <a:avLst/>
          </a:prstGeom>
          <a:ln w="25400">
            <a:solidFill>
              <a:schemeClr val="bg1">
                <a:lumMod val="75000"/>
              </a:schemeClr>
            </a:solidFill>
            <a:prstDash val="solid"/>
            <a:headEnd type="oval" w="lg" len="lg"/>
            <a:tailEnd type="oval"/>
          </a:ln>
        </p:spPr>
        <p:style>
          <a:lnRef idx="1">
            <a:schemeClr val="accent1"/>
          </a:lnRef>
          <a:fillRef idx="0">
            <a:schemeClr val="accent1"/>
          </a:fillRef>
          <a:effectRef idx="0">
            <a:schemeClr val="accent1"/>
          </a:effectRef>
          <a:fontRef idx="minor">
            <a:schemeClr val="tx1"/>
          </a:fontRef>
        </p:style>
      </p:cxnSp>
      <p:sp>
        <p:nvSpPr>
          <p:cNvPr id="59" name="Content Placeholder 2"/>
          <p:cNvSpPr txBox="1">
            <a:spLocks/>
          </p:cNvSpPr>
          <p:nvPr/>
        </p:nvSpPr>
        <p:spPr>
          <a:xfrm>
            <a:off x="30124" y="4614276"/>
            <a:ext cx="4614606" cy="1283537"/>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rtl="1" fontAlgn="auto">
              <a:buClr>
                <a:srgbClr val="5B9BD5">
                  <a:lumMod val="75000"/>
                </a:srgbClr>
              </a:buClr>
              <a:defRPr/>
            </a:pPr>
            <a:r>
              <a:rPr lang="ar-SA" sz="3200" b="1" u="sng" dirty="0" smtClean="0">
                <a:solidFill>
                  <a:srgbClr val="5B9BD5"/>
                </a:solidFill>
                <a:ea typeface="Roboto" panose="02000000000000000000" pitchFamily="2" charset="0"/>
              </a:rPr>
              <a:t>‌اختراع </a:t>
            </a:r>
            <a:r>
              <a:rPr lang="en-US" sz="3200" b="1" u="sng" dirty="0" smtClean="0">
                <a:solidFill>
                  <a:srgbClr val="5B9BD5"/>
                </a:solidFill>
                <a:ea typeface="Roboto" panose="02000000000000000000" pitchFamily="2" charset="0"/>
              </a:rPr>
              <a:t>Aura:</a:t>
            </a:r>
          </a:p>
          <a:p>
            <a:pPr rtl="1" fontAlgn="auto">
              <a:buClr>
                <a:srgbClr val="5B9BD5">
                  <a:lumMod val="75000"/>
                </a:srgbClr>
              </a:buClr>
              <a:defRPr/>
            </a:pPr>
            <a:r>
              <a:rPr lang="ar-SA" sz="2400" b="1" dirty="0">
                <a:ea typeface="Roboto" panose="02000000000000000000" pitchFamily="2" charset="0"/>
              </a:rPr>
              <a:t>مساعدة الإنسان على النوم بشكل صحي ومتوازن، فهو يجمع بين كونه منبهاً ذكياً وجهاز متعدد الألوان</a:t>
            </a:r>
            <a:endParaRPr lang="id-ID" sz="2400" b="1" dirty="0">
              <a:ea typeface="Roboto" panose="02000000000000000000" pitchFamily="2" charset="0"/>
            </a:endParaRPr>
          </a:p>
        </p:txBody>
      </p:sp>
      <p:cxnSp>
        <p:nvCxnSpPr>
          <p:cNvPr id="60" name="Straight Connector 59"/>
          <p:cNvCxnSpPr/>
          <p:nvPr/>
        </p:nvCxnSpPr>
        <p:spPr>
          <a:xfrm>
            <a:off x="6151800" y="5689403"/>
            <a:ext cx="0" cy="771695"/>
          </a:xfrm>
          <a:prstGeom prst="line">
            <a:avLst/>
          </a:prstGeom>
          <a:ln w="101600" cmpd="dbl">
            <a:solidFill>
              <a:schemeClr val="bg2">
                <a:lumMod val="75000"/>
              </a:schemeClr>
            </a:solidFill>
            <a:prstDash val="solid"/>
            <a:headEnd type="none" w="lg" len="lg"/>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5984931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afterEffect">
                                  <p:stCondLst>
                                    <p:cond delay="0"/>
                                  </p:stCondLst>
                                  <p:childTnLst>
                                    <p:set>
                                      <p:cBhvr>
                                        <p:cTn id="6" dur="1" fill="hold">
                                          <p:stCondLst>
                                            <p:cond delay="0"/>
                                          </p:stCondLst>
                                        </p:cTn>
                                        <p:tgtEl>
                                          <p:spTgt spid="44"/>
                                        </p:tgtEl>
                                        <p:attrNameLst>
                                          <p:attrName>style.visibility</p:attrName>
                                        </p:attrNameLst>
                                      </p:cBhvr>
                                      <p:to>
                                        <p:strVal val="visible"/>
                                      </p:to>
                                    </p:set>
                                    <p:animEffect transition="in" filter="wipe(up)">
                                      <p:cBhvr>
                                        <p:cTn id="7" dur="1000"/>
                                        <p:tgtEl>
                                          <p:spTgt spid="44"/>
                                        </p:tgtEl>
                                      </p:cBhvr>
                                    </p:animEffect>
                                  </p:childTnLst>
                                </p:cTn>
                              </p:par>
                            </p:childTnLst>
                          </p:cTn>
                        </p:par>
                        <p:par>
                          <p:cTn id="8" fill="hold">
                            <p:stCondLst>
                              <p:cond delay="1000"/>
                            </p:stCondLst>
                            <p:childTnLst>
                              <p:par>
                                <p:cTn id="9" presetID="53" presetClass="entr" presetSubtype="16" fill="hold" grpId="0" nodeType="afterEffect">
                                  <p:stCondLst>
                                    <p:cond delay="0"/>
                                  </p:stCondLst>
                                  <p:childTnLst>
                                    <p:set>
                                      <p:cBhvr>
                                        <p:cTn id="10" dur="1" fill="hold">
                                          <p:stCondLst>
                                            <p:cond delay="0"/>
                                          </p:stCondLst>
                                        </p:cTn>
                                        <p:tgtEl>
                                          <p:spTgt spid="54"/>
                                        </p:tgtEl>
                                        <p:attrNameLst>
                                          <p:attrName>style.visibility</p:attrName>
                                        </p:attrNameLst>
                                      </p:cBhvr>
                                      <p:to>
                                        <p:strVal val="visible"/>
                                      </p:to>
                                    </p:set>
                                    <p:anim calcmode="lin" valueType="num">
                                      <p:cBhvr>
                                        <p:cTn id="11" dur="500" fill="hold"/>
                                        <p:tgtEl>
                                          <p:spTgt spid="54"/>
                                        </p:tgtEl>
                                        <p:attrNameLst>
                                          <p:attrName>ppt_w</p:attrName>
                                        </p:attrNameLst>
                                      </p:cBhvr>
                                      <p:tavLst>
                                        <p:tav tm="0">
                                          <p:val>
                                            <p:fltVal val="0"/>
                                          </p:val>
                                        </p:tav>
                                        <p:tav tm="100000">
                                          <p:val>
                                            <p:strVal val="#ppt_w"/>
                                          </p:val>
                                        </p:tav>
                                      </p:tavLst>
                                    </p:anim>
                                    <p:anim calcmode="lin" valueType="num">
                                      <p:cBhvr>
                                        <p:cTn id="12" dur="500" fill="hold"/>
                                        <p:tgtEl>
                                          <p:spTgt spid="54"/>
                                        </p:tgtEl>
                                        <p:attrNameLst>
                                          <p:attrName>ppt_h</p:attrName>
                                        </p:attrNameLst>
                                      </p:cBhvr>
                                      <p:tavLst>
                                        <p:tav tm="0">
                                          <p:val>
                                            <p:fltVal val="0"/>
                                          </p:val>
                                        </p:tav>
                                        <p:tav tm="100000">
                                          <p:val>
                                            <p:strVal val="#ppt_h"/>
                                          </p:val>
                                        </p:tav>
                                      </p:tavLst>
                                    </p:anim>
                                    <p:animEffect transition="in" filter="fade">
                                      <p:cBhvr>
                                        <p:cTn id="13" dur="500"/>
                                        <p:tgtEl>
                                          <p:spTgt spid="54"/>
                                        </p:tgtEl>
                                      </p:cBhvr>
                                    </p:animEffect>
                                  </p:childTnLst>
                                </p:cTn>
                              </p:par>
                            </p:childTnLst>
                          </p:cTn>
                        </p:par>
                        <p:par>
                          <p:cTn id="14" fill="hold">
                            <p:stCondLst>
                              <p:cond delay="1500"/>
                            </p:stCondLst>
                            <p:childTnLst>
                              <p:par>
                                <p:cTn id="15" presetID="22" presetClass="entr" presetSubtype="2" fill="hold" nodeType="afterEffect">
                                  <p:stCondLst>
                                    <p:cond delay="0"/>
                                  </p:stCondLst>
                                  <p:childTnLst>
                                    <p:set>
                                      <p:cBhvr>
                                        <p:cTn id="16" dur="1" fill="hold">
                                          <p:stCondLst>
                                            <p:cond delay="0"/>
                                          </p:stCondLst>
                                        </p:cTn>
                                        <p:tgtEl>
                                          <p:spTgt spid="45"/>
                                        </p:tgtEl>
                                        <p:attrNameLst>
                                          <p:attrName>style.visibility</p:attrName>
                                        </p:attrNameLst>
                                      </p:cBhvr>
                                      <p:to>
                                        <p:strVal val="visible"/>
                                      </p:to>
                                    </p:set>
                                    <p:animEffect transition="in" filter="wipe(right)">
                                      <p:cBhvr>
                                        <p:cTn id="17" dur="500"/>
                                        <p:tgtEl>
                                          <p:spTgt spid="45"/>
                                        </p:tgtEl>
                                      </p:cBhvr>
                                    </p:animEffect>
                                  </p:childTnLst>
                                </p:cTn>
                              </p:par>
                            </p:childTnLst>
                          </p:cTn>
                        </p:par>
                        <p:par>
                          <p:cTn id="18" fill="hold">
                            <p:stCondLst>
                              <p:cond delay="2000"/>
                            </p:stCondLst>
                            <p:childTnLst>
                              <p:par>
                                <p:cTn id="19" presetID="22" presetClass="entr" presetSubtype="2" fill="hold" grpId="0" nodeType="afterEffect">
                                  <p:stCondLst>
                                    <p:cond delay="0"/>
                                  </p:stCondLst>
                                  <p:childTnLst>
                                    <p:set>
                                      <p:cBhvr>
                                        <p:cTn id="20" dur="1" fill="hold">
                                          <p:stCondLst>
                                            <p:cond delay="0"/>
                                          </p:stCondLst>
                                        </p:cTn>
                                        <p:tgtEl>
                                          <p:spTgt spid="47"/>
                                        </p:tgtEl>
                                        <p:attrNameLst>
                                          <p:attrName>style.visibility</p:attrName>
                                        </p:attrNameLst>
                                      </p:cBhvr>
                                      <p:to>
                                        <p:strVal val="visible"/>
                                      </p:to>
                                    </p:set>
                                    <p:animEffect transition="in" filter="wipe(right)">
                                      <p:cBhvr>
                                        <p:cTn id="21" dur="1000"/>
                                        <p:tgtEl>
                                          <p:spTgt spid="47"/>
                                        </p:tgtEl>
                                      </p:cBhvr>
                                    </p:animEffect>
                                  </p:childTnLst>
                                </p:cTn>
                              </p:par>
                            </p:childTnLst>
                          </p:cTn>
                        </p:par>
                        <p:par>
                          <p:cTn id="22" fill="hold">
                            <p:stCondLst>
                              <p:cond delay="3000"/>
                            </p:stCondLst>
                            <p:childTnLst>
                              <p:par>
                                <p:cTn id="23" presetID="22" presetClass="entr" presetSubtype="1" fill="hold" nodeType="afterEffect">
                                  <p:stCondLst>
                                    <p:cond delay="0"/>
                                  </p:stCondLst>
                                  <p:childTnLst>
                                    <p:set>
                                      <p:cBhvr>
                                        <p:cTn id="24" dur="1" fill="hold">
                                          <p:stCondLst>
                                            <p:cond delay="0"/>
                                          </p:stCondLst>
                                        </p:cTn>
                                        <p:tgtEl>
                                          <p:spTgt spid="56"/>
                                        </p:tgtEl>
                                        <p:attrNameLst>
                                          <p:attrName>style.visibility</p:attrName>
                                        </p:attrNameLst>
                                      </p:cBhvr>
                                      <p:to>
                                        <p:strVal val="visible"/>
                                      </p:to>
                                    </p:set>
                                    <p:animEffect transition="in" filter="wipe(up)">
                                      <p:cBhvr>
                                        <p:cTn id="25" dur="1000"/>
                                        <p:tgtEl>
                                          <p:spTgt spid="56"/>
                                        </p:tgtEl>
                                      </p:cBhvr>
                                    </p:animEffect>
                                  </p:childTnLst>
                                </p:cTn>
                              </p:par>
                            </p:childTnLst>
                          </p:cTn>
                        </p:par>
                        <p:par>
                          <p:cTn id="26" fill="hold">
                            <p:stCondLst>
                              <p:cond delay="4000"/>
                            </p:stCondLst>
                            <p:childTnLst>
                              <p:par>
                                <p:cTn id="27" presetID="53" presetClass="entr" presetSubtype="16" fill="hold" grpId="0" nodeType="afterEffect">
                                  <p:stCondLst>
                                    <p:cond delay="0"/>
                                  </p:stCondLst>
                                  <p:childTnLst>
                                    <p:set>
                                      <p:cBhvr>
                                        <p:cTn id="28" dur="1" fill="hold">
                                          <p:stCondLst>
                                            <p:cond delay="0"/>
                                          </p:stCondLst>
                                        </p:cTn>
                                        <p:tgtEl>
                                          <p:spTgt spid="55"/>
                                        </p:tgtEl>
                                        <p:attrNameLst>
                                          <p:attrName>style.visibility</p:attrName>
                                        </p:attrNameLst>
                                      </p:cBhvr>
                                      <p:to>
                                        <p:strVal val="visible"/>
                                      </p:to>
                                    </p:set>
                                    <p:anim calcmode="lin" valueType="num">
                                      <p:cBhvr>
                                        <p:cTn id="29" dur="500" fill="hold"/>
                                        <p:tgtEl>
                                          <p:spTgt spid="55"/>
                                        </p:tgtEl>
                                        <p:attrNameLst>
                                          <p:attrName>ppt_w</p:attrName>
                                        </p:attrNameLst>
                                      </p:cBhvr>
                                      <p:tavLst>
                                        <p:tav tm="0">
                                          <p:val>
                                            <p:fltVal val="0"/>
                                          </p:val>
                                        </p:tav>
                                        <p:tav tm="100000">
                                          <p:val>
                                            <p:strVal val="#ppt_w"/>
                                          </p:val>
                                        </p:tav>
                                      </p:tavLst>
                                    </p:anim>
                                    <p:anim calcmode="lin" valueType="num">
                                      <p:cBhvr>
                                        <p:cTn id="30" dur="500" fill="hold"/>
                                        <p:tgtEl>
                                          <p:spTgt spid="55"/>
                                        </p:tgtEl>
                                        <p:attrNameLst>
                                          <p:attrName>ppt_h</p:attrName>
                                        </p:attrNameLst>
                                      </p:cBhvr>
                                      <p:tavLst>
                                        <p:tav tm="0">
                                          <p:val>
                                            <p:fltVal val="0"/>
                                          </p:val>
                                        </p:tav>
                                        <p:tav tm="100000">
                                          <p:val>
                                            <p:strVal val="#ppt_h"/>
                                          </p:val>
                                        </p:tav>
                                      </p:tavLst>
                                    </p:anim>
                                    <p:animEffect transition="in" filter="fade">
                                      <p:cBhvr>
                                        <p:cTn id="31" dur="500"/>
                                        <p:tgtEl>
                                          <p:spTgt spid="55"/>
                                        </p:tgtEl>
                                      </p:cBhvr>
                                    </p:animEffect>
                                  </p:childTnLst>
                                </p:cTn>
                              </p:par>
                            </p:childTnLst>
                          </p:cTn>
                        </p:par>
                        <p:par>
                          <p:cTn id="32" fill="hold">
                            <p:stCondLst>
                              <p:cond delay="4500"/>
                            </p:stCondLst>
                            <p:childTnLst>
                              <p:par>
                                <p:cTn id="33" presetID="22" presetClass="entr" presetSubtype="8" fill="hold" nodeType="afterEffect">
                                  <p:stCondLst>
                                    <p:cond delay="0"/>
                                  </p:stCondLst>
                                  <p:childTnLst>
                                    <p:set>
                                      <p:cBhvr>
                                        <p:cTn id="34" dur="1" fill="hold">
                                          <p:stCondLst>
                                            <p:cond delay="0"/>
                                          </p:stCondLst>
                                        </p:cTn>
                                        <p:tgtEl>
                                          <p:spTgt spid="46"/>
                                        </p:tgtEl>
                                        <p:attrNameLst>
                                          <p:attrName>style.visibility</p:attrName>
                                        </p:attrNameLst>
                                      </p:cBhvr>
                                      <p:to>
                                        <p:strVal val="visible"/>
                                      </p:to>
                                    </p:set>
                                    <p:animEffect transition="in" filter="wipe(left)">
                                      <p:cBhvr>
                                        <p:cTn id="35" dur="500"/>
                                        <p:tgtEl>
                                          <p:spTgt spid="46"/>
                                        </p:tgtEl>
                                      </p:cBhvr>
                                    </p:animEffect>
                                  </p:childTnLst>
                                </p:cTn>
                              </p:par>
                            </p:childTnLst>
                          </p:cTn>
                        </p:par>
                        <p:par>
                          <p:cTn id="36" fill="hold">
                            <p:stCondLst>
                              <p:cond delay="5000"/>
                            </p:stCondLst>
                            <p:childTnLst>
                              <p:par>
                                <p:cTn id="37" presetID="22" presetClass="entr" presetSubtype="8" fill="hold" grpId="0" nodeType="afterEffect">
                                  <p:stCondLst>
                                    <p:cond delay="0"/>
                                  </p:stCondLst>
                                  <p:childTnLst>
                                    <p:set>
                                      <p:cBhvr>
                                        <p:cTn id="38" dur="1" fill="hold">
                                          <p:stCondLst>
                                            <p:cond delay="0"/>
                                          </p:stCondLst>
                                        </p:cTn>
                                        <p:tgtEl>
                                          <p:spTgt spid="53"/>
                                        </p:tgtEl>
                                        <p:attrNameLst>
                                          <p:attrName>style.visibility</p:attrName>
                                        </p:attrNameLst>
                                      </p:cBhvr>
                                      <p:to>
                                        <p:strVal val="visible"/>
                                      </p:to>
                                    </p:set>
                                    <p:animEffect transition="in" filter="wipe(left)">
                                      <p:cBhvr>
                                        <p:cTn id="39" dur="1000"/>
                                        <p:tgtEl>
                                          <p:spTgt spid="53"/>
                                        </p:tgtEl>
                                      </p:cBhvr>
                                    </p:animEffect>
                                  </p:childTnLst>
                                </p:cTn>
                              </p:par>
                            </p:childTnLst>
                          </p:cTn>
                        </p:par>
                        <p:par>
                          <p:cTn id="40" fill="hold">
                            <p:stCondLst>
                              <p:cond delay="6000"/>
                            </p:stCondLst>
                            <p:childTnLst>
                              <p:par>
                                <p:cTn id="41" presetID="22" presetClass="entr" presetSubtype="1" fill="hold" nodeType="afterEffect">
                                  <p:stCondLst>
                                    <p:cond delay="0"/>
                                  </p:stCondLst>
                                  <p:childTnLst>
                                    <p:set>
                                      <p:cBhvr>
                                        <p:cTn id="42" dur="1" fill="hold">
                                          <p:stCondLst>
                                            <p:cond delay="0"/>
                                          </p:stCondLst>
                                        </p:cTn>
                                        <p:tgtEl>
                                          <p:spTgt spid="57"/>
                                        </p:tgtEl>
                                        <p:attrNameLst>
                                          <p:attrName>style.visibility</p:attrName>
                                        </p:attrNameLst>
                                      </p:cBhvr>
                                      <p:to>
                                        <p:strVal val="visible"/>
                                      </p:to>
                                    </p:set>
                                    <p:animEffect transition="in" filter="wipe(up)">
                                      <p:cBhvr>
                                        <p:cTn id="43" dur="1000"/>
                                        <p:tgtEl>
                                          <p:spTgt spid="57"/>
                                        </p:tgtEl>
                                      </p:cBhvr>
                                    </p:animEffect>
                                  </p:childTnLst>
                                </p:cTn>
                              </p:par>
                            </p:childTnLst>
                          </p:cTn>
                        </p:par>
                        <p:par>
                          <p:cTn id="44" fill="hold">
                            <p:stCondLst>
                              <p:cond delay="7000"/>
                            </p:stCondLst>
                            <p:childTnLst>
                              <p:par>
                                <p:cTn id="45" presetID="53" presetClass="entr" presetSubtype="16" fill="hold" grpId="0" nodeType="afterEffect">
                                  <p:stCondLst>
                                    <p:cond delay="0"/>
                                  </p:stCondLst>
                                  <p:childTnLst>
                                    <p:set>
                                      <p:cBhvr>
                                        <p:cTn id="46" dur="1" fill="hold">
                                          <p:stCondLst>
                                            <p:cond delay="0"/>
                                          </p:stCondLst>
                                        </p:cTn>
                                        <p:tgtEl>
                                          <p:spTgt spid="2"/>
                                        </p:tgtEl>
                                        <p:attrNameLst>
                                          <p:attrName>style.visibility</p:attrName>
                                        </p:attrNameLst>
                                      </p:cBhvr>
                                      <p:to>
                                        <p:strVal val="visible"/>
                                      </p:to>
                                    </p:set>
                                    <p:anim calcmode="lin" valueType="num">
                                      <p:cBhvr>
                                        <p:cTn id="47" dur="500" fill="hold"/>
                                        <p:tgtEl>
                                          <p:spTgt spid="2"/>
                                        </p:tgtEl>
                                        <p:attrNameLst>
                                          <p:attrName>ppt_w</p:attrName>
                                        </p:attrNameLst>
                                      </p:cBhvr>
                                      <p:tavLst>
                                        <p:tav tm="0">
                                          <p:val>
                                            <p:fltVal val="0"/>
                                          </p:val>
                                        </p:tav>
                                        <p:tav tm="100000">
                                          <p:val>
                                            <p:strVal val="#ppt_w"/>
                                          </p:val>
                                        </p:tav>
                                      </p:tavLst>
                                    </p:anim>
                                    <p:anim calcmode="lin" valueType="num">
                                      <p:cBhvr>
                                        <p:cTn id="48" dur="500" fill="hold"/>
                                        <p:tgtEl>
                                          <p:spTgt spid="2"/>
                                        </p:tgtEl>
                                        <p:attrNameLst>
                                          <p:attrName>ppt_h</p:attrName>
                                        </p:attrNameLst>
                                      </p:cBhvr>
                                      <p:tavLst>
                                        <p:tav tm="0">
                                          <p:val>
                                            <p:fltVal val="0"/>
                                          </p:val>
                                        </p:tav>
                                        <p:tav tm="100000">
                                          <p:val>
                                            <p:strVal val="#ppt_h"/>
                                          </p:val>
                                        </p:tav>
                                      </p:tavLst>
                                    </p:anim>
                                    <p:animEffect transition="in" filter="fade">
                                      <p:cBhvr>
                                        <p:cTn id="49" dur="500"/>
                                        <p:tgtEl>
                                          <p:spTgt spid="2"/>
                                        </p:tgtEl>
                                      </p:cBhvr>
                                    </p:animEffect>
                                  </p:childTnLst>
                                </p:cTn>
                              </p:par>
                            </p:childTnLst>
                          </p:cTn>
                        </p:par>
                        <p:par>
                          <p:cTn id="50" fill="hold">
                            <p:stCondLst>
                              <p:cond delay="7500"/>
                            </p:stCondLst>
                            <p:childTnLst>
                              <p:par>
                                <p:cTn id="51" presetID="22" presetClass="entr" presetSubtype="2" fill="hold" nodeType="afterEffect">
                                  <p:stCondLst>
                                    <p:cond delay="0"/>
                                  </p:stCondLst>
                                  <p:childTnLst>
                                    <p:set>
                                      <p:cBhvr>
                                        <p:cTn id="52" dur="1" fill="hold">
                                          <p:stCondLst>
                                            <p:cond delay="0"/>
                                          </p:stCondLst>
                                        </p:cTn>
                                        <p:tgtEl>
                                          <p:spTgt spid="58"/>
                                        </p:tgtEl>
                                        <p:attrNameLst>
                                          <p:attrName>style.visibility</p:attrName>
                                        </p:attrNameLst>
                                      </p:cBhvr>
                                      <p:to>
                                        <p:strVal val="visible"/>
                                      </p:to>
                                    </p:set>
                                    <p:animEffect transition="in" filter="wipe(right)">
                                      <p:cBhvr>
                                        <p:cTn id="53" dur="500"/>
                                        <p:tgtEl>
                                          <p:spTgt spid="58"/>
                                        </p:tgtEl>
                                      </p:cBhvr>
                                    </p:animEffect>
                                  </p:childTnLst>
                                </p:cTn>
                              </p:par>
                            </p:childTnLst>
                          </p:cTn>
                        </p:par>
                        <p:par>
                          <p:cTn id="54" fill="hold">
                            <p:stCondLst>
                              <p:cond delay="8000"/>
                            </p:stCondLst>
                            <p:childTnLst>
                              <p:par>
                                <p:cTn id="55" presetID="22" presetClass="entr" presetSubtype="2" fill="hold" grpId="0" nodeType="afterEffect">
                                  <p:stCondLst>
                                    <p:cond delay="0"/>
                                  </p:stCondLst>
                                  <p:childTnLst>
                                    <p:set>
                                      <p:cBhvr>
                                        <p:cTn id="56" dur="1" fill="hold">
                                          <p:stCondLst>
                                            <p:cond delay="0"/>
                                          </p:stCondLst>
                                        </p:cTn>
                                        <p:tgtEl>
                                          <p:spTgt spid="59"/>
                                        </p:tgtEl>
                                        <p:attrNameLst>
                                          <p:attrName>style.visibility</p:attrName>
                                        </p:attrNameLst>
                                      </p:cBhvr>
                                      <p:to>
                                        <p:strVal val="visible"/>
                                      </p:to>
                                    </p:set>
                                    <p:animEffect transition="in" filter="wipe(right)">
                                      <p:cBhvr>
                                        <p:cTn id="57" dur="1000"/>
                                        <p:tgtEl>
                                          <p:spTgt spid="59"/>
                                        </p:tgtEl>
                                      </p:cBhvr>
                                    </p:animEffect>
                                  </p:childTnLst>
                                </p:cTn>
                              </p:par>
                            </p:childTnLst>
                          </p:cTn>
                        </p:par>
                        <p:par>
                          <p:cTn id="58" fill="hold">
                            <p:stCondLst>
                              <p:cond delay="9000"/>
                            </p:stCondLst>
                            <p:childTnLst>
                              <p:par>
                                <p:cTn id="59" presetID="22" presetClass="entr" presetSubtype="1" fill="hold" nodeType="afterEffect">
                                  <p:stCondLst>
                                    <p:cond delay="0"/>
                                  </p:stCondLst>
                                  <p:childTnLst>
                                    <p:set>
                                      <p:cBhvr>
                                        <p:cTn id="60" dur="1" fill="hold">
                                          <p:stCondLst>
                                            <p:cond delay="0"/>
                                          </p:stCondLst>
                                        </p:cTn>
                                        <p:tgtEl>
                                          <p:spTgt spid="60"/>
                                        </p:tgtEl>
                                        <p:attrNameLst>
                                          <p:attrName>style.visibility</p:attrName>
                                        </p:attrNameLst>
                                      </p:cBhvr>
                                      <p:to>
                                        <p:strVal val="visible"/>
                                      </p:to>
                                    </p:set>
                                    <p:animEffect transition="in" filter="wipe(up)">
                                      <p:cBhvr>
                                        <p:cTn id="61" dur="1000"/>
                                        <p:tgtEl>
                                          <p:spTgt spid="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p:bldP spid="53" grpId="0"/>
      <p:bldP spid="54" grpId="0"/>
      <p:bldP spid="55" grpId="0"/>
      <p:bldP spid="2" grpId="0"/>
      <p:bldP spid="59" grpId="0"/>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9" name="Straight Connector 18"/>
          <p:cNvCxnSpPr/>
          <p:nvPr/>
        </p:nvCxnSpPr>
        <p:spPr>
          <a:xfrm flipH="1">
            <a:off x="6151800" y="0"/>
            <a:ext cx="6154" cy="2471492"/>
          </a:xfrm>
          <a:prstGeom prst="line">
            <a:avLst/>
          </a:prstGeom>
          <a:ln w="101600" cmpd="dbl">
            <a:solidFill>
              <a:schemeClr val="bg2">
                <a:lumMod val="75000"/>
              </a:schemeClr>
            </a:solidFill>
            <a:prstDash val="solid"/>
            <a:headEnd type="oval" w="sm" len="sm"/>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p:nvCxnSpPr>
        <p:spPr>
          <a:xfrm>
            <a:off x="4781516" y="2831041"/>
            <a:ext cx="1080000" cy="3215"/>
          </a:xfrm>
          <a:prstGeom prst="line">
            <a:avLst/>
          </a:prstGeom>
          <a:ln w="25400">
            <a:solidFill>
              <a:schemeClr val="bg1">
                <a:lumMod val="75000"/>
              </a:schemeClr>
            </a:solidFill>
            <a:prstDash val="solid"/>
            <a:headEnd type="oval" w="lg" len="lg"/>
            <a:tailEnd type="ova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6529169" y="4627638"/>
            <a:ext cx="1080000" cy="3215"/>
          </a:xfrm>
          <a:prstGeom prst="line">
            <a:avLst/>
          </a:prstGeom>
          <a:ln w="25400">
            <a:solidFill>
              <a:schemeClr val="bg1">
                <a:lumMod val="75000"/>
              </a:schemeClr>
            </a:solidFill>
            <a:prstDash val="solid"/>
            <a:headEnd type="oval"/>
            <a:tailEnd type="oval" w="lg" len="lg"/>
          </a:ln>
        </p:spPr>
        <p:style>
          <a:lnRef idx="1">
            <a:schemeClr val="accent1"/>
          </a:lnRef>
          <a:fillRef idx="0">
            <a:schemeClr val="accent1"/>
          </a:fillRef>
          <a:effectRef idx="0">
            <a:schemeClr val="accent1"/>
          </a:effectRef>
          <a:fontRef idx="minor">
            <a:schemeClr val="tx1"/>
          </a:fontRef>
        </p:style>
      </p:cxnSp>
      <p:sp>
        <p:nvSpPr>
          <p:cNvPr id="39" name="Content Placeholder 2"/>
          <p:cNvSpPr txBox="1">
            <a:spLocks/>
          </p:cNvSpPr>
          <p:nvPr/>
        </p:nvSpPr>
        <p:spPr>
          <a:xfrm>
            <a:off x="139357" y="2327110"/>
            <a:ext cx="4481381" cy="2238898"/>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rtl="1" fontAlgn="auto">
              <a:buClr>
                <a:srgbClr val="5B9BD5">
                  <a:lumMod val="75000"/>
                </a:srgbClr>
              </a:buClr>
              <a:defRPr/>
            </a:pPr>
            <a:r>
              <a:rPr lang="ar-SA" sz="3200" b="1" u="sng" dirty="0" smtClean="0">
                <a:solidFill>
                  <a:srgbClr val="FFC000"/>
                </a:solidFill>
                <a:ea typeface="Roboto" panose="02000000000000000000" pitchFamily="2" charset="0"/>
              </a:rPr>
              <a:t>‌اختراع </a:t>
            </a:r>
            <a:r>
              <a:rPr lang="id-ID" sz="3200" b="1" u="sng" dirty="0">
                <a:solidFill>
                  <a:srgbClr val="FFC000"/>
                </a:solidFill>
                <a:ea typeface="Roboto" panose="02000000000000000000" pitchFamily="2" charset="0"/>
              </a:rPr>
              <a:t>Cognitoys</a:t>
            </a:r>
            <a:r>
              <a:rPr lang="id-ID" sz="3200" b="1" u="sng" dirty="0" smtClean="0">
                <a:solidFill>
                  <a:srgbClr val="FFC000"/>
                </a:solidFill>
                <a:ea typeface="Roboto" panose="02000000000000000000" pitchFamily="2" charset="0"/>
              </a:rPr>
              <a:t>:</a:t>
            </a:r>
            <a:endParaRPr lang="en-US" sz="3200" b="1" u="sng" dirty="0" smtClean="0">
              <a:solidFill>
                <a:srgbClr val="FFC000"/>
              </a:solidFill>
              <a:ea typeface="Roboto" panose="02000000000000000000" pitchFamily="2" charset="0"/>
            </a:endParaRPr>
          </a:p>
          <a:p>
            <a:pPr fontAlgn="auto">
              <a:buClr>
                <a:srgbClr val="5B9BD5">
                  <a:lumMod val="75000"/>
                </a:srgbClr>
              </a:buClr>
              <a:defRPr/>
            </a:pPr>
            <a:r>
              <a:rPr lang="ar-SA" sz="2400" b="1" dirty="0">
                <a:ea typeface="Roboto" panose="02000000000000000000" pitchFamily="2" charset="0"/>
              </a:rPr>
              <a:t>لعبة تعليمية وتفاعلية للأطفال، إذ بمقدورها أن تحدد شخصية الطفل والكيفية المناسبة للتعامل معه، ولها القدرة على الإجابة على كل أسئلة الطفل لأنها لعبة ناطقة</a:t>
            </a:r>
            <a:endParaRPr lang="id-ID" sz="2400" b="1" dirty="0">
              <a:ea typeface="Roboto" panose="02000000000000000000" pitchFamily="2" charset="0"/>
            </a:endParaRPr>
          </a:p>
        </p:txBody>
      </p:sp>
      <p:sp>
        <p:nvSpPr>
          <p:cNvPr id="48" name="Content Placeholder 2"/>
          <p:cNvSpPr txBox="1">
            <a:spLocks/>
          </p:cNvSpPr>
          <p:nvPr/>
        </p:nvSpPr>
        <p:spPr>
          <a:xfrm>
            <a:off x="7687688" y="4465329"/>
            <a:ext cx="4180462" cy="1873368"/>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rtl="1" fontAlgn="auto">
              <a:buClr>
                <a:srgbClr val="5B9BD5">
                  <a:lumMod val="75000"/>
                </a:srgbClr>
              </a:buClr>
              <a:defRPr/>
            </a:pPr>
            <a:r>
              <a:rPr lang="ar-SA" sz="3200" b="1" u="sng" dirty="0" smtClean="0">
                <a:solidFill>
                  <a:srgbClr val="ED7D31"/>
                </a:solidFill>
                <a:ea typeface="Roboto" panose="02000000000000000000" pitchFamily="2" charset="0"/>
              </a:rPr>
              <a:t>اختراع </a:t>
            </a:r>
            <a:r>
              <a:rPr lang="id-ID" sz="3200" b="1" u="sng" dirty="0">
                <a:solidFill>
                  <a:srgbClr val="ED7D31"/>
                </a:solidFill>
                <a:ea typeface="Roboto" panose="02000000000000000000" pitchFamily="2" charset="0"/>
              </a:rPr>
              <a:t>Pantelligent</a:t>
            </a:r>
            <a:r>
              <a:rPr lang="id-ID" sz="3200" b="1" u="sng" dirty="0" smtClean="0">
                <a:solidFill>
                  <a:srgbClr val="ED7D31"/>
                </a:solidFill>
                <a:ea typeface="Roboto" panose="02000000000000000000" pitchFamily="2" charset="0"/>
              </a:rPr>
              <a:t>:</a:t>
            </a:r>
            <a:endParaRPr lang="en-US" sz="3200" b="1" u="sng" dirty="0" smtClean="0">
              <a:solidFill>
                <a:srgbClr val="ED7D31"/>
              </a:solidFill>
              <a:ea typeface="Roboto" panose="02000000000000000000" pitchFamily="2" charset="0"/>
            </a:endParaRPr>
          </a:p>
          <a:p>
            <a:pPr algn="l" fontAlgn="auto">
              <a:buClr>
                <a:srgbClr val="5B9BD5">
                  <a:lumMod val="75000"/>
                </a:srgbClr>
              </a:buClr>
              <a:defRPr/>
            </a:pPr>
            <a:r>
              <a:rPr lang="ar-SA" sz="2400" b="1" dirty="0">
                <a:ea typeface="Roboto" panose="02000000000000000000" pitchFamily="2" charset="0"/>
              </a:rPr>
              <a:t>مقلاة ذكية مرتبطة بالهاتف الذكي عبر تقنية "البلوتوث" لتقدم تعليمات مباشرة للطبخ</a:t>
            </a:r>
            <a:endParaRPr lang="id-ID" sz="2400" b="1" dirty="0">
              <a:ea typeface="Roboto" panose="02000000000000000000" pitchFamily="2" charset="0"/>
            </a:endParaRPr>
          </a:p>
        </p:txBody>
      </p:sp>
      <p:sp>
        <p:nvSpPr>
          <p:cNvPr id="51" name="Freeform 50"/>
          <p:cNvSpPr/>
          <p:nvPr/>
        </p:nvSpPr>
        <p:spPr>
          <a:xfrm>
            <a:off x="5823178" y="2615426"/>
            <a:ext cx="684447" cy="493118"/>
          </a:xfrm>
          <a:custGeom>
            <a:avLst/>
            <a:gdLst>
              <a:gd name="connsiteX0" fmla="*/ 0 w 1799993"/>
              <a:gd name="connsiteY0" fmla="*/ 899997 h 1799993"/>
              <a:gd name="connsiteX1" fmla="*/ 899997 w 1799993"/>
              <a:gd name="connsiteY1" fmla="*/ 0 h 1799993"/>
              <a:gd name="connsiteX2" fmla="*/ 1799994 w 1799993"/>
              <a:gd name="connsiteY2" fmla="*/ 899997 h 1799993"/>
              <a:gd name="connsiteX3" fmla="*/ 899997 w 1799993"/>
              <a:gd name="connsiteY3" fmla="*/ 1799994 h 1799993"/>
              <a:gd name="connsiteX4" fmla="*/ 0 w 1799993"/>
              <a:gd name="connsiteY4" fmla="*/ 899997 h 17999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9993" h="1799993">
                <a:moveTo>
                  <a:pt x="0" y="899997"/>
                </a:moveTo>
                <a:cubicBezTo>
                  <a:pt x="0" y="402942"/>
                  <a:pt x="402942" y="0"/>
                  <a:pt x="899997" y="0"/>
                </a:cubicBezTo>
                <a:cubicBezTo>
                  <a:pt x="1397052" y="0"/>
                  <a:pt x="1799994" y="402942"/>
                  <a:pt x="1799994" y="899997"/>
                </a:cubicBezTo>
                <a:cubicBezTo>
                  <a:pt x="1799994" y="1397052"/>
                  <a:pt x="1397052" y="1799994"/>
                  <a:pt x="899997" y="1799994"/>
                </a:cubicBezTo>
                <a:cubicBezTo>
                  <a:pt x="402942" y="1799994"/>
                  <a:pt x="0" y="1397052"/>
                  <a:pt x="0" y="899997"/>
                </a:cubicBezTo>
                <a:close/>
              </a:path>
            </a:pathLst>
          </a:custGeom>
          <a:noFill/>
          <a:ln w="25400">
            <a:noFill/>
          </a:ln>
        </p:spPr>
        <p:style>
          <a:lnRef idx="2">
            <a:scrgbClr r="0" g="0" b="0"/>
          </a:lnRef>
          <a:fillRef idx="1">
            <a:scrgbClr r="0" g="0" b="0"/>
          </a:fillRef>
          <a:effectRef idx="0">
            <a:schemeClr val="accent1">
              <a:alpha val="50000"/>
              <a:hueOff val="0"/>
              <a:satOff val="0"/>
              <a:lumOff val="0"/>
              <a:alphaOff val="0"/>
            </a:schemeClr>
          </a:effectRef>
          <a:fontRef idx="minor">
            <a:schemeClr val="tx1"/>
          </a:fontRef>
        </p:style>
        <p:txBody>
          <a:bodyPr spcFirstLastPara="0" vert="horz" wrap="square" lIns="406664" tIns="319483" rIns="406664" bIns="319483" numCol="1" spcCol="1270" anchor="ctr" anchorCtr="0">
            <a:noAutofit/>
          </a:bodyPr>
          <a:lstStyle/>
          <a:p>
            <a:pPr algn="ctr" defTabSz="1955800" fontAlgn="auto">
              <a:lnSpc>
                <a:spcPct val="90000"/>
              </a:lnSpc>
              <a:spcAft>
                <a:spcPct val="35000"/>
              </a:spcAft>
            </a:pPr>
            <a:r>
              <a:rPr lang="ar-SA" sz="4800" dirty="0" smtClean="0">
                <a:solidFill>
                  <a:srgbClr val="FFC000"/>
                </a:solidFill>
                <a:latin typeface="FontAwesome" pitchFamily="2" charset="0"/>
              </a:rPr>
              <a:t>ز</a:t>
            </a:r>
            <a:endParaRPr lang="id-ID" sz="4800" dirty="0">
              <a:solidFill>
                <a:srgbClr val="FFC000"/>
              </a:solidFill>
              <a:latin typeface="FontAwesome" pitchFamily="2" charset="0"/>
            </a:endParaRPr>
          </a:p>
        </p:txBody>
      </p:sp>
      <p:sp>
        <p:nvSpPr>
          <p:cNvPr id="52" name="Freeform 51"/>
          <p:cNvSpPr/>
          <p:nvPr/>
        </p:nvSpPr>
        <p:spPr>
          <a:xfrm>
            <a:off x="5830245" y="4071792"/>
            <a:ext cx="684447" cy="988432"/>
          </a:xfrm>
          <a:custGeom>
            <a:avLst/>
            <a:gdLst>
              <a:gd name="connsiteX0" fmla="*/ 0 w 1799993"/>
              <a:gd name="connsiteY0" fmla="*/ 899997 h 1799993"/>
              <a:gd name="connsiteX1" fmla="*/ 899997 w 1799993"/>
              <a:gd name="connsiteY1" fmla="*/ 0 h 1799993"/>
              <a:gd name="connsiteX2" fmla="*/ 1799994 w 1799993"/>
              <a:gd name="connsiteY2" fmla="*/ 899997 h 1799993"/>
              <a:gd name="connsiteX3" fmla="*/ 899997 w 1799993"/>
              <a:gd name="connsiteY3" fmla="*/ 1799994 h 1799993"/>
              <a:gd name="connsiteX4" fmla="*/ 0 w 1799993"/>
              <a:gd name="connsiteY4" fmla="*/ 899997 h 17999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9993" h="1799993">
                <a:moveTo>
                  <a:pt x="0" y="899997"/>
                </a:moveTo>
                <a:cubicBezTo>
                  <a:pt x="0" y="402942"/>
                  <a:pt x="402942" y="0"/>
                  <a:pt x="899997" y="0"/>
                </a:cubicBezTo>
                <a:cubicBezTo>
                  <a:pt x="1397052" y="0"/>
                  <a:pt x="1799994" y="402942"/>
                  <a:pt x="1799994" y="899997"/>
                </a:cubicBezTo>
                <a:cubicBezTo>
                  <a:pt x="1799994" y="1397052"/>
                  <a:pt x="1397052" y="1799994"/>
                  <a:pt x="899997" y="1799994"/>
                </a:cubicBezTo>
                <a:cubicBezTo>
                  <a:pt x="402942" y="1799994"/>
                  <a:pt x="0" y="1397052"/>
                  <a:pt x="0" y="899997"/>
                </a:cubicBezTo>
                <a:close/>
              </a:path>
            </a:pathLst>
          </a:custGeom>
          <a:noFill/>
          <a:ln w="25400">
            <a:noFill/>
          </a:ln>
        </p:spPr>
        <p:style>
          <a:lnRef idx="2">
            <a:scrgbClr r="0" g="0" b="0"/>
          </a:lnRef>
          <a:fillRef idx="1">
            <a:scrgbClr r="0" g="0" b="0"/>
          </a:fillRef>
          <a:effectRef idx="0">
            <a:schemeClr val="accent1">
              <a:alpha val="50000"/>
              <a:hueOff val="0"/>
              <a:satOff val="0"/>
              <a:lumOff val="0"/>
              <a:alphaOff val="0"/>
            </a:schemeClr>
          </a:effectRef>
          <a:fontRef idx="minor">
            <a:schemeClr val="tx1"/>
          </a:fontRef>
        </p:style>
        <p:txBody>
          <a:bodyPr spcFirstLastPara="0" vert="horz" wrap="square" lIns="406664" tIns="319483" rIns="406664" bIns="319483" numCol="1" spcCol="1270" anchor="ctr" anchorCtr="0">
            <a:noAutofit/>
          </a:bodyPr>
          <a:lstStyle/>
          <a:p>
            <a:pPr algn="ctr" defTabSz="1955800" fontAlgn="auto">
              <a:lnSpc>
                <a:spcPct val="90000"/>
              </a:lnSpc>
              <a:spcAft>
                <a:spcPct val="35000"/>
              </a:spcAft>
            </a:pPr>
            <a:r>
              <a:rPr lang="ar-SA" sz="4400" dirty="0" smtClean="0">
                <a:solidFill>
                  <a:srgbClr val="ED7D31"/>
                </a:solidFill>
                <a:latin typeface="FontAwesome" pitchFamily="2" charset="0"/>
              </a:rPr>
              <a:t>ح</a:t>
            </a:r>
            <a:endParaRPr lang="id-ID" sz="4800" dirty="0">
              <a:solidFill>
                <a:srgbClr val="ED7D31"/>
              </a:solidFill>
              <a:latin typeface="FontAwesome" pitchFamily="2" charset="0"/>
            </a:endParaRPr>
          </a:p>
        </p:txBody>
      </p:sp>
      <p:cxnSp>
        <p:nvCxnSpPr>
          <p:cNvPr id="26" name="Straight Connector 25"/>
          <p:cNvCxnSpPr/>
          <p:nvPr/>
        </p:nvCxnSpPr>
        <p:spPr>
          <a:xfrm>
            <a:off x="6151800" y="3255751"/>
            <a:ext cx="0" cy="979379"/>
          </a:xfrm>
          <a:prstGeom prst="line">
            <a:avLst/>
          </a:prstGeom>
          <a:ln w="101600" cmpd="dbl">
            <a:solidFill>
              <a:schemeClr val="bg2">
                <a:lumMod val="75000"/>
              </a:schemeClr>
            </a:solidFill>
            <a:prstDash val="solid"/>
            <a:headEnd type="none" w="med" len="med"/>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a:off x="6157954" y="4911184"/>
            <a:ext cx="0" cy="1549914"/>
          </a:xfrm>
          <a:prstGeom prst="line">
            <a:avLst/>
          </a:prstGeom>
          <a:ln w="101600" cmpd="dbl">
            <a:solidFill>
              <a:schemeClr val="bg2">
                <a:lumMod val="75000"/>
              </a:schemeClr>
            </a:solidFill>
            <a:prstDash val="solid"/>
            <a:headEnd type="non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5187092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after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wipe(up)">
                                      <p:cBhvr>
                                        <p:cTn id="7" dur="600"/>
                                        <p:tgtEl>
                                          <p:spTgt spid="19"/>
                                        </p:tgtEl>
                                      </p:cBhvr>
                                    </p:animEffect>
                                  </p:childTnLst>
                                </p:cTn>
                              </p:par>
                            </p:childTnLst>
                          </p:cTn>
                        </p:par>
                        <p:par>
                          <p:cTn id="8" fill="hold">
                            <p:stCondLst>
                              <p:cond delay="600"/>
                            </p:stCondLst>
                            <p:childTnLst>
                              <p:par>
                                <p:cTn id="9" presetID="53" presetClass="entr" presetSubtype="16" fill="hold" grpId="0" nodeType="afterEffect">
                                  <p:stCondLst>
                                    <p:cond delay="0"/>
                                  </p:stCondLst>
                                  <p:childTnLst>
                                    <p:set>
                                      <p:cBhvr>
                                        <p:cTn id="10" dur="1" fill="hold">
                                          <p:stCondLst>
                                            <p:cond delay="0"/>
                                          </p:stCondLst>
                                        </p:cTn>
                                        <p:tgtEl>
                                          <p:spTgt spid="51"/>
                                        </p:tgtEl>
                                        <p:attrNameLst>
                                          <p:attrName>style.visibility</p:attrName>
                                        </p:attrNameLst>
                                      </p:cBhvr>
                                      <p:to>
                                        <p:strVal val="visible"/>
                                      </p:to>
                                    </p:set>
                                    <p:anim calcmode="lin" valueType="num">
                                      <p:cBhvr>
                                        <p:cTn id="11" dur="500" fill="hold"/>
                                        <p:tgtEl>
                                          <p:spTgt spid="51"/>
                                        </p:tgtEl>
                                        <p:attrNameLst>
                                          <p:attrName>ppt_w</p:attrName>
                                        </p:attrNameLst>
                                      </p:cBhvr>
                                      <p:tavLst>
                                        <p:tav tm="0">
                                          <p:val>
                                            <p:fltVal val="0"/>
                                          </p:val>
                                        </p:tav>
                                        <p:tav tm="100000">
                                          <p:val>
                                            <p:strVal val="#ppt_w"/>
                                          </p:val>
                                        </p:tav>
                                      </p:tavLst>
                                    </p:anim>
                                    <p:anim calcmode="lin" valueType="num">
                                      <p:cBhvr>
                                        <p:cTn id="12" dur="500" fill="hold"/>
                                        <p:tgtEl>
                                          <p:spTgt spid="51"/>
                                        </p:tgtEl>
                                        <p:attrNameLst>
                                          <p:attrName>ppt_h</p:attrName>
                                        </p:attrNameLst>
                                      </p:cBhvr>
                                      <p:tavLst>
                                        <p:tav tm="0">
                                          <p:val>
                                            <p:fltVal val="0"/>
                                          </p:val>
                                        </p:tav>
                                        <p:tav tm="100000">
                                          <p:val>
                                            <p:strVal val="#ppt_h"/>
                                          </p:val>
                                        </p:tav>
                                      </p:tavLst>
                                    </p:anim>
                                    <p:animEffect transition="in" filter="fade">
                                      <p:cBhvr>
                                        <p:cTn id="13" dur="500"/>
                                        <p:tgtEl>
                                          <p:spTgt spid="51"/>
                                        </p:tgtEl>
                                      </p:cBhvr>
                                    </p:animEffect>
                                  </p:childTnLst>
                                </p:cTn>
                              </p:par>
                            </p:childTnLst>
                          </p:cTn>
                        </p:par>
                        <p:par>
                          <p:cTn id="14" fill="hold">
                            <p:stCondLst>
                              <p:cond delay="1100"/>
                            </p:stCondLst>
                            <p:childTnLst>
                              <p:par>
                                <p:cTn id="15" presetID="22" presetClass="entr" presetSubtype="2" fill="hold" nodeType="afterEffect">
                                  <p:stCondLst>
                                    <p:cond delay="0"/>
                                  </p:stCondLst>
                                  <p:childTnLst>
                                    <p:set>
                                      <p:cBhvr>
                                        <p:cTn id="16" dur="1" fill="hold">
                                          <p:stCondLst>
                                            <p:cond delay="0"/>
                                          </p:stCondLst>
                                        </p:cTn>
                                        <p:tgtEl>
                                          <p:spTgt spid="23"/>
                                        </p:tgtEl>
                                        <p:attrNameLst>
                                          <p:attrName>style.visibility</p:attrName>
                                        </p:attrNameLst>
                                      </p:cBhvr>
                                      <p:to>
                                        <p:strVal val="visible"/>
                                      </p:to>
                                    </p:set>
                                    <p:animEffect transition="in" filter="wipe(right)">
                                      <p:cBhvr>
                                        <p:cTn id="17" dur="500"/>
                                        <p:tgtEl>
                                          <p:spTgt spid="23"/>
                                        </p:tgtEl>
                                      </p:cBhvr>
                                    </p:animEffect>
                                  </p:childTnLst>
                                </p:cTn>
                              </p:par>
                            </p:childTnLst>
                          </p:cTn>
                        </p:par>
                        <p:par>
                          <p:cTn id="18" fill="hold">
                            <p:stCondLst>
                              <p:cond delay="1600"/>
                            </p:stCondLst>
                            <p:childTnLst>
                              <p:par>
                                <p:cTn id="19" presetID="22" presetClass="entr" presetSubtype="2" fill="hold" grpId="0" nodeType="afterEffect">
                                  <p:stCondLst>
                                    <p:cond delay="0"/>
                                  </p:stCondLst>
                                  <p:childTnLst>
                                    <p:set>
                                      <p:cBhvr>
                                        <p:cTn id="20" dur="1" fill="hold">
                                          <p:stCondLst>
                                            <p:cond delay="0"/>
                                          </p:stCondLst>
                                        </p:cTn>
                                        <p:tgtEl>
                                          <p:spTgt spid="39"/>
                                        </p:tgtEl>
                                        <p:attrNameLst>
                                          <p:attrName>style.visibility</p:attrName>
                                        </p:attrNameLst>
                                      </p:cBhvr>
                                      <p:to>
                                        <p:strVal val="visible"/>
                                      </p:to>
                                    </p:set>
                                    <p:animEffect transition="in" filter="wipe(right)">
                                      <p:cBhvr>
                                        <p:cTn id="21" dur="1000"/>
                                        <p:tgtEl>
                                          <p:spTgt spid="39"/>
                                        </p:tgtEl>
                                      </p:cBhvr>
                                    </p:animEffect>
                                  </p:childTnLst>
                                </p:cTn>
                              </p:par>
                            </p:childTnLst>
                          </p:cTn>
                        </p:par>
                        <p:par>
                          <p:cTn id="22" fill="hold">
                            <p:stCondLst>
                              <p:cond delay="2600"/>
                            </p:stCondLst>
                            <p:childTnLst>
                              <p:par>
                                <p:cTn id="23" presetID="22" presetClass="entr" presetSubtype="1" fill="hold" nodeType="afterEffect">
                                  <p:stCondLst>
                                    <p:cond delay="0"/>
                                  </p:stCondLst>
                                  <p:childTnLst>
                                    <p:set>
                                      <p:cBhvr>
                                        <p:cTn id="24" dur="1" fill="hold">
                                          <p:stCondLst>
                                            <p:cond delay="0"/>
                                          </p:stCondLst>
                                        </p:cTn>
                                        <p:tgtEl>
                                          <p:spTgt spid="26"/>
                                        </p:tgtEl>
                                        <p:attrNameLst>
                                          <p:attrName>style.visibility</p:attrName>
                                        </p:attrNameLst>
                                      </p:cBhvr>
                                      <p:to>
                                        <p:strVal val="visible"/>
                                      </p:to>
                                    </p:set>
                                    <p:animEffect transition="in" filter="wipe(up)">
                                      <p:cBhvr>
                                        <p:cTn id="25" dur="900"/>
                                        <p:tgtEl>
                                          <p:spTgt spid="26"/>
                                        </p:tgtEl>
                                      </p:cBhvr>
                                    </p:animEffect>
                                  </p:childTnLst>
                                </p:cTn>
                              </p:par>
                            </p:childTnLst>
                          </p:cTn>
                        </p:par>
                        <p:par>
                          <p:cTn id="26" fill="hold">
                            <p:stCondLst>
                              <p:cond delay="3500"/>
                            </p:stCondLst>
                            <p:childTnLst>
                              <p:par>
                                <p:cTn id="27" presetID="53" presetClass="entr" presetSubtype="16" fill="hold" grpId="0" nodeType="afterEffect">
                                  <p:stCondLst>
                                    <p:cond delay="0"/>
                                  </p:stCondLst>
                                  <p:childTnLst>
                                    <p:set>
                                      <p:cBhvr>
                                        <p:cTn id="28" dur="1" fill="hold">
                                          <p:stCondLst>
                                            <p:cond delay="0"/>
                                          </p:stCondLst>
                                        </p:cTn>
                                        <p:tgtEl>
                                          <p:spTgt spid="52"/>
                                        </p:tgtEl>
                                        <p:attrNameLst>
                                          <p:attrName>style.visibility</p:attrName>
                                        </p:attrNameLst>
                                      </p:cBhvr>
                                      <p:to>
                                        <p:strVal val="visible"/>
                                      </p:to>
                                    </p:set>
                                    <p:anim calcmode="lin" valueType="num">
                                      <p:cBhvr>
                                        <p:cTn id="29" dur="500" fill="hold"/>
                                        <p:tgtEl>
                                          <p:spTgt spid="52"/>
                                        </p:tgtEl>
                                        <p:attrNameLst>
                                          <p:attrName>ppt_w</p:attrName>
                                        </p:attrNameLst>
                                      </p:cBhvr>
                                      <p:tavLst>
                                        <p:tav tm="0">
                                          <p:val>
                                            <p:fltVal val="0"/>
                                          </p:val>
                                        </p:tav>
                                        <p:tav tm="100000">
                                          <p:val>
                                            <p:strVal val="#ppt_w"/>
                                          </p:val>
                                        </p:tav>
                                      </p:tavLst>
                                    </p:anim>
                                    <p:anim calcmode="lin" valueType="num">
                                      <p:cBhvr>
                                        <p:cTn id="30" dur="500" fill="hold"/>
                                        <p:tgtEl>
                                          <p:spTgt spid="52"/>
                                        </p:tgtEl>
                                        <p:attrNameLst>
                                          <p:attrName>ppt_h</p:attrName>
                                        </p:attrNameLst>
                                      </p:cBhvr>
                                      <p:tavLst>
                                        <p:tav tm="0">
                                          <p:val>
                                            <p:fltVal val="0"/>
                                          </p:val>
                                        </p:tav>
                                        <p:tav tm="100000">
                                          <p:val>
                                            <p:strVal val="#ppt_h"/>
                                          </p:val>
                                        </p:tav>
                                      </p:tavLst>
                                    </p:anim>
                                    <p:animEffect transition="in" filter="fade">
                                      <p:cBhvr>
                                        <p:cTn id="31" dur="500"/>
                                        <p:tgtEl>
                                          <p:spTgt spid="52"/>
                                        </p:tgtEl>
                                      </p:cBhvr>
                                    </p:animEffect>
                                  </p:childTnLst>
                                </p:cTn>
                              </p:par>
                            </p:childTnLst>
                          </p:cTn>
                        </p:par>
                        <p:par>
                          <p:cTn id="32" fill="hold">
                            <p:stCondLst>
                              <p:cond delay="4000"/>
                            </p:stCondLst>
                            <p:childTnLst>
                              <p:par>
                                <p:cTn id="33" presetID="22" presetClass="entr" presetSubtype="8" fill="hold" nodeType="afterEffect">
                                  <p:stCondLst>
                                    <p:cond delay="0"/>
                                  </p:stCondLst>
                                  <p:childTnLst>
                                    <p:set>
                                      <p:cBhvr>
                                        <p:cTn id="34" dur="1" fill="hold">
                                          <p:stCondLst>
                                            <p:cond delay="0"/>
                                          </p:stCondLst>
                                        </p:cTn>
                                        <p:tgtEl>
                                          <p:spTgt spid="32"/>
                                        </p:tgtEl>
                                        <p:attrNameLst>
                                          <p:attrName>style.visibility</p:attrName>
                                        </p:attrNameLst>
                                      </p:cBhvr>
                                      <p:to>
                                        <p:strVal val="visible"/>
                                      </p:to>
                                    </p:set>
                                    <p:animEffect transition="in" filter="wipe(left)">
                                      <p:cBhvr>
                                        <p:cTn id="35" dur="500"/>
                                        <p:tgtEl>
                                          <p:spTgt spid="32"/>
                                        </p:tgtEl>
                                      </p:cBhvr>
                                    </p:animEffect>
                                  </p:childTnLst>
                                </p:cTn>
                              </p:par>
                            </p:childTnLst>
                          </p:cTn>
                        </p:par>
                        <p:par>
                          <p:cTn id="36" fill="hold">
                            <p:stCondLst>
                              <p:cond delay="4500"/>
                            </p:stCondLst>
                            <p:childTnLst>
                              <p:par>
                                <p:cTn id="37" presetID="22" presetClass="entr" presetSubtype="8" fill="hold" grpId="0" nodeType="afterEffect">
                                  <p:stCondLst>
                                    <p:cond delay="0"/>
                                  </p:stCondLst>
                                  <p:childTnLst>
                                    <p:set>
                                      <p:cBhvr>
                                        <p:cTn id="38" dur="1" fill="hold">
                                          <p:stCondLst>
                                            <p:cond delay="0"/>
                                          </p:stCondLst>
                                        </p:cTn>
                                        <p:tgtEl>
                                          <p:spTgt spid="48"/>
                                        </p:tgtEl>
                                        <p:attrNameLst>
                                          <p:attrName>style.visibility</p:attrName>
                                        </p:attrNameLst>
                                      </p:cBhvr>
                                      <p:to>
                                        <p:strVal val="visible"/>
                                      </p:to>
                                    </p:set>
                                    <p:animEffect transition="in" filter="wipe(left)">
                                      <p:cBhvr>
                                        <p:cTn id="39" dur="1000"/>
                                        <p:tgtEl>
                                          <p:spTgt spid="48"/>
                                        </p:tgtEl>
                                      </p:cBhvr>
                                    </p:animEffect>
                                  </p:childTnLst>
                                </p:cTn>
                              </p:par>
                            </p:childTnLst>
                          </p:cTn>
                        </p:par>
                        <p:par>
                          <p:cTn id="40" fill="hold">
                            <p:stCondLst>
                              <p:cond delay="5500"/>
                            </p:stCondLst>
                            <p:childTnLst>
                              <p:par>
                                <p:cTn id="41" presetID="22" presetClass="entr" presetSubtype="1" fill="hold" nodeType="afterEffect">
                                  <p:stCondLst>
                                    <p:cond delay="0"/>
                                  </p:stCondLst>
                                  <p:childTnLst>
                                    <p:set>
                                      <p:cBhvr>
                                        <p:cTn id="42" dur="1" fill="hold">
                                          <p:stCondLst>
                                            <p:cond delay="0"/>
                                          </p:stCondLst>
                                        </p:cTn>
                                        <p:tgtEl>
                                          <p:spTgt spid="27"/>
                                        </p:tgtEl>
                                        <p:attrNameLst>
                                          <p:attrName>style.visibility</p:attrName>
                                        </p:attrNameLst>
                                      </p:cBhvr>
                                      <p:to>
                                        <p:strVal val="visible"/>
                                      </p:to>
                                    </p:set>
                                    <p:animEffect transition="in" filter="wipe(up)">
                                      <p:cBhvr>
                                        <p:cTn id="43" dur="7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p:bldP spid="48" grpId="0"/>
      <p:bldP spid="51" grpId="0"/>
      <p:bldP spid="52"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3" name="Straight Connector 22"/>
          <p:cNvCxnSpPr/>
          <p:nvPr/>
        </p:nvCxnSpPr>
        <p:spPr>
          <a:xfrm>
            <a:off x="4781516" y="2831041"/>
            <a:ext cx="1080000" cy="3215"/>
          </a:xfrm>
          <a:prstGeom prst="line">
            <a:avLst/>
          </a:prstGeom>
          <a:ln w="25400">
            <a:solidFill>
              <a:schemeClr val="bg1">
                <a:lumMod val="75000"/>
              </a:schemeClr>
            </a:solidFill>
            <a:prstDash val="solid"/>
            <a:headEnd type="oval" w="lg" len="lg"/>
            <a:tailEnd type="ova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6529169" y="4627638"/>
            <a:ext cx="1080000" cy="3215"/>
          </a:xfrm>
          <a:prstGeom prst="line">
            <a:avLst/>
          </a:prstGeom>
          <a:ln w="25400">
            <a:solidFill>
              <a:schemeClr val="bg1">
                <a:lumMod val="75000"/>
              </a:schemeClr>
            </a:solidFill>
            <a:prstDash val="solid"/>
            <a:headEnd type="oval"/>
            <a:tailEnd type="oval" w="lg" len="lg"/>
          </a:ln>
        </p:spPr>
        <p:style>
          <a:lnRef idx="1">
            <a:schemeClr val="accent1"/>
          </a:lnRef>
          <a:fillRef idx="0">
            <a:schemeClr val="accent1"/>
          </a:fillRef>
          <a:effectRef idx="0">
            <a:schemeClr val="accent1"/>
          </a:effectRef>
          <a:fontRef idx="minor">
            <a:schemeClr val="tx1"/>
          </a:fontRef>
        </p:style>
      </p:cxnSp>
      <p:sp>
        <p:nvSpPr>
          <p:cNvPr id="39" name="Content Placeholder 2"/>
          <p:cNvSpPr txBox="1">
            <a:spLocks/>
          </p:cNvSpPr>
          <p:nvPr/>
        </p:nvSpPr>
        <p:spPr>
          <a:xfrm>
            <a:off x="139357" y="2327110"/>
            <a:ext cx="4481381" cy="3488788"/>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rtl="1" fontAlgn="auto">
              <a:buClr>
                <a:srgbClr val="5B9BD5">
                  <a:lumMod val="75000"/>
                </a:srgbClr>
              </a:buClr>
              <a:defRPr/>
            </a:pPr>
            <a:r>
              <a:rPr lang="ar-SA" sz="3200" b="1" u="sng" dirty="0" smtClean="0">
                <a:solidFill>
                  <a:srgbClr val="FFC000"/>
                </a:solidFill>
                <a:ea typeface="Roboto" panose="02000000000000000000" pitchFamily="2" charset="0"/>
              </a:rPr>
              <a:t>‌اختراع </a:t>
            </a:r>
            <a:r>
              <a:rPr lang="en-US" sz="3200" b="1" u="sng" dirty="0">
                <a:solidFill>
                  <a:srgbClr val="FFC000"/>
                </a:solidFill>
                <a:ea typeface="Roboto" panose="02000000000000000000" pitchFamily="2" charset="0"/>
              </a:rPr>
              <a:t>Earbuds Listening Active Here Labs Doppler</a:t>
            </a:r>
            <a:r>
              <a:rPr lang="en-US" sz="3200" b="1" u="sng" dirty="0" smtClean="0">
                <a:solidFill>
                  <a:srgbClr val="FFC000"/>
                </a:solidFill>
                <a:ea typeface="Roboto" panose="02000000000000000000" pitchFamily="2" charset="0"/>
              </a:rPr>
              <a:t>:</a:t>
            </a:r>
          </a:p>
          <a:p>
            <a:pPr rtl="1" fontAlgn="auto">
              <a:buClr>
                <a:srgbClr val="5B9BD5">
                  <a:lumMod val="75000"/>
                </a:srgbClr>
              </a:buClr>
              <a:defRPr/>
            </a:pPr>
            <a:r>
              <a:rPr lang="ar-SA" sz="2400" b="1" dirty="0">
                <a:ea typeface="Roboto" panose="02000000000000000000" pitchFamily="2" charset="0"/>
              </a:rPr>
              <a:t>سماعة صغيرة قادرة على التحكم في درجة الضوضاء المحيطة بنا، من حيث تضخيم الأصوات أو تخفيضها، فهي تتفاعل بشكل كبير مع الأصوات</a:t>
            </a:r>
            <a:endParaRPr lang="id-ID" sz="2400" b="1" dirty="0">
              <a:ea typeface="Roboto" panose="02000000000000000000" pitchFamily="2" charset="0"/>
            </a:endParaRPr>
          </a:p>
        </p:txBody>
      </p:sp>
      <p:sp>
        <p:nvSpPr>
          <p:cNvPr id="48" name="Content Placeholder 2"/>
          <p:cNvSpPr txBox="1">
            <a:spLocks/>
          </p:cNvSpPr>
          <p:nvPr/>
        </p:nvSpPr>
        <p:spPr>
          <a:xfrm>
            <a:off x="7704779" y="4174671"/>
            <a:ext cx="4180462" cy="1873368"/>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rtl="1" fontAlgn="auto">
              <a:buClr>
                <a:srgbClr val="5B9BD5">
                  <a:lumMod val="75000"/>
                </a:srgbClr>
              </a:buClr>
              <a:defRPr/>
            </a:pPr>
            <a:r>
              <a:rPr lang="ar-SA" sz="3200" b="1" u="sng" dirty="0" smtClean="0">
                <a:solidFill>
                  <a:srgbClr val="ED7D31"/>
                </a:solidFill>
                <a:ea typeface="Roboto" panose="02000000000000000000" pitchFamily="2" charset="0"/>
              </a:rPr>
              <a:t>‌الحذاء </a:t>
            </a:r>
            <a:r>
              <a:rPr lang="ar-SA" sz="3200" b="1" u="sng" dirty="0">
                <a:solidFill>
                  <a:srgbClr val="ED7D31"/>
                </a:solidFill>
                <a:ea typeface="Roboto" panose="02000000000000000000" pitchFamily="2" charset="0"/>
              </a:rPr>
              <a:t>الناطق </a:t>
            </a:r>
            <a:endParaRPr lang="en-US" sz="3200" b="1" u="sng" dirty="0" smtClean="0">
              <a:solidFill>
                <a:srgbClr val="ED7D31"/>
              </a:solidFill>
              <a:ea typeface="Roboto" panose="02000000000000000000" pitchFamily="2" charset="0"/>
            </a:endParaRPr>
          </a:p>
          <a:p>
            <a:pPr algn="l" rtl="1" fontAlgn="auto">
              <a:buClr>
                <a:srgbClr val="5B9BD5">
                  <a:lumMod val="75000"/>
                </a:srgbClr>
              </a:buClr>
              <a:defRPr/>
            </a:pPr>
            <a:r>
              <a:rPr lang="ar-SA" sz="2400" b="1" dirty="0">
                <a:ea typeface="Roboto" panose="02000000000000000000" pitchFamily="2" charset="0"/>
              </a:rPr>
              <a:t>التكنولوجيا القابلة للارتداء للمستخدمين، حذاء رياضي ذكي ناطق</a:t>
            </a:r>
            <a:endParaRPr lang="id-ID" sz="2400" b="1" dirty="0">
              <a:ea typeface="Roboto" panose="02000000000000000000" pitchFamily="2" charset="0"/>
            </a:endParaRPr>
          </a:p>
        </p:txBody>
      </p:sp>
      <p:sp>
        <p:nvSpPr>
          <p:cNvPr id="51" name="Freeform 50"/>
          <p:cNvSpPr/>
          <p:nvPr/>
        </p:nvSpPr>
        <p:spPr>
          <a:xfrm>
            <a:off x="5823178" y="2618218"/>
            <a:ext cx="684447" cy="677887"/>
          </a:xfrm>
          <a:custGeom>
            <a:avLst/>
            <a:gdLst>
              <a:gd name="connsiteX0" fmla="*/ 0 w 1799993"/>
              <a:gd name="connsiteY0" fmla="*/ 899997 h 1799993"/>
              <a:gd name="connsiteX1" fmla="*/ 899997 w 1799993"/>
              <a:gd name="connsiteY1" fmla="*/ 0 h 1799993"/>
              <a:gd name="connsiteX2" fmla="*/ 1799994 w 1799993"/>
              <a:gd name="connsiteY2" fmla="*/ 899997 h 1799993"/>
              <a:gd name="connsiteX3" fmla="*/ 899997 w 1799993"/>
              <a:gd name="connsiteY3" fmla="*/ 1799994 h 1799993"/>
              <a:gd name="connsiteX4" fmla="*/ 0 w 1799993"/>
              <a:gd name="connsiteY4" fmla="*/ 899997 h 17999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9993" h="1799993">
                <a:moveTo>
                  <a:pt x="0" y="899997"/>
                </a:moveTo>
                <a:cubicBezTo>
                  <a:pt x="0" y="402942"/>
                  <a:pt x="402942" y="0"/>
                  <a:pt x="899997" y="0"/>
                </a:cubicBezTo>
                <a:cubicBezTo>
                  <a:pt x="1397052" y="0"/>
                  <a:pt x="1799994" y="402942"/>
                  <a:pt x="1799994" y="899997"/>
                </a:cubicBezTo>
                <a:cubicBezTo>
                  <a:pt x="1799994" y="1397052"/>
                  <a:pt x="1397052" y="1799994"/>
                  <a:pt x="899997" y="1799994"/>
                </a:cubicBezTo>
                <a:cubicBezTo>
                  <a:pt x="402942" y="1799994"/>
                  <a:pt x="0" y="1397052"/>
                  <a:pt x="0" y="899997"/>
                </a:cubicBezTo>
                <a:close/>
              </a:path>
            </a:pathLst>
          </a:custGeom>
          <a:noFill/>
          <a:ln w="25400">
            <a:noFill/>
          </a:ln>
        </p:spPr>
        <p:style>
          <a:lnRef idx="2">
            <a:scrgbClr r="0" g="0" b="0"/>
          </a:lnRef>
          <a:fillRef idx="1">
            <a:scrgbClr r="0" g="0" b="0"/>
          </a:fillRef>
          <a:effectRef idx="0">
            <a:schemeClr val="accent1">
              <a:alpha val="50000"/>
              <a:hueOff val="0"/>
              <a:satOff val="0"/>
              <a:lumOff val="0"/>
              <a:alphaOff val="0"/>
            </a:schemeClr>
          </a:effectRef>
          <a:fontRef idx="minor">
            <a:schemeClr val="tx1"/>
          </a:fontRef>
        </p:style>
        <p:txBody>
          <a:bodyPr spcFirstLastPara="0" vert="horz" wrap="square" lIns="406664" tIns="319483" rIns="406664" bIns="319483" numCol="1" spcCol="1270" anchor="ctr" anchorCtr="0">
            <a:noAutofit/>
          </a:bodyPr>
          <a:lstStyle/>
          <a:p>
            <a:pPr algn="ctr" defTabSz="1955800" fontAlgn="auto">
              <a:lnSpc>
                <a:spcPct val="90000"/>
              </a:lnSpc>
              <a:spcAft>
                <a:spcPct val="35000"/>
              </a:spcAft>
            </a:pPr>
            <a:r>
              <a:rPr lang="ar-SA" sz="4800" dirty="0" smtClean="0">
                <a:solidFill>
                  <a:srgbClr val="FFC000"/>
                </a:solidFill>
                <a:latin typeface="FontAwesome" pitchFamily="2" charset="0"/>
              </a:rPr>
              <a:t>ط</a:t>
            </a:r>
            <a:endParaRPr lang="id-ID" sz="4800" dirty="0">
              <a:solidFill>
                <a:srgbClr val="FFC000"/>
              </a:solidFill>
              <a:latin typeface="FontAwesome" pitchFamily="2" charset="0"/>
            </a:endParaRPr>
          </a:p>
        </p:txBody>
      </p:sp>
      <p:sp>
        <p:nvSpPr>
          <p:cNvPr id="52" name="Freeform 51"/>
          <p:cNvSpPr/>
          <p:nvPr/>
        </p:nvSpPr>
        <p:spPr>
          <a:xfrm>
            <a:off x="5830245" y="4071792"/>
            <a:ext cx="684447" cy="988432"/>
          </a:xfrm>
          <a:custGeom>
            <a:avLst/>
            <a:gdLst>
              <a:gd name="connsiteX0" fmla="*/ 0 w 1799993"/>
              <a:gd name="connsiteY0" fmla="*/ 899997 h 1799993"/>
              <a:gd name="connsiteX1" fmla="*/ 899997 w 1799993"/>
              <a:gd name="connsiteY1" fmla="*/ 0 h 1799993"/>
              <a:gd name="connsiteX2" fmla="*/ 1799994 w 1799993"/>
              <a:gd name="connsiteY2" fmla="*/ 899997 h 1799993"/>
              <a:gd name="connsiteX3" fmla="*/ 899997 w 1799993"/>
              <a:gd name="connsiteY3" fmla="*/ 1799994 h 1799993"/>
              <a:gd name="connsiteX4" fmla="*/ 0 w 1799993"/>
              <a:gd name="connsiteY4" fmla="*/ 899997 h 17999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9993" h="1799993">
                <a:moveTo>
                  <a:pt x="0" y="899997"/>
                </a:moveTo>
                <a:cubicBezTo>
                  <a:pt x="0" y="402942"/>
                  <a:pt x="402942" y="0"/>
                  <a:pt x="899997" y="0"/>
                </a:cubicBezTo>
                <a:cubicBezTo>
                  <a:pt x="1397052" y="0"/>
                  <a:pt x="1799994" y="402942"/>
                  <a:pt x="1799994" y="899997"/>
                </a:cubicBezTo>
                <a:cubicBezTo>
                  <a:pt x="1799994" y="1397052"/>
                  <a:pt x="1397052" y="1799994"/>
                  <a:pt x="899997" y="1799994"/>
                </a:cubicBezTo>
                <a:cubicBezTo>
                  <a:pt x="402942" y="1799994"/>
                  <a:pt x="0" y="1397052"/>
                  <a:pt x="0" y="899997"/>
                </a:cubicBezTo>
                <a:close/>
              </a:path>
            </a:pathLst>
          </a:custGeom>
          <a:noFill/>
          <a:ln w="25400">
            <a:noFill/>
          </a:ln>
        </p:spPr>
        <p:style>
          <a:lnRef idx="2">
            <a:scrgbClr r="0" g="0" b="0"/>
          </a:lnRef>
          <a:fillRef idx="1">
            <a:scrgbClr r="0" g="0" b="0"/>
          </a:fillRef>
          <a:effectRef idx="0">
            <a:schemeClr val="accent1">
              <a:alpha val="50000"/>
              <a:hueOff val="0"/>
              <a:satOff val="0"/>
              <a:lumOff val="0"/>
              <a:alphaOff val="0"/>
            </a:schemeClr>
          </a:effectRef>
          <a:fontRef idx="minor">
            <a:schemeClr val="tx1"/>
          </a:fontRef>
        </p:style>
        <p:txBody>
          <a:bodyPr spcFirstLastPara="0" vert="horz" wrap="square" lIns="406664" tIns="319483" rIns="406664" bIns="319483" numCol="1" spcCol="1270" anchor="ctr" anchorCtr="0">
            <a:noAutofit/>
          </a:bodyPr>
          <a:lstStyle/>
          <a:p>
            <a:pPr algn="ctr" defTabSz="1955800" fontAlgn="auto">
              <a:lnSpc>
                <a:spcPct val="90000"/>
              </a:lnSpc>
              <a:spcAft>
                <a:spcPct val="35000"/>
              </a:spcAft>
            </a:pPr>
            <a:r>
              <a:rPr lang="ar-SA" sz="4400" b="1" dirty="0">
                <a:solidFill>
                  <a:srgbClr val="ED7D31"/>
                </a:solidFill>
                <a:latin typeface="FontAwesome" pitchFamily="2" charset="0"/>
              </a:rPr>
              <a:t>ي</a:t>
            </a:r>
            <a:endParaRPr lang="id-ID" sz="4800" b="1" dirty="0">
              <a:solidFill>
                <a:srgbClr val="ED7D31"/>
              </a:solidFill>
              <a:latin typeface="FontAwesome" pitchFamily="2" charset="0"/>
            </a:endParaRPr>
          </a:p>
        </p:txBody>
      </p:sp>
      <p:cxnSp>
        <p:nvCxnSpPr>
          <p:cNvPr id="26" name="Straight Connector 25"/>
          <p:cNvCxnSpPr/>
          <p:nvPr/>
        </p:nvCxnSpPr>
        <p:spPr>
          <a:xfrm>
            <a:off x="6151800" y="3255751"/>
            <a:ext cx="0" cy="979379"/>
          </a:xfrm>
          <a:prstGeom prst="line">
            <a:avLst/>
          </a:prstGeom>
          <a:ln w="101600" cmpd="dbl">
            <a:solidFill>
              <a:schemeClr val="bg2">
                <a:lumMod val="75000"/>
              </a:schemeClr>
            </a:solidFill>
            <a:prstDash val="solid"/>
            <a:headEnd type="none" w="med" len="med"/>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a:off x="6162758" y="5060224"/>
            <a:ext cx="0" cy="755674"/>
          </a:xfrm>
          <a:prstGeom prst="line">
            <a:avLst/>
          </a:prstGeom>
          <a:ln w="101600" cmpd="dbl">
            <a:solidFill>
              <a:schemeClr val="bg2">
                <a:lumMod val="75000"/>
              </a:schemeClr>
            </a:solidFill>
            <a:prstDash val="solid"/>
            <a:headEnd type="none" w="sm" len="sm"/>
            <a:tailEnd type="oval" w="sm" len="sm"/>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a:off x="6151800" y="-9145"/>
            <a:ext cx="0" cy="2336255"/>
          </a:xfrm>
          <a:prstGeom prst="line">
            <a:avLst/>
          </a:prstGeom>
          <a:ln w="101600" cmpd="dbl">
            <a:solidFill>
              <a:schemeClr val="bg2">
                <a:lumMod val="75000"/>
              </a:schemeClr>
            </a:solidFill>
            <a:prstDash val="solid"/>
            <a:headEnd type="none" w="lg" len="lg"/>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0272682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afterEffect">
                                  <p:stCondLst>
                                    <p:cond delay="0"/>
                                  </p:stCondLst>
                                  <p:childTnLst>
                                    <p:set>
                                      <p:cBhvr>
                                        <p:cTn id="6" dur="1" fill="hold">
                                          <p:stCondLst>
                                            <p:cond delay="0"/>
                                          </p:stCondLst>
                                        </p:cTn>
                                        <p:tgtEl>
                                          <p:spTgt spid="51"/>
                                        </p:tgtEl>
                                        <p:attrNameLst>
                                          <p:attrName>style.visibility</p:attrName>
                                        </p:attrNameLst>
                                      </p:cBhvr>
                                      <p:to>
                                        <p:strVal val="visible"/>
                                      </p:to>
                                    </p:set>
                                    <p:anim calcmode="lin" valueType="num">
                                      <p:cBhvr>
                                        <p:cTn id="7" dur="500" fill="hold"/>
                                        <p:tgtEl>
                                          <p:spTgt spid="51"/>
                                        </p:tgtEl>
                                        <p:attrNameLst>
                                          <p:attrName>ppt_w</p:attrName>
                                        </p:attrNameLst>
                                      </p:cBhvr>
                                      <p:tavLst>
                                        <p:tav tm="0">
                                          <p:val>
                                            <p:fltVal val="0"/>
                                          </p:val>
                                        </p:tav>
                                        <p:tav tm="100000">
                                          <p:val>
                                            <p:strVal val="#ppt_w"/>
                                          </p:val>
                                        </p:tav>
                                      </p:tavLst>
                                    </p:anim>
                                    <p:anim calcmode="lin" valueType="num">
                                      <p:cBhvr>
                                        <p:cTn id="8" dur="500" fill="hold"/>
                                        <p:tgtEl>
                                          <p:spTgt spid="51"/>
                                        </p:tgtEl>
                                        <p:attrNameLst>
                                          <p:attrName>ppt_h</p:attrName>
                                        </p:attrNameLst>
                                      </p:cBhvr>
                                      <p:tavLst>
                                        <p:tav tm="0">
                                          <p:val>
                                            <p:fltVal val="0"/>
                                          </p:val>
                                        </p:tav>
                                        <p:tav tm="100000">
                                          <p:val>
                                            <p:strVal val="#ppt_h"/>
                                          </p:val>
                                        </p:tav>
                                      </p:tavLst>
                                    </p:anim>
                                    <p:animEffect transition="in" filter="fade">
                                      <p:cBhvr>
                                        <p:cTn id="9" dur="500"/>
                                        <p:tgtEl>
                                          <p:spTgt spid="51"/>
                                        </p:tgtEl>
                                      </p:cBhvr>
                                    </p:animEffect>
                                  </p:childTnLst>
                                </p:cTn>
                              </p:par>
                            </p:childTnLst>
                          </p:cTn>
                        </p:par>
                        <p:par>
                          <p:cTn id="10" fill="hold">
                            <p:stCondLst>
                              <p:cond delay="500"/>
                            </p:stCondLst>
                            <p:childTnLst>
                              <p:par>
                                <p:cTn id="11" presetID="22" presetClass="entr" presetSubtype="2" fill="hold" nodeType="afterEffect">
                                  <p:stCondLst>
                                    <p:cond delay="0"/>
                                  </p:stCondLst>
                                  <p:childTnLst>
                                    <p:set>
                                      <p:cBhvr>
                                        <p:cTn id="12" dur="1" fill="hold">
                                          <p:stCondLst>
                                            <p:cond delay="0"/>
                                          </p:stCondLst>
                                        </p:cTn>
                                        <p:tgtEl>
                                          <p:spTgt spid="23"/>
                                        </p:tgtEl>
                                        <p:attrNameLst>
                                          <p:attrName>style.visibility</p:attrName>
                                        </p:attrNameLst>
                                      </p:cBhvr>
                                      <p:to>
                                        <p:strVal val="visible"/>
                                      </p:to>
                                    </p:set>
                                    <p:animEffect transition="in" filter="wipe(right)">
                                      <p:cBhvr>
                                        <p:cTn id="13" dur="500"/>
                                        <p:tgtEl>
                                          <p:spTgt spid="23"/>
                                        </p:tgtEl>
                                      </p:cBhvr>
                                    </p:animEffect>
                                  </p:childTnLst>
                                </p:cTn>
                              </p:par>
                            </p:childTnLst>
                          </p:cTn>
                        </p:par>
                        <p:par>
                          <p:cTn id="14" fill="hold">
                            <p:stCondLst>
                              <p:cond delay="1000"/>
                            </p:stCondLst>
                            <p:childTnLst>
                              <p:par>
                                <p:cTn id="15" presetID="22" presetClass="entr" presetSubtype="2" fill="hold" grpId="0" nodeType="afterEffect">
                                  <p:stCondLst>
                                    <p:cond delay="0"/>
                                  </p:stCondLst>
                                  <p:childTnLst>
                                    <p:set>
                                      <p:cBhvr>
                                        <p:cTn id="16" dur="1" fill="hold">
                                          <p:stCondLst>
                                            <p:cond delay="0"/>
                                          </p:stCondLst>
                                        </p:cTn>
                                        <p:tgtEl>
                                          <p:spTgt spid="39"/>
                                        </p:tgtEl>
                                        <p:attrNameLst>
                                          <p:attrName>style.visibility</p:attrName>
                                        </p:attrNameLst>
                                      </p:cBhvr>
                                      <p:to>
                                        <p:strVal val="visible"/>
                                      </p:to>
                                    </p:set>
                                    <p:animEffect transition="in" filter="wipe(right)">
                                      <p:cBhvr>
                                        <p:cTn id="17" dur="1000"/>
                                        <p:tgtEl>
                                          <p:spTgt spid="39"/>
                                        </p:tgtEl>
                                      </p:cBhvr>
                                    </p:animEffect>
                                  </p:childTnLst>
                                </p:cTn>
                              </p:par>
                            </p:childTnLst>
                          </p:cTn>
                        </p:par>
                        <p:par>
                          <p:cTn id="18" fill="hold">
                            <p:stCondLst>
                              <p:cond delay="2000"/>
                            </p:stCondLst>
                            <p:childTnLst>
                              <p:par>
                                <p:cTn id="19" presetID="22" presetClass="entr" presetSubtype="1" fill="hold" nodeType="afterEffect">
                                  <p:stCondLst>
                                    <p:cond delay="0"/>
                                  </p:stCondLst>
                                  <p:childTnLst>
                                    <p:set>
                                      <p:cBhvr>
                                        <p:cTn id="20" dur="1" fill="hold">
                                          <p:stCondLst>
                                            <p:cond delay="0"/>
                                          </p:stCondLst>
                                        </p:cTn>
                                        <p:tgtEl>
                                          <p:spTgt spid="26"/>
                                        </p:tgtEl>
                                        <p:attrNameLst>
                                          <p:attrName>style.visibility</p:attrName>
                                        </p:attrNameLst>
                                      </p:cBhvr>
                                      <p:to>
                                        <p:strVal val="visible"/>
                                      </p:to>
                                    </p:set>
                                    <p:animEffect transition="in" filter="wipe(up)">
                                      <p:cBhvr>
                                        <p:cTn id="21" dur="1000"/>
                                        <p:tgtEl>
                                          <p:spTgt spid="26"/>
                                        </p:tgtEl>
                                      </p:cBhvr>
                                    </p:animEffect>
                                  </p:childTnLst>
                                </p:cTn>
                              </p:par>
                            </p:childTnLst>
                          </p:cTn>
                        </p:par>
                        <p:par>
                          <p:cTn id="22" fill="hold">
                            <p:stCondLst>
                              <p:cond delay="3000"/>
                            </p:stCondLst>
                            <p:childTnLst>
                              <p:par>
                                <p:cTn id="23" presetID="53" presetClass="entr" presetSubtype="16" fill="hold" grpId="0" nodeType="afterEffect">
                                  <p:stCondLst>
                                    <p:cond delay="0"/>
                                  </p:stCondLst>
                                  <p:childTnLst>
                                    <p:set>
                                      <p:cBhvr>
                                        <p:cTn id="24" dur="1" fill="hold">
                                          <p:stCondLst>
                                            <p:cond delay="0"/>
                                          </p:stCondLst>
                                        </p:cTn>
                                        <p:tgtEl>
                                          <p:spTgt spid="52"/>
                                        </p:tgtEl>
                                        <p:attrNameLst>
                                          <p:attrName>style.visibility</p:attrName>
                                        </p:attrNameLst>
                                      </p:cBhvr>
                                      <p:to>
                                        <p:strVal val="visible"/>
                                      </p:to>
                                    </p:set>
                                    <p:anim calcmode="lin" valueType="num">
                                      <p:cBhvr>
                                        <p:cTn id="25" dur="500" fill="hold"/>
                                        <p:tgtEl>
                                          <p:spTgt spid="52"/>
                                        </p:tgtEl>
                                        <p:attrNameLst>
                                          <p:attrName>ppt_w</p:attrName>
                                        </p:attrNameLst>
                                      </p:cBhvr>
                                      <p:tavLst>
                                        <p:tav tm="0">
                                          <p:val>
                                            <p:fltVal val="0"/>
                                          </p:val>
                                        </p:tav>
                                        <p:tav tm="100000">
                                          <p:val>
                                            <p:strVal val="#ppt_w"/>
                                          </p:val>
                                        </p:tav>
                                      </p:tavLst>
                                    </p:anim>
                                    <p:anim calcmode="lin" valueType="num">
                                      <p:cBhvr>
                                        <p:cTn id="26" dur="500" fill="hold"/>
                                        <p:tgtEl>
                                          <p:spTgt spid="52"/>
                                        </p:tgtEl>
                                        <p:attrNameLst>
                                          <p:attrName>ppt_h</p:attrName>
                                        </p:attrNameLst>
                                      </p:cBhvr>
                                      <p:tavLst>
                                        <p:tav tm="0">
                                          <p:val>
                                            <p:fltVal val="0"/>
                                          </p:val>
                                        </p:tav>
                                        <p:tav tm="100000">
                                          <p:val>
                                            <p:strVal val="#ppt_h"/>
                                          </p:val>
                                        </p:tav>
                                      </p:tavLst>
                                    </p:anim>
                                    <p:animEffect transition="in" filter="fade">
                                      <p:cBhvr>
                                        <p:cTn id="27" dur="500"/>
                                        <p:tgtEl>
                                          <p:spTgt spid="52"/>
                                        </p:tgtEl>
                                      </p:cBhvr>
                                    </p:animEffect>
                                  </p:childTnLst>
                                </p:cTn>
                              </p:par>
                            </p:childTnLst>
                          </p:cTn>
                        </p:par>
                        <p:par>
                          <p:cTn id="28" fill="hold">
                            <p:stCondLst>
                              <p:cond delay="3500"/>
                            </p:stCondLst>
                            <p:childTnLst>
                              <p:par>
                                <p:cTn id="29" presetID="22" presetClass="entr" presetSubtype="8" fill="hold" nodeType="afterEffect">
                                  <p:stCondLst>
                                    <p:cond delay="0"/>
                                  </p:stCondLst>
                                  <p:childTnLst>
                                    <p:set>
                                      <p:cBhvr>
                                        <p:cTn id="30" dur="1" fill="hold">
                                          <p:stCondLst>
                                            <p:cond delay="0"/>
                                          </p:stCondLst>
                                        </p:cTn>
                                        <p:tgtEl>
                                          <p:spTgt spid="32"/>
                                        </p:tgtEl>
                                        <p:attrNameLst>
                                          <p:attrName>style.visibility</p:attrName>
                                        </p:attrNameLst>
                                      </p:cBhvr>
                                      <p:to>
                                        <p:strVal val="visible"/>
                                      </p:to>
                                    </p:set>
                                    <p:animEffect transition="in" filter="wipe(left)">
                                      <p:cBhvr>
                                        <p:cTn id="31" dur="500"/>
                                        <p:tgtEl>
                                          <p:spTgt spid="32"/>
                                        </p:tgtEl>
                                      </p:cBhvr>
                                    </p:animEffect>
                                  </p:childTnLst>
                                </p:cTn>
                              </p:par>
                            </p:childTnLst>
                          </p:cTn>
                        </p:par>
                        <p:par>
                          <p:cTn id="32" fill="hold">
                            <p:stCondLst>
                              <p:cond delay="4000"/>
                            </p:stCondLst>
                            <p:childTnLst>
                              <p:par>
                                <p:cTn id="33" presetID="22" presetClass="entr" presetSubtype="8" fill="hold" grpId="0" nodeType="afterEffect">
                                  <p:stCondLst>
                                    <p:cond delay="0"/>
                                  </p:stCondLst>
                                  <p:childTnLst>
                                    <p:set>
                                      <p:cBhvr>
                                        <p:cTn id="34" dur="1" fill="hold">
                                          <p:stCondLst>
                                            <p:cond delay="0"/>
                                          </p:stCondLst>
                                        </p:cTn>
                                        <p:tgtEl>
                                          <p:spTgt spid="48"/>
                                        </p:tgtEl>
                                        <p:attrNameLst>
                                          <p:attrName>style.visibility</p:attrName>
                                        </p:attrNameLst>
                                      </p:cBhvr>
                                      <p:to>
                                        <p:strVal val="visible"/>
                                      </p:to>
                                    </p:set>
                                    <p:animEffect transition="in" filter="wipe(left)">
                                      <p:cBhvr>
                                        <p:cTn id="35" dur="1000"/>
                                        <p:tgtEl>
                                          <p:spTgt spid="48"/>
                                        </p:tgtEl>
                                      </p:cBhvr>
                                    </p:animEffect>
                                  </p:childTnLst>
                                </p:cTn>
                              </p:par>
                            </p:childTnLst>
                          </p:cTn>
                        </p:par>
                        <p:par>
                          <p:cTn id="36" fill="hold">
                            <p:stCondLst>
                              <p:cond delay="5000"/>
                            </p:stCondLst>
                            <p:childTnLst>
                              <p:par>
                                <p:cTn id="37" presetID="22" presetClass="entr" presetSubtype="1" fill="hold" nodeType="afterEffect">
                                  <p:stCondLst>
                                    <p:cond delay="0"/>
                                  </p:stCondLst>
                                  <p:childTnLst>
                                    <p:set>
                                      <p:cBhvr>
                                        <p:cTn id="38" dur="1" fill="hold">
                                          <p:stCondLst>
                                            <p:cond delay="0"/>
                                          </p:stCondLst>
                                        </p:cTn>
                                        <p:tgtEl>
                                          <p:spTgt spid="12"/>
                                        </p:tgtEl>
                                        <p:attrNameLst>
                                          <p:attrName>style.visibility</p:attrName>
                                        </p:attrNameLst>
                                      </p:cBhvr>
                                      <p:to>
                                        <p:strVal val="visible"/>
                                      </p:to>
                                    </p:set>
                                    <p:animEffect transition="in" filter="wipe(up)">
                                      <p:cBhvr>
                                        <p:cTn id="39" dur="1000"/>
                                        <p:tgtEl>
                                          <p:spTgt spid="12"/>
                                        </p:tgtEl>
                                      </p:cBhvr>
                                    </p:animEffect>
                                  </p:childTnLst>
                                </p:cTn>
                              </p:par>
                            </p:childTnLst>
                          </p:cTn>
                        </p:par>
                        <p:par>
                          <p:cTn id="40" fill="hold">
                            <p:stCondLst>
                              <p:cond delay="6000"/>
                            </p:stCondLst>
                            <p:childTnLst>
                              <p:par>
                                <p:cTn id="41" presetID="22" presetClass="entr" presetSubtype="1" fill="hold" nodeType="afterEffect">
                                  <p:stCondLst>
                                    <p:cond delay="0"/>
                                  </p:stCondLst>
                                  <p:childTnLst>
                                    <p:set>
                                      <p:cBhvr>
                                        <p:cTn id="42" dur="1" fill="hold">
                                          <p:stCondLst>
                                            <p:cond delay="0"/>
                                          </p:stCondLst>
                                        </p:cTn>
                                        <p:tgtEl>
                                          <p:spTgt spid="13"/>
                                        </p:tgtEl>
                                        <p:attrNameLst>
                                          <p:attrName>style.visibility</p:attrName>
                                        </p:attrNameLst>
                                      </p:cBhvr>
                                      <p:to>
                                        <p:strVal val="visible"/>
                                      </p:to>
                                    </p:set>
                                    <p:animEffect transition="in" filter="wipe(up)">
                                      <p:cBhvr>
                                        <p:cTn id="43" dur="10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p:bldP spid="48" grpId="0"/>
      <p:bldP spid="51" grpId="0"/>
      <p:bldP spid="52" grpId="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Rectangle 33"/>
          <p:cNvSpPr/>
          <p:nvPr/>
        </p:nvSpPr>
        <p:spPr>
          <a:xfrm>
            <a:off x="28132" y="1729518"/>
            <a:ext cx="11127545" cy="1825125"/>
          </a:xfrm>
          <a:prstGeom prst="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38" name="TextBox 37"/>
          <p:cNvSpPr txBox="1"/>
          <p:nvPr/>
        </p:nvSpPr>
        <p:spPr>
          <a:xfrm>
            <a:off x="1086231" y="3894679"/>
            <a:ext cx="10041314" cy="2236954"/>
          </a:xfrm>
          <a:prstGeom prst="rect">
            <a:avLst/>
          </a:prstGeom>
          <a:noFill/>
        </p:spPr>
        <p:txBody>
          <a:bodyPr wrap="square" rIns="144000" bIns="36000" numCol="1" spcCol="360000" rtlCol="0">
            <a:spAutoFit/>
          </a:bodyPr>
          <a:lstStyle/>
          <a:p>
            <a:pPr fontAlgn="auto">
              <a:spcBef>
                <a:spcPts val="0"/>
              </a:spcBef>
              <a:spcAft>
                <a:spcPts val="0"/>
              </a:spcAft>
            </a:pPr>
            <a:r>
              <a:rPr lang="ar-SA" sz="2800" b="1" dirty="0">
                <a:solidFill>
                  <a:prstClr val="black"/>
                </a:solidFill>
                <a:latin typeface="Calibri" panose="020F0502020204030204"/>
                <a:cs typeface="Arial" panose="020B0604020202020204" pitchFamily="34" charset="0"/>
              </a:rPr>
              <a:t>مكانة المعلم ستبقى كبيرة في عملية التعليم، لأن المعلم هو جوهر العملية التعليمية، وهذا ما يفرض عليه أن يكون منفتحاً على كل جديد وبمرونة تمكنه من الإبداع والابتكار، ليكون قادراً على مجابهة التحديات والوقوف أمام متطلبات العصر وتحدياته، بحيث لا يستخدم الوسائل التكنولوجية بإتقان وحسب، وإنما المتوقع منه أبعد من ذلك، بحيث يكون مصممًا لبيئة التكنولوجيا وبرامجها بل والمطور لها أيضًا.</a:t>
            </a:r>
            <a:endParaRPr lang="en-US" sz="1200" b="1" dirty="0">
              <a:solidFill>
                <a:prstClr val="black"/>
              </a:solidFill>
              <a:latin typeface="Signika Negative" pitchFamily="2" charset="0"/>
            </a:endParaRPr>
          </a:p>
        </p:txBody>
      </p:sp>
      <p:sp>
        <p:nvSpPr>
          <p:cNvPr id="39" name="Content Placeholder 2"/>
          <p:cNvSpPr txBox="1">
            <a:spLocks/>
          </p:cNvSpPr>
          <p:nvPr/>
        </p:nvSpPr>
        <p:spPr>
          <a:xfrm>
            <a:off x="2743200" y="2253371"/>
            <a:ext cx="7372350" cy="1193735"/>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fontAlgn="auto">
              <a:buClr>
                <a:srgbClr val="4472C4">
                  <a:lumMod val="75000"/>
                </a:srgbClr>
              </a:buClr>
              <a:defRPr/>
            </a:pPr>
            <a:r>
              <a:rPr lang="ar-SA" sz="3600" b="1" dirty="0" smtClean="0">
                <a:solidFill>
                  <a:prstClr val="white">
                    <a:lumMod val="95000"/>
                  </a:prstClr>
                </a:solidFill>
                <a:ea typeface="Roboto" panose="02000000000000000000" pitchFamily="2" charset="0"/>
              </a:rPr>
              <a:t>من </a:t>
            </a:r>
            <a:r>
              <a:rPr lang="ar-SA" sz="3600" b="1" dirty="0">
                <a:solidFill>
                  <a:prstClr val="white">
                    <a:lumMod val="95000"/>
                  </a:prstClr>
                </a:solidFill>
                <a:ea typeface="Roboto" panose="02000000000000000000" pitchFamily="2" charset="0"/>
              </a:rPr>
              <a:t>الأكثر أهمية، المعلم أو التكنولوجيا؟ </a:t>
            </a:r>
            <a:endParaRPr lang="ar-SA" sz="3600" b="1" dirty="0" smtClean="0">
              <a:solidFill>
                <a:prstClr val="white">
                  <a:lumMod val="95000"/>
                </a:prstClr>
              </a:solidFill>
              <a:ea typeface="Roboto" panose="02000000000000000000" pitchFamily="2" charset="0"/>
            </a:endParaRPr>
          </a:p>
        </p:txBody>
      </p:sp>
      <p:sp>
        <p:nvSpPr>
          <p:cNvPr id="2" name="Rounded Rectangle 1"/>
          <p:cNvSpPr/>
          <p:nvPr/>
        </p:nvSpPr>
        <p:spPr>
          <a:xfrm>
            <a:off x="10694457" y="1932875"/>
            <a:ext cx="1378800" cy="1378634"/>
          </a:xfrm>
          <a:prstGeom prst="roundRect">
            <a:avLst/>
          </a:prstGeom>
          <a:solidFill>
            <a:schemeClr val="tx1"/>
          </a:solidFill>
          <a:ln w="50800">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US" sz="4000" b="1" dirty="0" smtClean="0">
                <a:solidFill>
                  <a:prstClr val="white"/>
                </a:solidFill>
              </a:rPr>
              <a:t>2</a:t>
            </a:r>
            <a:endParaRPr lang="id-ID" b="1" dirty="0">
              <a:solidFill>
                <a:prstClr val="white"/>
              </a:solidFill>
            </a:endParaRPr>
          </a:p>
        </p:txBody>
      </p:sp>
    </p:spTree>
    <p:extLst>
      <p:ext uri="{BB962C8B-B14F-4D97-AF65-F5344CB8AC3E}">
        <p14:creationId xmlns:p14="http://schemas.microsoft.com/office/powerpoint/2010/main" val="247125143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500"/>
                                  </p:stCondLst>
                                  <p:childTnLst>
                                    <p:set>
                                      <p:cBhvr>
                                        <p:cTn id="6" dur="1" fill="hold">
                                          <p:stCondLst>
                                            <p:cond delay="0"/>
                                          </p:stCondLst>
                                        </p:cTn>
                                        <p:tgtEl>
                                          <p:spTgt spid="34"/>
                                        </p:tgtEl>
                                        <p:attrNameLst>
                                          <p:attrName>style.visibility</p:attrName>
                                        </p:attrNameLst>
                                      </p:cBhvr>
                                      <p:to>
                                        <p:strVal val="visible"/>
                                      </p:to>
                                    </p:set>
                                    <p:anim calcmode="lin" valueType="num">
                                      <p:cBhvr additive="base">
                                        <p:cTn id="7" dur="500" fill="hold"/>
                                        <p:tgtEl>
                                          <p:spTgt spid="34"/>
                                        </p:tgtEl>
                                        <p:attrNameLst>
                                          <p:attrName>ppt_x</p:attrName>
                                        </p:attrNameLst>
                                      </p:cBhvr>
                                      <p:tavLst>
                                        <p:tav tm="0">
                                          <p:val>
                                            <p:strVal val="0-#ppt_w/2"/>
                                          </p:val>
                                        </p:tav>
                                        <p:tav tm="100000">
                                          <p:val>
                                            <p:strVal val="#ppt_x"/>
                                          </p:val>
                                        </p:tav>
                                      </p:tavLst>
                                    </p:anim>
                                    <p:anim calcmode="lin" valueType="num">
                                      <p:cBhvr additive="base">
                                        <p:cTn id="8" dur="500" fill="hold"/>
                                        <p:tgtEl>
                                          <p:spTgt spid="34"/>
                                        </p:tgtEl>
                                        <p:attrNameLst>
                                          <p:attrName>ppt_y</p:attrName>
                                        </p:attrNameLst>
                                      </p:cBhvr>
                                      <p:tavLst>
                                        <p:tav tm="0">
                                          <p:val>
                                            <p:strVal val="#ppt_y"/>
                                          </p:val>
                                        </p:tav>
                                        <p:tav tm="100000">
                                          <p:val>
                                            <p:strVal val="#ppt_y"/>
                                          </p:val>
                                        </p:tav>
                                      </p:tavLst>
                                    </p:anim>
                                  </p:childTnLst>
                                </p:cTn>
                              </p:par>
                            </p:childTnLst>
                          </p:cTn>
                        </p:par>
                        <p:par>
                          <p:cTn id="9" fill="hold">
                            <p:stCondLst>
                              <p:cond delay="1000"/>
                            </p:stCondLst>
                            <p:childTnLst>
                              <p:par>
                                <p:cTn id="10" presetID="10" presetClass="entr" presetSubtype="0" fill="hold" grpId="0" nodeType="after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fade">
                                      <p:cBhvr>
                                        <p:cTn id="12" dur="500"/>
                                        <p:tgtEl>
                                          <p:spTgt spid="2"/>
                                        </p:tgtEl>
                                      </p:cBhvr>
                                    </p:animEffect>
                                  </p:childTnLst>
                                </p:cTn>
                              </p:par>
                            </p:childTnLst>
                          </p:cTn>
                        </p:par>
                        <p:par>
                          <p:cTn id="13" fill="hold">
                            <p:stCondLst>
                              <p:cond delay="1500"/>
                            </p:stCondLst>
                            <p:childTnLst>
                              <p:par>
                                <p:cTn id="14" presetID="10" presetClass="entr" presetSubtype="0" fill="hold" grpId="0" nodeType="afterEffect">
                                  <p:stCondLst>
                                    <p:cond delay="0"/>
                                  </p:stCondLst>
                                  <p:childTnLst>
                                    <p:set>
                                      <p:cBhvr>
                                        <p:cTn id="15" dur="1" fill="hold">
                                          <p:stCondLst>
                                            <p:cond delay="0"/>
                                          </p:stCondLst>
                                        </p:cTn>
                                        <p:tgtEl>
                                          <p:spTgt spid="39"/>
                                        </p:tgtEl>
                                        <p:attrNameLst>
                                          <p:attrName>style.visibility</p:attrName>
                                        </p:attrNameLst>
                                      </p:cBhvr>
                                      <p:to>
                                        <p:strVal val="visible"/>
                                      </p:to>
                                    </p:set>
                                    <p:animEffect transition="in" filter="fade">
                                      <p:cBhvr>
                                        <p:cTn id="16" dur="500"/>
                                        <p:tgtEl>
                                          <p:spTgt spid="39"/>
                                        </p:tgtEl>
                                      </p:cBhvr>
                                    </p:animEffect>
                                  </p:childTnLst>
                                </p:cTn>
                              </p:par>
                            </p:childTnLst>
                          </p:cTn>
                        </p:par>
                        <p:par>
                          <p:cTn id="17" fill="hold">
                            <p:stCondLst>
                              <p:cond delay="2000"/>
                            </p:stCondLst>
                            <p:childTnLst>
                              <p:par>
                                <p:cTn id="18" presetID="10" presetClass="entr" presetSubtype="0" fill="hold" grpId="0" nodeType="afterEffect">
                                  <p:stCondLst>
                                    <p:cond delay="0"/>
                                  </p:stCondLst>
                                  <p:childTnLst>
                                    <p:set>
                                      <p:cBhvr>
                                        <p:cTn id="19" dur="1" fill="hold">
                                          <p:stCondLst>
                                            <p:cond delay="0"/>
                                          </p:stCondLst>
                                        </p:cTn>
                                        <p:tgtEl>
                                          <p:spTgt spid="38"/>
                                        </p:tgtEl>
                                        <p:attrNameLst>
                                          <p:attrName>style.visibility</p:attrName>
                                        </p:attrNameLst>
                                      </p:cBhvr>
                                      <p:to>
                                        <p:strVal val="visible"/>
                                      </p:to>
                                    </p:set>
                                    <p:animEffect transition="in" filter="fade">
                                      <p:cBhvr>
                                        <p:cTn id="20" dur="50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animBg="1"/>
      <p:bldP spid="38" grpId="0"/>
      <p:bldP spid="39" grpId="0"/>
      <p:bldP spid="2" grpId="0" animBg="1"/>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txBox="1">
            <a:spLocks/>
          </p:cNvSpPr>
          <p:nvPr/>
        </p:nvSpPr>
        <p:spPr>
          <a:xfrm>
            <a:off x="942432" y="525826"/>
            <a:ext cx="10515600" cy="697635"/>
          </a:xfrm>
          <a:prstGeom prst="rect">
            <a:avLst/>
          </a:prstGeom>
        </p:spPr>
        <p:txBody>
          <a:bodyPr vert="horz" lIns="91440" tIns="45720" rIns="91440" bIns="45720" rtlCol="0" anchor="b">
            <a:norm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rtl="1"/>
            <a:r>
              <a:rPr lang="ar-SA" sz="4000" b="1" u="sng" dirty="0">
                <a:solidFill>
                  <a:srgbClr val="041B31"/>
                </a:solidFill>
              </a:rPr>
              <a:t>دور المعلم في عصر التكنولوجيا هو توظيف التكنولوجيا..</a:t>
            </a:r>
            <a:endParaRPr lang="en-US" sz="4000" u="sng" dirty="0">
              <a:solidFill>
                <a:srgbClr val="041B31"/>
              </a:solidFill>
            </a:endParaRPr>
          </a:p>
        </p:txBody>
      </p:sp>
      <p:graphicFrame>
        <p:nvGraphicFramePr>
          <p:cNvPr id="27" name="Diagram 26"/>
          <p:cNvGraphicFramePr/>
          <p:nvPr>
            <p:extLst>
              <p:ext uri="{D42A27DB-BD31-4B8C-83A1-F6EECF244321}">
                <p14:modId xmlns:p14="http://schemas.microsoft.com/office/powerpoint/2010/main" val="1852727513"/>
              </p:ext>
            </p:extLst>
          </p:nvPr>
        </p:nvGraphicFramePr>
        <p:xfrm>
          <a:off x="2892897" y="902234"/>
          <a:ext cx="8530478" cy="3961624"/>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9" name="Content Placeholder 2"/>
          <p:cNvSpPr txBox="1">
            <a:spLocks/>
          </p:cNvSpPr>
          <p:nvPr/>
        </p:nvSpPr>
        <p:spPr>
          <a:xfrm>
            <a:off x="233916" y="2695475"/>
            <a:ext cx="5449894" cy="2032537"/>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rtl="1">
              <a:buNone/>
            </a:pPr>
            <a:r>
              <a:rPr lang="ar-JO" sz="2800" b="1" dirty="0" smtClean="0">
                <a:solidFill>
                  <a:srgbClr val="C42A13"/>
                </a:solidFill>
                <a:cs typeface="Simplified Arabic" panose="02020603050405020304" pitchFamily="18" charset="-78"/>
              </a:rPr>
              <a:t>المواد </a:t>
            </a:r>
            <a:r>
              <a:rPr lang="ar-JO" sz="2800" b="1" dirty="0">
                <a:solidFill>
                  <a:srgbClr val="C42A13"/>
                </a:solidFill>
                <a:cs typeface="Simplified Arabic" panose="02020603050405020304" pitchFamily="18" charset="-78"/>
              </a:rPr>
              <a:t>المطبوعة، مثل: الكتب الدراسية، والبرامج التعليمية، ودليل الدروس.</a:t>
            </a:r>
            <a:endParaRPr lang="en-US" sz="2800" b="1" dirty="0">
              <a:solidFill>
                <a:srgbClr val="C42A13"/>
              </a:solidFill>
            </a:endParaRPr>
          </a:p>
        </p:txBody>
      </p:sp>
      <p:sp>
        <p:nvSpPr>
          <p:cNvPr id="31" name="Content Placeholder 2"/>
          <p:cNvSpPr txBox="1">
            <a:spLocks/>
          </p:cNvSpPr>
          <p:nvPr/>
        </p:nvSpPr>
        <p:spPr>
          <a:xfrm>
            <a:off x="4465675" y="4576361"/>
            <a:ext cx="6122434" cy="1696848"/>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rtl="1">
              <a:buNone/>
            </a:pPr>
            <a:r>
              <a:rPr lang="ar-JO" sz="2800" b="1" dirty="0" smtClean="0">
                <a:solidFill>
                  <a:srgbClr val="002060"/>
                </a:solidFill>
                <a:cs typeface="Simplified Arabic" panose="02020603050405020304" pitchFamily="18" charset="-78"/>
              </a:rPr>
              <a:t> </a:t>
            </a:r>
            <a:r>
              <a:rPr lang="ar-JO" sz="2800" b="1" dirty="0">
                <a:solidFill>
                  <a:srgbClr val="002060"/>
                </a:solidFill>
                <a:cs typeface="Simplified Arabic" panose="02020603050405020304" pitchFamily="18" charset="-78"/>
              </a:rPr>
              <a:t>التكنولوجيا المعتمدة على الصوت، مثل: الأشرطة، والبث الإذاعي، والهواتف.</a:t>
            </a:r>
            <a:endParaRPr lang="en-US" sz="2800" b="1" dirty="0">
              <a:solidFill>
                <a:srgbClr val="002060"/>
              </a:solidFill>
            </a:endParaRPr>
          </a:p>
        </p:txBody>
      </p:sp>
      <p:grpSp>
        <p:nvGrpSpPr>
          <p:cNvPr id="40" name="Group 39"/>
          <p:cNvGrpSpPr/>
          <p:nvPr/>
        </p:nvGrpSpPr>
        <p:grpSpPr>
          <a:xfrm>
            <a:off x="2554517" y="1871562"/>
            <a:ext cx="823913" cy="823913"/>
            <a:chOff x="6869481" y="3174886"/>
            <a:chExt cx="823913" cy="823913"/>
          </a:xfrm>
        </p:grpSpPr>
        <p:sp>
          <p:nvSpPr>
            <p:cNvPr id="41" name="Oval 40"/>
            <p:cNvSpPr>
              <a:spLocks noChangeArrowheads="1"/>
            </p:cNvSpPr>
            <p:nvPr/>
          </p:nvSpPr>
          <p:spPr bwMode="auto">
            <a:xfrm>
              <a:off x="6869481" y="3174886"/>
              <a:ext cx="823913" cy="823913"/>
            </a:xfrm>
            <a:prstGeom prst="ellipse">
              <a:avLst/>
            </a:prstGeom>
            <a:solidFill>
              <a:srgbClr val="C00000"/>
            </a:solidFill>
            <a:ln w="57150">
              <a:noFill/>
              <a:round/>
              <a:headEnd/>
              <a:tailEnd/>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srgbClr val="7E7E7E"/>
                </a:solidFill>
                <a:latin typeface="Calibri" panose="020F0502020204030204"/>
                <a:cs typeface="Simplified Arabic" panose="02020603050405020304" pitchFamily="18" charset="-78"/>
              </a:endParaRPr>
            </a:p>
          </p:txBody>
        </p:sp>
        <p:grpSp>
          <p:nvGrpSpPr>
            <p:cNvPr id="42" name="Group 41"/>
            <p:cNvGrpSpPr/>
            <p:nvPr/>
          </p:nvGrpSpPr>
          <p:grpSpPr>
            <a:xfrm>
              <a:off x="7099504" y="3437424"/>
              <a:ext cx="386534" cy="314469"/>
              <a:chOff x="6275559" y="2434671"/>
              <a:chExt cx="386534" cy="314469"/>
            </a:xfrm>
            <a:solidFill>
              <a:schemeClr val="bg1"/>
            </a:solidFill>
          </p:grpSpPr>
          <p:sp>
            <p:nvSpPr>
              <p:cNvPr id="43" name="Freeform 42"/>
              <p:cNvSpPr>
                <a:spLocks noEditPoints="1"/>
              </p:cNvSpPr>
              <p:nvPr/>
            </p:nvSpPr>
            <p:spPr bwMode="auto">
              <a:xfrm>
                <a:off x="6275559" y="2434671"/>
                <a:ext cx="386534" cy="314469"/>
              </a:xfrm>
              <a:custGeom>
                <a:avLst/>
                <a:gdLst>
                  <a:gd name="T0" fmla="*/ 248 w 256"/>
                  <a:gd name="T1" fmla="*/ 0 h 208"/>
                  <a:gd name="T2" fmla="*/ 40 w 256"/>
                  <a:gd name="T3" fmla="*/ 0 h 208"/>
                  <a:gd name="T4" fmla="*/ 32 w 256"/>
                  <a:gd name="T5" fmla="*/ 8 h 208"/>
                  <a:gd name="T6" fmla="*/ 32 w 256"/>
                  <a:gd name="T7" fmla="*/ 32 h 208"/>
                  <a:gd name="T8" fmla="*/ 8 w 256"/>
                  <a:gd name="T9" fmla="*/ 32 h 208"/>
                  <a:gd name="T10" fmla="*/ 0 w 256"/>
                  <a:gd name="T11" fmla="*/ 40 h 208"/>
                  <a:gd name="T12" fmla="*/ 0 w 256"/>
                  <a:gd name="T13" fmla="*/ 200 h 208"/>
                  <a:gd name="T14" fmla="*/ 8 w 256"/>
                  <a:gd name="T15" fmla="*/ 208 h 208"/>
                  <a:gd name="T16" fmla="*/ 216 w 256"/>
                  <a:gd name="T17" fmla="*/ 208 h 208"/>
                  <a:gd name="T18" fmla="*/ 224 w 256"/>
                  <a:gd name="T19" fmla="*/ 200 h 208"/>
                  <a:gd name="T20" fmla="*/ 224 w 256"/>
                  <a:gd name="T21" fmla="*/ 176 h 208"/>
                  <a:gd name="T22" fmla="*/ 248 w 256"/>
                  <a:gd name="T23" fmla="*/ 176 h 208"/>
                  <a:gd name="T24" fmla="*/ 256 w 256"/>
                  <a:gd name="T25" fmla="*/ 168 h 208"/>
                  <a:gd name="T26" fmla="*/ 256 w 256"/>
                  <a:gd name="T27" fmla="*/ 8 h 208"/>
                  <a:gd name="T28" fmla="*/ 248 w 256"/>
                  <a:gd name="T29" fmla="*/ 0 h 208"/>
                  <a:gd name="T30" fmla="*/ 208 w 256"/>
                  <a:gd name="T31" fmla="*/ 48 h 208"/>
                  <a:gd name="T32" fmla="*/ 208 w 256"/>
                  <a:gd name="T33" fmla="*/ 175 h 208"/>
                  <a:gd name="T34" fmla="*/ 165 w 256"/>
                  <a:gd name="T35" fmla="*/ 138 h 208"/>
                  <a:gd name="T36" fmla="*/ 156 w 256"/>
                  <a:gd name="T37" fmla="*/ 137 h 208"/>
                  <a:gd name="T38" fmla="*/ 122 w 256"/>
                  <a:gd name="T39" fmla="*/ 158 h 208"/>
                  <a:gd name="T40" fmla="*/ 70 w 256"/>
                  <a:gd name="T41" fmla="*/ 99 h 208"/>
                  <a:gd name="T42" fmla="*/ 64 w 256"/>
                  <a:gd name="T43" fmla="*/ 96 h 208"/>
                  <a:gd name="T44" fmla="*/ 58 w 256"/>
                  <a:gd name="T45" fmla="*/ 98 h 208"/>
                  <a:gd name="T46" fmla="*/ 16 w 256"/>
                  <a:gd name="T47" fmla="*/ 141 h 208"/>
                  <a:gd name="T48" fmla="*/ 16 w 256"/>
                  <a:gd name="T49" fmla="*/ 48 h 208"/>
                  <a:gd name="T50" fmla="*/ 208 w 256"/>
                  <a:gd name="T51" fmla="*/ 48 h 208"/>
                  <a:gd name="T52" fmla="*/ 16 w 256"/>
                  <a:gd name="T53" fmla="*/ 163 h 208"/>
                  <a:gd name="T54" fmla="*/ 64 w 256"/>
                  <a:gd name="T55" fmla="*/ 116 h 208"/>
                  <a:gd name="T56" fmla="*/ 114 w 256"/>
                  <a:gd name="T57" fmla="*/ 173 h 208"/>
                  <a:gd name="T58" fmla="*/ 124 w 256"/>
                  <a:gd name="T59" fmla="*/ 175 h 208"/>
                  <a:gd name="T60" fmla="*/ 159 w 256"/>
                  <a:gd name="T61" fmla="*/ 154 h 208"/>
                  <a:gd name="T62" fmla="*/ 204 w 256"/>
                  <a:gd name="T63" fmla="*/ 192 h 208"/>
                  <a:gd name="T64" fmla="*/ 16 w 256"/>
                  <a:gd name="T65" fmla="*/ 192 h 208"/>
                  <a:gd name="T66" fmla="*/ 16 w 256"/>
                  <a:gd name="T67" fmla="*/ 163 h 208"/>
                  <a:gd name="T68" fmla="*/ 240 w 256"/>
                  <a:gd name="T69" fmla="*/ 160 h 208"/>
                  <a:gd name="T70" fmla="*/ 224 w 256"/>
                  <a:gd name="T71" fmla="*/ 160 h 208"/>
                  <a:gd name="T72" fmla="*/ 224 w 256"/>
                  <a:gd name="T73" fmla="*/ 40 h 208"/>
                  <a:gd name="T74" fmla="*/ 216 w 256"/>
                  <a:gd name="T75" fmla="*/ 32 h 208"/>
                  <a:gd name="T76" fmla="*/ 48 w 256"/>
                  <a:gd name="T77" fmla="*/ 32 h 208"/>
                  <a:gd name="T78" fmla="*/ 48 w 256"/>
                  <a:gd name="T79" fmla="*/ 16 h 208"/>
                  <a:gd name="T80" fmla="*/ 240 w 256"/>
                  <a:gd name="T81" fmla="*/ 16 h 208"/>
                  <a:gd name="T82" fmla="*/ 240 w 256"/>
                  <a:gd name="T83" fmla="*/ 16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56" h="208">
                    <a:moveTo>
                      <a:pt x="248" y="0"/>
                    </a:moveTo>
                    <a:cubicBezTo>
                      <a:pt x="40" y="0"/>
                      <a:pt x="40" y="0"/>
                      <a:pt x="40" y="0"/>
                    </a:cubicBezTo>
                    <a:cubicBezTo>
                      <a:pt x="36" y="0"/>
                      <a:pt x="32" y="4"/>
                      <a:pt x="32" y="8"/>
                    </a:cubicBezTo>
                    <a:cubicBezTo>
                      <a:pt x="32" y="32"/>
                      <a:pt x="32" y="32"/>
                      <a:pt x="32" y="32"/>
                    </a:cubicBezTo>
                    <a:cubicBezTo>
                      <a:pt x="8" y="32"/>
                      <a:pt x="8" y="32"/>
                      <a:pt x="8" y="32"/>
                    </a:cubicBezTo>
                    <a:cubicBezTo>
                      <a:pt x="4" y="32"/>
                      <a:pt x="0" y="36"/>
                      <a:pt x="0" y="40"/>
                    </a:cubicBezTo>
                    <a:cubicBezTo>
                      <a:pt x="0" y="200"/>
                      <a:pt x="0" y="200"/>
                      <a:pt x="0" y="200"/>
                    </a:cubicBezTo>
                    <a:cubicBezTo>
                      <a:pt x="0" y="204"/>
                      <a:pt x="4" y="208"/>
                      <a:pt x="8" y="208"/>
                    </a:cubicBezTo>
                    <a:cubicBezTo>
                      <a:pt x="216" y="208"/>
                      <a:pt x="216" y="208"/>
                      <a:pt x="216" y="208"/>
                    </a:cubicBezTo>
                    <a:cubicBezTo>
                      <a:pt x="220" y="208"/>
                      <a:pt x="224" y="204"/>
                      <a:pt x="224" y="200"/>
                    </a:cubicBezTo>
                    <a:cubicBezTo>
                      <a:pt x="224" y="176"/>
                      <a:pt x="224" y="176"/>
                      <a:pt x="224" y="176"/>
                    </a:cubicBezTo>
                    <a:cubicBezTo>
                      <a:pt x="248" y="176"/>
                      <a:pt x="248" y="176"/>
                      <a:pt x="248" y="176"/>
                    </a:cubicBezTo>
                    <a:cubicBezTo>
                      <a:pt x="252" y="176"/>
                      <a:pt x="256" y="172"/>
                      <a:pt x="256" y="168"/>
                    </a:cubicBezTo>
                    <a:cubicBezTo>
                      <a:pt x="256" y="8"/>
                      <a:pt x="256" y="8"/>
                      <a:pt x="256" y="8"/>
                    </a:cubicBezTo>
                    <a:cubicBezTo>
                      <a:pt x="256" y="4"/>
                      <a:pt x="252" y="0"/>
                      <a:pt x="248" y="0"/>
                    </a:cubicBezTo>
                    <a:close/>
                    <a:moveTo>
                      <a:pt x="208" y="48"/>
                    </a:moveTo>
                    <a:cubicBezTo>
                      <a:pt x="208" y="175"/>
                      <a:pt x="208" y="175"/>
                      <a:pt x="208" y="175"/>
                    </a:cubicBezTo>
                    <a:cubicBezTo>
                      <a:pt x="165" y="138"/>
                      <a:pt x="165" y="138"/>
                      <a:pt x="165" y="138"/>
                    </a:cubicBezTo>
                    <a:cubicBezTo>
                      <a:pt x="163" y="136"/>
                      <a:pt x="159" y="135"/>
                      <a:pt x="156" y="137"/>
                    </a:cubicBezTo>
                    <a:cubicBezTo>
                      <a:pt x="122" y="158"/>
                      <a:pt x="122" y="158"/>
                      <a:pt x="122" y="158"/>
                    </a:cubicBezTo>
                    <a:cubicBezTo>
                      <a:pt x="70" y="99"/>
                      <a:pt x="70" y="99"/>
                      <a:pt x="70" y="99"/>
                    </a:cubicBezTo>
                    <a:cubicBezTo>
                      <a:pt x="69" y="97"/>
                      <a:pt x="66" y="96"/>
                      <a:pt x="64" y="96"/>
                    </a:cubicBezTo>
                    <a:cubicBezTo>
                      <a:pt x="62" y="96"/>
                      <a:pt x="60" y="97"/>
                      <a:pt x="58" y="98"/>
                    </a:cubicBezTo>
                    <a:cubicBezTo>
                      <a:pt x="16" y="141"/>
                      <a:pt x="16" y="141"/>
                      <a:pt x="16" y="141"/>
                    </a:cubicBezTo>
                    <a:cubicBezTo>
                      <a:pt x="16" y="48"/>
                      <a:pt x="16" y="48"/>
                      <a:pt x="16" y="48"/>
                    </a:cubicBezTo>
                    <a:lnTo>
                      <a:pt x="208" y="48"/>
                    </a:lnTo>
                    <a:close/>
                    <a:moveTo>
                      <a:pt x="16" y="163"/>
                    </a:moveTo>
                    <a:cubicBezTo>
                      <a:pt x="64" y="116"/>
                      <a:pt x="64" y="116"/>
                      <a:pt x="64" y="116"/>
                    </a:cubicBezTo>
                    <a:cubicBezTo>
                      <a:pt x="114" y="173"/>
                      <a:pt x="114" y="173"/>
                      <a:pt x="114" y="173"/>
                    </a:cubicBezTo>
                    <a:cubicBezTo>
                      <a:pt x="117" y="176"/>
                      <a:pt x="121" y="177"/>
                      <a:pt x="124" y="175"/>
                    </a:cubicBezTo>
                    <a:cubicBezTo>
                      <a:pt x="159" y="154"/>
                      <a:pt x="159" y="154"/>
                      <a:pt x="159" y="154"/>
                    </a:cubicBezTo>
                    <a:cubicBezTo>
                      <a:pt x="204" y="192"/>
                      <a:pt x="204" y="192"/>
                      <a:pt x="204" y="192"/>
                    </a:cubicBezTo>
                    <a:cubicBezTo>
                      <a:pt x="16" y="192"/>
                      <a:pt x="16" y="192"/>
                      <a:pt x="16" y="192"/>
                    </a:cubicBezTo>
                    <a:lnTo>
                      <a:pt x="16" y="163"/>
                    </a:lnTo>
                    <a:close/>
                    <a:moveTo>
                      <a:pt x="240" y="160"/>
                    </a:moveTo>
                    <a:cubicBezTo>
                      <a:pt x="224" y="160"/>
                      <a:pt x="224" y="160"/>
                      <a:pt x="224" y="160"/>
                    </a:cubicBezTo>
                    <a:cubicBezTo>
                      <a:pt x="224" y="40"/>
                      <a:pt x="224" y="40"/>
                      <a:pt x="224" y="40"/>
                    </a:cubicBezTo>
                    <a:cubicBezTo>
                      <a:pt x="224" y="36"/>
                      <a:pt x="220" y="32"/>
                      <a:pt x="216" y="32"/>
                    </a:cubicBezTo>
                    <a:cubicBezTo>
                      <a:pt x="48" y="32"/>
                      <a:pt x="48" y="32"/>
                      <a:pt x="48" y="32"/>
                    </a:cubicBezTo>
                    <a:cubicBezTo>
                      <a:pt x="48" y="16"/>
                      <a:pt x="48" y="16"/>
                      <a:pt x="48" y="16"/>
                    </a:cubicBezTo>
                    <a:cubicBezTo>
                      <a:pt x="240" y="16"/>
                      <a:pt x="240" y="16"/>
                      <a:pt x="240" y="16"/>
                    </a:cubicBezTo>
                    <a:lnTo>
                      <a:pt x="240" y="1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srgbClr val="7E7E7E"/>
                  </a:solidFill>
                  <a:latin typeface="Calibri" panose="020F0502020204030204"/>
                  <a:cs typeface="Simplified Arabic" panose="02020603050405020304" pitchFamily="18" charset="-78"/>
                </a:endParaRPr>
              </a:p>
            </p:txBody>
          </p:sp>
          <p:sp>
            <p:nvSpPr>
              <p:cNvPr id="44" name="Freeform 43"/>
              <p:cNvSpPr>
                <a:spLocks noEditPoints="1"/>
              </p:cNvSpPr>
              <p:nvPr/>
            </p:nvSpPr>
            <p:spPr bwMode="auto">
              <a:xfrm>
                <a:off x="6481274" y="2531633"/>
                <a:ext cx="83858" cy="85169"/>
              </a:xfrm>
              <a:custGeom>
                <a:avLst/>
                <a:gdLst>
                  <a:gd name="T0" fmla="*/ 28 w 56"/>
                  <a:gd name="T1" fmla="*/ 56 h 56"/>
                  <a:gd name="T2" fmla="*/ 56 w 56"/>
                  <a:gd name="T3" fmla="*/ 28 h 56"/>
                  <a:gd name="T4" fmla="*/ 28 w 56"/>
                  <a:gd name="T5" fmla="*/ 0 h 56"/>
                  <a:gd name="T6" fmla="*/ 0 w 56"/>
                  <a:gd name="T7" fmla="*/ 28 h 56"/>
                  <a:gd name="T8" fmla="*/ 28 w 56"/>
                  <a:gd name="T9" fmla="*/ 56 h 56"/>
                  <a:gd name="T10" fmla="*/ 28 w 56"/>
                  <a:gd name="T11" fmla="*/ 16 h 56"/>
                  <a:gd name="T12" fmla="*/ 40 w 56"/>
                  <a:gd name="T13" fmla="*/ 28 h 56"/>
                  <a:gd name="T14" fmla="*/ 28 w 56"/>
                  <a:gd name="T15" fmla="*/ 40 h 56"/>
                  <a:gd name="T16" fmla="*/ 16 w 56"/>
                  <a:gd name="T17" fmla="*/ 28 h 56"/>
                  <a:gd name="T18" fmla="*/ 28 w 56"/>
                  <a:gd name="T19" fmla="*/ 1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 h="56">
                    <a:moveTo>
                      <a:pt x="28" y="56"/>
                    </a:moveTo>
                    <a:cubicBezTo>
                      <a:pt x="43" y="56"/>
                      <a:pt x="56" y="43"/>
                      <a:pt x="56" y="28"/>
                    </a:cubicBezTo>
                    <a:cubicBezTo>
                      <a:pt x="56" y="13"/>
                      <a:pt x="43" y="0"/>
                      <a:pt x="28" y="0"/>
                    </a:cubicBezTo>
                    <a:cubicBezTo>
                      <a:pt x="13" y="0"/>
                      <a:pt x="0" y="13"/>
                      <a:pt x="0" y="28"/>
                    </a:cubicBezTo>
                    <a:cubicBezTo>
                      <a:pt x="0" y="43"/>
                      <a:pt x="13" y="56"/>
                      <a:pt x="28" y="56"/>
                    </a:cubicBezTo>
                    <a:close/>
                    <a:moveTo>
                      <a:pt x="28" y="16"/>
                    </a:moveTo>
                    <a:cubicBezTo>
                      <a:pt x="35" y="16"/>
                      <a:pt x="40" y="21"/>
                      <a:pt x="40" y="28"/>
                    </a:cubicBezTo>
                    <a:cubicBezTo>
                      <a:pt x="40" y="35"/>
                      <a:pt x="35" y="40"/>
                      <a:pt x="28" y="40"/>
                    </a:cubicBezTo>
                    <a:cubicBezTo>
                      <a:pt x="21" y="40"/>
                      <a:pt x="16" y="35"/>
                      <a:pt x="16" y="28"/>
                    </a:cubicBezTo>
                    <a:cubicBezTo>
                      <a:pt x="16" y="21"/>
                      <a:pt x="21" y="16"/>
                      <a:pt x="28"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srgbClr val="7E7E7E"/>
                  </a:solidFill>
                  <a:latin typeface="Calibri" panose="020F0502020204030204"/>
                  <a:cs typeface="Simplified Arabic" panose="02020603050405020304" pitchFamily="18" charset="-78"/>
                </a:endParaRPr>
              </a:p>
            </p:txBody>
          </p:sp>
        </p:grpSp>
      </p:grpSp>
      <p:grpSp>
        <p:nvGrpSpPr>
          <p:cNvPr id="45" name="Group 44"/>
          <p:cNvGrpSpPr/>
          <p:nvPr/>
        </p:nvGrpSpPr>
        <p:grpSpPr>
          <a:xfrm>
            <a:off x="6174809" y="3720269"/>
            <a:ext cx="823913" cy="823913"/>
            <a:chOff x="6114436" y="3954719"/>
            <a:chExt cx="823913" cy="823913"/>
          </a:xfrm>
        </p:grpSpPr>
        <p:sp>
          <p:nvSpPr>
            <p:cNvPr id="46" name="Oval 68"/>
            <p:cNvSpPr>
              <a:spLocks noChangeArrowheads="1"/>
            </p:cNvSpPr>
            <p:nvPr/>
          </p:nvSpPr>
          <p:spPr bwMode="auto">
            <a:xfrm>
              <a:off x="6114436" y="3954719"/>
              <a:ext cx="823913" cy="823913"/>
            </a:xfrm>
            <a:prstGeom prst="ellipse">
              <a:avLst/>
            </a:prstGeom>
            <a:solidFill>
              <a:schemeClr val="accent6"/>
            </a:solidFill>
            <a:ln w="57150">
              <a:noFill/>
              <a:round/>
              <a:headEnd/>
              <a:tailEnd/>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srgbClr val="7E7E7E"/>
                </a:solidFill>
                <a:latin typeface="Calibri" panose="020F0502020204030204"/>
                <a:cs typeface="Simplified Arabic" panose="02020603050405020304" pitchFamily="18" charset="-78"/>
              </a:endParaRPr>
            </a:p>
          </p:txBody>
        </p:sp>
        <p:grpSp>
          <p:nvGrpSpPr>
            <p:cNvPr id="47" name="Group 46"/>
            <p:cNvGrpSpPr/>
            <p:nvPr/>
          </p:nvGrpSpPr>
          <p:grpSpPr>
            <a:xfrm>
              <a:off x="6350454" y="4159239"/>
              <a:ext cx="386534" cy="386534"/>
              <a:chOff x="9753057" y="3268013"/>
              <a:chExt cx="386534" cy="386534"/>
            </a:xfrm>
            <a:solidFill>
              <a:schemeClr val="bg1"/>
            </a:solidFill>
          </p:grpSpPr>
          <p:sp>
            <p:nvSpPr>
              <p:cNvPr id="48" name="Freeform 94"/>
              <p:cNvSpPr>
                <a:spLocks noEditPoints="1"/>
              </p:cNvSpPr>
              <p:nvPr/>
            </p:nvSpPr>
            <p:spPr bwMode="auto">
              <a:xfrm>
                <a:off x="9753057" y="3268013"/>
                <a:ext cx="386534" cy="386534"/>
              </a:xfrm>
              <a:custGeom>
                <a:avLst/>
                <a:gdLst>
                  <a:gd name="T0" fmla="*/ 251 w 256"/>
                  <a:gd name="T1" fmla="*/ 97 h 256"/>
                  <a:gd name="T2" fmla="*/ 216 w 256"/>
                  <a:gd name="T3" fmla="*/ 83 h 256"/>
                  <a:gd name="T4" fmla="*/ 216 w 256"/>
                  <a:gd name="T5" fmla="*/ 8 h 256"/>
                  <a:gd name="T6" fmla="*/ 208 w 256"/>
                  <a:gd name="T7" fmla="*/ 0 h 256"/>
                  <a:gd name="T8" fmla="*/ 48 w 256"/>
                  <a:gd name="T9" fmla="*/ 0 h 256"/>
                  <a:gd name="T10" fmla="*/ 40 w 256"/>
                  <a:gd name="T11" fmla="*/ 8 h 256"/>
                  <a:gd name="T12" fmla="*/ 40 w 256"/>
                  <a:gd name="T13" fmla="*/ 83 h 256"/>
                  <a:gd name="T14" fmla="*/ 5 w 256"/>
                  <a:gd name="T15" fmla="*/ 97 h 256"/>
                  <a:gd name="T16" fmla="*/ 0 w 256"/>
                  <a:gd name="T17" fmla="*/ 104 h 256"/>
                  <a:gd name="T18" fmla="*/ 0 w 256"/>
                  <a:gd name="T19" fmla="*/ 104 h 256"/>
                  <a:gd name="T20" fmla="*/ 0 w 256"/>
                  <a:gd name="T21" fmla="*/ 248 h 256"/>
                  <a:gd name="T22" fmla="*/ 8 w 256"/>
                  <a:gd name="T23" fmla="*/ 256 h 256"/>
                  <a:gd name="T24" fmla="*/ 248 w 256"/>
                  <a:gd name="T25" fmla="*/ 256 h 256"/>
                  <a:gd name="T26" fmla="*/ 256 w 256"/>
                  <a:gd name="T27" fmla="*/ 248 h 256"/>
                  <a:gd name="T28" fmla="*/ 256 w 256"/>
                  <a:gd name="T29" fmla="*/ 104 h 256"/>
                  <a:gd name="T30" fmla="*/ 256 w 256"/>
                  <a:gd name="T31" fmla="*/ 104 h 256"/>
                  <a:gd name="T32" fmla="*/ 251 w 256"/>
                  <a:gd name="T33" fmla="*/ 97 h 256"/>
                  <a:gd name="T34" fmla="*/ 232 w 256"/>
                  <a:gd name="T35" fmla="*/ 106 h 256"/>
                  <a:gd name="T36" fmla="*/ 216 w 256"/>
                  <a:gd name="T37" fmla="*/ 116 h 256"/>
                  <a:gd name="T38" fmla="*/ 216 w 256"/>
                  <a:gd name="T39" fmla="*/ 100 h 256"/>
                  <a:gd name="T40" fmla="*/ 232 w 256"/>
                  <a:gd name="T41" fmla="*/ 106 h 256"/>
                  <a:gd name="T42" fmla="*/ 200 w 256"/>
                  <a:gd name="T43" fmla="*/ 16 h 256"/>
                  <a:gd name="T44" fmla="*/ 200 w 256"/>
                  <a:gd name="T45" fmla="*/ 88 h 256"/>
                  <a:gd name="T46" fmla="*/ 200 w 256"/>
                  <a:gd name="T47" fmla="*/ 88 h 256"/>
                  <a:gd name="T48" fmla="*/ 200 w 256"/>
                  <a:gd name="T49" fmla="*/ 126 h 256"/>
                  <a:gd name="T50" fmla="*/ 128 w 256"/>
                  <a:gd name="T51" fmla="*/ 171 h 256"/>
                  <a:gd name="T52" fmla="*/ 56 w 256"/>
                  <a:gd name="T53" fmla="*/ 126 h 256"/>
                  <a:gd name="T54" fmla="*/ 56 w 256"/>
                  <a:gd name="T55" fmla="*/ 88 h 256"/>
                  <a:gd name="T56" fmla="*/ 56 w 256"/>
                  <a:gd name="T57" fmla="*/ 88 h 256"/>
                  <a:gd name="T58" fmla="*/ 56 w 256"/>
                  <a:gd name="T59" fmla="*/ 16 h 256"/>
                  <a:gd name="T60" fmla="*/ 200 w 256"/>
                  <a:gd name="T61" fmla="*/ 16 h 256"/>
                  <a:gd name="T62" fmla="*/ 40 w 256"/>
                  <a:gd name="T63" fmla="*/ 116 h 256"/>
                  <a:gd name="T64" fmla="*/ 24 w 256"/>
                  <a:gd name="T65" fmla="*/ 106 h 256"/>
                  <a:gd name="T66" fmla="*/ 40 w 256"/>
                  <a:gd name="T67" fmla="*/ 100 h 256"/>
                  <a:gd name="T68" fmla="*/ 40 w 256"/>
                  <a:gd name="T69" fmla="*/ 116 h 256"/>
                  <a:gd name="T70" fmla="*/ 16 w 256"/>
                  <a:gd name="T71" fmla="*/ 240 h 256"/>
                  <a:gd name="T72" fmla="*/ 16 w 256"/>
                  <a:gd name="T73" fmla="*/ 120 h 256"/>
                  <a:gd name="T74" fmla="*/ 124 w 256"/>
                  <a:gd name="T75" fmla="*/ 187 h 256"/>
                  <a:gd name="T76" fmla="*/ 128 w 256"/>
                  <a:gd name="T77" fmla="*/ 188 h 256"/>
                  <a:gd name="T78" fmla="*/ 132 w 256"/>
                  <a:gd name="T79" fmla="*/ 187 h 256"/>
                  <a:gd name="T80" fmla="*/ 240 w 256"/>
                  <a:gd name="T81" fmla="*/ 120 h 256"/>
                  <a:gd name="T82" fmla="*/ 240 w 256"/>
                  <a:gd name="T83" fmla="*/ 240 h 256"/>
                  <a:gd name="T84" fmla="*/ 16 w 256"/>
                  <a:gd name="T85" fmla="*/ 240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6" h="256">
                    <a:moveTo>
                      <a:pt x="251" y="97"/>
                    </a:moveTo>
                    <a:cubicBezTo>
                      <a:pt x="216" y="83"/>
                      <a:pt x="216" y="83"/>
                      <a:pt x="216" y="83"/>
                    </a:cubicBezTo>
                    <a:cubicBezTo>
                      <a:pt x="216" y="8"/>
                      <a:pt x="216" y="8"/>
                      <a:pt x="216" y="8"/>
                    </a:cubicBezTo>
                    <a:cubicBezTo>
                      <a:pt x="216" y="4"/>
                      <a:pt x="212" y="0"/>
                      <a:pt x="208" y="0"/>
                    </a:cubicBezTo>
                    <a:cubicBezTo>
                      <a:pt x="48" y="0"/>
                      <a:pt x="48" y="0"/>
                      <a:pt x="48" y="0"/>
                    </a:cubicBezTo>
                    <a:cubicBezTo>
                      <a:pt x="44" y="0"/>
                      <a:pt x="40" y="4"/>
                      <a:pt x="40" y="8"/>
                    </a:cubicBezTo>
                    <a:cubicBezTo>
                      <a:pt x="40" y="83"/>
                      <a:pt x="40" y="83"/>
                      <a:pt x="40" y="83"/>
                    </a:cubicBezTo>
                    <a:cubicBezTo>
                      <a:pt x="5" y="97"/>
                      <a:pt x="5" y="97"/>
                      <a:pt x="5" y="97"/>
                    </a:cubicBezTo>
                    <a:cubicBezTo>
                      <a:pt x="2" y="98"/>
                      <a:pt x="0" y="101"/>
                      <a:pt x="0" y="104"/>
                    </a:cubicBezTo>
                    <a:cubicBezTo>
                      <a:pt x="0" y="104"/>
                      <a:pt x="0" y="104"/>
                      <a:pt x="0" y="104"/>
                    </a:cubicBezTo>
                    <a:cubicBezTo>
                      <a:pt x="0" y="248"/>
                      <a:pt x="0" y="248"/>
                      <a:pt x="0" y="248"/>
                    </a:cubicBezTo>
                    <a:cubicBezTo>
                      <a:pt x="0" y="252"/>
                      <a:pt x="4" y="256"/>
                      <a:pt x="8" y="256"/>
                    </a:cubicBezTo>
                    <a:cubicBezTo>
                      <a:pt x="248" y="256"/>
                      <a:pt x="248" y="256"/>
                      <a:pt x="248" y="256"/>
                    </a:cubicBezTo>
                    <a:cubicBezTo>
                      <a:pt x="252" y="256"/>
                      <a:pt x="256" y="252"/>
                      <a:pt x="256" y="248"/>
                    </a:cubicBezTo>
                    <a:cubicBezTo>
                      <a:pt x="256" y="104"/>
                      <a:pt x="256" y="104"/>
                      <a:pt x="256" y="104"/>
                    </a:cubicBezTo>
                    <a:cubicBezTo>
                      <a:pt x="256" y="104"/>
                      <a:pt x="256" y="104"/>
                      <a:pt x="256" y="104"/>
                    </a:cubicBezTo>
                    <a:cubicBezTo>
                      <a:pt x="256" y="101"/>
                      <a:pt x="254" y="98"/>
                      <a:pt x="251" y="97"/>
                    </a:cubicBezTo>
                    <a:close/>
                    <a:moveTo>
                      <a:pt x="232" y="106"/>
                    </a:moveTo>
                    <a:cubicBezTo>
                      <a:pt x="216" y="116"/>
                      <a:pt x="216" y="116"/>
                      <a:pt x="216" y="116"/>
                    </a:cubicBezTo>
                    <a:cubicBezTo>
                      <a:pt x="216" y="100"/>
                      <a:pt x="216" y="100"/>
                      <a:pt x="216" y="100"/>
                    </a:cubicBezTo>
                    <a:lnTo>
                      <a:pt x="232" y="106"/>
                    </a:lnTo>
                    <a:close/>
                    <a:moveTo>
                      <a:pt x="200" y="16"/>
                    </a:moveTo>
                    <a:cubicBezTo>
                      <a:pt x="200" y="88"/>
                      <a:pt x="200" y="88"/>
                      <a:pt x="200" y="88"/>
                    </a:cubicBezTo>
                    <a:cubicBezTo>
                      <a:pt x="200" y="88"/>
                      <a:pt x="200" y="88"/>
                      <a:pt x="200" y="88"/>
                    </a:cubicBezTo>
                    <a:cubicBezTo>
                      <a:pt x="200" y="126"/>
                      <a:pt x="200" y="126"/>
                      <a:pt x="200" y="126"/>
                    </a:cubicBezTo>
                    <a:cubicBezTo>
                      <a:pt x="128" y="171"/>
                      <a:pt x="128" y="171"/>
                      <a:pt x="128" y="171"/>
                    </a:cubicBezTo>
                    <a:cubicBezTo>
                      <a:pt x="56" y="126"/>
                      <a:pt x="56" y="126"/>
                      <a:pt x="56" y="126"/>
                    </a:cubicBezTo>
                    <a:cubicBezTo>
                      <a:pt x="56" y="88"/>
                      <a:pt x="56" y="88"/>
                      <a:pt x="56" y="88"/>
                    </a:cubicBezTo>
                    <a:cubicBezTo>
                      <a:pt x="56" y="88"/>
                      <a:pt x="56" y="88"/>
                      <a:pt x="56" y="88"/>
                    </a:cubicBezTo>
                    <a:cubicBezTo>
                      <a:pt x="56" y="16"/>
                      <a:pt x="56" y="16"/>
                      <a:pt x="56" y="16"/>
                    </a:cubicBezTo>
                    <a:lnTo>
                      <a:pt x="200" y="16"/>
                    </a:lnTo>
                    <a:close/>
                    <a:moveTo>
                      <a:pt x="40" y="116"/>
                    </a:moveTo>
                    <a:cubicBezTo>
                      <a:pt x="24" y="106"/>
                      <a:pt x="24" y="106"/>
                      <a:pt x="24" y="106"/>
                    </a:cubicBezTo>
                    <a:cubicBezTo>
                      <a:pt x="40" y="100"/>
                      <a:pt x="40" y="100"/>
                      <a:pt x="40" y="100"/>
                    </a:cubicBezTo>
                    <a:lnTo>
                      <a:pt x="40" y="116"/>
                    </a:lnTo>
                    <a:close/>
                    <a:moveTo>
                      <a:pt x="16" y="240"/>
                    </a:moveTo>
                    <a:cubicBezTo>
                      <a:pt x="16" y="120"/>
                      <a:pt x="16" y="120"/>
                      <a:pt x="16" y="120"/>
                    </a:cubicBezTo>
                    <a:cubicBezTo>
                      <a:pt x="124" y="187"/>
                      <a:pt x="124" y="187"/>
                      <a:pt x="124" y="187"/>
                    </a:cubicBezTo>
                    <a:cubicBezTo>
                      <a:pt x="125" y="188"/>
                      <a:pt x="127" y="188"/>
                      <a:pt x="128" y="188"/>
                    </a:cubicBezTo>
                    <a:cubicBezTo>
                      <a:pt x="129" y="188"/>
                      <a:pt x="131" y="188"/>
                      <a:pt x="132" y="187"/>
                    </a:cubicBezTo>
                    <a:cubicBezTo>
                      <a:pt x="240" y="120"/>
                      <a:pt x="240" y="120"/>
                      <a:pt x="240" y="120"/>
                    </a:cubicBezTo>
                    <a:cubicBezTo>
                      <a:pt x="240" y="240"/>
                      <a:pt x="240" y="240"/>
                      <a:pt x="240" y="240"/>
                    </a:cubicBezTo>
                    <a:lnTo>
                      <a:pt x="16" y="2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srgbClr val="7E7E7E"/>
                  </a:solidFill>
                  <a:latin typeface="Calibri" panose="020F0502020204030204"/>
                  <a:cs typeface="Simplified Arabic" panose="02020603050405020304" pitchFamily="18" charset="-78"/>
                </a:endParaRPr>
              </a:p>
            </p:txBody>
          </p:sp>
          <p:sp>
            <p:nvSpPr>
              <p:cNvPr id="49" name="Freeform 95"/>
              <p:cNvSpPr>
                <a:spLocks/>
              </p:cNvSpPr>
              <p:nvPr/>
            </p:nvSpPr>
            <p:spPr bwMode="auto">
              <a:xfrm>
                <a:off x="9958772" y="3316494"/>
                <a:ext cx="72066" cy="24895"/>
              </a:xfrm>
              <a:custGeom>
                <a:avLst/>
                <a:gdLst>
                  <a:gd name="T0" fmla="*/ 8 w 48"/>
                  <a:gd name="T1" fmla="*/ 16 h 16"/>
                  <a:gd name="T2" fmla="*/ 40 w 48"/>
                  <a:gd name="T3" fmla="*/ 16 h 16"/>
                  <a:gd name="T4" fmla="*/ 48 w 48"/>
                  <a:gd name="T5" fmla="*/ 8 h 16"/>
                  <a:gd name="T6" fmla="*/ 40 w 48"/>
                  <a:gd name="T7" fmla="*/ 0 h 16"/>
                  <a:gd name="T8" fmla="*/ 8 w 48"/>
                  <a:gd name="T9" fmla="*/ 0 h 16"/>
                  <a:gd name="T10" fmla="*/ 0 w 48"/>
                  <a:gd name="T11" fmla="*/ 8 h 16"/>
                  <a:gd name="T12" fmla="*/ 8 w 48"/>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48" h="16">
                    <a:moveTo>
                      <a:pt x="8" y="16"/>
                    </a:moveTo>
                    <a:cubicBezTo>
                      <a:pt x="40" y="16"/>
                      <a:pt x="40" y="16"/>
                      <a:pt x="40" y="16"/>
                    </a:cubicBezTo>
                    <a:cubicBezTo>
                      <a:pt x="44" y="16"/>
                      <a:pt x="48" y="12"/>
                      <a:pt x="48" y="8"/>
                    </a:cubicBezTo>
                    <a:cubicBezTo>
                      <a:pt x="48" y="4"/>
                      <a:pt x="44" y="0"/>
                      <a:pt x="40" y="0"/>
                    </a:cubicBezTo>
                    <a:cubicBezTo>
                      <a:pt x="8" y="0"/>
                      <a:pt x="8" y="0"/>
                      <a:pt x="8" y="0"/>
                    </a:cubicBezTo>
                    <a:cubicBezTo>
                      <a:pt x="4" y="0"/>
                      <a:pt x="0" y="4"/>
                      <a:pt x="0" y="8"/>
                    </a:cubicBezTo>
                    <a:cubicBezTo>
                      <a:pt x="0" y="12"/>
                      <a:pt x="4" y="16"/>
                      <a:pt x="8"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srgbClr val="7E7E7E"/>
                  </a:solidFill>
                  <a:latin typeface="Calibri" panose="020F0502020204030204"/>
                  <a:cs typeface="Simplified Arabic" panose="02020603050405020304" pitchFamily="18" charset="-78"/>
                </a:endParaRPr>
              </a:p>
            </p:txBody>
          </p:sp>
          <p:sp>
            <p:nvSpPr>
              <p:cNvPr id="50" name="Freeform 96"/>
              <p:cNvSpPr>
                <a:spLocks/>
              </p:cNvSpPr>
              <p:nvPr/>
            </p:nvSpPr>
            <p:spPr bwMode="auto">
              <a:xfrm>
                <a:off x="9861811" y="3364974"/>
                <a:ext cx="169027" cy="23585"/>
              </a:xfrm>
              <a:custGeom>
                <a:avLst/>
                <a:gdLst>
                  <a:gd name="T0" fmla="*/ 8 w 112"/>
                  <a:gd name="T1" fmla="*/ 16 h 16"/>
                  <a:gd name="T2" fmla="*/ 104 w 112"/>
                  <a:gd name="T3" fmla="*/ 16 h 16"/>
                  <a:gd name="T4" fmla="*/ 112 w 112"/>
                  <a:gd name="T5" fmla="*/ 8 h 16"/>
                  <a:gd name="T6" fmla="*/ 104 w 112"/>
                  <a:gd name="T7" fmla="*/ 0 h 16"/>
                  <a:gd name="T8" fmla="*/ 8 w 112"/>
                  <a:gd name="T9" fmla="*/ 0 h 16"/>
                  <a:gd name="T10" fmla="*/ 0 w 112"/>
                  <a:gd name="T11" fmla="*/ 8 h 16"/>
                  <a:gd name="T12" fmla="*/ 8 w 112"/>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12" h="16">
                    <a:moveTo>
                      <a:pt x="8" y="16"/>
                    </a:moveTo>
                    <a:cubicBezTo>
                      <a:pt x="104" y="16"/>
                      <a:pt x="104" y="16"/>
                      <a:pt x="104" y="16"/>
                    </a:cubicBezTo>
                    <a:cubicBezTo>
                      <a:pt x="108" y="16"/>
                      <a:pt x="112" y="12"/>
                      <a:pt x="112" y="8"/>
                    </a:cubicBezTo>
                    <a:cubicBezTo>
                      <a:pt x="112" y="4"/>
                      <a:pt x="108" y="0"/>
                      <a:pt x="104" y="0"/>
                    </a:cubicBezTo>
                    <a:cubicBezTo>
                      <a:pt x="8" y="0"/>
                      <a:pt x="8" y="0"/>
                      <a:pt x="8" y="0"/>
                    </a:cubicBezTo>
                    <a:cubicBezTo>
                      <a:pt x="4" y="0"/>
                      <a:pt x="0" y="4"/>
                      <a:pt x="0" y="8"/>
                    </a:cubicBezTo>
                    <a:cubicBezTo>
                      <a:pt x="0" y="12"/>
                      <a:pt x="4" y="16"/>
                      <a:pt x="8"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srgbClr val="7E7E7E"/>
                  </a:solidFill>
                  <a:latin typeface="Calibri" panose="020F0502020204030204"/>
                  <a:cs typeface="Simplified Arabic" panose="02020603050405020304" pitchFamily="18" charset="-78"/>
                </a:endParaRPr>
              </a:p>
            </p:txBody>
          </p:sp>
          <p:sp>
            <p:nvSpPr>
              <p:cNvPr id="51" name="Freeform 97"/>
              <p:cNvSpPr>
                <a:spLocks/>
              </p:cNvSpPr>
              <p:nvPr/>
            </p:nvSpPr>
            <p:spPr bwMode="auto">
              <a:xfrm>
                <a:off x="9861811" y="3413455"/>
                <a:ext cx="169027" cy="23585"/>
              </a:xfrm>
              <a:custGeom>
                <a:avLst/>
                <a:gdLst>
                  <a:gd name="T0" fmla="*/ 8 w 112"/>
                  <a:gd name="T1" fmla="*/ 16 h 16"/>
                  <a:gd name="T2" fmla="*/ 104 w 112"/>
                  <a:gd name="T3" fmla="*/ 16 h 16"/>
                  <a:gd name="T4" fmla="*/ 112 w 112"/>
                  <a:gd name="T5" fmla="*/ 8 h 16"/>
                  <a:gd name="T6" fmla="*/ 104 w 112"/>
                  <a:gd name="T7" fmla="*/ 0 h 16"/>
                  <a:gd name="T8" fmla="*/ 8 w 112"/>
                  <a:gd name="T9" fmla="*/ 0 h 16"/>
                  <a:gd name="T10" fmla="*/ 0 w 112"/>
                  <a:gd name="T11" fmla="*/ 8 h 16"/>
                  <a:gd name="T12" fmla="*/ 8 w 112"/>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12" h="16">
                    <a:moveTo>
                      <a:pt x="8" y="16"/>
                    </a:moveTo>
                    <a:cubicBezTo>
                      <a:pt x="104" y="16"/>
                      <a:pt x="104" y="16"/>
                      <a:pt x="104" y="16"/>
                    </a:cubicBezTo>
                    <a:cubicBezTo>
                      <a:pt x="108" y="16"/>
                      <a:pt x="112" y="12"/>
                      <a:pt x="112" y="8"/>
                    </a:cubicBezTo>
                    <a:cubicBezTo>
                      <a:pt x="112" y="4"/>
                      <a:pt x="108" y="0"/>
                      <a:pt x="104" y="0"/>
                    </a:cubicBezTo>
                    <a:cubicBezTo>
                      <a:pt x="8" y="0"/>
                      <a:pt x="8" y="0"/>
                      <a:pt x="8" y="0"/>
                    </a:cubicBezTo>
                    <a:cubicBezTo>
                      <a:pt x="4" y="0"/>
                      <a:pt x="0" y="4"/>
                      <a:pt x="0" y="8"/>
                    </a:cubicBezTo>
                    <a:cubicBezTo>
                      <a:pt x="0" y="12"/>
                      <a:pt x="4" y="16"/>
                      <a:pt x="8"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srgbClr val="7E7E7E"/>
                  </a:solidFill>
                  <a:latin typeface="Calibri" panose="020F0502020204030204"/>
                  <a:cs typeface="Simplified Arabic" panose="02020603050405020304" pitchFamily="18" charset="-78"/>
                </a:endParaRPr>
              </a:p>
            </p:txBody>
          </p:sp>
        </p:grpSp>
      </p:grpSp>
    </p:spTree>
    <p:extLst>
      <p:ext uri="{BB962C8B-B14F-4D97-AF65-F5344CB8AC3E}">
        <p14:creationId xmlns:p14="http://schemas.microsoft.com/office/powerpoint/2010/main" val="100930699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27"/>
                                        </p:tgtEl>
                                        <p:attrNameLst>
                                          <p:attrName>style.visibility</p:attrName>
                                        </p:attrNameLst>
                                      </p:cBhvr>
                                      <p:to>
                                        <p:strVal val="visible"/>
                                      </p:to>
                                    </p:set>
                                    <p:animEffect transition="in" filter="wipe(left)">
                                      <p:cBhvr>
                                        <p:cTn id="11" dur="500"/>
                                        <p:tgtEl>
                                          <p:spTgt spid="27"/>
                                        </p:tgtEl>
                                      </p:cBhvr>
                                    </p:animEffect>
                                  </p:childTnLst>
                                </p:cTn>
                              </p:par>
                            </p:childTnLst>
                          </p:cTn>
                        </p:par>
                        <p:par>
                          <p:cTn id="12" fill="hold">
                            <p:stCondLst>
                              <p:cond delay="1000"/>
                            </p:stCondLst>
                            <p:childTnLst>
                              <p:par>
                                <p:cTn id="13" presetID="10" presetClass="entr" presetSubtype="0" fill="hold" nodeType="afterEffect">
                                  <p:stCondLst>
                                    <p:cond delay="0"/>
                                  </p:stCondLst>
                                  <p:childTnLst>
                                    <p:set>
                                      <p:cBhvr>
                                        <p:cTn id="14" dur="1" fill="hold">
                                          <p:stCondLst>
                                            <p:cond delay="0"/>
                                          </p:stCondLst>
                                        </p:cTn>
                                        <p:tgtEl>
                                          <p:spTgt spid="40"/>
                                        </p:tgtEl>
                                        <p:attrNameLst>
                                          <p:attrName>style.visibility</p:attrName>
                                        </p:attrNameLst>
                                      </p:cBhvr>
                                      <p:to>
                                        <p:strVal val="visible"/>
                                      </p:to>
                                    </p:set>
                                    <p:animEffect transition="in" filter="fade">
                                      <p:cBhvr>
                                        <p:cTn id="15" dur="500"/>
                                        <p:tgtEl>
                                          <p:spTgt spid="40"/>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29"/>
                                        </p:tgtEl>
                                        <p:attrNameLst>
                                          <p:attrName>style.visibility</p:attrName>
                                        </p:attrNameLst>
                                      </p:cBhvr>
                                      <p:to>
                                        <p:strVal val="visible"/>
                                      </p:to>
                                    </p:set>
                                    <p:animEffect transition="in" filter="fade">
                                      <p:cBhvr>
                                        <p:cTn id="19" dur="500"/>
                                        <p:tgtEl>
                                          <p:spTgt spid="29"/>
                                        </p:tgtEl>
                                      </p:cBhvr>
                                    </p:animEffect>
                                  </p:childTnLst>
                                </p:cTn>
                              </p:par>
                            </p:childTnLst>
                          </p:cTn>
                        </p:par>
                        <p:par>
                          <p:cTn id="20" fill="hold">
                            <p:stCondLst>
                              <p:cond delay="2000"/>
                            </p:stCondLst>
                            <p:childTnLst>
                              <p:par>
                                <p:cTn id="21" presetID="10" presetClass="entr" presetSubtype="0" fill="hold" nodeType="afterEffect">
                                  <p:stCondLst>
                                    <p:cond delay="0"/>
                                  </p:stCondLst>
                                  <p:childTnLst>
                                    <p:set>
                                      <p:cBhvr>
                                        <p:cTn id="22" dur="1" fill="hold">
                                          <p:stCondLst>
                                            <p:cond delay="0"/>
                                          </p:stCondLst>
                                        </p:cTn>
                                        <p:tgtEl>
                                          <p:spTgt spid="45"/>
                                        </p:tgtEl>
                                        <p:attrNameLst>
                                          <p:attrName>style.visibility</p:attrName>
                                        </p:attrNameLst>
                                      </p:cBhvr>
                                      <p:to>
                                        <p:strVal val="visible"/>
                                      </p:to>
                                    </p:set>
                                    <p:animEffect transition="in" filter="fade">
                                      <p:cBhvr>
                                        <p:cTn id="23" dur="500"/>
                                        <p:tgtEl>
                                          <p:spTgt spid="45"/>
                                        </p:tgtEl>
                                      </p:cBhvr>
                                    </p:animEffect>
                                  </p:childTnLst>
                                </p:cTn>
                              </p:par>
                            </p:childTnLst>
                          </p:cTn>
                        </p:par>
                        <p:par>
                          <p:cTn id="24" fill="hold">
                            <p:stCondLst>
                              <p:cond delay="2500"/>
                            </p:stCondLst>
                            <p:childTnLst>
                              <p:par>
                                <p:cTn id="25" presetID="10" presetClass="entr" presetSubtype="0" fill="hold" grpId="0" nodeType="afterEffect">
                                  <p:stCondLst>
                                    <p:cond delay="0"/>
                                  </p:stCondLst>
                                  <p:childTnLst>
                                    <p:set>
                                      <p:cBhvr>
                                        <p:cTn id="26" dur="1" fill="hold">
                                          <p:stCondLst>
                                            <p:cond delay="0"/>
                                          </p:stCondLst>
                                        </p:cTn>
                                        <p:tgtEl>
                                          <p:spTgt spid="31"/>
                                        </p:tgtEl>
                                        <p:attrNameLst>
                                          <p:attrName>style.visibility</p:attrName>
                                        </p:attrNameLst>
                                      </p:cBhvr>
                                      <p:to>
                                        <p:strVal val="visible"/>
                                      </p:to>
                                    </p:set>
                                    <p:animEffect transition="in" filter="fade">
                                      <p:cBhvr>
                                        <p:cTn id="27"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Graphic spid="27" grpId="0">
        <p:bldAsOne/>
      </p:bldGraphic>
      <p:bldP spid="29" grpId="0"/>
      <p:bldP spid="31" grpId="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7" name="Diagram 26"/>
          <p:cNvGraphicFramePr/>
          <p:nvPr>
            <p:extLst>
              <p:ext uri="{D42A27DB-BD31-4B8C-83A1-F6EECF244321}">
                <p14:modId xmlns:p14="http://schemas.microsoft.com/office/powerpoint/2010/main" val="1793944056"/>
              </p:ext>
            </p:extLst>
          </p:nvPr>
        </p:nvGraphicFramePr>
        <p:xfrm>
          <a:off x="2636467" y="1048526"/>
          <a:ext cx="8530478" cy="462501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9" name="Content Placeholder 2"/>
          <p:cNvSpPr txBox="1">
            <a:spLocks/>
          </p:cNvSpPr>
          <p:nvPr/>
        </p:nvSpPr>
        <p:spPr>
          <a:xfrm>
            <a:off x="34114" y="3069025"/>
            <a:ext cx="4597560" cy="886521"/>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rtl="1">
              <a:buNone/>
            </a:pPr>
            <a:r>
              <a:rPr lang="ar-JO" sz="2400" b="1" dirty="0" smtClean="0">
                <a:solidFill>
                  <a:srgbClr val="F9711C"/>
                </a:solidFill>
                <a:cs typeface="Simplified Arabic" panose="02020603050405020304" pitchFamily="18" charset="-78"/>
              </a:rPr>
              <a:t> </a:t>
            </a:r>
            <a:r>
              <a:rPr lang="ar-JO" sz="2400" b="1" dirty="0">
                <a:solidFill>
                  <a:srgbClr val="F9711C"/>
                </a:solidFill>
                <a:cs typeface="Simplified Arabic" panose="02020603050405020304" pitchFamily="18" charset="-78"/>
              </a:rPr>
              <a:t>الرسوم الالكترونية، مثل: اللوحة الإلكترونية، والفاكس.</a:t>
            </a:r>
            <a:endParaRPr lang="en-US" sz="2400" b="1" dirty="0">
              <a:solidFill>
                <a:srgbClr val="F9711C"/>
              </a:solidFill>
            </a:endParaRPr>
          </a:p>
        </p:txBody>
      </p:sp>
      <p:sp>
        <p:nvSpPr>
          <p:cNvPr id="31" name="Content Placeholder 2"/>
          <p:cNvSpPr txBox="1">
            <a:spLocks/>
          </p:cNvSpPr>
          <p:nvPr/>
        </p:nvSpPr>
        <p:spPr>
          <a:xfrm>
            <a:off x="730408" y="4202452"/>
            <a:ext cx="5435167" cy="964241"/>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rtl="1" fontAlgn="auto">
              <a:spcAft>
                <a:spcPts val="0"/>
              </a:spcAft>
              <a:buNone/>
            </a:pPr>
            <a:r>
              <a:rPr lang="ar-JO" sz="2400" b="1" dirty="0" smtClean="0">
                <a:solidFill>
                  <a:srgbClr val="92AF27"/>
                </a:solidFill>
                <a:cs typeface="Simplified Arabic" panose="02020603050405020304" pitchFamily="18" charset="-78"/>
              </a:rPr>
              <a:t> </a:t>
            </a:r>
            <a:r>
              <a:rPr lang="ar-JO" sz="2400" b="1" dirty="0">
                <a:solidFill>
                  <a:srgbClr val="92AF27"/>
                </a:solidFill>
                <a:cs typeface="Simplified Arabic" panose="02020603050405020304" pitchFamily="18" charset="-78"/>
              </a:rPr>
              <a:t>تكنولوجيا الفيديو، مثل: التلفزيون التربوي، والتلفزيون العادي، والفيديو التفاعلي، وأشرطة وأقراص الفيديو.</a:t>
            </a:r>
            <a:endParaRPr lang="en-US" sz="2400" b="1" dirty="0">
              <a:solidFill>
                <a:srgbClr val="92AF27"/>
              </a:solidFill>
            </a:endParaRPr>
          </a:p>
        </p:txBody>
      </p:sp>
      <p:sp>
        <p:nvSpPr>
          <p:cNvPr id="36" name="Content Placeholder 2"/>
          <p:cNvSpPr txBox="1">
            <a:spLocks/>
          </p:cNvSpPr>
          <p:nvPr/>
        </p:nvSpPr>
        <p:spPr>
          <a:xfrm>
            <a:off x="3551354" y="5307608"/>
            <a:ext cx="6649236" cy="1464097"/>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rtl="1" fontAlgn="auto">
              <a:spcAft>
                <a:spcPts val="0"/>
              </a:spcAft>
              <a:buNone/>
            </a:pPr>
            <a:r>
              <a:rPr lang="ar-JO" sz="2800" b="1" dirty="0" smtClean="0">
                <a:solidFill>
                  <a:srgbClr val="38B28A"/>
                </a:solidFill>
                <a:cs typeface="Simplified Arabic" panose="02020603050405020304" pitchFamily="18" charset="-78"/>
              </a:rPr>
              <a:t>الحاسوب </a:t>
            </a:r>
            <a:r>
              <a:rPr lang="ar-JO" sz="2800" b="1" dirty="0">
                <a:solidFill>
                  <a:srgbClr val="38B28A"/>
                </a:solidFill>
                <a:cs typeface="Simplified Arabic" panose="02020603050405020304" pitchFamily="18" charset="-78"/>
              </a:rPr>
              <a:t>وشبكاته، مثل: الحاسوب التعليمي، وشبكة الانترنت، ومناقشات البريد الالكتروني. </a:t>
            </a:r>
            <a:endParaRPr lang="en-US" sz="2800" b="1" dirty="0">
              <a:solidFill>
                <a:srgbClr val="38B28A"/>
              </a:solidFill>
            </a:endParaRPr>
          </a:p>
        </p:txBody>
      </p:sp>
      <p:grpSp>
        <p:nvGrpSpPr>
          <p:cNvPr id="37" name="Group 36"/>
          <p:cNvGrpSpPr/>
          <p:nvPr/>
        </p:nvGrpSpPr>
        <p:grpSpPr>
          <a:xfrm>
            <a:off x="6609458" y="4581112"/>
            <a:ext cx="823913" cy="823913"/>
            <a:chOff x="6832990" y="2145682"/>
            <a:chExt cx="823913" cy="823913"/>
          </a:xfrm>
        </p:grpSpPr>
        <p:sp>
          <p:nvSpPr>
            <p:cNvPr id="38" name="Oval 68"/>
            <p:cNvSpPr>
              <a:spLocks noChangeArrowheads="1"/>
            </p:cNvSpPr>
            <p:nvPr/>
          </p:nvSpPr>
          <p:spPr bwMode="auto">
            <a:xfrm>
              <a:off x="6832990" y="2145682"/>
              <a:ext cx="823913" cy="823913"/>
            </a:xfrm>
            <a:prstGeom prst="ellipse">
              <a:avLst/>
            </a:prstGeom>
            <a:solidFill>
              <a:schemeClr val="accent4"/>
            </a:solidFill>
            <a:ln w="57150">
              <a:noFill/>
              <a:round/>
              <a:headEnd/>
              <a:tailEnd/>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srgbClr val="7E7E7E"/>
                </a:solidFill>
                <a:latin typeface="Calibri" panose="020F0502020204030204"/>
                <a:cs typeface="Simplified Arabic" panose="02020603050405020304" pitchFamily="18" charset="-78"/>
              </a:endParaRPr>
            </a:p>
          </p:txBody>
        </p:sp>
        <p:sp>
          <p:nvSpPr>
            <p:cNvPr id="39" name="Freeform 12"/>
            <p:cNvSpPr>
              <a:spLocks noEditPoints="1"/>
            </p:cNvSpPr>
            <p:nvPr/>
          </p:nvSpPr>
          <p:spPr bwMode="auto">
            <a:xfrm>
              <a:off x="7099504" y="2364371"/>
              <a:ext cx="290883" cy="386534"/>
            </a:xfrm>
            <a:custGeom>
              <a:avLst/>
              <a:gdLst>
                <a:gd name="T0" fmla="*/ 168 w 192"/>
                <a:gd name="T1" fmla="*/ 64 h 256"/>
                <a:gd name="T2" fmla="*/ 168 w 192"/>
                <a:gd name="T3" fmla="*/ 40 h 256"/>
                <a:gd name="T4" fmla="*/ 184 w 192"/>
                <a:gd name="T5" fmla="*/ 40 h 256"/>
                <a:gd name="T6" fmla="*/ 192 w 192"/>
                <a:gd name="T7" fmla="*/ 32 h 256"/>
                <a:gd name="T8" fmla="*/ 192 w 192"/>
                <a:gd name="T9" fmla="*/ 8 h 256"/>
                <a:gd name="T10" fmla="*/ 184 w 192"/>
                <a:gd name="T11" fmla="*/ 0 h 256"/>
                <a:gd name="T12" fmla="*/ 8 w 192"/>
                <a:gd name="T13" fmla="*/ 0 h 256"/>
                <a:gd name="T14" fmla="*/ 0 w 192"/>
                <a:gd name="T15" fmla="*/ 8 h 256"/>
                <a:gd name="T16" fmla="*/ 0 w 192"/>
                <a:gd name="T17" fmla="*/ 32 h 256"/>
                <a:gd name="T18" fmla="*/ 8 w 192"/>
                <a:gd name="T19" fmla="*/ 40 h 256"/>
                <a:gd name="T20" fmla="*/ 24 w 192"/>
                <a:gd name="T21" fmla="*/ 40 h 256"/>
                <a:gd name="T22" fmla="*/ 24 w 192"/>
                <a:gd name="T23" fmla="*/ 64 h 256"/>
                <a:gd name="T24" fmla="*/ 63 w 192"/>
                <a:gd name="T25" fmla="*/ 128 h 256"/>
                <a:gd name="T26" fmla="*/ 24 w 192"/>
                <a:gd name="T27" fmla="*/ 192 h 256"/>
                <a:gd name="T28" fmla="*/ 24 w 192"/>
                <a:gd name="T29" fmla="*/ 216 h 256"/>
                <a:gd name="T30" fmla="*/ 8 w 192"/>
                <a:gd name="T31" fmla="*/ 216 h 256"/>
                <a:gd name="T32" fmla="*/ 0 w 192"/>
                <a:gd name="T33" fmla="*/ 224 h 256"/>
                <a:gd name="T34" fmla="*/ 0 w 192"/>
                <a:gd name="T35" fmla="*/ 248 h 256"/>
                <a:gd name="T36" fmla="*/ 8 w 192"/>
                <a:gd name="T37" fmla="*/ 256 h 256"/>
                <a:gd name="T38" fmla="*/ 184 w 192"/>
                <a:gd name="T39" fmla="*/ 256 h 256"/>
                <a:gd name="T40" fmla="*/ 192 w 192"/>
                <a:gd name="T41" fmla="*/ 248 h 256"/>
                <a:gd name="T42" fmla="*/ 192 w 192"/>
                <a:gd name="T43" fmla="*/ 224 h 256"/>
                <a:gd name="T44" fmla="*/ 184 w 192"/>
                <a:gd name="T45" fmla="*/ 216 h 256"/>
                <a:gd name="T46" fmla="*/ 168 w 192"/>
                <a:gd name="T47" fmla="*/ 216 h 256"/>
                <a:gd name="T48" fmla="*/ 168 w 192"/>
                <a:gd name="T49" fmla="*/ 192 h 256"/>
                <a:gd name="T50" fmla="*/ 129 w 192"/>
                <a:gd name="T51" fmla="*/ 128 h 256"/>
                <a:gd name="T52" fmla="*/ 168 w 192"/>
                <a:gd name="T53" fmla="*/ 64 h 256"/>
                <a:gd name="T54" fmla="*/ 16 w 192"/>
                <a:gd name="T55" fmla="*/ 16 h 256"/>
                <a:gd name="T56" fmla="*/ 176 w 192"/>
                <a:gd name="T57" fmla="*/ 16 h 256"/>
                <a:gd name="T58" fmla="*/ 176 w 192"/>
                <a:gd name="T59" fmla="*/ 24 h 256"/>
                <a:gd name="T60" fmla="*/ 16 w 192"/>
                <a:gd name="T61" fmla="*/ 24 h 256"/>
                <a:gd name="T62" fmla="*/ 16 w 192"/>
                <a:gd name="T63" fmla="*/ 16 h 256"/>
                <a:gd name="T64" fmla="*/ 176 w 192"/>
                <a:gd name="T65" fmla="*/ 240 h 256"/>
                <a:gd name="T66" fmla="*/ 16 w 192"/>
                <a:gd name="T67" fmla="*/ 240 h 256"/>
                <a:gd name="T68" fmla="*/ 16 w 192"/>
                <a:gd name="T69" fmla="*/ 232 h 256"/>
                <a:gd name="T70" fmla="*/ 176 w 192"/>
                <a:gd name="T71" fmla="*/ 232 h 256"/>
                <a:gd name="T72" fmla="*/ 176 w 192"/>
                <a:gd name="T73" fmla="*/ 240 h 256"/>
                <a:gd name="T74" fmla="*/ 152 w 192"/>
                <a:gd name="T75" fmla="*/ 192 h 256"/>
                <a:gd name="T76" fmla="*/ 152 w 192"/>
                <a:gd name="T77" fmla="*/ 216 h 256"/>
                <a:gd name="T78" fmla="*/ 40 w 192"/>
                <a:gd name="T79" fmla="*/ 216 h 256"/>
                <a:gd name="T80" fmla="*/ 40 w 192"/>
                <a:gd name="T81" fmla="*/ 192 h 256"/>
                <a:gd name="T82" fmla="*/ 96 w 192"/>
                <a:gd name="T83" fmla="*/ 136 h 256"/>
                <a:gd name="T84" fmla="*/ 152 w 192"/>
                <a:gd name="T85" fmla="*/ 192 h 256"/>
                <a:gd name="T86" fmla="*/ 96 w 192"/>
                <a:gd name="T87" fmla="*/ 120 h 256"/>
                <a:gd name="T88" fmla="*/ 40 w 192"/>
                <a:gd name="T89" fmla="*/ 64 h 256"/>
                <a:gd name="T90" fmla="*/ 40 w 192"/>
                <a:gd name="T91" fmla="*/ 40 h 256"/>
                <a:gd name="T92" fmla="*/ 152 w 192"/>
                <a:gd name="T93" fmla="*/ 40 h 256"/>
                <a:gd name="T94" fmla="*/ 152 w 192"/>
                <a:gd name="T95" fmla="*/ 64 h 256"/>
                <a:gd name="T96" fmla="*/ 96 w 192"/>
                <a:gd name="T97" fmla="*/ 120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2" h="256">
                  <a:moveTo>
                    <a:pt x="168" y="64"/>
                  </a:moveTo>
                  <a:cubicBezTo>
                    <a:pt x="168" y="40"/>
                    <a:pt x="168" y="40"/>
                    <a:pt x="168" y="40"/>
                  </a:cubicBezTo>
                  <a:cubicBezTo>
                    <a:pt x="184" y="40"/>
                    <a:pt x="184" y="40"/>
                    <a:pt x="184" y="40"/>
                  </a:cubicBezTo>
                  <a:cubicBezTo>
                    <a:pt x="188" y="40"/>
                    <a:pt x="192" y="36"/>
                    <a:pt x="192" y="32"/>
                  </a:cubicBezTo>
                  <a:cubicBezTo>
                    <a:pt x="192" y="8"/>
                    <a:pt x="192" y="8"/>
                    <a:pt x="192" y="8"/>
                  </a:cubicBezTo>
                  <a:cubicBezTo>
                    <a:pt x="192" y="4"/>
                    <a:pt x="188" y="0"/>
                    <a:pt x="184" y="0"/>
                  </a:cubicBezTo>
                  <a:cubicBezTo>
                    <a:pt x="8" y="0"/>
                    <a:pt x="8" y="0"/>
                    <a:pt x="8" y="0"/>
                  </a:cubicBezTo>
                  <a:cubicBezTo>
                    <a:pt x="4" y="0"/>
                    <a:pt x="0" y="4"/>
                    <a:pt x="0" y="8"/>
                  </a:cubicBezTo>
                  <a:cubicBezTo>
                    <a:pt x="0" y="32"/>
                    <a:pt x="0" y="32"/>
                    <a:pt x="0" y="32"/>
                  </a:cubicBezTo>
                  <a:cubicBezTo>
                    <a:pt x="0" y="36"/>
                    <a:pt x="4" y="40"/>
                    <a:pt x="8" y="40"/>
                  </a:cubicBezTo>
                  <a:cubicBezTo>
                    <a:pt x="24" y="40"/>
                    <a:pt x="24" y="40"/>
                    <a:pt x="24" y="40"/>
                  </a:cubicBezTo>
                  <a:cubicBezTo>
                    <a:pt x="24" y="64"/>
                    <a:pt x="24" y="64"/>
                    <a:pt x="24" y="64"/>
                  </a:cubicBezTo>
                  <a:cubicBezTo>
                    <a:pt x="24" y="92"/>
                    <a:pt x="40" y="116"/>
                    <a:pt x="63" y="128"/>
                  </a:cubicBezTo>
                  <a:cubicBezTo>
                    <a:pt x="40" y="140"/>
                    <a:pt x="24" y="164"/>
                    <a:pt x="24" y="192"/>
                  </a:cubicBezTo>
                  <a:cubicBezTo>
                    <a:pt x="24" y="216"/>
                    <a:pt x="24" y="216"/>
                    <a:pt x="24" y="216"/>
                  </a:cubicBezTo>
                  <a:cubicBezTo>
                    <a:pt x="8" y="216"/>
                    <a:pt x="8" y="216"/>
                    <a:pt x="8" y="216"/>
                  </a:cubicBezTo>
                  <a:cubicBezTo>
                    <a:pt x="4" y="216"/>
                    <a:pt x="0" y="220"/>
                    <a:pt x="0" y="224"/>
                  </a:cubicBezTo>
                  <a:cubicBezTo>
                    <a:pt x="0" y="248"/>
                    <a:pt x="0" y="248"/>
                    <a:pt x="0" y="248"/>
                  </a:cubicBezTo>
                  <a:cubicBezTo>
                    <a:pt x="0" y="252"/>
                    <a:pt x="4" y="256"/>
                    <a:pt x="8" y="256"/>
                  </a:cubicBezTo>
                  <a:cubicBezTo>
                    <a:pt x="184" y="256"/>
                    <a:pt x="184" y="256"/>
                    <a:pt x="184" y="256"/>
                  </a:cubicBezTo>
                  <a:cubicBezTo>
                    <a:pt x="188" y="256"/>
                    <a:pt x="192" y="252"/>
                    <a:pt x="192" y="248"/>
                  </a:cubicBezTo>
                  <a:cubicBezTo>
                    <a:pt x="192" y="224"/>
                    <a:pt x="192" y="224"/>
                    <a:pt x="192" y="224"/>
                  </a:cubicBezTo>
                  <a:cubicBezTo>
                    <a:pt x="192" y="220"/>
                    <a:pt x="188" y="216"/>
                    <a:pt x="184" y="216"/>
                  </a:cubicBezTo>
                  <a:cubicBezTo>
                    <a:pt x="168" y="216"/>
                    <a:pt x="168" y="216"/>
                    <a:pt x="168" y="216"/>
                  </a:cubicBezTo>
                  <a:cubicBezTo>
                    <a:pt x="168" y="192"/>
                    <a:pt x="168" y="192"/>
                    <a:pt x="168" y="192"/>
                  </a:cubicBezTo>
                  <a:cubicBezTo>
                    <a:pt x="168" y="164"/>
                    <a:pt x="152" y="140"/>
                    <a:pt x="129" y="128"/>
                  </a:cubicBezTo>
                  <a:cubicBezTo>
                    <a:pt x="152" y="116"/>
                    <a:pt x="168" y="92"/>
                    <a:pt x="168" y="64"/>
                  </a:cubicBezTo>
                  <a:close/>
                  <a:moveTo>
                    <a:pt x="16" y="16"/>
                  </a:moveTo>
                  <a:cubicBezTo>
                    <a:pt x="176" y="16"/>
                    <a:pt x="176" y="16"/>
                    <a:pt x="176" y="16"/>
                  </a:cubicBezTo>
                  <a:cubicBezTo>
                    <a:pt x="176" y="24"/>
                    <a:pt x="176" y="24"/>
                    <a:pt x="176" y="24"/>
                  </a:cubicBezTo>
                  <a:cubicBezTo>
                    <a:pt x="16" y="24"/>
                    <a:pt x="16" y="24"/>
                    <a:pt x="16" y="24"/>
                  </a:cubicBezTo>
                  <a:lnTo>
                    <a:pt x="16" y="16"/>
                  </a:lnTo>
                  <a:close/>
                  <a:moveTo>
                    <a:pt x="176" y="240"/>
                  </a:moveTo>
                  <a:cubicBezTo>
                    <a:pt x="16" y="240"/>
                    <a:pt x="16" y="240"/>
                    <a:pt x="16" y="240"/>
                  </a:cubicBezTo>
                  <a:cubicBezTo>
                    <a:pt x="16" y="232"/>
                    <a:pt x="16" y="232"/>
                    <a:pt x="16" y="232"/>
                  </a:cubicBezTo>
                  <a:cubicBezTo>
                    <a:pt x="176" y="232"/>
                    <a:pt x="176" y="232"/>
                    <a:pt x="176" y="232"/>
                  </a:cubicBezTo>
                  <a:lnTo>
                    <a:pt x="176" y="240"/>
                  </a:lnTo>
                  <a:close/>
                  <a:moveTo>
                    <a:pt x="152" y="192"/>
                  </a:moveTo>
                  <a:cubicBezTo>
                    <a:pt x="152" y="216"/>
                    <a:pt x="152" y="216"/>
                    <a:pt x="152" y="216"/>
                  </a:cubicBezTo>
                  <a:cubicBezTo>
                    <a:pt x="40" y="216"/>
                    <a:pt x="40" y="216"/>
                    <a:pt x="40" y="216"/>
                  </a:cubicBezTo>
                  <a:cubicBezTo>
                    <a:pt x="40" y="192"/>
                    <a:pt x="40" y="192"/>
                    <a:pt x="40" y="192"/>
                  </a:cubicBezTo>
                  <a:cubicBezTo>
                    <a:pt x="40" y="161"/>
                    <a:pt x="65" y="136"/>
                    <a:pt x="96" y="136"/>
                  </a:cubicBezTo>
                  <a:cubicBezTo>
                    <a:pt x="127" y="136"/>
                    <a:pt x="152" y="161"/>
                    <a:pt x="152" y="192"/>
                  </a:cubicBezTo>
                  <a:close/>
                  <a:moveTo>
                    <a:pt x="96" y="120"/>
                  </a:moveTo>
                  <a:cubicBezTo>
                    <a:pt x="65" y="120"/>
                    <a:pt x="40" y="95"/>
                    <a:pt x="40" y="64"/>
                  </a:cubicBezTo>
                  <a:cubicBezTo>
                    <a:pt x="40" y="40"/>
                    <a:pt x="40" y="40"/>
                    <a:pt x="40" y="40"/>
                  </a:cubicBezTo>
                  <a:cubicBezTo>
                    <a:pt x="152" y="40"/>
                    <a:pt x="152" y="40"/>
                    <a:pt x="152" y="40"/>
                  </a:cubicBezTo>
                  <a:cubicBezTo>
                    <a:pt x="152" y="64"/>
                    <a:pt x="152" y="64"/>
                    <a:pt x="152" y="64"/>
                  </a:cubicBezTo>
                  <a:cubicBezTo>
                    <a:pt x="152" y="95"/>
                    <a:pt x="127" y="120"/>
                    <a:pt x="96" y="120"/>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srgbClr val="7E7E7E"/>
                </a:solidFill>
                <a:latin typeface="Calibri" panose="020F0502020204030204"/>
                <a:cs typeface="Simplified Arabic" panose="02020603050405020304" pitchFamily="18" charset="-78"/>
              </a:endParaRPr>
            </a:p>
          </p:txBody>
        </p:sp>
      </p:grpSp>
      <p:grpSp>
        <p:nvGrpSpPr>
          <p:cNvPr id="40" name="Group 39"/>
          <p:cNvGrpSpPr/>
          <p:nvPr/>
        </p:nvGrpSpPr>
        <p:grpSpPr>
          <a:xfrm>
            <a:off x="2061150" y="2159286"/>
            <a:ext cx="823913" cy="823913"/>
            <a:chOff x="6869481" y="3174886"/>
            <a:chExt cx="823913" cy="823913"/>
          </a:xfrm>
        </p:grpSpPr>
        <p:sp>
          <p:nvSpPr>
            <p:cNvPr id="41" name="Oval 40"/>
            <p:cNvSpPr>
              <a:spLocks noChangeArrowheads="1"/>
            </p:cNvSpPr>
            <p:nvPr/>
          </p:nvSpPr>
          <p:spPr bwMode="auto">
            <a:xfrm>
              <a:off x="6869481" y="3174886"/>
              <a:ext cx="823913" cy="823913"/>
            </a:xfrm>
            <a:prstGeom prst="ellipse">
              <a:avLst/>
            </a:prstGeom>
            <a:solidFill>
              <a:schemeClr val="accent2"/>
            </a:solidFill>
            <a:ln w="57150">
              <a:noFill/>
              <a:round/>
              <a:headEnd/>
              <a:tailEnd/>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srgbClr val="7E7E7E"/>
                </a:solidFill>
                <a:latin typeface="Calibri" panose="020F0502020204030204"/>
                <a:cs typeface="Simplified Arabic" panose="02020603050405020304" pitchFamily="18" charset="-78"/>
              </a:endParaRPr>
            </a:p>
          </p:txBody>
        </p:sp>
        <p:grpSp>
          <p:nvGrpSpPr>
            <p:cNvPr id="42" name="Group 41"/>
            <p:cNvGrpSpPr/>
            <p:nvPr/>
          </p:nvGrpSpPr>
          <p:grpSpPr>
            <a:xfrm>
              <a:off x="7099504" y="3437424"/>
              <a:ext cx="386534" cy="314469"/>
              <a:chOff x="6275559" y="2434671"/>
              <a:chExt cx="386534" cy="314469"/>
            </a:xfrm>
            <a:solidFill>
              <a:schemeClr val="bg1"/>
            </a:solidFill>
          </p:grpSpPr>
          <p:sp>
            <p:nvSpPr>
              <p:cNvPr id="43" name="Freeform 42"/>
              <p:cNvSpPr>
                <a:spLocks noEditPoints="1"/>
              </p:cNvSpPr>
              <p:nvPr/>
            </p:nvSpPr>
            <p:spPr bwMode="auto">
              <a:xfrm>
                <a:off x="6275559" y="2434671"/>
                <a:ext cx="386534" cy="314469"/>
              </a:xfrm>
              <a:custGeom>
                <a:avLst/>
                <a:gdLst>
                  <a:gd name="T0" fmla="*/ 248 w 256"/>
                  <a:gd name="T1" fmla="*/ 0 h 208"/>
                  <a:gd name="T2" fmla="*/ 40 w 256"/>
                  <a:gd name="T3" fmla="*/ 0 h 208"/>
                  <a:gd name="T4" fmla="*/ 32 w 256"/>
                  <a:gd name="T5" fmla="*/ 8 h 208"/>
                  <a:gd name="T6" fmla="*/ 32 w 256"/>
                  <a:gd name="T7" fmla="*/ 32 h 208"/>
                  <a:gd name="T8" fmla="*/ 8 w 256"/>
                  <a:gd name="T9" fmla="*/ 32 h 208"/>
                  <a:gd name="T10" fmla="*/ 0 w 256"/>
                  <a:gd name="T11" fmla="*/ 40 h 208"/>
                  <a:gd name="T12" fmla="*/ 0 w 256"/>
                  <a:gd name="T13" fmla="*/ 200 h 208"/>
                  <a:gd name="T14" fmla="*/ 8 w 256"/>
                  <a:gd name="T15" fmla="*/ 208 h 208"/>
                  <a:gd name="T16" fmla="*/ 216 w 256"/>
                  <a:gd name="T17" fmla="*/ 208 h 208"/>
                  <a:gd name="T18" fmla="*/ 224 w 256"/>
                  <a:gd name="T19" fmla="*/ 200 h 208"/>
                  <a:gd name="T20" fmla="*/ 224 w 256"/>
                  <a:gd name="T21" fmla="*/ 176 h 208"/>
                  <a:gd name="T22" fmla="*/ 248 w 256"/>
                  <a:gd name="T23" fmla="*/ 176 h 208"/>
                  <a:gd name="T24" fmla="*/ 256 w 256"/>
                  <a:gd name="T25" fmla="*/ 168 h 208"/>
                  <a:gd name="T26" fmla="*/ 256 w 256"/>
                  <a:gd name="T27" fmla="*/ 8 h 208"/>
                  <a:gd name="T28" fmla="*/ 248 w 256"/>
                  <a:gd name="T29" fmla="*/ 0 h 208"/>
                  <a:gd name="T30" fmla="*/ 208 w 256"/>
                  <a:gd name="T31" fmla="*/ 48 h 208"/>
                  <a:gd name="T32" fmla="*/ 208 w 256"/>
                  <a:gd name="T33" fmla="*/ 175 h 208"/>
                  <a:gd name="T34" fmla="*/ 165 w 256"/>
                  <a:gd name="T35" fmla="*/ 138 h 208"/>
                  <a:gd name="T36" fmla="*/ 156 w 256"/>
                  <a:gd name="T37" fmla="*/ 137 h 208"/>
                  <a:gd name="T38" fmla="*/ 122 w 256"/>
                  <a:gd name="T39" fmla="*/ 158 h 208"/>
                  <a:gd name="T40" fmla="*/ 70 w 256"/>
                  <a:gd name="T41" fmla="*/ 99 h 208"/>
                  <a:gd name="T42" fmla="*/ 64 w 256"/>
                  <a:gd name="T43" fmla="*/ 96 h 208"/>
                  <a:gd name="T44" fmla="*/ 58 w 256"/>
                  <a:gd name="T45" fmla="*/ 98 h 208"/>
                  <a:gd name="T46" fmla="*/ 16 w 256"/>
                  <a:gd name="T47" fmla="*/ 141 h 208"/>
                  <a:gd name="T48" fmla="*/ 16 w 256"/>
                  <a:gd name="T49" fmla="*/ 48 h 208"/>
                  <a:gd name="T50" fmla="*/ 208 w 256"/>
                  <a:gd name="T51" fmla="*/ 48 h 208"/>
                  <a:gd name="T52" fmla="*/ 16 w 256"/>
                  <a:gd name="T53" fmla="*/ 163 h 208"/>
                  <a:gd name="T54" fmla="*/ 64 w 256"/>
                  <a:gd name="T55" fmla="*/ 116 h 208"/>
                  <a:gd name="T56" fmla="*/ 114 w 256"/>
                  <a:gd name="T57" fmla="*/ 173 h 208"/>
                  <a:gd name="T58" fmla="*/ 124 w 256"/>
                  <a:gd name="T59" fmla="*/ 175 h 208"/>
                  <a:gd name="T60" fmla="*/ 159 w 256"/>
                  <a:gd name="T61" fmla="*/ 154 h 208"/>
                  <a:gd name="T62" fmla="*/ 204 w 256"/>
                  <a:gd name="T63" fmla="*/ 192 h 208"/>
                  <a:gd name="T64" fmla="*/ 16 w 256"/>
                  <a:gd name="T65" fmla="*/ 192 h 208"/>
                  <a:gd name="T66" fmla="*/ 16 w 256"/>
                  <a:gd name="T67" fmla="*/ 163 h 208"/>
                  <a:gd name="T68" fmla="*/ 240 w 256"/>
                  <a:gd name="T69" fmla="*/ 160 h 208"/>
                  <a:gd name="T70" fmla="*/ 224 w 256"/>
                  <a:gd name="T71" fmla="*/ 160 h 208"/>
                  <a:gd name="T72" fmla="*/ 224 w 256"/>
                  <a:gd name="T73" fmla="*/ 40 h 208"/>
                  <a:gd name="T74" fmla="*/ 216 w 256"/>
                  <a:gd name="T75" fmla="*/ 32 h 208"/>
                  <a:gd name="T76" fmla="*/ 48 w 256"/>
                  <a:gd name="T77" fmla="*/ 32 h 208"/>
                  <a:gd name="T78" fmla="*/ 48 w 256"/>
                  <a:gd name="T79" fmla="*/ 16 h 208"/>
                  <a:gd name="T80" fmla="*/ 240 w 256"/>
                  <a:gd name="T81" fmla="*/ 16 h 208"/>
                  <a:gd name="T82" fmla="*/ 240 w 256"/>
                  <a:gd name="T83" fmla="*/ 16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56" h="208">
                    <a:moveTo>
                      <a:pt x="248" y="0"/>
                    </a:moveTo>
                    <a:cubicBezTo>
                      <a:pt x="40" y="0"/>
                      <a:pt x="40" y="0"/>
                      <a:pt x="40" y="0"/>
                    </a:cubicBezTo>
                    <a:cubicBezTo>
                      <a:pt x="36" y="0"/>
                      <a:pt x="32" y="4"/>
                      <a:pt x="32" y="8"/>
                    </a:cubicBezTo>
                    <a:cubicBezTo>
                      <a:pt x="32" y="32"/>
                      <a:pt x="32" y="32"/>
                      <a:pt x="32" y="32"/>
                    </a:cubicBezTo>
                    <a:cubicBezTo>
                      <a:pt x="8" y="32"/>
                      <a:pt x="8" y="32"/>
                      <a:pt x="8" y="32"/>
                    </a:cubicBezTo>
                    <a:cubicBezTo>
                      <a:pt x="4" y="32"/>
                      <a:pt x="0" y="36"/>
                      <a:pt x="0" y="40"/>
                    </a:cubicBezTo>
                    <a:cubicBezTo>
                      <a:pt x="0" y="200"/>
                      <a:pt x="0" y="200"/>
                      <a:pt x="0" y="200"/>
                    </a:cubicBezTo>
                    <a:cubicBezTo>
                      <a:pt x="0" y="204"/>
                      <a:pt x="4" y="208"/>
                      <a:pt x="8" y="208"/>
                    </a:cubicBezTo>
                    <a:cubicBezTo>
                      <a:pt x="216" y="208"/>
                      <a:pt x="216" y="208"/>
                      <a:pt x="216" y="208"/>
                    </a:cubicBezTo>
                    <a:cubicBezTo>
                      <a:pt x="220" y="208"/>
                      <a:pt x="224" y="204"/>
                      <a:pt x="224" y="200"/>
                    </a:cubicBezTo>
                    <a:cubicBezTo>
                      <a:pt x="224" y="176"/>
                      <a:pt x="224" y="176"/>
                      <a:pt x="224" y="176"/>
                    </a:cubicBezTo>
                    <a:cubicBezTo>
                      <a:pt x="248" y="176"/>
                      <a:pt x="248" y="176"/>
                      <a:pt x="248" y="176"/>
                    </a:cubicBezTo>
                    <a:cubicBezTo>
                      <a:pt x="252" y="176"/>
                      <a:pt x="256" y="172"/>
                      <a:pt x="256" y="168"/>
                    </a:cubicBezTo>
                    <a:cubicBezTo>
                      <a:pt x="256" y="8"/>
                      <a:pt x="256" y="8"/>
                      <a:pt x="256" y="8"/>
                    </a:cubicBezTo>
                    <a:cubicBezTo>
                      <a:pt x="256" y="4"/>
                      <a:pt x="252" y="0"/>
                      <a:pt x="248" y="0"/>
                    </a:cubicBezTo>
                    <a:close/>
                    <a:moveTo>
                      <a:pt x="208" y="48"/>
                    </a:moveTo>
                    <a:cubicBezTo>
                      <a:pt x="208" y="175"/>
                      <a:pt x="208" y="175"/>
                      <a:pt x="208" y="175"/>
                    </a:cubicBezTo>
                    <a:cubicBezTo>
                      <a:pt x="165" y="138"/>
                      <a:pt x="165" y="138"/>
                      <a:pt x="165" y="138"/>
                    </a:cubicBezTo>
                    <a:cubicBezTo>
                      <a:pt x="163" y="136"/>
                      <a:pt x="159" y="135"/>
                      <a:pt x="156" y="137"/>
                    </a:cubicBezTo>
                    <a:cubicBezTo>
                      <a:pt x="122" y="158"/>
                      <a:pt x="122" y="158"/>
                      <a:pt x="122" y="158"/>
                    </a:cubicBezTo>
                    <a:cubicBezTo>
                      <a:pt x="70" y="99"/>
                      <a:pt x="70" y="99"/>
                      <a:pt x="70" y="99"/>
                    </a:cubicBezTo>
                    <a:cubicBezTo>
                      <a:pt x="69" y="97"/>
                      <a:pt x="66" y="96"/>
                      <a:pt x="64" y="96"/>
                    </a:cubicBezTo>
                    <a:cubicBezTo>
                      <a:pt x="62" y="96"/>
                      <a:pt x="60" y="97"/>
                      <a:pt x="58" y="98"/>
                    </a:cubicBezTo>
                    <a:cubicBezTo>
                      <a:pt x="16" y="141"/>
                      <a:pt x="16" y="141"/>
                      <a:pt x="16" y="141"/>
                    </a:cubicBezTo>
                    <a:cubicBezTo>
                      <a:pt x="16" y="48"/>
                      <a:pt x="16" y="48"/>
                      <a:pt x="16" y="48"/>
                    </a:cubicBezTo>
                    <a:lnTo>
                      <a:pt x="208" y="48"/>
                    </a:lnTo>
                    <a:close/>
                    <a:moveTo>
                      <a:pt x="16" y="163"/>
                    </a:moveTo>
                    <a:cubicBezTo>
                      <a:pt x="64" y="116"/>
                      <a:pt x="64" y="116"/>
                      <a:pt x="64" y="116"/>
                    </a:cubicBezTo>
                    <a:cubicBezTo>
                      <a:pt x="114" y="173"/>
                      <a:pt x="114" y="173"/>
                      <a:pt x="114" y="173"/>
                    </a:cubicBezTo>
                    <a:cubicBezTo>
                      <a:pt x="117" y="176"/>
                      <a:pt x="121" y="177"/>
                      <a:pt x="124" y="175"/>
                    </a:cubicBezTo>
                    <a:cubicBezTo>
                      <a:pt x="159" y="154"/>
                      <a:pt x="159" y="154"/>
                      <a:pt x="159" y="154"/>
                    </a:cubicBezTo>
                    <a:cubicBezTo>
                      <a:pt x="204" y="192"/>
                      <a:pt x="204" y="192"/>
                      <a:pt x="204" y="192"/>
                    </a:cubicBezTo>
                    <a:cubicBezTo>
                      <a:pt x="16" y="192"/>
                      <a:pt x="16" y="192"/>
                      <a:pt x="16" y="192"/>
                    </a:cubicBezTo>
                    <a:lnTo>
                      <a:pt x="16" y="163"/>
                    </a:lnTo>
                    <a:close/>
                    <a:moveTo>
                      <a:pt x="240" y="160"/>
                    </a:moveTo>
                    <a:cubicBezTo>
                      <a:pt x="224" y="160"/>
                      <a:pt x="224" y="160"/>
                      <a:pt x="224" y="160"/>
                    </a:cubicBezTo>
                    <a:cubicBezTo>
                      <a:pt x="224" y="40"/>
                      <a:pt x="224" y="40"/>
                      <a:pt x="224" y="40"/>
                    </a:cubicBezTo>
                    <a:cubicBezTo>
                      <a:pt x="224" y="36"/>
                      <a:pt x="220" y="32"/>
                      <a:pt x="216" y="32"/>
                    </a:cubicBezTo>
                    <a:cubicBezTo>
                      <a:pt x="48" y="32"/>
                      <a:pt x="48" y="32"/>
                      <a:pt x="48" y="32"/>
                    </a:cubicBezTo>
                    <a:cubicBezTo>
                      <a:pt x="48" y="16"/>
                      <a:pt x="48" y="16"/>
                      <a:pt x="48" y="16"/>
                    </a:cubicBezTo>
                    <a:cubicBezTo>
                      <a:pt x="240" y="16"/>
                      <a:pt x="240" y="16"/>
                      <a:pt x="240" y="16"/>
                    </a:cubicBezTo>
                    <a:lnTo>
                      <a:pt x="240" y="1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srgbClr val="7E7E7E"/>
                  </a:solidFill>
                  <a:latin typeface="Calibri" panose="020F0502020204030204"/>
                  <a:cs typeface="Simplified Arabic" panose="02020603050405020304" pitchFamily="18" charset="-78"/>
                </a:endParaRPr>
              </a:p>
            </p:txBody>
          </p:sp>
          <p:sp>
            <p:nvSpPr>
              <p:cNvPr id="44" name="Freeform 43"/>
              <p:cNvSpPr>
                <a:spLocks noEditPoints="1"/>
              </p:cNvSpPr>
              <p:nvPr/>
            </p:nvSpPr>
            <p:spPr bwMode="auto">
              <a:xfrm>
                <a:off x="6481274" y="2531633"/>
                <a:ext cx="83858" cy="85169"/>
              </a:xfrm>
              <a:custGeom>
                <a:avLst/>
                <a:gdLst>
                  <a:gd name="T0" fmla="*/ 28 w 56"/>
                  <a:gd name="T1" fmla="*/ 56 h 56"/>
                  <a:gd name="T2" fmla="*/ 56 w 56"/>
                  <a:gd name="T3" fmla="*/ 28 h 56"/>
                  <a:gd name="T4" fmla="*/ 28 w 56"/>
                  <a:gd name="T5" fmla="*/ 0 h 56"/>
                  <a:gd name="T6" fmla="*/ 0 w 56"/>
                  <a:gd name="T7" fmla="*/ 28 h 56"/>
                  <a:gd name="T8" fmla="*/ 28 w 56"/>
                  <a:gd name="T9" fmla="*/ 56 h 56"/>
                  <a:gd name="T10" fmla="*/ 28 w 56"/>
                  <a:gd name="T11" fmla="*/ 16 h 56"/>
                  <a:gd name="T12" fmla="*/ 40 w 56"/>
                  <a:gd name="T13" fmla="*/ 28 h 56"/>
                  <a:gd name="T14" fmla="*/ 28 w 56"/>
                  <a:gd name="T15" fmla="*/ 40 h 56"/>
                  <a:gd name="T16" fmla="*/ 16 w 56"/>
                  <a:gd name="T17" fmla="*/ 28 h 56"/>
                  <a:gd name="T18" fmla="*/ 28 w 56"/>
                  <a:gd name="T19" fmla="*/ 1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 h="56">
                    <a:moveTo>
                      <a:pt x="28" y="56"/>
                    </a:moveTo>
                    <a:cubicBezTo>
                      <a:pt x="43" y="56"/>
                      <a:pt x="56" y="43"/>
                      <a:pt x="56" y="28"/>
                    </a:cubicBezTo>
                    <a:cubicBezTo>
                      <a:pt x="56" y="13"/>
                      <a:pt x="43" y="0"/>
                      <a:pt x="28" y="0"/>
                    </a:cubicBezTo>
                    <a:cubicBezTo>
                      <a:pt x="13" y="0"/>
                      <a:pt x="0" y="13"/>
                      <a:pt x="0" y="28"/>
                    </a:cubicBezTo>
                    <a:cubicBezTo>
                      <a:pt x="0" y="43"/>
                      <a:pt x="13" y="56"/>
                      <a:pt x="28" y="56"/>
                    </a:cubicBezTo>
                    <a:close/>
                    <a:moveTo>
                      <a:pt x="28" y="16"/>
                    </a:moveTo>
                    <a:cubicBezTo>
                      <a:pt x="35" y="16"/>
                      <a:pt x="40" y="21"/>
                      <a:pt x="40" y="28"/>
                    </a:cubicBezTo>
                    <a:cubicBezTo>
                      <a:pt x="40" y="35"/>
                      <a:pt x="35" y="40"/>
                      <a:pt x="28" y="40"/>
                    </a:cubicBezTo>
                    <a:cubicBezTo>
                      <a:pt x="21" y="40"/>
                      <a:pt x="16" y="35"/>
                      <a:pt x="16" y="28"/>
                    </a:cubicBezTo>
                    <a:cubicBezTo>
                      <a:pt x="16" y="21"/>
                      <a:pt x="21" y="16"/>
                      <a:pt x="28"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srgbClr val="7E7E7E"/>
                  </a:solidFill>
                  <a:latin typeface="Calibri" panose="020F0502020204030204"/>
                  <a:cs typeface="Simplified Arabic" panose="02020603050405020304" pitchFamily="18" charset="-78"/>
                </a:endParaRPr>
              </a:p>
            </p:txBody>
          </p:sp>
        </p:grpSp>
      </p:grpSp>
      <p:grpSp>
        <p:nvGrpSpPr>
          <p:cNvPr id="45" name="Group 44"/>
          <p:cNvGrpSpPr/>
          <p:nvPr/>
        </p:nvGrpSpPr>
        <p:grpSpPr>
          <a:xfrm>
            <a:off x="4833035" y="3292713"/>
            <a:ext cx="823913" cy="823913"/>
            <a:chOff x="6114436" y="3954719"/>
            <a:chExt cx="823913" cy="823913"/>
          </a:xfrm>
        </p:grpSpPr>
        <p:sp>
          <p:nvSpPr>
            <p:cNvPr id="46" name="Oval 68"/>
            <p:cNvSpPr>
              <a:spLocks noChangeArrowheads="1"/>
            </p:cNvSpPr>
            <p:nvPr/>
          </p:nvSpPr>
          <p:spPr bwMode="auto">
            <a:xfrm>
              <a:off x="6114436" y="3954719"/>
              <a:ext cx="823913" cy="823913"/>
            </a:xfrm>
            <a:prstGeom prst="ellipse">
              <a:avLst/>
            </a:prstGeom>
            <a:solidFill>
              <a:schemeClr val="accent3"/>
            </a:solidFill>
            <a:ln w="57150">
              <a:noFill/>
              <a:round/>
              <a:headEnd/>
              <a:tailEnd/>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srgbClr val="7E7E7E"/>
                </a:solidFill>
                <a:latin typeface="Calibri" panose="020F0502020204030204"/>
                <a:cs typeface="Simplified Arabic" panose="02020603050405020304" pitchFamily="18" charset="-78"/>
              </a:endParaRPr>
            </a:p>
          </p:txBody>
        </p:sp>
        <p:grpSp>
          <p:nvGrpSpPr>
            <p:cNvPr id="47" name="Group 46"/>
            <p:cNvGrpSpPr/>
            <p:nvPr/>
          </p:nvGrpSpPr>
          <p:grpSpPr>
            <a:xfrm>
              <a:off x="6350454" y="4159239"/>
              <a:ext cx="386534" cy="386534"/>
              <a:chOff x="9753057" y="3268013"/>
              <a:chExt cx="386534" cy="386534"/>
            </a:xfrm>
            <a:solidFill>
              <a:schemeClr val="bg1"/>
            </a:solidFill>
          </p:grpSpPr>
          <p:sp>
            <p:nvSpPr>
              <p:cNvPr id="48" name="Freeform 94"/>
              <p:cNvSpPr>
                <a:spLocks noEditPoints="1"/>
              </p:cNvSpPr>
              <p:nvPr/>
            </p:nvSpPr>
            <p:spPr bwMode="auto">
              <a:xfrm>
                <a:off x="9753057" y="3268013"/>
                <a:ext cx="386534" cy="386534"/>
              </a:xfrm>
              <a:custGeom>
                <a:avLst/>
                <a:gdLst>
                  <a:gd name="T0" fmla="*/ 251 w 256"/>
                  <a:gd name="T1" fmla="*/ 97 h 256"/>
                  <a:gd name="T2" fmla="*/ 216 w 256"/>
                  <a:gd name="T3" fmla="*/ 83 h 256"/>
                  <a:gd name="T4" fmla="*/ 216 w 256"/>
                  <a:gd name="T5" fmla="*/ 8 h 256"/>
                  <a:gd name="T6" fmla="*/ 208 w 256"/>
                  <a:gd name="T7" fmla="*/ 0 h 256"/>
                  <a:gd name="T8" fmla="*/ 48 w 256"/>
                  <a:gd name="T9" fmla="*/ 0 h 256"/>
                  <a:gd name="T10" fmla="*/ 40 w 256"/>
                  <a:gd name="T11" fmla="*/ 8 h 256"/>
                  <a:gd name="T12" fmla="*/ 40 w 256"/>
                  <a:gd name="T13" fmla="*/ 83 h 256"/>
                  <a:gd name="T14" fmla="*/ 5 w 256"/>
                  <a:gd name="T15" fmla="*/ 97 h 256"/>
                  <a:gd name="T16" fmla="*/ 0 w 256"/>
                  <a:gd name="T17" fmla="*/ 104 h 256"/>
                  <a:gd name="T18" fmla="*/ 0 w 256"/>
                  <a:gd name="T19" fmla="*/ 104 h 256"/>
                  <a:gd name="T20" fmla="*/ 0 w 256"/>
                  <a:gd name="T21" fmla="*/ 248 h 256"/>
                  <a:gd name="T22" fmla="*/ 8 w 256"/>
                  <a:gd name="T23" fmla="*/ 256 h 256"/>
                  <a:gd name="T24" fmla="*/ 248 w 256"/>
                  <a:gd name="T25" fmla="*/ 256 h 256"/>
                  <a:gd name="T26" fmla="*/ 256 w 256"/>
                  <a:gd name="T27" fmla="*/ 248 h 256"/>
                  <a:gd name="T28" fmla="*/ 256 w 256"/>
                  <a:gd name="T29" fmla="*/ 104 h 256"/>
                  <a:gd name="T30" fmla="*/ 256 w 256"/>
                  <a:gd name="T31" fmla="*/ 104 h 256"/>
                  <a:gd name="T32" fmla="*/ 251 w 256"/>
                  <a:gd name="T33" fmla="*/ 97 h 256"/>
                  <a:gd name="T34" fmla="*/ 232 w 256"/>
                  <a:gd name="T35" fmla="*/ 106 h 256"/>
                  <a:gd name="T36" fmla="*/ 216 w 256"/>
                  <a:gd name="T37" fmla="*/ 116 h 256"/>
                  <a:gd name="T38" fmla="*/ 216 w 256"/>
                  <a:gd name="T39" fmla="*/ 100 h 256"/>
                  <a:gd name="T40" fmla="*/ 232 w 256"/>
                  <a:gd name="T41" fmla="*/ 106 h 256"/>
                  <a:gd name="T42" fmla="*/ 200 w 256"/>
                  <a:gd name="T43" fmla="*/ 16 h 256"/>
                  <a:gd name="T44" fmla="*/ 200 w 256"/>
                  <a:gd name="T45" fmla="*/ 88 h 256"/>
                  <a:gd name="T46" fmla="*/ 200 w 256"/>
                  <a:gd name="T47" fmla="*/ 88 h 256"/>
                  <a:gd name="T48" fmla="*/ 200 w 256"/>
                  <a:gd name="T49" fmla="*/ 126 h 256"/>
                  <a:gd name="T50" fmla="*/ 128 w 256"/>
                  <a:gd name="T51" fmla="*/ 171 h 256"/>
                  <a:gd name="T52" fmla="*/ 56 w 256"/>
                  <a:gd name="T53" fmla="*/ 126 h 256"/>
                  <a:gd name="T54" fmla="*/ 56 w 256"/>
                  <a:gd name="T55" fmla="*/ 88 h 256"/>
                  <a:gd name="T56" fmla="*/ 56 w 256"/>
                  <a:gd name="T57" fmla="*/ 88 h 256"/>
                  <a:gd name="T58" fmla="*/ 56 w 256"/>
                  <a:gd name="T59" fmla="*/ 16 h 256"/>
                  <a:gd name="T60" fmla="*/ 200 w 256"/>
                  <a:gd name="T61" fmla="*/ 16 h 256"/>
                  <a:gd name="T62" fmla="*/ 40 w 256"/>
                  <a:gd name="T63" fmla="*/ 116 h 256"/>
                  <a:gd name="T64" fmla="*/ 24 w 256"/>
                  <a:gd name="T65" fmla="*/ 106 h 256"/>
                  <a:gd name="T66" fmla="*/ 40 w 256"/>
                  <a:gd name="T67" fmla="*/ 100 h 256"/>
                  <a:gd name="T68" fmla="*/ 40 w 256"/>
                  <a:gd name="T69" fmla="*/ 116 h 256"/>
                  <a:gd name="T70" fmla="*/ 16 w 256"/>
                  <a:gd name="T71" fmla="*/ 240 h 256"/>
                  <a:gd name="T72" fmla="*/ 16 w 256"/>
                  <a:gd name="T73" fmla="*/ 120 h 256"/>
                  <a:gd name="T74" fmla="*/ 124 w 256"/>
                  <a:gd name="T75" fmla="*/ 187 h 256"/>
                  <a:gd name="T76" fmla="*/ 128 w 256"/>
                  <a:gd name="T77" fmla="*/ 188 h 256"/>
                  <a:gd name="T78" fmla="*/ 132 w 256"/>
                  <a:gd name="T79" fmla="*/ 187 h 256"/>
                  <a:gd name="T80" fmla="*/ 240 w 256"/>
                  <a:gd name="T81" fmla="*/ 120 h 256"/>
                  <a:gd name="T82" fmla="*/ 240 w 256"/>
                  <a:gd name="T83" fmla="*/ 240 h 256"/>
                  <a:gd name="T84" fmla="*/ 16 w 256"/>
                  <a:gd name="T85" fmla="*/ 240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6" h="256">
                    <a:moveTo>
                      <a:pt x="251" y="97"/>
                    </a:moveTo>
                    <a:cubicBezTo>
                      <a:pt x="216" y="83"/>
                      <a:pt x="216" y="83"/>
                      <a:pt x="216" y="83"/>
                    </a:cubicBezTo>
                    <a:cubicBezTo>
                      <a:pt x="216" y="8"/>
                      <a:pt x="216" y="8"/>
                      <a:pt x="216" y="8"/>
                    </a:cubicBezTo>
                    <a:cubicBezTo>
                      <a:pt x="216" y="4"/>
                      <a:pt x="212" y="0"/>
                      <a:pt x="208" y="0"/>
                    </a:cubicBezTo>
                    <a:cubicBezTo>
                      <a:pt x="48" y="0"/>
                      <a:pt x="48" y="0"/>
                      <a:pt x="48" y="0"/>
                    </a:cubicBezTo>
                    <a:cubicBezTo>
                      <a:pt x="44" y="0"/>
                      <a:pt x="40" y="4"/>
                      <a:pt x="40" y="8"/>
                    </a:cubicBezTo>
                    <a:cubicBezTo>
                      <a:pt x="40" y="83"/>
                      <a:pt x="40" y="83"/>
                      <a:pt x="40" y="83"/>
                    </a:cubicBezTo>
                    <a:cubicBezTo>
                      <a:pt x="5" y="97"/>
                      <a:pt x="5" y="97"/>
                      <a:pt x="5" y="97"/>
                    </a:cubicBezTo>
                    <a:cubicBezTo>
                      <a:pt x="2" y="98"/>
                      <a:pt x="0" y="101"/>
                      <a:pt x="0" y="104"/>
                    </a:cubicBezTo>
                    <a:cubicBezTo>
                      <a:pt x="0" y="104"/>
                      <a:pt x="0" y="104"/>
                      <a:pt x="0" y="104"/>
                    </a:cubicBezTo>
                    <a:cubicBezTo>
                      <a:pt x="0" y="248"/>
                      <a:pt x="0" y="248"/>
                      <a:pt x="0" y="248"/>
                    </a:cubicBezTo>
                    <a:cubicBezTo>
                      <a:pt x="0" y="252"/>
                      <a:pt x="4" y="256"/>
                      <a:pt x="8" y="256"/>
                    </a:cubicBezTo>
                    <a:cubicBezTo>
                      <a:pt x="248" y="256"/>
                      <a:pt x="248" y="256"/>
                      <a:pt x="248" y="256"/>
                    </a:cubicBezTo>
                    <a:cubicBezTo>
                      <a:pt x="252" y="256"/>
                      <a:pt x="256" y="252"/>
                      <a:pt x="256" y="248"/>
                    </a:cubicBezTo>
                    <a:cubicBezTo>
                      <a:pt x="256" y="104"/>
                      <a:pt x="256" y="104"/>
                      <a:pt x="256" y="104"/>
                    </a:cubicBezTo>
                    <a:cubicBezTo>
                      <a:pt x="256" y="104"/>
                      <a:pt x="256" y="104"/>
                      <a:pt x="256" y="104"/>
                    </a:cubicBezTo>
                    <a:cubicBezTo>
                      <a:pt x="256" y="101"/>
                      <a:pt x="254" y="98"/>
                      <a:pt x="251" y="97"/>
                    </a:cubicBezTo>
                    <a:close/>
                    <a:moveTo>
                      <a:pt x="232" y="106"/>
                    </a:moveTo>
                    <a:cubicBezTo>
                      <a:pt x="216" y="116"/>
                      <a:pt x="216" y="116"/>
                      <a:pt x="216" y="116"/>
                    </a:cubicBezTo>
                    <a:cubicBezTo>
                      <a:pt x="216" y="100"/>
                      <a:pt x="216" y="100"/>
                      <a:pt x="216" y="100"/>
                    </a:cubicBezTo>
                    <a:lnTo>
                      <a:pt x="232" y="106"/>
                    </a:lnTo>
                    <a:close/>
                    <a:moveTo>
                      <a:pt x="200" y="16"/>
                    </a:moveTo>
                    <a:cubicBezTo>
                      <a:pt x="200" y="88"/>
                      <a:pt x="200" y="88"/>
                      <a:pt x="200" y="88"/>
                    </a:cubicBezTo>
                    <a:cubicBezTo>
                      <a:pt x="200" y="88"/>
                      <a:pt x="200" y="88"/>
                      <a:pt x="200" y="88"/>
                    </a:cubicBezTo>
                    <a:cubicBezTo>
                      <a:pt x="200" y="126"/>
                      <a:pt x="200" y="126"/>
                      <a:pt x="200" y="126"/>
                    </a:cubicBezTo>
                    <a:cubicBezTo>
                      <a:pt x="128" y="171"/>
                      <a:pt x="128" y="171"/>
                      <a:pt x="128" y="171"/>
                    </a:cubicBezTo>
                    <a:cubicBezTo>
                      <a:pt x="56" y="126"/>
                      <a:pt x="56" y="126"/>
                      <a:pt x="56" y="126"/>
                    </a:cubicBezTo>
                    <a:cubicBezTo>
                      <a:pt x="56" y="88"/>
                      <a:pt x="56" y="88"/>
                      <a:pt x="56" y="88"/>
                    </a:cubicBezTo>
                    <a:cubicBezTo>
                      <a:pt x="56" y="88"/>
                      <a:pt x="56" y="88"/>
                      <a:pt x="56" y="88"/>
                    </a:cubicBezTo>
                    <a:cubicBezTo>
                      <a:pt x="56" y="16"/>
                      <a:pt x="56" y="16"/>
                      <a:pt x="56" y="16"/>
                    </a:cubicBezTo>
                    <a:lnTo>
                      <a:pt x="200" y="16"/>
                    </a:lnTo>
                    <a:close/>
                    <a:moveTo>
                      <a:pt x="40" y="116"/>
                    </a:moveTo>
                    <a:cubicBezTo>
                      <a:pt x="24" y="106"/>
                      <a:pt x="24" y="106"/>
                      <a:pt x="24" y="106"/>
                    </a:cubicBezTo>
                    <a:cubicBezTo>
                      <a:pt x="40" y="100"/>
                      <a:pt x="40" y="100"/>
                      <a:pt x="40" y="100"/>
                    </a:cubicBezTo>
                    <a:lnTo>
                      <a:pt x="40" y="116"/>
                    </a:lnTo>
                    <a:close/>
                    <a:moveTo>
                      <a:pt x="16" y="240"/>
                    </a:moveTo>
                    <a:cubicBezTo>
                      <a:pt x="16" y="120"/>
                      <a:pt x="16" y="120"/>
                      <a:pt x="16" y="120"/>
                    </a:cubicBezTo>
                    <a:cubicBezTo>
                      <a:pt x="124" y="187"/>
                      <a:pt x="124" y="187"/>
                      <a:pt x="124" y="187"/>
                    </a:cubicBezTo>
                    <a:cubicBezTo>
                      <a:pt x="125" y="188"/>
                      <a:pt x="127" y="188"/>
                      <a:pt x="128" y="188"/>
                    </a:cubicBezTo>
                    <a:cubicBezTo>
                      <a:pt x="129" y="188"/>
                      <a:pt x="131" y="188"/>
                      <a:pt x="132" y="187"/>
                    </a:cubicBezTo>
                    <a:cubicBezTo>
                      <a:pt x="240" y="120"/>
                      <a:pt x="240" y="120"/>
                      <a:pt x="240" y="120"/>
                    </a:cubicBezTo>
                    <a:cubicBezTo>
                      <a:pt x="240" y="240"/>
                      <a:pt x="240" y="240"/>
                      <a:pt x="240" y="240"/>
                    </a:cubicBezTo>
                    <a:lnTo>
                      <a:pt x="16" y="2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srgbClr val="7E7E7E"/>
                  </a:solidFill>
                  <a:latin typeface="Calibri" panose="020F0502020204030204"/>
                  <a:cs typeface="Simplified Arabic" panose="02020603050405020304" pitchFamily="18" charset="-78"/>
                </a:endParaRPr>
              </a:p>
            </p:txBody>
          </p:sp>
          <p:sp>
            <p:nvSpPr>
              <p:cNvPr id="49" name="Freeform 95"/>
              <p:cNvSpPr>
                <a:spLocks/>
              </p:cNvSpPr>
              <p:nvPr/>
            </p:nvSpPr>
            <p:spPr bwMode="auto">
              <a:xfrm>
                <a:off x="9958772" y="3316494"/>
                <a:ext cx="72066" cy="24895"/>
              </a:xfrm>
              <a:custGeom>
                <a:avLst/>
                <a:gdLst>
                  <a:gd name="T0" fmla="*/ 8 w 48"/>
                  <a:gd name="T1" fmla="*/ 16 h 16"/>
                  <a:gd name="T2" fmla="*/ 40 w 48"/>
                  <a:gd name="T3" fmla="*/ 16 h 16"/>
                  <a:gd name="T4" fmla="*/ 48 w 48"/>
                  <a:gd name="T5" fmla="*/ 8 h 16"/>
                  <a:gd name="T6" fmla="*/ 40 w 48"/>
                  <a:gd name="T7" fmla="*/ 0 h 16"/>
                  <a:gd name="T8" fmla="*/ 8 w 48"/>
                  <a:gd name="T9" fmla="*/ 0 h 16"/>
                  <a:gd name="T10" fmla="*/ 0 w 48"/>
                  <a:gd name="T11" fmla="*/ 8 h 16"/>
                  <a:gd name="T12" fmla="*/ 8 w 48"/>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48" h="16">
                    <a:moveTo>
                      <a:pt x="8" y="16"/>
                    </a:moveTo>
                    <a:cubicBezTo>
                      <a:pt x="40" y="16"/>
                      <a:pt x="40" y="16"/>
                      <a:pt x="40" y="16"/>
                    </a:cubicBezTo>
                    <a:cubicBezTo>
                      <a:pt x="44" y="16"/>
                      <a:pt x="48" y="12"/>
                      <a:pt x="48" y="8"/>
                    </a:cubicBezTo>
                    <a:cubicBezTo>
                      <a:pt x="48" y="4"/>
                      <a:pt x="44" y="0"/>
                      <a:pt x="40" y="0"/>
                    </a:cubicBezTo>
                    <a:cubicBezTo>
                      <a:pt x="8" y="0"/>
                      <a:pt x="8" y="0"/>
                      <a:pt x="8" y="0"/>
                    </a:cubicBezTo>
                    <a:cubicBezTo>
                      <a:pt x="4" y="0"/>
                      <a:pt x="0" y="4"/>
                      <a:pt x="0" y="8"/>
                    </a:cubicBezTo>
                    <a:cubicBezTo>
                      <a:pt x="0" y="12"/>
                      <a:pt x="4" y="16"/>
                      <a:pt x="8"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srgbClr val="7E7E7E"/>
                  </a:solidFill>
                  <a:latin typeface="Calibri" panose="020F0502020204030204"/>
                  <a:cs typeface="Simplified Arabic" panose="02020603050405020304" pitchFamily="18" charset="-78"/>
                </a:endParaRPr>
              </a:p>
            </p:txBody>
          </p:sp>
          <p:sp>
            <p:nvSpPr>
              <p:cNvPr id="50" name="Freeform 96"/>
              <p:cNvSpPr>
                <a:spLocks/>
              </p:cNvSpPr>
              <p:nvPr/>
            </p:nvSpPr>
            <p:spPr bwMode="auto">
              <a:xfrm>
                <a:off x="9861811" y="3364974"/>
                <a:ext cx="169027" cy="23585"/>
              </a:xfrm>
              <a:custGeom>
                <a:avLst/>
                <a:gdLst>
                  <a:gd name="T0" fmla="*/ 8 w 112"/>
                  <a:gd name="T1" fmla="*/ 16 h 16"/>
                  <a:gd name="T2" fmla="*/ 104 w 112"/>
                  <a:gd name="T3" fmla="*/ 16 h 16"/>
                  <a:gd name="T4" fmla="*/ 112 w 112"/>
                  <a:gd name="T5" fmla="*/ 8 h 16"/>
                  <a:gd name="T6" fmla="*/ 104 w 112"/>
                  <a:gd name="T7" fmla="*/ 0 h 16"/>
                  <a:gd name="T8" fmla="*/ 8 w 112"/>
                  <a:gd name="T9" fmla="*/ 0 h 16"/>
                  <a:gd name="T10" fmla="*/ 0 w 112"/>
                  <a:gd name="T11" fmla="*/ 8 h 16"/>
                  <a:gd name="T12" fmla="*/ 8 w 112"/>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12" h="16">
                    <a:moveTo>
                      <a:pt x="8" y="16"/>
                    </a:moveTo>
                    <a:cubicBezTo>
                      <a:pt x="104" y="16"/>
                      <a:pt x="104" y="16"/>
                      <a:pt x="104" y="16"/>
                    </a:cubicBezTo>
                    <a:cubicBezTo>
                      <a:pt x="108" y="16"/>
                      <a:pt x="112" y="12"/>
                      <a:pt x="112" y="8"/>
                    </a:cubicBezTo>
                    <a:cubicBezTo>
                      <a:pt x="112" y="4"/>
                      <a:pt x="108" y="0"/>
                      <a:pt x="104" y="0"/>
                    </a:cubicBezTo>
                    <a:cubicBezTo>
                      <a:pt x="8" y="0"/>
                      <a:pt x="8" y="0"/>
                      <a:pt x="8" y="0"/>
                    </a:cubicBezTo>
                    <a:cubicBezTo>
                      <a:pt x="4" y="0"/>
                      <a:pt x="0" y="4"/>
                      <a:pt x="0" y="8"/>
                    </a:cubicBezTo>
                    <a:cubicBezTo>
                      <a:pt x="0" y="12"/>
                      <a:pt x="4" y="16"/>
                      <a:pt x="8"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srgbClr val="7E7E7E"/>
                  </a:solidFill>
                  <a:latin typeface="Calibri" panose="020F0502020204030204"/>
                  <a:cs typeface="Simplified Arabic" panose="02020603050405020304" pitchFamily="18" charset="-78"/>
                </a:endParaRPr>
              </a:p>
            </p:txBody>
          </p:sp>
          <p:sp>
            <p:nvSpPr>
              <p:cNvPr id="51" name="Freeform 97"/>
              <p:cNvSpPr>
                <a:spLocks/>
              </p:cNvSpPr>
              <p:nvPr/>
            </p:nvSpPr>
            <p:spPr bwMode="auto">
              <a:xfrm>
                <a:off x="9861811" y="3413455"/>
                <a:ext cx="169027" cy="23585"/>
              </a:xfrm>
              <a:custGeom>
                <a:avLst/>
                <a:gdLst>
                  <a:gd name="T0" fmla="*/ 8 w 112"/>
                  <a:gd name="T1" fmla="*/ 16 h 16"/>
                  <a:gd name="T2" fmla="*/ 104 w 112"/>
                  <a:gd name="T3" fmla="*/ 16 h 16"/>
                  <a:gd name="T4" fmla="*/ 112 w 112"/>
                  <a:gd name="T5" fmla="*/ 8 h 16"/>
                  <a:gd name="T6" fmla="*/ 104 w 112"/>
                  <a:gd name="T7" fmla="*/ 0 h 16"/>
                  <a:gd name="T8" fmla="*/ 8 w 112"/>
                  <a:gd name="T9" fmla="*/ 0 h 16"/>
                  <a:gd name="T10" fmla="*/ 0 w 112"/>
                  <a:gd name="T11" fmla="*/ 8 h 16"/>
                  <a:gd name="T12" fmla="*/ 8 w 112"/>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12" h="16">
                    <a:moveTo>
                      <a:pt x="8" y="16"/>
                    </a:moveTo>
                    <a:cubicBezTo>
                      <a:pt x="104" y="16"/>
                      <a:pt x="104" y="16"/>
                      <a:pt x="104" y="16"/>
                    </a:cubicBezTo>
                    <a:cubicBezTo>
                      <a:pt x="108" y="16"/>
                      <a:pt x="112" y="12"/>
                      <a:pt x="112" y="8"/>
                    </a:cubicBezTo>
                    <a:cubicBezTo>
                      <a:pt x="112" y="4"/>
                      <a:pt x="108" y="0"/>
                      <a:pt x="104" y="0"/>
                    </a:cubicBezTo>
                    <a:cubicBezTo>
                      <a:pt x="8" y="0"/>
                      <a:pt x="8" y="0"/>
                      <a:pt x="8" y="0"/>
                    </a:cubicBezTo>
                    <a:cubicBezTo>
                      <a:pt x="4" y="0"/>
                      <a:pt x="0" y="4"/>
                      <a:pt x="0" y="8"/>
                    </a:cubicBezTo>
                    <a:cubicBezTo>
                      <a:pt x="0" y="12"/>
                      <a:pt x="4" y="16"/>
                      <a:pt x="8"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srgbClr val="7E7E7E"/>
                  </a:solidFill>
                  <a:latin typeface="Calibri" panose="020F0502020204030204"/>
                  <a:cs typeface="Simplified Arabic" panose="02020603050405020304" pitchFamily="18" charset="-78"/>
                </a:endParaRPr>
              </a:p>
            </p:txBody>
          </p:sp>
        </p:grpSp>
      </p:grpSp>
      <p:sp>
        <p:nvSpPr>
          <p:cNvPr id="22" name="Title 1"/>
          <p:cNvSpPr txBox="1">
            <a:spLocks/>
          </p:cNvSpPr>
          <p:nvPr/>
        </p:nvSpPr>
        <p:spPr>
          <a:xfrm>
            <a:off x="907775" y="350891"/>
            <a:ext cx="10515600" cy="697635"/>
          </a:xfrm>
          <a:prstGeom prst="rect">
            <a:avLst/>
          </a:prstGeom>
        </p:spPr>
        <p:txBody>
          <a:bodyPr vert="horz" lIns="91440" tIns="45720" rIns="91440" bIns="45720" rtlCol="0" anchor="b">
            <a:norm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rtl="1"/>
            <a:r>
              <a:rPr lang="ar-SA" sz="4000" b="1" u="sng" dirty="0">
                <a:solidFill>
                  <a:srgbClr val="041B31"/>
                </a:solidFill>
              </a:rPr>
              <a:t>دور المعلم في عصر التكنولوجيا هو توظيف التكنولوجيا..</a:t>
            </a:r>
            <a:endParaRPr lang="en-US" sz="4000" u="sng" dirty="0">
              <a:solidFill>
                <a:srgbClr val="041B31"/>
              </a:solidFill>
            </a:endParaRPr>
          </a:p>
        </p:txBody>
      </p:sp>
    </p:spTree>
    <p:extLst>
      <p:ext uri="{BB962C8B-B14F-4D97-AF65-F5344CB8AC3E}">
        <p14:creationId xmlns:p14="http://schemas.microsoft.com/office/powerpoint/2010/main" val="217858231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2"/>
                                        </p:tgtEl>
                                        <p:attrNameLst>
                                          <p:attrName>style.visibility</p:attrName>
                                        </p:attrNameLst>
                                      </p:cBhvr>
                                      <p:to>
                                        <p:strVal val="visible"/>
                                      </p:to>
                                    </p:set>
                                    <p:animEffect transition="in" filter="fade">
                                      <p:cBhvr>
                                        <p:cTn id="7" dur="500"/>
                                        <p:tgtEl>
                                          <p:spTgt spid="22"/>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27"/>
                                        </p:tgtEl>
                                        <p:attrNameLst>
                                          <p:attrName>style.visibility</p:attrName>
                                        </p:attrNameLst>
                                      </p:cBhvr>
                                      <p:to>
                                        <p:strVal val="visible"/>
                                      </p:to>
                                    </p:set>
                                    <p:animEffect transition="in" filter="wipe(left)">
                                      <p:cBhvr>
                                        <p:cTn id="11" dur="500"/>
                                        <p:tgtEl>
                                          <p:spTgt spid="27"/>
                                        </p:tgtEl>
                                      </p:cBhvr>
                                    </p:animEffect>
                                  </p:childTnLst>
                                </p:cTn>
                              </p:par>
                            </p:childTnLst>
                          </p:cTn>
                        </p:par>
                        <p:par>
                          <p:cTn id="12" fill="hold">
                            <p:stCondLst>
                              <p:cond delay="1000"/>
                            </p:stCondLst>
                            <p:childTnLst>
                              <p:par>
                                <p:cTn id="13" presetID="10" presetClass="entr" presetSubtype="0" fill="hold" nodeType="afterEffect">
                                  <p:stCondLst>
                                    <p:cond delay="250"/>
                                  </p:stCondLst>
                                  <p:childTnLst>
                                    <p:set>
                                      <p:cBhvr>
                                        <p:cTn id="14" dur="1" fill="hold">
                                          <p:stCondLst>
                                            <p:cond delay="0"/>
                                          </p:stCondLst>
                                        </p:cTn>
                                        <p:tgtEl>
                                          <p:spTgt spid="40"/>
                                        </p:tgtEl>
                                        <p:attrNameLst>
                                          <p:attrName>style.visibility</p:attrName>
                                        </p:attrNameLst>
                                      </p:cBhvr>
                                      <p:to>
                                        <p:strVal val="visible"/>
                                      </p:to>
                                    </p:set>
                                    <p:animEffect transition="in" filter="fade">
                                      <p:cBhvr>
                                        <p:cTn id="15" dur="500"/>
                                        <p:tgtEl>
                                          <p:spTgt spid="40"/>
                                        </p:tgtEl>
                                      </p:cBhvr>
                                    </p:animEffect>
                                  </p:childTnLst>
                                </p:cTn>
                              </p:par>
                            </p:childTnLst>
                          </p:cTn>
                        </p:par>
                        <p:par>
                          <p:cTn id="16" fill="hold">
                            <p:stCondLst>
                              <p:cond delay="1750"/>
                            </p:stCondLst>
                            <p:childTnLst>
                              <p:par>
                                <p:cTn id="17" presetID="10" presetClass="entr" presetSubtype="0" fill="hold" grpId="0" nodeType="afterEffect">
                                  <p:stCondLst>
                                    <p:cond delay="250"/>
                                  </p:stCondLst>
                                  <p:childTnLst>
                                    <p:set>
                                      <p:cBhvr>
                                        <p:cTn id="18" dur="1" fill="hold">
                                          <p:stCondLst>
                                            <p:cond delay="0"/>
                                          </p:stCondLst>
                                        </p:cTn>
                                        <p:tgtEl>
                                          <p:spTgt spid="29"/>
                                        </p:tgtEl>
                                        <p:attrNameLst>
                                          <p:attrName>style.visibility</p:attrName>
                                        </p:attrNameLst>
                                      </p:cBhvr>
                                      <p:to>
                                        <p:strVal val="visible"/>
                                      </p:to>
                                    </p:set>
                                    <p:animEffect transition="in" filter="fade">
                                      <p:cBhvr>
                                        <p:cTn id="19" dur="500"/>
                                        <p:tgtEl>
                                          <p:spTgt spid="29"/>
                                        </p:tgtEl>
                                      </p:cBhvr>
                                    </p:animEffect>
                                  </p:childTnLst>
                                </p:cTn>
                              </p:par>
                            </p:childTnLst>
                          </p:cTn>
                        </p:par>
                        <p:par>
                          <p:cTn id="20" fill="hold">
                            <p:stCondLst>
                              <p:cond delay="2500"/>
                            </p:stCondLst>
                            <p:childTnLst>
                              <p:par>
                                <p:cTn id="21" presetID="10" presetClass="entr" presetSubtype="0" fill="hold" nodeType="afterEffect">
                                  <p:stCondLst>
                                    <p:cond delay="250"/>
                                  </p:stCondLst>
                                  <p:childTnLst>
                                    <p:set>
                                      <p:cBhvr>
                                        <p:cTn id="22" dur="1" fill="hold">
                                          <p:stCondLst>
                                            <p:cond delay="0"/>
                                          </p:stCondLst>
                                        </p:cTn>
                                        <p:tgtEl>
                                          <p:spTgt spid="45"/>
                                        </p:tgtEl>
                                        <p:attrNameLst>
                                          <p:attrName>style.visibility</p:attrName>
                                        </p:attrNameLst>
                                      </p:cBhvr>
                                      <p:to>
                                        <p:strVal val="visible"/>
                                      </p:to>
                                    </p:set>
                                    <p:animEffect transition="in" filter="fade">
                                      <p:cBhvr>
                                        <p:cTn id="23" dur="500"/>
                                        <p:tgtEl>
                                          <p:spTgt spid="45"/>
                                        </p:tgtEl>
                                      </p:cBhvr>
                                    </p:animEffect>
                                  </p:childTnLst>
                                </p:cTn>
                              </p:par>
                            </p:childTnLst>
                          </p:cTn>
                        </p:par>
                        <p:par>
                          <p:cTn id="24" fill="hold">
                            <p:stCondLst>
                              <p:cond delay="3250"/>
                            </p:stCondLst>
                            <p:childTnLst>
                              <p:par>
                                <p:cTn id="25" presetID="10" presetClass="entr" presetSubtype="0" fill="hold" grpId="0" nodeType="afterEffect">
                                  <p:stCondLst>
                                    <p:cond delay="250"/>
                                  </p:stCondLst>
                                  <p:childTnLst>
                                    <p:set>
                                      <p:cBhvr>
                                        <p:cTn id="26" dur="1" fill="hold">
                                          <p:stCondLst>
                                            <p:cond delay="0"/>
                                          </p:stCondLst>
                                        </p:cTn>
                                        <p:tgtEl>
                                          <p:spTgt spid="31"/>
                                        </p:tgtEl>
                                        <p:attrNameLst>
                                          <p:attrName>style.visibility</p:attrName>
                                        </p:attrNameLst>
                                      </p:cBhvr>
                                      <p:to>
                                        <p:strVal val="visible"/>
                                      </p:to>
                                    </p:set>
                                    <p:animEffect transition="in" filter="fade">
                                      <p:cBhvr>
                                        <p:cTn id="27" dur="500"/>
                                        <p:tgtEl>
                                          <p:spTgt spid="31"/>
                                        </p:tgtEl>
                                      </p:cBhvr>
                                    </p:animEffect>
                                  </p:childTnLst>
                                </p:cTn>
                              </p:par>
                            </p:childTnLst>
                          </p:cTn>
                        </p:par>
                        <p:par>
                          <p:cTn id="28" fill="hold">
                            <p:stCondLst>
                              <p:cond delay="4000"/>
                            </p:stCondLst>
                            <p:childTnLst>
                              <p:par>
                                <p:cTn id="29" presetID="10" presetClass="entr" presetSubtype="0" fill="hold" nodeType="afterEffect">
                                  <p:stCondLst>
                                    <p:cond delay="250"/>
                                  </p:stCondLst>
                                  <p:childTnLst>
                                    <p:set>
                                      <p:cBhvr>
                                        <p:cTn id="30" dur="1" fill="hold">
                                          <p:stCondLst>
                                            <p:cond delay="0"/>
                                          </p:stCondLst>
                                        </p:cTn>
                                        <p:tgtEl>
                                          <p:spTgt spid="37"/>
                                        </p:tgtEl>
                                        <p:attrNameLst>
                                          <p:attrName>style.visibility</p:attrName>
                                        </p:attrNameLst>
                                      </p:cBhvr>
                                      <p:to>
                                        <p:strVal val="visible"/>
                                      </p:to>
                                    </p:set>
                                    <p:animEffect transition="in" filter="fade">
                                      <p:cBhvr>
                                        <p:cTn id="31" dur="500"/>
                                        <p:tgtEl>
                                          <p:spTgt spid="37"/>
                                        </p:tgtEl>
                                      </p:cBhvr>
                                    </p:animEffect>
                                  </p:childTnLst>
                                </p:cTn>
                              </p:par>
                            </p:childTnLst>
                          </p:cTn>
                        </p:par>
                        <p:par>
                          <p:cTn id="32" fill="hold">
                            <p:stCondLst>
                              <p:cond delay="4750"/>
                            </p:stCondLst>
                            <p:childTnLst>
                              <p:par>
                                <p:cTn id="33" presetID="10" presetClass="entr" presetSubtype="0" fill="hold" grpId="0" nodeType="afterEffect">
                                  <p:stCondLst>
                                    <p:cond delay="250"/>
                                  </p:stCondLst>
                                  <p:childTnLst>
                                    <p:set>
                                      <p:cBhvr>
                                        <p:cTn id="34" dur="1" fill="hold">
                                          <p:stCondLst>
                                            <p:cond delay="0"/>
                                          </p:stCondLst>
                                        </p:cTn>
                                        <p:tgtEl>
                                          <p:spTgt spid="36"/>
                                        </p:tgtEl>
                                        <p:attrNameLst>
                                          <p:attrName>style.visibility</p:attrName>
                                        </p:attrNameLst>
                                      </p:cBhvr>
                                      <p:to>
                                        <p:strVal val="visible"/>
                                      </p:to>
                                    </p:set>
                                    <p:animEffect transition="in" filter="fade">
                                      <p:cBhvr>
                                        <p:cTn id="35" dur="50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27" grpId="0">
        <p:bldAsOne/>
      </p:bldGraphic>
      <p:bldP spid="29" grpId="0"/>
      <p:bldP spid="31" grpId="0"/>
      <p:bldP spid="36" grpId="0"/>
      <p:bldP spid="22" grpId="0"/>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Rectangle 33"/>
          <p:cNvSpPr/>
          <p:nvPr/>
        </p:nvSpPr>
        <p:spPr>
          <a:xfrm>
            <a:off x="0" y="2419628"/>
            <a:ext cx="10229850" cy="1825125"/>
          </a:xfrm>
          <a:prstGeom prst="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39" name="Content Placeholder 2"/>
          <p:cNvSpPr txBox="1">
            <a:spLocks/>
          </p:cNvSpPr>
          <p:nvPr/>
        </p:nvSpPr>
        <p:spPr>
          <a:xfrm>
            <a:off x="-795521" y="2837404"/>
            <a:ext cx="9437653" cy="1193735"/>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fontAlgn="auto">
              <a:buClr>
                <a:srgbClr val="4472C4">
                  <a:lumMod val="75000"/>
                </a:srgbClr>
              </a:buClr>
              <a:defRPr/>
            </a:pPr>
            <a:r>
              <a:rPr lang="ar-SA" sz="3600" b="1" dirty="0" smtClean="0">
                <a:solidFill>
                  <a:prstClr val="white">
                    <a:lumMod val="95000"/>
                  </a:prstClr>
                </a:solidFill>
                <a:ea typeface="Roboto" panose="02000000000000000000" pitchFamily="2" charset="0"/>
              </a:rPr>
              <a:t>معلم </a:t>
            </a:r>
            <a:r>
              <a:rPr lang="ar-SA" sz="3600" b="1" dirty="0">
                <a:solidFill>
                  <a:prstClr val="white">
                    <a:lumMod val="95000"/>
                  </a:prstClr>
                </a:solidFill>
                <a:ea typeface="Roboto" panose="02000000000000000000" pitchFamily="2" charset="0"/>
              </a:rPr>
              <a:t>القرن الواحد والعشرين</a:t>
            </a:r>
            <a:endParaRPr lang="ar-SA" sz="3600" b="1" dirty="0" smtClean="0">
              <a:solidFill>
                <a:prstClr val="white">
                  <a:lumMod val="95000"/>
                </a:prstClr>
              </a:solidFill>
              <a:ea typeface="Roboto" panose="02000000000000000000" pitchFamily="2" charset="0"/>
            </a:endParaRPr>
          </a:p>
        </p:txBody>
      </p:sp>
      <p:sp>
        <p:nvSpPr>
          <p:cNvPr id="2" name="Rounded Rectangle 1"/>
          <p:cNvSpPr/>
          <p:nvPr/>
        </p:nvSpPr>
        <p:spPr>
          <a:xfrm>
            <a:off x="9646571" y="2642873"/>
            <a:ext cx="1378800" cy="1378634"/>
          </a:xfrm>
          <a:prstGeom prst="roundRect">
            <a:avLst/>
          </a:prstGeom>
          <a:solidFill>
            <a:schemeClr val="tx1"/>
          </a:solidFill>
          <a:ln w="50800">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US" sz="4000" b="1" dirty="0" smtClean="0">
                <a:solidFill>
                  <a:prstClr val="white"/>
                </a:solidFill>
              </a:rPr>
              <a:t>3</a:t>
            </a:r>
            <a:endParaRPr lang="id-ID" b="1" dirty="0">
              <a:solidFill>
                <a:prstClr val="white"/>
              </a:solidFill>
            </a:endParaRPr>
          </a:p>
        </p:txBody>
      </p:sp>
    </p:spTree>
    <p:extLst>
      <p:ext uri="{BB962C8B-B14F-4D97-AF65-F5344CB8AC3E}">
        <p14:creationId xmlns:p14="http://schemas.microsoft.com/office/powerpoint/2010/main" val="196538083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500"/>
                                  </p:stCondLst>
                                  <p:childTnLst>
                                    <p:set>
                                      <p:cBhvr>
                                        <p:cTn id="6" dur="1" fill="hold">
                                          <p:stCondLst>
                                            <p:cond delay="0"/>
                                          </p:stCondLst>
                                        </p:cTn>
                                        <p:tgtEl>
                                          <p:spTgt spid="34"/>
                                        </p:tgtEl>
                                        <p:attrNameLst>
                                          <p:attrName>style.visibility</p:attrName>
                                        </p:attrNameLst>
                                      </p:cBhvr>
                                      <p:to>
                                        <p:strVal val="visible"/>
                                      </p:to>
                                    </p:set>
                                    <p:anim calcmode="lin" valueType="num">
                                      <p:cBhvr additive="base">
                                        <p:cTn id="7" dur="500" fill="hold"/>
                                        <p:tgtEl>
                                          <p:spTgt spid="34"/>
                                        </p:tgtEl>
                                        <p:attrNameLst>
                                          <p:attrName>ppt_x</p:attrName>
                                        </p:attrNameLst>
                                      </p:cBhvr>
                                      <p:tavLst>
                                        <p:tav tm="0">
                                          <p:val>
                                            <p:strVal val="0-#ppt_w/2"/>
                                          </p:val>
                                        </p:tav>
                                        <p:tav tm="100000">
                                          <p:val>
                                            <p:strVal val="#ppt_x"/>
                                          </p:val>
                                        </p:tav>
                                      </p:tavLst>
                                    </p:anim>
                                    <p:anim calcmode="lin" valueType="num">
                                      <p:cBhvr additive="base">
                                        <p:cTn id="8" dur="500" fill="hold"/>
                                        <p:tgtEl>
                                          <p:spTgt spid="34"/>
                                        </p:tgtEl>
                                        <p:attrNameLst>
                                          <p:attrName>ppt_y</p:attrName>
                                        </p:attrNameLst>
                                      </p:cBhvr>
                                      <p:tavLst>
                                        <p:tav tm="0">
                                          <p:val>
                                            <p:strVal val="#ppt_y"/>
                                          </p:val>
                                        </p:tav>
                                        <p:tav tm="100000">
                                          <p:val>
                                            <p:strVal val="#ppt_y"/>
                                          </p:val>
                                        </p:tav>
                                      </p:tavLst>
                                    </p:anim>
                                  </p:childTnLst>
                                </p:cTn>
                              </p:par>
                            </p:childTnLst>
                          </p:cTn>
                        </p:par>
                        <p:par>
                          <p:cTn id="9" fill="hold">
                            <p:stCondLst>
                              <p:cond delay="1000"/>
                            </p:stCondLst>
                            <p:childTnLst>
                              <p:par>
                                <p:cTn id="10" presetID="10" presetClass="entr" presetSubtype="0" fill="hold" grpId="0" nodeType="after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fade">
                                      <p:cBhvr>
                                        <p:cTn id="12" dur="500"/>
                                        <p:tgtEl>
                                          <p:spTgt spid="2"/>
                                        </p:tgtEl>
                                      </p:cBhvr>
                                    </p:animEffect>
                                  </p:childTnLst>
                                </p:cTn>
                              </p:par>
                              <p:par>
                                <p:cTn id="13" presetID="2" presetClass="entr" presetSubtype="8" fill="hold" grpId="0" nodeType="withEffect">
                                  <p:stCondLst>
                                    <p:cond delay="0"/>
                                  </p:stCondLst>
                                  <p:childTnLst>
                                    <p:set>
                                      <p:cBhvr>
                                        <p:cTn id="14" dur="1" fill="hold">
                                          <p:stCondLst>
                                            <p:cond delay="0"/>
                                          </p:stCondLst>
                                        </p:cTn>
                                        <p:tgtEl>
                                          <p:spTgt spid="39"/>
                                        </p:tgtEl>
                                        <p:attrNameLst>
                                          <p:attrName>style.visibility</p:attrName>
                                        </p:attrNameLst>
                                      </p:cBhvr>
                                      <p:to>
                                        <p:strVal val="visible"/>
                                      </p:to>
                                    </p:set>
                                    <p:anim calcmode="lin" valueType="num">
                                      <p:cBhvr additive="base">
                                        <p:cTn id="15" dur="500" fill="hold"/>
                                        <p:tgtEl>
                                          <p:spTgt spid="39"/>
                                        </p:tgtEl>
                                        <p:attrNameLst>
                                          <p:attrName>ppt_x</p:attrName>
                                        </p:attrNameLst>
                                      </p:cBhvr>
                                      <p:tavLst>
                                        <p:tav tm="0">
                                          <p:val>
                                            <p:strVal val="0-#ppt_w/2"/>
                                          </p:val>
                                        </p:tav>
                                        <p:tav tm="100000">
                                          <p:val>
                                            <p:strVal val="#ppt_x"/>
                                          </p:val>
                                        </p:tav>
                                      </p:tavLst>
                                    </p:anim>
                                    <p:anim calcmode="lin" valueType="num">
                                      <p:cBhvr additive="base">
                                        <p:cTn id="16" dur="500" fill="hold"/>
                                        <p:tgtEl>
                                          <p:spTgt spid="3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animBg="1"/>
      <p:bldP spid="39" grpId="0"/>
      <p:bldP spid="2" grpId="0"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Freeform 25"/>
          <p:cNvSpPr/>
          <p:nvPr/>
        </p:nvSpPr>
        <p:spPr>
          <a:xfrm>
            <a:off x="4597545" y="2496639"/>
            <a:ext cx="548331" cy="858265"/>
          </a:xfrm>
          <a:custGeom>
            <a:avLst/>
            <a:gdLst>
              <a:gd name="connsiteX0" fmla="*/ 357737 w 548331"/>
              <a:gd name="connsiteY0" fmla="*/ 0 h 858265"/>
              <a:gd name="connsiteX1" fmla="*/ 548331 w 548331"/>
              <a:gd name="connsiteY1" fmla="*/ 190594 h 858265"/>
              <a:gd name="connsiteX2" fmla="*/ 499314 w 548331"/>
              <a:gd name="connsiteY2" fmla="*/ 248749 h 858265"/>
              <a:gd name="connsiteX3" fmla="*/ 276391 w 548331"/>
              <a:gd name="connsiteY3" fmla="*/ 772587 h 858265"/>
              <a:gd name="connsiteX4" fmla="*/ 264963 w 548331"/>
              <a:gd name="connsiteY4" fmla="*/ 858265 h 858265"/>
              <a:gd name="connsiteX5" fmla="*/ 0 w 548331"/>
              <a:gd name="connsiteY5" fmla="*/ 858265 h 858265"/>
              <a:gd name="connsiteX6" fmla="*/ 515 w 548331"/>
              <a:gd name="connsiteY6" fmla="*/ 847392 h 858265"/>
              <a:gd name="connsiteX7" fmla="*/ 354383 w 548331"/>
              <a:gd name="connsiteY7" fmla="*/ 3669 h 858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8331" h="858265">
                <a:moveTo>
                  <a:pt x="357737" y="0"/>
                </a:moveTo>
                <a:lnTo>
                  <a:pt x="548331" y="190594"/>
                </a:lnTo>
                <a:lnTo>
                  <a:pt x="499314" y="248749"/>
                </a:lnTo>
                <a:cubicBezTo>
                  <a:pt x="388652" y="401435"/>
                  <a:pt x="310879" y="579514"/>
                  <a:pt x="276391" y="772587"/>
                </a:cubicBezTo>
                <a:lnTo>
                  <a:pt x="264963" y="858265"/>
                </a:lnTo>
                <a:lnTo>
                  <a:pt x="0" y="858265"/>
                </a:lnTo>
                <a:lnTo>
                  <a:pt x="515" y="847392"/>
                </a:lnTo>
                <a:cubicBezTo>
                  <a:pt x="30947" y="527672"/>
                  <a:pt x="158938" y="236396"/>
                  <a:pt x="354383" y="3669"/>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34" name="Freeform 33"/>
          <p:cNvSpPr/>
          <p:nvPr/>
        </p:nvSpPr>
        <p:spPr>
          <a:xfrm flipH="1">
            <a:off x="7126428" y="2502989"/>
            <a:ext cx="548331" cy="858265"/>
          </a:xfrm>
          <a:custGeom>
            <a:avLst/>
            <a:gdLst>
              <a:gd name="connsiteX0" fmla="*/ 357737 w 548331"/>
              <a:gd name="connsiteY0" fmla="*/ 0 h 858265"/>
              <a:gd name="connsiteX1" fmla="*/ 548331 w 548331"/>
              <a:gd name="connsiteY1" fmla="*/ 190594 h 858265"/>
              <a:gd name="connsiteX2" fmla="*/ 499314 w 548331"/>
              <a:gd name="connsiteY2" fmla="*/ 248749 h 858265"/>
              <a:gd name="connsiteX3" fmla="*/ 276391 w 548331"/>
              <a:gd name="connsiteY3" fmla="*/ 772587 h 858265"/>
              <a:gd name="connsiteX4" fmla="*/ 264963 w 548331"/>
              <a:gd name="connsiteY4" fmla="*/ 858265 h 858265"/>
              <a:gd name="connsiteX5" fmla="*/ 0 w 548331"/>
              <a:gd name="connsiteY5" fmla="*/ 858265 h 858265"/>
              <a:gd name="connsiteX6" fmla="*/ 515 w 548331"/>
              <a:gd name="connsiteY6" fmla="*/ 847392 h 858265"/>
              <a:gd name="connsiteX7" fmla="*/ 354383 w 548331"/>
              <a:gd name="connsiteY7" fmla="*/ 3669 h 858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8331" h="858265">
                <a:moveTo>
                  <a:pt x="357737" y="0"/>
                </a:moveTo>
                <a:lnTo>
                  <a:pt x="548331" y="190594"/>
                </a:lnTo>
                <a:lnTo>
                  <a:pt x="499314" y="248749"/>
                </a:lnTo>
                <a:cubicBezTo>
                  <a:pt x="388652" y="401435"/>
                  <a:pt x="310879" y="579514"/>
                  <a:pt x="276391" y="772587"/>
                </a:cubicBezTo>
                <a:lnTo>
                  <a:pt x="264963" y="858265"/>
                </a:lnTo>
                <a:lnTo>
                  <a:pt x="0" y="858265"/>
                </a:lnTo>
                <a:lnTo>
                  <a:pt x="515" y="847392"/>
                </a:lnTo>
                <a:cubicBezTo>
                  <a:pt x="30947" y="527672"/>
                  <a:pt x="158938" y="236396"/>
                  <a:pt x="354383" y="3669"/>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35" name="Freeform 34"/>
          <p:cNvSpPr/>
          <p:nvPr/>
        </p:nvSpPr>
        <p:spPr>
          <a:xfrm rot="18900000" flipH="1">
            <a:off x="6365359" y="1785895"/>
            <a:ext cx="548331" cy="858265"/>
          </a:xfrm>
          <a:custGeom>
            <a:avLst/>
            <a:gdLst>
              <a:gd name="connsiteX0" fmla="*/ 357737 w 548331"/>
              <a:gd name="connsiteY0" fmla="*/ 0 h 858265"/>
              <a:gd name="connsiteX1" fmla="*/ 548331 w 548331"/>
              <a:gd name="connsiteY1" fmla="*/ 190594 h 858265"/>
              <a:gd name="connsiteX2" fmla="*/ 499314 w 548331"/>
              <a:gd name="connsiteY2" fmla="*/ 248749 h 858265"/>
              <a:gd name="connsiteX3" fmla="*/ 276391 w 548331"/>
              <a:gd name="connsiteY3" fmla="*/ 772587 h 858265"/>
              <a:gd name="connsiteX4" fmla="*/ 264963 w 548331"/>
              <a:gd name="connsiteY4" fmla="*/ 858265 h 858265"/>
              <a:gd name="connsiteX5" fmla="*/ 0 w 548331"/>
              <a:gd name="connsiteY5" fmla="*/ 858265 h 858265"/>
              <a:gd name="connsiteX6" fmla="*/ 515 w 548331"/>
              <a:gd name="connsiteY6" fmla="*/ 847392 h 858265"/>
              <a:gd name="connsiteX7" fmla="*/ 354383 w 548331"/>
              <a:gd name="connsiteY7" fmla="*/ 3669 h 858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8331" h="858265">
                <a:moveTo>
                  <a:pt x="357737" y="0"/>
                </a:moveTo>
                <a:lnTo>
                  <a:pt x="548331" y="190594"/>
                </a:lnTo>
                <a:lnTo>
                  <a:pt x="499314" y="248749"/>
                </a:lnTo>
                <a:cubicBezTo>
                  <a:pt x="388652" y="401435"/>
                  <a:pt x="310879" y="579514"/>
                  <a:pt x="276391" y="772587"/>
                </a:cubicBezTo>
                <a:lnTo>
                  <a:pt x="264963" y="858265"/>
                </a:lnTo>
                <a:lnTo>
                  <a:pt x="0" y="858265"/>
                </a:lnTo>
                <a:lnTo>
                  <a:pt x="515" y="847392"/>
                </a:lnTo>
                <a:cubicBezTo>
                  <a:pt x="30947" y="527672"/>
                  <a:pt x="158938" y="236396"/>
                  <a:pt x="354383" y="3669"/>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37" name="Freeform 36"/>
          <p:cNvSpPr/>
          <p:nvPr/>
        </p:nvSpPr>
        <p:spPr>
          <a:xfrm flipH="1" flipV="1">
            <a:off x="7120078" y="3633772"/>
            <a:ext cx="548331" cy="858265"/>
          </a:xfrm>
          <a:custGeom>
            <a:avLst/>
            <a:gdLst>
              <a:gd name="connsiteX0" fmla="*/ 357737 w 548331"/>
              <a:gd name="connsiteY0" fmla="*/ 0 h 858265"/>
              <a:gd name="connsiteX1" fmla="*/ 548331 w 548331"/>
              <a:gd name="connsiteY1" fmla="*/ 190594 h 858265"/>
              <a:gd name="connsiteX2" fmla="*/ 499314 w 548331"/>
              <a:gd name="connsiteY2" fmla="*/ 248749 h 858265"/>
              <a:gd name="connsiteX3" fmla="*/ 276391 w 548331"/>
              <a:gd name="connsiteY3" fmla="*/ 772587 h 858265"/>
              <a:gd name="connsiteX4" fmla="*/ 264963 w 548331"/>
              <a:gd name="connsiteY4" fmla="*/ 858265 h 858265"/>
              <a:gd name="connsiteX5" fmla="*/ 0 w 548331"/>
              <a:gd name="connsiteY5" fmla="*/ 858265 h 858265"/>
              <a:gd name="connsiteX6" fmla="*/ 515 w 548331"/>
              <a:gd name="connsiteY6" fmla="*/ 847392 h 858265"/>
              <a:gd name="connsiteX7" fmla="*/ 354383 w 548331"/>
              <a:gd name="connsiteY7" fmla="*/ 3669 h 858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8331" h="858265">
                <a:moveTo>
                  <a:pt x="357737" y="0"/>
                </a:moveTo>
                <a:lnTo>
                  <a:pt x="548331" y="190594"/>
                </a:lnTo>
                <a:lnTo>
                  <a:pt x="499314" y="248749"/>
                </a:lnTo>
                <a:cubicBezTo>
                  <a:pt x="388652" y="401435"/>
                  <a:pt x="310879" y="579514"/>
                  <a:pt x="276391" y="772587"/>
                </a:cubicBezTo>
                <a:lnTo>
                  <a:pt x="264963" y="858265"/>
                </a:lnTo>
                <a:lnTo>
                  <a:pt x="0" y="858265"/>
                </a:lnTo>
                <a:lnTo>
                  <a:pt x="515" y="847392"/>
                </a:lnTo>
                <a:cubicBezTo>
                  <a:pt x="30947" y="527672"/>
                  <a:pt x="158938" y="236396"/>
                  <a:pt x="354383" y="3669"/>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38" name="Freeform 37"/>
          <p:cNvSpPr/>
          <p:nvPr/>
        </p:nvSpPr>
        <p:spPr>
          <a:xfrm rot="2700000" flipH="1" flipV="1">
            <a:off x="6359009" y="4350866"/>
            <a:ext cx="548331" cy="858265"/>
          </a:xfrm>
          <a:custGeom>
            <a:avLst/>
            <a:gdLst>
              <a:gd name="connsiteX0" fmla="*/ 357737 w 548331"/>
              <a:gd name="connsiteY0" fmla="*/ 0 h 858265"/>
              <a:gd name="connsiteX1" fmla="*/ 548331 w 548331"/>
              <a:gd name="connsiteY1" fmla="*/ 190594 h 858265"/>
              <a:gd name="connsiteX2" fmla="*/ 499314 w 548331"/>
              <a:gd name="connsiteY2" fmla="*/ 248749 h 858265"/>
              <a:gd name="connsiteX3" fmla="*/ 276391 w 548331"/>
              <a:gd name="connsiteY3" fmla="*/ 772587 h 858265"/>
              <a:gd name="connsiteX4" fmla="*/ 264963 w 548331"/>
              <a:gd name="connsiteY4" fmla="*/ 858265 h 858265"/>
              <a:gd name="connsiteX5" fmla="*/ 0 w 548331"/>
              <a:gd name="connsiteY5" fmla="*/ 858265 h 858265"/>
              <a:gd name="connsiteX6" fmla="*/ 515 w 548331"/>
              <a:gd name="connsiteY6" fmla="*/ 847392 h 858265"/>
              <a:gd name="connsiteX7" fmla="*/ 354383 w 548331"/>
              <a:gd name="connsiteY7" fmla="*/ 3669 h 858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8331" h="858265">
                <a:moveTo>
                  <a:pt x="357737" y="0"/>
                </a:moveTo>
                <a:lnTo>
                  <a:pt x="548331" y="190594"/>
                </a:lnTo>
                <a:lnTo>
                  <a:pt x="499314" y="248749"/>
                </a:lnTo>
                <a:cubicBezTo>
                  <a:pt x="388652" y="401435"/>
                  <a:pt x="310879" y="579514"/>
                  <a:pt x="276391" y="772587"/>
                </a:cubicBezTo>
                <a:lnTo>
                  <a:pt x="264963" y="858265"/>
                </a:lnTo>
                <a:lnTo>
                  <a:pt x="0" y="858265"/>
                </a:lnTo>
                <a:lnTo>
                  <a:pt x="515" y="847392"/>
                </a:lnTo>
                <a:cubicBezTo>
                  <a:pt x="30947" y="527672"/>
                  <a:pt x="158938" y="236396"/>
                  <a:pt x="354383" y="3669"/>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0" name="Freeform 39"/>
          <p:cNvSpPr/>
          <p:nvPr/>
        </p:nvSpPr>
        <p:spPr>
          <a:xfrm flipV="1">
            <a:off x="4603895" y="3640122"/>
            <a:ext cx="548331" cy="858265"/>
          </a:xfrm>
          <a:custGeom>
            <a:avLst/>
            <a:gdLst>
              <a:gd name="connsiteX0" fmla="*/ 357737 w 548331"/>
              <a:gd name="connsiteY0" fmla="*/ 0 h 858265"/>
              <a:gd name="connsiteX1" fmla="*/ 548331 w 548331"/>
              <a:gd name="connsiteY1" fmla="*/ 190594 h 858265"/>
              <a:gd name="connsiteX2" fmla="*/ 499314 w 548331"/>
              <a:gd name="connsiteY2" fmla="*/ 248749 h 858265"/>
              <a:gd name="connsiteX3" fmla="*/ 276391 w 548331"/>
              <a:gd name="connsiteY3" fmla="*/ 772587 h 858265"/>
              <a:gd name="connsiteX4" fmla="*/ 264963 w 548331"/>
              <a:gd name="connsiteY4" fmla="*/ 858265 h 858265"/>
              <a:gd name="connsiteX5" fmla="*/ 0 w 548331"/>
              <a:gd name="connsiteY5" fmla="*/ 858265 h 858265"/>
              <a:gd name="connsiteX6" fmla="*/ 515 w 548331"/>
              <a:gd name="connsiteY6" fmla="*/ 847392 h 858265"/>
              <a:gd name="connsiteX7" fmla="*/ 354383 w 548331"/>
              <a:gd name="connsiteY7" fmla="*/ 3669 h 858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8331" h="858265">
                <a:moveTo>
                  <a:pt x="357737" y="0"/>
                </a:moveTo>
                <a:lnTo>
                  <a:pt x="548331" y="190594"/>
                </a:lnTo>
                <a:lnTo>
                  <a:pt x="499314" y="248749"/>
                </a:lnTo>
                <a:cubicBezTo>
                  <a:pt x="388652" y="401435"/>
                  <a:pt x="310879" y="579514"/>
                  <a:pt x="276391" y="772587"/>
                </a:cubicBezTo>
                <a:lnTo>
                  <a:pt x="264963" y="858265"/>
                </a:lnTo>
                <a:lnTo>
                  <a:pt x="0" y="858265"/>
                </a:lnTo>
                <a:lnTo>
                  <a:pt x="515" y="847392"/>
                </a:lnTo>
                <a:cubicBezTo>
                  <a:pt x="30947" y="527672"/>
                  <a:pt x="158938" y="236396"/>
                  <a:pt x="354383" y="3669"/>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1" name="Freeform 40"/>
          <p:cNvSpPr/>
          <p:nvPr/>
        </p:nvSpPr>
        <p:spPr>
          <a:xfrm rot="18900000" flipV="1">
            <a:off x="5364964" y="4357216"/>
            <a:ext cx="548331" cy="858265"/>
          </a:xfrm>
          <a:custGeom>
            <a:avLst/>
            <a:gdLst>
              <a:gd name="connsiteX0" fmla="*/ 357737 w 548331"/>
              <a:gd name="connsiteY0" fmla="*/ 0 h 858265"/>
              <a:gd name="connsiteX1" fmla="*/ 548331 w 548331"/>
              <a:gd name="connsiteY1" fmla="*/ 190594 h 858265"/>
              <a:gd name="connsiteX2" fmla="*/ 499314 w 548331"/>
              <a:gd name="connsiteY2" fmla="*/ 248749 h 858265"/>
              <a:gd name="connsiteX3" fmla="*/ 276391 w 548331"/>
              <a:gd name="connsiteY3" fmla="*/ 772587 h 858265"/>
              <a:gd name="connsiteX4" fmla="*/ 264963 w 548331"/>
              <a:gd name="connsiteY4" fmla="*/ 858265 h 858265"/>
              <a:gd name="connsiteX5" fmla="*/ 0 w 548331"/>
              <a:gd name="connsiteY5" fmla="*/ 858265 h 858265"/>
              <a:gd name="connsiteX6" fmla="*/ 515 w 548331"/>
              <a:gd name="connsiteY6" fmla="*/ 847392 h 858265"/>
              <a:gd name="connsiteX7" fmla="*/ 354383 w 548331"/>
              <a:gd name="connsiteY7" fmla="*/ 3669 h 858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8331" h="858265">
                <a:moveTo>
                  <a:pt x="357737" y="0"/>
                </a:moveTo>
                <a:lnTo>
                  <a:pt x="548331" y="190594"/>
                </a:lnTo>
                <a:lnTo>
                  <a:pt x="499314" y="248749"/>
                </a:lnTo>
                <a:cubicBezTo>
                  <a:pt x="388652" y="401435"/>
                  <a:pt x="310879" y="579514"/>
                  <a:pt x="276391" y="772587"/>
                </a:cubicBezTo>
                <a:lnTo>
                  <a:pt x="264963" y="858265"/>
                </a:lnTo>
                <a:lnTo>
                  <a:pt x="0" y="858265"/>
                </a:lnTo>
                <a:lnTo>
                  <a:pt x="515" y="847392"/>
                </a:lnTo>
                <a:cubicBezTo>
                  <a:pt x="30947" y="527672"/>
                  <a:pt x="158938" y="236396"/>
                  <a:pt x="354383" y="3669"/>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cxnSp>
        <p:nvCxnSpPr>
          <p:cNvPr id="43" name="Straight Connector 42"/>
          <p:cNvCxnSpPr/>
          <p:nvPr/>
        </p:nvCxnSpPr>
        <p:spPr>
          <a:xfrm flipH="1">
            <a:off x="4228147" y="3640122"/>
            <a:ext cx="640080" cy="0"/>
          </a:xfrm>
          <a:prstGeom prst="line">
            <a:avLst/>
          </a:prstGeom>
          <a:ln w="19050">
            <a:solidFill>
              <a:schemeClr val="accent6"/>
            </a:solidFill>
            <a:tailEnd type="oval"/>
          </a:ln>
        </p:spPr>
        <p:style>
          <a:lnRef idx="1">
            <a:schemeClr val="accent1"/>
          </a:lnRef>
          <a:fillRef idx="0">
            <a:schemeClr val="accent1"/>
          </a:fillRef>
          <a:effectRef idx="0">
            <a:schemeClr val="accent1"/>
          </a:effectRef>
          <a:fontRef idx="minor">
            <a:schemeClr val="tx1"/>
          </a:fontRef>
        </p:style>
      </p:cxnSp>
      <p:grpSp>
        <p:nvGrpSpPr>
          <p:cNvPr id="8" name="Group 7"/>
          <p:cNvGrpSpPr/>
          <p:nvPr/>
        </p:nvGrpSpPr>
        <p:grpSpPr>
          <a:xfrm>
            <a:off x="4221004" y="2133195"/>
            <a:ext cx="692928" cy="640080"/>
            <a:chOff x="4228147" y="2074893"/>
            <a:chExt cx="692928" cy="640080"/>
          </a:xfrm>
        </p:grpSpPr>
        <p:cxnSp>
          <p:nvCxnSpPr>
            <p:cNvPr id="14" name="Straight Connector 13"/>
            <p:cNvCxnSpPr/>
            <p:nvPr/>
          </p:nvCxnSpPr>
          <p:spPr>
            <a:xfrm rot="2700000" flipH="1">
              <a:off x="4601035" y="2394933"/>
              <a:ext cx="640080" cy="0"/>
            </a:xfrm>
            <a:prstGeom prst="line">
              <a:avLst/>
            </a:prstGeom>
            <a:ln w="19050" cap="sq">
              <a:solidFill>
                <a:schemeClr val="accent3"/>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flipH="1">
              <a:off x="4228147" y="2166249"/>
              <a:ext cx="466625" cy="0"/>
            </a:xfrm>
            <a:prstGeom prst="line">
              <a:avLst/>
            </a:prstGeom>
            <a:ln w="19050">
              <a:solidFill>
                <a:schemeClr val="accent3"/>
              </a:solidFill>
              <a:headEnd type="none" w="med" len="med"/>
              <a:tailEnd type="oval" w="med" len="med"/>
            </a:ln>
          </p:spPr>
          <p:style>
            <a:lnRef idx="1">
              <a:schemeClr val="accent1"/>
            </a:lnRef>
            <a:fillRef idx="0">
              <a:schemeClr val="accent1"/>
            </a:fillRef>
            <a:effectRef idx="0">
              <a:schemeClr val="accent1"/>
            </a:effectRef>
            <a:fontRef idx="minor">
              <a:schemeClr val="tx1"/>
            </a:fontRef>
          </p:style>
        </p:cxnSp>
      </p:grpSp>
      <p:grpSp>
        <p:nvGrpSpPr>
          <p:cNvPr id="21" name="Group 20"/>
          <p:cNvGrpSpPr/>
          <p:nvPr/>
        </p:nvGrpSpPr>
        <p:grpSpPr>
          <a:xfrm flipV="1">
            <a:off x="4228147" y="4398946"/>
            <a:ext cx="864389" cy="640080"/>
            <a:chOff x="4056686" y="2074893"/>
            <a:chExt cx="864389" cy="640080"/>
          </a:xfrm>
        </p:grpSpPr>
        <p:cxnSp>
          <p:nvCxnSpPr>
            <p:cNvPr id="22" name="Straight Connector 21"/>
            <p:cNvCxnSpPr/>
            <p:nvPr/>
          </p:nvCxnSpPr>
          <p:spPr>
            <a:xfrm rot="2700000" flipH="1">
              <a:off x="4601035" y="2394933"/>
              <a:ext cx="640080" cy="0"/>
            </a:xfrm>
            <a:prstGeom prst="line">
              <a:avLst/>
            </a:prstGeom>
            <a:ln w="19050" cap="sq">
              <a:solidFill>
                <a:schemeClr val="accent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p:nvCxnSpPr>
          <p:spPr>
            <a:xfrm flipH="1" flipV="1">
              <a:off x="4056686" y="2166249"/>
              <a:ext cx="638087" cy="0"/>
            </a:xfrm>
            <a:prstGeom prst="line">
              <a:avLst/>
            </a:prstGeom>
            <a:ln w="19050">
              <a:solidFill>
                <a:schemeClr val="accent5"/>
              </a:solidFill>
              <a:headEnd type="none" w="med" len="med"/>
              <a:tailEnd type="oval" w="med" len="med"/>
            </a:ln>
          </p:spPr>
          <p:style>
            <a:lnRef idx="1">
              <a:schemeClr val="accent1"/>
            </a:lnRef>
            <a:fillRef idx="0">
              <a:schemeClr val="accent1"/>
            </a:fillRef>
            <a:effectRef idx="0">
              <a:schemeClr val="accent1"/>
            </a:effectRef>
            <a:fontRef idx="minor">
              <a:schemeClr val="tx1"/>
            </a:fontRef>
          </p:style>
        </p:cxnSp>
      </p:grpSp>
      <p:cxnSp>
        <p:nvCxnSpPr>
          <p:cNvPr id="24" name="Straight Connector 23"/>
          <p:cNvCxnSpPr/>
          <p:nvPr/>
        </p:nvCxnSpPr>
        <p:spPr>
          <a:xfrm>
            <a:off x="6262643" y="4757086"/>
            <a:ext cx="0" cy="640080"/>
          </a:xfrm>
          <a:prstGeom prst="line">
            <a:avLst/>
          </a:prstGeom>
          <a:ln w="19050">
            <a:solidFill>
              <a:schemeClr val="accent4"/>
            </a:solidFill>
            <a:tailEnd type="oval"/>
          </a:ln>
        </p:spPr>
        <p:style>
          <a:lnRef idx="1">
            <a:schemeClr val="accent1"/>
          </a:lnRef>
          <a:fillRef idx="0">
            <a:schemeClr val="accent1"/>
          </a:fillRef>
          <a:effectRef idx="0">
            <a:schemeClr val="accent1"/>
          </a:effectRef>
          <a:fontRef idx="minor">
            <a:schemeClr val="tx1"/>
          </a:fontRef>
        </p:style>
      </p:cxnSp>
      <p:grpSp>
        <p:nvGrpSpPr>
          <p:cNvPr id="25" name="Group 24"/>
          <p:cNvGrpSpPr/>
          <p:nvPr/>
        </p:nvGrpSpPr>
        <p:grpSpPr>
          <a:xfrm flipH="1">
            <a:off x="7184356" y="1956981"/>
            <a:ext cx="859240" cy="640080"/>
            <a:chOff x="4061835" y="2074893"/>
            <a:chExt cx="859240" cy="640080"/>
          </a:xfrm>
        </p:grpSpPr>
        <p:cxnSp>
          <p:nvCxnSpPr>
            <p:cNvPr id="27" name="Straight Connector 26"/>
            <p:cNvCxnSpPr/>
            <p:nvPr/>
          </p:nvCxnSpPr>
          <p:spPr>
            <a:xfrm rot="2700000" flipH="1">
              <a:off x="4601035" y="2394933"/>
              <a:ext cx="640080" cy="0"/>
            </a:xfrm>
            <a:prstGeom prst="line">
              <a:avLst/>
            </a:prstGeom>
            <a:ln w="19050" cap="sq">
              <a:solidFill>
                <a:schemeClr val="accent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flipH="1">
              <a:off x="4061835" y="2166249"/>
              <a:ext cx="632937" cy="0"/>
            </a:xfrm>
            <a:prstGeom prst="line">
              <a:avLst/>
            </a:prstGeom>
            <a:ln w="19050">
              <a:solidFill>
                <a:schemeClr val="accent1"/>
              </a:solidFill>
              <a:headEnd type="none" w="med" len="med"/>
              <a:tailEnd type="oval" w="med" len="med"/>
            </a:ln>
          </p:spPr>
          <p:style>
            <a:lnRef idx="1">
              <a:schemeClr val="accent1"/>
            </a:lnRef>
            <a:fillRef idx="0">
              <a:schemeClr val="accent1"/>
            </a:fillRef>
            <a:effectRef idx="0">
              <a:schemeClr val="accent1"/>
            </a:effectRef>
            <a:fontRef idx="minor">
              <a:schemeClr val="tx1"/>
            </a:fontRef>
          </p:style>
        </p:cxnSp>
      </p:grpSp>
      <p:cxnSp>
        <p:nvCxnSpPr>
          <p:cNvPr id="29" name="Straight Connector 28"/>
          <p:cNvCxnSpPr/>
          <p:nvPr/>
        </p:nvCxnSpPr>
        <p:spPr>
          <a:xfrm rot="5400000" flipV="1">
            <a:off x="7738070" y="3037296"/>
            <a:ext cx="0" cy="640080"/>
          </a:xfrm>
          <a:prstGeom prst="line">
            <a:avLst/>
          </a:prstGeom>
          <a:ln w="19050">
            <a:solidFill>
              <a:schemeClr val="accent2"/>
            </a:solidFill>
            <a:tailEnd type="oval"/>
          </a:ln>
        </p:spPr>
        <p:style>
          <a:lnRef idx="1">
            <a:schemeClr val="accent1"/>
          </a:lnRef>
          <a:fillRef idx="0">
            <a:schemeClr val="accent1"/>
          </a:fillRef>
          <a:effectRef idx="0">
            <a:schemeClr val="accent1"/>
          </a:effectRef>
          <a:fontRef idx="minor">
            <a:schemeClr val="tx1"/>
          </a:fontRef>
        </p:style>
      </p:cxnSp>
      <p:grpSp>
        <p:nvGrpSpPr>
          <p:cNvPr id="31" name="Group 30"/>
          <p:cNvGrpSpPr/>
          <p:nvPr/>
        </p:nvGrpSpPr>
        <p:grpSpPr>
          <a:xfrm flipH="1" flipV="1">
            <a:off x="7357394" y="4207978"/>
            <a:ext cx="864002" cy="640080"/>
            <a:chOff x="4057073" y="2074893"/>
            <a:chExt cx="864002" cy="640080"/>
          </a:xfrm>
        </p:grpSpPr>
        <p:cxnSp>
          <p:nvCxnSpPr>
            <p:cNvPr id="32" name="Straight Connector 31"/>
            <p:cNvCxnSpPr/>
            <p:nvPr/>
          </p:nvCxnSpPr>
          <p:spPr>
            <a:xfrm rot="2700000" flipH="1">
              <a:off x="4601035" y="2394933"/>
              <a:ext cx="640080" cy="0"/>
            </a:xfrm>
            <a:prstGeom prst="line">
              <a:avLst/>
            </a:prstGeom>
            <a:ln w="19050" cap="sq">
              <a:solidFill>
                <a:schemeClr val="accent3"/>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flipH="1" flipV="1">
              <a:off x="4057073" y="2166249"/>
              <a:ext cx="637699" cy="0"/>
            </a:xfrm>
            <a:prstGeom prst="line">
              <a:avLst/>
            </a:prstGeom>
            <a:ln w="19050">
              <a:solidFill>
                <a:schemeClr val="accent3"/>
              </a:solidFill>
              <a:headEnd type="none" w="med" len="med"/>
              <a:tailEnd type="oval" w="med" len="med"/>
            </a:ln>
          </p:spPr>
          <p:style>
            <a:lnRef idx="1">
              <a:schemeClr val="accent1"/>
            </a:lnRef>
            <a:fillRef idx="0">
              <a:schemeClr val="accent1"/>
            </a:fillRef>
            <a:effectRef idx="0">
              <a:schemeClr val="accent1"/>
            </a:effectRef>
            <a:fontRef idx="minor">
              <a:schemeClr val="tx1"/>
            </a:fontRef>
          </p:style>
        </p:cxnSp>
      </p:grpSp>
      <p:grpSp>
        <p:nvGrpSpPr>
          <p:cNvPr id="9" name="Group 8"/>
          <p:cNvGrpSpPr/>
          <p:nvPr/>
        </p:nvGrpSpPr>
        <p:grpSpPr>
          <a:xfrm>
            <a:off x="620559" y="1802442"/>
            <a:ext cx="3640895" cy="768972"/>
            <a:chOff x="620559" y="1802442"/>
            <a:chExt cx="3640895" cy="768972"/>
          </a:xfrm>
        </p:grpSpPr>
        <p:sp>
          <p:nvSpPr>
            <p:cNvPr id="44" name="Title 13"/>
            <p:cNvSpPr txBox="1">
              <a:spLocks/>
            </p:cNvSpPr>
            <p:nvPr/>
          </p:nvSpPr>
          <p:spPr>
            <a:xfrm>
              <a:off x="620559" y="1802442"/>
              <a:ext cx="3029914" cy="768972"/>
            </a:xfrm>
            <a:prstGeom prst="rect">
              <a:avLst/>
            </a:prstGeom>
            <a:ln>
              <a:noFill/>
            </a:ln>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rtl="1" fontAlgn="auto">
                <a:spcAft>
                  <a:spcPts val="0"/>
                </a:spcAft>
              </a:pPr>
              <a:r>
                <a:rPr lang="ar-SA" b="1" dirty="0" smtClean="0">
                  <a:solidFill>
                    <a:prstClr val="black">
                      <a:lumMod val="65000"/>
                      <a:lumOff val="35000"/>
                    </a:prstClr>
                  </a:solidFill>
                </a:rPr>
                <a:t>إدارة </a:t>
              </a:r>
              <a:r>
                <a:rPr lang="ar-SA" b="1" dirty="0">
                  <a:solidFill>
                    <a:prstClr val="black">
                      <a:lumMod val="65000"/>
                      <a:lumOff val="35000"/>
                    </a:prstClr>
                  </a:solidFill>
                </a:rPr>
                <a:t>منظومة التقويم</a:t>
              </a:r>
              <a:endParaRPr lang="en-US" b="1" dirty="0">
                <a:solidFill>
                  <a:prstClr val="black">
                    <a:lumMod val="65000"/>
                    <a:lumOff val="35000"/>
                  </a:prstClr>
                </a:solidFill>
                <a:latin typeface="Raleway" panose="020B0503030101060003" pitchFamily="34" charset="0"/>
              </a:endParaRPr>
            </a:p>
          </p:txBody>
        </p:sp>
        <p:sp>
          <p:nvSpPr>
            <p:cNvPr id="46" name="Rectangle 45"/>
            <p:cNvSpPr/>
            <p:nvPr/>
          </p:nvSpPr>
          <p:spPr>
            <a:xfrm>
              <a:off x="3582264" y="2003711"/>
              <a:ext cx="679190" cy="553998"/>
            </a:xfrm>
            <a:prstGeom prst="rect">
              <a:avLst/>
            </a:prstGeom>
            <a:noFill/>
          </p:spPr>
          <p:txBody>
            <a:bodyPr wrap="square" lIns="91440" tIns="45720" rIns="91440" bIns="45720">
              <a:spAutoFit/>
            </a:bodyPr>
            <a:lstStyle/>
            <a:p>
              <a:pPr fontAlgn="auto">
                <a:spcBef>
                  <a:spcPts val="0"/>
                </a:spcBef>
                <a:spcAft>
                  <a:spcPts val="0"/>
                </a:spcAft>
              </a:pPr>
              <a:r>
                <a:rPr lang="en-US" sz="3000" dirty="0" smtClean="0">
                  <a:ln w="0">
                    <a:noFill/>
                  </a:ln>
                  <a:solidFill>
                    <a:srgbClr val="4EA6DC"/>
                  </a:solidFill>
                  <a:latin typeface="FontAwesome" pitchFamily="2" charset="0"/>
                  <a:cs typeface="Simplified Arabic" panose="02020603050405020304" pitchFamily="18" charset="-78"/>
                </a:rPr>
                <a:t></a:t>
              </a:r>
              <a:endParaRPr lang="en-US" sz="3000" dirty="0">
                <a:ln w="0">
                  <a:noFill/>
                </a:ln>
                <a:solidFill>
                  <a:srgbClr val="4EA6DC"/>
                </a:solidFill>
                <a:latin typeface="Calibri" panose="020F0502020204030204"/>
                <a:cs typeface="Simplified Arabic" panose="02020603050405020304" pitchFamily="18" charset="-78"/>
              </a:endParaRPr>
            </a:p>
          </p:txBody>
        </p:sp>
      </p:grpSp>
      <p:grpSp>
        <p:nvGrpSpPr>
          <p:cNvPr id="7" name="Group 6"/>
          <p:cNvGrpSpPr/>
          <p:nvPr/>
        </p:nvGrpSpPr>
        <p:grpSpPr>
          <a:xfrm>
            <a:off x="848997" y="3219753"/>
            <a:ext cx="3412457" cy="960698"/>
            <a:chOff x="848997" y="3219753"/>
            <a:chExt cx="3412457" cy="960698"/>
          </a:xfrm>
        </p:grpSpPr>
        <p:sp>
          <p:nvSpPr>
            <p:cNvPr id="49" name="Title 13"/>
            <p:cNvSpPr txBox="1">
              <a:spLocks/>
            </p:cNvSpPr>
            <p:nvPr/>
          </p:nvSpPr>
          <p:spPr>
            <a:xfrm>
              <a:off x="848997" y="3219753"/>
              <a:ext cx="2355434" cy="960698"/>
            </a:xfrm>
            <a:prstGeom prst="rect">
              <a:avLst/>
            </a:prstGeom>
            <a:ln>
              <a:noFill/>
            </a:ln>
          </p:spPr>
          <p:txBody>
            <a:bodyPr vert="horz" lIns="91440" tIns="45720" rIns="91440" bIns="45720" rtlCol="0" anchor="ctr">
              <a:normAutofit fontScale="77500" lnSpcReduction="20000"/>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rtl="1"/>
              <a:r>
                <a:rPr lang="ar-SA" sz="4400" b="1" dirty="0" smtClean="0">
                  <a:solidFill>
                    <a:prstClr val="black">
                      <a:lumMod val="65000"/>
                      <a:lumOff val="35000"/>
                    </a:prstClr>
                  </a:solidFill>
                </a:rPr>
                <a:t>إدارة </a:t>
              </a:r>
              <a:r>
                <a:rPr lang="ar-SA" sz="4400" b="1" dirty="0">
                  <a:solidFill>
                    <a:prstClr val="black">
                      <a:lumMod val="65000"/>
                      <a:lumOff val="35000"/>
                    </a:prstClr>
                  </a:solidFill>
                </a:rPr>
                <a:t>فن التعليم</a:t>
              </a:r>
              <a:endParaRPr lang="en-US" sz="1100" b="1" dirty="0">
                <a:solidFill>
                  <a:prstClr val="black">
                    <a:lumMod val="65000"/>
                    <a:lumOff val="35000"/>
                  </a:prstClr>
                </a:solidFill>
                <a:latin typeface="Raleway" panose="020B0503030101060003" pitchFamily="34" charset="0"/>
              </a:endParaRPr>
            </a:p>
          </p:txBody>
        </p:sp>
        <p:sp>
          <p:nvSpPr>
            <p:cNvPr id="50" name="Rectangle 49"/>
            <p:cNvSpPr/>
            <p:nvPr/>
          </p:nvSpPr>
          <p:spPr>
            <a:xfrm>
              <a:off x="3582264" y="3423103"/>
              <a:ext cx="679190" cy="553998"/>
            </a:xfrm>
            <a:prstGeom prst="rect">
              <a:avLst/>
            </a:prstGeom>
            <a:noFill/>
          </p:spPr>
          <p:txBody>
            <a:bodyPr wrap="square" lIns="91440" tIns="45720" rIns="91440" bIns="45720">
              <a:spAutoFit/>
            </a:bodyPr>
            <a:lstStyle/>
            <a:p>
              <a:pPr fontAlgn="auto">
                <a:spcBef>
                  <a:spcPts val="0"/>
                </a:spcBef>
                <a:spcAft>
                  <a:spcPts val="0"/>
                </a:spcAft>
              </a:pPr>
              <a:r>
                <a:rPr lang="en-US" sz="3000" dirty="0" smtClean="0">
                  <a:ln w="0">
                    <a:noFill/>
                  </a:ln>
                  <a:solidFill>
                    <a:srgbClr val="D54773"/>
                  </a:solidFill>
                  <a:latin typeface="FontAwesome" pitchFamily="2" charset="0"/>
                  <a:cs typeface="Simplified Arabic" panose="02020603050405020304" pitchFamily="18" charset="-78"/>
                </a:rPr>
                <a:t></a:t>
              </a:r>
              <a:endParaRPr lang="en-US" sz="3000" dirty="0">
                <a:ln w="0">
                  <a:noFill/>
                </a:ln>
                <a:solidFill>
                  <a:srgbClr val="D54773"/>
                </a:solidFill>
                <a:latin typeface="Calibri" panose="020F0502020204030204"/>
                <a:cs typeface="Simplified Arabic" panose="02020603050405020304" pitchFamily="18" charset="-78"/>
              </a:endParaRPr>
            </a:p>
          </p:txBody>
        </p:sp>
      </p:grpSp>
      <p:grpSp>
        <p:nvGrpSpPr>
          <p:cNvPr id="6" name="Group 5"/>
          <p:cNvGrpSpPr/>
          <p:nvPr/>
        </p:nvGrpSpPr>
        <p:grpSpPr>
          <a:xfrm>
            <a:off x="361167" y="4738277"/>
            <a:ext cx="3900287" cy="717160"/>
            <a:chOff x="361167" y="4738277"/>
            <a:chExt cx="3900287" cy="717160"/>
          </a:xfrm>
        </p:grpSpPr>
        <p:sp>
          <p:nvSpPr>
            <p:cNvPr id="53" name="Title 13"/>
            <p:cNvSpPr txBox="1">
              <a:spLocks/>
            </p:cNvSpPr>
            <p:nvPr/>
          </p:nvSpPr>
          <p:spPr>
            <a:xfrm>
              <a:off x="361167" y="4754321"/>
              <a:ext cx="3216599" cy="701116"/>
            </a:xfrm>
            <a:prstGeom prst="rect">
              <a:avLst/>
            </a:prstGeom>
            <a:ln>
              <a:noFill/>
            </a:ln>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rtl="1"/>
              <a:r>
                <a:rPr lang="ar-SA" b="1" dirty="0" smtClean="0">
                  <a:solidFill>
                    <a:prstClr val="black">
                      <a:lumMod val="65000"/>
                      <a:lumOff val="35000"/>
                    </a:prstClr>
                  </a:solidFill>
                </a:rPr>
                <a:t>إدارة </a:t>
              </a:r>
              <a:r>
                <a:rPr lang="ar-SA" b="1" dirty="0">
                  <a:solidFill>
                    <a:prstClr val="black">
                      <a:lumMod val="65000"/>
                      <a:lumOff val="35000"/>
                    </a:prstClr>
                  </a:solidFill>
                </a:rPr>
                <a:t>تكنولوجيا التعليم</a:t>
              </a:r>
              <a:endParaRPr lang="en-US" b="1" dirty="0">
                <a:solidFill>
                  <a:prstClr val="black">
                    <a:lumMod val="65000"/>
                    <a:lumOff val="35000"/>
                  </a:prstClr>
                </a:solidFill>
              </a:endParaRPr>
            </a:p>
          </p:txBody>
        </p:sp>
        <p:sp>
          <p:nvSpPr>
            <p:cNvPr id="54" name="Rectangle 53"/>
            <p:cNvSpPr/>
            <p:nvPr/>
          </p:nvSpPr>
          <p:spPr>
            <a:xfrm>
              <a:off x="3582264" y="4738277"/>
              <a:ext cx="679190" cy="553998"/>
            </a:xfrm>
            <a:prstGeom prst="rect">
              <a:avLst/>
            </a:prstGeom>
            <a:noFill/>
          </p:spPr>
          <p:txBody>
            <a:bodyPr wrap="square" lIns="91440" tIns="45720" rIns="91440" bIns="45720">
              <a:spAutoFit/>
            </a:bodyPr>
            <a:lstStyle/>
            <a:p>
              <a:pPr fontAlgn="auto">
                <a:spcBef>
                  <a:spcPts val="0"/>
                </a:spcBef>
                <a:spcAft>
                  <a:spcPts val="0"/>
                </a:spcAft>
              </a:pPr>
              <a:r>
                <a:rPr lang="en-US" sz="3000" dirty="0" smtClean="0">
                  <a:ln w="0">
                    <a:noFill/>
                  </a:ln>
                  <a:solidFill>
                    <a:srgbClr val="8971E1"/>
                  </a:solidFill>
                  <a:latin typeface="FontAwesome" pitchFamily="2" charset="0"/>
                  <a:cs typeface="Simplified Arabic" panose="02020603050405020304" pitchFamily="18" charset="-78"/>
                </a:rPr>
                <a:t></a:t>
              </a:r>
              <a:endParaRPr lang="en-US" sz="3000" dirty="0">
                <a:ln w="0">
                  <a:noFill/>
                </a:ln>
                <a:solidFill>
                  <a:srgbClr val="8971E1"/>
                </a:solidFill>
                <a:latin typeface="Calibri" panose="020F0502020204030204"/>
                <a:cs typeface="Simplified Arabic" panose="02020603050405020304" pitchFamily="18" charset="-78"/>
              </a:endParaRPr>
            </a:p>
          </p:txBody>
        </p:sp>
      </p:grpSp>
      <p:grpSp>
        <p:nvGrpSpPr>
          <p:cNvPr id="5" name="Group 4"/>
          <p:cNvGrpSpPr/>
          <p:nvPr/>
        </p:nvGrpSpPr>
        <p:grpSpPr>
          <a:xfrm>
            <a:off x="8052592" y="1560120"/>
            <a:ext cx="3341780" cy="901132"/>
            <a:chOff x="8052592" y="1560120"/>
            <a:chExt cx="3341780" cy="901132"/>
          </a:xfrm>
        </p:grpSpPr>
        <p:sp>
          <p:nvSpPr>
            <p:cNvPr id="57" name="Title 13"/>
            <p:cNvSpPr txBox="1">
              <a:spLocks/>
            </p:cNvSpPr>
            <p:nvPr/>
          </p:nvSpPr>
          <p:spPr>
            <a:xfrm flipH="1">
              <a:off x="8685270" y="1560120"/>
              <a:ext cx="2709102" cy="901132"/>
            </a:xfrm>
            <a:prstGeom prst="rect">
              <a:avLst/>
            </a:prstGeom>
            <a:ln>
              <a:noFill/>
            </a:ln>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rtl="1"/>
              <a:r>
                <a:rPr lang="ar-SA" b="1" dirty="0" smtClean="0">
                  <a:solidFill>
                    <a:prstClr val="black">
                      <a:lumMod val="65000"/>
                      <a:lumOff val="35000"/>
                    </a:prstClr>
                  </a:solidFill>
                </a:rPr>
                <a:t>تنمية </a:t>
              </a:r>
              <a:r>
                <a:rPr lang="ar-SA" b="1" dirty="0">
                  <a:solidFill>
                    <a:prstClr val="black">
                      <a:lumMod val="65000"/>
                      <a:lumOff val="35000"/>
                    </a:prstClr>
                  </a:solidFill>
                </a:rPr>
                <a:t>المهارات العليا للتفكير</a:t>
              </a:r>
              <a:endParaRPr lang="en-US" dirty="0">
                <a:solidFill>
                  <a:prstClr val="black">
                    <a:lumMod val="65000"/>
                    <a:lumOff val="35000"/>
                  </a:prstClr>
                </a:solidFill>
              </a:endParaRPr>
            </a:p>
          </p:txBody>
        </p:sp>
        <p:sp>
          <p:nvSpPr>
            <p:cNvPr id="58" name="Rectangle 57"/>
            <p:cNvSpPr/>
            <p:nvPr/>
          </p:nvSpPr>
          <p:spPr>
            <a:xfrm flipH="1">
              <a:off x="8052592" y="1812351"/>
              <a:ext cx="679190" cy="553998"/>
            </a:xfrm>
            <a:prstGeom prst="rect">
              <a:avLst/>
            </a:prstGeom>
            <a:noFill/>
          </p:spPr>
          <p:txBody>
            <a:bodyPr wrap="square" lIns="91440" tIns="45720" rIns="91440" bIns="45720">
              <a:spAutoFit/>
            </a:bodyPr>
            <a:lstStyle/>
            <a:p>
              <a:pPr algn="r" fontAlgn="auto">
                <a:spcBef>
                  <a:spcPts val="0"/>
                </a:spcBef>
                <a:spcAft>
                  <a:spcPts val="0"/>
                </a:spcAft>
              </a:pPr>
              <a:r>
                <a:rPr lang="en-US" sz="3000" dirty="0" smtClean="0">
                  <a:ln w="0">
                    <a:noFill/>
                  </a:ln>
                  <a:solidFill>
                    <a:srgbClr val="E32D91"/>
                  </a:solidFill>
                  <a:latin typeface="FontAwesome" pitchFamily="2" charset="0"/>
                  <a:cs typeface="Simplified Arabic" panose="02020603050405020304" pitchFamily="18" charset="-78"/>
                </a:rPr>
                <a:t></a:t>
              </a:r>
              <a:endParaRPr lang="en-US" sz="3000" dirty="0">
                <a:ln w="0">
                  <a:noFill/>
                </a:ln>
                <a:solidFill>
                  <a:srgbClr val="E32D91"/>
                </a:solidFill>
                <a:latin typeface="Calibri" panose="020F0502020204030204"/>
                <a:cs typeface="Simplified Arabic" panose="02020603050405020304" pitchFamily="18" charset="-78"/>
              </a:endParaRPr>
            </a:p>
          </p:txBody>
        </p:sp>
      </p:grpSp>
      <p:grpSp>
        <p:nvGrpSpPr>
          <p:cNvPr id="4" name="Group 3"/>
          <p:cNvGrpSpPr/>
          <p:nvPr/>
        </p:nvGrpSpPr>
        <p:grpSpPr>
          <a:xfrm>
            <a:off x="8052592" y="3114553"/>
            <a:ext cx="3681375" cy="816659"/>
            <a:chOff x="8052592" y="3114553"/>
            <a:chExt cx="3681375" cy="816659"/>
          </a:xfrm>
        </p:grpSpPr>
        <p:sp>
          <p:nvSpPr>
            <p:cNvPr id="61" name="Title 13"/>
            <p:cNvSpPr txBox="1">
              <a:spLocks/>
            </p:cNvSpPr>
            <p:nvPr/>
          </p:nvSpPr>
          <p:spPr>
            <a:xfrm flipH="1">
              <a:off x="8569987" y="3114553"/>
              <a:ext cx="3163980" cy="816659"/>
            </a:xfrm>
            <a:prstGeom prst="rect">
              <a:avLst/>
            </a:prstGeom>
            <a:ln>
              <a:noFill/>
            </a:ln>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rtl="1"/>
              <a:r>
                <a:rPr lang="ar-SA" b="1" dirty="0" smtClean="0">
                  <a:solidFill>
                    <a:prstClr val="black">
                      <a:lumMod val="65000"/>
                      <a:lumOff val="35000"/>
                    </a:prstClr>
                  </a:solidFill>
                </a:rPr>
                <a:t>إدارة </a:t>
              </a:r>
              <a:r>
                <a:rPr lang="ar-SA" b="1" dirty="0">
                  <a:solidFill>
                    <a:prstClr val="black">
                      <a:lumMod val="65000"/>
                      <a:lumOff val="35000"/>
                    </a:prstClr>
                  </a:solidFill>
                </a:rPr>
                <a:t>المهارات الحياتية</a:t>
              </a:r>
              <a:endParaRPr lang="en-US" b="1" dirty="0">
                <a:solidFill>
                  <a:prstClr val="black">
                    <a:lumMod val="65000"/>
                    <a:lumOff val="35000"/>
                  </a:prstClr>
                </a:solidFill>
              </a:endParaRPr>
            </a:p>
          </p:txBody>
        </p:sp>
        <p:sp>
          <p:nvSpPr>
            <p:cNvPr id="62" name="Rectangle 61"/>
            <p:cNvSpPr/>
            <p:nvPr/>
          </p:nvSpPr>
          <p:spPr>
            <a:xfrm flipH="1">
              <a:off x="8052592" y="3126147"/>
              <a:ext cx="679190" cy="553998"/>
            </a:xfrm>
            <a:prstGeom prst="rect">
              <a:avLst/>
            </a:prstGeom>
            <a:noFill/>
          </p:spPr>
          <p:txBody>
            <a:bodyPr wrap="square" lIns="91440" tIns="45720" rIns="91440" bIns="45720">
              <a:spAutoFit/>
            </a:bodyPr>
            <a:lstStyle/>
            <a:p>
              <a:pPr algn="r" fontAlgn="auto">
                <a:spcBef>
                  <a:spcPts val="0"/>
                </a:spcBef>
                <a:spcAft>
                  <a:spcPts val="0"/>
                </a:spcAft>
              </a:pPr>
              <a:r>
                <a:rPr lang="en-US" sz="3000" dirty="0" smtClean="0">
                  <a:ln w="0">
                    <a:noFill/>
                  </a:ln>
                  <a:solidFill>
                    <a:srgbClr val="C830CC"/>
                  </a:solidFill>
                  <a:latin typeface="FontAwesome" pitchFamily="2" charset="0"/>
                  <a:cs typeface="Simplified Arabic" panose="02020603050405020304" pitchFamily="18" charset="-78"/>
                </a:rPr>
                <a:t></a:t>
              </a:r>
              <a:endParaRPr lang="en-US" sz="3000" dirty="0">
                <a:ln w="0">
                  <a:noFill/>
                </a:ln>
                <a:solidFill>
                  <a:srgbClr val="C830CC"/>
                </a:solidFill>
                <a:latin typeface="Calibri" panose="020F0502020204030204"/>
                <a:cs typeface="Simplified Arabic" panose="02020603050405020304" pitchFamily="18" charset="-78"/>
              </a:endParaRPr>
            </a:p>
          </p:txBody>
        </p:sp>
      </p:grpSp>
      <p:grpSp>
        <p:nvGrpSpPr>
          <p:cNvPr id="3" name="Group 2"/>
          <p:cNvGrpSpPr/>
          <p:nvPr/>
        </p:nvGrpSpPr>
        <p:grpSpPr>
          <a:xfrm>
            <a:off x="8230392" y="4532717"/>
            <a:ext cx="3465785" cy="609789"/>
            <a:chOff x="8230392" y="4532717"/>
            <a:chExt cx="3465785" cy="609789"/>
          </a:xfrm>
        </p:grpSpPr>
        <p:sp>
          <p:nvSpPr>
            <p:cNvPr id="65" name="Title 13"/>
            <p:cNvSpPr txBox="1">
              <a:spLocks/>
            </p:cNvSpPr>
            <p:nvPr/>
          </p:nvSpPr>
          <p:spPr>
            <a:xfrm flipH="1">
              <a:off x="8938747" y="4578742"/>
              <a:ext cx="2757430" cy="563764"/>
            </a:xfrm>
            <a:prstGeom prst="rect">
              <a:avLst/>
            </a:prstGeom>
            <a:ln>
              <a:noFill/>
            </a:ln>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rtl="1"/>
              <a:r>
                <a:rPr lang="ar-SA" b="1" dirty="0" smtClean="0">
                  <a:solidFill>
                    <a:prstClr val="black">
                      <a:lumMod val="65000"/>
                      <a:lumOff val="35000"/>
                    </a:prstClr>
                  </a:solidFill>
                </a:rPr>
                <a:t>إدارة </a:t>
              </a:r>
              <a:r>
                <a:rPr lang="ar-SA" b="1" dirty="0">
                  <a:solidFill>
                    <a:prstClr val="black">
                      <a:lumMod val="65000"/>
                      <a:lumOff val="35000"/>
                    </a:prstClr>
                  </a:solidFill>
                </a:rPr>
                <a:t>قدرات الطلاب</a:t>
              </a:r>
              <a:endParaRPr lang="en-US" b="1" dirty="0">
                <a:solidFill>
                  <a:prstClr val="black">
                    <a:lumMod val="65000"/>
                    <a:lumOff val="35000"/>
                  </a:prstClr>
                </a:solidFill>
              </a:endParaRPr>
            </a:p>
          </p:txBody>
        </p:sp>
        <p:sp>
          <p:nvSpPr>
            <p:cNvPr id="66" name="Rectangle 65"/>
            <p:cNvSpPr/>
            <p:nvPr/>
          </p:nvSpPr>
          <p:spPr>
            <a:xfrm flipH="1">
              <a:off x="8230392" y="4532717"/>
              <a:ext cx="679190" cy="553998"/>
            </a:xfrm>
            <a:prstGeom prst="rect">
              <a:avLst/>
            </a:prstGeom>
            <a:noFill/>
          </p:spPr>
          <p:txBody>
            <a:bodyPr wrap="square" lIns="91440" tIns="45720" rIns="91440" bIns="45720">
              <a:spAutoFit/>
            </a:bodyPr>
            <a:lstStyle/>
            <a:p>
              <a:pPr algn="r" fontAlgn="auto">
                <a:spcBef>
                  <a:spcPts val="0"/>
                </a:spcBef>
                <a:spcAft>
                  <a:spcPts val="0"/>
                </a:spcAft>
              </a:pPr>
              <a:r>
                <a:rPr lang="en-US" sz="3000" dirty="0" smtClean="0">
                  <a:ln w="0">
                    <a:noFill/>
                  </a:ln>
                  <a:solidFill>
                    <a:srgbClr val="4EA6DC"/>
                  </a:solidFill>
                  <a:latin typeface="FontAwesome" pitchFamily="2" charset="0"/>
                  <a:cs typeface="Simplified Arabic" panose="02020603050405020304" pitchFamily="18" charset="-78"/>
                </a:rPr>
                <a:t></a:t>
              </a:r>
              <a:endParaRPr lang="en-US" sz="3000" dirty="0">
                <a:ln w="0">
                  <a:noFill/>
                </a:ln>
                <a:solidFill>
                  <a:srgbClr val="4EA6DC"/>
                </a:solidFill>
                <a:latin typeface="Calibri" panose="020F0502020204030204"/>
                <a:cs typeface="Simplified Arabic" panose="02020603050405020304" pitchFamily="18" charset="-78"/>
              </a:endParaRPr>
            </a:p>
          </p:txBody>
        </p:sp>
      </p:grpSp>
      <p:grpSp>
        <p:nvGrpSpPr>
          <p:cNvPr id="2" name="Group 1"/>
          <p:cNvGrpSpPr/>
          <p:nvPr/>
        </p:nvGrpSpPr>
        <p:grpSpPr>
          <a:xfrm>
            <a:off x="6003087" y="5525119"/>
            <a:ext cx="2983475" cy="1081067"/>
            <a:chOff x="6003087" y="5525119"/>
            <a:chExt cx="2983475" cy="1081067"/>
          </a:xfrm>
        </p:grpSpPr>
        <p:sp>
          <p:nvSpPr>
            <p:cNvPr id="69" name="Title 13"/>
            <p:cNvSpPr txBox="1">
              <a:spLocks/>
            </p:cNvSpPr>
            <p:nvPr/>
          </p:nvSpPr>
          <p:spPr>
            <a:xfrm flipH="1">
              <a:off x="6180831" y="5606893"/>
              <a:ext cx="2805731" cy="999293"/>
            </a:xfrm>
            <a:prstGeom prst="rect">
              <a:avLst/>
            </a:prstGeom>
            <a:ln>
              <a:noFill/>
            </a:ln>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rtl="1"/>
              <a:r>
                <a:rPr lang="ar-SA" b="1" dirty="0" smtClean="0">
                  <a:solidFill>
                    <a:prstClr val="black">
                      <a:lumMod val="65000"/>
                      <a:lumOff val="35000"/>
                    </a:prstClr>
                  </a:solidFill>
                </a:rPr>
                <a:t>دعم </a:t>
              </a:r>
              <a:r>
                <a:rPr lang="ar-SA" b="1" dirty="0">
                  <a:solidFill>
                    <a:prstClr val="black">
                      <a:lumMod val="65000"/>
                      <a:lumOff val="35000"/>
                    </a:prstClr>
                  </a:solidFill>
                </a:rPr>
                <a:t>الاقتصاد المعرفي</a:t>
              </a:r>
              <a:endParaRPr lang="en-US" b="1" dirty="0">
                <a:solidFill>
                  <a:prstClr val="black">
                    <a:lumMod val="65000"/>
                    <a:lumOff val="35000"/>
                  </a:prstClr>
                </a:solidFill>
              </a:endParaRPr>
            </a:p>
          </p:txBody>
        </p:sp>
        <p:sp>
          <p:nvSpPr>
            <p:cNvPr id="70" name="Rectangle 69"/>
            <p:cNvSpPr/>
            <p:nvPr/>
          </p:nvSpPr>
          <p:spPr>
            <a:xfrm flipH="1">
              <a:off x="6003087" y="5525119"/>
              <a:ext cx="679190" cy="553998"/>
            </a:xfrm>
            <a:prstGeom prst="rect">
              <a:avLst/>
            </a:prstGeom>
            <a:noFill/>
          </p:spPr>
          <p:txBody>
            <a:bodyPr wrap="square" lIns="91440" tIns="45720" rIns="91440" bIns="45720">
              <a:spAutoFit/>
            </a:bodyPr>
            <a:lstStyle/>
            <a:p>
              <a:pPr fontAlgn="auto">
                <a:spcBef>
                  <a:spcPts val="0"/>
                </a:spcBef>
                <a:spcAft>
                  <a:spcPts val="0"/>
                </a:spcAft>
              </a:pPr>
              <a:r>
                <a:rPr lang="en-US" sz="3000" dirty="0" smtClean="0">
                  <a:ln w="0">
                    <a:noFill/>
                  </a:ln>
                  <a:solidFill>
                    <a:srgbClr val="4775E7"/>
                  </a:solidFill>
                  <a:latin typeface="FontAwesome" pitchFamily="2" charset="0"/>
                  <a:cs typeface="Simplified Arabic" panose="02020603050405020304" pitchFamily="18" charset="-78"/>
                </a:rPr>
                <a:t></a:t>
              </a:r>
              <a:endParaRPr lang="en-US" sz="3000" dirty="0">
                <a:ln w="0">
                  <a:noFill/>
                </a:ln>
                <a:solidFill>
                  <a:srgbClr val="4775E7"/>
                </a:solidFill>
                <a:latin typeface="Calibri" panose="020F0502020204030204"/>
                <a:cs typeface="Simplified Arabic" panose="02020603050405020304" pitchFamily="18" charset="-78"/>
              </a:endParaRPr>
            </a:p>
          </p:txBody>
        </p:sp>
      </p:grpSp>
      <p:sp>
        <p:nvSpPr>
          <p:cNvPr id="59" name="Title 2"/>
          <p:cNvSpPr txBox="1">
            <a:spLocks/>
          </p:cNvSpPr>
          <p:nvPr/>
        </p:nvSpPr>
        <p:spPr>
          <a:xfrm>
            <a:off x="873753" y="212032"/>
            <a:ext cx="10425493" cy="548850"/>
          </a:xfrm>
          <a:prstGeom prst="rect">
            <a:avLst/>
          </a:prstGeom>
        </p:spPr>
        <p:txBody>
          <a:bodyPr vert="horz" lIns="0" tIns="0" rIns="0" bIns="0" rtlCol="0" anchor="ctr">
            <a:noAutofit/>
          </a:bodyPr>
          <a:lstStyle>
            <a:lvl1pPr algn="l" defTabSz="457200" rtl="0" eaLnBrk="1" latinLnBrk="0" hangingPunct="1">
              <a:spcBef>
                <a:spcPct val="0"/>
              </a:spcBef>
              <a:buNone/>
              <a:defRPr sz="1400" b="1" kern="1200">
                <a:solidFill>
                  <a:schemeClr val="tx1"/>
                </a:solidFill>
                <a:latin typeface="Raleway"/>
                <a:ea typeface="+mj-ea"/>
                <a:cs typeface="Raleway"/>
              </a:defRPr>
            </a:lvl1pPr>
          </a:lstStyle>
          <a:p>
            <a:pPr algn="r" rtl="1"/>
            <a:r>
              <a:rPr lang="ar-SA" sz="4000" u="sng" dirty="0">
                <a:solidFill>
                  <a:srgbClr val="900000"/>
                </a:solidFill>
                <a:cs typeface="Simplified Arabic" panose="02020603050405020304" pitchFamily="18" charset="-78"/>
              </a:rPr>
              <a:t>أ. المهارات التي ينبغي أن يمتلكها معلم القرن الحادي والعشرين</a:t>
            </a:r>
            <a:endParaRPr lang="en-US" sz="4000" u="sng" dirty="0">
              <a:solidFill>
                <a:srgbClr val="900000"/>
              </a:solidFill>
              <a:cs typeface="+mn-cs"/>
            </a:endParaRPr>
          </a:p>
        </p:txBody>
      </p:sp>
    </p:spTree>
    <p:extLst>
      <p:ext uri="{BB962C8B-B14F-4D97-AF65-F5344CB8AC3E}">
        <p14:creationId xmlns:p14="http://schemas.microsoft.com/office/powerpoint/2010/main" val="78569795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fade">
                                      <p:cBhvr>
                                        <p:cTn id="7" dur="500"/>
                                        <p:tgtEl>
                                          <p:spTgt spid="25"/>
                                        </p:tgtEl>
                                      </p:cBhvr>
                                    </p:animEffect>
                                  </p:childTnLst>
                                </p:cTn>
                              </p:par>
                              <p:par>
                                <p:cTn id="8" presetID="10" presetClass="entr" presetSubtype="0" fill="hold"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fade">
                                      <p:cBhvr>
                                        <p:cTn id="10" dur="500"/>
                                        <p:tgtEl>
                                          <p:spTgt spid="5"/>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35"/>
                                        </p:tgtEl>
                                        <p:attrNameLst>
                                          <p:attrName>style.visibility</p:attrName>
                                        </p:attrNameLst>
                                      </p:cBhvr>
                                      <p:to>
                                        <p:strVal val="visible"/>
                                      </p:to>
                                    </p:set>
                                    <p:animEffect transition="in" filter="fade">
                                      <p:cBhvr>
                                        <p:cTn id="13" dur="500"/>
                                        <p:tgtEl>
                                          <p:spTgt spid="35"/>
                                        </p:tgtEl>
                                      </p:cBhvr>
                                    </p:animEffect>
                                  </p:childTnLst>
                                </p:cTn>
                              </p:par>
                            </p:childTnLst>
                          </p:cTn>
                        </p:par>
                        <p:par>
                          <p:cTn id="14" fill="hold">
                            <p:stCondLst>
                              <p:cond delay="500"/>
                            </p:stCondLst>
                            <p:childTnLst>
                              <p:par>
                                <p:cTn id="15" presetID="10" presetClass="entr" presetSubtype="0" fill="hold" grpId="0" nodeType="afterEffect">
                                  <p:stCondLst>
                                    <p:cond delay="0"/>
                                  </p:stCondLst>
                                  <p:childTnLst>
                                    <p:set>
                                      <p:cBhvr>
                                        <p:cTn id="16" dur="1" fill="hold">
                                          <p:stCondLst>
                                            <p:cond delay="0"/>
                                          </p:stCondLst>
                                        </p:cTn>
                                        <p:tgtEl>
                                          <p:spTgt spid="34"/>
                                        </p:tgtEl>
                                        <p:attrNameLst>
                                          <p:attrName>style.visibility</p:attrName>
                                        </p:attrNameLst>
                                      </p:cBhvr>
                                      <p:to>
                                        <p:strVal val="visible"/>
                                      </p:to>
                                    </p:set>
                                    <p:animEffect transition="in" filter="fade">
                                      <p:cBhvr>
                                        <p:cTn id="17" dur="500"/>
                                        <p:tgtEl>
                                          <p:spTgt spid="34"/>
                                        </p:tgtEl>
                                      </p:cBhvr>
                                    </p:animEffect>
                                  </p:childTnLst>
                                </p:cTn>
                              </p:par>
                              <p:par>
                                <p:cTn id="18" presetID="10" presetClass="entr" presetSubtype="0" fill="hold" nodeType="withEffect">
                                  <p:stCondLst>
                                    <p:cond delay="0"/>
                                  </p:stCondLst>
                                  <p:childTnLst>
                                    <p:set>
                                      <p:cBhvr>
                                        <p:cTn id="19" dur="1" fill="hold">
                                          <p:stCondLst>
                                            <p:cond delay="0"/>
                                          </p:stCondLst>
                                        </p:cTn>
                                        <p:tgtEl>
                                          <p:spTgt spid="29"/>
                                        </p:tgtEl>
                                        <p:attrNameLst>
                                          <p:attrName>style.visibility</p:attrName>
                                        </p:attrNameLst>
                                      </p:cBhvr>
                                      <p:to>
                                        <p:strVal val="visible"/>
                                      </p:to>
                                    </p:set>
                                    <p:animEffect transition="in" filter="fade">
                                      <p:cBhvr>
                                        <p:cTn id="20" dur="500"/>
                                        <p:tgtEl>
                                          <p:spTgt spid="29"/>
                                        </p:tgtEl>
                                      </p:cBhvr>
                                    </p:animEffect>
                                  </p:childTnLst>
                                </p:cTn>
                              </p:par>
                              <p:par>
                                <p:cTn id="21" presetID="10" presetClass="entr" presetSubtype="0" fill="hold" nodeType="withEffect">
                                  <p:stCondLst>
                                    <p:cond delay="0"/>
                                  </p:stCondLst>
                                  <p:childTnLst>
                                    <p:set>
                                      <p:cBhvr>
                                        <p:cTn id="22" dur="1" fill="hold">
                                          <p:stCondLst>
                                            <p:cond delay="0"/>
                                          </p:stCondLst>
                                        </p:cTn>
                                        <p:tgtEl>
                                          <p:spTgt spid="4"/>
                                        </p:tgtEl>
                                        <p:attrNameLst>
                                          <p:attrName>style.visibility</p:attrName>
                                        </p:attrNameLst>
                                      </p:cBhvr>
                                      <p:to>
                                        <p:strVal val="visible"/>
                                      </p:to>
                                    </p:set>
                                    <p:animEffect transition="in" filter="fade">
                                      <p:cBhvr>
                                        <p:cTn id="23" dur="500"/>
                                        <p:tgtEl>
                                          <p:spTgt spid="4"/>
                                        </p:tgtEl>
                                      </p:cBhvr>
                                    </p:animEffect>
                                  </p:childTnLst>
                                </p:cTn>
                              </p:par>
                            </p:childTnLst>
                          </p:cTn>
                        </p:par>
                        <p:par>
                          <p:cTn id="24" fill="hold">
                            <p:stCondLst>
                              <p:cond delay="1000"/>
                            </p:stCondLst>
                            <p:childTnLst>
                              <p:par>
                                <p:cTn id="25" presetID="10" presetClass="entr" presetSubtype="0" fill="hold" grpId="0" nodeType="afterEffect">
                                  <p:stCondLst>
                                    <p:cond delay="0"/>
                                  </p:stCondLst>
                                  <p:childTnLst>
                                    <p:set>
                                      <p:cBhvr>
                                        <p:cTn id="26" dur="1" fill="hold">
                                          <p:stCondLst>
                                            <p:cond delay="0"/>
                                          </p:stCondLst>
                                        </p:cTn>
                                        <p:tgtEl>
                                          <p:spTgt spid="37"/>
                                        </p:tgtEl>
                                        <p:attrNameLst>
                                          <p:attrName>style.visibility</p:attrName>
                                        </p:attrNameLst>
                                      </p:cBhvr>
                                      <p:to>
                                        <p:strVal val="visible"/>
                                      </p:to>
                                    </p:set>
                                    <p:animEffect transition="in" filter="fade">
                                      <p:cBhvr>
                                        <p:cTn id="27" dur="500"/>
                                        <p:tgtEl>
                                          <p:spTgt spid="37"/>
                                        </p:tgtEl>
                                      </p:cBhvr>
                                    </p:animEffect>
                                  </p:childTnLst>
                                </p:cTn>
                              </p:par>
                              <p:par>
                                <p:cTn id="28" presetID="10" presetClass="entr" presetSubtype="0" fill="hold" nodeType="withEffect">
                                  <p:stCondLst>
                                    <p:cond delay="0"/>
                                  </p:stCondLst>
                                  <p:childTnLst>
                                    <p:set>
                                      <p:cBhvr>
                                        <p:cTn id="29" dur="1" fill="hold">
                                          <p:stCondLst>
                                            <p:cond delay="0"/>
                                          </p:stCondLst>
                                        </p:cTn>
                                        <p:tgtEl>
                                          <p:spTgt spid="31"/>
                                        </p:tgtEl>
                                        <p:attrNameLst>
                                          <p:attrName>style.visibility</p:attrName>
                                        </p:attrNameLst>
                                      </p:cBhvr>
                                      <p:to>
                                        <p:strVal val="visible"/>
                                      </p:to>
                                    </p:set>
                                    <p:animEffect transition="in" filter="fade">
                                      <p:cBhvr>
                                        <p:cTn id="30" dur="500"/>
                                        <p:tgtEl>
                                          <p:spTgt spid="31"/>
                                        </p:tgtEl>
                                      </p:cBhvr>
                                    </p:animEffect>
                                  </p:childTnLst>
                                </p:cTn>
                              </p:par>
                              <p:par>
                                <p:cTn id="31" presetID="10" presetClass="entr" presetSubtype="0" fill="hold" nodeType="withEffect">
                                  <p:stCondLst>
                                    <p:cond delay="0"/>
                                  </p:stCondLst>
                                  <p:childTnLst>
                                    <p:set>
                                      <p:cBhvr>
                                        <p:cTn id="32" dur="1" fill="hold">
                                          <p:stCondLst>
                                            <p:cond delay="0"/>
                                          </p:stCondLst>
                                        </p:cTn>
                                        <p:tgtEl>
                                          <p:spTgt spid="3"/>
                                        </p:tgtEl>
                                        <p:attrNameLst>
                                          <p:attrName>style.visibility</p:attrName>
                                        </p:attrNameLst>
                                      </p:cBhvr>
                                      <p:to>
                                        <p:strVal val="visible"/>
                                      </p:to>
                                    </p:set>
                                    <p:animEffect transition="in" filter="fade">
                                      <p:cBhvr>
                                        <p:cTn id="33" dur="500"/>
                                        <p:tgtEl>
                                          <p:spTgt spid="3"/>
                                        </p:tgtEl>
                                      </p:cBhvr>
                                    </p:animEffect>
                                  </p:childTnLst>
                                </p:cTn>
                              </p:par>
                            </p:childTnLst>
                          </p:cTn>
                        </p:par>
                        <p:par>
                          <p:cTn id="34" fill="hold">
                            <p:stCondLst>
                              <p:cond delay="1500"/>
                            </p:stCondLst>
                            <p:childTnLst>
                              <p:par>
                                <p:cTn id="35" presetID="10" presetClass="entr" presetSubtype="0" fill="hold" nodeType="afterEffect">
                                  <p:stCondLst>
                                    <p:cond delay="0"/>
                                  </p:stCondLst>
                                  <p:childTnLst>
                                    <p:set>
                                      <p:cBhvr>
                                        <p:cTn id="36" dur="1" fill="hold">
                                          <p:stCondLst>
                                            <p:cond delay="0"/>
                                          </p:stCondLst>
                                        </p:cTn>
                                        <p:tgtEl>
                                          <p:spTgt spid="24"/>
                                        </p:tgtEl>
                                        <p:attrNameLst>
                                          <p:attrName>style.visibility</p:attrName>
                                        </p:attrNameLst>
                                      </p:cBhvr>
                                      <p:to>
                                        <p:strVal val="visible"/>
                                      </p:to>
                                    </p:set>
                                    <p:animEffect transition="in" filter="fade">
                                      <p:cBhvr>
                                        <p:cTn id="37" dur="500"/>
                                        <p:tgtEl>
                                          <p:spTgt spid="24"/>
                                        </p:tgtEl>
                                      </p:cBhvr>
                                    </p:animEffect>
                                  </p:childTnLst>
                                </p:cTn>
                              </p:par>
                              <p:par>
                                <p:cTn id="38" presetID="10" presetClass="entr" presetSubtype="0" fill="hold" nodeType="withEffect">
                                  <p:stCondLst>
                                    <p:cond delay="0"/>
                                  </p:stCondLst>
                                  <p:childTnLst>
                                    <p:set>
                                      <p:cBhvr>
                                        <p:cTn id="39" dur="1" fill="hold">
                                          <p:stCondLst>
                                            <p:cond delay="0"/>
                                          </p:stCondLst>
                                        </p:cTn>
                                        <p:tgtEl>
                                          <p:spTgt spid="2"/>
                                        </p:tgtEl>
                                        <p:attrNameLst>
                                          <p:attrName>style.visibility</p:attrName>
                                        </p:attrNameLst>
                                      </p:cBhvr>
                                      <p:to>
                                        <p:strVal val="visible"/>
                                      </p:to>
                                    </p:set>
                                    <p:animEffect transition="in" filter="fade">
                                      <p:cBhvr>
                                        <p:cTn id="40" dur="500"/>
                                        <p:tgtEl>
                                          <p:spTgt spid="2"/>
                                        </p:tgtEl>
                                      </p:cBhvr>
                                    </p:animEffect>
                                  </p:childTnLst>
                                </p:cTn>
                              </p:par>
                              <p:par>
                                <p:cTn id="41" presetID="10" presetClass="entr" presetSubtype="0" fill="hold" grpId="0" nodeType="withEffect">
                                  <p:stCondLst>
                                    <p:cond delay="0"/>
                                  </p:stCondLst>
                                  <p:childTnLst>
                                    <p:set>
                                      <p:cBhvr>
                                        <p:cTn id="42" dur="1" fill="hold">
                                          <p:stCondLst>
                                            <p:cond delay="0"/>
                                          </p:stCondLst>
                                        </p:cTn>
                                        <p:tgtEl>
                                          <p:spTgt spid="38"/>
                                        </p:tgtEl>
                                        <p:attrNameLst>
                                          <p:attrName>style.visibility</p:attrName>
                                        </p:attrNameLst>
                                      </p:cBhvr>
                                      <p:to>
                                        <p:strVal val="visible"/>
                                      </p:to>
                                    </p:set>
                                    <p:animEffect transition="in" filter="fade">
                                      <p:cBhvr>
                                        <p:cTn id="43" dur="500"/>
                                        <p:tgtEl>
                                          <p:spTgt spid="38"/>
                                        </p:tgtEl>
                                      </p:cBhvr>
                                    </p:animEffect>
                                  </p:childTnLst>
                                </p:cTn>
                              </p:par>
                            </p:childTnLst>
                          </p:cTn>
                        </p:par>
                        <p:par>
                          <p:cTn id="44" fill="hold">
                            <p:stCondLst>
                              <p:cond delay="2000"/>
                            </p:stCondLst>
                            <p:childTnLst>
                              <p:par>
                                <p:cTn id="45" presetID="10" presetClass="entr" presetSubtype="0" fill="hold" grpId="0" nodeType="afterEffect">
                                  <p:stCondLst>
                                    <p:cond delay="0"/>
                                  </p:stCondLst>
                                  <p:childTnLst>
                                    <p:set>
                                      <p:cBhvr>
                                        <p:cTn id="46" dur="1" fill="hold">
                                          <p:stCondLst>
                                            <p:cond delay="0"/>
                                          </p:stCondLst>
                                        </p:cTn>
                                        <p:tgtEl>
                                          <p:spTgt spid="41"/>
                                        </p:tgtEl>
                                        <p:attrNameLst>
                                          <p:attrName>style.visibility</p:attrName>
                                        </p:attrNameLst>
                                      </p:cBhvr>
                                      <p:to>
                                        <p:strVal val="visible"/>
                                      </p:to>
                                    </p:set>
                                    <p:animEffect transition="in" filter="fade">
                                      <p:cBhvr>
                                        <p:cTn id="47" dur="500"/>
                                        <p:tgtEl>
                                          <p:spTgt spid="41"/>
                                        </p:tgtEl>
                                      </p:cBhvr>
                                    </p:animEffect>
                                  </p:childTnLst>
                                </p:cTn>
                              </p:par>
                              <p:par>
                                <p:cTn id="48" presetID="10" presetClass="entr" presetSubtype="0" fill="hold" nodeType="withEffect">
                                  <p:stCondLst>
                                    <p:cond delay="0"/>
                                  </p:stCondLst>
                                  <p:childTnLst>
                                    <p:set>
                                      <p:cBhvr>
                                        <p:cTn id="49" dur="1" fill="hold">
                                          <p:stCondLst>
                                            <p:cond delay="0"/>
                                          </p:stCondLst>
                                        </p:cTn>
                                        <p:tgtEl>
                                          <p:spTgt spid="21"/>
                                        </p:tgtEl>
                                        <p:attrNameLst>
                                          <p:attrName>style.visibility</p:attrName>
                                        </p:attrNameLst>
                                      </p:cBhvr>
                                      <p:to>
                                        <p:strVal val="visible"/>
                                      </p:to>
                                    </p:set>
                                    <p:animEffect transition="in" filter="fade">
                                      <p:cBhvr>
                                        <p:cTn id="50" dur="500"/>
                                        <p:tgtEl>
                                          <p:spTgt spid="21"/>
                                        </p:tgtEl>
                                      </p:cBhvr>
                                    </p:animEffect>
                                  </p:childTnLst>
                                </p:cTn>
                              </p:par>
                              <p:par>
                                <p:cTn id="51" presetID="10" presetClass="entr" presetSubtype="0" fill="hold" nodeType="withEffect">
                                  <p:stCondLst>
                                    <p:cond delay="0"/>
                                  </p:stCondLst>
                                  <p:childTnLst>
                                    <p:set>
                                      <p:cBhvr>
                                        <p:cTn id="52" dur="1" fill="hold">
                                          <p:stCondLst>
                                            <p:cond delay="0"/>
                                          </p:stCondLst>
                                        </p:cTn>
                                        <p:tgtEl>
                                          <p:spTgt spid="6"/>
                                        </p:tgtEl>
                                        <p:attrNameLst>
                                          <p:attrName>style.visibility</p:attrName>
                                        </p:attrNameLst>
                                      </p:cBhvr>
                                      <p:to>
                                        <p:strVal val="visible"/>
                                      </p:to>
                                    </p:set>
                                    <p:animEffect transition="in" filter="fade">
                                      <p:cBhvr>
                                        <p:cTn id="53" dur="500"/>
                                        <p:tgtEl>
                                          <p:spTgt spid="6"/>
                                        </p:tgtEl>
                                      </p:cBhvr>
                                    </p:animEffect>
                                  </p:childTnLst>
                                </p:cTn>
                              </p:par>
                            </p:childTnLst>
                          </p:cTn>
                        </p:par>
                        <p:par>
                          <p:cTn id="54" fill="hold">
                            <p:stCondLst>
                              <p:cond delay="2500"/>
                            </p:stCondLst>
                            <p:childTnLst>
                              <p:par>
                                <p:cTn id="55" presetID="10" presetClass="entr" presetSubtype="0" fill="hold" grpId="0" nodeType="afterEffect">
                                  <p:stCondLst>
                                    <p:cond delay="0"/>
                                  </p:stCondLst>
                                  <p:childTnLst>
                                    <p:set>
                                      <p:cBhvr>
                                        <p:cTn id="56" dur="1" fill="hold">
                                          <p:stCondLst>
                                            <p:cond delay="0"/>
                                          </p:stCondLst>
                                        </p:cTn>
                                        <p:tgtEl>
                                          <p:spTgt spid="40"/>
                                        </p:tgtEl>
                                        <p:attrNameLst>
                                          <p:attrName>style.visibility</p:attrName>
                                        </p:attrNameLst>
                                      </p:cBhvr>
                                      <p:to>
                                        <p:strVal val="visible"/>
                                      </p:to>
                                    </p:set>
                                    <p:animEffect transition="in" filter="fade">
                                      <p:cBhvr>
                                        <p:cTn id="57" dur="500"/>
                                        <p:tgtEl>
                                          <p:spTgt spid="40"/>
                                        </p:tgtEl>
                                      </p:cBhvr>
                                    </p:animEffect>
                                  </p:childTnLst>
                                </p:cTn>
                              </p:par>
                              <p:par>
                                <p:cTn id="58" presetID="10" presetClass="entr" presetSubtype="0" fill="hold" nodeType="withEffect">
                                  <p:stCondLst>
                                    <p:cond delay="0"/>
                                  </p:stCondLst>
                                  <p:childTnLst>
                                    <p:set>
                                      <p:cBhvr>
                                        <p:cTn id="59" dur="1" fill="hold">
                                          <p:stCondLst>
                                            <p:cond delay="0"/>
                                          </p:stCondLst>
                                        </p:cTn>
                                        <p:tgtEl>
                                          <p:spTgt spid="43"/>
                                        </p:tgtEl>
                                        <p:attrNameLst>
                                          <p:attrName>style.visibility</p:attrName>
                                        </p:attrNameLst>
                                      </p:cBhvr>
                                      <p:to>
                                        <p:strVal val="visible"/>
                                      </p:to>
                                    </p:set>
                                    <p:animEffect transition="in" filter="fade">
                                      <p:cBhvr>
                                        <p:cTn id="60" dur="500"/>
                                        <p:tgtEl>
                                          <p:spTgt spid="43"/>
                                        </p:tgtEl>
                                      </p:cBhvr>
                                    </p:animEffect>
                                  </p:childTnLst>
                                </p:cTn>
                              </p:par>
                              <p:par>
                                <p:cTn id="61" presetID="10" presetClass="entr" presetSubtype="0" fill="hold" nodeType="withEffect">
                                  <p:stCondLst>
                                    <p:cond delay="0"/>
                                  </p:stCondLst>
                                  <p:childTnLst>
                                    <p:set>
                                      <p:cBhvr>
                                        <p:cTn id="62" dur="1" fill="hold">
                                          <p:stCondLst>
                                            <p:cond delay="0"/>
                                          </p:stCondLst>
                                        </p:cTn>
                                        <p:tgtEl>
                                          <p:spTgt spid="7"/>
                                        </p:tgtEl>
                                        <p:attrNameLst>
                                          <p:attrName>style.visibility</p:attrName>
                                        </p:attrNameLst>
                                      </p:cBhvr>
                                      <p:to>
                                        <p:strVal val="visible"/>
                                      </p:to>
                                    </p:set>
                                    <p:animEffect transition="in" filter="fade">
                                      <p:cBhvr>
                                        <p:cTn id="63" dur="500"/>
                                        <p:tgtEl>
                                          <p:spTgt spid="7"/>
                                        </p:tgtEl>
                                      </p:cBhvr>
                                    </p:animEffect>
                                  </p:childTnLst>
                                </p:cTn>
                              </p:par>
                            </p:childTnLst>
                          </p:cTn>
                        </p:par>
                        <p:par>
                          <p:cTn id="64" fill="hold">
                            <p:stCondLst>
                              <p:cond delay="3000"/>
                            </p:stCondLst>
                            <p:childTnLst>
                              <p:par>
                                <p:cTn id="65" presetID="10" presetClass="entr" presetSubtype="0" fill="hold" grpId="0" nodeType="afterEffect">
                                  <p:stCondLst>
                                    <p:cond delay="0"/>
                                  </p:stCondLst>
                                  <p:childTnLst>
                                    <p:set>
                                      <p:cBhvr>
                                        <p:cTn id="66" dur="1" fill="hold">
                                          <p:stCondLst>
                                            <p:cond delay="0"/>
                                          </p:stCondLst>
                                        </p:cTn>
                                        <p:tgtEl>
                                          <p:spTgt spid="26"/>
                                        </p:tgtEl>
                                        <p:attrNameLst>
                                          <p:attrName>style.visibility</p:attrName>
                                        </p:attrNameLst>
                                      </p:cBhvr>
                                      <p:to>
                                        <p:strVal val="visible"/>
                                      </p:to>
                                    </p:set>
                                    <p:animEffect transition="in" filter="fade">
                                      <p:cBhvr>
                                        <p:cTn id="67" dur="500"/>
                                        <p:tgtEl>
                                          <p:spTgt spid="26"/>
                                        </p:tgtEl>
                                      </p:cBhvr>
                                    </p:animEffect>
                                  </p:childTnLst>
                                </p:cTn>
                              </p:par>
                              <p:par>
                                <p:cTn id="68" presetID="10" presetClass="entr" presetSubtype="0" fill="hold" nodeType="withEffect">
                                  <p:stCondLst>
                                    <p:cond delay="0"/>
                                  </p:stCondLst>
                                  <p:childTnLst>
                                    <p:set>
                                      <p:cBhvr>
                                        <p:cTn id="69" dur="1" fill="hold">
                                          <p:stCondLst>
                                            <p:cond delay="0"/>
                                          </p:stCondLst>
                                        </p:cTn>
                                        <p:tgtEl>
                                          <p:spTgt spid="8"/>
                                        </p:tgtEl>
                                        <p:attrNameLst>
                                          <p:attrName>style.visibility</p:attrName>
                                        </p:attrNameLst>
                                      </p:cBhvr>
                                      <p:to>
                                        <p:strVal val="visible"/>
                                      </p:to>
                                    </p:set>
                                    <p:animEffect transition="in" filter="fade">
                                      <p:cBhvr>
                                        <p:cTn id="70" dur="500"/>
                                        <p:tgtEl>
                                          <p:spTgt spid="8"/>
                                        </p:tgtEl>
                                      </p:cBhvr>
                                    </p:animEffect>
                                  </p:childTnLst>
                                </p:cTn>
                              </p:par>
                              <p:par>
                                <p:cTn id="71" presetID="10" presetClass="entr" presetSubtype="0" fill="hold" nodeType="withEffect">
                                  <p:stCondLst>
                                    <p:cond delay="0"/>
                                  </p:stCondLst>
                                  <p:childTnLst>
                                    <p:set>
                                      <p:cBhvr>
                                        <p:cTn id="72" dur="1" fill="hold">
                                          <p:stCondLst>
                                            <p:cond delay="0"/>
                                          </p:stCondLst>
                                        </p:cTn>
                                        <p:tgtEl>
                                          <p:spTgt spid="9"/>
                                        </p:tgtEl>
                                        <p:attrNameLst>
                                          <p:attrName>style.visibility</p:attrName>
                                        </p:attrNameLst>
                                      </p:cBhvr>
                                      <p:to>
                                        <p:strVal val="visible"/>
                                      </p:to>
                                    </p:set>
                                    <p:animEffect transition="in" filter="fade">
                                      <p:cBhvr>
                                        <p:cTn id="73"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animBg="1"/>
      <p:bldP spid="34" grpId="0" animBg="1"/>
      <p:bldP spid="35" grpId="0" animBg="1"/>
      <p:bldP spid="37" grpId="0" animBg="1"/>
      <p:bldP spid="38" grpId="0" animBg="1"/>
      <p:bldP spid="40" grpId="0" animBg="1"/>
      <p:bldP spid="41" grpId="0" animBg="1"/>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TextBox 19"/>
          <p:cNvSpPr txBox="1"/>
          <p:nvPr/>
        </p:nvSpPr>
        <p:spPr>
          <a:xfrm>
            <a:off x="304794" y="1198201"/>
            <a:ext cx="10792877" cy="861774"/>
          </a:xfrm>
          <a:prstGeom prst="rect">
            <a:avLst/>
          </a:prstGeom>
          <a:noFill/>
        </p:spPr>
        <p:txBody>
          <a:bodyPr wrap="square" lIns="0" tIns="0" rIns="0" bIns="0" rtlCol="0">
            <a:spAutoFit/>
          </a:bodyPr>
          <a:lstStyle/>
          <a:p>
            <a:pPr lvl="1" algn="r" rtl="1"/>
            <a:r>
              <a:rPr lang="ar-JO" sz="2800" b="1" dirty="0">
                <a:solidFill>
                  <a:prstClr val="black"/>
                </a:solidFill>
                <a:cs typeface="Simplified Arabic" panose="02020603050405020304" pitchFamily="18" charset="-78"/>
              </a:rPr>
              <a:t>وبالرغم من أن مهارة التفكير تأتي في سلم أولويات المهارات التي يجب على المعلم امتلاكها، يمكن توضيحها في الآتي:</a:t>
            </a:r>
            <a:endParaRPr lang="en-US" sz="2800" b="1" dirty="0">
              <a:solidFill>
                <a:prstClr val="black"/>
              </a:solidFill>
              <a:cs typeface="Simplified Arabic" panose="02020603050405020304" pitchFamily="18" charset="-78"/>
            </a:endParaRPr>
          </a:p>
        </p:txBody>
      </p:sp>
      <p:sp>
        <p:nvSpPr>
          <p:cNvPr id="21" name="TextBox 20"/>
          <p:cNvSpPr txBox="1"/>
          <p:nvPr/>
        </p:nvSpPr>
        <p:spPr>
          <a:xfrm>
            <a:off x="408957" y="3246888"/>
            <a:ext cx="8441273" cy="553998"/>
          </a:xfrm>
          <a:prstGeom prst="rect">
            <a:avLst/>
          </a:prstGeom>
          <a:noFill/>
        </p:spPr>
        <p:txBody>
          <a:bodyPr wrap="square" lIns="0" tIns="0" rIns="0" bIns="0" rtlCol="0">
            <a:spAutoFit/>
          </a:bodyPr>
          <a:lstStyle/>
          <a:p>
            <a:pPr algn="r" rtl="1" fontAlgn="auto">
              <a:spcBef>
                <a:spcPts val="0"/>
              </a:spcBef>
              <a:spcAft>
                <a:spcPts val="0"/>
              </a:spcAft>
            </a:pPr>
            <a:r>
              <a:rPr lang="ar-JO" sz="3600" b="1" u="sng" dirty="0" smtClean="0">
                <a:solidFill>
                  <a:srgbClr val="F0992F"/>
                </a:solidFill>
                <a:cs typeface="Simplified Arabic" panose="02020603050405020304" pitchFamily="18" charset="-78"/>
              </a:rPr>
              <a:t>التوجه </a:t>
            </a:r>
            <a:r>
              <a:rPr lang="ar-JO" sz="3600" b="1" u="sng" dirty="0">
                <a:solidFill>
                  <a:srgbClr val="F0992F"/>
                </a:solidFill>
                <a:cs typeface="Simplified Arabic" panose="02020603050405020304" pitchFamily="18" charset="-78"/>
              </a:rPr>
              <a:t>الأول: الاستقلال </a:t>
            </a:r>
            <a:r>
              <a:rPr lang="en-US" sz="3600" b="1" u="sng" dirty="0" smtClean="0">
                <a:solidFill>
                  <a:srgbClr val="F0992F"/>
                </a:solidFill>
                <a:cs typeface="Simplified Arabic" panose="02020603050405020304" pitchFamily="18" charset="-78"/>
              </a:rPr>
              <a:t>(Independent)</a:t>
            </a:r>
            <a:endParaRPr lang="en-AU" sz="3600" b="1" u="sng" dirty="0">
              <a:solidFill>
                <a:srgbClr val="F0992F"/>
              </a:solidFill>
              <a:latin typeface="Roboto Lt"/>
              <a:cs typeface="Simplified Arabic" panose="02020603050405020304" pitchFamily="18" charset="-78"/>
            </a:endParaRPr>
          </a:p>
        </p:txBody>
      </p:sp>
      <p:sp>
        <p:nvSpPr>
          <p:cNvPr id="23" name="TextBox 22"/>
          <p:cNvSpPr txBox="1"/>
          <p:nvPr/>
        </p:nvSpPr>
        <p:spPr>
          <a:xfrm>
            <a:off x="1348347" y="4301130"/>
            <a:ext cx="9072003" cy="861774"/>
          </a:xfrm>
          <a:prstGeom prst="rect">
            <a:avLst/>
          </a:prstGeom>
          <a:noFill/>
        </p:spPr>
        <p:txBody>
          <a:bodyPr wrap="square" lIns="0" tIns="0" rIns="0" bIns="0" rtlCol="0">
            <a:spAutoFit/>
          </a:bodyPr>
          <a:lstStyle/>
          <a:p>
            <a:pPr algn="just" rtl="1" fontAlgn="auto">
              <a:spcBef>
                <a:spcPts val="0"/>
              </a:spcBef>
              <a:spcAft>
                <a:spcPts val="0"/>
              </a:spcAft>
            </a:pPr>
            <a:r>
              <a:rPr lang="ar-JO" sz="2800" b="1" dirty="0">
                <a:solidFill>
                  <a:prstClr val="black"/>
                </a:solidFill>
                <a:cs typeface="Simplified Arabic" panose="02020603050405020304" pitchFamily="18" charset="-78"/>
              </a:rPr>
              <a:t>تنمية المهارات العليا للتفكير من خلال دروس وبرامج خاصة ومحددة، مثل: (برنامج القبعات الست، وأدوات تريز، وغيرها)</a:t>
            </a:r>
            <a:endParaRPr lang="en-AU" sz="2800" b="1" dirty="0">
              <a:solidFill>
                <a:prstClr val="black">
                  <a:lumMod val="50000"/>
                  <a:lumOff val="50000"/>
                </a:prstClr>
              </a:solidFill>
              <a:latin typeface="Roboto Lt"/>
              <a:cs typeface="Simplified Arabic" panose="02020603050405020304" pitchFamily="18" charset="-78"/>
            </a:endParaRPr>
          </a:p>
        </p:txBody>
      </p:sp>
      <p:grpSp>
        <p:nvGrpSpPr>
          <p:cNvPr id="10" name="Group 9"/>
          <p:cNvGrpSpPr/>
          <p:nvPr/>
        </p:nvGrpSpPr>
        <p:grpSpPr>
          <a:xfrm>
            <a:off x="9341289" y="3169194"/>
            <a:ext cx="2189480" cy="878857"/>
            <a:chOff x="4327110" y="3038468"/>
            <a:chExt cx="2189480" cy="878857"/>
          </a:xfrm>
        </p:grpSpPr>
        <p:grpSp>
          <p:nvGrpSpPr>
            <p:cNvPr id="8" name="Group 7"/>
            <p:cNvGrpSpPr/>
            <p:nvPr/>
          </p:nvGrpSpPr>
          <p:grpSpPr>
            <a:xfrm>
              <a:off x="4327110" y="3038468"/>
              <a:ext cx="2189480" cy="878857"/>
              <a:chOff x="8794640" y="1918167"/>
              <a:chExt cx="2756416" cy="1106425"/>
            </a:xfrm>
          </p:grpSpPr>
          <p:sp>
            <p:nvSpPr>
              <p:cNvPr id="9" name="Freeform 8"/>
              <p:cNvSpPr/>
              <p:nvPr/>
            </p:nvSpPr>
            <p:spPr>
              <a:xfrm flipH="1">
                <a:off x="8794640" y="1918167"/>
                <a:ext cx="2756416" cy="1106425"/>
              </a:xfrm>
              <a:custGeom>
                <a:avLst/>
                <a:gdLst>
                  <a:gd name="connsiteX0" fmla="*/ 669387 w 3335264"/>
                  <a:gd name="connsiteY0" fmla="*/ 0 h 1338774"/>
                  <a:gd name="connsiteX1" fmla="*/ 1224453 w 3335264"/>
                  <a:gd name="connsiteY1" fmla="*/ 295127 h 1338774"/>
                  <a:gd name="connsiteX2" fmla="*/ 1278656 w 3335264"/>
                  <a:gd name="connsiteY2" fmla="*/ 394987 h 1338774"/>
                  <a:gd name="connsiteX3" fmla="*/ 2786468 w 3335264"/>
                  <a:gd name="connsiteY3" fmla="*/ 394987 h 1338774"/>
                  <a:gd name="connsiteX4" fmla="*/ 2786468 w 3335264"/>
                  <a:gd name="connsiteY4" fmla="*/ 120589 h 1338774"/>
                  <a:gd name="connsiteX5" fmla="*/ 3335264 w 3335264"/>
                  <a:gd name="connsiteY5" fmla="*/ 669386 h 1338774"/>
                  <a:gd name="connsiteX6" fmla="*/ 2786468 w 3335264"/>
                  <a:gd name="connsiteY6" fmla="*/ 1218182 h 1338774"/>
                  <a:gd name="connsiteX7" fmla="*/ 2786468 w 3335264"/>
                  <a:gd name="connsiteY7" fmla="*/ 943784 h 1338774"/>
                  <a:gd name="connsiteX8" fmla="*/ 1278658 w 3335264"/>
                  <a:gd name="connsiteY8" fmla="*/ 943784 h 1338774"/>
                  <a:gd name="connsiteX9" fmla="*/ 1224453 w 3335264"/>
                  <a:gd name="connsiteY9" fmla="*/ 1043648 h 1338774"/>
                  <a:gd name="connsiteX10" fmla="*/ 669387 w 3335264"/>
                  <a:gd name="connsiteY10" fmla="*/ 1338774 h 1338774"/>
                  <a:gd name="connsiteX11" fmla="*/ 0 w 3335264"/>
                  <a:gd name="connsiteY11" fmla="*/ 669387 h 1338774"/>
                  <a:gd name="connsiteX12" fmla="*/ 669387 w 3335264"/>
                  <a:gd name="connsiteY12" fmla="*/ 0 h 1338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35264" h="1338774">
                    <a:moveTo>
                      <a:pt x="669387" y="0"/>
                    </a:moveTo>
                    <a:cubicBezTo>
                      <a:pt x="900445" y="0"/>
                      <a:pt x="1104160" y="117069"/>
                      <a:pt x="1224453" y="295127"/>
                    </a:cubicBezTo>
                    <a:lnTo>
                      <a:pt x="1278656" y="394987"/>
                    </a:lnTo>
                    <a:lnTo>
                      <a:pt x="2786468" y="394987"/>
                    </a:lnTo>
                    <a:lnTo>
                      <a:pt x="2786468" y="120589"/>
                    </a:lnTo>
                    <a:lnTo>
                      <a:pt x="3335264" y="669386"/>
                    </a:lnTo>
                    <a:lnTo>
                      <a:pt x="2786468" y="1218182"/>
                    </a:lnTo>
                    <a:lnTo>
                      <a:pt x="2786468" y="943784"/>
                    </a:lnTo>
                    <a:lnTo>
                      <a:pt x="1278658" y="943784"/>
                    </a:lnTo>
                    <a:lnTo>
                      <a:pt x="1224453" y="1043648"/>
                    </a:lnTo>
                    <a:cubicBezTo>
                      <a:pt x="1104160" y="1221706"/>
                      <a:pt x="900445" y="1338774"/>
                      <a:pt x="669387" y="1338774"/>
                    </a:cubicBezTo>
                    <a:cubicBezTo>
                      <a:pt x="299695" y="1338774"/>
                      <a:pt x="0" y="1039079"/>
                      <a:pt x="0" y="669387"/>
                    </a:cubicBezTo>
                    <a:cubicBezTo>
                      <a:pt x="0" y="299695"/>
                      <a:pt x="299695" y="0"/>
                      <a:pt x="669387"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GB">
                  <a:solidFill>
                    <a:prstClr val="white"/>
                  </a:solidFill>
                </a:endParaRPr>
              </a:p>
            </p:txBody>
          </p:sp>
          <p:sp>
            <p:nvSpPr>
              <p:cNvPr id="11" name="TextBox 10"/>
              <p:cNvSpPr txBox="1"/>
              <p:nvPr/>
            </p:nvSpPr>
            <p:spPr>
              <a:xfrm>
                <a:off x="8880798" y="2236777"/>
                <a:ext cx="412093" cy="503713"/>
              </a:xfrm>
              <a:prstGeom prst="rect">
                <a:avLst/>
              </a:prstGeom>
              <a:noFill/>
            </p:spPr>
            <p:txBody>
              <a:bodyPr wrap="none" rtlCol="0">
                <a:spAutoFit/>
              </a:bodyPr>
              <a:lstStyle/>
              <a:p>
                <a:pPr algn="ctr" fontAlgn="auto">
                  <a:spcBef>
                    <a:spcPts val="0"/>
                  </a:spcBef>
                  <a:spcAft>
                    <a:spcPts val="0"/>
                  </a:spcAft>
                </a:pPr>
                <a:r>
                  <a:rPr lang="en-US" sz="2000" b="1" dirty="0" smtClean="0">
                    <a:solidFill>
                      <a:prstClr val="white"/>
                    </a:solidFill>
                    <a:latin typeface="Roboto"/>
                    <a:cs typeface="Simplified Arabic" panose="02020603050405020304" pitchFamily="18" charset="-78"/>
                  </a:rPr>
                  <a:t>1</a:t>
                </a:r>
                <a:endParaRPr lang="en-US" sz="1400" b="1" dirty="0" smtClean="0">
                  <a:solidFill>
                    <a:prstClr val="white"/>
                  </a:solidFill>
                  <a:latin typeface="Roboto"/>
                  <a:cs typeface="Simplified Arabic" panose="02020603050405020304" pitchFamily="18" charset="-78"/>
                </a:endParaRPr>
              </a:p>
            </p:txBody>
          </p:sp>
        </p:grpSp>
        <p:grpSp>
          <p:nvGrpSpPr>
            <p:cNvPr id="27" name="Group 26"/>
            <p:cNvGrpSpPr/>
            <p:nvPr/>
          </p:nvGrpSpPr>
          <p:grpSpPr>
            <a:xfrm>
              <a:off x="5841873" y="3271220"/>
              <a:ext cx="468814" cy="469615"/>
              <a:chOff x="7275629" y="3973834"/>
              <a:chExt cx="464344" cy="465138"/>
            </a:xfrm>
            <a:solidFill>
              <a:schemeClr val="bg1"/>
            </a:solidFill>
          </p:grpSpPr>
          <p:sp>
            <p:nvSpPr>
              <p:cNvPr id="28" name="AutoShape 37"/>
              <p:cNvSpPr>
                <a:spLocks/>
              </p:cNvSpPr>
              <p:nvPr/>
            </p:nvSpPr>
            <p:spPr bwMode="auto">
              <a:xfrm>
                <a:off x="7275629" y="4017490"/>
                <a:ext cx="423069" cy="421482"/>
              </a:xfrm>
              <a:custGeom>
                <a:avLst/>
                <a:gdLst>
                  <a:gd name="T0" fmla="+- 0 10849 98"/>
                  <a:gd name="T1" fmla="*/ T0 w 21502"/>
                  <a:gd name="T2" fmla="*/ 10800 h 21600"/>
                  <a:gd name="T3" fmla="+- 0 10849 98"/>
                  <a:gd name="T4" fmla="*/ T3 w 21502"/>
                  <a:gd name="T5" fmla="*/ 10800 h 21600"/>
                  <a:gd name="T6" fmla="+- 0 10849 98"/>
                  <a:gd name="T7" fmla="*/ T6 w 21502"/>
                  <a:gd name="T8" fmla="*/ 10800 h 21600"/>
                  <a:gd name="T9" fmla="+- 0 10849 98"/>
                  <a:gd name="T10" fmla="*/ T9 w 21502"/>
                  <a:gd name="T11" fmla="*/ 10800 h 21600"/>
                </a:gdLst>
                <a:ahLst/>
                <a:cxnLst>
                  <a:cxn ang="0">
                    <a:pos x="T1" y="T2"/>
                  </a:cxn>
                  <a:cxn ang="0">
                    <a:pos x="T4" y="T5"/>
                  </a:cxn>
                  <a:cxn ang="0">
                    <a:pos x="T7" y="T8"/>
                  </a:cxn>
                  <a:cxn ang="0">
                    <a:pos x="T10" y="T11"/>
                  </a:cxn>
                </a:cxnLst>
                <a:rect l="0" t="0" r="r" b="b"/>
                <a:pathLst>
                  <a:path w="21502" h="21600">
                    <a:moveTo>
                      <a:pt x="19917" y="7880"/>
                    </a:moveTo>
                    <a:lnTo>
                      <a:pt x="18875" y="8932"/>
                    </a:lnTo>
                    <a:cubicBezTo>
                      <a:pt x="18730" y="9079"/>
                      <a:pt x="18497" y="9079"/>
                      <a:pt x="18353" y="8932"/>
                    </a:cubicBezTo>
                    <a:lnTo>
                      <a:pt x="17048" y="7617"/>
                    </a:lnTo>
                    <a:lnTo>
                      <a:pt x="15991" y="10290"/>
                    </a:lnTo>
                    <a:lnTo>
                      <a:pt x="16080" y="10064"/>
                    </a:lnTo>
                    <a:cubicBezTo>
                      <a:pt x="13859" y="7826"/>
                      <a:pt x="11601" y="7544"/>
                      <a:pt x="9565" y="7291"/>
                    </a:cubicBezTo>
                    <a:cubicBezTo>
                      <a:pt x="8910" y="7210"/>
                      <a:pt x="8276" y="7126"/>
                      <a:pt x="7652" y="6990"/>
                    </a:cubicBezTo>
                    <a:lnTo>
                      <a:pt x="13918" y="4456"/>
                    </a:lnTo>
                    <a:lnTo>
                      <a:pt x="12652" y="3179"/>
                    </a:lnTo>
                    <a:cubicBezTo>
                      <a:pt x="12508" y="3033"/>
                      <a:pt x="12508" y="2798"/>
                      <a:pt x="12652" y="2652"/>
                    </a:cubicBezTo>
                    <a:lnTo>
                      <a:pt x="13695" y="1598"/>
                    </a:lnTo>
                    <a:cubicBezTo>
                      <a:pt x="13840" y="1453"/>
                      <a:pt x="14073" y="1453"/>
                      <a:pt x="14217" y="1598"/>
                    </a:cubicBezTo>
                    <a:lnTo>
                      <a:pt x="19917" y="7353"/>
                    </a:lnTo>
                    <a:cubicBezTo>
                      <a:pt x="20062" y="7499"/>
                      <a:pt x="20062" y="7734"/>
                      <a:pt x="19917" y="7880"/>
                    </a:cubicBezTo>
                    <a:moveTo>
                      <a:pt x="12292" y="19639"/>
                    </a:moveTo>
                    <a:cubicBezTo>
                      <a:pt x="12200" y="19872"/>
                      <a:pt x="11999" y="20044"/>
                      <a:pt x="11756" y="20095"/>
                    </a:cubicBezTo>
                    <a:cubicBezTo>
                      <a:pt x="11700" y="20106"/>
                      <a:pt x="11643" y="20111"/>
                      <a:pt x="11587" y="20110"/>
                    </a:cubicBezTo>
                    <a:cubicBezTo>
                      <a:pt x="11400" y="20105"/>
                      <a:pt x="11219" y="20030"/>
                      <a:pt x="11084" y="19892"/>
                    </a:cubicBezTo>
                    <a:lnTo>
                      <a:pt x="1692" y="10517"/>
                    </a:lnTo>
                    <a:cubicBezTo>
                      <a:pt x="1519" y="10343"/>
                      <a:pt x="1443" y="10094"/>
                      <a:pt x="1488" y="9852"/>
                    </a:cubicBezTo>
                    <a:cubicBezTo>
                      <a:pt x="1533" y="9610"/>
                      <a:pt x="1695" y="9407"/>
                      <a:pt x="1917" y="9308"/>
                    </a:cubicBezTo>
                    <a:lnTo>
                      <a:pt x="6505" y="7453"/>
                    </a:lnTo>
                    <a:cubicBezTo>
                      <a:pt x="9597" y="8490"/>
                      <a:pt x="12689" y="7491"/>
                      <a:pt x="15781" y="10821"/>
                    </a:cubicBezTo>
                    <a:cubicBezTo>
                      <a:pt x="15781" y="10821"/>
                      <a:pt x="12292" y="19639"/>
                      <a:pt x="12292" y="19639"/>
                    </a:cubicBezTo>
                    <a:close/>
                    <a:moveTo>
                      <a:pt x="15260" y="545"/>
                    </a:moveTo>
                    <a:cubicBezTo>
                      <a:pt x="14912" y="193"/>
                      <a:pt x="14449" y="0"/>
                      <a:pt x="13956" y="0"/>
                    </a:cubicBezTo>
                    <a:cubicBezTo>
                      <a:pt x="13463" y="0"/>
                      <a:pt x="13000" y="193"/>
                      <a:pt x="12651" y="546"/>
                    </a:cubicBezTo>
                    <a:lnTo>
                      <a:pt x="11610" y="1598"/>
                    </a:lnTo>
                    <a:cubicBezTo>
                      <a:pt x="11261" y="1949"/>
                      <a:pt x="11068" y="2417"/>
                      <a:pt x="11068" y="2915"/>
                    </a:cubicBezTo>
                    <a:cubicBezTo>
                      <a:pt x="11068" y="3265"/>
                      <a:pt x="11164" y="3601"/>
                      <a:pt x="11342" y="3893"/>
                    </a:cubicBezTo>
                    <a:lnTo>
                      <a:pt x="1324" y="7944"/>
                    </a:lnTo>
                    <a:cubicBezTo>
                      <a:pt x="654" y="8241"/>
                      <a:pt x="173" y="8851"/>
                      <a:pt x="38" y="9575"/>
                    </a:cubicBezTo>
                    <a:cubicBezTo>
                      <a:pt x="-98" y="10302"/>
                      <a:pt x="130" y="11048"/>
                      <a:pt x="654" y="11576"/>
                    </a:cubicBezTo>
                    <a:lnTo>
                      <a:pt x="10041" y="20946"/>
                    </a:lnTo>
                    <a:cubicBezTo>
                      <a:pt x="10445" y="21354"/>
                      <a:pt x="10982" y="21586"/>
                      <a:pt x="11549" y="21599"/>
                    </a:cubicBezTo>
                    <a:cubicBezTo>
                      <a:pt x="11562" y="21599"/>
                      <a:pt x="11593" y="21599"/>
                      <a:pt x="11605" y="21599"/>
                    </a:cubicBezTo>
                    <a:cubicBezTo>
                      <a:pt x="11754" y="21599"/>
                      <a:pt x="11906" y="21584"/>
                      <a:pt x="12056" y="21553"/>
                    </a:cubicBezTo>
                    <a:cubicBezTo>
                      <a:pt x="12789" y="21399"/>
                      <a:pt x="13390" y="20888"/>
                      <a:pt x="13662" y="20191"/>
                    </a:cubicBezTo>
                    <a:lnTo>
                      <a:pt x="17604" y="10229"/>
                    </a:lnTo>
                    <a:cubicBezTo>
                      <a:pt x="17902" y="10426"/>
                      <a:pt x="18250" y="10532"/>
                      <a:pt x="18613" y="10532"/>
                    </a:cubicBezTo>
                    <a:cubicBezTo>
                      <a:pt x="19107" y="10532"/>
                      <a:pt x="19570" y="10338"/>
                      <a:pt x="19918" y="9986"/>
                    </a:cubicBezTo>
                    <a:lnTo>
                      <a:pt x="20957" y="8937"/>
                    </a:lnTo>
                    <a:cubicBezTo>
                      <a:pt x="21308" y="8585"/>
                      <a:pt x="21502" y="8116"/>
                      <a:pt x="21502" y="7617"/>
                    </a:cubicBezTo>
                    <a:cubicBezTo>
                      <a:pt x="21502" y="7117"/>
                      <a:pt x="21308" y="6648"/>
                      <a:pt x="20961" y="6300"/>
                    </a:cubicBezTo>
                    <a:cubicBezTo>
                      <a:pt x="20961" y="6300"/>
                      <a:pt x="15260" y="545"/>
                      <a:pt x="15260" y="545"/>
                    </a:cubicBezTo>
                    <a:close/>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dirty="0">
                  <a:solidFill>
                    <a:srgbClr val="44546A">
                      <a:lumMod val="60000"/>
                      <a:lumOff val="40000"/>
                    </a:srgbClr>
                  </a:solidFill>
                  <a:effectLst>
                    <a:outerShdw blurRad="38100" dist="38100" dir="2700000" algn="tl">
                      <a:srgbClr val="000000"/>
                    </a:outerShdw>
                  </a:effectLst>
                  <a:latin typeface="Gill Sans" charset="0"/>
                  <a:cs typeface="Simplified Arabic" panose="02020603050405020304" pitchFamily="18" charset="-78"/>
                  <a:sym typeface="Gill Sans" charset="0"/>
                </a:endParaRPr>
              </a:p>
            </p:txBody>
          </p:sp>
          <p:sp>
            <p:nvSpPr>
              <p:cNvPr id="29" name="AutoShape 38"/>
              <p:cNvSpPr>
                <a:spLocks/>
              </p:cNvSpPr>
              <p:nvPr/>
            </p:nvSpPr>
            <p:spPr bwMode="auto">
              <a:xfrm>
                <a:off x="7478829" y="4206403"/>
                <a:ext cx="72231" cy="730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4320"/>
                    </a:moveTo>
                    <a:cubicBezTo>
                      <a:pt x="14381" y="4320"/>
                      <a:pt x="17279" y="7222"/>
                      <a:pt x="17279" y="10800"/>
                    </a:cubicBezTo>
                    <a:cubicBezTo>
                      <a:pt x="17279" y="14377"/>
                      <a:pt x="14381" y="17279"/>
                      <a:pt x="10800" y="17279"/>
                    </a:cubicBezTo>
                    <a:cubicBezTo>
                      <a:pt x="7218" y="17279"/>
                      <a:pt x="4319" y="14377"/>
                      <a:pt x="4319" y="10800"/>
                    </a:cubicBezTo>
                    <a:cubicBezTo>
                      <a:pt x="4319" y="7222"/>
                      <a:pt x="7218" y="4320"/>
                      <a:pt x="10800" y="4320"/>
                    </a:cubicBezTo>
                    <a:moveTo>
                      <a:pt x="10800" y="21599"/>
                    </a:moveTo>
                    <a:cubicBezTo>
                      <a:pt x="16752" y="21599"/>
                      <a:pt x="21600" y="16756"/>
                      <a:pt x="21600" y="10800"/>
                    </a:cubicBezTo>
                    <a:cubicBezTo>
                      <a:pt x="21600" y="4843"/>
                      <a:pt x="16752" y="0"/>
                      <a:pt x="10800" y="0"/>
                    </a:cubicBezTo>
                    <a:cubicBezTo>
                      <a:pt x="4847" y="0"/>
                      <a:pt x="0" y="4843"/>
                      <a:pt x="0" y="10800"/>
                    </a:cubicBezTo>
                    <a:cubicBezTo>
                      <a:pt x="0" y="16756"/>
                      <a:pt x="4847" y="21599"/>
                      <a:pt x="10800" y="21599"/>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dirty="0">
                  <a:solidFill>
                    <a:srgbClr val="44546A">
                      <a:lumMod val="60000"/>
                      <a:lumOff val="40000"/>
                    </a:srgbClr>
                  </a:solidFill>
                  <a:effectLst>
                    <a:outerShdw blurRad="38100" dist="38100" dir="2700000" algn="tl">
                      <a:srgbClr val="000000"/>
                    </a:outerShdw>
                  </a:effectLst>
                  <a:latin typeface="Gill Sans" charset="0"/>
                  <a:cs typeface="Simplified Arabic" panose="02020603050405020304" pitchFamily="18" charset="-78"/>
                  <a:sym typeface="Gill Sans" charset="0"/>
                </a:endParaRPr>
              </a:p>
            </p:txBody>
          </p:sp>
          <p:sp>
            <p:nvSpPr>
              <p:cNvPr id="30" name="AutoShape 39"/>
              <p:cNvSpPr>
                <a:spLocks/>
              </p:cNvSpPr>
              <p:nvPr/>
            </p:nvSpPr>
            <p:spPr bwMode="auto">
              <a:xfrm>
                <a:off x="7667742" y="3973834"/>
                <a:ext cx="72231" cy="730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17279"/>
                    </a:moveTo>
                    <a:cubicBezTo>
                      <a:pt x="7218" y="17279"/>
                      <a:pt x="4320" y="14377"/>
                      <a:pt x="4320" y="10800"/>
                    </a:cubicBezTo>
                    <a:cubicBezTo>
                      <a:pt x="4320" y="7222"/>
                      <a:pt x="7218" y="4320"/>
                      <a:pt x="10800" y="4320"/>
                    </a:cubicBezTo>
                    <a:cubicBezTo>
                      <a:pt x="14381" y="4320"/>
                      <a:pt x="17280" y="7222"/>
                      <a:pt x="17280" y="10800"/>
                    </a:cubicBezTo>
                    <a:cubicBezTo>
                      <a:pt x="17280" y="14377"/>
                      <a:pt x="14381" y="17279"/>
                      <a:pt x="10800" y="17279"/>
                    </a:cubicBezTo>
                    <a:moveTo>
                      <a:pt x="10800" y="0"/>
                    </a:moveTo>
                    <a:cubicBezTo>
                      <a:pt x="4847" y="0"/>
                      <a:pt x="0" y="4843"/>
                      <a:pt x="0" y="10800"/>
                    </a:cubicBezTo>
                    <a:cubicBezTo>
                      <a:pt x="0" y="16756"/>
                      <a:pt x="4847" y="21599"/>
                      <a:pt x="10800" y="21599"/>
                    </a:cubicBezTo>
                    <a:cubicBezTo>
                      <a:pt x="16752" y="21599"/>
                      <a:pt x="21600" y="16756"/>
                      <a:pt x="21600" y="10800"/>
                    </a:cubicBezTo>
                    <a:cubicBezTo>
                      <a:pt x="21600" y="4843"/>
                      <a:pt x="16752"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dirty="0">
                  <a:solidFill>
                    <a:srgbClr val="44546A">
                      <a:lumMod val="60000"/>
                      <a:lumOff val="40000"/>
                    </a:srgbClr>
                  </a:solidFill>
                  <a:effectLst>
                    <a:outerShdw blurRad="38100" dist="38100" dir="2700000" algn="tl">
                      <a:srgbClr val="000000"/>
                    </a:outerShdw>
                  </a:effectLst>
                  <a:latin typeface="Gill Sans" charset="0"/>
                  <a:cs typeface="Simplified Arabic" panose="02020603050405020304" pitchFamily="18" charset="-78"/>
                  <a:sym typeface="Gill Sans" charset="0"/>
                </a:endParaRPr>
              </a:p>
            </p:txBody>
          </p:sp>
          <p:sp>
            <p:nvSpPr>
              <p:cNvPr id="31" name="AutoShape 40"/>
              <p:cNvSpPr>
                <a:spLocks/>
              </p:cNvSpPr>
              <p:nvPr/>
            </p:nvSpPr>
            <p:spPr bwMode="auto">
              <a:xfrm>
                <a:off x="7391517" y="4192115"/>
                <a:ext cx="57944" cy="579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5400"/>
                    </a:moveTo>
                    <a:cubicBezTo>
                      <a:pt x="13779" y="5400"/>
                      <a:pt x="16199" y="7815"/>
                      <a:pt x="16199" y="10800"/>
                    </a:cubicBezTo>
                    <a:cubicBezTo>
                      <a:pt x="16199" y="13784"/>
                      <a:pt x="13779" y="16200"/>
                      <a:pt x="10800" y="16200"/>
                    </a:cubicBezTo>
                    <a:cubicBezTo>
                      <a:pt x="7820" y="16200"/>
                      <a:pt x="5399" y="13784"/>
                      <a:pt x="5399" y="10800"/>
                    </a:cubicBezTo>
                    <a:cubicBezTo>
                      <a:pt x="5399" y="7815"/>
                      <a:pt x="7820" y="5400"/>
                      <a:pt x="10800" y="5400"/>
                    </a:cubicBezTo>
                    <a:moveTo>
                      <a:pt x="0" y="10800"/>
                    </a:moveTo>
                    <a:cubicBezTo>
                      <a:pt x="0" y="16753"/>
                      <a:pt x="4843" y="21599"/>
                      <a:pt x="10800" y="21599"/>
                    </a:cubicBezTo>
                    <a:cubicBezTo>
                      <a:pt x="16756" y="21599"/>
                      <a:pt x="21600" y="16753"/>
                      <a:pt x="21600" y="10800"/>
                    </a:cubicBezTo>
                    <a:cubicBezTo>
                      <a:pt x="21600" y="4846"/>
                      <a:pt x="16756" y="0"/>
                      <a:pt x="10800" y="0"/>
                    </a:cubicBezTo>
                    <a:cubicBezTo>
                      <a:pt x="4843" y="0"/>
                      <a:pt x="0" y="4846"/>
                      <a:pt x="0" y="1080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dirty="0">
                  <a:solidFill>
                    <a:srgbClr val="44546A">
                      <a:lumMod val="60000"/>
                      <a:lumOff val="40000"/>
                    </a:srgbClr>
                  </a:solidFill>
                  <a:effectLst>
                    <a:outerShdw blurRad="38100" dist="38100" dir="2700000" algn="tl">
                      <a:srgbClr val="000000"/>
                    </a:outerShdw>
                  </a:effectLst>
                  <a:latin typeface="Gill Sans" charset="0"/>
                  <a:cs typeface="Simplified Arabic" panose="02020603050405020304" pitchFamily="18" charset="-78"/>
                  <a:sym typeface="Gill Sans" charset="0"/>
                </a:endParaRPr>
              </a:p>
            </p:txBody>
          </p:sp>
          <p:sp>
            <p:nvSpPr>
              <p:cNvPr id="32" name="AutoShape 41"/>
              <p:cNvSpPr>
                <a:spLocks/>
              </p:cNvSpPr>
              <p:nvPr/>
            </p:nvSpPr>
            <p:spPr bwMode="auto">
              <a:xfrm>
                <a:off x="7449460" y="4293715"/>
                <a:ext cx="29369" cy="2857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21599"/>
                    </a:moveTo>
                    <a:cubicBezTo>
                      <a:pt x="16758" y="21599"/>
                      <a:pt x="21600" y="16769"/>
                      <a:pt x="21600" y="10800"/>
                    </a:cubicBezTo>
                    <a:cubicBezTo>
                      <a:pt x="21600" y="4830"/>
                      <a:pt x="16758" y="0"/>
                      <a:pt x="10800" y="0"/>
                    </a:cubicBezTo>
                    <a:cubicBezTo>
                      <a:pt x="4841" y="0"/>
                      <a:pt x="0" y="4830"/>
                      <a:pt x="0" y="10800"/>
                    </a:cubicBezTo>
                    <a:cubicBezTo>
                      <a:pt x="0" y="16769"/>
                      <a:pt x="4841" y="21599"/>
                      <a:pt x="10800" y="21599"/>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dirty="0">
                  <a:solidFill>
                    <a:srgbClr val="44546A">
                      <a:lumMod val="60000"/>
                      <a:lumOff val="40000"/>
                    </a:srgbClr>
                  </a:solidFill>
                  <a:effectLst>
                    <a:outerShdw blurRad="38100" dist="38100" dir="2700000" algn="tl">
                      <a:srgbClr val="000000"/>
                    </a:outerShdw>
                  </a:effectLst>
                  <a:latin typeface="Gill Sans" charset="0"/>
                  <a:cs typeface="Simplified Arabic" panose="02020603050405020304" pitchFamily="18" charset="-78"/>
                  <a:sym typeface="Gill Sans" charset="0"/>
                </a:endParaRPr>
              </a:p>
            </p:txBody>
          </p:sp>
          <p:sp>
            <p:nvSpPr>
              <p:cNvPr id="33" name="AutoShape 42"/>
              <p:cNvSpPr>
                <a:spLocks/>
              </p:cNvSpPr>
              <p:nvPr/>
            </p:nvSpPr>
            <p:spPr bwMode="auto">
              <a:xfrm>
                <a:off x="7682029" y="4075434"/>
                <a:ext cx="28575" cy="293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41" y="0"/>
                      <a:pt x="0" y="4830"/>
                      <a:pt x="0" y="10800"/>
                    </a:cubicBezTo>
                    <a:cubicBezTo>
                      <a:pt x="0" y="16769"/>
                      <a:pt x="4841" y="21599"/>
                      <a:pt x="10800" y="21599"/>
                    </a:cubicBezTo>
                    <a:cubicBezTo>
                      <a:pt x="16758" y="21599"/>
                      <a:pt x="21600" y="16769"/>
                      <a:pt x="21600" y="10800"/>
                    </a:cubicBezTo>
                    <a:cubicBezTo>
                      <a:pt x="21600" y="4830"/>
                      <a:pt x="16758"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dirty="0">
                  <a:solidFill>
                    <a:srgbClr val="44546A">
                      <a:lumMod val="60000"/>
                      <a:lumOff val="40000"/>
                    </a:srgbClr>
                  </a:solidFill>
                  <a:effectLst>
                    <a:outerShdw blurRad="38100" dist="38100" dir="2700000" algn="tl">
                      <a:srgbClr val="000000"/>
                    </a:outerShdw>
                  </a:effectLst>
                  <a:latin typeface="Gill Sans" charset="0"/>
                  <a:cs typeface="Simplified Arabic" panose="02020603050405020304" pitchFamily="18" charset="-78"/>
                  <a:sym typeface="Gill Sans" charset="0"/>
                </a:endParaRPr>
              </a:p>
            </p:txBody>
          </p:sp>
        </p:grpSp>
      </p:grpSp>
    </p:spTree>
    <p:extLst>
      <p:ext uri="{BB962C8B-B14F-4D97-AF65-F5344CB8AC3E}">
        <p14:creationId xmlns:p14="http://schemas.microsoft.com/office/powerpoint/2010/main" val="39827696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500"/>
                                        <p:tgtEl>
                                          <p:spTgt spid="20"/>
                                        </p:tgtEl>
                                      </p:cBhvr>
                                    </p:animEffect>
                                  </p:childTnLst>
                                </p:cTn>
                              </p:par>
                            </p:childTnLst>
                          </p:cTn>
                        </p:par>
                        <p:par>
                          <p:cTn id="8" fill="hold">
                            <p:stCondLst>
                              <p:cond delay="500"/>
                            </p:stCondLst>
                            <p:childTnLst>
                              <p:par>
                                <p:cTn id="9" presetID="22" presetClass="entr" presetSubtype="2" fill="hold" nodeType="afterEffect">
                                  <p:stCondLst>
                                    <p:cond delay="0"/>
                                  </p:stCondLst>
                                  <p:childTnLst>
                                    <p:set>
                                      <p:cBhvr>
                                        <p:cTn id="10" dur="1" fill="hold">
                                          <p:stCondLst>
                                            <p:cond delay="0"/>
                                          </p:stCondLst>
                                        </p:cTn>
                                        <p:tgtEl>
                                          <p:spTgt spid="10"/>
                                        </p:tgtEl>
                                        <p:attrNameLst>
                                          <p:attrName>style.visibility</p:attrName>
                                        </p:attrNameLst>
                                      </p:cBhvr>
                                      <p:to>
                                        <p:strVal val="visible"/>
                                      </p:to>
                                    </p:set>
                                    <p:animEffect transition="in" filter="wipe(right)">
                                      <p:cBhvr>
                                        <p:cTn id="11" dur="500"/>
                                        <p:tgtEl>
                                          <p:spTgt spid="10"/>
                                        </p:tgtEl>
                                      </p:cBhvr>
                                    </p:animEffect>
                                  </p:childTnLst>
                                </p:cTn>
                              </p:par>
                            </p:childTnLst>
                          </p:cTn>
                        </p:par>
                        <p:par>
                          <p:cTn id="12" fill="hold">
                            <p:stCondLst>
                              <p:cond delay="1000"/>
                            </p:stCondLst>
                            <p:childTnLst>
                              <p:par>
                                <p:cTn id="13" presetID="18" presetClass="entr" presetSubtype="12" fill="hold" grpId="0" nodeType="afterEffect">
                                  <p:stCondLst>
                                    <p:cond delay="0"/>
                                  </p:stCondLst>
                                  <p:childTnLst>
                                    <p:set>
                                      <p:cBhvr>
                                        <p:cTn id="14" dur="1" fill="hold">
                                          <p:stCondLst>
                                            <p:cond delay="0"/>
                                          </p:stCondLst>
                                        </p:cTn>
                                        <p:tgtEl>
                                          <p:spTgt spid="21"/>
                                        </p:tgtEl>
                                        <p:attrNameLst>
                                          <p:attrName>style.visibility</p:attrName>
                                        </p:attrNameLst>
                                      </p:cBhvr>
                                      <p:to>
                                        <p:strVal val="visible"/>
                                      </p:to>
                                    </p:set>
                                    <p:animEffect transition="in" filter="strips(downLeft)">
                                      <p:cBhvr>
                                        <p:cTn id="15" dur="500"/>
                                        <p:tgtEl>
                                          <p:spTgt spid="21"/>
                                        </p:tgtEl>
                                      </p:cBhvr>
                                    </p:animEffect>
                                  </p:childTnLst>
                                </p:cTn>
                              </p:par>
                            </p:childTnLst>
                          </p:cTn>
                        </p:par>
                        <p:par>
                          <p:cTn id="16" fill="hold">
                            <p:stCondLst>
                              <p:cond delay="1500"/>
                            </p:stCondLst>
                            <p:childTnLst>
                              <p:par>
                                <p:cTn id="17" presetID="18" presetClass="entr" presetSubtype="6" fill="hold" grpId="0" nodeType="afterEffect">
                                  <p:stCondLst>
                                    <p:cond delay="0"/>
                                  </p:stCondLst>
                                  <p:childTnLst>
                                    <p:set>
                                      <p:cBhvr>
                                        <p:cTn id="18" dur="1" fill="hold">
                                          <p:stCondLst>
                                            <p:cond delay="0"/>
                                          </p:stCondLst>
                                        </p:cTn>
                                        <p:tgtEl>
                                          <p:spTgt spid="23"/>
                                        </p:tgtEl>
                                        <p:attrNameLst>
                                          <p:attrName>style.visibility</p:attrName>
                                        </p:attrNameLst>
                                      </p:cBhvr>
                                      <p:to>
                                        <p:strVal val="visible"/>
                                      </p:to>
                                    </p:set>
                                    <p:animEffect transition="in" filter="strips(downRight)">
                                      <p:cBhvr>
                                        <p:cTn id="19" dur="500"/>
                                        <p:tgtEl>
                                          <p:spTgt spid="23"/>
                                        </p:tgtEl>
                                      </p:cBhvr>
                                    </p:animEffect>
                                  </p:childTnLst>
                                </p:cTn>
                              </p:par>
                            </p:childTnLst>
                          </p:cTn>
                        </p:par>
                        <p:par>
                          <p:cTn id="20" fill="hold">
                            <p:stCondLst>
                              <p:cond delay="2000"/>
                            </p:stCondLst>
                            <p:childTnLst>
                              <p:par>
                                <p:cTn id="21" presetID="10" presetClass="entr" presetSubtype="0" fill="hold" nodeType="afterEffect">
                                  <p:stCondLst>
                                    <p:cond delay="0"/>
                                  </p:stCondLst>
                                  <p:childTnLst>
                                    <p:set>
                                      <p:cBhvr>
                                        <p:cTn id="22" dur="1" fill="hold">
                                          <p:stCondLst>
                                            <p:cond delay="0"/>
                                          </p:stCondLst>
                                        </p:cTn>
                                        <p:tgtEl>
                                          <p:spTgt spid="23">
                                            <p:txEl>
                                              <p:pRg st="0" end="0"/>
                                            </p:txEl>
                                          </p:spTgt>
                                        </p:tgtEl>
                                        <p:attrNameLst>
                                          <p:attrName>style.visibility</p:attrName>
                                        </p:attrNameLst>
                                      </p:cBhvr>
                                      <p:to>
                                        <p:strVal val="visible"/>
                                      </p:to>
                                    </p:set>
                                    <p:animEffect transition="in" filter="fade">
                                      <p:cBhvr>
                                        <p:cTn id="23" dur="500"/>
                                        <p:tgtEl>
                                          <p:spTgt spid="2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P spid="21" grpId="0"/>
      <p:bldP spid="23"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TextBox 19"/>
          <p:cNvSpPr txBox="1"/>
          <p:nvPr/>
        </p:nvSpPr>
        <p:spPr>
          <a:xfrm>
            <a:off x="760993" y="2006497"/>
            <a:ext cx="11147466" cy="1785104"/>
          </a:xfrm>
          <a:prstGeom prst="rect">
            <a:avLst/>
          </a:prstGeom>
          <a:noFill/>
        </p:spPr>
        <p:txBody>
          <a:bodyPr wrap="square" lIns="0" tIns="0" rIns="0" bIns="0" rtlCol="0">
            <a:spAutoFit/>
          </a:bodyPr>
          <a:lstStyle/>
          <a:p>
            <a:pPr lvl="1" algn="ctr" rtl="1"/>
            <a:r>
              <a:rPr lang="ar-JO" sz="3200" b="1" u="sng" dirty="0" smtClean="0">
                <a:solidFill>
                  <a:srgbClr val="E9233C"/>
                </a:solidFill>
                <a:cs typeface="Simplified Arabic" panose="02020603050405020304" pitchFamily="18" charset="-78"/>
              </a:rPr>
              <a:t> </a:t>
            </a:r>
            <a:r>
              <a:rPr lang="ar-JO" sz="3200" b="1" u="sng" dirty="0">
                <a:solidFill>
                  <a:srgbClr val="E9233C"/>
                </a:solidFill>
                <a:cs typeface="Simplified Arabic" panose="02020603050405020304" pitchFamily="18" charset="-78"/>
              </a:rPr>
              <a:t>التوجه الثاني: </a:t>
            </a:r>
            <a:r>
              <a:rPr lang="ar-JO" sz="3200" b="1" u="sng" dirty="0" smtClean="0">
                <a:solidFill>
                  <a:srgbClr val="E9233C"/>
                </a:solidFill>
                <a:cs typeface="Simplified Arabic" panose="02020603050405020304" pitchFamily="18" charset="-78"/>
              </a:rPr>
              <a:t>التضمين</a:t>
            </a:r>
            <a:r>
              <a:rPr lang="en-US" sz="3200" b="1" u="sng" dirty="0" smtClean="0">
                <a:solidFill>
                  <a:srgbClr val="E9233C"/>
                </a:solidFill>
                <a:cs typeface="Simplified Arabic" panose="02020603050405020304" pitchFamily="18" charset="-78"/>
              </a:rPr>
              <a:t>(Including)</a:t>
            </a:r>
          </a:p>
          <a:p>
            <a:pPr lvl="1" algn="r" rtl="1"/>
            <a:endParaRPr lang="en-US" sz="2800" b="1" dirty="0" smtClean="0">
              <a:cs typeface="Simplified Arabic" panose="02020603050405020304" pitchFamily="18" charset="-78"/>
            </a:endParaRPr>
          </a:p>
          <a:p>
            <a:pPr lvl="1" algn="r" rtl="1"/>
            <a:r>
              <a:rPr lang="ar-SA" sz="2800" b="1" dirty="0" smtClean="0">
                <a:cs typeface="Simplified Arabic" panose="02020603050405020304" pitchFamily="18" charset="-78"/>
              </a:rPr>
              <a:t>تطوير </a:t>
            </a:r>
            <a:r>
              <a:rPr lang="ar-SA" sz="2800" b="1" dirty="0">
                <a:cs typeface="Simplified Arabic" panose="02020603050405020304" pitchFamily="18" charset="-78"/>
              </a:rPr>
              <a:t>المعلم لمهارات التفكير العليا لدى طلابه من خلال حصص المواد الدراسية المختلفة، خاصة إذا حرص على تقديم مقرراته الأكاديمية مثل (العلوم، الرياضيات، اللغات، وغير ذلك) </a:t>
            </a:r>
            <a:endParaRPr lang="en-US" sz="2800" b="1" dirty="0">
              <a:cs typeface="Simplified Arabic" panose="02020603050405020304" pitchFamily="18" charset="-78"/>
            </a:endParaRPr>
          </a:p>
        </p:txBody>
      </p:sp>
      <p:sp>
        <p:nvSpPr>
          <p:cNvPr id="23" name="TextBox 22"/>
          <p:cNvSpPr txBox="1"/>
          <p:nvPr/>
        </p:nvSpPr>
        <p:spPr>
          <a:xfrm>
            <a:off x="1159181" y="4304338"/>
            <a:ext cx="10351090" cy="2215991"/>
          </a:xfrm>
          <a:prstGeom prst="rect">
            <a:avLst/>
          </a:prstGeom>
          <a:noFill/>
        </p:spPr>
        <p:txBody>
          <a:bodyPr wrap="square" lIns="0" tIns="0" rIns="0" bIns="0" rtlCol="0">
            <a:spAutoFit/>
          </a:bodyPr>
          <a:lstStyle/>
          <a:p>
            <a:pPr algn="ctr" rtl="1" fontAlgn="auto">
              <a:spcBef>
                <a:spcPts val="0"/>
              </a:spcBef>
              <a:spcAft>
                <a:spcPts val="0"/>
              </a:spcAft>
            </a:pPr>
            <a:r>
              <a:rPr lang="ar-JO" sz="3200" b="1" u="sng" dirty="0" smtClean="0">
                <a:solidFill>
                  <a:srgbClr val="83B14C"/>
                </a:solidFill>
                <a:cs typeface="Simplified Arabic" panose="02020603050405020304" pitchFamily="18" charset="-78"/>
              </a:rPr>
              <a:t>التوجه </a:t>
            </a:r>
            <a:r>
              <a:rPr lang="ar-JO" sz="3200" b="1" u="sng" dirty="0">
                <a:solidFill>
                  <a:srgbClr val="83B14C"/>
                </a:solidFill>
                <a:cs typeface="Simplified Arabic" panose="02020603050405020304" pitchFamily="18" charset="-78"/>
              </a:rPr>
              <a:t>الثالث: </a:t>
            </a:r>
            <a:r>
              <a:rPr lang="ar-JO" sz="3200" b="1" u="sng" dirty="0" smtClean="0">
                <a:solidFill>
                  <a:srgbClr val="83B14C"/>
                </a:solidFill>
                <a:cs typeface="Simplified Arabic" panose="02020603050405020304" pitchFamily="18" charset="-78"/>
              </a:rPr>
              <a:t>الدمج</a:t>
            </a:r>
            <a:r>
              <a:rPr lang="en-US" sz="3200" b="1" u="sng" dirty="0" smtClean="0">
                <a:solidFill>
                  <a:srgbClr val="83B14C"/>
                </a:solidFill>
                <a:cs typeface="Simplified Arabic" panose="02020603050405020304" pitchFamily="18" charset="-78"/>
              </a:rPr>
              <a:t> ( Merging)</a:t>
            </a:r>
          </a:p>
          <a:p>
            <a:pPr algn="just" rtl="1" fontAlgn="auto">
              <a:spcBef>
                <a:spcPts val="0"/>
              </a:spcBef>
              <a:spcAft>
                <a:spcPts val="0"/>
              </a:spcAft>
            </a:pPr>
            <a:endParaRPr lang="en-US" sz="2800" b="1" dirty="0" smtClean="0">
              <a:latin typeface="Roboto Lt"/>
              <a:cs typeface="Simplified Arabic" panose="02020603050405020304" pitchFamily="18" charset="-78"/>
            </a:endParaRPr>
          </a:p>
          <a:p>
            <a:pPr algn="just" rtl="1" fontAlgn="auto">
              <a:spcBef>
                <a:spcPts val="0"/>
              </a:spcBef>
              <a:spcAft>
                <a:spcPts val="0"/>
              </a:spcAft>
            </a:pPr>
            <a:r>
              <a:rPr lang="ar-SA" sz="2800" b="1" dirty="0" smtClean="0">
                <a:latin typeface="Roboto Lt"/>
                <a:cs typeface="Simplified Arabic" panose="02020603050405020304" pitchFamily="18" charset="-78"/>
              </a:rPr>
              <a:t>يأخذ </a:t>
            </a:r>
            <a:r>
              <a:rPr lang="ar-SA" sz="2800" b="1" dirty="0">
                <a:latin typeface="Roboto Lt"/>
                <a:cs typeface="Simplified Arabic" panose="02020603050405020304" pitchFamily="18" charset="-78"/>
              </a:rPr>
              <a:t>هذا التوجه موقفاً وسطاً بين التوجهين السابقين، إذ ينادي بوجود برامج مستقلة تنمي المبادئ العامة والقواعد الأساسية للتفكير، على أن توفر المناهج الدراسية الجوانب التطبيقية والعملية</a:t>
            </a:r>
            <a:endParaRPr lang="en-AU" sz="2800" b="1" dirty="0">
              <a:latin typeface="Roboto Lt"/>
              <a:cs typeface="Simplified Arabic" panose="02020603050405020304" pitchFamily="18" charset="-78"/>
            </a:endParaRPr>
          </a:p>
        </p:txBody>
      </p:sp>
      <p:grpSp>
        <p:nvGrpSpPr>
          <p:cNvPr id="6" name="Group 5"/>
          <p:cNvGrpSpPr/>
          <p:nvPr/>
        </p:nvGrpSpPr>
        <p:grpSpPr>
          <a:xfrm>
            <a:off x="1215010" y="1724197"/>
            <a:ext cx="2189480" cy="878857"/>
            <a:chOff x="5693611" y="1927714"/>
            <a:chExt cx="2189480" cy="878857"/>
          </a:xfrm>
        </p:grpSpPr>
        <p:grpSp>
          <p:nvGrpSpPr>
            <p:cNvPr id="4" name="Group 3"/>
            <p:cNvGrpSpPr/>
            <p:nvPr/>
          </p:nvGrpSpPr>
          <p:grpSpPr>
            <a:xfrm>
              <a:off x="5693611" y="1927714"/>
              <a:ext cx="2189480" cy="878857"/>
              <a:chOff x="6556634" y="3024592"/>
              <a:chExt cx="2756416" cy="1106425"/>
            </a:xfrm>
          </p:grpSpPr>
          <p:sp>
            <p:nvSpPr>
              <p:cNvPr id="5" name="Freeform 4"/>
              <p:cNvSpPr/>
              <p:nvPr/>
            </p:nvSpPr>
            <p:spPr>
              <a:xfrm>
                <a:off x="6556634" y="3024592"/>
                <a:ext cx="2756416" cy="1106425"/>
              </a:xfrm>
              <a:custGeom>
                <a:avLst/>
                <a:gdLst>
                  <a:gd name="connsiteX0" fmla="*/ 669387 w 3335264"/>
                  <a:gd name="connsiteY0" fmla="*/ 0 h 1338774"/>
                  <a:gd name="connsiteX1" fmla="*/ 1224453 w 3335264"/>
                  <a:gd name="connsiteY1" fmla="*/ 295127 h 1338774"/>
                  <a:gd name="connsiteX2" fmla="*/ 1278656 w 3335264"/>
                  <a:gd name="connsiteY2" fmla="*/ 394987 h 1338774"/>
                  <a:gd name="connsiteX3" fmla="*/ 2786468 w 3335264"/>
                  <a:gd name="connsiteY3" fmla="*/ 394987 h 1338774"/>
                  <a:gd name="connsiteX4" fmla="*/ 2786468 w 3335264"/>
                  <a:gd name="connsiteY4" fmla="*/ 120589 h 1338774"/>
                  <a:gd name="connsiteX5" fmla="*/ 3335264 w 3335264"/>
                  <a:gd name="connsiteY5" fmla="*/ 669386 h 1338774"/>
                  <a:gd name="connsiteX6" fmla="*/ 2786468 w 3335264"/>
                  <a:gd name="connsiteY6" fmla="*/ 1218182 h 1338774"/>
                  <a:gd name="connsiteX7" fmla="*/ 2786468 w 3335264"/>
                  <a:gd name="connsiteY7" fmla="*/ 943784 h 1338774"/>
                  <a:gd name="connsiteX8" fmla="*/ 1278658 w 3335264"/>
                  <a:gd name="connsiteY8" fmla="*/ 943784 h 1338774"/>
                  <a:gd name="connsiteX9" fmla="*/ 1224453 w 3335264"/>
                  <a:gd name="connsiteY9" fmla="*/ 1043648 h 1338774"/>
                  <a:gd name="connsiteX10" fmla="*/ 669387 w 3335264"/>
                  <a:gd name="connsiteY10" fmla="*/ 1338774 h 1338774"/>
                  <a:gd name="connsiteX11" fmla="*/ 0 w 3335264"/>
                  <a:gd name="connsiteY11" fmla="*/ 669387 h 1338774"/>
                  <a:gd name="connsiteX12" fmla="*/ 669387 w 3335264"/>
                  <a:gd name="connsiteY12" fmla="*/ 0 h 1338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35264" h="1338774">
                    <a:moveTo>
                      <a:pt x="669387" y="0"/>
                    </a:moveTo>
                    <a:cubicBezTo>
                      <a:pt x="900445" y="0"/>
                      <a:pt x="1104160" y="117069"/>
                      <a:pt x="1224453" y="295127"/>
                    </a:cubicBezTo>
                    <a:lnTo>
                      <a:pt x="1278656" y="394987"/>
                    </a:lnTo>
                    <a:lnTo>
                      <a:pt x="2786468" y="394987"/>
                    </a:lnTo>
                    <a:lnTo>
                      <a:pt x="2786468" y="120589"/>
                    </a:lnTo>
                    <a:lnTo>
                      <a:pt x="3335264" y="669386"/>
                    </a:lnTo>
                    <a:lnTo>
                      <a:pt x="2786468" y="1218182"/>
                    </a:lnTo>
                    <a:lnTo>
                      <a:pt x="2786468" y="943784"/>
                    </a:lnTo>
                    <a:lnTo>
                      <a:pt x="1278658" y="943784"/>
                    </a:lnTo>
                    <a:lnTo>
                      <a:pt x="1224453" y="1043648"/>
                    </a:lnTo>
                    <a:cubicBezTo>
                      <a:pt x="1104160" y="1221706"/>
                      <a:pt x="900445" y="1338774"/>
                      <a:pt x="669387" y="1338774"/>
                    </a:cubicBezTo>
                    <a:cubicBezTo>
                      <a:pt x="299695" y="1338774"/>
                      <a:pt x="0" y="1039079"/>
                      <a:pt x="0" y="669387"/>
                    </a:cubicBezTo>
                    <a:cubicBezTo>
                      <a:pt x="0" y="299695"/>
                      <a:pt x="299695" y="0"/>
                      <a:pt x="669387"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GB">
                  <a:solidFill>
                    <a:prstClr val="white"/>
                  </a:solidFill>
                </a:endParaRPr>
              </a:p>
            </p:txBody>
          </p:sp>
          <p:sp>
            <p:nvSpPr>
              <p:cNvPr id="7" name="TextBox 6"/>
              <p:cNvSpPr txBox="1"/>
              <p:nvPr/>
            </p:nvSpPr>
            <p:spPr>
              <a:xfrm>
                <a:off x="8615196" y="3345321"/>
                <a:ext cx="393929" cy="464965"/>
              </a:xfrm>
              <a:prstGeom prst="rect">
                <a:avLst/>
              </a:prstGeom>
              <a:noFill/>
            </p:spPr>
            <p:txBody>
              <a:bodyPr wrap="none" rtlCol="0">
                <a:spAutoFit/>
              </a:bodyPr>
              <a:lstStyle/>
              <a:p>
                <a:pPr algn="ctr" fontAlgn="auto">
                  <a:spcBef>
                    <a:spcPts val="0"/>
                  </a:spcBef>
                  <a:spcAft>
                    <a:spcPts val="0"/>
                  </a:spcAft>
                </a:pPr>
                <a:r>
                  <a:rPr lang="en-US" b="1" dirty="0" smtClean="0">
                    <a:solidFill>
                      <a:prstClr val="white"/>
                    </a:solidFill>
                    <a:latin typeface="Roboto"/>
                    <a:cs typeface="Simplified Arabic" panose="02020603050405020304" pitchFamily="18" charset="-78"/>
                  </a:rPr>
                  <a:t>2</a:t>
                </a:r>
                <a:endParaRPr lang="en-GB" b="1" dirty="0">
                  <a:solidFill>
                    <a:prstClr val="white"/>
                  </a:solidFill>
                  <a:latin typeface="Roboto"/>
                  <a:cs typeface="Simplified Arabic" panose="02020603050405020304" pitchFamily="18" charset="-78"/>
                </a:endParaRPr>
              </a:p>
            </p:txBody>
          </p:sp>
        </p:grpSp>
        <p:grpSp>
          <p:nvGrpSpPr>
            <p:cNvPr id="24" name="Group 23"/>
            <p:cNvGrpSpPr/>
            <p:nvPr/>
          </p:nvGrpSpPr>
          <p:grpSpPr>
            <a:xfrm>
              <a:off x="5888162" y="2134970"/>
              <a:ext cx="464344" cy="464344"/>
              <a:chOff x="3510757" y="2582069"/>
              <a:chExt cx="464344" cy="464344"/>
            </a:xfrm>
            <a:solidFill>
              <a:schemeClr val="bg1"/>
            </a:solidFill>
          </p:grpSpPr>
          <p:sp>
            <p:nvSpPr>
              <p:cNvPr id="25" name="AutoShape 126"/>
              <p:cNvSpPr>
                <a:spLocks/>
              </p:cNvSpPr>
              <p:nvPr/>
            </p:nvSpPr>
            <p:spPr bwMode="auto">
              <a:xfrm>
                <a:off x="3510757" y="2582069"/>
                <a:ext cx="464344" cy="4643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3499" y="14850"/>
                    </a:moveTo>
                    <a:cubicBezTo>
                      <a:pt x="9772" y="14850"/>
                      <a:pt x="6749" y="11827"/>
                      <a:pt x="6749" y="8100"/>
                    </a:cubicBezTo>
                    <a:cubicBezTo>
                      <a:pt x="6749" y="4372"/>
                      <a:pt x="9772" y="1350"/>
                      <a:pt x="13499" y="1350"/>
                    </a:cubicBezTo>
                    <a:cubicBezTo>
                      <a:pt x="17227" y="1350"/>
                      <a:pt x="20249" y="4372"/>
                      <a:pt x="20249" y="8100"/>
                    </a:cubicBezTo>
                    <a:cubicBezTo>
                      <a:pt x="20249" y="11827"/>
                      <a:pt x="17227" y="14850"/>
                      <a:pt x="13499" y="14850"/>
                    </a:cubicBezTo>
                    <a:moveTo>
                      <a:pt x="3236" y="20042"/>
                    </a:moveTo>
                    <a:cubicBezTo>
                      <a:pt x="3019" y="20266"/>
                      <a:pt x="2718" y="20408"/>
                      <a:pt x="2382" y="20408"/>
                    </a:cubicBezTo>
                    <a:cubicBezTo>
                      <a:pt x="1724" y="20408"/>
                      <a:pt x="1191" y="19875"/>
                      <a:pt x="1191" y="19218"/>
                    </a:cubicBezTo>
                    <a:cubicBezTo>
                      <a:pt x="1191" y="18881"/>
                      <a:pt x="1332" y="18580"/>
                      <a:pt x="1557" y="18363"/>
                    </a:cubicBezTo>
                    <a:lnTo>
                      <a:pt x="1551" y="18358"/>
                    </a:lnTo>
                    <a:lnTo>
                      <a:pt x="6996" y="12913"/>
                    </a:lnTo>
                    <a:cubicBezTo>
                      <a:pt x="7472" y="13555"/>
                      <a:pt x="8039" y="14122"/>
                      <a:pt x="8680" y="14599"/>
                    </a:cubicBezTo>
                    <a:cubicBezTo>
                      <a:pt x="8680" y="14599"/>
                      <a:pt x="3236" y="20042"/>
                      <a:pt x="3236" y="20042"/>
                    </a:cubicBezTo>
                    <a:close/>
                    <a:moveTo>
                      <a:pt x="13499" y="0"/>
                    </a:moveTo>
                    <a:cubicBezTo>
                      <a:pt x="9026" y="0"/>
                      <a:pt x="5399" y="3626"/>
                      <a:pt x="5399" y="8100"/>
                    </a:cubicBezTo>
                    <a:cubicBezTo>
                      <a:pt x="5399" y="9467"/>
                      <a:pt x="5742" y="10754"/>
                      <a:pt x="6341" y="11884"/>
                    </a:cubicBezTo>
                    <a:lnTo>
                      <a:pt x="709" y="17515"/>
                    </a:lnTo>
                    <a:lnTo>
                      <a:pt x="713" y="17520"/>
                    </a:lnTo>
                    <a:cubicBezTo>
                      <a:pt x="274" y="17953"/>
                      <a:pt x="0" y="18552"/>
                      <a:pt x="0" y="19218"/>
                    </a:cubicBezTo>
                    <a:cubicBezTo>
                      <a:pt x="0" y="20533"/>
                      <a:pt x="1066" y="21599"/>
                      <a:pt x="2382" y="21599"/>
                    </a:cubicBezTo>
                    <a:cubicBezTo>
                      <a:pt x="3047" y="21599"/>
                      <a:pt x="3647" y="21326"/>
                      <a:pt x="4079" y="20885"/>
                    </a:cubicBezTo>
                    <a:lnTo>
                      <a:pt x="4078" y="20884"/>
                    </a:lnTo>
                    <a:lnTo>
                      <a:pt x="9708" y="15255"/>
                    </a:lnTo>
                    <a:cubicBezTo>
                      <a:pt x="10839" y="15856"/>
                      <a:pt x="12128" y="16200"/>
                      <a:pt x="13499" y="16200"/>
                    </a:cubicBezTo>
                    <a:cubicBezTo>
                      <a:pt x="17973" y="16200"/>
                      <a:pt x="21600" y="12573"/>
                      <a:pt x="21600" y="8100"/>
                    </a:cubicBezTo>
                    <a:cubicBezTo>
                      <a:pt x="21600" y="3626"/>
                      <a:pt x="17973" y="0"/>
                      <a:pt x="13499"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dirty="0">
                  <a:solidFill>
                    <a:srgbClr val="FFFFFF"/>
                  </a:solidFill>
                  <a:effectLst>
                    <a:outerShdw blurRad="38100" dist="38100" dir="2700000" algn="tl">
                      <a:srgbClr val="000000"/>
                    </a:outerShdw>
                  </a:effectLst>
                  <a:latin typeface="Gill Sans" charset="0"/>
                  <a:cs typeface="Simplified Arabic" panose="02020603050405020304" pitchFamily="18" charset="-78"/>
                  <a:sym typeface="Gill Sans" charset="0"/>
                </a:endParaRPr>
              </a:p>
            </p:txBody>
          </p:sp>
          <p:sp>
            <p:nvSpPr>
              <p:cNvPr id="26" name="AutoShape 127"/>
              <p:cNvSpPr>
                <a:spLocks/>
              </p:cNvSpPr>
              <p:nvPr/>
            </p:nvSpPr>
            <p:spPr bwMode="auto">
              <a:xfrm>
                <a:off x="3698875" y="2654300"/>
                <a:ext cx="109538" cy="1087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160" y="0"/>
                    </a:moveTo>
                    <a:cubicBezTo>
                      <a:pt x="9025" y="0"/>
                      <a:pt x="0" y="9025"/>
                      <a:pt x="0" y="20160"/>
                    </a:cubicBezTo>
                    <a:cubicBezTo>
                      <a:pt x="0" y="20954"/>
                      <a:pt x="644" y="21600"/>
                      <a:pt x="1440" y="21600"/>
                    </a:cubicBezTo>
                    <a:cubicBezTo>
                      <a:pt x="2235" y="21600"/>
                      <a:pt x="2880" y="20954"/>
                      <a:pt x="2880" y="20160"/>
                    </a:cubicBezTo>
                    <a:cubicBezTo>
                      <a:pt x="2880" y="10618"/>
                      <a:pt x="10617" y="2880"/>
                      <a:pt x="20160" y="2880"/>
                    </a:cubicBezTo>
                    <a:cubicBezTo>
                      <a:pt x="20955" y="2880"/>
                      <a:pt x="21599" y="2234"/>
                      <a:pt x="21599" y="1440"/>
                    </a:cubicBezTo>
                    <a:cubicBezTo>
                      <a:pt x="21599" y="645"/>
                      <a:pt x="20955" y="0"/>
                      <a:pt x="2016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dirty="0">
                  <a:solidFill>
                    <a:srgbClr val="FFFFFF"/>
                  </a:solidFill>
                  <a:effectLst>
                    <a:outerShdw blurRad="38100" dist="38100" dir="2700000" algn="tl">
                      <a:srgbClr val="000000"/>
                    </a:outerShdw>
                  </a:effectLst>
                  <a:latin typeface="Gill Sans" charset="0"/>
                  <a:cs typeface="Simplified Arabic" panose="02020603050405020304" pitchFamily="18" charset="-78"/>
                  <a:sym typeface="Gill Sans" charset="0"/>
                </a:endParaRPr>
              </a:p>
            </p:txBody>
          </p:sp>
        </p:grpSp>
      </p:grpSp>
      <p:grpSp>
        <p:nvGrpSpPr>
          <p:cNvPr id="14" name="Group 13"/>
          <p:cNvGrpSpPr/>
          <p:nvPr/>
        </p:nvGrpSpPr>
        <p:grpSpPr>
          <a:xfrm>
            <a:off x="1193210" y="4304338"/>
            <a:ext cx="2189480" cy="878857"/>
            <a:chOff x="5693611" y="4163540"/>
            <a:chExt cx="2189480" cy="878857"/>
          </a:xfrm>
        </p:grpSpPr>
        <p:grpSp>
          <p:nvGrpSpPr>
            <p:cNvPr id="16" name="Group 15"/>
            <p:cNvGrpSpPr/>
            <p:nvPr/>
          </p:nvGrpSpPr>
          <p:grpSpPr>
            <a:xfrm>
              <a:off x="5693611" y="4163540"/>
              <a:ext cx="2189480" cy="878857"/>
              <a:chOff x="6556634" y="3024592"/>
              <a:chExt cx="2756416" cy="1106425"/>
            </a:xfrm>
          </p:grpSpPr>
          <p:sp>
            <p:nvSpPr>
              <p:cNvPr id="17" name="Freeform 16"/>
              <p:cNvSpPr/>
              <p:nvPr/>
            </p:nvSpPr>
            <p:spPr>
              <a:xfrm>
                <a:off x="6556634" y="3024592"/>
                <a:ext cx="2756416" cy="1106425"/>
              </a:xfrm>
              <a:custGeom>
                <a:avLst/>
                <a:gdLst>
                  <a:gd name="connsiteX0" fmla="*/ 669387 w 3335264"/>
                  <a:gd name="connsiteY0" fmla="*/ 0 h 1338774"/>
                  <a:gd name="connsiteX1" fmla="*/ 1224453 w 3335264"/>
                  <a:gd name="connsiteY1" fmla="*/ 295127 h 1338774"/>
                  <a:gd name="connsiteX2" fmla="*/ 1278656 w 3335264"/>
                  <a:gd name="connsiteY2" fmla="*/ 394987 h 1338774"/>
                  <a:gd name="connsiteX3" fmla="*/ 2786468 w 3335264"/>
                  <a:gd name="connsiteY3" fmla="*/ 394987 h 1338774"/>
                  <a:gd name="connsiteX4" fmla="*/ 2786468 w 3335264"/>
                  <a:gd name="connsiteY4" fmla="*/ 120589 h 1338774"/>
                  <a:gd name="connsiteX5" fmla="*/ 3335264 w 3335264"/>
                  <a:gd name="connsiteY5" fmla="*/ 669386 h 1338774"/>
                  <a:gd name="connsiteX6" fmla="*/ 2786468 w 3335264"/>
                  <a:gd name="connsiteY6" fmla="*/ 1218182 h 1338774"/>
                  <a:gd name="connsiteX7" fmla="*/ 2786468 w 3335264"/>
                  <a:gd name="connsiteY7" fmla="*/ 943784 h 1338774"/>
                  <a:gd name="connsiteX8" fmla="*/ 1278658 w 3335264"/>
                  <a:gd name="connsiteY8" fmla="*/ 943784 h 1338774"/>
                  <a:gd name="connsiteX9" fmla="*/ 1224453 w 3335264"/>
                  <a:gd name="connsiteY9" fmla="*/ 1043648 h 1338774"/>
                  <a:gd name="connsiteX10" fmla="*/ 669387 w 3335264"/>
                  <a:gd name="connsiteY10" fmla="*/ 1338774 h 1338774"/>
                  <a:gd name="connsiteX11" fmla="*/ 0 w 3335264"/>
                  <a:gd name="connsiteY11" fmla="*/ 669387 h 1338774"/>
                  <a:gd name="connsiteX12" fmla="*/ 669387 w 3335264"/>
                  <a:gd name="connsiteY12" fmla="*/ 0 h 1338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35264" h="1338774">
                    <a:moveTo>
                      <a:pt x="669387" y="0"/>
                    </a:moveTo>
                    <a:cubicBezTo>
                      <a:pt x="900445" y="0"/>
                      <a:pt x="1104160" y="117069"/>
                      <a:pt x="1224453" y="295127"/>
                    </a:cubicBezTo>
                    <a:lnTo>
                      <a:pt x="1278656" y="394987"/>
                    </a:lnTo>
                    <a:lnTo>
                      <a:pt x="2786468" y="394987"/>
                    </a:lnTo>
                    <a:lnTo>
                      <a:pt x="2786468" y="120589"/>
                    </a:lnTo>
                    <a:lnTo>
                      <a:pt x="3335264" y="669386"/>
                    </a:lnTo>
                    <a:lnTo>
                      <a:pt x="2786468" y="1218182"/>
                    </a:lnTo>
                    <a:lnTo>
                      <a:pt x="2786468" y="943784"/>
                    </a:lnTo>
                    <a:lnTo>
                      <a:pt x="1278658" y="943784"/>
                    </a:lnTo>
                    <a:lnTo>
                      <a:pt x="1224453" y="1043648"/>
                    </a:lnTo>
                    <a:cubicBezTo>
                      <a:pt x="1104160" y="1221706"/>
                      <a:pt x="900445" y="1338774"/>
                      <a:pt x="669387" y="1338774"/>
                    </a:cubicBezTo>
                    <a:cubicBezTo>
                      <a:pt x="299695" y="1338774"/>
                      <a:pt x="0" y="1039079"/>
                      <a:pt x="0" y="669387"/>
                    </a:cubicBezTo>
                    <a:cubicBezTo>
                      <a:pt x="0" y="299695"/>
                      <a:pt x="299695" y="0"/>
                      <a:pt x="669387"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GB">
                  <a:solidFill>
                    <a:prstClr val="white"/>
                  </a:solidFill>
                </a:endParaRPr>
              </a:p>
            </p:txBody>
          </p:sp>
          <p:sp>
            <p:nvSpPr>
              <p:cNvPr id="19" name="TextBox 18"/>
              <p:cNvSpPr txBox="1"/>
              <p:nvPr/>
            </p:nvSpPr>
            <p:spPr>
              <a:xfrm>
                <a:off x="8792132" y="3345321"/>
                <a:ext cx="393929" cy="464965"/>
              </a:xfrm>
              <a:prstGeom prst="rect">
                <a:avLst/>
              </a:prstGeom>
              <a:noFill/>
            </p:spPr>
            <p:txBody>
              <a:bodyPr wrap="none" rtlCol="0">
                <a:spAutoFit/>
              </a:bodyPr>
              <a:lstStyle/>
              <a:p>
                <a:pPr algn="ctr" fontAlgn="auto">
                  <a:spcBef>
                    <a:spcPts val="0"/>
                  </a:spcBef>
                  <a:spcAft>
                    <a:spcPts val="0"/>
                  </a:spcAft>
                </a:pPr>
                <a:r>
                  <a:rPr lang="en-US" b="1" dirty="0" smtClean="0">
                    <a:solidFill>
                      <a:prstClr val="white"/>
                    </a:solidFill>
                    <a:latin typeface="Roboto"/>
                    <a:cs typeface="Simplified Arabic" panose="02020603050405020304" pitchFamily="18" charset="-78"/>
                  </a:rPr>
                  <a:t>3</a:t>
                </a:r>
                <a:endParaRPr lang="en-GB" sz="1400" b="1" dirty="0">
                  <a:solidFill>
                    <a:prstClr val="white"/>
                  </a:solidFill>
                  <a:latin typeface="Roboto"/>
                  <a:cs typeface="Simplified Arabic" panose="02020603050405020304" pitchFamily="18" charset="-78"/>
                </a:endParaRPr>
              </a:p>
            </p:txBody>
          </p:sp>
        </p:grpSp>
        <p:grpSp>
          <p:nvGrpSpPr>
            <p:cNvPr id="34" name="Group 33"/>
            <p:cNvGrpSpPr/>
            <p:nvPr/>
          </p:nvGrpSpPr>
          <p:grpSpPr>
            <a:xfrm>
              <a:off x="5908295" y="4404673"/>
              <a:ext cx="423319" cy="396590"/>
              <a:chOff x="5368132" y="3540125"/>
              <a:chExt cx="465138" cy="435769"/>
            </a:xfrm>
            <a:solidFill>
              <a:schemeClr val="bg1"/>
            </a:solidFill>
          </p:grpSpPr>
          <p:sp>
            <p:nvSpPr>
              <p:cNvPr id="35" name="AutoShape 110"/>
              <p:cNvSpPr>
                <a:spLocks/>
              </p:cNvSpPr>
              <p:nvPr/>
            </p:nvSpPr>
            <p:spPr bwMode="auto">
              <a:xfrm>
                <a:off x="5426869" y="3598069"/>
                <a:ext cx="347663" cy="2325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699" y="20255"/>
                    </a:moveTo>
                    <a:lnTo>
                      <a:pt x="899" y="20255"/>
                    </a:lnTo>
                    <a:lnTo>
                      <a:pt x="899" y="1350"/>
                    </a:lnTo>
                    <a:lnTo>
                      <a:pt x="20699" y="1350"/>
                    </a:lnTo>
                    <a:cubicBezTo>
                      <a:pt x="20699" y="1350"/>
                      <a:pt x="20699" y="20255"/>
                      <a:pt x="20699" y="20255"/>
                    </a:cubicBezTo>
                    <a:close/>
                    <a:moveTo>
                      <a:pt x="20699" y="0"/>
                    </a:moveTo>
                    <a:lnTo>
                      <a:pt x="899" y="5"/>
                    </a:lnTo>
                    <a:cubicBezTo>
                      <a:pt x="402" y="5"/>
                      <a:pt x="0" y="603"/>
                      <a:pt x="0" y="1350"/>
                    </a:cubicBezTo>
                    <a:lnTo>
                      <a:pt x="0" y="20249"/>
                    </a:lnTo>
                    <a:cubicBezTo>
                      <a:pt x="0" y="20996"/>
                      <a:pt x="402" y="21599"/>
                      <a:pt x="899" y="21599"/>
                    </a:cubicBezTo>
                    <a:lnTo>
                      <a:pt x="20699" y="21599"/>
                    </a:lnTo>
                    <a:cubicBezTo>
                      <a:pt x="21197" y="21599"/>
                      <a:pt x="21600" y="20996"/>
                      <a:pt x="21600" y="20249"/>
                    </a:cubicBezTo>
                    <a:lnTo>
                      <a:pt x="21600" y="1350"/>
                    </a:lnTo>
                    <a:cubicBezTo>
                      <a:pt x="21600" y="603"/>
                      <a:pt x="21197" y="0"/>
                      <a:pt x="20699"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200" dirty="0">
                  <a:solidFill>
                    <a:prstClr val="white"/>
                  </a:solidFill>
                  <a:effectLst>
                    <a:outerShdw blurRad="38100" dist="38100" dir="2700000" algn="tl">
                      <a:srgbClr val="000000"/>
                    </a:outerShdw>
                  </a:effectLst>
                  <a:latin typeface="Gill Sans" charset="0"/>
                  <a:cs typeface="Simplified Arabic" panose="02020603050405020304" pitchFamily="18" charset="-78"/>
                  <a:sym typeface="Gill Sans" charset="0"/>
                </a:endParaRPr>
              </a:p>
            </p:txBody>
          </p:sp>
          <p:sp>
            <p:nvSpPr>
              <p:cNvPr id="36" name="AutoShape 111"/>
              <p:cNvSpPr>
                <a:spLocks/>
              </p:cNvSpPr>
              <p:nvPr/>
            </p:nvSpPr>
            <p:spPr bwMode="auto">
              <a:xfrm>
                <a:off x="5368132" y="3540125"/>
                <a:ext cx="465138" cy="4357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49" y="16562"/>
                    </a:moveTo>
                    <a:cubicBezTo>
                      <a:pt x="20249" y="16959"/>
                      <a:pt x="19946" y="17282"/>
                      <a:pt x="19575" y="17282"/>
                    </a:cubicBezTo>
                    <a:lnTo>
                      <a:pt x="13499" y="17282"/>
                    </a:lnTo>
                    <a:lnTo>
                      <a:pt x="8099" y="17282"/>
                    </a:lnTo>
                    <a:lnTo>
                      <a:pt x="2024" y="17282"/>
                    </a:lnTo>
                    <a:cubicBezTo>
                      <a:pt x="1651" y="17282"/>
                      <a:pt x="1349" y="16959"/>
                      <a:pt x="1349" y="16562"/>
                    </a:cubicBezTo>
                    <a:lnTo>
                      <a:pt x="1349" y="2160"/>
                    </a:lnTo>
                    <a:cubicBezTo>
                      <a:pt x="1349" y="1762"/>
                      <a:pt x="1651" y="1440"/>
                      <a:pt x="2024" y="1440"/>
                    </a:cubicBezTo>
                    <a:lnTo>
                      <a:pt x="19575" y="1440"/>
                    </a:lnTo>
                    <a:cubicBezTo>
                      <a:pt x="19946" y="1440"/>
                      <a:pt x="20249" y="1762"/>
                      <a:pt x="20249" y="2160"/>
                    </a:cubicBezTo>
                    <a:cubicBezTo>
                      <a:pt x="20249" y="2160"/>
                      <a:pt x="20249" y="16562"/>
                      <a:pt x="20249" y="16562"/>
                    </a:cubicBezTo>
                    <a:close/>
                    <a:moveTo>
                      <a:pt x="19575" y="0"/>
                    </a:moveTo>
                    <a:lnTo>
                      <a:pt x="2024" y="0"/>
                    </a:lnTo>
                    <a:cubicBezTo>
                      <a:pt x="905" y="0"/>
                      <a:pt x="0" y="966"/>
                      <a:pt x="0" y="2160"/>
                    </a:cubicBezTo>
                    <a:lnTo>
                      <a:pt x="0" y="16562"/>
                    </a:lnTo>
                    <a:cubicBezTo>
                      <a:pt x="0" y="17753"/>
                      <a:pt x="903" y="18718"/>
                      <a:pt x="2018" y="18721"/>
                    </a:cubicBezTo>
                    <a:lnTo>
                      <a:pt x="8774" y="18721"/>
                    </a:lnTo>
                    <a:lnTo>
                      <a:pt x="8774" y="19597"/>
                    </a:lnTo>
                    <a:lnTo>
                      <a:pt x="4561" y="20181"/>
                    </a:lnTo>
                    <a:cubicBezTo>
                      <a:pt x="4260" y="20262"/>
                      <a:pt x="4049" y="20549"/>
                      <a:pt x="4049" y="20879"/>
                    </a:cubicBezTo>
                    <a:cubicBezTo>
                      <a:pt x="4049" y="21277"/>
                      <a:pt x="4351" y="21599"/>
                      <a:pt x="4724" y="21599"/>
                    </a:cubicBezTo>
                    <a:lnTo>
                      <a:pt x="16874" y="21599"/>
                    </a:lnTo>
                    <a:cubicBezTo>
                      <a:pt x="17248" y="21599"/>
                      <a:pt x="17549" y="21277"/>
                      <a:pt x="17549" y="20879"/>
                    </a:cubicBezTo>
                    <a:cubicBezTo>
                      <a:pt x="17549" y="20549"/>
                      <a:pt x="17339" y="20262"/>
                      <a:pt x="17038" y="20181"/>
                    </a:cubicBezTo>
                    <a:lnTo>
                      <a:pt x="12824" y="19597"/>
                    </a:lnTo>
                    <a:lnTo>
                      <a:pt x="12824" y="18721"/>
                    </a:lnTo>
                    <a:lnTo>
                      <a:pt x="19581" y="18721"/>
                    </a:lnTo>
                    <a:cubicBezTo>
                      <a:pt x="20696" y="18718"/>
                      <a:pt x="21600" y="17753"/>
                      <a:pt x="21600" y="16562"/>
                    </a:cubicBezTo>
                    <a:lnTo>
                      <a:pt x="21600" y="2160"/>
                    </a:lnTo>
                    <a:cubicBezTo>
                      <a:pt x="21600" y="966"/>
                      <a:pt x="20692" y="0"/>
                      <a:pt x="19575"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200" dirty="0">
                  <a:solidFill>
                    <a:prstClr val="white"/>
                  </a:solidFill>
                  <a:effectLst>
                    <a:outerShdw blurRad="38100" dist="38100" dir="2700000" algn="tl">
                      <a:srgbClr val="000000"/>
                    </a:outerShdw>
                  </a:effectLst>
                  <a:latin typeface="Gill Sans" charset="0"/>
                  <a:cs typeface="Simplified Arabic" panose="02020603050405020304" pitchFamily="18" charset="-78"/>
                  <a:sym typeface="Gill Sans" charset="0"/>
                </a:endParaRPr>
              </a:p>
            </p:txBody>
          </p:sp>
        </p:grpSp>
      </p:grpSp>
    </p:spTree>
    <p:extLst>
      <p:ext uri="{BB962C8B-B14F-4D97-AF65-F5344CB8AC3E}">
        <p14:creationId xmlns:p14="http://schemas.microsoft.com/office/powerpoint/2010/main" val="153379869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left)">
                                      <p:cBhvr>
                                        <p:cTn id="7" dur="500"/>
                                        <p:tgtEl>
                                          <p:spTgt spid="6"/>
                                        </p:tgtEl>
                                      </p:cBhvr>
                                    </p:animEffect>
                                  </p:childTnLst>
                                </p:cTn>
                              </p:par>
                            </p:childTnLst>
                          </p:cTn>
                        </p:par>
                        <p:par>
                          <p:cTn id="8" fill="hold">
                            <p:stCondLst>
                              <p:cond delay="500"/>
                            </p:stCondLst>
                            <p:childTnLst>
                              <p:par>
                                <p:cTn id="9" presetID="18" presetClass="entr" presetSubtype="6" fill="hold" grpId="0" nodeType="afterEffect">
                                  <p:stCondLst>
                                    <p:cond delay="0"/>
                                  </p:stCondLst>
                                  <p:childTnLst>
                                    <p:set>
                                      <p:cBhvr>
                                        <p:cTn id="10" dur="1" fill="hold">
                                          <p:stCondLst>
                                            <p:cond delay="0"/>
                                          </p:stCondLst>
                                        </p:cTn>
                                        <p:tgtEl>
                                          <p:spTgt spid="20"/>
                                        </p:tgtEl>
                                        <p:attrNameLst>
                                          <p:attrName>style.visibility</p:attrName>
                                        </p:attrNameLst>
                                      </p:cBhvr>
                                      <p:to>
                                        <p:strVal val="visible"/>
                                      </p:to>
                                    </p:set>
                                    <p:animEffect transition="in" filter="strips(downRight)">
                                      <p:cBhvr>
                                        <p:cTn id="11" dur="500"/>
                                        <p:tgtEl>
                                          <p:spTgt spid="20"/>
                                        </p:tgtEl>
                                      </p:cBhvr>
                                    </p:animEffect>
                                  </p:childTnLst>
                                </p:cTn>
                              </p:par>
                            </p:childTnLst>
                          </p:cTn>
                        </p:par>
                        <p:par>
                          <p:cTn id="12" fill="hold">
                            <p:stCondLst>
                              <p:cond delay="1000"/>
                            </p:stCondLst>
                            <p:childTnLst>
                              <p:par>
                                <p:cTn id="13" presetID="22" presetClass="entr" presetSubtype="8" fill="hold" nodeType="afterEffect">
                                  <p:stCondLst>
                                    <p:cond delay="0"/>
                                  </p:stCondLst>
                                  <p:childTnLst>
                                    <p:set>
                                      <p:cBhvr>
                                        <p:cTn id="14" dur="1" fill="hold">
                                          <p:stCondLst>
                                            <p:cond delay="0"/>
                                          </p:stCondLst>
                                        </p:cTn>
                                        <p:tgtEl>
                                          <p:spTgt spid="14"/>
                                        </p:tgtEl>
                                        <p:attrNameLst>
                                          <p:attrName>style.visibility</p:attrName>
                                        </p:attrNameLst>
                                      </p:cBhvr>
                                      <p:to>
                                        <p:strVal val="visible"/>
                                      </p:to>
                                    </p:set>
                                    <p:animEffect transition="in" filter="wipe(left)">
                                      <p:cBhvr>
                                        <p:cTn id="15" dur="500"/>
                                        <p:tgtEl>
                                          <p:spTgt spid="14"/>
                                        </p:tgtEl>
                                      </p:cBhvr>
                                    </p:animEffect>
                                  </p:childTnLst>
                                </p:cTn>
                              </p:par>
                            </p:childTnLst>
                          </p:cTn>
                        </p:par>
                        <p:par>
                          <p:cTn id="16" fill="hold">
                            <p:stCondLst>
                              <p:cond delay="1500"/>
                            </p:stCondLst>
                            <p:childTnLst>
                              <p:par>
                                <p:cTn id="17" presetID="18" presetClass="entr" presetSubtype="6" fill="hold" grpId="0" nodeType="afterEffect">
                                  <p:stCondLst>
                                    <p:cond delay="0"/>
                                  </p:stCondLst>
                                  <p:childTnLst>
                                    <p:set>
                                      <p:cBhvr>
                                        <p:cTn id="18" dur="1" fill="hold">
                                          <p:stCondLst>
                                            <p:cond delay="0"/>
                                          </p:stCondLst>
                                        </p:cTn>
                                        <p:tgtEl>
                                          <p:spTgt spid="23"/>
                                        </p:tgtEl>
                                        <p:attrNameLst>
                                          <p:attrName>style.visibility</p:attrName>
                                        </p:attrNameLst>
                                      </p:cBhvr>
                                      <p:to>
                                        <p:strVal val="visible"/>
                                      </p:to>
                                    </p:set>
                                    <p:animEffect transition="in" filter="strips(downRight)">
                                      <p:cBhvr>
                                        <p:cTn id="19"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P spid="23"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p:cNvSpPr txBox="1"/>
          <p:nvPr/>
        </p:nvSpPr>
        <p:spPr>
          <a:xfrm>
            <a:off x="2585229" y="306875"/>
            <a:ext cx="8191666" cy="707886"/>
          </a:xfrm>
          <a:prstGeom prst="rect">
            <a:avLst/>
          </a:prstGeom>
          <a:noFill/>
        </p:spPr>
        <p:txBody>
          <a:bodyPr wrap="none" rtlCol="0">
            <a:spAutoFit/>
          </a:bodyPr>
          <a:lstStyle/>
          <a:p>
            <a:pPr rtl="1"/>
            <a:r>
              <a:rPr lang="ar-SA" sz="4000" b="1" u="sng" dirty="0">
                <a:solidFill>
                  <a:srgbClr val="FF0000"/>
                </a:solidFill>
                <a:cs typeface="Simplified Arabic" panose="02020603050405020304" pitchFamily="18" charset="-78"/>
              </a:rPr>
              <a:t>ما هو المتوقع من معلم القرن الحادي والعشرين؟</a:t>
            </a:r>
            <a:endParaRPr lang="en-US" sz="4000" b="1" u="sng" dirty="0">
              <a:solidFill>
                <a:srgbClr val="FF0000"/>
              </a:solidFill>
              <a:cs typeface="Simplified Arabic" panose="02020603050405020304" pitchFamily="18" charset="-78"/>
            </a:endParaRPr>
          </a:p>
        </p:txBody>
      </p:sp>
      <p:sp>
        <p:nvSpPr>
          <p:cNvPr id="93" name="Text Placeholder 8"/>
          <p:cNvSpPr txBox="1">
            <a:spLocks/>
          </p:cNvSpPr>
          <p:nvPr/>
        </p:nvSpPr>
        <p:spPr>
          <a:xfrm>
            <a:off x="533718" y="2814369"/>
            <a:ext cx="7524416" cy="3489632"/>
          </a:xfrm>
          <a:prstGeom prst="rect">
            <a:avLst/>
          </a:prstGeom>
        </p:spPr>
        <p:txBody>
          <a:bodyPr/>
          <a:lstStyle>
            <a:lvl1pPr marL="0" indent="0" algn="l" defTabSz="914400" rtl="0" eaLnBrk="1" latinLnBrk="0" hangingPunct="1">
              <a:lnSpc>
                <a:spcPct val="90000"/>
              </a:lnSpc>
              <a:spcBef>
                <a:spcPts val="1000"/>
              </a:spcBef>
              <a:buFont typeface="Arial" panose="020B0604020202020204" pitchFamily="34" charset="0"/>
              <a:buNone/>
              <a:defRPr sz="1600" kern="1200">
                <a:solidFill>
                  <a:schemeClr val="tx1"/>
                </a:solidFill>
                <a:latin typeface="+mn-lt"/>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2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1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fontAlgn="auto">
              <a:spcAft>
                <a:spcPts val="0"/>
              </a:spcAft>
            </a:pPr>
            <a:r>
              <a:rPr lang="ar-SA" sz="3200" b="1" dirty="0">
                <a:solidFill>
                  <a:srgbClr val="F2F2F2">
                    <a:lumMod val="10000"/>
                  </a:srgbClr>
                </a:solidFill>
                <a:cs typeface="Simplified Arabic" panose="02020603050405020304" pitchFamily="18" charset="-78"/>
              </a:rPr>
              <a:t>ما عاد الميدان التربوي التعليمي يستوعب المعلم التقليدي، في الوقت الذي قفز فيه الطلاب بأنفسهم لمواكبة متغيرات هذا العصر، وحتى تكون قفزتهم هذه في الاتجاه الصحيح فإن مسؤولية إعداد معلم القرن الحادي والعشرين تقع على عاتق جميع المسؤولين التربويين وعلى عاتق المعلم نفسه</a:t>
            </a:r>
            <a:endParaRPr lang="en-AU" sz="3200" b="1" dirty="0">
              <a:solidFill>
                <a:srgbClr val="F2F2F2">
                  <a:lumMod val="10000"/>
                </a:srgbClr>
              </a:solidFill>
              <a:latin typeface="Montserrat Light"/>
            </a:endParaRPr>
          </a:p>
        </p:txBody>
      </p:sp>
      <p:grpSp>
        <p:nvGrpSpPr>
          <p:cNvPr id="32" name="Group 31"/>
          <p:cNvGrpSpPr/>
          <p:nvPr/>
        </p:nvGrpSpPr>
        <p:grpSpPr>
          <a:xfrm flipH="1">
            <a:off x="8576972" y="1617280"/>
            <a:ext cx="1430752" cy="4703392"/>
            <a:chOff x="7897842" y="1905789"/>
            <a:chExt cx="1293649" cy="4252686"/>
          </a:xfrm>
        </p:grpSpPr>
        <p:sp>
          <p:nvSpPr>
            <p:cNvPr id="33" name="Freeform 32"/>
            <p:cNvSpPr>
              <a:spLocks/>
            </p:cNvSpPr>
            <p:nvPr/>
          </p:nvSpPr>
          <p:spPr bwMode="auto">
            <a:xfrm>
              <a:off x="8544666" y="1920659"/>
              <a:ext cx="646825" cy="4237816"/>
            </a:xfrm>
            <a:custGeom>
              <a:avLst/>
              <a:gdLst>
                <a:gd name="connsiteX0" fmla="*/ 498130 w 646825"/>
                <a:gd name="connsiteY0" fmla="*/ 907041 h 4237816"/>
                <a:gd name="connsiteX1" fmla="*/ 483260 w 646825"/>
                <a:gd name="connsiteY1" fmla="*/ 936780 h 4237816"/>
                <a:gd name="connsiteX2" fmla="*/ 468391 w 646825"/>
                <a:gd name="connsiteY2" fmla="*/ 981389 h 4237816"/>
                <a:gd name="connsiteX3" fmla="*/ 455872 w 646825"/>
                <a:gd name="connsiteY3" fmla="*/ 1031477 h 4237816"/>
                <a:gd name="connsiteX4" fmla="*/ 453521 w 646825"/>
                <a:gd name="connsiteY4" fmla="*/ 1085476 h 4237816"/>
                <a:gd name="connsiteX5" fmla="*/ 438652 w 646825"/>
                <a:gd name="connsiteY5" fmla="*/ 1085476 h 4237816"/>
                <a:gd name="connsiteX6" fmla="*/ 423782 w 646825"/>
                <a:gd name="connsiteY6" fmla="*/ 1144954 h 4237816"/>
                <a:gd name="connsiteX7" fmla="*/ 394043 w 646825"/>
                <a:gd name="connsiteY7" fmla="*/ 1234171 h 4237816"/>
                <a:gd name="connsiteX8" fmla="*/ 364304 w 646825"/>
                <a:gd name="connsiteY8" fmla="*/ 1353127 h 4237816"/>
                <a:gd name="connsiteX9" fmla="*/ 394043 w 646825"/>
                <a:gd name="connsiteY9" fmla="*/ 1724865 h 4237816"/>
                <a:gd name="connsiteX10" fmla="*/ 394043 w 646825"/>
                <a:gd name="connsiteY10" fmla="*/ 2066865 h 4237816"/>
                <a:gd name="connsiteX11" fmla="*/ 408912 w 646825"/>
                <a:gd name="connsiteY11" fmla="*/ 2081734 h 4237816"/>
                <a:gd name="connsiteX12" fmla="*/ 423782 w 646825"/>
                <a:gd name="connsiteY12" fmla="*/ 2126343 h 4237816"/>
                <a:gd name="connsiteX13" fmla="*/ 438652 w 646825"/>
                <a:gd name="connsiteY13" fmla="*/ 1784343 h 4237816"/>
                <a:gd name="connsiteX14" fmla="*/ 319695 w 646825"/>
                <a:gd name="connsiteY14" fmla="*/ 728607 h 4237816"/>
                <a:gd name="connsiteX15" fmla="*/ 334565 w 646825"/>
                <a:gd name="connsiteY15" fmla="*/ 788085 h 4237816"/>
                <a:gd name="connsiteX16" fmla="*/ 349434 w 646825"/>
                <a:gd name="connsiteY16" fmla="*/ 788085 h 4237816"/>
                <a:gd name="connsiteX17" fmla="*/ 334565 w 646825"/>
                <a:gd name="connsiteY17" fmla="*/ 802954 h 4237816"/>
                <a:gd name="connsiteX18" fmla="*/ 289956 w 646825"/>
                <a:gd name="connsiteY18" fmla="*/ 802954 h 4237816"/>
                <a:gd name="connsiteX19" fmla="*/ 319695 w 646825"/>
                <a:gd name="connsiteY19" fmla="*/ 847563 h 4237816"/>
                <a:gd name="connsiteX20" fmla="*/ 364304 w 646825"/>
                <a:gd name="connsiteY20" fmla="*/ 892172 h 4237816"/>
                <a:gd name="connsiteX21" fmla="*/ 304826 w 646825"/>
                <a:gd name="connsiteY21" fmla="*/ 966519 h 4237816"/>
                <a:gd name="connsiteX22" fmla="*/ 141261 w 646825"/>
                <a:gd name="connsiteY22" fmla="*/ 1204432 h 4237816"/>
                <a:gd name="connsiteX23" fmla="*/ 185870 w 646825"/>
                <a:gd name="connsiteY23" fmla="*/ 1159823 h 4237816"/>
                <a:gd name="connsiteX24" fmla="*/ 275087 w 646825"/>
                <a:gd name="connsiteY24" fmla="*/ 1070606 h 4237816"/>
                <a:gd name="connsiteX25" fmla="*/ 394043 w 646825"/>
                <a:gd name="connsiteY25" fmla="*/ 921911 h 4237816"/>
                <a:gd name="connsiteX26" fmla="*/ 364304 w 646825"/>
                <a:gd name="connsiteY26" fmla="*/ 832693 h 4237816"/>
                <a:gd name="connsiteX27" fmla="*/ 394043 w 646825"/>
                <a:gd name="connsiteY27" fmla="*/ 788085 h 4237816"/>
                <a:gd name="connsiteX28" fmla="*/ 349434 w 646825"/>
                <a:gd name="connsiteY28" fmla="*/ 743476 h 4237816"/>
                <a:gd name="connsiteX29" fmla="*/ 141261 w 646825"/>
                <a:gd name="connsiteY29" fmla="*/ 594781 h 4237816"/>
                <a:gd name="connsiteX30" fmla="*/ 126392 w 646825"/>
                <a:gd name="connsiteY30" fmla="*/ 624520 h 4237816"/>
                <a:gd name="connsiteX31" fmla="*/ 81783 w 646825"/>
                <a:gd name="connsiteY31" fmla="*/ 654259 h 4237816"/>
                <a:gd name="connsiteX32" fmla="*/ 37174 w 646825"/>
                <a:gd name="connsiteY32" fmla="*/ 698868 h 4237816"/>
                <a:gd name="connsiteX33" fmla="*/ 96652 w 646825"/>
                <a:gd name="connsiteY33" fmla="*/ 788085 h 4237816"/>
                <a:gd name="connsiteX34" fmla="*/ 66913 w 646825"/>
                <a:gd name="connsiteY34" fmla="*/ 1293649 h 4237816"/>
                <a:gd name="connsiteX35" fmla="*/ 96652 w 646825"/>
                <a:gd name="connsiteY35" fmla="*/ 1501822 h 4237816"/>
                <a:gd name="connsiteX36" fmla="*/ 126392 w 646825"/>
                <a:gd name="connsiteY36" fmla="*/ 1739735 h 4237816"/>
                <a:gd name="connsiteX37" fmla="*/ 126392 w 646825"/>
                <a:gd name="connsiteY37" fmla="*/ 1799213 h 4237816"/>
                <a:gd name="connsiteX38" fmla="*/ 185870 w 646825"/>
                <a:gd name="connsiteY38" fmla="*/ 2215560 h 4237816"/>
                <a:gd name="connsiteX39" fmla="*/ 275087 w 646825"/>
                <a:gd name="connsiteY39" fmla="*/ 2334516 h 4237816"/>
                <a:gd name="connsiteX40" fmla="*/ 245348 w 646825"/>
                <a:gd name="connsiteY40" fmla="*/ 2230429 h 4237816"/>
                <a:gd name="connsiteX41" fmla="*/ 200739 w 646825"/>
                <a:gd name="connsiteY41" fmla="*/ 2037126 h 4237816"/>
                <a:gd name="connsiteX42" fmla="*/ 171000 w 646825"/>
                <a:gd name="connsiteY42" fmla="*/ 1769474 h 4237816"/>
                <a:gd name="connsiteX43" fmla="*/ 156131 w 646825"/>
                <a:gd name="connsiteY43" fmla="*/ 1650518 h 4237816"/>
                <a:gd name="connsiteX44" fmla="*/ 141261 w 646825"/>
                <a:gd name="connsiteY44" fmla="*/ 1472083 h 4237816"/>
                <a:gd name="connsiteX45" fmla="*/ 111522 w 646825"/>
                <a:gd name="connsiteY45" fmla="*/ 1308518 h 4237816"/>
                <a:gd name="connsiteX46" fmla="*/ 111522 w 646825"/>
                <a:gd name="connsiteY46" fmla="*/ 1144954 h 4237816"/>
                <a:gd name="connsiteX47" fmla="*/ 111522 w 646825"/>
                <a:gd name="connsiteY47" fmla="*/ 907041 h 4237816"/>
                <a:gd name="connsiteX48" fmla="*/ 0 w 646825"/>
                <a:gd name="connsiteY48" fmla="*/ 0 h 4237816"/>
                <a:gd name="connsiteX49" fmla="*/ 7435 w 646825"/>
                <a:gd name="connsiteY49" fmla="*/ 0 h 4237816"/>
                <a:gd name="connsiteX50" fmla="*/ 52044 w 646825"/>
                <a:gd name="connsiteY50" fmla="*/ 29739 h 4237816"/>
                <a:gd name="connsiteX51" fmla="*/ 111522 w 646825"/>
                <a:gd name="connsiteY51" fmla="*/ 89217 h 4237816"/>
                <a:gd name="connsiteX52" fmla="*/ 141261 w 646825"/>
                <a:gd name="connsiteY52" fmla="*/ 237912 h 4237816"/>
                <a:gd name="connsiteX53" fmla="*/ 141261 w 646825"/>
                <a:gd name="connsiteY53" fmla="*/ 282521 h 4237816"/>
                <a:gd name="connsiteX54" fmla="*/ 156131 w 646825"/>
                <a:gd name="connsiteY54" fmla="*/ 282521 h 4237816"/>
                <a:gd name="connsiteX55" fmla="*/ 156131 w 646825"/>
                <a:gd name="connsiteY55" fmla="*/ 297390 h 4237816"/>
                <a:gd name="connsiteX56" fmla="*/ 156131 w 646825"/>
                <a:gd name="connsiteY56" fmla="*/ 356868 h 4237816"/>
                <a:gd name="connsiteX57" fmla="*/ 156131 w 646825"/>
                <a:gd name="connsiteY57" fmla="*/ 401477 h 4237816"/>
                <a:gd name="connsiteX58" fmla="*/ 141261 w 646825"/>
                <a:gd name="connsiteY58" fmla="*/ 416347 h 4237816"/>
                <a:gd name="connsiteX59" fmla="*/ 111522 w 646825"/>
                <a:gd name="connsiteY59" fmla="*/ 431216 h 4237816"/>
                <a:gd name="connsiteX60" fmla="*/ 111522 w 646825"/>
                <a:gd name="connsiteY60" fmla="*/ 490694 h 4237816"/>
                <a:gd name="connsiteX61" fmla="*/ 111522 w 646825"/>
                <a:gd name="connsiteY61" fmla="*/ 550172 h 4237816"/>
                <a:gd name="connsiteX62" fmla="*/ 141261 w 646825"/>
                <a:gd name="connsiteY62" fmla="*/ 565042 h 4237816"/>
                <a:gd name="connsiteX63" fmla="*/ 275087 w 646825"/>
                <a:gd name="connsiteY63" fmla="*/ 669129 h 4237816"/>
                <a:gd name="connsiteX64" fmla="*/ 364304 w 646825"/>
                <a:gd name="connsiteY64" fmla="*/ 698868 h 4237816"/>
                <a:gd name="connsiteX65" fmla="*/ 468391 w 646825"/>
                <a:gd name="connsiteY65" fmla="*/ 743476 h 4237816"/>
                <a:gd name="connsiteX66" fmla="*/ 572477 w 646825"/>
                <a:gd name="connsiteY66" fmla="*/ 788085 h 4237816"/>
                <a:gd name="connsiteX67" fmla="*/ 572477 w 646825"/>
                <a:gd name="connsiteY67" fmla="*/ 1011128 h 4237816"/>
                <a:gd name="connsiteX68" fmla="*/ 602216 w 646825"/>
                <a:gd name="connsiteY68" fmla="*/ 1040867 h 4237816"/>
                <a:gd name="connsiteX69" fmla="*/ 617086 w 646825"/>
                <a:gd name="connsiteY69" fmla="*/ 1353127 h 4237816"/>
                <a:gd name="connsiteX70" fmla="*/ 646825 w 646825"/>
                <a:gd name="connsiteY70" fmla="*/ 1665387 h 4237816"/>
                <a:gd name="connsiteX71" fmla="*/ 646825 w 646825"/>
                <a:gd name="connsiteY71" fmla="*/ 2170951 h 4237816"/>
                <a:gd name="connsiteX72" fmla="*/ 602216 w 646825"/>
                <a:gd name="connsiteY72" fmla="*/ 2170951 h 4237816"/>
                <a:gd name="connsiteX73" fmla="*/ 557608 w 646825"/>
                <a:gd name="connsiteY73" fmla="*/ 2215560 h 4237816"/>
                <a:gd name="connsiteX74" fmla="*/ 557608 w 646825"/>
                <a:gd name="connsiteY74" fmla="*/ 2260168 h 4237816"/>
                <a:gd name="connsiteX75" fmla="*/ 542738 w 646825"/>
                <a:gd name="connsiteY75" fmla="*/ 2304777 h 4237816"/>
                <a:gd name="connsiteX76" fmla="*/ 527869 w 646825"/>
                <a:gd name="connsiteY76" fmla="*/ 2334516 h 4237816"/>
                <a:gd name="connsiteX77" fmla="*/ 498130 w 646825"/>
                <a:gd name="connsiteY77" fmla="*/ 2379125 h 4237816"/>
                <a:gd name="connsiteX78" fmla="*/ 468391 w 646825"/>
                <a:gd name="connsiteY78" fmla="*/ 2393994 h 4237816"/>
                <a:gd name="connsiteX79" fmla="*/ 438652 w 646825"/>
                <a:gd name="connsiteY79" fmla="*/ 2393994 h 4237816"/>
                <a:gd name="connsiteX80" fmla="*/ 394043 w 646825"/>
                <a:gd name="connsiteY80" fmla="*/ 2393994 h 4237816"/>
                <a:gd name="connsiteX81" fmla="*/ 349434 w 646825"/>
                <a:gd name="connsiteY81" fmla="*/ 2453472 h 4237816"/>
                <a:gd name="connsiteX82" fmla="*/ 349434 w 646825"/>
                <a:gd name="connsiteY82" fmla="*/ 2617037 h 4237816"/>
                <a:gd name="connsiteX83" fmla="*/ 304826 w 646825"/>
                <a:gd name="connsiteY83" fmla="*/ 2914428 h 4237816"/>
                <a:gd name="connsiteX84" fmla="*/ 260217 w 646825"/>
                <a:gd name="connsiteY84" fmla="*/ 3315905 h 4237816"/>
                <a:gd name="connsiteX85" fmla="*/ 245348 w 646825"/>
                <a:gd name="connsiteY85" fmla="*/ 3330775 h 4237816"/>
                <a:gd name="connsiteX86" fmla="*/ 230478 w 646825"/>
                <a:gd name="connsiteY86" fmla="*/ 3419992 h 4237816"/>
                <a:gd name="connsiteX87" fmla="*/ 215609 w 646825"/>
                <a:gd name="connsiteY87" fmla="*/ 3613296 h 4237816"/>
                <a:gd name="connsiteX88" fmla="*/ 200739 w 646825"/>
                <a:gd name="connsiteY88" fmla="*/ 3866078 h 4237816"/>
                <a:gd name="connsiteX89" fmla="*/ 141261 w 646825"/>
                <a:gd name="connsiteY89" fmla="*/ 4059382 h 4237816"/>
                <a:gd name="connsiteX90" fmla="*/ 96652 w 646825"/>
                <a:gd name="connsiteY90" fmla="*/ 4089121 h 4237816"/>
                <a:gd name="connsiteX91" fmla="*/ 126392 w 646825"/>
                <a:gd name="connsiteY91" fmla="*/ 4193208 h 4237816"/>
                <a:gd name="connsiteX92" fmla="*/ 66913 w 646825"/>
                <a:gd name="connsiteY92" fmla="*/ 4237816 h 4237816"/>
                <a:gd name="connsiteX93" fmla="*/ 0 w 646825"/>
                <a:gd name="connsiteY93" fmla="*/ 4237816 h 4237816"/>
                <a:gd name="connsiteX94" fmla="*/ 0 w 646825"/>
                <a:gd name="connsiteY94" fmla="*/ 2743429 h 4237816"/>
                <a:gd name="connsiteX95" fmla="*/ 7435 w 646825"/>
                <a:gd name="connsiteY95" fmla="*/ 2721124 h 4237816"/>
                <a:gd name="connsiteX96" fmla="*/ 22305 w 646825"/>
                <a:gd name="connsiteY96" fmla="*/ 2631907 h 4237816"/>
                <a:gd name="connsiteX97" fmla="*/ 22305 w 646825"/>
                <a:gd name="connsiteY97" fmla="*/ 2527820 h 4237816"/>
                <a:gd name="connsiteX98" fmla="*/ 7435 w 646825"/>
                <a:gd name="connsiteY98" fmla="*/ 2349386 h 4237816"/>
                <a:gd name="connsiteX99" fmla="*/ 7435 w 646825"/>
                <a:gd name="connsiteY99" fmla="*/ 2304777 h 4237816"/>
                <a:gd name="connsiteX100" fmla="*/ 22305 w 646825"/>
                <a:gd name="connsiteY100" fmla="*/ 2289908 h 4237816"/>
                <a:gd name="connsiteX101" fmla="*/ 52044 w 646825"/>
                <a:gd name="connsiteY101" fmla="*/ 2260168 h 4237816"/>
                <a:gd name="connsiteX102" fmla="*/ 81783 w 646825"/>
                <a:gd name="connsiteY102" fmla="*/ 2245299 h 4237816"/>
                <a:gd name="connsiteX103" fmla="*/ 96652 w 646825"/>
                <a:gd name="connsiteY103" fmla="*/ 2260168 h 4237816"/>
                <a:gd name="connsiteX104" fmla="*/ 171000 w 646825"/>
                <a:gd name="connsiteY104" fmla="*/ 2260168 h 4237816"/>
                <a:gd name="connsiteX105" fmla="*/ 171000 w 646825"/>
                <a:gd name="connsiteY105" fmla="*/ 2230429 h 4237816"/>
                <a:gd name="connsiteX106" fmla="*/ 156131 w 646825"/>
                <a:gd name="connsiteY106" fmla="*/ 2215560 h 4237816"/>
                <a:gd name="connsiteX107" fmla="*/ 126392 w 646825"/>
                <a:gd name="connsiteY107" fmla="*/ 2200690 h 4237816"/>
                <a:gd name="connsiteX108" fmla="*/ 37174 w 646825"/>
                <a:gd name="connsiteY108" fmla="*/ 2230429 h 4237816"/>
                <a:gd name="connsiteX109" fmla="*/ 0 w 646825"/>
                <a:gd name="connsiteY109" fmla="*/ 2249016 h 4237816"/>
                <a:gd name="connsiteX110" fmla="*/ 0 w 646825"/>
                <a:gd name="connsiteY110" fmla="*/ 669129 h 4237816"/>
                <a:gd name="connsiteX111" fmla="*/ 7435 w 646825"/>
                <a:gd name="connsiteY111" fmla="*/ 669129 h 4237816"/>
                <a:gd name="connsiteX112" fmla="*/ 37174 w 646825"/>
                <a:gd name="connsiteY112" fmla="*/ 639390 h 4237816"/>
                <a:gd name="connsiteX113" fmla="*/ 66913 w 646825"/>
                <a:gd name="connsiteY113" fmla="*/ 609650 h 4237816"/>
                <a:gd name="connsiteX114" fmla="*/ 96652 w 646825"/>
                <a:gd name="connsiteY114" fmla="*/ 579911 h 4237816"/>
                <a:gd name="connsiteX115" fmla="*/ 66913 w 646825"/>
                <a:gd name="connsiteY115" fmla="*/ 535303 h 4237816"/>
                <a:gd name="connsiteX116" fmla="*/ 52044 w 646825"/>
                <a:gd name="connsiteY116" fmla="*/ 565042 h 4237816"/>
                <a:gd name="connsiteX117" fmla="*/ 22305 w 646825"/>
                <a:gd name="connsiteY117" fmla="*/ 594781 h 4237816"/>
                <a:gd name="connsiteX118" fmla="*/ 0 w 646825"/>
                <a:gd name="connsiteY118" fmla="*/ 605933 h 4237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646825" h="4237816">
                  <a:moveTo>
                    <a:pt x="498130" y="907041"/>
                  </a:moveTo>
                  <a:lnTo>
                    <a:pt x="483260" y="936780"/>
                  </a:lnTo>
                  <a:lnTo>
                    <a:pt x="468391" y="981389"/>
                  </a:lnTo>
                  <a:lnTo>
                    <a:pt x="455872" y="1031477"/>
                  </a:lnTo>
                  <a:lnTo>
                    <a:pt x="453521" y="1085476"/>
                  </a:lnTo>
                  <a:lnTo>
                    <a:pt x="438652" y="1085476"/>
                  </a:lnTo>
                  <a:lnTo>
                    <a:pt x="423782" y="1144954"/>
                  </a:lnTo>
                  <a:lnTo>
                    <a:pt x="394043" y="1234171"/>
                  </a:lnTo>
                  <a:lnTo>
                    <a:pt x="364304" y="1353127"/>
                  </a:lnTo>
                  <a:lnTo>
                    <a:pt x="394043" y="1724865"/>
                  </a:lnTo>
                  <a:lnTo>
                    <a:pt x="394043" y="2066865"/>
                  </a:lnTo>
                  <a:lnTo>
                    <a:pt x="408912" y="2081734"/>
                  </a:lnTo>
                  <a:lnTo>
                    <a:pt x="423782" y="2126343"/>
                  </a:lnTo>
                  <a:lnTo>
                    <a:pt x="438652" y="1784343"/>
                  </a:lnTo>
                  <a:close/>
                  <a:moveTo>
                    <a:pt x="319695" y="728607"/>
                  </a:moveTo>
                  <a:lnTo>
                    <a:pt x="334565" y="788085"/>
                  </a:lnTo>
                  <a:lnTo>
                    <a:pt x="349434" y="788085"/>
                  </a:lnTo>
                  <a:lnTo>
                    <a:pt x="334565" y="802954"/>
                  </a:lnTo>
                  <a:lnTo>
                    <a:pt x="289956" y="802954"/>
                  </a:lnTo>
                  <a:lnTo>
                    <a:pt x="319695" y="847563"/>
                  </a:lnTo>
                  <a:lnTo>
                    <a:pt x="364304" y="892172"/>
                  </a:lnTo>
                  <a:lnTo>
                    <a:pt x="304826" y="966519"/>
                  </a:lnTo>
                  <a:lnTo>
                    <a:pt x="141261" y="1204432"/>
                  </a:lnTo>
                  <a:lnTo>
                    <a:pt x="185870" y="1159823"/>
                  </a:lnTo>
                  <a:lnTo>
                    <a:pt x="275087" y="1070606"/>
                  </a:lnTo>
                  <a:lnTo>
                    <a:pt x="394043" y="921911"/>
                  </a:lnTo>
                  <a:lnTo>
                    <a:pt x="364304" y="832693"/>
                  </a:lnTo>
                  <a:lnTo>
                    <a:pt x="394043" y="788085"/>
                  </a:lnTo>
                  <a:lnTo>
                    <a:pt x="349434" y="743476"/>
                  </a:lnTo>
                  <a:close/>
                  <a:moveTo>
                    <a:pt x="141261" y="594781"/>
                  </a:moveTo>
                  <a:lnTo>
                    <a:pt x="126392" y="624520"/>
                  </a:lnTo>
                  <a:lnTo>
                    <a:pt x="81783" y="654259"/>
                  </a:lnTo>
                  <a:lnTo>
                    <a:pt x="37174" y="698868"/>
                  </a:lnTo>
                  <a:lnTo>
                    <a:pt x="96652" y="788085"/>
                  </a:lnTo>
                  <a:lnTo>
                    <a:pt x="66913" y="1293649"/>
                  </a:lnTo>
                  <a:lnTo>
                    <a:pt x="96652" y="1501822"/>
                  </a:lnTo>
                  <a:lnTo>
                    <a:pt x="126392" y="1739735"/>
                  </a:lnTo>
                  <a:lnTo>
                    <a:pt x="126392" y="1799213"/>
                  </a:lnTo>
                  <a:lnTo>
                    <a:pt x="185870" y="2215560"/>
                  </a:lnTo>
                  <a:lnTo>
                    <a:pt x="275087" y="2334516"/>
                  </a:lnTo>
                  <a:lnTo>
                    <a:pt x="245348" y="2230429"/>
                  </a:lnTo>
                  <a:lnTo>
                    <a:pt x="200739" y="2037126"/>
                  </a:lnTo>
                  <a:lnTo>
                    <a:pt x="171000" y="1769474"/>
                  </a:lnTo>
                  <a:lnTo>
                    <a:pt x="156131" y="1650518"/>
                  </a:lnTo>
                  <a:lnTo>
                    <a:pt x="141261" y="1472083"/>
                  </a:lnTo>
                  <a:lnTo>
                    <a:pt x="111522" y="1308518"/>
                  </a:lnTo>
                  <a:lnTo>
                    <a:pt x="111522" y="1144954"/>
                  </a:lnTo>
                  <a:lnTo>
                    <a:pt x="111522" y="907041"/>
                  </a:lnTo>
                  <a:close/>
                  <a:moveTo>
                    <a:pt x="0" y="0"/>
                  </a:moveTo>
                  <a:lnTo>
                    <a:pt x="7435" y="0"/>
                  </a:lnTo>
                  <a:lnTo>
                    <a:pt x="52044" y="29739"/>
                  </a:lnTo>
                  <a:lnTo>
                    <a:pt x="111522" y="89217"/>
                  </a:lnTo>
                  <a:lnTo>
                    <a:pt x="141261" y="237912"/>
                  </a:lnTo>
                  <a:lnTo>
                    <a:pt x="141261" y="282521"/>
                  </a:lnTo>
                  <a:lnTo>
                    <a:pt x="156131" y="282521"/>
                  </a:lnTo>
                  <a:lnTo>
                    <a:pt x="156131" y="297390"/>
                  </a:lnTo>
                  <a:lnTo>
                    <a:pt x="156131" y="356868"/>
                  </a:lnTo>
                  <a:lnTo>
                    <a:pt x="156131" y="401477"/>
                  </a:lnTo>
                  <a:lnTo>
                    <a:pt x="141261" y="416347"/>
                  </a:lnTo>
                  <a:lnTo>
                    <a:pt x="111522" y="431216"/>
                  </a:lnTo>
                  <a:lnTo>
                    <a:pt x="111522" y="490694"/>
                  </a:lnTo>
                  <a:lnTo>
                    <a:pt x="111522" y="550172"/>
                  </a:lnTo>
                  <a:lnTo>
                    <a:pt x="141261" y="565042"/>
                  </a:lnTo>
                  <a:lnTo>
                    <a:pt x="275087" y="669129"/>
                  </a:lnTo>
                  <a:lnTo>
                    <a:pt x="364304" y="698868"/>
                  </a:lnTo>
                  <a:lnTo>
                    <a:pt x="468391" y="743476"/>
                  </a:lnTo>
                  <a:lnTo>
                    <a:pt x="572477" y="788085"/>
                  </a:lnTo>
                  <a:lnTo>
                    <a:pt x="572477" y="1011128"/>
                  </a:lnTo>
                  <a:lnTo>
                    <a:pt x="602216" y="1040867"/>
                  </a:lnTo>
                  <a:lnTo>
                    <a:pt x="617086" y="1353127"/>
                  </a:lnTo>
                  <a:lnTo>
                    <a:pt x="646825" y="1665387"/>
                  </a:lnTo>
                  <a:lnTo>
                    <a:pt x="646825" y="2170951"/>
                  </a:lnTo>
                  <a:lnTo>
                    <a:pt x="602216" y="2170951"/>
                  </a:lnTo>
                  <a:lnTo>
                    <a:pt x="557608" y="2215560"/>
                  </a:lnTo>
                  <a:lnTo>
                    <a:pt x="557608" y="2260168"/>
                  </a:lnTo>
                  <a:lnTo>
                    <a:pt x="542738" y="2304777"/>
                  </a:lnTo>
                  <a:lnTo>
                    <a:pt x="527869" y="2334516"/>
                  </a:lnTo>
                  <a:lnTo>
                    <a:pt x="498130" y="2379125"/>
                  </a:lnTo>
                  <a:lnTo>
                    <a:pt x="468391" y="2393994"/>
                  </a:lnTo>
                  <a:lnTo>
                    <a:pt x="438652" y="2393994"/>
                  </a:lnTo>
                  <a:lnTo>
                    <a:pt x="394043" y="2393994"/>
                  </a:lnTo>
                  <a:lnTo>
                    <a:pt x="349434" y="2453472"/>
                  </a:lnTo>
                  <a:lnTo>
                    <a:pt x="349434" y="2617037"/>
                  </a:lnTo>
                  <a:lnTo>
                    <a:pt x="304826" y="2914428"/>
                  </a:lnTo>
                  <a:lnTo>
                    <a:pt x="260217" y="3315905"/>
                  </a:lnTo>
                  <a:lnTo>
                    <a:pt x="245348" y="3330775"/>
                  </a:lnTo>
                  <a:lnTo>
                    <a:pt x="230478" y="3419992"/>
                  </a:lnTo>
                  <a:lnTo>
                    <a:pt x="215609" y="3613296"/>
                  </a:lnTo>
                  <a:lnTo>
                    <a:pt x="200739" y="3866078"/>
                  </a:lnTo>
                  <a:lnTo>
                    <a:pt x="141261" y="4059382"/>
                  </a:lnTo>
                  <a:lnTo>
                    <a:pt x="96652" y="4089121"/>
                  </a:lnTo>
                  <a:lnTo>
                    <a:pt x="126392" y="4193208"/>
                  </a:lnTo>
                  <a:lnTo>
                    <a:pt x="66913" y="4237816"/>
                  </a:lnTo>
                  <a:lnTo>
                    <a:pt x="0" y="4237816"/>
                  </a:lnTo>
                  <a:lnTo>
                    <a:pt x="0" y="2743429"/>
                  </a:lnTo>
                  <a:lnTo>
                    <a:pt x="7435" y="2721124"/>
                  </a:lnTo>
                  <a:lnTo>
                    <a:pt x="22305" y="2631907"/>
                  </a:lnTo>
                  <a:lnTo>
                    <a:pt x="22305" y="2527820"/>
                  </a:lnTo>
                  <a:lnTo>
                    <a:pt x="7435" y="2349386"/>
                  </a:lnTo>
                  <a:lnTo>
                    <a:pt x="7435" y="2304777"/>
                  </a:lnTo>
                  <a:lnTo>
                    <a:pt x="22305" y="2289908"/>
                  </a:lnTo>
                  <a:lnTo>
                    <a:pt x="52044" y="2260168"/>
                  </a:lnTo>
                  <a:lnTo>
                    <a:pt x="81783" y="2245299"/>
                  </a:lnTo>
                  <a:lnTo>
                    <a:pt x="96652" y="2260168"/>
                  </a:lnTo>
                  <a:lnTo>
                    <a:pt x="171000" y="2260168"/>
                  </a:lnTo>
                  <a:lnTo>
                    <a:pt x="171000" y="2230429"/>
                  </a:lnTo>
                  <a:lnTo>
                    <a:pt x="156131" y="2215560"/>
                  </a:lnTo>
                  <a:lnTo>
                    <a:pt x="126392" y="2200690"/>
                  </a:lnTo>
                  <a:lnTo>
                    <a:pt x="37174" y="2230429"/>
                  </a:lnTo>
                  <a:lnTo>
                    <a:pt x="0" y="2249016"/>
                  </a:lnTo>
                  <a:lnTo>
                    <a:pt x="0" y="669129"/>
                  </a:lnTo>
                  <a:lnTo>
                    <a:pt x="7435" y="669129"/>
                  </a:lnTo>
                  <a:lnTo>
                    <a:pt x="37174" y="639390"/>
                  </a:lnTo>
                  <a:lnTo>
                    <a:pt x="66913" y="609650"/>
                  </a:lnTo>
                  <a:lnTo>
                    <a:pt x="96652" y="579911"/>
                  </a:lnTo>
                  <a:lnTo>
                    <a:pt x="66913" y="535303"/>
                  </a:lnTo>
                  <a:lnTo>
                    <a:pt x="52044" y="565042"/>
                  </a:lnTo>
                  <a:lnTo>
                    <a:pt x="22305" y="594781"/>
                  </a:lnTo>
                  <a:lnTo>
                    <a:pt x="0" y="605933"/>
                  </a:lnTo>
                  <a:close/>
                </a:path>
              </a:pathLst>
            </a:custGeom>
            <a:solidFill>
              <a:srgbClr val="E7E6E6">
                <a:lumMod val="25000"/>
              </a:srgbClr>
            </a:solidFill>
            <a:ln>
              <a:noFill/>
            </a:ln>
          </p:spPr>
          <p:txBody>
            <a:bodyPr vert="horz" wrap="square" lIns="91440" tIns="45720" rIns="91440" bIns="45720" numCol="1" anchor="t" anchorCtr="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Roboto Lt"/>
                <a:cs typeface="+mn-cs"/>
              </a:endParaRPr>
            </a:p>
          </p:txBody>
        </p:sp>
        <p:sp>
          <p:nvSpPr>
            <p:cNvPr id="34" name="Freeform 33"/>
            <p:cNvSpPr>
              <a:spLocks/>
            </p:cNvSpPr>
            <p:nvPr/>
          </p:nvSpPr>
          <p:spPr bwMode="auto">
            <a:xfrm>
              <a:off x="7897842" y="1905789"/>
              <a:ext cx="646824" cy="4252686"/>
            </a:xfrm>
            <a:custGeom>
              <a:avLst/>
              <a:gdLst>
                <a:gd name="connsiteX0" fmla="*/ 208174 w 646824"/>
                <a:gd name="connsiteY0" fmla="*/ 1070606 h 4252686"/>
                <a:gd name="connsiteX1" fmla="*/ 193304 w 646824"/>
                <a:gd name="connsiteY1" fmla="*/ 1427475 h 4252686"/>
                <a:gd name="connsiteX2" fmla="*/ 133826 w 646824"/>
                <a:gd name="connsiteY2" fmla="*/ 1486953 h 4252686"/>
                <a:gd name="connsiteX3" fmla="*/ 193304 w 646824"/>
                <a:gd name="connsiteY3" fmla="*/ 1561301 h 4252686"/>
                <a:gd name="connsiteX4" fmla="*/ 208174 w 646824"/>
                <a:gd name="connsiteY4" fmla="*/ 1605910 h 4252686"/>
                <a:gd name="connsiteX5" fmla="*/ 223043 w 646824"/>
                <a:gd name="connsiteY5" fmla="*/ 1620779 h 4252686"/>
                <a:gd name="connsiteX6" fmla="*/ 223043 w 646824"/>
                <a:gd name="connsiteY6" fmla="*/ 1605910 h 4252686"/>
                <a:gd name="connsiteX7" fmla="*/ 237913 w 646824"/>
                <a:gd name="connsiteY7" fmla="*/ 1546431 h 4252686"/>
                <a:gd name="connsiteX8" fmla="*/ 237913 w 646824"/>
                <a:gd name="connsiteY8" fmla="*/ 1472084 h 4252686"/>
                <a:gd name="connsiteX9" fmla="*/ 223043 w 646824"/>
                <a:gd name="connsiteY9" fmla="*/ 1204432 h 4252686"/>
                <a:gd name="connsiteX10" fmla="*/ 446086 w 646824"/>
                <a:gd name="connsiteY10" fmla="*/ 654260 h 4252686"/>
                <a:gd name="connsiteX11" fmla="*/ 297391 w 646824"/>
                <a:gd name="connsiteY11" fmla="*/ 802955 h 4252686"/>
                <a:gd name="connsiteX12" fmla="*/ 371738 w 646824"/>
                <a:gd name="connsiteY12" fmla="*/ 847563 h 4252686"/>
                <a:gd name="connsiteX13" fmla="*/ 297391 w 646824"/>
                <a:gd name="connsiteY13" fmla="*/ 907042 h 4252686"/>
                <a:gd name="connsiteX14" fmla="*/ 401478 w 646824"/>
                <a:gd name="connsiteY14" fmla="*/ 1115215 h 4252686"/>
                <a:gd name="connsiteX15" fmla="*/ 505564 w 646824"/>
                <a:gd name="connsiteY15" fmla="*/ 1308519 h 4252686"/>
                <a:gd name="connsiteX16" fmla="*/ 490695 w 646824"/>
                <a:gd name="connsiteY16" fmla="*/ 1412606 h 4252686"/>
                <a:gd name="connsiteX17" fmla="*/ 475825 w 646824"/>
                <a:gd name="connsiteY17" fmla="*/ 1472084 h 4252686"/>
                <a:gd name="connsiteX18" fmla="*/ 446086 w 646824"/>
                <a:gd name="connsiteY18" fmla="*/ 1516692 h 4252686"/>
                <a:gd name="connsiteX19" fmla="*/ 446086 w 646824"/>
                <a:gd name="connsiteY19" fmla="*/ 1576171 h 4252686"/>
                <a:gd name="connsiteX20" fmla="*/ 446086 w 646824"/>
                <a:gd name="connsiteY20" fmla="*/ 1695127 h 4252686"/>
                <a:gd name="connsiteX21" fmla="*/ 446086 w 646824"/>
                <a:gd name="connsiteY21" fmla="*/ 1873561 h 4252686"/>
                <a:gd name="connsiteX22" fmla="*/ 416347 w 646824"/>
                <a:gd name="connsiteY22" fmla="*/ 1947909 h 4252686"/>
                <a:gd name="connsiteX23" fmla="*/ 401478 w 646824"/>
                <a:gd name="connsiteY23" fmla="*/ 2037126 h 4252686"/>
                <a:gd name="connsiteX24" fmla="*/ 401478 w 646824"/>
                <a:gd name="connsiteY24" fmla="*/ 2141213 h 4252686"/>
                <a:gd name="connsiteX25" fmla="*/ 386608 w 646824"/>
                <a:gd name="connsiteY25" fmla="*/ 2245299 h 4252686"/>
                <a:gd name="connsiteX26" fmla="*/ 297391 w 646824"/>
                <a:gd name="connsiteY26" fmla="*/ 2438603 h 4252686"/>
                <a:gd name="connsiteX27" fmla="*/ 356869 w 646824"/>
                <a:gd name="connsiteY27" fmla="*/ 2408864 h 4252686"/>
                <a:gd name="connsiteX28" fmla="*/ 371738 w 646824"/>
                <a:gd name="connsiteY28" fmla="*/ 2393995 h 4252686"/>
                <a:gd name="connsiteX29" fmla="*/ 386608 w 646824"/>
                <a:gd name="connsiteY29" fmla="*/ 2364256 h 4252686"/>
                <a:gd name="connsiteX30" fmla="*/ 416347 w 646824"/>
                <a:gd name="connsiteY30" fmla="*/ 2245299 h 4252686"/>
                <a:gd name="connsiteX31" fmla="*/ 475825 w 646824"/>
                <a:gd name="connsiteY31" fmla="*/ 1888431 h 4252686"/>
                <a:gd name="connsiteX32" fmla="*/ 520434 w 646824"/>
                <a:gd name="connsiteY32" fmla="*/ 1397736 h 4252686"/>
                <a:gd name="connsiteX33" fmla="*/ 565042 w 646824"/>
                <a:gd name="connsiteY33" fmla="*/ 817824 h 4252686"/>
                <a:gd name="connsiteX34" fmla="*/ 594781 w 646824"/>
                <a:gd name="connsiteY34" fmla="*/ 713738 h 4252686"/>
                <a:gd name="connsiteX35" fmla="*/ 520434 w 646824"/>
                <a:gd name="connsiteY35" fmla="*/ 669129 h 4252686"/>
                <a:gd name="connsiteX36" fmla="*/ 550173 w 646824"/>
                <a:gd name="connsiteY36" fmla="*/ 758346 h 4252686"/>
                <a:gd name="connsiteX37" fmla="*/ 535303 w 646824"/>
                <a:gd name="connsiteY37" fmla="*/ 847563 h 4252686"/>
                <a:gd name="connsiteX38" fmla="*/ 520434 w 646824"/>
                <a:gd name="connsiteY38" fmla="*/ 981389 h 4252686"/>
                <a:gd name="connsiteX39" fmla="*/ 520434 w 646824"/>
                <a:gd name="connsiteY39" fmla="*/ 1040867 h 4252686"/>
                <a:gd name="connsiteX40" fmla="*/ 520434 w 646824"/>
                <a:gd name="connsiteY40" fmla="*/ 1115215 h 4252686"/>
                <a:gd name="connsiteX41" fmla="*/ 505564 w 646824"/>
                <a:gd name="connsiteY41" fmla="*/ 1219302 h 4252686"/>
                <a:gd name="connsiteX42" fmla="*/ 431217 w 646824"/>
                <a:gd name="connsiteY42" fmla="*/ 1070606 h 4252686"/>
                <a:gd name="connsiteX43" fmla="*/ 356869 w 646824"/>
                <a:gd name="connsiteY43" fmla="*/ 921911 h 4252686"/>
                <a:gd name="connsiteX44" fmla="*/ 386608 w 646824"/>
                <a:gd name="connsiteY44" fmla="*/ 877303 h 4252686"/>
                <a:gd name="connsiteX45" fmla="*/ 416347 w 646824"/>
                <a:gd name="connsiteY45" fmla="*/ 847563 h 4252686"/>
                <a:gd name="connsiteX46" fmla="*/ 416347 w 646824"/>
                <a:gd name="connsiteY46" fmla="*/ 832694 h 4252686"/>
                <a:gd name="connsiteX47" fmla="*/ 386608 w 646824"/>
                <a:gd name="connsiteY47" fmla="*/ 802955 h 4252686"/>
                <a:gd name="connsiteX48" fmla="*/ 371738 w 646824"/>
                <a:gd name="connsiteY48" fmla="*/ 773216 h 4252686"/>
                <a:gd name="connsiteX49" fmla="*/ 520434 w 646824"/>
                <a:gd name="connsiteY49" fmla="*/ 0 h 4252686"/>
                <a:gd name="connsiteX50" fmla="*/ 550173 w 646824"/>
                <a:gd name="connsiteY50" fmla="*/ 0 h 4252686"/>
                <a:gd name="connsiteX51" fmla="*/ 609651 w 646824"/>
                <a:gd name="connsiteY51" fmla="*/ 14870 h 4252686"/>
                <a:gd name="connsiteX52" fmla="*/ 646824 w 646824"/>
                <a:gd name="connsiteY52" fmla="*/ 14870 h 4252686"/>
                <a:gd name="connsiteX53" fmla="*/ 646824 w 646824"/>
                <a:gd name="connsiteY53" fmla="*/ 620803 h 4252686"/>
                <a:gd name="connsiteX54" fmla="*/ 639390 w 646824"/>
                <a:gd name="connsiteY54" fmla="*/ 624520 h 4252686"/>
                <a:gd name="connsiteX55" fmla="*/ 579912 w 646824"/>
                <a:gd name="connsiteY55" fmla="*/ 639390 h 4252686"/>
                <a:gd name="connsiteX56" fmla="*/ 550173 w 646824"/>
                <a:gd name="connsiteY56" fmla="*/ 639390 h 4252686"/>
                <a:gd name="connsiteX57" fmla="*/ 505564 w 646824"/>
                <a:gd name="connsiteY57" fmla="*/ 609651 h 4252686"/>
                <a:gd name="connsiteX58" fmla="*/ 550173 w 646824"/>
                <a:gd name="connsiteY58" fmla="*/ 654260 h 4252686"/>
                <a:gd name="connsiteX59" fmla="*/ 579912 w 646824"/>
                <a:gd name="connsiteY59" fmla="*/ 669129 h 4252686"/>
                <a:gd name="connsiteX60" fmla="*/ 609651 w 646824"/>
                <a:gd name="connsiteY60" fmla="*/ 683999 h 4252686"/>
                <a:gd name="connsiteX61" fmla="*/ 646824 w 646824"/>
                <a:gd name="connsiteY61" fmla="*/ 683999 h 4252686"/>
                <a:gd name="connsiteX62" fmla="*/ 646824 w 646824"/>
                <a:gd name="connsiteY62" fmla="*/ 2263886 h 4252686"/>
                <a:gd name="connsiteX63" fmla="*/ 624520 w 646824"/>
                <a:gd name="connsiteY63" fmla="*/ 2275038 h 4252686"/>
                <a:gd name="connsiteX64" fmla="*/ 550173 w 646824"/>
                <a:gd name="connsiteY64" fmla="*/ 2230430 h 4252686"/>
                <a:gd name="connsiteX65" fmla="*/ 609651 w 646824"/>
                <a:gd name="connsiteY65" fmla="*/ 2334517 h 4252686"/>
                <a:gd name="connsiteX66" fmla="*/ 609651 w 646824"/>
                <a:gd name="connsiteY66" fmla="*/ 2572429 h 4252686"/>
                <a:gd name="connsiteX67" fmla="*/ 609651 w 646824"/>
                <a:gd name="connsiteY67" fmla="*/ 2587299 h 4252686"/>
                <a:gd name="connsiteX68" fmla="*/ 609651 w 646824"/>
                <a:gd name="connsiteY68" fmla="*/ 2631907 h 4252686"/>
                <a:gd name="connsiteX69" fmla="*/ 594781 w 646824"/>
                <a:gd name="connsiteY69" fmla="*/ 2691385 h 4252686"/>
                <a:gd name="connsiteX70" fmla="*/ 565042 w 646824"/>
                <a:gd name="connsiteY70" fmla="*/ 2750863 h 4252686"/>
                <a:gd name="connsiteX71" fmla="*/ 535303 w 646824"/>
                <a:gd name="connsiteY71" fmla="*/ 2780603 h 4252686"/>
                <a:gd name="connsiteX72" fmla="*/ 535303 w 646824"/>
                <a:gd name="connsiteY72" fmla="*/ 2825211 h 4252686"/>
                <a:gd name="connsiteX73" fmla="*/ 535303 w 646824"/>
                <a:gd name="connsiteY73" fmla="*/ 2884689 h 4252686"/>
                <a:gd name="connsiteX74" fmla="*/ 535303 w 646824"/>
                <a:gd name="connsiteY74" fmla="*/ 2914428 h 4252686"/>
                <a:gd name="connsiteX75" fmla="*/ 579912 w 646824"/>
                <a:gd name="connsiteY75" fmla="*/ 3048254 h 4252686"/>
                <a:gd name="connsiteX76" fmla="*/ 579912 w 646824"/>
                <a:gd name="connsiteY76" fmla="*/ 3137471 h 4252686"/>
                <a:gd name="connsiteX77" fmla="*/ 579912 w 646824"/>
                <a:gd name="connsiteY77" fmla="*/ 3286167 h 4252686"/>
                <a:gd name="connsiteX78" fmla="*/ 550173 w 646824"/>
                <a:gd name="connsiteY78" fmla="*/ 3449731 h 4252686"/>
                <a:gd name="connsiteX79" fmla="*/ 639390 w 646824"/>
                <a:gd name="connsiteY79" fmla="*/ 3196949 h 4252686"/>
                <a:gd name="connsiteX80" fmla="*/ 624520 w 646824"/>
                <a:gd name="connsiteY80" fmla="*/ 3018515 h 4252686"/>
                <a:gd name="connsiteX81" fmla="*/ 624520 w 646824"/>
                <a:gd name="connsiteY81" fmla="*/ 2914428 h 4252686"/>
                <a:gd name="connsiteX82" fmla="*/ 624520 w 646824"/>
                <a:gd name="connsiteY82" fmla="*/ 2825211 h 4252686"/>
                <a:gd name="connsiteX83" fmla="*/ 646824 w 646824"/>
                <a:gd name="connsiteY83" fmla="*/ 2758299 h 4252686"/>
                <a:gd name="connsiteX84" fmla="*/ 646824 w 646824"/>
                <a:gd name="connsiteY84" fmla="*/ 4252686 h 4252686"/>
                <a:gd name="connsiteX85" fmla="*/ 624520 w 646824"/>
                <a:gd name="connsiteY85" fmla="*/ 4252686 h 4252686"/>
                <a:gd name="connsiteX86" fmla="*/ 565042 w 646824"/>
                <a:gd name="connsiteY86" fmla="*/ 4237817 h 4252686"/>
                <a:gd name="connsiteX87" fmla="*/ 520434 w 646824"/>
                <a:gd name="connsiteY87" fmla="*/ 4222947 h 4252686"/>
                <a:gd name="connsiteX88" fmla="*/ 505564 w 646824"/>
                <a:gd name="connsiteY88" fmla="*/ 4208078 h 4252686"/>
                <a:gd name="connsiteX89" fmla="*/ 535303 w 646824"/>
                <a:gd name="connsiteY89" fmla="*/ 4133730 h 4252686"/>
                <a:gd name="connsiteX90" fmla="*/ 535303 w 646824"/>
                <a:gd name="connsiteY90" fmla="*/ 4089121 h 4252686"/>
                <a:gd name="connsiteX91" fmla="*/ 535303 w 646824"/>
                <a:gd name="connsiteY91" fmla="*/ 4074252 h 4252686"/>
                <a:gd name="connsiteX92" fmla="*/ 520434 w 646824"/>
                <a:gd name="connsiteY92" fmla="*/ 4044513 h 4252686"/>
                <a:gd name="connsiteX93" fmla="*/ 490695 w 646824"/>
                <a:gd name="connsiteY93" fmla="*/ 3970165 h 4252686"/>
                <a:gd name="connsiteX94" fmla="*/ 475825 w 646824"/>
                <a:gd name="connsiteY94" fmla="*/ 3895817 h 4252686"/>
                <a:gd name="connsiteX95" fmla="*/ 520434 w 646824"/>
                <a:gd name="connsiteY95" fmla="*/ 3643035 h 4252686"/>
                <a:gd name="connsiteX96" fmla="*/ 490695 w 646824"/>
                <a:gd name="connsiteY96" fmla="*/ 3568688 h 4252686"/>
                <a:gd name="connsiteX97" fmla="*/ 475825 w 646824"/>
                <a:gd name="connsiteY97" fmla="*/ 3449731 h 4252686"/>
                <a:gd name="connsiteX98" fmla="*/ 446086 w 646824"/>
                <a:gd name="connsiteY98" fmla="*/ 3390253 h 4252686"/>
                <a:gd name="connsiteX99" fmla="*/ 401478 w 646824"/>
                <a:gd name="connsiteY99" fmla="*/ 3286167 h 4252686"/>
                <a:gd name="connsiteX100" fmla="*/ 371738 w 646824"/>
                <a:gd name="connsiteY100" fmla="*/ 3167210 h 4252686"/>
                <a:gd name="connsiteX101" fmla="*/ 341999 w 646824"/>
                <a:gd name="connsiteY101" fmla="*/ 3063124 h 4252686"/>
                <a:gd name="connsiteX102" fmla="*/ 312260 w 646824"/>
                <a:gd name="connsiteY102" fmla="*/ 3003645 h 4252686"/>
                <a:gd name="connsiteX103" fmla="*/ 297391 w 646824"/>
                <a:gd name="connsiteY103" fmla="*/ 2988776 h 4252686"/>
                <a:gd name="connsiteX104" fmla="*/ 282521 w 646824"/>
                <a:gd name="connsiteY104" fmla="*/ 2944167 h 4252686"/>
                <a:gd name="connsiteX105" fmla="*/ 267652 w 646824"/>
                <a:gd name="connsiteY105" fmla="*/ 2825211 h 4252686"/>
                <a:gd name="connsiteX106" fmla="*/ 267652 w 646824"/>
                <a:gd name="connsiteY106" fmla="*/ 2676516 h 4252686"/>
                <a:gd name="connsiteX107" fmla="*/ 223043 w 646824"/>
                <a:gd name="connsiteY107" fmla="*/ 2423734 h 4252686"/>
                <a:gd name="connsiteX108" fmla="*/ 223043 w 646824"/>
                <a:gd name="connsiteY108" fmla="*/ 2408864 h 4252686"/>
                <a:gd name="connsiteX109" fmla="*/ 148696 w 646824"/>
                <a:gd name="connsiteY109" fmla="*/ 2364256 h 4252686"/>
                <a:gd name="connsiteX110" fmla="*/ 118956 w 646824"/>
                <a:gd name="connsiteY110" fmla="*/ 2319647 h 4252686"/>
                <a:gd name="connsiteX111" fmla="*/ 89217 w 646824"/>
                <a:gd name="connsiteY111" fmla="*/ 2275038 h 4252686"/>
                <a:gd name="connsiteX112" fmla="*/ 89217 w 646824"/>
                <a:gd name="connsiteY112" fmla="*/ 2200691 h 4252686"/>
                <a:gd name="connsiteX113" fmla="*/ 44609 w 646824"/>
                <a:gd name="connsiteY113" fmla="*/ 2200691 h 4252686"/>
                <a:gd name="connsiteX114" fmla="*/ 29739 w 646824"/>
                <a:gd name="connsiteY114" fmla="*/ 1918170 h 4252686"/>
                <a:gd name="connsiteX115" fmla="*/ 0 w 646824"/>
                <a:gd name="connsiteY115" fmla="*/ 1680257 h 4252686"/>
                <a:gd name="connsiteX116" fmla="*/ 14870 w 646824"/>
                <a:gd name="connsiteY116" fmla="*/ 1620779 h 4252686"/>
                <a:gd name="connsiteX117" fmla="*/ 29739 w 646824"/>
                <a:gd name="connsiteY117" fmla="*/ 1531562 h 4252686"/>
                <a:gd name="connsiteX118" fmla="*/ 14870 w 646824"/>
                <a:gd name="connsiteY118" fmla="*/ 1412606 h 4252686"/>
                <a:gd name="connsiteX119" fmla="*/ 14870 w 646824"/>
                <a:gd name="connsiteY119" fmla="*/ 1338258 h 4252686"/>
                <a:gd name="connsiteX120" fmla="*/ 14870 w 646824"/>
                <a:gd name="connsiteY120" fmla="*/ 1249041 h 4252686"/>
                <a:gd name="connsiteX121" fmla="*/ 44609 w 646824"/>
                <a:gd name="connsiteY121" fmla="*/ 1040867 h 4252686"/>
                <a:gd name="connsiteX122" fmla="*/ 74348 w 646824"/>
                <a:gd name="connsiteY122" fmla="*/ 788085 h 4252686"/>
                <a:gd name="connsiteX123" fmla="*/ 386608 w 646824"/>
                <a:gd name="connsiteY123" fmla="*/ 669129 h 4252686"/>
                <a:gd name="connsiteX124" fmla="*/ 490695 w 646824"/>
                <a:gd name="connsiteY124" fmla="*/ 594781 h 4252686"/>
                <a:gd name="connsiteX125" fmla="*/ 490695 w 646824"/>
                <a:gd name="connsiteY125" fmla="*/ 579912 h 4252686"/>
                <a:gd name="connsiteX126" fmla="*/ 490695 w 646824"/>
                <a:gd name="connsiteY126" fmla="*/ 565042 h 4252686"/>
                <a:gd name="connsiteX127" fmla="*/ 460956 w 646824"/>
                <a:gd name="connsiteY127" fmla="*/ 520434 h 4252686"/>
                <a:gd name="connsiteX128" fmla="*/ 431217 w 646824"/>
                <a:gd name="connsiteY128" fmla="*/ 475825 h 4252686"/>
                <a:gd name="connsiteX129" fmla="*/ 416347 w 646824"/>
                <a:gd name="connsiteY129" fmla="*/ 460956 h 4252686"/>
                <a:gd name="connsiteX130" fmla="*/ 401478 w 646824"/>
                <a:gd name="connsiteY130" fmla="*/ 460956 h 4252686"/>
                <a:gd name="connsiteX131" fmla="*/ 386608 w 646824"/>
                <a:gd name="connsiteY131" fmla="*/ 416347 h 4252686"/>
                <a:gd name="connsiteX132" fmla="*/ 356869 w 646824"/>
                <a:gd name="connsiteY132" fmla="*/ 356869 h 4252686"/>
                <a:gd name="connsiteX133" fmla="*/ 386608 w 646824"/>
                <a:gd name="connsiteY133" fmla="*/ 341999 h 4252686"/>
                <a:gd name="connsiteX134" fmla="*/ 401478 w 646824"/>
                <a:gd name="connsiteY134" fmla="*/ 341999 h 4252686"/>
                <a:gd name="connsiteX135" fmla="*/ 386608 w 646824"/>
                <a:gd name="connsiteY135" fmla="*/ 327130 h 4252686"/>
                <a:gd name="connsiteX136" fmla="*/ 371738 w 646824"/>
                <a:gd name="connsiteY136" fmla="*/ 327130 h 4252686"/>
                <a:gd name="connsiteX137" fmla="*/ 371738 w 646824"/>
                <a:gd name="connsiteY137" fmla="*/ 297391 h 4252686"/>
                <a:gd name="connsiteX138" fmla="*/ 371738 w 646824"/>
                <a:gd name="connsiteY138" fmla="*/ 223043 h 4252686"/>
                <a:gd name="connsiteX139" fmla="*/ 371738 w 646824"/>
                <a:gd name="connsiteY139" fmla="*/ 133826 h 4252686"/>
                <a:gd name="connsiteX140" fmla="*/ 416347 w 646824"/>
                <a:gd name="connsiteY140" fmla="*/ 74348 h 4252686"/>
                <a:gd name="connsiteX141" fmla="*/ 490695 w 646824"/>
                <a:gd name="connsiteY141" fmla="*/ 14870 h 4252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Lst>
              <a:rect l="l" t="t" r="r" b="b"/>
              <a:pathLst>
                <a:path w="646824" h="4252686">
                  <a:moveTo>
                    <a:pt x="208174" y="1070606"/>
                  </a:moveTo>
                  <a:lnTo>
                    <a:pt x="193304" y="1427475"/>
                  </a:lnTo>
                  <a:lnTo>
                    <a:pt x="133826" y="1486953"/>
                  </a:lnTo>
                  <a:lnTo>
                    <a:pt x="193304" y="1561301"/>
                  </a:lnTo>
                  <a:lnTo>
                    <a:pt x="208174" y="1605910"/>
                  </a:lnTo>
                  <a:lnTo>
                    <a:pt x="223043" y="1620779"/>
                  </a:lnTo>
                  <a:lnTo>
                    <a:pt x="223043" y="1605910"/>
                  </a:lnTo>
                  <a:lnTo>
                    <a:pt x="237913" y="1546431"/>
                  </a:lnTo>
                  <a:lnTo>
                    <a:pt x="237913" y="1472084"/>
                  </a:lnTo>
                  <a:lnTo>
                    <a:pt x="223043" y="1204432"/>
                  </a:lnTo>
                  <a:close/>
                  <a:moveTo>
                    <a:pt x="446086" y="654260"/>
                  </a:moveTo>
                  <a:lnTo>
                    <a:pt x="297391" y="802955"/>
                  </a:lnTo>
                  <a:lnTo>
                    <a:pt x="371738" y="847563"/>
                  </a:lnTo>
                  <a:lnTo>
                    <a:pt x="297391" y="907042"/>
                  </a:lnTo>
                  <a:lnTo>
                    <a:pt x="401478" y="1115215"/>
                  </a:lnTo>
                  <a:lnTo>
                    <a:pt x="505564" y="1308519"/>
                  </a:lnTo>
                  <a:lnTo>
                    <a:pt x="490695" y="1412606"/>
                  </a:lnTo>
                  <a:lnTo>
                    <a:pt x="475825" y="1472084"/>
                  </a:lnTo>
                  <a:lnTo>
                    <a:pt x="446086" y="1516692"/>
                  </a:lnTo>
                  <a:lnTo>
                    <a:pt x="446086" y="1576171"/>
                  </a:lnTo>
                  <a:lnTo>
                    <a:pt x="446086" y="1695127"/>
                  </a:lnTo>
                  <a:lnTo>
                    <a:pt x="446086" y="1873561"/>
                  </a:lnTo>
                  <a:lnTo>
                    <a:pt x="416347" y="1947909"/>
                  </a:lnTo>
                  <a:lnTo>
                    <a:pt x="401478" y="2037126"/>
                  </a:lnTo>
                  <a:lnTo>
                    <a:pt x="401478" y="2141213"/>
                  </a:lnTo>
                  <a:lnTo>
                    <a:pt x="386608" y="2245299"/>
                  </a:lnTo>
                  <a:lnTo>
                    <a:pt x="297391" y="2438603"/>
                  </a:lnTo>
                  <a:lnTo>
                    <a:pt x="356869" y="2408864"/>
                  </a:lnTo>
                  <a:lnTo>
                    <a:pt x="371738" y="2393995"/>
                  </a:lnTo>
                  <a:lnTo>
                    <a:pt x="386608" y="2364256"/>
                  </a:lnTo>
                  <a:lnTo>
                    <a:pt x="416347" y="2245299"/>
                  </a:lnTo>
                  <a:lnTo>
                    <a:pt x="475825" y="1888431"/>
                  </a:lnTo>
                  <a:lnTo>
                    <a:pt x="520434" y="1397736"/>
                  </a:lnTo>
                  <a:lnTo>
                    <a:pt x="565042" y="817824"/>
                  </a:lnTo>
                  <a:lnTo>
                    <a:pt x="594781" y="713738"/>
                  </a:lnTo>
                  <a:lnTo>
                    <a:pt x="520434" y="669129"/>
                  </a:lnTo>
                  <a:lnTo>
                    <a:pt x="550173" y="758346"/>
                  </a:lnTo>
                  <a:lnTo>
                    <a:pt x="535303" y="847563"/>
                  </a:lnTo>
                  <a:lnTo>
                    <a:pt x="520434" y="981389"/>
                  </a:lnTo>
                  <a:lnTo>
                    <a:pt x="520434" y="1040867"/>
                  </a:lnTo>
                  <a:lnTo>
                    <a:pt x="520434" y="1115215"/>
                  </a:lnTo>
                  <a:lnTo>
                    <a:pt x="505564" y="1219302"/>
                  </a:lnTo>
                  <a:lnTo>
                    <a:pt x="431217" y="1070606"/>
                  </a:lnTo>
                  <a:lnTo>
                    <a:pt x="356869" y="921911"/>
                  </a:lnTo>
                  <a:lnTo>
                    <a:pt x="386608" y="877303"/>
                  </a:lnTo>
                  <a:lnTo>
                    <a:pt x="416347" y="847563"/>
                  </a:lnTo>
                  <a:lnTo>
                    <a:pt x="416347" y="832694"/>
                  </a:lnTo>
                  <a:lnTo>
                    <a:pt x="386608" y="802955"/>
                  </a:lnTo>
                  <a:lnTo>
                    <a:pt x="371738" y="773216"/>
                  </a:lnTo>
                  <a:close/>
                  <a:moveTo>
                    <a:pt x="520434" y="0"/>
                  </a:moveTo>
                  <a:lnTo>
                    <a:pt x="550173" y="0"/>
                  </a:lnTo>
                  <a:lnTo>
                    <a:pt x="609651" y="14870"/>
                  </a:lnTo>
                  <a:lnTo>
                    <a:pt x="646824" y="14870"/>
                  </a:lnTo>
                  <a:lnTo>
                    <a:pt x="646824" y="620803"/>
                  </a:lnTo>
                  <a:lnTo>
                    <a:pt x="639390" y="624520"/>
                  </a:lnTo>
                  <a:lnTo>
                    <a:pt x="579912" y="639390"/>
                  </a:lnTo>
                  <a:lnTo>
                    <a:pt x="550173" y="639390"/>
                  </a:lnTo>
                  <a:lnTo>
                    <a:pt x="505564" y="609651"/>
                  </a:lnTo>
                  <a:lnTo>
                    <a:pt x="550173" y="654260"/>
                  </a:lnTo>
                  <a:lnTo>
                    <a:pt x="579912" y="669129"/>
                  </a:lnTo>
                  <a:lnTo>
                    <a:pt x="609651" y="683999"/>
                  </a:lnTo>
                  <a:lnTo>
                    <a:pt x="646824" y="683999"/>
                  </a:lnTo>
                  <a:lnTo>
                    <a:pt x="646824" y="2263886"/>
                  </a:lnTo>
                  <a:lnTo>
                    <a:pt x="624520" y="2275038"/>
                  </a:lnTo>
                  <a:lnTo>
                    <a:pt x="550173" y="2230430"/>
                  </a:lnTo>
                  <a:lnTo>
                    <a:pt x="609651" y="2334517"/>
                  </a:lnTo>
                  <a:lnTo>
                    <a:pt x="609651" y="2572429"/>
                  </a:lnTo>
                  <a:lnTo>
                    <a:pt x="609651" y="2587299"/>
                  </a:lnTo>
                  <a:lnTo>
                    <a:pt x="609651" y="2631907"/>
                  </a:lnTo>
                  <a:lnTo>
                    <a:pt x="594781" y="2691385"/>
                  </a:lnTo>
                  <a:lnTo>
                    <a:pt x="565042" y="2750863"/>
                  </a:lnTo>
                  <a:lnTo>
                    <a:pt x="535303" y="2780603"/>
                  </a:lnTo>
                  <a:lnTo>
                    <a:pt x="535303" y="2825211"/>
                  </a:lnTo>
                  <a:lnTo>
                    <a:pt x="535303" y="2884689"/>
                  </a:lnTo>
                  <a:lnTo>
                    <a:pt x="535303" y="2914428"/>
                  </a:lnTo>
                  <a:lnTo>
                    <a:pt x="579912" y="3048254"/>
                  </a:lnTo>
                  <a:lnTo>
                    <a:pt x="579912" y="3137471"/>
                  </a:lnTo>
                  <a:lnTo>
                    <a:pt x="579912" y="3286167"/>
                  </a:lnTo>
                  <a:lnTo>
                    <a:pt x="550173" y="3449731"/>
                  </a:lnTo>
                  <a:lnTo>
                    <a:pt x="639390" y="3196949"/>
                  </a:lnTo>
                  <a:lnTo>
                    <a:pt x="624520" y="3018515"/>
                  </a:lnTo>
                  <a:lnTo>
                    <a:pt x="624520" y="2914428"/>
                  </a:lnTo>
                  <a:lnTo>
                    <a:pt x="624520" y="2825211"/>
                  </a:lnTo>
                  <a:lnTo>
                    <a:pt x="646824" y="2758299"/>
                  </a:lnTo>
                  <a:lnTo>
                    <a:pt x="646824" y="4252686"/>
                  </a:lnTo>
                  <a:lnTo>
                    <a:pt x="624520" y="4252686"/>
                  </a:lnTo>
                  <a:lnTo>
                    <a:pt x="565042" y="4237817"/>
                  </a:lnTo>
                  <a:lnTo>
                    <a:pt x="520434" y="4222947"/>
                  </a:lnTo>
                  <a:lnTo>
                    <a:pt x="505564" y="4208078"/>
                  </a:lnTo>
                  <a:lnTo>
                    <a:pt x="535303" y="4133730"/>
                  </a:lnTo>
                  <a:lnTo>
                    <a:pt x="535303" y="4089121"/>
                  </a:lnTo>
                  <a:lnTo>
                    <a:pt x="535303" y="4074252"/>
                  </a:lnTo>
                  <a:lnTo>
                    <a:pt x="520434" y="4044513"/>
                  </a:lnTo>
                  <a:lnTo>
                    <a:pt x="490695" y="3970165"/>
                  </a:lnTo>
                  <a:lnTo>
                    <a:pt x="475825" y="3895817"/>
                  </a:lnTo>
                  <a:lnTo>
                    <a:pt x="520434" y="3643035"/>
                  </a:lnTo>
                  <a:lnTo>
                    <a:pt x="490695" y="3568688"/>
                  </a:lnTo>
                  <a:lnTo>
                    <a:pt x="475825" y="3449731"/>
                  </a:lnTo>
                  <a:lnTo>
                    <a:pt x="446086" y="3390253"/>
                  </a:lnTo>
                  <a:lnTo>
                    <a:pt x="401478" y="3286167"/>
                  </a:lnTo>
                  <a:lnTo>
                    <a:pt x="371738" y="3167210"/>
                  </a:lnTo>
                  <a:lnTo>
                    <a:pt x="341999" y="3063124"/>
                  </a:lnTo>
                  <a:lnTo>
                    <a:pt x="312260" y="3003645"/>
                  </a:lnTo>
                  <a:lnTo>
                    <a:pt x="297391" y="2988776"/>
                  </a:lnTo>
                  <a:lnTo>
                    <a:pt x="282521" y="2944167"/>
                  </a:lnTo>
                  <a:lnTo>
                    <a:pt x="267652" y="2825211"/>
                  </a:lnTo>
                  <a:lnTo>
                    <a:pt x="267652" y="2676516"/>
                  </a:lnTo>
                  <a:lnTo>
                    <a:pt x="223043" y="2423734"/>
                  </a:lnTo>
                  <a:lnTo>
                    <a:pt x="223043" y="2408864"/>
                  </a:lnTo>
                  <a:lnTo>
                    <a:pt x="148696" y="2364256"/>
                  </a:lnTo>
                  <a:lnTo>
                    <a:pt x="118956" y="2319647"/>
                  </a:lnTo>
                  <a:lnTo>
                    <a:pt x="89217" y="2275038"/>
                  </a:lnTo>
                  <a:lnTo>
                    <a:pt x="89217" y="2200691"/>
                  </a:lnTo>
                  <a:lnTo>
                    <a:pt x="44609" y="2200691"/>
                  </a:lnTo>
                  <a:lnTo>
                    <a:pt x="29739" y="1918170"/>
                  </a:lnTo>
                  <a:lnTo>
                    <a:pt x="0" y="1680257"/>
                  </a:lnTo>
                  <a:lnTo>
                    <a:pt x="14870" y="1620779"/>
                  </a:lnTo>
                  <a:lnTo>
                    <a:pt x="29739" y="1531562"/>
                  </a:lnTo>
                  <a:lnTo>
                    <a:pt x="14870" y="1412606"/>
                  </a:lnTo>
                  <a:lnTo>
                    <a:pt x="14870" y="1338258"/>
                  </a:lnTo>
                  <a:lnTo>
                    <a:pt x="14870" y="1249041"/>
                  </a:lnTo>
                  <a:lnTo>
                    <a:pt x="44609" y="1040867"/>
                  </a:lnTo>
                  <a:lnTo>
                    <a:pt x="74348" y="788085"/>
                  </a:lnTo>
                  <a:lnTo>
                    <a:pt x="386608" y="669129"/>
                  </a:lnTo>
                  <a:lnTo>
                    <a:pt x="490695" y="594781"/>
                  </a:lnTo>
                  <a:lnTo>
                    <a:pt x="490695" y="579912"/>
                  </a:lnTo>
                  <a:lnTo>
                    <a:pt x="490695" y="565042"/>
                  </a:lnTo>
                  <a:lnTo>
                    <a:pt x="460956" y="520434"/>
                  </a:lnTo>
                  <a:lnTo>
                    <a:pt x="431217" y="475825"/>
                  </a:lnTo>
                  <a:lnTo>
                    <a:pt x="416347" y="460956"/>
                  </a:lnTo>
                  <a:lnTo>
                    <a:pt x="401478" y="460956"/>
                  </a:lnTo>
                  <a:lnTo>
                    <a:pt x="386608" y="416347"/>
                  </a:lnTo>
                  <a:lnTo>
                    <a:pt x="356869" y="356869"/>
                  </a:lnTo>
                  <a:lnTo>
                    <a:pt x="386608" y="341999"/>
                  </a:lnTo>
                  <a:lnTo>
                    <a:pt x="401478" y="341999"/>
                  </a:lnTo>
                  <a:lnTo>
                    <a:pt x="386608" y="327130"/>
                  </a:lnTo>
                  <a:lnTo>
                    <a:pt x="371738" y="327130"/>
                  </a:lnTo>
                  <a:lnTo>
                    <a:pt x="371738" y="297391"/>
                  </a:lnTo>
                  <a:lnTo>
                    <a:pt x="371738" y="223043"/>
                  </a:lnTo>
                  <a:lnTo>
                    <a:pt x="371738" y="133826"/>
                  </a:lnTo>
                  <a:lnTo>
                    <a:pt x="416347" y="74348"/>
                  </a:lnTo>
                  <a:lnTo>
                    <a:pt x="490695" y="14870"/>
                  </a:lnTo>
                  <a:close/>
                </a:path>
              </a:pathLst>
            </a:custGeom>
            <a:solidFill>
              <a:srgbClr val="E7E6E6">
                <a:lumMod val="50000"/>
              </a:srgbClr>
            </a:solidFill>
            <a:ln>
              <a:noFill/>
            </a:ln>
          </p:spPr>
          <p:txBody>
            <a:bodyPr vert="horz" wrap="square" lIns="91440" tIns="45720" rIns="91440" bIns="45720" numCol="1" anchor="t" anchorCtr="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Roboto Lt"/>
                <a:cs typeface="+mn-cs"/>
              </a:endParaRPr>
            </a:p>
          </p:txBody>
        </p:sp>
      </p:grpSp>
      <p:grpSp>
        <p:nvGrpSpPr>
          <p:cNvPr id="35" name="Group 34"/>
          <p:cNvGrpSpPr/>
          <p:nvPr/>
        </p:nvGrpSpPr>
        <p:grpSpPr>
          <a:xfrm>
            <a:off x="8625627" y="2544309"/>
            <a:ext cx="2632515" cy="4293386"/>
            <a:chOff x="262677" y="3281664"/>
            <a:chExt cx="2632515" cy="4293386"/>
          </a:xfrm>
        </p:grpSpPr>
        <p:grpSp>
          <p:nvGrpSpPr>
            <p:cNvPr id="36" name="Group 35"/>
            <p:cNvGrpSpPr/>
            <p:nvPr/>
          </p:nvGrpSpPr>
          <p:grpSpPr>
            <a:xfrm>
              <a:off x="1705752" y="3281664"/>
              <a:ext cx="574343" cy="1040675"/>
              <a:chOff x="1978458" y="3265888"/>
              <a:chExt cx="574343" cy="1040675"/>
            </a:xfrm>
          </p:grpSpPr>
          <p:sp>
            <p:nvSpPr>
              <p:cNvPr id="44" name="Arc 43"/>
              <p:cNvSpPr/>
              <p:nvPr/>
            </p:nvSpPr>
            <p:spPr>
              <a:xfrm>
                <a:off x="2076551" y="3424051"/>
                <a:ext cx="476250" cy="882512"/>
              </a:xfrm>
              <a:prstGeom prst="arc">
                <a:avLst>
                  <a:gd name="adj1" fmla="val 16164794"/>
                  <a:gd name="adj2" fmla="val 0"/>
                </a:avLst>
              </a:prstGeom>
              <a:noFill/>
              <a:ln w="38100" cap="flat" cmpd="sng" algn="ctr">
                <a:solidFill>
                  <a:srgbClr val="44546A">
                    <a:lumMod val="7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Roboto Lt"/>
                  <a:ea typeface="+mn-ea"/>
                  <a:cs typeface="+mn-cs"/>
                </a:endParaRPr>
              </a:p>
            </p:txBody>
          </p:sp>
          <p:sp>
            <p:nvSpPr>
              <p:cNvPr id="45" name="Rounded Rectangle 44"/>
              <p:cNvSpPr/>
              <p:nvPr/>
            </p:nvSpPr>
            <p:spPr>
              <a:xfrm rot="1257214">
                <a:off x="1978458" y="3265888"/>
                <a:ext cx="432179" cy="204423"/>
              </a:xfrm>
              <a:prstGeom prst="roundRect">
                <a:avLst>
                  <a:gd name="adj" fmla="val 33895"/>
                </a:avLst>
              </a:prstGeom>
              <a:solidFill>
                <a:srgbClr val="44546A">
                  <a:lumMod val="75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white"/>
                  </a:solidFill>
                  <a:effectLst/>
                  <a:uLnTx/>
                  <a:uFillTx/>
                  <a:latin typeface="Roboto Lt"/>
                  <a:ea typeface="+mn-ea"/>
                  <a:cs typeface="+mn-cs"/>
                </a:endParaRPr>
              </a:p>
            </p:txBody>
          </p:sp>
        </p:grpSp>
        <p:grpSp>
          <p:nvGrpSpPr>
            <p:cNvPr id="37" name="Group 36"/>
            <p:cNvGrpSpPr/>
            <p:nvPr/>
          </p:nvGrpSpPr>
          <p:grpSpPr>
            <a:xfrm>
              <a:off x="262677" y="3847108"/>
              <a:ext cx="2632515" cy="3727942"/>
              <a:chOff x="4762257" y="2643361"/>
              <a:chExt cx="1321745" cy="1871742"/>
            </a:xfrm>
          </p:grpSpPr>
          <p:sp>
            <p:nvSpPr>
              <p:cNvPr id="38" name="Freeform 37"/>
              <p:cNvSpPr/>
              <p:nvPr/>
            </p:nvSpPr>
            <p:spPr>
              <a:xfrm>
                <a:off x="4997999" y="2833491"/>
                <a:ext cx="976179" cy="1681612"/>
              </a:xfrm>
              <a:custGeom>
                <a:avLst/>
                <a:gdLst>
                  <a:gd name="connsiteX0" fmla="*/ 976179 w 976179"/>
                  <a:gd name="connsiteY0" fmla="*/ 0 h 1681612"/>
                  <a:gd name="connsiteX1" fmla="*/ 976179 w 976179"/>
                  <a:gd name="connsiteY1" fmla="*/ 1627927 h 1681612"/>
                  <a:gd name="connsiteX2" fmla="*/ 0 w 976179"/>
                  <a:gd name="connsiteY2" fmla="*/ 1681612 h 1681612"/>
                  <a:gd name="connsiteX3" fmla="*/ 0 w 976179"/>
                  <a:gd name="connsiteY3" fmla="*/ 76907 h 1681612"/>
                </a:gdLst>
                <a:ahLst/>
                <a:cxnLst>
                  <a:cxn ang="0">
                    <a:pos x="connsiteX0" y="connsiteY0"/>
                  </a:cxn>
                  <a:cxn ang="0">
                    <a:pos x="connsiteX1" y="connsiteY1"/>
                  </a:cxn>
                  <a:cxn ang="0">
                    <a:pos x="connsiteX2" y="connsiteY2"/>
                  </a:cxn>
                  <a:cxn ang="0">
                    <a:pos x="connsiteX3" y="connsiteY3"/>
                  </a:cxn>
                </a:cxnLst>
                <a:rect l="l" t="t" r="r" b="b"/>
                <a:pathLst>
                  <a:path w="976179" h="1681612">
                    <a:moveTo>
                      <a:pt x="976179" y="0"/>
                    </a:moveTo>
                    <a:lnTo>
                      <a:pt x="976179" y="1627927"/>
                    </a:lnTo>
                    <a:lnTo>
                      <a:pt x="0" y="1681612"/>
                    </a:lnTo>
                    <a:lnTo>
                      <a:pt x="0" y="76907"/>
                    </a:lnTo>
                    <a:close/>
                  </a:path>
                </a:pathLst>
              </a:custGeom>
              <a:solidFill>
                <a:srgbClr val="B45114"/>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white"/>
                  </a:solidFill>
                  <a:effectLst/>
                  <a:uLnTx/>
                  <a:uFillTx/>
                  <a:latin typeface="Roboto Lt"/>
                  <a:ea typeface="+mn-ea"/>
                  <a:cs typeface="+mn-cs"/>
                </a:endParaRPr>
              </a:p>
            </p:txBody>
          </p:sp>
          <p:sp>
            <p:nvSpPr>
              <p:cNvPr id="39" name="Freeform 38"/>
              <p:cNvSpPr/>
              <p:nvPr/>
            </p:nvSpPr>
            <p:spPr>
              <a:xfrm rot="21411133">
                <a:off x="4996589" y="2870424"/>
                <a:ext cx="976990" cy="73083"/>
              </a:xfrm>
              <a:custGeom>
                <a:avLst/>
                <a:gdLst>
                  <a:gd name="connsiteX0" fmla="*/ 1478504 w 1478504"/>
                  <a:gd name="connsiteY0" fmla="*/ 0 h 60872"/>
                  <a:gd name="connsiteX1" fmla="*/ 1476233 w 1478504"/>
                  <a:gd name="connsiteY1" fmla="*/ 43543 h 60872"/>
                  <a:gd name="connsiteX2" fmla="*/ 0 w 1478504"/>
                  <a:gd name="connsiteY2" fmla="*/ 60872 h 60872"/>
                  <a:gd name="connsiteX3" fmla="*/ 3723 w 1478504"/>
                  <a:gd name="connsiteY3" fmla="*/ 10977 h 60872"/>
                </a:gdLst>
                <a:ahLst/>
                <a:cxnLst>
                  <a:cxn ang="0">
                    <a:pos x="connsiteX0" y="connsiteY0"/>
                  </a:cxn>
                  <a:cxn ang="0">
                    <a:pos x="connsiteX1" y="connsiteY1"/>
                  </a:cxn>
                  <a:cxn ang="0">
                    <a:pos x="connsiteX2" y="connsiteY2"/>
                  </a:cxn>
                  <a:cxn ang="0">
                    <a:pos x="connsiteX3" y="connsiteY3"/>
                  </a:cxn>
                </a:cxnLst>
                <a:rect l="l" t="t" r="r" b="b"/>
                <a:pathLst>
                  <a:path w="1478504" h="60872">
                    <a:moveTo>
                      <a:pt x="1478504" y="0"/>
                    </a:moveTo>
                    <a:lnTo>
                      <a:pt x="1476233" y="43543"/>
                    </a:lnTo>
                    <a:lnTo>
                      <a:pt x="0" y="60872"/>
                    </a:lnTo>
                    <a:lnTo>
                      <a:pt x="3723" y="10977"/>
                    </a:lnTo>
                    <a:close/>
                  </a:path>
                </a:pathLst>
              </a:custGeom>
              <a:solidFill>
                <a:sysClr val="windowText" lastClr="000000">
                  <a:alpha val="30000"/>
                </a:sys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white"/>
                  </a:solidFill>
                  <a:effectLst/>
                  <a:uLnTx/>
                  <a:uFillTx/>
                  <a:latin typeface="Roboto Lt"/>
                  <a:ea typeface="+mn-ea"/>
                  <a:cs typeface="+mn-cs"/>
                </a:endParaRPr>
              </a:p>
            </p:txBody>
          </p:sp>
          <p:sp>
            <p:nvSpPr>
              <p:cNvPr id="40" name="Freeform 39"/>
              <p:cNvSpPr/>
              <p:nvPr/>
            </p:nvSpPr>
            <p:spPr>
              <a:xfrm>
                <a:off x="4874613" y="2833490"/>
                <a:ext cx="128951" cy="1681613"/>
              </a:xfrm>
              <a:custGeom>
                <a:avLst/>
                <a:gdLst>
                  <a:gd name="connsiteX0" fmla="*/ 0 w 128951"/>
                  <a:gd name="connsiteY0" fmla="*/ 0 h 1696750"/>
                  <a:gd name="connsiteX1" fmla="*/ 128951 w 128951"/>
                  <a:gd name="connsiteY1" fmla="*/ 0 h 1696750"/>
                  <a:gd name="connsiteX2" fmla="*/ 128951 w 128951"/>
                  <a:gd name="connsiteY2" fmla="*/ 1696750 h 1696750"/>
                  <a:gd name="connsiteX3" fmla="*/ 0 w 128951"/>
                  <a:gd name="connsiteY3" fmla="*/ 1672631 h 1696750"/>
                </a:gdLst>
                <a:ahLst/>
                <a:cxnLst>
                  <a:cxn ang="0">
                    <a:pos x="connsiteX0" y="connsiteY0"/>
                  </a:cxn>
                  <a:cxn ang="0">
                    <a:pos x="connsiteX1" y="connsiteY1"/>
                  </a:cxn>
                  <a:cxn ang="0">
                    <a:pos x="connsiteX2" y="connsiteY2"/>
                  </a:cxn>
                  <a:cxn ang="0">
                    <a:pos x="connsiteX3" y="connsiteY3"/>
                  </a:cxn>
                </a:cxnLst>
                <a:rect l="l" t="t" r="r" b="b"/>
                <a:pathLst>
                  <a:path w="128951" h="1696750">
                    <a:moveTo>
                      <a:pt x="0" y="0"/>
                    </a:moveTo>
                    <a:lnTo>
                      <a:pt x="128951" y="0"/>
                    </a:lnTo>
                    <a:lnTo>
                      <a:pt x="128951" y="1696750"/>
                    </a:lnTo>
                    <a:lnTo>
                      <a:pt x="0" y="1672631"/>
                    </a:lnTo>
                    <a:close/>
                  </a:path>
                </a:pathLst>
              </a:custGeom>
              <a:solidFill>
                <a:srgbClr val="AA3F1D"/>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white"/>
                  </a:solidFill>
                  <a:effectLst/>
                  <a:uLnTx/>
                  <a:uFillTx/>
                  <a:latin typeface="Roboto Lt"/>
                  <a:ea typeface="+mn-ea"/>
                  <a:cs typeface="+mn-cs"/>
                </a:endParaRPr>
              </a:p>
            </p:txBody>
          </p:sp>
          <p:sp>
            <p:nvSpPr>
              <p:cNvPr id="41" name="Freeform 40"/>
              <p:cNvSpPr/>
              <p:nvPr/>
            </p:nvSpPr>
            <p:spPr>
              <a:xfrm rot="21411133">
                <a:off x="4993850" y="2643361"/>
                <a:ext cx="1090152" cy="240983"/>
              </a:xfrm>
              <a:custGeom>
                <a:avLst/>
                <a:gdLst>
                  <a:gd name="connsiteX0" fmla="*/ 1096690 w 1105024"/>
                  <a:gd name="connsiteY0" fmla="*/ 0 h 262743"/>
                  <a:gd name="connsiteX1" fmla="*/ 1105024 w 1105024"/>
                  <a:gd name="connsiteY1" fmla="*/ 262743 h 262743"/>
                  <a:gd name="connsiteX2" fmla="*/ 0 w 1105024"/>
                  <a:gd name="connsiteY2" fmla="*/ 240983 h 262743"/>
                  <a:gd name="connsiteX3" fmla="*/ 13252 w 1105024"/>
                  <a:gd name="connsiteY3" fmla="*/ 0 h 262743"/>
                  <a:gd name="connsiteX0" fmla="*/ 1096690 w 1096690"/>
                  <a:gd name="connsiteY0" fmla="*/ 0 h 240983"/>
                  <a:gd name="connsiteX1" fmla="*/ 1088095 w 1096690"/>
                  <a:gd name="connsiteY1" fmla="*/ 223654 h 240983"/>
                  <a:gd name="connsiteX2" fmla="*/ 0 w 1096690"/>
                  <a:gd name="connsiteY2" fmla="*/ 240983 h 240983"/>
                  <a:gd name="connsiteX3" fmla="*/ 13252 w 1096690"/>
                  <a:gd name="connsiteY3" fmla="*/ 0 h 240983"/>
                  <a:gd name="connsiteX4" fmla="*/ 1096690 w 1096690"/>
                  <a:gd name="connsiteY4" fmla="*/ 0 h 2409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6690" h="240983">
                    <a:moveTo>
                      <a:pt x="1096690" y="0"/>
                    </a:moveTo>
                    <a:lnTo>
                      <a:pt x="1088095" y="223654"/>
                    </a:lnTo>
                    <a:lnTo>
                      <a:pt x="0" y="240983"/>
                    </a:lnTo>
                    <a:lnTo>
                      <a:pt x="13252" y="0"/>
                    </a:lnTo>
                    <a:lnTo>
                      <a:pt x="1096690" y="0"/>
                    </a:lnTo>
                    <a:close/>
                  </a:path>
                </a:pathLst>
              </a:custGeom>
              <a:solidFill>
                <a:srgbClr val="E8C7A1"/>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white"/>
                  </a:solidFill>
                  <a:effectLst/>
                  <a:uLnTx/>
                  <a:uFillTx/>
                  <a:latin typeface="Roboto Lt"/>
                  <a:ea typeface="+mn-ea"/>
                  <a:cs typeface="+mn-cs"/>
                </a:endParaRPr>
              </a:p>
            </p:txBody>
          </p:sp>
          <p:sp>
            <p:nvSpPr>
              <p:cNvPr id="42" name="Freeform 41"/>
              <p:cNvSpPr/>
              <p:nvPr/>
            </p:nvSpPr>
            <p:spPr>
              <a:xfrm>
                <a:off x="4873942" y="2914453"/>
                <a:ext cx="126738" cy="55824"/>
              </a:xfrm>
              <a:custGeom>
                <a:avLst/>
                <a:gdLst>
                  <a:gd name="connsiteX0" fmla="*/ 0 w 128951"/>
                  <a:gd name="connsiteY0" fmla="*/ 0 h 1696750"/>
                  <a:gd name="connsiteX1" fmla="*/ 128951 w 128951"/>
                  <a:gd name="connsiteY1" fmla="*/ 0 h 1696750"/>
                  <a:gd name="connsiteX2" fmla="*/ 128951 w 128951"/>
                  <a:gd name="connsiteY2" fmla="*/ 1696750 h 1696750"/>
                  <a:gd name="connsiteX3" fmla="*/ 0 w 128951"/>
                  <a:gd name="connsiteY3" fmla="*/ 1672631 h 1696750"/>
                </a:gdLst>
                <a:ahLst/>
                <a:cxnLst>
                  <a:cxn ang="0">
                    <a:pos x="connsiteX0" y="connsiteY0"/>
                  </a:cxn>
                  <a:cxn ang="0">
                    <a:pos x="connsiteX1" y="connsiteY1"/>
                  </a:cxn>
                  <a:cxn ang="0">
                    <a:pos x="connsiteX2" y="connsiteY2"/>
                  </a:cxn>
                  <a:cxn ang="0">
                    <a:pos x="connsiteX3" y="connsiteY3"/>
                  </a:cxn>
                </a:cxnLst>
                <a:rect l="l" t="t" r="r" b="b"/>
                <a:pathLst>
                  <a:path w="128951" h="1696750">
                    <a:moveTo>
                      <a:pt x="0" y="0"/>
                    </a:moveTo>
                    <a:lnTo>
                      <a:pt x="128951" y="0"/>
                    </a:lnTo>
                    <a:lnTo>
                      <a:pt x="128951" y="1696750"/>
                    </a:lnTo>
                    <a:lnTo>
                      <a:pt x="0" y="1672631"/>
                    </a:lnTo>
                    <a:close/>
                  </a:path>
                </a:pathLst>
              </a:custGeom>
              <a:solidFill>
                <a:sysClr val="windowText" lastClr="000000">
                  <a:alpha val="35000"/>
                </a:sys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white"/>
                  </a:solidFill>
                  <a:effectLst/>
                  <a:uLnTx/>
                  <a:uFillTx/>
                  <a:latin typeface="Roboto Lt"/>
                  <a:ea typeface="+mn-ea"/>
                  <a:cs typeface="+mn-cs"/>
                </a:endParaRPr>
              </a:p>
            </p:txBody>
          </p:sp>
          <p:sp>
            <p:nvSpPr>
              <p:cNvPr id="43" name="Freeform 42"/>
              <p:cNvSpPr/>
              <p:nvPr/>
            </p:nvSpPr>
            <p:spPr>
              <a:xfrm>
                <a:off x="4762257" y="2674002"/>
                <a:ext cx="241307" cy="240822"/>
              </a:xfrm>
              <a:custGeom>
                <a:avLst/>
                <a:gdLst>
                  <a:gd name="connsiteX0" fmla="*/ 339446 w 409575"/>
                  <a:gd name="connsiteY0" fmla="*/ 0 h 240822"/>
                  <a:gd name="connsiteX1" fmla="*/ 409575 w 409575"/>
                  <a:gd name="connsiteY1" fmla="*/ 0 h 240822"/>
                  <a:gd name="connsiteX2" fmla="*/ 409575 w 409575"/>
                  <a:gd name="connsiteY2" fmla="*/ 240822 h 240822"/>
                  <a:gd name="connsiteX3" fmla="*/ 0 w 409575"/>
                  <a:gd name="connsiteY3" fmla="*/ 240822 h 240822"/>
                  <a:gd name="connsiteX4" fmla="*/ 0 w 409575"/>
                  <a:gd name="connsiteY4" fmla="*/ 149711 h 240822"/>
                  <a:gd name="connsiteX0" fmla="*/ 0 w 409575"/>
                  <a:gd name="connsiteY0" fmla="*/ 149711 h 240822"/>
                  <a:gd name="connsiteX1" fmla="*/ 409575 w 409575"/>
                  <a:gd name="connsiteY1" fmla="*/ 0 h 240822"/>
                  <a:gd name="connsiteX2" fmla="*/ 409575 w 409575"/>
                  <a:gd name="connsiteY2" fmla="*/ 240822 h 240822"/>
                  <a:gd name="connsiteX3" fmla="*/ 0 w 409575"/>
                  <a:gd name="connsiteY3" fmla="*/ 240822 h 240822"/>
                  <a:gd name="connsiteX4" fmla="*/ 0 w 409575"/>
                  <a:gd name="connsiteY4" fmla="*/ 149711 h 2408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9575" h="240822">
                    <a:moveTo>
                      <a:pt x="0" y="149711"/>
                    </a:moveTo>
                    <a:lnTo>
                      <a:pt x="409575" y="0"/>
                    </a:lnTo>
                    <a:lnTo>
                      <a:pt x="409575" y="240822"/>
                    </a:lnTo>
                    <a:lnTo>
                      <a:pt x="0" y="240822"/>
                    </a:lnTo>
                    <a:lnTo>
                      <a:pt x="0" y="149711"/>
                    </a:lnTo>
                    <a:close/>
                  </a:path>
                </a:pathLst>
              </a:custGeom>
              <a:solidFill>
                <a:srgbClr val="B49370"/>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white"/>
                  </a:solidFill>
                  <a:effectLst/>
                  <a:uLnTx/>
                  <a:uFillTx/>
                  <a:latin typeface="Roboto Lt"/>
                  <a:ea typeface="+mn-ea"/>
                  <a:cs typeface="+mn-cs"/>
                </a:endParaRPr>
              </a:p>
            </p:txBody>
          </p:sp>
        </p:grpSp>
      </p:grpSp>
    </p:spTree>
    <p:extLst>
      <p:ext uri="{BB962C8B-B14F-4D97-AF65-F5344CB8AC3E}">
        <p14:creationId xmlns:p14="http://schemas.microsoft.com/office/powerpoint/2010/main" val="332541088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par>
                          <p:cTn id="8" fill="hold">
                            <p:stCondLst>
                              <p:cond delay="500"/>
                            </p:stCondLst>
                            <p:childTnLst>
                              <p:par>
                                <p:cTn id="9" presetID="22" presetClass="entr" presetSubtype="4" fill="hold" nodeType="afterEffect">
                                  <p:stCondLst>
                                    <p:cond delay="0"/>
                                  </p:stCondLst>
                                  <p:childTnLst>
                                    <p:set>
                                      <p:cBhvr>
                                        <p:cTn id="10" dur="1" fill="hold">
                                          <p:stCondLst>
                                            <p:cond delay="0"/>
                                          </p:stCondLst>
                                        </p:cTn>
                                        <p:tgtEl>
                                          <p:spTgt spid="35"/>
                                        </p:tgtEl>
                                        <p:attrNameLst>
                                          <p:attrName>style.visibility</p:attrName>
                                        </p:attrNameLst>
                                      </p:cBhvr>
                                      <p:to>
                                        <p:strVal val="visible"/>
                                      </p:to>
                                    </p:set>
                                    <p:animEffect transition="in" filter="wipe(down)">
                                      <p:cBhvr>
                                        <p:cTn id="11" dur="500"/>
                                        <p:tgtEl>
                                          <p:spTgt spid="35"/>
                                        </p:tgtEl>
                                      </p:cBhvr>
                                    </p:animEffect>
                                  </p:childTnLst>
                                </p:cTn>
                              </p:par>
                            </p:childTnLst>
                          </p:cTn>
                        </p:par>
                        <p:par>
                          <p:cTn id="12" fill="hold">
                            <p:stCondLst>
                              <p:cond delay="1000"/>
                            </p:stCondLst>
                            <p:childTnLst>
                              <p:par>
                                <p:cTn id="13" presetID="42" presetClass="entr" presetSubtype="0" fill="hold" nodeType="afterEffect">
                                  <p:stCondLst>
                                    <p:cond delay="0"/>
                                  </p:stCondLst>
                                  <p:childTnLst>
                                    <p:set>
                                      <p:cBhvr>
                                        <p:cTn id="14" dur="1" fill="hold">
                                          <p:stCondLst>
                                            <p:cond delay="0"/>
                                          </p:stCondLst>
                                        </p:cTn>
                                        <p:tgtEl>
                                          <p:spTgt spid="32"/>
                                        </p:tgtEl>
                                        <p:attrNameLst>
                                          <p:attrName>style.visibility</p:attrName>
                                        </p:attrNameLst>
                                      </p:cBhvr>
                                      <p:to>
                                        <p:strVal val="visible"/>
                                      </p:to>
                                    </p:set>
                                    <p:animEffect transition="in" filter="fade">
                                      <p:cBhvr>
                                        <p:cTn id="15" dur="500"/>
                                        <p:tgtEl>
                                          <p:spTgt spid="32"/>
                                        </p:tgtEl>
                                      </p:cBhvr>
                                    </p:animEffect>
                                    <p:anim calcmode="lin" valueType="num">
                                      <p:cBhvr>
                                        <p:cTn id="16" dur="500" fill="hold"/>
                                        <p:tgtEl>
                                          <p:spTgt spid="32"/>
                                        </p:tgtEl>
                                        <p:attrNameLst>
                                          <p:attrName>ppt_x</p:attrName>
                                        </p:attrNameLst>
                                      </p:cBhvr>
                                      <p:tavLst>
                                        <p:tav tm="0">
                                          <p:val>
                                            <p:strVal val="#ppt_x"/>
                                          </p:val>
                                        </p:tav>
                                        <p:tav tm="100000">
                                          <p:val>
                                            <p:strVal val="#ppt_x"/>
                                          </p:val>
                                        </p:tav>
                                      </p:tavLst>
                                    </p:anim>
                                    <p:anim calcmode="lin" valueType="num">
                                      <p:cBhvr>
                                        <p:cTn id="17" dur="500" fill="hold"/>
                                        <p:tgtEl>
                                          <p:spTgt spid="32"/>
                                        </p:tgtEl>
                                        <p:attrNameLst>
                                          <p:attrName>ppt_y</p:attrName>
                                        </p:attrNameLst>
                                      </p:cBhvr>
                                      <p:tavLst>
                                        <p:tav tm="0">
                                          <p:val>
                                            <p:strVal val="#ppt_y+.1"/>
                                          </p:val>
                                        </p:tav>
                                        <p:tav tm="100000">
                                          <p:val>
                                            <p:strVal val="#ppt_y"/>
                                          </p:val>
                                        </p:tav>
                                      </p:tavLst>
                                    </p:anim>
                                  </p:childTnLst>
                                </p:cTn>
                              </p:par>
                              <p:par>
                                <p:cTn id="18" presetID="10" presetClass="entr" presetSubtype="0" fill="hold" grpId="0" nodeType="withEffect">
                                  <p:stCondLst>
                                    <p:cond delay="0"/>
                                  </p:stCondLst>
                                  <p:childTnLst>
                                    <p:set>
                                      <p:cBhvr>
                                        <p:cTn id="19" dur="1" fill="hold">
                                          <p:stCondLst>
                                            <p:cond delay="0"/>
                                          </p:stCondLst>
                                        </p:cTn>
                                        <p:tgtEl>
                                          <p:spTgt spid="93"/>
                                        </p:tgtEl>
                                        <p:attrNameLst>
                                          <p:attrName>style.visibility</p:attrName>
                                        </p:attrNameLst>
                                      </p:cBhvr>
                                      <p:to>
                                        <p:strVal val="visible"/>
                                      </p:to>
                                    </p:set>
                                    <p:animEffect transition="in" filter="fade">
                                      <p:cBhvr>
                                        <p:cTn id="20" dur="500"/>
                                        <p:tgtEl>
                                          <p:spTgt spid="9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93"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oup 4"/>
          <p:cNvGrpSpPr/>
          <p:nvPr/>
        </p:nvGrpSpPr>
        <p:grpSpPr>
          <a:xfrm>
            <a:off x="5109260" y="3007537"/>
            <a:ext cx="910297" cy="768651"/>
            <a:chOff x="5408613" y="4151313"/>
            <a:chExt cx="1458913" cy="1231900"/>
          </a:xfrm>
        </p:grpSpPr>
        <p:sp>
          <p:nvSpPr>
            <p:cNvPr id="6" name="Rectangle 16"/>
            <p:cNvSpPr>
              <a:spLocks noChangeArrowheads="1"/>
            </p:cNvSpPr>
            <p:nvPr/>
          </p:nvSpPr>
          <p:spPr bwMode="auto">
            <a:xfrm>
              <a:off x="5408613" y="4151313"/>
              <a:ext cx="1458913" cy="284163"/>
            </a:xfrm>
            <a:prstGeom prst="rect">
              <a:avLst/>
            </a:prstGeom>
            <a:solidFill>
              <a:srgbClr val="966836"/>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sp>
          <p:nvSpPr>
            <p:cNvPr id="7" name="Freeform 18"/>
            <p:cNvSpPr>
              <a:spLocks/>
            </p:cNvSpPr>
            <p:nvPr/>
          </p:nvSpPr>
          <p:spPr bwMode="auto">
            <a:xfrm>
              <a:off x="5480051" y="4435475"/>
              <a:ext cx="1316038" cy="947738"/>
            </a:xfrm>
            <a:custGeom>
              <a:avLst/>
              <a:gdLst>
                <a:gd name="T0" fmla="*/ 669 w 829"/>
                <a:gd name="T1" fmla="*/ 597 h 597"/>
                <a:gd name="T2" fmla="*/ 160 w 829"/>
                <a:gd name="T3" fmla="*/ 597 h 597"/>
                <a:gd name="T4" fmla="*/ 0 w 829"/>
                <a:gd name="T5" fmla="*/ 0 h 597"/>
                <a:gd name="T6" fmla="*/ 829 w 829"/>
                <a:gd name="T7" fmla="*/ 0 h 597"/>
                <a:gd name="T8" fmla="*/ 669 w 829"/>
                <a:gd name="T9" fmla="*/ 597 h 597"/>
              </a:gdLst>
              <a:ahLst/>
              <a:cxnLst>
                <a:cxn ang="0">
                  <a:pos x="T0" y="T1"/>
                </a:cxn>
                <a:cxn ang="0">
                  <a:pos x="T2" y="T3"/>
                </a:cxn>
                <a:cxn ang="0">
                  <a:pos x="T4" y="T5"/>
                </a:cxn>
                <a:cxn ang="0">
                  <a:pos x="T6" y="T7"/>
                </a:cxn>
                <a:cxn ang="0">
                  <a:pos x="T8" y="T9"/>
                </a:cxn>
              </a:cxnLst>
              <a:rect l="0" t="0" r="r" b="b"/>
              <a:pathLst>
                <a:path w="829" h="597">
                  <a:moveTo>
                    <a:pt x="669" y="597"/>
                  </a:moveTo>
                  <a:lnTo>
                    <a:pt x="160" y="597"/>
                  </a:lnTo>
                  <a:lnTo>
                    <a:pt x="0" y="0"/>
                  </a:lnTo>
                  <a:lnTo>
                    <a:pt x="829" y="0"/>
                  </a:lnTo>
                  <a:lnTo>
                    <a:pt x="669" y="597"/>
                  </a:lnTo>
                  <a:close/>
                </a:path>
              </a:pathLst>
            </a:custGeom>
            <a:solidFill>
              <a:srgbClr val="BC8548"/>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sp>
          <p:nvSpPr>
            <p:cNvPr id="8" name="Freeform 20"/>
            <p:cNvSpPr>
              <a:spLocks/>
            </p:cNvSpPr>
            <p:nvPr/>
          </p:nvSpPr>
          <p:spPr bwMode="auto">
            <a:xfrm>
              <a:off x="6137276" y="4151313"/>
              <a:ext cx="730250" cy="284163"/>
            </a:xfrm>
            <a:custGeom>
              <a:avLst/>
              <a:gdLst>
                <a:gd name="T0" fmla="*/ 460 w 460"/>
                <a:gd name="T1" fmla="*/ 0 h 179"/>
                <a:gd name="T2" fmla="*/ 14 w 460"/>
                <a:gd name="T3" fmla="*/ 0 h 179"/>
                <a:gd name="T4" fmla="*/ 0 w 460"/>
                <a:gd name="T5" fmla="*/ 0 h 179"/>
                <a:gd name="T6" fmla="*/ 0 w 460"/>
                <a:gd name="T7" fmla="*/ 179 h 179"/>
                <a:gd name="T8" fmla="*/ 415 w 460"/>
                <a:gd name="T9" fmla="*/ 179 h 179"/>
                <a:gd name="T10" fmla="*/ 460 w 460"/>
                <a:gd name="T11" fmla="*/ 179 h 179"/>
                <a:gd name="T12" fmla="*/ 460 w 460"/>
                <a:gd name="T13" fmla="*/ 0 h 179"/>
              </a:gdLst>
              <a:ahLst/>
              <a:cxnLst>
                <a:cxn ang="0">
                  <a:pos x="T0" y="T1"/>
                </a:cxn>
                <a:cxn ang="0">
                  <a:pos x="T2" y="T3"/>
                </a:cxn>
                <a:cxn ang="0">
                  <a:pos x="T4" y="T5"/>
                </a:cxn>
                <a:cxn ang="0">
                  <a:pos x="T6" y="T7"/>
                </a:cxn>
                <a:cxn ang="0">
                  <a:pos x="T8" y="T9"/>
                </a:cxn>
                <a:cxn ang="0">
                  <a:pos x="T10" y="T11"/>
                </a:cxn>
                <a:cxn ang="0">
                  <a:pos x="T12" y="T13"/>
                </a:cxn>
              </a:cxnLst>
              <a:rect l="0" t="0" r="r" b="b"/>
              <a:pathLst>
                <a:path w="460" h="179">
                  <a:moveTo>
                    <a:pt x="460" y="0"/>
                  </a:moveTo>
                  <a:lnTo>
                    <a:pt x="14" y="0"/>
                  </a:lnTo>
                  <a:lnTo>
                    <a:pt x="0" y="0"/>
                  </a:lnTo>
                  <a:lnTo>
                    <a:pt x="0" y="179"/>
                  </a:lnTo>
                  <a:lnTo>
                    <a:pt x="415" y="179"/>
                  </a:lnTo>
                  <a:lnTo>
                    <a:pt x="460" y="179"/>
                  </a:lnTo>
                  <a:lnTo>
                    <a:pt x="460" y="0"/>
                  </a:lnTo>
                  <a:close/>
                </a:path>
              </a:pathLst>
            </a:custGeom>
            <a:solidFill>
              <a:srgbClr val="7E582E"/>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sp>
          <p:nvSpPr>
            <p:cNvPr id="9" name="Freeform 22"/>
            <p:cNvSpPr>
              <a:spLocks/>
            </p:cNvSpPr>
            <p:nvPr/>
          </p:nvSpPr>
          <p:spPr bwMode="auto">
            <a:xfrm>
              <a:off x="6137276" y="4435475"/>
              <a:ext cx="658813" cy="947738"/>
            </a:xfrm>
            <a:custGeom>
              <a:avLst/>
              <a:gdLst>
                <a:gd name="T0" fmla="*/ 415 w 415"/>
                <a:gd name="T1" fmla="*/ 0 h 597"/>
                <a:gd name="T2" fmla="*/ 0 w 415"/>
                <a:gd name="T3" fmla="*/ 0 h 597"/>
                <a:gd name="T4" fmla="*/ 0 w 415"/>
                <a:gd name="T5" fmla="*/ 597 h 597"/>
                <a:gd name="T6" fmla="*/ 255 w 415"/>
                <a:gd name="T7" fmla="*/ 597 h 597"/>
                <a:gd name="T8" fmla="*/ 415 w 415"/>
                <a:gd name="T9" fmla="*/ 0 h 597"/>
              </a:gdLst>
              <a:ahLst/>
              <a:cxnLst>
                <a:cxn ang="0">
                  <a:pos x="T0" y="T1"/>
                </a:cxn>
                <a:cxn ang="0">
                  <a:pos x="T2" y="T3"/>
                </a:cxn>
                <a:cxn ang="0">
                  <a:pos x="T4" y="T5"/>
                </a:cxn>
                <a:cxn ang="0">
                  <a:pos x="T6" y="T7"/>
                </a:cxn>
                <a:cxn ang="0">
                  <a:pos x="T8" y="T9"/>
                </a:cxn>
              </a:cxnLst>
              <a:rect l="0" t="0" r="r" b="b"/>
              <a:pathLst>
                <a:path w="415" h="597">
                  <a:moveTo>
                    <a:pt x="415" y="0"/>
                  </a:moveTo>
                  <a:lnTo>
                    <a:pt x="0" y="0"/>
                  </a:lnTo>
                  <a:lnTo>
                    <a:pt x="0" y="597"/>
                  </a:lnTo>
                  <a:lnTo>
                    <a:pt x="255" y="597"/>
                  </a:lnTo>
                  <a:lnTo>
                    <a:pt x="415" y="0"/>
                  </a:lnTo>
                  <a:close/>
                </a:path>
              </a:pathLst>
            </a:custGeom>
            <a:solidFill>
              <a:srgbClr val="906434"/>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grpSp>
      <p:grpSp>
        <p:nvGrpSpPr>
          <p:cNvPr id="10" name="Group 9"/>
          <p:cNvGrpSpPr/>
          <p:nvPr/>
        </p:nvGrpSpPr>
        <p:grpSpPr>
          <a:xfrm>
            <a:off x="2324100" y="3257513"/>
            <a:ext cx="2379971" cy="473364"/>
            <a:chOff x="806678" y="5938001"/>
            <a:chExt cx="2260372" cy="520700"/>
          </a:xfrm>
        </p:grpSpPr>
        <p:sp>
          <p:nvSpPr>
            <p:cNvPr id="11" name="Freeform 157"/>
            <p:cNvSpPr>
              <a:spLocks/>
            </p:cNvSpPr>
            <p:nvPr/>
          </p:nvSpPr>
          <p:spPr bwMode="auto">
            <a:xfrm>
              <a:off x="935037" y="5938001"/>
              <a:ext cx="2132013" cy="520700"/>
            </a:xfrm>
            <a:custGeom>
              <a:avLst/>
              <a:gdLst>
                <a:gd name="T0" fmla="*/ 1306 w 1343"/>
                <a:gd name="T1" fmla="*/ 42 h 328"/>
                <a:gd name="T2" fmla="*/ 979 w 1343"/>
                <a:gd name="T3" fmla="*/ 328 h 328"/>
                <a:gd name="T4" fmla="*/ 0 w 1343"/>
                <a:gd name="T5" fmla="*/ 328 h 328"/>
                <a:gd name="T6" fmla="*/ 0 w 1343"/>
                <a:gd name="T7" fmla="*/ 73 h 328"/>
                <a:gd name="T8" fmla="*/ 1212 w 1343"/>
                <a:gd name="T9" fmla="*/ 73 h 328"/>
                <a:gd name="T10" fmla="*/ 1343 w 1343"/>
                <a:gd name="T11" fmla="*/ 0 h 328"/>
                <a:gd name="T12" fmla="*/ 1306 w 1343"/>
                <a:gd name="T13" fmla="*/ 42 h 328"/>
              </a:gdLst>
              <a:ahLst/>
              <a:cxnLst>
                <a:cxn ang="0">
                  <a:pos x="T0" y="T1"/>
                </a:cxn>
                <a:cxn ang="0">
                  <a:pos x="T2" y="T3"/>
                </a:cxn>
                <a:cxn ang="0">
                  <a:pos x="T4" y="T5"/>
                </a:cxn>
                <a:cxn ang="0">
                  <a:pos x="T6" y="T7"/>
                </a:cxn>
                <a:cxn ang="0">
                  <a:pos x="T8" y="T9"/>
                </a:cxn>
                <a:cxn ang="0">
                  <a:pos x="T10" y="T11"/>
                </a:cxn>
                <a:cxn ang="0">
                  <a:pos x="T12" y="T13"/>
                </a:cxn>
              </a:cxnLst>
              <a:rect l="0" t="0" r="r" b="b"/>
              <a:pathLst>
                <a:path w="1343" h="328">
                  <a:moveTo>
                    <a:pt x="1306" y="42"/>
                  </a:moveTo>
                  <a:lnTo>
                    <a:pt x="979" y="328"/>
                  </a:lnTo>
                  <a:lnTo>
                    <a:pt x="0" y="328"/>
                  </a:lnTo>
                  <a:lnTo>
                    <a:pt x="0" y="73"/>
                  </a:lnTo>
                  <a:lnTo>
                    <a:pt x="1212" y="73"/>
                  </a:lnTo>
                  <a:lnTo>
                    <a:pt x="1343" y="0"/>
                  </a:lnTo>
                  <a:lnTo>
                    <a:pt x="1306" y="42"/>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GB">
                <a:solidFill>
                  <a:prstClr val="black"/>
                </a:solidFill>
                <a:latin typeface="Roboto Lt"/>
                <a:cs typeface="+mn-cs"/>
              </a:endParaRPr>
            </a:p>
          </p:txBody>
        </p:sp>
        <p:sp>
          <p:nvSpPr>
            <p:cNvPr id="12" name="Freeform 158"/>
            <p:cNvSpPr>
              <a:spLocks/>
            </p:cNvSpPr>
            <p:nvPr/>
          </p:nvSpPr>
          <p:spPr bwMode="auto">
            <a:xfrm>
              <a:off x="806678" y="5938001"/>
              <a:ext cx="2132013" cy="520700"/>
            </a:xfrm>
            <a:custGeom>
              <a:avLst/>
              <a:gdLst>
                <a:gd name="T0" fmla="*/ 1306 w 1343"/>
                <a:gd name="T1" fmla="*/ 42 h 328"/>
                <a:gd name="T2" fmla="*/ 979 w 1343"/>
                <a:gd name="T3" fmla="*/ 328 h 328"/>
                <a:gd name="T4" fmla="*/ 0 w 1343"/>
                <a:gd name="T5" fmla="*/ 328 h 328"/>
                <a:gd name="T6" fmla="*/ 0 w 1343"/>
                <a:gd name="T7" fmla="*/ 73 h 328"/>
                <a:gd name="T8" fmla="*/ 1212 w 1343"/>
                <a:gd name="T9" fmla="*/ 73 h 328"/>
                <a:gd name="T10" fmla="*/ 1343 w 1343"/>
                <a:gd name="T11" fmla="*/ 0 h 328"/>
              </a:gdLst>
              <a:ahLst/>
              <a:cxnLst>
                <a:cxn ang="0">
                  <a:pos x="T0" y="T1"/>
                </a:cxn>
                <a:cxn ang="0">
                  <a:pos x="T2" y="T3"/>
                </a:cxn>
                <a:cxn ang="0">
                  <a:pos x="T4" y="T5"/>
                </a:cxn>
                <a:cxn ang="0">
                  <a:pos x="T6" y="T7"/>
                </a:cxn>
                <a:cxn ang="0">
                  <a:pos x="T8" y="T9"/>
                </a:cxn>
                <a:cxn ang="0">
                  <a:pos x="T10" y="T11"/>
                </a:cxn>
              </a:cxnLst>
              <a:rect l="0" t="0" r="r" b="b"/>
              <a:pathLst>
                <a:path w="1343" h="328">
                  <a:moveTo>
                    <a:pt x="1306" y="42"/>
                  </a:moveTo>
                  <a:lnTo>
                    <a:pt x="979" y="328"/>
                  </a:lnTo>
                  <a:lnTo>
                    <a:pt x="0" y="328"/>
                  </a:lnTo>
                  <a:lnTo>
                    <a:pt x="0" y="73"/>
                  </a:lnTo>
                  <a:lnTo>
                    <a:pt x="1212" y="73"/>
                  </a:lnTo>
                  <a:lnTo>
                    <a:pt x="1343" y="0"/>
                  </a:lnTo>
                </a:path>
              </a:pathLst>
            </a:custGeom>
            <a:solidFill>
              <a:schemeClr val="accent1">
                <a:lumMod val="60000"/>
                <a:lumOff val="40000"/>
              </a:schemeClr>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GB">
                <a:solidFill>
                  <a:prstClr val="black"/>
                </a:solidFill>
                <a:latin typeface="Roboto Lt"/>
                <a:cs typeface="+mn-cs"/>
              </a:endParaRPr>
            </a:p>
          </p:txBody>
        </p:sp>
      </p:grpSp>
      <p:sp>
        <p:nvSpPr>
          <p:cNvPr id="150" name="Text Placeholder 47"/>
          <p:cNvSpPr txBox="1">
            <a:spLocks/>
          </p:cNvSpPr>
          <p:nvPr/>
        </p:nvSpPr>
        <p:spPr>
          <a:xfrm>
            <a:off x="2136008" y="2803110"/>
            <a:ext cx="2964551" cy="474148"/>
          </a:xfrm>
          <a:prstGeom prst="rect">
            <a:avLst/>
          </a:prstGeom>
        </p:spPr>
        <p:txBody>
          <a:bodyPr>
            <a:noAutofit/>
          </a:bodyPr>
          <a:lstStyle>
            <a:lvl1pPr marL="0" indent="0" algn="l" defTabSz="914400" rtl="0" eaLnBrk="1" latinLnBrk="0" hangingPunct="1">
              <a:lnSpc>
                <a:spcPct val="90000"/>
              </a:lnSpc>
              <a:spcBef>
                <a:spcPts val="1000"/>
              </a:spcBef>
              <a:buFontTx/>
              <a:buNone/>
              <a:defRPr sz="1600" kern="1200">
                <a:solidFill>
                  <a:schemeClr val="tx1"/>
                </a:solidFill>
                <a:latin typeface="+mn-lt"/>
                <a:ea typeface="+mn-ea"/>
                <a:cs typeface="+mn-cs"/>
              </a:defRPr>
            </a:lvl1pPr>
            <a:lvl2pPr marL="457200" indent="0" algn="l" defTabSz="914400" rtl="0" eaLnBrk="1" latinLnBrk="0" hangingPunct="1">
              <a:lnSpc>
                <a:spcPct val="90000"/>
              </a:lnSpc>
              <a:spcBef>
                <a:spcPts val="500"/>
              </a:spcBef>
              <a:buFontTx/>
              <a:buNone/>
              <a:defRPr sz="14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Tx/>
              <a:buNone/>
              <a:defRPr sz="12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Tx/>
              <a:buNone/>
              <a:defRPr sz="11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Tx/>
              <a:buNone/>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14350" indent="-514350" algn="ctr" rtl="1" fontAlgn="auto">
              <a:spcAft>
                <a:spcPts val="0"/>
              </a:spcAft>
              <a:buFont typeface="+mj-lt"/>
              <a:buAutoNum type="arabicPeriod"/>
            </a:pPr>
            <a:r>
              <a:rPr lang="ar-SA" sz="3200" b="1" dirty="0" smtClean="0">
                <a:solidFill>
                  <a:srgbClr val="C00000"/>
                </a:solidFill>
                <a:latin typeface="Roboto"/>
              </a:rPr>
              <a:t>التحدي </a:t>
            </a:r>
            <a:r>
              <a:rPr lang="ar-SA" sz="3200" b="1" dirty="0">
                <a:solidFill>
                  <a:srgbClr val="C00000"/>
                </a:solidFill>
                <a:latin typeface="Roboto"/>
              </a:rPr>
              <a:t>الثقافي</a:t>
            </a:r>
            <a:endParaRPr lang="en-AU" sz="2400" b="1" dirty="0">
              <a:solidFill>
                <a:srgbClr val="C00000"/>
              </a:solidFill>
              <a:latin typeface="Roboto"/>
            </a:endParaRPr>
          </a:p>
        </p:txBody>
      </p:sp>
      <p:grpSp>
        <p:nvGrpSpPr>
          <p:cNvPr id="3" name="Group 2"/>
          <p:cNvGrpSpPr/>
          <p:nvPr/>
        </p:nvGrpSpPr>
        <p:grpSpPr>
          <a:xfrm>
            <a:off x="5273510" y="3142704"/>
            <a:ext cx="3314625" cy="2689735"/>
            <a:chOff x="4586289" y="3298426"/>
            <a:chExt cx="3314625" cy="2689735"/>
          </a:xfrm>
        </p:grpSpPr>
        <p:sp>
          <p:nvSpPr>
            <p:cNvPr id="58" name="Freeform 296"/>
            <p:cNvSpPr>
              <a:spLocks/>
            </p:cNvSpPr>
            <p:nvPr/>
          </p:nvSpPr>
          <p:spPr bwMode="auto">
            <a:xfrm flipH="1">
              <a:off x="5905618" y="3475067"/>
              <a:ext cx="697299" cy="730906"/>
            </a:xfrm>
            <a:custGeom>
              <a:avLst/>
              <a:gdLst>
                <a:gd name="T0" fmla="*/ 80 w 160"/>
                <a:gd name="T1" fmla="*/ 0 h 158"/>
                <a:gd name="T2" fmla="*/ 85 w 160"/>
                <a:gd name="T3" fmla="*/ 1 h 158"/>
                <a:gd name="T4" fmla="*/ 139 w 160"/>
                <a:gd name="T5" fmla="*/ 1 h 158"/>
                <a:gd name="T6" fmla="*/ 143 w 160"/>
                <a:gd name="T7" fmla="*/ 18 h 158"/>
                <a:gd name="T8" fmla="*/ 160 w 160"/>
                <a:gd name="T9" fmla="*/ 35 h 158"/>
                <a:gd name="T10" fmla="*/ 160 w 160"/>
                <a:gd name="T11" fmla="*/ 77 h 158"/>
                <a:gd name="T12" fmla="*/ 159 w 160"/>
                <a:gd name="T13" fmla="*/ 77 h 158"/>
                <a:gd name="T14" fmla="*/ 159 w 160"/>
                <a:gd name="T15" fmla="*/ 79 h 158"/>
                <a:gd name="T16" fmla="*/ 80 w 160"/>
                <a:gd name="T17" fmla="*/ 158 h 158"/>
                <a:gd name="T18" fmla="*/ 0 w 160"/>
                <a:gd name="T19" fmla="*/ 79 h 158"/>
                <a:gd name="T20" fmla="*/ 0 w 160"/>
                <a:gd name="T21" fmla="*/ 73 h 158"/>
                <a:gd name="T22" fmla="*/ 0 w 160"/>
                <a:gd name="T23" fmla="*/ 17 h 158"/>
                <a:gd name="T24" fmla="*/ 12 w 160"/>
                <a:gd name="T25" fmla="*/ 1 h 158"/>
                <a:gd name="T26" fmla="*/ 75 w 160"/>
                <a:gd name="T27" fmla="*/ 1 h 158"/>
                <a:gd name="T28" fmla="*/ 80 w 160"/>
                <a:gd name="T29" fmla="*/ 0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0" h="158">
                  <a:moveTo>
                    <a:pt x="80" y="0"/>
                  </a:moveTo>
                  <a:cubicBezTo>
                    <a:pt x="81" y="0"/>
                    <a:pt x="83" y="1"/>
                    <a:pt x="85" y="1"/>
                  </a:cubicBezTo>
                  <a:cubicBezTo>
                    <a:pt x="139" y="1"/>
                    <a:pt x="139" y="1"/>
                    <a:pt x="139" y="1"/>
                  </a:cubicBezTo>
                  <a:cubicBezTo>
                    <a:pt x="143" y="18"/>
                    <a:pt x="143" y="18"/>
                    <a:pt x="143" y="18"/>
                  </a:cubicBezTo>
                  <a:cubicBezTo>
                    <a:pt x="160" y="35"/>
                    <a:pt x="160" y="35"/>
                    <a:pt x="160" y="35"/>
                  </a:cubicBezTo>
                  <a:cubicBezTo>
                    <a:pt x="160" y="77"/>
                    <a:pt x="160" y="77"/>
                    <a:pt x="160" y="77"/>
                  </a:cubicBezTo>
                  <a:cubicBezTo>
                    <a:pt x="159" y="77"/>
                    <a:pt x="159" y="77"/>
                    <a:pt x="159" y="77"/>
                  </a:cubicBezTo>
                  <a:cubicBezTo>
                    <a:pt x="159" y="78"/>
                    <a:pt x="159" y="79"/>
                    <a:pt x="159" y="79"/>
                  </a:cubicBezTo>
                  <a:cubicBezTo>
                    <a:pt x="159" y="123"/>
                    <a:pt x="124" y="158"/>
                    <a:pt x="80" y="158"/>
                  </a:cubicBezTo>
                  <a:cubicBezTo>
                    <a:pt x="36" y="158"/>
                    <a:pt x="0" y="123"/>
                    <a:pt x="0" y="79"/>
                  </a:cubicBezTo>
                  <a:cubicBezTo>
                    <a:pt x="0" y="77"/>
                    <a:pt x="0" y="75"/>
                    <a:pt x="0" y="73"/>
                  </a:cubicBezTo>
                  <a:cubicBezTo>
                    <a:pt x="0" y="17"/>
                    <a:pt x="0" y="17"/>
                    <a:pt x="0" y="17"/>
                  </a:cubicBezTo>
                  <a:cubicBezTo>
                    <a:pt x="12" y="1"/>
                    <a:pt x="12" y="1"/>
                    <a:pt x="12" y="1"/>
                  </a:cubicBezTo>
                  <a:cubicBezTo>
                    <a:pt x="75" y="1"/>
                    <a:pt x="75" y="1"/>
                    <a:pt x="75" y="1"/>
                  </a:cubicBezTo>
                  <a:cubicBezTo>
                    <a:pt x="76" y="1"/>
                    <a:pt x="78" y="0"/>
                    <a:pt x="80" y="0"/>
                  </a:cubicBezTo>
                  <a:close/>
                </a:path>
              </a:pathLst>
            </a:custGeom>
            <a:solidFill>
              <a:srgbClr val="FFDCB8"/>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sp>
          <p:nvSpPr>
            <p:cNvPr id="59" name="Freeform 297"/>
            <p:cNvSpPr>
              <a:spLocks/>
            </p:cNvSpPr>
            <p:nvPr/>
          </p:nvSpPr>
          <p:spPr bwMode="auto">
            <a:xfrm flipH="1">
              <a:off x="6302230" y="3478965"/>
              <a:ext cx="300688" cy="721160"/>
            </a:xfrm>
            <a:custGeom>
              <a:avLst/>
              <a:gdLst>
                <a:gd name="T0" fmla="*/ 69 w 69"/>
                <a:gd name="T1" fmla="*/ 156 h 156"/>
                <a:gd name="T2" fmla="*/ 0 w 69"/>
                <a:gd name="T3" fmla="*/ 78 h 156"/>
                <a:gd name="T4" fmla="*/ 0 w 69"/>
                <a:gd name="T5" fmla="*/ 72 h 156"/>
                <a:gd name="T6" fmla="*/ 0 w 69"/>
                <a:gd name="T7" fmla="*/ 16 h 156"/>
                <a:gd name="T8" fmla="*/ 12 w 69"/>
                <a:gd name="T9" fmla="*/ 0 h 156"/>
                <a:gd name="T10" fmla="*/ 69 w 69"/>
                <a:gd name="T11" fmla="*/ 0 h 156"/>
                <a:gd name="T12" fmla="*/ 69 w 69"/>
                <a:gd name="T13" fmla="*/ 156 h 156"/>
              </a:gdLst>
              <a:ahLst/>
              <a:cxnLst>
                <a:cxn ang="0">
                  <a:pos x="T0" y="T1"/>
                </a:cxn>
                <a:cxn ang="0">
                  <a:pos x="T2" y="T3"/>
                </a:cxn>
                <a:cxn ang="0">
                  <a:pos x="T4" y="T5"/>
                </a:cxn>
                <a:cxn ang="0">
                  <a:pos x="T6" y="T7"/>
                </a:cxn>
                <a:cxn ang="0">
                  <a:pos x="T8" y="T9"/>
                </a:cxn>
                <a:cxn ang="0">
                  <a:pos x="T10" y="T11"/>
                </a:cxn>
                <a:cxn ang="0">
                  <a:pos x="T12" y="T13"/>
                </a:cxn>
              </a:cxnLst>
              <a:rect l="0" t="0" r="r" b="b"/>
              <a:pathLst>
                <a:path w="69" h="156">
                  <a:moveTo>
                    <a:pt x="69" y="156"/>
                  </a:moveTo>
                  <a:cubicBezTo>
                    <a:pt x="30" y="151"/>
                    <a:pt x="0" y="118"/>
                    <a:pt x="0" y="78"/>
                  </a:cubicBezTo>
                  <a:cubicBezTo>
                    <a:pt x="0" y="76"/>
                    <a:pt x="0" y="74"/>
                    <a:pt x="0" y="72"/>
                  </a:cubicBezTo>
                  <a:cubicBezTo>
                    <a:pt x="0" y="16"/>
                    <a:pt x="0" y="16"/>
                    <a:pt x="0" y="16"/>
                  </a:cubicBezTo>
                  <a:cubicBezTo>
                    <a:pt x="12" y="0"/>
                    <a:pt x="12" y="0"/>
                    <a:pt x="12" y="0"/>
                  </a:cubicBezTo>
                  <a:cubicBezTo>
                    <a:pt x="69" y="0"/>
                    <a:pt x="69" y="0"/>
                    <a:pt x="69" y="0"/>
                  </a:cubicBezTo>
                  <a:lnTo>
                    <a:pt x="69" y="156"/>
                  </a:lnTo>
                  <a:close/>
                </a:path>
              </a:pathLst>
            </a:custGeom>
            <a:solidFill>
              <a:srgbClr val="FFDCB8"/>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sp>
          <p:nvSpPr>
            <p:cNvPr id="15" name="Freeform 15"/>
            <p:cNvSpPr>
              <a:spLocks/>
            </p:cNvSpPr>
            <p:nvPr/>
          </p:nvSpPr>
          <p:spPr bwMode="auto">
            <a:xfrm flipH="1">
              <a:off x="4586289" y="3932935"/>
              <a:ext cx="562944" cy="264186"/>
            </a:xfrm>
            <a:custGeom>
              <a:avLst/>
              <a:gdLst>
                <a:gd name="T0" fmla="*/ 0 w 84"/>
                <a:gd name="T1" fmla="*/ 31 h 41"/>
                <a:gd name="T2" fmla="*/ 0 w 84"/>
                <a:gd name="T3" fmla="*/ 7 h 41"/>
                <a:gd name="T4" fmla="*/ 19 w 84"/>
                <a:gd name="T5" fmla="*/ 2 h 41"/>
                <a:gd name="T6" fmla="*/ 39 w 84"/>
                <a:gd name="T7" fmla="*/ 14 h 41"/>
                <a:gd name="T8" fmla="*/ 41 w 84"/>
                <a:gd name="T9" fmla="*/ 29 h 41"/>
                <a:gd name="T10" fmla="*/ 26 w 84"/>
                <a:gd name="T11" fmla="*/ 24 h 41"/>
                <a:gd name="T12" fmla="*/ 40 w 84"/>
                <a:gd name="T13" fmla="*/ 30 h 41"/>
                <a:gd name="T14" fmla="*/ 52 w 84"/>
                <a:gd name="T15" fmla="*/ 18 h 41"/>
                <a:gd name="T16" fmla="*/ 68 w 84"/>
                <a:gd name="T17" fmla="*/ 10 h 41"/>
                <a:gd name="T18" fmla="*/ 78 w 84"/>
                <a:gd name="T19" fmla="*/ 20 h 41"/>
                <a:gd name="T20" fmla="*/ 54 w 84"/>
                <a:gd name="T21" fmla="*/ 36 h 41"/>
                <a:gd name="T22" fmla="*/ 30 w 84"/>
                <a:gd name="T23" fmla="*/ 37 h 41"/>
                <a:gd name="T24" fmla="*/ 0 w 84"/>
                <a:gd name="T25" fmla="*/ 3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4" h="41">
                  <a:moveTo>
                    <a:pt x="0" y="31"/>
                  </a:moveTo>
                  <a:cubicBezTo>
                    <a:pt x="0" y="23"/>
                    <a:pt x="0" y="15"/>
                    <a:pt x="0" y="7"/>
                  </a:cubicBezTo>
                  <a:cubicBezTo>
                    <a:pt x="7" y="1"/>
                    <a:pt x="12" y="0"/>
                    <a:pt x="19" y="2"/>
                  </a:cubicBezTo>
                  <a:cubicBezTo>
                    <a:pt x="27" y="5"/>
                    <a:pt x="26" y="10"/>
                    <a:pt x="39" y="14"/>
                  </a:cubicBezTo>
                  <a:cubicBezTo>
                    <a:pt x="55" y="18"/>
                    <a:pt x="51" y="29"/>
                    <a:pt x="41" y="29"/>
                  </a:cubicBezTo>
                  <a:cubicBezTo>
                    <a:pt x="35" y="28"/>
                    <a:pt x="32" y="28"/>
                    <a:pt x="26" y="24"/>
                  </a:cubicBezTo>
                  <a:cubicBezTo>
                    <a:pt x="29" y="27"/>
                    <a:pt x="34" y="30"/>
                    <a:pt x="40" y="30"/>
                  </a:cubicBezTo>
                  <a:cubicBezTo>
                    <a:pt x="50" y="31"/>
                    <a:pt x="54" y="26"/>
                    <a:pt x="52" y="18"/>
                  </a:cubicBezTo>
                  <a:cubicBezTo>
                    <a:pt x="59" y="15"/>
                    <a:pt x="62" y="13"/>
                    <a:pt x="68" y="10"/>
                  </a:cubicBezTo>
                  <a:cubicBezTo>
                    <a:pt x="76" y="6"/>
                    <a:pt x="84" y="13"/>
                    <a:pt x="78" y="20"/>
                  </a:cubicBezTo>
                  <a:cubicBezTo>
                    <a:pt x="75" y="22"/>
                    <a:pt x="59" y="33"/>
                    <a:pt x="54" y="36"/>
                  </a:cubicBezTo>
                  <a:cubicBezTo>
                    <a:pt x="46" y="41"/>
                    <a:pt x="37" y="41"/>
                    <a:pt x="30" y="37"/>
                  </a:cubicBezTo>
                  <a:cubicBezTo>
                    <a:pt x="22" y="33"/>
                    <a:pt x="13" y="31"/>
                    <a:pt x="0" y="31"/>
                  </a:cubicBezTo>
                  <a:close/>
                </a:path>
              </a:pathLst>
            </a:custGeom>
            <a:solidFill>
              <a:srgbClr val="FFDCB8"/>
            </a:solidFill>
            <a:ln>
              <a:noFill/>
            </a:ln>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Roboto Lt"/>
                <a:cs typeface="+mn-cs"/>
              </a:endParaRPr>
            </a:p>
          </p:txBody>
        </p:sp>
        <p:sp>
          <p:nvSpPr>
            <p:cNvPr id="16" name="Freeform 15"/>
            <p:cNvSpPr>
              <a:spLocks/>
            </p:cNvSpPr>
            <p:nvPr/>
          </p:nvSpPr>
          <p:spPr bwMode="auto">
            <a:xfrm flipH="1">
              <a:off x="4983194" y="3980646"/>
              <a:ext cx="1103135" cy="950324"/>
            </a:xfrm>
            <a:custGeom>
              <a:avLst/>
              <a:gdLst>
                <a:gd name="connsiteX0" fmla="*/ 934681 w 1103135"/>
                <a:gd name="connsiteY0" fmla="*/ 0 h 950324"/>
                <a:gd name="connsiteX1" fmla="*/ 1103135 w 1103135"/>
                <a:gd name="connsiteY1" fmla="*/ 187039 h 950324"/>
                <a:gd name="connsiteX2" fmla="*/ 1077924 w 1103135"/>
                <a:gd name="connsiteY2" fmla="*/ 239971 h 950324"/>
                <a:gd name="connsiteX3" fmla="*/ 770304 w 1103135"/>
                <a:gd name="connsiteY3" fmla="*/ 885831 h 950324"/>
                <a:gd name="connsiteX4" fmla="*/ 694691 w 1103135"/>
                <a:gd name="connsiteY4" fmla="*/ 945363 h 950324"/>
                <a:gd name="connsiteX5" fmla="*/ 671062 w 1103135"/>
                <a:gd name="connsiteY5" fmla="*/ 950324 h 950324"/>
                <a:gd name="connsiteX6" fmla="*/ 595449 w 1103135"/>
                <a:gd name="connsiteY6" fmla="*/ 920558 h 950324"/>
                <a:gd name="connsiteX7" fmla="*/ 0 w 1103135"/>
                <a:gd name="connsiteY7" fmla="*/ 404616 h 950324"/>
                <a:gd name="connsiteX8" fmla="*/ 141774 w 1103135"/>
                <a:gd name="connsiteY8" fmla="*/ 221059 h 950324"/>
                <a:gd name="connsiteX9" fmla="*/ 633256 w 1103135"/>
                <a:gd name="connsiteY9" fmla="*/ 642743 h 950324"/>
                <a:gd name="connsiteX10" fmla="*/ 930980 w 1103135"/>
                <a:gd name="connsiteY10" fmla="*/ 7892 h 950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03135" h="950324">
                  <a:moveTo>
                    <a:pt x="934681" y="0"/>
                  </a:moveTo>
                  <a:lnTo>
                    <a:pt x="1103135" y="187039"/>
                  </a:lnTo>
                  <a:lnTo>
                    <a:pt x="1077924" y="239971"/>
                  </a:lnTo>
                  <a:cubicBezTo>
                    <a:pt x="770304" y="885831"/>
                    <a:pt x="770304" y="885831"/>
                    <a:pt x="770304" y="885831"/>
                  </a:cubicBezTo>
                  <a:cubicBezTo>
                    <a:pt x="756126" y="915597"/>
                    <a:pt x="727772" y="940402"/>
                    <a:pt x="694691" y="945363"/>
                  </a:cubicBezTo>
                  <a:cubicBezTo>
                    <a:pt x="685239" y="950324"/>
                    <a:pt x="675788" y="950324"/>
                    <a:pt x="671062" y="950324"/>
                  </a:cubicBezTo>
                  <a:cubicBezTo>
                    <a:pt x="642707" y="950324"/>
                    <a:pt x="619078" y="940402"/>
                    <a:pt x="595449" y="920558"/>
                  </a:cubicBezTo>
                  <a:cubicBezTo>
                    <a:pt x="0" y="404616"/>
                    <a:pt x="0" y="404616"/>
                    <a:pt x="0" y="404616"/>
                  </a:cubicBezTo>
                  <a:lnTo>
                    <a:pt x="141774" y="221059"/>
                  </a:lnTo>
                  <a:cubicBezTo>
                    <a:pt x="633256" y="642743"/>
                    <a:pt x="633256" y="642743"/>
                    <a:pt x="633256" y="642743"/>
                  </a:cubicBezTo>
                  <a:cubicBezTo>
                    <a:pt x="860094" y="159047"/>
                    <a:pt x="916803" y="38123"/>
                    <a:pt x="930980" y="7892"/>
                  </a:cubicBezTo>
                  <a:close/>
                </a:path>
              </a:pathLst>
            </a:custGeom>
            <a:solidFill>
              <a:srgbClr val="44546A"/>
            </a:solidFill>
            <a:ln>
              <a:noFill/>
            </a:ln>
            <a:extLst/>
          </p:spPr>
          <p:txBody>
            <a:bodyPr vert="horz" wrap="square" lIns="91440" tIns="45720" rIns="91440" bIns="45720" numCol="1" anchor="t" anchorCtr="0" compatLnSpc="1">
              <a:prstTxWarp prst="textNoShape">
                <a:avLst/>
              </a:prstTxWarp>
              <a:noAutofit/>
            </a:bodyPr>
            <a:lstStyle/>
            <a:p>
              <a:pPr fontAlgn="auto">
                <a:spcBef>
                  <a:spcPts val="0"/>
                </a:spcBef>
                <a:spcAft>
                  <a:spcPts val="0"/>
                </a:spcAft>
              </a:pPr>
              <a:endParaRPr lang="en-GB" dirty="0">
                <a:solidFill>
                  <a:prstClr val="black"/>
                </a:solidFill>
                <a:latin typeface="Roboto Lt"/>
                <a:cs typeface="+mn-cs"/>
              </a:endParaRPr>
            </a:p>
          </p:txBody>
        </p:sp>
        <p:sp>
          <p:nvSpPr>
            <p:cNvPr id="17" name="Freeform 15"/>
            <p:cNvSpPr>
              <a:spLocks/>
            </p:cNvSpPr>
            <p:nvPr/>
          </p:nvSpPr>
          <p:spPr bwMode="auto">
            <a:xfrm>
              <a:off x="7337970" y="3932935"/>
              <a:ext cx="562944" cy="264186"/>
            </a:xfrm>
            <a:custGeom>
              <a:avLst/>
              <a:gdLst>
                <a:gd name="T0" fmla="*/ 0 w 84"/>
                <a:gd name="T1" fmla="*/ 31 h 41"/>
                <a:gd name="T2" fmla="*/ 0 w 84"/>
                <a:gd name="T3" fmla="*/ 7 h 41"/>
                <a:gd name="T4" fmla="*/ 19 w 84"/>
                <a:gd name="T5" fmla="*/ 2 h 41"/>
                <a:gd name="T6" fmla="*/ 39 w 84"/>
                <a:gd name="T7" fmla="*/ 14 h 41"/>
                <a:gd name="T8" fmla="*/ 41 w 84"/>
                <a:gd name="T9" fmla="*/ 29 h 41"/>
                <a:gd name="T10" fmla="*/ 26 w 84"/>
                <a:gd name="T11" fmla="*/ 24 h 41"/>
                <a:gd name="T12" fmla="*/ 40 w 84"/>
                <a:gd name="T13" fmla="*/ 30 h 41"/>
                <a:gd name="T14" fmla="*/ 52 w 84"/>
                <a:gd name="T15" fmla="*/ 18 h 41"/>
                <a:gd name="T16" fmla="*/ 68 w 84"/>
                <a:gd name="T17" fmla="*/ 10 h 41"/>
                <a:gd name="T18" fmla="*/ 78 w 84"/>
                <a:gd name="T19" fmla="*/ 20 h 41"/>
                <a:gd name="T20" fmla="*/ 54 w 84"/>
                <a:gd name="T21" fmla="*/ 36 h 41"/>
                <a:gd name="T22" fmla="*/ 30 w 84"/>
                <a:gd name="T23" fmla="*/ 37 h 41"/>
                <a:gd name="T24" fmla="*/ 0 w 84"/>
                <a:gd name="T25" fmla="*/ 3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4" h="41">
                  <a:moveTo>
                    <a:pt x="0" y="31"/>
                  </a:moveTo>
                  <a:cubicBezTo>
                    <a:pt x="0" y="23"/>
                    <a:pt x="0" y="15"/>
                    <a:pt x="0" y="7"/>
                  </a:cubicBezTo>
                  <a:cubicBezTo>
                    <a:pt x="7" y="1"/>
                    <a:pt x="12" y="0"/>
                    <a:pt x="19" y="2"/>
                  </a:cubicBezTo>
                  <a:cubicBezTo>
                    <a:pt x="27" y="5"/>
                    <a:pt x="26" y="10"/>
                    <a:pt x="39" y="14"/>
                  </a:cubicBezTo>
                  <a:cubicBezTo>
                    <a:pt x="55" y="18"/>
                    <a:pt x="51" y="29"/>
                    <a:pt x="41" y="29"/>
                  </a:cubicBezTo>
                  <a:cubicBezTo>
                    <a:pt x="35" y="28"/>
                    <a:pt x="32" y="28"/>
                    <a:pt x="26" y="24"/>
                  </a:cubicBezTo>
                  <a:cubicBezTo>
                    <a:pt x="29" y="27"/>
                    <a:pt x="34" y="30"/>
                    <a:pt x="40" y="30"/>
                  </a:cubicBezTo>
                  <a:cubicBezTo>
                    <a:pt x="50" y="31"/>
                    <a:pt x="54" y="26"/>
                    <a:pt x="52" y="18"/>
                  </a:cubicBezTo>
                  <a:cubicBezTo>
                    <a:pt x="59" y="15"/>
                    <a:pt x="62" y="13"/>
                    <a:pt x="68" y="10"/>
                  </a:cubicBezTo>
                  <a:cubicBezTo>
                    <a:pt x="76" y="6"/>
                    <a:pt x="84" y="13"/>
                    <a:pt x="78" y="20"/>
                  </a:cubicBezTo>
                  <a:cubicBezTo>
                    <a:pt x="75" y="22"/>
                    <a:pt x="59" y="33"/>
                    <a:pt x="54" y="36"/>
                  </a:cubicBezTo>
                  <a:cubicBezTo>
                    <a:pt x="46" y="41"/>
                    <a:pt x="37" y="41"/>
                    <a:pt x="30" y="37"/>
                  </a:cubicBezTo>
                  <a:cubicBezTo>
                    <a:pt x="22" y="33"/>
                    <a:pt x="13" y="31"/>
                    <a:pt x="0" y="31"/>
                  </a:cubicBezTo>
                  <a:close/>
                </a:path>
              </a:pathLst>
            </a:custGeom>
            <a:solidFill>
              <a:srgbClr val="FFDCB8"/>
            </a:solidFill>
            <a:ln>
              <a:noFill/>
            </a:ln>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Roboto Lt"/>
                <a:cs typeface="+mn-cs"/>
              </a:endParaRPr>
            </a:p>
          </p:txBody>
        </p:sp>
        <p:sp>
          <p:nvSpPr>
            <p:cNvPr id="18" name="Freeform 17"/>
            <p:cNvSpPr>
              <a:spLocks/>
            </p:cNvSpPr>
            <p:nvPr/>
          </p:nvSpPr>
          <p:spPr bwMode="auto">
            <a:xfrm>
              <a:off x="6400784" y="3978447"/>
              <a:ext cx="1103135" cy="950324"/>
            </a:xfrm>
            <a:custGeom>
              <a:avLst/>
              <a:gdLst>
                <a:gd name="connsiteX0" fmla="*/ 934681 w 1103135"/>
                <a:gd name="connsiteY0" fmla="*/ 0 h 950324"/>
                <a:gd name="connsiteX1" fmla="*/ 1103135 w 1103135"/>
                <a:gd name="connsiteY1" fmla="*/ 187039 h 950324"/>
                <a:gd name="connsiteX2" fmla="*/ 1077924 w 1103135"/>
                <a:gd name="connsiteY2" fmla="*/ 239971 h 950324"/>
                <a:gd name="connsiteX3" fmla="*/ 770304 w 1103135"/>
                <a:gd name="connsiteY3" fmla="*/ 885831 h 950324"/>
                <a:gd name="connsiteX4" fmla="*/ 694691 w 1103135"/>
                <a:gd name="connsiteY4" fmla="*/ 945363 h 950324"/>
                <a:gd name="connsiteX5" fmla="*/ 671062 w 1103135"/>
                <a:gd name="connsiteY5" fmla="*/ 950324 h 950324"/>
                <a:gd name="connsiteX6" fmla="*/ 595449 w 1103135"/>
                <a:gd name="connsiteY6" fmla="*/ 920558 h 950324"/>
                <a:gd name="connsiteX7" fmla="*/ 0 w 1103135"/>
                <a:gd name="connsiteY7" fmla="*/ 404616 h 950324"/>
                <a:gd name="connsiteX8" fmla="*/ 141774 w 1103135"/>
                <a:gd name="connsiteY8" fmla="*/ 221059 h 950324"/>
                <a:gd name="connsiteX9" fmla="*/ 633256 w 1103135"/>
                <a:gd name="connsiteY9" fmla="*/ 642743 h 950324"/>
                <a:gd name="connsiteX10" fmla="*/ 930980 w 1103135"/>
                <a:gd name="connsiteY10" fmla="*/ 7892 h 950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03135" h="950324">
                  <a:moveTo>
                    <a:pt x="934681" y="0"/>
                  </a:moveTo>
                  <a:lnTo>
                    <a:pt x="1103135" y="187039"/>
                  </a:lnTo>
                  <a:lnTo>
                    <a:pt x="1077924" y="239971"/>
                  </a:lnTo>
                  <a:cubicBezTo>
                    <a:pt x="770304" y="885831"/>
                    <a:pt x="770304" y="885831"/>
                    <a:pt x="770304" y="885831"/>
                  </a:cubicBezTo>
                  <a:cubicBezTo>
                    <a:pt x="756126" y="915597"/>
                    <a:pt x="727772" y="940402"/>
                    <a:pt x="694691" y="945363"/>
                  </a:cubicBezTo>
                  <a:cubicBezTo>
                    <a:pt x="685239" y="950324"/>
                    <a:pt x="675788" y="950324"/>
                    <a:pt x="671062" y="950324"/>
                  </a:cubicBezTo>
                  <a:cubicBezTo>
                    <a:pt x="642707" y="950324"/>
                    <a:pt x="619078" y="940402"/>
                    <a:pt x="595449" y="920558"/>
                  </a:cubicBezTo>
                  <a:cubicBezTo>
                    <a:pt x="0" y="404616"/>
                    <a:pt x="0" y="404616"/>
                    <a:pt x="0" y="404616"/>
                  </a:cubicBezTo>
                  <a:lnTo>
                    <a:pt x="141774" y="221059"/>
                  </a:lnTo>
                  <a:cubicBezTo>
                    <a:pt x="633256" y="642743"/>
                    <a:pt x="633256" y="642743"/>
                    <a:pt x="633256" y="642743"/>
                  </a:cubicBezTo>
                  <a:cubicBezTo>
                    <a:pt x="860094" y="159047"/>
                    <a:pt x="916803" y="38123"/>
                    <a:pt x="930980" y="7892"/>
                  </a:cubicBezTo>
                  <a:close/>
                </a:path>
              </a:pathLst>
            </a:custGeom>
            <a:solidFill>
              <a:srgbClr val="44546A"/>
            </a:solidFill>
            <a:ln>
              <a:noFill/>
            </a:ln>
            <a:extLst/>
          </p:spPr>
          <p:txBody>
            <a:bodyPr vert="horz" wrap="square" lIns="91440" tIns="45720" rIns="91440" bIns="45720" numCol="1" anchor="t" anchorCtr="0" compatLnSpc="1">
              <a:prstTxWarp prst="textNoShape">
                <a:avLst/>
              </a:prstTxWarp>
              <a:noAutofit/>
            </a:bodyPr>
            <a:lstStyle/>
            <a:p>
              <a:pPr fontAlgn="auto">
                <a:spcBef>
                  <a:spcPts val="0"/>
                </a:spcBef>
                <a:spcAft>
                  <a:spcPts val="0"/>
                </a:spcAft>
              </a:pPr>
              <a:endParaRPr lang="en-GB" dirty="0">
                <a:solidFill>
                  <a:prstClr val="black"/>
                </a:solidFill>
                <a:latin typeface="Roboto Lt"/>
                <a:cs typeface="+mn-cs"/>
              </a:endParaRPr>
            </a:p>
          </p:txBody>
        </p:sp>
        <p:sp>
          <p:nvSpPr>
            <p:cNvPr id="20" name="Freeform 19"/>
            <p:cNvSpPr>
              <a:spLocks/>
            </p:cNvSpPr>
            <p:nvPr/>
          </p:nvSpPr>
          <p:spPr bwMode="auto">
            <a:xfrm rot="10800000" flipH="1">
              <a:off x="5908297" y="4174376"/>
              <a:ext cx="670156" cy="1045278"/>
            </a:xfrm>
            <a:custGeom>
              <a:avLst/>
              <a:gdLst>
                <a:gd name="connsiteX0" fmla="*/ 138788 w 670156"/>
                <a:gd name="connsiteY0" fmla="*/ 1155858 h 1155858"/>
                <a:gd name="connsiteX1" fmla="*/ 270962 w 670156"/>
                <a:gd name="connsiteY1" fmla="*/ 1155858 h 1155858"/>
                <a:gd name="connsiteX2" fmla="*/ 392969 w 670156"/>
                <a:gd name="connsiteY2" fmla="*/ 1155858 h 1155858"/>
                <a:gd name="connsiteX3" fmla="*/ 530227 w 670156"/>
                <a:gd name="connsiteY3" fmla="*/ 1155858 h 1155858"/>
                <a:gd name="connsiteX4" fmla="*/ 611724 w 670156"/>
                <a:gd name="connsiteY4" fmla="*/ 1132192 h 1155858"/>
                <a:gd name="connsiteX5" fmla="*/ 633088 w 670156"/>
                <a:gd name="connsiteY5" fmla="*/ 1125988 h 1155858"/>
                <a:gd name="connsiteX6" fmla="*/ 643824 w 670156"/>
                <a:gd name="connsiteY6" fmla="*/ 1075078 h 1155858"/>
                <a:gd name="connsiteX7" fmla="*/ 670156 w 670156"/>
                <a:gd name="connsiteY7" fmla="*/ 739370 h 1155858"/>
                <a:gd name="connsiteX8" fmla="*/ 663833 w 670156"/>
                <a:gd name="connsiteY8" fmla="*/ 577939 h 1155858"/>
                <a:gd name="connsiteX9" fmla="*/ 670156 w 670156"/>
                <a:gd name="connsiteY9" fmla="*/ 416488 h 1155858"/>
                <a:gd name="connsiteX10" fmla="*/ 643824 w 670156"/>
                <a:gd name="connsiteY10" fmla="*/ 80780 h 1155858"/>
                <a:gd name="connsiteX11" fmla="*/ 632928 w 670156"/>
                <a:gd name="connsiteY11" fmla="*/ 29109 h 1155858"/>
                <a:gd name="connsiteX12" fmla="*/ 590098 w 670156"/>
                <a:gd name="connsiteY12" fmla="*/ 16833 h 1155858"/>
                <a:gd name="connsiteX13" fmla="*/ 531368 w 670156"/>
                <a:gd name="connsiteY13" fmla="*/ 0 h 1155858"/>
                <a:gd name="connsiteX14" fmla="*/ 399194 w 670156"/>
                <a:gd name="connsiteY14" fmla="*/ 0 h 1155858"/>
                <a:gd name="connsiteX15" fmla="*/ 277187 w 670156"/>
                <a:gd name="connsiteY15" fmla="*/ 0 h 1155858"/>
                <a:gd name="connsiteX16" fmla="*/ 139929 w 670156"/>
                <a:gd name="connsiteY16" fmla="*/ 0 h 1155858"/>
                <a:gd name="connsiteX17" fmla="*/ 58432 w 670156"/>
                <a:gd name="connsiteY17" fmla="*/ 23666 h 1155858"/>
                <a:gd name="connsiteX18" fmla="*/ 37068 w 670156"/>
                <a:gd name="connsiteY18" fmla="*/ 29870 h 1155858"/>
                <a:gd name="connsiteX19" fmla="*/ 26332 w 670156"/>
                <a:gd name="connsiteY19" fmla="*/ 80780 h 1155858"/>
                <a:gd name="connsiteX20" fmla="*/ 0 w 670156"/>
                <a:gd name="connsiteY20" fmla="*/ 416488 h 1155858"/>
                <a:gd name="connsiteX21" fmla="*/ 6323 w 670156"/>
                <a:gd name="connsiteY21" fmla="*/ 577920 h 1155858"/>
                <a:gd name="connsiteX22" fmla="*/ 0 w 670156"/>
                <a:gd name="connsiteY22" fmla="*/ 739370 h 1155858"/>
                <a:gd name="connsiteX23" fmla="*/ 26332 w 670156"/>
                <a:gd name="connsiteY23" fmla="*/ 1075078 h 1155858"/>
                <a:gd name="connsiteX24" fmla="*/ 37228 w 670156"/>
                <a:gd name="connsiteY24" fmla="*/ 1126749 h 1155858"/>
                <a:gd name="connsiteX25" fmla="*/ 80058 w 670156"/>
                <a:gd name="connsiteY25" fmla="*/ 1139025 h 1155858"/>
                <a:gd name="connsiteX26" fmla="*/ 138788 w 670156"/>
                <a:gd name="connsiteY26" fmla="*/ 1155858 h 1155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670156" h="1155858">
                  <a:moveTo>
                    <a:pt x="138788" y="1155858"/>
                  </a:moveTo>
                  <a:cubicBezTo>
                    <a:pt x="138788" y="1155858"/>
                    <a:pt x="138788" y="1155858"/>
                    <a:pt x="270962" y="1155858"/>
                  </a:cubicBezTo>
                  <a:cubicBezTo>
                    <a:pt x="270962" y="1155858"/>
                    <a:pt x="270962" y="1155858"/>
                    <a:pt x="392969" y="1155858"/>
                  </a:cubicBezTo>
                  <a:cubicBezTo>
                    <a:pt x="392969" y="1155858"/>
                    <a:pt x="392969" y="1155858"/>
                    <a:pt x="530227" y="1155858"/>
                  </a:cubicBezTo>
                  <a:cubicBezTo>
                    <a:pt x="530227" y="1155858"/>
                    <a:pt x="530227" y="1155858"/>
                    <a:pt x="611724" y="1132192"/>
                  </a:cubicBezTo>
                  <a:lnTo>
                    <a:pt x="633088" y="1125988"/>
                  </a:lnTo>
                  <a:lnTo>
                    <a:pt x="643824" y="1075078"/>
                  </a:lnTo>
                  <a:cubicBezTo>
                    <a:pt x="660780" y="971895"/>
                    <a:pt x="670156" y="858451"/>
                    <a:pt x="670156" y="739370"/>
                  </a:cubicBezTo>
                  <a:lnTo>
                    <a:pt x="663833" y="577939"/>
                  </a:lnTo>
                  <a:lnTo>
                    <a:pt x="670156" y="416488"/>
                  </a:lnTo>
                  <a:cubicBezTo>
                    <a:pt x="670156" y="297407"/>
                    <a:pt x="660780" y="183963"/>
                    <a:pt x="643824" y="80780"/>
                  </a:cubicBezTo>
                  <a:lnTo>
                    <a:pt x="632928" y="29109"/>
                  </a:lnTo>
                  <a:lnTo>
                    <a:pt x="590098" y="16833"/>
                  </a:lnTo>
                  <a:cubicBezTo>
                    <a:pt x="573070" y="11953"/>
                    <a:pt x="553609" y="6375"/>
                    <a:pt x="531368" y="0"/>
                  </a:cubicBezTo>
                  <a:cubicBezTo>
                    <a:pt x="531368" y="0"/>
                    <a:pt x="531368" y="0"/>
                    <a:pt x="399194" y="0"/>
                  </a:cubicBezTo>
                  <a:cubicBezTo>
                    <a:pt x="399194" y="0"/>
                    <a:pt x="399194" y="0"/>
                    <a:pt x="277187" y="0"/>
                  </a:cubicBezTo>
                  <a:cubicBezTo>
                    <a:pt x="277187" y="0"/>
                    <a:pt x="277187" y="0"/>
                    <a:pt x="139929" y="0"/>
                  </a:cubicBezTo>
                  <a:cubicBezTo>
                    <a:pt x="139929" y="0"/>
                    <a:pt x="139929" y="0"/>
                    <a:pt x="58432" y="23666"/>
                  </a:cubicBezTo>
                  <a:lnTo>
                    <a:pt x="37068" y="29870"/>
                  </a:lnTo>
                  <a:lnTo>
                    <a:pt x="26332" y="80780"/>
                  </a:lnTo>
                  <a:cubicBezTo>
                    <a:pt x="9376" y="183963"/>
                    <a:pt x="0" y="297407"/>
                    <a:pt x="0" y="416488"/>
                  </a:cubicBezTo>
                  <a:lnTo>
                    <a:pt x="6323" y="577920"/>
                  </a:lnTo>
                  <a:lnTo>
                    <a:pt x="0" y="739370"/>
                  </a:lnTo>
                  <a:cubicBezTo>
                    <a:pt x="0" y="858451"/>
                    <a:pt x="9376" y="971895"/>
                    <a:pt x="26332" y="1075078"/>
                  </a:cubicBezTo>
                  <a:lnTo>
                    <a:pt x="37228" y="1126749"/>
                  </a:lnTo>
                  <a:lnTo>
                    <a:pt x="80058" y="1139025"/>
                  </a:lnTo>
                  <a:cubicBezTo>
                    <a:pt x="97086" y="1143905"/>
                    <a:pt x="116547" y="1149483"/>
                    <a:pt x="138788" y="1155858"/>
                  </a:cubicBezTo>
                  <a:close/>
                </a:path>
              </a:pathLst>
            </a:custGeom>
            <a:solidFill>
              <a:srgbClr val="44546A"/>
            </a:solidFill>
            <a:ln>
              <a:noFill/>
            </a:ln>
            <a:extLst/>
          </p:spPr>
          <p:txBody>
            <a:bodyPr vert="horz" wrap="square" lIns="91440" tIns="45720" rIns="91440" bIns="45720" numCol="1" anchor="t" anchorCtr="0" compatLnSpc="1">
              <a:prstTxWarp prst="textNoShape">
                <a:avLst/>
              </a:prstTxWarp>
              <a:noAutofit/>
            </a:bodyPr>
            <a:lstStyle/>
            <a:p>
              <a:pPr fontAlgn="auto">
                <a:spcBef>
                  <a:spcPts val="0"/>
                </a:spcBef>
                <a:spcAft>
                  <a:spcPts val="0"/>
                </a:spcAft>
              </a:pPr>
              <a:endParaRPr lang="en-US">
                <a:solidFill>
                  <a:prstClr val="black"/>
                </a:solidFill>
                <a:latin typeface="Roboto Lt"/>
                <a:cs typeface="+mn-cs"/>
              </a:endParaRPr>
            </a:p>
          </p:txBody>
        </p:sp>
        <p:sp>
          <p:nvSpPr>
            <p:cNvPr id="21" name="Freeform 290"/>
            <p:cNvSpPr>
              <a:spLocks/>
            </p:cNvSpPr>
            <p:nvPr/>
          </p:nvSpPr>
          <p:spPr bwMode="auto">
            <a:xfrm flipH="1">
              <a:off x="6037528" y="4164127"/>
              <a:ext cx="386696" cy="515595"/>
            </a:xfrm>
            <a:custGeom>
              <a:avLst/>
              <a:gdLst>
                <a:gd name="T0" fmla="*/ 180 w 180"/>
                <a:gd name="T1" fmla="*/ 71 h 240"/>
                <a:gd name="T2" fmla="*/ 92 w 180"/>
                <a:gd name="T3" fmla="*/ 240 h 240"/>
                <a:gd name="T4" fmla="*/ 0 w 180"/>
                <a:gd name="T5" fmla="*/ 71 h 240"/>
                <a:gd name="T6" fmla="*/ 33 w 180"/>
                <a:gd name="T7" fmla="*/ 69 h 240"/>
                <a:gd name="T8" fmla="*/ 33 w 180"/>
                <a:gd name="T9" fmla="*/ 0 h 240"/>
                <a:gd name="T10" fmla="*/ 151 w 180"/>
                <a:gd name="T11" fmla="*/ 0 h 240"/>
                <a:gd name="T12" fmla="*/ 151 w 180"/>
                <a:gd name="T13" fmla="*/ 69 h 240"/>
                <a:gd name="T14" fmla="*/ 180 w 180"/>
                <a:gd name="T15" fmla="*/ 71 h 2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0" h="240">
                  <a:moveTo>
                    <a:pt x="180" y="71"/>
                  </a:moveTo>
                  <a:lnTo>
                    <a:pt x="92" y="240"/>
                  </a:lnTo>
                  <a:lnTo>
                    <a:pt x="0" y="71"/>
                  </a:lnTo>
                  <a:lnTo>
                    <a:pt x="33" y="69"/>
                  </a:lnTo>
                  <a:lnTo>
                    <a:pt x="33" y="0"/>
                  </a:lnTo>
                  <a:lnTo>
                    <a:pt x="151" y="0"/>
                  </a:lnTo>
                  <a:lnTo>
                    <a:pt x="151" y="69"/>
                  </a:lnTo>
                  <a:lnTo>
                    <a:pt x="180" y="71"/>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sp>
          <p:nvSpPr>
            <p:cNvPr id="22" name="Freeform 306"/>
            <p:cNvSpPr>
              <a:spLocks/>
            </p:cNvSpPr>
            <p:nvPr/>
          </p:nvSpPr>
          <p:spPr bwMode="auto">
            <a:xfrm flipH="1">
              <a:off x="6170393" y="4235776"/>
              <a:ext cx="116009" cy="122455"/>
            </a:xfrm>
            <a:custGeom>
              <a:avLst/>
              <a:gdLst>
                <a:gd name="T0" fmla="*/ 0 w 54"/>
                <a:gd name="T1" fmla="*/ 14 h 57"/>
                <a:gd name="T2" fmla="*/ 28 w 54"/>
                <a:gd name="T3" fmla="*/ 57 h 57"/>
                <a:gd name="T4" fmla="*/ 54 w 54"/>
                <a:gd name="T5" fmla="*/ 14 h 57"/>
                <a:gd name="T6" fmla="*/ 28 w 54"/>
                <a:gd name="T7" fmla="*/ 0 h 57"/>
                <a:gd name="T8" fmla="*/ 0 w 54"/>
                <a:gd name="T9" fmla="*/ 14 h 57"/>
              </a:gdLst>
              <a:ahLst/>
              <a:cxnLst>
                <a:cxn ang="0">
                  <a:pos x="T0" y="T1"/>
                </a:cxn>
                <a:cxn ang="0">
                  <a:pos x="T2" y="T3"/>
                </a:cxn>
                <a:cxn ang="0">
                  <a:pos x="T4" y="T5"/>
                </a:cxn>
                <a:cxn ang="0">
                  <a:pos x="T6" y="T7"/>
                </a:cxn>
                <a:cxn ang="0">
                  <a:pos x="T8" y="T9"/>
                </a:cxn>
              </a:cxnLst>
              <a:rect l="0" t="0" r="r" b="b"/>
              <a:pathLst>
                <a:path w="54" h="57">
                  <a:moveTo>
                    <a:pt x="0" y="14"/>
                  </a:moveTo>
                  <a:lnTo>
                    <a:pt x="28" y="57"/>
                  </a:lnTo>
                  <a:lnTo>
                    <a:pt x="54" y="14"/>
                  </a:lnTo>
                  <a:lnTo>
                    <a:pt x="28" y="0"/>
                  </a:lnTo>
                  <a:lnTo>
                    <a:pt x="0" y="14"/>
                  </a:lnTo>
                  <a:close/>
                </a:path>
              </a:pathLst>
            </a:custGeom>
            <a:solidFill>
              <a:srgbClr val="141414"/>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sp>
          <p:nvSpPr>
            <p:cNvPr id="23" name="Freeform 307"/>
            <p:cNvSpPr>
              <a:spLocks/>
            </p:cNvSpPr>
            <p:nvPr/>
          </p:nvSpPr>
          <p:spPr bwMode="auto">
            <a:xfrm flipH="1">
              <a:off x="6234842" y="4235776"/>
              <a:ext cx="51559" cy="111712"/>
            </a:xfrm>
            <a:custGeom>
              <a:avLst/>
              <a:gdLst>
                <a:gd name="T0" fmla="*/ 0 w 24"/>
                <a:gd name="T1" fmla="*/ 14 h 52"/>
                <a:gd name="T2" fmla="*/ 24 w 24"/>
                <a:gd name="T3" fmla="*/ 52 h 52"/>
                <a:gd name="T4" fmla="*/ 24 w 24"/>
                <a:gd name="T5" fmla="*/ 0 h 52"/>
                <a:gd name="T6" fmla="*/ 0 w 24"/>
                <a:gd name="T7" fmla="*/ 14 h 52"/>
              </a:gdLst>
              <a:ahLst/>
              <a:cxnLst>
                <a:cxn ang="0">
                  <a:pos x="T0" y="T1"/>
                </a:cxn>
                <a:cxn ang="0">
                  <a:pos x="T2" y="T3"/>
                </a:cxn>
                <a:cxn ang="0">
                  <a:pos x="T4" y="T5"/>
                </a:cxn>
                <a:cxn ang="0">
                  <a:pos x="T6" y="T7"/>
                </a:cxn>
              </a:cxnLst>
              <a:rect l="0" t="0" r="r" b="b"/>
              <a:pathLst>
                <a:path w="24" h="52">
                  <a:moveTo>
                    <a:pt x="0" y="14"/>
                  </a:moveTo>
                  <a:lnTo>
                    <a:pt x="24" y="52"/>
                  </a:lnTo>
                  <a:lnTo>
                    <a:pt x="24" y="0"/>
                  </a:lnTo>
                  <a:lnTo>
                    <a:pt x="0" y="14"/>
                  </a:lnTo>
                  <a:close/>
                </a:path>
              </a:pathLst>
            </a:custGeom>
            <a:solidFill>
              <a:srgbClr val="141414"/>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sp>
          <p:nvSpPr>
            <p:cNvPr id="24" name="Freeform 308"/>
            <p:cNvSpPr>
              <a:spLocks/>
            </p:cNvSpPr>
            <p:nvPr/>
          </p:nvSpPr>
          <p:spPr bwMode="auto">
            <a:xfrm flipH="1">
              <a:off x="6230545" y="4169179"/>
              <a:ext cx="193348" cy="137493"/>
            </a:xfrm>
            <a:custGeom>
              <a:avLst/>
              <a:gdLst>
                <a:gd name="T0" fmla="*/ 33 w 90"/>
                <a:gd name="T1" fmla="*/ 0 h 64"/>
                <a:gd name="T2" fmla="*/ 0 w 90"/>
                <a:gd name="T3" fmla="*/ 0 h 64"/>
                <a:gd name="T4" fmla="*/ 35 w 90"/>
                <a:gd name="T5" fmla="*/ 64 h 64"/>
                <a:gd name="T6" fmla="*/ 90 w 90"/>
                <a:gd name="T7" fmla="*/ 31 h 64"/>
                <a:gd name="T8" fmla="*/ 33 w 90"/>
                <a:gd name="T9" fmla="*/ 0 h 64"/>
              </a:gdLst>
              <a:ahLst/>
              <a:cxnLst>
                <a:cxn ang="0">
                  <a:pos x="T0" y="T1"/>
                </a:cxn>
                <a:cxn ang="0">
                  <a:pos x="T2" y="T3"/>
                </a:cxn>
                <a:cxn ang="0">
                  <a:pos x="T4" y="T5"/>
                </a:cxn>
                <a:cxn ang="0">
                  <a:pos x="T6" y="T7"/>
                </a:cxn>
                <a:cxn ang="0">
                  <a:pos x="T8" y="T9"/>
                </a:cxn>
              </a:cxnLst>
              <a:rect l="0" t="0" r="r" b="b"/>
              <a:pathLst>
                <a:path w="90" h="64">
                  <a:moveTo>
                    <a:pt x="33" y="0"/>
                  </a:moveTo>
                  <a:lnTo>
                    <a:pt x="0" y="0"/>
                  </a:lnTo>
                  <a:lnTo>
                    <a:pt x="35" y="64"/>
                  </a:lnTo>
                  <a:lnTo>
                    <a:pt x="90" y="31"/>
                  </a:lnTo>
                  <a:lnTo>
                    <a:pt x="3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sp>
          <p:nvSpPr>
            <p:cNvPr id="25" name="Freeform 309"/>
            <p:cNvSpPr>
              <a:spLocks/>
            </p:cNvSpPr>
            <p:nvPr/>
          </p:nvSpPr>
          <p:spPr bwMode="auto">
            <a:xfrm flipH="1">
              <a:off x="6032900" y="4169179"/>
              <a:ext cx="193348" cy="137493"/>
            </a:xfrm>
            <a:custGeom>
              <a:avLst/>
              <a:gdLst>
                <a:gd name="T0" fmla="*/ 57 w 90"/>
                <a:gd name="T1" fmla="*/ 0 h 64"/>
                <a:gd name="T2" fmla="*/ 90 w 90"/>
                <a:gd name="T3" fmla="*/ 0 h 64"/>
                <a:gd name="T4" fmla="*/ 55 w 90"/>
                <a:gd name="T5" fmla="*/ 64 h 64"/>
                <a:gd name="T6" fmla="*/ 0 w 90"/>
                <a:gd name="T7" fmla="*/ 31 h 64"/>
                <a:gd name="T8" fmla="*/ 57 w 90"/>
                <a:gd name="T9" fmla="*/ 0 h 64"/>
              </a:gdLst>
              <a:ahLst/>
              <a:cxnLst>
                <a:cxn ang="0">
                  <a:pos x="T0" y="T1"/>
                </a:cxn>
                <a:cxn ang="0">
                  <a:pos x="T2" y="T3"/>
                </a:cxn>
                <a:cxn ang="0">
                  <a:pos x="T4" y="T5"/>
                </a:cxn>
                <a:cxn ang="0">
                  <a:pos x="T6" y="T7"/>
                </a:cxn>
                <a:cxn ang="0">
                  <a:pos x="T8" y="T9"/>
                </a:cxn>
              </a:cxnLst>
              <a:rect l="0" t="0" r="r" b="b"/>
              <a:pathLst>
                <a:path w="90" h="64">
                  <a:moveTo>
                    <a:pt x="57" y="0"/>
                  </a:moveTo>
                  <a:lnTo>
                    <a:pt x="90" y="0"/>
                  </a:lnTo>
                  <a:lnTo>
                    <a:pt x="55" y="64"/>
                  </a:lnTo>
                  <a:lnTo>
                    <a:pt x="0" y="31"/>
                  </a:lnTo>
                  <a:lnTo>
                    <a:pt x="5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sp>
          <p:nvSpPr>
            <p:cNvPr id="26" name="Freeform 310"/>
            <p:cNvSpPr>
              <a:spLocks/>
            </p:cNvSpPr>
            <p:nvPr/>
          </p:nvSpPr>
          <p:spPr bwMode="auto">
            <a:xfrm flipH="1">
              <a:off x="6178985" y="4300227"/>
              <a:ext cx="96674" cy="236314"/>
            </a:xfrm>
            <a:custGeom>
              <a:avLst/>
              <a:gdLst>
                <a:gd name="T0" fmla="*/ 0 w 45"/>
                <a:gd name="T1" fmla="*/ 67 h 110"/>
                <a:gd name="T2" fmla="*/ 23 w 45"/>
                <a:gd name="T3" fmla="*/ 0 h 110"/>
                <a:gd name="T4" fmla="*/ 45 w 45"/>
                <a:gd name="T5" fmla="*/ 69 h 110"/>
                <a:gd name="T6" fmla="*/ 23 w 45"/>
                <a:gd name="T7" fmla="*/ 110 h 110"/>
                <a:gd name="T8" fmla="*/ 0 w 45"/>
                <a:gd name="T9" fmla="*/ 67 h 110"/>
              </a:gdLst>
              <a:ahLst/>
              <a:cxnLst>
                <a:cxn ang="0">
                  <a:pos x="T0" y="T1"/>
                </a:cxn>
                <a:cxn ang="0">
                  <a:pos x="T2" y="T3"/>
                </a:cxn>
                <a:cxn ang="0">
                  <a:pos x="T4" y="T5"/>
                </a:cxn>
                <a:cxn ang="0">
                  <a:pos x="T6" y="T7"/>
                </a:cxn>
                <a:cxn ang="0">
                  <a:pos x="T8" y="T9"/>
                </a:cxn>
              </a:cxnLst>
              <a:rect l="0" t="0" r="r" b="b"/>
              <a:pathLst>
                <a:path w="45" h="110">
                  <a:moveTo>
                    <a:pt x="0" y="67"/>
                  </a:moveTo>
                  <a:lnTo>
                    <a:pt x="23" y="0"/>
                  </a:lnTo>
                  <a:lnTo>
                    <a:pt x="45" y="69"/>
                  </a:lnTo>
                  <a:lnTo>
                    <a:pt x="23" y="110"/>
                  </a:lnTo>
                  <a:lnTo>
                    <a:pt x="0" y="67"/>
                  </a:lnTo>
                  <a:close/>
                </a:path>
              </a:pathLst>
            </a:custGeom>
            <a:solidFill>
              <a:srgbClr val="141414"/>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sp>
          <p:nvSpPr>
            <p:cNvPr id="27" name="Freeform 311"/>
            <p:cNvSpPr>
              <a:spLocks/>
            </p:cNvSpPr>
            <p:nvPr/>
          </p:nvSpPr>
          <p:spPr bwMode="auto">
            <a:xfrm flipH="1">
              <a:off x="6230545" y="4317412"/>
              <a:ext cx="45115" cy="208386"/>
            </a:xfrm>
            <a:custGeom>
              <a:avLst/>
              <a:gdLst>
                <a:gd name="T0" fmla="*/ 0 w 21"/>
                <a:gd name="T1" fmla="*/ 59 h 97"/>
                <a:gd name="T2" fmla="*/ 21 w 21"/>
                <a:gd name="T3" fmla="*/ 0 h 97"/>
                <a:gd name="T4" fmla="*/ 21 w 21"/>
                <a:gd name="T5" fmla="*/ 97 h 97"/>
                <a:gd name="T6" fmla="*/ 0 w 21"/>
                <a:gd name="T7" fmla="*/ 59 h 97"/>
              </a:gdLst>
              <a:ahLst/>
              <a:cxnLst>
                <a:cxn ang="0">
                  <a:pos x="T0" y="T1"/>
                </a:cxn>
                <a:cxn ang="0">
                  <a:pos x="T2" y="T3"/>
                </a:cxn>
                <a:cxn ang="0">
                  <a:pos x="T4" y="T5"/>
                </a:cxn>
                <a:cxn ang="0">
                  <a:pos x="T6" y="T7"/>
                </a:cxn>
              </a:cxnLst>
              <a:rect l="0" t="0" r="r" b="b"/>
              <a:pathLst>
                <a:path w="21" h="97">
                  <a:moveTo>
                    <a:pt x="0" y="59"/>
                  </a:moveTo>
                  <a:lnTo>
                    <a:pt x="21" y="0"/>
                  </a:lnTo>
                  <a:lnTo>
                    <a:pt x="21" y="97"/>
                  </a:lnTo>
                  <a:lnTo>
                    <a:pt x="0" y="59"/>
                  </a:lnTo>
                  <a:close/>
                </a:path>
              </a:pathLst>
            </a:custGeom>
            <a:solidFill>
              <a:srgbClr val="141414"/>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sp>
          <p:nvSpPr>
            <p:cNvPr id="28" name="Freeform 312"/>
            <p:cNvSpPr>
              <a:spLocks/>
            </p:cNvSpPr>
            <p:nvPr/>
          </p:nvSpPr>
          <p:spPr bwMode="auto">
            <a:xfrm flipH="1">
              <a:off x="6226248" y="4173476"/>
              <a:ext cx="268540" cy="545671"/>
            </a:xfrm>
            <a:custGeom>
              <a:avLst/>
              <a:gdLst>
                <a:gd name="T0" fmla="*/ 33 w 125"/>
                <a:gd name="T1" fmla="*/ 0 h 254"/>
                <a:gd name="T2" fmla="*/ 0 w 125"/>
                <a:gd name="T3" fmla="*/ 83 h 254"/>
                <a:gd name="T4" fmla="*/ 54 w 125"/>
                <a:gd name="T5" fmla="*/ 81 h 254"/>
                <a:gd name="T6" fmla="*/ 12 w 125"/>
                <a:gd name="T7" fmla="*/ 128 h 254"/>
                <a:gd name="T8" fmla="*/ 123 w 125"/>
                <a:gd name="T9" fmla="*/ 254 h 254"/>
                <a:gd name="T10" fmla="*/ 125 w 125"/>
                <a:gd name="T11" fmla="*/ 169 h 254"/>
                <a:gd name="T12" fmla="*/ 33 w 125"/>
                <a:gd name="T13" fmla="*/ 0 h 254"/>
              </a:gdLst>
              <a:ahLst/>
              <a:cxnLst>
                <a:cxn ang="0">
                  <a:pos x="T0" y="T1"/>
                </a:cxn>
                <a:cxn ang="0">
                  <a:pos x="T2" y="T3"/>
                </a:cxn>
                <a:cxn ang="0">
                  <a:pos x="T4" y="T5"/>
                </a:cxn>
                <a:cxn ang="0">
                  <a:pos x="T6" y="T7"/>
                </a:cxn>
                <a:cxn ang="0">
                  <a:pos x="T8" y="T9"/>
                </a:cxn>
                <a:cxn ang="0">
                  <a:pos x="T10" y="T11"/>
                </a:cxn>
                <a:cxn ang="0">
                  <a:pos x="T12" y="T13"/>
                </a:cxn>
              </a:cxnLst>
              <a:rect l="0" t="0" r="r" b="b"/>
              <a:pathLst>
                <a:path w="125" h="254">
                  <a:moveTo>
                    <a:pt x="33" y="0"/>
                  </a:moveTo>
                  <a:lnTo>
                    <a:pt x="0" y="83"/>
                  </a:lnTo>
                  <a:lnTo>
                    <a:pt x="54" y="81"/>
                  </a:lnTo>
                  <a:lnTo>
                    <a:pt x="12" y="128"/>
                  </a:lnTo>
                  <a:lnTo>
                    <a:pt x="123" y="254"/>
                  </a:lnTo>
                  <a:lnTo>
                    <a:pt x="125" y="169"/>
                  </a:lnTo>
                  <a:lnTo>
                    <a:pt x="33" y="0"/>
                  </a:lnTo>
                  <a:close/>
                </a:path>
              </a:pathLst>
            </a:custGeom>
            <a:solidFill>
              <a:srgbClr val="333F50"/>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sp>
          <p:nvSpPr>
            <p:cNvPr id="29" name="Freeform 313"/>
            <p:cNvSpPr>
              <a:spLocks/>
            </p:cNvSpPr>
            <p:nvPr/>
          </p:nvSpPr>
          <p:spPr bwMode="auto">
            <a:xfrm flipH="1">
              <a:off x="5962005" y="4173476"/>
              <a:ext cx="268540" cy="545671"/>
            </a:xfrm>
            <a:custGeom>
              <a:avLst/>
              <a:gdLst>
                <a:gd name="T0" fmla="*/ 92 w 125"/>
                <a:gd name="T1" fmla="*/ 0 h 254"/>
                <a:gd name="T2" fmla="*/ 125 w 125"/>
                <a:gd name="T3" fmla="*/ 83 h 254"/>
                <a:gd name="T4" fmla="*/ 71 w 125"/>
                <a:gd name="T5" fmla="*/ 81 h 254"/>
                <a:gd name="T6" fmla="*/ 113 w 125"/>
                <a:gd name="T7" fmla="*/ 128 h 254"/>
                <a:gd name="T8" fmla="*/ 0 w 125"/>
                <a:gd name="T9" fmla="*/ 254 h 254"/>
                <a:gd name="T10" fmla="*/ 0 w 125"/>
                <a:gd name="T11" fmla="*/ 169 h 254"/>
                <a:gd name="T12" fmla="*/ 92 w 125"/>
                <a:gd name="T13" fmla="*/ 0 h 254"/>
              </a:gdLst>
              <a:ahLst/>
              <a:cxnLst>
                <a:cxn ang="0">
                  <a:pos x="T0" y="T1"/>
                </a:cxn>
                <a:cxn ang="0">
                  <a:pos x="T2" y="T3"/>
                </a:cxn>
                <a:cxn ang="0">
                  <a:pos x="T4" y="T5"/>
                </a:cxn>
                <a:cxn ang="0">
                  <a:pos x="T6" y="T7"/>
                </a:cxn>
                <a:cxn ang="0">
                  <a:pos x="T8" y="T9"/>
                </a:cxn>
                <a:cxn ang="0">
                  <a:pos x="T10" y="T11"/>
                </a:cxn>
                <a:cxn ang="0">
                  <a:pos x="T12" y="T13"/>
                </a:cxn>
              </a:cxnLst>
              <a:rect l="0" t="0" r="r" b="b"/>
              <a:pathLst>
                <a:path w="125" h="254">
                  <a:moveTo>
                    <a:pt x="92" y="0"/>
                  </a:moveTo>
                  <a:lnTo>
                    <a:pt x="125" y="83"/>
                  </a:lnTo>
                  <a:lnTo>
                    <a:pt x="71" y="81"/>
                  </a:lnTo>
                  <a:lnTo>
                    <a:pt x="113" y="128"/>
                  </a:lnTo>
                  <a:lnTo>
                    <a:pt x="0" y="254"/>
                  </a:lnTo>
                  <a:lnTo>
                    <a:pt x="0" y="169"/>
                  </a:lnTo>
                  <a:lnTo>
                    <a:pt x="92" y="0"/>
                  </a:lnTo>
                  <a:close/>
                </a:path>
              </a:pathLst>
            </a:custGeom>
            <a:solidFill>
              <a:srgbClr val="333F50"/>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grpSp>
          <p:nvGrpSpPr>
            <p:cNvPr id="30" name="Group 29"/>
            <p:cNvGrpSpPr/>
            <p:nvPr/>
          </p:nvGrpSpPr>
          <p:grpSpPr>
            <a:xfrm rot="694546" flipH="1">
              <a:off x="6564688" y="3724464"/>
              <a:ext cx="89826" cy="224565"/>
              <a:chOff x="5836327" y="2247088"/>
              <a:chExt cx="130060" cy="325149"/>
            </a:xfrm>
          </p:grpSpPr>
          <p:sp>
            <p:nvSpPr>
              <p:cNvPr id="62" name="Freeform 61"/>
              <p:cNvSpPr>
                <a:spLocks/>
              </p:cNvSpPr>
              <p:nvPr/>
            </p:nvSpPr>
            <p:spPr bwMode="auto">
              <a:xfrm>
                <a:off x="5836327" y="2247088"/>
                <a:ext cx="130060" cy="325149"/>
              </a:xfrm>
              <a:custGeom>
                <a:avLst/>
                <a:gdLst>
                  <a:gd name="T0" fmla="*/ 10 w 10"/>
                  <a:gd name="T1" fmla="*/ 20 h 25"/>
                  <a:gd name="T2" fmla="*/ 5 w 10"/>
                  <a:gd name="T3" fmla="*/ 25 h 25"/>
                  <a:gd name="T4" fmla="*/ 0 w 10"/>
                  <a:gd name="T5" fmla="*/ 20 h 25"/>
                  <a:gd name="T6" fmla="*/ 0 w 10"/>
                  <a:gd name="T7" fmla="*/ 5 h 25"/>
                  <a:gd name="T8" fmla="*/ 5 w 10"/>
                  <a:gd name="T9" fmla="*/ 0 h 25"/>
                  <a:gd name="T10" fmla="*/ 10 w 10"/>
                  <a:gd name="T11" fmla="*/ 5 h 25"/>
                  <a:gd name="T12" fmla="*/ 10 w 10"/>
                  <a:gd name="T13" fmla="*/ 20 h 25"/>
                </a:gdLst>
                <a:ahLst/>
                <a:cxnLst>
                  <a:cxn ang="0">
                    <a:pos x="T0" y="T1"/>
                  </a:cxn>
                  <a:cxn ang="0">
                    <a:pos x="T2" y="T3"/>
                  </a:cxn>
                  <a:cxn ang="0">
                    <a:pos x="T4" y="T5"/>
                  </a:cxn>
                  <a:cxn ang="0">
                    <a:pos x="T6" y="T7"/>
                  </a:cxn>
                  <a:cxn ang="0">
                    <a:pos x="T8" y="T9"/>
                  </a:cxn>
                  <a:cxn ang="0">
                    <a:pos x="T10" y="T11"/>
                  </a:cxn>
                  <a:cxn ang="0">
                    <a:pos x="T12" y="T13"/>
                  </a:cxn>
                </a:cxnLst>
                <a:rect l="0" t="0" r="r" b="b"/>
                <a:pathLst>
                  <a:path w="10" h="25">
                    <a:moveTo>
                      <a:pt x="10" y="20"/>
                    </a:moveTo>
                    <a:cubicBezTo>
                      <a:pt x="10" y="23"/>
                      <a:pt x="8" y="25"/>
                      <a:pt x="5" y="25"/>
                    </a:cubicBezTo>
                    <a:cubicBezTo>
                      <a:pt x="2" y="25"/>
                      <a:pt x="0" y="23"/>
                      <a:pt x="0" y="20"/>
                    </a:cubicBezTo>
                    <a:cubicBezTo>
                      <a:pt x="0" y="5"/>
                      <a:pt x="0" y="5"/>
                      <a:pt x="0" y="5"/>
                    </a:cubicBezTo>
                    <a:cubicBezTo>
                      <a:pt x="0" y="2"/>
                      <a:pt x="2" y="0"/>
                      <a:pt x="5" y="0"/>
                    </a:cubicBezTo>
                    <a:cubicBezTo>
                      <a:pt x="8" y="0"/>
                      <a:pt x="10" y="2"/>
                      <a:pt x="10" y="5"/>
                    </a:cubicBezTo>
                    <a:lnTo>
                      <a:pt x="10" y="20"/>
                    </a:lnTo>
                    <a:close/>
                  </a:path>
                </a:pathLst>
              </a:custGeom>
              <a:solidFill>
                <a:srgbClr val="FFDC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sp>
            <p:nvSpPr>
              <p:cNvPr id="63" name="Freeform 62"/>
              <p:cNvSpPr>
                <a:spLocks/>
              </p:cNvSpPr>
              <p:nvPr/>
            </p:nvSpPr>
            <p:spPr bwMode="auto">
              <a:xfrm>
                <a:off x="5863421" y="2301279"/>
                <a:ext cx="102966" cy="205928"/>
              </a:xfrm>
              <a:custGeom>
                <a:avLst/>
                <a:gdLst>
                  <a:gd name="T0" fmla="*/ 5 w 8"/>
                  <a:gd name="T1" fmla="*/ 13 h 16"/>
                  <a:gd name="T2" fmla="*/ 5 w 8"/>
                  <a:gd name="T3" fmla="*/ 4 h 16"/>
                  <a:gd name="T4" fmla="*/ 8 w 8"/>
                  <a:gd name="T5" fmla="*/ 0 h 16"/>
                  <a:gd name="T6" fmla="*/ 7 w 8"/>
                  <a:gd name="T7" fmla="*/ 0 h 16"/>
                  <a:gd name="T8" fmla="*/ 0 w 8"/>
                  <a:gd name="T9" fmla="*/ 4 h 16"/>
                  <a:gd name="T10" fmla="*/ 0 w 8"/>
                  <a:gd name="T11" fmla="*/ 13 h 16"/>
                  <a:gd name="T12" fmla="*/ 5 w 8"/>
                  <a:gd name="T13" fmla="*/ 16 h 16"/>
                  <a:gd name="T14" fmla="*/ 6 w 8"/>
                  <a:gd name="T15" fmla="*/ 16 h 16"/>
                  <a:gd name="T16" fmla="*/ 5 w 8"/>
                  <a:gd name="T17"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6">
                    <a:moveTo>
                      <a:pt x="5" y="13"/>
                    </a:moveTo>
                    <a:cubicBezTo>
                      <a:pt x="5" y="4"/>
                      <a:pt x="5" y="4"/>
                      <a:pt x="5" y="4"/>
                    </a:cubicBezTo>
                    <a:cubicBezTo>
                      <a:pt x="5" y="2"/>
                      <a:pt x="5" y="1"/>
                      <a:pt x="8" y="0"/>
                    </a:cubicBezTo>
                    <a:cubicBezTo>
                      <a:pt x="8" y="0"/>
                      <a:pt x="7" y="0"/>
                      <a:pt x="7" y="0"/>
                    </a:cubicBezTo>
                    <a:cubicBezTo>
                      <a:pt x="3" y="0"/>
                      <a:pt x="0" y="2"/>
                      <a:pt x="0" y="4"/>
                    </a:cubicBezTo>
                    <a:cubicBezTo>
                      <a:pt x="0" y="13"/>
                      <a:pt x="0" y="13"/>
                      <a:pt x="0" y="13"/>
                    </a:cubicBezTo>
                    <a:cubicBezTo>
                      <a:pt x="0" y="15"/>
                      <a:pt x="2" y="16"/>
                      <a:pt x="5" y="16"/>
                    </a:cubicBezTo>
                    <a:cubicBezTo>
                      <a:pt x="6" y="16"/>
                      <a:pt x="6" y="16"/>
                      <a:pt x="6" y="16"/>
                    </a:cubicBezTo>
                    <a:cubicBezTo>
                      <a:pt x="4" y="16"/>
                      <a:pt x="5" y="15"/>
                      <a:pt x="5" y="13"/>
                    </a:cubicBezTo>
                    <a:close/>
                  </a:path>
                </a:pathLst>
              </a:custGeom>
              <a:solidFill>
                <a:srgbClr val="B992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grpSp>
        <p:grpSp>
          <p:nvGrpSpPr>
            <p:cNvPr id="31" name="Group 30"/>
            <p:cNvGrpSpPr/>
            <p:nvPr/>
          </p:nvGrpSpPr>
          <p:grpSpPr>
            <a:xfrm rot="20905454">
              <a:off x="5848573" y="3727210"/>
              <a:ext cx="89826" cy="224565"/>
              <a:chOff x="5836327" y="2247088"/>
              <a:chExt cx="130060" cy="325149"/>
            </a:xfrm>
          </p:grpSpPr>
          <p:sp>
            <p:nvSpPr>
              <p:cNvPr id="60" name="Freeform 59"/>
              <p:cNvSpPr>
                <a:spLocks/>
              </p:cNvSpPr>
              <p:nvPr/>
            </p:nvSpPr>
            <p:spPr bwMode="auto">
              <a:xfrm>
                <a:off x="5836327" y="2247088"/>
                <a:ext cx="130060" cy="325149"/>
              </a:xfrm>
              <a:custGeom>
                <a:avLst/>
                <a:gdLst>
                  <a:gd name="T0" fmla="*/ 10 w 10"/>
                  <a:gd name="T1" fmla="*/ 20 h 25"/>
                  <a:gd name="T2" fmla="*/ 5 w 10"/>
                  <a:gd name="T3" fmla="*/ 25 h 25"/>
                  <a:gd name="T4" fmla="*/ 0 w 10"/>
                  <a:gd name="T5" fmla="*/ 20 h 25"/>
                  <a:gd name="T6" fmla="*/ 0 w 10"/>
                  <a:gd name="T7" fmla="*/ 5 h 25"/>
                  <a:gd name="T8" fmla="*/ 5 w 10"/>
                  <a:gd name="T9" fmla="*/ 0 h 25"/>
                  <a:gd name="T10" fmla="*/ 10 w 10"/>
                  <a:gd name="T11" fmla="*/ 5 h 25"/>
                  <a:gd name="T12" fmla="*/ 10 w 10"/>
                  <a:gd name="T13" fmla="*/ 20 h 25"/>
                </a:gdLst>
                <a:ahLst/>
                <a:cxnLst>
                  <a:cxn ang="0">
                    <a:pos x="T0" y="T1"/>
                  </a:cxn>
                  <a:cxn ang="0">
                    <a:pos x="T2" y="T3"/>
                  </a:cxn>
                  <a:cxn ang="0">
                    <a:pos x="T4" y="T5"/>
                  </a:cxn>
                  <a:cxn ang="0">
                    <a:pos x="T6" y="T7"/>
                  </a:cxn>
                  <a:cxn ang="0">
                    <a:pos x="T8" y="T9"/>
                  </a:cxn>
                  <a:cxn ang="0">
                    <a:pos x="T10" y="T11"/>
                  </a:cxn>
                  <a:cxn ang="0">
                    <a:pos x="T12" y="T13"/>
                  </a:cxn>
                </a:cxnLst>
                <a:rect l="0" t="0" r="r" b="b"/>
                <a:pathLst>
                  <a:path w="10" h="25">
                    <a:moveTo>
                      <a:pt x="10" y="20"/>
                    </a:moveTo>
                    <a:cubicBezTo>
                      <a:pt x="10" y="23"/>
                      <a:pt x="8" y="25"/>
                      <a:pt x="5" y="25"/>
                    </a:cubicBezTo>
                    <a:cubicBezTo>
                      <a:pt x="2" y="25"/>
                      <a:pt x="0" y="23"/>
                      <a:pt x="0" y="20"/>
                    </a:cubicBezTo>
                    <a:cubicBezTo>
                      <a:pt x="0" y="5"/>
                      <a:pt x="0" y="5"/>
                      <a:pt x="0" y="5"/>
                    </a:cubicBezTo>
                    <a:cubicBezTo>
                      <a:pt x="0" y="2"/>
                      <a:pt x="2" y="0"/>
                      <a:pt x="5" y="0"/>
                    </a:cubicBezTo>
                    <a:cubicBezTo>
                      <a:pt x="8" y="0"/>
                      <a:pt x="10" y="2"/>
                      <a:pt x="10" y="5"/>
                    </a:cubicBezTo>
                    <a:lnTo>
                      <a:pt x="10" y="20"/>
                    </a:lnTo>
                    <a:close/>
                  </a:path>
                </a:pathLst>
              </a:custGeom>
              <a:solidFill>
                <a:srgbClr val="FFDC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sp>
            <p:nvSpPr>
              <p:cNvPr id="61" name="Freeform 60"/>
              <p:cNvSpPr>
                <a:spLocks/>
              </p:cNvSpPr>
              <p:nvPr/>
            </p:nvSpPr>
            <p:spPr bwMode="auto">
              <a:xfrm>
                <a:off x="5863421" y="2301279"/>
                <a:ext cx="102966" cy="205928"/>
              </a:xfrm>
              <a:custGeom>
                <a:avLst/>
                <a:gdLst>
                  <a:gd name="T0" fmla="*/ 5 w 8"/>
                  <a:gd name="T1" fmla="*/ 13 h 16"/>
                  <a:gd name="T2" fmla="*/ 5 w 8"/>
                  <a:gd name="T3" fmla="*/ 4 h 16"/>
                  <a:gd name="T4" fmla="*/ 8 w 8"/>
                  <a:gd name="T5" fmla="*/ 0 h 16"/>
                  <a:gd name="T6" fmla="*/ 7 w 8"/>
                  <a:gd name="T7" fmla="*/ 0 h 16"/>
                  <a:gd name="T8" fmla="*/ 0 w 8"/>
                  <a:gd name="T9" fmla="*/ 4 h 16"/>
                  <a:gd name="T10" fmla="*/ 0 w 8"/>
                  <a:gd name="T11" fmla="*/ 13 h 16"/>
                  <a:gd name="T12" fmla="*/ 5 w 8"/>
                  <a:gd name="T13" fmla="*/ 16 h 16"/>
                  <a:gd name="T14" fmla="*/ 6 w 8"/>
                  <a:gd name="T15" fmla="*/ 16 h 16"/>
                  <a:gd name="T16" fmla="*/ 5 w 8"/>
                  <a:gd name="T17"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6">
                    <a:moveTo>
                      <a:pt x="5" y="13"/>
                    </a:moveTo>
                    <a:cubicBezTo>
                      <a:pt x="5" y="4"/>
                      <a:pt x="5" y="4"/>
                      <a:pt x="5" y="4"/>
                    </a:cubicBezTo>
                    <a:cubicBezTo>
                      <a:pt x="5" y="2"/>
                      <a:pt x="5" y="1"/>
                      <a:pt x="8" y="0"/>
                    </a:cubicBezTo>
                    <a:cubicBezTo>
                      <a:pt x="8" y="0"/>
                      <a:pt x="7" y="0"/>
                      <a:pt x="7" y="0"/>
                    </a:cubicBezTo>
                    <a:cubicBezTo>
                      <a:pt x="3" y="0"/>
                      <a:pt x="0" y="2"/>
                      <a:pt x="0" y="4"/>
                    </a:cubicBezTo>
                    <a:cubicBezTo>
                      <a:pt x="0" y="13"/>
                      <a:pt x="0" y="13"/>
                      <a:pt x="0" y="13"/>
                    </a:cubicBezTo>
                    <a:cubicBezTo>
                      <a:pt x="0" y="15"/>
                      <a:pt x="2" y="16"/>
                      <a:pt x="5" y="16"/>
                    </a:cubicBezTo>
                    <a:cubicBezTo>
                      <a:pt x="6" y="16"/>
                      <a:pt x="6" y="16"/>
                      <a:pt x="6" y="16"/>
                    </a:cubicBezTo>
                    <a:cubicBezTo>
                      <a:pt x="4" y="16"/>
                      <a:pt x="5" y="15"/>
                      <a:pt x="5" y="13"/>
                    </a:cubicBezTo>
                    <a:close/>
                  </a:path>
                </a:pathLst>
              </a:custGeom>
              <a:solidFill>
                <a:srgbClr val="B992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grpSp>
        <p:sp>
          <p:nvSpPr>
            <p:cNvPr id="33" name="Freeform 364"/>
            <p:cNvSpPr>
              <a:spLocks/>
            </p:cNvSpPr>
            <p:nvPr/>
          </p:nvSpPr>
          <p:spPr bwMode="auto">
            <a:xfrm rot="20969264">
              <a:off x="6316600" y="3668567"/>
              <a:ext cx="202010" cy="52215"/>
            </a:xfrm>
            <a:custGeom>
              <a:avLst/>
              <a:gdLst>
                <a:gd name="T0" fmla="*/ 10 w 67"/>
                <a:gd name="T1" fmla="*/ 11 h 29"/>
                <a:gd name="T2" fmla="*/ 18 w 67"/>
                <a:gd name="T3" fmla="*/ 26 h 29"/>
                <a:gd name="T4" fmla="*/ 57 w 67"/>
                <a:gd name="T5" fmla="*/ 20 h 29"/>
                <a:gd name="T6" fmla="*/ 52 w 67"/>
                <a:gd name="T7" fmla="*/ 2 h 29"/>
                <a:gd name="T8" fmla="*/ 10 w 67"/>
                <a:gd name="T9" fmla="*/ 11 h 29"/>
              </a:gdLst>
              <a:ahLst/>
              <a:cxnLst>
                <a:cxn ang="0">
                  <a:pos x="T0" y="T1"/>
                </a:cxn>
                <a:cxn ang="0">
                  <a:pos x="T2" y="T3"/>
                </a:cxn>
                <a:cxn ang="0">
                  <a:pos x="T4" y="T5"/>
                </a:cxn>
                <a:cxn ang="0">
                  <a:pos x="T6" y="T7"/>
                </a:cxn>
                <a:cxn ang="0">
                  <a:pos x="T8" y="T9"/>
                </a:cxn>
              </a:cxnLst>
              <a:rect l="0" t="0" r="r" b="b"/>
              <a:pathLst>
                <a:path w="67" h="29">
                  <a:moveTo>
                    <a:pt x="10" y="11"/>
                  </a:moveTo>
                  <a:cubicBezTo>
                    <a:pt x="0" y="15"/>
                    <a:pt x="6" y="29"/>
                    <a:pt x="18" y="26"/>
                  </a:cubicBezTo>
                  <a:cubicBezTo>
                    <a:pt x="30" y="24"/>
                    <a:pt x="48" y="21"/>
                    <a:pt x="57" y="20"/>
                  </a:cubicBezTo>
                  <a:cubicBezTo>
                    <a:pt x="67" y="18"/>
                    <a:pt x="66" y="0"/>
                    <a:pt x="52" y="2"/>
                  </a:cubicBezTo>
                  <a:cubicBezTo>
                    <a:pt x="38" y="5"/>
                    <a:pt x="10" y="11"/>
                    <a:pt x="10" y="11"/>
                  </a:cubicBezTo>
                  <a:close/>
                </a:path>
              </a:pathLst>
            </a:custGeom>
            <a:solidFill>
              <a:srgbClr val="414042"/>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sp>
          <p:nvSpPr>
            <p:cNvPr id="34" name="Freeform 365"/>
            <p:cNvSpPr>
              <a:spLocks/>
            </p:cNvSpPr>
            <p:nvPr/>
          </p:nvSpPr>
          <p:spPr bwMode="auto">
            <a:xfrm rot="566454">
              <a:off x="5993796" y="3655967"/>
              <a:ext cx="205821" cy="62809"/>
            </a:xfrm>
            <a:custGeom>
              <a:avLst/>
              <a:gdLst>
                <a:gd name="T0" fmla="*/ 57 w 68"/>
                <a:gd name="T1" fmla="*/ 16 h 35"/>
                <a:gd name="T2" fmla="*/ 48 w 68"/>
                <a:gd name="T3" fmla="*/ 31 h 35"/>
                <a:gd name="T4" fmla="*/ 10 w 68"/>
                <a:gd name="T5" fmla="*/ 20 h 35"/>
                <a:gd name="T6" fmla="*/ 17 w 68"/>
                <a:gd name="T7" fmla="*/ 3 h 35"/>
                <a:gd name="T8" fmla="*/ 57 w 68"/>
                <a:gd name="T9" fmla="*/ 16 h 35"/>
              </a:gdLst>
              <a:ahLst/>
              <a:cxnLst>
                <a:cxn ang="0">
                  <a:pos x="T0" y="T1"/>
                </a:cxn>
                <a:cxn ang="0">
                  <a:pos x="T2" y="T3"/>
                </a:cxn>
                <a:cxn ang="0">
                  <a:pos x="T4" y="T5"/>
                </a:cxn>
                <a:cxn ang="0">
                  <a:pos x="T6" y="T7"/>
                </a:cxn>
                <a:cxn ang="0">
                  <a:pos x="T8" y="T9"/>
                </a:cxn>
              </a:cxnLst>
              <a:rect l="0" t="0" r="r" b="b"/>
              <a:pathLst>
                <a:path w="68" h="35">
                  <a:moveTo>
                    <a:pt x="57" y="16"/>
                  </a:moveTo>
                  <a:cubicBezTo>
                    <a:pt x="68" y="22"/>
                    <a:pt x="60" y="35"/>
                    <a:pt x="48" y="31"/>
                  </a:cubicBezTo>
                  <a:cubicBezTo>
                    <a:pt x="37" y="27"/>
                    <a:pt x="19" y="22"/>
                    <a:pt x="10" y="20"/>
                  </a:cubicBezTo>
                  <a:cubicBezTo>
                    <a:pt x="0" y="17"/>
                    <a:pt x="3" y="0"/>
                    <a:pt x="17" y="3"/>
                  </a:cubicBezTo>
                  <a:cubicBezTo>
                    <a:pt x="31" y="7"/>
                    <a:pt x="57" y="16"/>
                    <a:pt x="57" y="16"/>
                  </a:cubicBezTo>
                  <a:close/>
                </a:path>
              </a:pathLst>
            </a:custGeom>
            <a:solidFill>
              <a:srgbClr val="414042"/>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grpSp>
          <p:nvGrpSpPr>
            <p:cNvPr id="35" name="Group 34"/>
            <p:cNvGrpSpPr/>
            <p:nvPr/>
          </p:nvGrpSpPr>
          <p:grpSpPr>
            <a:xfrm>
              <a:off x="6330536" y="3725855"/>
              <a:ext cx="144203" cy="125393"/>
              <a:chOff x="2649368" y="1794482"/>
              <a:chExt cx="249281" cy="216766"/>
            </a:xfrm>
          </p:grpSpPr>
          <p:sp>
            <p:nvSpPr>
              <p:cNvPr id="55" name="Freeform 54"/>
              <p:cNvSpPr>
                <a:spLocks/>
              </p:cNvSpPr>
              <p:nvPr/>
            </p:nvSpPr>
            <p:spPr bwMode="auto">
              <a:xfrm>
                <a:off x="2649368" y="1794482"/>
                <a:ext cx="249281" cy="216766"/>
              </a:xfrm>
              <a:custGeom>
                <a:avLst/>
                <a:gdLst>
                  <a:gd name="T0" fmla="*/ 16 w 19"/>
                  <a:gd name="T1" fmla="*/ 0 h 17"/>
                  <a:gd name="T2" fmla="*/ 0 w 19"/>
                  <a:gd name="T3" fmla="*/ 5 h 17"/>
                  <a:gd name="T4" fmla="*/ 0 w 19"/>
                  <a:gd name="T5" fmla="*/ 7 h 17"/>
                  <a:gd name="T6" fmla="*/ 10 w 19"/>
                  <a:gd name="T7" fmla="*/ 17 h 17"/>
                  <a:gd name="T8" fmla="*/ 19 w 19"/>
                  <a:gd name="T9" fmla="*/ 7 h 17"/>
                  <a:gd name="T10" fmla="*/ 16 w 19"/>
                  <a:gd name="T11" fmla="*/ 0 h 17"/>
                </a:gdLst>
                <a:ahLst/>
                <a:cxnLst>
                  <a:cxn ang="0">
                    <a:pos x="T0" y="T1"/>
                  </a:cxn>
                  <a:cxn ang="0">
                    <a:pos x="T2" y="T3"/>
                  </a:cxn>
                  <a:cxn ang="0">
                    <a:pos x="T4" y="T5"/>
                  </a:cxn>
                  <a:cxn ang="0">
                    <a:pos x="T6" y="T7"/>
                  </a:cxn>
                  <a:cxn ang="0">
                    <a:pos x="T8" y="T9"/>
                  </a:cxn>
                  <a:cxn ang="0">
                    <a:pos x="T10" y="T11"/>
                  </a:cxn>
                </a:cxnLst>
                <a:rect l="0" t="0" r="r" b="b"/>
                <a:pathLst>
                  <a:path w="19" h="17">
                    <a:moveTo>
                      <a:pt x="16" y="0"/>
                    </a:moveTo>
                    <a:cubicBezTo>
                      <a:pt x="0" y="5"/>
                      <a:pt x="0" y="5"/>
                      <a:pt x="0" y="5"/>
                    </a:cubicBezTo>
                    <a:cubicBezTo>
                      <a:pt x="0" y="6"/>
                      <a:pt x="0" y="6"/>
                      <a:pt x="0" y="7"/>
                    </a:cubicBezTo>
                    <a:cubicBezTo>
                      <a:pt x="0" y="13"/>
                      <a:pt x="4" y="17"/>
                      <a:pt x="10" y="17"/>
                    </a:cubicBezTo>
                    <a:cubicBezTo>
                      <a:pt x="15" y="17"/>
                      <a:pt x="19" y="13"/>
                      <a:pt x="19" y="7"/>
                    </a:cubicBezTo>
                    <a:cubicBezTo>
                      <a:pt x="19" y="4"/>
                      <a:pt x="18" y="1"/>
                      <a:pt x="1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sp>
            <p:nvSpPr>
              <p:cNvPr id="56" name="Oval 55"/>
              <p:cNvSpPr>
                <a:spLocks noChangeArrowheads="1"/>
              </p:cNvSpPr>
              <p:nvPr/>
            </p:nvSpPr>
            <p:spPr bwMode="auto">
              <a:xfrm>
                <a:off x="2714397" y="1821576"/>
                <a:ext cx="157157" cy="151736"/>
              </a:xfrm>
              <a:prstGeom prst="ellipse">
                <a:avLst/>
              </a:pr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sp>
            <p:nvSpPr>
              <p:cNvPr id="57" name="Oval 56"/>
              <p:cNvSpPr>
                <a:spLocks noChangeArrowheads="1"/>
              </p:cNvSpPr>
              <p:nvPr/>
            </p:nvSpPr>
            <p:spPr bwMode="auto">
              <a:xfrm>
                <a:off x="2741495" y="1859512"/>
                <a:ext cx="37936" cy="37936"/>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grpSp>
        <p:grpSp>
          <p:nvGrpSpPr>
            <p:cNvPr id="36" name="Group 35"/>
            <p:cNvGrpSpPr/>
            <p:nvPr/>
          </p:nvGrpSpPr>
          <p:grpSpPr>
            <a:xfrm rot="1975451">
              <a:off x="6058711" y="3722045"/>
              <a:ext cx="144203" cy="125393"/>
              <a:chOff x="2649368" y="1794482"/>
              <a:chExt cx="249281" cy="216766"/>
            </a:xfrm>
          </p:grpSpPr>
          <p:sp>
            <p:nvSpPr>
              <p:cNvPr id="52" name="Freeform 51"/>
              <p:cNvSpPr>
                <a:spLocks/>
              </p:cNvSpPr>
              <p:nvPr/>
            </p:nvSpPr>
            <p:spPr bwMode="auto">
              <a:xfrm>
                <a:off x="2649368" y="1794482"/>
                <a:ext cx="249281" cy="216766"/>
              </a:xfrm>
              <a:custGeom>
                <a:avLst/>
                <a:gdLst>
                  <a:gd name="T0" fmla="*/ 16 w 19"/>
                  <a:gd name="T1" fmla="*/ 0 h 17"/>
                  <a:gd name="T2" fmla="*/ 0 w 19"/>
                  <a:gd name="T3" fmla="*/ 5 h 17"/>
                  <a:gd name="T4" fmla="*/ 0 w 19"/>
                  <a:gd name="T5" fmla="*/ 7 h 17"/>
                  <a:gd name="T6" fmla="*/ 10 w 19"/>
                  <a:gd name="T7" fmla="*/ 17 h 17"/>
                  <a:gd name="T8" fmla="*/ 19 w 19"/>
                  <a:gd name="T9" fmla="*/ 7 h 17"/>
                  <a:gd name="T10" fmla="*/ 16 w 19"/>
                  <a:gd name="T11" fmla="*/ 0 h 17"/>
                </a:gdLst>
                <a:ahLst/>
                <a:cxnLst>
                  <a:cxn ang="0">
                    <a:pos x="T0" y="T1"/>
                  </a:cxn>
                  <a:cxn ang="0">
                    <a:pos x="T2" y="T3"/>
                  </a:cxn>
                  <a:cxn ang="0">
                    <a:pos x="T4" y="T5"/>
                  </a:cxn>
                  <a:cxn ang="0">
                    <a:pos x="T6" y="T7"/>
                  </a:cxn>
                  <a:cxn ang="0">
                    <a:pos x="T8" y="T9"/>
                  </a:cxn>
                  <a:cxn ang="0">
                    <a:pos x="T10" y="T11"/>
                  </a:cxn>
                </a:cxnLst>
                <a:rect l="0" t="0" r="r" b="b"/>
                <a:pathLst>
                  <a:path w="19" h="17">
                    <a:moveTo>
                      <a:pt x="16" y="0"/>
                    </a:moveTo>
                    <a:cubicBezTo>
                      <a:pt x="0" y="5"/>
                      <a:pt x="0" y="5"/>
                      <a:pt x="0" y="5"/>
                    </a:cubicBezTo>
                    <a:cubicBezTo>
                      <a:pt x="0" y="6"/>
                      <a:pt x="0" y="6"/>
                      <a:pt x="0" y="7"/>
                    </a:cubicBezTo>
                    <a:cubicBezTo>
                      <a:pt x="0" y="13"/>
                      <a:pt x="4" y="17"/>
                      <a:pt x="10" y="17"/>
                    </a:cubicBezTo>
                    <a:cubicBezTo>
                      <a:pt x="15" y="17"/>
                      <a:pt x="19" y="13"/>
                      <a:pt x="19" y="7"/>
                    </a:cubicBezTo>
                    <a:cubicBezTo>
                      <a:pt x="19" y="4"/>
                      <a:pt x="18" y="1"/>
                      <a:pt x="1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sp>
            <p:nvSpPr>
              <p:cNvPr id="53" name="Oval 52"/>
              <p:cNvSpPr>
                <a:spLocks noChangeArrowheads="1"/>
              </p:cNvSpPr>
              <p:nvPr/>
            </p:nvSpPr>
            <p:spPr bwMode="auto">
              <a:xfrm>
                <a:off x="2714397" y="1821576"/>
                <a:ext cx="157157" cy="151736"/>
              </a:xfrm>
              <a:prstGeom prst="ellipse">
                <a:avLst/>
              </a:pr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sp>
            <p:nvSpPr>
              <p:cNvPr id="54" name="Oval 53"/>
              <p:cNvSpPr>
                <a:spLocks noChangeArrowheads="1"/>
              </p:cNvSpPr>
              <p:nvPr/>
            </p:nvSpPr>
            <p:spPr bwMode="auto">
              <a:xfrm>
                <a:off x="2741495" y="1859512"/>
                <a:ext cx="37936" cy="37936"/>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grpSp>
        <p:grpSp>
          <p:nvGrpSpPr>
            <p:cNvPr id="37" name="Group 36"/>
            <p:cNvGrpSpPr/>
            <p:nvPr/>
          </p:nvGrpSpPr>
          <p:grpSpPr>
            <a:xfrm>
              <a:off x="6162696" y="3945141"/>
              <a:ext cx="235976" cy="162261"/>
              <a:chOff x="2520019" y="3385066"/>
              <a:chExt cx="353459" cy="243045"/>
            </a:xfrm>
          </p:grpSpPr>
          <p:sp>
            <p:nvSpPr>
              <p:cNvPr id="50" name="Freeform 15"/>
              <p:cNvSpPr>
                <a:spLocks/>
              </p:cNvSpPr>
              <p:nvPr/>
            </p:nvSpPr>
            <p:spPr bwMode="auto">
              <a:xfrm>
                <a:off x="2657363" y="3451718"/>
                <a:ext cx="197264" cy="176393"/>
              </a:xfrm>
              <a:custGeom>
                <a:avLst/>
                <a:gdLst>
                  <a:gd name="T0" fmla="*/ 0 w 124"/>
                  <a:gd name="T1" fmla="*/ 110 h 111"/>
                  <a:gd name="T2" fmla="*/ 16 w 124"/>
                  <a:gd name="T3" fmla="*/ 111 h 111"/>
                  <a:gd name="T4" fmla="*/ 124 w 124"/>
                  <a:gd name="T5" fmla="*/ 0 h 111"/>
                  <a:gd name="T6" fmla="*/ 0 w 124"/>
                  <a:gd name="T7" fmla="*/ 110 h 111"/>
                </a:gdLst>
                <a:ahLst/>
                <a:cxnLst>
                  <a:cxn ang="0">
                    <a:pos x="T0" y="T1"/>
                  </a:cxn>
                  <a:cxn ang="0">
                    <a:pos x="T2" y="T3"/>
                  </a:cxn>
                  <a:cxn ang="0">
                    <a:pos x="T4" y="T5"/>
                  </a:cxn>
                  <a:cxn ang="0">
                    <a:pos x="T6" y="T7"/>
                  </a:cxn>
                </a:cxnLst>
                <a:rect l="0" t="0" r="r" b="b"/>
                <a:pathLst>
                  <a:path w="124" h="111">
                    <a:moveTo>
                      <a:pt x="0" y="110"/>
                    </a:moveTo>
                    <a:cubicBezTo>
                      <a:pt x="5" y="111"/>
                      <a:pt x="10" y="111"/>
                      <a:pt x="16" y="111"/>
                    </a:cubicBezTo>
                    <a:cubicBezTo>
                      <a:pt x="76" y="108"/>
                      <a:pt x="109" y="44"/>
                      <a:pt x="124" y="0"/>
                    </a:cubicBezTo>
                    <a:cubicBezTo>
                      <a:pt x="86" y="3"/>
                      <a:pt x="5" y="20"/>
                      <a:pt x="0" y="110"/>
                    </a:cubicBezTo>
                    <a:close/>
                  </a:path>
                </a:pathLst>
              </a:custGeom>
              <a:solidFill>
                <a:srgbClr val="EDA6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sp>
            <p:nvSpPr>
              <p:cNvPr id="51" name="Freeform 16"/>
              <p:cNvSpPr>
                <a:spLocks/>
              </p:cNvSpPr>
              <p:nvPr/>
            </p:nvSpPr>
            <p:spPr bwMode="auto">
              <a:xfrm>
                <a:off x="2520019" y="3385066"/>
                <a:ext cx="353459" cy="241699"/>
              </a:xfrm>
              <a:custGeom>
                <a:avLst/>
                <a:gdLst>
                  <a:gd name="T0" fmla="*/ 0 w 222"/>
                  <a:gd name="T1" fmla="*/ 32 h 152"/>
                  <a:gd name="T2" fmla="*/ 86 w 222"/>
                  <a:gd name="T3" fmla="*/ 152 h 152"/>
                  <a:gd name="T4" fmla="*/ 210 w 222"/>
                  <a:gd name="T5" fmla="*/ 42 h 152"/>
                  <a:gd name="T6" fmla="*/ 222 w 222"/>
                  <a:gd name="T7" fmla="*/ 0 h 152"/>
                  <a:gd name="T8" fmla="*/ 0 w 222"/>
                  <a:gd name="T9" fmla="*/ 32 h 152"/>
                </a:gdLst>
                <a:ahLst/>
                <a:cxnLst>
                  <a:cxn ang="0">
                    <a:pos x="T0" y="T1"/>
                  </a:cxn>
                  <a:cxn ang="0">
                    <a:pos x="T2" y="T3"/>
                  </a:cxn>
                  <a:cxn ang="0">
                    <a:pos x="T4" y="T5"/>
                  </a:cxn>
                  <a:cxn ang="0">
                    <a:pos x="T6" y="T7"/>
                  </a:cxn>
                  <a:cxn ang="0">
                    <a:pos x="T8" y="T9"/>
                  </a:cxn>
                </a:cxnLst>
                <a:rect l="0" t="0" r="r" b="b"/>
                <a:pathLst>
                  <a:path w="222" h="152">
                    <a:moveTo>
                      <a:pt x="0" y="32"/>
                    </a:moveTo>
                    <a:cubicBezTo>
                      <a:pt x="0" y="32"/>
                      <a:pt x="9" y="142"/>
                      <a:pt x="86" y="152"/>
                    </a:cubicBezTo>
                    <a:cubicBezTo>
                      <a:pt x="91" y="62"/>
                      <a:pt x="172" y="45"/>
                      <a:pt x="210" y="42"/>
                    </a:cubicBezTo>
                    <a:cubicBezTo>
                      <a:pt x="219" y="18"/>
                      <a:pt x="222" y="0"/>
                      <a:pt x="222" y="0"/>
                    </a:cubicBezTo>
                    <a:cubicBezTo>
                      <a:pt x="200" y="14"/>
                      <a:pt x="0" y="32"/>
                      <a:pt x="0" y="32"/>
                    </a:cubicBezTo>
                    <a:close/>
                  </a:path>
                </a:pathLst>
              </a:custGeom>
              <a:solidFill>
                <a:srgbClr val="7534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grpSp>
        <p:sp>
          <p:nvSpPr>
            <p:cNvPr id="38" name="Freeform 37"/>
            <p:cNvSpPr/>
            <p:nvPr/>
          </p:nvSpPr>
          <p:spPr>
            <a:xfrm rot="1142545">
              <a:off x="5929222" y="3298426"/>
              <a:ext cx="722764" cy="562400"/>
            </a:xfrm>
            <a:custGeom>
              <a:avLst/>
              <a:gdLst>
                <a:gd name="connsiteX0" fmla="*/ 249439 w 722764"/>
                <a:gd name="connsiteY0" fmla="*/ 0 h 562400"/>
                <a:gd name="connsiteX1" fmla="*/ 267217 w 722764"/>
                <a:gd name="connsiteY1" fmla="*/ 70473 h 562400"/>
                <a:gd name="connsiteX2" fmla="*/ 497427 w 722764"/>
                <a:gd name="connsiteY2" fmla="*/ 35702 h 562400"/>
                <a:gd name="connsiteX3" fmla="*/ 705044 w 722764"/>
                <a:gd name="connsiteY3" fmla="*/ 276861 h 562400"/>
                <a:gd name="connsiteX4" fmla="*/ 722764 w 722764"/>
                <a:gd name="connsiteY4" fmla="*/ 328201 h 562400"/>
                <a:gd name="connsiteX5" fmla="*/ 699367 w 722764"/>
                <a:gd name="connsiteY5" fmla="*/ 336277 h 562400"/>
                <a:gd name="connsiteX6" fmla="*/ 681646 w 722764"/>
                <a:gd name="connsiteY6" fmla="*/ 284937 h 562400"/>
                <a:gd name="connsiteX7" fmla="*/ 645237 w 722764"/>
                <a:gd name="connsiteY7" fmla="*/ 224866 h 562400"/>
                <a:gd name="connsiteX8" fmla="*/ 640876 w 722764"/>
                <a:gd name="connsiteY8" fmla="*/ 231814 h 562400"/>
                <a:gd name="connsiteX9" fmla="*/ 430289 w 722764"/>
                <a:gd name="connsiteY9" fmla="*/ 276714 h 562400"/>
                <a:gd name="connsiteX10" fmla="*/ 268682 w 722764"/>
                <a:gd name="connsiteY10" fmla="*/ 255182 h 562400"/>
                <a:gd name="connsiteX11" fmla="*/ 254712 w 722764"/>
                <a:gd name="connsiteY11" fmla="*/ 248517 h 562400"/>
                <a:gd name="connsiteX12" fmla="*/ 242396 w 722764"/>
                <a:gd name="connsiteY12" fmla="*/ 252321 h 562400"/>
                <a:gd name="connsiteX13" fmla="*/ 241723 w 722764"/>
                <a:gd name="connsiteY13" fmla="*/ 253889 h 562400"/>
                <a:gd name="connsiteX14" fmla="*/ 167607 w 722764"/>
                <a:gd name="connsiteY14" fmla="*/ 338711 h 562400"/>
                <a:gd name="connsiteX15" fmla="*/ 73868 w 722764"/>
                <a:gd name="connsiteY15" fmla="*/ 401167 h 562400"/>
                <a:gd name="connsiteX16" fmla="*/ 44424 w 722764"/>
                <a:gd name="connsiteY16" fmla="*/ 409476 h 562400"/>
                <a:gd name="connsiteX17" fmla="*/ 44369 w 722764"/>
                <a:gd name="connsiteY17" fmla="*/ 455221 h 562400"/>
                <a:gd name="connsiteX18" fmla="*/ 49910 w 722764"/>
                <a:gd name="connsiteY18" fmla="*/ 502984 h 562400"/>
                <a:gd name="connsiteX19" fmla="*/ 67631 w 722764"/>
                <a:gd name="connsiteY19" fmla="*/ 554324 h 562400"/>
                <a:gd name="connsiteX20" fmla="*/ 44233 w 722764"/>
                <a:gd name="connsiteY20" fmla="*/ 562400 h 562400"/>
                <a:gd name="connsiteX21" fmla="*/ 24544 w 722764"/>
                <a:gd name="connsiteY21" fmla="*/ 505356 h 562400"/>
                <a:gd name="connsiteX22" fmla="*/ 82119 w 722764"/>
                <a:gd name="connsiteY22" fmla="*/ 179048 h 562400"/>
                <a:gd name="connsiteX23" fmla="*/ 136618 w 722764"/>
                <a:gd name="connsiteY23" fmla="*/ 128317 h 562400"/>
                <a:gd name="connsiteX24" fmla="*/ 249439 w 722764"/>
                <a:gd name="connsiteY24" fmla="*/ 0 h 56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22764" h="562400">
                  <a:moveTo>
                    <a:pt x="249439" y="0"/>
                  </a:moveTo>
                  <a:cubicBezTo>
                    <a:pt x="237913" y="61435"/>
                    <a:pt x="267217" y="70473"/>
                    <a:pt x="267217" y="70473"/>
                  </a:cubicBezTo>
                  <a:cubicBezTo>
                    <a:pt x="317835" y="27465"/>
                    <a:pt x="446637" y="21313"/>
                    <a:pt x="497427" y="35702"/>
                  </a:cubicBezTo>
                  <a:cubicBezTo>
                    <a:pt x="659529" y="69129"/>
                    <a:pt x="695142" y="229206"/>
                    <a:pt x="705044" y="276861"/>
                  </a:cubicBezTo>
                  <a:cubicBezTo>
                    <a:pt x="701163" y="284585"/>
                    <a:pt x="722764" y="328201"/>
                    <a:pt x="722764" y="328201"/>
                  </a:cubicBezTo>
                  <a:cubicBezTo>
                    <a:pt x="722764" y="328201"/>
                    <a:pt x="722764" y="328201"/>
                    <a:pt x="699367" y="336277"/>
                  </a:cubicBezTo>
                  <a:cubicBezTo>
                    <a:pt x="697398" y="330572"/>
                    <a:pt x="683615" y="290641"/>
                    <a:pt x="681646" y="284937"/>
                  </a:cubicBezTo>
                  <a:lnTo>
                    <a:pt x="645237" y="224866"/>
                  </a:lnTo>
                  <a:lnTo>
                    <a:pt x="640876" y="231814"/>
                  </a:lnTo>
                  <a:cubicBezTo>
                    <a:pt x="606180" y="258200"/>
                    <a:pt x="524956" y="276714"/>
                    <a:pt x="430289" y="276714"/>
                  </a:cubicBezTo>
                  <a:cubicBezTo>
                    <a:pt x="367178" y="276714"/>
                    <a:pt x="310041" y="268486"/>
                    <a:pt x="268682" y="255182"/>
                  </a:cubicBezTo>
                  <a:lnTo>
                    <a:pt x="254712" y="248517"/>
                  </a:lnTo>
                  <a:lnTo>
                    <a:pt x="242396" y="252321"/>
                  </a:lnTo>
                  <a:lnTo>
                    <a:pt x="241723" y="253889"/>
                  </a:lnTo>
                  <a:cubicBezTo>
                    <a:pt x="226306" y="279644"/>
                    <a:pt x="200383" y="309953"/>
                    <a:pt x="167607" y="338711"/>
                  </a:cubicBezTo>
                  <a:cubicBezTo>
                    <a:pt x="134831" y="367469"/>
                    <a:pt x="101409" y="389231"/>
                    <a:pt x="73868" y="401167"/>
                  </a:cubicBezTo>
                  <a:lnTo>
                    <a:pt x="44424" y="409476"/>
                  </a:lnTo>
                  <a:lnTo>
                    <a:pt x="44369" y="455221"/>
                  </a:lnTo>
                  <a:cubicBezTo>
                    <a:pt x="45680" y="475317"/>
                    <a:pt x="47927" y="492497"/>
                    <a:pt x="49910" y="502984"/>
                  </a:cubicBezTo>
                  <a:cubicBezTo>
                    <a:pt x="51879" y="508689"/>
                    <a:pt x="67631" y="554324"/>
                    <a:pt x="67631" y="554324"/>
                  </a:cubicBezTo>
                  <a:cubicBezTo>
                    <a:pt x="67631" y="554324"/>
                    <a:pt x="67631" y="554324"/>
                    <a:pt x="44233" y="562400"/>
                  </a:cubicBezTo>
                  <a:cubicBezTo>
                    <a:pt x="42264" y="556696"/>
                    <a:pt x="26512" y="511060"/>
                    <a:pt x="24544" y="505356"/>
                  </a:cubicBezTo>
                  <a:cubicBezTo>
                    <a:pt x="-54328" y="238912"/>
                    <a:pt x="82119" y="179048"/>
                    <a:pt x="82119" y="179048"/>
                  </a:cubicBezTo>
                  <a:cubicBezTo>
                    <a:pt x="66368" y="133413"/>
                    <a:pt x="136618" y="128317"/>
                    <a:pt x="136618" y="128317"/>
                  </a:cubicBezTo>
                  <a:cubicBezTo>
                    <a:pt x="118898" y="76977"/>
                    <a:pt x="249439" y="0"/>
                    <a:pt x="249439" y="0"/>
                  </a:cubicBezTo>
                  <a:close/>
                </a:path>
              </a:pathLst>
            </a:custGeom>
            <a:solidFill>
              <a:srgbClr val="725C2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9" name="Freeform 95"/>
            <p:cNvSpPr>
              <a:spLocks/>
            </p:cNvSpPr>
            <p:nvPr/>
          </p:nvSpPr>
          <p:spPr bwMode="auto">
            <a:xfrm>
              <a:off x="6147033" y="4761487"/>
              <a:ext cx="41745" cy="57250"/>
            </a:xfrm>
            <a:custGeom>
              <a:avLst/>
              <a:gdLst>
                <a:gd name="T0" fmla="*/ 25 w 26"/>
                <a:gd name="T1" fmla="*/ 19 h 36"/>
                <a:gd name="T2" fmla="*/ 11 w 26"/>
                <a:gd name="T3" fmla="*/ 35 h 36"/>
                <a:gd name="T4" fmla="*/ 1 w 26"/>
                <a:gd name="T5" fmla="*/ 17 h 36"/>
                <a:gd name="T6" fmla="*/ 15 w 26"/>
                <a:gd name="T7" fmla="*/ 1 h 36"/>
                <a:gd name="T8" fmla="*/ 25 w 26"/>
                <a:gd name="T9" fmla="*/ 19 h 36"/>
              </a:gdLst>
              <a:ahLst/>
              <a:cxnLst>
                <a:cxn ang="0">
                  <a:pos x="T0" y="T1"/>
                </a:cxn>
                <a:cxn ang="0">
                  <a:pos x="T2" y="T3"/>
                </a:cxn>
                <a:cxn ang="0">
                  <a:pos x="T4" y="T5"/>
                </a:cxn>
                <a:cxn ang="0">
                  <a:pos x="T6" y="T7"/>
                </a:cxn>
                <a:cxn ang="0">
                  <a:pos x="T8" y="T9"/>
                </a:cxn>
              </a:cxnLst>
              <a:rect l="0" t="0" r="r" b="b"/>
              <a:pathLst>
                <a:path w="26" h="36">
                  <a:moveTo>
                    <a:pt x="25" y="19"/>
                  </a:moveTo>
                  <a:cubicBezTo>
                    <a:pt x="24" y="29"/>
                    <a:pt x="18" y="36"/>
                    <a:pt x="11" y="35"/>
                  </a:cubicBezTo>
                  <a:cubicBezTo>
                    <a:pt x="5" y="35"/>
                    <a:pt x="0" y="26"/>
                    <a:pt x="1" y="17"/>
                  </a:cubicBezTo>
                  <a:cubicBezTo>
                    <a:pt x="2" y="7"/>
                    <a:pt x="8" y="0"/>
                    <a:pt x="15" y="1"/>
                  </a:cubicBezTo>
                  <a:cubicBezTo>
                    <a:pt x="21" y="1"/>
                    <a:pt x="26" y="10"/>
                    <a:pt x="25" y="19"/>
                  </a:cubicBezTo>
                </a:path>
              </a:pathLst>
            </a:custGeom>
            <a:solidFill>
              <a:srgbClr val="2226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sp>
          <p:nvSpPr>
            <p:cNvPr id="40" name="Freeform 96"/>
            <p:cNvSpPr>
              <a:spLocks/>
            </p:cNvSpPr>
            <p:nvPr/>
          </p:nvSpPr>
          <p:spPr bwMode="auto">
            <a:xfrm>
              <a:off x="6145611" y="4873417"/>
              <a:ext cx="38167" cy="56057"/>
            </a:xfrm>
            <a:custGeom>
              <a:avLst/>
              <a:gdLst>
                <a:gd name="T0" fmla="*/ 24 w 24"/>
                <a:gd name="T1" fmla="*/ 17 h 35"/>
                <a:gd name="T2" fmla="*/ 13 w 24"/>
                <a:gd name="T3" fmla="*/ 35 h 35"/>
                <a:gd name="T4" fmla="*/ 0 w 24"/>
                <a:gd name="T5" fmla="*/ 18 h 35"/>
                <a:gd name="T6" fmla="*/ 11 w 24"/>
                <a:gd name="T7" fmla="*/ 0 h 35"/>
                <a:gd name="T8" fmla="*/ 24 w 24"/>
                <a:gd name="T9" fmla="*/ 17 h 35"/>
              </a:gdLst>
              <a:ahLst/>
              <a:cxnLst>
                <a:cxn ang="0">
                  <a:pos x="T0" y="T1"/>
                </a:cxn>
                <a:cxn ang="0">
                  <a:pos x="T2" y="T3"/>
                </a:cxn>
                <a:cxn ang="0">
                  <a:pos x="T4" y="T5"/>
                </a:cxn>
                <a:cxn ang="0">
                  <a:pos x="T6" y="T7"/>
                </a:cxn>
                <a:cxn ang="0">
                  <a:pos x="T8" y="T9"/>
                </a:cxn>
              </a:cxnLst>
              <a:rect l="0" t="0" r="r" b="b"/>
              <a:pathLst>
                <a:path w="24" h="35">
                  <a:moveTo>
                    <a:pt x="24" y="17"/>
                  </a:moveTo>
                  <a:cubicBezTo>
                    <a:pt x="24" y="27"/>
                    <a:pt x="19" y="35"/>
                    <a:pt x="13" y="35"/>
                  </a:cubicBezTo>
                  <a:cubicBezTo>
                    <a:pt x="6" y="35"/>
                    <a:pt x="1" y="28"/>
                    <a:pt x="0" y="18"/>
                  </a:cubicBezTo>
                  <a:cubicBezTo>
                    <a:pt x="0" y="9"/>
                    <a:pt x="5" y="1"/>
                    <a:pt x="11" y="0"/>
                  </a:cubicBezTo>
                  <a:cubicBezTo>
                    <a:pt x="18" y="0"/>
                    <a:pt x="23" y="8"/>
                    <a:pt x="24" y="17"/>
                  </a:cubicBezTo>
                </a:path>
              </a:pathLst>
            </a:custGeom>
            <a:solidFill>
              <a:srgbClr val="2226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sp>
          <p:nvSpPr>
            <p:cNvPr id="41" name="Freeform 94"/>
            <p:cNvSpPr>
              <a:spLocks/>
            </p:cNvSpPr>
            <p:nvPr/>
          </p:nvSpPr>
          <p:spPr bwMode="auto">
            <a:xfrm>
              <a:off x="6209905" y="4752306"/>
              <a:ext cx="22662" cy="312491"/>
            </a:xfrm>
            <a:custGeom>
              <a:avLst/>
              <a:gdLst>
                <a:gd name="T0" fmla="*/ 14 w 14"/>
                <a:gd name="T1" fmla="*/ 0 h 196"/>
                <a:gd name="T2" fmla="*/ 7 w 14"/>
                <a:gd name="T3" fmla="*/ 196 h 196"/>
                <a:gd name="T4" fmla="*/ 14 w 14"/>
                <a:gd name="T5" fmla="*/ 0 h 196"/>
              </a:gdLst>
              <a:ahLst/>
              <a:cxnLst>
                <a:cxn ang="0">
                  <a:pos x="T0" y="T1"/>
                </a:cxn>
                <a:cxn ang="0">
                  <a:pos x="T2" y="T3"/>
                </a:cxn>
                <a:cxn ang="0">
                  <a:pos x="T4" y="T5"/>
                </a:cxn>
              </a:cxnLst>
              <a:rect l="0" t="0" r="r" b="b"/>
              <a:pathLst>
                <a:path w="14" h="196">
                  <a:moveTo>
                    <a:pt x="14" y="0"/>
                  </a:moveTo>
                  <a:cubicBezTo>
                    <a:pt x="14" y="0"/>
                    <a:pt x="10" y="167"/>
                    <a:pt x="7" y="196"/>
                  </a:cubicBezTo>
                  <a:cubicBezTo>
                    <a:pt x="7" y="196"/>
                    <a:pt x="0" y="65"/>
                    <a:pt x="14" y="0"/>
                  </a:cubicBezTo>
                </a:path>
              </a:pathLst>
            </a:custGeom>
            <a:solidFill>
              <a:srgbClr val="2226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grpSp>
          <p:nvGrpSpPr>
            <p:cNvPr id="42" name="Group 41"/>
            <p:cNvGrpSpPr/>
            <p:nvPr/>
          </p:nvGrpSpPr>
          <p:grpSpPr>
            <a:xfrm flipH="1">
              <a:off x="5285545" y="5026242"/>
              <a:ext cx="1799827" cy="961919"/>
              <a:chOff x="2784260" y="5644717"/>
              <a:chExt cx="1879715" cy="718013"/>
            </a:xfrm>
          </p:grpSpPr>
          <p:sp>
            <p:nvSpPr>
              <p:cNvPr id="44" name="Freeform 9"/>
              <p:cNvSpPr>
                <a:spLocks/>
              </p:cNvSpPr>
              <p:nvPr/>
            </p:nvSpPr>
            <p:spPr bwMode="auto">
              <a:xfrm>
                <a:off x="3916144" y="6013265"/>
                <a:ext cx="479470" cy="349465"/>
              </a:xfrm>
              <a:custGeom>
                <a:avLst/>
                <a:gdLst>
                  <a:gd name="T0" fmla="*/ 0 w 301"/>
                  <a:gd name="T1" fmla="*/ 86 h 220"/>
                  <a:gd name="T2" fmla="*/ 141 w 301"/>
                  <a:gd name="T3" fmla="*/ 138 h 220"/>
                  <a:gd name="T4" fmla="*/ 224 w 301"/>
                  <a:gd name="T5" fmla="*/ 214 h 220"/>
                  <a:gd name="T6" fmla="*/ 294 w 301"/>
                  <a:gd name="T7" fmla="*/ 116 h 220"/>
                  <a:gd name="T8" fmla="*/ 125 w 301"/>
                  <a:gd name="T9" fmla="*/ 28 h 220"/>
                  <a:gd name="T10" fmla="*/ 76 w 301"/>
                  <a:gd name="T11" fmla="*/ 2 h 220"/>
                  <a:gd name="T12" fmla="*/ 18 w 301"/>
                  <a:gd name="T13" fmla="*/ 2 h 220"/>
                  <a:gd name="T14" fmla="*/ 0 w 301"/>
                  <a:gd name="T15" fmla="*/ 86 h 2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1" h="220">
                    <a:moveTo>
                      <a:pt x="0" y="86"/>
                    </a:moveTo>
                    <a:cubicBezTo>
                      <a:pt x="0" y="86"/>
                      <a:pt x="125" y="130"/>
                      <a:pt x="141" y="138"/>
                    </a:cubicBezTo>
                    <a:cubicBezTo>
                      <a:pt x="157" y="147"/>
                      <a:pt x="211" y="220"/>
                      <a:pt x="224" y="214"/>
                    </a:cubicBezTo>
                    <a:cubicBezTo>
                      <a:pt x="237" y="208"/>
                      <a:pt x="287" y="166"/>
                      <a:pt x="294" y="116"/>
                    </a:cubicBezTo>
                    <a:cubicBezTo>
                      <a:pt x="301" y="66"/>
                      <a:pt x="154" y="25"/>
                      <a:pt x="125" y="28"/>
                    </a:cubicBezTo>
                    <a:cubicBezTo>
                      <a:pt x="125" y="28"/>
                      <a:pt x="100" y="3"/>
                      <a:pt x="76" y="2"/>
                    </a:cubicBezTo>
                    <a:cubicBezTo>
                      <a:pt x="52" y="0"/>
                      <a:pt x="18" y="2"/>
                      <a:pt x="18" y="2"/>
                    </a:cubicBezTo>
                    <a:lnTo>
                      <a:pt x="0" y="86"/>
                    </a:lnTo>
                    <a:close/>
                  </a:path>
                </a:pathLst>
              </a:custGeom>
              <a:solidFill>
                <a:schemeClr val="tx2">
                  <a:lumMod val="5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sp>
            <p:nvSpPr>
              <p:cNvPr id="45" name="Freeform 10"/>
              <p:cNvSpPr>
                <a:spLocks/>
              </p:cNvSpPr>
              <p:nvPr/>
            </p:nvSpPr>
            <p:spPr bwMode="auto">
              <a:xfrm>
                <a:off x="3168313" y="5959593"/>
                <a:ext cx="449653" cy="317262"/>
              </a:xfrm>
              <a:custGeom>
                <a:avLst/>
                <a:gdLst>
                  <a:gd name="T0" fmla="*/ 158 w 283"/>
                  <a:gd name="T1" fmla="*/ 23 h 199"/>
                  <a:gd name="T2" fmla="*/ 19 w 283"/>
                  <a:gd name="T3" fmla="*/ 87 h 199"/>
                  <a:gd name="T4" fmla="*/ 89 w 283"/>
                  <a:gd name="T5" fmla="*/ 199 h 199"/>
                  <a:gd name="T6" fmla="*/ 211 w 283"/>
                  <a:gd name="T7" fmla="*/ 87 h 199"/>
                  <a:gd name="T8" fmla="*/ 283 w 283"/>
                  <a:gd name="T9" fmla="*/ 72 h 199"/>
                  <a:gd name="T10" fmla="*/ 158 w 283"/>
                  <a:gd name="T11" fmla="*/ 23 h 199"/>
                </a:gdLst>
                <a:ahLst/>
                <a:cxnLst>
                  <a:cxn ang="0">
                    <a:pos x="T0" y="T1"/>
                  </a:cxn>
                  <a:cxn ang="0">
                    <a:pos x="T2" y="T3"/>
                  </a:cxn>
                  <a:cxn ang="0">
                    <a:pos x="T4" y="T5"/>
                  </a:cxn>
                  <a:cxn ang="0">
                    <a:pos x="T6" y="T7"/>
                  </a:cxn>
                  <a:cxn ang="0">
                    <a:pos x="T8" y="T9"/>
                  </a:cxn>
                  <a:cxn ang="0">
                    <a:pos x="T10" y="T11"/>
                  </a:cxn>
                </a:cxnLst>
                <a:rect l="0" t="0" r="r" b="b"/>
                <a:pathLst>
                  <a:path w="283" h="199">
                    <a:moveTo>
                      <a:pt x="158" y="23"/>
                    </a:moveTo>
                    <a:cubicBezTo>
                      <a:pt x="158" y="23"/>
                      <a:pt x="38" y="69"/>
                      <a:pt x="19" y="87"/>
                    </a:cubicBezTo>
                    <a:cubicBezTo>
                      <a:pt x="0" y="104"/>
                      <a:pt x="45" y="187"/>
                      <a:pt x="89" y="199"/>
                    </a:cubicBezTo>
                    <a:cubicBezTo>
                      <a:pt x="89" y="199"/>
                      <a:pt x="190" y="92"/>
                      <a:pt x="211" y="87"/>
                    </a:cubicBezTo>
                    <a:cubicBezTo>
                      <a:pt x="231" y="81"/>
                      <a:pt x="283" y="72"/>
                      <a:pt x="283" y="72"/>
                    </a:cubicBezTo>
                    <a:cubicBezTo>
                      <a:pt x="283" y="72"/>
                      <a:pt x="217" y="0"/>
                      <a:pt x="158" y="23"/>
                    </a:cubicBezTo>
                  </a:path>
                </a:pathLst>
              </a:custGeom>
              <a:solidFill>
                <a:schemeClr val="tx2">
                  <a:lumMod val="5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sp>
            <p:nvSpPr>
              <p:cNvPr id="46" name="Freeform 11"/>
              <p:cNvSpPr>
                <a:spLocks/>
              </p:cNvSpPr>
              <p:nvPr/>
            </p:nvSpPr>
            <p:spPr bwMode="auto">
              <a:xfrm>
                <a:off x="2784260" y="5644717"/>
                <a:ext cx="1879715" cy="559382"/>
              </a:xfrm>
              <a:custGeom>
                <a:avLst/>
                <a:gdLst>
                  <a:gd name="T0" fmla="*/ 434 w 1181"/>
                  <a:gd name="T1" fmla="*/ 36 h 351"/>
                  <a:gd name="T2" fmla="*/ 187 w 1181"/>
                  <a:gd name="T3" fmla="*/ 9 h 351"/>
                  <a:gd name="T4" fmla="*/ 24 w 1181"/>
                  <a:gd name="T5" fmla="*/ 25 h 351"/>
                  <a:gd name="T6" fmla="*/ 24 w 1181"/>
                  <a:gd name="T7" fmla="*/ 130 h 351"/>
                  <a:gd name="T8" fmla="*/ 752 w 1181"/>
                  <a:gd name="T9" fmla="*/ 351 h 351"/>
                  <a:gd name="T10" fmla="*/ 788 w 1181"/>
                  <a:gd name="T11" fmla="*/ 227 h 351"/>
                  <a:gd name="T12" fmla="*/ 1155 w 1181"/>
                  <a:gd name="T13" fmla="*/ 166 h 351"/>
                  <a:gd name="T14" fmla="*/ 1119 w 1181"/>
                  <a:gd name="T15" fmla="*/ 28 h 351"/>
                  <a:gd name="T16" fmla="*/ 770 w 1181"/>
                  <a:gd name="T17" fmla="*/ 49 h 351"/>
                  <a:gd name="T18" fmla="*/ 434 w 1181"/>
                  <a:gd name="T19" fmla="*/ 36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81" h="351">
                    <a:moveTo>
                      <a:pt x="434" y="36"/>
                    </a:moveTo>
                    <a:cubicBezTo>
                      <a:pt x="434" y="36"/>
                      <a:pt x="230" y="17"/>
                      <a:pt x="187" y="9"/>
                    </a:cubicBezTo>
                    <a:cubicBezTo>
                      <a:pt x="143" y="0"/>
                      <a:pt x="48" y="9"/>
                      <a:pt x="24" y="25"/>
                    </a:cubicBezTo>
                    <a:cubicBezTo>
                      <a:pt x="0" y="42"/>
                      <a:pt x="7" y="110"/>
                      <a:pt x="24" y="130"/>
                    </a:cubicBezTo>
                    <a:cubicBezTo>
                      <a:pt x="41" y="149"/>
                      <a:pt x="711" y="342"/>
                      <a:pt x="752" y="351"/>
                    </a:cubicBezTo>
                    <a:cubicBezTo>
                      <a:pt x="752" y="351"/>
                      <a:pt x="797" y="286"/>
                      <a:pt x="788" y="227"/>
                    </a:cubicBezTo>
                    <a:cubicBezTo>
                      <a:pt x="788" y="227"/>
                      <a:pt x="1129" y="204"/>
                      <a:pt x="1155" y="166"/>
                    </a:cubicBezTo>
                    <a:cubicBezTo>
                      <a:pt x="1181" y="129"/>
                      <a:pt x="1156" y="37"/>
                      <a:pt x="1119" y="28"/>
                    </a:cubicBezTo>
                    <a:cubicBezTo>
                      <a:pt x="1083" y="20"/>
                      <a:pt x="826" y="52"/>
                      <a:pt x="770" y="49"/>
                    </a:cubicBezTo>
                    <a:cubicBezTo>
                      <a:pt x="713" y="46"/>
                      <a:pt x="434" y="36"/>
                      <a:pt x="434" y="36"/>
                    </a:cubicBezTo>
                  </a:path>
                </a:pathLst>
              </a:custGeom>
              <a:solidFill>
                <a:schemeClr val="tx2"/>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sp>
            <p:nvSpPr>
              <p:cNvPr id="47" name="Freeform 12"/>
              <p:cNvSpPr>
                <a:spLocks/>
              </p:cNvSpPr>
              <p:nvPr/>
            </p:nvSpPr>
            <p:spPr bwMode="auto">
              <a:xfrm>
                <a:off x="3082438" y="5748483"/>
                <a:ext cx="956555" cy="257626"/>
              </a:xfrm>
              <a:custGeom>
                <a:avLst/>
                <a:gdLst>
                  <a:gd name="T0" fmla="*/ 0 w 601"/>
                  <a:gd name="T1" fmla="*/ 0 h 162"/>
                  <a:gd name="T2" fmla="*/ 599 w 601"/>
                  <a:gd name="T3" fmla="*/ 134 h 162"/>
                  <a:gd name="T4" fmla="*/ 601 w 601"/>
                  <a:gd name="T5" fmla="*/ 162 h 162"/>
                  <a:gd name="T6" fmla="*/ 590 w 601"/>
                  <a:gd name="T7" fmla="*/ 144 h 162"/>
                  <a:gd name="T8" fmla="*/ 0 w 601"/>
                  <a:gd name="T9" fmla="*/ 0 h 162"/>
                </a:gdLst>
                <a:ahLst/>
                <a:cxnLst>
                  <a:cxn ang="0">
                    <a:pos x="T0" y="T1"/>
                  </a:cxn>
                  <a:cxn ang="0">
                    <a:pos x="T2" y="T3"/>
                  </a:cxn>
                  <a:cxn ang="0">
                    <a:pos x="T4" y="T5"/>
                  </a:cxn>
                  <a:cxn ang="0">
                    <a:pos x="T6" y="T7"/>
                  </a:cxn>
                  <a:cxn ang="0">
                    <a:pos x="T8" y="T9"/>
                  </a:cxn>
                </a:cxnLst>
                <a:rect l="0" t="0" r="r" b="b"/>
                <a:pathLst>
                  <a:path w="601" h="162">
                    <a:moveTo>
                      <a:pt x="0" y="0"/>
                    </a:moveTo>
                    <a:cubicBezTo>
                      <a:pt x="0" y="0"/>
                      <a:pt x="422" y="107"/>
                      <a:pt x="599" y="134"/>
                    </a:cubicBezTo>
                    <a:cubicBezTo>
                      <a:pt x="599" y="134"/>
                      <a:pt x="601" y="147"/>
                      <a:pt x="601" y="162"/>
                    </a:cubicBezTo>
                    <a:cubicBezTo>
                      <a:pt x="590" y="144"/>
                      <a:pt x="590" y="144"/>
                      <a:pt x="590" y="144"/>
                    </a:cubicBezTo>
                    <a:cubicBezTo>
                      <a:pt x="590" y="144"/>
                      <a:pt x="118" y="54"/>
                      <a:pt x="0" y="0"/>
                    </a:cubicBezTo>
                  </a:path>
                </a:pathLst>
              </a:custGeom>
              <a:solidFill>
                <a:srgbClr val="2226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sp>
            <p:nvSpPr>
              <p:cNvPr id="48" name="Freeform 13"/>
              <p:cNvSpPr>
                <a:spLocks/>
              </p:cNvSpPr>
              <p:nvPr/>
            </p:nvSpPr>
            <p:spPr bwMode="auto">
              <a:xfrm>
                <a:off x="3759898" y="5766374"/>
                <a:ext cx="695351" cy="134777"/>
              </a:xfrm>
              <a:custGeom>
                <a:avLst/>
                <a:gdLst>
                  <a:gd name="T0" fmla="*/ 437 w 437"/>
                  <a:gd name="T1" fmla="*/ 0 h 85"/>
                  <a:gd name="T2" fmla="*/ 0 w 437"/>
                  <a:gd name="T3" fmla="*/ 85 h 85"/>
                  <a:gd name="T4" fmla="*/ 437 w 437"/>
                  <a:gd name="T5" fmla="*/ 0 h 85"/>
                </a:gdLst>
                <a:ahLst/>
                <a:cxnLst>
                  <a:cxn ang="0">
                    <a:pos x="T0" y="T1"/>
                  </a:cxn>
                  <a:cxn ang="0">
                    <a:pos x="T2" y="T3"/>
                  </a:cxn>
                  <a:cxn ang="0">
                    <a:pos x="T4" y="T5"/>
                  </a:cxn>
                </a:cxnLst>
                <a:rect l="0" t="0" r="r" b="b"/>
                <a:pathLst>
                  <a:path w="437" h="85">
                    <a:moveTo>
                      <a:pt x="437" y="0"/>
                    </a:moveTo>
                    <a:cubicBezTo>
                      <a:pt x="437" y="0"/>
                      <a:pt x="71" y="83"/>
                      <a:pt x="0" y="85"/>
                    </a:cubicBezTo>
                    <a:cubicBezTo>
                      <a:pt x="0" y="85"/>
                      <a:pt x="318" y="20"/>
                      <a:pt x="437" y="0"/>
                    </a:cubicBezTo>
                  </a:path>
                </a:pathLst>
              </a:custGeom>
              <a:solidFill>
                <a:srgbClr val="2226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sp>
            <p:nvSpPr>
              <p:cNvPr id="49" name="Freeform 101"/>
              <p:cNvSpPr>
                <a:spLocks/>
              </p:cNvSpPr>
              <p:nvPr/>
            </p:nvSpPr>
            <p:spPr bwMode="auto">
              <a:xfrm>
                <a:off x="3441444" y="5699582"/>
                <a:ext cx="691773" cy="124042"/>
              </a:xfrm>
              <a:custGeom>
                <a:avLst/>
                <a:gdLst>
                  <a:gd name="T0" fmla="*/ 0 w 434"/>
                  <a:gd name="T1" fmla="*/ 0 h 78"/>
                  <a:gd name="T2" fmla="*/ 188 w 434"/>
                  <a:gd name="T3" fmla="*/ 61 h 78"/>
                  <a:gd name="T4" fmla="*/ 207 w 434"/>
                  <a:gd name="T5" fmla="*/ 24 h 78"/>
                  <a:gd name="T6" fmla="*/ 227 w 434"/>
                  <a:gd name="T7" fmla="*/ 62 h 78"/>
                  <a:gd name="T8" fmla="*/ 434 w 434"/>
                  <a:gd name="T9" fmla="*/ 11 h 78"/>
                  <a:gd name="T10" fmla="*/ 221 w 434"/>
                  <a:gd name="T11" fmla="*/ 77 h 78"/>
                  <a:gd name="T12" fmla="*/ 208 w 434"/>
                  <a:gd name="T13" fmla="*/ 46 h 78"/>
                  <a:gd name="T14" fmla="*/ 183 w 434"/>
                  <a:gd name="T15" fmla="*/ 77 h 78"/>
                  <a:gd name="T16" fmla="*/ 0 w 434"/>
                  <a:gd name="T1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4" h="78">
                    <a:moveTo>
                      <a:pt x="0" y="0"/>
                    </a:moveTo>
                    <a:cubicBezTo>
                      <a:pt x="0" y="0"/>
                      <a:pt x="137" y="62"/>
                      <a:pt x="188" y="61"/>
                    </a:cubicBezTo>
                    <a:cubicBezTo>
                      <a:pt x="207" y="24"/>
                      <a:pt x="207" y="24"/>
                      <a:pt x="207" y="24"/>
                    </a:cubicBezTo>
                    <a:cubicBezTo>
                      <a:pt x="227" y="62"/>
                      <a:pt x="227" y="62"/>
                      <a:pt x="227" y="62"/>
                    </a:cubicBezTo>
                    <a:cubicBezTo>
                      <a:pt x="227" y="62"/>
                      <a:pt x="378" y="36"/>
                      <a:pt x="434" y="11"/>
                    </a:cubicBezTo>
                    <a:cubicBezTo>
                      <a:pt x="434" y="11"/>
                      <a:pt x="267" y="75"/>
                      <a:pt x="221" y="77"/>
                    </a:cubicBezTo>
                    <a:cubicBezTo>
                      <a:pt x="208" y="46"/>
                      <a:pt x="208" y="46"/>
                      <a:pt x="208" y="46"/>
                    </a:cubicBezTo>
                    <a:cubicBezTo>
                      <a:pt x="208" y="46"/>
                      <a:pt x="190" y="78"/>
                      <a:pt x="183" y="77"/>
                    </a:cubicBezTo>
                    <a:cubicBezTo>
                      <a:pt x="177" y="77"/>
                      <a:pt x="0" y="0"/>
                      <a:pt x="0" y="0"/>
                    </a:cubicBezTo>
                  </a:path>
                </a:pathLst>
              </a:custGeom>
              <a:solidFill>
                <a:srgbClr val="2226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grpSp>
        <p:sp>
          <p:nvSpPr>
            <p:cNvPr id="43" name="Freeform 96"/>
            <p:cNvSpPr>
              <a:spLocks/>
            </p:cNvSpPr>
            <p:nvPr/>
          </p:nvSpPr>
          <p:spPr bwMode="auto">
            <a:xfrm>
              <a:off x="6147992" y="4983681"/>
              <a:ext cx="38167" cy="56057"/>
            </a:xfrm>
            <a:custGeom>
              <a:avLst/>
              <a:gdLst>
                <a:gd name="T0" fmla="*/ 24 w 24"/>
                <a:gd name="T1" fmla="*/ 17 h 35"/>
                <a:gd name="T2" fmla="*/ 13 w 24"/>
                <a:gd name="T3" fmla="*/ 35 h 35"/>
                <a:gd name="T4" fmla="*/ 0 w 24"/>
                <a:gd name="T5" fmla="*/ 18 h 35"/>
                <a:gd name="T6" fmla="*/ 11 w 24"/>
                <a:gd name="T7" fmla="*/ 0 h 35"/>
                <a:gd name="T8" fmla="*/ 24 w 24"/>
                <a:gd name="T9" fmla="*/ 17 h 35"/>
              </a:gdLst>
              <a:ahLst/>
              <a:cxnLst>
                <a:cxn ang="0">
                  <a:pos x="T0" y="T1"/>
                </a:cxn>
                <a:cxn ang="0">
                  <a:pos x="T2" y="T3"/>
                </a:cxn>
                <a:cxn ang="0">
                  <a:pos x="T4" y="T5"/>
                </a:cxn>
                <a:cxn ang="0">
                  <a:pos x="T6" y="T7"/>
                </a:cxn>
                <a:cxn ang="0">
                  <a:pos x="T8" y="T9"/>
                </a:cxn>
              </a:cxnLst>
              <a:rect l="0" t="0" r="r" b="b"/>
              <a:pathLst>
                <a:path w="24" h="35">
                  <a:moveTo>
                    <a:pt x="24" y="17"/>
                  </a:moveTo>
                  <a:cubicBezTo>
                    <a:pt x="24" y="27"/>
                    <a:pt x="19" y="35"/>
                    <a:pt x="13" y="35"/>
                  </a:cubicBezTo>
                  <a:cubicBezTo>
                    <a:pt x="6" y="35"/>
                    <a:pt x="1" y="28"/>
                    <a:pt x="0" y="18"/>
                  </a:cubicBezTo>
                  <a:cubicBezTo>
                    <a:pt x="0" y="9"/>
                    <a:pt x="5" y="1"/>
                    <a:pt x="11" y="0"/>
                  </a:cubicBezTo>
                  <a:cubicBezTo>
                    <a:pt x="18" y="0"/>
                    <a:pt x="23" y="8"/>
                    <a:pt x="24" y="17"/>
                  </a:cubicBezTo>
                </a:path>
              </a:pathLst>
            </a:custGeom>
            <a:solidFill>
              <a:srgbClr val="2226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grpSp>
      <p:grpSp>
        <p:nvGrpSpPr>
          <p:cNvPr id="64" name="Group 63"/>
          <p:cNvGrpSpPr/>
          <p:nvPr/>
        </p:nvGrpSpPr>
        <p:grpSpPr>
          <a:xfrm>
            <a:off x="7807790" y="2952185"/>
            <a:ext cx="910297" cy="768651"/>
            <a:chOff x="5408613" y="4151313"/>
            <a:chExt cx="1458913" cy="1231900"/>
          </a:xfrm>
        </p:grpSpPr>
        <p:sp>
          <p:nvSpPr>
            <p:cNvPr id="65" name="Rectangle 16"/>
            <p:cNvSpPr>
              <a:spLocks noChangeArrowheads="1"/>
            </p:cNvSpPr>
            <p:nvPr/>
          </p:nvSpPr>
          <p:spPr bwMode="auto">
            <a:xfrm>
              <a:off x="5408613" y="4151313"/>
              <a:ext cx="1458913" cy="284163"/>
            </a:xfrm>
            <a:prstGeom prst="rect">
              <a:avLst/>
            </a:prstGeom>
            <a:solidFill>
              <a:srgbClr val="966836"/>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sp>
          <p:nvSpPr>
            <p:cNvPr id="66" name="Freeform 18"/>
            <p:cNvSpPr>
              <a:spLocks/>
            </p:cNvSpPr>
            <p:nvPr/>
          </p:nvSpPr>
          <p:spPr bwMode="auto">
            <a:xfrm>
              <a:off x="5480051" y="4435475"/>
              <a:ext cx="1316038" cy="947738"/>
            </a:xfrm>
            <a:custGeom>
              <a:avLst/>
              <a:gdLst>
                <a:gd name="T0" fmla="*/ 669 w 829"/>
                <a:gd name="T1" fmla="*/ 597 h 597"/>
                <a:gd name="T2" fmla="*/ 160 w 829"/>
                <a:gd name="T3" fmla="*/ 597 h 597"/>
                <a:gd name="T4" fmla="*/ 0 w 829"/>
                <a:gd name="T5" fmla="*/ 0 h 597"/>
                <a:gd name="T6" fmla="*/ 829 w 829"/>
                <a:gd name="T7" fmla="*/ 0 h 597"/>
                <a:gd name="T8" fmla="*/ 669 w 829"/>
                <a:gd name="T9" fmla="*/ 597 h 597"/>
              </a:gdLst>
              <a:ahLst/>
              <a:cxnLst>
                <a:cxn ang="0">
                  <a:pos x="T0" y="T1"/>
                </a:cxn>
                <a:cxn ang="0">
                  <a:pos x="T2" y="T3"/>
                </a:cxn>
                <a:cxn ang="0">
                  <a:pos x="T4" y="T5"/>
                </a:cxn>
                <a:cxn ang="0">
                  <a:pos x="T6" y="T7"/>
                </a:cxn>
                <a:cxn ang="0">
                  <a:pos x="T8" y="T9"/>
                </a:cxn>
              </a:cxnLst>
              <a:rect l="0" t="0" r="r" b="b"/>
              <a:pathLst>
                <a:path w="829" h="597">
                  <a:moveTo>
                    <a:pt x="669" y="597"/>
                  </a:moveTo>
                  <a:lnTo>
                    <a:pt x="160" y="597"/>
                  </a:lnTo>
                  <a:lnTo>
                    <a:pt x="0" y="0"/>
                  </a:lnTo>
                  <a:lnTo>
                    <a:pt x="829" y="0"/>
                  </a:lnTo>
                  <a:lnTo>
                    <a:pt x="669" y="597"/>
                  </a:lnTo>
                  <a:close/>
                </a:path>
              </a:pathLst>
            </a:custGeom>
            <a:solidFill>
              <a:srgbClr val="BC8548"/>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sp>
          <p:nvSpPr>
            <p:cNvPr id="67" name="Freeform 20"/>
            <p:cNvSpPr>
              <a:spLocks/>
            </p:cNvSpPr>
            <p:nvPr/>
          </p:nvSpPr>
          <p:spPr bwMode="auto">
            <a:xfrm>
              <a:off x="6137276" y="4151313"/>
              <a:ext cx="730250" cy="284163"/>
            </a:xfrm>
            <a:custGeom>
              <a:avLst/>
              <a:gdLst>
                <a:gd name="T0" fmla="*/ 460 w 460"/>
                <a:gd name="T1" fmla="*/ 0 h 179"/>
                <a:gd name="T2" fmla="*/ 14 w 460"/>
                <a:gd name="T3" fmla="*/ 0 h 179"/>
                <a:gd name="T4" fmla="*/ 0 w 460"/>
                <a:gd name="T5" fmla="*/ 0 h 179"/>
                <a:gd name="T6" fmla="*/ 0 w 460"/>
                <a:gd name="T7" fmla="*/ 179 h 179"/>
                <a:gd name="T8" fmla="*/ 415 w 460"/>
                <a:gd name="T9" fmla="*/ 179 h 179"/>
                <a:gd name="T10" fmla="*/ 460 w 460"/>
                <a:gd name="T11" fmla="*/ 179 h 179"/>
                <a:gd name="T12" fmla="*/ 460 w 460"/>
                <a:gd name="T13" fmla="*/ 0 h 179"/>
              </a:gdLst>
              <a:ahLst/>
              <a:cxnLst>
                <a:cxn ang="0">
                  <a:pos x="T0" y="T1"/>
                </a:cxn>
                <a:cxn ang="0">
                  <a:pos x="T2" y="T3"/>
                </a:cxn>
                <a:cxn ang="0">
                  <a:pos x="T4" y="T5"/>
                </a:cxn>
                <a:cxn ang="0">
                  <a:pos x="T6" y="T7"/>
                </a:cxn>
                <a:cxn ang="0">
                  <a:pos x="T8" y="T9"/>
                </a:cxn>
                <a:cxn ang="0">
                  <a:pos x="T10" y="T11"/>
                </a:cxn>
                <a:cxn ang="0">
                  <a:pos x="T12" y="T13"/>
                </a:cxn>
              </a:cxnLst>
              <a:rect l="0" t="0" r="r" b="b"/>
              <a:pathLst>
                <a:path w="460" h="179">
                  <a:moveTo>
                    <a:pt x="460" y="0"/>
                  </a:moveTo>
                  <a:lnTo>
                    <a:pt x="14" y="0"/>
                  </a:lnTo>
                  <a:lnTo>
                    <a:pt x="0" y="0"/>
                  </a:lnTo>
                  <a:lnTo>
                    <a:pt x="0" y="179"/>
                  </a:lnTo>
                  <a:lnTo>
                    <a:pt x="415" y="179"/>
                  </a:lnTo>
                  <a:lnTo>
                    <a:pt x="460" y="179"/>
                  </a:lnTo>
                  <a:lnTo>
                    <a:pt x="460" y="0"/>
                  </a:lnTo>
                  <a:close/>
                </a:path>
              </a:pathLst>
            </a:custGeom>
            <a:solidFill>
              <a:srgbClr val="7E582E"/>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sp>
          <p:nvSpPr>
            <p:cNvPr id="68" name="Freeform 22"/>
            <p:cNvSpPr>
              <a:spLocks/>
            </p:cNvSpPr>
            <p:nvPr/>
          </p:nvSpPr>
          <p:spPr bwMode="auto">
            <a:xfrm>
              <a:off x="6137276" y="4435475"/>
              <a:ext cx="658813" cy="947738"/>
            </a:xfrm>
            <a:custGeom>
              <a:avLst/>
              <a:gdLst>
                <a:gd name="T0" fmla="*/ 415 w 415"/>
                <a:gd name="T1" fmla="*/ 0 h 597"/>
                <a:gd name="T2" fmla="*/ 0 w 415"/>
                <a:gd name="T3" fmla="*/ 0 h 597"/>
                <a:gd name="T4" fmla="*/ 0 w 415"/>
                <a:gd name="T5" fmla="*/ 597 h 597"/>
                <a:gd name="T6" fmla="*/ 255 w 415"/>
                <a:gd name="T7" fmla="*/ 597 h 597"/>
                <a:gd name="T8" fmla="*/ 415 w 415"/>
                <a:gd name="T9" fmla="*/ 0 h 597"/>
              </a:gdLst>
              <a:ahLst/>
              <a:cxnLst>
                <a:cxn ang="0">
                  <a:pos x="T0" y="T1"/>
                </a:cxn>
                <a:cxn ang="0">
                  <a:pos x="T2" y="T3"/>
                </a:cxn>
                <a:cxn ang="0">
                  <a:pos x="T4" y="T5"/>
                </a:cxn>
                <a:cxn ang="0">
                  <a:pos x="T6" y="T7"/>
                </a:cxn>
                <a:cxn ang="0">
                  <a:pos x="T8" y="T9"/>
                </a:cxn>
              </a:cxnLst>
              <a:rect l="0" t="0" r="r" b="b"/>
              <a:pathLst>
                <a:path w="415" h="597">
                  <a:moveTo>
                    <a:pt x="415" y="0"/>
                  </a:moveTo>
                  <a:lnTo>
                    <a:pt x="0" y="0"/>
                  </a:lnTo>
                  <a:lnTo>
                    <a:pt x="0" y="597"/>
                  </a:lnTo>
                  <a:lnTo>
                    <a:pt x="255" y="597"/>
                  </a:lnTo>
                  <a:lnTo>
                    <a:pt x="415" y="0"/>
                  </a:lnTo>
                  <a:close/>
                </a:path>
              </a:pathLst>
            </a:custGeom>
            <a:solidFill>
              <a:srgbClr val="906434"/>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grpSp>
      <p:sp>
        <p:nvSpPr>
          <p:cNvPr id="96" name="Title 2"/>
          <p:cNvSpPr txBox="1">
            <a:spLocks/>
          </p:cNvSpPr>
          <p:nvPr/>
        </p:nvSpPr>
        <p:spPr>
          <a:xfrm>
            <a:off x="873753" y="574065"/>
            <a:ext cx="10425493" cy="548850"/>
          </a:xfrm>
          <a:prstGeom prst="rect">
            <a:avLst/>
          </a:prstGeom>
        </p:spPr>
        <p:txBody>
          <a:bodyPr vert="horz" lIns="0" tIns="0" rIns="0" bIns="0" rtlCol="0" anchor="ctr">
            <a:noAutofit/>
          </a:bodyPr>
          <a:lstStyle>
            <a:lvl1pPr algn="l" defTabSz="457200" rtl="0" eaLnBrk="1" latinLnBrk="0" hangingPunct="1">
              <a:spcBef>
                <a:spcPct val="0"/>
              </a:spcBef>
              <a:buNone/>
              <a:defRPr sz="1400" b="1" kern="1200">
                <a:solidFill>
                  <a:schemeClr val="tx1"/>
                </a:solidFill>
                <a:latin typeface="Raleway"/>
                <a:ea typeface="+mj-ea"/>
                <a:cs typeface="Raleway"/>
              </a:defRPr>
            </a:lvl1pPr>
          </a:lstStyle>
          <a:p>
            <a:pPr marL="0" marR="0" lvl="0" indent="0" algn="r" defTabSz="457200" rtl="1" eaLnBrk="1" fontAlgn="auto" latinLnBrk="0" hangingPunct="1">
              <a:lnSpc>
                <a:spcPct val="100000"/>
              </a:lnSpc>
              <a:spcBef>
                <a:spcPct val="0"/>
              </a:spcBef>
              <a:spcAft>
                <a:spcPts val="0"/>
              </a:spcAft>
              <a:buClrTx/>
              <a:buSzTx/>
              <a:buFontTx/>
              <a:buNone/>
              <a:tabLst/>
              <a:defRPr/>
            </a:pPr>
            <a:r>
              <a:rPr kumimoji="0" lang="ar-SA" sz="4000" b="1" i="0" u="sng" strike="noStrike" kern="1200" cap="none" spc="0" normalizeH="0" baseline="0" noProof="0" dirty="0">
                <a:ln>
                  <a:noFill/>
                </a:ln>
                <a:solidFill>
                  <a:srgbClr val="900000"/>
                </a:solidFill>
                <a:effectLst/>
                <a:uLnTx/>
                <a:uFillTx/>
                <a:latin typeface="Raleway"/>
                <a:ea typeface="+mj-ea"/>
                <a:cs typeface="Simplified Arabic" panose="02020603050405020304" pitchFamily="18" charset="-78"/>
              </a:rPr>
              <a:t>ب. التحديات التي تواجه معلم القرن الحادي والعشرين</a:t>
            </a:r>
            <a:endParaRPr kumimoji="0" lang="en-US" sz="4000" b="1" i="0" u="sng" strike="noStrike" kern="1200" cap="none" spc="0" normalizeH="0" baseline="0" noProof="0" dirty="0">
              <a:ln>
                <a:noFill/>
              </a:ln>
              <a:solidFill>
                <a:srgbClr val="900000"/>
              </a:solidFill>
              <a:effectLst/>
              <a:uLnTx/>
              <a:uFillTx/>
              <a:latin typeface="Raleway"/>
              <a:ea typeface="+mj-ea"/>
              <a:cs typeface="+mn-cs"/>
            </a:endParaRPr>
          </a:p>
        </p:txBody>
      </p:sp>
    </p:spTree>
    <p:extLst>
      <p:ext uri="{BB962C8B-B14F-4D97-AF65-F5344CB8AC3E}">
        <p14:creationId xmlns:p14="http://schemas.microsoft.com/office/powerpoint/2010/main" val="419863823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animEffect transition="in" filter="fade">
                                      <p:cBhvr>
                                        <p:cTn id="9" dur="500"/>
                                        <p:tgtEl>
                                          <p:spTgt spid="3"/>
                                        </p:tgtEl>
                                      </p:cBhvr>
                                    </p:animEffect>
                                  </p:childTnLst>
                                </p:cTn>
                              </p:par>
                            </p:childTnLst>
                          </p:cTn>
                        </p:par>
                        <p:par>
                          <p:cTn id="10" fill="hold">
                            <p:stCondLst>
                              <p:cond delay="500"/>
                            </p:stCondLst>
                            <p:childTnLst>
                              <p:par>
                                <p:cTn id="11" presetID="2" presetClass="entr" presetSubtype="1" fill="hold" nodeType="afterEffect">
                                  <p:stCondLst>
                                    <p:cond delay="0"/>
                                  </p:stCondLst>
                                  <p:childTnLst>
                                    <p:set>
                                      <p:cBhvr>
                                        <p:cTn id="12" dur="1" fill="hold">
                                          <p:stCondLst>
                                            <p:cond delay="0"/>
                                          </p:stCondLst>
                                        </p:cTn>
                                        <p:tgtEl>
                                          <p:spTgt spid="5"/>
                                        </p:tgtEl>
                                        <p:attrNameLst>
                                          <p:attrName>style.visibility</p:attrName>
                                        </p:attrNameLst>
                                      </p:cBhvr>
                                      <p:to>
                                        <p:strVal val="visible"/>
                                      </p:to>
                                    </p:set>
                                    <p:anim calcmode="lin" valueType="num">
                                      <p:cBhvr additive="base">
                                        <p:cTn id="13" dur="500" fill="hold"/>
                                        <p:tgtEl>
                                          <p:spTgt spid="5"/>
                                        </p:tgtEl>
                                        <p:attrNameLst>
                                          <p:attrName>ppt_x</p:attrName>
                                        </p:attrNameLst>
                                      </p:cBhvr>
                                      <p:tavLst>
                                        <p:tav tm="0">
                                          <p:val>
                                            <p:strVal val="#ppt_x"/>
                                          </p:val>
                                        </p:tav>
                                        <p:tav tm="100000">
                                          <p:val>
                                            <p:strVal val="#ppt_x"/>
                                          </p:val>
                                        </p:tav>
                                      </p:tavLst>
                                    </p:anim>
                                    <p:anim calcmode="lin" valueType="num">
                                      <p:cBhvr additive="base">
                                        <p:cTn id="14" dur="500" fill="hold"/>
                                        <p:tgtEl>
                                          <p:spTgt spid="5"/>
                                        </p:tgtEl>
                                        <p:attrNameLst>
                                          <p:attrName>ppt_y</p:attrName>
                                        </p:attrNameLst>
                                      </p:cBhvr>
                                      <p:tavLst>
                                        <p:tav tm="0">
                                          <p:val>
                                            <p:strVal val="0-#ppt_h/2"/>
                                          </p:val>
                                        </p:tav>
                                        <p:tav tm="100000">
                                          <p:val>
                                            <p:strVal val="#ppt_y"/>
                                          </p:val>
                                        </p:tav>
                                      </p:tavLst>
                                    </p:anim>
                                  </p:childTnLst>
                                </p:cTn>
                              </p:par>
                            </p:childTnLst>
                          </p:cTn>
                        </p:par>
                        <p:par>
                          <p:cTn id="15" fill="hold">
                            <p:stCondLst>
                              <p:cond delay="1000"/>
                            </p:stCondLst>
                            <p:childTnLst>
                              <p:par>
                                <p:cTn id="16" presetID="10" presetClass="entr" presetSubtype="0" fill="hold" grpId="0" nodeType="afterEffect">
                                  <p:stCondLst>
                                    <p:cond delay="0"/>
                                  </p:stCondLst>
                                  <p:childTnLst>
                                    <p:set>
                                      <p:cBhvr>
                                        <p:cTn id="17" dur="1" fill="hold">
                                          <p:stCondLst>
                                            <p:cond delay="0"/>
                                          </p:stCondLst>
                                        </p:cTn>
                                        <p:tgtEl>
                                          <p:spTgt spid="150"/>
                                        </p:tgtEl>
                                        <p:attrNameLst>
                                          <p:attrName>style.visibility</p:attrName>
                                        </p:attrNameLst>
                                      </p:cBhvr>
                                      <p:to>
                                        <p:strVal val="visible"/>
                                      </p:to>
                                    </p:set>
                                    <p:animEffect transition="in" filter="fade">
                                      <p:cBhvr>
                                        <p:cTn id="18" dur="500"/>
                                        <p:tgtEl>
                                          <p:spTgt spid="150"/>
                                        </p:tgtEl>
                                      </p:cBhvr>
                                    </p:animEffect>
                                  </p:childTnLst>
                                </p:cTn>
                              </p:par>
                            </p:childTnLst>
                          </p:cTn>
                        </p:par>
                        <p:par>
                          <p:cTn id="19" fill="hold">
                            <p:stCondLst>
                              <p:cond delay="1500"/>
                            </p:stCondLst>
                            <p:childTnLst>
                              <p:par>
                                <p:cTn id="20" presetID="22" presetClass="entr" presetSubtype="4" fill="hold" nodeType="after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wipe(down)">
                                      <p:cBhvr>
                                        <p:cTn id="22" dur="500"/>
                                        <p:tgtEl>
                                          <p:spTgt spid="10"/>
                                        </p:tgtEl>
                                      </p:cBhvr>
                                    </p:animEffect>
                                  </p:childTnLst>
                                </p:cTn>
                              </p:par>
                            </p:childTnLst>
                          </p:cTn>
                        </p:par>
                        <p:par>
                          <p:cTn id="23" fill="hold">
                            <p:stCondLst>
                              <p:cond delay="2000"/>
                            </p:stCondLst>
                            <p:childTnLst>
                              <p:par>
                                <p:cTn id="24" presetID="2" presetClass="entr" presetSubtype="1" fill="hold" nodeType="afterEffect">
                                  <p:stCondLst>
                                    <p:cond delay="0"/>
                                  </p:stCondLst>
                                  <p:childTnLst>
                                    <p:set>
                                      <p:cBhvr>
                                        <p:cTn id="25" dur="1" fill="hold">
                                          <p:stCondLst>
                                            <p:cond delay="0"/>
                                          </p:stCondLst>
                                        </p:cTn>
                                        <p:tgtEl>
                                          <p:spTgt spid="64"/>
                                        </p:tgtEl>
                                        <p:attrNameLst>
                                          <p:attrName>style.visibility</p:attrName>
                                        </p:attrNameLst>
                                      </p:cBhvr>
                                      <p:to>
                                        <p:strVal val="visible"/>
                                      </p:to>
                                    </p:set>
                                    <p:anim calcmode="lin" valueType="num">
                                      <p:cBhvr additive="base">
                                        <p:cTn id="26" dur="500" fill="hold"/>
                                        <p:tgtEl>
                                          <p:spTgt spid="64"/>
                                        </p:tgtEl>
                                        <p:attrNameLst>
                                          <p:attrName>ppt_x</p:attrName>
                                        </p:attrNameLst>
                                      </p:cBhvr>
                                      <p:tavLst>
                                        <p:tav tm="0">
                                          <p:val>
                                            <p:strVal val="#ppt_x"/>
                                          </p:val>
                                        </p:tav>
                                        <p:tav tm="100000">
                                          <p:val>
                                            <p:strVal val="#ppt_x"/>
                                          </p:val>
                                        </p:tav>
                                      </p:tavLst>
                                    </p:anim>
                                    <p:anim calcmode="lin" valueType="num">
                                      <p:cBhvr additive="base">
                                        <p:cTn id="27" dur="500" fill="hold"/>
                                        <p:tgtEl>
                                          <p:spTgt spid="64"/>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0" grpId="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oup 4"/>
          <p:cNvGrpSpPr/>
          <p:nvPr/>
        </p:nvGrpSpPr>
        <p:grpSpPr>
          <a:xfrm>
            <a:off x="3226285" y="3044674"/>
            <a:ext cx="910297" cy="768651"/>
            <a:chOff x="5408613" y="4151313"/>
            <a:chExt cx="1458913" cy="1231900"/>
          </a:xfrm>
        </p:grpSpPr>
        <p:sp>
          <p:nvSpPr>
            <p:cNvPr id="6" name="Rectangle 16"/>
            <p:cNvSpPr>
              <a:spLocks noChangeArrowheads="1"/>
            </p:cNvSpPr>
            <p:nvPr/>
          </p:nvSpPr>
          <p:spPr bwMode="auto">
            <a:xfrm>
              <a:off x="5408613" y="4151313"/>
              <a:ext cx="1458913" cy="284163"/>
            </a:xfrm>
            <a:prstGeom prst="rect">
              <a:avLst/>
            </a:prstGeom>
            <a:solidFill>
              <a:srgbClr val="966836"/>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sp>
          <p:nvSpPr>
            <p:cNvPr id="7" name="Freeform 18"/>
            <p:cNvSpPr>
              <a:spLocks/>
            </p:cNvSpPr>
            <p:nvPr/>
          </p:nvSpPr>
          <p:spPr bwMode="auto">
            <a:xfrm>
              <a:off x="5480051" y="4435475"/>
              <a:ext cx="1316038" cy="947738"/>
            </a:xfrm>
            <a:custGeom>
              <a:avLst/>
              <a:gdLst>
                <a:gd name="T0" fmla="*/ 669 w 829"/>
                <a:gd name="T1" fmla="*/ 597 h 597"/>
                <a:gd name="T2" fmla="*/ 160 w 829"/>
                <a:gd name="T3" fmla="*/ 597 h 597"/>
                <a:gd name="T4" fmla="*/ 0 w 829"/>
                <a:gd name="T5" fmla="*/ 0 h 597"/>
                <a:gd name="T6" fmla="*/ 829 w 829"/>
                <a:gd name="T7" fmla="*/ 0 h 597"/>
                <a:gd name="T8" fmla="*/ 669 w 829"/>
                <a:gd name="T9" fmla="*/ 597 h 597"/>
              </a:gdLst>
              <a:ahLst/>
              <a:cxnLst>
                <a:cxn ang="0">
                  <a:pos x="T0" y="T1"/>
                </a:cxn>
                <a:cxn ang="0">
                  <a:pos x="T2" y="T3"/>
                </a:cxn>
                <a:cxn ang="0">
                  <a:pos x="T4" y="T5"/>
                </a:cxn>
                <a:cxn ang="0">
                  <a:pos x="T6" y="T7"/>
                </a:cxn>
                <a:cxn ang="0">
                  <a:pos x="T8" y="T9"/>
                </a:cxn>
              </a:cxnLst>
              <a:rect l="0" t="0" r="r" b="b"/>
              <a:pathLst>
                <a:path w="829" h="597">
                  <a:moveTo>
                    <a:pt x="669" y="597"/>
                  </a:moveTo>
                  <a:lnTo>
                    <a:pt x="160" y="597"/>
                  </a:lnTo>
                  <a:lnTo>
                    <a:pt x="0" y="0"/>
                  </a:lnTo>
                  <a:lnTo>
                    <a:pt x="829" y="0"/>
                  </a:lnTo>
                  <a:lnTo>
                    <a:pt x="669" y="597"/>
                  </a:lnTo>
                  <a:close/>
                </a:path>
              </a:pathLst>
            </a:custGeom>
            <a:solidFill>
              <a:srgbClr val="BC8548"/>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sp>
          <p:nvSpPr>
            <p:cNvPr id="8" name="Freeform 20"/>
            <p:cNvSpPr>
              <a:spLocks/>
            </p:cNvSpPr>
            <p:nvPr/>
          </p:nvSpPr>
          <p:spPr bwMode="auto">
            <a:xfrm>
              <a:off x="6137276" y="4151313"/>
              <a:ext cx="730250" cy="284163"/>
            </a:xfrm>
            <a:custGeom>
              <a:avLst/>
              <a:gdLst>
                <a:gd name="T0" fmla="*/ 460 w 460"/>
                <a:gd name="T1" fmla="*/ 0 h 179"/>
                <a:gd name="T2" fmla="*/ 14 w 460"/>
                <a:gd name="T3" fmla="*/ 0 h 179"/>
                <a:gd name="T4" fmla="*/ 0 w 460"/>
                <a:gd name="T5" fmla="*/ 0 h 179"/>
                <a:gd name="T6" fmla="*/ 0 w 460"/>
                <a:gd name="T7" fmla="*/ 179 h 179"/>
                <a:gd name="T8" fmla="*/ 415 w 460"/>
                <a:gd name="T9" fmla="*/ 179 h 179"/>
                <a:gd name="T10" fmla="*/ 460 w 460"/>
                <a:gd name="T11" fmla="*/ 179 h 179"/>
                <a:gd name="T12" fmla="*/ 460 w 460"/>
                <a:gd name="T13" fmla="*/ 0 h 179"/>
              </a:gdLst>
              <a:ahLst/>
              <a:cxnLst>
                <a:cxn ang="0">
                  <a:pos x="T0" y="T1"/>
                </a:cxn>
                <a:cxn ang="0">
                  <a:pos x="T2" y="T3"/>
                </a:cxn>
                <a:cxn ang="0">
                  <a:pos x="T4" y="T5"/>
                </a:cxn>
                <a:cxn ang="0">
                  <a:pos x="T6" y="T7"/>
                </a:cxn>
                <a:cxn ang="0">
                  <a:pos x="T8" y="T9"/>
                </a:cxn>
                <a:cxn ang="0">
                  <a:pos x="T10" y="T11"/>
                </a:cxn>
                <a:cxn ang="0">
                  <a:pos x="T12" y="T13"/>
                </a:cxn>
              </a:cxnLst>
              <a:rect l="0" t="0" r="r" b="b"/>
              <a:pathLst>
                <a:path w="460" h="179">
                  <a:moveTo>
                    <a:pt x="460" y="0"/>
                  </a:moveTo>
                  <a:lnTo>
                    <a:pt x="14" y="0"/>
                  </a:lnTo>
                  <a:lnTo>
                    <a:pt x="0" y="0"/>
                  </a:lnTo>
                  <a:lnTo>
                    <a:pt x="0" y="179"/>
                  </a:lnTo>
                  <a:lnTo>
                    <a:pt x="415" y="179"/>
                  </a:lnTo>
                  <a:lnTo>
                    <a:pt x="460" y="179"/>
                  </a:lnTo>
                  <a:lnTo>
                    <a:pt x="460" y="0"/>
                  </a:lnTo>
                  <a:close/>
                </a:path>
              </a:pathLst>
            </a:custGeom>
            <a:solidFill>
              <a:srgbClr val="7E582E"/>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sp>
          <p:nvSpPr>
            <p:cNvPr id="9" name="Freeform 22"/>
            <p:cNvSpPr>
              <a:spLocks/>
            </p:cNvSpPr>
            <p:nvPr/>
          </p:nvSpPr>
          <p:spPr bwMode="auto">
            <a:xfrm>
              <a:off x="6137276" y="4435475"/>
              <a:ext cx="658813" cy="947738"/>
            </a:xfrm>
            <a:custGeom>
              <a:avLst/>
              <a:gdLst>
                <a:gd name="T0" fmla="*/ 415 w 415"/>
                <a:gd name="T1" fmla="*/ 0 h 597"/>
                <a:gd name="T2" fmla="*/ 0 w 415"/>
                <a:gd name="T3" fmla="*/ 0 h 597"/>
                <a:gd name="T4" fmla="*/ 0 w 415"/>
                <a:gd name="T5" fmla="*/ 597 h 597"/>
                <a:gd name="T6" fmla="*/ 255 w 415"/>
                <a:gd name="T7" fmla="*/ 597 h 597"/>
                <a:gd name="T8" fmla="*/ 415 w 415"/>
                <a:gd name="T9" fmla="*/ 0 h 597"/>
              </a:gdLst>
              <a:ahLst/>
              <a:cxnLst>
                <a:cxn ang="0">
                  <a:pos x="T0" y="T1"/>
                </a:cxn>
                <a:cxn ang="0">
                  <a:pos x="T2" y="T3"/>
                </a:cxn>
                <a:cxn ang="0">
                  <a:pos x="T4" y="T5"/>
                </a:cxn>
                <a:cxn ang="0">
                  <a:pos x="T6" y="T7"/>
                </a:cxn>
                <a:cxn ang="0">
                  <a:pos x="T8" y="T9"/>
                </a:cxn>
              </a:cxnLst>
              <a:rect l="0" t="0" r="r" b="b"/>
              <a:pathLst>
                <a:path w="415" h="597">
                  <a:moveTo>
                    <a:pt x="415" y="0"/>
                  </a:moveTo>
                  <a:lnTo>
                    <a:pt x="0" y="0"/>
                  </a:lnTo>
                  <a:lnTo>
                    <a:pt x="0" y="597"/>
                  </a:lnTo>
                  <a:lnTo>
                    <a:pt x="255" y="597"/>
                  </a:lnTo>
                  <a:lnTo>
                    <a:pt x="415" y="0"/>
                  </a:lnTo>
                  <a:close/>
                </a:path>
              </a:pathLst>
            </a:custGeom>
            <a:solidFill>
              <a:srgbClr val="906434"/>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grpSp>
      <p:grpSp>
        <p:nvGrpSpPr>
          <p:cNvPr id="3" name="Group 2"/>
          <p:cNvGrpSpPr/>
          <p:nvPr/>
        </p:nvGrpSpPr>
        <p:grpSpPr>
          <a:xfrm>
            <a:off x="3390535" y="3179841"/>
            <a:ext cx="3314625" cy="2689735"/>
            <a:chOff x="4586289" y="3298426"/>
            <a:chExt cx="3314625" cy="2689735"/>
          </a:xfrm>
        </p:grpSpPr>
        <p:sp>
          <p:nvSpPr>
            <p:cNvPr id="58" name="Freeform 296"/>
            <p:cNvSpPr>
              <a:spLocks/>
            </p:cNvSpPr>
            <p:nvPr/>
          </p:nvSpPr>
          <p:spPr bwMode="auto">
            <a:xfrm flipH="1">
              <a:off x="5905618" y="3475067"/>
              <a:ext cx="697299" cy="730906"/>
            </a:xfrm>
            <a:custGeom>
              <a:avLst/>
              <a:gdLst>
                <a:gd name="T0" fmla="*/ 80 w 160"/>
                <a:gd name="T1" fmla="*/ 0 h 158"/>
                <a:gd name="T2" fmla="*/ 85 w 160"/>
                <a:gd name="T3" fmla="*/ 1 h 158"/>
                <a:gd name="T4" fmla="*/ 139 w 160"/>
                <a:gd name="T5" fmla="*/ 1 h 158"/>
                <a:gd name="T6" fmla="*/ 143 w 160"/>
                <a:gd name="T7" fmla="*/ 18 h 158"/>
                <a:gd name="T8" fmla="*/ 160 w 160"/>
                <a:gd name="T9" fmla="*/ 35 h 158"/>
                <a:gd name="T10" fmla="*/ 160 w 160"/>
                <a:gd name="T11" fmla="*/ 77 h 158"/>
                <a:gd name="T12" fmla="*/ 159 w 160"/>
                <a:gd name="T13" fmla="*/ 77 h 158"/>
                <a:gd name="T14" fmla="*/ 159 w 160"/>
                <a:gd name="T15" fmla="*/ 79 h 158"/>
                <a:gd name="T16" fmla="*/ 80 w 160"/>
                <a:gd name="T17" fmla="*/ 158 h 158"/>
                <a:gd name="T18" fmla="*/ 0 w 160"/>
                <a:gd name="T19" fmla="*/ 79 h 158"/>
                <a:gd name="T20" fmla="*/ 0 w 160"/>
                <a:gd name="T21" fmla="*/ 73 h 158"/>
                <a:gd name="T22" fmla="*/ 0 w 160"/>
                <a:gd name="T23" fmla="*/ 17 h 158"/>
                <a:gd name="T24" fmla="*/ 12 w 160"/>
                <a:gd name="T25" fmla="*/ 1 h 158"/>
                <a:gd name="T26" fmla="*/ 75 w 160"/>
                <a:gd name="T27" fmla="*/ 1 h 158"/>
                <a:gd name="T28" fmla="*/ 80 w 160"/>
                <a:gd name="T29" fmla="*/ 0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0" h="158">
                  <a:moveTo>
                    <a:pt x="80" y="0"/>
                  </a:moveTo>
                  <a:cubicBezTo>
                    <a:pt x="81" y="0"/>
                    <a:pt x="83" y="1"/>
                    <a:pt x="85" y="1"/>
                  </a:cubicBezTo>
                  <a:cubicBezTo>
                    <a:pt x="139" y="1"/>
                    <a:pt x="139" y="1"/>
                    <a:pt x="139" y="1"/>
                  </a:cubicBezTo>
                  <a:cubicBezTo>
                    <a:pt x="143" y="18"/>
                    <a:pt x="143" y="18"/>
                    <a:pt x="143" y="18"/>
                  </a:cubicBezTo>
                  <a:cubicBezTo>
                    <a:pt x="160" y="35"/>
                    <a:pt x="160" y="35"/>
                    <a:pt x="160" y="35"/>
                  </a:cubicBezTo>
                  <a:cubicBezTo>
                    <a:pt x="160" y="77"/>
                    <a:pt x="160" y="77"/>
                    <a:pt x="160" y="77"/>
                  </a:cubicBezTo>
                  <a:cubicBezTo>
                    <a:pt x="159" y="77"/>
                    <a:pt x="159" y="77"/>
                    <a:pt x="159" y="77"/>
                  </a:cubicBezTo>
                  <a:cubicBezTo>
                    <a:pt x="159" y="78"/>
                    <a:pt x="159" y="79"/>
                    <a:pt x="159" y="79"/>
                  </a:cubicBezTo>
                  <a:cubicBezTo>
                    <a:pt x="159" y="123"/>
                    <a:pt x="124" y="158"/>
                    <a:pt x="80" y="158"/>
                  </a:cubicBezTo>
                  <a:cubicBezTo>
                    <a:pt x="36" y="158"/>
                    <a:pt x="0" y="123"/>
                    <a:pt x="0" y="79"/>
                  </a:cubicBezTo>
                  <a:cubicBezTo>
                    <a:pt x="0" y="77"/>
                    <a:pt x="0" y="75"/>
                    <a:pt x="0" y="73"/>
                  </a:cubicBezTo>
                  <a:cubicBezTo>
                    <a:pt x="0" y="17"/>
                    <a:pt x="0" y="17"/>
                    <a:pt x="0" y="17"/>
                  </a:cubicBezTo>
                  <a:cubicBezTo>
                    <a:pt x="12" y="1"/>
                    <a:pt x="12" y="1"/>
                    <a:pt x="12" y="1"/>
                  </a:cubicBezTo>
                  <a:cubicBezTo>
                    <a:pt x="75" y="1"/>
                    <a:pt x="75" y="1"/>
                    <a:pt x="75" y="1"/>
                  </a:cubicBezTo>
                  <a:cubicBezTo>
                    <a:pt x="76" y="1"/>
                    <a:pt x="78" y="0"/>
                    <a:pt x="80" y="0"/>
                  </a:cubicBezTo>
                  <a:close/>
                </a:path>
              </a:pathLst>
            </a:custGeom>
            <a:solidFill>
              <a:srgbClr val="FFDCB8"/>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sp>
          <p:nvSpPr>
            <p:cNvPr id="59" name="Freeform 297"/>
            <p:cNvSpPr>
              <a:spLocks/>
            </p:cNvSpPr>
            <p:nvPr/>
          </p:nvSpPr>
          <p:spPr bwMode="auto">
            <a:xfrm flipH="1">
              <a:off x="6302230" y="3478965"/>
              <a:ext cx="300688" cy="721160"/>
            </a:xfrm>
            <a:custGeom>
              <a:avLst/>
              <a:gdLst>
                <a:gd name="T0" fmla="*/ 69 w 69"/>
                <a:gd name="T1" fmla="*/ 156 h 156"/>
                <a:gd name="T2" fmla="*/ 0 w 69"/>
                <a:gd name="T3" fmla="*/ 78 h 156"/>
                <a:gd name="T4" fmla="*/ 0 w 69"/>
                <a:gd name="T5" fmla="*/ 72 h 156"/>
                <a:gd name="T6" fmla="*/ 0 w 69"/>
                <a:gd name="T7" fmla="*/ 16 h 156"/>
                <a:gd name="T8" fmla="*/ 12 w 69"/>
                <a:gd name="T9" fmla="*/ 0 h 156"/>
                <a:gd name="T10" fmla="*/ 69 w 69"/>
                <a:gd name="T11" fmla="*/ 0 h 156"/>
                <a:gd name="T12" fmla="*/ 69 w 69"/>
                <a:gd name="T13" fmla="*/ 156 h 156"/>
              </a:gdLst>
              <a:ahLst/>
              <a:cxnLst>
                <a:cxn ang="0">
                  <a:pos x="T0" y="T1"/>
                </a:cxn>
                <a:cxn ang="0">
                  <a:pos x="T2" y="T3"/>
                </a:cxn>
                <a:cxn ang="0">
                  <a:pos x="T4" y="T5"/>
                </a:cxn>
                <a:cxn ang="0">
                  <a:pos x="T6" y="T7"/>
                </a:cxn>
                <a:cxn ang="0">
                  <a:pos x="T8" y="T9"/>
                </a:cxn>
                <a:cxn ang="0">
                  <a:pos x="T10" y="T11"/>
                </a:cxn>
                <a:cxn ang="0">
                  <a:pos x="T12" y="T13"/>
                </a:cxn>
              </a:cxnLst>
              <a:rect l="0" t="0" r="r" b="b"/>
              <a:pathLst>
                <a:path w="69" h="156">
                  <a:moveTo>
                    <a:pt x="69" y="156"/>
                  </a:moveTo>
                  <a:cubicBezTo>
                    <a:pt x="30" y="151"/>
                    <a:pt x="0" y="118"/>
                    <a:pt x="0" y="78"/>
                  </a:cubicBezTo>
                  <a:cubicBezTo>
                    <a:pt x="0" y="76"/>
                    <a:pt x="0" y="74"/>
                    <a:pt x="0" y="72"/>
                  </a:cubicBezTo>
                  <a:cubicBezTo>
                    <a:pt x="0" y="16"/>
                    <a:pt x="0" y="16"/>
                    <a:pt x="0" y="16"/>
                  </a:cubicBezTo>
                  <a:cubicBezTo>
                    <a:pt x="12" y="0"/>
                    <a:pt x="12" y="0"/>
                    <a:pt x="12" y="0"/>
                  </a:cubicBezTo>
                  <a:cubicBezTo>
                    <a:pt x="69" y="0"/>
                    <a:pt x="69" y="0"/>
                    <a:pt x="69" y="0"/>
                  </a:cubicBezTo>
                  <a:lnTo>
                    <a:pt x="69" y="156"/>
                  </a:lnTo>
                  <a:close/>
                </a:path>
              </a:pathLst>
            </a:custGeom>
            <a:solidFill>
              <a:srgbClr val="FFDCB8"/>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sp>
          <p:nvSpPr>
            <p:cNvPr id="15" name="Freeform 15"/>
            <p:cNvSpPr>
              <a:spLocks/>
            </p:cNvSpPr>
            <p:nvPr/>
          </p:nvSpPr>
          <p:spPr bwMode="auto">
            <a:xfrm flipH="1">
              <a:off x="4586289" y="3932935"/>
              <a:ext cx="562944" cy="264186"/>
            </a:xfrm>
            <a:custGeom>
              <a:avLst/>
              <a:gdLst>
                <a:gd name="T0" fmla="*/ 0 w 84"/>
                <a:gd name="T1" fmla="*/ 31 h 41"/>
                <a:gd name="T2" fmla="*/ 0 w 84"/>
                <a:gd name="T3" fmla="*/ 7 h 41"/>
                <a:gd name="T4" fmla="*/ 19 w 84"/>
                <a:gd name="T5" fmla="*/ 2 h 41"/>
                <a:gd name="T6" fmla="*/ 39 w 84"/>
                <a:gd name="T7" fmla="*/ 14 h 41"/>
                <a:gd name="T8" fmla="*/ 41 w 84"/>
                <a:gd name="T9" fmla="*/ 29 h 41"/>
                <a:gd name="T10" fmla="*/ 26 w 84"/>
                <a:gd name="T11" fmla="*/ 24 h 41"/>
                <a:gd name="T12" fmla="*/ 40 w 84"/>
                <a:gd name="T13" fmla="*/ 30 h 41"/>
                <a:gd name="T14" fmla="*/ 52 w 84"/>
                <a:gd name="T15" fmla="*/ 18 h 41"/>
                <a:gd name="T16" fmla="*/ 68 w 84"/>
                <a:gd name="T17" fmla="*/ 10 h 41"/>
                <a:gd name="T18" fmla="*/ 78 w 84"/>
                <a:gd name="T19" fmla="*/ 20 h 41"/>
                <a:gd name="T20" fmla="*/ 54 w 84"/>
                <a:gd name="T21" fmla="*/ 36 h 41"/>
                <a:gd name="T22" fmla="*/ 30 w 84"/>
                <a:gd name="T23" fmla="*/ 37 h 41"/>
                <a:gd name="T24" fmla="*/ 0 w 84"/>
                <a:gd name="T25" fmla="*/ 3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4" h="41">
                  <a:moveTo>
                    <a:pt x="0" y="31"/>
                  </a:moveTo>
                  <a:cubicBezTo>
                    <a:pt x="0" y="23"/>
                    <a:pt x="0" y="15"/>
                    <a:pt x="0" y="7"/>
                  </a:cubicBezTo>
                  <a:cubicBezTo>
                    <a:pt x="7" y="1"/>
                    <a:pt x="12" y="0"/>
                    <a:pt x="19" y="2"/>
                  </a:cubicBezTo>
                  <a:cubicBezTo>
                    <a:pt x="27" y="5"/>
                    <a:pt x="26" y="10"/>
                    <a:pt x="39" y="14"/>
                  </a:cubicBezTo>
                  <a:cubicBezTo>
                    <a:pt x="55" y="18"/>
                    <a:pt x="51" y="29"/>
                    <a:pt x="41" y="29"/>
                  </a:cubicBezTo>
                  <a:cubicBezTo>
                    <a:pt x="35" y="28"/>
                    <a:pt x="32" y="28"/>
                    <a:pt x="26" y="24"/>
                  </a:cubicBezTo>
                  <a:cubicBezTo>
                    <a:pt x="29" y="27"/>
                    <a:pt x="34" y="30"/>
                    <a:pt x="40" y="30"/>
                  </a:cubicBezTo>
                  <a:cubicBezTo>
                    <a:pt x="50" y="31"/>
                    <a:pt x="54" y="26"/>
                    <a:pt x="52" y="18"/>
                  </a:cubicBezTo>
                  <a:cubicBezTo>
                    <a:pt x="59" y="15"/>
                    <a:pt x="62" y="13"/>
                    <a:pt x="68" y="10"/>
                  </a:cubicBezTo>
                  <a:cubicBezTo>
                    <a:pt x="76" y="6"/>
                    <a:pt x="84" y="13"/>
                    <a:pt x="78" y="20"/>
                  </a:cubicBezTo>
                  <a:cubicBezTo>
                    <a:pt x="75" y="22"/>
                    <a:pt x="59" y="33"/>
                    <a:pt x="54" y="36"/>
                  </a:cubicBezTo>
                  <a:cubicBezTo>
                    <a:pt x="46" y="41"/>
                    <a:pt x="37" y="41"/>
                    <a:pt x="30" y="37"/>
                  </a:cubicBezTo>
                  <a:cubicBezTo>
                    <a:pt x="22" y="33"/>
                    <a:pt x="13" y="31"/>
                    <a:pt x="0" y="31"/>
                  </a:cubicBezTo>
                  <a:close/>
                </a:path>
              </a:pathLst>
            </a:custGeom>
            <a:solidFill>
              <a:srgbClr val="FFDCB8"/>
            </a:solidFill>
            <a:ln>
              <a:noFill/>
            </a:ln>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Roboto Lt"/>
                <a:cs typeface="+mn-cs"/>
              </a:endParaRPr>
            </a:p>
          </p:txBody>
        </p:sp>
        <p:sp>
          <p:nvSpPr>
            <p:cNvPr id="16" name="Freeform 15"/>
            <p:cNvSpPr>
              <a:spLocks/>
            </p:cNvSpPr>
            <p:nvPr/>
          </p:nvSpPr>
          <p:spPr bwMode="auto">
            <a:xfrm flipH="1">
              <a:off x="4983194" y="3980646"/>
              <a:ext cx="1103135" cy="950324"/>
            </a:xfrm>
            <a:custGeom>
              <a:avLst/>
              <a:gdLst>
                <a:gd name="connsiteX0" fmla="*/ 934681 w 1103135"/>
                <a:gd name="connsiteY0" fmla="*/ 0 h 950324"/>
                <a:gd name="connsiteX1" fmla="*/ 1103135 w 1103135"/>
                <a:gd name="connsiteY1" fmla="*/ 187039 h 950324"/>
                <a:gd name="connsiteX2" fmla="*/ 1077924 w 1103135"/>
                <a:gd name="connsiteY2" fmla="*/ 239971 h 950324"/>
                <a:gd name="connsiteX3" fmla="*/ 770304 w 1103135"/>
                <a:gd name="connsiteY3" fmla="*/ 885831 h 950324"/>
                <a:gd name="connsiteX4" fmla="*/ 694691 w 1103135"/>
                <a:gd name="connsiteY4" fmla="*/ 945363 h 950324"/>
                <a:gd name="connsiteX5" fmla="*/ 671062 w 1103135"/>
                <a:gd name="connsiteY5" fmla="*/ 950324 h 950324"/>
                <a:gd name="connsiteX6" fmla="*/ 595449 w 1103135"/>
                <a:gd name="connsiteY6" fmla="*/ 920558 h 950324"/>
                <a:gd name="connsiteX7" fmla="*/ 0 w 1103135"/>
                <a:gd name="connsiteY7" fmla="*/ 404616 h 950324"/>
                <a:gd name="connsiteX8" fmla="*/ 141774 w 1103135"/>
                <a:gd name="connsiteY8" fmla="*/ 221059 h 950324"/>
                <a:gd name="connsiteX9" fmla="*/ 633256 w 1103135"/>
                <a:gd name="connsiteY9" fmla="*/ 642743 h 950324"/>
                <a:gd name="connsiteX10" fmla="*/ 930980 w 1103135"/>
                <a:gd name="connsiteY10" fmla="*/ 7892 h 950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03135" h="950324">
                  <a:moveTo>
                    <a:pt x="934681" y="0"/>
                  </a:moveTo>
                  <a:lnTo>
                    <a:pt x="1103135" y="187039"/>
                  </a:lnTo>
                  <a:lnTo>
                    <a:pt x="1077924" y="239971"/>
                  </a:lnTo>
                  <a:cubicBezTo>
                    <a:pt x="770304" y="885831"/>
                    <a:pt x="770304" y="885831"/>
                    <a:pt x="770304" y="885831"/>
                  </a:cubicBezTo>
                  <a:cubicBezTo>
                    <a:pt x="756126" y="915597"/>
                    <a:pt x="727772" y="940402"/>
                    <a:pt x="694691" y="945363"/>
                  </a:cubicBezTo>
                  <a:cubicBezTo>
                    <a:pt x="685239" y="950324"/>
                    <a:pt x="675788" y="950324"/>
                    <a:pt x="671062" y="950324"/>
                  </a:cubicBezTo>
                  <a:cubicBezTo>
                    <a:pt x="642707" y="950324"/>
                    <a:pt x="619078" y="940402"/>
                    <a:pt x="595449" y="920558"/>
                  </a:cubicBezTo>
                  <a:cubicBezTo>
                    <a:pt x="0" y="404616"/>
                    <a:pt x="0" y="404616"/>
                    <a:pt x="0" y="404616"/>
                  </a:cubicBezTo>
                  <a:lnTo>
                    <a:pt x="141774" y="221059"/>
                  </a:lnTo>
                  <a:cubicBezTo>
                    <a:pt x="633256" y="642743"/>
                    <a:pt x="633256" y="642743"/>
                    <a:pt x="633256" y="642743"/>
                  </a:cubicBezTo>
                  <a:cubicBezTo>
                    <a:pt x="860094" y="159047"/>
                    <a:pt x="916803" y="38123"/>
                    <a:pt x="930980" y="7892"/>
                  </a:cubicBezTo>
                  <a:close/>
                </a:path>
              </a:pathLst>
            </a:custGeom>
            <a:solidFill>
              <a:srgbClr val="44546A"/>
            </a:solidFill>
            <a:ln>
              <a:noFill/>
            </a:ln>
            <a:extLst/>
          </p:spPr>
          <p:txBody>
            <a:bodyPr vert="horz" wrap="square" lIns="91440" tIns="45720" rIns="91440" bIns="45720" numCol="1" anchor="t" anchorCtr="0" compatLnSpc="1">
              <a:prstTxWarp prst="textNoShape">
                <a:avLst/>
              </a:prstTxWarp>
              <a:noAutofit/>
            </a:bodyPr>
            <a:lstStyle/>
            <a:p>
              <a:pPr fontAlgn="auto">
                <a:spcBef>
                  <a:spcPts val="0"/>
                </a:spcBef>
                <a:spcAft>
                  <a:spcPts val="0"/>
                </a:spcAft>
              </a:pPr>
              <a:endParaRPr lang="en-GB" dirty="0">
                <a:solidFill>
                  <a:prstClr val="black"/>
                </a:solidFill>
                <a:latin typeface="Roboto Lt"/>
                <a:cs typeface="+mn-cs"/>
              </a:endParaRPr>
            </a:p>
          </p:txBody>
        </p:sp>
        <p:sp>
          <p:nvSpPr>
            <p:cNvPr id="17" name="Freeform 15"/>
            <p:cNvSpPr>
              <a:spLocks/>
            </p:cNvSpPr>
            <p:nvPr/>
          </p:nvSpPr>
          <p:spPr bwMode="auto">
            <a:xfrm>
              <a:off x="7337970" y="3932935"/>
              <a:ext cx="562944" cy="264186"/>
            </a:xfrm>
            <a:custGeom>
              <a:avLst/>
              <a:gdLst>
                <a:gd name="T0" fmla="*/ 0 w 84"/>
                <a:gd name="T1" fmla="*/ 31 h 41"/>
                <a:gd name="T2" fmla="*/ 0 w 84"/>
                <a:gd name="T3" fmla="*/ 7 h 41"/>
                <a:gd name="T4" fmla="*/ 19 w 84"/>
                <a:gd name="T5" fmla="*/ 2 h 41"/>
                <a:gd name="T6" fmla="*/ 39 w 84"/>
                <a:gd name="T7" fmla="*/ 14 h 41"/>
                <a:gd name="T8" fmla="*/ 41 w 84"/>
                <a:gd name="T9" fmla="*/ 29 h 41"/>
                <a:gd name="T10" fmla="*/ 26 w 84"/>
                <a:gd name="T11" fmla="*/ 24 h 41"/>
                <a:gd name="T12" fmla="*/ 40 w 84"/>
                <a:gd name="T13" fmla="*/ 30 h 41"/>
                <a:gd name="T14" fmla="*/ 52 w 84"/>
                <a:gd name="T15" fmla="*/ 18 h 41"/>
                <a:gd name="T16" fmla="*/ 68 w 84"/>
                <a:gd name="T17" fmla="*/ 10 h 41"/>
                <a:gd name="T18" fmla="*/ 78 w 84"/>
                <a:gd name="T19" fmla="*/ 20 h 41"/>
                <a:gd name="T20" fmla="*/ 54 w 84"/>
                <a:gd name="T21" fmla="*/ 36 h 41"/>
                <a:gd name="T22" fmla="*/ 30 w 84"/>
                <a:gd name="T23" fmla="*/ 37 h 41"/>
                <a:gd name="T24" fmla="*/ 0 w 84"/>
                <a:gd name="T25" fmla="*/ 3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4" h="41">
                  <a:moveTo>
                    <a:pt x="0" y="31"/>
                  </a:moveTo>
                  <a:cubicBezTo>
                    <a:pt x="0" y="23"/>
                    <a:pt x="0" y="15"/>
                    <a:pt x="0" y="7"/>
                  </a:cubicBezTo>
                  <a:cubicBezTo>
                    <a:pt x="7" y="1"/>
                    <a:pt x="12" y="0"/>
                    <a:pt x="19" y="2"/>
                  </a:cubicBezTo>
                  <a:cubicBezTo>
                    <a:pt x="27" y="5"/>
                    <a:pt x="26" y="10"/>
                    <a:pt x="39" y="14"/>
                  </a:cubicBezTo>
                  <a:cubicBezTo>
                    <a:pt x="55" y="18"/>
                    <a:pt x="51" y="29"/>
                    <a:pt x="41" y="29"/>
                  </a:cubicBezTo>
                  <a:cubicBezTo>
                    <a:pt x="35" y="28"/>
                    <a:pt x="32" y="28"/>
                    <a:pt x="26" y="24"/>
                  </a:cubicBezTo>
                  <a:cubicBezTo>
                    <a:pt x="29" y="27"/>
                    <a:pt x="34" y="30"/>
                    <a:pt x="40" y="30"/>
                  </a:cubicBezTo>
                  <a:cubicBezTo>
                    <a:pt x="50" y="31"/>
                    <a:pt x="54" y="26"/>
                    <a:pt x="52" y="18"/>
                  </a:cubicBezTo>
                  <a:cubicBezTo>
                    <a:pt x="59" y="15"/>
                    <a:pt x="62" y="13"/>
                    <a:pt x="68" y="10"/>
                  </a:cubicBezTo>
                  <a:cubicBezTo>
                    <a:pt x="76" y="6"/>
                    <a:pt x="84" y="13"/>
                    <a:pt x="78" y="20"/>
                  </a:cubicBezTo>
                  <a:cubicBezTo>
                    <a:pt x="75" y="22"/>
                    <a:pt x="59" y="33"/>
                    <a:pt x="54" y="36"/>
                  </a:cubicBezTo>
                  <a:cubicBezTo>
                    <a:pt x="46" y="41"/>
                    <a:pt x="37" y="41"/>
                    <a:pt x="30" y="37"/>
                  </a:cubicBezTo>
                  <a:cubicBezTo>
                    <a:pt x="22" y="33"/>
                    <a:pt x="13" y="31"/>
                    <a:pt x="0" y="31"/>
                  </a:cubicBezTo>
                  <a:close/>
                </a:path>
              </a:pathLst>
            </a:custGeom>
            <a:solidFill>
              <a:srgbClr val="FFDCB8"/>
            </a:solidFill>
            <a:ln>
              <a:noFill/>
            </a:ln>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Roboto Lt"/>
                <a:cs typeface="+mn-cs"/>
              </a:endParaRPr>
            </a:p>
          </p:txBody>
        </p:sp>
        <p:sp>
          <p:nvSpPr>
            <p:cNvPr id="18" name="Freeform 17"/>
            <p:cNvSpPr>
              <a:spLocks/>
            </p:cNvSpPr>
            <p:nvPr/>
          </p:nvSpPr>
          <p:spPr bwMode="auto">
            <a:xfrm>
              <a:off x="6400784" y="3978447"/>
              <a:ext cx="1103135" cy="950324"/>
            </a:xfrm>
            <a:custGeom>
              <a:avLst/>
              <a:gdLst>
                <a:gd name="connsiteX0" fmla="*/ 934681 w 1103135"/>
                <a:gd name="connsiteY0" fmla="*/ 0 h 950324"/>
                <a:gd name="connsiteX1" fmla="*/ 1103135 w 1103135"/>
                <a:gd name="connsiteY1" fmla="*/ 187039 h 950324"/>
                <a:gd name="connsiteX2" fmla="*/ 1077924 w 1103135"/>
                <a:gd name="connsiteY2" fmla="*/ 239971 h 950324"/>
                <a:gd name="connsiteX3" fmla="*/ 770304 w 1103135"/>
                <a:gd name="connsiteY3" fmla="*/ 885831 h 950324"/>
                <a:gd name="connsiteX4" fmla="*/ 694691 w 1103135"/>
                <a:gd name="connsiteY4" fmla="*/ 945363 h 950324"/>
                <a:gd name="connsiteX5" fmla="*/ 671062 w 1103135"/>
                <a:gd name="connsiteY5" fmla="*/ 950324 h 950324"/>
                <a:gd name="connsiteX6" fmla="*/ 595449 w 1103135"/>
                <a:gd name="connsiteY6" fmla="*/ 920558 h 950324"/>
                <a:gd name="connsiteX7" fmla="*/ 0 w 1103135"/>
                <a:gd name="connsiteY7" fmla="*/ 404616 h 950324"/>
                <a:gd name="connsiteX8" fmla="*/ 141774 w 1103135"/>
                <a:gd name="connsiteY8" fmla="*/ 221059 h 950324"/>
                <a:gd name="connsiteX9" fmla="*/ 633256 w 1103135"/>
                <a:gd name="connsiteY9" fmla="*/ 642743 h 950324"/>
                <a:gd name="connsiteX10" fmla="*/ 930980 w 1103135"/>
                <a:gd name="connsiteY10" fmla="*/ 7892 h 950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03135" h="950324">
                  <a:moveTo>
                    <a:pt x="934681" y="0"/>
                  </a:moveTo>
                  <a:lnTo>
                    <a:pt x="1103135" y="187039"/>
                  </a:lnTo>
                  <a:lnTo>
                    <a:pt x="1077924" y="239971"/>
                  </a:lnTo>
                  <a:cubicBezTo>
                    <a:pt x="770304" y="885831"/>
                    <a:pt x="770304" y="885831"/>
                    <a:pt x="770304" y="885831"/>
                  </a:cubicBezTo>
                  <a:cubicBezTo>
                    <a:pt x="756126" y="915597"/>
                    <a:pt x="727772" y="940402"/>
                    <a:pt x="694691" y="945363"/>
                  </a:cubicBezTo>
                  <a:cubicBezTo>
                    <a:pt x="685239" y="950324"/>
                    <a:pt x="675788" y="950324"/>
                    <a:pt x="671062" y="950324"/>
                  </a:cubicBezTo>
                  <a:cubicBezTo>
                    <a:pt x="642707" y="950324"/>
                    <a:pt x="619078" y="940402"/>
                    <a:pt x="595449" y="920558"/>
                  </a:cubicBezTo>
                  <a:cubicBezTo>
                    <a:pt x="0" y="404616"/>
                    <a:pt x="0" y="404616"/>
                    <a:pt x="0" y="404616"/>
                  </a:cubicBezTo>
                  <a:lnTo>
                    <a:pt x="141774" y="221059"/>
                  </a:lnTo>
                  <a:cubicBezTo>
                    <a:pt x="633256" y="642743"/>
                    <a:pt x="633256" y="642743"/>
                    <a:pt x="633256" y="642743"/>
                  </a:cubicBezTo>
                  <a:cubicBezTo>
                    <a:pt x="860094" y="159047"/>
                    <a:pt x="916803" y="38123"/>
                    <a:pt x="930980" y="7892"/>
                  </a:cubicBezTo>
                  <a:close/>
                </a:path>
              </a:pathLst>
            </a:custGeom>
            <a:solidFill>
              <a:srgbClr val="44546A"/>
            </a:solidFill>
            <a:ln>
              <a:noFill/>
            </a:ln>
            <a:extLst/>
          </p:spPr>
          <p:txBody>
            <a:bodyPr vert="horz" wrap="square" lIns="91440" tIns="45720" rIns="91440" bIns="45720" numCol="1" anchor="t" anchorCtr="0" compatLnSpc="1">
              <a:prstTxWarp prst="textNoShape">
                <a:avLst/>
              </a:prstTxWarp>
              <a:noAutofit/>
            </a:bodyPr>
            <a:lstStyle/>
            <a:p>
              <a:pPr fontAlgn="auto">
                <a:spcBef>
                  <a:spcPts val="0"/>
                </a:spcBef>
                <a:spcAft>
                  <a:spcPts val="0"/>
                </a:spcAft>
              </a:pPr>
              <a:endParaRPr lang="en-GB" dirty="0">
                <a:solidFill>
                  <a:prstClr val="black"/>
                </a:solidFill>
                <a:latin typeface="Roboto Lt"/>
                <a:cs typeface="+mn-cs"/>
              </a:endParaRPr>
            </a:p>
          </p:txBody>
        </p:sp>
        <p:sp>
          <p:nvSpPr>
            <p:cNvPr id="20" name="Freeform 19"/>
            <p:cNvSpPr>
              <a:spLocks/>
            </p:cNvSpPr>
            <p:nvPr/>
          </p:nvSpPr>
          <p:spPr bwMode="auto">
            <a:xfrm rot="10800000" flipH="1">
              <a:off x="5908297" y="4174376"/>
              <a:ext cx="670156" cy="1045278"/>
            </a:xfrm>
            <a:custGeom>
              <a:avLst/>
              <a:gdLst>
                <a:gd name="connsiteX0" fmla="*/ 138788 w 670156"/>
                <a:gd name="connsiteY0" fmla="*/ 1155858 h 1155858"/>
                <a:gd name="connsiteX1" fmla="*/ 270962 w 670156"/>
                <a:gd name="connsiteY1" fmla="*/ 1155858 h 1155858"/>
                <a:gd name="connsiteX2" fmla="*/ 392969 w 670156"/>
                <a:gd name="connsiteY2" fmla="*/ 1155858 h 1155858"/>
                <a:gd name="connsiteX3" fmla="*/ 530227 w 670156"/>
                <a:gd name="connsiteY3" fmla="*/ 1155858 h 1155858"/>
                <a:gd name="connsiteX4" fmla="*/ 611724 w 670156"/>
                <a:gd name="connsiteY4" fmla="*/ 1132192 h 1155858"/>
                <a:gd name="connsiteX5" fmla="*/ 633088 w 670156"/>
                <a:gd name="connsiteY5" fmla="*/ 1125988 h 1155858"/>
                <a:gd name="connsiteX6" fmla="*/ 643824 w 670156"/>
                <a:gd name="connsiteY6" fmla="*/ 1075078 h 1155858"/>
                <a:gd name="connsiteX7" fmla="*/ 670156 w 670156"/>
                <a:gd name="connsiteY7" fmla="*/ 739370 h 1155858"/>
                <a:gd name="connsiteX8" fmla="*/ 663833 w 670156"/>
                <a:gd name="connsiteY8" fmla="*/ 577939 h 1155858"/>
                <a:gd name="connsiteX9" fmla="*/ 670156 w 670156"/>
                <a:gd name="connsiteY9" fmla="*/ 416488 h 1155858"/>
                <a:gd name="connsiteX10" fmla="*/ 643824 w 670156"/>
                <a:gd name="connsiteY10" fmla="*/ 80780 h 1155858"/>
                <a:gd name="connsiteX11" fmla="*/ 632928 w 670156"/>
                <a:gd name="connsiteY11" fmla="*/ 29109 h 1155858"/>
                <a:gd name="connsiteX12" fmla="*/ 590098 w 670156"/>
                <a:gd name="connsiteY12" fmla="*/ 16833 h 1155858"/>
                <a:gd name="connsiteX13" fmla="*/ 531368 w 670156"/>
                <a:gd name="connsiteY13" fmla="*/ 0 h 1155858"/>
                <a:gd name="connsiteX14" fmla="*/ 399194 w 670156"/>
                <a:gd name="connsiteY14" fmla="*/ 0 h 1155858"/>
                <a:gd name="connsiteX15" fmla="*/ 277187 w 670156"/>
                <a:gd name="connsiteY15" fmla="*/ 0 h 1155858"/>
                <a:gd name="connsiteX16" fmla="*/ 139929 w 670156"/>
                <a:gd name="connsiteY16" fmla="*/ 0 h 1155858"/>
                <a:gd name="connsiteX17" fmla="*/ 58432 w 670156"/>
                <a:gd name="connsiteY17" fmla="*/ 23666 h 1155858"/>
                <a:gd name="connsiteX18" fmla="*/ 37068 w 670156"/>
                <a:gd name="connsiteY18" fmla="*/ 29870 h 1155858"/>
                <a:gd name="connsiteX19" fmla="*/ 26332 w 670156"/>
                <a:gd name="connsiteY19" fmla="*/ 80780 h 1155858"/>
                <a:gd name="connsiteX20" fmla="*/ 0 w 670156"/>
                <a:gd name="connsiteY20" fmla="*/ 416488 h 1155858"/>
                <a:gd name="connsiteX21" fmla="*/ 6323 w 670156"/>
                <a:gd name="connsiteY21" fmla="*/ 577920 h 1155858"/>
                <a:gd name="connsiteX22" fmla="*/ 0 w 670156"/>
                <a:gd name="connsiteY22" fmla="*/ 739370 h 1155858"/>
                <a:gd name="connsiteX23" fmla="*/ 26332 w 670156"/>
                <a:gd name="connsiteY23" fmla="*/ 1075078 h 1155858"/>
                <a:gd name="connsiteX24" fmla="*/ 37228 w 670156"/>
                <a:gd name="connsiteY24" fmla="*/ 1126749 h 1155858"/>
                <a:gd name="connsiteX25" fmla="*/ 80058 w 670156"/>
                <a:gd name="connsiteY25" fmla="*/ 1139025 h 1155858"/>
                <a:gd name="connsiteX26" fmla="*/ 138788 w 670156"/>
                <a:gd name="connsiteY26" fmla="*/ 1155858 h 1155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670156" h="1155858">
                  <a:moveTo>
                    <a:pt x="138788" y="1155858"/>
                  </a:moveTo>
                  <a:cubicBezTo>
                    <a:pt x="138788" y="1155858"/>
                    <a:pt x="138788" y="1155858"/>
                    <a:pt x="270962" y="1155858"/>
                  </a:cubicBezTo>
                  <a:cubicBezTo>
                    <a:pt x="270962" y="1155858"/>
                    <a:pt x="270962" y="1155858"/>
                    <a:pt x="392969" y="1155858"/>
                  </a:cubicBezTo>
                  <a:cubicBezTo>
                    <a:pt x="392969" y="1155858"/>
                    <a:pt x="392969" y="1155858"/>
                    <a:pt x="530227" y="1155858"/>
                  </a:cubicBezTo>
                  <a:cubicBezTo>
                    <a:pt x="530227" y="1155858"/>
                    <a:pt x="530227" y="1155858"/>
                    <a:pt x="611724" y="1132192"/>
                  </a:cubicBezTo>
                  <a:lnTo>
                    <a:pt x="633088" y="1125988"/>
                  </a:lnTo>
                  <a:lnTo>
                    <a:pt x="643824" y="1075078"/>
                  </a:lnTo>
                  <a:cubicBezTo>
                    <a:pt x="660780" y="971895"/>
                    <a:pt x="670156" y="858451"/>
                    <a:pt x="670156" y="739370"/>
                  </a:cubicBezTo>
                  <a:lnTo>
                    <a:pt x="663833" y="577939"/>
                  </a:lnTo>
                  <a:lnTo>
                    <a:pt x="670156" y="416488"/>
                  </a:lnTo>
                  <a:cubicBezTo>
                    <a:pt x="670156" y="297407"/>
                    <a:pt x="660780" y="183963"/>
                    <a:pt x="643824" y="80780"/>
                  </a:cubicBezTo>
                  <a:lnTo>
                    <a:pt x="632928" y="29109"/>
                  </a:lnTo>
                  <a:lnTo>
                    <a:pt x="590098" y="16833"/>
                  </a:lnTo>
                  <a:cubicBezTo>
                    <a:pt x="573070" y="11953"/>
                    <a:pt x="553609" y="6375"/>
                    <a:pt x="531368" y="0"/>
                  </a:cubicBezTo>
                  <a:cubicBezTo>
                    <a:pt x="531368" y="0"/>
                    <a:pt x="531368" y="0"/>
                    <a:pt x="399194" y="0"/>
                  </a:cubicBezTo>
                  <a:cubicBezTo>
                    <a:pt x="399194" y="0"/>
                    <a:pt x="399194" y="0"/>
                    <a:pt x="277187" y="0"/>
                  </a:cubicBezTo>
                  <a:cubicBezTo>
                    <a:pt x="277187" y="0"/>
                    <a:pt x="277187" y="0"/>
                    <a:pt x="139929" y="0"/>
                  </a:cubicBezTo>
                  <a:cubicBezTo>
                    <a:pt x="139929" y="0"/>
                    <a:pt x="139929" y="0"/>
                    <a:pt x="58432" y="23666"/>
                  </a:cubicBezTo>
                  <a:lnTo>
                    <a:pt x="37068" y="29870"/>
                  </a:lnTo>
                  <a:lnTo>
                    <a:pt x="26332" y="80780"/>
                  </a:lnTo>
                  <a:cubicBezTo>
                    <a:pt x="9376" y="183963"/>
                    <a:pt x="0" y="297407"/>
                    <a:pt x="0" y="416488"/>
                  </a:cubicBezTo>
                  <a:lnTo>
                    <a:pt x="6323" y="577920"/>
                  </a:lnTo>
                  <a:lnTo>
                    <a:pt x="0" y="739370"/>
                  </a:lnTo>
                  <a:cubicBezTo>
                    <a:pt x="0" y="858451"/>
                    <a:pt x="9376" y="971895"/>
                    <a:pt x="26332" y="1075078"/>
                  </a:cubicBezTo>
                  <a:lnTo>
                    <a:pt x="37228" y="1126749"/>
                  </a:lnTo>
                  <a:lnTo>
                    <a:pt x="80058" y="1139025"/>
                  </a:lnTo>
                  <a:cubicBezTo>
                    <a:pt x="97086" y="1143905"/>
                    <a:pt x="116547" y="1149483"/>
                    <a:pt x="138788" y="1155858"/>
                  </a:cubicBezTo>
                  <a:close/>
                </a:path>
              </a:pathLst>
            </a:custGeom>
            <a:solidFill>
              <a:srgbClr val="44546A"/>
            </a:solidFill>
            <a:ln>
              <a:noFill/>
            </a:ln>
            <a:extLst/>
          </p:spPr>
          <p:txBody>
            <a:bodyPr vert="horz" wrap="square" lIns="91440" tIns="45720" rIns="91440" bIns="45720" numCol="1" anchor="t" anchorCtr="0" compatLnSpc="1">
              <a:prstTxWarp prst="textNoShape">
                <a:avLst/>
              </a:prstTxWarp>
              <a:noAutofit/>
            </a:bodyPr>
            <a:lstStyle/>
            <a:p>
              <a:pPr fontAlgn="auto">
                <a:spcBef>
                  <a:spcPts val="0"/>
                </a:spcBef>
                <a:spcAft>
                  <a:spcPts val="0"/>
                </a:spcAft>
              </a:pPr>
              <a:endParaRPr lang="en-US">
                <a:solidFill>
                  <a:prstClr val="black"/>
                </a:solidFill>
                <a:latin typeface="Roboto Lt"/>
                <a:cs typeface="+mn-cs"/>
              </a:endParaRPr>
            </a:p>
          </p:txBody>
        </p:sp>
        <p:sp>
          <p:nvSpPr>
            <p:cNvPr id="21" name="Freeform 290"/>
            <p:cNvSpPr>
              <a:spLocks/>
            </p:cNvSpPr>
            <p:nvPr/>
          </p:nvSpPr>
          <p:spPr bwMode="auto">
            <a:xfrm flipH="1">
              <a:off x="6037528" y="4164127"/>
              <a:ext cx="386696" cy="515595"/>
            </a:xfrm>
            <a:custGeom>
              <a:avLst/>
              <a:gdLst>
                <a:gd name="T0" fmla="*/ 180 w 180"/>
                <a:gd name="T1" fmla="*/ 71 h 240"/>
                <a:gd name="T2" fmla="*/ 92 w 180"/>
                <a:gd name="T3" fmla="*/ 240 h 240"/>
                <a:gd name="T4" fmla="*/ 0 w 180"/>
                <a:gd name="T5" fmla="*/ 71 h 240"/>
                <a:gd name="T6" fmla="*/ 33 w 180"/>
                <a:gd name="T7" fmla="*/ 69 h 240"/>
                <a:gd name="T8" fmla="*/ 33 w 180"/>
                <a:gd name="T9" fmla="*/ 0 h 240"/>
                <a:gd name="T10" fmla="*/ 151 w 180"/>
                <a:gd name="T11" fmla="*/ 0 h 240"/>
                <a:gd name="T12" fmla="*/ 151 w 180"/>
                <a:gd name="T13" fmla="*/ 69 h 240"/>
                <a:gd name="T14" fmla="*/ 180 w 180"/>
                <a:gd name="T15" fmla="*/ 71 h 2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0" h="240">
                  <a:moveTo>
                    <a:pt x="180" y="71"/>
                  </a:moveTo>
                  <a:lnTo>
                    <a:pt x="92" y="240"/>
                  </a:lnTo>
                  <a:lnTo>
                    <a:pt x="0" y="71"/>
                  </a:lnTo>
                  <a:lnTo>
                    <a:pt x="33" y="69"/>
                  </a:lnTo>
                  <a:lnTo>
                    <a:pt x="33" y="0"/>
                  </a:lnTo>
                  <a:lnTo>
                    <a:pt x="151" y="0"/>
                  </a:lnTo>
                  <a:lnTo>
                    <a:pt x="151" y="69"/>
                  </a:lnTo>
                  <a:lnTo>
                    <a:pt x="180" y="71"/>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sp>
          <p:nvSpPr>
            <p:cNvPr id="22" name="Freeform 306"/>
            <p:cNvSpPr>
              <a:spLocks/>
            </p:cNvSpPr>
            <p:nvPr/>
          </p:nvSpPr>
          <p:spPr bwMode="auto">
            <a:xfrm flipH="1">
              <a:off x="6170393" y="4235776"/>
              <a:ext cx="116009" cy="122455"/>
            </a:xfrm>
            <a:custGeom>
              <a:avLst/>
              <a:gdLst>
                <a:gd name="T0" fmla="*/ 0 w 54"/>
                <a:gd name="T1" fmla="*/ 14 h 57"/>
                <a:gd name="T2" fmla="*/ 28 w 54"/>
                <a:gd name="T3" fmla="*/ 57 h 57"/>
                <a:gd name="T4" fmla="*/ 54 w 54"/>
                <a:gd name="T5" fmla="*/ 14 h 57"/>
                <a:gd name="T6" fmla="*/ 28 w 54"/>
                <a:gd name="T7" fmla="*/ 0 h 57"/>
                <a:gd name="T8" fmla="*/ 0 w 54"/>
                <a:gd name="T9" fmla="*/ 14 h 57"/>
              </a:gdLst>
              <a:ahLst/>
              <a:cxnLst>
                <a:cxn ang="0">
                  <a:pos x="T0" y="T1"/>
                </a:cxn>
                <a:cxn ang="0">
                  <a:pos x="T2" y="T3"/>
                </a:cxn>
                <a:cxn ang="0">
                  <a:pos x="T4" y="T5"/>
                </a:cxn>
                <a:cxn ang="0">
                  <a:pos x="T6" y="T7"/>
                </a:cxn>
                <a:cxn ang="0">
                  <a:pos x="T8" y="T9"/>
                </a:cxn>
              </a:cxnLst>
              <a:rect l="0" t="0" r="r" b="b"/>
              <a:pathLst>
                <a:path w="54" h="57">
                  <a:moveTo>
                    <a:pt x="0" y="14"/>
                  </a:moveTo>
                  <a:lnTo>
                    <a:pt x="28" y="57"/>
                  </a:lnTo>
                  <a:lnTo>
                    <a:pt x="54" y="14"/>
                  </a:lnTo>
                  <a:lnTo>
                    <a:pt x="28" y="0"/>
                  </a:lnTo>
                  <a:lnTo>
                    <a:pt x="0" y="14"/>
                  </a:lnTo>
                  <a:close/>
                </a:path>
              </a:pathLst>
            </a:custGeom>
            <a:solidFill>
              <a:srgbClr val="141414"/>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sp>
          <p:nvSpPr>
            <p:cNvPr id="23" name="Freeform 307"/>
            <p:cNvSpPr>
              <a:spLocks/>
            </p:cNvSpPr>
            <p:nvPr/>
          </p:nvSpPr>
          <p:spPr bwMode="auto">
            <a:xfrm flipH="1">
              <a:off x="6234842" y="4235776"/>
              <a:ext cx="51559" cy="111712"/>
            </a:xfrm>
            <a:custGeom>
              <a:avLst/>
              <a:gdLst>
                <a:gd name="T0" fmla="*/ 0 w 24"/>
                <a:gd name="T1" fmla="*/ 14 h 52"/>
                <a:gd name="T2" fmla="*/ 24 w 24"/>
                <a:gd name="T3" fmla="*/ 52 h 52"/>
                <a:gd name="T4" fmla="*/ 24 w 24"/>
                <a:gd name="T5" fmla="*/ 0 h 52"/>
                <a:gd name="T6" fmla="*/ 0 w 24"/>
                <a:gd name="T7" fmla="*/ 14 h 52"/>
              </a:gdLst>
              <a:ahLst/>
              <a:cxnLst>
                <a:cxn ang="0">
                  <a:pos x="T0" y="T1"/>
                </a:cxn>
                <a:cxn ang="0">
                  <a:pos x="T2" y="T3"/>
                </a:cxn>
                <a:cxn ang="0">
                  <a:pos x="T4" y="T5"/>
                </a:cxn>
                <a:cxn ang="0">
                  <a:pos x="T6" y="T7"/>
                </a:cxn>
              </a:cxnLst>
              <a:rect l="0" t="0" r="r" b="b"/>
              <a:pathLst>
                <a:path w="24" h="52">
                  <a:moveTo>
                    <a:pt x="0" y="14"/>
                  </a:moveTo>
                  <a:lnTo>
                    <a:pt x="24" y="52"/>
                  </a:lnTo>
                  <a:lnTo>
                    <a:pt x="24" y="0"/>
                  </a:lnTo>
                  <a:lnTo>
                    <a:pt x="0" y="14"/>
                  </a:lnTo>
                  <a:close/>
                </a:path>
              </a:pathLst>
            </a:custGeom>
            <a:solidFill>
              <a:srgbClr val="141414"/>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sp>
          <p:nvSpPr>
            <p:cNvPr id="24" name="Freeform 308"/>
            <p:cNvSpPr>
              <a:spLocks/>
            </p:cNvSpPr>
            <p:nvPr/>
          </p:nvSpPr>
          <p:spPr bwMode="auto">
            <a:xfrm flipH="1">
              <a:off x="6230545" y="4169179"/>
              <a:ext cx="193348" cy="137493"/>
            </a:xfrm>
            <a:custGeom>
              <a:avLst/>
              <a:gdLst>
                <a:gd name="T0" fmla="*/ 33 w 90"/>
                <a:gd name="T1" fmla="*/ 0 h 64"/>
                <a:gd name="T2" fmla="*/ 0 w 90"/>
                <a:gd name="T3" fmla="*/ 0 h 64"/>
                <a:gd name="T4" fmla="*/ 35 w 90"/>
                <a:gd name="T5" fmla="*/ 64 h 64"/>
                <a:gd name="T6" fmla="*/ 90 w 90"/>
                <a:gd name="T7" fmla="*/ 31 h 64"/>
                <a:gd name="T8" fmla="*/ 33 w 90"/>
                <a:gd name="T9" fmla="*/ 0 h 64"/>
              </a:gdLst>
              <a:ahLst/>
              <a:cxnLst>
                <a:cxn ang="0">
                  <a:pos x="T0" y="T1"/>
                </a:cxn>
                <a:cxn ang="0">
                  <a:pos x="T2" y="T3"/>
                </a:cxn>
                <a:cxn ang="0">
                  <a:pos x="T4" y="T5"/>
                </a:cxn>
                <a:cxn ang="0">
                  <a:pos x="T6" y="T7"/>
                </a:cxn>
                <a:cxn ang="0">
                  <a:pos x="T8" y="T9"/>
                </a:cxn>
              </a:cxnLst>
              <a:rect l="0" t="0" r="r" b="b"/>
              <a:pathLst>
                <a:path w="90" h="64">
                  <a:moveTo>
                    <a:pt x="33" y="0"/>
                  </a:moveTo>
                  <a:lnTo>
                    <a:pt x="0" y="0"/>
                  </a:lnTo>
                  <a:lnTo>
                    <a:pt x="35" y="64"/>
                  </a:lnTo>
                  <a:lnTo>
                    <a:pt x="90" y="31"/>
                  </a:lnTo>
                  <a:lnTo>
                    <a:pt x="3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sp>
          <p:nvSpPr>
            <p:cNvPr id="25" name="Freeform 309"/>
            <p:cNvSpPr>
              <a:spLocks/>
            </p:cNvSpPr>
            <p:nvPr/>
          </p:nvSpPr>
          <p:spPr bwMode="auto">
            <a:xfrm flipH="1">
              <a:off x="6032900" y="4169179"/>
              <a:ext cx="193348" cy="137493"/>
            </a:xfrm>
            <a:custGeom>
              <a:avLst/>
              <a:gdLst>
                <a:gd name="T0" fmla="*/ 57 w 90"/>
                <a:gd name="T1" fmla="*/ 0 h 64"/>
                <a:gd name="T2" fmla="*/ 90 w 90"/>
                <a:gd name="T3" fmla="*/ 0 h 64"/>
                <a:gd name="T4" fmla="*/ 55 w 90"/>
                <a:gd name="T5" fmla="*/ 64 h 64"/>
                <a:gd name="T6" fmla="*/ 0 w 90"/>
                <a:gd name="T7" fmla="*/ 31 h 64"/>
                <a:gd name="T8" fmla="*/ 57 w 90"/>
                <a:gd name="T9" fmla="*/ 0 h 64"/>
              </a:gdLst>
              <a:ahLst/>
              <a:cxnLst>
                <a:cxn ang="0">
                  <a:pos x="T0" y="T1"/>
                </a:cxn>
                <a:cxn ang="0">
                  <a:pos x="T2" y="T3"/>
                </a:cxn>
                <a:cxn ang="0">
                  <a:pos x="T4" y="T5"/>
                </a:cxn>
                <a:cxn ang="0">
                  <a:pos x="T6" y="T7"/>
                </a:cxn>
                <a:cxn ang="0">
                  <a:pos x="T8" y="T9"/>
                </a:cxn>
              </a:cxnLst>
              <a:rect l="0" t="0" r="r" b="b"/>
              <a:pathLst>
                <a:path w="90" h="64">
                  <a:moveTo>
                    <a:pt x="57" y="0"/>
                  </a:moveTo>
                  <a:lnTo>
                    <a:pt x="90" y="0"/>
                  </a:lnTo>
                  <a:lnTo>
                    <a:pt x="55" y="64"/>
                  </a:lnTo>
                  <a:lnTo>
                    <a:pt x="0" y="31"/>
                  </a:lnTo>
                  <a:lnTo>
                    <a:pt x="5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sp>
          <p:nvSpPr>
            <p:cNvPr id="26" name="Freeform 310"/>
            <p:cNvSpPr>
              <a:spLocks/>
            </p:cNvSpPr>
            <p:nvPr/>
          </p:nvSpPr>
          <p:spPr bwMode="auto">
            <a:xfrm flipH="1">
              <a:off x="6178985" y="4300227"/>
              <a:ext cx="96674" cy="236314"/>
            </a:xfrm>
            <a:custGeom>
              <a:avLst/>
              <a:gdLst>
                <a:gd name="T0" fmla="*/ 0 w 45"/>
                <a:gd name="T1" fmla="*/ 67 h 110"/>
                <a:gd name="T2" fmla="*/ 23 w 45"/>
                <a:gd name="T3" fmla="*/ 0 h 110"/>
                <a:gd name="T4" fmla="*/ 45 w 45"/>
                <a:gd name="T5" fmla="*/ 69 h 110"/>
                <a:gd name="T6" fmla="*/ 23 w 45"/>
                <a:gd name="T7" fmla="*/ 110 h 110"/>
                <a:gd name="T8" fmla="*/ 0 w 45"/>
                <a:gd name="T9" fmla="*/ 67 h 110"/>
              </a:gdLst>
              <a:ahLst/>
              <a:cxnLst>
                <a:cxn ang="0">
                  <a:pos x="T0" y="T1"/>
                </a:cxn>
                <a:cxn ang="0">
                  <a:pos x="T2" y="T3"/>
                </a:cxn>
                <a:cxn ang="0">
                  <a:pos x="T4" y="T5"/>
                </a:cxn>
                <a:cxn ang="0">
                  <a:pos x="T6" y="T7"/>
                </a:cxn>
                <a:cxn ang="0">
                  <a:pos x="T8" y="T9"/>
                </a:cxn>
              </a:cxnLst>
              <a:rect l="0" t="0" r="r" b="b"/>
              <a:pathLst>
                <a:path w="45" h="110">
                  <a:moveTo>
                    <a:pt x="0" y="67"/>
                  </a:moveTo>
                  <a:lnTo>
                    <a:pt x="23" y="0"/>
                  </a:lnTo>
                  <a:lnTo>
                    <a:pt x="45" y="69"/>
                  </a:lnTo>
                  <a:lnTo>
                    <a:pt x="23" y="110"/>
                  </a:lnTo>
                  <a:lnTo>
                    <a:pt x="0" y="67"/>
                  </a:lnTo>
                  <a:close/>
                </a:path>
              </a:pathLst>
            </a:custGeom>
            <a:solidFill>
              <a:srgbClr val="141414"/>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sp>
          <p:nvSpPr>
            <p:cNvPr id="27" name="Freeform 311"/>
            <p:cNvSpPr>
              <a:spLocks/>
            </p:cNvSpPr>
            <p:nvPr/>
          </p:nvSpPr>
          <p:spPr bwMode="auto">
            <a:xfrm flipH="1">
              <a:off x="6230545" y="4317412"/>
              <a:ext cx="45115" cy="208386"/>
            </a:xfrm>
            <a:custGeom>
              <a:avLst/>
              <a:gdLst>
                <a:gd name="T0" fmla="*/ 0 w 21"/>
                <a:gd name="T1" fmla="*/ 59 h 97"/>
                <a:gd name="T2" fmla="*/ 21 w 21"/>
                <a:gd name="T3" fmla="*/ 0 h 97"/>
                <a:gd name="T4" fmla="*/ 21 w 21"/>
                <a:gd name="T5" fmla="*/ 97 h 97"/>
                <a:gd name="T6" fmla="*/ 0 w 21"/>
                <a:gd name="T7" fmla="*/ 59 h 97"/>
              </a:gdLst>
              <a:ahLst/>
              <a:cxnLst>
                <a:cxn ang="0">
                  <a:pos x="T0" y="T1"/>
                </a:cxn>
                <a:cxn ang="0">
                  <a:pos x="T2" y="T3"/>
                </a:cxn>
                <a:cxn ang="0">
                  <a:pos x="T4" y="T5"/>
                </a:cxn>
                <a:cxn ang="0">
                  <a:pos x="T6" y="T7"/>
                </a:cxn>
              </a:cxnLst>
              <a:rect l="0" t="0" r="r" b="b"/>
              <a:pathLst>
                <a:path w="21" h="97">
                  <a:moveTo>
                    <a:pt x="0" y="59"/>
                  </a:moveTo>
                  <a:lnTo>
                    <a:pt x="21" y="0"/>
                  </a:lnTo>
                  <a:lnTo>
                    <a:pt x="21" y="97"/>
                  </a:lnTo>
                  <a:lnTo>
                    <a:pt x="0" y="59"/>
                  </a:lnTo>
                  <a:close/>
                </a:path>
              </a:pathLst>
            </a:custGeom>
            <a:solidFill>
              <a:srgbClr val="141414"/>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sp>
          <p:nvSpPr>
            <p:cNvPr id="28" name="Freeform 312"/>
            <p:cNvSpPr>
              <a:spLocks/>
            </p:cNvSpPr>
            <p:nvPr/>
          </p:nvSpPr>
          <p:spPr bwMode="auto">
            <a:xfrm flipH="1">
              <a:off x="6226248" y="4173476"/>
              <a:ext cx="268540" cy="545671"/>
            </a:xfrm>
            <a:custGeom>
              <a:avLst/>
              <a:gdLst>
                <a:gd name="T0" fmla="*/ 33 w 125"/>
                <a:gd name="T1" fmla="*/ 0 h 254"/>
                <a:gd name="T2" fmla="*/ 0 w 125"/>
                <a:gd name="T3" fmla="*/ 83 h 254"/>
                <a:gd name="T4" fmla="*/ 54 w 125"/>
                <a:gd name="T5" fmla="*/ 81 h 254"/>
                <a:gd name="T6" fmla="*/ 12 w 125"/>
                <a:gd name="T7" fmla="*/ 128 h 254"/>
                <a:gd name="T8" fmla="*/ 123 w 125"/>
                <a:gd name="T9" fmla="*/ 254 h 254"/>
                <a:gd name="T10" fmla="*/ 125 w 125"/>
                <a:gd name="T11" fmla="*/ 169 h 254"/>
                <a:gd name="T12" fmla="*/ 33 w 125"/>
                <a:gd name="T13" fmla="*/ 0 h 254"/>
              </a:gdLst>
              <a:ahLst/>
              <a:cxnLst>
                <a:cxn ang="0">
                  <a:pos x="T0" y="T1"/>
                </a:cxn>
                <a:cxn ang="0">
                  <a:pos x="T2" y="T3"/>
                </a:cxn>
                <a:cxn ang="0">
                  <a:pos x="T4" y="T5"/>
                </a:cxn>
                <a:cxn ang="0">
                  <a:pos x="T6" y="T7"/>
                </a:cxn>
                <a:cxn ang="0">
                  <a:pos x="T8" y="T9"/>
                </a:cxn>
                <a:cxn ang="0">
                  <a:pos x="T10" y="T11"/>
                </a:cxn>
                <a:cxn ang="0">
                  <a:pos x="T12" y="T13"/>
                </a:cxn>
              </a:cxnLst>
              <a:rect l="0" t="0" r="r" b="b"/>
              <a:pathLst>
                <a:path w="125" h="254">
                  <a:moveTo>
                    <a:pt x="33" y="0"/>
                  </a:moveTo>
                  <a:lnTo>
                    <a:pt x="0" y="83"/>
                  </a:lnTo>
                  <a:lnTo>
                    <a:pt x="54" y="81"/>
                  </a:lnTo>
                  <a:lnTo>
                    <a:pt x="12" y="128"/>
                  </a:lnTo>
                  <a:lnTo>
                    <a:pt x="123" y="254"/>
                  </a:lnTo>
                  <a:lnTo>
                    <a:pt x="125" y="169"/>
                  </a:lnTo>
                  <a:lnTo>
                    <a:pt x="33" y="0"/>
                  </a:lnTo>
                  <a:close/>
                </a:path>
              </a:pathLst>
            </a:custGeom>
            <a:solidFill>
              <a:srgbClr val="333F50"/>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sp>
          <p:nvSpPr>
            <p:cNvPr id="29" name="Freeform 313"/>
            <p:cNvSpPr>
              <a:spLocks/>
            </p:cNvSpPr>
            <p:nvPr/>
          </p:nvSpPr>
          <p:spPr bwMode="auto">
            <a:xfrm flipH="1">
              <a:off x="5962005" y="4173476"/>
              <a:ext cx="268540" cy="545671"/>
            </a:xfrm>
            <a:custGeom>
              <a:avLst/>
              <a:gdLst>
                <a:gd name="T0" fmla="*/ 92 w 125"/>
                <a:gd name="T1" fmla="*/ 0 h 254"/>
                <a:gd name="T2" fmla="*/ 125 w 125"/>
                <a:gd name="T3" fmla="*/ 83 h 254"/>
                <a:gd name="T4" fmla="*/ 71 w 125"/>
                <a:gd name="T5" fmla="*/ 81 h 254"/>
                <a:gd name="T6" fmla="*/ 113 w 125"/>
                <a:gd name="T7" fmla="*/ 128 h 254"/>
                <a:gd name="T8" fmla="*/ 0 w 125"/>
                <a:gd name="T9" fmla="*/ 254 h 254"/>
                <a:gd name="T10" fmla="*/ 0 w 125"/>
                <a:gd name="T11" fmla="*/ 169 h 254"/>
                <a:gd name="T12" fmla="*/ 92 w 125"/>
                <a:gd name="T13" fmla="*/ 0 h 254"/>
              </a:gdLst>
              <a:ahLst/>
              <a:cxnLst>
                <a:cxn ang="0">
                  <a:pos x="T0" y="T1"/>
                </a:cxn>
                <a:cxn ang="0">
                  <a:pos x="T2" y="T3"/>
                </a:cxn>
                <a:cxn ang="0">
                  <a:pos x="T4" y="T5"/>
                </a:cxn>
                <a:cxn ang="0">
                  <a:pos x="T6" y="T7"/>
                </a:cxn>
                <a:cxn ang="0">
                  <a:pos x="T8" y="T9"/>
                </a:cxn>
                <a:cxn ang="0">
                  <a:pos x="T10" y="T11"/>
                </a:cxn>
                <a:cxn ang="0">
                  <a:pos x="T12" y="T13"/>
                </a:cxn>
              </a:cxnLst>
              <a:rect l="0" t="0" r="r" b="b"/>
              <a:pathLst>
                <a:path w="125" h="254">
                  <a:moveTo>
                    <a:pt x="92" y="0"/>
                  </a:moveTo>
                  <a:lnTo>
                    <a:pt x="125" y="83"/>
                  </a:lnTo>
                  <a:lnTo>
                    <a:pt x="71" y="81"/>
                  </a:lnTo>
                  <a:lnTo>
                    <a:pt x="113" y="128"/>
                  </a:lnTo>
                  <a:lnTo>
                    <a:pt x="0" y="254"/>
                  </a:lnTo>
                  <a:lnTo>
                    <a:pt x="0" y="169"/>
                  </a:lnTo>
                  <a:lnTo>
                    <a:pt x="92" y="0"/>
                  </a:lnTo>
                  <a:close/>
                </a:path>
              </a:pathLst>
            </a:custGeom>
            <a:solidFill>
              <a:srgbClr val="333F50"/>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grpSp>
          <p:nvGrpSpPr>
            <p:cNvPr id="30" name="Group 29"/>
            <p:cNvGrpSpPr/>
            <p:nvPr/>
          </p:nvGrpSpPr>
          <p:grpSpPr>
            <a:xfrm rot="694546" flipH="1">
              <a:off x="6564688" y="3724464"/>
              <a:ext cx="89826" cy="224565"/>
              <a:chOff x="5836327" y="2247088"/>
              <a:chExt cx="130060" cy="325149"/>
            </a:xfrm>
          </p:grpSpPr>
          <p:sp>
            <p:nvSpPr>
              <p:cNvPr id="62" name="Freeform 61"/>
              <p:cNvSpPr>
                <a:spLocks/>
              </p:cNvSpPr>
              <p:nvPr/>
            </p:nvSpPr>
            <p:spPr bwMode="auto">
              <a:xfrm>
                <a:off x="5836327" y="2247088"/>
                <a:ext cx="130060" cy="325149"/>
              </a:xfrm>
              <a:custGeom>
                <a:avLst/>
                <a:gdLst>
                  <a:gd name="T0" fmla="*/ 10 w 10"/>
                  <a:gd name="T1" fmla="*/ 20 h 25"/>
                  <a:gd name="T2" fmla="*/ 5 w 10"/>
                  <a:gd name="T3" fmla="*/ 25 h 25"/>
                  <a:gd name="T4" fmla="*/ 0 w 10"/>
                  <a:gd name="T5" fmla="*/ 20 h 25"/>
                  <a:gd name="T6" fmla="*/ 0 w 10"/>
                  <a:gd name="T7" fmla="*/ 5 h 25"/>
                  <a:gd name="T8" fmla="*/ 5 w 10"/>
                  <a:gd name="T9" fmla="*/ 0 h 25"/>
                  <a:gd name="T10" fmla="*/ 10 w 10"/>
                  <a:gd name="T11" fmla="*/ 5 h 25"/>
                  <a:gd name="T12" fmla="*/ 10 w 10"/>
                  <a:gd name="T13" fmla="*/ 20 h 25"/>
                </a:gdLst>
                <a:ahLst/>
                <a:cxnLst>
                  <a:cxn ang="0">
                    <a:pos x="T0" y="T1"/>
                  </a:cxn>
                  <a:cxn ang="0">
                    <a:pos x="T2" y="T3"/>
                  </a:cxn>
                  <a:cxn ang="0">
                    <a:pos x="T4" y="T5"/>
                  </a:cxn>
                  <a:cxn ang="0">
                    <a:pos x="T6" y="T7"/>
                  </a:cxn>
                  <a:cxn ang="0">
                    <a:pos x="T8" y="T9"/>
                  </a:cxn>
                  <a:cxn ang="0">
                    <a:pos x="T10" y="T11"/>
                  </a:cxn>
                  <a:cxn ang="0">
                    <a:pos x="T12" y="T13"/>
                  </a:cxn>
                </a:cxnLst>
                <a:rect l="0" t="0" r="r" b="b"/>
                <a:pathLst>
                  <a:path w="10" h="25">
                    <a:moveTo>
                      <a:pt x="10" y="20"/>
                    </a:moveTo>
                    <a:cubicBezTo>
                      <a:pt x="10" y="23"/>
                      <a:pt x="8" y="25"/>
                      <a:pt x="5" y="25"/>
                    </a:cubicBezTo>
                    <a:cubicBezTo>
                      <a:pt x="2" y="25"/>
                      <a:pt x="0" y="23"/>
                      <a:pt x="0" y="20"/>
                    </a:cubicBezTo>
                    <a:cubicBezTo>
                      <a:pt x="0" y="5"/>
                      <a:pt x="0" y="5"/>
                      <a:pt x="0" y="5"/>
                    </a:cubicBezTo>
                    <a:cubicBezTo>
                      <a:pt x="0" y="2"/>
                      <a:pt x="2" y="0"/>
                      <a:pt x="5" y="0"/>
                    </a:cubicBezTo>
                    <a:cubicBezTo>
                      <a:pt x="8" y="0"/>
                      <a:pt x="10" y="2"/>
                      <a:pt x="10" y="5"/>
                    </a:cubicBezTo>
                    <a:lnTo>
                      <a:pt x="10" y="20"/>
                    </a:lnTo>
                    <a:close/>
                  </a:path>
                </a:pathLst>
              </a:custGeom>
              <a:solidFill>
                <a:srgbClr val="FFDC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sp>
            <p:nvSpPr>
              <p:cNvPr id="63" name="Freeform 62"/>
              <p:cNvSpPr>
                <a:spLocks/>
              </p:cNvSpPr>
              <p:nvPr/>
            </p:nvSpPr>
            <p:spPr bwMode="auto">
              <a:xfrm>
                <a:off x="5863421" y="2301279"/>
                <a:ext cx="102966" cy="205928"/>
              </a:xfrm>
              <a:custGeom>
                <a:avLst/>
                <a:gdLst>
                  <a:gd name="T0" fmla="*/ 5 w 8"/>
                  <a:gd name="T1" fmla="*/ 13 h 16"/>
                  <a:gd name="T2" fmla="*/ 5 w 8"/>
                  <a:gd name="T3" fmla="*/ 4 h 16"/>
                  <a:gd name="T4" fmla="*/ 8 w 8"/>
                  <a:gd name="T5" fmla="*/ 0 h 16"/>
                  <a:gd name="T6" fmla="*/ 7 w 8"/>
                  <a:gd name="T7" fmla="*/ 0 h 16"/>
                  <a:gd name="T8" fmla="*/ 0 w 8"/>
                  <a:gd name="T9" fmla="*/ 4 h 16"/>
                  <a:gd name="T10" fmla="*/ 0 w 8"/>
                  <a:gd name="T11" fmla="*/ 13 h 16"/>
                  <a:gd name="T12" fmla="*/ 5 w 8"/>
                  <a:gd name="T13" fmla="*/ 16 h 16"/>
                  <a:gd name="T14" fmla="*/ 6 w 8"/>
                  <a:gd name="T15" fmla="*/ 16 h 16"/>
                  <a:gd name="T16" fmla="*/ 5 w 8"/>
                  <a:gd name="T17"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6">
                    <a:moveTo>
                      <a:pt x="5" y="13"/>
                    </a:moveTo>
                    <a:cubicBezTo>
                      <a:pt x="5" y="4"/>
                      <a:pt x="5" y="4"/>
                      <a:pt x="5" y="4"/>
                    </a:cubicBezTo>
                    <a:cubicBezTo>
                      <a:pt x="5" y="2"/>
                      <a:pt x="5" y="1"/>
                      <a:pt x="8" y="0"/>
                    </a:cubicBezTo>
                    <a:cubicBezTo>
                      <a:pt x="8" y="0"/>
                      <a:pt x="7" y="0"/>
                      <a:pt x="7" y="0"/>
                    </a:cubicBezTo>
                    <a:cubicBezTo>
                      <a:pt x="3" y="0"/>
                      <a:pt x="0" y="2"/>
                      <a:pt x="0" y="4"/>
                    </a:cubicBezTo>
                    <a:cubicBezTo>
                      <a:pt x="0" y="13"/>
                      <a:pt x="0" y="13"/>
                      <a:pt x="0" y="13"/>
                    </a:cubicBezTo>
                    <a:cubicBezTo>
                      <a:pt x="0" y="15"/>
                      <a:pt x="2" y="16"/>
                      <a:pt x="5" y="16"/>
                    </a:cubicBezTo>
                    <a:cubicBezTo>
                      <a:pt x="6" y="16"/>
                      <a:pt x="6" y="16"/>
                      <a:pt x="6" y="16"/>
                    </a:cubicBezTo>
                    <a:cubicBezTo>
                      <a:pt x="4" y="16"/>
                      <a:pt x="5" y="15"/>
                      <a:pt x="5" y="13"/>
                    </a:cubicBezTo>
                    <a:close/>
                  </a:path>
                </a:pathLst>
              </a:custGeom>
              <a:solidFill>
                <a:srgbClr val="B992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grpSp>
        <p:grpSp>
          <p:nvGrpSpPr>
            <p:cNvPr id="31" name="Group 30"/>
            <p:cNvGrpSpPr/>
            <p:nvPr/>
          </p:nvGrpSpPr>
          <p:grpSpPr>
            <a:xfrm rot="20905454">
              <a:off x="5848573" y="3727210"/>
              <a:ext cx="89826" cy="224565"/>
              <a:chOff x="5836327" y="2247088"/>
              <a:chExt cx="130060" cy="325149"/>
            </a:xfrm>
          </p:grpSpPr>
          <p:sp>
            <p:nvSpPr>
              <p:cNvPr id="60" name="Freeform 59"/>
              <p:cNvSpPr>
                <a:spLocks/>
              </p:cNvSpPr>
              <p:nvPr/>
            </p:nvSpPr>
            <p:spPr bwMode="auto">
              <a:xfrm>
                <a:off x="5836327" y="2247088"/>
                <a:ext cx="130060" cy="325149"/>
              </a:xfrm>
              <a:custGeom>
                <a:avLst/>
                <a:gdLst>
                  <a:gd name="T0" fmla="*/ 10 w 10"/>
                  <a:gd name="T1" fmla="*/ 20 h 25"/>
                  <a:gd name="T2" fmla="*/ 5 w 10"/>
                  <a:gd name="T3" fmla="*/ 25 h 25"/>
                  <a:gd name="T4" fmla="*/ 0 w 10"/>
                  <a:gd name="T5" fmla="*/ 20 h 25"/>
                  <a:gd name="T6" fmla="*/ 0 w 10"/>
                  <a:gd name="T7" fmla="*/ 5 h 25"/>
                  <a:gd name="T8" fmla="*/ 5 w 10"/>
                  <a:gd name="T9" fmla="*/ 0 h 25"/>
                  <a:gd name="T10" fmla="*/ 10 w 10"/>
                  <a:gd name="T11" fmla="*/ 5 h 25"/>
                  <a:gd name="T12" fmla="*/ 10 w 10"/>
                  <a:gd name="T13" fmla="*/ 20 h 25"/>
                </a:gdLst>
                <a:ahLst/>
                <a:cxnLst>
                  <a:cxn ang="0">
                    <a:pos x="T0" y="T1"/>
                  </a:cxn>
                  <a:cxn ang="0">
                    <a:pos x="T2" y="T3"/>
                  </a:cxn>
                  <a:cxn ang="0">
                    <a:pos x="T4" y="T5"/>
                  </a:cxn>
                  <a:cxn ang="0">
                    <a:pos x="T6" y="T7"/>
                  </a:cxn>
                  <a:cxn ang="0">
                    <a:pos x="T8" y="T9"/>
                  </a:cxn>
                  <a:cxn ang="0">
                    <a:pos x="T10" y="T11"/>
                  </a:cxn>
                  <a:cxn ang="0">
                    <a:pos x="T12" y="T13"/>
                  </a:cxn>
                </a:cxnLst>
                <a:rect l="0" t="0" r="r" b="b"/>
                <a:pathLst>
                  <a:path w="10" h="25">
                    <a:moveTo>
                      <a:pt x="10" y="20"/>
                    </a:moveTo>
                    <a:cubicBezTo>
                      <a:pt x="10" y="23"/>
                      <a:pt x="8" y="25"/>
                      <a:pt x="5" y="25"/>
                    </a:cubicBezTo>
                    <a:cubicBezTo>
                      <a:pt x="2" y="25"/>
                      <a:pt x="0" y="23"/>
                      <a:pt x="0" y="20"/>
                    </a:cubicBezTo>
                    <a:cubicBezTo>
                      <a:pt x="0" y="5"/>
                      <a:pt x="0" y="5"/>
                      <a:pt x="0" y="5"/>
                    </a:cubicBezTo>
                    <a:cubicBezTo>
                      <a:pt x="0" y="2"/>
                      <a:pt x="2" y="0"/>
                      <a:pt x="5" y="0"/>
                    </a:cubicBezTo>
                    <a:cubicBezTo>
                      <a:pt x="8" y="0"/>
                      <a:pt x="10" y="2"/>
                      <a:pt x="10" y="5"/>
                    </a:cubicBezTo>
                    <a:lnTo>
                      <a:pt x="10" y="20"/>
                    </a:lnTo>
                    <a:close/>
                  </a:path>
                </a:pathLst>
              </a:custGeom>
              <a:solidFill>
                <a:srgbClr val="FFDC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sp>
            <p:nvSpPr>
              <p:cNvPr id="61" name="Freeform 60"/>
              <p:cNvSpPr>
                <a:spLocks/>
              </p:cNvSpPr>
              <p:nvPr/>
            </p:nvSpPr>
            <p:spPr bwMode="auto">
              <a:xfrm>
                <a:off x="5863421" y="2301279"/>
                <a:ext cx="102966" cy="205928"/>
              </a:xfrm>
              <a:custGeom>
                <a:avLst/>
                <a:gdLst>
                  <a:gd name="T0" fmla="*/ 5 w 8"/>
                  <a:gd name="T1" fmla="*/ 13 h 16"/>
                  <a:gd name="T2" fmla="*/ 5 w 8"/>
                  <a:gd name="T3" fmla="*/ 4 h 16"/>
                  <a:gd name="T4" fmla="*/ 8 w 8"/>
                  <a:gd name="T5" fmla="*/ 0 h 16"/>
                  <a:gd name="T6" fmla="*/ 7 w 8"/>
                  <a:gd name="T7" fmla="*/ 0 h 16"/>
                  <a:gd name="T8" fmla="*/ 0 w 8"/>
                  <a:gd name="T9" fmla="*/ 4 h 16"/>
                  <a:gd name="T10" fmla="*/ 0 w 8"/>
                  <a:gd name="T11" fmla="*/ 13 h 16"/>
                  <a:gd name="T12" fmla="*/ 5 w 8"/>
                  <a:gd name="T13" fmla="*/ 16 h 16"/>
                  <a:gd name="T14" fmla="*/ 6 w 8"/>
                  <a:gd name="T15" fmla="*/ 16 h 16"/>
                  <a:gd name="T16" fmla="*/ 5 w 8"/>
                  <a:gd name="T17"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6">
                    <a:moveTo>
                      <a:pt x="5" y="13"/>
                    </a:moveTo>
                    <a:cubicBezTo>
                      <a:pt x="5" y="4"/>
                      <a:pt x="5" y="4"/>
                      <a:pt x="5" y="4"/>
                    </a:cubicBezTo>
                    <a:cubicBezTo>
                      <a:pt x="5" y="2"/>
                      <a:pt x="5" y="1"/>
                      <a:pt x="8" y="0"/>
                    </a:cubicBezTo>
                    <a:cubicBezTo>
                      <a:pt x="8" y="0"/>
                      <a:pt x="7" y="0"/>
                      <a:pt x="7" y="0"/>
                    </a:cubicBezTo>
                    <a:cubicBezTo>
                      <a:pt x="3" y="0"/>
                      <a:pt x="0" y="2"/>
                      <a:pt x="0" y="4"/>
                    </a:cubicBezTo>
                    <a:cubicBezTo>
                      <a:pt x="0" y="13"/>
                      <a:pt x="0" y="13"/>
                      <a:pt x="0" y="13"/>
                    </a:cubicBezTo>
                    <a:cubicBezTo>
                      <a:pt x="0" y="15"/>
                      <a:pt x="2" y="16"/>
                      <a:pt x="5" y="16"/>
                    </a:cubicBezTo>
                    <a:cubicBezTo>
                      <a:pt x="6" y="16"/>
                      <a:pt x="6" y="16"/>
                      <a:pt x="6" y="16"/>
                    </a:cubicBezTo>
                    <a:cubicBezTo>
                      <a:pt x="4" y="16"/>
                      <a:pt x="5" y="15"/>
                      <a:pt x="5" y="13"/>
                    </a:cubicBezTo>
                    <a:close/>
                  </a:path>
                </a:pathLst>
              </a:custGeom>
              <a:solidFill>
                <a:srgbClr val="B992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grpSp>
        <p:sp>
          <p:nvSpPr>
            <p:cNvPr id="33" name="Freeform 364"/>
            <p:cNvSpPr>
              <a:spLocks/>
            </p:cNvSpPr>
            <p:nvPr/>
          </p:nvSpPr>
          <p:spPr bwMode="auto">
            <a:xfrm rot="20969264">
              <a:off x="6316600" y="3668567"/>
              <a:ext cx="202010" cy="52215"/>
            </a:xfrm>
            <a:custGeom>
              <a:avLst/>
              <a:gdLst>
                <a:gd name="T0" fmla="*/ 10 w 67"/>
                <a:gd name="T1" fmla="*/ 11 h 29"/>
                <a:gd name="T2" fmla="*/ 18 w 67"/>
                <a:gd name="T3" fmla="*/ 26 h 29"/>
                <a:gd name="T4" fmla="*/ 57 w 67"/>
                <a:gd name="T5" fmla="*/ 20 h 29"/>
                <a:gd name="T6" fmla="*/ 52 w 67"/>
                <a:gd name="T7" fmla="*/ 2 h 29"/>
                <a:gd name="T8" fmla="*/ 10 w 67"/>
                <a:gd name="T9" fmla="*/ 11 h 29"/>
              </a:gdLst>
              <a:ahLst/>
              <a:cxnLst>
                <a:cxn ang="0">
                  <a:pos x="T0" y="T1"/>
                </a:cxn>
                <a:cxn ang="0">
                  <a:pos x="T2" y="T3"/>
                </a:cxn>
                <a:cxn ang="0">
                  <a:pos x="T4" y="T5"/>
                </a:cxn>
                <a:cxn ang="0">
                  <a:pos x="T6" y="T7"/>
                </a:cxn>
                <a:cxn ang="0">
                  <a:pos x="T8" y="T9"/>
                </a:cxn>
              </a:cxnLst>
              <a:rect l="0" t="0" r="r" b="b"/>
              <a:pathLst>
                <a:path w="67" h="29">
                  <a:moveTo>
                    <a:pt x="10" y="11"/>
                  </a:moveTo>
                  <a:cubicBezTo>
                    <a:pt x="0" y="15"/>
                    <a:pt x="6" y="29"/>
                    <a:pt x="18" y="26"/>
                  </a:cubicBezTo>
                  <a:cubicBezTo>
                    <a:pt x="30" y="24"/>
                    <a:pt x="48" y="21"/>
                    <a:pt x="57" y="20"/>
                  </a:cubicBezTo>
                  <a:cubicBezTo>
                    <a:pt x="67" y="18"/>
                    <a:pt x="66" y="0"/>
                    <a:pt x="52" y="2"/>
                  </a:cubicBezTo>
                  <a:cubicBezTo>
                    <a:pt x="38" y="5"/>
                    <a:pt x="10" y="11"/>
                    <a:pt x="10" y="11"/>
                  </a:cubicBezTo>
                  <a:close/>
                </a:path>
              </a:pathLst>
            </a:custGeom>
            <a:solidFill>
              <a:srgbClr val="414042"/>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sp>
          <p:nvSpPr>
            <p:cNvPr id="34" name="Freeform 365"/>
            <p:cNvSpPr>
              <a:spLocks/>
            </p:cNvSpPr>
            <p:nvPr/>
          </p:nvSpPr>
          <p:spPr bwMode="auto">
            <a:xfrm rot="566454">
              <a:off x="5993796" y="3655967"/>
              <a:ext cx="205821" cy="62809"/>
            </a:xfrm>
            <a:custGeom>
              <a:avLst/>
              <a:gdLst>
                <a:gd name="T0" fmla="*/ 57 w 68"/>
                <a:gd name="T1" fmla="*/ 16 h 35"/>
                <a:gd name="T2" fmla="*/ 48 w 68"/>
                <a:gd name="T3" fmla="*/ 31 h 35"/>
                <a:gd name="T4" fmla="*/ 10 w 68"/>
                <a:gd name="T5" fmla="*/ 20 h 35"/>
                <a:gd name="T6" fmla="*/ 17 w 68"/>
                <a:gd name="T7" fmla="*/ 3 h 35"/>
                <a:gd name="T8" fmla="*/ 57 w 68"/>
                <a:gd name="T9" fmla="*/ 16 h 35"/>
              </a:gdLst>
              <a:ahLst/>
              <a:cxnLst>
                <a:cxn ang="0">
                  <a:pos x="T0" y="T1"/>
                </a:cxn>
                <a:cxn ang="0">
                  <a:pos x="T2" y="T3"/>
                </a:cxn>
                <a:cxn ang="0">
                  <a:pos x="T4" y="T5"/>
                </a:cxn>
                <a:cxn ang="0">
                  <a:pos x="T6" y="T7"/>
                </a:cxn>
                <a:cxn ang="0">
                  <a:pos x="T8" y="T9"/>
                </a:cxn>
              </a:cxnLst>
              <a:rect l="0" t="0" r="r" b="b"/>
              <a:pathLst>
                <a:path w="68" h="35">
                  <a:moveTo>
                    <a:pt x="57" y="16"/>
                  </a:moveTo>
                  <a:cubicBezTo>
                    <a:pt x="68" y="22"/>
                    <a:pt x="60" y="35"/>
                    <a:pt x="48" y="31"/>
                  </a:cubicBezTo>
                  <a:cubicBezTo>
                    <a:pt x="37" y="27"/>
                    <a:pt x="19" y="22"/>
                    <a:pt x="10" y="20"/>
                  </a:cubicBezTo>
                  <a:cubicBezTo>
                    <a:pt x="0" y="17"/>
                    <a:pt x="3" y="0"/>
                    <a:pt x="17" y="3"/>
                  </a:cubicBezTo>
                  <a:cubicBezTo>
                    <a:pt x="31" y="7"/>
                    <a:pt x="57" y="16"/>
                    <a:pt x="57" y="16"/>
                  </a:cubicBezTo>
                  <a:close/>
                </a:path>
              </a:pathLst>
            </a:custGeom>
            <a:solidFill>
              <a:srgbClr val="414042"/>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grpSp>
          <p:nvGrpSpPr>
            <p:cNvPr id="35" name="Group 34"/>
            <p:cNvGrpSpPr/>
            <p:nvPr/>
          </p:nvGrpSpPr>
          <p:grpSpPr>
            <a:xfrm>
              <a:off x="6330536" y="3725855"/>
              <a:ext cx="144203" cy="125393"/>
              <a:chOff x="2649368" y="1794482"/>
              <a:chExt cx="249281" cy="216766"/>
            </a:xfrm>
          </p:grpSpPr>
          <p:sp>
            <p:nvSpPr>
              <p:cNvPr id="55" name="Freeform 54"/>
              <p:cNvSpPr>
                <a:spLocks/>
              </p:cNvSpPr>
              <p:nvPr/>
            </p:nvSpPr>
            <p:spPr bwMode="auto">
              <a:xfrm>
                <a:off x="2649368" y="1794482"/>
                <a:ext cx="249281" cy="216766"/>
              </a:xfrm>
              <a:custGeom>
                <a:avLst/>
                <a:gdLst>
                  <a:gd name="T0" fmla="*/ 16 w 19"/>
                  <a:gd name="T1" fmla="*/ 0 h 17"/>
                  <a:gd name="T2" fmla="*/ 0 w 19"/>
                  <a:gd name="T3" fmla="*/ 5 h 17"/>
                  <a:gd name="T4" fmla="*/ 0 w 19"/>
                  <a:gd name="T5" fmla="*/ 7 h 17"/>
                  <a:gd name="T6" fmla="*/ 10 w 19"/>
                  <a:gd name="T7" fmla="*/ 17 h 17"/>
                  <a:gd name="T8" fmla="*/ 19 w 19"/>
                  <a:gd name="T9" fmla="*/ 7 h 17"/>
                  <a:gd name="T10" fmla="*/ 16 w 19"/>
                  <a:gd name="T11" fmla="*/ 0 h 17"/>
                </a:gdLst>
                <a:ahLst/>
                <a:cxnLst>
                  <a:cxn ang="0">
                    <a:pos x="T0" y="T1"/>
                  </a:cxn>
                  <a:cxn ang="0">
                    <a:pos x="T2" y="T3"/>
                  </a:cxn>
                  <a:cxn ang="0">
                    <a:pos x="T4" y="T5"/>
                  </a:cxn>
                  <a:cxn ang="0">
                    <a:pos x="T6" y="T7"/>
                  </a:cxn>
                  <a:cxn ang="0">
                    <a:pos x="T8" y="T9"/>
                  </a:cxn>
                  <a:cxn ang="0">
                    <a:pos x="T10" y="T11"/>
                  </a:cxn>
                </a:cxnLst>
                <a:rect l="0" t="0" r="r" b="b"/>
                <a:pathLst>
                  <a:path w="19" h="17">
                    <a:moveTo>
                      <a:pt x="16" y="0"/>
                    </a:moveTo>
                    <a:cubicBezTo>
                      <a:pt x="0" y="5"/>
                      <a:pt x="0" y="5"/>
                      <a:pt x="0" y="5"/>
                    </a:cubicBezTo>
                    <a:cubicBezTo>
                      <a:pt x="0" y="6"/>
                      <a:pt x="0" y="6"/>
                      <a:pt x="0" y="7"/>
                    </a:cubicBezTo>
                    <a:cubicBezTo>
                      <a:pt x="0" y="13"/>
                      <a:pt x="4" y="17"/>
                      <a:pt x="10" y="17"/>
                    </a:cubicBezTo>
                    <a:cubicBezTo>
                      <a:pt x="15" y="17"/>
                      <a:pt x="19" y="13"/>
                      <a:pt x="19" y="7"/>
                    </a:cubicBezTo>
                    <a:cubicBezTo>
                      <a:pt x="19" y="4"/>
                      <a:pt x="18" y="1"/>
                      <a:pt x="1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sp>
            <p:nvSpPr>
              <p:cNvPr id="56" name="Oval 55"/>
              <p:cNvSpPr>
                <a:spLocks noChangeArrowheads="1"/>
              </p:cNvSpPr>
              <p:nvPr/>
            </p:nvSpPr>
            <p:spPr bwMode="auto">
              <a:xfrm>
                <a:off x="2714397" y="1821576"/>
                <a:ext cx="157157" cy="151736"/>
              </a:xfrm>
              <a:prstGeom prst="ellipse">
                <a:avLst/>
              </a:pr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sp>
            <p:nvSpPr>
              <p:cNvPr id="57" name="Oval 56"/>
              <p:cNvSpPr>
                <a:spLocks noChangeArrowheads="1"/>
              </p:cNvSpPr>
              <p:nvPr/>
            </p:nvSpPr>
            <p:spPr bwMode="auto">
              <a:xfrm>
                <a:off x="2741495" y="1859512"/>
                <a:ext cx="37936" cy="37936"/>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grpSp>
        <p:grpSp>
          <p:nvGrpSpPr>
            <p:cNvPr id="36" name="Group 35"/>
            <p:cNvGrpSpPr/>
            <p:nvPr/>
          </p:nvGrpSpPr>
          <p:grpSpPr>
            <a:xfrm rot="1975451">
              <a:off x="6058711" y="3722045"/>
              <a:ext cx="144203" cy="125393"/>
              <a:chOff x="2649368" y="1794482"/>
              <a:chExt cx="249281" cy="216766"/>
            </a:xfrm>
          </p:grpSpPr>
          <p:sp>
            <p:nvSpPr>
              <p:cNvPr id="52" name="Freeform 51"/>
              <p:cNvSpPr>
                <a:spLocks/>
              </p:cNvSpPr>
              <p:nvPr/>
            </p:nvSpPr>
            <p:spPr bwMode="auto">
              <a:xfrm>
                <a:off x="2649368" y="1794482"/>
                <a:ext cx="249281" cy="216766"/>
              </a:xfrm>
              <a:custGeom>
                <a:avLst/>
                <a:gdLst>
                  <a:gd name="T0" fmla="*/ 16 w 19"/>
                  <a:gd name="T1" fmla="*/ 0 h 17"/>
                  <a:gd name="T2" fmla="*/ 0 w 19"/>
                  <a:gd name="T3" fmla="*/ 5 h 17"/>
                  <a:gd name="T4" fmla="*/ 0 w 19"/>
                  <a:gd name="T5" fmla="*/ 7 h 17"/>
                  <a:gd name="T6" fmla="*/ 10 w 19"/>
                  <a:gd name="T7" fmla="*/ 17 h 17"/>
                  <a:gd name="T8" fmla="*/ 19 w 19"/>
                  <a:gd name="T9" fmla="*/ 7 h 17"/>
                  <a:gd name="T10" fmla="*/ 16 w 19"/>
                  <a:gd name="T11" fmla="*/ 0 h 17"/>
                </a:gdLst>
                <a:ahLst/>
                <a:cxnLst>
                  <a:cxn ang="0">
                    <a:pos x="T0" y="T1"/>
                  </a:cxn>
                  <a:cxn ang="0">
                    <a:pos x="T2" y="T3"/>
                  </a:cxn>
                  <a:cxn ang="0">
                    <a:pos x="T4" y="T5"/>
                  </a:cxn>
                  <a:cxn ang="0">
                    <a:pos x="T6" y="T7"/>
                  </a:cxn>
                  <a:cxn ang="0">
                    <a:pos x="T8" y="T9"/>
                  </a:cxn>
                  <a:cxn ang="0">
                    <a:pos x="T10" y="T11"/>
                  </a:cxn>
                </a:cxnLst>
                <a:rect l="0" t="0" r="r" b="b"/>
                <a:pathLst>
                  <a:path w="19" h="17">
                    <a:moveTo>
                      <a:pt x="16" y="0"/>
                    </a:moveTo>
                    <a:cubicBezTo>
                      <a:pt x="0" y="5"/>
                      <a:pt x="0" y="5"/>
                      <a:pt x="0" y="5"/>
                    </a:cubicBezTo>
                    <a:cubicBezTo>
                      <a:pt x="0" y="6"/>
                      <a:pt x="0" y="6"/>
                      <a:pt x="0" y="7"/>
                    </a:cubicBezTo>
                    <a:cubicBezTo>
                      <a:pt x="0" y="13"/>
                      <a:pt x="4" y="17"/>
                      <a:pt x="10" y="17"/>
                    </a:cubicBezTo>
                    <a:cubicBezTo>
                      <a:pt x="15" y="17"/>
                      <a:pt x="19" y="13"/>
                      <a:pt x="19" y="7"/>
                    </a:cubicBezTo>
                    <a:cubicBezTo>
                      <a:pt x="19" y="4"/>
                      <a:pt x="18" y="1"/>
                      <a:pt x="1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sp>
            <p:nvSpPr>
              <p:cNvPr id="53" name="Oval 52"/>
              <p:cNvSpPr>
                <a:spLocks noChangeArrowheads="1"/>
              </p:cNvSpPr>
              <p:nvPr/>
            </p:nvSpPr>
            <p:spPr bwMode="auto">
              <a:xfrm>
                <a:off x="2714397" y="1821576"/>
                <a:ext cx="157157" cy="151736"/>
              </a:xfrm>
              <a:prstGeom prst="ellipse">
                <a:avLst/>
              </a:pr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sp>
            <p:nvSpPr>
              <p:cNvPr id="54" name="Oval 53"/>
              <p:cNvSpPr>
                <a:spLocks noChangeArrowheads="1"/>
              </p:cNvSpPr>
              <p:nvPr/>
            </p:nvSpPr>
            <p:spPr bwMode="auto">
              <a:xfrm>
                <a:off x="2741495" y="1859512"/>
                <a:ext cx="37936" cy="37936"/>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grpSp>
        <p:grpSp>
          <p:nvGrpSpPr>
            <p:cNvPr id="37" name="Group 36"/>
            <p:cNvGrpSpPr/>
            <p:nvPr/>
          </p:nvGrpSpPr>
          <p:grpSpPr>
            <a:xfrm>
              <a:off x="6162696" y="3945141"/>
              <a:ext cx="235976" cy="162261"/>
              <a:chOff x="2520019" y="3385066"/>
              <a:chExt cx="353459" cy="243045"/>
            </a:xfrm>
          </p:grpSpPr>
          <p:sp>
            <p:nvSpPr>
              <p:cNvPr id="50" name="Freeform 15"/>
              <p:cNvSpPr>
                <a:spLocks/>
              </p:cNvSpPr>
              <p:nvPr/>
            </p:nvSpPr>
            <p:spPr bwMode="auto">
              <a:xfrm>
                <a:off x="2657363" y="3451718"/>
                <a:ext cx="197264" cy="176393"/>
              </a:xfrm>
              <a:custGeom>
                <a:avLst/>
                <a:gdLst>
                  <a:gd name="T0" fmla="*/ 0 w 124"/>
                  <a:gd name="T1" fmla="*/ 110 h 111"/>
                  <a:gd name="T2" fmla="*/ 16 w 124"/>
                  <a:gd name="T3" fmla="*/ 111 h 111"/>
                  <a:gd name="T4" fmla="*/ 124 w 124"/>
                  <a:gd name="T5" fmla="*/ 0 h 111"/>
                  <a:gd name="T6" fmla="*/ 0 w 124"/>
                  <a:gd name="T7" fmla="*/ 110 h 111"/>
                </a:gdLst>
                <a:ahLst/>
                <a:cxnLst>
                  <a:cxn ang="0">
                    <a:pos x="T0" y="T1"/>
                  </a:cxn>
                  <a:cxn ang="0">
                    <a:pos x="T2" y="T3"/>
                  </a:cxn>
                  <a:cxn ang="0">
                    <a:pos x="T4" y="T5"/>
                  </a:cxn>
                  <a:cxn ang="0">
                    <a:pos x="T6" y="T7"/>
                  </a:cxn>
                </a:cxnLst>
                <a:rect l="0" t="0" r="r" b="b"/>
                <a:pathLst>
                  <a:path w="124" h="111">
                    <a:moveTo>
                      <a:pt x="0" y="110"/>
                    </a:moveTo>
                    <a:cubicBezTo>
                      <a:pt x="5" y="111"/>
                      <a:pt x="10" y="111"/>
                      <a:pt x="16" y="111"/>
                    </a:cubicBezTo>
                    <a:cubicBezTo>
                      <a:pt x="76" y="108"/>
                      <a:pt x="109" y="44"/>
                      <a:pt x="124" y="0"/>
                    </a:cubicBezTo>
                    <a:cubicBezTo>
                      <a:pt x="86" y="3"/>
                      <a:pt x="5" y="20"/>
                      <a:pt x="0" y="110"/>
                    </a:cubicBezTo>
                    <a:close/>
                  </a:path>
                </a:pathLst>
              </a:custGeom>
              <a:solidFill>
                <a:srgbClr val="EDA6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sp>
            <p:nvSpPr>
              <p:cNvPr id="51" name="Freeform 16"/>
              <p:cNvSpPr>
                <a:spLocks/>
              </p:cNvSpPr>
              <p:nvPr/>
            </p:nvSpPr>
            <p:spPr bwMode="auto">
              <a:xfrm>
                <a:off x="2520019" y="3385066"/>
                <a:ext cx="353459" cy="241699"/>
              </a:xfrm>
              <a:custGeom>
                <a:avLst/>
                <a:gdLst>
                  <a:gd name="T0" fmla="*/ 0 w 222"/>
                  <a:gd name="T1" fmla="*/ 32 h 152"/>
                  <a:gd name="T2" fmla="*/ 86 w 222"/>
                  <a:gd name="T3" fmla="*/ 152 h 152"/>
                  <a:gd name="T4" fmla="*/ 210 w 222"/>
                  <a:gd name="T5" fmla="*/ 42 h 152"/>
                  <a:gd name="T6" fmla="*/ 222 w 222"/>
                  <a:gd name="T7" fmla="*/ 0 h 152"/>
                  <a:gd name="T8" fmla="*/ 0 w 222"/>
                  <a:gd name="T9" fmla="*/ 32 h 152"/>
                </a:gdLst>
                <a:ahLst/>
                <a:cxnLst>
                  <a:cxn ang="0">
                    <a:pos x="T0" y="T1"/>
                  </a:cxn>
                  <a:cxn ang="0">
                    <a:pos x="T2" y="T3"/>
                  </a:cxn>
                  <a:cxn ang="0">
                    <a:pos x="T4" y="T5"/>
                  </a:cxn>
                  <a:cxn ang="0">
                    <a:pos x="T6" y="T7"/>
                  </a:cxn>
                  <a:cxn ang="0">
                    <a:pos x="T8" y="T9"/>
                  </a:cxn>
                </a:cxnLst>
                <a:rect l="0" t="0" r="r" b="b"/>
                <a:pathLst>
                  <a:path w="222" h="152">
                    <a:moveTo>
                      <a:pt x="0" y="32"/>
                    </a:moveTo>
                    <a:cubicBezTo>
                      <a:pt x="0" y="32"/>
                      <a:pt x="9" y="142"/>
                      <a:pt x="86" y="152"/>
                    </a:cubicBezTo>
                    <a:cubicBezTo>
                      <a:pt x="91" y="62"/>
                      <a:pt x="172" y="45"/>
                      <a:pt x="210" y="42"/>
                    </a:cubicBezTo>
                    <a:cubicBezTo>
                      <a:pt x="219" y="18"/>
                      <a:pt x="222" y="0"/>
                      <a:pt x="222" y="0"/>
                    </a:cubicBezTo>
                    <a:cubicBezTo>
                      <a:pt x="200" y="14"/>
                      <a:pt x="0" y="32"/>
                      <a:pt x="0" y="32"/>
                    </a:cubicBezTo>
                    <a:close/>
                  </a:path>
                </a:pathLst>
              </a:custGeom>
              <a:solidFill>
                <a:srgbClr val="7534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grpSp>
        <p:sp>
          <p:nvSpPr>
            <p:cNvPr id="38" name="Freeform 37"/>
            <p:cNvSpPr/>
            <p:nvPr/>
          </p:nvSpPr>
          <p:spPr>
            <a:xfrm rot="1142545">
              <a:off x="5929222" y="3298426"/>
              <a:ext cx="722764" cy="562400"/>
            </a:xfrm>
            <a:custGeom>
              <a:avLst/>
              <a:gdLst>
                <a:gd name="connsiteX0" fmla="*/ 249439 w 722764"/>
                <a:gd name="connsiteY0" fmla="*/ 0 h 562400"/>
                <a:gd name="connsiteX1" fmla="*/ 267217 w 722764"/>
                <a:gd name="connsiteY1" fmla="*/ 70473 h 562400"/>
                <a:gd name="connsiteX2" fmla="*/ 497427 w 722764"/>
                <a:gd name="connsiteY2" fmla="*/ 35702 h 562400"/>
                <a:gd name="connsiteX3" fmla="*/ 705044 w 722764"/>
                <a:gd name="connsiteY3" fmla="*/ 276861 h 562400"/>
                <a:gd name="connsiteX4" fmla="*/ 722764 w 722764"/>
                <a:gd name="connsiteY4" fmla="*/ 328201 h 562400"/>
                <a:gd name="connsiteX5" fmla="*/ 699367 w 722764"/>
                <a:gd name="connsiteY5" fmla="*/ 336277 h 562400"/>
                <a:gd name="connsiteX6" fmla="*/ 681646 w 722764"/>
                <a:gd name="connsiteY6" fmla="*/ 284937 h 562400"/>
                <a:gd name="connsiteX7" fmla="*/ 645237 w 722764"/>
                <a:gd name="connsiteY7" fmla="*/ 224866 h 562400"/>
                <a:gd name="connsiteX8" fmla="*/ 640876 w 722764"/>
                <a:gd name="connsiteY8" fmla="*/ 231814 h 562400"/>
                <a:gd name="connsiteX9" fmla="*/ 430289 w 722764"/>
                <a:gd name="connsiteY9" fmla="*/ 276714 h 562400"/>
                <a:gd name="connsiteX10" fmla="*/ 268682 w 722764"/>
                <a:gd name="connsiteY10" fmla="*/ 255182 h 562400"/>
                <a:gd name="connsiteX11" fmla="*/ 254712 w 722764"/>
                <a:gd name="connsiteY11" fmla="*/ 248517 h 562400"/>
                <a:gd name="connsiteX12" fmla="*/ 242396 w 722764"/>
                <a:gd name="connsiteY12" fmla="*/ 252321 h 562400"/>
                <a:gd name="connsiteX13" fmla="*/ 241723 w 722764"/>
                <a:gd name="connsiteY13" fmla="*/ 253889 h 562400"/>
                <a:gd name="connsiteX14" fmla="*/ 167607 w 722764"/>
                <a:gd name="connsiteY14" fmla="*/ 338711 h 562400"/>
                <a:gd name="connsiteX15" fmla="*/ 73868 w 722764"/>
                <a:gd name="connsiteY15" fmla="*/ 401167 h 562400"/>
                <a:gd name="connsiteX16" fmla="*/ 44424 w 722764"/>
                <a:gd name="connsiteY16" fmla="*/ 409476 h 562400"/>
                <a:gd name="connsiteX17" fmla="*/ 44369 w 722764"/>
                <a:gd name="connsiteY17" fmla="*/ 455221 h 562400"/>
                <a:gd name="connsiteX18" fmla="*/ 49910 w 722764"/>
                <a:gd name="connsiteY18" fmla="*/ 502984 h 562400"/>
                <a:gd name="connsiteX19" fmla="*/ 67631 w 722764"/>
                <a:gd name="connsiteY19" fmla="*/ 554324 h 562400"/>
                <a:gd name="connsiteX20" fmla="*/ 44233 w 722764"/>
                <a:gd name="connsiteY20" fmla="*/ 562400 h 562400"/>
                <a:gd name="connsiteX21" fmla="*/ 24544 w 722764"/>
                <a:gd name="connsiteY21" fmla="*/ 505356 h 562400"/>
                <a:gd name="connsiteX22" fmla="*/ 82119 w 722764"/>
                <a:gd name="connsiteY22" fmla="*/ 179048 h 562400"/>
                <a:gd name="connsiteX23" fmla="*/ 136618 w 722764"/>
                <a:gd name="connsiteY23" fmla="*/ 128317 h 562400"/>
                <a:gd name="connsiteX24" fmla="*/ 249439 w 722764"/>
                <a:gd name="connsiteY24" fmla="*/ 0 h 56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22764" h="562400">
                  <a:moveTo>
                    <a:pt x="249439" y="0"/>
                  </a:moveTo>
                  <a:cubicBezTo>
                    <a:pt x="237913" y="61435"/>
                    <a:pt x="267217" y="70473"/>
                    <a:pt x="267217" y="70473"/>
                  </a:cubicBezTo>
                  <a:cubicBezTo>
                    <a:pt x="317835" y="27465"/>
                    <a:pt x="446637" y="21313"/>
                    <a:pt x="497427" y="35702"/>
                  </a:cubicBezTo>
                  <a:cubicBezTo>
                    <a:pt x="659529" y="69129"/>
                    <a:pt x="695142" y="229206"/>
                    <a:pt x="705044" y="276861"/>
                  </a:cubicBezTo>
                  <a:cubicBezTo>
                    <a:pt x="701163" y="284585"/>
                    <a:pt x="722764" y="328201"/>
                    <a:pt x="722764" y="328201"/>
                  </a:cubicBezTo>
                  <a:cubicBezTo>
                    <a:pt x="722764" y="328201"/>
                    <a:pt x="722764" y="328201"/>
                    <a:pt x="699367" y="336277"/>
                  </a:cubicBezTo>
                  <a:cubicBezTo>
                    <a:pt x="697398" y="330572"/>
                    <a:pt x="683615" y="290641"/>
                    <a:pt x="681646" y="284937"/>
                  </a:cubicBezTo>
                  <a:lnTo>
                    <a:pt x="645237" y="224866"/>
                  </a:lnTo>
                  <a:lnTo>
                    <a:pt x="640876" y="231814"/>
                  </a:lnTo>
                  <a:cubicBezTo>
                    <a:pt x="606180" y="258200"/>
                    <a:pt x="524956" y="276714"/>
                    <a:pt x="430289" y="276714"/>
                  </a:cubicBezTo>
                  <a:cubicBezTo>
                    <a:pt x="367178" y="276714"/>
                    <a:pt x="310041" y="268486"/>
                    <a:pt x="268682" y="255182"/>
                  </a:cubicBezTo>
                  <a:lnTo>
                    <a:pt x="254712" y="248517"/>
                  </a:lnTo>
                  <a:lnTo>
                    <a:pt x="242396" y="252321"/>
                  </a:lnTo>
                  <a:lnTo>
                    <a:pt x="241723" y="253889"/>
                  </a:lnTo>
                  <a:cubicBezTo>
                    <a:pt x="226306" y="279644"/>
                    <a:pt x="200383" y="309953"/>
                    <a:pt x="167607" y="338711"/>
                  </a:cubicBezTo>
                  <a:cubicBezTo>
                    <a:pt x="134831" y="367469"/>
                    <a:pt x="101409" y="389231"/>
                    <a:pt x="73868" y="401167"/>
                  </a:cubicBezTo>
                  <a:lnTo>
                    <a:pt x="44424" y="409476"/>
                  </a:lnTo>
                  <a:lnTo>
                    <a:pt x="44369" y="455221"/>
                  </a:lnTo>
                  <a:cubicBezTo>
                    <a:pt x="45680" y="475317"/>
                    <a:pt x="47927" y="492497"/>
                    <a:pt x="49910" y="502984"/>
                  </a:cubicBezTo>
                  <a:cubicBezTo>
                    <a:pt x="51879" y="508689"/>
                    <a:pt x="67631" y="554324"/>
                    <a:pt x="67631" y="554324"/>
                  </a:cubicBezTo>
                  <a:cubicBezTo>
                    <a:pt x="67631" y="554324"/>
                    <a:pt x="67631" y="554324"/>
                    <a:pt x="44233" y="562400"/>
                  </a:cubicBezTo>
                  <a:cubicBezTo>
                    <a:pt x="42264" y="556696"/>
                    <a:pt x="26512" y="511060"/>
                    <a:pt x="24544" y="505356"/>
                  </a:cubicBezTo>
                  <a:cubicBezTo>
                    <a:pt x="-54328" y="238912"/>
                    <a:pt x="82119" y="179048"/>
                    <a:pt x="82119" y="179048"/>
                  </a:cubicBezTo>
                  <a:cubicBezTo>
                    <a:pt x="66368" y="133413"/>
                    <a:pt x="136618" y="128317"/>
                    <a:pt x="136618" y="128317"/>
                  </a:cubicBezTo>
                  <a:cubicBezTo>
                    <a:pt x="118898" y="76977"/>
                    <a:pt x="249439" y="0"/>
                    <a:pt x="249439" y="0"/>
                  </a:cubicBezTo>
                  <a:close/>
                </a:path>
              </a:pathLst>
            </a:custGeom>
            <a:solidFill>
              <a:srgbClr val="725C2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9" name="Freeform 95"/>
            <p:cNvSpPr>
              <a:spLocks/>
            </p:cNvSpPr>
            <p:nvPr/>
          </p:nvSpPr>
          <p:spPr bwMode="auto">
            <a:xfrm>
              <a:off x="6147033" y="4761487"/>
              <a:ext cx="41745" cy="57250"/>
            </a:xfrm>
            <a:custGeom>
              <a:avLst/>
              <a:gdLst>
                <a:gd name="T0" fmla="*/ 25 w 26"/>
                <a:gd name="T1" fmla="*/ 19 h 36"/>
                <a:gd name="T2" fmla="*/ 11 w 26"/>
                <a:gd name="T3" fmla="*/ 35 h 36"/>
                <a:gd name="T4" fmla="*/ 1 w 26"/>
                <a:gd name="T5" fmla="*/ 17 h 36"/>
                <a:gd name="T6" fmla="*/ 15 w 26"/>
                <a:gd name="T7" fmla="*/ 1 h 36"/>
                <a:gd name="T8" fmla="*/ 25 w 26"/>
                <a:gd name="T9" fmla="*/ 19 h 36"/>
              </a:gdLst>
              <a:ahLst/>
              <a:cxnLst>
                <a:cxn ang="0">
                  <a:pos x="T0" y="T1"/>
                </a:cxn>
                <a:cxn ang="0">
                  <a:pos x="T2" y="T3"/>
                </a:cxn>
                <a:cxn ang="0">
                  <a:pos x="T4" y="T5"/>
                </a:cxn>
                <a:cxn ang="0">
                  <a:pos x="T6" y="T7"/>
                </a:cxn>
                <a:cxn ang="0">
                  <a:pos x="T8" y="T9"/>
                </a:cxn>
              </a:cxnLst>
              <a:rect l="0" t="0" r="r" b="b"/>
              <a:pathLst>
                <a:path w="26" h="36">
                  <a:moveTo>
                    <a:pt x="25" y="19"/>
                  </a:moveTo>
                  <a:cubicBezTo>
                    <a:pt x="24" y="29"/>
                    <a:pt x="18" y="36"/>
                    <a:pt x="11" y="35"/>
                  </a:cubicBezTo>
                  <a:cubicBezTo>
                    <a:pt x="5" y="35"/>
                    <a:pt x="0" y="26"/>
                    <a:pt x="1" y="17"/>
                  </a:cubicBezTo>
                  <a:cubicBezTo>
                    <a:pt x="2" y="7"/>
                    <a:pt x="8" y="0"/>
                    <a:pt x="15" y="1"/>
                  </a:cubicBezTo>
                  <a:cubicBezTo>
                    <a:pt x="21" y="1"/>
                    <a:pt x="26" y="10"/>
                    <a:pt x="25" y="19"/>
                  </a:cubicBezTo>
                </a:path>
              </a:pathLst>
            </a:custGeom>
            <a:solidFill>
              <a:srgbClr val="2226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sp>
          <p:nvSpPr>
            <p:cNvPr id="40" name="Freeform 96"/>
            <p:cNvSpPr>
              <a:spLocks/>
            </p:cNvSpPr>
            <p:nvPr/>
          </p:nvSpPr>
          <p:spPr bwMode="auto">
            <a:xfrm>
              <a:off x="6145611" y="4873417"/>
              <a:ext cx="38167" cy="56057"/>
            </a:xfrm>
            <a:custGeom>
              <a:avLst/>
              <a:gdLst>
                <a:gd name="T0" fmla="*/ 24 w 24"/>
                <a:gd name="T1" fmla="*/ 17 h 35"/>
                <a:gd name="T2" fmla="*/ 13 w 24"/>
                <a:gd name="T3" fmla="*/ 35 h 35"/>
                <a:gd name="T4" fmla="*/ 0 w 24"/>
                <a:gd name="T5" fmla="*/ 18 h 35"/>
                <a:gd name="T6" fmla="*/ 11 w 24"/>
                <a:gd name="T7" fmla="*/ 0 h 35"/>
                <a:gd name="T8" fmla="*/ 24 w 24"/>
                <a:gd name="T9" fmla="*/ 17 h 35"/>
              </a:gdLst>
              <a:ahLst/>
              <a:cxnLst>
                <a:cxn ang="0">
                  <a:pos x="T0" y="T1"/>
                </a:cxn>
                <a:cxn ang="0">
                  <a:pos x="T2" y="T3"/>
                </a:cxn>
                <a:cxn ang="0">
                  <a:pos x="T4" y="T5"/>
                </a:cxn>
                <a:cxn ang="0">
                  <a:pos x="T6" y="T7"/>
                </a:cxn>
                <a:cxn ang="0">
                  <a:pos x="T8" y="T9"/>
                </a:cxn>
              </a:cxnLst>
              <a:rect l="0" t="0" r="r" b="b"/>
              <a:pathLst>
                <a:path w="24" h="35">
                  <a:moveTo>
                    <a:pt x="24" y="17"/>
                  </a:moveTo>
                  <a:cubicBezTo>
                    <a:pt x="24" y="27"/>
                    <a:pt x="19" y="35"/>
                    <a:pt x="13" y="35"/>
                  </a:cubicBezTo>
                  <a:cubicBezTo>
                    <a:pt x="6" y="35"/>
                    <a:pt x="1" y="28"/>
                    <a:pt x="0" y="18"/>
                  </a:cubicBezTo>
                  <a:cubicBezTo>
                    <a:pt x="0" y="9"/>
                    <a:pt x="5" y="1"/>
                    <a:pt x="11" y="0"/>
                  </a:cubicBezTo>
                  <a:cubicBezTo>
                    <a:pt x="18" y="0"/>
                    <a:pt x="23" y="8"/>
                    <a:pt x="24" y="17"/>
                  </a:cubicBezTo>
                </a:path>
              </a:pathLst>
            </a:custGeom>
            <a:solidFill>
              <a:srgbClr val="2226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sp>
          <p:nvSpPr>
            <p:cNvPr id="41" name="Freeform 94"/>
            <p:cNvSpPr>
              <a:spLocks/>
            </p:cNvSpPr>
            <p:nvPr/>
          </p:nvSpPr>
          <p:spPr bwMode="auto">
            <a:xfrm>
              <a:off x="6209905" y="4752306"/>
              <a:ext cx="22662" cy="312491"/>
            </a:xfrm>
            <a:custGeom>
              <a:avLst/>
              <a:gdLst>
                <a:gd name="T0" fmla="*/ 14 w 14"/>
                <a:gd name="T1" fmla="*/ 0 h 196"/>
                <a:gd name="T2" fmla="*/ 7 w 14"/>
                <a:gd name="T3" fmla="*/ 196 h 196"/>
                <a:gd name="T4" fmla="*/ 14 w 14"/>
                <a:gd name="T5" fmla="*/ 0 h 196"/>
              </a:gdLst>
              <a:ahLst/>
              <a:cxnLst>
                <a:cxn ang="0">
                  <a:pos x="T0" y="T1"/>
                </a:cxn>
                <a:cxn ang="0">
                  <a:pos x="T2" y="T3"/>
                </a:cxn>
                <a:cxn ang="0">
                  <a:pos x="T4" y="T5"/>
                </a:cxn>
              </a:cxnLst>
              <a:rect l="0" t="0" r="r" b="b"/>
              <a:pathLst>
                <a:path w="14" h="196">
                  <a:moveTo>
                    <a:pt x="14" y="0"/>
                  </a:moveTo>
                  <a:cubicBezTo>
                    <a:pt x="14" y="0"/>
                    <a:pt x="10" y="167"/>
                    <a:pt x="7" y="196"/>
                  </a:cubicBezTo>
                  <a:cubicBezTo>
                    <a:pt x="7" y="196"/>
                    <a:pt x="0" y="65"/>
                    <a:pt x="14" y="0"/>
                  </a:cubicBezTo>
                </a:path>
              </a:pathLst>
            </a:custGeom>
            <a:solidFill>
              <a:srgbClr val="2226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grpSp>
          <p:nvGrpSpPr>
            <p:cNvPr id="42" name="Group 41"/>
            <p:cNvGrpSpPr/>
            <p:nvPr/>
          </p:nvGrpSpPr>
          <p:grpSpPr>
            <a:xfrm flipH="1">
              <a:off x="5285545" y="5026242"/>
              <a:ext cx="1799827" cy="961919"/>
              <a:chOff x="2784260" y="5644717"/>
              <a:chExt cx="1879715" cy="718013"/>
            </a:xfrm>
          </p:grpSpPr>
          <p:sp>
            <p:nvSpPr>
              <p:cNvPr id="44" name="Freeform 9"/>
              <p:cNvSpPr>
                <a:spLocks/>
              </p:cNvSpPr>
              <p:nvPr/>
            </p:nvSpPr>
            <p:spPr bwMode="auto">
              <a:xfrm>
                <a:off x="3916144" y="6013265"/>
                <a:ext cx="479470" cy="349465"/>
              </a:xfrm>
              <a:custGeom>
                <a:avLst/>
                <a:gdLst>
                  <a:gd name="T0" fmla="*/ 0 w 301"/>
                  <a:gd name="T1" fmla="*/ 86 h 220"/>
                  <a:gd name="T2" fmla="*/ 141 w 301"/>
                  <a:gd name="T3" fmla="*/ 138 h 220"/>
                  <a:gd name="T4" fmla="*/ 224 w 301"/>
                  <a:gd name="T5" fmla="*/ 214 h 220"/>
                  <a:gd name="T6" fmla="*/ 294 w 301"/>
                  <a:gd name="T7" fmla="*/ 116 h 220"/>
                  <a:gd name="T8" fmla="*/ 125 w 301"/>
                  <a:gd name="T9" fmla="*/ 28 h 220"/>
                  <a:gd name="T10" fmla="*/ 76 w 301"/>
                  <a:gd name="T11" fmla="*/ 2 h 220"/>
                  <a:gd name="T12" fmla="*/ 18 w 301"/>
                  <a:gd name="T13" fmla="*/ 2 h 220"/>
                  <a:gd name="T14" fmla="*/ 0 w 301"/>
                  <a:gd name="T15" fmla="*/ 86 h 2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1" h="220">
                    <a:moveTo>
                      <a:pt x="0" y="86"/>
                    </a:moveTo>
                    <a:cubicBezTo>
                      <a:pt x="0" y="86"/>
                      <a:pt x="125" y="130"/>
                      <a:pt x="141" y="138"/>
                    </a:cubicBezTo>
                    <a:cubicBezTo>
                      <a:pt x="157" y="147"/>
                      <a:pt x="211" y="220"/>
                      <a:pt x="224" y="214"/>
                    </a:cubicBezTo>
                    <a:cubicBezTo>
                      <a:pt x="237" y="208"/>
                      <a:pt x="287" y="166"/>
                      <a:pt x="294" y="116"/>
                    </a:cubicBezTo>
                    <a:cubicBezTo>
                      <a:pt x="301" y="66"/>
                      <a:pt x="154" y="25"/>
                      <a:pt x="125" y="28"/>
                    </a:cubicBezTo>
                    <a:cubicBezTo>
                      <a:pt x="125" y="28"/>
                      <a:pt x="100" y="3"/>
                      <a:pt x="76" y="2"/>
                    </a:cubicBezTo>
                    <a:cubicBezTo>
                      <a:pt x="52" y="0"/>
                      <a:pt x="18" y="2"/>
                      <a:pt x="18" y="2"/>
                    </a:cubicBezTo>
                    <a:lnTo>
                      <a:pt x="0" y="86"/>
                    </a:lnTo>
                    <a:close/>
                  </a:path>
                </a:pathLst>
              </a:custGeom>
              <a:solidFill>
                <a:schemeClr val="tx2">
                  <a:lumMod val="5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sp>
            <p:nvSpPr>
              <p:cNvPr id="45" name="Freeform 10"/>
              <p:cNvSpPr>
                <a:spLocks/>
              </p:cNvSpPr>
              <p:nvPr/>
            </p:nvSpPr>
            <p:spPr bwMode="auto">
              <a:xfrm>
                <a:off x="3168313" y="5959593"/>
                <a:ext cx="449653" cy="317262"/>
              </a:xfrm>
              <a:custGeom>
                <a:avLst/>
                <a:gdLst>
                  <a:gd name="T0" fmla="*/ 158 w 283"/>
                  <a:gd name="T1" fmla="*/ 23 h 199"/>
                  <a:gd name="T2" fmla="*/ 19 w 283"/>
                  <a:gd name="T3" fmla="*/ 87 h 199"/>
                  <a:gd name="T4" fmla="*/ 89 w 283"/>
                  <a:gd name="T5" fmla="*/ 199 h 199"/>
                  <a:gd name="T6" fmla="*/ 211 w 283"/>
                  <a:gd name="T7" fmla="*/ 87 h 199"/>
                  <a:gd name="T8" fmla="*/ 283 w 283"/>
                  <a:gd name="T9" fmla="*/ 72 h 199"/>
                  <a:gd name="T10" fmla="*/ 158 w 283"/>
                  <a:gd name="T11" fmla="*/ 23 h 199"/>
                </a:gdLst>
                <a:ahLst/>
                <a:cxnLst>
                  <a:cxn ang="0">
                    <a:pos x="T0" y="T1"/>
                  </a:cxn>
                  <a:cxn ang="0">
                    <a:pos x="T2" y="T3"/>
                  </a:cxn>
                  <a:cxn ang="0">
                    <a:pos x="T4" y="T5"/>
                  </a:cxn>
                  <a:cxn ang="0">
                    <a:pos x="T6" y="T7"/>
                  </a:cxn>
                  <a:cxn ang="0">
                    <a:pos x="T8" y="T9"/>
                  </a:cxn>
                  <a:cxn ang="0">
                    <a:pos x="T10" y="T11"/>
                  </a:cxn>
                </a:cxnLst>
                <a:rect l="0" t="0" r="r" b="b"/>
                <a:pathLst>
                  <a:path w="283" h="199">
                    <a:moveTo>
                      <a:pt x="158" y="23"/>
                    </a:moveTo>
                    <a:cubicBezTo>
                      <a:pt x="158" y="23"/>
                      <a:pt x="38" y="69"/>
                      <a:pt x="19" y="87"/>
                    </a:cubicBezTo>
                    <a:cubicBezTo>
                      <a:pt x="0" y="104"/>
                      <a:pt x="45" y="187"/>
                      <a:pt x="89" y="199"/>
                    </a:cubicBezTo>
                    <a:cubicBezTo>
                      <a:pt x="89" y="199"/>
                      <a:pt x="190" y="92"/>
                      <a:pt x="211" y="87"/>
                    </a:cubicBezTo>
                    <a:cubicBezTo>
                      <a:pt x="231" y="81"/>
                      <a:pt x="283" y="72"/>
                      <a:pt x="283" y="72"/>
                    </a:cubicBezTo>
                    <a:cubicBezTo>
                      <a:pt x="283" y="72"/>
                      <a:pt x="217" y="0"/>
                      <a:pt x="158" y="23"/>
                    </a:cubicBezTo>
                  </a:path>
                </a:pathLst>
              </a:custGeom>
              <a:solidFill>
                <a:schemeClr val="tx2">
                  <a:lumMod val="5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sp>
            <p:nvSpPr>
              <p:cNvPr id="46" name="Freeform 11"/>
              <p:cNvSpPr>
                <a:spLocks/>
              </p:cNvSpPr>
              <p:nvPr/>
            </p:nvSpPr>
            <p:spPr bwMode="auto">
              <a:xfrm>
                <a:off x="2784260" y="5644717"/>
                <a:ext cx="1879715" cy="559382"/>
              </a:xfrm>
              <a:custGeom>
                <a:avLst/>
                <a:gdLst>
                  <a:gd name="T0" fmla="*/ 434 w 1181"/>
                  <a:gd name="T1" fmla="*/ 36 h 351"/>
                  <a:gd name="T2" fmla="*/ 187 w 1181"/>
                  <a:gd name="T3" fmla="*/ 9 h 351"/>
                  <a:gd name="T4" fmla="*/ 24 w 1181"/>
                  <a:gd name="T5" fmla="*/ 25 h 351"/>
                  <a:gd name="T6" fmla="*/ 24 w 1181"/>
                  <a:gd name="T7" fmla="*/ 130 h 351"/>
                  <a:gd name="T8" fmla="*/ 752 w 1181"/>
                  <a:gd name="T9" fmla="*/ 351 h 351"/>
                  <a:gd name="T10" fmla="*/ 788 w 1181"/>
                  <a:gd name="T11" fmla="*/ 227 h 351"/>
                  <a:gd name="T12" fmla="*/ 1155 w 1181"/>
                  <a:gd name="T13" fmla="*/ 166 h 351"/>
                  <a:gd name="T14" fmla="*/ 1119 w 1181"/>
                  <a:gd name="T15" fmla="*/ 28 h 351"/>
                  <a:gd name="T16" fmla="*/ 770 w 1181"/>
                  <a:gd name="T17" fmla="*/ 49 h 351"/>
                  <a:gd name="T18" fmla="*/ 434 w 1181"/>
                  <a:gd name="T19" fmla="*/ 36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81" h="351">
                    <a:moveTo>
                      <a:pt x="434" y="36"/>
                    </a:moveTo>
                    <a:cubicBezTo>
                      <a:pt x="434" y="36"/>
                      <a:pt x="230" y="17"/>
                      <a:pt x="187" y="9"/>
                    </a:cubicBezTo>
                    <a:cubicBezTo>
                      <a:pt x="143" y="0"/>
                      <a:pt x="48" y="9"/>
                      <a:pt x="24" y="25"/>
                    </a:cubicBezTo>
                    <a:cubicBezTo>
                      <a:pt x="0" y="42"/>
                      <a:pt x="7" y="110"/>
                      <a:pt x="24" y="130"/>
                    </a:cubicBezTo>
                    <a:cubicBezTo>
                      <a:pt x="41" y="149"/>
                      <a:pt x="711" y="342"/>
                      <a:pt x="752" y="351"/>
                    </a:cubicBezTo>
                    <a:cubicBezTo>
                      <a:pt x="752" y="351"/>
                      <a:pt x="797" y="286"/>
                      <a:pt x="788" y="227"/>
                    </a:cubicBezTo>
                    <a:cubicBezTo>
                      <a:pt x="788" y="227"/>
                      <a:pt x="1129" y="204"/>
                      <a:pt x="1155" y="166"/>
                    </a:cubicBezTo>
                    <a:cubicBezTo>
                      <a:pt x="1181" y="129"/>
                      <a:pt x="1156" y="37"/>
                      <a:pt x="1119" y="28"/>
                    </a:cubicBezTo>
                    <a:cubicBezTo>
                      <a:pt x="1083" y="20"/>
                      <a:pt x="826" y="52"/>
                      <a:pt x="770" y="49"/>
                    </a:cubicBezTo>
                    <a:cubicBezTo>
                      <a:pt x="713" y="46"/>
                      <a:pt x="434" y="36"/>
                      <a:pt x="434" y="36"/>
                    </a:cubicBezTo>
                  </a:path>
                </a:pathLst>
              </a:custGeom>
              <a:solidFill>
                <a:schemeClr val="tx2"/>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sp>
            <p:nvSpPr>
              <p:cNvPr id="47" name="Freeform 12"/>
              <p:cNvSpPr>
                <a:spLocks/>
              </p:cNvSpPr>
              <p:nvPr/>
            </p:nvSpPr>
            <p:spPr bwMode="auto">
              <a:xfrm>
                <a:off x="3082438" y="5748483"/>
                <a:ext cx="956555" cy="257626"/>
              </a:xfrm>
              <a:custGeom>
                <a:avLst/>
                <a:gdLst>
                  <a:gd name="T0" fmla="*/ 0 w 601"/>
                  <a:gd name="T1" fmla="*/ 0 h 162"/>
                  <a:gd name="T2" fmla="*/ 599 w 601"/>
                  <a:gd name="T3" fmla="*/ 134 h 162"/>
                  <a:gd name="T4" fmla="*/ 601 w 601"/>
                  <a:gd name="T5" fmla="*/ 162 h 162"/>
                  <a:gd name="T6" fmla="*/ 590 w 601"/>
                  <a:gd name="T7" fmla="*/ 144 h 162"/>
                  <a:gd name="T8" fmla="*/ 0 w 601"/>
                  <a:gd name="T9" fmla="*/ 0 h 162"/>
                </a:gdLst>
                <a:ahLst/>
                <a:cxnLst>
                  <a:cxn ang="0">
                    <a:pos x="T0" y="T1"/>
                  </a:cxn>
                  <a:cxn ang="0">
                    <a:pos x="T2" y="T3"/>
                  </a:cxn>
                  <a:cxn ang="0">
                    <a:pos x="T4" y="T5"/>
                  </a:cxn>
                  <a:cxn ang="0">
                    <a:pos x="T6" y="T7"/>
                  </a:cxn>
                  <a:cxn ang="0">
                    <a:pos x="T8" y="T9"/>
                  </a:cxn>
                </a:cxnLst>
                <a:rect l="0" t="0" r="r" b="b"/>
                <a:pathLst>
                  <a:path w="601" h="162">
                    <a:moveTo>
                      <a:pt x="0" y="0"/>
                    </a:moveTo>
                    <a:cubicBezTo>
                      <a:pt x="0" y="0"/>
                      <a:pt x="422" y="107"/>
                      <a:pt x="599" y="134"/>
                    </a:cubicBezTo>
                    <a:cubicBezTo>
                      <a:pt x="599" y="134"/>
                      <a:pt x="601" y="147"/>
                      <a:pt x="601" y="162"/>
                    </a:cubicBezTo>
                    <a:cubicBezTo>
                      <a:pt x="590" y="144"/>
                      <a:pt x="590" y="144"/>
                      <a:pt x="590" y="144"/>
                    </a:cubicBezTo>
                    <a:cubicBezTo>
                      <a:pt x="590" y="144"/>
                      <a:pt x="118" y="54"/>
                      <a:pt x="0" y="0"/>
                    </a:cubicBezTo>
                  </a:path>
                </a:pathLst>
              </a:custGeom>
              <a:solidFill>
                <a:srgbClr val="2226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sp>
            <p:nvSpPr>
              <p:cNvPr id="48" name="Freeform 13"/>
              <p:cNvSpPr>
                <a:spLocks/>
              </p:cNvSpPr>
              <p:nvPr/>
            </p:nvSpPr>
            <p:spPr bwMode="auto">
              <a:xfrm>
                <a:off x="3759898" y="5766374"/>
                <a:ext cx="695351" cy="134777"/>
              </a:xfrm>
              <a:custGeom>
                <a:avLst/>
                <a:gdLst>
                  <a:gd name="T0" fmla="*/ 437 w 437"/>
                  <a:gd name="T1" fmla="*/ 0 h 85"/>
                  <a:gd name="T2" fmla="*/ 0 w 437"/>
                  <a:gd name="T3" fmla="*/ 85 h 85"/>
                  <a:gd name="T4" fmla="*/ 437 w 437"/>
                  <a:gd name="T5" fmla="*/ 0 h 85"/>
                </a:gdLst>
                <a:ahLst/>
                <a:cxnLst>
                  <a:cxn ang="0">
                    <a:pos x="T0" y="T1"/>
                  </a:cxn>
                  <a:cxn ang="0">
                    <a:pos x="T2" y="T3"/>
                  </a:cxn>
                  <a:cxn ang="0">
                    <a:pos x="T4" y="T5"/>
                  </a:cxn>
                </a:cxnLst>
                <a:rect l="0" t="0" r="r" b="b"/>
                <a:pathLst>
                  <a:path w="437" h="85">
                    <a:moveTo>
                      <a:pt x="437" y="0"/>
                    </a:moveTo>
                    <a:cubicBezTo>
                      <a:pt x="437" y="0"/>
                      <a:pt x="71" y="83"/>
                      <a:pt x="0" y="85"/>
                    </a:cubicBezTo>
                    <a:cubicBezTo>
                      <a:pt x="0" y="85"/>
                      <a:pt x="318" y="20"/>
                      <a:pt x="437" y="0"/>
                    </a:cubicBezTo>
                  </a:path>
                </a:pathLst>
              </a:custGeom>
              <a:solidFill>
                <a:srgbClr val="2226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sp>
            <p:nvSpPr>
              <p:cNvPr id="49" name="Freeform 101"/>
              <p:cNvSpPr>
                <a:spLocks/>
              </p:cNvSpPr>
              <p:nvPr/>
            </p:nvSpPr>
            <p:spPr bwMode="auto">
              <a:xfrm>
                <a:off x="3441444" y="5699582"/>
                <a:ext cx="691773" cy="124042"/>
              </a:xfrm>
              <a:custGeom>
                <a:avLst/>
                <a:gdLst>
                  <a:gd name="T0" fmla="*/ 0 w 434"/>
                  <a:gd name="T1" fmla="*/ 0 h 78"/>
                  <a:gd name="T2" fmla="*/ 188 w 434"/>
                  <a:gd name="T3" fmla="*/ 61 h 78"/>
                  <a:gd name="T4" fmla="*/ 207 w 434"/>
                  <a:gd name="T5" fmla="*/ 24 h 78"/>
                  <a:gd name="T6" fmla="*/ 227 w 434"/>
                  <a:gd name="T7" fmla="*/ 62 h 78"/>
                  <a:gd name="T8" fmla="*/ 434 w 434"/>
                  <a:gd name="T9" fmla="*/ 11 h 78"/>
                  <a:gd name="T10" fmla="*/ 221 w 434"/>
                  <a:gd name="T11" fmla="*/ 77 h 78"/>
                  <a:gd name="T12" fmla="*/ 208 w 434"/>
                  <a:gd name="T13" fmla="*/ 46 h 78"/>
                  <a:gd name="T14" fmla="*/ 183 w 434"/>
                  <a:gd name="T15" fmla="*/ 77 h 78"/>
                  <a:gd name="T16" fmla="*/ 0 w 434"/>
                  <a:gd name="T1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4" h="78">
                    <a:moveTo>
                      <a:pt x="0" y="0"/>
                    </a:moveTo>
                    <a:cubicBezTo>
                      <a:pt x="0" y="0"/>
                      <a:pt x="137" y="62"/>
                      <a:pt x="188" y="61"/>
                    </a:cubicBezTo>
                    <a:cubicBezTo>
                      <a:pt x="207" y="24"/>
                      <a:pt x="207" y="24"/>
                      <a:pt x="207" y="24"/>
                    </a:cubicBezTo>
                    <a:cubicBezTo>
                      <a:pt x="227" y="62"/>
                      <a:pt x="227" y="62"/>
                      <a:pt x="227" y="62"/>
                    </a:cubicBezTo>
                    <a:cubicBezTo>
                      <a:pt x="227" y="62"/>
                      <a:pt x="378" y="36"/>
                      <a:pt x="434" y="11"/>
                    </a:cubicBezTo>
                    <a:cubicBezTo>
                      <a:pt x="434" y="11"/>
                      <a:pt x="267" y="75"/>
                      <a:pt x="221" y="77"/>
                    </a:cubicBezTo>
                    <a:cubicBezTo>
                      <a:pt x="208" y="46"/>
                      <a:pt x="208" y="46"/>
                      <a:pt x="208" y="46"/>
                    </a:cubicBezTo>
                    <a:cubicBezTo>
                      <a:pt x="208" y="46"/>
                      <a:pt x="190" y="78"/>
                      <a:pt x="183" y="77"/>
                    </a:cubicBezTo>
                    <a:cubicBezTo>
                      <a:pt x="177" y="77"/>
                      <a:pt x="0" y="0"/>
                      <a:pt x="0" y="0"/>
                    </a:cubicBezTo>
                  </a:path>
                </a:pathLst>
              </a:custGeom>
              <a:solidFill>
                <a:srgbClr val="2226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grpSp>
        <p:sp>
          <p:nvSpPr>
            <p:cNvPr id="43" name="Freeform 96"/>
            <p:cNvSpPr>
              <a:spLocks/>
            </p:cNvSpPr>
            <p:nvPr/>
          </p:nvSpPr>
          <p:spPr bwMode="auto">
            <a:xfrm>
              <a:off x="6147992" y="4983681"/>
              <a:ext cx="38167" cy="56057"/>
            </a:xfrm>
            <a:custGeom>
              <a:avLst/>
              <a:gdLst>
                <a:gd name="T0" fmla="*/ 24 w 24"/>
                <a:gd name="T1" fmla="*/ 17 h 35"/>
                <a:gd name="T2" fmla="*/ 13 w 24"/>
                <a:gd name="T3" fmla="*/ 35 h 35"/>
                <a:gd name="T4" fmla="*/ 0 w 24"/>
                <a:gd name="T5" fmla="*/ 18 h 35"/>
                <a:gd name="T6" fmla="*/ 11 w 24"/>
                <a:gd name="T7" fmla="*/ 0 h 35"/>
                <a:gd name="T8" fmla="*/ 24 w 24"/>
                <a:gd name="T9" fmla="*/ 17 h 35"/>
              </a:gdLst>
              <a:ahLst/>
              <a:cxnLst>
                <a:cxn ang="0">
                  <a:pos x="T0" y="T1"/>
                </a:cxn>
                <a:cxn ang="0">
                  <a:pos x="T2" y="T3"/>
                </a:cxn>
                <a:cxn ang="0">
                  <a:pos x="T4" y="T5"/>
                </a:cxn>
                <a:cxn ang="0">
                  <a:pos x="T6" y="T7"/>
                </a:cxn>
                <a:cxn ang="0">
                  <a:pos x="T8" y="T9"/>
                </a:cxn>
              </a:cxnLst>
              <a:rect l="0" t="0" r="r" b="b"/>
              <a:pathLst>
                <a:path w="24" h="35">
                  <a:moveTo>
                    <a:pt x="24" y="17"/>
                  </a:moveTo>
                  <a:cubicBezTo>
                    <a:pt x="24" y="27"/>
                    <a:pt x="19" y="35"/>
                    <a:pt x="13" y="35"/>
                  </a:cubicBezTo>
                  <a:cubicBezTo>
                    <a:pt x="6" y="35"/>
                    <a:pt x="1" y="28"/>
                    <a:pt x="0" y="18"/>
                  </a:cubicBezTo>
                  <a:cubicBezTo>
                    <a:pt x="0" y="9"/>
                    <a:pt x="5" y="1"/>
                    <a:pt x="11" y="0"/>
                  </a:cubicBezTo>
                  <a:cubicBezTo>
                    <a:pt x="18" y="0"/>
                    <a:pt x="23" y="8"/>
                    <a:pt x="24" y="17"/>
                  </a:cubicBezTo>
                </a:path>
              </a:pathLst>
            </a:custGeom>
            <a:solidFill>
              <a:srgbClr val="2226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grpSp>
      <p:grpSp>
        <p:nvGrpSpPr>
          <p:cNvPr id="64" name="Group 63"/>
          <p:cNvGrpSpPr/>
          <p:nvPr/>
        </p:nvGrpSpPr>
        <p:grpSpPr>
          <a:xfrm>
            <a:off x="5924815" y="2989322"/>
            <a:ext cx="910297" cy="768651"/>
            <a:chOff x="5408613" y="4151313"/>
            <a:chExt cx="1458913" cy="1231900"/>
          </a:xfrm>
        </p:grpSpPr>
        <p:sp>
          <p:nvSpPr>
            <p:cNvPr id="65" name="Rectangle 16"/>
            <p:cNvSpPr>
              <a:spLocks noChangeArrowheads="1"/>
            </p:cNvSpPr>
            <p:nvPr/>
          </p:nvSpPr>
          <p:spPr bwMode="auto">
            <a:xfrm>
              <a:off x="5408613" y="4151313"/>
              <a:ext cx="1458913" cy="284163"/>
            </a:xfrm>
            <a:prstGeom prst="rect">
              <a:avLst/>
            </a:prstGeom>
            <a:solidFill>
              <a:srgbClr val="966836"/>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sp>
          <p:nvSpPr>
            <p:cNvPr id="66" name="Freeform 18"/>
            <p:cNvSpPr>
              <a:spLocks/>
            </p:cNvSpPr>
            <p:nvPr/>
          </p:nvSpPr>
          <p:spPr bwMode="auto">
            <a:xfrm>
              <a:off x="5480051" y="4435475"/>
              <a:ext cx="1316038" cy="947738"/>
            </a:xfrm>
            <a:custGeom>
              <a:avLst/>
              <a:gdLst>
                <a:gd name="T0" fmla="*/ 669 w 829"/>
                <a:gd name="T1" fmla="*/ 597 h 597"/>
                <a:gd name="T2" fmla="*/ 160 w 829"/>
                <a:gd name="T3" fmla="*/ 597 h 597"/>
                <a:gd name="T4" fmla="*/ 0 w 829"/>
                <a:gd name="T5" fmla="*/ 0 h 597"/>
                <a:gd name="T6" fmla="*/ 829 w 829"/>
                <a:gd name="T7" fmla="*/ 0 h 597"/>
                <a:gd name="T8" fmla="*/ 669 w 829"/>
                <a:gd name="T9" fmla="*/ 597 h 597"/>
              </a:gdLst>
              <a:ahLst/>
              <a:cxnLst>
                <a:cxn ang="0">
                  <a:pos x="T0" y="T1"/>
                </a:cxn>
                <a:cxn ang="0">
                  <a:pos x="T2" y="T3"/>
                </a:cxn>
                <a:cxn ang="0">
                  <a:pos x="T4" y="T5"/>
                </a:cxn>
                <a:cxn ang="0">
                  <a:pos x="T6" y="T7"/>
                </a:cxn>
                <a:cxn ang="0">
                  <a:pos x="T8" y="T9"/>
                </a:cxn>
              </a:cxnLst>
              <a:rect l="0" t="0" r="r" b="b"/>
              <a:pathLst>
                <a:path w="829" h="597">
                  <a:moveTo>
                    <a:pt x="669" y="597"/>
                  </a:moveTo>
                  <a:lnTo>
                    <a:pt x="160" y="597"/>
                  </a:lnTo>
                  <a:lnTo>
                    <a:pt x="0" y="0"/>
                  </a:lnTo>
                  <a:lnTo>
                    <a:pt x="829" y="0"/>
                  </a:lnTo>
                  <a:lnTo>
                    <a:pt x="669" y="597"/>
                  </a:lnTo>
                  <a:close/>
                </a:path>
              </a:pathLst>
            </a:custGeom>
            <a:solidFill>
              <a:srgbClr val="BC8548"/>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sp>
          <p:nvSpPr>
            <p:cNvPr id="67" name="Freeform 20"/>
            <p:cNvSpPr>
              <a:spLocks/>
            </p:cNvSpPr>
            <p:nvPr/>
          </p:nvSpPr>
          <p:spPr bwMode="auto">
            <a:xfrm>
              <a:off x="6137276" y="4151313"/>
              <a:ext cx="730250" cy="284163"/>
            </a:xfrm>
            <a:custGeom>
              <a:avLst/>
              <a:gdLst>
                <a:gd name="T0" fmla="*/ 460 w 460"/>
                <a:gd name="T1" fmla="*/ 0 h 179"/>
                <a:gd name="T2" fmla="*/ 14 w 460"/>
                <a:gd name="T3" fmla="*/ 0 h 179"/>
                <a:gd name="T4" fmla="*/ 0 w 460"/>
                <a:gd name="T5" fmla="*/ 0 h 179"/>
                <a:gd name="T6" fmla="*/ 0 w 460"/>
                <a:gd name="T7" fmla="*/ 179 h 179"/>
                <a:gd name="T8" fmla="*/ 415 w 460"/>
                <a:gd name="T9" fmla="*/ 179 h 179"/>
                <a:gd name="T10" fmla="*/ 460 w 460"/>
                <a:gd name="T11" fmla="*/ 179 h 179"/>
                <a:gd name="T12" fmla="*/ 460 w 460"/>
                <a:gd name="T13" fmla="*/ 0 h 179"/>
              </a:gdLst>
              <a:ahLst/>
              <a:cxnLst>
                <a:cxn ang="0">
                  <a:pos x="T0" y="T1"/>
                </a:cxn>
                <a:cxn ang="0">
                  <a:pos x="T2" y="T3"/>
                </a:cxn>
                <a:cxn ang="0">
                  <a:pos x="T4" y="T5"/>
                </a:cxn>
                <a:cxn ang="0">
                  <a:pos x="T6" y="T7"/>
                </a:cxn>
                <a:cxn ang="0">
                  <a:pos x="T8" y="T9"/>
                </a:cxn>
                <a:cxn ang="0">
                  <a:pos x="T10" y="T11"/>
                </a:cxn>
                <a:cxn ang="0">
                  <a:pos x="T12" y="T13"/>
                </a:cxn>
              </a:cxnLst>
              <a:rect l="0" t="0" r="r" b="b"/>
              <a:pathLst>
                <a:path w="460" h="179">
                  <a:moveTo>
                    <a:pt x="460" y="0"/>
                  </a:moveTo>
                  <a:lnTo>
                    <a:pt x="14" y="0"/>
                  </a:lnTo>
                  <a:lnTo>
                    <a:pt x="0" y="0"/>
                  </a:lnTo>
                  <a:lnTo>
                    <a:pt x="0" y="179"/>
                  </a:lnTo>
                  <a:lnTo>
                    <a:pt x="415" y="179"/>
                  </a:lnTo>
                  <a:lnTo>
                    <a:pt x="460" y="179"/>
                  </a:lnTo>
                  <a:lnTo>
                    <a:pt x="460" y="0"/>
                  </a:lnTo>
                  <a:close/>
                </a:path>
              </a:pathLst>
            </a:custGeom>
            <a:solidFill>
              <a:srgbClr val="7E582E"/>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sp>
          <p:nvSpPr>
            <p:cNvPr id="68" name="Freeform 22"/>
            <p:cNvSpPr>
              <a:spLocks/>
            </p:cNvSpPr>
            <p:nvPr/>
          </p:nvSpPr>
          <p:spPr bwMode="auto">
            <a:xfrm>
              <a:off x="6137276" y="4435475"/>
              <a:ext cx="658813" cy="947738"/>
            </a:xfrm>
            <a:custGeom>
              <a:avLst/>
              <a:gdLst>
                <a:gd name="T0" fmla="*/ 415 w 415"/>
                <a:gd name="T1" fmla="*/ 0 h 597"/>
                <a:gd name="T2" fmla="*/ 0 w 415"/>
                <a:gd name="T3" fmla="*/ 0 h 597"/>
                <a:gd name="T4" fmla="*/ 0 w 415"/>
                <a:gd name="T5" fmla="*/ 597 h 597"/>
                <a:gd name="T6" fmla="*/ 255 w 415"/>
                <a:gd name="T7" fmla="*/ 597 h 597"/>
                <a:gd name="T8" fmla="*/ 415 w 415"/>
                <a:gd name="T9" fmla="*/ 0 h 597"/>
              </a:gdLst>
              <a:ahLst/>
              <a:cxnLst>
                <a:cxn ang="0">
                  <a:pos x="T0" y="T1"/>
                </a:cxn>
                <a:cxn ang="0">
                  <a:pos x="T2" y="T3"/>
                </a:cxn>
                <a:cxn ang="0">
                  <a:pos x="T4" y="T5"/>
                </a:cxn>
                <a:cxn ang="0">
                  <a:pos x="T6" y="T7"/>
                </a:cxn>
                <a:cxn ang="0">
                  <a:pos x="T8" y="T9"/>
                </a:cxn>
              </a:cxnLst>
              <a:rect l="0" t="0" r="r" b="b"/>
              <a:pathLst>
                <a:path w="415" h="597">
                  <a:moveTo>
                    <a:pt x="415" y="0"/>
                  </a:moveTo>
                  <a:lnTo>
                    <a:pt x="0" y="0"/>
                  </a:lnTo>
                  <a:lnTo>
                    <a:pt x="0" y="597"/>
                  </a:lnTo>
                  <a:lnTo>
                    <a:pt x="255" y="597"/>
                  </a:lnTo>
                  <a:lnTo>
                    <a:pt x="415" y="0"/>
                  </a:lnTo>
                  <a:close/>
                </a:path>
              </a:pathLst>
            </a:custGeom>
            <a:solidFill>
              <a:srgbClr val="906434"/>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grpSp>
      <p:sp>
        <p:nvSpPr>
          <p:cNvPr id="69" name="Text Placeholder 47"/>
          <p:cNvSpPr txBox="1">
            <a:spLocks/>
          </p:cNvSpPr>
          <p:nvPr/>
        </p:nvSpPr>
        <p:spPr>
          <a:xfrm>
            <a:off x="4751853" y="2391183"/>
            <a:ext cx="3051743" cy="629761"/>
          </a:xfrm>
          <a:prstGeom prst="rect">
            <a:avLst/>
          </a:prstGeom>
        </p:spPr>
        <p:txBody>
          <a:bodyPr>
            <a:noAutofit/>
          </a:bodyPr>
          <a:lstStyle>
            <a:lvl1pPr marL="0" indent="0" algn="l" defTabSz="914400" rtl="0" eaLnBrk="1" latinLnBrk="0" hangingPunct="1">
              <a:lnSpc>
                <a:spcPct val="90000"/>
              </a:lnSpc>
              <a:spcBef>
                <a:spcPts val="1000"/>
              </a:spcBef>
              <a:buFontTx/>
              <a:buNone/>
              <a:defRPr sz="1600" kern="1200">
                <a:solidFill>
                  <a:schemeClr val="tx1"/>
                </a:solidFill>
                <a:latin typeface="+mn-lt"/>
                <a:ea typeface="+mn-ea"/>
                <a:cs typeface="+mn-cs"/>
              </a:defRPr>
            </a:lvl1pPr>
            <a:lvl2pPr marL="457200" indent="0" algn="l" defTabSz="914400" rtl="0" eaLnBrk="1" latinLnBrk="0" hangingPunct="1">
              <a:lnSpc>
                <a:spcPct val="90000"/>
              </a:lnSpc>
              <a:spcBef>
                <a:spcPts val="500"/>
              </a:spcBef>
              <a:buFontTx/>
              <a:buNone/>
              <a:defRPr sz="14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Tx/>
              <a:buNone/>
              <a:defRPr sz="12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Tx/>
              <a:buNone/>
              <a:defRPr sz="11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Tx/>
              <a:buNone/>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14350" indent="-514350" algn="ctr" rtl="1" fontAlgn="auto">
              <a:spcAft>
                <a:spcPts val="0"/>
              </a:spcAft>
              <a:buFont typeface="+mj-lt"/>
              <a:buAutoNum type="arabicPeriod" startAt="2"/>
            </a:pPr>
            <a:r>
              <a:rPr lang="ar-SA" sz="3200" b="1" dirty="0" smtClean="0">
                <a:solidFill>
                  <a:srgbClr val="00B050"/>
                </a:solidFill>
                <a:latin typeface="Roboto"/>
              </a:rPr>
              <a:t>التربية </a:t>
            </a:r>
            <a:r>
              <a:rPr lang="ar-SA" sz="3200" b="1" dirty="0">
                <a:solidFill>
                  <a:srgbClr val="00B050"/>
                </a:solidFill>
                <a:latin typeface="Roboto"/>
              </a:rPr>
              <a:t>المستدامة</a:t>
            </a:r>
            <a:endParaRPr lang="en-AU" sz="2400" b="1" dirty="0">
              <a:solidFill>
                <a:srgbClr val="00B050"/>
              </a:solidFill>
              <a:latin typeface="Roboto"/>
            </a:endParaRPr>
          </a:p>
        </p:txBody>
      </p:sp>
      <p:grpSp>
        <p:nvGrpSpPr>
          <p:cNvPr id="70" name="Group 69"/>
          <p:cNvGrpSpPr/>
          <p:nvPr/>
        </p:nvGrpSpPr>
        <p:grpSpPr>
          <a:xfrm>
            <a:off x="7912514" y="1959080"/>
            <a:ext cx="539121" cy="539121"/>
            <a:chOff x="2766370" y="2796441"/>
            <a:chExt cx="539121" cy="539121"/>
          </a:xfrm>
        </p:grpSpPr>
        <p:sp>
          <p:nvSpPr>
            <p:cNvPr id="71" name="Oval 70"/>
            <p:cNvSpPr/>
            <p:nvPr/>
          </p:nvSpPr>
          <p:spPr>
            <a:xfrm>
              <a:off x="2766370" y="2796441"/>
              <a:ext cx="539121" cy="539121"/>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72" name="Freeform 71"/>
            <p:cNvSpPr>
              <a:spLocks noEditPoints="1"/>
            </p:cNvSpPr>
            <p:nvPr/>
          </p:nvSpPr>
          <p:spPr bwMode="auto">
            <a:xfrm>
              <a:off x="2943752" y="2975098"/>
              <a:ext cx="184355" cy="184355"/>
            </a:xfrm>
            <a:custGeom>
              <a:avLst/>
              <a:gdLst>
                <a:gd name="T0" fmla="*/ 20 w 41"/>
                <a:gd name="T1" fmla="*/ 41 h 41"/>
                <a:gd name="T2" fmla="*/ 5 w 41"/>
                <a:gd name="T3" fmla="*/ 33 h 41"/>
                <a:gd name="T4" fmla="*/ 5 w 41"/>
                <a:gd name="T5" fmla="*/ 32 h 41"/>
                <a:gd name="T6" fmla="*/ 8 w 41"/>
                <a:gd name="T7" fmla="*/ 29 h 41"/>
                <a:gd name="T8" fmla="*/ 9 w 41"/>
                <a:gd name="T9" fmla="*/ 28 h 41"/>
                <a:gd name="T10" fmla="*/ 10 w 41"/>
                <a:gd name="T11" fmla="*/ 29 h 41"/>
                <a:gd name="T12" fmla="*/ 20 w 41"/>
                <a:gd name="T13" fmla="*/ 34 h 41"/>
                <a:gd name="T14" fmla="*/ 34 w 41"/>
                <a:gd name="T15" fmla="*/ 20 h 41"/>
                <a:gd name="T16" fmla="*/ 20 w 41"/>
                <a:gd name="T17" fmla="*/ 7 h 41"/>
                <a:gd name="T18" fmla="*/ 11 w 41"/>
                <a:gd name="T19" fmla="*/ 10 h 41"/>
                <a:gd name="T20" fmla="*/ 15 w 41"/>
                <a:gd name="T21" fmla="*/ 14 h 41"/>
                <a:gd name="T22" fmla="*/ 15 w 41"/>
                <a:gd name="T23" fmla="*/ 16 h 41"/>
                <a:gd name="T24" fmla="*/ 14 w 41"/>
                <a:gd name="T25" fmla="*/ 17 h 41"/>
                <a:gd name="T26" fmla="*/ 2 w 41"/>
                <a:gd name="T27" fmla="*/ 17 h 41"/>
                <a:gd name="T28" fmla="*/ 0 w 41"/>
                <a:gd name="T29" fmla="*/ 15 h 41"/>
                <a:gd name="T30" fmla="*/ 0 w 41"/>
                <a:gd name="T31" fmla="*/ 3 h 41"/>
                <a:gd name="T32" fmla="*/ 1 w 41"/>
                <a:gd name="T33" fmla="*/ 2 h 41"/>
                <a:gd name="T34" fmla="*/ 3 w 41"/>
                <a:gd name="T35" fmla="*/ 2 h 41"/>
                <a:gd name="T36" fmla="*/ 6 w 41"/>
                <a:gd name="T37" fmla="*/ 5 h 41"/>
                <a:gd name="T38" fmla="*/ 20 w 41"/>
                <a:gd name="T39" fmla="*/ 0 h 41"/>
                <a:gd name="T40" fmla="*/ 41 w 41"/>
                <a:gd name="T41" fmla="*/ 20 h 41"/>
                <a:gd name="T42" fmla="*/ 20 w 41"/>
                <a:gd name="T43" fmla="*/ 41 h 41"/>
                <a:gd name="T44" fmla="*/ 24 w 41"/>
                <a:gd name="T45" fmla="*/ 25 h 41"/>
                <a:gd name="T46" fmla="*/ 23 w 41"/>
                <a:gd name="T47" fmla="*/ 25 h 41"/>
                <a:gd name="T48" fmla="*/ 14 w 41"/>
                <a:gd name="T49" fmla="*/ 25 h 41"/>
                <a:gd name="T50" fmla="*/ 14 w 41"/>
                <a:gd name="T51" fmla="*/ 25 h 41"/>
                <a:gd name="T52" fmla="*/ 14 w 41"/>
                <a:gd name="T53" fmla="*/ 23 h 41"/>
                <a:gd name="T54" fmla="*/ 14 w 41"/>
                <a:gd name="T55" fmla="*/ 22 h 41"/>
                <a:gd name="T56" fmla="*/ 20 w 41"/>
                <a:gd name="T57" fmla="*/ 22 h 41"/>
                <a:gd name="T58" fmla="*/ 20 w 41"/>
                <a:gd name="T59" fmla="*/ 13 h 41"/>
                <a:gd name="T60" fmla="*/ 21 w 41"/>
                <a:gd name="T61" fmla="*/ 12 h 41"/>
                <a:gd name="T62" fmla="*/ 23 w 41"/>
                <a:gd name="T63" fmla="*/ 12 h 41"/>
                <a:gd name="T64" fmla="*/ 24 w 41"/>
                <a:gd name="T65" fmla="*/ 13 h 41"/>
                <a:gd name="T66" fmla="*/ 24 w 41"/>
                <a:gd name="T67" fmla="*/ 25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1" h="41">
                  <a:moveTo>
                    <a:pt x="20" y="41"/>
                  </a:moveTo>
                  <a:cubicBezTo>
                    <a:pt x="14" y="41"/>
                    <a:pt x="8" y="38"/>
                    <a:pt x="5" y="33"/>
                  </a:cubicBezTo>
                  <a:cubicBezTo>
                    <a:pt x="4" y="33"/>
                    <a:pt x="4" y="33"/>
                    <a:pt x="5" y="32"/>
                  </a:cubicBezTo>
                  <a:cubicBezTo>
                    <a:pt x="8" y="29"/>
                    <a:pt x="8" y="29"/>
                    <a:pt x="8" y="29"/>
                  </a:cubicBezTo>
                  <a:cubicBezTo>
                    <a:pt x="8" y="28"/>
                    <a:pt x="9" y="28"/>
                    <a:pt x="9" y="28"/>
                  </a:cubicBezTo>
                  <a:cubicBezTo>
                    <a:pt x="9" y="28"/>
                    <a:pt x="9" y="28"/>
                    <a:pt x="10" y="29"/>
                  </a:cubicBezTo>
                  <a:cubicBezTo>
                    <a:pt x="12" y="32"/>
                    <a:pt x="16" y="34"/>
                    <a:pt x="20" y="34"/>
                  </a:cubicBezTo>
                  <a:cubicBezTo>
                    <a:pt x="28" y="34"/>
                    <a:pt x="34" y="28"/>
                    <a:pt x="34" y="20"/>
                  </a:cubicBezTo>
                  <a:cubicBezTo>
                    <a:pt x="34" y="13"/>
                    <a:pt x="28" y="7"/>
                    <a:pt x="20" y="7"/>
                  </a:cubicBezTo>
                  <a:cubicBezTo>
                    <a:pt x="17" y="7"/>
                    <a:pt x="14" y="8"/>
                    <a:pt x="11" y="10"/>
                  </a:cubicBezTo>
                  <a:cubicBezTo>
                    <a:pt x="15" y="14"/>
                    <a:pt x="15" y="14"/>
                    <a:pt x="15" y="14"/>
                  </a:cubicBezTo>
                  <a:cubicBezTo>
                    <a:pt x="15" y="14"/>
                    <a:pt x="15" y="15"/>
                    <a:pt x="15" y="16"/>
                  </a:cubicBezTo>
                  <a:cubicBezTo>
                    <a:pt x="15" y="16"/>
                    <a:pt x="14" y="17"/>
                    <a:pt x="14" y="17"/>
                  </a:cubicBezTo>
                  <a:cubicBezTo>
                    <a:pt x="2" y="17"/>
                    <a:pt x="2" y="17"/>
                    <a:pt x="2" y="17"/>
                  </a:cubicBezTo>
                  <a:cubicBezTo>
                    <a:pt x="1" y="17"/>
                    <a:pt x="0" y="16"/>
                    <a:pt x="0" y="15"/>
                  </a:cubicBezTo>
                  <a:cubicBezTo>
                    <a:pt x="0" y="3"/>
                    <a:pt x="0" y="3"/>
                    <a:pt x="0" y="3"/>
                  </a:cubicBezTo>
                  <a:cubicBezTo>
                    <a:pt x="0" y="2"/>
                    <a:pt x="0" y="2"/>
                    <a:pt x="1" y="2"/>
                  </a:cubicBezTo>
                  <a:cubicBezTo>
                    <a:pt x="2" y="1"/>
                    <a:pt x="2" y="1"/>
                    <a:pt x="3" y="2"/>
                  </a:cubicBezTo>
                  <a:cubicBezTo>
                    <a:pt x="6" y="5"/>
                    <a:pt x="6" y="5"/>
                    <a:pt x="6" y="5"/>
                  </a:cubicBezTo>
                  <a:cubicBezTo>
                    <a:pt x="10" y="2"/>
                    <a:pt x="15" y="0"/>
                    <a:pt x="20" y="0"/>
                  </a:cubicBezTo>
                  <a:cubicBezTo>
                    <a:pt x="32" y="0"/>
                    <a:pt x="41" y="9"/>
                    <a:pt x="41" y="20"/>
                  </a:cubicBezTo>
                  <a:cubicBezTo>
                    <a:pt x="41" y="32"/>
                    <a:pt x="32" y="41"/>
                    <a:pt x="20" y="41"/>
                  </a:cubicBezTo>
                  <a:close/>
                  <a:moveTo>
                    <a:pt x="24" y="25"/>
                  </a:moveTo>
                  <a:cubicBezTo>
                    <a:pt x="24" y="25"/>
                    <a:pt x="23" y="25"/>
                    <a:pt x="23" y="25"/>
                  </a:cubicBezTo>
                  <a:cubicBezTo>
                    <a:pt x="14" y="25"/>
                    <a:pt x="14" y="25"/>
                    <a:pt x="14" y="25"/>
                  </a:cubicBezTo>
                  <a:cubicBezTo>
                    <a:pt x="14" y="25"/>
                    <a:pt x="14" y="25"/>
                    <a:pt x="14" y="25"/>
                  </a:cubicBezTo>
                  <a:cubicBezTo>
                    <a:pt x="14" y="23"/>
                    <a:pt x="14" y="23"/>
                    <a:pt x="14" y="23"/>
                  </a:cubicBezTo>
                  <a:cubicBezTo>
                    <a:pt x="14" y="22"/>
                    <a:pt x="14" y="22"/>
                    <a:pt x="14" y="22"/>
                  </a:cubicBezTo>
                  <a:cubicBezTo>
                    <a:pt x="20" y="22"/>
                    <a:pt x="20" y="22"/>
                    <a:pt x="20" y="22"/>
                  </a:cubicBezTo>
                  <a:cubicBezTo>
                    <a:pt x="20" y="13"/>
                    <a:pt x="20" y="13"/>
                    <a:pt x="20" y="13"/>
                  </a:cubicBezTo>
                  <a:cubicBezTo>
                    <a:pt x="20" y="12"/>
                    <a:pt x="21" y="12"/>
                    <a:pt x="21" y="12"/>
                  </a:cubicBezTo>
                  <a:cubicBezTo>
                    <a:pt x="23" y="12"/>
                    <a:pt x="23" y="12"/>
                    <a:pt x="23" y="12"/>
                  </a:cubicBezTo>
                  <a:cubicBezTo>
                    <a:pt x="23" y="12"/>
                    <a:pt x="24" y="12"/>
                    <a:pt x="24" y="13"/>
                  </a:cubicBezTo>
                  <a:lnTo>
                    <a:pt x="24" y="25"/>
                  </a:ln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grpSp>
      <p:grpSp>
        <p:nvGrpSpPr>
          <p:cNvPr id="73" name="Group 72"/>
          <p:cNvGrpSpPr/>
          <p:nvPr/>
        </p:nvGrpSpPr>
        <p:grpSpPr>
          <a:xfrm>
            <a:off x="7912514" y="3567612"/>
            <a:ext cx="539121" cy="539121"/>
            <a:chOff x="2766370" y="3558101"/>
            <a:chExt cx="539121" cy="539121"/>
          </a:xfrm>
        </p:grpSpPr>
        <p:sp>
          <p:nvSpPr>
            <p:cNvPr id="74" name="Oval 73"/>
            <p:cNvSpPr/>
            <p:nvPr/>
          </p:nvSpPr>
          <p:spPr>
            <a:xfrm>
              <a:off x="2766370" y="3558101"/>
              <a:ext cx="539121" cy="53912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75" name="Freeform 74"/>
            <p:cNvSpPr>
              <a:spLocks noEditPoints="1"/>
            </p:cNvSpPr>
            <p:nvPr/>
          </p:nvSpPr>
          <p:spPr bwMode="auto">
            <a:xfrm>
              <a:off x="2943752" y="3730924"/>
              <a:ext cx="184355" cy="184355"/>
            </a:xfrm>
            <a:custGeom>
              <a:avLst/>
              <a:gdLst>
                <a:gd name="T0" fmla="*/ 40 w 41"/>
                <a:gd name="T1" fmla="*/ 25 h 41"/>
                <a:gd name="T2" fmla="*/ 20 w 41"/>
                <a:gd name="T3" fmla="*/ 41 h 41"/>
                <a:gd name="T4" fmla="*/ 6 w 41"/>
                <a:gd name="T5" fmla="*/ 36 h 41"/>
                <a:gd name="T6" fmla="*/ 3 w 41"/>
                <a:gd name="T7" fmla="*/ 39 h 41"/>
                <a:gd name="T8" fmla="*/ 1 w 41"/>
                <a:gd name="T9" fmla="*/ 40 h 41"/>
                <a:gd name="T10" fmla="*/ 0 w 41"/>
                <a:gd name="T11" fmla="*/ 38 h 41"/>
                <a:gd name="T12" fmla="*/ 0 w 41"/>
                <a:gd name="T13" fmla="*/ 26 h 41"/>
                <a:gd name="T14" fmla="*/ 1 w 41"/>
                <a:gd name="T15" fmla="*/ 24 h 41"/>
                <a:gd name="T16" fmla="*/ 13 w 41"/>
                <a:gd name="T17" fmla="*/ 24 h 41"/>
                <a:gd name="T18" fmla="*/ 15 w 41"/>
                <a:gd name="T19" fmla="*/ 26 h 41"/>
                <a:gd name="T20" fmla="*/ 15 w 41"/>
                <a:gd name="T21" fmla="*/ 27 h 41"/>
                <a:gd name="T22" fmla="*/ 11 w 41"/>
                <a:gd name="T23" fmla="*/ 31 h 41"/>
                <a:gd name="T24" fmla="*/ 20 w 41"/>
                <a:gd name="T25" fmla="*/ 35 h 41"/>
                <a:gd name="T26" fmla="*/ 32 w 41"/>
                <a:gd name="T27" fmla="*/ 28 h 41"/>
                <a:gd name="T28" fmla="*/ 33 w 41"/>
                <a:gd name="T29" fmla="*/ 25 h 41"/>
                <a:gd name="T30" fmla="*/ 34 w 41"/>
                <a:gd name="T31" fmla="*/ 24 h 41"/>
                <a:gd name="T32" fmla="*/ 39 w 41"/>
                <a:gd name="T33" fmla="*/ 24 h 41"/>
                <a:gd name="T34" fmla="*/ 40 w 41"/>
                <a:gd name="T35" fmla="*/ 25 h 41"/>
                <a:gd name="T36" fmla="*/ 40 w 41"/>
                <a:gd name="T37" fmla="*/ 25 h 41"/>
                <a:gd name="T38" fmla="*/ 41 w 41"/>
                <a:gd name="T39" fmla="*/ 16 h 41"/>
                <a:gd name="T40" fmla="*/ 39 w 41"/>
                <a:gd name="T41" fmla="*/ 17 h 41"/>
                <a:gd name="T42" fmla="*/ 27 w 41"/>
                <a:gd name="T43" fmla="*/ 17 h 41"/>
                <a:gd name="T44" fmla="*/ 25 w 41"/>
                <a:gd name="T45" fmla="*/ 16 h 41"/>
                <a:gd name="T46" fmla="*/ 26 w 41"/>
                <a:gd name="T47" fmla="*/ 15 h 41"/>
                <a:gd name="T48" fmla="*/ 30 w 41"/>
                <a:gd name="T49" fmla="*/ 11 h 41"/>
                <a:gd name="T50" fmla="*/ 20 w 41"/>
                <a:gd name="T51" fmla="*/ 7 h 41"/>
                <a:gd name="T52" fmla="*/ 9 w 41"/>
                <a:gd name="T53" fmla="*/ 14 h 41"/>
                <a:gd name="T54" fmla="*/ 7 w 41"/>
                <a:gd name="T55" fmla="*/ 17 h 41"/>
                <a:gd name="T56" fmla="*/ 6 w 41"/>
                <a:gd name="T57" fmla="*/ 17 h 41"/>
                <a:gd name="T58" fmla="*/ 1 w 41"/>
                <a:gd name="T59" fmla="*/ 17 h 41"/>
                <a:gd name="T60" fmla="*/ 0 w 41"/>
                <a:gd name="T61" fmla="*/ 17 h 41"/>
                <a:gd name="T62" fmla="*/ 0 w 41"/>
                <a:gd name="T63" fmla="*/ 16 h 41"/>
                <a:gd name="T64" fmla="*/ 20 w 41"/>
                <a:gd name="T65" fmla="*/ 0 h 41"/>
                <a:gd name="T66" fmla="*/ 34 w 41"/>
                <a:gd name="T67" fmla="*/ 6 h 41"/>
                <a:gd name="T68" fmla="*/ 38 w 41"/>
                <a:gd name="T69" fmla="*/ 2 h 41"/>
                <a:gd name="T70" fmla="*/ 39 w 41"/>
                <a:gd name="T71" fmla="*/ 2 h 41"/>
                <a:gd name="T72" fmla="*/ 41 w 41"/>
                <a:gd name="T73" fmla="*/ 4 h 41"/>
                <a:gd name="T74" fmla="*/ 41 w 41"/>
                <a:gd name="T75" fmla="*/ 1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1" h="41">
                  <a:moveTo>
                    <a:pt x="40" y="25"/>
                  </a:moveTo>
                  <a:cubicBezTo>
                    <a:pt x="38" y="35"/>
                    <a:pt x="30" y="41"/>
                    <a:pt x="20" y="41"/>
                  </a:cubicBezTo>
                  <a:cubicBezTo>
                    <a:pt x="15" y="41"/>
                    <a:pt x="10" y="39"/>
                    <a:pt x="6" y="36"/>
                  </a:cubicBezTo>
                  <a:cubicBezTo>
                    <a:pt x="3" y="39"/>
                    <a:pt x="3" y="39"/>
                    <a:pt x="3" y="39"/>
                  </a:cubicBezTo>
                  <a:cubicBezTo>
                    <a:pt x="2" y="40"/>
                    <a:pt x="2" y="40"/>
                    <a:pt x="1" y="40"/>
                  </a:cubicBezTo>
                  <a:cubicBezTo>
                    <a:pt x="0" y="40"/>
                    <a:pt x="0" y="39"/>
                    <a:pt x="0" y="38"/>
                  </a:cubicBezTo>
                  <a:cubicBezTo>
                    <a:pt x="0" y="26"/>
                    <a:pt x="0" y="26"/>
                    <a:pt x="0" y="26"/>
                  </a:cubicBezTo>
                  <a:cubicBezTo>
                    <a:pt x="0" y="25"/>
                    <a:pt x="0" y="24"/>
                    <a:pt x="1" y="24"/>
                  </a:cubicBezTo>
                  <a:cubicBezTo>
                    <a:pt x="13" y="24"/>
                    <a:pt x="13" y="24"/>
                    <a:pt x="13" y="24"/>
                  </a:cubicBezTo>
                  <a:cubicBezTo>
                    <a:pt x="14" y="24"/>
                    <a:pt x="15" y="25"/>
                    <a:pt x="15" y="26"/>
                  </a:cubicBezTo>
                  <a:cubicBezTo>
                    <a:pt x="15" y="26"/>
                    <a:pt x="15" y="27"/>
                    <a:pt x="15" y="27"/>
                  </a:cubicBezTo>
                  <a:cubicBezTo>
                    <a:pt x="11" y="31"/>
                    <a:pt x="11" y="31"/>
                    <a:pt x="11" y="31"/>
                  </a:cubicBezTo>
                  <a:cubicBezTo>
                    <a:pt x="13" y="33"/>
                    <a:pt x="17" y="35"/>
                    <a:pt x="20" y="35"/>
                  </a:cubicBezTo>
                  <a:cubicBezTo>
                    <a:pt x="25" y="35"/>
                    <a:pt x="29" y="32"/>
                    <a:pt x="32" y="28"/>
                  </a:cubicBezTo>
                  <a:cubicBezTo>
                    <a:pt x="33" y="27"/>
                    <a:pt x="33" y="26"/>
                    <a:pt x="33" y="25"/>
                  </a:cubicBezTo>
                  <a:cubicBezTo>
                    <a:pt x="33" y="25"/>
                    <a:pt x="34" y="24"/>
                    <a:pt x="34" y="24"/>
                  </a:cubicBezTo>
                  <a:cubicBezTo>
                    <a:pt x="39" y="24"/>
                    <a:pt x="39" y="24"/>
                    <a:pt x="39" y="24"/>
                  </a:cubicBezTo>
                  <a:cubicBezTo>
                    <a:pt x="40" y="24"/>
                    <a:pt x="40" y="25"/>
                    <a:pt x="40" y="25"/>
                  </a:cubicBezTo>
                  <a:cubicBezTo>
                    <a:pt x="40" y="25"/>
                    <a:pt x="40" y="25"/>
                    <a:pt x="40" y="25"/>
                  </a:cubicBezTo>
                  <a:close/>
                  <a:moveTo>
                    <a:pt x="41" y="16"/>
                  </a:moveTo>
                  <a:cubicBezTo>
                    <a:pt x="41" y="17"/>
                    <a:pt x="40" y="17"/>
                    <a:pt x="39" y="17"/>
                  </a:cubicBezTo>
                  <a:cubicBezTo>
                    <a:pt x="27" y="17"/>
                    <a:pt x="27" y="17"/>
                    <a:pt x="27" y="17"/>
                  </a:cubicBezTo>
                  <a:cubicBezTo>
                    <a:pt x="26" y="17"/>
                    <a:pt x="25" y="17"/>
                    <a:pt x="25" y="16"/>
                  </a:cubicBezTo>
                  <a:cubicBezTo>
                    <a:pt x="25" y="15"/>
                    <a:pt x="26" y="15"/>
                    <a:pt x="26" y="15"/>
                  </a:cubicBezTo>
                  <a:cubicBezTo>
                    <a:pt x="30" y="11"/>
                    <a:pt x="30" y="11"/>
                    <a:pt x="30" y="11"/>
                  </a:cubicBezTo>
                  <a:cubicBezTo>
                    <a:pt x="27" y="8"/>
                    <a:pt x="24" y="7"/>
                    <a:pt x="20" y="7"/>
                  </a:cubicBezTo>
                  <a:cubicBezTo>
                    <a:pt x="15" y="7"/>
                    <a:pt x="11" y="10"/>
                    <a:pt x="9" y="14"/>
                  </a:cubicBezTo>
                  <a:cubicBezTo>
                    <a:pt x="8" y="15"/>
                    <a:pt x="8" y="16"/>
                    <a:pt x="7" y="17"/>
                  </a:cubicBezTo>
                  <a:cubicBezTo>
                    <a:pt x="7" y="17"/>
                    <a:pt x="7" y="17"/>
                    <a:pt x="6" y="17"/>
                  </a:cubicBezTo>
                  <a:cubicBezTo>
                    <a:pt x="1" y="17"/>
                    <a:pt x="1" y="17"/>
                    <a:pt x="1" y="17"/>
                  </a:cubicBezTo>
                  <a:cubicBezTo>
                    <a:pt x="0" y="17"/>
                    <a:pt x="0" y="17"/>
                    <a:pt x="0" y="17"/>
                  </a:cubicBezTo>
                  <a:cubicBezTo>
                    <a:pt x="0" y="17"/>
                    <a:pt x="0" y="16"/>
                    <a:pt x="0" y="16"/>
                  </a:cubicBezTo>
                  <a:cubicBezTo>
                    <a:pt x="2" y="7"/>
                    <a:pt x="10" y="0"/>
                    <a:pt x="20" y="0"/>
                  </a:cubicBezTo>
                  <a:cubicBezTo>
                    <a:pt x="25" y="0"/>
                    <a:pt x="31" y="2"/>
                    <a:pt x="34" y="6"/>
                  </a:cubicBezTo>
                  <a:cubicBezTo>
                    <a:pt x="38" y="2"/>
                    <a:pt x="38" y="2"/>
                    <a:pt x="38" y="2"/>
                  </a:cubicBezTo>
                  <a:cubicBezTo>
                    <a:pt x="38" y="2"/>
                    <a:pt x="39" y="2"/>
                    <a:pt x="39" y="2"/>
                  </a:cubicBezTo>
                  <a:cubicBezTo>
                    <a:pt x="40" y="2"/>
                    <a:pt x="41" y="3"/>
                    <a:pt x="41" y="4"/>
                  </a:cubicBezTo>
                  <a:lnTo>
                    <a:pt x="41" y="16"/>
                  </a:ln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grpSp>
      <p:grpSp>
        <p:nvGrpSpPr>
          <p:cNvPr id="76" name="Group 75"/>
          <p:cNvGrpSpPr/>
          <p:nvPr/>
        </p:nvGrpSpPr>
        <p:grpSpPr>
          <a:xfrm>
            <a:off x="7912514" y="5175143"/>
            <a:ext cx="539121" cy="539121"/>
            <a:chOff x="2766370" y="4388910"/>
            <a:chExt cx="539121" cy="539121"/>
          </a:xfrm>
        </p:grpSpPr>
        <p:sp>
          <p:nvSpPr>
            <p:cNvPr id="77" name="Oval 76"/>
            <p:cNvSpPr/>
            <p:nvPr/>
          </p:nvSpPr>
          <p:spPr>
            <a:xfrm>
              <a:off x="2766370" y="4388910"/>
              <a:ext cx="539121" cy="539121"/>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78" name="Freeform 77"/>
            <p:cNvSpPr>
              <a:spLocks noEditPoints="1"/>
            </p:cNvSpPr>
            <p:nvPr/>
          </p:nvSpPr>
          <p:spPr bwMode="auto">
            <a:xfrm>
              <a:off x="2949948" y="4561473"/>
              <a:ext cx="201459" cy="201459"/>
            </a:xfrm>
            <a:custGeom>
              <a:avLst/>
              <a:gdLst>
                <a:gd name="T0" fmla="*/ 42 w 45"/>
                <a:gd name="T1" fmla="*/ 45 h 45"/>
                <a:gd name="T2" fmla="*/ 39 w 45"/>
                <a:gd name="T3" fmla="*/ 44 h 45"/>
                <a:gd name="T4" fmla="*/ 30 w 45"/>
                <a:gd name="T5" fmla="*/ 35 h 45"/>
                <a:gd name="T6" fmla="*/ 19 w 45"/>
                <a:gd name="T7" fmla="*/ 38 h 45"/>
                <a:gd name="T8" fmla="*/ 0 w 45"/>
                <a:gd name="T9" fmla="*/ 19 h 45"/>
                <a:gd name="T10" fmla="*/ 19 w 45"/>
                <a:gd name="T11" fmla="*/ 0 h 45"/>
                <a:gd name="T12" fmla="*/ 38 w 45"/>
                <a:gd name="T13" fmla="*/ 19 h 45"/>
                <a:gd name="T14" fmla="*/ 35 w 45"/>
                <a:gd name="T15" fmla="*/ 30 h 45"/>
                <a:gd name="T16" fmla="*/ 44 w 45"/>
                <a:gd name="T17" fmla="*/ 39 h 45"/>
                <a:gd name="T18" fmla="*/ 45 w 45"/>
                <a:gd name="T19" fmla="*/ 42 h 45"/>
                <a:gd name="T20" fmla="*/ 42 w 45"/>
                <a:gd name="T21" fmla="*/ 45 h 45"/>
                <a:gd name="T22" fmla="*/ 19 w 45"/>
                <a:gd name="T23" fmla="*/ 7 h 45"/>
                <a:gd name="T24" fmla="*/ 7 w 45"/>
                <a:gd name="T25" fmla="*/ 19 h 45"/>
                <a:gd name="T26" fmla="*/ 19 w 45"/>
                <a:gd name="T27" fmla="*/ 31 h 45"/>
                <a:gd name="T28" fmla="*/ 31 w 45"/>
                <a:gd name="T29" fmla="*/ 19 h 45"/>
                <a:gd name="T30" fmla="*/ 19 w 45"/>
                <a:gd name="T31" fmla="*/ 7 h 45"/>
                <a:gd name="T32" fmla="*/ 28 w 45"/>
                <a:gd name="T33" fmla="*/ 20 h 45"/>
                <a:gd name="T34" fmla="*/ 27 w 45"/>
                <a:gd name="T35" fmla="*/ 21 h 45"/>
                <a:gd name="T36" fmla="*/ 21 w 45"/>
                <a:gd name="T37" fmla="*/ 21 h 45"/>
                <a:gd name="T38" fmla="*/ 21 w 45"/>
                <a:gd name="T39" fmla="*/ 27 h 45"/>
                <a:gd name="T40" fmla="*/ 20 w 45"/>
                <a:gd name="T41" fmla="*/ 28 h 45"/>
                <a:gd name="T42" fmla="*/ 18 w 45"/>
                <a:gd name="T43" fmla="*/ 28 h 45"/>
                <a:gd name="T44" fmla="*/ 18 w 45"/>
                <a:gd name="T45" fmla="*/ 27 h 45"/>
                <a:gd name="T46" fmla="*/ 18 w 45"/>
                <a:gd name="T47" fmla="*/ 21 h 45"/>
                <a:gd name="T48" fmla="*/ 12 w 45"/>
                <a:gd name="T49" fmla="*/ 21 h 45"/>
                <a:gd name="T50" fmla="*/ 11 w 45"/>
                <a:gd name="T51" fmla="*/ 20 h 45"/>
                <a:gd name="T52" fmla="*/ 11 w 45"/>
                <a:gd name="T53" fmla="*/ 18 h 45"/>
                <a:gd name="T54" fmla="*/ 12 w 45"/>
                <a:gd name="T55" fmla="*/ 18 h 45"/>
                <a:gd name="T56" fmla="*/ 18 w 45"/>
                <a:gd name="T57" fmla="*/ 18 h 45"/>
                <a:gd name="T58" fmla="*/ 18 w 45"/>
                <a:gd name="T59" fmla="*/ 12 h 45"/>
                <a:gd name="T60" fmla="*/ 18 w 45"/>
                <a:gd name="T61" fmla="*/ 11 h 45"/>
                <a:gd name="T62" fmla="*/ 20 w 45"/>
                <a:gd name="T63" fmla="*/ 11 h 45"/>
                <a:gd name="T64" fmla="*/ 21 w 45"/>
                <a:gd name="T65" fmla="*/ 12 h 45"/>
                <a:gd name="T66" fmla="*/ 21 w 45"/>
                <a:gd name="T67" fmla="*/ 18 h 45"/>
                <a:gd name="T68" fmla="*/ 27 w 45"/>
                <a:gd name="T69" fmla="*/ 18 h 45"/>
                <a:gd name="T70" fmla="*/ 28 w 45"/>
                <a:gd name="T71" fmla="*/ 18 h 45"/>
                <a:gd name="T72" fmla="*/ 28 w 45"/>
                <a:gd name="T73" fmla="*/ 2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5" h="45">
                  <a:moveTo>
                    <a:pt x="42" y="45"/>
                  </a:moveTo>
                  <a:cubicBezTo>
                    <a:pt x="41" y="45"/>
                    <a:pt x="40" y="45"/>
                    <a:pt x="39" y="44"/>
                  </a:cubicBezTo>
                  <a:cubicBezTo>
                    <a:pt x="30" y="35"/>
                    <a:pt x="30" y="35"/>
                    <a:pt x="30" y="35"/>
                  </a:cubicBezTo>
                  <a:cubicBezTo>
                    <a:pt x="27" y="37"/>
                    <a:pt x="23" y="38"/>
                    <a:pt x="19" y="38"/>
                  </a:cubicBezTo>
                  <a:cubicBezTo>
                    <a:pt x="9" y="38"/>
                    <a:pt x="0" y="30"/>
                    <a:pt x="0" y="19"/>
                  </a:cubicBezTo>
                  <a:cubicBezTo>
                    <a:pt x="0" y="9"/>
                    <a:pt x="9" y="0"/>
                    <a:pt x="19" y="0"/>
                  </a:cubicBezTo>
                  <a:cubicBezTo>
                    <a:pt x="30" y="0"/>
                    <a:pt x="38" y="9"/>
                    <a:pt x="38" y="19"/>
                  </a:cubicBezTo>
                  <a:cubicBezTo>
                    <a:pt x="38" y="23"/>
                    <a:pt x="37" y="27"/>
                    <a:pt x="35" y="30"/>
                  </a:cubicBezTo>
                  <a:cubicBezTo>
                    <a:pt x="44" y="39"/>
                    <a:pt x="44" y="39"/>
                    <a:pt x="44" y="39"/>
                  </a:cubicBezTo>
                  <a:cubicBezTo>
                    <a:pt x="45" y="40"/>
                    <a:pt x="45" y="41"/>
                    <a:pt x="45" y="42"/>
                  </a:cubicBezTo>
                  <a:cubicBezTo>
                    <a:pt x="45" y="44"/>
                    <a:pt x="44" y="45"/>
                    <a:pt x="42" y="45"/>
                  </a:cubicBezTo>
                  <a:close/>
                  <a:moveTo>
                    <a:pt x="19" y="7"/>
                  </a:moveTo>
                  <a:cubicBezTo>
                    <a:pt x="13" y="7"/>
                    <a:pt x="7" y="13"/>
                    <a:pt x="7" y="19"/>
                  </a:cubicBezTo>
                  <a:cubicBezTo>
                    <a:pt x="7" y="26"/>
                    <a:pt x="13" y="31"/>
                    <a:pt x="19" y="31"/>
                  </a:cubicBezTo>
                  <a:cubicBezTo>
                    <a:pt x="26" y="31"/>
                    <a:pt x="31" y="26"/>
                    <a:pt x="31" y="19"/>
                  </a:cubicBezTo>
                  <a:cubicBezTo>
                    <a:pt x="31" y="13"/>
                    <a:pt x="26" y="7"/>
                    <a:pt x="19" y="7"/>
                  </a:cubicBezTo>
                  <a:close/>
                  <a:moveTo>
                    <a:pt x="28" y="20"/>
                  </a:moveTo>
                  <a:cubicBezTo>
                    <a:pt x="28" y="21"/>
                    <a:pt x="27" y="21"/>
                    <a:pt x="27" y="21"/>
                  </a:cubicBezTo>
                  <a:cubicBezTo>
                    <a:pt x="21" y="21"/>
                    <a:pt x="21" y="21"/>
                    <a:pt x="21" y="21"/>
                  </a:cubicBezTo>
                  <a:cubicBezTo>
                    <a:pt x="21" y="27"/>
                    <a:pt x="21" y="27"/>
                    <a:pt x="21" y="27"/>
                  </a:cubicBezTo>
                  <a:cubicBezTo>
                    <a:pt x="21" y="28"/>
                    <a:pt x="21" y="28"/>
                    <a:pt x="20" y="28"/>
                  </a:cubicBezTo>
                  <a:cubicBezTo>
                    <a:pt x="18" y="28"/>
                    <a:pt x="18" y="28"/>
                    <a:pt x="18" y="28"/>
                  </a:cubicBezTo>
                  <a:cubicBezTo>
                    <a:pt x="18" y="28"/>
                    <a:pt x="18" y="28"/>
                    <a:pt x="18" y="27"/>
                  </a:cubicBezTo>
                  <a:cubicBezTo>
                    <a:pt x="18" y="21"/>
                    <a:pt x="18" y="21"/>
                    <a:pt x="18" y="21"/>
                  </a:cubicBezTo>
                  <a:cubicBezTo>
                    <a:pt x="12" y="21"/>
                    <a:pt x="12" y="21"/>
                    <a:pt x="12" y="21"/>
                  </a:cubicBezTo>
                  <a:cubicBezTo>
                    <a:pt x="11" y="21"/>
                    <a:pt x="11" y="21"/>
                    <a:pt x="11" y="20"/>
                  </a:cubicBezTo>
                  <a:cubicBezTo>
                    <a:pt x="11" y="18"/>
                    <a:pt x="11" y="18"/>
                    <a:pt x="11" y="18"/>
                  </a:cubicBezTo>
                  <a:cubicBezTo>
                    <a:pt x="11" y="18"/>
                    <a:pt x="11" y="18"/>
                    <a:pt x="12" y="18"/>
                  </a:cubicBezTo>
                  <a:cubicBezTo>
                    <a:pt x="18" y="18"/>
                    <a:pt x="18" y="18"/>
                    <a:pt x="18" y="18"/>
                  </a:cubicBezTo>
                  <a:cubicBezTo>
                    <a:pt x="18" y="12"/>
                    <a:pt x="18" y="12"/>
                    <a:pt x="18" y="12"/>
                  </a:cubicBezTo>
                  <a:cubicBezTo>
                    <a:pt x="18" y="11"/>
                    <a:pt x="18" y="11"/>
                    <a:pt x="18" y="11"/>
                  </a:cubicBezTo>
                  <a:cubicBezTo>
                    <a:pt x="20" y="11"/>
                    <a:pt x="20" y="11"/>
                    <a:pt x="20" y="11"/>
                  </a:cubicBezTo>
                  <a:cubicBezTo>
                    <a:pt x="21" y="11"/>
                    <a:pt x="21" y="11"/>
                    <a:pt x="21" y="12"/>
                  </a:cubicBezTo>
                  <a:cubicBezTo>
                    <a:pt x="21" y="18"/>
                    <a:pt x="21" y="18"/>
                    <a:pt x="21" y="18"/>
                  </a:cubicBezTo>
                  <a:cubicBezTo>
                    <a:pt x="27" y="18"/>
                    <a:pt x="27" y="18"/>
                    <a:pt x="27" y="18"/>
                  </a:cubicBezTo>
                  <a:cubicBezTo>
                    <a:pt x="27" y="18"/>
                    <a:pt x="28" y="18"/>
                    <a:pt x="28" y="18"/>
                  </a:cubicBezTo>
                  <a:lnTo>
                    <a:pt x="28" y="20"/>
                  </a:ln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grpSp>
      <p:sp>
        <p:nvSpPr>
          <p:cNvPr id="80" name="Text Placeholder 48"/>
          <p:cNvSpPr txBox="1">
            <a:spLocks/>
          </p:cNvSpPr>
          <p:nvPr/>
        </p:nvSpPr>
        <p:spPr>
          <a:xfrm>
            <a:off x="8709022" y="1865986"/>
            <a:ext cx="3259054" cy="891415"/>
          </a:xfrm>
          <a:prstGeom prst="rect">
            <a:avLst/>
          </a:prstGeom>
        </p:spPr>
        <p:txBody>
          <a:bodyPr/>
          <a:lstStyle>
            <a:lvl1pPr marL="0" indent="0" algn="l" defTabSz="914400" rtl="0" eaLnBrk="1" latinLnBrk="0" hangingPunct="1">
              <a:lnSpc>
                <a:spcPct val="90000"/>
              </a:lnSpc>
              <a:spcBef>
                <a:spcPts val="1000"/>
              </a:spcBef>
              <a:buFontTx/>
              <a:buNone/>
              <a:defRPr sz="1600" kern="1200">
                <a:solidFill>
                  <a:schemeClr val="tx1"/>
                </a:solidFill>
                <a:latin typeface="+mn-lt"/>
                <a:ea typeface="+mn-ea"/>
                <a:cs typeface="+mn-cs"/>
              </a:defRPr>
            </a:lvl1pPr>
            <a:lvl2pPr marL="457200" indent="0" algn="l" defTabSz="914400" rtl="0" eaLnBrk="1" latinLnBrk="0" hangingPunct="1">
              <a:lnSpc>
                <a:spcPct val="90000"/>
              </a:lnSpc>
              <a:spcBef>
                <a:spcPts val="500"/>
              </a:spcBef>
              <a:buFontTx/>
              <a:buNone/>
              <a:defRPr sz="14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Tx/>
              <a:buNone/>
              <a:defRPr sz="12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Tx/>
              <a:buNone/>
              <a:defRPr sz="11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Tx/>
              <a:buNone/>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fontAlgn="auto">
              <a:spcAft>
                <a:spcPts val="0"/>
              </a:spcAft>
            </a:pPr>
            <a:r>
              <a:rPr lang="ar-SA" sz="2400" b="1" dirty="0">
                <a:solidFill>
                  <a:prstClr val="black"/>
                </a:solidFill>
              </a:rPr>
              <a:t>التعلم للمعرفة: بمعنى تعلم كيفية التعلم للإفادة من فرص التعلم مدى الحياة</a:t>
            </a:r>
            <a:endParaRPr lang="en-AU" sz="2400" b="1" dirty="0" smtClean="0">
              <a:solidFill>
                <a:prstClr val="black"/>
              </a:solidFill>
            </a:endParaRPr>
          </a:p>
          <a:p>
            <a:pPr fontAlgn="auto">
              <a:spcAft>
                <a:spcPts val="0"/>
              </a:spcAft>
            </a:pPr>
            <a:endParaRPr lang="en-AU" sz="1200" dirty="0">
              <a:solidFill>
                <a:prstClr val="black"/>
              </a:solidFill>
            </a:endParaRPr>
          </a:p>
        </p:txBody>
      </p:sp>
      <p:sp>
        <p:nvSpPr>
          <p:cNvPr id="82" name="Text Placeholder 48"/>
          <p:cNvSpPr txBox="1">
            <a:spLocks/>
          </p:cNvSpPr>
          <p:nvPr/>
        </p:nvSpPr>
        <p:spPr>
          <a:xfrm>
            <a:off x="8629018" y="3436311"/>
            <a:ext cx="3410582" cy="891415"/>
          </a:xfrm>
          <a:prstGeom prst="rect">
            <a:avLst/>
          </a:prstGeom>
        </p:spPr>
        <p:txBody>
          <a:bodyPr/>
          <a:lstStyle>
            <a:lvl1pPr marL="0" indent="0" algn="l" defTabSz="914400" rtl="0" eaLnBrk="1" latinLnBrk="0" hangingPunct="1">
              <a:lnSpc>
                <a:spcPct val="90000"/>
              </a:lnSpc>
              <a:spcBef>
                <a:spcPts val="1000"/>
              </a:spcBef>
              <a:buFontTx/>
              <a:buNone/>
              <a:defRPr sz="1600" kern="1200">
                <a:solidFill>
                  <a:schemeClr val="tx1"/>
                </a:solidFill>
                <a:latin typeface="+mn-lt"/>
                <a:ea typeface="+mn-ea"/>
                <a:cs typeface="+mn-cs"/>
              </a:defRPr>
            </a:lvl1pPr>
            <a:lvl2pPr marL="457200" indent="0" algn="l" defTabSz="914400" rtl="0" eaLnBrk="1" latinLnBrk="0" hangingPunct="1">
              <a:lnSpc>
                <a:spcPct val="90000"/>
              </a:lnSpc>
              <a:spcBef>
                <a:spcPts val="500"/>
              </a:spcBef>
              <a:buFontTx/>
              <a:buNone/>
              <a:defRPr sz="14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Tx/>
              <a:buNone/>
              <a:defRPr sz="12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Tx/>
              <a:buNone/>
              <a:defRPr sz="11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Tx/>
              <a:buNone/>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fontAlgn="auto">
              <a:spcAft>
                <a:spcPts val="0"/>
              </a:spcAft>
            </a:pPr>
            <a:r>
              <a:rPr lang="ar-SA" sz="2400" b="1" dirty="0">
                <a:solidFill>
                  <a:prstClr val="black"/>
                </a:solidFill>
              </a:rPr>
              <a:t>التعلم للعمل: بمعنى اكتساب المتعلم الكفايات التي تؤهله بشكل عام لمواجهة المواقف الحياتية المختلفة</a:t>
            </a:r>
            <a:endParaRPr lang="en-AU" sz="2400" b="1" dirty="0" smtClean="0">
              <a:solidFill>
                <a:prstClr val="black"/>
              </a:solidFill>
            </a:endParaRPr>
          </a:p>
          <a:p>
            <a:pPr fontAlgn="auto">
              <a:spcAft>
                <a:spcPts val="0"/>
              </a:spcAft>
            </a:pPr>
            <a:endParaRPr lang="en-AU" sz="1200" dirty="0">
              <a:solidFill>
                <a:prstClr val="black"/>
              </a:solidFill>
            </a:endParaRPr>
          </a:p>
        </p:txBody>
      </p:sp>
      <p:sp>
        <p:nvSpPr>
          <p:cNvPr id="84" name="Text Placeholder 48"/>
          <p:cNvSpPr txBox="1">
            <a:spLocks/>
          </p:cNvSpPr>
          <p:nvPr/>
        </p:nvSpPr>
        <p:spPr>
          <a:xfrm>
            <a:off x="8629853" y="5135617"/>
            <a:ext cx="3330578" cy="891415"/>
          </a:xfrm>
          <a:prstGeom prst="rect">
            <a:avLst/>
          </a:prstGeom>
        </p:spPr>
        <p:txBody>
          <a:bodyPr/>
          <a:lstStyle>
            <a:lvl1pPr marL="0" indent="0" algn="l" defTabSz="914400" rtl="0" eaLnBrk="1" latinLnBrk="0" hangingPunct="1">
              <a:lnSpc>
                <a:spcPct val="90000"/>
              </a:lnSpc>
              <a:spcBef>
                <a:spcPts val="1000"/>
              </a:spcBef>
              <a:buFontTx/>
              <a:buNone/>
              <a:defRPr sz="1600" kern="1200">
                <a:solidFill>
                  <a:schemeClr val="tx1"/>
                </a:solidFill>
                <a:latin typeface="+mn-lt"/>
                <a:ea typeface="+mn-ea"/>
                <a:cs typeface="+mn-cs"/>
              </a:defRPr>
            </a:lvl1pPr>
            <a:lvl2pPr marL="457200" indent="0" algn="l" defTabSz="914400" rtl="0" eaLnBrk="1" latinLnBrk="0" hangingPunct="1">
              <a:lnSpc>
                <a:spcPct val="90000"/>
              </a:lnSpc>
              <a:spcBef>
                <a:spcPts val="500"/>
              </a:spcBef>
              <a:buFontTx/>
              <a:buNone/>
              <a:defRPr sz="14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Tx/>
              <a:buNone/>
              <a:defRPr sz="12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Tx/>
              <a:buNone/>
              <a:defRPr sz="11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Tx/>
              <a:buNone/>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fontAlgn="auto">
              <a:spcAft>
                <a:spcPts val="0"/>
              </a:spcAft>
            </a:pPr>
            <a:r>
              <a:rPr lang="ar-SA" sz="2400" b="1" dirty="0">
                <a:solidFill>
                  <a:prstClr val="black"/>
                </a:solidFill>
              </a:rPr>
              <a:t>التعلم للتعايش مع الآخرين: أي اكتساب المتعلم لمهارات فهم الذات والآخرين</a:t>
            </a:r>
            <a:endParaRPr lang="en-AU" sz="2400" b="1" dirty="0" smtClean="0">
              <a:solidFill>
                <a:prstClr val="black"/>
              </a:solidFill>
            </a:endParaRPr>
          </a:p>
          <a:p>
            <a:pPr fontAlgn="auto">
              <a:spcAft>
                <a:spcPts val="0"/>
              </a:spcAft>
            </a:pPr>
            <a:endParaRPr lang="en-AU" sz="1200" dirty="0">
              <a:solidFill>
                <a:prstClr val="black"/>
              </a:solidFill>
            </a:endParaRPr>
          </a:p>
        </p:txBody>
      </p:sp>
      <p:sp>
        <p:nvSpPr>
          <p:cNvPr id="85" name="Text Placeholder 14"/>
          <p:cNvSpPr txBox="1">
            <a:spLocks/>
          </p:cNvSpPr>
          <p:nvPr/>
        </p:nvSpPr>
        <p:spPr>
          <a:xfrm>
            <a:off x="41666" y="4547294"/>
            <a:ext cx="3265006" cy="360363"/>
          </a:xfrm>
          <a:prstGeom prst="rect">
            <a:avLst/>
          </a:prstGeom>
        </p:spPr>
        <p:txBody>
          <a:bodyPr/>
          <a:lstStyle>
            <a:lvl1pPr marL="0" indent="0" algn="l" defTabSz="914400" rtl="0" eaLnBrk="1" latinLnBrk="0" hangingPunct="1">
              <a:lnSpc>
                <a:spcPct val="90000"/>
              </a:lnSpc>
              <a:spcBef>
                <a:spcPts val="1000"/>
              </a:spcBef>
              <a:buFontTx/>
              <a:buNone/>
              <a:defRPr sz="1600" kern="1200">
                <a:solidFill>
                  <a:schemeClr val="tx1"/>
                </a:solidFill>
                <a:latin typeface="+mn-lt"/>
                <a:ea typeface="+mn-ea"/>
                <a:cs typeface="+mn-cs"/>
              </a:defRPr>
            </a:lvl1pPr>
            <a:lvl2pPr marL="457200" indent="0" algn="l" defTabSz="914400" rtl="0" eaLnBrk="1" latinLnBrk="0" hangingPunct="1">
              <a:lnSpc>
                <a:spcPct val="90000"/>
              </a:lnSpc>
              <a:spcBef>
                <a:spcPts val="500"/>
              </a:spcBef>
              <a:buFontTx/>
              <a:buNone/>
              <a:defRPr sz="14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Tx/>
              <a:buNone/>
              <a:defRPr sz="12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Tx/>
              <a:buNone/>
              <a:defRPr sz="11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Tx/>
              <a:buNone/>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fontAlgn="auto">
              <a:spcAft>
                <a:spcPts val="0"/>
              </a:spcAft>
            </a:pPr>
            <a:r>
              <a:rPr lang="id-ID" sz="6000" dirty="0" smtClean="0">
                <a:solidFill>
                  <a:prstClr val="black"/>
                </a:solidFill>
              </a:rPr>
              <a:t>“</a:t>
            </a:r>
            <a:endParaRPr lang="en-AU" sz="6000" dirty="0">
              <a:solidFill>
                <a:prstClr val="black"/>
              </a:solidFill>
            </a:endParaRPr>
          </a:p>
        </p:txBody>
      </p:sp>
      <p:sp>
        <p:nvSpPr>
          <p:cNvPr id="86" name="Text Placeholder 15"/>
          <p:cNvSpPr txBox="1">
            <a:spLocks/>
          </p:cNvSpPr>
          <p:nvPr/>
        </p:nvSpPr>
        <p:spPr>
          <a:xfrm>
            <a:off x="-1" y="4828060"/>
            <a:ext cx="4032259" cy="1337478"/>
          </a:xfrm>
          <a:prstGeom prst="rect">
            <a:avLst/>
          </a:prstGeom>
        </p:spPr>
        <p:txBody>
          <a:bodyPr>
            <a:noAutofit/>
          </a:bodyPr>
          <a:lstStyle>
            <a:lvl1pPr marL="0" indent="0" algn="l" defTabSz="914400" rtl="0" eaLnBrk="1" latinLnBrk="0" hangingPunct="1">
              <a:lnSpc>
                <a:spcPct val="90000"/>
              </a:lnSpc>
              <a:spcBef>
                <a:spcPts val="1000"/>
              </a:spcBef>
              <a:buFontTx/>
              <a:buNone/>
              <a:defRPr sz="1600" kern="1200">
                <a:solidFill>
                  <a:schemeClr val="tx1"/>
                </a:solidFill>
                <a:latin typeface="+mn-lt"/>
                <a:ea typeface="+mn-ea"/>
                <a:cs typeface="+mn-cs"/>
              </a:defRPr>
            </a:lvl1pPr>
            <a:lvl2pPr marL="457200" indent="0" algn="l" defTabSz="914400" rtl="0" eaLnBrk="1" latinLnBrk="0" hangingPunct="1">
              <a:lnSpc>
                <a:spcPct val="90000"/>
              </a:lnSpc>
              <a:spcBef>
                <a:spcPts val="500"/>
              </a:spcBef>
              <a:buFontTx/>
              <a:buNone/>
              <a:defRPr sz="14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Tx/>
              <a:buNone/>
              <a:defRPr sz="12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Tx/>
              <a:buNone/>
              <a:defRPr sz="11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Tx/>
              <a:buNone/>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r" rtl="1" fontAlgn="auto">
              <a:spcAft>
                <a:spcPts val="0"/>
              </a:spcAft>
            </a:pPr>
            <a:r>
              <a:rPr lang="ar-SA" sz="2400" b="1" dirty="0">
                <a:solidFill>
                  <a:prstClr val="black"/>
                </a:solidFill>
              </a:rPr>
              <a:t>وهي تلك التربية التي تبقى ملازمة للإنسان طوال الحياة، وهذا ما يجعل المعلم مطالبًا بمراعاة ثلاثة جوانب لتحقيق هذه التربية، وهي</a:t>
            </a:r>
            <a:r>
              <a:rPr lang="ar-SA" sz="2400" b="1" dirty="0" smtClean="0">
                <a:solidFill>
                  <a:prstClr val="black"/>
                </a:solidFill>
              </a:rPr>
              <a:t>:</a:t>
            </a:r>
            <a:endParaRPr lang="id-ID" sz="2400" b="1" dirty="0" smtClean="0">
              <a:solidFill>
                <a:prstClr val="black">
                  <a:lumMod val="50000"/>
                  <a:lumOff val="50000"/>
                </a:prstClr>
              </a:solidFill>
            </a:endParaRPr>
          </a:p>
        </p:txBody>
      </p:sp>
      <p:sp>
        <p:nvSpPr>
          <p:cNvPr id="96" name="Title 2"/>
          <p:cNvSpPr txBox="1">
            <a:spLocks/>
          </p:cNvSpPr>
          <p:nvPr/>
        </p:nvSpPr>
        <p:spPr>
          <a:xfrm>
            <a:off x="873753" y="574065"/>
            <a:ext cx="10425493" cy="548850"/>
          </a:xfrm>
          <a:prstGeom prst="rect">
            <a:avLst/>
          </a:prstGeom>
        </p:spPr>
        <p:txBody>
          <a:bodyPr vert="horz" lIns="0" tIns="0" rIns="0" bIns="0" rtlCol="0" anchor="ctr">
            <a:noAutofit/>
          </a:bodyPr>
          <a:lstStyle>
            <a:lvl1pPr algn="l" defTabSz="457200" rtl="0" eaLnBrk="1" latinLnBrk="0" hangingPunct="1">
              <a:spcBef>
                <a:spcPct val="0"/>
              </a:spcBef>
              <a:buNone/>
              <a:defRPr sz="1400" b="1" kern="1200">
                <a:solidFill>
                  <a:schemeClr val="tx1"/>
                </a:solidFill>
                <a:latin typeface="Raleway"/>
                <a:ea typeface="+mj-ea"/>
                <a:cs typeface="Raleway"/>
              </a:defRPr>
            </a:lvl1pPr>
          </a:lstStyle>
          <a:p>
            <a:pPr marL="0" marR="0" lvl="0" indent="0" algn="r" defTabSz="457200" rtl="1" eaLnBrk="1" fontAlgn="auto" latinLnBrk="0" hangingPunct="1">
              <a:lnSpc>
                <a:spcPct val="100000"/>
              </a:lnSpc>
              <a:spcBef>
                <a:spcPct val="0"/>
              </a:spcBef>
              <a:spcAft>
                <a:spcPts val="0"/>
              </a:spcAft>
              <a:buClrTx/>
              <a:buSzTx/>
              <a:buFontTx/>
              <a:buNone/>
              <a:tabLst/>
              <a:defRPr/>
            </a:pPr>
            <a:r>
              <a:rPr kumimoji="0" lang="ar-SA" sz="4000" b="1" i="0" u="sng" strike="noStrike" kern="1200" cap="none" spc="0" normalizeH="0" baseline="0" noProof="0" dirty="0">
                <a:ln>
                  <a:noFill/>
                </a:ln>
                <a:solidFill>
                  <a:srgbClr val="900000"/>
                </a:solidFill>
                <a:effectLst/>
                <a:uLnTx/>
                <a:uFillTx/>
                <a:latin typeface="Raleway"/>
                <a:ea typeface="+mj-ea"/>
                <a:cs typeface="Simplified Arabic" panose="02020603050405020304" pitchFamily="18" charset="-78"/>
              </a:rPr>
              <a:t>ب. التحديات التي تواجه معلم القرن الحادي والعشرين</a:t>
            </a:r>
            <a:endParaRPr kumimoji="0" lang="en-US" sz="4000" b="1" i="0" u="sng" strike="noStrike" kern="1200" cap="none" spc="0" normalizeH="0" baseline="0" noProof="0" dirty="0">
              <a:ln>
                <a:noFill/>
              </a:ln>
              <a:solidFill>
                <a:srgbClr val="900000"/>
              </a:solidFill>
              <a:effectLst/>
              <a:uLnTx/>
              <a:uFillTx/>
              <a:latin typeface="Raleway"/>
              <a:ea typeface="+mj-ea"/>
              <a:cs typeface="+mn-cs"/>
            </a:endParaRPr>
          </a:p>
        </p:txBody>
      </p:sp>
    </p:spTree>
    <p:extLst>
      <p:ext uri="{BB962C8B-B14F-4D97-AF65-F5344CB8AC3E}">
        <p14:creationId xmlns:p14="http://schemas.microsoft.com/office/powerpoint/2010/main" val="252939592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animEffect transition="in" filter="fade">
                                      <p:cBhvr>
                                        <p:cTn id="9" dur="500"/>
                                        <p:tgtEl>
                                          <p:spTgt spid="3"/>
                                        </p:tgtEl>
                                      </p:cBhvr>
                                    </p:animEffect>
                                  </p:childTnLst>
                                </p:cTn>
                              </p:par>
                            </p:childTnLst>
                          </p:cTn>
                        </p:par>
                        <p:par>
                          <p:cTn id="10" fill="hold">
                            <p:stCondLst>
                              <p:cond delay="500"/>
                            </p:stCondLst>
                            <p:childTnLst>
                              <p:par>
                                <p:cTn id="11" presetID="2" presetClass="entr" presetSubtype="1" fill="hold" nodeType="afterEffect">
                                  <p:stCondLst>
                                    <p:cond delay="0"/>
                                  </p:stCondLst>
                                  <p:childTnLst>
                                    <p:set>
                                      <p:cBhvr>
                                        <p:cTn id="12" dur="1" fill="hold">
                                          <p:stCondLst>
                                            <p:cond delay="0"/>
                                          </p:stCondLst>
                                        </p:cTn>
                                        <p:tgtEl>
                                          <p:spTgt spid="5"/>
                                        </p:tgtEl>
                                        <p:attrNameLst>
                                          <p:attrName>style.visibility</p:attrName>
                                        </p:attrNameLst>
                                      </p:cBhvr>
                                      <p:to>
                                        <p:strVal val="visible"/>
                                      </p:to>
                                    </p:set>
                                    <p:anim calcmode="lin" valueType="num">
                                      <p:cBhvr additive="base">
                                        <p:cTn id="13" dur="500" fill="hold"/>
                                        <p:tgtEl>
                                          <p:spTgt spid="5"/>
                                        </p:tgtEl>
                                        <p:attrNameLst>
                                          <p:attrName>ppt_x</p:attrName>
                                        </p:attrNameLst>
                                      </p:cBhvr>
                                      <p:tavLst>
                                        <p:tav tm="0">
                                          <p:val>
                                            <p:strVal val="#ppt_x"/>
                                          </p:val>
                                        </p:tav>
                                        <p:tav tm="100000">
                                          <p:val>
                                            <p:strVal val="#ppt_x"/>
                                          </p:val>
                                        </p:tav>
                                      </p:tavLst>
                                    </p:anim>
                                    <p:anim calcmode="lin" valueType="num">
                                      <p:cBhvr additive="base">
                                        <p:cTn id="14" dur="500" fill="hold"/>
                                        <p:tgtEl>
                                          <p:spTgt spid="5"/>
                                        </p:tgtEl>
                                        <p:attrNameLst>
                                          <p:attrName>ppt_y</p:attrName>
                                        </p:attrNameLst>
                                      </p:cBhvr>
                                      <p:tavLst>
                                        <p:tav tm="0">
                                          <p:val>
                                            <p:strVal val="0-#ppt_h/2"/>
                                          </p:val>
                                        </p:tav>
                                        <p:tav tm="100000">
                                          <p:val>
                                            <p:strVal val="#ppt_y"/>
                                          </p:val>
                                        </p:tav>
                                      </p:tavLst>
                                    </p:anim>
                                  </p:childTnLst>
                                </p:cTn>
                              </p:par>
                            </p:childTnLst>
                          </p:cTn>
                        </p:par>
                        <p:par>
                          <p:cTn id="15" fill="hold">
                            <p:stCondLst>
                              <p:cond delay="1000"/>
                            </p:stCondLst>
                            <p:childTnLst>
                              <p:par>
                                <p:cTn id="16" presetID="2" presetClass="entr" presetSubtype="1" fill="hold" nodeType="afterEffect">
                                  <p:stCondLst>
                                    <p:cond delay="0"/>
                                  </p:stCondLst>
                                  <p:childTnLst>
                                    <p:set>
                                      <p:cBhvr>
                                        <p:cTn id="17" dur="1" fill="hold">
                                          <p:stCondLst>
                                            <p:cond delay="0"/>
                                          </p:stCondLst>
                                        </p:cTn>
                                        <p:tgtEl>
                                          <p:spTgt spid="64"/>
                                        </p:tgtEl>
                                        <p:attrNameLst>
                                          <p:attrName>style.visibility</p:attrName>
                                        </p:attrNameLst>
                                      </p:cBhvr>
                                      <p:to>
                                        <p:strVal val="visible"/>
                                      </p:to>
                                    </p:set>
                                    <p:anim calcmode="lin" valueType="num">
                                      <p:cBhvr additive="base">
                                        <p:cTn id="18" dur="500" fill="hold"/>
                                        <p:tgtEl>
                                          <p:spTgt spid="64"/>
                                        </p:tgtEl>
                                        <p:attrNameLst>
                                          <p:attrName>ppt_x</p:attrName>
                                        </p:attrNameLst>
                                      </p:cBhvr>
                                      <p:tavLst>
                                        <p:tav tm="0">
                                          <p:val>
                                            <p:strVal val="#ppt_x"/>
                                          </p:val>
                                        </p:tav>
                                        <p:tav tm="100000">
                                          <p:val>
                                            <p:strVal val="#ppt_x"/>
                                          </p:val>
                                        </p:tav>
                                      </p:tavLst>
                                    </p:anim>
                                    <p:anim calcmode="lin" valueType="num">
                                      <p:cBhvr additive="base">
                                        <p:cTn id="19" dur="500" fill="hold"/>
                                        <p:tgtEl>
                                          <p:spTgt spid="64"/>
                                        </p:tgtEl>
                                        <p:attrNameLst>
                                          <p:attrName>ppt_y</p:attrName>
                                        </p:attrNameLst>
                                      </p:cBhvr>
                                      <p:tavLst>
                                        <p:tav tm="0">
                                          <p:val>
                                            <p:strVal val="0-#ppt_h/2"/>
                                          </p:val>
                                        </p:tav>
                                        <p:tav tm="100000">
                                          <p:val>
                                            <p:strVal val="#ppt_y"/>
                                          </p:val>
                                        </p:tav>
                                      </p:tavLst>
                                    </p:anim>
                                  </p:childTnLst>
                                </p:cTn>
                              </p:par>
                            </p:childTnLst>
                          </p:cTn>
                        </p:par>
                        <p:par>
                          <p:cTn id="20" fill="hold">
                            <p:stCondLst>
                              <p:cond delay="1500"/>
                            </p:stCondLst>
                            <p:childTnLst>
                              <p:par>
                                <p:cTn id="21" presetID="10" presetClass="entr" presetSubtype="0" fill="hold" grpId="0" nodeType="afterEffect">
                                  <p:stCondLst>
                                    <p:cond delay="0"/>
                                  </p:stCondLst>
                                  <p:childTnLst>
                                    <p:set>
                                      <p:cBhvr>
                                        <p:cTn id="22" dur="1" fill="hold">
                                          <p:stCondLst>
                                            <p:cond delay="0"/>
                                          </p:stCondLst>
                                        </p:cTn>
                                        <p:tgtEl>
                                          <p:spTgt spid="69"/>
                                        </p:tgtEl>
                                        <p:attrNameLst>
                                          <p:attrName>style.visibility</p:attrName>
                                        </p:attrNameLst>
                                      </p:cBhvr>
                                      <p:to>
                                        <p:strVal val="visible"/>
                                      </p:to>
                                    </p:set>
                                    <p:animEffect transition="in" filter="fade">
                                      <p:cBhvr>
                                        <p:cTn id="23" dur="500"/>
                                        <p:tgtEl>
                                          <p:spTgt spid="69"/>
                                        </p:tgtEl>
                                      </p:cBhvr>
                                    </p:animEffect>
                                  </p:childTnLst>
                                </p:cTn>
                              </p:par>
                            </p:childTnLst>
                          </p:cTn>
                        </p:par>
                        <p:par>
                          <p:cTn id="24" fill="hold">
                            <p:stCondLst>
                              <p:cond delay="2000"/>
                            </p:stCondLst>
                            <p:childTnLst>
                              <p:par>
                                <p:cTn id="25" presetID="10" presetClass="entr" presetSubtype="0" fill="hold" nodeType="afterEffect">
                                  <p:stCondLst>
                                    <p:cond delay="0"/>
                                  </p:stCondLst>
                                  <p:childTnLst>
                                    <p:set>
                                      <p:cBhvr>
                                        <p:cTn id="26" dur="1" fill="hold">
                                          <p:stCondLst>
                                            <p:cond delay="0"/>
                                          </p:stCondLst>
                                        </p:cTn>
                                        <p:tgtEl>
                                          <p:spTgt spid="70"/>
                                        </p:tgtEl>
                                        <p:attrNameLst>
                                          <p:attrName>style.visibility</p:attrName>
                                        </p:attrNameLst>
                                      </p:cBhvr>
                                      <p:to>
                                        <p:strVal val="visible"/>
                                      </p:to>
                                    </p:set>
                                    <p:animEffect transition="in" filter="fade">
                                      <p:cBhvr>
                                        <p:cTn id="27" dur="500"/>
                                        <p:tgtEl>
                                          <p:spTgt spid="70"/>
                                        </p:tgtEl>
                                      </p:cBhvr>
                                    </p:animEffect>
                                  </p:childTnLst>
                                </p:cTn>
                              </p:par>
                              <p:par>
                                <p:cTn id="28" presetID="53" presetClass="entr" presetSubtype="16" fill="hold" grpId="0" nodeType="withEffect">
                                  <p:stCondLst>
                                    <p:cond delay="0"/>
                                  </p:stCondLst>
                                  <p:childTnLst>
                                    <p:set>
                                      <p:cBhvr>
                                        <p:cTn id="29" dur="1" fill="hold">
                                          <p:stCondLst>
                                            <p:cond delay="0"/>
                                          </p:stCondLst>
                                        </p:cTn>
                                        <p:tgtEl>
                                          <p:spTgt spid="86"/>
                                        </p:tgtEl>
                                        <p:attrNameLst>
                                          <p:attrName>style.visibility</p:attrName>
                                        </p:attrNameLst>
                                      </p:cBhvr>
                                      <p:to>
                                        <p:strVal val="visible"/>
                                      </p:to>
                                    </p:set>
                                    <p:anim calcmode="lin" valueType="num">
                                      <p:cBhvr>
                                        <p:cTn id="30" dur="500" fill="hold"/>
                                        <p:tgtEl>
                                          <p:spTgt spid="86"/>
                                        </p:tgtEl>
                                        <p:attrNameLst>
                                          <p:attrName>ppt_w</p:attrName>
                                        </p:attrNameLst>
                                      </p:cBhvr>
                                      <p:tavLst>
                                        <p:tav tm="0">
                                          <p:val>
                                            <p:fltVal val="0"/>
                                          </p:val>
                                        </p:tav>
                                        <p:tav tm="100000">
                                          <p:val>
                                            <p:strVal val="#ppt_w"/>
                                          </p:val>
                                        </p:tav>
                                      </p:tavLst>
                                    </p:anim>
                                    <p:anim calcmode="lin" valueType="num">
                                      <p:cBhvr>
                                        <p:cTn id="31" dur="500" fill="hold"/>
                                        <p:tgtEl>
                                          <p:spTgt spid="86"/>
                                        </p:tgtEl>
                                        <p:attrNameLst>
                                          <p:attrName>ppt_h</p:attrName>
                                        </p:attrNameLst>
                                      </p:cBhvr>
                                      <p:tavLst>
                                        <p:tav tm="0">
                                          <p:val>
                                            <p:fltVal val="0"/>
                                          </p:val>
                                        </p:tav>
                                        <p:tav tm="100000">
                                          <p:val>
                                            <p:strVal val="#ppt_h"/>
                                          </p:val>
                                        </p:tav>
                                      </p:tavLst>
                                    </p:anim>
                                    <p:animEffect transition="in" filter="fade">
                                      <p:cBhvr>
                                        <p:cTn id="32" dur="500"/>
                                        <p:tgtEl>
                                          <p:spTgt spid="86"/>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80"/>
                                        </p:tgtEl>
                                        <p:attrNameLst>
                                          <p:attrName>style.visibility</p:attrName>
                                        </p:attrNameLst>
                                      </p:cBhvr>
                                      <p:to>
                                        <p:strVal val="visible"/>
                                      </p:to>
                                    </p:set>
                                    <p:animEffect transition="in" filter="fade">
                                      <p:cBhvr>
                                        <p:cTn id="35" dur="500"/>
                                        <p:tgtEl>
                                          <p:spTgt spid="80"/>
                                        </p:tgtEl>
                                      </p:cBhvr>
                                    </p:animEffect>
                                  </p:childTnLst>
                                </p:cTn>
                              </p:par>
                            </p:childTnLst>
                          </p:cTn>
                        </p:par>
                        <p:par>
                          <p:cTn id="36" fill="hold">
                            <p:stCondLst>
                              <p:cond delay="2500"/>
                            </p:stCondLst>
                            <p:childTnLst>
                              <p:par>
                                <p:cTn id="37" presetID="10" presetClass="entr" presetSubtype="0" fill="hold" nodeType="afterEffect">
                                  <p:stCondLst>
                                    <p:cond delay="0"/>
                                  </p:stCondLst>
                                  <p:childTnLst>
                                    <p:set>
                                      <p:cBhvr>
                                        <p:cTn id="38" dur="1" fill="hold">
                                          <p:stCondLst>
                                            <p:cond delay="0"/>
                                          </p:stCondLst>
                                        </p:cTn>
                                        <p:tgtEl>
                                          <p:spTgt spid="73"/>
                                        </p:tgtEl>
                                        <p:attrNameLst>
                                          <p:attrName>style.visibility</p:attrName>
                                        </p:attrNameLst>
                                      </p:cBhvr>
                                      <p:to>
                                        <p:strVal val="visible"/>
                                      </p:to>
                                    </p:set>
                                    <p:animEffect transition="in" filter="fade">
                                      <p:cBhvr>
                                        <p:cTn id="39" dur="500"/>
                                        <p:tgtEl>
                                          <p:spTgt spid="73"/>
                                        </p:tgtEl>
                                      </p:cBhvr>
                                    </p:animEffect>
                                  </p:childTnLst>
                                </p:cTn>
                              </p:par>
                              <p:par>
                                <p:cTn id="40" presetID="10" presetClass="entr" presetSubtype="0" fill="hold" grpId="0" nodeType="withEffect">
                                  <p:stCondLst>
                                    <p:cond delay="0"/>
                                  </p:stCondLst>
                                  <p:childTnLst>
                                    <p:set>
                                      <p:cBhvr>
                                        <p:cTn id="41" dur="1" fill="hold">
                                          <p:stCondLst>
                                            <p:cond delay="0"/>
                                          </p:stCondLst>
                                        </p:cTn>
                                        <p:tgtEl>
                                          <p:spTgt spid="82"/>
                                        </p:tgtEl>
                                        <p:attrNameLst>
                                          <p:attrName>style.visibility</p:attrName>
                                        </p:attrNameLst>
                                      </p:cBhvr>
                                      <p:to>
                                        <p:strVal val="visible"/>
                                      </p:to>
                                    </p:set>
                                    <p:animEffect transition="in" filter="fade">
                                      <p:cBhvr>
                                        <p:cTn id="42" dur="500"/>
                                        <p:tgtEl>
                                          <p:spTgt spid="82"/>
                                        </p:tgtEl>
                                      </p:cBhvr>
                                    </p:animEffect>
                                  </p:childTnLst>
                                </p:cTn>
                              </p:par>
                            </p:childTnLst>
                          </p:cTn>
                        </p:par>
                        <p:par>
                          <p:cTn id="43" fill="hold">
                            <p:stCondLst>
                              <p:cond delay="3000"/>
                            </p:stCondLst>
                            <p:childTnLst>
                              <p:par>
                                <p:cTn id="44" presetID="10" presetClass="entr" presetSubtype="0" fill="hold" nodeType="afterEffect">
                                  <p:stCondLst>
                                    <p:cond delay="0"/>
                                  </p:stCondLst>
                                  <p:childTnLst>
                                    <p:set>
                                      <p:cBhvr>
                                        <p:cTn id="45" dur="1" fill="hold">
                                          <p:stCondLst>
                                            <p:cond delay="0"/>
                                          </p:stCondLst>
                                        </p:cTn>
                                        <p:tgtEl>
                                          <p:spTgt spid="76"/>
                                        </p:tgtEl>
                                        <p:attrNameLst>
                                          <p:attrName>style.visibility</p:attrName>
                                        </p:attrNameLst>
                                      </p:cBhvr>
                                      <p:to>
                                        <p:strVal val="visible"/>
                                      </p:to>
                                    </p:set>
                                    <p:animEffect transition="in" filter="fade">
                                      <p:cBhvr>
                                        <p:cTn id="46" dur="500"/>
                                        <p:tgtEl>
                                          <p:spTgt spid="76"/>
                                        </p:tgtEl>
                                      </p:cBhvr>
                                    </p:animEffect>
                                  </p:childTnLst>
                                </p:cTn>
                              </p:par>
                              <p:par>
                                <p:cTn id="47" presetID="10" presetClass="entr" presetSubtype="0" fill="hold" grpId="0" nodeType="withEffect">
                                  <p:stCondLst>
                                    <p:cond delay="0"/>
                                  </p:stCondLst>
                                  <p:childTnLst>
                                    <p:set>
                                      <p:cBhvr>
                                        <p:cTn id="48" dur="1" fill="hold">
                                          <p:stCondLst>
                                            <p:cond delay="0"/>
                                          </p:stCondLst>
                                        </p:cTn>
                                        <p:tgtEl>
                                          <p:spTgt spid="84"/>
                                        </p:tgtEl>
                                        <p:attrNameLst>
                                          <p:attrName>style.visibility</p:attrName>
                                        </p:attrNameLst>
                                      </p:cBhvr>
                                      <p:to>
                                        <p:strVal val="visible"/>
                                      </p:to>
                                    </p:set>
                                    <p:animEffect transition="in" filter="fade">
                                      <p:cBhvr>
                                        <p:cTn id="49" dur="500"/>
                                        <p:tgtEl>
                                          <p:spTgt spid="84"/>
                                        </p:tgtEl>
                                      </p:cBhvr>
                                    </p:animEffect>
                                  </p:childTnLst>
                                </p:cTn>
                              </p:par>
                            </p:childTnLst>
                          </p:cTn>
                        </p:par>
                        <p:par>
                          <p:cTn id="50" fill="hold">
                            <p:stCondLst>
                              <p:cond delay="3500"/>
                            </p:stCondLst>
                            <p:childTnLst>
                              <p:par>
                                <p:cTn id="51" presetID="53" presetClass="entr" presetSubtype="16" fill="hold" grpId="0" nodeType="afterEffect">
                                  <p:stCondLst>
                                    <p:cond delay="0"/>
                                  </p:stCondLst>
                                  <p:childTnLst>
                                    <p:set>
                                      <p:cBhvr>
                                        <p:cTn id="52" dur="1" fill="hold">
                                          <p:stCondLst>
                                            <p:cond delay="0"/>
                                          </p:stCondLst>
                                        </p:cTn>
                                        <p:tgtEl>
                                          <p:spTgt spid="85"/>
                                        </p:tgtEl>
                                        <p:attrNameLst>
                                          <p:attrName>style.visibility</p:attrName>
                                        </p:attrNameLst>
                                      </p:cBhvr>
                                      <p:to>
                                        <p:strVal val="visible"/>
                                      </p:to>
                                    </p:set>
                                    <p:anim calcmode="lin" valueType="num">
                                      <p:cBhvr>
                                        <p:cTn id="53" dur="500" fill="hold"/>
                                        <p:tgtEl>
                                          <p:spTgt spid="85"/>
                                        </p:tgtEl>
                                        <p:attrNameLst>
                                          <p:attrName>ppt_w</p:attrName>
                                        </p:attrNameLst>
                                      </p:cBhvr>
                                      <p:tavLst>
                                        <p:tav tm="0">
                                          <p:val>
                                            <p:fltVal val="0"/>
                                          </p:val>
                                        </p:tav>
                                        <p:tav tm="100000">
                                          <p:val>
                                            <p:strVal val="#ppt_w"/>
                                          </p:val>
                                        </p:tav>
                                      </p:tavLst>
                                    </p:anim>
                                    <p:anim calcmode="lin" valueType="num">
                                      <p:cBhvr>
                                        <p:cTn id="54" dur="500" fill="hold"/>
                                        <p:tgtEl>
                                          <p:spTgt spid="85"/>
                                        </p:tgtEl>
                                        <p:attrNameLst>
                                          <p:attrName>ppt_h</p:attrName>
                                        </p:attrNameLst>
                                      </p:cBhvr>
                                      <p:tavLst>
                                        <p:tav tm="0">
                                          <p:val>
                                            <p:fltVal val="0"/>
                                          </p:val>
                                        </p:tav>
                                        <p:tav tm="100000">
                                          <p:val>
                                            <p:strVal val="#ppt_h"/>
                                          </p:val>
                                        </p:tav>
                                      </p:tavLst>
                                    </p:anim>
                                    <p:animEffect transition="in" filter="fade">
                                      <p:cBhvr>
                                        <p:cTn id="55" dur="500"/>
                                        <p:tgtEl>
                                          <p:spTgt spid="8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9" grpId="0"/>
      <p:bldP spid="80" grpId="0"/>
      <p:bldP spid="82" grpId="0"/>
      <p:bldP spid="84" grpId="0"/>
      <p:bldP spid="85" grpId="0"/>
      <p:bldP spid="86" grpId="0"/>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 name="Rectangle 172"/>
          <p:cNvSpPr/>
          <p:nvPr/>
        </p:nvSpPr>
        <p:spPr>
          <a:xfrm>
            <a:off x="6498930" y="2012032"/>
            <a:ext cx="3255247" cy="584775"/>
          </a:xfrm>
          <a:prstGeom prst="rect">
            <a:avLst/>
          </a:prstGeom>
        </p:spPr>
        <p:txBody>
          <a:bodyPr wrap="square">
            <a:spAutoFit/>
          </a:bodyPr>
          <a:ls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fontAlgn="auto">
              <a:spcBef>
                <a:spcPts val="0"/>
              </a:spcBef>
              <a:spcAft>
                <a:spcPts val="0"/>
              </a:spcAft>
            </a:pPr>
            <a:r>
              <a:rPr lang="ar-SA" sz="3200" b="1" dirty="0" smtClean="0">
                <a:solidFill>
                  <a:prstClr val="black">
                    <a:lumMod val="50000"/>
                    <a:lumOff val="50000"/>
                  </a:prstClr>
                </a:solidFill>
              </a:rPr>
              <a:t>قيادة </a:t>
            </a:r>
            <a:r>
              <a:rPr lang="ar-SA" sz="3200" b="1" dirty="0">
                <a:solidFill>
                  <a:prstClr val="black">
                    <a:lumMod val="50000"/>
                    <a:lumOff val="50000"/>
                  </a:prstClr>
                </a:solidFill>
              </a:rPr>
              <a:t>التغيير</a:t>
            </a:r>
            <a:endParaRPr lang="en-AU" sz="3200" b="1" dirty="0">
              <a:solidFill>
                <a:prstClr val="black">
                  <a:lumMod val="50000"/>
                  <a:lumOff val="50000"/>
                </a:prstClr>
              </a:solidFill>
            </a:endParaRPr>
          </a:p>
        </p:txBody>
      </p:sp>
      <p:sp>
        <p:nvSpPr>
          <p:cNvPr id="174" name="TextBox 23"/>
          <p:cNvSpPr txBox="1"/>
          <p:nvPr/>
        </p:nvSpPr>
        <p:spPr>
          <a:xfrm>
            <a:off x="5672704" y="2012032"/>
            <a:ext cx="717026" cy="646331"/>
          </a:xfrm>
          <a:prstGeom prst="rect">
            <a:avLst/>
          </a:prstGeom>
          <a:noFill/>
        </p:spPr>
        <p:txBody>
          <a:bodyPr wrap="square" rtlCol="0">
            <a:spAutoFit/>
          </a:bodyPr>
          <a:ls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fontAlgn="auto">
              <a:spcBef>
                <a:spcPts val="0"/>
              </a:spcBef>
              <a:spcAft>
                <a:spcPts val="0"/>
              </a:spcAft>
            </a:pPr>
            <a:r>
              <a:rPr lang="id-ID" sz="3600" dirty="0" smtClean="0">
                <a:solidFill>
                  <a:srgbClr val="E9233C"/>
                </a:solidFill>
                <a:latin typeface="Roboto"/>
              </a:rPr>
              <a:t>0</a:t>
            </a:r>
            <a:r>
              <a:rPr lang="en-US" sz="3600" dirty="0" smtClean="0">
                <a:solidFill>
                  <a:srgbClr val="E9233C"/>
                </a:solidFill>
                <a:latin typeface="Roboto"/>
              </a:rPr>
              <a:t>3</a:t>
            </a:r>
            <a:endParaRPr lang="id-ID" sz="3600" dirty="0">
              <a:solidFill>
                <a:srgbClr val="E9233C"/>
              </a:solidFill>
              <a:latin typeface="Roboto"/>
            </a:endParaRPr>
          </a:p>
        </p:txBody>
      </p:sp>
      <p:sp>
        <p:nvSpPr>
          <p:cNvPr id="176" name="Rectangle 175"/>
          <p:cNvSpPr/>
          <p:nvPr/>
        </p:nvSpPr>
        <p:spPr>
          <a:xfrm>
            <a:off x="6522677" y="2952065"/>
            <a:ext cx="2988547" cy="584775"/>
          </a:xfrm>
          <a:prstGeom prst="rect">
            <a:avLst/>
          </a:prstGeom>
        </p:spPr>
        <p:txBody>
          <a:bodyPr wrap="square">
            <a:spAutoFit/>
          </a:bodyPr>
          <a:ls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rtl="1" fontAlgn="auto">
              <a:spcBef>
                <a:spcPts val="0"/>
              </a:spcBef>
              <a:spcAft>
                <a:spcPts val="0"/>
              </a:spcAft>
            </a:pPr>
            <a:r>
              <a:rPr lang="ar-SA" sz="3200" b="1" dirty="0">
                <a:solidFill>
                  <a:prstClr val="black">
                    <a:lumMod val="50000"/>
                    <a:lumOff val="50000"/>
                  </a:prstClr>
                </a:solidFill>
              </a:rPr>
              <a:t>ثورة المعلومات</a:t>
            </a:r>
            <a:endParaRPr lang="en-AU" sz="3200" b="1" dirty="0">
              <a:solidFill>
                <a:prstClr val="black">
                  <a:lumMod val="50000"/>
                  <a:lumOff val="50000"/>
                </a:prstClr>
              </a:solidFill>
            </a:endParaRPr>
          </a:p>
        </p:txBody>
      </p:sp>
      <p:sp>
        <p:nvSpPr>
          <p:cNvPr id="177" name="TextBox 23"/>
          <p:cNvSpPr txBox="1"/>
          <p:nvPr/>
        </p:nvSpPr>
        <p:spPr>
          <a:xfrm>
            <a:off x="5696451" y="2952065"/>
            <a:ext cx="717026" cy="646331"/>
          </a:xfrm>
          <a:prstGeom prst="rect">
            <a:avLst/>
          </a:prstGeom>
          <a:noFill/>
        </p:spPr>
        <p:txBody>
          <a:bodyPr wrap="square" rtlCol="0">
            <a:spAutoFit/>
          </a:bodyPr>
          <a:ls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fontAlgn="auto">
              <a:spcBef>
                <a:spcPts val="0"/>
              </a:spcBef>
              <a:spcAft>
                <a:spcPts val="0"/>
              </a:spcAft>
            </a:pPr>
            <a:r>
              <a:rPr lang="id-ID" sz="3600" dirty="0" smtClean="0">
                <a:solidFill>
                  <a:srgbClr val="F0992F"/>
                </a:solidFill>
                <a:latin typeface="Roboto"/>
              </a:rPr>
              <a:t>0</a:t>
            </a:r>
            <a:r>
              <a:rPr lang="en-US" sz="3600" dirty="0" smtClean="0">
                <a:solidFill>
                  <a:srgbClr val="F0992F"/>
                </a:solidFill>
                <a:latin typeface="Roboto"/>
              </a:rPr>
              <a:t>4</a:t>
            </a:r>
            <a:endParaRPr lang="id-ID" sz="3600" dirty="0">
              <a:solidFill>
                <a:srgbClr val="F0992F"/>
              </a:solidFill>
              <a:latin typeface="Roboto"/>
            </a:endParaRPr>
          </a:p>
        </p:txBody>
      </p:sp>
      <p:sp>
        <p:nvSpPr>
          <p:cNvPr id="179" name="Rectangle 178"/>
          <p:cNvSpPr/>
          <p:nvPr/>
        </p:nvSpPr>
        <p:spPr>
          <a:xfrm>
            <a:off x="6504683" y="3873142"/>
            <a:ext cx="2988547" cy="584775"/>
          </a:xfrm>
          <a:prstGeom prst="rect">
            <a:avLst/>
          </a:prstGeom>
        </p:spPr>
        <p:txBody>
          <a:bodyPr wrap="square">
            <a:spAutoFit/>
          </a:bodyPr>
          <a:ls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fontAlgn="auto">
              <a:spcBef>
                <a:spcPts val="0"/>
              </a:spcBef>
              <a:spcAft>
                <a:spcPts val="0"/>
              </a:spcAft>
            </a:pPr>
            <a:r>
              <a:rPr lang="ar-SA" sz="3200" b="1" dirty="0">
                <a:solidFill>
                  <a:prstClr val="black">
                    <a:lumMod val="50000"/>
                    <a:lumOff val="50000"/>
                  </a:prstClr>
                </a:solidFill>
              </a:rPr>
              <a:t>تمهين التعليم</a:t>
            </a:r>
            <a:endParaRPr lang="en-AU" sz="3200" b="1" dirty="0">
              <a:solidFill>
                <a:prstClr val="black">
                  <a:lumMod val="50000"/>
                  <a:lumOff val="50000"/>
                </a:prstClr>
              </a:solidFill>
            </a:endParaRPr>
          </a:p>
        </p:txBody>
      </p:sp>
      <p:sp>
        <p:nvSpPr>
          <p:cNvPr id="180" name="TextBox 23"/>
          <p:cNvSpPr txBox="1"/>
          <p:nvPr/>
        </p:nvSpPr>
        <p:spPr>
          <a:xfrm>
            <a:off x="5678457" y="3873142"/>
            <a:ext cx="717026" cy="646331"/>
          </a:xfrm>
          <a:prstGeom prst="rect">
            <a:avLst/>
          </a:prstGeom>
          <a:noFill/>
        </p:spPr>
        <p:txBody>
          <a:bodyPr wrap="square" rtlCol="0">
            <a:spAutoFit/>
          </a:bodyPr>
          <a:ls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fontAlgn="auto">
              <a:spcBef>
                <a:spcPts val="0"/>
              </a:spcBef>
              <a:spcAft>
                <a:spcPts val="0"/>
              </a:spcAft>
            </a:pPr>
            <a:r>
              <a:rPr lang="id-ID" sz="3600" dirty="0" smtClean="0">
                <a:solidFill>
                  <a:srgbClr val="1E3046"/>
                </a:solidFill>
                <a:latin typeface="Roboto"/>
              </a:rPr>
              <a:t>0</a:t>
            </a:r>
            <a:r>
              <a:rPr lang="en-US" sz="3600" dirty="0" smtClean="0">
                <a:solidFill>
                  <a:srgbClr val="1E3046"/>
                </a:solidFill>
                <a:latin typeface="Roboto"/>
              </a:rPr>
              <a:t>5</a:t>
            </a:r>
            <a:endParaRPr lang="id-ID" sz="3600" dirty="0">
              <a:solidFill>
                <a:srgbClr val="1E3046"/>
              </a:solidFill>
              <a:latin typeface="Roboto"/>
            </a:endParaRPr>
          </a:p>
        </p:txBody>
      </p:sp>
      <p:sp>
        <p:nvSpPr>
          <p:cNvPr id="182" name="Rectangle 181"/>
          <p:cNvSpPr/>
          <p:nvPr/>
        </p:nvSpPr>
        <p:spPr>
          <a:xfrm>
            <a:off x="6524420" y="4813175"/>
            <a:ext cx="2988547" cy="584775"/>
          </a:xfrm>
          <a:prstGeom prst="rect">
            <a:avLst/>
          </a:prstGeom>
        </p:spPr>
        <p:txBody>
          <a:bodyPr wrap="square">
            <a:spAutoFit/>
          </a:bodyPr>
          <a:ls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fontAlgn="auto">
              <a:spcBef>
                <a:spcPts val="0"/>
              </a:spcBef>
              <a:spcAft>
                <a:spcPts val="0"/>
              </a:spcAft>
            </a:pPr>
            <a:r>
              <a:rPr lang="ar-SA" sz="3200" b="1" dirty="0">
                <a:solidFill>
                  <a:prstClr val="black">
                    <a:lumMod val="50000"/>
                    <a:lumOff val="50000"/>
                  </a:prstClr>
                </a:solidFill>
              </a:rPr>
              <a:t>إدارة التكنولوجيا</a:t>
            </a:r>
            <a:endParaRPr lang="en-AU" sz="3200" b="1" dirty="0">
              <a:solidFill>
                <a:prstClr val="black">
                  <a:lumMod val="50000"/>
                  <a:lumOff val="50000"/>
                </a:prstClr>
              </a:solidFill>
            </a:endParaRPr>
          </a:p>
        </p:txBody>
      </p:sp>
      <p:sp>
        <p:nvSpPr>
          <p:cNvPr id="183" name="TextBox 23"/>
          <p:cNvSpPr txBox="1"/>
          <p:nvPr/>
        </p:nvSpPr>
        <p:spPr>
          <a:xfrm>
            <a:off x="5698194" y="4813175"/>
            <a:ext cx="717026" cy="646331"/>
          </a:xfrm>
          <a:prstGeom prst="rect">
            <a:avLst/>
          </a:prstGeom>
          <a:noFill/>
        </p:spPr>
        <p:txBody>
          <a:bodyPr wrap="square" rtlCol="0">
            <a:spAutoFit/>
          </a:bodyPr>
          <a:ls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fontAlgn="auto">
              <a:spcBef>
                <a:spcPts val="0"/>
              </a:spcBef>
              <a:spcAft>
                <a:spcPts val="0"/>
              </a:spcAft>
            </a:pPr>
            <a:r>
              <a:rPr lang="id-ID" sz="3600" dirty="0" smtClean="0">
                <a:solidFill>
                  <a:srgbClr val="3392E2"/>
                </a:solidFill>
                <a:latin typeface="Roboto"/>
              </a:rPr>
              <a:t>0</a:t>
            </a:r>
            <a:r>
              <a:rPr lang="en-US" sz="3600" dirty="0" smtClean="0">
                <a:solidFill>
                  <a:srgbClr val="3392E2"/>
                </a:solidFill>
                <a:latin typeface="Roboto"/>
              </a:rPr>
              <a:t>6</a:t>
            </a:r>
            <a:endParaRPr lang="id-ID" sz="3600" dirty="0">
              <a:solidFill>
                <a:srgbClr val="3392E2"/>
              </a:solidFill>
              <a:latin typeface="Roboto"/>
            </a:endParaRPr>
          </a:p>
        </p:txBody>
      </p:sp>
      <p:grpSp>
        <p:nvGrpSpPr>
          <p:cNvPr id="199" name="Group 198"/>
          <p:cNvGrpSpPr/>
          <p:nvPr/>
        </p:nvGrpSpPr>
        <p:grpSpPr>
          <a:xfrm>
            <a:off x="1504246" y="2552657"/>
            <a:ext cx="910297" cy="768651"/>
            <a:chOff x="5408613" y="4151313"/>
            <a:chExt cx="1458913" cy="1231900"/>
          </a:xfrm>
        </p:grpSpPr>
        <p:sp>
          <p:nvSpPr>
            <p:cNvPr id="200" name="Rectangle 16"/>
            <p:cNvSpPr>
              <a:spLocks noChangeArrowheads="1"/>
            </p:cNvSpPr>
            <p:nvPr/>
          </p:nvSpPr>
          <p:spPr bwMode="auto">
            <a:xfrm>
              <a:off x="5408613" y="4151313"/>
              <a:ext cx="1458913" cy="284163"/>
            </a:xfrm>
            <a:prstGeom prst="rect">
              <a:avLst/>
            </a:prstGeom>
            <a:solidFill>
              <a:srgbClr val="966836"/>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sp>
          <p:nvSpPr>
            <p:cNvPr id="201" name="Freeform 18"/>
            <p:cNvSpPr>
              <a:spLocks/>
            </p:cNvSpPr>
            <p:nvPr/>
          </p:nvSpPr>
          <p:spPr bwMode="auto">
            <a:xfrm>
              <a:off x="5480051" y="4435475"/>
              <a:ext cx="1316038" cy="947738"/>
            </a:xfrm>
            <a:custGeom>
              <a:avLst/>
              <a:gdLst>
                <a:gd name="T0" fmla="*/ 669 w 829"/>
                <a:gd name="T1" fmla="*/ 597 h 597"/>
                <a:gd name="T2" fmla="*/ 160 w 829"/>
                <a:gd name="T3" fmla="*/ 597 h 597"/>
                <a:gd name="T4" fmla="*/ 0 w 829"/>
                <a:gd name="T5" fmla="*/ 0 h 597"/>
                <a:gd name="T6" fmla="*/ 829 w 829"/>
                <a:gd name="T7" fmla="*/ 0 h 597"/>
                <a:gd name="T8" fmla="*/ 669 w 829"/>
                <a:gd name="T9" fmla="*/ 597 h 597"/>
              </a:gdLst>
              <a:ahLst/>
              <a:cxnLst>
                <a:cxn ang="0">
                  <a:pos x="T0" y="T1"/>
                </a:cxn>
                <a:cxn ang="0">
                  <a:pos x="T2" y="T3"/>
                </a:cxn>
                <a:cxn ang="0">
                  <a:pos x="T4" y="T5"/>
                </a:cxn>
                <a:cxn ang="0">
                  <a:pos x="T6" y="T7"/>
                </a:cxn>
                <a:cxn ang="0">
                  <a:pos x="T8" y="T9"/>
                </a:cxn>
              </a:cxnLst>
              <a:rect l="0" t="0" r="r" b="b"/>
              <a:pathLst>
                <a:path w="829" h="597">
                  <a:moveTo>
                    <a:pt x="669" y="597"/>
                  </a:moveTo>
                  <a:lnTo>
                    <a:pt x="160" y="597"/>
                  </a:lnTo>
                  <a:lnTo>
                    <a:pt x="0" y="0"/>
                  </a:lnTo>
                  <a:lnTo>
                    <a:pt x="829" y="0"/>
                  </a:lnTo>
                  <a:lnTo>
                    <a:pt x="669" y="597"/>
                  </a:lnTo>
                  <a:close/>
                </a:path>
              </a:pathLst>
            </a:custGeom>
            <a:solidFill>
              <a:srgbClr val="BC8548"/>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sp>
          <p:nvSpPr>
            <p:cNvPr id="202" name="Freeform 20"/>
            <p:cNvSpPr>
              <a:spLocks/>
            </p:cNvSpPr>
            <p:nvPr/>
          </p:nvSpPr>
          <p:spPr bwMode="auto">
            <a:xfrm>
              <a:off x="6137276" y="4151313"/>
              <a:ext cx="730250" cy="284163"/>
            </a:xfrm>
            <a:custGeom>
              <a:avLst/>
              <a:gdLst>
                <a:gd name="T0" fmla="*/ 460 w 460"/>
                <a:gd name="T1" fmla="*/ 0 h 179"/>
                <a:gd name="T2" fmla="*/ 14 w 460"/>
                <a:gd name="T3" fmla="*/ 0 h 179"/>
                <a:gd name="T4" fmla="*/ 0 w 460"/>
                <a:gd name="T5" fmla="*/ 0 h 179"/>
                <a:gd name="T6" fmla="*/ 0 w 460"/>
                <a:gd name="T7" fmla="*/ 179 h 179"/>
                <a:gd name="T8" fmla="*/ 415 w 460"/>
                <a:gd name="T9" fmla="*/ 179 h 179"/>
                <a:gd name="T10" fmla="*/ 460 w 460"/>
                <a:gd name="T11" fmla="*/ 179 h 179"/>
                <a:gd name="T12" fmla="*/ 460 w 460"/>
                <a:gd name="T13" fmla="*/ 0 h 179"/>
              </a:gdLst>
              <a:ahLst/>
              <a:cxnLst>
                <a:cxn ang="0">
                  <a:pos x="T0" y="T1"/>
                </a:cxn>
                <a:cxn ang="0">
                  <a:pos x="T2" y="T3"/>
                </a:cxn>
                <a:cxn ang="0">
                  <a:pos x="T4" y="T5"/>
                </a:cxn>
                <a:cxn ang="0">
                  <a:pos x="T6" y="T7"/>
                </a:cxn>
                <a:cxn ang="0">
                  <a:pos x="T8" y="T9"/>
                </a:cxn>
                <a:cxn ang="0">
                  <a:pos x="T10" y="T11"/>
                </a:cxn>
                <a:cxn ang="0">
                  <a:pos x="T12" y="T13"/>
                </a:cxn>
              </a:cxnLst>
              <a:rect l="0" t="0" r="r" b="b"/>
              <a:pathLst>
                <a:path w="460" h="179">
                  <a:moveTo>
                    <a:pt x="460" y="0"/>
                  </a:moveTo>
                  <a:lnTo>
                    <a:pt x="14" y="0"/>
                  </a:lnTo>
                  <a:lnTo>
                    <a:pt x="0" y="0"/>
                  </a:lnTo>
                  <a:lnTo>
                    <a:pt x="0" y="179"/>
                  </a:lnTo>
                  <a:lnTo>
                    <a:pt x="415" y="179"/>
                  </a:lnTo>
                  <a:lnTo>
                    <a:pt x="460" y="179"/>
                  </a:lnTo>
                  <a:lnTo>
                    <a:pt x="460" y="0"/>
                  </a:lnTo>
                  <a:close/>
                </a:path>
              </a:pathLst>
            </a:custGeom>
            <a:solidFill>
              <a:srgbClr val="7E582E"/>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sp>
          <p:nvSpPr>
            <p:cNvPr id="203" name="Freeform 22"/>
            <p:cNvSpPr>
              <a:spLocks/>
            </p:cNvSpPr>
            <p:nvPr/>
          </p:nvSpPr>
          <p:spPr bwMode="auto">
            <a:xfrm>
              <a:off x="6137276" y="4435475"/>
              <a:ext cx="658813" cy="947738"/>
            </a:xfrm>
            <a:custGeom>
              <a:avLst/>
              <a:gdLst>
                <a:gd name="T0" fmla="*/ 415 w 415"/>
                <a:gd name="T1" fmla="*/ 0 h 597"/>
                <a:gd name="T2" fmla="*/ 0 w 415"/>
                <a:gd name="T3" fmla="*/ 0 h 597"/>
                <a:gd name="T4" fmla="*/ 0 w 415"/>
                <a:gd name="T5" fmla="*/ 597 h 597"/>
                <a:gd name="T6" fmla="*/ 255 w 415"/>
                <a:gd name="T7" fmla="*/ 597 h 597"/>
                <a:gd name="T8" fmla="*/ 415 w 415"/>
                <a:gd name="T9" fmla="*/ 0 h 597"/>
              </a:gdLst>
              <a:ahLst/>
              <a:cxnLst>
                <a:cxn ang="0">
                  <a:pos x="T0" y="T1"/>
                </a:cxn>
                <a:cxn ang="0">
                  <a:pos x="T2" y="T3"/>
                </a:cxn>
                <a:cxn ang="0">
                  <a:pos x="T4" y="T5"/>
                </a:cxn>
                <a:cxn ang="0">
                  <a:pos x="T6" y="T7"/>
                </a:cxn>
                <a:cxn ang="0">
                  <a:pos x="T8" y="T9"/>
                </a:cxn>
              </a:cxnLst>
              <a:rect l="0" t="0" r="r" b="b"/>
              <a:pathLst>
                <a:path w="415" h="597">
                  <a:moveTo>
                    <a:pt x="415" y="0"/>
                  </a:moveTo>
                  <a:lnTo>
                    <a:pt x="0" y="0"/>
                  </a:lnTo>
                  <a:lnTo>
                    <a:pt x="0" y="597"/>
                  </a:lnTo>
                  <a:lnTo>
                    <a:pt x="255" y="597"/>
                  </a:lnTo>
                  <a:lnTo>
                    <a:pt x="415" y="0"/>
                  </a:lnTo>
                  <a:close/>
                </a:path>
              </a:pathLst>
            </a:custGeom>
            <a:solidFill>
              <a:srgbClr val="906434"/>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grpSp>
      <p:grpSp>
        <p:nvGrpSpPr>
          <p:cNvPr id="204" name="Group 203"/>
          <p:cNvGrpSpPr/>
          <p:nvPr/>
        </p:nvGrpSpPr>
        <p:grpSpPr>
          <a:xfrm>
            <a:off x="1668496" y="2687824"/>
            <a:ext cx="3314625" cy="2689735"/>
            <a:chOff x="4586289" y="3298426"/>
            <a:chExt cx="3314625" cy="2689735"/>
          </a:xfrm>
        </p:grpSpPr>
        <p:sp>
          <p:nvSpPr>
            <p:cNvPr id="205" name="Freeform 296"/>
            <p:cNvSpPr>
              <a:spLocks/>
            </p:cNvSpPr>
            <p:nvPr/>
          </p:nvSpPr>
          <p:spPr bwMode="auto">
            <a:xfrm flipH="1">
              <a:off x="5905618" y="3475067"/>
              <a:ext cx="697299" cy="730906"/>
            </a:xfrm>
            <a:custGeom>
              <a:avLst/>
              <a:gdLst>
                <a:gd name="T0" fmla="*/ 80 w 160"/>
                <a:gd name="T1" fmla="*/ 0 h 158"/>
                <a:gd name="T2" fmla="*/ 85 w 160"/>
                <a:gd name="T3" fmla="*/ 1 h 158"/>
                <a:gd name="T4" fmla="*/ 139 w 160"/>
                <a:gd name="T5" fmla="*/ 1 h 158"/>
                <a:gd name="T6" fmla="*/ 143 w 160"/>
                <a:gd name="T7" fmla="*/ 18 h 158"/>
                <a:gd name="T8" fmla="*/ 160 w 160"/>
                <a:gd name="T9" fmla="*/ 35 h 158"/>
                <a:gd name="T10" fmla="*/ 160 w 160"/>
                <a:gd name="T11" fmla="*/ 77 h 158"/>
                <a:gd name="T12" fmla="*/ 159 w 160"/>
                <a:gd name="T13" fmla="*/ 77 h 158"/>
                <a:gd name="T14" fmla="*/ 159 w 160"/>
                <a:gd name="T15" fmla="*/ 79 h 158"/>
                <a:gd name="T16" fmla="*/ 80 w 160"/>
                <a:gd name="T17" fmla="*/ 158 h 158"/>
                <a:gd name="T18" fmla="*/ 0 w 160"/>
                <a:gd name="T19" fmla="*/ 79 h 158"/>
                <a:gd name="T20" fmla="*/ 0 w 160"/>
                <a:gd name="T21" fmla="*/ 73 h 158"/>
                <a:gd name="T22" fmla="*/ 0 w 160"/>
                <a:gd name="T23" fmla="*/ 17 h 158"/>
                <a:gd name="T24" fmla="*/ 12 w 160"/>
                <a:gd name="T25" fmla="*/ 1 h 158"/>
                <a:gd name="T26" fmla="*/ 75 w 160"/>
                <a:gd name="T27" fmla="*/ 1 h 158"/>
                <a:gd name="T28" fmla="*/ 80 w 160"/>
                <a:gd name="T29" fmla="*/ 0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0" h="158">
                  <a:moveTo>
                    <a:pt x="80" y="0"/>
                  </a:moveTo>
                  <a:cubicBezTo>
                    <a:pt x="81" y="0"/>
                    <a:pt x="83" y="1"/>
                    <a:pt x="85" y="1"/>
                  </a:cubicBezTo>
                  <a:cubicBezTo>
                    <a:pt x="139" y="1"/>
                    <a:pt x="139" y="1"/>
                    <a:pt x="139" y="1"/>
                  </a:cubicBezTo>
                  <a:cubicBezTo>
                    <a:pt x="143" y="18"/>
                    <a:pt x="143" y="18"/>
                    <a:pt x="143" y="18"/>
                  </a:cubicBezTo>
                  <a:cubicBezTo>
                    <a:pt x="160" y="35"/>
                    <a:pt x="160" y="35"/>
                    <a:pt x="160" y="35"/>
                  </a:cubicBezTo>
                  <a:cubicBezTo>
                    <a:pt x="160" y="77"/>
                    <a:pt x="160" y="77"/>
                    <a:pt x="160" y="77"/>
                  </a:cubicBezTo>
                  <a:cubicBezTo>
                    <a:pt x="159" y="77"/>
                    <a:pt x="159" y="77"/>
                    <a:pt x="159" y="77"/>
                  </a:cubicBezTo>
                  <a:cubicBezTo>
                    <a:pt x="159" y="78"/>
                    <a:pt x="159" y="79"/>
                    <a:pt x="159" y="79"/>
                  </a:cubicBezTo>
                  <a:cubicBezTo>
                    <a:pt x="159" y="123"/>
                    <a:pt x="124" y="158"/>
                    <a:pt x="80" y="158"/>
                  </a:cubicBezTo>
                  <a:cubicBezTo>
                    <a:pt x="36" y="158"/>
                    <a:pt x="0" y="123"/>
                    <a:pt x="0" y="79"/>
                  </a:cubicBezTo>
                  <a:cubicBezTo>
                    <a:pt x="0" y="77"/>
                    <a:pt x="0" y="75"/>
                    <a:pt x="0" y="73"/>
                  </a:cubicBezTo>
                  <a:cubicBezTo>
                    <a:pt x="0" y="17"/>
                    <a:pt x="0" y="17"/>
                    <a:pt x="0" y="17"/>
                  </a:cubicBezTo>
                  <a:cubicBezTo>
                    <a:pt x="12" y="1"/>
                    <a:pt x="12" y="1"/>
                    <a:pt x="12" y="1"/>
                  </a:cubicBezTo>
                  <a:cubicBezTo>
                    <a:pt x="75" y="1"/>
                    <a:pt x="75" y="1"/>
                    <a:pt x="75" y="1"/>
                  </a:cubicBezTo>
                  <a:cubicBezTo>
                    <a:pt x="76" y="1"/>
                    <a:pt x="78" y="0"/>
                    <a:pt x="80" y="0"/>
                  </a:cubicBezTo>
                  <a:close/>
                </a:path>
              </a:pathLst>
            </a:custGeom>
            <a:solidFill>
              <a:srgbClr val="FFDCB8"/>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sp>
          <p:nvSpPr>
            <p:cNvPr id="206" name="Freeform 297"/>
            <p:cNvSpPr>
              <a:spLocks/>
            </p:cNvSpPr>
            <p:nvPr/>
          </p:nvSpPr>
          <p:spPr bwMode="auto">
            <a:xfrm flipH="1">
              <a:off x="6302230" y="3478965"/>
              <a:ext cx="300688" cy="721160"/>
            </a:xfrm>
            <a:custGeom>
              <a:avLst/>
              <a:gdLst>
                <a:gd name="T0" fmla="*/ 69 w 69"/>
                <a:gd name="T1" fmla="*/ 156 h 156"/>
                <a:gd name="T2" fmla="*/ 0 w 69"/>
                <a:gd name="T3" fmla="*/ 78 h 156"/>
                <a:gd name="T4" fmla="*/ 0 w 69"/>
                <a:gd name="T5" fmla="*/ 72 h 156"/>
                <a:gd name="T6" fmla="*/ 0 w 69"/>
                <a:gd name="T7" fmla="*/ 16 h 156"/>
                <a:gd name="T8" fmla="*/ 12 w 69"/>
                <a:gd name="T9" fmla="*/ 0 h 156"/>
                <a:gd name="T10" fmla="*/ 69 w 69"/>
                <a:gd name="T11" fmla="*/ 0 h 156"/>
                <a:gd name="T12" fmla="*/ 69 w 69"/>
                <a:gd name="T13" fmla="*/ 156 h 156"/>
              </a:gdLst>
              <a:ahLst/>
              <a:cxnLst>
                <a:cxn ang="0">
                  <a:pos x="T0" y="T1"/>
                </a:cxn>
                <a:cxn ang="0">
                  <a:pos x="T2" y="T3"/>
                </a:cxn>
                <a:cxn ang="0">
                  <a:pos x="T4" y="T5"/>
                </a:cxn>
                <a:cxn ang="0">
                  <a:pos x="T6" y="T7"/>
                </a:cxn>
                <a:cxn ang="0">
                  <a:pos x="T8" y="T9"/>
                </a:cxn>
                <a:cxn ang="0">
                  <a:pos x="T10" y="T11"/>
                </a:cxn>
                <a:cxn ang="0">
                  <a:pos x="T12" y="T13"/>
                </a:cxn>
              </a:cxnLst>
              <a:rect l="0" t="0" r="r" b="b"/>
              <a:pathLst>
                <a:path w="69" h="156">
                  <a:moveTo>
                    <a:pt x="69" y="156"/>
                  </a:moveTo>
                  <a:cubicBezTo>
                    <a:pt x="30" y="151"/>
                    <a:pt x="0" y="118"/>
                    <a:pt x="0" y="78"/>
                  </a:cubicBezTo>
                  <a:cubicBezTo>
                    <a:pt x="0" y="76"/>
                    <a:pt x="0" y="74"/>
                    <a:pt x="0" y="72"/>
                  </a:cubicBezTo>
                  <a:cubicBezTo>
                    <a:pt x="0" y="16"/>
                    <a:pt x="0" y="16"/>
                    <a:pt x="0" y="16"/>
                  </a:cubicBezTo>
                  <a:cubicBezTo>
                    <a:pt x="12" y="0"/>
                    <a:pt x="12" y="0"/>
                    <a:pt x="12" y="0"/>
                  </a:cubicBezTo>
                  <a:cubicBezTo>
                    <a:pt x="69" y="0"/>
                    <a:pt x="69" y="0"/>
                    <a:pt x="69" y="0"/>
                  </a:cubicBezTo>
                  <a:lnTo>
                    <a:pt x="69" y="156"/>
                  </a:lnTo>
                  <a:close/>
                </a:path>
              </a:pathLst>
            </a:custGeom>
            <a:solidFill>
              <a:srgbClr val="FFDCB8"/>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sp>
          <p:nvSpPr>
            <p:cNvPr id="207" name="Freeform 15"/>
            <p:cNvSpPr>
              <a:spLocks/>
            </p:cNvSpPr>
            <p:nvPr/>
          </p:nvSpPr>
          <p:spPr bwMode="auto">
            <a:xfrm flipH="1">
              <a:off x="4586289" y="3932935"/>
              <a:ext cx="562944" cy="264186"/>
            </a:xfrm>
            <a:custGeom>
              <a:avLst/>
              <a:gdLst>
                <a:gd name="T0" fmla="*/ 0 w 84"/>
                <a:gd name="T1" fmla="*/ 31 h 41"/>
                <a:gd name="T2" fmla="*/ 0 w 84"/>
                <a:gd name="T3" fmla="*/ 7 h 41"/>
                <a:gd name="T4" fmla="*/ 19 w 84"/>
                <a:gd name="T5" fmla="*/ 2 h 41"/>
                <a:gd name="T6" fmla="*/ 39 w 84"/>
                <a:gd name="T7" fmla="*/ 14 h 41"/>
                <a:gd name="T8" fmla="*/ 41 w 84"/>
                <a:gd name="T9" fmla="*/ 29 h 41"/>
                <a:gd name="T10" fmla="*/ 26 w 84"/>
                <a:gd name="T11" fmla="*/ 24 h 41"/>
                <a:gd name="T12" fmla="*/ 40 w 84"/>
                <a:gd name="T13" fmla="*/ 30 h 41"/>
                <a:gd name="T14" fmla="*/ 52 w 84"/>
                <a:gd name="T15" fmla="*/ 18 h 41"/>
                <a:gd name="T16" fmla="*/ 68 w 84"/>
                <a:gd name="T17" fmla="*/ 10 h 41"/>
                <a:gd name="T18" fmla="*/ 78 w 84"/>
                <a:gd name="T19" fmla="*/ 20 h 41"/>
                <a:gd name="T20" fmla="*/ 54 w 84"/>
                <a:gd name="T21" fmla="*/ 36 h 41"/>
                <a:gd name="T22" fmla="*/ 30 w 84"/>
                <a:gd name="T23" fmla="*/ 37 h 41"/>
                <a:gd name="T24" fmla="*/ 0 w 84"/>
                <a:gd name="T25" fmla="*/ 3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4" h="41">
                  <a:moveTo>
                    <a:pt x="0" y="31"/>
                  </a:moveTo>
                  <a:cubicBezTo>
                    <a:pt x="0" y="23"/>
                    <a:pt x="0" y="15"/>
                    <a:pt x="0" y="7"/>
                  </a:cubicBezTo>
                  <a:cubicBezTo>
                    <a:pt x="7" y="1"/>
                    <a:pt x="12" y="0"/>
                    <a:pt x="19" y="2"/>
                  </a:cubicBezTo>
                  <a:cubicBezTo>
                    <a:pt x="27" y="5"/>
                    <a:pt x="26" y="10"/>
                    <a:pt x="39" y="14"/>
                  </a:cubicBezTo>
                  <a:cubicBezTo>
                    <a:pt x="55" y="18"/>
                    <a:pt x="51" y="29"/>
                    <a:pt x="41" y="29"/>
                  </a:cubicBezTo>
                  <a:cubicBezTo>
                    <a:pt x="35" y="28"/>
                    <a:pt x="32" y="28"/>
                    <a:pt x="26" y="24"/>
                  </a:cubicBezTo>
                  <a:cubicBezTo>
                    <a:pt x="29" y="27"/>
                    <a:pt x="34" y="30"/>
                    <a:pt x="40" y="30"/>
                  </a:cubicBezTo>
                  <a:cubicBezTo>
                    <a:pt x="50" y="31"/>
                    <a:pt x="54" y="26"/>
                    <a:pt x="52" y="18"/>
                  </a:cubicBezTo>
                  <a:cubicBezTo>
                    <a:pt x="59" y="15"/>
                    <a:pt x="62" y="13"/>
                    <a:pt x="68" y="10"/>
                  </a:cubicBezTo>
                  <a:cubicBezTo>
                    <a:pt x="76" y="6"/>
                    <a:pt x="84" y="13"/>
                    <a:pt x="78" y="20"/>
                  </a:cubicBezTo>
                  <a:cubicBezTo>
                    <a:pt x="75" y="22"/>
                    <a:pt x="59" y="33"/>
                    <a:pt x="54" y="36"/>
                  </a:cubicBezTo>
                  <a:cubicBezTo>
                    <a:pt x="46" y="41"/>
                    <a:pt x="37" y="41"/>
                    <a:pt x="30" y="37"/>
                  </a:cubicBezTo>
                  <a:cubicBezTo>
                    <a:pt x="22" y="33"/>
                    <a:pt x="13" y="31"/>
                    <a:pt x="0" y="31"/>
                  </a:cubicBezTo>
                  <a:close/>
                </a:path>
              </a:pathLst>
            </a:custGeom>
            <a:solidFill>
              <a:srgbClr val="FFDCB8"/>
            </a:solidFill>
            <a:ln>
              <a:noFill/>
            </a:ln>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Roboto Lt"/>
                <a:cs typeface="+mn-cs"/>
              </a:endParaRPr>
            </a:p>
          </p:txBody>
        </p:sp>
        <p:sp>
          <p:nvSpPr>
            <p:cNvPr id="208" name="Freeform 207"/>
            <p:cNvSpPr>
              <a:spLocks/>
            </p:cNvSpPr>
            <p:nvPr/>
          </p:nvSpPr>
          <p:spPr bwMode="auto">
            <a:xfrm flipH="1">
              <a:off x="4983194" y="3980646"/>
              <a:ext cx="1103135" cy="950324"/>
            </a:xfrm>
            <a:custGeom>
              <a:avLst/>
              <a:gdLst>
                <a:gd name="connsiteX0" fmla="*/ 934681 w 1103135"/>
                <a:gd name="connsiteY0" fmla="*/ 0 h 950324"/>
                <a:gd name="connsiteX1" fmla="*/ 1103135 w 1103135"/>
                <a:gd name="connsiteY1" fmla="*/ 187039 h 950324"/>
                <a:gd name="connsiteX2" fmla="*/ 1077924 w 1103135"/>
                <a:gd name="connsiteY2" fmla="*/ 239971 h 950324"/>
                <a:gd name="connsiteX3" fmla="*/ 770304 w 1103135"/>
                <a:gd name="connsiteY3" fmla="*/ 885831 h 950324"/>
                <a:gd name="connsiteX4" fmla="*/ 694691 w 1103135"/>
                <a:gd name="connsiteY4" fmla="*/ 945363 h 950324"/>
                <a:gd name="connsiteX5" fmla="*/ 671062 w 1103135"/>
                <a:gd name="connsiteY5" fmla="*/ 950324 h 950324"/>
                <a:gd name="connsiteX6" fmla="*/ 595449 w 1103135"/>
                <a:gd name="connsiteY6" fmla="*/ 920558 h 950324"/>
                <a:gd name="connsiteX7" fmla="*/ 0 w 1103135"/>
                <a:gd name="connsiteY7" fmla="*/ 404616 h 950324"/>
                <a:gd name="connsiteX8" fmla="*/ 141774 w 1103135"/>
                <a:gd name="connsiteY8" fmla="*/ 221059 h 950324"/>
                <a:gd name="connsiteX9" fmla="*/ 633256 w 1103135"/>
                <a:gd name="connsiteY9" fmla="*/ 642743 h 950324"/>
                <a:gd name="connsiteX10" fmla="*/ 930980 w 1103135"/>
                <a:gd name="connsiteY10" fmla="*/ 7892 h 950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03135" h="950324">
                  <a:moveTo>
                    <a:pt x="934681" y="0"/>
                  </a:moveTo>
                  <a:lnTo>
                    <a:pt x="1103135" y="187039"/>
                  </a:lnTo>
                  <a:lnTo>
                    <a:pt x="1077924" y="239971"/>
                  </a:lnTo>
                  <a:cubicBezTo>
                    <a:pt x="770304" y="885831"/>
                    <a:pt x="770304" y="885831"/>
                    <a:pt x="770304" y="885831"/>
                  </a:cubicBezTo>
                  <a:cubicBezTo>
                    <a:pt x="756126" y="915597"/>
                    <a:pt x="727772" y="940402"/>
                    <a:pt x="694691" y="945363"/>
                  </a:cubicBezTo>
                  <a:cubicBezTo>
                    <a:pt x="685239" y="950324"/>
                    <a:pt x="675788" y="950324"/>
                    <a:pt x="671062" y="950324"/>
                  </a:cubicBezTo>
                  <a:cubicBezTo>
                    <a:pt x="642707" y="950324"/>
                    <a:pt x="619078" y="940402"/>
                    <a:pt x="595449" y="920558"/>
                  </a:cubicBezTo>
                  <a:cubicBezTo>
                    <a:pt x="0" y="404616"/>
                    <a:pt x="0" y="404616"/>
                    <a:pt x="0" y="404616"/>
                  </a:cubicBezTo>
                  <a:lnTo>
                    <a:pt x="141774" y="221059"/>
                  </a:lnTo>
                  <a:cubicBezTo>
                    <a:pt x="633256" y="642743"/>
                    <a:pt x="633256" y="642743"/>
                    <a:pt x="633256" y="642743"/>
                  </a:cubicBezTo>
                  <a:cubicBezTo>
                    <a:pt x="860094" y="159047"/>
                    <a:pt x="916803" y="38123"/>
                    <a:pt x="930980" y="7892"/>
                  </a:cubicBezTo>
                  <a:close/>
                </a:path>
              </a:pathLst>
            </a:custGeom>
            <a:solidFill>
              <a:srgbClr val="44546A"/>
            </a:solidFill>
            <a:ln>
              <a:noFill/>
            </a:ln>
            <a:extLst/>
          </p:spPr>
          <p:txBody>
            <a:bodyPr vert="horz" wrap="square" lIns="91440" tIns="45720" rIns="91440" bIns="45720" numCol="1" anchor="t" anchorCtr="0" compatLnSpc="1">
              <a:prstTxWarp prst="textNoShape">
                <a:avLst/>
              </a:prstTxWarp>
              <a:noAutofit/>
            </a:bodyPr>
            <a:lstStyle/>
            <a:p>
              <a:pPr fontAlgn="auto">
                <a:spcBef>
                  <a:spcPts val="0"/>
                </a:spcBef>
                <a:spcAft>
                  <a:spcPts val="0"/>
                </a:spcAft>
              </a:pPr>
              <a:endParaRPr lang="en-GB" dirty="0">
                <a:solidFill>
                  <a:prstClr val="black"/>
                </a:solidFill>
                <a:latin typeface="Roboto Lt"/>
                <a:cs typeface="+mn-cs"/>
              </a:endParaRPr>
            </a:p>
          </p:txBody>
        </p:sp>
        <p:sp>
          <p:nvSpPr>
            <p:cNvPr id="209" name="Freeform 15"/>
            <p:cNvSpPr>
              <a:spLocks/>
            </p:cNvSpPr>
            <p:nvPr/>
          </p:nvSpPr>
          <p:spPr bwMode="auto">
            <a:xfrm>
              <a:off x="7337970" y="3932935"/>
              <a:ext cx="562944" cy="264186"/>
            </a:xfrm>
            <a:custGeom>
              <a:avLst/>
              <a:gdLst>
                <a:gd name="T0" fmla="*/ 0 w 84"/>
                <a:gd name="T1" fmla="*/ 31 h 41"/>
                <a:gd name="T2" fmla="*/ 0 w 84"/>
                <a:gd name="T3" fmla="*/ 7 h 41"/>
                <a:gd name="T4" fmla="*/ 19 w 84"/>
                <a:gd name="T5" fmla="*/ 2 h 41"/>
                <a:gd name="T6" fmla="*/ 39 w 84"/>
                <a:gd name="T7" fmla="*/ 14 h 41"/>
                <a:gd name="T8" fmla="*/ 41 w 84"/>
                <a:gd name="T9" fmla="*/ 29 h 41"/>
                <a:gd name="T10" fmla="*/ 26 w 84"/>
                <a:gd name="T11" fmla="*/ 24 h 41"/>
                <a:gd name="T12" fmla="*/ 40 w 84"/>
                <a:gd name="T13" fmla="*/ 30 h 41"/>
                <a:gd name="T14" fmla="*/ 52 w 84"/>
                <a:gd name="T15" fmla="*/ 18 h 41"/>
                <a:gd name="T16" fmla="*/ 68 w 84"/>
                <a:gd name="T17" fmla="*/ 10 h 41"/>
                <a:gd name="T18" fmla="*/ 78 w 84"/>
                <a:gd name="T19" fmla="*/ 20 h 41"/>
                <a:gd name="T20" fmla="*/ 54 w 84"/>
                <a:gd name="T21" fmla="*/ 36 h 41"/>
                <a:gd name="T22" fmla="*/ 30 w 84"/>
                <a:gd name="T23" fmla="*/ 37 h 41"/>
                <a:gd name="T24" fmla="*/ 0 w 84"/>
                <a:gd name="T25" fmla="*/ 3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4" h="41">
                  <a:moveTo>
                    <a:pt x="0" y="31"/>
                  </a:moveTo>
                  <a:cubicBezTo>
                    <a:pt x="0" y="23"/>
                    <a:pt x="0" y="15"/>
                    <a:pt x="0" y="7"/>
                  </a:cubicBezTo>
                  <a:cubicBezTo>
                    <a:pt x="7" y="1"/>
                    <a:pt x="12" y="0"/>
                    <a:pt x="19" y="2"/>
                  </a:cubicBezTo>
                  <a:cubicBezTo>
                    <a:pt x="27" y="5"/>
                    <a:pt x="26" y="10"/>
                    <a:pt x="39" y="14"/>
                  </a:cubicBezTo>
                  <a:cubicBezTo>
                    <a:pt x="55" y="18"/>
                    <a:pt x="51" y="29"/>
                    <a:pt x="41" y="29"/>
                  </a:cubicBezTo>
                  <a:cubicBezTo>
                    <a:pt x="35" y="28"/>
                    <a:pt x="32" y="28"/>
                    <a:pt x="26" y="24"/>
                  </a:cubicBezTo>
                  <a:cubicBezTo>
                    <a:pt x="29" y="27"/>
                    <a:pt x="34" y="30"/>
                    <a:pt x="40" y="30"/>
                  </a:cubicBezTo>
                  <a:cubicBezTo>
                    <a:pt x="50" y="31"/>
                    <a:pt x="54" y="26"/>
                    <a:pt x="52" y="18"/>
                  </a:cubicBezTo>
                  <a:cubicBezTo>
                    <a:pt x="59" y="15"/>
                    <a:pt x="62" y="13"/>
                    <a:pt x="68" y="10"/>
                  </a:cubicBezTo>
                  <a:cubicBezTo>
                    <a:pt x="76" y="6"/>
                    <a:pt x="84" y="13"/>
                    <a:pt x="78" y="20"/>
                  </a:cubicBezTo>
                  <a:cubicBezTo>
                    <a:pt x="75" y="22"/>
                    <a:pt x="59" y="33"/>
                    <a:pt x="54" y="36"/>
                  </a:cubicBezTo>
                  <a:cubicBezTo>
                    <a:pt x="46" y="41"/>
                    <a:pt x="37" y="41"/>
                    <a:pt x="30" y="37"/>
                  </a:cubicBezTo>
                  <a:cubicBezTo>
                    <a:pt x="22" y="33"/>
                    <a:pt x="13" y="31"/>
                    <a:pt x="0" y="31"/>
                  </a:cubicBezTo>
                  <a:close/>
                </a:path>
              </a:pathLst>
            </a:custGeom>
            <a:solidFill>
              <a:srgbClr val="FFDCB8"/>
            </a:solidFill>
            <a:ln>
              <a:noFill/>
            </a:ln>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Roboto Lt"/>
                <a:cs typeface="+mn-cs"/>
              </a:endParaRPr>
            </a:p>
          </p:txBody>
        </p:sp>
        <p:sp>
          <p:nvSpPr>
            <p:cNvPr id="210" name="Freeform 209"/>
            <p:cNvSpPr>
              <a:spLocks/>
            </p:cNvSpPr>
            <p:nvPr/>
          </p:nvSpPr>
          <p:spPr bwMode="auto">
            <a:xfrm>
              <a:off x="6400784" y="3978447"/>
              <a:ext cx="1103135" cy="950324"/>
            </a:xfrm>
            <a:custGeom>
              <a:avLst/>
              <a:gdLst>
                <a:gd name="connsiteX0" fmla="*/ 934681 w 1103135"/>
                <a:gd name="connsiteY0" fmla="*/ 0 h 950324"/>
                <a:gd name="connsiteX1" fmla="*/ 1103135 w 1103135"/>
                <a:gd name="connsiteY1" fmla="*/ 187039 h 950324"/>
                <a:gd name="connsiteX2" fmla="*/ 1077924 w 1103135"/>
                <a:gd name="connsiteY2" fmla="*/ 239971 h 950324"/>
                <a:gd name="connsiteX3" fmla="*/ 770304 w 1103135"/>
                <a:gd name="connsiteY3" fmla="*/ 885831 h 950324"/>
                <a:gd name="connsiteX4" fmla="*/ 694691 w 1103135"/>
                <a:gd name="connsiteY4" fmla="*/ 945363 h 950324"/>
                <a:gd name="connsiteX5" fmla="*/ 671062 w 1103135"/>
                <a:gd name="connsiteY5" fmla="*/ 950324 h 950324"/>
                <a:gd name="connsiteX6" fmla="*/ 595449 w 1103135"/>
                <a:gd name="connsiteY6" fmla="*/ 920558 h 950324"/>
                <a:gd name="connsiteX7" fmla="*/ 0 w 1103135"/>
                <a:gd name="connsiteY7" fmla="*/ 404616 h 950324"/>
                <a:gd name="connsiteX8" fmla="*/ 141774 w 1103135"/>
                <a:gd name="connsiteY8" fmla="*/ 221059 h 950324"/>
                <a:gd name="connsiteX9" fmla="*/ 633256 w 1103135"/>
                <a:gd name="connsiteY9" fmla="*/ 642743 h 950324"/>
                <a:gd name="connsiteX10" fmla="*/ 930980 w 1103135"/>
                <a:gd name="connsiteY10" fmla="*/ 7892 h 950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03135" h="950324">
                  <a:moveTo>
                    <a:pt x="934681" y="0"/>
                  </a:moveTo>
                  <a:lnTo>
                    <a:pt x="1103135" y="187039"/>
                  </a:lnTo>
                  <a:lnTo>
                    <a:pt x="1077924" y="239971"/>
                  </a:lnTo>
                  <a:cubicBezTo>
                    <a:pt x="770304" y="885831"/>
                    <a:pt x="770304" y="885831"/>
                    <a:pt x="770304" y="885831"/>
                  </a:cubicBezTo>
                  <a:cubicBezTo>
                    <a:pt x="756126" y="915597"/>
                    <a:pt x="727772" y="940402"/>
                    <a:pt x="694691" y="945363"/>
                  </a:cubicBezTo>
                  <a:cubicBezTo>
                    <a:pt x="685239" y="950324"/>
                    <a:pt x="675788" y="950324"/>
                    <a:pt x="671062" y="950324"/>
                  </a:cubicBezTo>
                  <a:cubicBezTo>
                    <a:pt x="642707" y="950324"/>
                    <a:pt x="619078" y="940402"/>
                    <a:pt x="595449" y="920558"/>
                  </a:cubicBezTo>
                  <a:cubicBezTo>
                    <a:pt x="0" y="404616"/>
                    <a:pt x="0" y="404616"/>
                    <a:pt x="0" y="404616"/>
                  </a:cubicBezTo>
                  <a:lnTo>
                    <a:pt x="141774" y="221059"/>
                  </a:lnTo>
                  <a:cubicBezTo>
                    <a:pt x="633256" y="642743"/>
                    <a:pt x="633256" y="642743"/>
                    <a:pt x="633256" y="642743"/>
                  </a:cubicBezTo>
                  <a:cubicBezTo>
                    <a:pt x="860094" y="159047"/>
                    <a:pt x="916803" y="38123"/>
                    <a:pt x="930980" y="7892"/>
                  </a:cubicBezTo>
                  <a:close/>
                </a:path>
              </a:pathLst>
            </a:custGeom>
            <a:solidFill>
              <a:srgbClr val="44546A"/>
            </a:solidFill>
            <a:ln>
              <a:noFill/>
            </a:ln>
            <a:extLst/>
          </p:spPr>
          <p:txBody>
            <a:bodyPr vert="horz" wrap="square" lIns="91440" tIns="45720" rIns="91440" bIns="45720" numCol="1" anchor="t" anchorCtr="0" compatLnSpc="1">
              <a:prstTxWarp prst="textNoShape">
                <a:avLst/>
              </a:prstTxWarp>
              <a:noAutofit/>
            </a:bodyPr>
            <a:lstStyle/>
            <a:p>
              <a:pPr fontAlgn="auto">
                <a:spcBef>
                  <a:spcPts val="0"/>
                </a:spcBef>
                <a:spcAft>
                  <a:spcPts val="0"/>
                </a:spcAft>
              </a:pPr>
              <a:endParaRPr lang="en-GB" dirty="0">
                <a:solidFill>
                  <a:prstClr val="black"/>
                </a:solidFill>
                <a:latin typeface="Roboto Lt"/>
                <a:cs typeface="+mn-cs"/>
              </a:endParaRPr>
            </a:p>
          </p:txBody>
        </p:sp>
        <p:sp>
          <p:nvSpPr>
            <p:cNvPr id="211" name="Freeform 210"/>
            <p:cNvSpPr>
              <a:spLocks/>
            </p:cNvSpPr>
            <p:nvPr/>
          </p:nvSpPr>
          <p:spPr bwMode="auto">
            <a:xfrm rot="10800000" flipH="1">
              <a:off x="5908297" y="4174376"/>
              <a:ext cx="670156" cy="1045278"/>
            </a:xfrm>
            <a:custGeom>
              <a:avLst/>
              <a:gdLst>
                <a:gd name="connsiteX0" fmla="*/ 138788 w 670156"/>
                <a:gd name="connsiteY0" fmla="*/ 1155858 h 1155858"/>
                <a:gd name="connsiteX1" fmla="*/ 270962 w 670156"/>
                <a:gd name="connsiteY1" fmla="*/ 1155858 h 1155858"/>
                <a:gd name="connsiteX2" fmla="*/ 392969 w 670156"/>
                <a:gd name="connsiteY2" fmla="*/ 1155858 h 1155858"/>
                <a:gd name="connsiteX3" fmla="*/ 530227 w 670156"/>
                <a:gd name="connsiteY3" fmla="*/ 1155858 h 1155858"/>
                <a:gd name="connsiteX4" fmla="*/ 611724 w 670156"/>
                <a:gd name="connsiteY4" fmla="*/ 1132192 h 1155858"/>
                <a:gd name="connsiteX5" fmla="*/ 633088 w 670156"/>
                <a:gd name="connsiteY5" fmla="*/ 1125988 h 1155858"/>
                <a:gd name="connsiteX6" fmla="*/ 643824 w 670156"/>
                <a:gd name="connsiteY6" fmla="*/ 1075078 h 1155858"/>
                <a:gd name="connsiteX7" fmla="*/ 670156 w 670156"/>
                <a:gd name="connsiteY7" fmla="*/ 739370 h 1155858"/>
                <a:gd name="connsiteX8" fmla="*/ 663833 w 670156"/>
                <a:gd name="connsiteY8" fmla="*/ 577939 h 1155858"/>
                <a:gd name="connsiteX9" fmla="*/ 670156 w 670156"/>
                <a:gd name="connsiteY9" fmla="*/ 416488 h 1155858"/>
                <a:gd name="connsiteX10" fmla="*/ 643824 w 670156"/>
                <a:gd name="connsiteY10" fmla="*/ 80780 h 1155858"/>
                <a:gd name="connsiteX11" fmla="*/ 632928 w 670156"/>
                <a:gd name="connsiteY11" fmla="*/ 29109 h 1155858"/>
                <a:gd name="connsiteX12" fmla="*/ 590098 w 670156"/>
                <a:gd name="connsiteY12" fmla="*/ 16833 h 1155858"/>
                <a:gd name="connsiteX13" fmla="*/ 531368 w 670156"/>
                <a:gd name="connsiteY13" fmla="*/ 0 h 1155858"/>
                <a:gd name="connsiteX14" fmla="*/ 399194 w 670156"/>
                <a:gd name="connsiteY14" fmla="*/ 0 h 1155858"/>
                <a:gd name="connsiteX15" fmla="*/ 277187 w 670156"/>
                <a:gd name="connsiteY15" fmla="*/ 0 h 1155858"/>
                <a:gd name="connsiteX16" fmla="*/ 139929 w 670156"/>
                <a:gd name="connsiteY16" fmla="*/ 0 h 1155858"/>
                <a:gd name="connsiteX17" fmla="*/ 58432 w 670156"/>
                <a:gd name="connsiteY17" fmla="*/ 23666 h 1155858"/>
                <a:gd name="connsiteX18" fmla="*/ 37068 w 670156"/>
                <a:gd name="connsiteY18" fmla="*/ 29870 h 1155858"/>
                <a:gd name="connsiteX19" fmla="*/ 26332 w 670156"/>
                <a:gd name="connsiteY19" fmla="*/ 80780 h 1155858"/>
                <a:gd name="connsiteX20" fmla="*/ 0 w 670156"/>
                <a:gd name="connsiteY20" fmla="*/ 416488 h 1155858"/>
                <a:gd name="connsiteX21" fmla="*/ 6323 w 670156"/>
                <a:gd name="connsiteY21" fmla="*/ 577920 h 1155858"/>
                <a:gd name="connsiteX22" fmla="*/ 0 w 670156"/>
                <a:gd name="connsiteY22" fmla="*/ 739370 h 1155858"/>
                <a:gd name="connsiteX23" fmla="*/ 26332 w 670156"/>
                <a:gd name="connsiteY23" fmla="*/ 1075078 h 1155858"/>
                <a:gd name="connsiteX24" fmla="*/ 37228 w 670156"/>
                <a:gd name="connsiteY24" fmla="*/ 1126749 h 1155858"/>
                <a:gd name="connsiteX25" fmla="*/ 80058 w 670156"/>
                <a:gd name="connsiteY25" fmla="*/ 1139025 h 1155858"/>
                <a:gd name="connsiteX26" fmla="*/ 138788 w 670156"/>
                <a:gd name="connsiteY26" fmla="*/ 1155858 h 1155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670156" h="1155858">
                  <a:moveTo>
                    <a:pt x="138788" y="1155858"/>
                  </a:moveTo>
                  <a:cubicBezTo>
                    <a:pt x="138788" y="1155858"/>
                    <a:pt x="138788" y="1155858"/>
                    <a:pt x="270962" y="1155858"/>
                  </a:cubicBezTo>
                  <a:cubicBezTo>
                    <a:pt x="270962" y="1155858"/>
                    <a:pt x="270962" y="1155858"/>
                    <a:pt x="392969" y="1155858"/>
                  </a:cubicBezTo>
                  <a:cubicBezTo>
                    <a:pt x="392969" y="1155858"/>
                    <a:pt x="392969" y="1155858"/>
                    <a:pt x="530227" y="1155858"/>
                  </a:cubicBezTo>
                  <a:cubicBezTo>
                    <a:pt x="530227" y="1155858"/>
                    <a:pt x="530227" y="1155858"/>
                    <a:pt x="611724" y="1132192"/>
                  </a:cubicBezTo>
                  <a:lnTo>
                    <a:pt x="633088" y="1125988"/>
                  </a:lnTo>
                  <a:lnTo>
                    <a:pt x="643824" y="1075078"/>
                  </a:lnTo>
                  <a:cubicBezTo>
                    <a:pt x="660780" y="971895"/>
                    <a:pt x="670156" y="858451"/>
                    <a:pt x="670156" y="739370"/>
                  </a:cubicBezTo>
                  <a:lnTo>
                    <a:pt x="663833" y="577939"/>
                  </a:lnTo>
                  <a:lnTo>
                    <a:pt x="670156" y="416488"/>
                  </a:lnTo>
                  <a:cubicBezTo>
                    <a:pt x="670156" y="297407"/>
                    <a:pt x="660780" y="183963"/>
                    <a:pt x="643824" y="80780"/>
                  </a:cubicBezTo>
                  <a:lnTo>
                    <a:pt x="632928" y="29109"/>
                  </a:lnTo>
                  <a:lnTo>
                    <a:pt x="590098" y="16833"/>
                  </a:lnTo>
                  <a:cubicBezTo>
                    <a:pt x="573070" y="11953"/>
                    <a:pt x="553609" y="6375"/>
                    <a:pt x="531368" y="0"/>
                  </a:cubicBezTo>
                  <a:cubicBezTo>
                    <a:pt x="531368" y="0"/>
                    <a:pt x="531368" y="0"/>
                    <a:pt x="399194" y="0"/>
                  </a:cubicBezTo>
                  <a:cubicBezTo>
                    <a:pt x="399194" y="0"/>
                    <a:pt x="399194" y="0"/>
                    <a:pt x="277187" y="0"/>
                  </a:cubicBezTo>
                  <a:cubicBezTo>
                    <a:pt x="277187" y="0"/>
                    <a:pt x="277187" y="0"/>
                    <a:pt x="139929" y="0"/>
                  </a:cubicBezTo>
                  <a:cubicBezTo>
                    <a:pt x="139929" y="0"/>
                    <a:pt x="139929" y="0"/>
                    <a:pt x="58432" y="23666"/>
                  </a:cubicBezTo>
                  <a:lnTo>
                    <a:pt x="37068" y="29870"/>
                  </a:lnTo>
                  <a:lnTo>
                    <a:pt x="26332" y="80780"/>
                  </a:lnTo>
                  <a:cubicBezTo>
                    <a:pt x="9376" y="183963"/>
                    <a:pt x="0" y="297407"/>
                    <a:pt x="0" y="416488"/>
                  </a:cubicBezTo>
                  <a:lnTo>
                    <a:pt x="6323" y="577920"/>
                  </a:lnTo>
                  <a:lnTo>
                    <a:pt x="0" y="739370"/>
                  </a:lnTo>
                  <a:cubicBezTo>
                    <a:pt x="0" y="858451"/>
                    <a:pt x="9376" y="971895"/>
                    <a:pt x="26332" y="1075078"/>
                  </a:cubicBezTo>
                  <a:lnTo>
                    <a:pt x="37228" y="1126749"/>
                  </a:lnTo>
                  <a:lnTo>
                    <a:pt x="80058" y="1139025"/>
                  </a:lnTo>
                  <a:cubicBezTo>
                    <a:pt x="97086" y="1143905"/>
                    <a:pt x="116547" y="1149483"/>
                    <a:pt x="138788" y="1155858"/>
                  </a:cubicBezTo>
                  <a:close/>
                </a:path>
              </a:pathLst>
            </a:custGeom>
            <a:solidFill>
              <a:srgbClr val="44546A"/>
            </a:solidFill>
            <a:ln>
              <a:noFill/>
            </a:ln>
            <a:extLst/>
          </p:spPr>
          <p:txBody>
            <a:bodyPr vert="horz" wrap="square" lIns="91440" tIns="45720" rIns="91440" bIns="45720" numCol="1" anchor="t" anchorCtr="0" compatLnSpc="1">
              <a:prstTxWarp prst="textNoShape">
                <a:avLst/>
              </a:prstTxWarp>
              <a:noAutofit/>
            </a:bodyPr>
            <a:lstStyle/>
            <a:p>
              <a:pPr fontAlgn="auto">
                <a:spcBef>
                  <a:spcPts val="0"/>
                </a:spcBef>
                <a:spcAft>
                  <a:spcPts val="0"/>
                </a:spcAft>
              </a:pPr>
              <a:endParaRPr lang="en-US">
                <a:solidFill>
                  <a:prstClr val="black"/>
                </a:solidFill>
                <a:latin typeface="Roboto Lt"/>
                <a:cs typeface="+mn-cs"/>
              </a:endParaRPr>
            </a:p>
          </p:txBody>
        </p:sp>
        <p:sp>
          <p:nvSpPr>
            <p:cNvPr id="212" name="Freeform 290"/>
            <p:cNvSpPr>
              <a:spLocks/>
            </p:cNvSpPr>
            <p:nvPr/>
          </p:nvSpPr>
          <p:spPr bwMode="auto">
            <a:xfrm flipH="1">
              <a:off x="6037528" y="4164127"/>
              <a:ext cx="386696" cy="515595"/>
            </a:xfrm>
            <a:custGeom>
              <a:avLst/>
              <a:gdLst>
                <a:gd name="T0" fmla="*/ 180 w 180"/>
                <a:gd name="T1" fmla="*/ 71 h 240"/>
                <a:gd name="T2" fmla="*/ 92 w 180"/>
                <a:gd name="T3" fmla="*/ 240 h 240"/>
                <a:gd name="T4" fmla="*/ 0 w 180"/>
                <a:gd name="T5" fmla="*/ 71 h 240"/>
                <a:gd name="T6" fmla="*/ 33 w 180"/>
                <a:gd name="T7" fmla="*/ 69 h 240"/>
                <a:gd name="T8" fmla="*/ 33 w 180"/>
                <a:gd name="T9" fmla="*/ 0 h 240"/>
                <a:gd name="T10" fmla="*/ 151 w 180"/>
                <a:gd name="T11" fmla="*/ 0 h 240"/>
                <a:gd name="T12" fmla="*/ 151 w 180"/>
                <a:gd name="T13" fmla="*/ 69 h 240"/>
                <a:gd name="T14" fmla="*/ 180 w 180"/>
                <a:gd name="T15" fmla="*/ 71 h 2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0" h="240">
                  <a:moveTo>
                    <a:pt x="180" y="71"/>
                  </a:moveTo>
                  <a:lnTo>
                    <a:pt x="92" y="240"/>
                  </a:lnTo>
                  <a:lnTo>
                    <a:pt x="0" y="71"/>
                  </a:lnTo>
                  <a:lnTo>
                    <a:pt x="33" y="69"/>
                  </a:lnTo>
                  <a:lnTo>
                    <a:pt x="33" y="0"/>
                  </a:lnTo>
                  <a:lnTo>
                    <a:pt x="151" y="0"/>
                  </a:lnTo>
                  <a:lnTo>
                    <a:pt x="151" y="69"/>
                  </a:lnTo>
                  <a:lnTo>
                    <a:pt x="180" y="71"/>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sp>
          <p:nvSpPr>
            <p:cNvPr id="213" name="Freeform 306"/>
            <p:cNvSpPr>
              <a:spLocks/>
            </p:cNvSpPr>
            <p:nvPr/>
          </p:nvSpPr>
          <p:spPr bwMode="auto">
            <a:xfrm flipH="1">
              <a:off x="6170393" y="4235776"/>
              <a:ext cx="116009" cy="122455"/>
            </a:xfrm>
            <a:custGeom>
              <a:avLst/>
              <a:gdLst>
                <a:gd name="T0" fmla="*/ 0 w 54"/>
                <a:gd name="T1" fmla="*/ 14 h 57"/>
                <a:gd name="T2" fmla="*/ 28 w 54"/>
                <a:gd name="T3" fmla="*/ 57 h 57"/>
                <a:gd name="T4" fmla="*/ 54 w 54"/>
                <a:gd name="T5" fmla="*/ 14 h 57"/>
                <a:gd name="T6" fmla="*/ 28 w 54"/>
                <a:gd name="T7" fmla="*/ 0 h 57"/>
                <a:gd name="T8" fmla="*/ 0 w 54"/>
                <a:gd name="T9" fmla="*/ 14 h 57"/>
              </a:gdLst>
              <a:ahLst/>
              <a:cxnLst>
                <a:cxn ang="0">
                  <a:pos x="T0" y="T1"/>
                </a:cxn>
                <a:cxn ang="0">
                  <a:pos x="T2" y="T3"/>
                </a:cxn>
                <a:cxn ang="0">
                  <a:pos x="T4" y="T5"/>
                </a:cxn>
                <a:cxn ang="0">
                  <a:pos x="T6" y="T7"/>
                </a:cxn>
                <a:cxn ang="0">
                  <a:pos x="T8" y="T9"/>
                </a:cxn>
              </a:cxnLst>
              <a:rect l="0" t="0" r="r" b="b"/>
              <a:pathLst>
                <a:path w="54" h="57">
                  <a:moveTo>
                    <a:pt x="0" y="14"/>
                  </a:moveTo>
                  <a:lnTo>
                    <a:pt x="28" y="57"/>
                  </a:lnTo>
                  <a:lnTo>
                    <a:pt x="54" y="14"/>
                  </a:lnTo>
                  <a:lnTo>
                    <a:pt x="28" y="0"/>
                  </a:lnTo>
                  <a:lnTo>
                    <a:pt x="0" y="14"/>
                  </a:lnTo>
                  <a:close/>
                </a:path>
              </a:pathLst>
            </a:custGeom>
            <a:solidFill>
              <a:srgbClr val="141414"/>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sp>
          <p:nvSpPr>
            <p:cNvPr id="214" name="Freeform 307"/>
            <p:cNvSpPr>
              <a:spLocks/>
            </p:cNvSpPr>
            <p:nvPr/>
          </p:nvSpPr>
          <p:spPr bwMode="auto">
            <a:xfrm flipH="1">
              <a:off x="6234842" y="4235776"/>
              <a:ext cx="51559" cy="111712"/>
            </a:xfrm>
            <a:custGeom>
              <a:avLst/>
              <a:gdLst>
                <a:gd name="T0" fmla="*/ 0 w 24"/>
                <a:gd name="T1" fmla="*/ 14 h 52"/>
                <a:gd name="T2" fmla="*/ 24 w 24"/>
                <a:gd name="T3" fmla="*/ 52 h 52"/>
                <a:gd name="T4" fmla="*/ 24 w 24"/>
                <a:gd name="T5" fmla="*/ 0 h 52"/>
                <a:gd name="T6" fmla="*/ 0 w 24"/>
                <a:gd name="T7" fmla="*/ 14 h 52"/>
              </a:gdLst>
              <a:ahLst/>
              <a:cxnLst>
                <a:cxn ang="0">
                  <a:pos x="T0" y="T1"/>
                </a:cxn>
                <a:cxn ang="0">
                  <a:pos x="T2" y="T3"/>
                </a:cxn>
                <a:cxn ang="0">
                  <a:pos x="T4" y="T5"/>
                </a:cxn>
                <a:cxn ang="0">
                  <a:pos x="T6" y="T7"/>
                </a:cxn>
              </a:cxnLst>
              <a:rect l="0" t="0" r="r" b="b"/>
              <a:pathLst>
                <a:path w="24" h="52">
                  <a:moveTo>
                    <a:pt x="0" y="14"/>
                  </a:moveTo>
                  <a:lnTo>
                    <a:pt x="24" y="52"/>
                  </a:lnTo>
                  <a:lnTo>
                    <a:pt x="24" y="0"/>
                  </a:lnTo>
                  <a:lnTo>
                    <a:pt x="0" y="14"/>
                  </a:lnTo>
                  <a:close/>
                </a:path>
              </a:pathLst>
            </a:custGeom>
            <a:solidFill>
              <a:srgbClr val="141414"/>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sp>
          <p:nvSpPr>
            <p:cNvPr id="215" name="Freeform 308"/>
            <p:cNvSpPr>
              <a:spLocks/>
            </p:cNvSpPr>
            <p:nvPr/>
          </p:nvSpPr>
          <p:spPr bwMode="auto">
            <a:xfrm flipH="1">
              <a:off x="6230545" y="4169179"/>
              <a:ext cx="193348" cy="137493"/>
            </a:xfrm>
            <a:custGeom>
              <a:avLst/>
              <a:gdLst>
                <a:gd name="T0" fmla="*/ 33 w 90"/>
                <a:gd name="T1" fmla="*/ 0 h 64"/>
                <a:gd name="T2" fmla="*/ 0 w 90"/>
                <a:gd name="T3" fmla="*/ 0 h 64"/>
                <a:gd name="T4" fmla="*/ 35 w 90"/>
                <a:gd name="T5" fmla="*/ 64 h 64"/>
                <a:gd name="T6" fmla="*/ 90 w 90"/>
                <a:gd name="T7" fmla="*/ 31 h 64"/>
                <a:gd name="T8" fmla="*/ 33 w 90"/>
                <a:gd name="T9" fmla="*/ 0 h 64"/>
              </a:gdLst>
              <a:ahLst/>
              <a:cxnLst>
                <a:cxn ang="0">
                  <a:pos x="T0" y="T1"/>
                </a:cxn>
                <a:cxn ang="0">
                  <a:pos x="T2" y="T3"/>
                </a:cxn>
                <a:cxn ang="0">
                  <a:pos x="T4" y="T5"/>
                </a:cxn>
                <a:cxn ang="0">
                  <a:pos x="T6" y="T7"/>
                </a:cxn>
                <a:cxn ang="0">
                  <a:pos x="T8" y="T9"/>
                </a:cxn>
              </a:cxnLst>
              <a:rect l="0" t="0" r="r" b="b"/>
              <a:pathLst>
                <a:path w="90" h="64">
                  <a:moveTo>
                    <a:pt x="33" y="0"/>
                  </a:moveTo>
                  <a:lnTo>
                    <a:pt x="0" y="0"/>
                  </a:lnTo>
                  <a:lnTo>
                    <a:pt x="35" y="64"/>
                  </a:lnTo>
                  <a:lnTo>
                    <a:pt x="90" y="31"/>
                  </a:lnTo>
                  <a:lnTo>
                    <a:pt x="3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sp>
          <p:nvSpPr>
            <p:cNvPr id="216" name="Freeform 309"/>
            <p:cNvSpPr>
              <a:spLocks/>
            </p:cNvSpPr>
            <p:nvPr/>
          </p:nvSpPr>
          <p:spPr bwMode="auto">
            <a:xfrm flipH="1">
              <a:off x="6032900" y="4169179"/>
              <a:ext cx="193348" cy="137493"/>
            </a:xfrm>
            <a:custGeom>
              <a:avLst/>
              <a:gdLst>
                <a:gd name="T0" fmla="*/ 57 w 90"/>
                <a:gd name="T1" fmla="*/ 0 h 64"/>
                <a:gd name="T2" fmla="*/ 90 w 90"/>
                <a:gd name="T3" fmla="*/ 0 h 64"/>
                <a:gd name="T4" fmla="*/ 55 w 90"/>
                <a:gd name="T5" fmla="*/ 64 h 64"/>
                <a:gd name="T6" fmla="*/ 0 w 90"/>
                <a:gd name="T7" fmla="*/ 31 h 64"/>
                <a:gd name="T8" fmla="*/ 57 w 90"/>
                <a:gd name="T9" fmla="*/ 0 h 64"/>
              </a:gdLst>
              <a:ahLst/>
              <a:cxnLst>
                <a:cxn ang="0">
                  <a:pos x="T0" y="T1"/>
                </a:cxn>
                <a:cxn ang="0">
                  <a:pos x="T2" y="T3"/>
                </a:cxn>
                <a:cxn ang="0">
                  <a:pos x="T4" y="T5"/>
                </a:cxn>
                <a:cxn ang="0">
                  <a:pos x="T6" y="T7"/>
                </a:cxn>
                <a:cxn ang="0">
                  <a:pos x="T8" y="T9"/>
                </a:cxn>
              </a:cxnLst>
              <a:rect l="0" t="0" r="r" b="b"/>
              <a:pathLst>
                <a:path w="90" h="64">
                  <a:moveTo>
                    <a:pt x="57" y="0"/>
                  </a:moveTo>
                  <a:lnTo>
                    <a:pt x="90" y="0"/>
                  </a:lnTo>
                  <a:lnTo>
                    <a:pt x="55" y="64"/>
                  </a:lnTo>
                  <a:lnTo>
                    <a:pt x="0" y="31"/>
                  </a:lnTo>
                  <a:lnTo>
                    <a:pt x="5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sp>
          <p:nvSpPr>
            <p:cNvPr id="217" name="Freeform 310"/>
            <p:cNvSpPr>
              <a:spLocks/>
            </p:cNvSpPr>
            <p:nvPr/>
          </p:nvSpPr>
          <p:spPr bwMode="auto">
            <a:xfrm flipH="1">
              <a:off x="6178985" y="4300227"/>
              <a:ext cx="96674" cy="236314"/>
            </a:xfrm>
            <a:custGeom>
              <a:avLst/>
              <a:gdLst>
                <a:gd name="T0" fmla="*/ 0 w 45"/>
                <a:gd name="T1" fmla="*/ 67 h 110"/>
                <a:gd name="T2" fmla="*/ 23 w 45"/>
                <a:gd name="T3" fmla="*/ 0 h 110"/>
                <a:gd name="T4" fmla="*/ 45 w 45"/>
                <a:gd name="T5" fmla="*/ 69 h 110"/>
                <a:gd name="T6" fmla="*/ 23 w 45"/>
                <a:gd name="T7" fmla="*/ 110 h 110"/>
                <a:gd name="T8" fmla="*/ 0 w 45"/>
                <a:gd name="T9" fmla="*/ 67 h 110"/>
              </a:gdLst>
              <a:ahLst/>
              <a:cxnLst>
                <a:cxn ang="0">
                  <a:pos x="T0" y="T1"/>
                </a:cxn>
                <a:cxn ang="0">
                  <a:pos x="T2" y="T3"/>
                </a:cxn>
                <a:cxn ang="0">
                  <a:pos x="T4" y="T5"/>
                </a:cxn>
                <a:cxn ang="0">
                  <a:pos x="T6" y="T7"/>
                </a:cxn>
                <a:cxn ang="0">
                  <a:pos x="T8" y="T9"/>
                </a:cxn>
              </a:cxnLst>
              <a:rect l="0" t="0" r="r" b="b"/>
              <a:pathLst>
                <a:path w="45" h="110">
                  <a:moveTo>
                    <a:pt x="0" y="67"/>
                  </a:moveTo>
                  <a:lnTo>
                    <a:pt x="23" y="0"/>
                  </a:lnTo>
                  <a:lnTo>
                    <a:pt x="45" y="69"/>
                  </a:lnTo>
                  <a:lnTo>
                    <a:pt x="23" y="110"/>
                  </a:lnTo>
                  <a:lnTo>
                    <a:pt x="0" y="67"/>
                  </a:lnTo>
                  <a:close/>
                </a:path>
              </a:pathLst>
            </a:custGeom>
            <a:solidFill>
              <a:srgbClr val="141414"/>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sp>
          <p:nvSpPr>
            <p:cNvPr id="218" name="Freeform 311"/>
            <p:cNvSpPr>
              <a:spLocks/>
            </p:cNvSpPr>
            <p:nvPr/>
          </p:nvSpPr>
          <p:spPr bwMode="auto">
            <a:xfrm flipH="1">
              <a:off x="6230545" y="4317412"/>
              <a:ext cx="45115" cy="208386"/>
            </a:xfrm>
            <a:custGeom>
              <a:avLst/>
              <a:gdLst>
                <a:gd name="T0" fmla="*/ 0 w 21"/>
                <a:gd name="T1" fmla="*/ 59 h 97"/>
                <a:gd name="T2" fmla="*/ 21 w 21"/>
                <a:gd name="T3" fmla="*/ 0 h 97"/>
                <a:gd name="T4" fmla="*/ 21 w 21"/>
                <a:gd name="T5" fmla="*/ 97 h 97"/>
                <a:gd name="T6" fmla="*/ 0 w 21"/>
                <a:gd name="T7" fmla="*/ 59 h 97"/>
              </a:gdLst>
              <a:ahLst/>
              <a:cxnLst>
                <a:cxn ang="0">
                  <a:pos x="T0" y="T1"/>
                </a:cxn>
                <a:cxn ang="0">
                  <a:pos x="T2" y="T3"/>
                </a:cxn>
                <a:cxn ang="0">
                  <a:pos x="T4" y="T5"/>
                </a:cxn>
                <a:cxn ang="0">
                  <a:pos x="T6" y="T7"/>
                </a:cxn>
              </a:cxnLst>
              <a:rect l="0" t="0" r="r" b="b"/>
              <a:pathLst>
                <a:path w="21" h="97">
                  <a:moveTo>
                    <a:pt x="0" y="59"/>
                  </a:moveTo>
                  <a:lnTo>
                    <a:pt x="21" y="0"/>
                  </a:lnTo>
                  <a:lnTo>
                    <a:pt x="21" y="97"/>
                  </a:lnTo>
                  <a:lnTo>
                    <a:pt x="0" y="59"/>
                  </a:lnTo>
                  <a:close/>
                </a:path>
              </a:pathLst>
            </a:custGeom>
            <a:solidFill>
              <a:srgbClr val="141414"/>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sp>
          <p:nvSpPr>
            <p:cNvPr id="219" name="Freeform 312"/>
            <p:cNvSpPr>
              <a:spLocks/>
            </p:cNvSpPr>
            <p:nvPr/>
          </p:nvSpPr>
          <p:spPr bwMode="auto">
            <a:xfrm flipH="1">
              <a:off x="6226248" y="4173476"/>
              <a:ext cx="268540" cy="545671"/>
            </a:xfrm>
            <a:custGeom>
              <a:avLst/>
              <a:gdLst>
                <a:gd name="T0" fmla="*/ 33 w 125"/>
                <a:gd name="T1" fmla="*/ 0 h 254"/>
                <a:gd name="T2" fmla="*/ 0 w 125"/>
                <a:gd name="T3" fmla="*/ 83 h 254"/>
                <a:gd name="T4" fmla="*/ 54 w 125"/>
                <a:gd name="T5" fmla="*/ 81 h 254"/>
                <a:gd name="T6" fmla="*/ 12 w 125"/>
                <a:gd name="T7" fmla="*/ 128 h 254"/>
                <a:gd name="T8" fmla="*/ 123 w 125"/>
                <a:gd name="T9" fmla="*/ 254 h 254"/>
                <a:gd name="T10" fmla="*/ 125 w 125"/>
                <a:gd name="T11" fmla="*/ 169 h 254"/>
                <a:gd name="T12" fmla="*/ 33 w 125"/>
                <a:gd name="T13" fmla="*/ 0 h 254"/>
              </a:gdLst>
              <a:ahLst/>
              <a:cxnLst>
                <a:cxn ang="0">
                  <a:pos x="T0" y="T1"/>
                </a:cxn>
                <a:cxn ang="0">
                  <a:pos x="T2" y="T3"/>
                </a:cxn>
                <a:cxn ang="0">
                  <a:pos x="T4" y="T5"/>
                </a:cxn>
                <a:cxn ang="0">
                  <a:pos x="T6" y="T7"/>
                </a:cxn>
                <a:cxn ang="0">
                  <a:pos x="T8" y="T9"/>
                </a:cxn>
                <a:cxn ang="0">
                  <a:pos x="T10" y="T11"/>
                </a:cxn>
                <a:cxn ang="0">
                  <a:pos x="T12" y="T13"/>
                </a:cxn>
              </a:cxnLst>
              <a:rect l="0" t="0" r="r" b="b"/>
              <a:pathLst>
                <a:path w="125" h="254">
                  <a:moveTo>
                    <a:pt x="33" y="0"/>
                  </a:moveTo>
                  <a:lnTo>
                    <a:pt x="0" y="83"/>
                  </a:lnTo>
                  <a:lnTo>
                    <a:pt x="54" y="81"/>
                  </a:lnTo>
                  <a:lnTo>
                    <a:pt x="12" y="128"/>
                  </a:lnTo>
                  <a:lnTo>
                    <a:pt x="123" y="254"/>
                  </a:lnTo>
                  <a:lnTo>
                    <a:pt x="125" y="169"/>
                  </a:lnTo>
                  <a:lnTo>
                    <a:pt x="33" y="0"/>
                  </a:lnTo>
                  <a:close/>
                </a:path>
              </a:pathLst>
            </a:custGeom>
            <a:solidFill>
              <a:srgbClr val="333F50"/>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sp>
          <p:nvSpPr>
            <p:cNvPr id="220" name="Freeform 313"/>
            <p:cNvSpPr>
              <a:spLocks/>
            </p:cNvSpPr>
            <p:nvPr/>
          </p:nvSpPr>
          <p:spPr bwMode="auto">
            <a:xfrm flipH="1">
              <a:off x="5962005" y="4173476"/>
              <a:ext cx="268540" cy="545671"/>
            </a:xfrm>
            <a:custGeom>
              <a:avLst/>
              <a:gdLst>
                <a:gd name="T0" fmla="*/ 92 w 125"/>
                <a:gd name="T1" fmla="*/ 0 h 254"/>
                <a:gd name="T2" fmla="*/ 125 w 125"/>
                <a:gd name="T3" fmla="*/ 83 h 254"/>
                <a:gd name="T4" fmla="*/ 71 w 125"/>
                <a:gd name="T5" fmla="*/ 81 h 254"/>
                <a:gd name="T6" fmla="*/ 113 w 125"/>
                <a:gd name="T7" fmla="*/ 128 h 254"/>
                <a:gd name="T8" fmla="*/ 0 w 125"/>
                <a:gd name="T9" fmla="*/ 254 h 254"/>
                <a:gd name="T10" fmla="*/ 0 w 125"/>
                <a:gd name="T11" fmla="*/ 169 h 254"/>
                <a:gd name="T12" fmla="*/ 92 w 125"/>
                <a:gd name="T13" fmla="*/ 0 h 254"/>
              </a:gdLst>
              <a:ahLst/>
              <a:cxnLst>
                <a:cxn ang="0">
                  <a:pos x="T0" y="T1"/>
                </a:cxn>
                <a:cxn ang="0">
                  <a:pos x="T2" y="T3"/>
                </a:cxn>
                <a:cxn ang="0">
                  <a:pos x="T4" y="T5"/>
                </a:cxn>
                <a:cxn ang="0">
                  <a:pos x="T6" y="T7"/>
                </a:cxn>
                <a:cxn ang="0">
                  <a:pos x="T8" y="T9"/>
                </a:cxn>
                <a:cxn ang="0">
                  <a:pos x="T10" y="T11"/>
                </a:cxn>
                <a:cxn ang="0">
                  <a:pos x="T12" y="T13"/>
                </a:cxn>
              </a:cxnLst>
              <a:rect l="0" t="0" r="r" b="b"/>
              <a:pathLst>
                <a:path w="125" h="254">
                  <a:moveTo>
                    <a:pt x="92" y="0"/>
                  </a:moveTo>
                  <a:lnTo>
                    <a:pt x="125" y="83"/>
                  </a:lnTo>
                  <a:lnTo>
                    <a:pt x="71" y="81"/>
                  </a:lnTo>
                  <a:lnTo>
                    <a:pt x="113" y="128"/>
                  </a:lnTo>
                  <a:lnTo>
                    <a:pt x="0" y="254"/>
                  </a:lnTo>
                  <a:lnTo>
                    <a:pt x="0" y="169"/>
                  </a:lnTo>
                  <a:lnTo>
                    <a:pt x="92" y="0"/>
                  </a:lnTo>
                  <a:close/>
                </a:path>
              </a:pathLst>
            </a:custGeom>
            <a:solidFill>
              <a:srgbClr val="333F50"/>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grpSp>
          <p:nvGrpSpPr>
            <p:cNvPr id="221" name="Group 220"/>
            <p:cNvGrpSpPr/>
            <p:nvPr/>
          </p:nvGrpSpPr>
          <p:grpSpPr>
            <a:xfrm rot="694546" flipH="1">
              <a:off x="6564688" y="3724464"/>
              <a:ext cx="89826" cy="224565"/>
              <a:chOff x="5836327" y="2247088"/>
              <a:chExt cx="130060" cy="325149"/>
            </a:xfrm>
          </p:grpSpPr>
          <p:sp>
            <p:nvSpPr>
              <p:cNvPr id="250" name="Freeform 249"/>
              <p:cNvSpPr>
                <a:spLocks/>
              </p:cNvSpPr>
              <p:nvPr/>
            </p:nvSpPr>
            <p:spPr bwMode="auto">
              <a:xfrm>
                <a:off x="5836327" y="2247088"/>
                <a:ext cx="130060" cy="325149"/>
              </a:xfrm>
              <a:custGeom>
                <a:avLst/>
                <a:gdLst>
                  <a:gd name="T0" fmla="*/ 10 w 10"/>
                  <a:gd name="T1" fmla="*/ 20 h 25"/>
                  <a:gd name="T2" fmla="*/ 5 w 10"/>
                  <a:gd name="T3" fmla="*/ 25 h 25"/>
                  <a:gd name="T4" fmla="*/ 0 w 10"/>
                  <a:gd name="T5" fmla="*/ 20 h 25"/>
                  <a:gd name="T6" fmla="*/ 0 w 10"/>
                  <a:gd name="T7" fmla="*/ 5 h 25"/>
                  <a:gd name="T8" fmla="*/ 5 w 10"/>
                  <a:gd name="T9" fmla="*/ 0 h 25"/>
                  <a:gd name="T10" fmla="*/ 10 w 10"/>
                  <a:gd name="T11" fmla="*/ 5 h 25"/>
                  <a:gd name="T12" fmla="*/ 10 w 10"/>
                  <a:gd name="T13" fmla="*/ 20 h 25"/>
                </a:gdLst>
                <a:ahLst/>
                <a:cxnLst>
                  <a:cxn ang="0">
                    <a:pos x="T0" y="T1"/>
                  </a:cxn>
                  <a:cxn ang="0">
                    <a:pos x="T2" y="T3"/>
                  </a:cxn>
                  <a:cxn ang="0">
                    <a:pos x="T4" y="T5"/>
                  </a:cxn>
                  <a:cxn ang="0">
                    <a:pos x="T6" y="T7"/>
                  </a:cxn>
                  <a:cxn ang="0">
                    <a:pos x="T8" y="T9"/>
                  </a:cxn>
                  <a:cxn ang="0">
                    <a:pos x="T10" y="T11"/>
                  </a:cxn>
                  <a:cxn ang="0">
                    <a:pos x="T12" y="T13"/>
                  </a:cxn>
                </a:cxnLst>
                <a:rect l="0" t="0" r="r" b="b"/>
                <a:pathLst>
                  <a:path w="10" h="25">
                    <a:moveTo>
                      <a:pt x="10" y="20"/>
                    </a:moveTo>
                    <a:cubicBezTo>
                      <a:pt x="10" y="23"/>
                      <a:pt x="8" y="25"/>
                      <a:pt x="5" y="25"/>
                    </a:cubicBezTo>
                    <a:cubicBezTo>
                      <a:pt x="2" y="25"/>
                      <a:pt x="0" y="23"/>
                      <a:pt x="0" y="20"/>
                    </a:cubicBezTo>
                    <a:cubicBezTo>
                      <a:pt x="0" y="5"/>
                      <a:pt x="0" y="5"/>
                      <a:pt x="0" y="5"/>
                    </a:cubicBezTo>
                    <a:cubicBezTo>
                      <a:pt x="0" y="2"/>
                      <a:pt x="2" y="0"/>
                      <a:pt x="5" y="0"/>
                    </a:cubicBezTo>
                    <a:cubicBezTo>
                      <a:pt x="8" y="0"/>
                      <a:pt x="10" y="2"/>
                      <a:pt x="10" y="5"/>
                    </a:cubicBezTo>
                    <a:lnTo>
                      <a:pt x="10" y="20"/>
                    </a:lnTo>
                    <a:close/>
                  </a:path>
                </a:pathLst>
              </a:custGeom>
              <a:solidFill>
                <a:srgbClr val="FFDC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sp>
            <p:nvSpPr>
              <p:cNvPr id="251" name="Freeform 250"/>
              <p:cNvSpPr>
                <a:spLocks/>
              </p:cNvSpPr>
              <p:nvPr/>
            </p:nvSpPr>
            <p:spPr bwMode="auto">
              <a:xfrm>
                <a:off x="5863421" y="2301279"/>
                <a:ext cx="102966" cy="205928"/>
              </a:xfrm>
              <a:custGeom>
                <a:avLst/>
                <a:gdLst>
                  <a:gd name="T0" fmla="*/ 5 w 8"/>
                  <a:gd name="T1" fmla="*/ 13 h 16"/>
                  <a:gd name="T2" fmla="*/ 5 w 8"/>
                  <a:gd name="T3" fmla="*/ 4 h 16"/>
                  <a:gd name="T4" fmla="*/ 8 w 8"/>
                  <a:gd name="T5" fmla="*/ 0 h 16"/>
                  <a:gd name="T6" fmla="*/ 7 w 8"/>
                  <a:gd name="T7" fmla="*/ 0 h 16"/>
                  <a:gd name="T8" fmla="*/ 0 w 8"/>
                  <a:gd name="T9" fmla="*/ 4 h 16"/>
                  <a:gd name="T10" fmla="*/ 0 w 8"/>
                  <a:gd name="T11" fmla="*/ 13 h 16"/>
                  <a:gd name="T12" fmla="*/ 5 w 8"/>
                  <a:gd name="T13" fmla="*/ 16 h 16"/>
                  <a:gd name="T14" fmla="*/ 6 w 8"/>
                  <a:gd name="T15" fmla="*/ 16 h 16"/>
                  <a:gd name="T16" fmla="*/ 5 w 8"/>
                  <a:gd name="T17"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6">
                    <a:moveTo>
                      <a:pt x="5" y="13"/>
                    </a:moveTo>
                    <a:cubicBezTo>
                      <a:pt x="5" y="4"/>
                      <a:pt x="5" y="4"/>
                      <a:pt x="5" y="4"/>
                    </a:cubicBezTo>
                    <a:cubicBezTo>
                      <a:pt x="5" y="2"/>
                      <a:pt x="5" y="1"/>
                      <a:pt x="8" y="0"/>
                    </a:cubicBezTo>
                    <a:cubicBezTo>
                      <a:pt x="8" y="0"/>
                      <a:pt x="7" y="0"/>
                      <a:pt x="7" y="0"/>
                    </a:cubicBezTo>
                    <a:cubicBezTo>
                      <a:pt x="3" y="0"/>
                      <a:pt x="0" y="2"/>
                      <a:pt x="0" y="4"/>
                    </a:cubicBezTo>
                    <a:cubicBezTo>
                      <a:pt x="0" y="13"/>
                      <a:pt x="0" y="13"/>
                      <a:pt x="0" y="13"/>
                    </a:cubicBezTo>
                    <a:cubicBezTo>
                      <a:pt x="0" y="15"/>
                      <a:pt x="2" y="16"/>
                      <a:pt x="5" y="16"/>
                    </a:cubicBezTo>
                    <a:cubicBezTo>
                      <a:pt x="6" y="16"/>
                      <a:pt x="6" y="16"/>
                      <a:pt x="6" y="16"/>
                    </a:cubicBezTo>
                    <a:cubicBezTo>
                      <a:pt x="4" y="16"/>
                      <a:pt x="5" y="15"/>
                      <a:pt x="5" y="13"/>
                    </a:cubicBezTo>
                    <a:close/>
                  </a:path>
                </a:pathLst>
              </a:custGeom>
              <a:solidFill>
                <a:srgbClr val="B992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grpSp>
        <p:grpSp>
          <p:nvGrpSpPr>
            <p:cNvPr id="222" name="Group 221"/>
            <p:cNvGrpSpPr/>
            <p:nvPr/>
          </p:nvGrpSpPr>
          <p:grpSpPr>
            <a:xfrm rot="20905454">
              <a:off x="5848573" y="3727210"/>
              <a:ext cx="89826" cy="224565"/>
              <a:chOff x="5836327" y="2247088"/>
              <a:chExt cx="130060" cy="325149"/>
            </a:xfrm>
          </p:grpSpPr>
          <p:sp>
            <p:nvSpPr>
              <p:cNvPr id="248" name="Freeform 247"/>
              <p:cNvSpPr>
                <a:spLocks/>
              </p:cNvSpPr>
              <p:nvPr/>
            </p:nvSpPr>
            <p:spPr bwMode="auto">
              <a:xfrm>
                <a:off x="5836327" y="2247088"/>
                <a:ext cx="130060" cy="325149"/>
              </a:xfrm>
              <a:custGeom>
                <a:avLst/>
                <a:gdLst>
                  <a:gd name="T0" fmla="*/ 10 w 10"/>
                  <a:gd name="T1" fmla="*/ 20 h 25"/>
                  <a:gd name="T2" fmla="*/ 5 w 10"/>
                  <a:gd name="T3" fmla="*/ 25 h 25"/>
                  <a:gd name="T4" fmla="*/ 0 w 10"/>
                  <a:gd name="T5" fmla="*/ 20 h 25"/>
                  <a:gd name="T6" fmla="*/ 0 w 10"/>
                  <a:gd name="T7" fmla="*/ 5 h 25"/>
                  <a:gd name="T8" fmla="*/ 5 w 10"/>
                  <a:gd name="T9" fmla="*/ 0 h 25"/>
                  <a:gd name="T10" fmla="*/ 10 w 10"/>
                  <a:gd name="T11" fmla="*/ 5 h 25"/>
                  <a:gd name="T12" fmla="*/ 10 w 10"/>
                  <a:gd name="T13" fmla="*/ 20 h 25"/>
                </a:gdLst>
                <a:ahLst/>
                <a:cxnLst>
                  <a:cxn ang="0">
                    <a:pos x="T0" y="T1"/>
                  </a:cxn>
                  <a:cxn ang="0">
                    <a:pos x="T2" y="T3"/>
                  </a:cxn>
                  <a:cxn ang="0">
                    <a:pos x="T4" y="T5"/>
                  </a:cxn>
                  <a:cxn ang="0">
                    <a:pos x="T6" y="T7"/>
                  </a:cxn>
                  <a:cxn ang="0">
                    <a:pos x="T8" y="T9"/>
                  </a:cxn>
                  <a:cxn ang="0">
                    <a:pos x="T10" y="T11"/>
                  </a:cxn>
                  <a:cxn ang="0">
                    <a:pos x="T12" y="T13"/>
                  </a:cxn>
                </a:cxnLst>
                <a:rect l="0" t="0" r="r" b="b"/>
                <a:pathLst>
                  <a:path w="10" h="25">
                    <a:moveTo>
                      <a:pt x="10" y="20"/>
                    </a:moveTo>
                    <a:cubicBezTo>
                      <a:pt x="10" y="23"/>
                      <a:pt x="8" y="25"/>
                      <a:pt x="5" y="25"/>
                    </a:cubicBezTo>
                    <a:cubicBezTo>
                      <a:pt x="2" y="25"/>
                      <a:pt x="0" y="23"/>
                      <a:pt x="0" y="20"/>
                    </a:cubicBezTo>
                    <a:cubicBezTo>
                      <a:pt x="0" y="5"/>
                      <a:pt x="0" y="5"/>
                      <a:pt x="0" y="5"/>
                    </a:cubicBezTo>
                    <a:cubicBezTo>
                      <a:pt x="0" y="2"/>
                      <a:pt x="2" y="0"/>
                      <a:pt x="5" y="0"/>
                    </a:cubicBezTo>
                    <a:cubicBezTo>
                      <a:pt x="8" y="0"/>
                      <a:pt x="10" y="2"/>
                      <a:pt x="10" y="5"/>
                    </a:cubicBezTo>
                    <a:lnTo>
                      <a:pt x="10" y="20"/>
                    </a:lnTo>
                    <a:close/>
                  </a:path>
                </a:pathLst>
              </a:custGeom>
              <a:solidFill>
                <a:srgbClr val="FFDC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sp>
            <p:nvSpPr>
              <p:cNvPr id="249" name="Freeform 248"/>
              <p:cNvSpPr>
                <a:spLocks/>
              </p:cNvSpPr>
              <p:nvPr/>
            </p:nvSpPr>
            <p:spPr bwMode="auto">
              <a:xfrm>
                <a:off x="5863421" y="2301279"/>
                <a:ext cx="102966" cy="205928"/>
              </a:xfrm>
              <a:custGeom>
                <a:avLst/>
                <a:gdLst>
                  <a:gd name="T0" fmla="*/ 5 w 8"/>
                  <a:gd name="T1" fmla="*/ 13 h 16"/>
                  <a:gd name="T2" fmla="*/ 5 w 8"/>
                  <a:gd name="T3" fmla="*/ 4 h 16"/>
                  <a:gd name="T4" fmla="*/ 8 w 8"/>
                  <a:gd name="T5" fmla="*/ 0 h 16"/>
                  <a:gd name="T6" fmla="*/ 7 w 8"/>
                  <a:gd name="T7" fmla="*/ 0 h 16"/>
                  <a:gd name="T8" fmla="*/ 0 w 8"/>
                  <a:gd name="T9" fmla="*/ 4 h 16"/>
                  <a:gd name="T10" fmla="*/ 0 w 8"/>
                  <a:gd name="T11" fmla="*/ 13 h 16"/>
                  <a:gd name="T12" fmla="*/ 5 w 8"/>
                  <a:gd name="T13" fmla="*/ 16 h 16"/>
                  <a:gd name="T14" fmla="*/ 6 w 8"/>
                  <a:gd name="T15" fmla="*/ 16 h 16"/>
                  <a:gd name="T16" fmla="*/ 5 w 8"/>
                  <a:gd name="T17"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6">
                    <a:moveTo>
                      <a:pt x="5" y="13"/>
                    </a:moveTo>
                    <a:cubicBezTo>
                      <a:pt x="5" y="4"/>
                      <a:pt x="5" y="4"/>
                      <a:pt x="5" y="4"/>
                    </a:cubicBezTo>
                    <a:cubicBezTo>
                      <a:pt x="5" y="2"/>
                      <a:pt x="5" y="1"/>
                      <a:pt x="8" y="0"/>
                    </a:cubicBezTo>
                    <a:cubicBezTo>
                      <a:pt x="8" y="0"/>
                      <a:pt x="7" y="0"/>
                      <a:pt x="7" y="0"/>
                    </a:cubicBezTo>
                    <a:cubicBezTo>
                      <a:pt x="3" y="0"/>
                      <a:pt x="0" y="2"/>
                      <a:pt x="0" y="4"/>
                    </a:cubicBezTo>
                    <a:cubicBezTo>
                      <a:pt x="0" y="13"/>
                      <a:pt x="0" y="13"/>
                      <a:pt x="0" y="13"/>
                    </a:cubicBezTo>
                    <a:cubicBezTo>
                      <a:pt x="0" y="15"/>
                      <a:pt x="2" y="16"/>
                      <a:pt x="5" y="16"/>
                    </a:cubicBezTo>
                    <a:cubicBezTo>
                      <a:pt x="6" y="16"/>
                      <a:pt x="6" y="16"/>
                      <a:pt x="6" y="16"/>
                    </a:cubicBezTo>
                    <a:cubicBezTo>
                      <a:pt x="4" y="16"/>
                      <a:pt x="5" y="15"/>
                      <a:pt x="5" y="13"/>
                    </a:cubicBezTo>
                    <a:close/>
                  </a:path>
                </a:pathLst>
              </a:custGeom>
              <a:solidFill>
                <a:srgbClr val="B992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grpSp>
        <p:sp>
          <p:nvSpPr>
            <p:cNvPr id="223" name="Freeform 364"/>
            <p:cNvSpPr>
              <a:spLocks/>
            </p:cNvSpPr>
            <p:nvPr/>
          </p:nvSpPr>
          <p:spPr bwMode="auto">
            <a:xfrm rot="20969264">
              <a:off x="6316600" y="3668567"/>
              <a:ext cx="202010" cy="52215"/>
            </a:xfrm>
            <a:custGeom>
              <a:avLst/>
              <a:gdLst>
                <a:gd name="T0" fmla="*/ 10 w 67"/>
                <a:gd name="T1" fmla="*/ 11 h 29"/>
                <a:gd name="T2" fmla="*/ 18 w 67"/>
                <a:gd name="T3" fmla="*/ 26 h 29"/>
                <a:gd name="T4" fmla="*/ 57 w 67"/>
                <a:gd name="T5" fmla="*/ 20 h 29"/>
                <a:gd name="T6" fmla="*/ 52 w 67"/>
                <a:gd name="T7" fmla="*/ 2 h 29"/>
                <a:gd name="T8" fmla="*/ 10 w 67"/>
                <a:gd name="T9" fmla="*/ 11 h 29"/>
              </a:gdLst>
              <a:ahLst/>
              <a:cxnLst>
                <a:cxn ang="0">
                  <a:pos x="T0" y="T1"/>
                </a:cxn>
                <a:cxn ang="0">
                  <a:pos x="T2" y="T3"/>
                </a:cxn>
                <a:cxn ang="0">
                  <a:pos x="T4" y="T5"/>
                </a:cxn>
                <a:cxn ang="0">
                  <a:pos x="T6" y="T7"/>
                </a:cxn>
                <a:cxn ang="0">
                  <a:pos x="T8" y="T9"/>
                </a:cxn>
              </a:cxnLst>
              <a:rect l="0" t="0" r="r" b="b"/>
              <a:pathLst>
                <a:path w="67" h="29">
                  <a:moveTo>
                    <a:pt x="10" y="11"/>
                  </a:moveTo>
                  <a:cubicBezTo>
                    <a:pt x="0" y="15"/>
                    <a:pt x="6" y="29"/>
                    <a:pt x="18" y="26"/>
                  </a:cubicBezTo>
                  <a:cubicBezTo>
                    <a:pt x="30" y="24"/>
                    <a:pt x="48" y="21"/>
                    <a:pt x="57" y="20"/>
                  </a:cubicBezTo>
                  <a:cubicBezTo>
                    <a:pt x="67" y="18"/>
                    <a:pt x="66" y="0"/>
                    <a:pt x="52" y="2"/>
                  </a:cubicBezTo>
                  <a:cubicBezTo>
                    <a:pt x="38" y="5"/>
                    <a:pt x="10" y="11"/>
                    <a:pt x="10" y="11"/>
                  </a:cubicBezTo>
                  <a:close/>
                </a:path>
              </a:pathLst>
            </a:custGeom>
            <a:solidFill>
              <a:srgbClr val="414042"/>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sp>
          <p:nvSpPr>
            <p:cNvPr id="224" name="Freeform 365"/>
            <p:cNvSpPr>
              <a:spLocks/>
            </p:cNvSpPr>
            <p:nvPr/>
          </p:nvSpPr>
          <p:spPr bwMode="auto">
            <a:xfrm rot="566454">
              <a:off x="5993796" y="3655967"/>
              <a:ext cx="205821" cy="62809"/>
            </a:xfrm>
            <a:custGeom>
              <a:avLst/>
              <a:gdLst>
                <a:gd name="T0" fmla="*/ 57 w 68"/>
                <a:gd name="T1" fmla="*/ 16 h 35"/>
                <a:gd name="T2" fmla="*/ 48 w 68"/>
                <a:gd name="T3" fmla="*/ 31 h 35"/>
                <a:gd name="T4" fmla="*/ 10 w 68"/>
                <a:gd name="T5" fmla="*/ 20 h 35"/>
                <a:gd name="T6" fmla="*/ 17 w 68"/>
                <a:gd name="T7" fmla="*/ 3 h 35"/>
                <a:gd name="T8" fmla="*/ 57 w 68"/>
                <a:gd name="T9" fmla="*/ 16 h 35"/>
              </a:gdLst>
              <a:ahLst/>
              <a:cxnLst>
                <a:cxn ang="0">
                  <a:pos x="T0" y="T1"/>
                </a:cxn>
                <a:cxn ang="0">
                  <a:pos x="T2" y="T3"/>
                </a:cxn>
                <a:cxn ang="0">
                  <a:pos x="T4" y="T5"/>
                </a:cxn>
                <a:cxn ang="0">
                  <a:pos x="T6" y="T7"/>
                </a:cxn>
                <a:cxn ang="0">
                  <a:pos x="T8" y="T9"/>
                </a:cxn>
              </a:cxnLst>
              <a:rect l="0" t="0" r="r" b="b"/>
              <a:pathLst>
                <a:path w="68" h="35">
                  <a:moveTo>
                    <a:pt x="57" y="16"/>
                  </a:moveTo>
                  <a:cubicBezTo>
                    <a:pt x="68" y="22"/>
                    <a:pt x="60" y="35"/>
                    <a:pt x="48" y="31"/>
                  </a:cubicBezTo>
                  <a:cubicBezTo>
                    <a:pt x="37" y="27"/>
                    <a:pt x="19" y="22"/>
                    <a:pt x="10" y="20"/>
                  </a:cubicBezTo>
                  <a:cubicBezTo>
                    <a:pt x="0" y="17"/>
                    <a:pt x="3" y="0"/>
                    <a:pt x="17" y="3"/>
                  </a:cubicBezTo>
                  <a:cubicBezTo>
                    <a:pt x="31" y="7"/>
                    <a:pt x="57" y="16"/>
                    <a:pt x="57" y="16"/>
                  </a:cubicBezTo>
                  <a:close/>
                </a:path>
              </a:pathLst>
            </a:custGeom>
            <a:solidFill>
              <a:srgbClr val="414042"/>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grpSp>
          <p:nvGrpSpPr>
            <p:cNvPr id="225" name="Group 224"/>
            <p:cNvGrpSpPr/>
            <p:nvPr/>
          </p:nvGrpSpPr>
          <p:grpSpPr>
            <a:xfrm>
              <a:off x="6330536" y="3725855"/>
              <a:ext cx="144203" cy="125393"/>
              <a:chOff x="2649368" y="1794482"/>
              <a:chExt cx="249281" cy="216766"/>
            </a:xfrm>
          </p:grpSpPr>
          <p:sp>
            <p:nvSpPr>
              <p:cNvPr id="245" name="Freeform 244"/>
              <p:cNvSpPr>
                <a:spLocks/>
              </p:cNvSpPr>
              <p:nvPr/>
            </p:nvSpPr>
            <p:spPr bwMode="auto">
              <a:xfrm>
                <a:off x="2649368" y="1794482"/>
                <a:ext cx="249281" cy="216766"/>
              </a:xfrm>
              <a:custGeom>
                <a:avLst/>
                <a:gdLst>
                  <a:gd name="T0" fmla="*/ 16 w 19"/>
                  <a:gd name="T1" fmla="*/ 0 h 17"/>
                  <a:gd name="T2" fmla="*/ 0 w 19"/>
                  <a:gd name="T3" fmla="*/ 5 h 17"/>
                  <a:gd name="T4" fmla="*/ 0 w 19"/>
                  <a:gd name="T5" fmla="*/ 7 h 17"/>
                  <a:gd name="T6" fmla="*/ 10 w 19"/>
                  <a:gd name="T7" fmla="*/ 17 h 17"/>
                  <a:gd name="T8" fmla="*/ 19 w 19"/>
                  <a:gd name="T9" fmla="*/ 7 h 17"/>
                  <a:gd name="T10" fmla="*/ 16 w 19"/>
                  <a:gd name="T11" fmla="*/ 0 h 17"/>
                </a:gdLst>
                <a:ahLst/>
                <a:cxnLst>
                  <a:cxn ang="0">
                    <a:pos x="T0" y="T1"/>
                  </a:cxn>
                  <a:cxn ang="0">
                    <a:pos x="T2" y="T3"/>
                  </a:cxn>
                  <a:cxn ang="0">
                    <a:pos x="T4" y="T5"/>
                  </a:cxn>
                  <a:cxn ang="0">
                    <a:pos x="T6" y="T7"/>
                  </a:cxn>
                  <a:cxn ang="0">
                    <a:pos x="T8" y="T9"/>
                  </a:cxn>
                  <a:cxn ang="0">
                    <a:pos x="T10" y="T11"/>
                  </a:cxn>
                </a:cxnLst>
                <a:rect l="0" t="0" r="r" b="b"/>
                <a:pathLst>
                  <a:path w="19" h="17">
                    <a:moveTo>
                      <a:pt x="16" y="0"/>
                    </a:moveTo>
                    <a:cubicBezTo>
                      <a:pt x="0" y="5"/>
                      <a:pt x="0" y="5"/>
                      <a:pt x="0" y="5"/>
                    </a:cubicBezTo>
                    <a:cubicBezTo>
                      <a:pt x="0" y="6"/>
                      <a:pt x="0" y="6"/>
                      <a:pt x="0" y="7"/>
                    </a:cubicBezTo>
                    <a:cubicBezTo>
                      <a:pt x="0" y="13"/>
                      <a:pt x="4" y="17"/>
                      <a:pt x="10" y="17"/>
                    </a:cubicBezTo>
                    <a:cubicBezTo>
                      <a:pt x="15" y="17"/>
                      <a:pt x="19" y="13"/>
                      <a:pt x="19" y="7"/>
                    </a:cubicBezTo>
                    <a:cubicBezTo>
                      <a:pt x="19" y="4"/>
                      <a:pt x="18" y="1"/>
                      <a:pt x="1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sp>
            <p:nvSpPr>
              <p:cNvPr id="246" name="Oval 245"/>
              <p:cNvSpPr>
                <a:spLocks noChangeArrowheads="1"/>
              </p:cNvSpPr>
              <p:nvPr/>
            </p:nvSpPr>
            <p:spPr bwMode="auto">
              <a:xfrm>
                <a:off x="2714397" y="1821576"/>
                <a:ext cx="157157" cy="151736"/>
              </a:xfrm>
              <a:prstGeom prst="ellipse">
                <a:avLst/>
              </a:pr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sp>
            <p:nvSpPr>
              <p:cNvPr id="247" name="Oval 246"/>
              <p:cNvSpPr>
                <a:spLocks noChangeArrowheads="1"/>
              </p:cNvSpPr>
              <p:nvPr/>
            </p:nvSpPr>
            <p:spPr bwMode="auto">
              <a:xfrm>
                <a:off x="2741495" y="1859512"/>
                <a:ext cx="37936" cy="37936"/>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grpSp>
        <p:grpSp>
          <p:nvGrpSpPr>
            <p:cNvPr id="226" name="Group 225"/>
            <p:cNvGrpSpPr/>
            <p:nvPr/>
          </p:nvGrpSpPr>
          <p:grpSpPr>
            <a:xfrm rot="1975451">
              <a:off x="6058711" y="3722045"/>
              <a:ext cx="144203" cy="125393"/>
              <a:chOff x="2649368" y="1794482"/>
              <a:chExt cx="249281" cy="216766"/>
            </a:xfrm>
          </p:grpSpPr>
          <p:sp>
            <p:nvSpPr>
              <p:cNvPr id="242" name="Freeform 241"/>
              <p:cNvSpPr>
                <a:spLocks/>
              </p:cNvSpPr>
              <p:nvPr/>
            </p:nvSpPr>
            <p:spPr bwMode="auto">
              <a:xfrm>
                <a:off x="2649368" y="1794482"/>
                <a:ext cx="249281" cy="216766"/>
              </a:xfrm>
              <a:custGeom>
                <a:avLst/>
                <a:gdLst>
                  <a:gd name="T0" fmla="*/ 16 w 19"/>
                  <a:gd name="T1" fmla="*/ 0 h 17"/>
                  <a:gd name="T2" fmla="*/ 0 w 19"/>
                  <a:gd name="T3" fmla="*/ 5 h 17"/>
                  <a:gd name="T4" fmla="*/ 0 w 19"/>
                  <a:gd name="T5" fmla="*/ 7 h 17"/>
                  <a:gd name="T6" fmla="*/ 10 w 19"/>
                  <a:gd name="T7" fmla="*/ 17 h 17"/>
                  <a:gd name="T8" fmla="*/ 19 w 19"/>
                  <a:gd name="T9" fmla="*/ 7 h 17"/>
                  <a:gd name="T10" fmla="*/ 16 w 19"/>
                  <a:gd name="T11" fmla="*/ 0 h 17"/>
                </a:gdLst>
                <a:ahLst/>
                <a:cxnLst>
                  <a:cxn ang="0">
                    <a:pos x="T0" y="T1"/>
                  </a:cxn>
                  <a:cxn ang="0">
                    <a:pos x="T2" y="T3"/>
                  </a:cxn>
                  <a:cxn ang="0">
                    <a:pos x="T4" y="T5"/>
                  </a:cxn>
                  <a:cxn ang="0">
                    <a:pos x="T6" y="T7"/>
                  </a:cxn>
                  <a:cxn ang="0">
                    <a:pos x="T8" y="T9"/>
                  </a:cxn>
                  <a:cxn ang="0">
                    <a:pos x="T10" y="T11"/>
                  </a:cxn>
                </a:cxnLst>
                <a:rect l="0" t="0" r="r" b="b"/>
                <a:pathLst>
                  <a:path w="19" h="17">
                    <a:moveTo>
                      <a:pt x="16" y="0"/>
                    </a:moveTo>
                    <a:cubicBezTo>
                      <a:pt x="0" y="5"/>
                      <a:pt x="0" y="5"/>
                      <a:pt x="0" y="5"/>
                    </a:cubicBezTo>
                    <a:cubicBezTo>
                      <a:pt x="0" y="6"/>
                      <a:pt x="0" y="6"/>
                      <a:pt x="0" y="7"/>
                    </a:cubicBezTo>
                    <a:cubicBezTo>
                      <a:pt x="0" y="13"/>
                      <a:pt x="4" y="17"/>
                      <a:pt x="10" y="17"/>
                    </a:cubicBezTo>
                    <a:cubicBezTo>
                      <a:pt x="15" y="17"/>
                      <a:pt x="19" y="13"/>
                      <a:pt x="19" y="7"/>
                    </a:cubicBezTo>
                    <a:cubicBezTo>
                      <a:pt x="19" y="4"/>
                      <a:pt x="18" y="1"/>
                      <a:pt x="1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sp>
            <p:nvSpPr>
              <p:cNvPr id="243" name="Oval 242"/>
              <p:cNvSpPr>
                <a:spLocks noChangeArrowheads="1"/>
              </p:cNvSpPr>
              <p:nvPr/>
            </p:nvSpPr>
            <p:spPr bwMode="auto">
              <a:xfrm>
                <a:off x="2714397" y="1821576"/>
                <a:ext cx="157157" cy="151736"/>
              </a:xfrm>
              <a:prstGeom prst="ellipse">
                <a:avLst/>
              </a:pr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sp>
            <p:nvSpPr>
              <p:cNvPr id="244" name="Oval 243"/>
              <p:cNvSpPr>
                <a:spLocks noChangeArrowheads="1"/>
              </p:cNvSpPr>
              <p:nvPr/>
            </p:nvSpPr>
            <p:spPr bwMode="auto">
              <a:xfrm>
                <a:off x="2741495" y="1859512"/>
                <a:ext cx="37936" cy="37936"/>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grpSp>
        <p:grpSp>
          <p:nvGrpSpPr>
            <p:cNvPr id="227" name="Group 226"/>
            <p:cNvGrpSpPr/>
            <p:nvPr/>
          </p:nvGrpSpPr>
          <p:grpSpPr>
            <a:xfrm>
              <a:off x="6162696" y="3945141"/>
              <a:ext cx="235976" cy="162261"/>
              <a:chOff x="2520019" y="3385066"/>
              <a:chExt cx="353459" cy="243045"/>
            </a:xfrm>
          </p:grpSpPr>
          <p:sp>
            <p:nvSpPr>
              <p:cNvPr id="240" name="Freeform 15"/>
              <p:cNvSpPr>
                <a:spLocks/>
              </p:cNvSpPr>
              <p:nvPr/>
            </p:nvSpPr>
            <p:spPr bwMode="auto">
              <a:xfrm>
                <a:off x="2657363" y="3451718"/>
                <a:ext cx="197264" cy="176393"/>
              </a:xfrm>
              <a:custGeom>
                <a:avLst/>
                <a:gdLst>
                  <a:gd name="T0" fmla="*/ 0 w 124"/>
                  <a:gd name="T1" fmla="*/ 110 h 111"/>
                  <a:gd name="T2" fmla="*/ 16 w 124"/>
                  <a:gd name="T3" fmla="*/ 111 h 111"/>
                  <a:gd name="T4" fmla="*/ 124 w 124"/>
                  <a:gd name="T5" fmla="*/ 0 h 111"/>
                  <a:gd name="T6" fmla="*/ 0 w 124"/>
                  <a:gd name="T7" fmla="*/ 110 h 111"/>
                </a:gdLst>
                <a:ahLst/>
                <a:cxnLst>
                  <a:cxn ang="0">
                    <a:pos x="T0" y="T1"/>
                  </a:cxn>
                  <a:cxn ang="0">
                    <a:pos x="T2" y="T3"/>
                  </a:cxn>
                  <a:cxn ang="0">
                    <a:pos x="T4" y="T5"/>
                  </a:cxn>
                  <a:cxn ang="0">
                    <a:pos x="T6" y="T7"/>
                  </a:cxn>
                </a:cxnLst>
                <a:rect l="0" t="0" r="r" b="b"/>
                <a:pathLst>
                  <a:path w="124" h="111">
                    <a:moveTo>
                      <a:pt x="0" y="110"/>
                    </a:moveTo>
                    <a:cubicBezTo>
                      <a:pt x="5" y="111"/>
                      <a:pt x="10" y="111"/>
                      <a:pt x="16" y="111"/>
                    </a:cubicBezTo>
                    <a:cubicBezTo>
                      <a:pt x="76" y="108"/>
                      <a:pt x="109" y="44"/>
                      <a:pt x="124" y="0"/>
                    </a:cubicBezTo>
                    <a:cubicBezTo>
                      <a:pt x="86" y="3"/>
                      <a:pt x="5" y="20"/>
                      <a:pt x="0" y="110"/>
                    </a:cubicBezTo>
                    <a:close/>
                  </a:path>
                </a:pathLst>
              </a:custGeom>
              <a:solidFill>
                <a:srgbClr val="EDA6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sp>
            <p:nvSpPr>
              <p:cNvPr id="241" name="Freeform 16"/>
              <p:cNvSpPr>
                <a:spLocks/>
              </p:cNvSpPr>
              <p:nvPr/>
            </p:nvSpPr>
            <p:spPr bwMode="auto">
              <a:xfrm>
                <a:off x="2520019" y="3385066"/>
                <a:ext cx="353459" cy="241699"/>
              </a:xfrm>
              <a:custGeom>
                <a:avLst/>
                <a:gdLst>
                  <a:gd name="T0" fmla="*/ 0 w 222"/>
                  <a:gd name="T1" fmla="*/ 32 h 152"/>
                  <a:gd name="T2" fmla="*/ 86 w 222"/>
                  <a:gd name="T3" fmla="*/ 152 h 152"/>
                  <a:gd name="T4" fmla="*/ 210 w 222"/>
                  <a:gd name="T5" fmla="*/ 42 h 152"/>
                  <a:gd name="T6" fmla="*/ 222 w 222"/>
                  <a:gd name="T7" fmla="*/ 0 h 152"/>
                  <a:gd name="T8" fmla="*/ 0 w 222"/>
                  <a:gd name="T9" fmla="*/ 32 h 152"/>
                </a:gdLst>
                <a:ahLst/>
                <a:cxnLst>
                  <a:cxn ang="0">
                    <a:pos x="T0" y="T1"/>
                  </a:cxn>
                  <a:cxn ang="0">
                    <a:pos x="T2" y="T3"/>
                  </a:cxn>
                  <a:cxn ang="0">
                    <a:pos x="T4" y="T5"/>
                  </a:cxn>
                  <a:cxn ang="0">
                    <a:pos x="T6" y="T7"/>
                  </a:cxn>
                  <a:cxn ang="0">
                    <a:pos x="T8" y="T9"/>
                  </a:cxn>
                </a:cxnLst>
                <a:rect l="0" t="0" r="r" b="b"/>
                <a:pathLst>
                  <a:path w="222" h="152">
                    <a:moveTo>
                      <a:pt x="0" y="32"/>
                    </a:moveTo>
                    <a:cubicBezTo>
                      <a:pt x="0" y="32"/>
                      <a:pt x="9" y="142"/>
                      <a:pt x="86" y="152"/>
                    </a:cubicBezTo>
                    <a:cubicBezTo>
                      <a:pt x="91" y="62"/>
                      <a:pt x="172" y="45"/>
                      <a:pt x="210" y="42"/>
                    </a:cubicBezTo>
                    <a:cubicBezTo>
                      <a:pt x="219" y="18"/>
                      <a:pt x="222" y="0"/>
                      <a:pt x="222" y="0"/>
                    </a:cubicBezTo>
                    <a:cubicBezTo>
                      <a:pt x="200" y="14"/>
                      <a:pt x="0" y="32"/>
                      <a:pt x="0" y="32"/>
                    </a:cubicBezTo>
                    <a:close/>
                  </a:path>
                </a:pathLst>
              </a:custGeom>
              <a:solidFill>
                <a:srgbClr val="7534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grpSp>
        <p:sp>
          <p:nvSpPr>
            <p:cNvPr id="228" name="Freeform 227"/>
            <p:cNvSpPr/>
            <p:nvPr/>
          </p:nvSpPr>
          <p:spPr>
            <a:xfrm rot="1142545">
              <a:off x="5929222" y="3298426"/>
              <a:ext cx="722764" cy="562400"/>
            </a:xfrm>
            <a:custGeom>
              <a:avLst/>
              <a:gdLst>
                <a:gd name="connsiteX0" fmla="*/ 249439 w 722764"/>
                <a:gd name="connsiteY0" fmla="*/ 0 h 562400"/>
                <a:gd name="connsiteX1" fmla="*/ 267217 w 722764"/>
                <a:gd name="connsiteY1" fmla="*/ 70473 h 562400"/>
                <a:gd name="connsiteX2" fmla="*/ 497427 w 722764"/>
                <a:gd name="connsiteY2" fmla="*/ 35702 h 562400"/>
                <a:gd name="connsiteX3" fmla="*/ 705044 w 722764"/>
                <a:gd name="connsiteY3" fmla="*/ 276861 h 562400"/>
                <a:gd name="connsiteX4" fmla="*/ 722764 w 722764"/>
                <a:gd name="connsiteY4" fmla="*/ 328201 h 562400"/>
                <a:gd name="connsiteX5" fmla="*/ 699367 w 722764"/>
                <a:gd name="connsiteY5" fmla="*/ 336277 h 562400"/>
                <a:gd name="connsiteX6" fmla="*/ 681646 w 722764"/>
                <a:gd name="connsiteY6" fmla="*/ 284937 h 562400"/>
                <a:gd name="connsiteX7" fmla="*/ 645237 w 722764"/>
                <a:gd name="connsiteY7" fmla="*/ 224866 h 562400"/>
                <a:gd name="connsiteX8" fmla="*/ 640876 w 722764"/>
                <a:gd name="connsiteY8" fmla="*/ 231814 h 562400"/>
                <a:gd name="connsiteX9" fmla="*/ 430289 w 722764"/>
                <a:gd name="connsiteY9" fmla="*/ 276714 h 562400"/>
                <a:gd name="connsiteX10" fmla="*/ 268682 w 722764"/>
                <a:gd name="connsiteY10" fmla="*/ 255182 h 562400"/>
                <a:gd name="connsiteX11" fmla="*/ 254712 w 722764"/>
                <a:gd name="connsiteY11" fmla="*/ 248517 h 562400"/>
                <a:gd name="connsiteX12" fmla="*/ 242396 w 722764"/>
                <a:gd name="connsiteY12" fmla="*/ 252321 h 562400"/>
                <a:gd name="connsiteX13" fmla="*/ 241723 w 722764"/>
                <a:gd name="connsiteY13" fmla="*/ 253889 h 562400"/>
                <a:gd name="connsiteX14" fmla="*/ 167607 w 722764"/>
                <a:gd name="connsiteY14" fmla="*/ 338711 h 562400"/>
                <a:gd name="connsiteX15" fmla="*/ 73868 w 722764"/>
                <a:gd name="connsiteY15" fmla="*/ 401167 h 562400"/>
                <a:gd name="connsiteX16" fmla="*/ 44424 w 722764"/>
                <a:gd name="connsiteY16" fmla="*/ 409476 h 562400"/>
                <a:gd name="connsiteX17" fmla="*/ 44369 w 722764"/>
                <a:gd name="connsiteY17" fmla="*/ 455221 h 562400"/>
                <a:gd name="connsiteX18" fmla="*/ 49910 w 722764"/>
                <a:gd name="connsiteY18" fmla="*/ 502984 h 562400"/>
                <a:gd name="connsiteX19" fmla="*/ 67631 w 722764"/>
                <a:gd name="connsiteY19" fmla="*/ 554324 h 562400"/>
                <a:gd name="connsiteX20" fmla="*/ 44233 w 722764"/>
                <a:gd name="connsiteY20" fmla="*/ 562400 h 562400"/>
                <a:gd name="connsiteX21" fmla="*/ 24544 w 722764"/>
                <a:gd name="connsiteY21" fmla="*/ 505356 h 562400"/>
                <a:gd name="connsiteX22" fmla="*/ 82119 w 722764"/>
                <a:gd name="connsiteY22" fmla="*/ 179048 h 562400"/>
                <a:gd name="connsiteX23" fmla="*/ 136618 w 722764"/>
                <a:gd name="connsiteY23" fmla="*/ 128317 h 562400"/>
                <a:gd name="connsiteX24" fmla="*/ 249439 w 722764"/>
                <a:gd name="connsiteY24" fmla="*/ 0 h 56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22764" h="562400">
                  <a:moveTo>
                    <a:pt x="249439" y="0"/>
                  </a:moveTo>
                  <a:cubicBezTo>
                    <a:pt x="237913" y="61435"/>
                    <a:pt x="267217" y="70473"/>
                    <a:pt x="267217" y="70473"/>
                  </a:cubicBezTo>
                  <a:cubicBezTo>
                    <a:pt x="317835" y="27465"/>
                    <a:pt x="446637" y="21313"/>
                    <a:pt x="497427" y="35702"/>
                  </a:cubicBezTo>
                  <a:cubicBezTo>
                    <a:pt x="659529" y="69129"/>
                    <a:pt x="695142" y="229206"/>
                    <a:pt x="705044" y="276861"/>
                  </a:cubicBezTo>
                  <a:cubicBezTo>
                    <a:pt x="701163" y="284585"/>
                    <a:pt x="722764" y="328201"/>
                    <a:pt x="722764" y="328201"/>
                  </a:cubicBezTo>
                  <a:cubicBezTo>
                    <a:pt x="722764" y="328201"/>
                    <a:pt x="722764" y="328201"/>
                    <a:pt x="699367" y="336277"/>
                  </a:cubicBezTo>
                  <a:cubicBezTo>
                    <a:pt x="697398" y="330572"/>
                    <a:pt x="683615" y="290641"/>
                    <a:pt x="681646" y="284937"/>
                  </a:cubicBezTo>
                  <a:lnTo>
                    <a:pt x="645237" y="224866"/>
                  </a:lnTo>
                  <a:lnTo>
                    <a:pt x="640876" y="231814"/>
                  </a:lnTo>
                  <a:cubicBezTo>
                    <a:pt x="606180" y="258200"/>
                    <a:pt x="524956" y="276714"/>
                    <a:pt x="430289" y="276714"/>
                  </a:cubicBezTo>
                  <a:cubicBezTo>
                    <a:pt x="367178" y="276714"/>
                    <a:pt x="310041" y="268486"/>
                    <a:pt x="268682" y="255182"/>
                  </a:cubicBezTo>
                  <a:lnTo>
                    <a:pt x="254712" y="248517"/>
                  </a:lnTo>
                  <a:lnTo>
                    <a:pt x="242396" y="252321"/>
                  </a:lnTo>
                  <a:lnTo>
                    <a:pt x="241723" y="253889"/>
                  </a:lnTo>
                  <a:cubicBezTo>
                    <a:pt x="226306" y="279644"/>
                    <a:pt x="200383" y="309953"/>
                    <a:pt x="167607" y="338711"/>
                  </a:cubicBezTo>
                  <a:cubicBezTo>
                    <a:pt x="134831" y="367469"/>
                    <a:pt x="101409" y="389231"/>
                    <a:pt x="73868" y="401167"/>
                  </a:cubicBezTo>
                  <a:lnTo>
                    <a:pt x="44424" y="409476"/>
                  </a:lnTo>
                  <a:lnTo>
                    <a:pt x="44369" y="455221"/>
                  </a:lnTo>
                  <a:cubicBezTo>
                    <a:pt x="45680" y="475317"/>
                    <a:pt x="47927" y="492497"/>
                    <a:pt x="49910" y="502984"/>
                  </a:cubicBezTo>
                  <a:cubicBezTo>
                    <a:pt x="51879" y="508689"/>
                    <a:pt x="67631" y="554324"/>
                    <a:pt x="67631" y="554324"/>
                  </a:cubicBezTo>
                  <a:cubicBezTo>
                    <a:pt x="67631" y="554324"/>
                    <a:pt x="67631" y="554324"/>
                    <a:pt x="44233" y="562400"/>
                  </a:cubicBezTo>
                  <a:cubicBezTo>
                    <a:pt x="42264" y="556696"/>
                    <a:pt x="26512" y="511060"/>
                    <a:pt x="24544" y="505356"/>
                  </a:cubicBezTo>
                  <a:cubicBezTo>
                    <a:pt x="-54328" y="238912"/>
                    <a:pt x="82119" y="179048"/>
                    <a:pt x="82119" y="179048"/>
                  </a:cubicBezTo>
                  <a:cubicBezTo>
                    <a:pt x="66368" y="133413"/>
                    <a:pt x="136618" y="128317"/>
                    <a:pt x="136618" y="128317"/>
                  </a:cubicBezTo>
                  <a:cubicBezTo>
                    <a:pt x="118898" y="76977"/>
                    <a:pt x="249439" y="0"/>
                    <a:pt x="249439" y="0"/>
                  </a:cubicBezTo>
                  <a:close/>
                </a:path>
              </a:pathLst>
            </a:custGeom>
            <a:solidFill>
              <a:srgbClr val="725C2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29" name="Freeform 95"/>
            <p:cNvSpPr>
              <a:spLocks/>
            </p:cNvSpPr>
            <p:nvPr/>
          </p:nvSpPr>
          <p:spPr bwMode="auto">
            <a:xfrm>
              <a:off x="6147033" y="4761487"/>
              <a:ext cx="41745" cy="57250"/>
            </a:xfrm>
            <a:custGeom>
              <a:avLst/>
              <a:gdLst>
                <a:gd name="T0" fmla="*/ 25 w 26"/>
                <a:gd name="T1" fmla="*/ 19 h 36"/>
                <a:gd name="T2" fmla="*/ 11 w 26"/>
                <a:gd name="T3" fmla="*/ 35 h 36"/>
                <a:gd name="T4" fmla="*/ 1 w 26"/>
                <a:gd name="T5" fmla="*/ 17 h 36"/>
                <a:gd name="T6" fmla="*/ 15 w 26"/>
                <a:gd name="T7" fmla="*/ 1 h 36"/>
                <a:gd name="T8" fmla="*/ 25 w 26"/>
                <a:gd name="T9" fmla="*/ 19 h 36"/>
              </a:gdLst>
              <a:ahLst/>
              <a:cxnLst>
                <a:cxn ang="0">
                  <a:pos x="T0" y="T1"/>
                </a:cxn>
                <a:cxn ang="0">
                  <a:pos x="T2" y="T3"/>
                </a:cxn>
                <a:cxn ang="0">
                  <a:pos x="T4" y="T5"/>
                </a:cxn>
                <a:cxn ang="0">
                  <a:pos x="T6" y="T7"/>
                </a:cxn>
                <a:cxn ang="0">
                  <a:pos x="T8" y="T9"/>
                </a:cxn>
              </a:cxnLst>
              <a:rect l="0" t="0" r="r" b="b"/>
              <a:pathLst>
                <a:path w="26" h="36">
                  <a:moveTo>
                    <a:pt x="25" y="19"/>
                  </a:moveTo>
                  <a:cubicBezTo>
                    <a:pt x="24" y="29"/>
                    <a:pt x="18" y="36"/>
                    <a:pt x="11" y="35"/>
                  </a:cubicBezTo>
                  <a:cubicBezTo>
                    <a:pt x="5" y="35"/>
                    <a:pt x="0" y="26"/>
                    <a:pt x="1" y="17"/>
                  </a:cubicBezTo>
                  <a:cubicBezTo>
                    <a:pt x="2" y="7"/>
                    <a:pt x="8" y="0"/>
                    <a:pt x="15" y="1"/>
                  </a:cubicBezTo>
                  <a:cubicBezTo>
                    <a:pt x="21" y="1"/>
                    <a:pt x="26" y="10"/>
                    <a:pt x="25" y="19"/>
                  </a:cubicBezTo>
                </a:path>
              </a:pathLst>
            </a:custGeom>
            <a:solidFill>
              <a:srgbClr val="2226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sp>
          <p:nvSpPr>
            <p:cNvPr id="230" name="Freeform 96"/>
            <p:cNvSpPr>
              <a:spLocks/>
            </p:cNvSpPr>
            <p:nvPr/>
          </p:nvSpPr>
          <p:spPr bwMode="auto">
            <a:xfrm>
              <a:off x="6145611" y="4873417"/>
              <a:ext cx="38167" cy="56057"/>
            </a:xfrm>
            <a:custGeom>
              <a:avLst/>
              <a:gdLst>
                <a:gd name="T0" fmla="*/ 24 w 24"/>
                <a:gd name="T1" fmla="*/ 17 h 35"/>
                <a:gd name="T2" fmla="*/ 13 w 24"/>
                <a:gd name="T3" fmla="*/ 35 h 35"/>
                <a:gd name="T4" fmla="*/ 0 w 24"/>
                <a:gd name="T5" fmla="*/ 18 h 35"/>
                <a:gd name="T6" fmla="*/ 11 w 24"/>
                <a:gd name="T7" fmla="*/ 0 h 35"/>
                <a:gd name="T8" fmla="*/ 24 w 24"/>
                <a:gd name="T9" fmla="*/ 17 h 35"/>
              </a:gdLst>
              <a:ahLst/>
              <a:cxnLst>
                <a:cxn ang="0">
                  <a:pos x="T0" y="T1"/>
                </a:cxn>
                <a:cxn ang="0">
                  <a:pos x="T2" y="T3"/>
                </a:cxn>
                <a:cxn ang="0">
                  <a:pos x="T4" y="T5"/>
                </a:cxn>
                <a:cxn ang="0">
                  <a:pos x="T6" y="T7"/>
                </a:cxn>
                <a:cxn ang="0">
                  <a:pos x="T8" y="T9"/>
                </a:cxn>
              </a:cxnLst>
              <a:rect l="0" t="0" r="r" b="b"/>
              <a:pathLst>
                <a:path w="24" h="35">
                  <a:moveTo>
                    <a:pt x="24" y="17"/>
                  </a:moveTo>
                  <a:cubicBezTo>
                    <a:pt x="24" y="27"/>
                    <a:pt x="19" y="35"/>
                    <a:pt x="13" y="35"/>
                  </a:cubicBezTo>
                  <a:cubicBezTo>
                    <a:pt x="6" y="35"/>
                    <a:pt x="1" y="28"/>
                    <a:pt x="0" y="18"/>
                  </a:cubicBezTo>
                  <a:cubicBezTo>
                    <a:pt x="0" y="9"/>
                    <a:pt x="5" y="1"/>
                    <a:pt x="11" y="0"/>
                  </a:cubicBezTo>
                  <a:cubicBezTo>
                    <a:pt x="18" y="0"/>
                    <a:pt x="23" y="8"/>
                    <a:pt x="24" y="17"/>
                  </a:cubicBezTo>
                </a:path>
              </a:pathLst>
            </a:custGeom>
            <a:solidFill>
              <a:srgbClr val="2226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sp>
          <p:nvSpPr>
            <p:cNvPr id="231" name="Freeform 94"/>
            <p:cNvSpPr>
              <a:spLocks/>
            </p:cNvSpPr>
            <p:nvPr/>
          </p:nvSpPr>
          <p:spPr bwMode="auto">
            <a:xfrm>
              <a:off x="6209905" y="4752306"/>
              <a:ext cx="22662" cy="312491"/>
            </a:xfrm>
            <a:custGeom>
              <a:avLst/>
              <a:gdLst>
                <a:gd name="T0" fmla="*/ 14 w 14"/>
                <a:gd name="T1" fmla="*/ 0 h 196"/>
                <a:gd name="T2" fmla="*/ 7 w 14"/>
                <a:gd name="T3" fmla="*/ 196 h 196"/>
                <a:gd name="T4" fmla="*/ 14 w 14"/>
                <a:gd name="T5" fmla="*/ 0 h 196"/>
              </a:gdLst>
              <a:ahLst/>
              <a:cxnLst>
                <a:cxn ang="0">
                  <a:pos x="T0" y="T1"/>
                </a:cxn>
                <a:cxn ang="0">
                  <a:pos x="T2" y="T3"/>
                </a:cxn>
                <a:cxn ang="0">
                  <a:pos x="T4" y="T5"/>
                </a:cxn>
              </a:cxnLst>
              <a:rect l="0" t="0" r="r" b="b"/>
              <a:pathLst>
                <a:path w="14" h="196">
                  <a:moveTo>
                    <a:pt x="14" y="0"/>
                  </a:moveTo>
                  <a:cubicBezTo>
                    <a:pt x="14" y="0"/>
                    <a:pt x="10" y="167"/>
                    <a:pt x="7" y="196"/>
                  </a:cubicBezTo>
                  <a:cubicBezTo>
                    <a:pt x="7" y="196"/>
                    <a:pt x="0" y="65"/>
                    <a:pt x="14" y="0"/>
                  </a:cubicBezTo>
                </a:path>
              </a:pathLst>
            </a:custGeom>
            <a:solidFill>
              <a:srgbClr val="2226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grpSp>
          <p:nvGrpSpPr>
            <p:cNvPr id="232" name="Group 231"/>
            <p:cNvGrpSpPr/>
            <p:nvPr/>
          </p:nvGrpSpPr>
          <p:grpSpPr>
            <a:xfrm flipH="1">
              <a:off x="5285545" y="5026242"/>
              <a:ext cx="1799827" cy="961919"/>
              <a:chOff x="2784260" y="5644717"/>
              <a:chExt cx="1879715" cy="718013"/>
            </a:xfrm>
          </p:grpSpPr>
          <p:sp>
            <p:nvSpPr>
              <p:cNvPr id="234" name="Freeform 9"/>
              <p:cNvSpPr>
                <a:spLocks/>
              </p:cNvSpPr>
              <p:nvPr/>
            </p:nvSpPr>
            <p:spPr bwMode="auto">
              <a:xfrm>
                <a:off x="3916144" y="6013265"/>
                <a:ext cx="479470" cy="349465"/>
              </a:xfrm>
              <a:custGeom>
                <a:avLst/>
                <a:gdLst>
                  <a:gd name="T0" fmla="*/ 0 w 301"/>
                  <a:gd name="T1" fmla="*/ 86 h 220"/>
                  <a:gd name="T2" fmla="*/ 141 w 301"/>
                  <a:gd name="T3" fmla="*/ 138 h 220"/>
                  <a:gd name="T4" fmla="*/ 224 w 301"/>
                  <a:gd name="T5" fmla="*/ 214 h 220"/>
                  <a:gd name="T6" fmla="*/ 294 w 301"/>
                  <a:gd name="T7" fmla="*/ 116 h 220"/>
                  <a:gd name="T8" fmla="*/ 125 w 301"/>
                  <a:gd name="T9" fmla="*/ 28 h 220"/>
                  <a:gd name="T10" fmla="*/ 76 w 301"/>
                  <a:gd name="T11" fmla="*/ 2 h 220"/>
                  <a:gd name="T12" fmla="*/ 18 w 301"/>
                  <a:gd name="T13" fmla="*/ 2 h 220"/>
                  <a:gd name="T14" fmla="*/ 0 w 301"/>
                  <a:gd name="T15" fmla="*/ 86 h 2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1" h="220">
                    <a:moveTo>
                      <a:pt x="0" y="86"/>
                    </a:moveTo>
                    <a:cubicBezTo>
                      <a:pt x="0" y="86"/>
                      <a:pt x="125" y="130"/>
                      <a:pt x="141" y="138"/>
                    </a:cubicBezTo>
                    <a:cubicBezTo>
                      <a:pt x="157" y="147"/>
                      <a:pt x="211" y="220"/>
                      <a:pt x="224" y="214"/>
                    </a:cubicBezTo>
                    <a:cubicBezTo>
                      <a:pt x="237" y="208"/>
                      <a:pt x="287" y="166"/>
                      <a:pt x="294" y="116"/>
                    </a:cubicBezTo>
                    <a:cubicBezTo>
                      <a:pt x="301" y="66"/>
                      <a:pt x="154" y="25"/>
                      <a:pt x="125" y="28"/>
                    </a:cubicBezTo>
                    <a:cubicBezTo>
                      <a:pt x="125" y="28"/>
                      <a:pt x="100" y="3"/>
                      <a:pt x="76" y="2"/>
                    </a:cubicBezTo>
                    <a:cubicBezTo>
                      <a:pt x="52" y="0"/>
                      <a:pt x="18" y="2"/>
                      <a:pt x="18" y="2"/>
                    </a:cubicBezTo>
                    <a:lnTo>
                      <a:pt x="0" y="86"/>
                    </a:lnTo>
                    <a:close/>
                  </a:path>
                </a:pathLst>
              </a:custGeom>
              <a:solidFill>
                <a:schemeClr val="tx2">
                  <a:lumMod val="5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sp>
            <p:nvSpPr>
              <p:cNvPr id="235" name="Freeform 10"/>
              <p:cNvSpPr>
                <a:spLocks/>
              </p:cNvSpPr>
              <p:nvPr/>
            </p:nvSpPr>
            <p:spPr bwMode="auto">
              <a:xfrm>
                <a:off x="3168313" y="5959593"/>
                <a:ext cx="449653" cy="317262"/>
              </a:xfrm>
              <a:custGeom>
                <a:avLst/>
                <a:gdLst>
                  <a:gd name="T0" fmla="*/ 158 w 283"/>
                  <a:gd name="T1" fmla="*/ 23 h 199"/>
                  <a:gd name="T2" fmla="*/ 19 w 283"/>
                  <a:gd name="T3" fmla="*/ 87 h 199"/>
                  <a:gd name="T4" fmla="*/ 89 w 283"/>
                  <a:gd name="T5" fmla="*/ 199 h 199"/>
                  <a:gd name="T6" fmla="*/ 211 w 283"/>
                  <a:gd name="T7" fmla="*/ 87 h 199"/>
                  <a:gd name="T8" fmla="*/ 283 w 283"/>
                  <a:gd name="T9" fmla="*/ 72 h 199"/>
                  <a:gd name="T10" fmla="*/ 158 w 283"/>
                  <a:gd name="T11" fmla="*/ 23 h 199"/>
                </a:gdLst>
                <a:ahLst/>
                <a:cxnLst>
                  <a:cxn ang="0">
                    <a:pos x="T0" y="T1"/>
                  </a:cxn>
                  <a:cxn ang="0">
                    <a:pos x="T2" y="T3"/>
                  </a:cxn>
                  <a:cxn ang="0">
                    <a:pos x="T4" y="T5"/>
                  </a:cxn>
                  <a:cxn ang="0">
                    <a:pos x="T6" y="T7"/>
                  </a:cxn>
                  <a:cxn ang="0">
                    <a:pos x="T8" y="T9"/>
                  </a:cxn>
                  <a:cxn ang="0">
                    <a:pos x="T10" y="T11"/>
                  </a:cxn>
                </a:cxnLst>
                <a:rect l="0" t="0" r="r" b="b"/>
                <a:pathLst>
                  <a:path w="283" h="199">
                    <a:moveTo>
                      <a:pt x="158" y="23"/>
                    </a:moveTo>
                    <a:cubicBezTo>
                      <a:pt x="158" y="23"/>
                      <a:pt x="38" y="69"/>
                      <a:pt x="19" y="87"/>
                    </a:cubicBezTo>
                    <a:cubicBezTo>
                      <a:pt x="0" y="104"/>
                      <a:pt x="45" y="187"/>
                      <a:pt x="89" y="199"/>
                    </a:cubicBezTo>
                    <a:cubicBezTo>
                      <a:pt x="89" y="199"/>
                      <a:pt x="190" y="92"/>
                      <a:pt x="211" y="87"/>
                    </a:cubicBezTo>
                    <a:cubicBezTo>
                      <a:pt x="231" y="81"/>
                      <a:pt x="283" y="72"/>
                      <a:pt x="283" y="72"/>
                    </a:cubicBezTo>
                    <a:cubicBezTo>
                      <a:pt x="283" y="72"/>
                      <a:pt x="217" y="0"/>
                      <a:pt x="158" y="23"/>
                    </a:cubicBezTo>
                  </a:path>
                </a:pathLst>
              </a:custGeom>
              <a:solidFill>
                <a:schemeClr val="tx2">
                  <a:lumMod val="5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sp>
            <p:nvSpPr>
              <p:cNvPr id="236" name="Freeform 11"/>
              <p:cNvSpPr>
                <a:spLocks/>
              </p:cNvSpPr>
              <p:nvPr/>
            </p:nvSpPr>
            <p:spPr bwMode="auto">
              <a:xfrm>
                <a:off x="2784260" y="5644717"/>
                <a:ext cx="1879715" cy="559382"/>
              </a:xfrm>
              <a:custGeom>
                <a:avLst/>
                <a:gdLst>
                  <a:gd name="T0" fmla="*/ 434 w 1181"/>
                  <a:gd name="T1" fmla="*/ 36 h 351"/>
                  <a:gd name="T2" fmla="*/ 187 w 1181"/>
                  <a:gd name="T3" fmla="*/ 9 h 351"/>
                  <a:gd name="T4" fmla="*/ 24 w 1181"/>
                  <a:gd name="T5" fmla="*/ 25 h 351"/>
                  <a:gd name="T6" fmla="*/ 24 w 1181"/>
                  <a:gd name="T7" fmla="*/ 130 h 351"/>
                  <a:gd name="T8" fmla="*/ 752 w 1181"/>
                  <a:gd name="T9" fmla="*/ 351 h 351"/>
                  <a:gd name="T10" fmla="*/ 788 w 1181"/>
                  <a:gd name="T11" fmla="*/ 227 h 351"/>
                  <a:gd name="T12" fmla="*/ 1155 w 1181"/>
                  <a:gd name="T13" fmla="*/ 166 h 351"/>
                  <a:gd name="T14" fmla="*/ 1119 w 1181"/>
                  <a:gd name="T15" fmla="*/ 28 h 351"/>
                  <a:gd name="T16" fmla="*/ 770 w 1181"/>
                  <a:gd name="T17" fmla="*/ 49 h 351"/>
                  <a:gd name="T18" fmla="*/ 434 w 1181"/>
                  <a:gd name="T19" fmla="*/ 36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81" h="351">
                    <a:moveTo>
                      <a:pt x="434" y="36"/>
                    </a:moveTo>
                    <a:cubicBezTo>
                      <a:pt x="434" y="36"/>
                      <a:pt x="230" y="17"/>
                      <a:pt x="187" y="9"/>
                    </a:cubicBezTo>
                    <a:cubicBezTo>
                      <a:pt x="143" y="0"/>
                      <a:pt x="48" y="9"/>
                      <a:pt x="24" y="25"/>
                    </a:cubicBezTo>
                    <a:cubicBezTo>
                      <a:pt x="0" y="42"/>
                      <a:pt x="7" y="110"/>
                      <a:pt x="24" y="130"/>
                    </a:cubicBezTo>
                    <a:cubicBezTo>
                      <a:pt x="41" y="149"/>
                      <a:pt x="711" y="342"/>
                      <a:pt x="752" y="351"/>
                    </a:cubicBezTo>
                    <a:cubicBezTo>
                      <a:pt x="752" y="351"/>
                      <a:pt x="797" y="286"/>
                      <a:pt x="788" y="227"/>
                    </a:cubicBezTo>
                    <a:cubicBezTo>
                      <a:pt x="788" y="227"/>
                      <a:pt x="1129" y="204"/>
                      <a:pt x="1155" y="166"/>
                    </a:cubicBezTo>
                    <a:cubicBezTo>
                      <a:pt x="1181" y="129"/>
                      <a:pt x="1156" y="37"/>
                      <a:pt x="1119" y="28"/>
                    </a:cubicBezTo>
                    <a:cubicBezTo>
                      <a:pt x="1083" y="20"/>
                      <a:pt x="826" y="52"/>
                      <a:pt x="770" y="49"/>
                    </a:cubicBezTo>
                    <a:cubicBezTo>
                      <a:pt x="713" y="46"/>
                      <a:pt x="434" y="36"/>
                      <a:pt x="434" y="36"/>
                    </a:cubicBezTo>
                  </a:path>
                </a:pathLst>
              </a:custGeom>
              <a:solidFill>
                <a:schemeClr val="tx2"/>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sp>
            <p:nvSpPr>
              <p:cNvPr id="237" name="Freeform 12"/>
              <p:cNvSpPr>
                <a:spLocks/>
              </p:cNvSpPr>
              <p:nvPr/>
            </p:nvSpPr>
            <p:spPr bwMode="auto">
              <a:xfrm>
                <a:off x="3082438" y="5748483"/>
                <a:ext cx="956555" cy="257626"/>
              </a:xfrm>
              <a:custGeom>
                <a:avLst/>
                <a:gdLst>
                  <a:gd name="T0" fmla="*/ 0 w 601"/>
                  <a:gd name="T1" fmla="*/ 0 h 162"/>
                  <a:gd name="T2" fmla="*/ 599 w 601"/>
                  <a:gd name="T3" fmla="*/ 134 h 162"/>
                  <a:gd name="T4" fmla="*/ 601 w 601"/>
                  <a:gd name="T5" fmla="*/ 162 h 162"/>
                  <a:gd name="T6" fmla="*/ 590 w 601"/>
                  <a:gd name="T7" fmla="*/ 144 h 162"/>
                  <a:gd name="T8" fmla="*/ 0 w 601"/>
                  <a:gd name="T9" fmla="*/ 0 h 162"/>
                </a:gdLst>
                <a:ahLst/>
                <a:cxnLst>
                  <a:cxn ang="0">
                    <a:pos x="T0" y="T1"/>
                  </a:cxn>
                  <a:cxn ang="0">
                    <a:pos x="T2" y="T3"/>
                  </a:cxn>
                  <a:cxn ang="0">
                    <a:pos x="T4" y="T5"/>
                  </a:cxn>
                  <a:cxn ang="0">
                    <a:pos x="T6" y="T7"/>
                  </a:cxn>
                  <a:cxn ang="0">
                    <a:pos x="T8" y="T9"/>
                  </a:cxn>
                </a:cxnLst>
                <a:rect l="0" t="0" r="r" b="b"/>
                <a:pathLst>
                  <a:path w="601" h="162">
                    <a:moveTo>
                      <a:pt x="0" y="0"/>
                    </a:moveTo>
                    <a:cubicBezTo>
                      <a:pt x="0" y="0"/>
                      <a:pt x="422" y="107"/>
                      <a:pt x="599" y="134"/>
                    </a:cubicBezTo>
                    <a:cubicBezTo>
                      <a:pt x="599" y="134"/>
                      <a:pt x="601" y="147"/>
                      <a:pt x="601" y="162"/>
                    </a:cubicBezTo>
                    <a:cubicBezTo>
                      <a:pt x="590" y="144"/>
                      <a:pt x="590" y="144"/>
                      <a:pt x="590" y="144"/>
                    </a:cubicBezTo>
                    <a:cubicBezTo>
                      <a:pt x="590" y="144"/>
                      <a:pt x="118" y="54"/>
                      <a:pt x="0" y="0"/>
                    </a:cubicBezTo>
                  </a:path>
                </a:pathLst>
              </a:custGeom>
              <a:solidFill>
                <a:srgbClr val="2226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sp>
            <p:nvSpPr>
              <p:cNvPr id="238" name="Freeform 13"/>
              <p:cNvSpPr>
                <a:spLocks/>
              </p:cNvSpPr>
              <p:nvPr/>
            </p:nvSpPr>
            <p:spPr bwMode="auto">
              <a:xfrm>
                <a:off x="3759898" y="5766374"/>
                <a:ext cx="695351" cy="134777"/>
              </a:xfrm>
              <a:custGeom>
                <a:avLst/>
                <a:gdLst>
                  <a:gd name="T0" fmla="*/ 437 w 437"/>
                  <a:gd name="T1" fmla="*/ 0 h 85"/>
                  <a:gd name="T2" fmla="*/ 0 w 437"/>
                  <a:gd name="T3" fmla="*/ 85 h 85"/>
                  <a:gd name="T4" fmla="*/ 437 w 437"/>
                  <a:gd name="T5" fmla="*/ 0 h 85"/>
                </a:gdLst>
                <a:ahLst/>
                <a:cxnLst>
                  <a:cxn ang="0">
                    <a:pos x="T0" y="T1"/>
                  </a:cxn>
                  <a:cxn ang="0">
                    <a:pos x="T2" y="T3"/>
                  </a:cxn>
                  <a:cxn ang="0">
                    <a:pos x="T4" y="T5"/>
                  </a:cxn>
                </a:cxnLst>
                <a:rect l="0" t="0" r="r" b="b"/>
                <a:pathLst>
                  <a:path w="437" h="85">
                    <a:moveTo>
                      <a:pt x="437" y="0"/>
                    </a:moveTo>
                    <a:cubicBezTo>
                      <a:pt x="437" y="0"/>
                      <a:pt x="71" y="83"/>
                      <a:pt x="0" y="85"/>
                    </a:cubicBezTo>
                    <a:cubicBezTo>
                      <a:pt x="0" y="85"/>
                      <a:pt x="318" y="20"/>
                      <a:pt x="437" y="0"/>
                    </a:cubicBezTo>
                  </a:path>
                </a:pathLst>
              </a:custGeom>
              <a:solidFill>
                <a:srgbClr val="2226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sp>
            <p:nvSpPr>
              <p:cNvPr id="239" name="Freeform 101"/>
              <p:cNvSpPr>
                <a:spLocks/>
              </p:cNvSpPr>
              <p:nvPr/>
            </p:nvSpPr>
            <p:spPr bwMode="auto">
              <a:xfrm>
                <a:off x="3441444" y="5699582"/>
                <a:ext cx="691773" cy="124042"/>
              </a:xfrm>
              <a:custGeom>
                <a:avLst/>
                <a:gdLst>
                  <a:gd name="T0" fmla="*/ 0 w 434"/>
                  <a:gd name="T1" fmla="*/ 0 h 78"/>
                  <a:gd name="T2" fmla="*/ 188 w 434"/>
                  <a:gd name="T3" fmla="*/ 61 h 78"/>
                  <a:gd name="T4" fmla="*/ 207 w 434"/>
                  <a:gd name="T5" fmla="*/ 24 h 78"/>
                  <a:gd name="T6" fmla="*/ 227 w 434"/>
                  <a:gd name="T7" fmla="*/ 62 h 78"/>
                  <a:gd name="T8" fmla="*/ 434 w 434"/>
                  <a:gd name="T9" fmla="*/ 11 h 78"/>
                  <a:gd name="T10" fmla="*/ 221 w 434"/>
                  <a:gd name="T11" fmla="*/ 77 h 78"/>
                  <a:gd name="T12" fmla="*/ 208 w 434"/>
                  <a:gd name="T13" fmla="*/ 46 h 78"/>
                  <a:gd name="T14" fmla="*/ 183 w 434"/>
                  <a:gd name="T15" fmla="*/ 77 h 78"/>
                  <a:gd name="T16" fmla="*/ 0 w 434"/>
                  <a:gd name="T1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4" h="78">
                    <a:moveTo>
                      <a:pt x="0" y="0"/>
                    </a:moveTo>
                    <a:cubicBezTo>
                      <a:pt x="0" y="0"/>
                      <a:pt x="137" y="62"/>
                      <a:pt x="188" y="61"/>
                    </a:cubicBezTo>
                    <a:cubicBezTo>
                      <a:pt x="207" y="24"/>
                      <a:pt x="207" y="24"/>
                      <a:pt x="207" y="24"/>
                    </a:cubicBezTo>
                    <a:cubicBezTo>
                      <a:pt x="227" y="62"/>
                      <a:pt x="227" y="62"/>
                      <a:pt x="227" y="62"/>
                    </a:cubicBezTo>
                    <a:cubicBezTo>
                      <a:pt x="227" y="62"/>
                      <a:pt x="378" y="36"/>
                      <a:pt x="434" y="11"/>
                    </a:cubicBezTo>
                    <a:cubicBezTo>
                      <a:pt x="434" y="11"/>
                      <a:pt x="267" y="75"/>
                      <a:pt x="221" y="77"/>
                    </a:cubicBezTo>
                    <a:cubicBezTo>
                      <a:pt x="208" y="46"/>
                      <a:pt x="208" y="46"/>
                      <a:pt x="208" y="46"/>
                    </a:cubicBezTo>
                    <a:cubicBezTo>
                      <a:pt x="208" y="46"/>
                      <a:pt x="190" y="78"/>
                      <a:pt x="183" y="77"/>
                    </a:cubicBezTo>
                    <a:cubicBezTo>
                      <a:pt x="177" y="77"/>
                      <a:pt x="0" y="0"/>
                      <a:pt x="0" y="0"/>
                    </a:cubicBezTo>
                  </a:path>
                </a:pathLst>
              </a:custGeom>
              <a:solidFill>
                <a:srgbClr val="2226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grpSp>
        <p:sp>
          <p:nvSpPr>
            <p:cNvPr id="233" name="Freeform 96"/>
            <p:cNvSpPr>
              <a:spLocks/>
            </p:cNvSpPr>
            <p:nvPr/>
          </p:nvSpPr>
          <p:spPr bwMode="auto">
            <a:xfrm>
              <a:off x="6147992" y="4983681"/>
              <a:ext cx="38167" cy="56057"/>
            </a:xfrm>
            <a:custGeom>
              <a:avLst/>
              <a:gdLst>
                <a:gd name="T0" fmla="*/ 24 w 24"/>
                <a:gd name="T1" fmla="*/ 17 h 35"/>
                <a:gd name="T2" fmla="*/ 13 w 24"/>
                <a:gd name="T3" fmla="*/ 35 h 35"/>
                <a:gd name="T4" fmla="*/ 0 w 24"/>
                <a:gd name="T5" fmla="*/ 18 h 35"/>
                <a:gd name="T6" fmla="*/ 11 w 24"/>
                <a:gd name="T7" fmla="*/ 0 h 35"/>
                <a:gd name="T8" fmla="*/ 24 w 24"/>
                <a:gd name="T9" fmla="*/ 17 h 35"/>
              </a:gdLst>
              <a:ahLst/>
              <a:cxnLst>
                <a:cxn ang="0">
                  <a:pos x="T0" y="T1"/>
                </a:cxn>
                <a:cxn ang="0">
                  <a:pos x="T2" y="T3"/>
                </a:cxn>
                <a:cxn ang="0">
                  <a:pos x="T4" y="T5"/>
                </a:cxn>
                <a:cxn ang="0">
                  <a:pos x="T6" y="T7"/>
                </a:cxn>
                <a:cxn ang="0">
                  <a:pos x="T8" y="T9"/>
                </a:cxn>
              </a:cxnLst>
              <a:rect l="0" t="0" r="r" b="b"/>
              <a:pathLst>
                <a:path w="24" h="35">
                  <a:moveTo>
                    <a:pt x="24" y="17"/>
                  </a:moveTo>
                  <a:cubicBezTo>
                    <a:pt x="24" y="27"/>
                    <a:pt x="19" y="35"/>
                    <a:pt x="13" y="35"/>
                  </a:cubicBezTo>
                  <a:cubicBezTo>
                    <a:pt x="6" y="35"/>
                    <a:pt x="1" y="28"/>
                    <a:pt x="0" y="18"/>
                  </a:cubicBezTo>
                  <a:cubicBezTo>
                    <a:pt x="0" y="9"/>
                    <a:pt x="5" y="1"/>
                    <a:pt x="11" y="0"/>
                  </a:cubicBezTo>
                  <a:cubicBezTo>
                    <a:pt x="18" y="0"/>
                    <a:pt x="23" y="8"/>
                    <a:pt x="24" y="17"/>
                  </a:cubicBezTo>
                </a:path>
              </a:pathLst>
            </a:custGeom>
            <a:solidFill>
              <a:srgbClr val="2226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grpSp>
      <p:grpSp>
        <p:nvGrpSpPr>
          <p:cNvPr id="252" name="Group 251"/>
          <p:cNvGrpSpPr/>
          <p:nvPr/>
        </p:nvGrpSpPr>
        <p:grpSpPr>
          <a:xfrm>
            <a:off x="4202776" y="2497305"/>
            <a:ext cx="910297" cy="768651"/>
            <a:chOff x="5408613" y="4151313"/>
            <a:chExt cx="1458913" cy="1231900"/>
          </a:xfrm>
        </p:grpSpPr>
        <p:sp>
          <p:nvSpPr>
            <p:cNvPr id="253" name="Rectangle 16"/>
            <p:cNvSpPr>
              <a:spLocks noChangeArrowheads="1"/>
            </p:cNvSpPr>
            <p:nvPr/>
          </p:nvSpPr>
          <p:spPr bwMode="auto">
            <a:xfrm>
              <a:off x="5408613" y="4151313"/>
              <a:ext cx="1458913" cy="284163"/>
            </a:xfrm>
            <a:prstGeom prst="rect">
              <a:avLst/>
            </a:prstGeom>
            <a:solidFill>
              <a:srgbClr val="966836"/>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sp>
          <p:nvSpPr>
            <p:cNvPr id="254" name="Freeform 18"/>
            <p:cNvSpPr>
              <a:spLocks/>
            </p:cNvSpPr>
            <p:nvPr/>
          </p:nvSpPr>
          <p:spPr bwMode="auto">
            <a:xfrm>
              <a:off x="5480051" y="4435475"/>
              <a:ext cx="1316038" cy="947738"/>
            </a:xfrm>
            <a:custGeom>
              <a:avLst/>
              <a:gdLst>
                <a:gd name="T0" fmla="*/ 669 w 829"/>
                <a:gd name="T1" fmla="*/ 597 h 597"/>
                <a:gd name="T2" fmla="*/ 160 w 829"/>
                <a:gd name="T3" fmla="*/ 597 h 597"/>
                <a:gd name="T4" fmla="*/ 0 w 829"/>
                <a:gd name="T5" fmla="*/ 0 h 597"/>
                <a:gd name="T6" fmla="*/ 829 w 829"/>
                <a:gd name="T7" fmla="*/ 0 h 597"/>
                <a:gd name="T8" fmla="*/ 669 w 829"/>
                <a:gd name="T9" fmla="*/ 597 h 597"/>
              </a:gdLst>
              <a:ahLst/>
              <a:cxnLst>
                <a:cxn ang="0">
                  <a:pos x="T0" y="T1"/>
                </a:cxn>
                <a:cxn ang="0">
                  <a:pos x="T2" y="T3"/>
                </a:cxn>
                <a:cxn ang="0">
                  <a:pos x="T4" y="T5"/>
                </a:cxn>
                <a:cxn ang="0">
                  <a:pos x="T6" y="T7"/>
                </a:cxn>
                <a:cxn ang="0">
                  <a:pos x="T8" y="T9"/>
                </a:cxn>
              </a:cxnLst>
              <a:rect l="0" t="0" r="r" b="b"/>
              <a:pathLst>
                <a:path w="829" h="597">
                  <a:moveTo>
                    <a:pt x="669" y="597"/>
                  </a:moveTo>
                  <a:lnTo>
                    <a:pt x="160" y="597"/>
                  </a:lnTo>
                  <a:lnTo>
                    <a:pt x="0" y="0"/>
                  </a:lnTo>
                  <a:lnTo>
                    <a:pt x="829" y="0"/>
                  </a:lnTo>
                  <a:lnTo>
                    <a:pt x="669" y="597"/>
                  </a:lnTo>
                  <a:close/>
                </a:path>
              </a:pathLst>
            </a:custGeom>
            <a:solidFill>
              <a:srgbClr val="BC8548"/>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sp>
          <p:nvSpPr>
            <p:cNvPr id="255" name="Freeform 20"/>
            <p:cNvSpPr>
              <a:spLocks/>
            </p:cNvSpPr>
            <p:nvPr/>
          </p:nvSpPr>
          <p:spPr bwMode="auto">
            <a:xfrm>
              <a:off x="6137276" y="4151313"/>
              <a:ext cx="730250" cy="284163"/>
            </a:xfrm>
            <a:custGeom>
              <a:avLst/>
              <a:gdLst>
                <a:gd name="T0" fmla="*/ 460 w 460"/>
                <a:gd name="T1" fmla="*/ 0 h 179"/>
                <a:gd name="T2" fmla="*/ 14 w 460"/>
                <a:gd name="T3" fmla="*/ 0 h 179"/>
                <a:gd name="T4" fmla="*/ 0 w 460"/>
                <a:gd name="T5" fmla="*/ 0 h 179"/>
                <a:gd name="T6" fmla="*/ 0 w 460"/>
                <a:gd name="T7" fmla="*/ 179 h 179"/>
                <a:gd name="T8" fmla="*/ 415 w 460"/>
                <a:gd name="T9" fmla="*/ 179 h 179"/>
                <a:gd name="T10" fmla="*/ 460 w 460"/>
                <a:gd name="T11" fmla="*/ 179 h 179"/>
                <a:gd name="T12" fmla="*/ 460 w 460"/>
                <a:gd name="T13" fmla="*/ 0 h 179"/>
              </a:gdLst>
              <a:ahLst/>
              <a:cxnLst>
                <a:cxn ang="0">
                  <a:pos x="T0" y="T1"/>
                </a:cxn>
                <a:cxn ang="0">
                  <a:pos x="T2" y="T3"/>
                </a:cxn>
                <a:cxn ang="0">
                  <a:pos x="T4" y="T5"/>
                </a:cxn>
                <a:cxn ang="0">
                  <a:pos x="T6" y="T7"/>
                </a:cxn>
                <a:cxn ang="0">
                  <a:pos x="T8" y="T9"/>
                </a:cxn>
                <a:cxn ang="0">
                  <a:pos x="T10" y="T11"/>
                </a:cxn>
                <a:cxn ang="0">
                  <a:pos x="T12" y="T13"/>
                </a:cxn>
              </a:cxnLst>
              <a:rect l="0" t="0" r="r" b="b"/>
              <a:pathLst>
                <a:path w="460" h="179">
                  <a:moveTo>
                    <a:pt x="460" y="0"/>
                  </a:moveTo>
                  <a:lnTo>
                    <a:pt x="14" y="0"/>
                  </a:lnTo>
                  <a:lnTo>
                    <a:pt x="0" y="0"/>
                  </a:lnTo>
                  <a:lnTo>
                    <a:pt x="0" y="179"/>
                  </a:lnTo>
                  <a:lnTo>
                    <a:pt x="415" y="179"/>
                  </a:lnTo>
                  <a:lnTo>
                    <a:pt x="460" y="179"/>
                  </a:lnTo>
                  <a:lnTo>
                    <a:pt x="460" y="0"/>
                  </a:lnTo>
                  <a:close/>
                </a:path>
              </a:pathLst>
            </a:custGeom>
            <a:solidFill>
              <a:srgbClr val="7E582E"/>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sp>
          <p:nvSpPr>
            <p:cNvPr id="256" name="Freeform 22"/>
            <p:cNvSpPr>
              <a:spLocks/>
            </p:cNvSpPr>
            <p:nvPr/>
          </p:nvSpPr>
          <p:spPr bwMode="auto">
            <a:xfrm>
              <a:off x="6137276" y="4435475"/>
              <a:ext cx="658813" cy="947738"/>
            </a:xfrm>
            <a:custGeom>
              <a:avLst/>
              <a:gdLst>
                <a:gd name="T0" fmla="*/ 415 w 415"/>
                <a:gd name="T1" fmla="*/ 0 h 597"/>
                <a:gd name="T2" fmla="*/ 0 w 415"/>
                <a:gd name="T3" fmla="*/ 0 h 597"/>
                <a:gd name="T4" fmla="*/ 0 w 415"/>
                <a:gd name="T5" fmla="*/ 597 h 597"/>
                <a:gd name="T6" fmla="*/ 255 w 415"/>
                <a:gd name="T7" fmla="*/ 597 h 597"/>
                <a:gd name="T8" fmla="*/ 415 w 415"/>
                <a:gd name="T9" fmla="*/ 0 h 597"/>
              </a:gdLst>
              <a:ahLst/>
              <a:cxnLst>
                <a:cxn ang="0">
                  <a:pos x="T0" y="T1"/>
                </a:cxn>
                <a:cxn ang="0">
                  <a:pos x="T2" y="T3"/>
                </a:cxn>
                <a:cxn ang="0">
                  <a:pos x="T4" y="T5"/>
                </a:cxn>
                <a:cxn ang="0">
                  <a:pos x="T6" y="T7"/>
                </a:cxn>
                <a:cxn ang="0">
                  <a:pos x="T8" y="T9"/>
                </a:cxn>
              </a:cxnLst>
              <a:rect l="0" t="0" r="r" b="b"/>
              <a:pathLst>
                <a:path w="415" h="597">
                  <a:moveTo>
                    <a:pt x="415" y="0"/>
                  </a:moveTo>
                  <a:lnTo>
                    <a:pt x="0" y="0"/>
                  </a:lnTo>
                  <a:lnTo>
                    <a:pt x="0" y="597"/>
                  </a:lnTo>
                  <a:lnTo>
                    <a:pt x="255" y="597"/>
                  </a:lnTo>
                  <a:lnTo>
                    <a:pt x="415" y="0"/>
                  </a:lnTo>
                  <a:close/>
                </a:path>
              </a:pathLst>
            </a:custGeom>
            <a:solidFill>
              <a:srgbClr val="906434"/>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grpSp>
      <p:sp>
        <p:nvSpPr>
          <p:cNvPr id="257" name="Title 2"/>
          <p:cNvSpPr txBox="1">
            <a:spLocks/>
          </p:cNvSpPr>
          <p:nvPr/>
        </p:nvSpPr>
        <p:spPr>
          <a:xfrm>
            <a:off x="873753" y="574065"/>
            <a:ext cx="10425493" cy="548850"/>
          </a:xfrm>
          <a:prstGeom prst="rect">
            <a:avLst/>
          </a:prstGeom>
        </p:spPr>
        <p:txBody>
          <a:bodyPr vert="horz" lIns="0" tIns="0" rIns="0" bIns="0" rtlCol="0" anchor="ctr">
            <a:noAutofit/>
          </a:bodyPr>
          <a:lstStyle>
            <a:lvl1pPr algn="l" defTabSz="457200" rtl="0" eaLnBrk="1" latinLnBrk="0" hangingPunct="1">
              <a:spcBef>
                <a:spcPct val="0"/>
              </a:spcBef>
              <a:buNone/>
              <a:defRPr sz="1400" b="1" kern="1200">
                <a:solidFill>
                  <a:schemeClr val="tx1"/>
                </a:solidFill>
                <a:latin typeface="Raleway"/>
                <a:ea typeface="+mj-ea"/>
                <a:cs typeface="Raleway"/>
              </a:defRPr>
            </a:lvl1pPr>
          </a:lstStyle>
          <a:p>
            <a:pPr marL="0" marR="0" lvl="0" indent="0" algn="r" defTabSz="457200" rtl="1" eaLnBrk="1" fontAlgn="auto" latinLnBrk="0" hangingPunct="1">
              <a:lnSpc>
                <a:spcPct val="100000"/>
              </a:lnSpc>
              <a:spcBef>
                <a:spcPct val="0"/>
              </a:spcBef>
              <a:spcAft>
                <a:spcPts val="0"/>
              </a:spcAft>
              <a:buClrTx/>
              <a:buSzTx/>
              <a:buFontTx/>
              <a:buNone/>
              <a:tabLst/>
              <a:defRPr/>
            </a:pPr>
            <a:r>
              <a:rPr kumimoji="0" lang="ar-SA" sz="4000" b="1" i="0" u="sng" strike="noStrike" kern="1200" cap="none" spc="0" normalizeH="0" baseline="0" noProof="0" dirty="0">
                <a:ln>
                  <a:noFill/>
                </a:ln>
                <a:solidFill>
                  <a:srgbClr val="900000"/>
                </a:solidFill>
                <a:effectLst/>
                <a:uLnTx/>
                <a:uFillTx/>
                <a:latin typeface="Raleway"/>
                <a:ea typeface="+mj-ea"/>
                <a:cs typeface="Simplified Arabic" panose="02020603050405020304" pitchFamily="18" charset="-78"/>
              </a:rPr>
              <a:t>ب. التحديات التي تواجه معلم القرن الحادي والعشرين</a:t>
            </a:r>
            <a:endParaRPr kumimoji="0" lang="en-US" sz="4000" b="1" i="0" u="sng" strike="noStrike" kern="1200" cap="none" spc="0" normalizeH="0" baseline="0" noProof="0" dirty="0">
              <a:ln>
                <a:noFill/>
              </a:ln>
              <a:solidFill>
                <a:srgbClr val="900000"/>
              </a:solidFill>
              <a:effectLst/>
              <a:uLnTx/>
              <a:uFillTx/>
              <a:latin typeface="Raleway"/>
              <a:ea typeface="+mj-ea"/>
              <a:cs typeface="+mn-cs"/>
            </a:endParaRPr>
          </a:p>
        </p:txBody>
      </p:sp>
    </p:spTree>
    <p:extLst>
      <p:ext uri="{BB962C8B-B14F-4D97-AF65-F5344CB8AC3E}">
        <p14:creationId xmlns:p14="http://schemas.microsoft.com/office/powerpoint/2010/main" val="30572786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204"/>
                                        </p:tgtEl>
                                        <p:attrNameLst>
                                          <p:attrName>style.visibility</p:attrName>
                                        </p:attrNameLst>
                                      </p:cBhvr>
                                      <p:to>
                                        <p:strVal val="visible"/>
                                      </p:to>
                                    </p:set>
                                    <p:anim calcmode="lin" valueType="num">
                                      <p:cBhvr>
                                        <p:cTn id="7" dur="500" fill="hold"/>
                                        <p:tgtEl>
                                          <p:spTgt spid="204"/>
                                        </p:tgtEl>
                                        <p:attrNameLst>
                                          <p:attrName>ppt_w</p:attrName>
                                        </p:attrNameLst>
                                      </p:cBhvr>
                                      <p:tavLst>
                                        <p:tav tm="0">
                                          <p:val>
                                            <p:fltVal val="0"/>
                                          </p:val>
                                        </p:tav>
                                        <p:tav tm="100000">
                                          <p:val>
                                            <p:strVal val="#ppt_w"/>
                                          </p:val>
                                        </p:tav>
                                      </p:tavLst>
                                    </p:anim>
                                    <p:anim calcmode="lin" valueType="num">
                                      <p:cBhvr>
                                        <p:cTn id="8" dur="500" fill="hold"/>
                                        <p:tgtEl>
                                          <p:spTgt spid="204"/>
                                        </p:tgtEl>
                                        <p:attrNameLst>
                                          <p:attrName>ppt_h</p:attrName>
                                        </p:attrNameLst>
                                      </p:cBhvr>
                                      <p:tavLst>
                                        <p:tav tm="0">
                                          <p:val>
                                            <p:fltVal val="0"/>
                                          </p:val>
                                        </p:tav>
                                        <p:tav tm="100000">
                                          <p:val>
                                            <p:strVal val="#ppt_h"/>
                                          </p:val>
                                        </p:tav>
                                      </p:tavLst>
                                    </p:anim>
                                    <p:animEffect transition="in" filter="fade">
                                      <p:cBhvr>
                                        <p:cTn id="9" dur="500"/>
                                        <p:tgtEl>
                                          <p:spTgt spid="204"/>
                                        </p:tgtEl>
                                      </p:cBhvr>
                                    </p:animEffect>
                                  </p:childTnLst>
                                </p:cTn>
                              </p:par>
                            </p:childTnLst>
                          </p:cTn>
                        </p:par>
                        <p:par>
                          <p:cTn id="10" fill="hold">
                            <p:stCondLst>
                              <p:cond delay="500"/>
                            </p:stCondLst>
                            <p:childTnLst>
                              <p:par>
                                <p:cTn id="11" presetID="2" presetClass="entr" presetSubtype="1" fill="hold" nodeType="afterEffect">
                                  <p:stCondLst>
                                    <p:cond delay="0"/>
                                  </p:stCondLst>
                                  <p:childTnLst>
                                    <p:set>
                                      <p:cBhvr>
                                        <p:cTn id="12" dur="1" fill="hold">
                                          <p:stCondLst>
                                            <p:cond delay="0"/>
                                          </p:stCondLst>
                                        </p:cTn>
                                        <p:tgtEl>
                                          <p:spTgt spid="199"/>
                                        </p:tgtEl>
                                        <p:attrNameLst>
                                          <p:attrName>style.visibility</p:attrName>
                                        </p:attrNameLst>
                                      </p:cBhvr>
                                      <p:to>
                                        <p:strVal val="visible"/>
                                      </p:to>
                                    </p:set>
                                    <p:anim calcmode="lin" valueType="num">
                                      <p:cBhvr additive="base">
                                        <p:cTn id="13" dur="500" fill="hold"/>
                                        <p:tgtEl>
                                          <p:spTgt spid="199"/>
                                        </p:tgtEl>
                                        <p:attrNameLst>
                                          <p:attrName>ppt_x</p:attrName>
                                        </p:attrNameLst>
                                      </p:cBhvr>
                                      <p:tavLst>
                                        <p:tav tm="0">
                                          <p:val>
                                            <p:strVal val="#ppt_x"/>
                                          </p:val>
                                        </p:tav>
                                        <p:tav tm="100000">
                                          <p:val>
                                            <p:strVal val="#ppt_x"/>
                                          </p:val>
                                        </p:tav>
                                      </p:tavLst>
                                    </p:anim>
                                    <p:anim calcmode="lin" valueType="num">
                                      <p:cBhvr additive="base">
                                        <p:cTn id="14" dur="500" fill="hold"/>
                                        <p:tgtEl>
                                          <p:spTgt spid="199"/>
                                        </p:tgtEl>
                                        <p:attrNameLst>
                                          <p:attrName>ppt_y</p:attrName>
                                        </p:attrNameLst>
                                      </p:cBhvr>
                                      <p:tavLst>
                                        <p:tav tm="0">
                                          <p:val>
                                            <p:strVal val="0-#ppt_h/2"/>
                                          </p:val>
                                        </p:tav>
                                        <p:tav tm="100000">
                                          <p:val>
                                            <p:strVal val="#ppt_y"/>
                                          </p:val>
                                        </p:tav>
                                      </p:tavLst>
                                    </p:anim>
                                  </p:childTnLst>
                                </p:cTn>
                              </p:par>
                            </p:childTnLst>
                          </p:cTn>
                        </p:par>
                        <p:par>
                          <p:cTn id="15" fill="hold">
                            <p:stCondLst>
                              <p:cond delay="1000"/>
                            </p:stCondLst>
                            <p:childTnLst>
                              <p:par>
                                <p:cTn id="16" presetID="2" presetClass="entr" presetSubtype="1" fill="hold" nodeType="afterEffect">
                                  <p:stCondLst>
                                    <p:cond delay="0"/>
                                  </p:stCondLst>
                                  <p:childTnLst>
                                    <p:set>
                                      <p:cBhvr>
                                        <p:cTn id="17" dur="1" fill="hold">
                                          <p:stCondLst>
                                            <p:cond delay="0"/>
                                          </p:stCondLst>
                                        </p:cTn>
                                        <p:tgtEl>
                                          <p:spTgt spid="252"/>
                                        </p:tgtEl>
                                        <p:attrNameLst>
                                          <p:attrName>style.visibility</p:attrName>
                                        </p:attrNameLst>
                                      </p:cBhvr>
                                      <p:to>
                                        <p:strVal val="visible"/>
                                      </p:to>
                                    </p:set>
                                    <p:anim calcmode="lin" valueType="num">
                                      <p:cBhvr additive="base">
                                        <p:cTn id="18" dur="500" fill="hold"/>
                                        <p:tgtEl>
                                          <p:spTgt spid="252"/>
                                        </p:tgtEl>
                                        <p:attrNameLst>
                                          <p:attrName>ppt_x</p:attrName>
                                        </p:attrNameLst>
                                      </p:cBhvr>
                                      <p:tavLst>
                                        <p:tav tm="0">
                                          <p:val>
                                            <p:strVal val="#ppt_x"/>
                                          </p:val>
                                        </p:tav>
                                        <p:tav tm="100000">
                                          <p:val>
                                            <p:strVal val="#ppt_x"/>
                                          </p:val>
                                        </p:tav>
                                      </p:tavLst>
                                    </p:anim>
                                    <p:anim calcmode="lin" valueType="num">
                                      <p:cBhvr additive="base">
                                        <p:cTn id="19" dur="500" fill="hold"/>
                                        <p:tgtEl>
                                          <p:spTgt spid="252"/>
                                        </p:tgtEl>
                                        <p:attrNameLst>
                                          <p:attrName>ppt_y</p:attrName>
                                        </p:attrNameLst>
                                      </p:cBhvr>
                                      <p:tavLst>
                                        <p:tav tm="0">
                                          <p:val>
                                            <p:strVal val="0-#ppt_h/2"/>
                                          </p:val>
                                        </p:tav>
                                        <p:tav tm="100000">
                                          <p:val>
                                            <p:strVal val="#ppt_y"/>
                                          </p:val>
                                        </p:tav>
                                      </p:tavLst>
                                    </p:anim>
                                  </p:childTnLst>
                                </p:cTn>
                              </p:par>
                            </p:childTnLst>
                          </p:cTn>
                        </p:par>
                        <p:par>
                          <p:cTn id="20" fill="hold">
                            <p:stCondLst>
                              <p:cond delay="1500"/>
                            </p:stCondLst>
                            <p:childTnLst>
                              <p:par>
                                <p:cTn id="21" presetID="10" presetClass="entr" presetSubtype="0" fill="hold" grpId="0" nodeType="afterEffect">
                                  <p:stCondLst>
                                    <p:cond delay="0"/>
                                  </p:stCondLst>
                                  <p:childTnLst>
                                    <p:set>
                                      <p:cBhvr>
                                        <p:cTn id="22" dur="1" fill="hold">
                                          <p:stCondLst>
                                            <p:cond delay="0"/>
                                          </p:stCondLst>
                                        </p:cTn>
                                        <p:tgtEl>
                                          <p:spTgt spid="174"/>
                                        </p:tgtEl>
                                        <p:attrNameLst>
                                          <p:attrName>style.visibility</p:attrName>
                                        </p:attrNameLst>
                                      </p:cBhvr>
                                      <p:to>
                                        <p:strVal val="visible"/>
                                      </p:to>
                                    </p:set>
                                    <p:animEffect transition="in" filter="fade">
                                      <p:cBhvr>
                                        <p:cTn id="23" dur="500"/>
                                        <p:tgtEl>
                                          <p:spTgt spid="174"/>
                                        </p:tgtEl>
                                      </p:cBhvr>
                                    </p:animEffect>
                                  </p:childTnLst>
                                </p:cTn>
                              </p:par>
                            </p:childTnLst>
                          </p:cTn>
                        </p:par>
                        <p:par>
                          <p:cTn id="24" fill="hold">
                            <p:stCondLst>
                              <p:cond delay="2000"/>
                            </p:stCondLst>
                            <p:childTnLst>
                              <p:par>
                                <p:cTn id="25" presetID="10" presetClass="entr" presetSubtype="0" fill="hold" grpId="0" nodeType="afterEffect">
                                  <p:stCondLst>
                                    <p:cond delay="0"/>
                                  </p:stCondLst>
                                  <p:childTnLst>
                                    <p:set>
                                      <p:cBhvr>
                                        <p:cTn id="26" dur="1" fill="hold">
                                          <p:stCondLst>
                                            <p:cond delay="0"/>
                                          </p:stCondLst>
                                        </p:cTn>
                                        <p:tgtEl>
                                          <p:spTgt spid="173"/>
                                        </p:tgtEl>
                                        <p:attrNameLst>
                                          <p:attrName>style.visibility</p:attrName>
                                        </p:attrNameLst>
                                      </p:cBhvr>
                                      <p:to>
                                        <p:strVal val="visible"/>
                                      </p:to>
                                    </p:set>
                                    <p:animEffect transition="in" filter="fade">
                                      <p:cBhvr>
                                        <p:cTn id="27" dur="500"/>
                                        <p:tgtEl>
                                          <p:spTgt spid="173"/>
                                        </p:tgtEl>
                                      </p:cBhvr>
                                    </p:animEffect>
                                  </p:childTnLst>
                                </p:cTn>
                              </p:par>
                            </p:childTnLst>
                          </p:cTn>
                        </p:par>
                        <p:par>
                          <p:cTn id="28" fill="hold">
                            <p:stCondLst>
                              <p:cond delay="2500"/>
                            </p:stCondLst>
                            <p:childTnLst>
                              <p:par>
                                <p:cTn id="29" presetID="10" presetClass="entr" presetSubtype="0" fill="hold" grpId="0" nodeType="afterEffect">
                                  <p:stCondLst>
                                    <p:cond delay="0"/>
                                  </p:stCondLst>
                                  <p:childTnLst>
                                    <p:set>
                                      <p:cBhvr>
                                        <p:cTn id="30" dur="1" fill="hold">
                                          <p:stCondLst>
                                            <p:cond delay="0"/>
                                          </p:stCondLst>
                                        </p:cTn>
                                        <p:tgtEl>
                                          <p:spTgt spid="177"/>
                                        </p:tgtEl>
                                        <p:attrNameLst>
                                          <p:attrName>style.visibility</p:attrName>
                                        </p:attrNameLst>
                                      </p:cBhvr>
                                      <p:to>
                                        <p:strVal val="visible"/>
                                      </p:to>
                                    </p:set>
                                    <p:animEffect transition="in" filter="fade">
                                      <p:cBhvr>
                                        <p:cTn id="31" dur="500"/>
                                        <p:tgtEl>
                                          <p:spTgt spid="177"/>
                                        </p:tgtEl>
                                      </p:cBhvr>
                                    </p:animEffect>
                                  </p:childTnLst>
                                </p:cTn>
                              </p:par>
                            </p:childTnLst>
                          </p:cTn>
                        </p:par>
                        <p:par>
                          <p:cTn id="32" fill="hold">
                            <p:stCondLst>
                              <p:cond delay="3000"/>
                            </p:stCondLst>
                            <p:childTnLst>
                              <p:par>
                                <p:cTn id="33" presetID="10" presetClass="entr" presetSubtype="0" fill="hold" grpId="0" nodeType="afterEffect">
                                  <p:stCondLst>
                                    <p:cond delay="0"/>
                                  </p:stCondLst>
                                  <p:childTnLst>
                                    <p:set>
                                      <p:cBhvr>
                                        <p:cTn id="34" dur="1" fill="hold">
                                          <p:stCondLst>
                                            <p:cond delay="0"/>
                                          </p:stCondLst>
                                        </p:cTn>
                                        <p:tgtEl>
                                          <p:spTgt spid="176"/>
                                        </p:tgtEl>
                                        <p:attrNameLst>
                                          <p:attrName>style.visibility</p:attrName>
                                        </p:attrNameLst>
                                      </p:cBhvr>
                                      <p:to>
                                        <p:strVal val="visible"/>
                                      </p:to>
                                    </p:set>
                                    <p:animEffect transition="in" filter="fade">
                                      <p:cBhvr>
                                        <p:cTn id="35" dur="500"/>
                                        <p:tgtEl>
                                          <p:spTgt spid="176"/>
                                        </p:tgtEl>
                                      </p:cBhvr>
                                    </p:animEffect>
                                  </p:childTnLst>
                                </p:cTn>
                              </p:par>
                            </p:childTnLst>
                          </p:cTn>
                        </p:par>
                        <p:par>
                          <p:cTn id="36" fill="hold">
                            <p:stCondLst>
                              <p:cond delay="3500"/>
                            </p:stCondLst>
                            <p:childTnLst>
                              <p:par>
                                <p:cTn id="37" presetID="10" presetClass="entr" presetSubtype="0" fill="hold" grpId="0" nodeType="afterEffect">
                                  <p:stCondLst>
                                    <p:cond delay="0"/>
                                  </p:stCondLst>
                                  <p:childTnLst>
                                    <p:set>
                                      <p:cBhvr>
                                        <p:cTn id="38" dur="1" fill="hold">
                                          <p:stCondLst>
                                            <p:cond delay="0"/>
                                          </p:stCondLst>
                                        </p:cTn>
                                        <p:tgtEl>
                                          <p:spTgt spid="180"/>
                                        </p:tgtEl>
                                        <p:attrNameLst>
                                          <p:attrName>style.visibility</p:attrName>
                                        </p:attrNameLst>
                                      </p:cBhvr>
                                      <p:to>
                                        <p:strVal val="visible"/>
                                      </p:to>
                                    </p:set>
                                    <p:animEffect transition="in" filter="fade">
                                      <p:cBhvr>
                                        <p:cTn id="39" dur="500"/>
                                        <p:tgtEl>
                                          <p:spTgt spid="180"/>
                                        </p:tgtEl>
                                      </p:cBhvr>
                                    </p:animEffect>
                                  </p:childTnLst>
                                </p:cTn>
                              </p:par>
                            </p:childTnLst>
                          </p:cTn>
                        </p:par>
                        <p:par>
                          <p:cTn id="40" fill="hold">
                            <p:stCondLst>
                              <p:cond delay="4000"/>
                            </p:stCondLst>
                            <p:childTnLst>
                              <p:par>
                                <p:cTn id="41" presetID="10" presetClass="entr" presetSubtype="0" fill="hold" grpId="0" nodeType="afterEffect">
                                  <p:stCondLst>
                                    <p:cond delay="0"/>
                                  </p:stCondLst>
                                  <p:childTnLst>
                                    <p:set>
                                      <p:cBhvr>
                                        <p:cTn id="42" dur="1" fill="hold">
                                          <p:stCondLst>
                                            <p:cond delay="0"/>
                                          </p:stCondLst>
                                        </p:cTn>
                                        <p:tgtEl>
                                          <p:spTgt spid="179"/>
                                        </p:tgtEl>
                                        <p:attrNameLst>
                                          <p:attrName>style.visibility</p:attrName>
                                        </p:attrNameLst>
                                      </p:cBhvr>
                                      <p:to>
                                        <p:strVal val="visible"/>
                                      </p:to>
                                    </p:set>
                                    <p:animEffect transition="in" filter="fade">
                                      <p:cBhvr>
                                        <p:cTn id="43" dur="500"/>
                                        <p:tgtEl>
                                          <p:spTgt spid="179"/>
                                        </p:tgtEl>
                                      </p:cBhvr>
                                    </p:animEffect>
                                  </p:childTnLst>
                                </p:cTn>
                              </p:par>
                            </p:childTnLst>
                          </p:cTn>
                        </p:par>
                        <p:par>
                          <p:cTn id="44" fill="hold">
                            <p:stCondLst>
                              <p:cond delay="4500"/>
                            </p:stCondLst>
                            <p:childTnLst>
                              <p:par>
                                <p:cTn id="45" presetID="10" presetClass="entr" presetSubtype="0" fill="hold" grpId="0" nodeType="afterEffect">
                                  <p:stCondLst>
                                    <p:cond delay="0"/>
                                  </p:stCondLst>
                                  <p:childTnLst>
                                    <p:set>
                                      <p:cBhvr>
                                        <p:cTn id="46" dur="1" fill="hold">
                                          <p:stCondLst>
                                            <p:cond delay="0"/>
                                          </p:stCondLst>
                                        </p:cTn>
                                        <p:tgtEl>
                                          <p:spTgt spid="183"/>
                                        </p:tgtEl>
                                        <p:attrNameLst>
                                          <p:attrName>style.visibility</p:attrName>
                                        </p:attrNameLst>
                                      </p:cBhvr>
                                      <p:to>
                                        <p:strVal val="visible"/>
                                      </p:to>
                                    </p:set>
                                    <p:animEffect transition="in" filter="fade">
                                      <p:cBhvr>
                                        <p:cTn id="47" dur="500"/>
                                        <p:tgtEl>
                                          <p:spTgt spid="183"/>
                                        </p:tgtEl>
                                      </p:cBhvr>
                                    </p:animEffect>
                                  </p:childTnLst>
                                </p:cTn>
                              </p:par>
                            </p:childTnLst>
                          </p:cTn>
                        </p:par>
                        <p:par>
                          <p:cTn id="48" fill="hold">
                            <p:stCondLst>
                              <p:cond delay="5000"/>
                            </p:stCondLst>
                            <p:childTnLst>
                              <p:par>
                                <p:cTn id="49" presetID="10" presetClass="entr" presetSubtype="0" fill="hold" grpId="0" nodeType="afterEffect">
                                  <p:stCondLst>
                                    <p:cond delay="0"/>
                                  </p:stCondLst>
                                  <p:childTnLst>
                                    <p:set>
                                      <p:cBhvr>
                                        <p:cTn id="50" dur="1" fill="hold">
                                          <p:stCondLst>
                                            <p:cond delay="0"/>
                                          </p:stCondLst>
                                        </p:cTn>
                                        <p:tgtEl>
                                          <p:spTgt spid="182"/>
                                        </p:tgtEl>
                                        <p:attrNameLst>
                                          <p:attrName>style.visibility</p:attrName>
                                        </p:attrNameLst>
                                      </p:cBhvr>
                                      <p:to>
                                        <p:strVal val="visible"/>
                                      </p:to>
                                    </p:set>
                                    <p:animEffect transition="in" filter="fade">
                                      <p:cBhvr>
                                        <p:cTn id="51" dur="500"/>
                                        <p:tgtEl>
                                          <p:spTgt spid="18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3" grpId="0"/>
      <p:bldP spid="174" grpId="0"/>
      <p:bldP spid="176" grpId="0"/>
      <p:bldP spid="177" grpId="0"/>
      <p:bldP spid="179" grpId="0"/>
      <p:bldP spid="180" grpId="0"/>
      <p:bldP spid="182" grpId="0"/>
      <p:bldP spid="183" grpId="0"/>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7" name="Title 2"/>
          <p:cNvSpPr txBox="1">
            <a:spLocks/>
          </p:cNvSpPr>
          <p:nvPr/>
        </p:nvSpPr>
        <p:spPr>
          <a:xfrm>
            <a:off x="873753" y="574065"/>
            <a:ext cx="10425493" cy="548850"/>
          </a:xfrm>
          <a:prstGeom prst="rect">
            <a:avLst/>
          </a:prstGeom>
        </p:spPr>
        <p:txBody>
          <a:bodyPr vert="horz" lIns="0" tIns="0" rIns="0" bIns="0" rtlCol="0" anchor="ctr">
            <a:noAutofit/>
          </a:bodyPr>
          <a:lstStyle>
            <a:lvl1pPr algn="l" defTabSz="457200" rtl="0" eaLnBrk="1" latinLnBrk="0" hangingPunct="1">
              <a:spcBef>
                <a:spcPct val="0"/>
              </a:spcBef>
              <a:buNone/>
              <a:defRPr sz="1400" b="1" kern="1200">
                <a:solidFill>
                  <a:schemeClr val="tx1"/>
                </a:solidFill>
                <a:latin typeface="Raleway"/>
                <a:ea typeface="+mj-ea"/>
                <a:cs typeface="Raleway"/>
              </a:defRPr>
            </a:lvl1pPr>
          </a:lstStyle>
          <a:p>
            <a:pPr lvl="0" algn="r" rtl="1" fontAlgn="auto">
              <a:spcAft>
                <a:spcPts val="0"/>
              </a:spcAft>
            </a:pPr>
            <a:r>
              <a:rPr lang="ar-SA" sz="4000" u="sng" dirty="0">
                <a:solidFill>
                  <a:srgbClr val="900000"/>
                </a:solidFill>
                <a:cs typeface="Simplified Arabic" panose="02020603050405020304" pitchFamily="18" charset="-78"/>
              </a:rPr>
              <a:t>ج- ماذا يحتاج المتعلم في القرن الواحد والعشرين؟</a:t>
            </a:r>
            <a:endParaRPr kumimoji="0" lang="en-US" sz="4000" b="1" i="0" u="sng" strike="noStrike" kern="1200" cap="none" spc="0" normalizeH="0" baseline="0" noProof="0" dirty="0">
              <a:ln>
                <a:noFill/>
              </a:ln>
              <a:solidFill>
                <a:srgbClr val="900000"/>
              </a:solidFill>
              <a:effectLst/>
              <a:uLnTx/>
              <a:uFillTx/>
              <a:latin typeface="Raleway"/>
              <a:ea typeface="+mj-ea"/>
              <a:cs typeface="+mn-cs"/>
            </a:endParaRPr>
          </a:p>
        </p:txBody>
      </p:sp>
      <p:sp>
        <p:nvSpPr>
          <p:cNvPr id="69" name="Rectangle 68"/>
          <p:cNvSpPr/>
          <p:nvPr/>
        </p:nvSpPr>
        <p:spPr>
          <a:xfrm>
            <a:off x="799290" y="1797885"/>
            <a:ext cx="10689597" cy="954107"/>
          </a:xfrm>
          <a:prstGeom prst="rect">
            <a:avLst/>
          </a:prstGeom>
        </p:spPr>
        <p:txBody>
          <a:bodyPr wrap="square">
            <a:spAutoFit/>
          </a:bodyPr>
          <a:ls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ar-SA" sz="2800" b="1" dirty="0"/>
              <a:t>هدف التعليم هو تزويد المتعلمين بالخبرات والاتجاهات التي تساعدهم على النجاح في القرن الحادي والعشرين، فإن هناك من يشير إلى ضرورة توفير ثلاثة عناصر أساسية لتحقيق ذلك:</a:t>
            </a:r>
            <a:endParaRPr lang="en-AU" sz="2800" b="1" dirty="0"/>
          </a:p>
        </p:txBody>
      </p:sp>
      <p:grpSp>
        <p:nvGrpSpPr>
          <p:cNvPr id="142" name="Group 141"/>
          <p:cNvGrpSpPr/>
          <p:nvPr/>
        </p:nvGrpSpPr>
        <p:grpSpPr>
          <a:xfrm>
            <a:off x="4907373" y="2986348"/>
            <a:ext cx="3252971" cy="3223529"/>
            <a:chOff x="4471559" y="2292949"/>
            <a:chExt cx="3252971" cy="3223529"/>
          </a:xfrm>
        </p:grpSpPr>
        <p:sp>
          <p:nvSpPr>
            <p:cNvPr id="143" name="Oval 142"/>
            <p:cNvSpPr/>
            <p:nvPr/>
          </p:nvSpPr>
          <p:spPr>
            <a:xfrm>
              <a:off x="5086095" y="2986348"/>
              <a:ext cx="2047946" cy="2047946"/>
            </a:xfrm>
            <a:prstGeom prst="ellipse">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144" name="Freeform 143"/>
            <p:cNvSpPr/>
            <p:nvPr/>
          </p:nvSpPr>
          <p:spPr>
            <a:xfrm rot="16200000">
              <a:off x="5404942" y="2051051"/>
              <a:ext cx="1382970" cy="1866765"/>
            </a:xfrm>
            <a:custGeom>
              <a:avLst/>
              <a:gdLst>
                <a:gd name="connsiteX0" fmla="*/ 1382970 w 1382970"/>
                <a:gd name="connsiteY0" fmla="*/ 917337 h 1866765"/>
                <a:gd name="connsiteX1" fmla="*/ 1066685 w 1382970"/>
                <a:gd name="connsiteY1" fmla="*/ 1798378 h 1866765"/>
                <a:gd name="connsiteX2" fmla="*/ 1004530 w 1382970"/>
                <a:gd name="connsiteY2" fmla="*/ 1866765 h 1866765"/>
                <a:gd name="connsiteX3" fmla="*/ 0 w 1382970"/>
                <a:gd name="connsiteY3" fmla="*/ 946739 h 1866765"/>
                <a:gd name="connsiteX4" fmla="*/ 1033696 w 1382970"/>
                <a:gd name="connsiteY4" fmla="*/ 0 h 1866765"/>
                <a:gd name="connsiteX5" fmla="*/ 1066685 w 1382970"/>
                <a:gd name="connsiteY5" fmla="*/ 36296 h 1866765"/>
                <a:gd name="connsiteX6" fmla="*/ 1382970 w 1382970"/>
                <a:gd name="connsiteY6" fmla="*/ 917337 h 1866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2970" h="1866765">
                  <a:moveTo>
                    <a:pt x="1382970" y="917337"/>
                  </a:moveTo>
                  <a:cubicBezTo>
                    <a:pt x="1382970" y="1252007"/>
                    <a:pt x="1264275" y="1558954"/>
                    <a:pt x="1066685" y="1798378"/>
                  </a:cubicBezTo>
                  <a:lnTo>
                    <a:pt x="1004530" y="1866765"/>
                  </a:lnTo>
                  <a:lnTo>
                    <a:pt x="0" y="946739"/>
                  </a:lnTo>
                  <a:lnTo>
                    <a:pt x="1033696" y="0"/>
                  </a:lnTo>
                  <a:lnTo>
                    <a:pt x="1066685" y="36296"/>
                  </a:lnTo>
                  <a:cubicBezTo>
                    <a:pt x="1264275" y="275720"/>
                    <a:pt x="1382970" y="582667"/>
                    <a:pt x="1382970" y="917337"/>
                  </a:cubicBezTo>
                  <a:close/>
                </a:path>
              </a:pathLst>
            </a:custGeom>
            <a:solidFill>
              <a:schemeClr val="accent1">
                <a:alpha val="6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fontAlgn="auto">
                <a:spcBef>
                  <a:spcPts val="0"/>
                </a:spcBef>
                <a:spcAft>
                  <a:spcPts val="0"/>
                </a:spcAft>
              </a:pPr>
              <a:endParaRPr lang="en-AU">
                <a:solidFill>
                  <a:prstClr val="white"/>
                </a:solidFill>
              </a:endParaRPr>
            </a:p>
          </p:txBody>
        </p:sp>
        <p:sp>
          <p:nvSpPr>
            <p:cNvPr id="145" name="Freeform 144"/>
            <p:cNvSpPr/>
            <p:nvPr/>
          </p:nvSpPr>
          <p:spPr>
            <a:xfrm rot="8999477">
              <a:off x="4471559" y="3649712"/>
              <a:ext cx="1382970" cy="1866765"/>
            </a:xfrm>
            <a:custGeom>
              <a:avLst/>
              <a:gdLst>
                <a:gd name="connsiteX0" fmla="*/ 1382970 w 1382970"/>
                <a:gd name="connsiteY0" fmla="*/ 917337 h 1866765"/>
                <a:gd name="connsiteX1" fmla="*/ 1066685 w 1382970"/>
                <a:gd name="connsiteY1" fmla="*/ 1798378 h 1866765"/>
                <a:gd name="connsiteX2" fmla="*/ 1004530 w 1382970"/>
                <a:gd name="connsiteY2" fmla="*/ 1866765 h 1866765"/>
                <a:gd name="connsiteX3" fmla="*/ 0 w 1382970"/>
                <a:gd name="connsiteY3" fmla="*/ 946739 h 1866765"/>
                <a:gd name="connsiteX4" fmla="*/ 1033696 w 1382970"/>
                <a:gd name="connsiteY4" fmla="*/ 0 h 1866765"/>
                <a:gd name="connsiteX5" fmla="*/ 1066685 w 1382970"/>
                <a:gd name="connsiteY5" fmla="*/ 36296 h 1866765"/>
                <a:gd name="connsiteX6" fmla="*/ 1382970 w 1382970"/>
                <a:gd name="connsiteY6" fmla="*/ 917337 h 1866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2970" h="1866765">
                  <a:moveTo>
                    <a:pt x="1382970" y="917337"/>
                  </a:moveTo>
                  <a:cubicBezTo>
                    <a:pt x="1382970" y="1252007"/>
                    <a:pt x="1264275" y="1558954"/>
                    <a:pt x="1066685" y="1798378"/>
                  </a:cubicBezTo>
                  <a:lnTo>
                    <a:pt x="1004530" y="1866765"/>
                  </a:lnTo>
                  <a:lnTo>
                    <a:pt x="0" y="946739"/>
                  </a:lnTo>
                  <a:lnTo>
                    <a:pt x="1033696" y="0"/>
                  </a:lnTo>
                  <a:lnTo>
                    <a:pt x="1066685" y="36296"/>
                  </a:lnTo>
                  <a:cubicBezTo>
                    <a:pt x="1264275" y="275720"/>
                    <a:pt x="1382970" y="582667"/>
                    <a:pt x="1382970" y="917337"/>
                  </a:cubicBezTo>
                  <a:close/>
                </a:path>
              </a:pathLst>
            </a:custGeom>
            <a:solidFill>
              <a:schemeClr val="accent2">
                <a:alpha val="6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fontAlgn="auto">
                <a:spcBef>
                  <a:spcPts val="0"/>
                </a:spcBef>
                <a:spcAft>
                  <a:spcPts val="0"/>
                </a:spcAft>
              </a:pPr>
              <a:endParaRPr lang="en-AU">
                <a:solidFill>
                  <a:prstClr val="white"/>
                </a:solidFill>
              </a:endParaRPr>
            </a:p>
          </p:txBody>
        </p:sp>
        <p:sp>
          <p:nvSpPr>
            <p:cNvPr id="146" name="Oval 145"/>
            <p:cNvSpPr/>
            <p:nvPr/>
          </p:nvSpPr>
          <p:spPr>
            <a:xfrm>
              <a:off x="5319493" y="3218789"/>
              <a:ext cx="1581150" cy="1581150"/>
            </a:xfrm>
            <a:prstGeom prst="ellipse">
              <a:avLst/>
            </a:prstGeom>
            <a:solidFill>
              <a:schemeClr val="bg1">
                <a:lumMod val="85000"/>
                <a:alpha val="5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147" name="Freeform 146"/>
            <p:cNvSpPr/>
            <p:nvPr/>
          </p:nvSpPr>
          <p:spPr>
            <a:xfrm rot="12600523" flipH="1">
              <a:off x="6341560" y="3649713"/>
              <a:ext cx="1382970" cy="1866765"/>
            </a:xfrm>
            <a:custGeom>
              <a:avLst/>
              <a:gdLst>
                <a:gd name="connsiteX0" fmla="*/ 1382970 w 1382970"/>
                <a:gd name="connsiteY0" fmla="*/ 917337 h 1866765"/>
                <a:gd name="connsiteX1" fmla="*/ 1066685 w 1382970"/>
                <a:gd name="connsiteY1" fmla="*/ 1798378 h 1866765"/>
                <a:gd name="connsiteX2" fmla="*/ 1004530 w 1382970"/>
                <a:gd name="connsiteY2" fmla="*/ 1866765 h 1866765"/>
                <a:gd name="connsiteX3" fmla="*/ 0 w 1382970"/>
                <a:gd name="connsiteY3" fmla="*/ 946739 h 1866765"/>
                <a:gd name="connsiteX4" fmla="*/ 1033696 w 1382970"/>
                <a:gd name="connsiteY4" fmla="*/ 0 h 1866765"/>
                <a:gd name="connsiteX5" fmla="*/ 1066685 w 1382970"/>
                <a:gd name="connsiteY5" fmla="*/ 36296 h 1866765"/>
                <a:gd name="connsiteX6" fmla="*/ 1382970 w 1382970"/>
                <a:gd name="connsiteY6" fmla="*/ 917337 h 1866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2970" h="1866765">
                  <a:moveTo>
                    <a:pt x="1382970" y="917337"/>
                  </a:moveTo>
                  <a:cubicBezTo>
                    <a:pt x="1382970" y="1252007"/>
                    <a:pt x="1264275" y="1558954"/>
                    <a:pt x="1066685" y="1798378"/>
                  </a:cubicBezTo>
                  <a:lnTo>
                    <a:pt x="1004530" y="1866765"/>
                  </a:lnTo>
                  <a:lnTo>
                    <a:pt x="0" y="946739"/>
                  </a:lnTo>
                  <a:lnTo>
                    <a:pt x="1033696" y="0"/>
                  </a:lnTo>
                  <a:lnTo>
                    <a:pt x="1066685" y="36296"/>
                  </a:lnTo>
                  <a:cubicBezTo>
                    <a:pt x="1264275" y="275720"/>
                    <a:pt x="1382970" y="582667"/>
                    <a:pt x="1382970" y="917337"/>
                  </a:cubicBezTo>
                  <a:close/>
                </a:path>
              </a:pathLst>
            </a:custGeom>
            <a:solidFill>
              <a:schemeClr val="accent4">
                <a:alpha val="6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fontAlgn="auto">
                <a:spcBef>
                  <a:spcPts val="0"/>
                </a:spcBef>
                <a:spcAft>
                  <a:spcPts val="0"/>
                </a:spcAft>
              </a:pPr>
              <a:endParaRPr lang="en-AU">
                <a:solidFill>
                  <a:prstClr val="white"/>
                </a:solidFill>
              </a:endParaRPr>
            </a:p>
          </p:txBody>
        </p:sp>
        <p:sp>
          <p:nvSpPr>
            <p:cNvPr id="148" name="Freeform 147"/>
            <p:cNvSpPr/>
            <p:nvPr/>
          </p:nvSpPr>
          <p:spPr>
            <a:xfrm>
              <a:off x="5605097" y="2985517"/>
              <a:ext cx="1009942" cy="314265"/>
            </a:xfrm>
            <a:custGeom>
              <a:avLst/>
              <a:gdLst>
                <a:gd name="connsiteX0" fmla="*/ 505161 w 1009942"/>
                <a:gd name="connsiteY0" fmla="*/ 0 h 314265"/>
                <a:gd name="connsiteX1" fmla="*/ 903738 w 1009942"/>
                <a:gd name="connsiteY1" fmla="*/ 80469 h 314265"/>
                <a:gd name="connsiteX2" fmla="*/ 1009942 w 1009942"/>
                <a:gd name="connsiteY2" fmla="*/ 138115 h 314265"/>
                <a:gd name="connsiteX3" fmla="*/ 848799 w 1009942"/>
                <a:gd name="connsiteY3" fmla="*/ 314059 h 314265"/>
                <a:gd name="connsiteX4" fmla="*/ 812889 w 1009942"/>
                <a:gd name="connsiteY4" fmla="*/ 294567 h 314265"/>
                <a:gd name="connsiteX5" fmla="*/ 505161 w 1009942"/>
                <a:gd name="connsiteY5" fmla="*/ 232440 h 314265"/>
                <a:gd name="connsiteX6" fmla="*/ 197433 w 1009942"/>
                <a:gd name="connsiteY6" fmla="*/ 294567 h 314265"/>
                <a:gd name="connsiteX7" fmla="*/ 161143 w 1009942"/>
                <a:gd name="connsiteY7" fmla="*/ 314265 h 314265"/>
                <a:gd name="connsiteX8" fmla="*/ 0 w 1009942"/>
                <a:gd name="connsiteY8" fmla="*/ 138321 h 314265"/>
                <a:gd name="connsiteX9" fmla="*/ 106584 w 1009942"/>
                <a:gd name="connsiteY9" fmla="*/ 80469 h 314265"/>
                <a:gd name="connsiteX10" fmla="*/ 505161 w 1009942"/>
                <a:gd name="connsiteY10" fmla="*/ 0 h 314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09942" h="314265">
                  <a:moveTo>
                    <a:pt x="505161" y="0"/>
                  </a:moveTo>
                  <a:cubicBezTo>
                    <a:pt x="646542" y="0"/>
                    <a:pt x="781231" y="28653"/>
                    <a:pt x="903738" y="80469"/>
                  </a:cubicBezTo>
                  <a:lnTo>
                    <a:pt x="1009942" y="138115"/>
                  </a:lnTo>
                  <a:lnTo>
                    <a:pt x="848799" y="314059"/>
                  </a:lnTo>
                  <a:lnTo>
                    <a:pt x="812889" y="294567"/>
                  </a:lnTo>
                  <a:cubicBezTo>
                    <a:pt x="718306" y="254562"/>
                    <a:pt x="614317" y="232440"/>
                    <a:pt x="505161" y="232440"/>
                  </a:cubicBezTo>
                  <a:cubicBezTo>
                    <a:pt x="396005" y="232440"/>
                    <a:pt x="292017" y="254562"/>
                    <a:pt x="197433" y="294567"/>
                  </a:cubicBezTo>
                  <a:lnTo>
                    <a:pt x="161143" y="314265"/>
                  </a:lnTo>
                  <a:lnTo>
                    <a:pt x="0" y="138321"/>
                  </a:lnTo>
                  <a:lnTo>
                    <a:pt x="106584" y="80469"/>
                  </a:lnTo>
                  <a:cubicBezTo>
                    <a:pt x="229091" y="28653"/>
                    <a:pt x="363780" y="0"/>
                    <a:pt x="505161"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fontAlgn="auto">
                <a:spcBef>
                  <a:spcPts val="0"/>
                </a:spcBef>
                <a:spcAft>
                  <a:spcPts val="0"/>
                </a:spcAft>
              </a:pPr>
              <a:endParaRPr lang="en-AU">
                <a:solidFill>
                  <a:prstClr val="white"/>
                </a:solidFill>
              </a:endParaRPr>
            </a:p>
          </p:txBody>
        </p:sp>
        <p:sp>
          <p:nvSpPr>
            <p:cNvPr id="149" name="Freeform 148"/>
            <p:cNvSpPr/>
            <p:nvPr/>
          </p:nvSpPr>
          <p:spPr>
            <a:xfrm>
              <a:off x="6573804" y="4069751"/>
              <a:ext cx="557062" cy="807682"/>
            </a:xfrm>
            <a:custGeom>
              <a:avLst/>
              <a:gdLst>
                <a:gd name="connsiteX0" fmla="*/ 557062 w 557062"/>
                <a:gd name="connsiteY0" fmla="*/ 0 h 807682"/>
                <a:gd name="connsiteX1" fmla="*/ 554941 w 557062"/>
                <a:gd name="connsiteY1" fmla="*/ 41987 h 807682"/>
                <a:gd name="connsiteX2" fmla="*/ 108768 w 557062"/>
                <a:gd name="connsiteY2" fmla="*/ 786387 h 807682"/>
                <a:gd name="connsiteX3" fmla="*/ 73715 w 557062"/>
                <a:gd name="connsiteY3" fmla="*/ 807682 h 807682"/>
                <a:gd name="connsiteX4" fmla="*/ 0 w 557062"/>
                <a:gd name="connsiteY4" fmla="*/ 573966 h 807682"/>
                <a:gd name="connsiteX5" fmla="*/ 95276 w 557062"/>
                <a:gd name="connsiteY5" fmla="*/ 495356 h 807682"/>
                <a:gd name="connsiteX6" fmla="*/ 310768 w 557062"/>
                <a:gd name="connsiteY6" fmla="*/ 95664 h 807682"/>
                <a:gd name="connsiteX7" fmla="*/ 317270 w 557062"/>
                <a:gd name="connsiteY7" fmla="*/ 53060 h 807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7062" h="807682">
                  <a:moveTo>
                    <a:pt x="557062" y="0"/>
                  </a:moveTo>
                  <a:lnTo>
                    <a:pt x="554941" y="41987"/>
                  </a:lnTo>
                  <a:cubicBezTo>
                    <a:pt x="523479" y="351794"/>
                    <a:pt x="353909" y="620773"/>
                    <a:pt x="108768" y="786387"/>
                  </a:cubicBezTo>
                  <a:lnTo>
                    <a:pt x="73715" y="807682"/>
                  </a:lnTo>
                  <a:lnTo>
                    <a:pt x="0" y="573966"/>
                  </a:lnTo>
                  <a:lnTo>
                    <a:pt x="95276" y="495356"/>
                  </a:lnTo>
                  <a:cubicBezTo>
                    <a:pt x="202576" y="388057"/>
                    <a:pt x="279175" y="250057"/>
                    <a:pt x="310768" y="95664"/>
                  </a:cubicBezTo>
                  <a:lnTo>
                    <a:pt x="317270" y="53060"/>
                  </a:lnTo>
                  <a:close/>
                </a:path>
              </a:pathLst>
            </a:cu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fontAlgn="auto">
                <a:spcBef>
                  <a:spcPts val="0"/>
                </a:spcBef>
                <a:spcAft>
                  <a:spcPts val="0"/>
                </a:spcAft>
              </a:pPr>
              <a:endParaRPr lang="en-AU">
                <a:solidFill>
                  <a:prstClr val="white"/>
                </a:solidFill>
              </a:endParaRPr>
            </a:p>
          </p:txBody>
        </p:sp>
        <p:sp>
          <p:nvSpPr>
            <p:cNvPr id="150" name="Freeform 149"/>
            <p:cNvSpPr/>
            <p:nvPr/>
          </p:nvSpPr>
          <p:spPr>
            <a:xfrm rot="8999477">
              <a:off x="5203615" y="3998607"/>
              <a:ext cx="295493" cy="915645"/>
            </a:xfrm>
            <a:custGeom>
              <a:avLst/>
              <a:gdLst>
                <a:gd name="connsiteX0" fmla="*/ 189134 w 295493"/>
                <a:gd name="connsiteY0" fmla="*/ 915645 h 915645"/>
                <a:gd name="connsiteX1" fmla="*/ 7595 w 295493"/>
                <a:gd name="connsiteY1" fmla="*/ 749377 h 915645"/>
                <a:gd name="connsiteX2" fmla="*/ 21246 w 295493"/>
                <a:gd name="connsiteY2" fmla="*/ 714421 h 915645"/>
                <a:gd name="connsiteX3" fmla="*/ 34539 w 295493"/>
                <a:gd name="connsiteY3" fmla="*/ 260533 h 915645"/>
                <a:gd name="connsiteX4" fmla="*/ 0 w 295493"/>
                <a:gd name="connsiteY4" fmla="*/ 167986 h 915645"/>
                <a:gd name="connsiteX5" fmla="*/ 183416 w 295493"/>
                <a:gd name="connsiteY5" fmla="*/ 0 h 915645"/>
                <a:gd name="connsiteX6" fmla="*/ 191776 w 295493"/>
                <a:gd name="connsiteY6" fmla="*/ 15263 h 915645"/>
                <a:gd name="connsiteX7" fmla="*/ 205842 w 295493"/>
                <a:gd name="connsiteY7" fmla="*/ 883020 h 915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5493" h="915645">
                  <a:moveTo>
                    <a:pt x="189134" y="915645"/>
                  </a:moveTo>
                  <a:lnTo>
                    <a:pt x="7595" y="749377"/>
                  </a:lnTo>
                  <a:lnTo>
                    <a:pt x="21246" y="714421"/>
                  </a:lnTo>
                  <a:cubicBezTo>
                    <a:pt x="71105" y="564922"/>
                    <a:pt x="73791" y="407112"/>
                    <a:pt x="34539" y="260533"/>
                  </a:cubicBezTo>
                  <a:lnTo>
                    <a:pt x="0" y="167986"/>
                  </a:lnTo>
                  <a:lnTo>
                    <a:pt x="183416" y="0"/>
                  </a:lnTo>
                  <a:lnTo>
                    <a:pt x="191776" y="15263"/>
                  </a:lnTo>
                  <a:cubicBezTo>
                    <a:pt x="321228" y="281278"/>
                    <a:pt x="333541" y="599008"/>
                    <a:pt x="205842" y="883020"/>
                  </a:cubicBezTo>
                  <a:close/>
                </a:path>
              </a:pathLst>
            </a:custGeom>
            <a:solidFill>
              <a:schemeClr val="accent2">
                <a:lumMod val="75000"/>
                <a:alpha val="6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fontAlgn="auto">
                <a:spcBef>
                  <a:spcPts val="0"/>
                </a:spcBef>
                <a:spcAft>
                  <a:spcPts val="0"/>
                </a:spcAft>
              </a:pPr>
              <a:endParaRPr lang="en-AU">
                <a:solidFill>
                  <a:prstClr val="white"/>
                </a:solidFill>
              </a:endParaRPr>
            </a:p>
          </p:txBody>
        </p:sp>
      </p:grpSp>
    </p:spTree>
    <p:extLst>
      <p:ext uri="{BB962C8B-B14F-4D97-AF65-F5344CB8AC3E}">
        <p14:creationId xmlns:p14="http://schemas.microsoft.com/office/powerpoint/2010/main" val="278871210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69"/>
                                        </p:tgtEl>
                                        <p:attrNameLst>
                                          <p:attrName>style.visibility</p:attrName>
                                        </p:attrNameLst>
                                      </p:cBhvr>
                                      <p:to>
                                        <p:strVal val="visible"/>
                                      </p:to>
                                    </p:set>
                                    <p:animEffect transition="in" filter="fade">
                                      <p:cBhvr>
                                        <p:cTn id="7" dur="500"/>
                                        <p:tgtEl>
                                          <p:spTgt spid="69"/>
                                        </p:tgtEl>
                                      </p:cBhvr>
                                    </p:animEffect>
                                  </p:childTnLst>
                                </p:cTn>
                              </p:par>
                            </p:childTnLst>
                          </p:cTn>
                        </p:par>
                        <p:par>
                          <p:cTn id="8" fill="hold">
                            <p:stCondLst>
                              <p:cond delay="500"/>
                            </p:stCondLst>
                            <p:childTnLst>
                              <p:par>
                                <p:cTn id="9" presetID="49" presetClass="entr" presetSubtype="0" decel="100000" fill="hold" nodeType="afterEffect">
                                  <p:stCondLst>
                                    <p:cond delay="0"/>
                                  </p:stCondLst>
                                  <p:childTnLst>
                                    <p:set>
                                      <p:cBhvr>
                                        <p:cTn id="10" dur="1" fill="hold">
                                          <p:stCondLst>
                                            <p:cond delay="0"/>
                                          </p:stCondLst>
                                        </p:cTn>
                                        <p:tgtEl>
                                          <p:spTgt spid="142"/>
                                        </p:tgtEl>
                                        <p:attrNameLst>
                                          <p:attrName>style.visibility</p:attrName>
                                        </p:attrNameLst>
                                      </p:cBhvr>
                                      <p:to>
                                        <p:strVal val="visible"/>
                                      </p:to>
                                    </p:set>
                                    <p:anim calcmode="lin" valueType="num">
                                      <p:cBhvr>
                                        <p:cTn id="11" dur="500" fill="hold"/>
                                        <p:tgtEl>
                                          <p:spTgt spid="142"/>
                                        </p:tgtEl>
                                        <p:attrNameLst>
                                          <p:attrName>ppt_w</p:attrName>
                                        </p:attrNameLst>
                                      </p:cBhvr>
                                      <p:tavLst>
                                        <p:tav tm="0">
                                          <p:val>
                                            <p:fltVal val="0"/>
                                          </p:val>
                                        </p:tav>
                                        <p:tav tm="100000">
                                          <p:val>
                                            <p:strVal val="#ppt_w"/>
                                          </p:val>
                                        </p:tav>
                                      </p:tavLst>
                                    </p:anim>
                                    <p:anim calcmode="lin" valueType="num">
                                      <p:cBhvr>
                                        <p:cTn id="12" dur="500" fill="hold"/>
                                        <p:tgtEl>
                                          <p:spTgt spid="142"/>
                                        </p:tgtEl>
                                        <p:attrNameLst>
                                          <p:attrName>ppt_h</p:attrName>
                                        </p:attrNameLst>
                                      </p:cBhvr>
                                      <p:tavLst>
                                        <p:tav tm="0">
                                          <p:val>
                                            <p:fltVal val="0"/>
                                          </p:val>
                                        </p:tav>
                                        <p:tav tm="100000">
                                          <p:val>
                                            <p:strVal val="#ppt_h"/>
                                          </p:val>
                                        </p:tav>
                                      </p:tavLst>
                                    </p:anim>
                                    <p:anim calcmode="lin" valueType="num">
                                      <p:cBhvr>
                                        <p:cTn id="13" dur="500" fill="hold"/>
                                        <p:tgtEl>
                                          <p:spTgt spid="142"/>
                                        </p:tgtEl>
                                        <p:attrNameLst>
                                          <p:attrName>style.rotation</p:attrName>
                                        </p:attrNameLst>
                                      </p:cBhvr>
                                      <p:tavLst>
                                        <p:tav tm="0">
                                          <p:val>
                                            <p:fltVal val="360"/>
                                          </p:val>
                                        </p:tav>
                                        <p:tav tm="100000">
                                          <p:val>
                                            <p:fltVal val="0"/>
                                          </p:val>
                                        </p:tav>
                                      </p:tavLst>
                                    </p:anim>
                                    <p:animEffect transition="in" filter="fade">
                                      <p:cBhvr>
                                        <p:cTn id="14" dur="500"/>
                                        <p:tgtEl>
                                          <p:spTgt spid="1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9" grpId="0"/>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 name="Group 9"/>
          <p:cNvGrpSpPr/>
          <p:nvPr/>
        </p:nvGrpSpPr>
        <p:grpSpPr>
          <a:xfrm flipH="1">
            <a:off x="6096000" y="1215674"/>
            <a:ext cx="2311184" cy="909217"/>
            <a:chOff x="1848067" y="2697524"/>
            <a:chExt cx="2311184" cy="316190"/>
          </a:xfrm>
        </p:grpSpPr>
        <p:cxnSp>
          <p:nvCxnSpPr>
            <p:cNvPr id="11" name="Straight Connector 10"/>
            <p:cNvCxnSpPr/>
            <p:nvPr/>
          </p:nvCxnSpPr>
          <p:spPr>
            <a:xfrm flipH="1" flipV="1">
              <a:off x="3661285" y="2697524"/>
              <a:ext cx="497966" cy="316190"/>
            </a:xfrm>
            <a:prstGeom prst="line">
              <a:avLst/>
            </a:prstGeom>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flipH="1">
              <a:off x="1848067" y="2697524"/>
              <a:ext cx="1813219" cy="0"/>
            </a:xfrm>
            <a:prstGeom prst="line">
              <a:avLst/>
            </a:prstGeom>
            <a:ln>
              <a:tailEnd type="oval"/>
            </a:ln>
          </p:spPr>
          <p:style>
            <a:lnRef idx="1">
              <a:schemeClr val="accent1"/>
            </a:lnRef>
            <a:fillRef idx="0">
              <a:schemeClr val="accent1"/>
            </a:fillRef>
            <a:effectRef idx="0">
              <a:schemeClr val="accent1"/>
            </a:effectRef>
            <a:fontRef idx="minor">
              <a:schemeClr val="tx1"/>
            </a:fontRef>
          </p:style>
        </p:cxnSp>
      </p:grpSp>
      <p:grpSp>
        <p:nvGrpSpPr>
          <p:cNvPr id="13" name="Group 12"/>
          <p:cNvGrpSpPr/>
          <p:nvPr/>
        </p:nvGrpSpPr>
        <p:grpSpPr>
          <a:xfrm flipV="1">
            <a:off x="2918051" y="5034294"/>
            <a:ext cx="1496051" cy="359958"/>
            <a:chOff x="1848067" y="2697524"/>
            <a:chExt cx="2311184" cy="316190"/>
          </a:xfrm>
        </p:grpSpPr>
        <p:cxnSp>
          <p:nvCxnSpPr>
            <p:cNvPr id="14" name="Straight Connector 13"/>
            <p:cNvCxnSpPr/>
            <p:nvPr/>
          </p:nvCxnSpPr>
          <p:spPr>
            <a:xfrm flipH="1" flipV="1">
              <a:off x="3661285" y="2697524"/>
              <a:ext cx="497966" cy="31619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flipH="1">
              <a:off x="1848067" y="2697524"/>
              <a:ext cx="1813219" cy="0"/>
            </a:xfrm>
            <a:prstGeom prst="line">
              <a:avLst/>
            </a:prstGeom>
            <a:ln>
              <a:solidFill>
                <a:schemeClr val="accent2"/>
              </a:solidFill>
              <a:tailEnd type="oval"/>
            </a:ln>
          </p:spPr>
          <p:style>
            <a:lnRef idx="1">
              <a:schemeClr val="accent1"/>
            </a:lnRef>
            <a:fillRef idx="0">
              <a:schemeClr val="accent1"/>
            </a:fillRef>
            <a:effectRef idx="0">
              <a:schemeClr val="accent1"/>
            </a:effectRef>
            <a:fontRef idx="minor">
              <a:schemeClr val="tx1"/>
            </a:fontRef>
          </p:style>
        </p:cxnSp>
      </p:grpSp>
      <p:grpSp>
        <p:nvGrpSpPr>
          <p:cNvPr id="16" name="Group 15"/>
          <p:cNvGrpSpPr/>
          <p:nvPr/>
        </p:nvGrpSpPr>
        <p:grpSpPr>
          <a:xfrm flipH="1" flipV="1">
            <a:off x="7806034" y="5034294"/>
            <a:ext cx="1496051" cy="359958"/>
            <a:chOff x="1848067" y="2697524"/>
            <a:chExt cx="2311184" cy="316190"/>
          </a:xfrm>
        </p:grpSpPr>
        <p:cxnSp>
          <p:nvCxnSpPr>
            <p:cNvPr id="17" name="Straight Connector 16"/>
            <p:cNvCxnSpPr/>
            <p:nvPr/>
          </p:nvCxnSpPr>
          <p:spPr>
            <a:xfrm flipH="1" flipV="1">
              <a:off x="3661285" y="2697524"/>
              <a:ext cx="497966" cy="316190"/>
            </a:xfrm>
            <a:prstGeom prst="line">
              <a:avLst/>
            </a:prstGeom>
            <a:ln>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flipH="1">
              <a:off x="1848067" y="2697524"/>
              <a:ext cx="1813219" cy="0"/>
            </a:xfrm>
            <a:prstGeom prst="line">
              <a:avLst/>
            </a:prstGeom>
            <a:ln>
              <a:solidFill>
                <a:schemeClr val="accent4"/>
              </a:solidFill>
              <a:tailEnd type="oval"/>
            </a:ln>
          </p:spPr>
          <p:style>
            <a:lnRef idx="1">
              <a:schemeClr val="accent1"/>
            </a:lnRef>
            <a:fillRef idx="0">
              <a:schemeClr val="accent1"/>
            </a:fillRef>
            <a:effectRef idx="0">
              <a:schemeClr val="accent1"/>
            </a:effectRef>
            <a:fontRef idx="minor">
              <a:schemeClr val="tx1"/>
            </a:fontRef>
          </p:style>
        </p:cxnSp>
      </p:grpSp>
      <p:sp>
        <p:nvSpPr>
          <p:cNvPr id="19" name="TextBox 18"/>
          <p:cNvSpPr txBox="1"/>
          <p:nvPr/>
        </p:nvSpPr>
        <p:spPr>
          <a:xfrm>
            <a:off x="8495013" y="832229"/>
            <a:ext cx="3431292" cy="1292662"/>
          </a:xfrm>
          <a:prstGeom prst="rect">
            <a:avLst/>
          </a:prstGeom>
          <a:noFill/>
        </p:spPr>
        <p:txBody>
          <a:bodyPr wrap="square" lIns="0" tIns="0" rIns="0" bIns="0" rtlCol="0">
            <a:spAutoFit/>
          </a:bodyPr>
          <a:lstStyle/>
          <a:p>
            <a:pPr algn="ctr" rtl="1" fontAlgn="auto">
              <a:spcBef>
                <a:spcPts val="0"/>
              </a:spcBef>
              <a:spcAft>
                <a:spcPts val="0"/>
              </a:spcAft>
            </a:pPr>
            <a:r>
              <a:rPr lang="ar-SA" sz="2800" b="1" dirty="0" smtClean="0">
                <a:latin typeface="Roboto Lt"/>
                <a:cs typeface="+mn-cs"/>
              </a:rPr>
              <a:t>المدارس </a:t>
            </a:r>
            <a:r>
              <a:rPr lang="ar-SA" sz="2800" b="1" dirty="0">
                <a:latin typeface="Roboto Lt"/>
                <a:cs typeface="+mn-cs"/>
              </a:rPr>
              <a:t>الفاعلة في مجال استراتيجيات تدريس المهارات المتنوعة.</a:t>
            </a:r>
            <a:endParaRPr lang="en-AU" sz="2800" b="1" dirty="0">
              <a:latin typeface="Roboto Lt"/>
              <a:cs typeface="+mn-cs"/>
            </a:endParaRPr>
          </a:p>
        </p:txBody>
      </p:sp>
      <p:sp>
        <p:nvSpPr>
          <p:cNvPr id="21" name="TextBox 20"/>
          <p:cNvSpPr txBox="1"/>
          <p:nvPr/>
        </p:nvSpPr>
        <p:spPr>
          <a:xfrm>
            <a:off x="66922" y="4803041"/>
            <a:ext cx="2883309" cy="1477328"/>
          </a:xfrm>
          <a:prstGeom prst="rect">
            <a:avLst/>
          </a:prstGeom>
          <a:noFill/>
        </p:spPr>
        <p:txBody>
          <a:bodyPr wrap="square" lIns="0" tIns="0" rIns="0" bIns="0" rtlCol="0">
            <a:spAutoFit/>
          </a:bodyPr>
          <a:lstStyle/>
          <a:p>
            <a:pPr algn="ctr" rtl="1" fontAlgn="auto">
              <a:spcBef>
                <a:spcPts val="0"/>
              </a:spcBef>
              <a:spcAft>
                <a:spcPts val="0"/>
              </a:spcAft>
            </a:pPr>
            <a:r>
              <a:rPr lang="ar-SA" sz="2400" b="1" dirty="0" smtClean="0">
                <a:latin typeface="Roboto Lt"/>
                <a:cs typeface="+mn-cs"/>
              </a:rPr>
              <a:t>مصممون </a:t>
            </a:r>
            <a:r>
              <a:rPr lang="ar-SA" sz="2400" b="1" dirty="0">
                <a:latin typeface="Roboto Lt"/>
                <a:cs typeface="+mn-cs"/>
              </a:rPr>
              <a:t>مختصون في تصميم النشاطات اللازمة لتنمية تلك المهارات وتطويرها</a:t>
            </a:r>
            <a:endParaRPr lang="en-AU" sz="2400" b="1" dirty="0">
              <a:latin typeface="Roboto Lt"/>
              <a:cs typeface="+mn-cs"/>
            </a:endParaRPr>
          </a:p>
        </p:txBody>
      </p:sp>
      <p:sp>
        <p:nvSpPr>
          <p:cNvPr id="23" name="TextBox 22"/>
          <p:cNvSpPr txBox="1"/>
          <p:nvPr/>
        </p:nvSpPr>
        <p:spPr>
          <a:xfrm>
            <a:off x="9516792" y="5061808"/>
            <a:ext cx="2322052" cy="1107996"/>
          </a:xfrm>
          <a:prstGeom prst="rect">
            <a:avLst/>
          </a:prstGeom>
          <a:noFill/>
        </p:spPr>
        <p:txBody>
          <a:bodyPr wrap="square" lIns="0" tIns="0" rIns="0" bIns="0" rtlCol="0">
            <a:spAutoFit/>
          </a:bodyPr>
          <a:lstStyle/>
          <a:p>
            <a:pPr algn="ctr" rtl="1" fontAlgn="auto">
              <a:spcBef>
                <a:spcPts val="0"/>
              </a:spcBef>
              <a:spcAft>
                <a:spcPts val="0"/>
              </a:spcAft>
            </a:pPr>
            <a:r>
              <a:rPr lang="ar-SA" sz="2400" b="1" dirty="0" smtClean="0">
                <a:latin typeface="Roboto Lt"/>
                <a:cs typeface="+mn-cs"/>
              </a:rPr>
              <a:t>مدرسون </a:t>
            </a:r>
            <a:r>
              <a:rPr lang="ar-SA" sz="2400" b="1" dirty="0">
                <a:latin typeface="Roboto Lt"/>
                <a:cs typeface="+mn-cs"/>
              </a:rPr>
              <a:t>مؤهلون لتنفيذ النشاطات، وإدارة الصفوف</a:t>
            </a:r>
            <a:endParaRPr lang="en-AU" sz="2400" b="1" dirty="0">
              <a:latin typeface="Roboto Lt"/>
              <a:cs typeface="+mn-cs"/>
            </a:endParaRPr>
          </a:p>
        </p:txBody>
      </p:sp>
      <p:grpSp>
        <p:nvGrpSpPr>
          <p:cNvPr id="41" name="Group 40"/>
          <p:cNvGrpSpPr/>
          <p:nvPr/>
        </p:nvGrpSpPr>
        <p:grpSpPr>
          <a:xfrm>
            <a:off x="4471559" y="2292949"/>
            <a:ext cx="3252971" cy="3223529"/>
            <a:chOff x="4471559" y="2292949"/>
            <a:chExt cx="3252971" cy="3223529"/>
          </a:xfrm>
        </p:grpSpPr>
        <p:sp>
          <p:nvSpPr>
            <p:cNvPr id="4" name="Oval 3"/>
            <p:cNvSpPr/>
            <p:nvPr/>
          </p:nvSpPr>
          <p:spPr>
            <a:xfrm>
              <a:off x="5086095" y="2986348"/>
              <a:ext cx="2047946" cy="2047946"/>
            </a:xfrm>
            <a:prstGeom prst="ellipse">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5" name="Freeform 4"/>
            <p:cNvSpPr/>
            <p:nvPr/>
          </p:nvSpPr>
          <p:spPr>
            <a:xfrm rot="16200000">
              <a:off x="5404942" y="2051051"/>
              <a:ext cx="1382970" cy="1866765"/>
            </a:xfrm>
            <a:custGeom>
              <a:avLst/>
              <a:gdLst>
                <a:gd name="connsiteX0" fmla="*/ 1382970 w 1382970"/>
                <a:gd name="connsiteY0" fmla="*/ 917337 h 1866765"/>
                <a:gd name="connsiteX1" fmla="*/ 1066685 w 1382970"/>
                <a:gd name="connsiteY1" fmla="*/ 1798378 h 1866765"/>
                <a:gd name="connsiteX2" fmla="*/ 1004530 w 1382970"/>
                <a:gd name="connsiteY2" fmla="*/ 1866765 h 1866765"/>
                <a:gd name="connsiteX3" fmla="*/ 0 w 1382970"/>
                <a:gd name="connsiteY3" fmla="*/ 946739 h 1866765"/>
                <a:gd name="connsiteX4" fmla="*/ 1033696 w 1382970"/>
                <a:gd name="connsiteY4" fmla="*/ 0 h 1866765"/>
                <a:gd name="connsiteX5" fmla="*/ 1066685 w 1382970"/>
                <a:gd name="connsiteY5" fmla="*/ 36296 h 1866765"/>
                <a:gd name="connsiteX6" fmla="*/ 1382970 w 1382970"/>
                <a:gd name="connsiteY6" fmla="*/ 917337 h 1866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2970" h="1866765">
                  <a:moveTo>
                    <a:pt x="1382970" y="917337"/>
                  </a:moveTo>
                  <a:cubicBezTo>
                    <a:pt x="1382970" y="1252007"/>
                    <a:pt x="1264275" y="1558954"/>
                    <a:pt x="1066685" y="1798378"/>
                  </a:cubicBezTo>
                  <a:lnTo>
                    <a:pt x="1004530" y="1866765"/>
                  </a:lnTo>
                  <a:lnTo>
                    <a:pt x="0" y="946739"/>
                  </a:lnTo>
                  <a:lnTo>
                    <a:pt x="1033696" y="0"/>
                  </a:lnTo>
                  <a:lnTo>
                    <a:pt x="1066685" y="36296"/>
                  </a:lnTo>
                  <a:cubicBezTo>
                    <a:pt x="1264275" y="275720"/>
                    <a:pt x="1382970" y="582667"/>
                    <a:pt x="1382970" y="917337"/>
                  </a:cubicBezTo>
                  <a:close/>
                </a:path>
              </a:pathLst>
            </a:custGeom>
            <a:solidFill>
              <a:schemeClr val="accent1">
                <a:alpha val="6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fontAlgn="auto">
                <a:spcBef>
                  <a:spcPts val="0"/>
                </a:spcBef>
                <a:spcAft>
                  <a:spcPts val="0"/>
                </a:spcAft>
              </a:pPr>
              <a:endParaRPr lang="en-AU">
                <a:solidFill>
                  <a:prstClr val="white"/>
                </a:solidFill>
              </a:endParaRPr>
            </a:p>
          </p:txBody>
        </p:sp>
        <p:sp>
          <p:nvSpPr>
            <p:cNvPr id="6" name="Freeform 5"/>
            <p:cNvSpPr/>
            <p:nvPr/>
          </p:nvSpPr>
          <p:spPr>
            <a:xfrm rot="8999477">
              <a:off x="4471559" y="3649712"/>
              <a:ext cx="1382970" cy="1866765"/>
            </a:xfrm>
            <a:custGeom>
              <a:avLst/>
              <a:gdLst>
                <a:gd name="connsiteX0" fmla="*/ 1382970 w 1382970"/>
                <a:gd name="connsiteY0" fmla="*/ 917337 h 1866765"/>
                <a:gd name="connsiteX1" fmla="*/ 1066685 w 1382970"/>
                <a:gd name="connsiteY1" fmla="*/ 1798378 h 1866765"/>
                <a:gd name="connsiteX2" fmla="*/ 1004530 w 1382970"/>
                <a:gd name="connsiteY2" fmla="*/ 1866765 h 1866765"/>
                <a:gd name="connsiteX3" fmla="*/ 0 w 1382970"/>
                <a:gd name="connsiteY3" fmla="*/ 946739 h 1866765"/>
                <a:gd name="connsiteX4" fmla="*/ 1033696 w 1382970"/>
                <a:gd name="connsiteY4" fmla="*/ 0 h 1866765"/>
                <a:gd name="connsiteX5" fmla="*/ 1066685 w 1382970"/>
                <a:gd name="connsiteY5" fmla="*/ 36296 h 1866765"/>
                <a:gd name="connsiteX6" fmla="*/ 1382970 w 1382970"/>
                <a:gd name="connsiteY6" fmla="*/ 917337 h 1866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2970" h="1866765">
                  <a:moveTo>
                    <a:pt x="1382970" y="917337"/>
                  </a:moveTo>
                  <a:cubicBezTo>
                    <a:pt x="1382970" y="1252007"/>
                    <a:pt x="1264275" y="1558954"/>
                    <a:pt x="1066685" y="1798378"/>
                  </a:cubicBezTo>
                  <a:lnTo>
                    <a:pt x="1004530" y="1866765"/>
                  </a:lnTo>
                  <a:lnTo>
                    <a:pt x="0" y="946739"/>
                  </a:lnTo>
                  <a:lnTo>
                    <a:pt x="1033696" y="0"/>
                  </a:lnTo>
                  <a:lnTo>
                    <a:pt x="1066685" y="36296"/>
                  </a:lnTo>
                  <a:cubicBezTo>
                    <a:pt x="1264275" y="275720"/>
                    <a:pt x="1382970" y="582667"/>
                    <a:pt x="1382970" y="917337"/>
                  </a:cubicBezTo>
                  <a:close/>
                </a:path>
              </a:pathLst>
            </a:custGeom>
            <a:solidFill>
              <a:schemeClr val="accent2">
                <a:alpha val="6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fontAlgn="auto">
                <a:spcBef>
                  <a:spcPts val="0"/>
                </a:spcBef>
                <a:spcAft>
                  <a:spcPts val="0"/>
                </a:spcAft>
              </a:pPr>
              <a:endParaRPr lang="en-AU">
                <a:solidFill>
                  <a:prstClr val="white"/>
                </a:solidFill>
              </a:endParaRPr>
            </a:p>
          </p:txBody>
        </p:sp>
        <p:sp>
          <p:nvSpPr>
            <p:cNvPr id="7" name="Oval 6"/>
            <p:cNvSpPr/>
            <p:nvPr/>
          </p:nvSpPr>
          <p:spPr>
            <a:xfrm>
              <a:off x="5319493" y="3218789"/>
              <a:ext cx="1581150" cy="1581150"/>
            </a:xfrm>
            <a:prstGeom prst="ellipse">
              <a:avLst/>
            </a:prstGeom>
            <a:solidFill>
              <a:schemeClr val="bg1">
                <a:lumMod val="85000"/>
                <a:alpha val="5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8" name="Freeform 7"/>
            <p:cNvSpPr/>
            <p:nvPr/>
          </p:nvSpPr>
          <p:spPr>
            <a:xfrm rot="12600523" flipH="1">
              <a:off x="6341560" y="3649713"/>
              <a:ext cx="1382970" cy="1866765"/>
            </a:xfrm>
            <a:custGeom>
              <a:avLst/>
              <a:gdLst>
                <a:gd name="connsiteX0" fmla="*/ 1382970 w 1382970"/>
                <a:gd name="connsiteY0" fmla="*/ 917337 h 1866765"/>
                <a:gd name="connsiteX1" fmla="*/ 1066685 w 1382970"/>
                <a:gd name="connsiteY1" fmla="*/ 1798378 h 1866765"/>
                <a:gd name="connsiteX2" fmla="*/ 1004530 w 1382970"/>
                <a:gd name="connsiteY2" fmla="*/ 1866765 h 1866765"/>
                <a:gd name="connsiteX3" fmla="*/ 0 w 1382970"/>
                <a:gd name="connsiteY3" fmla="*/ 946739 h 1866765"/>
                <a:gd name="connsiteX4" fmla="*/ 1033696 w 1382970"/>
                <a:gd name="connsiteY4" fmla="*/ 0 h 1866765"/>
                <a:gd name="connsiteX5" fmla="*/ 1066685 w 1382970"/>
                <a:gd name="connsiteY5" fmla="*/ 36296 h 1866765"/>
                <a:gd name="connsiteX6" fmla="*/ 1382970 w 1382970"/>
                <a:gd name="connsiteY6" fmla="*/ 917337 h 1866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2970" h="1866765">
                  <a:moveTo>
                    <a:pt x="1382970" y="917337"/>
                  </a:moveTo>
                  <a:cubicBezTo>
                    <a:pt x="1382970" y="1252007"/>
                    <a:pt x="1264275" y="1558954"/>
                    <a:pt x="1066685" y="1798378"/>
                  </a:cubicBezTo>
                  <a:lnTo>
                    <a:pt x="1004530" y="1866765"/>
                  </a:lnTo>
                  <a:lnTo>
                    <a:pt x="0" y="946739"/>
                  </a:lnTo>
                  <a:lnTo>
                    <a:pt x="1033696" y="0"/>
                  </a:lnTo>
                  <a:lnTo>
                    <a:pt x="1066685" y="36296"/>
                  </a:lnTo>
                  <a:cubicBezTo>
                    <a:pt x="1264275" y="275720"/>
                    <a:pt x="1382970" y="582667"/>
                    <a:pt x="1382970" y="917337"/>
                  </a:cubicBezTo>
                  <a:close/>
                </a:path>
              </a:pathLst>
            </a:custGeom>
            <a:solidFill>
              <a:schemeClr val="accent4">
                <a:alpha val="6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fontAlgn="auto">
                <a:spcBef>
                  <a:spcPts val="0"/>
                </a:spcBef>
                <a:spcAft>
                  <a:spcPts val="0"/>
                </a:spcAft>
              </a:pPr>
              <a:endParaRPr lang="en-AU">
                <a:solidFill>
                  <a:prstClr val="white"/>
                </a:solidFill>
              </a:endParaRPr>
            </a:p>
          </p:txBody>
        </p:sp>
        <p:sp>
          <p:nvSpPr>
            <p:cNvPr id="9" name="Freeform 8"/>
            <p:cNvSpPr/>
            <p:nvPr/>
          </p:nvSpPr>
          <p:spPr>
            <a:xfrm>
              <a:off x="5605097" y="2985517"/>
              <a:ext cx="1009942" cy="314265"/>
            </a:xfrm>
            <a:custGeom>
              <a:avLst/>
              <a:gdLst>
                <a:gd name="connsiteX0" fmla="*/ 505161 w 1009942"/>
                <a:gd name="connsiteY0" fmla="*/ 0 h 314265"/>
                <a:gd name="connsiteX1" fmla="*/ 903738 w 1009942"/>
                <a:gd name="connsiteY1" fmla="*/ 80469 h 314265"/>
                <a:gd name="connsiteX2" fmla="*/ 1009942 w 1009942"/>
                <a:gd name="connsiteY2" fmla="*/ 138115 h 314265"/>
                <a:gd name="connsiteX3" fmla="*/ 848799 w 1009942"/>
                <a:gd name="connsiteY3" fmla="*/ 314059 h 314265"/>
                <a:gd name="connsiteX4" fmla="*/ 812889 w 1009942"/>
                <a:gd name="connsiteY4" fmla="*/ 294567 h 314265"/>
                <a:gd name="connsiteX5" fmla="*/ 505161 w 1009942"/>
                <a:gd name="connsiteY5" fmla="*/ 232440 h 314265"/>
                <a:gd name="connsiteX6" fmla="*/ 197433 w 1009942"/>
                <a:gd name="connsiteY6" fmla="*/ 294567 h 314265"/>
                <a:gd name="connsiteX7" fmla="*/ 161143 w 1009942"/>
                <a:gd name="connsiteY7" fmla="*/ 314265 h 314265"/>
                <a:gd name="connsiteX8" fmla="*/ 0 w 1009942"/>
                <a:gd name="connsiteY8" fmla="*/ 138321 h 314265"/>
                <a:gd name="connsiteX9" fmla="*/ 106584 w 1009942"/>
                <a:gd name="connsiteY9" fmla="*/ 80469 h 314265"/>
                <a:gd name="connsiteX10" fmla="*/ 505161 w 1009942"/>
                <a:gd name="connsiteY10" fmla="*/ 0 h 314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09942" h="314265">
                  <a:moveTo>
                    <a:pt x="505161" y="0"/>
                  </a:moveTo>
                  <a:cubicBezTo>
                    <a:pt x="646542" y="0"/>
                    <a:pt x="781231" y="28653"/>
                    <a:pt x="903738" y="80469"/>
                  </a:cubicBezTo>
                  <a:lnTo>
                    <a:pt x="1009942" y="138115"/>
                  </a:lnTo>
                  <a:lnTo>
                    <a:pt x="848799" y="314059"/>
                  </a:lnTo>
                  <a:lnTo>
                    <a:pt x="812889" y="294567"/>
                  </a:lnTo>
                  <a:cubicBezTo>
                    <a:pt x="718306" y="254562"/>
                    <a:pt x="614317" y="232440"/>
                    <a:pt x="505161" y="232440"/>
                  </a:cubicBezTo>
                  <a:cubicBezTo>
                    <a:pt x="396005" y="232440"/>
                    <a:pt x="292017" y="254562"/>
                    <a:pt x="197433" y="294567"/>
                  </a:cubicBezTo>
                  <a:lnTo>
                    <a:pt x="161143" y="314265"/>
                  </a:lnTo>
                  <a:lnTo>
                    <a:pt x="0" y="138321"/>
                  </a:lnTo>
                  <a:lnTo>
                    <a:pt x="106584" y="80469"/>
                  </a:lnTo>
                  <a:cubicBezTo>
                    <a:pt x="229091" y="28653"/>
                    <a:pt x="363780" y="0"/>
                    <a:pt x="505161"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fontAlgn="auto">
                <a:spcBef>
                  <a:spcPts val="0"/>
                </a:spcBef>
                <a:spcAft>
                  <a:spcPts val="0"/>
                </a:spcAft>
              </a:pPr>
              <a:endParaRPr lang="en-AU">
                <a:solidFill>
                  <a:prstClr val="white"/>
                </a:solidFill>
              </a:endParaRPr>
            </a:p>
          </p:txBody>
        </p:sp>
        <p:sp>
          <p:nvSpPr>
            <p:cNvPr id="35" name="Freeform 34"/>
            <p:cNvSpPr/>
            <p:nvPr/>
          </p:nvSpPr>
          <p:spPr>
            <a:xfrm>
              <a:off x="6573804" y="4069751"/>
              <a:ext cx="557062" cy="807682"/>
            </a:xfrm>
            <a:custGeom>
              <a:avLst/>
              <a:gdLst>
                <a:gd name="connsiteX0" fmla="*/ 557062 w 557062"/>
                <a:gd name="connsiteY0" fmla="*/ 0 h 807682"/>
                <a:gd name="connsiteX1" fmla="*/ 554941 w 557062"/>
                <a:gd name="connsiteY1" fmla="*/ 41987 h 807682"/>
                <a:gd name="connsiteX2" fmla="*/ 108768 w 557062"/>
                <a:gd name="connsiteY2" fmla="*/ 786387 h 807682"/>
                <a:gd name="connsiteX3" fmla="*/ 73715 w 557062"/>
                <a:gd name="connsiteY3" fmla="*/ 807682 h 807682"/>
                <a:gd name="connsiteX4" fmla="*/ 0 w 557062"/>
                <a:gd name="connsiteY4" fmla="*/ 573966 h 807682"/>
                <a:gd name="connsiteX5" fmla="*/ 95276 w 557062"/>
                <a:gd name="connsiteY5" fmla="*/ 495356 h 807682"/>
                <a:gd name="connsiteX6" fmla="*/ 310768 w 557062"/>
                <a:gd name="connsiteY6" fmla="*/ 95664 h 807682"/>
                <a:gd name="connsiteX7" fmla="*/ 317270 w 557062"/>
                <a:gd name="connsiteY7" fmla="*/ 53060 h 807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7062" h="807682">
                  <a:moveTo>
                    <a:pt x="557062" y="0"/>
                  </a:moveTo>
                  <a:lnTo>
                    <a:pt x="554941" y="41987"/>
                  </a:lnTo>
                  <a:cubicBezTo>
                    <a:pt x="523479" y="351794"/>
                    <a:pt x="353909" y="620773"/>
                    <a:pt x="108768" y="786387"/>
                  </a:cubicBezTo>
                  <a:lnTo>
                    <a:pt x="73715" y="807682"/>
                  </a:lnTo>
                  <a:lnTo>
                    <a:pt x="0" y="573966"/>
                  </a:lnTo>
                  <a:lnTo>
                    <a:pt x="95276" y="495356"/>
                  </a:lnTo>
                  <a:cubicBezTo>
                    <a:pt x="202576" y="388057"/>
                    <a:pt x="279175" y="250057"/>
                    <a:pt x="310768" y="95664"/>
                  </a:cubicBezTo>
                  <a:lnTo>
                    <a:pt x="317270" y="53060"/>
                  </a:lnTo>
                  <a:close/>
                </a:path>
              </a:pathLst>
            </a:cu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fontAlgn="auto">
                <a:spcBef>
                  <a:spcPts val="0"/>
                </a:spcBef>
                <a:spcAft>
                  <a:spcPts val="0"/>
                </a:spcAft>
              </a:pPr>
              <a:endParaRPr lang="en-AU">
                <a:solidFill>
                  <a:prstClr val="white"/>
                </a:solidFill>
              </a:endParaRPr>
            </a:p>
          </p:txBody>
        </p:sp>
        <p:sp>
          <p:nvSpPr>
            <p:cNvPr id="40" name="Freeform 39"/>
            <p:cNvSpPr/>
            <p:nvPr/>
          </p:nvSpPr>
          <p:spPr>
            <a:xfrm rot="8999477">
              <a:off x="5203615" y="3998607"/>
              <a:ext cx="295493" cy="915645"/>
            </a:xfrm>
            <a:custGeom>
              <a:avLst/>
              <a:gdLst>
                <a:gd name="connsiteX0" fmla="*/ 189134 w 295493"/>
                <a:gd name="connsiteY0" fmla="*/ 915645 h 915645"/>
                <a:gd name="connsiteX1" fmla="*/ 7595 w 295493"/>
                <a:gd name="connsiteY1" fmla="*/ 749377 h 915645"/>
                <a:gd name="connsiteX2" fmla="*/ 21246 w 295493"/>
                <a:gd name="connsiteY2" fmla="*/ 714421 h 915645"/>
                <a:gd name="connsiteX3" fmla="*/ 34539 w 295493"/>
                <a:gd name="connsiteY3" fmla="*/ 260533 h 915645"/>
                <a:gd name="connsiteX4" fmla="*/ 0 w 295493"/>
                <a:gd name="connsiteY4" fmla="*/ 167986 h 915645"/>
                <a:gd name="connsiteX5" fmla="*/ 183416 w 295493"/>
                <a:gd name="connsiteY5" fmla="*/ 0 h 915645"/>
                <a:gd name="connsiteX6" fmla="*/ 191776 w 295493"/>
                <a:gd name="connsiteY6" fmla="*/ 15263 h 915645"/>
                <a:gd name="connsiteX7" fmla="*/ 205842 w 295493"/>
                <a:gd name="connsiteY7" fmla="*/ 883020 h 915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5493" h="915645">
                  <a:moveTo>
                    <a:pt x="189134" y="915645"/>
                  </a:moveTo>
                  <a:lnTo>
                    <a:pt x="7595" y="749377"/>
                  </a:lnTo>
                  <a:lnTo>
                    <a:pt x="21246" y="714421"/>
                  </a:lnTo>
                  <a:cubicBezTo>
                    <a:pt x="71105" y="564922"/>
                    <a:pt x="73791" y="407112"/>
                    <a:pt x="34539" y="260533"/>
                  </a:cubicBezTo>
                  <a:lnTo>
                    <a:pt x="0" y="167986"/>
                  </a:lnTo>
                  <a:lnTo>
                    <a:pt x="183416" y="0"/>
                  </a:lnTo>
                  <a:lnTo>
                    <a:pt x="191776" y="15263"/>
                  </a:lnTo>
                  <a:cubicBezTo>
                    <a:pt x="321228" y="281278"/>
                    <a:pt x="333541" y="599008"/>
                    <a:pt x="205842" y="883020"/>
                  </a:cubicBezTo>
                  <a:close/>
                </a:path>
              </a:pathLst>
            </a:custGeom>
            <a:solidFill>
              <a:schemeClr val="accent2">
                <a:lumMod val="75000"/>
                <a:alpha val="6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fontAlgn="auto">
                <a:spcBef>
                  <a:spcPts val="0"/>
                </a:spcBef>
                <a:spcAft>
                  <a:spcPts val="0"/>
                </a:spcAft>
              </a:pPr>
              <a:endParaRPr lang="en-AU">
                <a:solidFill>
                  <a:prstClr val="white"/>
                </a:solidFill>
              </a:endParaRPr>
            </a:p>
          </p:txBody>
        </p:sp>
      </p:grpSp>
      <p:sp>
        <p:nvSpPr>
          <p:cNvPr id="42" name="Title 2"/>
          <p:cNvSpPr txBox="1">
            <a:spLocks/>
          </p:cNvSpPr>
          <p:nvPr/>
        </p:nvSpPr>
        <p:spPr>
          <a:xfrm>
            <a:off x="873753" y="118409"/>
            <a:ext cx="10425493" cy="548850"/>
          </a:xfrm>
          <a:prstGeom prst="rect">
            <a:avLst/>
          </a:prstGeom>
        </p:spPr>
        <p:txBody>
          <a:bodyPr vert="horz" lIns="0" tIns="0" rIns="0" bIns="0" rtlCol="0" anchor="ctr">
            <a:noAutofit/>
          </a:bodyPr>
          <a:lstStyle>
            <a:lvl1pPr algn="l" defTabSz="457200" rtl="0" eaLnBrk="1" latinLnBrk="0" hangingPunct="1">
              <a:spcBef>
                <a:spcPct val="0"/>
              </a:spcBef>
              <a:buNone/>
              <a:defRPr sz="1400" b="1" kern="1200">
                <a:solidFill>
                  <a:schemeClr val="tx1"/>
                </a:solidFill>
                <a:latin typeface="Raleway"/>
                <a:ea typeface="+mj-ea"/>
                <a:cs typeface="Raleway"/>
              </a:defRPr>
            </a:lvl1pPr>
          </a:lstStyle>
          <a:p>
            <a:pPr lvl="0" algn="r" rtl="1" fontAlgn="auto">
              <a:spcAft>
                <a:spcPts val="0"/>
              </a:spcAft>
            </a:pPr>
            <a:r>
              <a:rPr lang="ar-SA" sz="4000" u="sng" dirty="0">
                <a:solidFill>
                  <a:srgbClr val="900000"/>
                </a:solidFill>
                <a:cs typeface="Simplified Arabic" panose="02020603050405020304" pitchFamily="18" charset="-78"/>
              </a:rPr>
              <a:t>ج- ماذا يحتاج المتعلم في القرن الواحد والعشرين؟</a:t>
            </a:r>
            <a:endParaRPr kumimoji="0" lang="en-US" sz="4000" b="1" i="0" u="sng" strike="noStrike" kern="1200" cap="none" spc="0" normalizeH="0" baseline="0" noProof="0" dirty="0">
              <a:ln>
                <a:noFill/>
              </a:ln>
              <a:solidFill>
                <a:srgbClr val="900000"/>
              </a:solidFill>
              <a:effectLst/>
              <a:uLnTx/>
              <a:uFillTx/>
              <a:latin typeface="Raleway"/>
              <a:ea typeface="+mj-ea"/>
              <a:cs typeface="+mn-cs"/>
            </a:endParaRPr>
          </a:p>
        </p:txBody>
      </p:sp>
    </p:spTree>
    <p:extLst>
      <p:ext uri="{BB962C8B-B14F-4D97-AF65-F5344CB8AC3E}">
        <p14:creationId xmlns:p14="http://schemas.microsoft.com/office/powerpoint/2010/main" val="389652756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nodeType="afterEffect">
                                  <p:stCondLst>
                                    <p:cond delay="0"/>
                                  </p:stCondLst>
                                  <p:childTnLst>
                                    <p:set>
                                      <p:cBhvr>
                                        <p:cTn id="6" dur="1" fill="hold">
                                          <p:stCondLst>
                                            <p:cond delay="0"/>
                                          </p:stCondLst>
                                        </p:cTn>
                                        <p:tgtEl>
                                          <p:spTgt spid="41"/>
                                        </p:tgtEl>
                                        <p:attrNameLst>
                                          <p:attrName>style.visibility</p:attrName>
                                        </p:attrNameLst>
                                      </p:cBhvr>
                                      <p:to>
                                        <p:strVal val="visible"/>
                                      </p:to>
                                    </p:set>
                                    <p:anim calcmode="lin" valueType="num">
                                      <p:cBhvr>
                                        <p:cTn id="7" dur="500" fill="hold"/>
                                        <p:tgtEl>
                                          <p:spTgt spid="41"/>
                                        </p:tgtEl>
                                        <p:attrNameLst>
                                          <p:attrName>ppt_w</p:attrName>
                                        </p:attrNameLst>
                                      </p:cBhvr>
                                      <p:tavLst>
                                        <p:tav tm="0">
                                          <p:val>
                                            <p:fltVal val="0"/>
                                          </p:val>
                                        </p:tav>
                                        <p:tav tm="100000">
                                          <p:val>
                                            <p:strVal val="#ppt_w"/>
                                          </p:val>
                                        </p:tav>
                                      </p:tavLst>
                                    </p:anim>
                                    <p:anim calcmode="lin" valueType="num">
                                      <p:cBhvr>
                                        <p:cTn id="8" dur="500" fill="hold"/>
                                        <p:tgtEl>
                                          <p:spTgt spid="41"/>
                                        </p:tgtEl>
                                        <p:attrNameLst>
                                          <p:attrName>ppt_h</p:attrName>
                                        </p:attrNameLst>
                                      </p:cBhvr>
                                      <p:tavLst>
                                        <p:tav tm="0">
                                          <p:val>
                                            <p:fltVal val="0"/>
                                          </p:val>
                                        </p:tav>
                                        <p:tav tm="100000">
                                          <p:val>
                                            <p:strVal val="#ppt_h"/>
                                          </p:val>
                                        </p:tav>
                                      </p:tavLst>
                                    </p:anim>
                                    <p:anim calcmode="lin" valueType="num">
                                      <p:cBhvr>
                                        <p:cTn id="9" dur="500" fill="hold"/>
                                        <p:tgtEl>
                                          <p:spTgt spid="41"/>
                                        </p:tgtEl>
                                        <p:attrNameLst>
                                          <p:attrName>style.rotation</p:attrName>
                                        </p:attrNameLst>
                                      </p:cBhvr>
                                      <p:tavLst>
                                        <p:tav tm="0">
                                          <p:val>
                                            <p:fltVal val="360"/>
                                          </p:val>
                                        </p:tav>
                                        <p:tav tm="100000">
                                          <p:val>
                                            <p:fltVal val="0"/>
                                          </p:val>
                                        </p:tav>
                                      </p:tavLst>
                                    </p:anim>
                                    <p:animEffect transition="in" filter="fade">
                                      <p:cBhvr>
                                        <p:cTn id="10" dur="500"/>
                                        <p:tgtEl>
                                          <p:spTgt spid="41"/>
                                        </p:tgtEl>
                                      </p:cBhvr>
                                    </p:animEffect>
                                  </p:childTnLst>
                                </p:cTn>
                              </p:par>
                            </p:childTnLst>
                          </p:cTn>
                        </p:par>
                        <p:par>
                          <p:cTn id="11" fill="hold">
                            <p:stCondLst>
                              <p:cond delay="500"/>
                            </p:stCondLst>
                            <p:childTnLst>
                              <p:par>
                                <p:cTn id="12" presetID="22" presetClass="entr" presetSubtype="4" fill="hold" nodeType="afterEffect">
                                  <p:stCondLst>
                                    <p:cond delay="0"/>
                                  </p:stCondLst>
                                  <p:childTnLst>
                                    <p:set>
                                      <p:cBhvr>
                                        <p:cTn id="13" dur="1" fill="hold">
                                          <p:stCondLst>
                                            <p:cond delay="0"/>
                                          </p:stCondLst>
                                        </p:cTn>
                                        <p:tgtEl>
                                          <p:spTgt spid="10"/>
                                        </p:tgtEl>
                                        <p:attrNameLst>
                                          <p:attrName>style.visibility</p:attrName>
                                        </p:attrNameLst>
                                      </p:cBhvr>
                                      <p:to>
                                        <p:strVal val="visible"/>
                                      </p:to>
                                    </p:set>
                                    <p:animEffect transition="in" filter="wipe(down)">
                                      <p:cBhvr>
                                        <p:cTn id="14" dur="500"/>
                                        <p:tgtEl>
                                          <p:spTgt spid="10"/>
                                        </p:tgtEl>
                                      </p:cBhvr>
                                    </p:animEffect>
                                  </p:childTnLst>
                                </p:cTn>
                              </p:par>
                            </p:childTnLst>
                          </p:cTn>
                        </p:par>
                        <p:par>
                          <p:cTn id="15" fill="hold">
                            <p:stCondLst>
                              <p:cond delay="1000"/>
                            </p:stCondLst>
                            <p:childTnLst>
                              <p:par>
                                <p:cTn id="16" presetID="18" presetClass="entr" presetSubtype="6" fill="hold" grpId="0" nodeType="afterEffect">
                                  <p:stCondLst>
                                    <p:cond delay="0"/>
                                  </p:stCondLst>
                                  <p:childTnLst>
                                    <p:set>
                                      <p:cBhvr>
                                        <p:cTn id="17" dur="1" fill="hold">
                                          <p:stCondLst>
                                            <p:cond delay="0"/>
                                          </p:stCondLst>
                                        </p:cTn>
                                        <p:tgtEl>
                                          <p:spTgt spid="19"/>
                                        </p:tgtEl>
                                        <p:attrNameLst>
                                          <p:attrName>style.visibility</p:attrName>
                                        </p:attrNameLst>
                                      </p:cBhvr>
                                      <p:to>
                                        <p:strVal val="visible"/>
                                      </p:to>
                                    </p:set>
                                    <p:animEffect transition="in" filter="strips(downRight)">
                                      <p:cBhvr>
                                        <p:cTn id="18" dur="500"/>
                                        <p:tgtEl>
                                          <p:spTgt spid="19"/>
                                        </p:tgtEl>
                                      </p:cBhvr>
                                    </p:animEffect>
                                  </p:childTnLst>
                                </p:cTn>
                              </p:par>
                            </p:childTnLst>
                          </p:cTn>
                        </p:par>
                        <p:par>
                          <p:cTn id="19" fill="hold">
                            <p:stCondLst>
                              <p:cond delay="1500"/>
                            </p:stCondLst>
                            <p:childTnLst>
                              <p:par>
                                <p:cTn id="20" presetID="22" presetClass="entr" presetSubtype="2" fill="hold" nodeType="afterEffect">
                                  <p:stCondLst>
                                    <p:cond delay="0"/>
                                  </p:stCondLst>
                                  <p:childTnLst>
                                    <p:set>
                                      <p:cBhvr>
                                        <p:cTn id="21" dur="1" fill="hold">
                                          <p:stCondLst>
                                            <p:cond delay="0"/>
                                          </p:stCondLst>
                                        </p:cTn>
                                        <p:tgtEl>
                                          <p:spTgt spid="13"/>
                                        </p:tgtEl>
                                        <p:attrNameLst>
                                          <p:attrName>style.visibility</p:attrName>
                                        </p:attrNameLst>
                                      </p:cBhvr>
                                      <p:to>
                                        <p:strVal val="visible"/>
                                      </p:to>
                                    </p:set>
                                    <p:animEffect transition="in" filter="wipe(right)">
                                      <p:cBhvr>
                                        <p:cTn id="22" dur="500"/>
                                        <p:tgtEl>
                                          <p:spTgt spid="13"/>
                                        </p:tgtEl>
                                      </p:cBhvr>
                                    </p:animEffect>
                                  </p:childTnLst>
                                </p:cTn>
                              </p:par>
                            </p:childTnLst>
                          </p:cTn>
                        </p:par>
                        <p:par>
                          <p:cTn id="23" fill="hold">
                            <p:stCondLst>
                              <p:cond delay="2000"/>
                            </p:stCondLst>
                            <p:childTnLst>
                              <p:par>
                                <p:cTn id="24" presetID="18" presetClass="entr" presetSubtype="12" fill="hold" grpId="0" nodeType="afterEffect">
                                  <p:stCondLst>
                                    <p:cond delay="0"/>
                                  </p:stCondLst>
                                  <p:childTnLst>
                                    <p:set>
                                      <p:cBhvr>
                                        <p:cTn id="25" dur="1" fill="hold">
                                          <p:stCondLst>
                                            <p:cond delay="0"/>
                                          </p:stCondLst>
                                        </p:cTn>
                                        <p:tgtEl>
                                          <p:spTgt spid="21"/>
                                        </p:tgtEl>
                                        <p:attrNameLst>
                                          <p:attrName>style.visibility</p:attrName>
                                        </p:attrNameLst>
                                      </p:cBhvr>
                                      <p:to>
                                        <p:strVal val="visible"/>
                                      </p:to>
                                    </p:set>
                                    <p:animEffect transition="in" filter="strips(downLeft)">
                                      <p:cBhvr>
                                        <p:cTn id="26" dur="500"/>
                                        <p:tgtEl>
                                          <p:spTgt spid="21"/>
                                        </p:tgtEl>
                                      </p:cBhvr>
                                    </p:animEffect>
                                  </p:childTnLst>
                                </p:cTn>
                              </p:par>
                            </p:childTnLst>
                          </p:cTn>
                        </p:par>
                        <p:par>
                          <p:cTn id="27" fill="hold">
                            <p:stCondLst>
                              <p:cond delay="2500"/>
                            </p:stCondLst>
                            <p:childTnLst>
                              <p:par>
                                <p:cTn id="28" presetID="22" presetClass="entr" presetSubtype="8" fill="hold" nodeType="afterEffect">
                                  <p:stCondLst>
                                    <p:cond delay="0"/>
                                  </p:stCondLst>
                                  <p:childTnLst>
                                    <p:set>
                                      <p:cBhvr>
                                        <p:cTn id="29" dur="1" fill="hold">
                                          <p:stCondLst>
                                            <p:cond delay="0"/>
                                          </p:stCondLst>
                                        </p:cTn>
                                        <p:tgtEl>
                                          <p:spTgt spid="16"/>
                                        </p:tgtEl>
                                        <p:attrNameLst>
                                          <p:attrName>style.visibility</p:attrName>
                                        </p:attrNameLst>
                                      </p:cBhvr>
                                      <p:to>
                                        <p:strVal val="visible"/>
                                      </p:to>
                                    </p:set>
                                    <p:animEffect transition="in" filter="wipe(left)">
                                      <p:cBhvr>
                                        <p:cTn id="30" dur="500"/>
                                        <p:tgtEl>
                                          <p:spTgt spid="16"/>
                                        </p:tgtEl>
                                      </p:cBhvr>
                                    </p:animEffect>
                                  </p:childTnLst>
                                </p:cTn>
                              </p:par>
                            </p:childTnLst>
                          </p:cTn>
                        </p:par>
                        <p:par>
                          <p:cTn id="31" fill="hold">
                            <p:stCondLst>
                              <p:cond delay="3000"/>
                            </p:stCondLst>
                            <p:childTnLst>
                              <p:par>
                                <p:cTn id="32" presetID="18" presetClass="entr" presetSubtype="6" fill="hold" grpId="0" nodeType="afterEffect">
                                  <p:stCondLst>
                                    <p:cond delay="0"/>
                                  </p:stCondLst>
                                  <p:childTnLst>
                                    <p:set>
                                      <p:cBhvr>
                                        <p:cTn id="33" dur="1" fill="hold">
                                          <p:stCondLst>
                                            <p:cond delay="0"/>
                                          </p:stCondLst>
                                        </p:cTn>
                                        <p:tgtEl>
                                          <p:spTgt spid="23"/>
                                        </p:tgtEl>
                                        <p:attrNameLst>
                                          <p:attrName>style.visibility</p:attrName>
                                        </p:attrNameLst>
                                      </p:cBhvr>
                                      <p:to>
                                        <p:strVal val="visible"/>
                                      </p:to>
                                    </p:set>
                                    <p:animEffect transition="in" filter="strips(downRight)">
                                      <p:cBhvr>
                                        <p:cTn id="34"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21" grpId="0"/>
      <p:bldP spid="23" grpId="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 name="Group 9"/>
          <p:cNvGrpSpPr/>
          <p:nvPr/>
        </p:nvGrpSpPr>
        <p:grpSpPr>
          <a:xfrm flipH="1">
            <a:off x="6900643" y="1674985"/>
            <a:ext cx="2311184" cy="909217"/>
            <a:chOff x="1848067" y="2697524"/>
            <a:chExt cx="2311184" cy="316190"/>
          </a:xfrm>
        </p:grpSpPr>
        <p:cxnSp>
          <p:nvCxnSpPr>
            <p:cNvPr id="11" name="Straight Connector 10"/>
            <p:cNvCxnSpPr/>
            <p:nvPr/>
          </p:nvCxnSpPr>
          <p:spPr>
            <a:xfrm flipH="1" flipV="1">
              <a:off x="3661285" y="2697524"/>
              <a:ext cx="497966" cy="316190"/>
            </a:xfrm>
            <a:prstGeom prst="line">
              <a:avLst/>
            </a:prstGeom>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flipH="1">
              <a:off x="1848067" y="2697524"/>
              <a:ext cx="1813219" cy="0"/>
            </a:xfrm>
            <a:prstGeom prst="line">
              <a:avLst/>
            </a:prstGeom>
            <a:ln>
              <a:tailEnd type="oval"/>
            </a:ln>
          </p:spPr>
          <p:style>
            <a:lnRef idx="1">
              <a:schemeClr val="accent1"/>
            </a:lnRef>
            <a:fillRef idx="0">
              <a:schemeClr val="accent1"/>
            </a:fillRef>
            <a:effectRef idx="0">
              <a:schemeClr val="accent1"/>
            </a:effectRef>
            <a:fontRef idx="minor">
              <a:schemeClr val="tx1"/>
            </a:fontRef>
          </p:style>
        </p:cxnSp>
      </p:grpSp>
      <p:grpSp>
        <p:nvGrpSpPr>
          <p:cNvPr id="13" name="Group 12"/>
          <p:cNvGrpSpPr/>
          <p:nvPr/>
        </p:nvGrpSpPr>
        <p:grpSpPr>
          <a:xfrm flipV="1">
            <a:off x="2918051" y="5034294"/>
            <a:ext cx="1496051" cy="359958"/>
            <a:chOff x="1848067" y="2697524"/>
            <a:chExt cx="2311184" cy="316190"/>
          </a:xfrm>
        </p:grpSpPr>
        <p:cxnSp>
          <p:nvCxnSpPr>
            <p:cNvPr id="14" name="Straight Connector 13"/>
            <p:cNvCxnSpPr/>
            <p:nvPr/>
          </p:nvCxnSpPr>
          <p:spPr>
            <a:xfrm flipH="1" flipV="1">
              <a:off x="3661285" y="2697524"/>
              <a:ext cx="497966" cy="31619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flipH="1">
              <a:off x="1848067" y="2697524"/>
              <a:ext cx="1813219" cy="0"/>
            </a:xfrm>
            <a:prstGeom prst="line">
              <a:avLst/>
            </a:prstGeom>
            <a:ln>
              <a:solidFill>
                <a:schemeClr val="accent2"/>
              </a:solidFill>
              <a:tailEnd type="oval"/>
            </a:ln>
          </p:spPr>
          <p:style>
            <a:lnRef idx="1">
              <a:schemeClr val="accent1"/>
            </a:lnRef>
            <a:fillRef idx="0">
              <a:schemeClr val="accent1"/>
            </a:fillRef>
            <a:effectRef idx="0">
              <a:schemeClr val="accent1"/>
            </a:effectRef>
            <a:fontRef idx="minor">
              <a:schemeClr val="tx1"/>
            </a:fontRef>
          </p:style>
        </p:cxnSp>
      </p:grpSp>
      <p:grpSp>
        <p:nvGrpSpPr>
          <p:cNvPr id="16" name="Group 15"/>
          <p:cNvGrpSpPr/>
          <p:nvPr/>
        </p:nvGrpSpPr>
        <p:grpSpPr>
          <a:xfrm flipH="1" flipV="1">
            <a:off x="7806034" y="5034294"/>
            <a:ext cx="1496051" cy="359958"/>
            <a:chOff x="1848067" y="2697524"/>
            <a:chExt cx="2311184" cy="316190"/>
          </a:xfrm>
        </p:grpSpPr>
        <p:cxnSp>
          <p:nvCxnSpPr>
            <p:cNvPr id="17" name="Straight Connector 16"/>
            <p:cNvCxnSpPr/>
            <p:nvPr/>
          </p:nvCxnSpPr>
          <p:spPr>
            <a:xfrm flipH="1" flipV="1">
              <a:off x="3661285" y="2697524"/>
              <a:ext cx="497966" cy="316190"/>
            </a:xfrm>
            <a:prstGeom prst="line">
              <a:avLst/>
            </a:prstGeom>
            <a:ln>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flipH="1">
              <a:off x="1848067" y="2697524"/>
              <a:ext cx="1813219" cy="0"/>
            </a:xfrm>
            <a:prstGeom prst="line">
              <a:avLst/>
            </a:prstGeom>
            <a:ln>
              <a:solidFill>
                <a:schemeClr val="accent4"/>
              </a:solidFill>
              <a:tailEnd type="oval"/>
            </a:ln>
          </p:spPr>
          <p:style>
            <a:lnRef idx="1">
              <a:schemeClr val="accent1"/>
            </a:lnRef>
            <a:fillRef idx="0">
              <a:schemeClr val="accent1"/>
            </a:fillRef>
            <a:effectRef idx="0">
              <a:schemeClr val="accent1"/>
            </a:effectRef>
            <a:fontRef idx="minor">
              <a:schemeClr val="tx1"/>
            </a:fontRef>
          </p:style>
        </p:cxnSp>
      </p:grpSp>
      <p:sp>
        <p:nvSpPr>
          <p:cNvPr id="19" name="TextBox 18"/>
          <p:cNvSpPr txBox="1"/>
          <p:nvPr/>
        </p:nvSpPr>
        <p:spPr>
          <a:xfrm>
            <a:off x="8715228" y="1738093"/>
            <a:ext cx="3431292" cy="430887"/>
          </a:xfrm>
          <a:prstGeom prst="rect">
            <a:avLst/>
          </a:prstGeom>
          <a:noFill/>
        </p:spPr>
        <p:txBody>
          <a:bodyPr wrap="square" lIns="0" tIns="0" rIns="0" bIns="0" rtlCol="0">
            <a:spAutoFit/>
          </a:bodyPr>
          <a:lstStyle/>
          <a:p>
            <a:pPr algn="ctr" rtl="1" fontAlgn="auto">
              <a:spcBef>
                <a:spcPts val="0"/>
              </a:spcBef>
              <a:spcAft>
                <a:spcPts val="0"/>
              </a:spcAft>
            </a:pPr>
            <a:r>
              <a:rPr lang="ar-SA" sz="2800" b="1" dirty="0" smtClean="0">
                <a:latin typeface="Roboto Lt"/>
                <a:cs typeface="+mn-cs"/>
              </a:rPr>
              <a:t>حل </a:t>
            </a:r>
            <a:r>
              <a:rPr lang="ar-SA" sz="2800" b="1" dirty="0">
                <a:latin typeface="Roboto Lt"/>
                <a:cs typeface="+mn-cs"/>
              </a:rPr>
              <a:t>المشكلات التكيفية</a:t>
            </a:r>
            <a:endParaRPr lang="en-AU" sz="2800" b="1" dirty="0">
              <a:latin typeface="Roboto Lt"/>
              <a:cs typeface="+mn-cs"/>
            </a:endParaRPr>
          </a:p>
        </p:txBody>
      </p:sp>
      <p:sp>
        <p:nvSpPr>
          <p:cNvPr id="21" name="TextBox 20"/>
          <p:cNvSpPr txBox="1"/>
          <p:nvPr/>
        </p:nvSpPr>
        <p:spPr>
          <a:xfrm>
            <a:off x="303064" y="5155764"/>
            <a:ext cx="2883309" cy="369332"/>
          </a:xfrm>
          <a:prstGeom prst="rect">
            <a:avLst/>
          </a:prstGeom>
          <a:noFill/>
        </p:spPr>
        <p:txBody>
          <a:bodyPr wrap="square" lIns="0" tIns="0" rIns="0" bIns="0" rtlCol="0">
            <a:spAutoFit/>
          </a:bodyPr>
          <a:lstStyle/>
          <a:p>
            <a:pPr algn="ctr" rtl="1" fontAlgn="auto">
              <a:spcBef>
                <a:spcPts val="0"/>
              </a:spcBef>
              <a:spcAft>
                <a:spcPts val="0"/>
              </a:spcAft>
            </a:pPr>
            <a:r>
              <a:rPr lang="ar-SA" sz="2400" b="1" dirty="0" smtClean="0">
                <a:latin typeface="Roboto Lt"/>
                <a:cs typeface="+mn-cs"/>
              </a:rPr>
              <a:t>الاتصال </a:t>
            </a:r>
            <a:r>
              <a:rPr lang="ar-SA" sz="2400" b="1" dirty="0">
                <a:latin typeface="Roboto Lt"/>
                <a:cs typeface="+mn-cs"/>
              </a:rPr>
              <a:t>التعاوني</a:t>
            </a:r>
            <a:endParaRPr lang="en-AU" sz="2400" b="1" dirty="0">
              <a:latin typeface="Roboto Lt"/>
              <a:cs typeface="+mn-cs"/>
            </a:endParaRPr>
          </a:p>
        </p:txBody>
      </p:sp>
      <p:sp>
        <p:nvSpPr>
          <p:cNvPr id="23" name="TextBox 22"/>
          <p:cNvSpPr txBox="1"/>
          <p:nvPr/>
        </p:nvSpPr>
        <p:spPr>
          <a:xfrm>
            <a:off x="9119344" y="5431140"/>
            <a:ext cx="2322052" cy="369332"/>
          </a:xfrm>
          <a:prstGeom prst="rect">
            <a:avLst/>
          </a:prstGeom>
          <a:noFill/>
        </p:spPr>
        <p:txBody>
          <a:bodyPr wrap="square" lIns="0" tIns="0" rIns="0" bIns="0" rtlCol="0">
            <a:spAutoFit/>
          </a:bodyPr>
          <a:lstStyle/>
          <a:p>
            <a:pPr algn="ctr" rtl="1" fontAlgn="auto">
              <a:spcBef>
                <a:spcPts val="0"/>
              </a:spcBef>
              <a:spcAft>
                <a:spcPts val="0"/>
              </a:spcAft>
            </a:pPr>
            <a:r>
              <a:rPr lang="ar-SA" sz="2400" b="1" dirty="0" smtClean="0">
                <a:latin typeface="Roboto Lt"/>
                <a:cs typeface="+mn-cs"/>
              </a:rPr>
              <a:t>الطلاقة </a:t>
            </a:r>
            <a:r>
              <a:rPr lang="ar-SA" sz="2400" b="1" dirty="0">
                <a:latin typeface="Roboto Lt"/>
                <a:cs typeface="+mn-cs"/>
              </a:rPr>
              <a:t>الرقمية</a:t>
            </a:r>
            <a:endParaRPr lang="en-AU" sz="2400" b="1" dirty="0">
              <a:latin typeface="Roboto Lt"/>
              <a:cs typeface="+mn-cs"/>
            </a:endParaRPr>
          </a:p>
        </p:txBody>
      </p:sp>
      <p:grpSp>
        <p:nvGrpSpPr>
          <p:cNvPr id="41" name="Group 40"/>
          <p:cNvGrpSpPr/>
          <p:nvPr/>
        </p:nvGrpSpPr>
        <p:grpSpPr>
          <a:xfrm>
            <a:off x="4471559" y="2292949"/>
            <a:ext cx="3252971" cy="3223529"/>
            <a:chOff x="4471559" y="2292949"/>
            <a:chExt cx="3252971" cy="3223529"/>
          </a:xfrm>
        </p:grpSpPr>
        <p:sp>
          <p:nvSpPr>
            <p:cNvPr id="4" name="Oval 3"/>
            <p:cNvSpPr/>
            <p:nvPr/>
          </p:nvSpPr>
          <p:spPr>
            <a:xfrm>
              <a:off x="5086095" y="2986348"/>
              <a:ext cx="2047946" cy="2047946"/>
            </a:xfrm>
            <a:prstGeom prst="ellipse">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5" name="Freeform 4"/>
            <p:cNvSpPr/>
            <p:nvPr/>
          </p:nvSpPr>
          <p:spPr>
            <a:xfrm rot="16200000">
              <a:off x="5404942" y="2051051"/>
              <a:ext cx="1382970" cy="1866765"/>
            </a:xfrm>
            <a:custGeom>
              <a:avLst/>
              <a:gdLst>
                <a:gd name="connsiteX0" fmla="*/ 1382970 w 1382970"/>
                <a:gd name="connsiteY0" fmla="*/ 917337 h 1866765"/>
                <a:gd name="connsiteX1" fmla="*/ 1066685 w 1382970"/>
                <a:gd name="connsiteY1" fmla="*/ 1798378 h 1866765"/>
                <a:gd name="connsiteX2" fmla="*/ 1004530 w 1382970"/>
                <a:gd name="connsiteY2" fmla="*/ 1866765 h 1866765"/>
                <a:gd name="connsiteX3" fmla="*/ 0 w 1382970"/>
                <a:gd name="connsiteY3" fmla="*/ 946739 h 1866765"/>
                <a:gd name="connsiteX4" fmla="*/ 1033696 w 1382970"/>
                <a:gd name="connsiteY4" fmla="*/ 0 h 1866765"/>
                <a:gd name="connsiteX5" fmla="*/ 1066685 w 1382970"/>
                <a:gd name="connsiteY5" fmla="*/ 36296 h 1866765"/>
                <a:gd name="connsiteX6" fmla="*/ 1382970 w 1382970"/>
                <a:gd name="connsiteY6" fmla="*/ 917337 h 1866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2970" h="1866765">
                  <a:moveTo>
                    <a:pt x="1382970" y="917337"/>
                  </a:moveTo>
                  <a:cubicBezTo>
                    <a:pt x="1382970" y="1252007"/>
                    <a:pt x="1264275" y="1558954"/>
                    <a:pt x="1066685" y="1798378"/>
                  </a:cubicBezTo>
                  <a:lnTo>
                    <a:pt x="1004530" y="1866765"/>
                  </a:lnTo>
                  <a:lnTo>
                    <a:pt x="0" y="946739"/>
                  </a:lnTo>
                  <a:lnTo>
                    <a:pt x="1033696" y="0"/>
                  </a:lnTo>
                  <a:lnTo>
                    <a:pt x="1066685" y="36296"/>
                  </a:lnTo>
                  <a:cubicBezTo>
                    <a:pt x="1264275" y="275720"/>
                    <a:pt x="1382970" y="582667"/>
                    <a:pt x="1382970" y="917337"/>
                  </a:cubicBezTo>
                  <a:close/>
                </a:path>
              </a:pathLst>
            </a:custGeom>
            <a:solidFill>
              <a:schemeClr val="accent1">
                <a:alpha val="6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fontAlgn="auto">
                <a:spcBef>
                  <a:spcPts val="0"/>
                </a:spcBef>
                <a:spcAft>
                  <a:spcPts val="0"/>
                </a:spcAft>
              </a:pPr>
              <a:endParaRPr lang="en-AU">
                <a:solidFill>
                  <a:prstClr val="white"/>
                </a:solidFill>
              </a:endParaRPr>
            </a:p>
          </p:txBody>
        </p:sp>
        <p:sp>
          <p:nvSpPr>
            <p:cNvPr id="6" name="Freeform 5"/>
            <p:cNvSpPr/>
            <p:nvPr/>
          </p:nvSpPr>
          <p:spPr>
            <a:xfrm rot="8999477">
              <a:off x="4471559" y="3649712"/>
              <a:ext cx="1382970" cy="1866765"/>
            </a:xfrm>
            <a:custGeom>
              <a:avLst/>
              <a:gdLst>
                <a:gd name="connsiteX0" fmla="*/ 1382970 w 1382970"/>
                <a:gd name="connsiteY0" fmla="*/ 917337 h 1866765"/>
                <a:gd name="connsiteX1" fmla="*/ 1066685 w 1382970"/>
                <a:gd name="connsiteY1" fmla="*/ 1798378 h 1866765"/>
                <a:gd name="connsiteX2" fmla="*/ 1004530 w 1382970"/>
                <a:gd name="connsiteY2" fmla="*/ 1866765 h 1866765"/>
                <a:gd name="connsiteX3" fmla="*/ 0 w 1382970"/>
                <a:gd name="connsiteY3" fmla="*/ 946739 h 1866765"/>
                <a:gd name="connsiteX4" fmla="*/ 1033696 w 1382970"/>
                <a:gd name="connsiteY4" fmla="*/ 0 h 1866765"/>
                <a:gd name="connsiteX5" fmla="*/ 1066685 w 1382970"/>
                <a:gd name="connsiteY5" fmla="*/ 36296 h 1866765"/>
                <a:gd name="connsiteX6" fmla="*/ 1382970 w 1382970"/>
                <a:gd name="connsiteY6" fmla="*/ 917337 h 1866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2970" h="1866765">
                  <a:moveTo>
                    <a:pt x="1382970" y="917337"/>
                  </a:moveTo>
                  <a:cubicBezTo>
                    <a:pt x="1382970" y="1252007"/>
                    <a:pt x="1264275" y="1558954"/>
                    <a:pt x="1066685" y="1798378"/>
                  </a:cubicBezTo>
                  <a:lnTo>
                    <a:pt x="1004530" y="1866765"/>
                  </a:lnTo>
                  <a:lnTo>
                    <a:pt x="0" y="946739"/>
                  </a:lnTo>
                  <a:lnTo>
                    <a:pt x="1033696" y="0"/>
                  </a:lnTo>
                  <a:lnTo>
                    <a:pt x="1066685" y="36296"/>
                  </a:lnTo>
                  <a:cubicBezTo>
                    <a:pt x="1264275" y="275720"/>
                    <a:pt x="1382970" y="582667"/>
                    <a:pt x="1382970" y="917337"/>
                  </a:cubicBezTo>
                  <a:close/>
                </a:path>
              </a:pathLst>
            </a:custGeom>
            <a:solidFill>
              <a:schemeClr val="accent2">
                <a:alpha val="6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fontAlgn="auto">
                <a:spcBef>
                  <a:spcPts val="0"/>
                </a:spcBef>
                <a:spcAft>
                  <a:spcPts val="0"/>
                </a:spcAft>
              </a:pPr>
              <a:endParaRPr lang="en-AU">
                <a:solidFill>
                  <a:prstClr val="white"/>
                </a:solidFill>
              </a:endParaRPr>
            </a:p>
          </p:txBody>
        </p:sp>
        <p:sp>
          <p:nvSpPr>
            <p:cNvPr id="7" name="Oval 6"/>
            <p:cNvSpPr/>
            <p:nvPr/>
          </p:nvSpPr>
          <p:spPr>
            <a:xfrm>
              <a:off x="5319493" y="3218789"/>
              <a:ext cx="1581150" cy="1581150"/>
            </a:xfrm>
            <a:prstGeom prst="ellipse">
              <a:avLst/>
            </a:prstGeom>
            <a:solidFill>
              <a:schemeClr val="bg1">
                <a:lumMod val="85000"/>
                <a:alpha val="5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8" name="Freeform 7"/>
            <p:cNvSpPr/>
            <p:nvPr/>
          </p:nvSpPr>
          <p:spPr>
            <a:xfrm rot="12600523" flipH="1">
              <a:off x="6341560" y="3649713"/>
              <a:ext cx="1382970" cy="1866765"/>
            </a:xfrm>
            <a:custGeom>
              <a:avLst/>
              <a:gdLst>
                <a:gd name="connsiteX0" fmla="*/ 1382970 w 1382970"/>
                <a:gd name="connsiteY0" fmla="*/ 917337 h 1866765"/>
                <a:gd name="connsiteX1" fmla="*/ 1066685 w 1382970"/>
                <a:gd name="connsiteY1" fmla="*/ 1798378 h 1866765"/>
                <a:gd name="connsiteX2" fmla="*/ 1004530 w 1382970"/>
                <a:gd name="connsiteY2" fmla="*/ 1866765 h 1866765"/>
                <a:gd name="connsiteX3" fmla="*/ 0 w 1382970"/>
                <a:gd name="connsiteY3" fmla="*/ 946739 h 1866765"/>
                <a:gd name="connsiteX4" fmla="*/ 1033696 w 1382970"/>
                <a:gd name="connsiteY4" fmla="*/ 0 h 1866765"/>
                <a:gd name="connsiteX5" fmla="*/ 1066685 w 1382970"/>
                <a:gd name="connsiteY5" fmla="*/ 36296 h 1866765"/>
                <a:gd name="connsiteX6" fmla="*/ 1382970 w 1382970"/>
                <a:gd name="connsiteY6" fmla="*/ 917337 h 1866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2970" h="1866765">
                  <a:moveTo>
                    <a:pt x="1382970" y="917337"/>
                  </a:moveTo>
                  <a:cubicBezTo>
                    <a:pt x="1382970" y="1252007"/>
                    <a:pt x="1264275" y="1558954"/>
                    <a:pt x="1066685" y="1798378"/>
                  </a:cubicBezTo>
                  <a:lnTo>
                    <a:pt x="1004530" y="1866765"/>
                  </a:lnTo>
                  <a:lnTo>
                    <a:pt x="0" y="946739"/>
                  </a:lnTo>
                  <a:lnTo>
                    <a:pt x="1033696" y="0"/>
                  </a:lnTo>
                  <a:lnTo>
                    <a:pt x="1066685" y="36296"/>
                  </a:lnTo>
                  <a:cubicBezTo>
                    <a:pt x="1264275" y="275720"/>
                    <a:pt x="1382970" y="582667"/>
                    <a:pt x="1382970" y="917337"/>
                  </a:cubicBezTo>
                  <a:close/>
                </a:path>
              </a:pathLst>
            </a:custGeom>
            <a:solidFill>
              <a:schemeClr val="accent4">
                <a:alpha val="6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fontAlgn="auto">
                <a:spcBef>
                  <a:spcPts val="0"/>
                </a:spcBef>
                <a:spcAft>
                  <a:spcPts val="0"/>
                </a:spcAft>
              </a:pPr>
              <a:endParaRPr lang="en-AU">
                <a:solidFill>
                  <a:prstClr val="white"/>
                </a:solidFill>
              </a:endParaRPr>
            </a:p>
          </p:txBody>
        </p:sp>
        <p:sp>
          <p:nvSpPr>
            <p:cNvPr id="9" name="Freeform 8"/>
            <p:cNvSpPr/>
            <p:nvPr/>
          </p:nvSpPr>
          <p:spPr>
            <a:xfrm>
              <a:off x="5605097" y="2985517"/>
              <a:ext cx="1009942" cy="314265"/>
            </a:xfrm>
            <a:custGeom>
              <a:avLst/>
              <a:gdLst>
                <a:gd name="connsiteX0" fmla="*/ 505161 w 1009942"/>
                <a:gd name="connsiteY0" fmla="*/ 0 h 314265"/>
                <a:gd name="connsiteX1" fmla="*/ 903738 w 1009942"/>
                <a:gd name="connsiteY1" fmla="*/ 80469 h 314265"/>
                <a:gd name="connsiteX2" fmla="*/ 1009942 w 1009942"/>
                <a:gd name="connsiteY2" fmla="*/ 138115 h 314265"/>
                <a:gd name="connsiteX3" fmla="*/ 848799 w 1009942"/>
                <a:gd name="connsiteY3" fmla="*/ 314059 h 314265"/>
                <a:gd name="connsiteX4" fmla="*/ 812889 w 1009942"/>
                <a:gd name="connsiteY4" fmla="*/ 294567 h 314265"/>
                <a:gd name="connsiteX5" fmla="*/ 505161 w 1009942"/>
                <a:gd name="connsiteY5" fmla="*/ 232440 h 314265"/>
                <a:gd name="connsiteX6" fmla="*/ 197433 w 1009942"/>
                <a:gd name="connsiteY6" fmla="*/ 294567 h 314265"/>
                <a:gd name="connsiteX7" fmla="*/ 161143 w 1009942"/>
                <a:gd name="connsiteY7" fmla="*/ 314265 h 314265"/>
                <a:gd name="connsiteX8" fmla="*/ 0 w 1009942"/>
                <a:gd name="connsiteY8" fmla="*/ 138321 h 314265"/>
                <a:gd name="connsiteX9" fmla="*/ 106584 w 1009942"/>
                <a:gd name="connsiteY9" fmla="*/ 80469 h 314265"/>
                <a:gd name="connsiteX10" fmla="*/ 505161 w 1009942"/>
                <a:gd name="connsiteY10" fmla="*/ 0 h 314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09942" h="314265">
                  <a:moveTo>
                    <a:pt x="505161" y="0"/>
                  </a:moveTo>
                  <a:cubicBezTo>
                    <a:pt x="646542" y="0"/>
                    <a:pt x="781231" y="28653"/>
                    <a:pt x="903738" y="80469"/>
                  </a:cubicBezTo>
                  <a:lnTo>
                    <a:pt x="1009942" y="138115"/>
                  </a:lnTo>
                  <a:lnTo>
                    <a:pt x="848799" y="314059"/>
                  </a:lnTo>
                  <a:lnTo>
                    <a:pt x="812889" y="294567"/>
                  </a:lnTo>
                  <a:cubicBezTo>
                    <a:pt x="718306" y="254562"/>
                    <a:pt x="614317" y="232440"/>
                    <a:pt x="505161" y="232440"/>
                  </a:cubicBezTo>
                  <a:cubicBezTo>
                    <a:pt x="396005" y="232440"/>
                    <a:pt x="292017" y="254562"/>
                    <a:pt x="197433" y="294567"/>
                  </a:cubicBezTo>
                  <a:lnTo>
                    <a:pt x="161143" y="314265"/>
                  </a:lnTo>
                  <a:lnTo>
                    <a:pt x="0" y="138321"/>
                  </a:lnTo>
                  <a:lnTo>
                    <a:pt x="106584" y="80469"/>
                  </a:lnTo>
                  <a:cubicBezTo>
                    <a:pt x="229091" y="28653"/>
                    <a:pt x="363780" y="0"/>
                    <a:pt x="505161"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fontAlgn="auto">
                <a:spcBef>
                  <a:spcPts val="0"/>
                </a:spcBef>
                <a:spcAft>
                  <a:spcPts val="0"/>
                </a:spcAft>
              </a:pPr>
              <a:endParaRPr lang="en-AU">
                <a:solidFill>
                  <a:prstClr val="white"/>
                </a:solidFill>
              </a:endParaRPr>
            </a:p>
          </p:txBody>
        </p:sp>
        <p:sp>
          <p:nvSpPr>
            <p:cNvPr id="35" name="Freeform 34"/>
            <p:cNvSpPr/>
            <p:nvPr/>
          </p:nvSpPr>
          <p:spPr>
            <a:xfrm>
              <a:off x="6573804" y="4069751"/>
              <a:ext cx="557062" cy="807682"/>
            </a:xfrm>
            <a:custGeom>
              <a:avLst/>
              <a:gdLst>
                <a:gd name="connsiteX0" fmla="*/ 557062 w 557062"/>
                <a:gd name="connsiteY0" fmla="*/ 0 h 807682"/>
                <a:gd name="connsiteX1" fmla="*/ 554941 w 557062"/>
                <a:gd name="connsiteY1" fmla="*/ 41987 h 807682"/>
                <a:gd name="connsiteX2" fmla="*/ 108768 w 557062"/>
                <a:gd name="connsiteY2" fmla="*/ 786387 h 807682"/>
                <a:gd name="connsiteX3" fmla="*/ 73715 w 557062"/>
                <a:gd name="connsiteY3" fmla="*/ 807682 h 807682"/>
                <a:gd name="connsiteX4" fmla="*/ 0 w 557062"/>
                <a:gd name="connsiteY4" fmla="*/ 573966 h 807682"/>
                <a:gd name="connsiteX5" fmla="*/ 95276 w 557062"/>
                <a:gd name="connsiteY5" fmla="*/ 495356 h 807682"/>
                <a:gd name="connsiteX6" fmla="*/ 310768 w 557062"/>
                <a:gd name="connsiteY6" fmla="*/ 95664 h 807682"/>
                <a:gd name="connsiteX7" fmla="*/ 317270 w 557062"/>
                <a:gd name="connsiteY7" fmla="*/ 53060 h 807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7062" h="807682">
                  <a:moveTo>
                    <a:pt x="557062" y="0"/>
                  </a:moveTo>
                  <a:lnTo>
                    <a:pt x="554941" y="41987"/>
                  </a:lnTo>
                  <a:cubicBezTo>
                    <a:pt x="523479" y="351794"/>
                    <a:pt x="353909" y="620773"/>
                    <a:pt x="108768" y="786387"/>
                  </a:cubicBezTo>
                  <a:lnTo>
                    <a:pt x="73715" y="807682"/>
                  </a:lnTo>
                  <a:lnTo>
                    <a:pt x="0" y="573966"/>
                  </a:lnTo>
                  <a:lnTo>
                    <a:pt x="95276" y="495356"/>
                  </a:lnTo>
                  <a:cubicBezTo>
                    <a:pt x="202576" y="388057"/>
                    <a:pt x="279175" y="250057"/>
                    <a:pt x="310768" y="95664"/>
                  </a:cubicBezTo>
                  <a:lnTo>
                    <a:pt x="317270" y="53060"/>
                  </a:lnTo>
                  <a:close/>
                </a:path>
              </a:pathLst>
            </a:cu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fontAlgn="auto">
                <a:spcBef>
                  <a:spcPts val="0"/>
                </a:spcBef>
                <a:spcAft>
                  <a:spcPts val="0"/>
                </a:spcAft>
              </a:pPr>
              <a:endParaRPr lang="en-AU">
                <a:solidFill>
                  <a:prstClr val="white"/>
                </a:solidFill>
              </a:endParaRPr>
            </a:p>
          </p:txBody>
        </p:sp>
        <p:sp>
          <p:nvSpPr>
            <p:cNvPr id="40" name="Freeform 39"/>
            <p:cNvSpPr/>
            <p:nvPr/>
          </p:nvSpPr>
          <p:spPr>
            <a:xfrm rot="8999477">
              <a:off x="5203615" y="3998607"/>
              <a:ext cx="295493" cy="915645"/>
            </a:xfrm>
            <a:custGeom>
              <a:avLst/>
              <a:gdLst>
                <a:gd name="connsiteX0" fmla="*/ 189134 w 295493"/>
                <a:gd name="connsiteY0" fmla="*/ 915645 h 915645"/>
                <a:gd name="connsiteX1" fmla="*/ 7595 w 295493"/>
                <a:gd name="connsiteY1" fmla="*/ 749377 h 915645"/>
                <a:gd name="connsiteX2" fmla="*/ 21246 w 295493"/>
                <a:gd name="connsiteY2" fmla="*/ 714421 h 915645"/>
                <a:gd name="connsiteX3" fmla="*/ 34539 w 295493"/>
                <a:gd name="connsiteY3" fmla="*/ 260533 h 915645"/>
                <a:gd name="connsiteX4" fmla="*/ 0 w 295493"/>
                <a:gd name="connsiteY4" fmla="*/ 167986 h 915645"/>
                <a:gd name="connsiteX5" fmla="*/ 183416 w 295493"/>
                <a:gd name="connsiteY5" fmla="*/ 0 h 915645"/>
                <a:gd name="connsiteX6" fmla="*/ 191776 w 295493"/>
                <a:gd name="connsiteY6" fmla="*/ 15263 h 915645"/>
                <a:gd name="connsiteX7" fmla="*/ 205842 w 295493"/>
                <a:gd name="connsiteY7" fmla="*/ 883020 h 915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5493" h="915645">
                  <a:moveTo>
                    <a:pt x="189134" y="915645"/>
                  </a:moveTo>
                  <a:lnTo>
                    <a:pt x="7595" y="749377"/>
                  </a:lnTo>
                  <a:lnTo>
                    <a:pt x="21246" y="714421"/>
                  </a:lnTo>
                  <a:cubicBezTo>
                    <a:pt x="71105" y="564922"/>
                    <a:pt x="73791" y="407112"/>
                    <a:pt x="34539" y="260533"/>
                  </a:cubicBezTo>
                  <a:lnTo>
                    <a:pt x="0" y="167986"/>
                  </a:lnTo>
                  <a:lnTo>
                    <a:pt x="183416" y="0"/>
                  </a:lnTo>
                  <a:lnTo>
                    <a:pt x="191776" y="15263"/>
                  </a:lnTo>
                  <a:cubicBezTo>
                    <a:pt x="321228" y="281278"/>
                    <a:pt x="333541" y="599008"/>
                    <a:pt x="205842" y="883020"/>
                  </a:cubicBezTo>
                  <a:close/>
                </a:path>
              </a:pathLst>
            </a:custGeom>
            <a:solidFill>
              <a:schemeClr val="accent2">
                <a:lumMod val="75000"/>
                <a:alpha val="6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fontAlgn="auto">
                <a:spcBef>
                  <a:spcPts val="0"/>
                </a:spcBef>
                <a:spcAft>
                  <a:spcPts val="0"/>
                </a:spcAft>
              </a:pPr>
              <a:endParaRPr lang="en-AU">
                <a:solidFill>
                  <a:prstClr val="white"/>
                </a:solidFill>
              </a:endParaRPr>
            </a:p>
          </p:txBody>
        </p:sp>
      </p:grpSp>
      <p:sp>
        <p:nvSpPr>
          <p:cNvPr id="42" name="Title 2"/>
          <p:cNvSpPr txBox="1">
            <a:spLocks/>
          </p:cNvSpPr>
          <p:nvPr/>
        </p:nvSpPr>
        <p:spPr>
          <a:xfrm>
            <a:off x="1015903" y="496356"/>
            <a:ext cx="10425493" cy="548850"/>
          </a:xfrm>
          <a:prstGeom prst="rect">
            <a:avLst/>
          </a:prstGeom>
        </p:spPr>
        <p:txBody>
          <a:bodyPr vert="horz" lIns="0" tIns="0" rIns="0" bIns="0" rtlCol="0" anchor="ctr">
            <a:noAutofit/>
          </a:bodyPr>
          <a:lstStyle>
            <a:lvl1pPr algn="l" defTabSz="457200" rtl="0" eaLnBrk="1" latinLnBrk="0" hangingPunct="1">
              <a:spcBef>
                <a:spcPct val="0"/>
              </a:spcBef>
              <a:buNone/>
              <a:defRPr sz="1400" b="1" kern="1200">
                <a:solidFill>
                  <a:schemeClr val="tx1"/>
                </a:solidFill>
                <a:latin typeface="Raleway"/>
                <a:ea typeface="+mj-ea"/>
                <a:cs typeface="Raleway"/>
              </a:defRPr>
            </a:lvl1pPr>
          </a:lstStyle>
          <a:p>
            <a:pPr lvl="0" algn="r" rtl="1" fontAlgn="auto">
              <a:spcAft>
                <a:spcPts val="0"/>
              </a:spcAft>
            </a:pPr>
            <a:r>
              <a:rPr lang="ar-SA" sz="2800" dirty="0">
                <a:cs typeface="Simplified Arabic" panose="02020603050405020304" pitchFamily="18" charset="-78"/>
              </a:rPr>
              <a:t>تدريب المتعلمين على كيفية استعمال المهارات الأساسية، لكي يتولد لديهم القدرة على حل ومواجهة مشكلات المستقبل ضمن متطلبات المهنة وسوق العمل، ومن تلك المهارات:</a:t>
            </a:r>
            <a:endParaRPr kumimoji="0" lang="en-US" sz="2800" b="1" i="0" strike="noStrike" kern="1200" cap="none" spc="0" normalizeH="0" baseline="0" noProof="0" dirty="0">
              <a:ln>
                <a:noFill/>
              </a:ln>
              <a:effectLst/>
              <a:uLnTx/>
              <a:uFillTx/>
              <a:cs typeface="+mn-cs"/>
            </a:endParaRPr>
          </a:p>
        </p:txBody>
      </p:sp>
    </p:spTree>
    <p:extLst>
      <p:ext uri="{BB962C8B-B14F-4D97-AF65-F5344CB8AC3E}">
        <p14:creationId xmlns:p14="http://schemas.microsoft.com/office/powerpoint/2010/main" val="268906035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nodeType="afterEffect">
                                  <p:stCondLst>
                                    <p:cond delay="0"/>
                                  </p:stCondLst>
                                  <p:childTnLst>
                                    <p:set>
                                      <p:cBhvr>
                                        <p:cTn id="6" dur="1" fill="hold">
                                          <p:stCondLst>
                                            <p:cond delay="0"/>
                                          </p:stCondLst>
                                        </p:cTn>
                                        <p:tgtEl>
                                          <p:spTgt spid="41"/>
                                        </p:tgtEl>
                                        <p:attrNameLst>
                                          <p:attrName>style.visibility</p:attrName>
                                        </p:attrNameLst>
                                      </p:cBhvr>
                                      <p:to>
                                        <p:strVal val="visible"/>
                                      </p:to>
                                    </p:set>
                                    <p:anim calcmode="lin" valueType="num">
                                      <p:cBhvr>
                                        <p:cTn id="7" dur="500" fill="hold"/>
                                        <p:tgtEl>
                                          <p:spTgt spid="41"/>
                                        </p:tgtEl>
                                        <p:attrNameLst>
                                          <p:attrName>ppt_w</p:attrName>
                                        </p:attrNameLst>
                                      </p:cBhvr>
                                      <p:tavLst>
                                        <p:tav tm="0">
                                          <p:val>
                                            <p:fltVal val="0"/>
                                          </p:val>
                                        </p:tav>
                                        <p:tav tm="100000">
                                          <p:val>
                                            <p:strVal val="#ppt_w"/>
                                          </p:val>
                                        </p:tav>
                                      </p:tavLst>
                                    </p:anim>
                                    <p:anim calcmode="lin" valueType="num">
                                      <p:cBhvr>
                                        <p:cTn id="8" dur="500" fill="hold"/>
                                        <p:tgtEl>
                                          <p:spTgt spid="41"/>
                                        </p:tgtEl>
                                        <p:attrNameLst>
                                          <p:attrName>ppt_h</p:attrName>
                                        </p:attrNameLst>
                                      </p:cBhvr>
                                      <p:tavLst>
                                        <p:tav tm="0">
                                          <p:val>
                                            <p:fltVal val="0"/>
                                          </p:val>
                                        </p:tav>
                                        <p:tav tm="100000">
                                          <p:val>
                                            <p:strVal val="#ppt_h"/>
                                          </p:val>
                                        </p:tav>
                                      </p:tavLst>
                                    </p:anim>
                                    <p:anim calcmode="lin" valueType="num">
                                      <p:cBhvr>
                                        <p:cTn id="9" dur="500" fill="hold"/>
                                        <p:tgtEl>
                                          <p:spTgt spid="41"/>
                                        </p:tgtEl>
                                        <p:attrNameLst>
                                          <p:attrName>style.rotation</p:attrName>
                                        </p:attrNameLst>
                                      </p:cBhvr>
                                      <p:tavLst>
                                        <p:tav tm="0">
                                          <p:val>
                                            <p:fltVal val="360"/>
                                          </p:val>
                                        </p:tav>
                                        <p:tav tm="100000">
                                          <p:val>
                                            <p:fltVal val="0"/>
                                          </p:val>
                                        </p:tav>
                                      </p:tavLst>
                                    </p:anim>
                                    <p:animEffect transition="in" filter="fade">
                                      <p:cBhvr>
                                        <p:cTn id="10" dur="500"/>
                                        <p:tgtEl>
                                          <p:spTgt spid="41"/>
                                        </p:tgtEl>
                                      </p:cBhvr>
                                    </p:animEffect>
                                  </p:childTnLst>
                                </p:cTn>
                              </p:par>
                            </p:childTnLst>
                          </p:cTn>
                        </p:par>
                        <p:par>
                          <p:cTn id="11" fill="hold">
                            <p:stCondLst>
                              <p:cond delay="500"/>
                            </p:stCondLst>
                            <p:childTnLst>
                              <p:par>
                                <p:cTn id="12" presetID="22" presetClass="entr" presetSubtype="4" fill="hold" nodeType="afterEffect">
                                  <p:stCondLst>
                                    <p:cond delay="0"/>
                                  </p:stCondLst>
                                  <p:childTnLst>
                                    <p:set>
                                      <p:cBhvr>
                                        <p:cTn id="13" dur="1" fill="hold">
                                          <p:stCondLst>
                                            <p:cond delay="0"/>
                                          </p:stCondLst>
                                        </p:cTn>
                                        <p:tgtEl>
                                          <p:spTgt spid="10"/>
                                        </p:tgtEl>
                                        <p:attrNameLst>
                                          <p:attrName>style.visibility</p:attrName>
                                        </p:attrNameLst>
                                      </p:cBhvr>
                                      <p:to>
                                        <p:strVal val="visible"/>
                                      </p:to>
                                    </p:set>
                                    <p:animEffect transition="in" filter="wipe(down)">
                                      <p:cBhvr>
                                        <p:cTn id="14" dur="500"/>
                                        <p:tgtEl>
                                          <p:spTgt spid="10"/>
                                        </p:tgtEl>
                                      </p:cBhvr>
                                    </p:animEffect>
                                  </p:childTnLst>
                                </p:cTn>
                              </p:par>
                            </p:childTnLst>
                          </p:cTn>
                        </p:par>
                        <p:par>
                          <p:cTn id="15" fill="hold">
                            <p:stCondLst>
                              <p:cond delay="1000"/>
                            </p:stCondLst>
                            <p:childTnLst>
                              <p:par>
                                <p:cTn id="16" presetID="18" presetClass="entr" presetSubtype="6" fill="hold" grpId="0" nodeType="afterEffect">
                                  <p:stCondLst>
                                    <p:cond delay="0"/>
                                  </p:stCondLst>
                                  <p:childTnLst>
                                    <p:set>
                                      <p:cBhvr>
                                        <p:cTn id="17" dur="1" fill="hold">
                                          <p:stCondLst>
                                            <p:cond delay="0"/>
                                          </p:stCondLst>
                                        </p:cTn>
                                        <p:tgtEl>
                                          <p:spTgt spid="19"/>
                                        </p:tgtEl>
                                        <p:attrNameLst>
                                          <p:attrName>style.visibility</p:attrName>
                                        </p:attrNameLst>
                                      </p:cBhvr>
                                      <p:to>
                                        <p:strVal val="visible"/>
                                      </p:to>
                                    </p:set>
                                    <p:animEffect transition="in" filter="strips(downRight)">
                                      <p:cBhvr>
                                        <p:cTn id="18" dur="500"/>
                                        <p:tgtEl>
                                          <p:spTgt spid="19"/>
                                        </p:tgtEl>
                                      </p:cBhvr>
                                    </p:animEffect>
                                  </p:childTnLst>
                                </p:cTn>
                              </p:par>
                            </p:childTnLst>
                          </p:cTn>
                        </p:par>
                        <p:par>
                          <p:cTn id="19" fill="hold">
                            <p:stCondLst>
                              <p:cond delay="1500"/>
                            </p:stCondLst>
                            <p:childTnLst>
                              <p:par>
                                <p:cTn id="20" presetID="22" presetClass="entr" presetSubtype="2" fill="hold" nodeType="afterEffect">
                                  <p:stCondLst>
                                    <p:cond delay="0"/>
                                  </p:stCondLst>
                                  <p:childTnLst>
                                    <p:set>
                                      <p:cBhvr>
                                        <p:cTn id="21" dur="1" fill="hold">
                                          <p:stCondLst>
                                            <p:cond delay="0"/>
                                          </p:stCondLst>
                                        </p:cTn>
                                        <p:tgtEl>
                                          <p:spTgt spid="13"/>
                                        </p:tgtEl>
                                        <p:attrNameLst>
                                          <p:attrName>style.visibility</p:attrName>
                                        </p:attrNameLst>
                                      </p:cBhvr>
                                      <p:to>
                                        <p:strVal val="visible"/>
                                      </p:to>
                                    </p:set>
                                    <p:animEffect transition="in" filter="wipe(right)">
                                      <p:cBhvr>
                                        <p:cTn id="22" dur="500"/>
                                        <p:tgtEl>
                                          <p:spTgt spid="13"/>
                                        </p:tgtEl>
                                      </p:cBhvr>
                                    </p:animEffect>
                                  </p:childTnLst>
                                </p:cTn>
                              </p:par>
                            </p:childTnLst>
                          </p:cTn>
                        </p:par>
                        <p:par>
                          <p:cTn id="23" fill="hold">
                            <p:stCondLst>
                              <p:cond delay="2000"/>
                            </p:stCondLst>
                            <p:childTnLst>
                              <p:par>
                                <p:cTn id="24" presetID="18" presetClass="entr" presetSubtype="12" fill="hold" grpId="0" nodeType="afterEffect">
                                  <p:stCondLst>
                                    <p:cond delay="0"/>
                                  </p:stCondLst>
                                  <p:childTnLst>
                                    <p:set>
                                      <p:cBhvr>
                                        <p:cTn id="25" dur="1" fill="hold">
                                          <p:stCondLst>
                                            <p:cond delay="0"/>
                                          </p:stCondLst>
                                        </p:cTn>
                                        <p:tgtEl>
                                          <p:spTgt spid="21"/>
                                        </p:tgtEl>
                                        <p:attrNameLst>
                                          <p:attrName>style.visibility</p:attrName>
                                        </p:attrNameLst>
                                      </p:cBhvr>
                                      <p:to>
                                        <p:strVal val="visible"/>
                                      </p:to>
                                    </p:set>
                                    <p:animEffect transition="in" filter="strips(downLeft)">
                                      <p:cBhvr>
                                        <p:cTn id="26" dur="500"/>
                                        <p:tgtEl>
                                          <p:spTgt spid="21"/>
                                        </p:tgtEl>
                                      </p:cBhvr>
                                    </p:animEffect>
                                  </p:childTnLst>
                                </p:cTn>
                              </p:par>
                            </p:childTnLst>
                          </p:cTn>
                        </p:par>
                        <p:par>
                          <p:cTn id="27" fill="hold">
                            <p:stCondLst>
                              <p:cond delay="2500"/>
                            </p:stCondLst>
                            <p:childTnLst>
                              <p:par>
                                <p:cTn id="28" presetID="22" presetClass="entr" presetSubtype="8" fill="hold" nodeType="afterEffect">
                                  <p:stCondLst>
                                    <p:cond delay="0"/>
                                  </p:stCondLst>
                                  <p:childTnLst>
                                    <p:set>
                                      <p:cBhvr>
                                        <p:cTn id="29" dur="1" fill="hold">
                                          <p:stCondLst>
                                            <p:cond delay="0"/>
                                          </p:stCondLst>
                                        </p:cTn>
                                        <p:tgtEl>
                                          <p:spTgt spid="16"/>
                                        </p:tgtEl>
                                        <p:attrNameLst>
                                          <p:attrName>style.visibility</p:attrName>
                                        </p:attrNameLst>
                                      </p:cBhvr>
                                      <p:to>
                                        <p:strVal val="visible"/>
                                      </p:to>
                                    </p:set>
                                    <p:animEffect transition="in" filter="wipe(left)">
                                      <p:cBhvr>
                                        <p:cTn id="30" dur="500"/>
                                        <p:tgtEl>
                                          <p:spTgt spid="16"/>
                                        </p:tgtEl>
                                      </p:cBhvr>
                                    </p:animEffect>
                                  </p:childTnLst>
                                </p:cTn>
                              </p:par>
                            </p:childTnLst>
                          </p:cTn>
                        </p:par>
                        <p:par>
                          <p:cTn id="31" fill="hold">
                            <p:stCondLst>
                              <p:cond delay="3000"/>
                            </p:stCondLst>
                            <p:childTnLst>
                              <p:par>
                                <p:cTn id="32" presetID="18" presetClass="entr" presetSubtype="6" fill="hold" grpId="0" nodeType="afterEffect">
                                  <p:stCondLst>
                                    <p:cond delay="0"/>
                                  </p:stCondLst>
                                  <p:childTnLst>
                                    <p:set>
                                      <p:cBhvr>
                                        <p:cTn id="33" dur="1" fill="hold">
                                          <p:stCondLst>
                                            <p:cond delay="0"/>
                                          </p:stCondLst>
                                        </p:cTn>
                                        <p:tgtEl>
                                          <p:spTgt spid="23"/>
                                        </p:tgtEl>
                                        <p:attrNameLst>
                                          <p:attrName>style.visibility</p:attrName>
                                        </p:attrNameLst>
                                      </p:cBhvr>
                                      <p:to>
                                        <p:strVal val="visible"/>
                                      </p:to>
                                    </p:set>
                                    <p:animEffect transition="in" filter="strips(downRight)">
                                      <p:cBhvr>
                                        <p:cTn id="34"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21" grpId="0"/>
      <p:bldP spid="23" grpId="0"/>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79425" y="907788"/>
            <a:ext cx="11233150" cy="505439"/>
          </a:xfrm>
        </p:spPr>
        <p:txBody>
          <a:bodyPr>
            <a:noAutofit/>
          </a:bodyPr>
          <a:lstStyle/>
          <a:p>
            <a:pPr algn="ctr"/>
            <a:r>
              <a:rPr lang="ar-SA" sz="3600" b="1" dirty="0">
                <a:solidFill>
                  <a:schemeClr val="tx1"/>
                </a:solidFill>
              </a:rPr>
              <a:t>معايير المهارات التي ينبغي تغذيتها داخل قاعة الصف:</a:t>
            </a:r>
            <a:endParaRPr lang="en-AU" sz="3600" b="1" dirty="0">
              <a:solidFill>
                <a:schemeClr val="tx1"/>
              </a:solidFill>
            </a:endParaRPr>
          </a:p>
        </p:txBody>
      </p:sp>
      <p:grpSp>
        <p:nvGrpSpPr>
          <p:cNvPr id="21" name="Group 20"/>
          <p:cNvGrpSpPr/>
          <p:nvPr/>
        </p:nvGrpSpPr>
        <p:grpSpPr>
          <a:xfrm>
            <a:off x="8298376" y="3591438"/>
            <a:ext cx="901768" cy="901768"/>
            <a:chOff x="7644430" y="3691775"/>
            <a:chExt cx="901768" cy="901768"/>
          </a:xfrm>
        </p:grpSpPr>
        <p:sp>
          <p:nvSpPr>
            <p:cNvPr id="22" name="Oval 21"/>
            <p:cNvSpPr/>
            <p:nvPr/>
          </p:nvSpPr>
          <p:spPr>
            <a:xfrm>
              <a:off x="7644430" y="3691775"/>
              <a:ext cx="901768" cy="901768"/>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a:solidFill>
                  <a:prstClr val="white"/>
                </a:solidFill>
              </a:endParaRPr>
            </a:p>
          </p:txBody>
        </p:sp>
        <p:grpSp>
          <p:nvGrpSpPr>
            <p:cNvPr id="23" name="Group 22"/>
            <p:cNvGrpSpPr/>
            <p:nvPr/>
          </p:nvGrpSpPr>
          <p:grpSpPr>
            <a:xfrm>
              <a:off x="7907783" y="3967092"/>
              <a:ext cx="375061" cy="374912"/>
              <a:chOff x="0" y="1588"/>
              <a:chExt cx="4016375" cy="4014787"/>
            </a:xfrm>
            <a:solidFill>
              <a:schemeClr val="bg1"/>
            </a:solidFill>
          </p:grpSpPr>
          <p:sp>
            <p:nvSpPr>
              <p:cNvPr id="24" name="Freeform 48"/>
              <p:cNvSpPr>
                <a:spLocks noEditPoints="1"/>
              </p:cNvSpPr>
              <p:nvPr/>
            </p:nvSpPr>
            <p:spPr bwMode="auto">
              <a:xfrm>
                <a:off x="0" y="1588"/>
                <a:ext cx="4016375" cy="4014787"/>
              </a:xfrm>
              <a:custGeom>
                <a:avLst/>
                <a:gdLst>
                  <a:gd name="T0" fmla="*/ 690 w 1068"/>
                  <a:gd name="T1" fmla="*/ 335 h 1068"/>
                  <a:gd name="T2" fmla="*/ 534 w 1068"/>
                  <a:gd name="T3" fmla="*/ 0 h 1068"/>
                  <a:gd name="T4" fmla="*/ 301 w 1068"/>
                  <a:gd name="T5" fmla="*/ 342 h 1068"/>
                  <a:gd name="T6" fmla="*/ 267 w 1068"/>
                  <a:gd name="T7" fmla="*/ 360 h 1068"/>
                  <a:gd name="T8" fmla="*/ 100 w 1068"/>
                  <a:gd name="T9" fmla="*/ 334 h 1068"/>
                  <a:gd name="T10" fmla="*/ 0 w 1068"/>
                  <a:gd name="T11" fmla="*/ 968 h 1068"/>
                  <a:gd name="T12" fmla="*/ 201 w 1068"/>
                  <a:gd name="T13" fmla="*/ 1068 h 1068"/>
                  <a:gd name="T14" fmla="*/ 291 w 1068"/>
                  <a:gd name="T15" fmla="*/ 1011 h 1068"/>
                  <a:gd name="T16" fmla="*/ 301 w 1068"/>
                  <a:gd name="T17" fmla="*/ 1013 h 1068"/>
                  <a:gd name="T18" fmla="*/ 635 w 1068"/>
                  <a:gd name="T19" fmla="*/ 1068 h 1068"/>
                  <a:gd name="T20" fmla="*/ 937 w 1068"/>
                  <a:gd name="T21" fmla="*/ 1004 h 1068"/>
                  <a:gd name="T22" fmla="*/ 952 w 1068"/>
                  <a:gd name="T23" fmla="*/ 909 h 1068"/>
                  <a:gd name="T24" fmla="*/ 1007 w 1068"/>
                  <a:gd name="T25" fmla="*/ 732 h 1068"/>
                  <a:gd name="T26" fmla="*/ 1039 w 1068"/>
                  <a:gd name="T27" fmla="*/ 560 h 1068"/>
                  <a:gd name="T28" fmla="*/ 1068 w 1068"/>
                  <a:gd name="T29" fmla="*/ 481 h 1068"/>
                  <a:gd name="T30" fmla="*/ 974 w 1068"/>
                  <a:gd name="T31" fmla="*/ 349 h 1068"/>
                  <a:gd name="T32" fmla="*/ 201 w 1068"/>
                  <a:gd name="T33" fmla="*/ 1001 h 1068"/>
                  <a:gd name="T34" fmla="*/ 67 w 1068"/>
                  <a:gd name="T35" fmla="*/ 968 h 1068"/>
                  <a:gd name="T36" fmla="*/ 100 w 1068"/>
                  <a:gd name="T37" fmla="*/ 401 h 1068"/>
                  <a:gd name="T38" fmla="*/ 234 w 1068"/>
                  <a:gd name="T39" fmla="*/ 434 h 1068"/>
                  <a:gd name="T40" fmla="*/ 1001 w 1068"/>
                  <a:gd name="T41" fmla="*/ 485 h 1068"/>
                  <a:gd name="T42" fmla="*/ 868 w 1068"/>
                  <a:gd name="T43" fmla="*/ 534 h 1068"/>
                  <a:gd name="T44" fmla="*/ 868 w 1068"/>
                  <a:gd name="T45" fmla="*/ 567 h 1068"/>
                  <a:gd name="T46" fmla="*/ 986 w 1068"/>
                  <a:gd name="T47" fmla="*/ 629 h 1068"/>
                  <a:gd name="T48" fmla="*/ 835 w 1068"/>
                  <a:gd name="T49" fmla="*/ 701 h 1068"/>
                  <a:gd name="T50" fmla="*/ 835 w 1068"/>
                  <a:gd name="T51" fmla="*/ 734 h 1068"/>
                  <a:gd name="T52" fmla="*/ 944 w 1068"/>
                  <a:gd name="T53" fmla="*/ 803 h 1068"/>
                  <a:gd name="T54" fmla="*/ 801 w 1068"/>
                  <a:gd name="T55" fmla="*/ 868 h 1068"/>
                  <a:gd name="T56" fmla="*/ 801 w 1068"/>
                  <a:gd name="T57" fmla="*/ 901 h 1068"/>
                  <a:gd name="T58" fmla="*/ 888 w 1068"/>
                  <a:gd name="T59" fmla="*/ 948 h 1068"/>
                  <a:gd name="T60" fmla="*/ 818 w 1068"/>
                  <a:gd name="T61" fmla="*/ 1001 h 1068"/>
                  <a:gd name="T62" fmla="*/ 450 w 1068"/>
                  <a:gd name="T63" fmla="*/ 980 h 1068"/>
                  <a:gd name="T64" fmla="*/ 268 w 1068"/>
                  <a:gd name="T65" fmla="*/ 914 h 1068"/>
                  <a:gd name="T66" fmla="*/ 294 w 1068"/>
                  <a:gd name="T67" fmla="*/ 418 h 1068"/>
                  <a:gd name="T68" fmla="*/ 501 w 1068"/>
                  <a:gd name="T69" fmla="*/ 100 h 1068"/>
                  <a:gd name="T70" fmla="*/ 632 w 1068"/>
                  <a:gd name="T71" fmla="*/ 225 h 1068"/>
                  <a:gd name="T72" fmla="*/ 962 w 1068"/>
                  <a:gd name="T73" fmla="*/ 413 h 1068"/>
                  <a:gd name="T74" fmla="*/ 1001 w 1068"/>
                  <a:gd name="T75" fmla="*/ 485 h 10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68" h="1068">
                    <a:moveTo>
                      <a:pt x="974" y="349"/>
                    </a:moveTo>
                    <a:cubicBezTo>
                      <a:pt x="932" y="339"/>
                      <a:pt x="834" y="339"/>
                      <a:pt x="690" y="335"/>
                    </a:cubicBezTo>
                    <a:cubicBezTo>
                      <a:pt x="697" y="304"/>
                      <a:pt x="699" y="275"/>
                      <a:pt x="699" y="225"/>
                    </a:cubicBezTo>
                    <a:cubicBezTo>
                      <a:pt x="699" y="105"/>
                      <a:pt x="611" y="0"/>
                      <a:pt x="534" y="0"/>
                    </a:cubicBezTo>
                    <a:cubicBezTo>
                      <a:pt x="480" y="0"/>
                      <a:pt x="435" y="45"/>
                      <a:pt x="434" y="99"/>
                    </a:cubicBezTo>
                    <a:cubicBezTo>
                      <a:pt x="433" y="167"/>
                      <a:pt x="413" y="283"/>
                      <a:pt x="301" y="342"/>
                    </a:cubicBezTo>
                    <a:cubicBezTo>
                      <a:pt x="292" y="346"/>
                      <a:pt x="269" y="357"/>
                      <a:pt x="265" y="359"/>
                    </a:cubicBezTo>
                    <a:cubicBezTo>
                      <a:pt x="267" y="360"/>
                      <a:pt x="267" y="360"/>
                      <a:pt x="267" y="360"/>
                    </a:cubicBezTo>
                    <a:cubicBezTo>
                      <a:pt x="250" y="345"/>
                      <a:pt x="225" y="334"/>
                      <a:pt x="201" y="334"/>
                    </a:cubicBezTo>
                    <a:cubicBezTo>
                      <a:pt x="100" y="334"/>
                      <a:pt x="100" y="334"/>
                      <a:pt x="100" y="334"/>
                    </a:cubicBezTo>
                    <a:cubicBezTo>
                      <a:pt x="45" y="334"/>
                      <a:pt x="0" y="379"/>
                      <a:pt x="0" y="434"/>
                    </a:cubicBezTo>
                    <a:cubicBezTo>
                      <a:pt x="0" y="968"/>
                      <a:pt x="0" y="968"/>
                      <a:pt x="0" y="968"/>
                    </a:cubicBezTo>
                    <a:cubicBezTo>
                      <a:pt x="0" y="1023"/>
                      <a:pt x="45" y="1068"/>
                      <a:pt x="100" y="1068"/>
                    </a:cubicBezTo>
                    <a:cubicBezTo>
                      <a:pt x="201" y="1068"/>
                      <a:pt x="201" y="1068"/>
                      <a:pt x="201" y="1068"/>
                    </a:cubicBezTo>
                    <a:cubicBezTo>
                      <a:pt x="240" y="1068"/>
                      <a:pt x="273" y="1044"/>
                      <a:pt x="290" y="1010"/>
                    </a:cubicBezTo>
                    <a:cubicBezTo>
                      <a:pt x="290" y="1011"/>
                      <a:pt x="291" y="1011"/>
                      <a:pt x="291" y="1011"/>
                    </a:cubicBezTo>
                    <a:cubicBezTo>
                      <a:pt x="293" y="1011"/>
                      <a:pt x="296" y="1012"/>
                      <a:pt x="299" y="1013"/>
                    </a:cubicBezTo>
                    <a:cubicBezTo>
                      <a:pt x="300" y="1013"/>
                      <a:pt x="300" y="1013"/>
                      <a:pt x="301" y="1013"/>
                    </a:cubicBezTo>
                    <a:cubicBezTo>
                      <a:pt x="320" y="1018"/>
                      <a:pt x="357" y="1027"/>
                      <a:pt x="436" y="1045"/>
                    </a:cubicBezTo>
                    <a:cubicBezTo>
                      <a:pt x="453" y="1049"/>
                      <a:pt x="542" y="1068"/>
                      <a:pt x="635" y="1068"/>
                    </a:cubicBezTo>
                    <a:cubicBezTo>
                      <a:pt x="818" y="1068"/>
                      <a:pt x="818" y="1068"/>
                      <a:pt x="818" y="1068"/>
                    </a:cubicBezTo>
                    <a:cubicBezTo>
                      <a:pt x="873" y="1068"/>
                      <a:pt x="913" y="1047"/>
                      <a:pt x="937" y="1004"/>
                    </a:cubicBezTo>
                    <a:cubicBezTo>
                      <a:pt x="938" y="1003"/>
                      <a:pt x="945" y="988"/>
                      <a:pt x="952" y="968"/>
                    </a:cubicBezTo>
                    <a:cubicBezTo>
                      <a:pt x="956" y="952"/>
                      <a:pt x="958" y="931"/>
                      <a:pt x="952" y="909"/>
                    </a:cubicBezTo>
                    <a:cubicBezTo>
                      <a:pt x="988" y="884"/>
                      <a:pt x="1000" y="847"/>
                      <a:pt x="1007" y="823"/>
                    </a:cubicBezTo>
                    <a:cubicBezTo>
                      <a:pt x="1020" y="783"/>
                      <a:pt x="1016" y="753"/>
                      <a:pt x="1007" y="732"/>
                    </a:cubicBezTo>
                    <a:cubicBezTo>
                      <a:pt x="1027" y="713"/>
                      <a:pt x="1045" y="684"/>
                      <a:pt x="1052" y="640"/>
                    </a:cubicBezTo>
                    <a:cubicBezTo>
                      <a:pt x="1056" y="612"/>
                      <a:pt x="1052" y="584"/>
                      <a:pt x="1039" y="560"/>
                    </a:cubicBezTo>
                    <a:cubicBezTo>
                      <a:pt x="1058" y="539"/>
                      <a:pt x="1066" y="513"/>
                      <a:pt x="1067" y="488"/>
                    </a:cubicBezTo>
                    <a:cubicBezTo>
                      <a:pt x="1068" y="481"/>
                      <a:pt x="1068" y="481"/>
                      <a:pt x="1068" y="481"/>
                    </a:cubicBezTo>
                    <a:cubicBezTo>
                      <a:pt x="1068" y="476"/>
                      <a:pt x="1068" y="474"/>
                      <a:pt x="1068" y="464"/>
                    </a:cubicBezTo>
                    <a:cubicBezTo>
                      <a:pt x="1068" y="422"/>
                      <a:pt x="1039" y="368"/>
                      <a:pt x="974" y="349"/>
                    </a:cubicBezTo>
                    <a:close/>
                    <a:moveTo>
                      <a:pt x="234" y="968"/>
                    </a:moveTo>
                    <a:cubicBezTo>
                      <a:pt x="234" y="986"/>
                      <a:pt x="219" y="1001"/>
                      <a:pt x="201" y="1001"/>
                    </a:cubicBezTo>
                    <a:cubicBezTo>
                      <a:pt x="100" y="1001"/>
                      <a:pt x="100" y="1001"/>
                      <a:pt x="100" y="1001"/>
                    </a:cubicBezTo>
                    <a:cubicBezTo>
                      <a:pt x="82" y="1001"/>
                      <a:pt x="67" y="986"/>
                      <a:pt x="67" y="968"/>
                    </a:cubicBezTo>
                    <a:cubicBezTo>
                      <a:pt x="67" y="434"/>
                      <a:pt x="67" y="434"/>
                      <a:pt x="67" y="434"/>
                    </a:cubicBezTo>
                    <a:cubicBezTo>
                      <a:pt x="67" y="415"/>
                      <a:pt x="82" y="401"/>
                      <a:pt x="100" y="401"/>
                    </a:cubicBezTo>
                    <a:cubicBezTo>
                      <a:pt x="201" y="401"/>
                      <a:pt x="201" y="401"/>
                      <a:pt x="201" y="401"/>
                    </a:cubicBezTo>
                    <a:cubicBezTo>
                      <a:pt x="219" y="401"/>
                      <a:pt x="234" y="415"/>
                      <a:pt x="234" y="434"/>
                    </a:cubicBezTo>
                    <a:lnTo>
                      <a:pt x="234" y="968"/>
                    </a:lnTo>
                    <a:close/>
                    <a:moveTo>
                      <a:pt x="1001" y="485"/>
                    </a:moveTo>
                    <a:cubicBezTo>
                      <a:pt x="1000" y="502"/>
                      <a:pt x="993" y="534"/>
                      <a:pt x="935" y="534"/>
                    </a:cubicBezTo>
                    <a:cubicBezTo>
                      <a:pt x="885" y="534"/>
                      <a:pt x="868" y="534"/>
                      <a:pt x="868" y="534"/>
                    </a:cubicBezTo>
                    <a:cubicBezTo>
                      <a:pt x="859" y="534"/>
                      <a:pt x="851" y="541"/>
                      <a:pt x="851" y="551"/>
                    </a:cubicBezTo>
                    <a:cubicBezTo>
                      <a:pt x="851" y="560"/>
                      <a:pt x="859" y="567"/>
                      <a:pt x="868" y="567"/>
                    </a:cubicBezTo>
                    <a:cubicBezTo>
                      <a:pt x="868" y="567"/>
                      <a:pt x="883" y="567"/>
                      <a:pt x="933" y="567"/>
                    </a:cubicBezTo>
                    <a:cubicBezTo>
                      <a:pt x="983" y="567"/>
                      <a:pt x="989" y="609"/>
                      <a:pt x="986" y="629"/>
                    </a:cubicBezTo>
                    <a:cubicBezTo>
                      <a:pt x="982" y="654"/>
                      <a:pt x="970" y="701"/>
                      <a:pt x="914" y="701"/>
                    </a:cubicBezTo>
                    <a:cubicBezTo>
                      <a:pt x="858" y="701"/>
                      <a:pt x="835" y="701"/>
                      <a:pt x="835" y="701"/>
                    </a:cubicBezTo>
                    <a:cubicBezTo>
                      <a:pt x="825" y="701"/>
                      <a:pt x="818" y="708"/>
                      <a:pt x="818" y="718"/>
                    </a:cubicBezTo>
                    <a:cubicBezTo>
                      <a:pt x="818" y="727"/>
                      <a:pt x="825" y="734"/>
                      <a:pt x="835" y="734"/>
                    </a:cubicBezTo>
                    <a:cubicBezTo>
                      <a:pt x="835" y="734"/>
                      <a:pt x="874" y="734"/>
                      <a:pt x="900" y="734"/>
                    </a:cubicBezTo>
                    <a:cubicBezTo>
                      <a:pt x="957" y="734"/>
                      <a:pt x="952" y="777"/>
                      <a:pt x="944" y="803"/>
                    </a:cubicBezTo>
                    <a:cubicBezTo>
                      <a:pt x="933" y="837"/>
                      <a:pt x="926" y="868"/>
                      <a:pt x="856" y="868"/>
                    </a:cubicBezTo>
                    <a:cubicBezTo>
                      <a:pt x="831" y="868"/>
                      <a:pt x="801" y="868"/>
                      <a:pt x="801" y="868"/>
                    </a:cubicBezTo>
                    <a:cubicBezTo>
                      <a:pt x="792" y="868"/>
                      <a:pt x="784" y="875"/>
                      <a:pt x="784" y="884"/>
                    </a:cubicBezTo>
                    <a:cubicBezTo>
                      <a:pt x="784" y="894"/>
                      <a:pt x="792" y="901"/>
                      <a:pt x="801" y="901"/>
                    </a:cubicBezTo>
                    <a:cubicBezTo>
                      <a:pt x="801" y="901"/>
                      <a:pt x="824" y="901"/>
                      <a:pt x="853" y="901"/>
                    </a:cubicBezTo>
                    <a:cubicBezTo>
                      <a:pt x="890" y="901"/>
                      <a:pt x="892" y="936"/>
                      <a:pt x="888" y="948"/>
                    </a:cubicBezTo>
                    <a:cubicBezTo>
                      <a:pt x="884" y="962"/>
                      <a:pt x="879" y="972"/>
                      <a:pt x="878" y="972"/>
                    </a:cubicBezTo>
                    <a:cubicBezTo>
                      <a:pt x="868" y="990"/>
                      <a:pt x="852" y="1001"/>
                      <a:pt x="818" y="1001"/>
                    </a:cubicBezTo>
                    <a:cubicBezTo>
                      <a:pt x="635" y="1001"/>
                      <a:pt x="635" y="1001"/>
                      <a:pt x="635" y="1001"/>
                    </a:cubicBezTo>
                    <a:cubicBezTo>
                      <a:pt x="544" y="1001"/>
                      <a:pt x="453" y="980"/>
                      <a:pt x="450" y="980"/>
                    </a:cubicBezTo>
                    <a:cubicBezTo>
                      <a:pt x="312" y="948"/>
                      <a:pt x="304" y="946"/>
                      <a:pt x="296" y="943"/>
                    </a:cubicBezTo>
                    <a:cubicBezTo>
                      <a:pt x="296" y="943"/>
                      <a:pt x="268" y="938"/>
                      <a:pt x="268" y="914"/>
                    </a:cubicBezTo>
                    <a:cubicBezTo>
                      <a:pt x="267" y="453"/>
                      <a:pt x="267" y="453"/>
                      <a:pt x="267" y="453"/>
                    </a:cubicBezTo>
                    <a:cubicBezTo>
                      <a:pt x="267" y="437"/>
                      <a:pt x="277" y="423"/>
                      <a:pt x="294" y="418"/>
                    </a:cubicBezTo>
                    <a:cubicBezTo>
                      <a:pt x="296" y="417"/>
                      <a:pt x="299" y="416"/>
                      <a:pt x="301" y="415"/>
                    </a:cubicBezTo>
                    <a:cubicBezTo>
                      <a:pt x="453" y="352"/>
                      <a:pt x="500" y="214"/>
                      <a:pt x="501" y="100"/>
                    </a:cubicBezTo>
                    <a:cubicBezTo>
                      <a:pt x="501" y="84"/>
                      <a:pt x="513" y="67"/>
                      <a:pt x="534" y="67"/>
                    </a:cubicBezTo>
                    <a:cubicBezTo>
                      <a:pt x="570" y="67"/>
                      <a:pt x="632" y="138"/>
                      <a:pt x="632" y="225"/>
                    </a:cubicBezTo>
                    <a:cubicBezTo>
                      <a:pt x="632" y="304"/>
                      <a:pt x="629" y="318"/>
                      <a:pt x="601" y="401"/>
                    </a:cubicBezTo>
                    <a:cubicBezTo>
                      <a:pt x="935" y="401"/>
                      <a:pt x="932" y="405"/>
                      <a:pt x="962" y="413"/>
                    </a:cubicBezTo>
                    <a:cubicBezTo>
                      <a:pt x="998" y="423"/>
                      <a:pt x="1002" y="454"/>
                      <a:pt x="1002" y="464"/>
                    </a:cubicBezTo>
                    <a:cubicBezTo>
                      <a:pt x="1002" y="476"/>
                      <a:pt x="1001" y="474"/>
                      <a:pt x="1001" y="485"/>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sp>
            <p:nvSpPr>
              <p:cNvPr id="25" name="Freeform 49"/>
              <p:cNvSpPr>
                <a:spLocks noEditPoints="1"/>
              </p:cNvSpPr>
              <p:nvPr/>
            </p:nvSpPr>
            <p:spPr bwMode="auto">
              <a:xfrm>
                <a:off x="376238" y="3263900"/>
                <a:ext cx="379413" cy="376237"/>
              </a:xfrm>
              <a:custGeom>
                <a:avLst/>
                <a:gdLst>
                  <a:gd name="T0" fmla="*/ 50 w 101"/>
                  <a:gd name="T1" fmla="*/ 0 h 100"/>
                  <a:gd name="T2" fmla="*/ 0 w 101"/>
                  <a:gd name="T3" fmla="*/ 50 h 100"/>
                  <a:gd name="T4" fmla="*/ 50 w 101"/>
                  <a:gd name="T5" fmla="*/ 100 h 100"/>
                  <a:gd name="T6" fmla="*/ 101 w 101"/>
                  <a:gd name="T7" fmla="*/ 50 h 100"/>
                  <a:gd name="T8" fmla="*/ 50 w 101"/>
                  <a:gd name="T9" fmla="*/ 0 h 100"/>
                  <a:gd name="T10" fmla="*/ 50 w 101"/>
                  <a:gd name="T11" fmla="*/ 67 h 100"/>
                  <a:gd name="T12" fmla="*/ 34 w 101"/>
                  <a:gd name="T13" fmla="*/ 50 h 100"/>
                  <a:gd name="T14" fmla="*/ 50 w 101"/>
                  <a:gd name="T15" fmla="*/ 33 h 100"/>
                  <a:gd name="T16" fmla="*/ 67 w 101"/>
                  <a:gd name="T17" fmla="*/ 50 h 100"/>
                  <a:gd name="T18" fmla="*/ 50 w 101"/>
                  <a:gd name="T19" fmla="*/ 67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1" h="100">
                    <a:moveTo>
                      <a:pt x="50" y="0"/>
                    </a:moveTo>
                    <a:cubicBezTo>
                      <a:pt x="23" y="0"/>
                      <a:pt x="0" y="22"/>
                      <a:pt x="0" y="50"/>
                    </a:cubicBezTo>
                    <a:cubicBezTo>
                      <a:pt x="0" y="77"/>
                      <a:pt x="23" y="100"/>
                      <a:pt x="50" y="100"/>
                    </a:cubicBezTo>
                    <a:cubicBezTo>
                      <a:pt x="78" y="100"/>
                      <a:pt x="101" y="77"/>
                      <a:pt x="101" y="50"/>
                    </a:cubicBezTo>
                    <a:cubicBezTo>
                      <a:pt x="101" y="22"/>
                      <a:pt x="78" y="0"/>
                      <a:pt x="50" y="0"/>
                    </a:cubicBezTo>
                    <a:close/>
                    <a:moveTo>
                      <a:pt x="50" y="67"/>
                    </a:moveTo>
                    <a:cubicBezTo>
                      <a:pt x="41" y="67"/>
                      <a:pt x="34" y="59"/>
                      <a:pt x="34" y="50"/>
                    </a:cubicBezTo>
                    <a:cubicBezTo>
                      <a:pt x="34" y="41"/>
                      <a:pt x="41" y="33"/>
                      <a:pt x="50" y="33"/>
                    </a:cubicBezTo>
                    <a:cubicBezTo>
                      <a:pt x="60" y="33"/>
                      <a:pt x="67" y="41"/>
                      <a:pt x="67" y="50"/>
                    </a:cubicBezTo>
                    <a:cubicBezTo>
                      <a:pt x="67" y="59"/>
                      <a:pt x="60" y="67"/>
                      <a:pt x="50" y="67"/>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grpSp>
      </p:grpSp>
      <p:grpSp>
        <p:nvGrpSpPr>
          <p:cNvPr id="34" name="Group 33"/>
          <p:cNvGrpSpPr/>
          <p:nvPr/>
        </p:nvGrpSpPr>
        <p:grpSpPr>
          <a:xfrm>
            <a:off x="9278562" y="2285812"/>
            <a:ext cx="3066147" cy="604603"/>
            <a:chOff x="8624616" y="2386149"/>
            <a:chExt cx="3066147" cy="604603"/>
          </a:xfrm>
        </p:grpSpPr>
        <p:sp>
          <p:nvSpPr>
            <p:cNvPr id="35" name="TextBox 34"/>
            <p:cNvSpPr txBox="1"/>
            <p:nvPr/>
          </p:nvSpPr>
          <p:spPr>
            <a:xfrm>
              <a:off x="8624616" y="2386149"/>
              <a:ext cx="184731" cy="338554"/>
            </a:xfrm>
            <a:prstGeom prst="rect">
              <a:avLst/>
            </a:prstGeom>
            <a:noFill/>
          </p:spPr>
          <p:txBody>
            <a:bodyPr wrap="none" rtlCol="0">
              <a:spAutoFit/>
            </a:bodyPr>
            <a:lstStyle/>
            <a:p>
              <a:pPr fontAlgn="auto">
                <a:spcBef>
                  <a:spcPts val="0"/>
                </a:spcBef>
                <a:spcAft>
                  <a:spcPts val="0"/>
                </a:spcAft>
              </a:pPr>
              <a:endParaRPr lang="id-ID" sz="1600" b="1" dirty="0">
                <a:solidFill>
                  <a:prstClr val="white">
                    <a:lumMod val="50000"/>
                  </a:prstClr>
                </a:solidFill>
                <a:latin typeface="Roboto"/>
                <a:cs typeface="+mn-cs"/>
              </a:endParaRPr>
            </a:p>
          </p:txBody>
        </p:sp>
        <p:sp>
          <p:nvSpPr>
            <p:cNvPr id="36" name="TextBox 35"/>
            <p:cNvSpPr txBox="1"/>
            <p:nvPr/>
          </p:nvSpPr>
          <p:spPr>
            <a:xfrm>
              <a:off x="8777325" y="2412902"/>
              <a:ext cx="2913438" cy="577850"/>
            </a:xfrm>
            <a:prstGeom prst="rect">
              <a:avLst/>
            </a:prstGeom>
            <a:noFill/>
          </p:spPr>
          <p:txBody>
            <a:bodyPr wrap="square" rtlCol="0">
              <a:spAutoFit/>
            </a:bodyPr>
            <a:lstStyle/>
            <a:p>
              <a:pPr rtl="1" fontAlgn="auto">
                <a:lnSpc>
                  <a:spcPct val="150000"/>
                </a:lnSpc>
                <a:spcBef>
                  <a:spcPts val="0"/>
                </a:spcBef>
                <a:spcAft>
                  <a:spcPts val="0"/>
                </a:spcAft>
              </a:pPr>
              <a:r>
                <a:rPr lang="ar-SA" sz="2400" b="1" dirty="0" smtClean="0">
                  <a:latin typeface="Roboto Lt"/>
                  <a:cs typeface="+mn-cs"/>
                </a:rPr>
                <a:t>التواصل </a:t>
              </a:r>
              <a:r>
                <a:rPr lang="ar-SA" sz="2400" b="1" dirty="0">
                  <a:latin typeface="Roboto Lt"/>
                  <a:cs typeface="+mn-cs"/>
                </a:rPr>
                <a:t>الإبداعي</a:t>
              </a:r>
              <a:endParaRPr lang="en-US" sz="2400" b="1" dirty="0">
                <a:latin typeface="Roboto Lt"/>
                <a:cs typeface="+mn-cs"/>
              </a:endParaRPr>
            </a:p>
          </p:txBody>
        </p:sp>
      </p:grpSp>
      <p:grpSp>
        <p:nvGrpSpPr>
          <p:cNvPr id="37" name="Group 36"/>
          <p:cNvGrpSpPr/>
          <p:nvPr/>
        </p:nvGrpSpPr>
        <p:grpSpPr>
          <a:xfrm>
            <a:off x="9278562" y="3823378"/>
            <a:ext cx="2186344" cy="461665"/>
            <a:chOff x="8624616" y="3827801"/>
            <a:chExt cx="2186344" cy="461665"/>
          </a:xfrm>
        </p:grpSpPr>
        <p:sp>
          <p:nvSpPr>
            <p:cNvPr id="38" name="TextBox 37"/>
            <p:cNvSpPr txBox="1"/>
            <p:nvPr/>
          </p:nvSpPr>
          <p:spPr>
            <a:xfrm>
              <a:off x="8624616" y="3853724"/>
              <a:ext cx="184731" cy="338554"/>
            </a:xfrm>
            <a:prstGeom prst="rect">
              <a:avLst/>
            </a:prstGeom>
            <a:noFill/>
          </p:spPr>
          <p:txBody>
            <a:bodyPr wrap="none" rtlCol="0">
              <a:spAutoFit/>
            </a:bodyPr>
            <a:lstStyle/>
            <a:p>
              <a:pPr fontAlgn="auto">
                <a:spcBef>
                  <a:spcPts val="0"/>
                </a:spcBef>
                <a:spcAft>
                  <a:spcPts val="0"/>
                </a:spcAft>
              </a:pPr>
              <a:endParaRPr lang="id-ID" sz="1600" b="1" dirty="0">
                <a:solidFill>
                  <a:prstClr val="white">
                    <a:lumMod val="50000"/>
                  </a:prstClr>
                </a:solidFill>
                <a:latin typeface="Roboto"/>
                <a:cs typeface="+mn-cs"/>
              </a:endParaRPr>
            </a:p>
          </p:txBody>
        </p:sp>
        <p:sp>
          <p:nvSpPr>
            <p:cNvPr id="39" name="TextBox 38"/>
            <p:cNvSpPr txBox="1"/>
            <p:nvPr/>
          </p:nvSpPr>
          <p:spPr>
            <a:xfrm>
              <a:off x="8716981" y="3827801"/>
              <a:ext cx="2093979" cy="461665"/>
            </a:xfrm>
            <a:prstGeom prst="rect">
              <a:avLst/>
            </a:prstGeom>
            <a:noFill/>
          </p:spPr>
          <p:txBody>
            <a:bodyPr wrap="square" rtlCol="0">
              <a:spAutoFit/>
            </a:bodyPr>
            <a:lstStyle/>
            <a:p>
              <a:pPr marR="0" lvl="0" rtl="1">
                <a:spcBef>
                  <a:spcPts val="0"/>
                </a:spcBef>
                <a:spcAft>
                  <a:spcPts val="0"/>
                </a:spcAft>
              </a:pPr>
              <a:r>
                <a:rPr lang="ar-SA" sz="2400" b="1" dirty="0">
                  <a:latin typeface="Arial Unicode MS" panose="020B0604020202020204" pitchFamily="34" charset="-128"/>
                  <a:ea typeface="Arial Unicode MS" panose="020B0604020202020204" pitchFamily="34" charset="-128"/>
                  <a:cs typeface="Simplified Arabic" panose="02020603050405020304" pitchFamily="18" charset="-78"/>
                </a:rPr>
                <a:t>التعلم متعدد الموارد</a:t>
              </a:r>
              <a:endParaRPr lang="en-US" b="1" dirty="0">
                <a:effectLst/>
                <a:latin typeface="Arial Unicode MS" panose="020B0604020202020204" pitchFamily="34" charset="-128"/>
                <a:ea typeface="Arial Unicode MS" panose="020B0604020202020204" pitchFamily="34" charset="-128"/>
                <a:cs typeface="Helvetica" panose="020B0604020202020204" pitchFamily="34" charset="0"/>
              </a:endParaRPr>
            </a:p>
          </p:txBody>
        </p:sp>
      </p:grpSp>
      <p:grpSp>
        <p:nvGrpSpPr>
          <p:cNvPr id="40" name="Group 39"/>
          <p:cNvGrpSpPr/>
          <p:nvPr/>
        </p:nvGrpSpPr>
        <p:grpSpPr>
          <a:xfrm>
            <a:off x="9278562" y="5170466"/>
            <a:ext cx="2031844" cy="620697"/>
            <a:chOff x="8624616" y="5270803"/>
            <a:chExt cx="2031844" cy="620697"/>
          </a:xfrm>
        </p:grpSpPr>
        <p:sp>
          <p:nvSpPr>
            <p:cNvPr id="41" name="TextBox 40"/>
            <p:cNvSpPr txBox="1"/>
            <p:nvPr/>
          </p:nvSpPr>
          <p:spPr>
            <a:xfrm>
              <a:off x="8624616" y="5270803"/>
              <a:ext cx="184731" cy="338554"/>
            </a:xfrm>
            <a:prstGeom prst="rect">
              <a:avLst/>
            </a:prstGeom>
            <a:noFill/>
          </p:spPr>
          <p:txBody>
            <a:bodyPr wrap="none" rtlCol="0">
              <a:spAutoFit/>
            </a:bodyPr>
            <a:lstStyle/>
            <a:p>
              <a:pPr fontAlgn="auto">
                <a:spcBef>
                  <a:spcPts val="0"/>
                </a:spcBef>
                <a:spcAft>
                  <a:spcPts val="0"/>
                </a:spcAft>
              </a:pPr>
              <a:endParaRPr lang="id-ID" sz="1600" b="1" dirty="0">
                <a:solidFill>
                  <a:prstClr val="black">
                    <a:lumMod val="50000"/>
                    <a:lumOff val="50000"/>
                  </a:prstClr>
                </a:solidFill>
                <a:latin typeface="Roboto"/>
                <a:cs typeface="+mn-cs"/>
              </a:endParaRPr>
            </a:p>
          </p:txBody>
        </p:sp>
        <p:sp>
          <p:nvSpPr>
            <p:cNvPr id="42" name="TextBox 41"/>
            <p:cNvSpPr txBox="1"/>
            <p:nvPr/>
          </p:nvSpPr>
          <p:spPr>
            <a:xfrm>
              <a:off x="8809347" y="5429835"/>
              <a:ext cx="1847113" cy="461665"/>
            </a:xfrm>
            <a:prstGeom prst="rect">
              <a:avLst/>
            </a:prstGeom>
            <a:noFill/>
          </p:spPr>
          <p:txBody>
            <a:bodyPr wrap="square" rtlCol="0">
              <a:spAutoFit/>
            </a:bodyPr>
            <a:lstStyle/>
            <a:p>
              <a:pPr marR="0" lvl="0" rtl="1">
                <a:spcBef>
                  <a:spcPts val="0"/>
                </a:spcBef>
                <a:spcAft>
                  <a:spcPts val="0"/>
                </a:spcAft>
              </a:pPr>
              <a:r>
                <a:rPr lang="ar-SA" sz="2400" b="1" dirty="0">
                  <a:latin typeface="Arial Unicode MS" panose="020B0604020202020204" pitchFamily="34" charset="-128"/>
                  <a:ea typeface="Arial Unicode MS" panose="020B0604020202020204" pitchFamily="34" charset="-128"/>
                  <a:cs typeface="Simplified Arabic" panose="02020603050405020304" pitchFamily="18" charset="-78"/>
                </a:rPr>
                <a:t>التفكير الناقد</a:t>
              </a:r>
              <a:endParaRPr lang="en-US" b="1" dirty="0">
                <a:effectLst/>
                <a:latin typeface="Arial Unicode MS" panose="020B0604020202020204" pitchFamily="34" charset="-128"/>
                <a:ea typeface="Arial Unicode MS" panose="020B0604020202020204" pitchFamily="34" charset="-128"/>
                <a:cs typeface="Helvetica" panose="020B0604020202020204" pitchFamily="34" charset="0"/>
              </a:endParaRPr>
            </a:p>
          </p:txBody>
        </p:sp>
      </p:grpSp>
      <p:grpSp>
        <p:nvGrpSpPr>
          <p:cNvPr id="43" name="Group 42"/>
          <p:cNvGrpSpPr/>
          <p:nvPr/>
        </p:nvGrpSpPr>
        <p:grpSpPr>
          <a:xfrm>
            <a:off x="685875" y="2312565"/>
            <a:ext cx="2630955" cy="461665"/>
            <a:chOff x="1329657" y="2375243"/>
            <a:chExt cx="2630955" cy="461665"/>
          </a:xfrm>
        </p:grpSpPr>
        <p:sp>
          <p:nvSpPr>
            <p:cNvPr id="44" name="TextBox 43"/>
            <p:cNvSpPr txBox="1"/>
            <p:nvPr/>
          </p:nvSpPr>
          <p:spPr>
            <a:xfrm>
              <a:off x="3681588" y="2386149"/>
              <a:ext cx="184731" cy="338554"/>
            </a:xfrm>
            <a:prstGeom prst="rect">
              <a:avLst/>
            </a:prstGeom>
            <a:noFill/>
          </p:spPr>
          <p:txBody>
            <a:bodyPr wrap="none" rtlCol="0">
              <a:spAutoFit/>
            </a:bodyPr>
            <a:lstStyle/>
            <a:p>
              <a:pPr algn="r" fontAlgn="auto">
                <a:spcBef>
                  <a:spcPts val="0"/>
                </a:spcBef>
                <a:spcAft>
                  <a:spcPts val="0"/>
                </a:spcAft>
              </a:pPr>
              <a:endParaRPr lang="id-ID" sz="1600" b="1" dirty="0">
                <a:solidFill>
                  <a:prstClr val="white">
                    <a:lumMod val="50000"/>
                  </a:prstClr>
                </a:solidFill>
                <a:latin typeface="Roboto"/>
                <a:cs typeface="+mn-cs"/>
              </a:endParaRPr>
            </a:p>
          </p:txBody>
        </p:sp>
        <p:sp>
          <p:nvSpPr>
            <p:cNvPr id="45" name="TextBox 44"/>
            <p:cNvSpPr txBox="1"/>
            <p:nvPr/>
          </p:nvSpPr>
          <p:spPr>
            <a:xfrm>
              <a:off x="1329657" y="2375243"/>
              <a:ext cx="2630955" cy="461665"/>
            </a:xfrm>
            <a:prstGeom prst="rect">
              <a:avLst/>
            </a:prstGeom>
            <a:noFill/>
          </p:spPr>
          <p:txBody>
            <a:bodyPr wrap="square" rtlCol="0">
              <a:spAutoFit/>
            </a:bodyPr>
            <a:lstStyle/>
            <a:p>
              <a:pPr algn="ctr" fontAlgn="auto">
                <a:spcBef>
                  <a:spcPts val="0"/>
                </a:spcBef>
                <a:spcAft>
                  <a:spcPts val="0"/>
                </a:spcAft>
              </a:pPr>
              <a:r>
                <a:rPr lang="ar-SA" sz="2400" b="1" dirty="0">
                  <a:latin typeface="Roboto Lt"/>
                  <a:cs typeface="+mn-cs"/>
                </a:rPr>
                <a:t>الاستكشاف الاستقصائي</a:t>
              </a:r>
            </a:p>
          </p:txBody>
        </p:sp>
      </p:grpSp>
      <p:grpSp>
        <p:nvGrpSpPr>
          <p:cNvPr id="46" name="Group 45"/>
          <p:cNvGrpSpPr/>
          <p:nvPr/>
        </p:nvGrpSpPr>
        <p:grpSpPr>
          <a:xfrm>
            <a:off x="777302" y="3704266"/>
            <a:ext cx="2445236" cy="646331"/>
            <a:chOff x="1421084" y="3766944"/>
            <a:chExt cx="2445236" cy="646331"/>
          </a:xfrm>
        </p:grpSpPr>
        <p:sp>
          <p:nvSpPr>
            <p:cNvPr id="47" name="TextBox 46"/>
            <p:cNvSpPr txBox="1"/>
            <p:nvPr/>
          </p:nvSpPr>
          <p:spPr>
            <a:xfrm>
              <a:off x="3681590" y="3853724"/>
              <a:ext cx="184730" cy="338554"/>
            </a:xfrm>
            <a:prstGeom prst="rect">
              <a:avLst/>
            </a:prstGeom>
            <a:noFill/>
          </p:spPr>
          <p:txBody>
            <a:bodyPr wrap="none" rtlCol="0">
              <a:spAutoFit/>
            </a:bodyPr>
            <a:lstStyle/>
            <a:p>
              <a:pPr algn="r" fontAlgn="auto">
                <a:spcBef>
                  <a:spcPts val="0"/>
                </a:spcBef>
                <a:spcAft>
                  <a:spcPts val="0"/>
                </a:spcAft>
              </a:pPr>
              <a:endParaRPr lang="id-ID" sz="1600" b="1" dirty="0">
                <a:solidFill>
                  <a:prstClr val="white">
                    <a:lumMod val="50000"/>
                  </a:prstClr>
                </a:solidFill>
                <a:latin typeface="Roboto"/>
                <a:cs typeface="+mn-cs"/>
              </a:endParaRPr>
            </a:p>
          </p:txBody>
        </p:sp>
        <p:sp>
          <p:nvSpPr>
            <p:cNvPr id="48" name="TextBox 47"/>
            <p:cNvSpPr txBox="1"/>
            <p:nvPr/>
          </p:nvSpPr>
          <p:spPr>
            <a:xfrm>
              <a:off x="1421084" y="3766944"/>
              <a:ext cx="2427202" cy="646331"/>
            </a:xfrm>
            <a:prstGeom prst="rect">
              <a:avLst/>
            </a:prstGeom>
            <a:noFill/>
          </p:spPr>
          <p:txBody>
            <a:bodyPr wrap="square" rtlCol="0">
              <a:spAutoFit/>
            </a:bodyPr>
            <a:lstStyle/>
            <a:p>
              <a:pPr algn="ctr" rtl="1" fontAlgn="auto">
                <a:lnSpc>
                  <a:spcPct val="150000"/>
                </a:lnSpc>
                <a:spcBef>
                  <a:spcPts val="0"/>
                </a:spcBef>
                <a:spcAft>
                  <a:spcPts val="0"/>
                </a:spcAft>
              </a:pPr>
              <a:r>
                <a:rPr lang="ar-SA" sz="2400" b="1" dirty="0" smtClean="0">
                  <a:latin typeface="Roboto Lt"/>
                  <a:cs typeface="+mn-cs"/>
                </a:rPr>
                <a:t>حل </a:t>
              </a:r>
              <a:r>
                <a:rPr lang="ar-SA" sz="2400" b="1" dirty="0">
                  <a:latin typeface="Roboto Lt"/>
                  <a:cs typeface="+mn-cs"/>
                </a:rPr>
                <a:t>المشكلات الإبداعي</a:t>
              </a:r>
              <a:endParaRPr lang="en-US" sz="2400" b="1" dirty="0">
                <a:latin typeface="Roboto Lt"/>
                <a:cs typeface="+mn-cs"/>
              </a:endParaRPr>
            </a:p>
          </p:txBody>
        </p:sp>
      </p:grpSp>
      <p:grpSp>
        <p:nvGrpSpPr>
          <p:cNvPr id="49" name="Group 48"/>
          <p:cNvGrpSpPr/>
          <p:nvPr/>
        </p:nvGrpSpPr>
        <p:grpSpPr>
          <a:xfrm>
            <a:off x="196137" y="5208125"/>
            <a:ext cx="3095138" cy="687945"/>
            <a:chOff x="839919" y="5270803"/>
            <a:chExt cx="3095138" cy="687945"/>
          </a:xfrm>
        </p:grpSpPr>
        <p:sp>
          <p:nvSpPr>
            <p:cNvPr id="50" name="TextBox 49"/>
            <p:cNvSpPr txBox="1"/>
            <p:nvPr/>
          </p:nvSpPr>
          <p:spPr>
            <a:xfrm>
              <a:off x="3681589" y="5270803"/>
              <a:ext cx="184730" cy="338554"/>
            </a:xfrm>
            <a:prstGeom prst="rect">
              <a:avLst/>
            </a:prstGeom>
            <a:noFill/>
          </p:spPr>
          <p:txBody>
            <a:bodyPr wrap="none" rtlCol="0">
              <a:spAutoFit/>
            </a:bodyPr>
            <a:lstStyle/>
            <a:p>
              <a:pPr algn="r" fontAlgn="auto">
                <a:spcBef>
                  <a:spcPts val="0"/>
                </a:spcBef>
                <a:spcAft>
                  <a:spcPts val="0"/>
                </a:spcAft>
              </a:pPr>
              <a:endParaRPr lang="id-ID" sz="1600" b="1" dirty="0">
                <a:solidFill>
                  <a:prstClr val="white">
                    <a:lumMod val="50000"/>
                  </a:prstClr>
                </a:solidFill>
                <a:latin typeface="Roboto"/>
                <a:cs typeface="+mn-cs"/>
              </a:endParaRPr>
            </a:p>
          </p:txBody>
        </p:sp>
        <p:sp>
          <p:nvSpPr>
            <p:cNvPr id="51" name="TextBox 50"/>
            <p:cNvSpPr txBox="1"/>
            <p:nvPr/>
          </p:nvSpPr>
          <p:spPr>
            <a:xfrm>
              <a:off x="839919" y="5312417"/>
              <a:ext cx="3095138" cy="646331"/>
            </a:xfrm>
            <a:prstGeom prst="rect">
              <a:avLst/>
            </a:prstGeom>
            <a:noFill/>
          </p:spPr>
          <p:txBody>
            <a:bodyPr wrap="square" rtlCol="0">
              <a:spAutoFit/>
            </a:bodyPr>
            <a:lstStyle/>
            <a:p>
              <a:pPr algn="ctr" rtl="1" fontAlgn="auto">
                <a:lnSpc>
                  <a:spcPct val="150000"/>
                </a:lnSpc>
                <a:spcBef>
                  <a:spcPts val="0"/>
                </a:spcBef>
                <a:spcAft>
                  <a:spcPts val="0"/>
                </a:spcAft>
              </a:pPr>
              <a:r>
                <a:rPr lang="ar-SA" sz="2400" b="1" dirty="0" smtClean="0">
                  <a:latin typeface="Roboto Lt"/>
                  <a:cs typeface="+mn-cs"/>
                </a:rPr>
                <a:t>القراءة </a:t>
              </a:r>
              <a:r>
                <a:rPr lang="ar-SA" sz="2400" b="1" dirty="0">
                  <a:latin typeface="Roboto Lt"/>
                  <a:cs typeface="+mn-cs"/>
                </a:rPr>
                <a:t>وفق مؤهلات متعددة</a:t>
              </a:r>
              <a:endParaRPr lang="en-US" sz="2400" b="1" dirty="0">
                <a:latin typeface="Roboto Lt"/>
                <a:cs typeface="+mn-cs"/>
              </a:endParaRPr>
            </a:p>
          </p:txBody>
        </p:sp>
      </p:grpSp>
      <p:grpSp>
        <p:nvGrpSpPr>
          <p:cNvPr id="52" name="Group 51"/>
          <p:cNvGrpSpPr/>
          <p:nvPr/>
        </p:nvGrpSpPr>
        <p:grpSpPr>
          <a:xfrm>
            <a:off x="3299078" y="5063725"/>
            <a:ext cx="901768" cy="901768"/>
            <a:chOff x="3942860" y="5126403"/>
            <a:chExt cx="901768" cy="901768"/>
          </a:xfrm>
        </p:grpSpPr>
        <p:sp>
          <p:nvSpPr>
            <p:cNvPr id="53" name="Oval 52"/>
            <p:cNvSpPr/>
            <p:nvPr/>
          </p:nvSpPr>
          <p:spPr>
            <a:xfrm>
              <a:off x="3942860" y="5126403"/>
              <a:ext cx="901768" cy="901768"/>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a:solidFill>
                  <a:prstClr val="white"/>
                </a:solidFill>
              </a:endParaRPr>
            </a:p>
          </p:txBody>
        </p:sp>
        <p:grpSp>
          <p:nvGrpSpPr>
            <p:cNvPr id="54" name="Group 53"/>
            <p:cNvGrpSpPr/>
            <p:nvPr/>
          </p:nvGrpSpPr>
          <p:grpSpPr>
            <a:xfrm>
              <a:off x="4157569" y="5352357"/>
              <a:ext cx="451851" cy="449859"/>
              <a:chOff x="-365126" y="-2462213"/>
              <a:chExt cx="4321176" cy="4302126"/>
            </a:xfrm>
            <a:solidFill>
              <a:schemeClr val="bg1"/>
            </a:solidFill>
          </p:grpSpPr>
          <p:sp>
            <p:nvSpPr>
              <p:cNvPr id="55" name="Freeform 5"/>
              <p:cNvSpPr>
                <a:spLocks noEditPoints="1"/>
              </p:cNvSpPr>
              <p:nvPr/>
            </p:nvSpPr>
            <p:spPr bwMode="auto">
              <a:xfrm>
                <a:off x="-365126" y="-2058988"/>
                <a:ext cx="3937000" cy="3898901"/>
              </a:xfrm>
              <a:custGeom>
                <a:avLst/>
                <a:gdLst>
                  <a:gd name="T0" fmla="*/ 744 w 1047"/>
                  <a:gd name="T1" fmla="*/ 26 h 1037"/>
                  <a:gd name="T2" fmla="*/ 681 w 1047"/>
                  <a:gd name="T3" fmla="*/ 0 h 1037"/>
                  <a:gd name="T4" fmla="*/ 618 w 1047"/>
                  <a:gd name="T5" fmla="*/ 26 h 1037"/>
                  <a:gd name="T6" fmla="*/ 568 w 1047"/>
                  <a:gd name="T7" fmla="*/ 77 h 1037"/>
                  <a:gd name="T8" fmla="*/ 541 w 1047"/>
                  <a:gd name="T9" fmla="*/ 140 h 1037"/>
                  <a:gd name="T10" fmla="*/ 555 w 1047"/>
                  <a:gd name="T11" fmla="*/ 187 h 1037"/>
                  <a:gd name="T12" fmla="*/ 69 w 1047"/>
                  <a:gd name="T13" fmla="*/ 382 h 1037"/>
                  <a:gd name="T14" fmla="*/ 7 w 1047"/>
                  <a:gd name="T15" fmla="*/ 460 h 1037"/>
                  <a:gd name="T16" fmla="*/ 37 w 1047"/>
                  <a:gd name="T17" fmla="*/ 556 h 1037"/>
                  <a:gd name="T18" fmla="*/ 491 w 1047"/>
                  <a:gd name="T19" fmla="*/ 1006 h 1037"/>
                  <a:gd name="T20" fmla="*/ 565 w 1047"/>
                  <a:gd name="T21" fmla="*/ 1037 h 1037"/>
                  <a:gd name="T22" fmla="*/ 567 w 1047"/>
                  <a:gd name="T23" fmla="*/ 1037 h 1037"/>
                  <a:gd name="T24" fmla="*/ 589 w 1047"/>
                  <a:gd name="T25" fmla="*/ 1035 h 1037"/>
                  <a:gd name="T26" fmla="*/ 667 w 1047"/>
                  <a:gd name="T27" fmla="*/ 969 h 1037"/>
                  <a:gd name="T28" fmla="*/ 858 w 1047"/>
                  <a:gd name="T29" fmla="*/ 491 h 1037"/>
                  <a:gd name="T30" fmla="*/ 907 w 1047"/>
                  <a:gd name="T31" fmla="*/ 506 h 1037"/>
                  <a:gd name="T32" fmla="*/ 970 w 1047"/>
                  <a:gd name="T33" fmla="*/ 480 h 1037"/>
                  <a:gd name="T34" fmla="*/ 1020 w 1047"/>
                  <a:gd name="T35" fmla="*/ 429 h 1037"/>
                  <a:gd name="T36" fmla="*/ 1047 w 1047"/>
                  <a:gd name="T37" fmla="*/ 366 h 1037"/>
                  <a:gd name="T38" fmla="*/ 1021 w 1047"/>
                  <a:gd name="T39" fmla="*/ 303 h 1037"/>
                  <a:gd name="T40" fmla="*/ 744 w 1047"/>
                  <a:gd name="T41" fmla="*/ 26 h 1037"/>
                  <a:gd name="T42" fmla="*/ 601 w 1047"/>
                  <a:gd name="T43" fmla="*/ 943 h 1037"/>
                  <a:gd name="T44" fmla="*/ 575 w 1047"/>
                  <a:gd name="T45" fmla="*/ 965 h 1037"/>
                  <a:gd name="T46" fmla="*/ 566 w 1047"/>
                  <a:gd name="T47" fmla="*/ 966 h 1037"/>
                  <a:gd name="T48" fmla="*/ 542 w 1047"/>
                  <a:gd name="T49" fmla="*/ 955 h 1037"/>
                  <a:gd name="T50" fmla="*/ 87 w 1047"/>
                  <a:gd name="T51" fmla="*/ 505 h 1037"/>
                  <a:gd name="T52" fmla="*/ 77 w 1047"/>
                  <a:gd name="T53" fmla="*/ 473 h 1037"/>
                  <a:gd name="T54" fmla="*/ 98 w 1047"/>
                  <a:gd name="T55" fmla="*/ 447 h 1037"/>
                  <a:gd name="T56" fmla="*/ 320 w 1047"/>
                  <a:gd name="T57" fmla="*/ 358 h 1037"/>
                  <a:gd name="T58" fmla="*/ 770 w 1047"/>
                  <a:gd name="T59" fmla="*/ 520 h 1037"/>
                  <a:gd name="T60" fmla="*/ 601 w 1047"/>
                  <a:gd name="T61" fmla="*/ 943 h 1037"/>
                  <a:gd name="T62" fmla="*/ 970 w 1047"/>
                  <a:gd name="T63" fmla="*/ 378 h 1037"/>
                  <a:gd name="T64" fmla="*/ 919 w 1047"/>
                  <a:gd name="T65" fmla="*/ 429 h 1037"/>
                  <a:gd name="T66" fmla="*/ 894 w 1047"/>
                  <a:gd name="T67" fmla="*/ 429 h 1037"/>
                  <a:gd name="T68" fmla="*/ 831 w 1047"/>
                  <a:gd name="T69" fmla="*/ 366 h 1037"/>
                  <a:gd name="T70" fmla="*/ 780 w 1047"/>
                  <a:gd name="T71" fmla="*/ 494 h 1037"/>
                  <a:gd name="T72" fmla="*/ 784 w 1047"/>
                  <a:gd name="T73" fmla="*/ 483 h 1037"/>
                  <a:gd name="T74" fmla="*/ 468 w 1047"/>
                  <a:gd name="T75" fmla="*/ 350 h 1037"/>
                  <a:gd name="T76" fmla="*/ 376 w 1047"/>
                  <a:gd name="T77" fmla="*/ 336 h 1037"/>
                  <a:gd name="T78" fmla="*/ 679 w 1047"/>
                  <a:gd name="T79" fmla="*/ 214 h 1037"/>
                  <a:gd name="T80" fmla="*/ 618 w 1047"/>
                  <a:gd name="T81" fmla="*/ 153 h 1037"/>
                  <a:gd name="T82" fmla="*/ 618 w 1047"/>
                  <a:gd name="T83" fmla="*/ 128 h 1037"/>
                  <a:gd name="T84" fmla="*/ 669 w 1047"/>
                  <a:gd name="T85" fmla="*/ 77 h 1037"/>
                  <a:gd name="T86" fmla="*/ 694 w 1047"/>
                  <a:gd name="T87" fmla="*/ 77 h 1037"/>
                  <a:gd name="T88" fmla="*/ 970 w 1047"/>
                  <a:gd name="T89" fmla="*/ 353 h 1037"/>
                  <a:gd name="T90" fmla="*/ 970 w 1047"/>
                  <a:gd name="T91" fmla="*/ 378 h 10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047" h="1037">
                    <a:moveTo>
                      <a:pt x="744" y="26"/>
                    </a:moveTo>
                    <a:cubicBezTo>
                      <a:pt x="727" y="10"/>
                      <a:pt x="705" y="0"/>
                      <a:pt x="681" y="0"/>
                    </a:cubicBezTo>
                    <a:cubicBezTo>
                      <a:pt x="657" y="0"/>
                      <a:pt x="635" y="10"/>
                      <a:pt x="618" y="26"/>
                    </a:cubicBezTo>
                    <a:cubicBezTo>
                      <a:pt x="568" y="77"/>
                      <a:pt x="568" y="77"/>
                      <a:pt x="568" y="77"/>
                    </a:cubicBezTo>
                    <a:cubicBezTo>
                      <a:pt x="551" y="94"/>
                      <a:pt x="541" y="116"/>
                      <a:pt x="541" y="140"/>
                    </a:cubicBezTo>
                    <a:cubicBezTo>
                      <a:pt x="541" y="157"/>
                      <a:pt x="546" y="173"/>
                      <a:pt x="555" y="187"/>
                    </a:cubicBezTo>
                    <a:cubicBezTo>
                      <a:pt x="69" y="382"/>
                      <a:pt x="69" y="382"/>
                      <a:pt x="69" y="382"/>
                    </a:cubicBezTo>
                    <a:cubicBezTo>
                      <a:pt x="37" y="396"/>
                      <a:pt x="13" y="425"/>
                      <a:pt x="7" y="460"/>
                    </a:cubicBezTo>
                    <a:cubicBezTo>
                      <a:pt x="0" y="495"/>
                      <a:pt x="11" y="531"/>
                      <a:pt x="37" y="556"/>
                    </a:cubicBezTo>
                    <a:cubicBezTo>
                      <a:pt x="491" y="1006"/>
                      <a:pt x="491" y="1006"/>
                      <a:pt x="491" y="1006"/>
                    </a:cubicBezTo>
                    <a:cubicBezTo>
                      <a:pt x="511" y="1025"/>
                      <a:pt x="537" y="1036"/>
                      <a:pt x="565" y="1037"/>
                    </a:cubicBezTo>
                    <a:cubicBezTo>
                      <a:pt x="565" y="1037"/>
                      <a:pt x="567" y="1037"/>
                      <a:pt x="567" y="1037"/>
                    </a:cubicBezTo>
                    <a:cubicBezTo>
                      <a:pt x="575" y="1037"/>
                      <a:pt x="582" y="1036"/>
                      <a:pt x="589" y="1035"/>
                    </a:cubicBezTo>
                    <a:cubicBezTo>
                      <a:pt x="625" y="1027"/>
                      <a:pt x="654" y="1003"/>
                      <a:pt x="667" y="969"/>
                    </a:cubicBezTo>
                    <a:cubicBezTo>
                      <a:pt x="858" y="491"/>
                      <a:pt x="858" y="491"/>
                      <a:pt x="858" y="491"/>
                    </a:cubicBezTo>
                    <a:cubicBezTo>
                      <a:pt x="872" y="501"/>
                      <a:pt x="889" y="506"/>
                      <a:pt x="907" y="506"/>
                    </a:cubicBezTo>
                    <a:cubicBezTo>
                      <a:pt x="931" y="506"/>
                      <a:pt x="953" y="496"/>
                      <a:pt x="970" y="480"/>
                    </a:cubicBezTo>
                    <a:cubicBezTo>
                      <a:pt x="1020" y="429"/>
                      <a:pt x="1020" y="429"/>
                      <a:pt x="1020" y="429"/>
                    </a:cubicBezTo>
                    <a:cubicBezTo>
                      <a:pt x="1037" y="412"/>
                      <a:pt x="1047" y="390"/>
                      <a:pt x="1047" y="366"/>
                    </a:cubicBezTo>
                    <a:cubicBezTo>
                      <a:pt x="1047" y="342"/>
                      <a:pt x="1037" y="319"/>
                      <a:pt x="1021" y="303"/>
                    </a:cubicBezTo>
                    <a:lnTo>
                      <a:pt x="744" y="26"/>
                    </a:lnTo>
                    <a:close/>
                    <a:moveTo>
                      <a:pt x="601" y="943"/>
                    </a:moveTo>
                    <a:cubicBezTo>
                      <a:pt x="596" y="954"/>
                      <a:pt x="586" y="962"/>
                      <a:pt x="575" y="965"/>
                    </a:cubicBezTo>
                    <a:cubicBezTo>
                      <a:pt x="572" y="965"/>
                      <a:pt x="569" y="966"/>
                      <a:pt x="566" y="966"/>
                    </a:cubicBezTo>
                    <a:cubicBezTo>
                      <a:pt x="557" y="965"/>
                      <a:pt x="549" y="962"/>
                      <a:pt x="542" y="955"/>
                    </a:cubicBezTo>
                    <a:cubicBezTo>
                      <a:pt x="87" y="505"/>
                      <a:pt x="87" y="505"/>
                      <a:pt x="87" y="505"/>
                    </a:cubicBezTo>
                    <a:cubicBezTo>
                      <a:pt x="79" y="497"/>
                      <a:pt x="75" y="485"/>
                      <a:pt x="77" y="473"/>
                    </a:cubicBezTo>
                    <a:cubicBezTo>
                      <a:pt x="79" y="462"/>
                      <a:pt x="87" y="452"/>
                      <a:pt x="98" y="447"/>
                    </a:cubicBezTo>
                    <a:cubicBezTo>
                      <a:pt x="320" y="358"/>
                      <a:pt x="320" y="358"/>
                      <a:pt x="320" y="358"/>
                    </a:cubicBezTo>
                    <a:cubicBezTo>
                      <a:pt x="470" y="408"/>
                      <a:pt x="620" y="360"/>
                      <a:pt x="770" y="520"/>
                    </a:cubicBezTo>
                    <a:lnTo>
                      <a:pt x="601" y="943"/>
                    </a:lnTo>
                    <a:close/>
                    <a:moveTo>
                      <a:pt x="970" y="378"/>
                    </a:moveTo>
                    <a:cubicBezTo>
                      <a:pt x="919" y="429"/>
                      <a:pt x="919" y="429"/>
                      <a:pt x="919" y="429"/>
                    </a:cubicBezTo>
                    <a:cubicBezTo>
                      <a:pt x="912" y="436"/>
                      <a:pt x="901" y="436"/>
                      <a:pt x="894" y="429"/>
                    </a:cubicBezTo>
                    <a:cubicBezTo>
                      <a:pt x="831" y="366"/>
                      <a:pt x="831" y="366"/>
                      <a:pt x="831" y="366"/>
                    </a:cubicBezTo>
                    <a:cubicBezTo>
                      <a:pt x="780" y="494"/>
                      <a:pt x="780" y="494"/>
                      <a:pt x="780" y="494"/>
                    </a:cubicBezTo>
                    <a:cubicBezTo>
                      <a:pt x="784" y="483"/>
                      <a:pt x="784" y="483"/>
                      <a:pt x="784" y="483"/>
                    </a:cubicBezTo>
                    <a:cubicBezTo>
                      <a:pt x="676" y="376"/>
                      <a:pt x="567" y="362"/>
                      <a:pt x="468" y="350"/>
                    </a:cubicBezTo>
                    <a:cubicBezTo>
                      <a:pt x="437" y="346"/>
                      <a:pt x="406" y="342"/>
                      <a:pt x="376" y="336"/>
                    </a:cubicBezTo>
                    <a:cubicBezTo>
                      <a:pt x="679" y="214"/>
                      <a:pt x="679" y="214"/>
                      <a:pt x="679" y="214"/>
                    </a:cubicBezTo>
                    <a:cubicBezTo>
                      <a:pt x="618" y="153"/>
                      <a:pt x="618" y="153"/>
                      <a:pt x="618" y="153"/>
                    </a:cubicBezTo>
                    <a:cubicBezTo>
                      <a:pt x="611" y="146"/>
                      <a:pt x="611" y="135"/>
                      <a:pt x="618" y="128"/>
                    </a:cubicBezTo>
                    <a:cubicBezTo>
                      <a:pt x="669" y="77"/>
                      <a:pt x="669" y="77"/>
                      <a:pt x="669" y="77"/>
                    </a:cubicBezTo>
                    <a:cubicBezTo>
                      <a:pt x="676" y="70"/>
                      <a:pt x="687" y="70"/>
                      <a:pt x="694" y="77"/>
                    </a:cubicBezTo>
                    <a:cubicBezTo>
                      <a:pt x="970" y="353"/>
                      <a:pt x="970" y="353"/>
                      <a:pt x="970" y="353"/>
                    </a:cubicBezTo>
                    <a:cubicBezTo>
                      <a:pt x="977" y="360"/>
                      <a:pt x="977" y="372"/>
                      <a:pt x="970" y="378"/>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sp>
            <p:nvSpPr>
              <p:cNvPr id="56" name="Freeform 6"/>
              <p:cNvSpPr>
                <a:spLocks noEditPoints="1"/>
              </p:cNvSpPr>
              <p:nvPr/>
            </p:nvSpPr>
            <p:spPr bwMode="auto">
              <a:xfrm>
                <a:off x="1536700" y="-311150"/>
                <a:ext cx="669925" cy="673100"/>
              </a:xfrm>
              <a:custGeom>
                <a:avLst/>
                <a:gdLst>
                  <a:gd name="T0" fmla="*/ 89 w 178"/>
                  <a:gd name="T1" fmla="*/ 179 h 179"/>
                  <a:gd name="T2" fmla="*/ 178 w 178"/>
                  <a:gd name="T3" fmla="*/ 89 h 179"/>
                  <a:gd name="T4" fmla="*/ 89 w 178"/>
                  <a:gd name="T5" fmla="*/ 0 h 179"/>
                  <a:gd name="T6" fmla="*/ 0 w 178"/>
                  <a:gd name="T7" fmla="*/ 89 h 179"/>
                  <a:gd name="T8" fmla="*/ 89 w 178"/>
                  <a:gd name="T9" fmla="*/ 179 h 179"/>
                  <a:gd name="T10" fmla="*/ 89 w 178"/>
                  <a:gd name="T11" fmla="*/ 36 h 179"/>
                  <a:gd name="T12" fmla="*/ 143 w 178"/>
                  <a:gd name="T13" fmla="*/ 89 h 179"/>
                  <a:gd name="T14" fmla="*/ 89 w 178"/>
                  <a:gd name="T15" fmla="*/ 143 h 179"/>
                  <a:gd name="T16" fmla="*/ 35 w 178"/>
                  <a:gd name="T17" fmla="*/ 89 h 179"/>
                  <a:gd name="T18" fmla="*/ 89 w 178"/>
                  <a:gd name="T19" fmla="*/ 36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8" h="179">
                    <a:moveTo>
                      <a:pt x="89" y="179"/>
                    </a:moveTo>
                    <a:cubicBezTo>
                      <a:pt x="138" y="179"/>
                      <a:pt x="178" y="139"/>
                      <a:pt x="178" y="89"/>
                    </a:cubicBezTo>
                    <a:cubicBezTo>
                      <a:pt x="178" y="40"/>
                      <a:pt x="138" y="0"/>
                      <a:pt x="89" y="0"/>
                    </a:cubicBezTo>
                    <a:cubicBezTo>
                      <a:pt x="40" y="0"/>
                      <a:pt x="0" y="40"/>
                      <a:pt x="0" y="89"/>
                    </a:cubicBezTo>
                    <a:cubicBezTo>
                      <a:pt x="0" y="139"/>
                      <a:pt x="40" y="179"/>
                      <a:pt x="89" y="179"/>
                    </a:cubicBezTo>
                    <a:close/>
                    <a:moveTo>
                      <a:pt x="89" y="36"/>
                    </a:moveTo>
                    <a:cubicBezTo>
                      <a:pt x="119" y="36"/>
                      <a:pt x="143" y="60"/>
                      <a:pt x="143" y="89"/>
                    </a:cubicBezTo>
                    <a:cubicBezTo>
                      <a:pt x="143" y="119"/>
                      <a:pt x="119" y="143"/>
                      <a:pt x="89" y="143"/>
                    </a:cubicBezTo>
                    <a:cubicBezTo>
                      <a:pt x="59" y="143"/>
                      <a:pt x="35" y="119"/>
                      <a:pt x="35" y="89"/>
                    </a:cubicBezTo>
                    <a:cubicBezTo>
                      <a:pt x="35" y="60"/>
                      <a:pt x="59" y="36"/>
                      <a:pt x="89" y="36"/>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sp>
            <p:nvSpPr>
              <p:cNvPr id="57" name="Freeform 7"/>
              <p:cNvSpPr>
                <a:spLocks noEditPoints="1"/>
              </p:cNvSpPr>
              <p:nvPr/>
            </p:nvSpPr>
            <p:spPr bwMode="auto">
              <a:xfrm>
                <a:off x="3282950" y="-2462213"/>
                <a:ext cx="673100" cy="673100"/>
              </a:xfrm>
              <a:custGeom>
                <a:avLst/>
                <a:gdLst>
                  <a:gd name="T0" fmla="*/ 90 w 179"/>
                  <a:gd name="T1" fmla="*/ 0 h 179"/>
                  <a:gd name="T2" fmla="*/ 0 w 179"/>
                  <a:gd name="T3" fmla="*/ 89 h 179"/>
                  <a:gd name="T4" fmla="*/ 90 w 179"/>
                  <a:gd name="T5" fmla="*/ 179 h 179"/>
                  <a:gd name="T6" fmla="*/ 179 w 179"/>
                  <a:gd name="T7" fmla="*/ 89 h 179"/>
                  <a:gd name="T8" fmla="*/ 90 w 179"/>
                  <a:gd name="T9" fmla="*/ 0 h 179"/>
                  <a:gd name="T10" fmla="*/ 90 w 179"/>
                  <a:gd name="T11" fmla="*/ 143 h 179"/>
                  <a:gd name="T12" fmla="*/ 36 w 179"/>
                  <a:gd name="T13" fmla="*/ 89 h 179"/>
                  <a:gd name="T14" fmla="*/ 90 w 179"/>
                  <a:gd name="T15" fmla="*/ 36 h 179"/>
                  <a:gd name="T16" fmla="*/ 143 w 179"/>
                  <a:gd name="T17" fmla="*/ 89 h 179"/>
                  <a:gd name="T18" fmla="*/ 90 w 179"/>
                  <a:gd name="T19" fmla="*/ 143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9" h="179">
                    <a:moveTo>
                      <a:pt x="90" y="0"/>
                    </a:moveTo>
                    <a:cubicBezTo>
                      <a:pt x="40" y="0"/>
                      <a:pt x="0" y="40"/>
                      <a:pt x="0" y="89"/>
                    </a:cubicBezTo>
                    <a:cubicBezTo>
                      <a:pt x="0" y="139"/>
                      <a:pt x="40" y="179"/>
                      <a:pt x="90" y="179"/>
                    </a:cubicBezTo>
                    <a:cubicBezTo>
                      <a:pt x="139" y="179"/>
                      <a:pt x="179" y="139"/>
                      <a:pt x="179" y="89"/>
                    </a:cubicBezTo>
                    <a:cubicBezTo>
                      <a:pt x="179" y="40"/>
                      <a:pt x="139" y="0"/>
                      <a:pt x="90" y="0"/>
                    </a:cubicBezTo>
                    <a:close/>
                    <a:moveTo>
                      <a:pt x="90" y="143"/>
                    </a:moveTo>
                    <a:cubicBezTo>
                      <a:pt x="60" y="143"/>
                      <a:pt x="36" y="119"/>
                      <a:pt x="36" y="89"/>
                    </a:cubicBezTo>
                    <a:cubicBezTo>
                      <a:pt x="36" y="60"/>
                      <a:pt x="60" y="36"/>
                      <a:pt x="90" y="36"/>
                    </a:cubicBezTo>
                    <a:cubicBezTo>
                      <a:pt x="119" y="36"/>
                      <a:pt x="143" y="60"/>
                      <a:pt x="143" y="89"/>
                    </a:cubicBezTo>
                    <a:cubicBezTo>
                      <a:pt x="143" y="119"/>
                      <a:pt x="119" y="143"/>
                      <a:pt x="90" y="143"/>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sp>
            <p:nvSpPr>
              <p:cNvPr id="58" name="Freeform 8"/>
              <p:cNvSpPr>
                <a:spLocks noEditPoints="1"/>
              </p:cNvSpPr>
              <p:nvPr/>
            </p:nvSpPr>
            <p:spPr bwMode="auto">
              <a:xfrm>
                <a:off x="728662" y="-446088"/>
                <a:ext cx="538163" cy="536575"/>
              </a:xfrm>
              <a:custGeom>
                <a:avLst/>
                <a:gdLst>
                  <a:gd name="T0" fmla="*/ 0 w 143"/>
                  <a:gd name="T1" fmla="*/ 72 h 143"/>
                  <a:gd name="T2" fmla="*/ 72 w 143"/>
                  <a:gd name="T3" fmla="*/ 143 h 143"/>
                  <a:gd name="T4" fmla="*/ 143 w 143"/>
                  <a:gd name="T5" fmla="*/ 72 h 143"/>
                  <a:gd name="T6" fmla="*/ 72 w 143"/>
                  <a:gd name="T7" fmla="*/ 0 h 143"/>
                  <a:gd name="T8" fmla="*/ 0 w 143"/>
                  <a:gd name="T9" fmla="*/ 72 h 143"/>
                  <a:gd name="T10" fmla="*/ 72 w 143"/>
                  <a:gd name="T11" fmla="*/ 36 h 143"/>
                  <a:gd name="T12" fmla="*/ 107 w 143"/>
                  <a:gd name="T13" fmla="*/ 72 h 143"/>
                  <a:gd name="T14" fmla="*/ 72 w 143"/>
                  <a:gd name="T15" fmla="*/ 108 h 143"/>
                  <a:gd name="T16" fmla="*/ 36 w 143"/>
                  <a:gd name="T17" fmla="*/ 72 h 143"/>
                  <a:gd name="T18" fmla="*/ 72 w 143"/>
                  <a:gd name="T19" fmla="*/ 36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3" h="143">
                    <a:moveTo>
                      <a:pt x="0" y="72"/>
                    </a:moveTo>
                    <a:cubicBezTo>
                      <a:pt x="0" y="111"/>
                      <a:pt x="32" y="143"/>
                      <a:pt x="72" y="143"/>
                    </a:cubicBezTo>
                    <a:cubicBezTo>
                      <a:pt x="111" y="143"/>
                      <a:pt x="143" y="111"/>
                      <a:pt x="143" y="72"/>
                    </a:cubicBezTo>
                    <a:cubicBezTo>
                      <a:pt x="143" y="32"/>
                      <a:pt x="111" y="0"/>
                      <a:pt x="72" y="0"/>
                    </a:cubicBezTo>
                    <a:cubicBezTo>
                      <a:pt x="32" y="0"/>
                      <a:pt x="0" y="32"/>
                      <a:pt x="0" y="72"/>
                    </a:cubicBezTo>
                    <a:close/>
                    <a:moveTo>
                      <a:pt x="72" y="36"/>
                    </a:moveTo>
                    <a:cubicBezTo>
                      <a:pt x="91" y="36"/>
                      <a:pt x="107" y="52"/>
                      <a:pt x="107" y="72"/>
                    </a:cubicBezTo>
                    <a:cubicBezTo>
                      <a:pt x="107" y="92"/>
                      <a:pt x="91" y="108"/>
                      <a:pt x="72" y="108"/>
                    </a:cubicBezTo>
                    <a:cubicBezTo>
                      <a:pt x="52" y="108"/>
                      <a:pt x="36" y="92"/>
                      <a:pt x="36" y="72"/>
                    </a:cubicBezTo>
                    <a:cubicBezTo>
                      <a:pt x="36" y="52"/>
                      <a:pt x="52" y="36"/>
                      <a:pt x="72" y="36"/>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sp>
            <p:nvSpPr>
              <p:cNvPr id="59" name="Oval 9"/>
              <p:cNvSpPr>
                <a:spLocks noChangeArrowheads="1"/>
              </p:cNvSpPr>
              <p:nvPr/>
            </p:nvSpPr>
            <p:spPr bwMode="auto">
              <a:xfrm>
                <a:off x="1266825" y="496888"/>
                <a:ext cx="269875" cy="266700"/>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sp>
            <p:nvSpPr>
              <p:cNvPr id="60" name="Oval 10"/>
              <p:cNvSpPr>
                <a:spLocks noChangeArrowheads="1"/>
              </p:cNvSpPr>
              <p:nvPr/>
            </p:nvSpPr>
            <p:spPr bwMode="auto">
              <a:xfrm>
                <a:off x="3417887" y="-1522413"/>
                <a:ext cx="269875" cy="271463"/>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grpSp>
      </p:grpSp>
      <p:grpSp>
        <p:nvGrpSpPr>
          <p:cNvPr id="61" name="Group 60"/>
          <p:cNvGrpSpPr/>
          <p:nvPr/>
        </p:nvGrpSpPr>
        <p:grpSpPr>
          <a:xfrm>
            <a:off x="8298376" y="5026066"/>
            <a:ext cx="901768" cy="901768"/>
            <a:chOff x="7644430" y="5126403"/>
            <a:chExt cx="901768" cy="901768"/>
          </a:xfrm>
        </p:grpSpPr>
        <p:sp>
          <p:nvSpPr>
            <p:cNvPr id="62" name="Oval 61"/>
            <p:cNvSpPr/>
            <p:nvPr/>
          </p:nvSpPr>
          <p:spPr>
            <a:xfrm>
              <a:off x="7644430" y="5126403"/>
              <a:ext cx="901768" cy="901768"/>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a:solidFill>
                  <a:prstClr val="white"/>
                </a:solidFill>
              </a:endParaRPr>
            </a:p>
          </p:txBody>
        </p:sp>
        <p:sp>
          <p:nvSpPr>
            <p:cNvPr id="63" name="Freeform 14"/>
            <p:cNvSpPr>
              <a:spLocks noEditPoints="1"/>
            </p:cNvSpPr>
            <p:nvPr/>
          </p:nvSpPr>
          <p:spPr bwMode="auto">
            <a:xfrm>
              <a:off x="7919646" y="5350076"/>
              <a:ext cx="426462" cy="426201"/>
            </a:xfrm>
            <a:custGeom>
              <a:avLst/>
              <a:gdLst>
                <a:gd name="T0" fmla="*/ 434 w 688"/>
                <a:gd name="T1" fmla="*/ 77 h 688"/>
                <a:gd name="T2" fmla="*/ 284 w 688"/>
                <a:gd name="T3" fmla="*/ 194 h 688"/>
                <a:gd name="T4" fmla="*/ 175 w 688"/>
                <a:gd name="T5" fmla="*/ 194 h 688"/>
                <a:gd name="T6" fmla="*/ 0 w 688"/>
                <a:gd name="T7" fmla="*/ 301 h 688"/>
                <a:gd name="T8" fmla="*/ 129 w 688"/>
                <a:gd name="T9" fmla="*/ 452 h 688"/>
                <a:gd name="T10" fmla="*/ 172 w 688"/>
                <a:gd name="T11" fmla="*/ 688 h 688"/>
                <a:gd name="T12" fmla="*/ 301 w 688"/>
                <a:gd name="T13" fmla="*/ 645 h 688"/>
                <a:gd name="T14" fmla="*/ 279 w 688"/>
                <a:gd name="T15" fmla="*/ 581 h 688"/>
                <a:gd name="T16" fmla="*/ 280 w 688"/>
                <a:gd name="T17" fmla="*/ 429 h 688"/>
                <a:gd name="T18" fmla="*/ 283 w 688"/>
                <a:gd name="T19" fmla="*/ 418 h 688"/>
                <a:gd name="T20" fmla="*/ 290 w 688"/>
                <a:gd name="T21" fmla="*/ 412 h 688"/>
                <a:gd name="T22" fmla="*/ 296 w 688"/>
                <a:gd name="T23" fmla="*/ 410 h 688"/>
                <a:gd name="T24" fmla="*/ 434 w 688"/>
                <a:gd name="T25" fmla="*/ 525 h 688"/>
                <a:gd name="T26" fmla="*/ 688 w 688"/>
                <a:gd name="T27" fmla="*/ 301 h 688"/>
                <a:gd name="T28" fmla="*/ 430 w 688"/>
                <a:gd name="T29" fmla="*/ 301 h 688"/>
                <a:gd name="T30" fmla="*/ 495 w 688"/>
                <a:gd name="T31" fmla="*/ 237 h 688"/>
                <a:gd name="T32" fmla="*/ 495 w 688"/>
                <a:gd name="T33" fmla="*/ 366 h 688"/>
                <a:gd name="T34" fmla="*/ 430 w 688"/>
                <a:gd name="T35" fmla="*/ 301 h 688"/>
                <a:gd name="T36" fmla="*/ 86 w 688"/>
                <a:gd name="T37" fmla="*/ 237 h 688"/>
                <a:gd name="T38" fmla="*/ 215 w 688"/>
                <a:gd name="T39" fmla="*/ 301 h 688"/>
                <a:gd name="T40" fmla="*/ 86 w 688"/>
                <a:gd name="T41" fmla="*/ 366 h 688"/>
                <a:gd name="T42" fmla="*/ 258 w 688"/>
                <a:gd name="T43" fmla="*/ 645 h 688"/>
                <a:gd name="T44" fmla="*/ 172 w 688"/>
                <a:gd name="T45" fmla="*/ 452 h 688"/>
                <a:gd name="T46" fmla="*/ 175 w 688"/>
                <a:gd name="T47" fmla="*/ 409 h 688"/>
                <a:gd name="T48" fmla="*/ 240 w 688"/>
                <a:gd name="T49" fmla="*/ 409 h 688"/>
                <a:gd name="T50" fmla="*/ 236 w 688"/>
                <a:gd name="T51" fmla="*/ 581 h 688"/>
                <a:gd name="T52" fmla="*/ 258 w 688"/>
                <a:gd name="T53" fmla="*/ 627 h 688"/>
                <a:gd name="T54" fmla="*/ 284 w 688"/>
                <a:gd name="T55" fmla="*/ 366 h 688"/>
                <a:gd name="T56" fmla="*/ 280 w 688"/>
                <a:gd name="T57" fmla="*/ 366 h 688"/>
                <a:gd name="T58" fmla="*/ 280 w 688"/>
                <a:gd name="T59" fmla="*/ 237 h 688"/>
                <a:gd name="T60" fmla="*/ 396 w 688"/>
                <a:gd name="T61" fmla="*/ 193 h 688"/>
                <a:gd name="T62" fmla="*/ 396 w 688"/>
                <a:gd name="T63" fmla="*/ 409 h 688"/>
                <a:gd name="T64" fmla="*/ 538 w 688"/>
                <a:gd name="T65" fmla="*/ 559 h 688"/>
                <a:gd name="T66" fmla="*/ 495 w 688"/>
                <a:gd name="T67" fmla="*/ 409 h 688"/>
                <a:gd name="T68" fmla="*/ 495 w 688"/>
                <a:gd name="T69" fmla="*/ 194 h 688"/>
                <a:gd name="T70" fmla="*/ 538 w 688"/>
                <a:gd name="T71" fmla="*/ 43 h 688"/>
                <a:gd name="T72" fmla="*/ 538 w 688"/>
                <a:gd name="T73" fmla="*/ 559 h 6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88" h="688">
                  <a:moveTo>
                    <a:pt x="538" y="0"/>
                  </a:moveTo>
                  <a:cubicBezTo>
                    <a:pt x="493" y="0"/>
                    <a:pt x="459" y="30"/>
                    <a:pt x="434" y="77"/>
                  </a:cubicBezTo>
                  <a:cubicBezTo>
                    <a:pt x="433" y="77"/>
                    <a:pt x="433" y="77"/>
                    <a:pt x="433" y="77"/>
                  </a:cubicBezTo>
                  <a:cubicBezTo>
                    <a:pt x="397" y="148"/>
                    <a:pt x="343" y="194"/>
                    <a:pt x="284" y="194"/>
                  </a:cubicBezTo>
                  <a:cubicBezTo>
                    <a:pt x="270" y="194"/>
                    <a:pt x="270" y="194"/>
                    <a:pt x="270" y="194"/>
                  </a:cubicBezTo>
                  <a:cubicBezTo>
                    <a:pt x="175" y="194"/>
                    <a:pt x="175" y="194"/>
                    <a:pt x="175" y="194"/>
                  </a:cubicBezTo>
                  <a:cubicBezTo>
                    <a:pt x="86" y="194"/>
                    <a:pt x="86" y="194"/>
                    <a:pt x="86" y="194"/>
                  </a:cubicBezTo>
                  <a:cubicBezTo>
                    <a:pt x="38" y="194"/>
                    <a:pt x="0" y="241"/>
                    <a:pt x="0" y="301"/>
                  </a:cubicBezTo>
                  <a:cubicBezTo>
                    <a:pt x="0" y="361"/>
                    <a:pt x="38" y="409"/>
                    <a:pt x="86" y="409"/>
                  </a:cubicBezTo>
                  <a:cubicBezTo>
                    <a:pt x="110" y="409"/>
                    <a:pt x="129" y="428"/>
                    <a:pt x="129" y="452"/>
                  </a:cubicBezTo>
                  <a:cubicBezTo>
                    <a:pt x="129" y="645"/>
                    <a:pt x="129" y="645"/>
                    <a:pt x="129" y="645"/>
                  </a:cubicBezTo>
                  <a:cubicBezTo>
                    <a:pt x="129" y="669"/>
                    <a:pt x="148" y="688"/>
                    <a:pt x="172" y="688"/>
                  </a:cubicBezTo>
                  <a:cubicBezTo>
                    <a:pt x="258" y="688"/>
                    <a:pt x="258" y="688"/>
                    <a:pt x="258" y="688"/>
                  </a:cubicBezTo>
                  <a:cubicBezTo>
                    <a:pt x="282" y="688"/>
                    <a:pt x="301" y="669"/>
                    <a:pt x="301" y="645"/>
                  </a:cubicBezTo>
                  <a:cubicBezTo>
                    <a:pt x="301" y="624"/>
                    <a:pt x="301" y="624"/>
                    <a:pt x="301" y="624"/>
                  </a:cubicBezTo>
                  <a:cubicBezTo>
                    <a:pt x="301" y="602"/>
                    <a:pt x="279" y="592"/>
                    <a:pt x="279" y="581"/>
                  </a:cubicBezTo>
                  <a:cubicBezTo>
                    <a:pt x="279" y="430"/>
                    <a:pt x="279" y="430"/>
                    <a:pt x="279" y="430"/>
                  </a:cubicBezTo>
                  <a:cubicBezTo>
                    <a:pt x="279" y="429"/>
                    <a:pt x="280" y="429"/>
                    <a:pt x="280" y="429"/>
                  </a:cubicBezTo>
                  <a:cubicBezTo>
                    <a:pt x="280" y="426"/>
                    <a:pt x="281" y="423"/>
                    <a:pt x="282" y="420"/>
                  </a:cubicBezTo>
                  <a:cubicBezTo>
                    <a:pt x="283" y="419"/>
                    <a:pt x="283" y="419"/>
                    <a:pt x="283" y="418"/>
                  </a:cubicBezTo>
                  <a:cubicBezTo>
                    <a:pt x="285" y="416"/>
                    <a:pt x="287" y="414"/>
                    <a:pt x="290" y="412"/>
                  </a:cubicBezTo>
                  <a:cubicBezTo>
                    <a:pt x="290" y="412"/>
                    <a:pt x="290" y="412"/>
                    <a:pt x="290" y="412"/>
                  </a:cubicBezTo>
                  <a:cubicBezTo>
                    <a:pt x="290" y="412"/>
                    <a:pt x="290" y="412"/>
                    <a:pt x="291" y="412"/>
                  </a:cubicBezTo>
                  <a:cubicBezTo>
                    <a:pt x="292" y="411"/>
                    <a:pt x="294" y="410"/>
                    <a:pt x="296" y="410"/>
                  </a:cubicBezTo>
                  <a:cubicBezTo>
                    <a:pt x="350" y="416"/>
                    <a:pt x="400" y="459"/>
                    <a:pt x="433" y="525"/>
                  </a:cubicBezTo>
                  <a:cubicBezTo>
                    <a:pt x="434" y="525"/>
                    <a:pt x="434" y="525"/>
                    <a:pt x="434" y="525"/>
                  </a:cubicBezTo>
                  <a:cubicBezTo>
                    <a:pt x="459" y="572"/>
                    <a:pt x="493" y="602"/>
                    <a:pt x="538" y="602"/>
                  </a:cubicBezTo>
                  <a:cubicBezTo>
                    <a:pt x="636" y="602"/>
                    <a:pt x="688" y="451"/>
                    <a:pt x="688" y="301"/>
                  </a:cubicBezTo>
                  <a:cubicBezTo>
                    <a:pt x="688" y="151"/>
                    <a:pt x="636" y="0"/>
                    <a:pt x="538" y="0"/>
                  </a:cubicBezTo>
                  <a:close/>
                  <a:moveTo>
                    <a:pt x="430" y="301"/>
                  </a:moveTo>
                  <a:cubicBezTo>
                    <a:pt x="430" y="279"/>
                    <a:pt x="431" y="257"/>
                    <a:pt x="434" y="237"/>
                  </a:cubicBezTo>
                  <a:cubicBezTo>
                    <a:pt x="495" y="237"/>
                    <a:pt x="495" y="237"/>
                    <a:pt x="495" y="237"/>
                  </a:cubicBezTo>
                  <a:cubicBezTo>
                    <a:pt x="518" y="237"/>
                    <a:pt x="538" y="265"/>
                    <a:pt x="538" y="301"/>
                  </a:cubicBezTo>
                  <a:cubicBezTo>
                    <a:pt x="538" y="337"/>
                    <a:pt x="518" y="366"/>
                    <a:pt x="495" y="366"/>
                  </a:cubicBezTo>
                  <a:cubicBezTo>
                    <a:pt x="434" y="366"/>
                    <a:pt x="434" y="366"/>
                    <a:pt x="434" y="366"/>
                  </a:cubicBezTo>
                  <a:cubicBezTo>
                    <a:pt x="431" y="345"/>
                    <a:pt x="430" y="323"/>
                    <a:pt x="430" y="301"/>
                  </a:cubicBezTo>
                  <a:close/>
                  <a:moveTo>
                    <a:pt x="43" y="301"/>
                  </a:moveTo>
                  <a:cubicBezTo>
                    <a:pt x="43" y="265"/>
                    <a:pt x="62" y="237"/>
                    <a:pt x="86" y="237"/>
                  </a:cubicBezTo>
                  <a:cubicBezTo>
                    <a:pt x="237" y="237"/>
                    <a:pt x="237" y="237"/>
                    <a:pt x="237" y="237"/>
                  </a:cubicBezTo>
                  <a:cubicBezTo>
                    <a:pt x="223" y="252"/>
                    <a:pt x="215" y="275"/>
                    <a:pt x="215" y="301"/>
                  </a:cubicBezTo>
                  <a:cubicBezTo>
                    <a:pt x="215" y="327"/>
                    <a:pt x="223" y="350"/>
                    <a:pt x="237" y="366"/>
                  </a:cubicBezTo>
                  <a:cubicBezTo>
                    <a:pt x="86" y="366"/>
                    <a:pt x="86" y="366"/>
                    <a:pt x="86" y="366"/>
                  </a:cubicBezTo>
                  <a:cubicBezTo>
                    <a:pt x="62" y="366"/>
                    <a:pt x="43" y="337"/>
                    <a:pt x="43" y="301"/>
                  </a:cubicBezTo>
                  <a:close/>
                  <a:moveTo>
                    <a:pt x="258" y="645"/>
                  </a:moveTo>
                  <a:cubicBezTo>
                    <a:pt x="172" y="645"/>
                    <a:pt x="172" y="645"/>
                    <a:pt x="172" y="645"/>
                  </a:cubicBezTo>
                  <a:cubicBezTo>
                    <a:pt x="172" y="452"/>
                    <a:pt x="172" y="452"/>
                    <a:pt x="172" y="452"/>
                  </a:cubicBezTo>
                  <a:cubicBezTo>
                    <a:pt x="172" y="436"/>
                    <a:pt x="168" y="421"/>
                    <a:pt x="160" y="409"/>
                  </a:cubicBezTo>
                  <a:cubicBezTo>
                    <a:pt x="175" y="409"/>
                    <a:pt x="175" y="409"/>
                    <a:pt x="175" y="409"/>
                  </a:cubicBezTo>
                  <a:cubicBezTo>
                    <a:pt x="175" y="409"/>
                    <a:pt x="175" y="409"/>
                    <a:pt x="175" y="409"/>
                  </a:cubicBezTo>
                  <a:cubicBezTo>
                    <a:pt x="240" y="409"/>
                    <a:pt x="240" y="409"/>
                    <a:pt x="240" y="409"/>
                  </a:cubicBezTo>
                  <a:cubicBezTo>
                    <a:pt x="238" y="415"/>
                    <a:pt x="236" y="423"/>
                    <a:pt x="236" y="430"/>
                  </a:cubicBezTo>
                  <a:cubicBezTo>
                    <a:pt x="236" y="581"/>
                    <a:pt x="236" y="581"/>
                    <a:pt x="236" y="581"/>
                  </a:cubicBezTo>
                  <a:cubicBezTo>
                    <a:pt x="236" y="601"/>
                    <a:pt x="248" y="615"/>
                    <a:pt x="255" y="623"/>
                  </a:cubicBezTo>
                  <a:cubicBezTo>
                    <a:pt x="256" y="624"/>
                    <a:pt x="257" y="626"/>
                    <a:pt x="258" y="627"/>
                  </a:cubicBezTo>
                  <a:lnTo>
                    <a:pt x="258" y="645"/>
                  </a:lnTo>
                  <a:close/>
                  <a:moveTo>
                    <a:pt x="284" y="366"/>
                  </a:moveTo>
                  <a:cubicBezTo>
                    <a:pt x="280" y="366"/>
                    <a:pt x="280" y="366"/>
                    <a:pt x="280" y="366"/>
                  </a:cubicBezTo>
                  <a:cubicBezTo>
                    <a:pt x="280" y="366"/>
                    <a:pt x="280" y="366"/>
                    <a:pt x="280" y="366"/>
                  </a:cubicBezTo>
                  <a:cubicBezTo>
                    <a:pt x="256" y="366"/>
                    <a:pt x="237" y="337"/>
                    <a:pt x="237" y="301"/>
                  </a:cubicBezTo>
                  <a:cubicBezTo>
                    <a:pt x="237" y="265"/>
                    <a:pt x="256" y="237"/>
                    <a:pt x="280" y="237"/>
                  </a:cubicBezTo>
                  <a:cubicBezTo>
                    <a:pt x="284" y="237"/>
                    <a:pt x="284" y="237"/>
                    <a:pt x="284" y="237"/>
                  </a:cubicBezTo>
                  <a:cubicBezTo>
                    <a:pt x="325" y="237"/>
                    <a:pt x="363" y="221"/>
                    <a:pt x="396" y="193"/>
                  </a:cubicBezTo>
                  <a:cubicBezTo>
                    <a:pt x="390" y="228"/>
                    <a:pt x="387" y="264"/>
                    <a:pt x="387" y="301"/>
                  </a:cubicBezTo>
                  <a:cubicBezTo>
                    <a:pt x="387" y="338"/>
                    <a:pt x="390" y="375"/>
                    <a:pt x="396" y="409"/>
                  </a:cubicBezTo>
                  <a:cubicBezTo>
                    <a:pt x="363" y="382"/>
                    <a:pt x="325" y="366"/>
                    <a:pt x="284" y="366"/>
                  </a:cubicBezTo>
                  <a:close/>
                  <a:moveTo>
                    <a:pt x="538" y="559"/>
                  </a:moveTo>
                  <a:cubicBezTo>
                    <a:pt x="494" y="559"/>
                    <a:pt x="457" y="497"/>
                    <a:pt x="440" y="409"/>
                  </a:cubicBezTo>
                  <a:cubicBezTo>
                    <a:pt x="495" y="409"/>
                    <a:pt x="495" y="409"/>
                    <a:pt x="495" y="409"/>
                  </a:cubicBezTo>
                  <a:cubicBezTo>
                    <a:pt x="543" y="409"/>
                    <a:pt x="581" y="361"/>
                    <a:pt x="581" y="301"/>
                  </a:cubicBezTo>
                  <a:cubicBezTo>
                    <a:pt x="581" y="241"/>
                    <a:pt x="543" y="194"/>
                    <a:pt x="495" y="194"/>
                  </a:cubicBezTo>
                  <a:cubicBezTo>
                    <a:pt x="440" y="194"/>
                    <a:pt x="440" y="194"/>
                    <a:pt x="440" y="194"/>
                  </a:cubicBezTo>
                  <a:cubicBezTo>
                    <a:pt x="457" y="105"/>
                    <a:pt x="494" y="43"/>
                    <a:pt x="538" y="43"/>
                  </a:cubicBezTo>
                  <a:cubicBezTo>
                    <a:pt x="597" y="43"/>
                    <a:pt x="645" y="159"/>
                    <a:pt x="645" y="301"/>
                  </a:cubicBezTo>
                  <a:cubicBezTo>
                    <a:pt x="645" y="443"/>
                    <a:pt x="597" y="559"/>
                    <a:pt x="538" y="559"/>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grpSp>
      <p:cxnSp>
        <p:nvCxnSpPr>
          <p:cNvPr id="64" name="Straight Connector 63"/>
          <p:cNvCxnSpPr/>
          <p:nvPr/>
        </p:nvCxnSpPr>
        <p:spPr>
          <a:xfrm>
            <a:off x="4270744" y="2649082"/>
            <a:ext cx="582542" cy="0"/>
          </a:xfrm>
          <a:prstGeom prst="line">
            <a:avLst/>
          </a:prstGeom>
          <a:ln w="12700">
            <a:solidFill>
              <a:schemeClr val="bg1">
                <a:lumMod val="75000"/>
              </a:schemeClr>
            </a:soli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a:off x="7643276" y="2611423"/>
            <a:ext cx="582542" cy="0"/>
          </a:xfrm>
          <a:prstGeom prst="line">
            <a:avLst/>
          </a:prstGeom>
          <a:ln w="12700">
            <a:solidFill>
              <a:schemeClr val="bg1">
                <a:lumMod val="75000"/>
              </a:schemeClr>
            </a:solidFill>
            <a:prstDash val="dash"/>
            <a:headEnd type="none"/>
            <a:tailEnd type="oval"/>
          </a:ln>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a:off x="4270744" y="4094981"/>
            <a:ext cx="582542" cy="0"/>
          </a:xfrm>
          <a:prstGeom prst="line">
            <a:avLst/>
          </a:prstGeom>
          <a:ln w="12700">
            <a:solidFill>
              <a:schemeClr val="bg1">
                <a:lumMod val="75000"/>
              </a:schemeClr>
            </a:soli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67" name="Straight Connector 66"/>
          <p:cNvCxnSpPr/>
          <p:nvPr/>
        </p:nvCxnSpPr>
        <p:spPr>
          <a:xfrm>
            <a:off x="7643276" y="4057322"/>
            <a:ext cx="582542" cy="0"/>
          </a:xfrm>
          <a:prstGeom prst="line">
            <a:avLst/>
          </a:prstGeom>
          <a:ln w="12700">
            <a:solidFill>
              <a:schemeClr val="bg1">
                <a:lumMod val="75000"/>
              </a:schemeClr>
            </a:solidFill>
            <a:prstDash val="dash"/>
            <a:headEnd type="none"/>
            <a:tailEnd type="oval"/>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a:off x="4270744" y="5535691"/>
            <a:ext cx="582542" cy="0"/>
          </a:xfrm>
          <a:prstGeom prst="line">
            <a:avLst/>
          </a:prstGeom>
          <a:ln w="12700">
            <a:solidFill>
              <a:schemeClr val="bg1">
                <a:lumMod val="75000"/>
              </a:schemeClr>
            </a:soli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a:off x="7643276" y="5498032"/>
            <a:ext cx="582542" cy="0"/>
          </a:xfrm>
          <a:prstGeom prst="line">
            <a:avLst/>
          </a:prstGeom>
          <a:ln w="12700">
            <a:solidFill>
              <a:schemeClr val="bg1">
                <a:lumMod val="75000"/>
              </a:schemeClr>
            </a:solidFill>
            <a:prstDash val="dash"/>
            <a:headEnd type="none"/>
            <a:tailEnd type="oval"/>
          </a:ln>
        </p:spPr>
        <p:style>
          <a:lnRef idx="1">
            <a:schemeClr val="accent1"/>
          </a:lnRef>
          <a:fillRef idx="0">
            <a:schemeClr val="accent1"/>
          </a:fillRef>
          <a:effectRef idx="0">
            <a:schemeClr val="accent1"/>
          </a:effectRef>
          <a:fontRef idx="minor">
            <a:schemeClr val="tx1"/>
          </a:fontRef>
        </p:style>
      </p:cxnSp>
      <p:grpSp>
        <p:nvGrpSpPr>
          <p:cNvPr id="4" name="Group 3"/>
          <p:cNvGrpSpPr/>
          <p:nvPr/>
        </p:nvGrpSpPr>
        <p:grpSpPr>
          <a:xfrm>
            <a:off x="3299078" y="2194469"/>
            <a:ext cx="901768" cy="901768"/>
            <a:chOff x="2670537" y="2209359"/>
            <a:chExt cx="901768" cy="901768"/>
          </a:xfrm>
        </p:grpSpPr>
        <p:sp>
          <p:nvSpPr>
            <p:cNvPr id="27" name="Oval 26"/>
            <p:cNvSpPr/>
            <p:nvPr/>
          </p:nvSpPr>
          <p:spPr>
            <a:xfrm>
              <a:off x="2670537" y="2209359"/>
              <a:ext cx="901768" cy="901768"/>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a:solidFill>
                  <a:prstClr val="white"/>
                </a:solidFill>
              </a:endParaRPr>
            </a:p>
          </p:txBody>
        </p:sp>
        <p:grpSp>
          <p:nvGrpSpPr>
            <p:cNvPr id="18" name="Group 17"/>
            <p:cNvGrpSpPr/>
            <p:nvPr/>
          </p:nvGrpSpPr>
          <p:grpSpPr>
            <a:xfrm>
              <a:off x="2939009" y="2416653"/>
              <a:ext cx="344442" cy="500499"/>
              <a:chOff x="-1587" y="-1587"/>
              <a:chExt cx="4211637" cy="6119812"/>
            </a:xfrm>
            <a:solidFill>
              <a:schemeClr val="bg1"/>
            </a:solidFill>
          </p:grpSpPr>
          <p:sp>
            <p:nvSpPr>
              <p:cNvPr id="19" name="Freeform 39"/>
              <p:cNvSpPr>
                <a:spLocks noEditPoints="1"/>
              </p:cNvSpPr>
              <p:nvPr/>
            </p:nvSpPr>
            <p:spPr bwMode="auto">
              <a:xfrm>
                <a:off x="-1587" y="-1587"/>
                <a:ext cx="4211637" cy="6119812"/>
              </a:xfrm>
              <a:custGeom>
                <a:avLst/>
                <a:gdLst>
                  <a:gd name="T0" fmla="*/ 560 w 1120"/>
                  <a:gd name="T1" fmla="*/ 0 h 1629"/>
                  <a:gd name="T2" fmla="*/ 0 w 1120"/>
                  <a:gd name="T3" fmla="*/ 560 h 1629"/>
                  <a:gd name="T4" fmla="*/ 256 w 1120"/>
                  <a:gd name="T5" fmla="*/ 1174 h 1629"/>
                  <a:gd name="T6" fmla="*/ 560 w 1120"/>
                  <a:gd name="T7" fmla="*/ 1629 h 1629"/>
                  <a:gd name="T8" fmla="*/ 864 w 1120"/>
                  <a:gd name="T9" fmla="*/ 1175 h 1629"/>
                  <a:gd name="T10" fmla="*/ 1120 w 1120"/>
                  <a:gd name="T11" fmla="*/ 560 h 1629"/>
                  <a:gd name="T12" fmla="*/ 560 w 1120"/>
                  <a:gd name="T13" fmla="*/ 0 h 1629"/>
                  <a:gd name="T14" fmla="*/ 692 w 1120"/>
                  <a:gd name="T15" fmla="*/ 1383 h 1629"/>
                  <a:gd name="T16" fmla="*/ 440 w 1120"/>
                  <a:gd name="T17" fmla="*/ 1415 h 1629"/>
                  <a:gd name="T18" fmla="*/ 409 w 1120"/>
                  <a:gd name="T19" fmla="*/ 1319 h 1629"/>
                  <a:gd name="T20" fmla="*/ 409 w 1120"/>
                  <a:gd name="T21" fmla="*/ 1317 h 1629"/>
                  <a:gd name="T22" fmla="*/ 724 w 1120"/>
                  <a:gd name="T23" fmla="*/ 1278 h 1629"/>
                  <a:gd name="T24" fmla="*/ 710 w 1120"/>
                  <a:gd name="T25" fmla="*/ 1323 h 1629"/>
                  <a:gd name="T26" fmla="*/ 692 w 1120"/>
                  <a:gd name="T27" fmla="*/ 1383 h 1629"/>
                  <a:gd name="T28" fmla="*/ 394 w 1120"/>
                  <a:gd name="T29" fmla="*/ 1268 h 1629"/>
                  <a:gd name="T30" fmla="*/ 363 w 1120"/>
                  <a:gd name="T31" fmla="*/ 1171 h 1629"/>
                  <a:gd name="T32" fmla="*/ 758 w 1120"/>
                  <a:gd name="T33" fmla="*/ 1171 h 1629"/>
                  <a:gd name="T34" fmla="*/ 740 w 1120"/>
                  <a:gd name="T35" fmla="*/ 1225 h 1629"/>
                  <a:gd name="T36" fmla="*/ 394 w 1120"/>
                  <a:gd name="T37" fmla="*/ 1268 h 1629"/>
                  <a:gd name="T38" fmla="*/ 560 w 1120"/>
                  <a:gd name="T39" fmla="*/ 1527 h 1629"/>
                  <a:gd name="T40" fmla="*/ 458 w 1120"/>
                  <a:gd name="T41" fmla="*/ 1464 h 1629"/>
                  <a:gd name="T42" fmla="*/ 674 w 1120"/>
                  <a:gd name="T43" fmla="*/ 1437 h 1629"/>
                  <a:gd name="T44" fmla="*/ 560 w 1120"/>
                  <a:gd name="T45" fmla="*/ 1527 h 1629"/>
                  <a:gd name="T46" fmla="*/ 798 w 1120"/>
                  <a:gd name="T47" fmla="*/ 1069 h 1629"/>
                  <a:gd name="T48" fmla="*/ 323 w 1120"/>
                  <a:gd name="T49" fmla="*/ 1069 h 1629"/>
                  <a:gd name="T50" fmla="*/ 237 w 1120"/>
                  <a:gd name="T51" fmla="*/ 905 h 1629"/>
                  <a:gd name="T52" fmla="*/ 102 w 1120"/>
                  <a:gd name="T53" fmla="*/ 560 h 1629"/>
                  <a:gd name="T54" fmla="*/ 560 w 1120"/>
                  <a:gd name="T55" fmla="*/ 102 h 1629"/>
                  <a:gd name="T56" fmla="*/ 1018 w 1120"/>
                  <a:gd name="T57" fmla="*/ 560 h 1629"/>
                  <a:gd name="T58" fmla="*/ 883 w 1120"/>
                  <a:gd name="T59" fmla="*/ 906 h 1629"/>
                  <a:gd name="T60" fmla="*/ 798 w 1120"/>
                  <a:gd name="T61" fmla="*/ 1069 h 16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20" h="1629">
                    <a:moveTo>
                      <a:pt x="560" y="0"/>
                    </a:moveTo>
                    <a:cubicBezTo>
                      <a:pt x="251" y="0"/>
                      <a:pt x="0" y="251"/>
                      <a:pt x="0" y="560"/>
                    </a:cubicBezTo>
                    <a:cubicBezTo>
                      <a:pt x="0" y="765"/>
                      <a:pt x="188" y="983"/>
                      <a:pt x="256" y="1174"/>
                    </a:cubicBezTo>
                    <a:cubicBezTo>
                      <a:pt x="358" y="1459"/>
                      <a:pt x="347" y="1629"/>
                      <a:pt x="560" y="1629"/>
                    </a:cubicBezTo>
                    <a:cubicBezTo>
                      <a:pt x="776" y="1629"/>
                      <a:pt x="762" y="1459"/>
                      <a:pt x="864" y="1175"/>
                    </a:cubicBezTo>
                    <a:cubicBezTo>
                      <a:pt x="932" y="983"/>
                      <a:pt x="1120" y="764"/>
                      <a:pt x="1120" y="560"/>
                    </a:cubicBezTo>
                    <a:cubicBezTo>
                      <a:pt x="1120" y="251"/>
                      <a:pt x="869" y="0"/>
                      <a:pt x="560" y="0"/>
                    </a:cubicBezTo>
                    <a:close/>
                    <a:moveTo>
                      <a:pt x="692" y="1383"/>
                    </a:moveTo>
                    <a:cubicBezTo>
                      <a:pt x="440" y="1415"/>
                      <a:pt x="440" y="1415"/>
                      <a:pt x="440" y="1415"/>
                    </a:cubicBezTo>
                    <a:cubicBezTo>
                      <a:pt x="431" y="1389"/>
                      <a:pt x="421" y="1358"/>
                      <a:pt x="409" y="1319"/>
                    </a:cubicBezTo>
                    <a:cubicBezTo>
                      <a:pt x="409" y="1318"/>
                      <a:pt x="409" y="1318"/>
                      <a:pt x="409" y="1317"/>
                    </a:cubicBezTo>
                    <a:cubicBezTo>
                      <a:pt x="724" y="1278"/>
                      <a:pt x="724" y="1278"/>
                      <a:pt x="724" y="1278"/>
                    </a:cubicBezTo>
                    <a:cubicBezTo>
                      <a:pt x="719" y="1293"/>
                      <a:pt x="714" y="1309"/>
                      <a:pt x="710" y="1323"/>
                    </a:cubicBezTo>
                    <a:cubicBezTo>
                      <a:pt x="704" y="1346"/>
                      <a:pt x="698" y="1365"/>
                      <a:pt x="692" y="1383"/>
                    </a:cubicBezTo>
                    <a:close/>
                    <a:moveTo>
                      <a:pt x="394" y="1268"/>
                    </a:moveTo>
                    <a:cubicBezTo>
                      <a:pt x="385" y="1237"/>
                      <a:pt x="374" y="1205"/>
                      <a:pt x="363" y="1171"/>
                    </a:cubicBezTo>
                    <a:cubicBezTo>
                      <a:pt x="758" y="1171"/>
                      <a:pt x="758" y="1171"/>
                      <a:pt x="758" y="1171"/>
                    </a:cubicBezTo>
                    <a:cubicBezTo>
                      <a:pt x="752" y="1189"/>
                      <a:pt x="745" y="1208"/>
                      <a:pt x="740" y="1225"/>
                    </a:cubicBezTo>
                    <a:lnTo>
                      <a:pt x="394" y="1268"/>
                    </a:lnTo>
                    <a:close/>
                    <a:moveTo>
                      <a:pt x="560" y="1527"/>
                    </a:moveTo>
                    <a:cubicBezTo>
                      <a:pt x="508" y="1527"/>
                      <a:pt x="485" y="1521"/>
                      <a:pt x="458" y="1464"/>
                    </a:cubicBezTo>
                    <a:cubicBezTo>
                      <a:pt x="674" y="1437"/>
                      <a:pt x="674" y="1437"/>
                      <a:pt x="674" y="1437"/>
                    </a:cubicBezTo>
                    <a:cubicBezTo>
                      <a:pt x="643" y="1521"/>
                      <a:pt x="620" y="1527"/>
                      <a:pt x="560" y="1527"/>
                    </a:cubicBezTo>
                    <a:close/>
                    <a:moveTo>
                      <a:pt x="798" y="1069"/>
                    </a:moveTo>
                    <a:cubicBezTo>
                      <a:pt x="323" y="1069"/>
                      <a:pt x="323" y="1069"/>
                      <a:pt x="323" y="1069"/>
                    </a:cubicBezTo>
                    <a:cubicBezTo>
                      <a:pt x="297" y="1014"/>
                      <a:pt x="267" y="959"/>
                      <a:pt x="237" y="905"/>
                    </a:cubicBezTo>
                    <a:cubicBezTo>
                      <a:pt x="170" y="786"/>
                      <a:pt x="102" y="664"/>
                      <a:pt x="102" y="560"/>
                    </a:cubicBezTo>
                    <a:cubicBezTo>
                      <a:pt x="102" y="307"/>
                      <a:pt x="307" y="102"/>
                      <a:pt x="560" y="102"/>
                    </a:cubicBezTo>
                    <a:cubicBezTo>
                      <a:pt x="813" y="102"/>
                      <a:pt x="1018" y="307"/>
                      <a:pt x="1018" y="560"/>
                    </a:cubicBezTo>
                    <a:cubicBezTo>
                      <a:pt x="1018" y="663"/>
                      <a:pt x="949" y="786"/>
                      <a:pt x="883" y="906"/>
                    </a:cubicBezTo>
                    <a:cubicBezTo>
                      <a:pt x="853" y="960"/>
                      <a:pt x="823" y="1014"/>
                      <a:pt x="798" y="1069"/>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sp>
            <p:nvSpPr>
              <p:cNvPr id="20" name="Freeform 40"/>
              <p:cNvSpPr>
                <a:spLocks/>
              </p:cNvSpPr>
              <p:nvPr/>
            </p:nvSpPr>
            <p:spPr bwMode="auto">
              <a:xfrm>
                <a:off x="957263" y="955675"/>
                <a:ext cx="1239837" cy="1239837"/>
              </a:xfrm>
              <a:custGeom>
                <a:avLst/>
                <a:gdLst>
                  <a:gd name="T0" fmla="*/ 305 w 330"/>
                  <a:gd name="T1" fmla="*/ 0 h 330"/>
                  <a:gd name="T2" fmla="*/ 0 w 330"/>
                  <a:gd name="T3" fmla="*/ 305 h 330"/>
                  <a:gd name="T4" fmla="*/ 25 w 330"/>
                  <a:gd name="T5" fmla="*/ 330 h 330"/>
                  <a:gd name="T6" fmla="*/ 50 w 330"/>
                  <a:gd name="T7" fmla="*/ 305 h 330"/>
                  <a:gd name="T8" fmla="*/ 305 w 330"/>
                  <a:gd name="T9" fmla="*/ 50 h 330"/>
                  <a:gd name="T10" fmla="*/ 330 w 330"/>
                  <a:gd name="T11" fmla="*/ 25 h 330"/>
                  <a:gd name="T12" fmla="*/ 305 w 330"/>
                  <a:gd name="T13" fmla="*/ 0 h 330"/>
                </a:gdLst>
                <a:ahLst/>
                <a:cxnLst>
                  <a:cxn ang="0">
                    <a:pos x="T0" y="T1"/>
                  </a:cxn>
                  <a:cxn ang="0">
                    <a:pos x="T2" y="T3"/>
                  </a:cxn>
                  <a:cxn ang="0">
                    <a:pos x="T4" y="T5"/>
                  </a:cxn>
                  <a:cxn ang="0">
                    <a:pos x="T6" y="T7"/>
                  </a:cxn>
                  <a:cxn ang="0">
                    <a:pos x="T8" y="T9"/>
                  </a:cxn>
                  <a:cxn ang="0">
                    <a:pos x="T10" y="T11"/>
                  </a:cxn>
                  <a:cxn ang="0">
                    <a:pos x="T12" y="T13"/>
                  </a:cxn>
                </a:cxnLst>
                <a:rect l="0" t="0" r="r" b="b"/>
                <a:pathLst>
                  <a:path w="330" h="330">
                    <a:moveTo>
                      <a:pt x="305" y="0"/>
                    </a:moveTo>
                    <a:cubicBezTo>
                      <a:pt x="137" y="0"/>
                      <a:pt x="0" y="137"/>
                      <a:pt x="0" y="305"/>
                    </a:cubicBezTo>
                    <a:cubicBezTo>
                      <a:pt x="0" y="319"/>
                      <a:pt x="11" y="330"/>
                      <a:pt x="25" y="330"/>
                    </a:cubicBezTo>
                    <a:cubicBezTo>
                      <a:pt x="39" y="330"/>
                      <a:pt x="50" y="319"/>
                      <a:pt x="50" y="305"/>
                    </a:cubicBezTo>
                    <a:cubicBezTo>
                      <a:pt x="50" y="165"/>
                      <a:pt x="165" y="50"/>
                      <a:pt x="305" y="50"/>
                    </a:cubicBezTo>
                    <a:cubicBezTo>
                      <a:pt x="319" y="50"/>
                      <a:pt x="330" y="39"/>
                      <a:pt x="330" y="25"/>
                    </a:cubicBezTo>
                    <a:cubicBezTo>
                      <a:pt x="330" y="11"/>
                      <a:pt x="319" y="0"/>
                      <a:pt x="305"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grpSp>
      </p:grpSp>
      <p:grpSp>
        <p:nvGrpSpPr>
          <p:cNvPr id="5" name="Group 4"/>
          <p:cNvGrpSpPr/>
          <p:nvPr/>
        </p:nvGrpSpPr>
        <p:grpSpPr>
          <a:xfrm>
            <a:off x="3299078" y="3629097"/>
            <a:ext cx="901768" cy="901768"/>
            <a:chOff x="2670537" y="3643987"/>
            <a:chExt cx="901768" cy="901768"/>
          </a:xfrm>
        </p:grpSpPr>
        <p:sp>
          <p:nvSpPr>
            <p:cNvPr id="32" name="Oval 31"/>
            <p:cNvSpPr/>
            <p:nvPr/>
          </p:nvSpPr>
          <p:spPr>
            <a:xfrm>
              <a:off x="2670537" y="3643987"/>
              <a:ext cx="901768" cy="90176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a:solidFill>
                  <a:prstClr val="white"/>
                </a:solidFill>
              </a:endParaRPr>
            </a:p>
          </p:txBody>
        </p:sp>
        <p:sp>
          <p:nvSpPr>
            <p:cNvPr id="70" name="Freeform 37"/>
            <p:cNvSpPr>
              <a:spLocks noEditPoints="1"/>
            </p:cNvSpPr>
            <p:nvPr/>
          </p:nvSpPr>
          <p:spPr bwMode="auto">
            <a:xfrm>
              <a:off x="2933962" y="3908360"/>
              <a:ext cx="369725" cy="367162"/>
            </a:xfrm>
            <a:custGeom>
              <a:avLst/>
              <a:gdLst>
                <a:gd name="T0" fmla="*/ 0 w 120"/>
                <a:gd name="T1" fmla="*/ 60 h 120"/>
                <a:gd name="T2" fmla="*/ 120 w 120"/>
                <a:gd name="T3" fmla="*/ 60 h 120"/>
                <a:gd name="T4" fmla="*/ 83 w 120"/>
                <a:gd name="T5" fmla="*/ 24 h 120"/>
                <a:gd name="T6" fmla="*/ 86 w 120"/>
                <a:gd name="T7" fmla="*/ 14 h 120"/>
                <a:gd name="T8" fmla="*/ 86 w 120"/>
                <a:gd name="T9" fmla="*/ 28 h 120"/>
                <a:gd name="T10" fmla="*/ 47 w 120"/>
                <a:gd name="T11" fmla="*/ 77 h 120"/>
                <a:gd name="T12" fmla="*/ 41 w 120"/>
                <a:gd name="T13" fmla="*/ 88 h 120"/>
                <a:gd name="T14" fmla="*/ 38 w 120"/>
                <a:gd name="T15" fmla="*/ 95 h 120"/>
                <a:gd name="T16" fmla="*/ 37 w 120"/>
                <a:gd name="T17" fmla="*/ 110 h 120"/>
                <a:gd name="T18" fmla="*/ 31 w 120"/>
                <a:gd name="T19" fmla="*/ 99 h 120"/>
                <a:gd name="T20" fmla="*/ 26 w 120"/>
                <a:gd name="T21" fmla="*/ 89 h 120"/>
                <a:gd name="T22" fmla="*/ 17 w 120"/>
                <a:gd name="T23" fmla="*/ 82 h 120"/>
                <a:gd name="T24" fmla="*/ 16 w 120"/>
                <a:gd name="T25" fmla="*/ 68 h 120"/>
                <a:gd name="T26" fmla="*/ 15 w 120"/>
                <a:gd name="T27" fmla="*/ 60 h 120"/>
                <a:gd name="T28" fmla="*/ 10 w 120"/>
                <a:gd name="T29" fmla="*/ 54 h 120"/>
                <a:gd name="T30" fmla="*/ 10 w 120"/>
                <a:gd name="T31" fmla="*/ 45 h 120"/>
                <a:gd name="T32" fmla="*/ 38 w 120"/>
                <a:gd name="T33" fmla="*/ 20 h 120"/>
                <a:gd name="T34" fmla="*/ 31 w 120"/>
                <a:gd name="T35" fmla="*/ 20 h 120"/>
                <a:gd name="T36" fmla="*/ 28 w 120"/>
                <a:gd name="T37" fmla="*/ 26 h 120"/>
                <a:gd name="T38" fmla="*/ 32 w 120"/>
                <a:gd name="T39" fmla="*/ 28 h 120"/>
                <a:gd name="T40" fmla="*/ 31 w 120"/>
                <a:gd name="T41" fmla="*/ 24 h 120"/>
                <a:gd name="T42" fmla="*/ 47 w 120"/>
                <a:gd name="T43" fmla="*/ 30 h 120"/>
                <a:gd name="T44" fmla="*/ 41 w 120"/>
                <a:gd name="T45" fmla="*/ 34 h 120"/>
                <a:gd name="T46" fmla="*/ 37 w 120"/>
                <a:gd name="T47" fmla="*/ 36 h 120"/>
                <a:gd name="T48" fmla="*/ 38 w 120"/>
                <a:gd name="T49" fmla="*/ 43 h 120"/>
                <a:gd name="T50" fmla="*/ 33 w 120"/>
                <a:gd name="T51" fmla="*/ 49 h 120"/>
                <a:gd name="T52" fmla="*/ 29 w 120"/>
                <a:gd name="T53" fmla="*/ 51 h 120"/>
                <a:gd name="T54" fmla="*/ 21 w 120"/>
                <a:gd name="T55" fmla="*/ 49 h 120"/>
                <a:gd name="T56" fmla="*/ 15 w 120"/>
                <a:gd name="T57" fmla="*/ 54 h 120"/>
                <a:gd name="T58" fmla="*/ 16 w 120"/>
                <a:gd name="T59" fmla="*/ 58 h 120"/>
                <a:gd name="T60" fmla="*/ 27 w 120"/>
                <a:gd name="T61" fmla="*/ 62 h 120"/>
                <a:gd name="T62" fmla="*/ 41 w 120"/>
                <a:gd name="T63" fmla="*/ 66 h 120"/>
                <a:gd name="T64" fmla="*/ 47 w 120"/>
                <a:gd name="T65" fmla="*/ 77 h 120"/>
                <a:gd name="T66" fmla="*/ 55 w 120"/>
                <a:gd name="T67" fmla="*/ 21 h 120"/>
                <a:gd name="T68" fmla="*/ 44 w 120"/>
                <a:gd name="T69" fmla="*/ 15 h 120"/>
                <a:gd name="T70" fmla="*/ 63 w 120"/>
                <a:gd name="T71" fmla="*/ 10 h 120"/>
                <a:gd name="T72" fmla="*/ 107 w 120"/>
                <a:gd name="T73" fmla="*/ 62 h 120"/>
                <a:gd name="T74" fmla="*/ 92 w 120"/>
                <a:gd name="T75" fmla="*/ 102 h 120"/>
                <a:gd name="T76" fmla="*/ 91 w 120"/>
                <a:gd name="T77" fmla="*/ 92 h 120"/>
                <a:gd name="T78" fmla="*/ 84 w 120"/>
                <a:gd name="T79" fmla="*/ 81 h 120"/>
                <a:gd name="T80" fmla="*/ 66 w 120"/>
                <a:gd name="T81" fmla="*/ 67 h 120"/>
                <a:gd name="T82" fmla="*/ 97 w 120"/>
                <a:gd name="T83" fmla="*/ 56 h 120"/>
                <a:gd name="T84" fmla="*/ 105 w 120"/>
                <a:gd name="T85" fmla="*/ 49 h 120"/>
                <a:gd name="T86" fmla="*/ 93 w 120"/>
                <a:gd name="T87" fmla="*/ 39 h 120"/>
                <a:gd name="T88" fmla="*/ 91 w 120"/>
                <a:gd name="T89" fmla="*/ 52 h 120"/>
                <a:gd name="T90" fmla="*/ 79 w 120"/>
                <a:gd name="T91" fmla="*/ 49 h 120"/>
                <a:gd name="T92" fmla="*/ 73 w 120"/>
                <a:gd name="T93" fmla="*/ 44 h 120"/>
                <a:gd name="T94" fmla="*/ 76 w 120"/>
                <a:gd name="T95" fmla="*/ 35 h 120"/>
                <a:gd name="T96" fmla="*/ 90 w 120"/>
                <a:gd name="T97" fmla="*/ 36 h 120"/>
                <a:gd name="T98" fmla="*/ 100 w 120"/>
                <a:gd name="T99" fmla="*/ 36 h 120"/>
                <a:gd name="T100" fmla="*/ 105 w 120"/>
                <a:gd name="T101" fmla="*/ 32 h 120"/>
                <a:gd name="T102" fmla="*/ 110 w 120"/>
                <a:gd name="T103" fmla="*/ 57 h 120"/>
                <a:gd name="T104" fmla="*/ 107 w 120"/>
                <a:gd name="T105" fmla="*/ 62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0" h="120">
                  <a:moveTo>
                    <a:pt x="60" y="0"/>
                  </a:moveTo>
                  <a:cubicBezTo>
                    <a:pt x="27" y="0"/>
                    <a:pt x="0" y="27"/>
                    <a:pt x="0" y="60"/>
                  </a:cubicBezTo>
                  <a:cubicBezTo>
                    <a:pt x="0" y="93"/>
                    <a:pt x="27" y="120"/>
                    <a:pt x="60" y="120"/>
                  </a:cubicBezTo>
                  <a:cubicBezTo>
                    <a:pt x="93" y="120"/>
                    <a:pt x="120" y="93"/>
                    <a:pt x="120" y="60"/>
                  </a:cubicBezTo>
                  <a:cubicBezTo>
                    <a:pt x="120" y="27"/>
                    <a:pt x="93" y="0"/>
                    <a:pt x="60" y="0"/>
                  </a:cubicBezTo>
                  <a:close/>
                  <a:moveTo>
                    <a:pt x="83" y="24"/>
                  </a:moveTo>
                  <a:cubicBezTo>
                    <a:pt x="87" y="21"/>
                    <a:pt x="87" y="21"/>
                    <a:pt x="87" y="21"/>
                  </a:cubicBezTo>
                  <a:cubicBezTo>
                    <a:pt x="87" y="21"/>
                    <a:pt x="85" y="17"/>
                    <a:pt x="86" y="14"/>
                  </a:cubicBezTo>
                  <a:cubicBezTo>
                    <a:pt x="87" y="14"/>
                    <a:pt x="91" y="16"/>
                    <a:pt x="94" y="20"/>
                  </a:cubicBezTo>
                  <a:cubicBezTo>
                    <a:pt x="92" y="29"/>
                    <a:pt x="86" y="28"/>
                    <a:pt x="86" y="28"/>
                  </a:cubicBezTo>
                  <a:cubicBezTo>
                    <a:pt x="86" y="28"/>
                    <a:pt x="82" y="28"/>
                    <a:pt x="83" y="24"/>
                  </a:cubicBezTo>
                  <a:close/>
                  <a:moveTo>
                    <a:pt x="47" y="77"/>
                  </a:moveTo>
                  <a:cubicBezTo>
                    <a:pt x="46" y="78"/>
                    <a:pt x="45" y="81"/>
                    <a:pt x="44" y="84"/>
                  </a:cubicBezTo>
                  <a:cubicBezTo>
                    <a:pt x="43" y="86"/>
                    <a:pt x="42" y="87"/>
                    <a:pt x="41" y="88"/>
                  </a:cubicBezTo>
                  <a:cubicBezTo>
                    <a:pt x="39" y="89"/>
                    <a:pt x="39" y="91"/>
                    <a:pt x="39" y="91"/>
                  </a:cubicBezTo>
                  <a:cubicBezTo>
                    <a:pt x="38" y="95"/>
                    <a:pt x="38" y="95"/>
                    <a:pt x="38" y="95"/>
                  </a:cubicBezTo>
                  <a:cubicBezTo>
                    <a:pt x="38" y="95"/>
                    <a:pt x="39" y="99"/>
                    <a:pt x="40" y="100"/>
                  </a:cubicBezTo>
                  <a:cubicBezTo>
                    <a:pt x="40" y="102"/>
                    <a:pt x="37" y="110"/>
                    <a:pt x="37" y="110"/>
                  </a:cubicBezTo>
                  <a:cubicBezTo>
                    <a:pt x="34" y="109"/>
                    <a:pt x="33" y="106"/>
                    <a:pt x="32" y="104"/>
                  </a:cubicBezTo>
                  <a:cubicBezTo>
                    <a:pt x="32" y="102"/>
                    <a:pt x="30" y="101"/>
                    <a:pt x="31" y="99"/>
                  </a:cubicBezTo>
                  <a:cubicBezTo>
                    <a:pt x="31" y="96"/>
                    <a:pt x="29" y="95"/>
                    <a:pt x="28" y="94"/>
                  </a:cubicBezTo>
                  <a:cubicBezTo>
                    <a:pt x="27" y="92"/>
                    <a:pt x="26" y="90"/>
                    <a:pt x="26" y="89"/>
                  </a:cubicBezTo>
                  <a:cubicBezTo>
                    <a:pt x="26" y="88"/>
                    <a:pt x="23" y="86"/>
                    <a:pt x="23" y="86"/>
                  </a:cubicBezTo>
                  <a:cubicBezTo>
                    <a:pt x="23" y="86"/>
                    <a:pt x="18" y="83"/>
                    <a:pt x="17" y="82"/>
                  </a:cubicBezTo>
                  <a:cubicBezTo>
                    <a:pt x="16" y="81"/>
                    <a:pt x="15" y="77"/>
                    <a:pt x="15" y="75"/>
                  </a:cubicBezTo>
                  <a:cubicBezTo>
                    <a:pt x="15" y="73"/>
                    <a:pt x="16" y="68"/>
                    <a:pt x="16" y="68"/>
                  </a:cubicBezTo>
                  <a:cubicBezTo>
                    <a:pt x="16" y="68"/>
                    <a:pt x="18" y="66"/>
                    <a:pt x="17" y="65"/>
                  </a:cubicBezTo>
                  <a:cubicBezTo>
                    <a:pt x="15" y="64"/>
                    <a:pt x="15" y="60"/>
                    <a:pt x="15" y="60"/>
                  </a:cubicBezTo>
                  <a:cubicBezTo>
                    <a:pt x="13" y="58"/>
                    <a:pt x="13" y="58"/>
                    <a:pt x="13" y="58"/>
                  </a:cubicBezTo>
                  <a:cubicBezTo>
                    <a:pt x="13" y="58"/>
                    <a:pt x="11" y="55"/>
                    <a:pt x="10" y="54"/>
                  </a:cubicBezTo>
                  <a:cubicBezTo>
                    <a:pt x="10" y="52"/>
                    <a:pt x="10" y="51"/>
                    <a:pt x="11" y="50"/>
                  </a:cubicBezTo>
                  <a:cubicBezTo>
                    <a:pt x="11" y="49"/>
                    <a:pt x="10" y="46"/>
                    <a:pt x="10" y="45"/>
                  </a:cubicBezTo>
                  <a:cubicBezTo>
                    <a:pt x="20" y="20"/>
                    <a:pt x="37" y="15"/>
                    <a:pt x="37" y="15"/>
                  </a:cubicBezTo>
                  <a:cubicBezTo>
                    <a:pt x="38" y="20"/>
                    <a:pt x="38" y="20"/>
                    <a:pt x="38" y="20"/>
                  </a:cubicBezTo>
                  <a:cubicBezTo>
                    <a:pt x="38" y="20"/>
                    <a:pt x="35" y="21"/>
                    <a:pt x="34" y="21"/>
                  </a:cubicBezTo>
                  <a:cubicBezTo>
                    <a:pt x="32" y="20"/>
                    <a:pt x="31" y="20"/>
                    <a:pt x="31" y="20"/>
                  </a:cubicBezTo>
                  <a:cubicBezTo>
                    <a:pt x="29" y="23"/>
                    <a:pt x="29" y="23"/>
                    <a:pt x="29" y="23"/>
                  </a:cubicBezTo>
                  <a:cubicBezTo>
                    <a:pt x="29" y="23"/>
                    <a:pt x="28" y="25"/>
                    <a:pt x="28" y="26"/>
                  </a:cubicBezTo>
                  <a:cubicBezTo>
                    <a:pt x="28" y="27"/>
                    <a:pt x="29" y="29"/>
                    <a:pt x="29" y="29"/>
                  </a:cubicBezTo>
                  <a:cubicBezTo>
                    <a:pt x="29" y="29"/>
                    <a:pt x="32" y="29"/>
                    <a:pt x="32" y="28"/>
                  </a:cubicBezTo>
                  <a:cubicBezTo>
                    <a:pt x="32" y="27"/>
                    <a:pt x="32" y="26"/>
                    <a:pt x="32" y="26"/>
                  </a:cubicBezTo>
                  <a:cubicBezTo>
                    <a:pt x="31" y="24"/>
                    <a:pt x="31" y="24"/>
                    <a:pt x="31" y="24"/>
                  </a:cubicBezTo>
                  <a:cubicBezTo>
                    <a:pt x="31" y="24"/>
                    <a:pt x="34" y="23"/>
                    <a:pt x="40" y="24"/>
                  </a:cubicBezTo>
                  <a:cubicBezTo>
                    <a:pt x="47" y="24"/>
                    <a:pt x="44" y="29"/>
                    <a:pt x="47" y="30"/>
                  </a:cubicBezTo>
                  <a:cubicBezTo>
                    <a:pt x="50" y="31"/>
                    <a:pt x="45" y="35"/>
                    <a:pt x="44" y="37"/>
                  </a:cubicBezTo>
                  <a:cubicBezTo>
                    <a:pt x="43" y="39"/>
                    <a:pt x="41" y="34"/>
                    <a:pt x="41" y="34"/>
                  </a:cubicBezTo>
                  <a:cubicBezTo>
                    <a:pt x="41" y="34"/>
                    <a:pt x="43" y="32"/>
                    <a:pt x="40" y="32"/>
                  </a:cubicBezTo>
                  <a:cubicBezTo>
                    <a:pt x="37" y="31"/>
                    <a:pt x="35" y="36"/>
                    <a:pt x="37" y="36"/>
                  </a:cubicBezTo>
                  <a:cubicBezTo>
                    <a:pt x="38" y="36"/>
                    <a:pt x="40" y="38"/>
                    <a:pt x="39" y="39"/>
                  </a:cubicBezTo>
                  <a:cubicBezTo>
                    <a:pt x="39" y="40"/>
                    <a:pt x="39" y="40"/>
                    <a:pt x="38" y="43"/>
                  </a:cubicBezTo>
                  <a:cubicBezTo>
                    <a:pt x="36" y="46"/>
                    <a:pt x="34" y="48"/>
                    <a:pt x="34" y="48"/>
                  </a:cubicBezTo>
                  <a:cubicBezTo>
                    <a:pt x="34" y="48"/>
                    <a:pt x="32" y="47"/>
                    <a:pt x="33" y="49"/>
                  </a:cubicBezTo>
                  <a:cubicBezTo>
                    <a:pt x="34" y="51"/>
                    <a:pt x="33" y="54"/>
                    <a:pt x="33" y="55"/>
                  </a:cubicBezTo>
                  <a:cubicBezTo>
                    <a:pt x="33" y="57"/>
                    <a:pt x="29" y="54"/>
                    <a:pt x="29" y="51"/>
                  </a:cubicBezTo>
                  <a:cubicBezTo>
                    <a:pt x="28" y="48"/>
                    <a:pt x="25" y="51"/>
                    <a:pt x="24" y="51"/>
                  </a:cubicBezTo>
                  <a:cubicBezTo>
                    <a:pt x="23" y="51"/>
                    <a:pt x="21" y="50"/>
                    <a:pt x="21" y="49"/>
                  </a:cubicBezTo>
                  <a:cubicBezTo>
                    <a:pt x="20" y="48"/>
                    <a:pt x="15" y="52"/>
                    <a:pt x="14" y="52"/>
                  </a:cubicBezTo>
                  <a:cubicBezTo>
                    <a:pt x="13" y="53"/>
                    <a:pt x="13" y="55"/>
                    <a:pt x="15" y="54"/>
                  </a:cubicBezTo>
                  <a:cubicBezTo>
                    <a:pt x="17" y="53"/>
                    <a:pt x="19" y="54"/>
                    <a:pt x="19" y="56"/>
                  </a:cubicBezTo>
                  <a:cubicBezTo>
                    <a:pt x="18" y="58"/>
                    <a:pt x="16" y="57"/>
                    <a:pt x="16" y="58"/>
                  </a:cubicBezTo>
                  <a:cubicBezTo>
                    <a:pt x="17" y="60"/>
                    <a:pt x="19" y="61"/>
                    <a:pt x="19" y="63"/>
                  </a:cubicBezTo>
                  <a:cubicBezTo>
                    <a:pt x="20" y="65"/>
                    <a:pt x="25" y="63"/>
                    <a:pt x="27" y="62"/>
                  </a:cubicBezTo>
                  <a:cubicBezTo>
                    <a:pt x="28" y="62"/>
                    <a:pt x="33" y="61"/>
                    <a:pt x="33" y="63"/>
                  </a:cubicBezTo>
                  <a:cubicBezTo>
                    <a:pt x="34" y="65"/>
                    <a:pt x="39" y="66"/>
                    <a:pt x="41" y="66"/>
                  </a:cubicBezTo>
                  <a:cubicBezTo>
                    <a:pt x="43" y="67"/>
                    <a:pt x="46" y="67"/>
                    <a:pt x="49" y="69"/>
                  </a:cubicBezTo>
                  <a:cubicBezTo>
                    <a:pt x="51" y="72"/>
                    <a:pt x="47" y="76"/>
                    <a:pt x="47" y="77"/>
                  </a:cubicBezTo>
                  <a:close/>
                  <a:moveTo>
                    <a:pt x="59" y="14"/>
                  </a:moveTo>
                  <a:cubicBezTo>
                    <a:pt x="58" y="17"/>
                    <a:pt x="54" y="20"/>
                    <a:pt x="55" y="21"/>
                  </a:cubicBezTo>
                  <a:cubicBezTo>
                    <a:pt x="55" y="22"/>
                    <a:pt x="55" y="27"/>
                    <a:pt x="51" y="23"/>
                  </a:cubicBezTo>
                  <a:cubicBezTo>
                    <a:pt x="47" y="19"/>
                    <a:pt x="43" y="18"/>
                    <a:pt x="44" y="15"/>
                  </a:cubicBezTo>
                  <a:cubicBezTo>
                    <a:pt x="44" y="14"/>
                    <a:pt x="48" y="14"/>
                    <a:pt x="48" y="13"/>
                  </a:cubicBezTo>
                  <a:cubicBezTo>
                    <a:pt x="53" y="7"/>
                    <a:pt x="62" y="8"/>
                    <a:pt x="63" y="10"/>
                  </a:cubicBezTo>
                  <a:cubicBezTo>
                    <a:pt x="61" y="12"/>
                    <a:pt x="59" y="11"/>
                    <a:pt x="59" y="14"/>
                  </a:cubicBezTo>
                  <a:close/>
                  <a:moveTo>
                    <a:pt x="107" y="62"/>
                  </a:moveTo>
                  <a:cubicBezTo>
                    <a:pt x="107" y="62"/>
                    <a:pt x="109" y="65"/>
                    <a:pt x="112" y="65"/>
                  </a:cubicBezTo>
                  <a:cubicBezTo>
                    <a:pt x="110" y="87"/>
                    <a:pt x="92" y="102"/>
                    <a:pt x="92" y="102"/>
                  </a:cubicBezTo>
                  <a:cubicBezTo>
                    <a:pt x="89" y="99"/>
                    <a:pt x="90" y="96"/>
                    <a:pt x="90" y="96"/>
                  </a:cubicBezTo>
                  <a:cubicBezTo>
                    <a:pt x="91" y="92"/>
                    <a:pt x="91" y="92"/>
                    <a:pt x="91" y="92"/>
                  </a:cubicBezTo>
                  <a:cubicBezTo>
                    <a:pt x="91" y="85"/>
                    <a:pt x="91" y="85"/>
                    <a:pt x="91" y="85"/>
                  </a:cubicBezTo>
                  <a:cubicBezTo>
                    <a:pt x="91" y="85"/>
                    <a:pt x="91" y="77"/>
                    <a:pt x="84" y="81"/>
                  </a:cubicBezTo>
                  <a:cubicBezTo>
                    <a:pt x="77" y="83"/>
                    <a:pt x="80" y="83"/>
                    <a:pt x="72" y="83"/>
                  </a:cubicBezTo>
                  <a:cubicBezTo>
                    <a:pt x="64" y="84"/>
                    <a:pt x="66" y="67"/>
                    <a:pt x="66" y="67"/>
                  </a:cubicBezTo>
                  <a:cubicBezTo>
                    <a:pt x="66" y="43"/>
                    <a:pt x="84" y="61"/>
                    <a:pt x="84" y="61"/>
                  </a:cubicBezTo>
                  <a:cubicBezTo>
                    <a:pt x="95" y="69"/>
                    <a:pt x="97" y="56"/>
                    <a:pt x="97" y="56"/>
                  </a:cubicBezTo>
                  <a:cubicBezTo>
                    <a:pt x="104" y="53"/>
                    <a:pt x="104" y="53"/>
                    <a:pt x="104" y="53"/>
                  </a:cubicBezTo>
                  <a:cubicBezTo>
                    <a:pt x="105" y="49"/>
                    <a:pt x="105" y="49"/>
                    <a:pt x="105" y="49"/>
                  </a:cubicBezTo>
                  <a:cubicBezTo>
                    <a:pt x="104" y="44"/>
                    <a:pt x="104" y="44"/>
                    <a:pt x="104" y="44"/>
                  </a:cubicBezTo>
                  <a:cubicBezTo>
                    <a:pt x="93" y="39"/>
                    <a:pt x="93" y="39"/>
                    <a:pt x="93" y="39"/>
                  </a:cubicBezTo>
                  <a:cubicBezTo>
                    <a:pt x="93" y="39"/>
                    <a:pt x="91" y="43"/>
                    <a:pt x="94" y="48"/>
                  </a:cubicBezTo>
                  <a:cubicBezTo>
                    <a:pt x="94" y="48"/>
                    <a:pt x="93" y="53"/>
                    <a:pt x="91" y="52"/>
                  </a:cubicBezTo>
                  <a:cubicBezTo>
                    <a:pt x="84" y="48"/>
                    <a:pt x="84" y="48"/>
                    <a:pt x="84" y="48"/>
                  </a:cubicBezTo>
                  <a:cubicBezTo>
                    <a:pt x="84" y="48"/>
                    <a:pt x="82" y="47"/>
                    <a:pt x="79" y="49"/>
                  </a:cubicBezTo>
                  <a:cubicBezTo>
                    <a:pt x="75" y="52"/>
                    <a:pt x="69" y="49"/>
                    <a:pt x="69" y="49"/>
                  </a:cubicBezTo>
                  <a:cubicBezTo>
                    <a:pt x="69" y="49"/>
                    <a:pt x="69" y="46"/>
                    <a:pt x="73" y="44"/>
                  </a:cubicBezTo>
                  <a:cubicBezTo>
                    <a:pt x="76" y="42"/>
                    <a:pt x="76" y="42"/>
                    <a:pt x="76" y="42"/>
                  </a:cubicBezTo>
                  <a:cubicBezTo>
                    <a:pt x="76" y="42"/>
                    <a:pt x="75" y="38"/>
                    <a:pt x="76" y="35"/>
                  </a:cubicBezTo>
                  <a:cubicBezTo>
                    <a:pt x="77" y="32"/>
                    <a:pt x="78" y="35"/>
                    <a:pt x="81" y="33"/>
                  </a:cubicBezTo>
                  <a:cubicBezTo>
                    <a:pt x="84" y="31"/>
                    <a:pt x="86" y="37"/>
                    <a:pt x="90" y="36"/>
                  </a:cubicBezTo>
                  <a:cubicBezTo>
                    <a:pt x="94" y="36"/>
                    <a:pt x="92" y="35"/>
                    <a:pt x="95" y="33"/>
                  </a:cubicBezTo>
                  <a:cubicBezTo>
                    <a:pt x="98" y="32"/>
                    <a:pt x="100" y="36"/>
                    <a:pt x="100" y="36"/>
                  </a:cubicBezTo>
                  <a:cubicBezTo>
                    <a:pt x="106" y="37"/>
                    <a:pt x="106" y="37"/>
                    <a:pt x="106" y="37"/>
                  </a:cubicBezTo>
                  <a:cubicBezTo>
                    <a:pt x="106" y="37"/>
                    <a:pt x="105" y="30"/>
                    <a:pt x="105" y="32"/>
                  </a:cubicBezTo>
                  <a:cubicBezTo>
                    <a:pt x="109" y="38"/>
                    <a:pt x="114" y="55"/>
                    <a:pt x="112" y="58"/>
                  </a:cubicBezTo>
                  <a:cubicBezTo>
                    <a:pt x="111" y="57"/>
                    <a:pt x="110" y="57"/>
                    <a:pt x="110" y="57"/>
                  </a:cubicBezTo>
                  <a:cubicBezTo>
                    <a:pt x="103" y="57"/>
                    <a:pt x="103" y="57"/>
                    <a:pt x="103" y="57"/>
                  </a:cubicBezTo>
                  <a:lnTo>
                    <a:pt x="107" y="62"/>
                  </a:lnTo>
                  <a:close/>
                </a:path>
              </a:pathLst>
            </a:custGeom>
            <a:solidFill>
              <a:schemeClr val="bg1"/>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a:solidFill>
                  <a:prstClr val="black"/>
                </a:solidFill>
                <a:latin typeface="Roboto Lt"/>
                <a:cs typeface="+mn-cs"/>
              </a:endParaRPr>
            </a:p>
          </p:txBody>
        </p:sp>
      </p:grpSp>
      <p:grpSp>
        <p:nvGrpSpPr>
          <p:cNvPr id="6" name="Group 5"/>
          <p:cNvGrpSpPr/>
          <p:nvPr/>
        </p:nvGrpSpPr>
        <p:grpSpPr>
          <a:xfrm>
            <a:off x="8298376" y="2156810"/>
            <a:ext cx="901768" cy="901768"/>
            <a:chOff x="8866226" y="2156810"/>
            <a:chExt cx="901768" cy="901768"/>
          </a:xfrm>
        </p:grpSpPr>
        <p:sp>
          <p:nvSpPr>
            <p:cNvPr id="17" name="Oval 16"/>
            <p:cNvSpPr/>
            <p:nvPr/>
          </p:nvSpPr>
          <p:spPr>
            <a:xfrm>
              <a:off x="8866226" y="2156810"/>
              <a:ext cx="901768" cy="901768"/>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a:solidFill>
                  <a:prstClr val="white"/>
                </a:solidFill>
              </a:endParaRPr>
            </a:p>
          </p:txBody>
        </p:sp>
        <p:grpSp>
          <p:nvGrpSpPr>
            <p:cNvPr id="71" name="Group 70"/>
            <p:cNvGrpSpPr/>
            <p:nvPr/>
          </p:nvGrpSpPr>
          <p:grpSpPr>
            <a:xfrm>
              <a:off x="9112432" y="2451311"/>
              <a:ext cx="409353" cy="331061"/>
              <a:chOff x="312738" y="3205163"/>
              <a:chExt cx="290513" cy="234950"/>
            </a:xfrm>
            <a:solidFill>
              <a:schemeClr val="bg1"/>
            </a:solidFill>
          </p:grpSpPr>
          <p:sp>
            <p:nvSpPr>
              <p:cNvPr id="72" name="Freeform 5"/>
              <p:cNvSpPr>
                <a:spLocks noEditPoints="1"/>
              </p:cNvSpPr>
              <p:nvPr/>
            </p:nvSpPr>
            <p:spPr bwMode="auto">
              <a:xfrm>
                <a:off x="312738" y="3205163"/>
                <a:ext cx="290513" cy="234950"/>
              </a:xfrm>
              <a:custGeom>
                <a:avLst/>
                <a:gdLst>
                  <a:gd name="T0" fmla="*/ 78 w 153"/>
                  <a:gd name="T1" fmla="*/ 0 h 124"/>
                  <a:gd name="T2" fmla="*/ 0 w 153"/>
                  <a:gd name="T3" fmla="*/ 68 h 124"/>
                  <a:gd name="T4" fmla="*/ 15 w 153"/>
                  <a:gd name="T5" fmla="*/ 68 h 124"/>
                  <a:gd name="T6" fmla="*/ 21 w 153"/>
                  <a:gd name="T7" fmla="*/ 63 h 124"/>
                  <a:gd name="T8" fmla="*/ 21 w 153"/>
                  <a:gd name="T9" fmla="*/ 120 h 124"/>
                  <a:gd name="T10" fmla="*/ 24 w 153"/>
                  <a:gd name="T11" fmla="*/ 124 h 124"/>
                  <a:gd name="T12" fmla="*/ 62 w 153"/>
                  <a:gd name="T13" fmla="*/ 124 h 124"/>
                  <a:gd name="T14" fmla="*/ 62 w 153"/>
                  <a:gd name="T15" fmla="*/ 92 h 124"/>
                  <a:gd name="T16" fmla="*/ 67 w 153"/>
                  <a:gd name="T17" fmla="*/ 87 h 124"/>
                  <a:gd name="T18" fmla="*/ 83 w 153"/>
                  <a:gd name="T19" fmla="*/ 87 h 124"/>
                  <a:gd name="T20" fmla="*/ 89 w 153"/>
                  <a:gd name="T21" fmla="*/ 92 h 124"/>
                  <a:gd name="T22" fmla="*/ 88 w 153"/>
                  <a:gd name="T23" fmla="*/ 124 h 124"/>
                  <a:gd name="T24" fmla="*/ 126 w 153"/>
                  <a:gd name="T25" fmla="*/ 124 h 124"/>
                  <a:gd name="T26" fmla="*/ 130 w 153"/>
                  <a:gd name="T27" fmla="*/ 119 h 124"/>
                  <a:gd name="T28" fmla="*/ 130 w 153"/>
                  <a:gd name="T29" fmla="*/ 62 h 124"/>
                  <a:gd name="T30" fmla="*/ 136 w 153"/>
                  <a:gd name="T31" fmla="*/ 68 h 124"/>
                  <a:gd name="T32" fmla="*/ 153 w 153"/>
                  <a:gd name="T33" fmla="*/ 68 h 124"/>
                  <a:gd name="T34" fmla="*/ 78 w 153"/>
                  <a:gd name="T35" fmla="*/ 0 h 124"/>
                  <a:gd name="T36" fmla="*/ 76 w 153"/>
                  <a:gd name="T37" fmla="*/ 75 h 124"/>
                  <a:gd name="T38" fmla="*/ 59 w 153"/>
                  <a:gd name="T39" fmla="*/ 59 h 124"/>
                  <a:gd name="T40" fmla="*/ 76 w 153"/>
                  <a:gd name="T41" fmla="*/ 42 h 124"/>
                  <a:gd name="T42" fmla="*/ 92 w 153"/>
                  <a:gd name="T43" fmla="*/ 59 h 124"/>
                  <a:gd name="T44" fmla="*/ 76 w 153"/>
                  <a:gd name="T45" fmla="*/ 75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3" h="124">
                    <a:moveTo>
                      <a:pt x="78" y="0"/>
                    </a:moveTo>
                    <a:cubicBezTo>
                      <a:pt x="0" y="68"/>
                      <a:pt x="0" y="68"/>
                      <a:pt x="0" y="68"/>
                    </a:cubicBezTo>
                    <a:cubicBezTo>
                      <a:pt x="0" y="68"/>
                      <a:pt x="5" y="77"/>
                      <a:pt x="15" y="68"/>
                    </a:cubicBezTo>
                    <a:cubicBezTo>
                      <a:pt x="21" y="63"/>
                      <a:pt x="21" y="63"/>
                      <a:pt x="21" y="63"/>
                    </a:cubicBezTo>
                    <a:cubicBezTo>
                      <a:pt x="21" y="120"/>
                      <a:pt x="21" y="120"/>
                      <a:pt x="21" y="120"/>
                    </a:cubicBezTo>
                    <a:cubicBezTo>
                      <a:pt x="21" y="120"/>
                      <a:pt x="20" y="124"/>
                      <a:pt x="24" y="124"/>
                    </a:cubicBezTo>
                    <a:cubicBezTo>
                      <a:pt x="28" y="124"/>
                      <a:pt x="62" y="124"/>
                      <a:pt x="62" y="124"/>
                    </a:cubicBezTo>
                    <a:cubicBezTo>
                      <a:pt x="62" y="92"/>
                      <a:pt x="62" y="92"/>
                      <a:pt x="62" y="92"/>
                    </a:cubicBezTo>
                    <a:cubicBezTo>
                      <a:pt x="62" y="92"/>
                      <a:pt x="62" y="87"/>
                      <a:pt x="67" y="87"/>
                    </a:cubicBezTo>
                    <a:cubicBezTo>
                      <a:pt x="83" y="87"/>
                      <a:pt x="83" y="87"/>
                      <a:pt x="83" y="87"/>
                    </a:cubicBezTo>
                    <a:cubicBezTo>
                      <a:pt x="89" y="87"/>
                      <a:pt x="89" y="92"/>
                      <a:pt x="89" y="92"/>
                    </a:cubicBezTo>
                    <a:cubicBezTo>
                      <a:pt x="88" y="124"/>
                      <a:pt x="88" y="124"/>
                      <a:pt x="88" y="124"/>
                    </a:cubicBezTo>
                    <a:cubicBezTo>
                      <a:pt x="88" y="124"/>
                      <a:pt x="121" y="124"/>
                      <a:pt x="126" y="124"/>
                    </a:cubicBezTo>
                    <a:cubicBezTo>
                      <a:pt x="130" y="124"/>
                      <a:pt x="130" y="119"/>
                      <a:pt x="130" y="119"/>
                    </a:cubicBezTo>
                    <a:cubicBezTo>
                      <a:pt x="130" y="62"/>
                      <a:pt x="130" y="62"/>
                      <a:pt x="130" y="62"/>
                    </a:cubicBezTo>
                    <a:cubicBezTo>
                      <a:pt x="136" y="68"/>
                      <a:pt x="136" y="68"/>
                      <a:pt x="136" y="68"/>
                    </a:cubicBezTo>
                    <a:cubicBezTo>
                      <a:pt x="148" y="76"/>
                      <a:pt x="153" y="68"/>
                      <a:pt x="153" y="68"/>
                    </a:cubicBezTo>
                    <a:lnTo>
                      <a:pt x="78" y="0"/>
                    </a:lnTo>
                    <a:close/>
                    <a:moveTo>
                      <a:pt x="76" y="75"/>
                    </a:moveTo>
                    <a:cubicBezTo>
                      <a:pt x="67" y="75"/>
                      <a:pt x="59" y="68"/>
                      <a:pt x="59" y="59"/>
                    </a:cubicBezTo>
                    <a:cubicBezTo>
                      <a:pt x="59" y="50"/>
                      <a:pt x="67" y="42"/>
                      <a:pt x="76" y="42"/>
                    </a:cubicBezTo>
                    <a:cubicBezTo>
                      <a:pt x="85" y="42"/>
                      <a:pt x="92" y="50"/>
                      <a:pt x="92" y="59"/>
                    </a:cubicBezTo>
                    <a:cubicBezTo>
                      <a:pt x="92" y="68"/>
                      <a:pt x="85" y="75"/>
                      <a:pt x="76" y="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a:solidFill>
                    <a:prstClr val="black"/>
                  </a:solidFill>
                  <a:latin typeface="Roboto Lt"/>
                  <a:cs typeface="+mn-cs"/>
                </a:endParaRPr>
              </a:p>
            </p:txBody>
          </p:sp>
          <p:sp>
            <p:nvSpPr>
              <p:cNvPr id="73" name="Freeform 6"/>
              <p:cNvSpPr>
                <a:spLocks/>
              </p:cNvSpPr>
              <p:nvPr/>
            </p:nvSpPr>
            <p:spPr bwMode="auto">
              <a:xfrm>
                <a:off x="541338" y="3233738"/>
                <a:ext cx="28575" cy="58738"/>
              </a:xfrm>
              <a:custGeom>
                <a:avLst/>
                <a:gdLst>
                  <a:gd name="T0" fmla="*/ 18 w 18"/>
                  <a:gd name="T1" fmla="*/ 37 h 37"/>
                  <a:gd name="T2" fmla="*/ 18 w 18"/>
                  <a:gd name="T3" fmla="*/ 0 h 37"/>
                  <a:gd name="T4" fmla="*/ 0 w 18"/>
                  <a:gd name="T5" fmla="*/ 0 h 37"/>
                  <a:gd name="T6" fmla="*/ 0 w 18"/>
                  <a:gd name="T7" fmla="*/ 21 h 37"/>
                  <a:gd name="T8" fmla="*/ 18 w 18"/>
                  <a:gd name="T9" fmla="*/ 37 h 37"/>
                </a:gdLst>
                <a:ahLst/>
                <a:cxnLst>
                  <a:cxn ang="0">
                    <a:pos x="T0" y="T1"/>
                  </a:cxn>
                  <a:cxn ang="0">
                    <a:pos x="T2" y="T3"/>
                  </a:cxn>
                  <a:cxn ang="0">
                    <a:pos x="T4" y="T5"/>
                  </a:cxn>
                  <a:cxn ang="0">
                    <a:pos x="T6" y="T7"/>
                  </a:cxn>
                  <a:cxn ang="0">
                    <a:pos x="T8" y="T9"/>
                  </a:cxn>
                </a:cxnLst>
                <a:rect l="0" t="0" r="r" b="b"/>
                <a:pathLst>
                  <a:path w="18" h="37">
                    <a:moveTo>
                      <a:pt x="18" y="37"/>
                    </a:moveTo>
                    <a:lnTo>
                      <a:pt x="18" y="0"/>
                    </a:lnTo>
                    <a:lnTo>
                      <a:pt x="0" y="0"/>
                    </a:lnTo>
                    <a:lnTo>
                      <a:pt x="0" y="21"/>
                    </a:lnTo>
                    <a:lnTo>
                      <a:pt x="18" y="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a:solidFill>
                    <a:prstClr val="black"/>
                  </a:solidFill>
                  <a:latin typeface="Roboto Lt"/>
                  <a:cs typeface="+mn-cs"/>
                </a:endParaRPr>
              </a:p>
            </p:txBody>
          </p:sp>
          <p:sp>
            <p:nvSpPr>
              <p:cNvPr id="74" name="Oval 7"/>
              <p:cNvSpPr>
                <a:spLocks noChangeArrowheads="1"/>
              </p:cNvSpPr>
              <p:nvPr/>
            </p:nvSpPr>
            <p:spPr bwMode="auto">
              <a:xfrm>
                <a:off x="439738" y="3300413"/>
                <a:ext cx="33338" cy="317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a:solidFill>
                    <a:prstClr val="black"/>
                  </a:solidFill>
                  <a:latin typeface="Roboto Lt"/>
                  <a:cs typeface="+mn-cs"/>
                </a:endParaRPr>
              </a:p>
            </p:txBody>
          </p:sp>
        </p:grpSp>
      </p:grpSp>
      <p:grpSp>
        <p:nvGrpSpPr>
          <p:cNvPr id="84" name="Group 83"/>
          <p:cNvGrpSpPr/>
          <p:nvPr/>
        </p:nvGrpSpPr>
        <p:grpSpPr>
          <a:xfrm>
            <a:off x="4970537" y="2256344"/>
            <a:ext cx="2768892" cy="3520213"/>
            <a:chOff x="3458765" y="2088636"/>
            <a:chExt cx="2768892" cy="3520213"/>
          </a:xfrm>
        </p:grpSpPr>
        <p:sp>
          <p:nvSpPr>
            <p:cNvPr id="85" name="Rectangle 71"/>
            <p:cNvSpPr>
              <a:spLocks noChangeArrowheads="1"/>
            </p:cNvSpPr>
            <p:nvPr/>
          </p:nvSpPr>
          <p:spPr bwMode="auto">
            <a:xfrm>
              <a:off x="4503034" y="4136899"/>
              <a:ext cx="195263" cy="1360488"/>
            </a:xfrm>
            <a:prstGeom prst="rect">
              <a:avLst/>
            </a:prstGeom>
            <a:solidFill>
              <a:srgbClr val="44546A"/>
            </a:solidFill>
            <a:ln>
              <a:noFill/>
            </a:ln>
            <a:extLst/>
          </p:spPr>
          <p:txBody>
            <a:bodyPr vert="horz" wrap="square" lIns="91440" tIns="45720" rIns="91440" bIns="45720" numCol="1" anchor="t" anchorCtr="0" compatLnSpc="1">
              <a:prstTxWarp prst="textNoShape">
                <a:avLst/>
              </a:prstTxWarp>
            </a:bodyPr>
            <a:lstStyle/>
            <a:p>
              <a:endParaRPr lang="en-GB" dirty="0"/>
            </a:p>
          </p:txBody>
        </p:sp>
        <p:sp>
          <p:nvSpPr>
            <p:cNvPr id="86" name="Rectangle 72"/>
            <p:cNvSpPr>
              <a:spLocks noChangeArrowheads="1"/>
            </p:cNvSpPr>
            <p:nvPr/>
          </p:nvSpPr>
          <p:spPr bwMode="auto">
            <a:xfrm>
              <a:off x="4192519" y="4136899"/>
              <a:ext cx="195263" cy="1360488"/>
            </a:xfrm>
            <a:prstGeom prst="rect">
              <a:avLst/>
            </a:prstGeom>
            <a:solidFill>
              <a:srgbClr val="44546A"/>
            </a:solidFill>
            <a:ln>
              <a:noFill/>
            </a:ln>
            <a:extLst/>
          </p:spPr>
          <p:txBody>
            <a:bodyPr vert="horz" wrap="square" lIns="91440" tIns="45720" rIns="91440" bIns="45720" numCol="1" anchor="t" anchorCtr="0" compatLnSpc="1">
              <a:prstTxWarp prst="textNoShape">
                <a:avLst/>
              </a:prstTxWarp>
            </a:bodyPr>
            <a:lstStyle/>
            <a:p>
              <a:endParaRPr lang="en-GB" dirty="0"/>
            </a:p>
          </p:txBody>
        </p:sp>
        <p:grpSp>
          <p:nvGrpSpPr>
            <p:cNvPr id="87" name="Group 86"/>
            <p:cNvGrpSpPr/>
            <p:nvPr/>
          </p:nvGrpSpPr>
          <p:grpSpPr>
            <a:xfrm>
              <a:off x="3458765" y="2990335"/>
              <a:ext cx="837860" cy="1877663"/>
              <a:chOff x="3842575" y="3854062"/>
              <a:chExt cx="916124" cy="2053053"/>
            </a:xfrm>
          </p:grpSpPr>
          <p:sp>
            <p:nvSpPr>
              <p:cNvPr id="131" name="Freeform 130"/>
              <p:cNvSpPr>
                <a:spLocks/>
              </p:cNvSpPr>
              <p:nvPr/>
            </p:nvSpPr>
            <p:spPr bwMode="auto">
              <a:xfrm>
                <a:off x="4145599" y="5164821"/>
                <a:ext cx="389941" cy="202018"/>
              </a:xfrm>
              <a:custGeom>
                <a:avLst/>
                <a:gdLst>
                  <a:gd name="T0" fmla="*/ 34 w 35"/>
                  <a:gd name="T1" fmla="*/ 18 h 18"/>
                  <a:gd name="T2" fmla="*/ 18 w 35"/>
                  <a:gd name="T3" fmla="*/ 2 h 18"/>
                  <a:gd name="T4" fmla="*/ 2 w 35"/>
                  <a:gd name="T5" fmla="*/ 16 h 18"/>
                  <a:gd name="T6" fmla="*/ 0 w 35"/>
                  <a:gd name="T7" fmla="*/ 16 h 18"/>
                  <a:gd name="T8" fmla="*/ 18 w 35"/>
                  <a:gd name="T9" fmla="*/ 1 h 18"/>
                  <a:gd name="T10" fmla="*/ 35 w 35"/>
                  <a:gd name="T11" fmla="*/ 17 h 18"/>
                  <a:gd name="T12" fmla="*/ 34 w 35"/>
                  <a:gd name="T13" fmla="*/ 18 h 18"/>
                </a:gdLst>
                <a:ahLst/>
                <a:cxnLst>
                  <a:cxn ang="0">
                    <a:pos x="T0" y="T1"/>
                  </a:cxn>
                  <a:cxn ang="0">
                    <a:pos x="T2" y="T3"/>
                  </a:cxn>
                  <a:cxn ang="0">
                    <a:pos x="T4" y="T5"/>
                  </a:cxn>
                  <a:cxn ang="0">
                    <a:pos x="T6" y="T7"/>
                  </a:cxn>
                  <a:cxn ang="0">
                    <a:pos x="T8" y="T9"/>
                  </a:cxn>
                  <a:cxn ang="0">
                    <a:pos x="T10" y="T11"/>
                  </a:cxn>
                  <a:cxn ang="0">
                    <a:pos x="T12" y="T13"/>
                  </a:cxn>
                </a:cxnLst>
                <a:rect l="0" t="0" r="r" b="b"/>
                <a:pathLst>
                  <a:path w="35" h="18">
                    <a:moveTo>
                      <a:pt x="34" y="18"/>
                    </a:moveTo>
                    <a:cubicBezTo>
                      <a:pt x="29" y="8"/>
                      <a:pt x="24" y="2"/>
                      <a:pt x="18" y="2"/>
                    </a:cubicBezTo>
                    <a:cubicBezTo>
                      <a:pt x="9" y="2"/>
                      <a:pt x="2" y="16"/>
                      <a:pt x="2" y="16"/>
                    </a:cubicBezTo>
                    <a:cubicBezTo>
                      <a:pt x="0" y="16"/>
                      <a:pt x="0" y="16"/>
                      <a:pt x="0" y="16"/>
                    </a:cubicBezTo>
                    <a:cubicBezTo>
                      <a:pt x="0" y="15"/>
                      <a:pt x="8" y="0"/>
                      <a:pt x="18" y="1"/>
                    </a:cubicBezTo>
                    <a:cubicBezTo>
                      <a:pt x="24" y="1"/>
                      <a:pt x="30" y="6"/>
                      <a:pt x="35" y="17"/>
                    </a:cubicBezTo>
                    <a:cubicBezTo>
                      <a:pt x="34" y="18"/>
                      <a:pt x="34" y="18"/>
                      <a:pt x="34" y="18"/>
                    </a:cubicBezTo>
                  </a:path>
                </a:pathLst>
              </a:custGeom>
              <a:solidFill>
                <a:srgbClr val="2E26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2" name="Freeform 131"/>
              <p:cNvSpPr>
                <a:spLocks/>
              </p:cNvSpPr>
              <p:nvPr/>
            </p:nvSpPr>
            <p:spPr bwMode="auto">
              <a:xfrm>
                <a:off x="3842575" y="5333951"/>
                <a:ext cx="916124" cy="573164"/>
              </a:xfrm>
              <a:custGeom>
                <a:avLst/>
                <a:gdLst>
                  <a:gd name="T0" fmla="*/ 81 w 82"/>
                  <a:gd name="T1" fmla="*/ 47 h 51"/>
                  <a:gd name="T2" fmla="*/ 77 w 82"/>
                  <a:gd name="T3" fmla="*/ 51 h 51"/>
                  <a:gd name="T4" fmla="*/ 3 w 82"/>
                  <a:gd name="T5" fmla="*/ 48 h 51"/>
                  <a:gd name="T6" fmla="*/ 0 w 82"/>
                  <a:gd name="T7" fmla="*/ 44 h 51"/>
                  <a:gd name="T8" fmla="*/ 1 w 82"/>
                  <a:gd name="T9" fmla="*/ 3 h 51"/>
                  <a:gd name="T10" fmla="*/ 5 w 82"/>
                  <a:gd name="T11" fmla="*/ 0 h 51"/>
                  <a:gd name="T12" fmla="*/ 79 w 82"/>
                  <a:gd name="T13" fmla="*/ 3 h 51"/>
                  <a:gd name="T14" fmla="*/ 82 w 82"/>
                  <a:gd name="T15" fmla="*/ 6 h 51"/>
                  <a:gd name="T16" fmla="*/ 81 w 82"/>
                  <a:gd name="T17" fmla="*/ 47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2" h="51">
                    <a:moveTo>
                      <a:pt x="81" y="47"/>
                    </a:moveTo>
                    <a:cubicBezTo>
                      <a:pt x="80" y="49"/>
                      <a:pt x="79" y="51"/>
                      <a:pt x="77" y="51"/>
                    </a:cubicBezTo>
                    <a:cubicBezTo>
                      <a:pt x="3" y="48"/>
                      <a:pt x="3" y="48"/>
                      <a:pt x="3" y="48"/>
                    </a:cubicBezTo>
                    <a:cubicBezTo>
                      <a:pt x="1" y="48"/>
                      <a:pt x="0" y="46"/>
                      <a:pt x="0" y="44"/>
                    </a:cubicBezTo>
                    <a:cubicBezTo>
                      <a:pt x="1" y="3"/>
                      <a:pt x="1" y="3"/>
                      <a:pt x="1" y="3"/>
                    </a:cubicBezTo>
                    <a:cubicBezTo>
                      <a:pt x="1" y="1"/>
                      <a:pt x="3" y="0"/>
                      <a:pt x="5" y="0"/>
                    </a:cubicBezTo>
                    <a:cubicBezTo>
                      <a:pt x="79" y="3"/>
                      <a:pt x="79" y="3"/>
                      <a:pt x="79" y="3"/>
                    </a:cubicBezTo>
                    <a:cubicBezTo>
                      <a:pt x="81" y="3"/>
                      <a:pt x="82" y="4"/>
                      <a:pt x="82" y="6"/>
                    </a:cubicBezTo>
                    <a:cubicBezTo>
                      <a:pt x="81" y="47"/>
                      <a:pt x="81" y="47"/>
                      <a:pt x="81" y="47"/>
                    </a:cubicBezTo>
                  </a:path>
                </a:pathLst>
              </a:custGeom>
              <a:solidFill>
                <a:srgbClr val="242424"/>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33" name="Freeform 132"/>
              <p:cNvSpPr>
                <a:spLocks/>
              </p:cNvSpPr>
              <p:nvPr/>
            </p:nvSpPr>
            <p:spPr bwMode="auto">
              <a:xfrm>
                <a:off x="4265401" y="5582950"/>
                <a:ext cx="89265" cy="108057"/>
              </a:xfrm>
              <a:custGeom>
                <a:avLst/>
                <a:gdLst>
                  <a:gd name="T0" fmla="*/ 19 w 19"/>
                  <a:gd name="T1" fmla="*/ 23 h 23"/>
                  <a:gd name="T2" fmla="*/ 0 w 19"/>
                  <a:gd name="T3" fmla="*/ 23 h 23"/>
                  <a:gd name="T4" fmla="*/ 3 w 19"/>
                  <a:gd name="T5" fmla="*/ 0 h 23"/>
                  <a:gd name="T6" fmla="*/ 19 w 19"/>
                  <a:gd name="T7" fmla="*/ 0 h 23"/>
                  <a:gd name="T8" fmla="*/ 19 w 19"/>
                  <a:gd name="T9" fmla="*/ 23 h 23"/>
                </a:gdLst>
                <a:ahLst/>
                <a:cxnLst>
                  <a:cxn ang="0">
                    <a:pos x="T0" y="T1"/>
                  </a:cxn>
                  <a:cxn ang="0">
                    <a:pos x="T2" y="T3"/>
                  </a:cxn>
                  <a:cxn ang="0">
                    <a:pos x="T4" y="T5"/>
                  </a:cxn>
                  <a:cxn ang="0">
                    <a:pos x="T6" y="T7"/>
                  </a:cxn>
                  <a:cxn ang="0">
                    <a:pos x="T8" y="T9"/>
                  </a:cxn>
                </a:cxnLst>
                <a:rect l="0" t="0" r="r" b="b"/>
                <a:pathLst>
                  <a:path w="19" h="23">
                    <a:moveTo>
                      <a:pt x="19" y="23"/>
                    </a:moveTo>
                    <a:lnTo>
                      <a:pt x="0" y="23"/>
                    </a:lnTo>
                    <a:lnTo>
                      <a:pt x="3" y="0"/>
                    </a:lnTo>
                    <a:lnTo>
                      <a:pt x="19" y="0"/>
                    </a:lnTo>
                    <a:lnTo>
                      <a:pt x="19" y="2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4" name="Freeform 133"/>
              <p:cNvSpPr>
                <a:spLocks/>
              </p:cNvSpPr>
              <p:nvPr/>
            </p:nvSpPr>
            <p:spPr bwMode="auto">
              <a:xfrm>
                <a:off x="3851972" y="5333951"/>
                <a:ext cx="906727" cy="394637"/>
              </a:xfrm>
              <a:custGeom>
                <a:avLst/>
                <a:gdLst>
                  <a:gd name="T0" fmla="*/ 78 w 81"/>
                  <a:gd name="T1" fmla="*/ 3 h 35"/>
                  <a:gd name="T2" fmla="*/ 4 w 81"/>
                  <a:gd name="T3" fmla="*/ 0 h 35"/>
                  <a:gd name="T4" fmla="*/ 0 w 81"/>
                  <a:gd name="T5" fmla="*/ 3 h 35"/>
                  <a:gd name="T6" fmla="*/ 0 w 81"/>
                  <a:gd name="T7" fmla="*/ 8 h 35"/>
                  <a:gd name="T8" fmla="*/ 81 w 81"/>
                  <a:gd name="T9" fmla="*/ 13 h 35"/>
                  <a:gd name="T10" fmla="*/ 81 w 81"/>
                  <a:gd name="T11" fmla="*/ 6 h 35"/>
                  <a:gd name="T12" fmla="*/ 78 w 81"/>
                  <a:gd name="T13" fmla="*/ 3 h 35"/>
                </a:gdLst>
                <a:ahLst/>
                <a:cxnLst>
                  <a:cxn ang="0">
                    <a:pos x="T0" y="T1"/>
                  </a:cxn>
                  <a:cxn ang="0">
                    <a:pos x="T2" y="T3"/>
                  </a:cxn>
                  <a:cxn ang="0">
                    <a:pos x="T4" y="T5"/>
                  </a:cxn>
                  <a:cxn ang="0">
                    <a:pos x="T6" y="T7"/>
                  </a:cxn>
                  <a:cxn ang="0">
                    <a:pos x="T8" y="T9"/>
                  </a:cxn>
                  <a:cxn ang="0">
                    <a:pos x="T10" y="T11"/>
                  </a:cxn>
                  <a:cxn ang="0">
                    <a:pos x="T12" y="T13"/>
                  </a:cxn>
                </a:cxnLst>
                <a:rect l="0" t="0" r="r" b="b"/>
                <a:pathLst>
                  <a:path w="81" h="35">
                    <a:moveTo>
                      <a:pt x="78" y="3"/>
                    </a:moveTo>
                    <a:cubicBezTo>
                      <a:pt x="4" y="0"/>
                      <a:pt x="4" y="0"/>
                      <a:pt x="4" y="0"/>
                    </a:cubicBezTo>
                    <a:cubicBezTo>
                      <a:pt x="2" y="0"/>
                      <a:pt x="0" y="1"/>
                      <a:pt x="0" y="3"/>
                    </a:cubicBezTo>
                    <a:cubicBezTo>
                      <a:pt x="0" y="8"/>
                      <a:pt x="0" y="8"/>
                      <a:pt x="0" y="8"/>
                    </a:cubicBezTo>
                    <a:cubicBezTo>
                      <a:pt x="17" y="21"/>
                      <a:pt x="47" y="35"/>
                      <a:pt x="81" y="13"/>
                    </a:cubicBezTo>
                    <a:cubicBezTo>
                      <a:pt x="81" y="6"/>
                      <a:pt x="81" y="6"/>
                      <a:pt x="81" y="6"/>
                    </a:cubicBezTo>
                    <a:cubicBezTo>
                      <a:pt x="81" y="4"/>
                      <a:pt x="80" y="3"/>
                      <a:pt x="78" y="3"/>
                    </a:cubicBezTo>
                  </a:path>
                </a:pathLst>
              </a:custGeom>
              <a:solidFill>
                <a:srgbClr val="4C4C4C"/>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35" name="Freeform 134"/>
              <p:cNvSpPr>
                <a:spLocks/>
              </p:cNvSpPr>
              <p:nvPr/>
            </p:nvSpPr>
            <p:spPr bwMode="auto">
              <a:xfrm>
                <a:off x="4265401" y="5568854"/>
                <a:ext cx="89265" cy="122150"/>
              </a:xfrm>
              <a:custGeom>
                <a:avLst/>
                <a:gdLst>
                  <a:gd name="T0" fmla="*/ 7 w 8"/>
                  <a:gd name="T1" fmla="*/ 10 h 11"/>
                  <a:gd name="T2" fmla="*/ 1 w 8"/>
                  <a:gd name="T3" fmla="*/ 9 h 11"/>
                  <a:gd name="T4" fmla="*/ 1 w 8"/>
                  <a:gd name="T5" fmla="*/ 0 h 11"/>
                  <a:gd name="T6" fmla="*/ 8 w 8"/>
                  <a:gd name="T7" fmla="*/ 0 h 11"/>
                  <a:gd name="T8" fmla="*/ 7 w 8"/>
                  <a:gd name="T9" fmla="*/ 10 h 11"/>
                </a:gdLst>
                <a:ahLst/>
                <a:cxnLst>
                  <a:cxn ang="0">
                    <a:pos x="T0" y="T1"/>
                  </a:cxn>
                  <a:cxn ang="0">
                    <a:pos x="T2" y="T3"/>
                  </a:cxn>
                  <a:cxn ang="0">
                    <a:pos x="T4" y="T5"/>
                  </a:cxn>
                  <a:cxn ang="0">
                    <a:pos x="T6" y="T7"/>
                  </a:cxn>
                  <a:cxn ang="0">
                    <a:pos x="T8" y="T9"/>
                  </a:cxn>
                </a:cxnLst>
                <a:rect l="0" t="0" r="r" b="b"/>
                <a:pathLst>
                  <a:path w="8" h="11">
                    <a:moveTo>
                      <a:pt x="7" y="10"/>
                    </a:moveTo>
                    <a:cubicBezTo>
                      <a:pt x="6" y="11"/>
                      <a:pt x="2" y="10"/>
                      <a:pt x="1" y="9"/>
                    </a:cubicBezTo>
                    <a:cubicBezTo>
                      <a:pt x="0" y="6"/>
                      <a:pt x="1" y="0"/>
                      <a:pt x="1" y="0"/>
                    </a:cubicBezTo>
                    <a:cubicBezTo>
                      <a:pt x="8" y="0"/>
                      <a:pt x="8" y="0"/>
                      <a:pt x="8" y="0"/>
                    </a:cubicBezTo>
                    <a:cubicBezTo>
                      <a:pt x="8" y="0"/>
                      <a:pt x="8" y="6"/>
                      <a:pt x="7" y="10"/>
                    </a:cubicBezTo>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36" name="Freeform 135"/>
              <p:cNvSpPr>
                <a:spLocks/>
              </p:cNvSpPr>
              <p:nvPr/>
            </p:nvSpPr>
            <p:spPr bwMode="auto">
              <a:xfrm>
                <a:off x="4143251" y="5277574"/>
                <a:ext cx="46980" cy="70472"/>
              </a:xfrm>
              <a:custGeom>
                <a:avLst/>
                <a:gdLst>
                  <a:gd name="T0" fmla="*/ 4 w 4"/>
                  <a:gd name="T1" fmla="*/ 0 h 6"/>
                  <a:gd name="T2" fmla="*/ 0 w 4"/>
                  <a:gd name="T3" fmla="*/ 6 h 6"/>
                  <a:gd name="T4" fmla="*/ 0 w 4"/>
                  <a:gd name="T5" fmla="*/ 6 h 6"/>
                  <a:gd name="T6" fmla="*/ 4 w 4"/>
                  <a:gd name="T7" fmla="*/ 0 h 6"/>
                  <a:gd name="T8" fmla="*/ 4 w 4"/>
                  <a:gd name="T9" fmla="*/ 0 h 6"/>
                </a:gdLst>
                <a:ahLst/>
                <a:cxnLst>
                  <a:cxn ang="0">
                    <a:pos x="T0" y="T1"/>
                  </a:cxn>
                  <a:cxn ang="0">
                    <a:pos x="T2" y="T3"/>
                  </a:cxn>
                  <a:cxn ang="0">
                    <a:pos x="T4" y="T5"/>
                  </a:cxn>
                  <a:cxn ang="0">
                    <a:pos x="T6" y="T7"/>
                  </a:cxn>
                  <a:cxn ang="0">
                    <a:pos x="T8" y="T9"/>
                  </a:cxn>
                </a:cxnLst>
                <a:rect l="0" t="0" r="r" b="b"/>
                <a:pathLst>
                  <a:path w="4" h="6">
                    <a:moveTo>
                      <a:pt x="4" y="0"/>
                    </a:moveTo>
                    <a:cubicBezTo>
                      <a:pt x="2" y="2"/>
                      <a:pt x="1" y="5"/>
                      <a:pt x="0" y="6"/>
                    </a:cubicBezTo>
                    <a:cubicBezTo>
                      <a:pt x="0" y="6"/>
                      <a:pt x="0" y="6"/>
                      <a:pt x="0" y="6"/>
                    </a:cubicBezTo>
                    <a:cubicBezTo>
                      <a:pt x="1" y="5"/>
                      <a:pt x="2" y="2"/>
                      <a:pt x="4" y="0"/>
                    </a:cubicBezTo>
                    <a:cubicBezTo>
                      <a:pt x="4" y="0"/>
                      <a:pt x="4" y="0"/>
                      <a:pt x="4" y="0"/>
                    </a:cubicBezTo>
                  </a:path>
                </a:pathLst>
              </a:custGeom>
              <a:solidFill>
                <a:srgbClr val="898C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 name="Freeform 136"/>
              <p:cNvSpPr>
                <a:spLocks/>
              </p:cNvSpPr>
              <p:nvPr/>
            </p:nvSpPr>
            <p:spPr bwMode="auto">
              <a:xfrm>
                <a:off x="4190232" y="5188312"/>
                <a:ext cx="122150" cy="89265"/>
              </a:xfrm>
              <a:custGeom>
                <a:avLst/>
                <a:gdLst>
                  <a:gd name="T0" fmla="*/ 11 w 11"/>
                  <a:gd name="T1" fmla="*/ 0 h 8"/>
                  <a:gd name="T2" fmla="*/ 0 w 11"/>
                  <a:gd name="T3" fmla="*/ 8 h 8"/>
                  <a:gd name="T4" fmla="*/ 0 w 11"/>
                  <a:gd name="T5" fmla="*/ 8 h 8"/>
                  <a:gd name="T6" fmla="*/ 11 w 11"/>
                  <a:gd name="T7" fmla="*/ 0 h 8"/>
                  <a:gd name="T8" fmla="*/ 11 w 11"/>
                  <a:gd name="T9" fmla="*/ 0 h 8"/>
                </a:gdLst>
                <a:ahLst/>
                <a:cxnLst>
                  <a:cxn ang="0">
                    <a:pos x="T0" y="T1"/>
                  </a:cxn>
                  <a:cxn ang="0">
                    <a:pos x="T2" y="T3"/>
                  </a:cxn>
                  <a:cxn ang="0">
                    <a:pos x="T4" y="T5"/>
                  </a:cxn>
                  <a:cxn ang="0">
                    <a:pos x="T6" y="T7"/>
                  </a:cxn>
                  <a:cxn ang="0">
                    <a:pos x="T8" y="T9"/>
                  </a:cxn>
                </a:cxnLst>
                <a:rect l="0" t="0" r="r" b="b"/>
                <a:pathLst>
                  <a:path w="11" h="8">
                    <a:moveTo>
                      <a:pt x="11" y="0"/>
                    </a:moveTo>
                    <a:cubicBezTo>
                      <a:pt x="7" y="1"/>
                      <a:pt x="3" y="4"/>
                      <a:pt x="0" y="8"/>
                    </a:cubicBezTo>
                    <a:cubicBezTo>
                      <a:pt x="0" y="8"/>
                      <a:pt x="0" y="8"/>
                      <a:pt x="0" y="8"/>
                    </a:cubicBezTo>
                    <a:cubicBezTo>
                      <a:pt x="3" y="4"/>
                      <a:pt x="7" y="1"/>
                      <a:pt x="11" y="0"/>
                    </a:cubicBezTo>
                    <a:cubicBezTo>
                      <a:pt x="11" y="0"/>
                      <a:pt x="11" y="0"/>
                      <a:pt x="11" y="0"/>
                    </a:cubicBezTo>
                  </a:path>
                </a:pathLst>
              </a:custGeom>
              <a:solidFill>
                <a:srgbClr val="4F52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 name="Freeform 137"/>
              <p:cNvSpPr>
                <a:spLocks/>
              </p:cNvSpPr>
              <p:nvPr/>
            </p:nvSpPr>
            <p:spPr bwMode="auto">
              <a:xfrm>
                <a:off x="4205172" y="5000390"/>
                <a:ext cx="300676" cy="324168"/>
              </a:xfrm>
              <a:custGeom>
                <a:avLst/>
                <a:gdLst>
                  <a:gd name="T0" fmla="*/ 1 w 27"/>
                  <a:gd name="T1" fmla="*/ 23 h 29"/>
                  <a:gd name="T2" fmla="*/ 6 w 27"/>
                  <a:gd name="T3" fmla="*/ 22 h 29"/>
                  <a:gd name="T4" fmla="*/ 5 w 27"/>
                  <a:gd name="T5" fmla="*/ 20 h 29"/>
                  <a:gd name="T6" fmla="*/ 6 w 27"/>
                  <a:gd name="T7" fmla="*/ 20 h 29"/>
                  <a:gd name="T8" fmla="*/ 6 w 27"/>
                  <a:gd name="T9" fmla="*/ 25 h 29"/>
                  <a:gd name="T10" fmla="*/ 11 w 27"/>
                  <a:gd name="T11" fmla="*/ 24 h 29"/>
                  <a:gd name="T12" fmla="*/ 11 w 27"/>
                  <a:gd name="T13" fmla="*/ 20 h 29"/>
                  <a:gd name="T14" fmla="*/ 11 w 27"/>
                  <a:gd name="T15" fmla="*/ 20 h 29"/>
                  <a:gd name="T16" fmla="*/ 11 w 27"/>
                  <a:gd name="T17" fmla="*/ 26 h 29"/>
                  <a:gd name="T18" fmla="*/ 16 w 27"/>
                  <a:gd name="T19" fmla="*/ 26 h 29"/>
                  <a:gd name="T20" fmla="*/ 16 w 27"/>
                  <a:gd name="T21" fmla="*/ 19 h 29"/>
                  <a:gd name="T22" fmla="*/ 16 w 27"/>
                  <a:gd name="T23" fmla="*/ 19 h 29"/>
                  <a:gd name="T24" fmla="*/ 16 w 27"/>
                  <a:gd name="T25" fmla="*/ 25 h 29"/>
                  <a:gd name="T26" fmla="*/ 21 w 27"/>
                  <a:gd name="T27" fmla="*/ 25 h 29"/>
                  <a:gd name="T28" fmla="*/ 21 w 27"/>
                  <a:gd name="T29" fmla="*/ 13 h 29"/>
                  <a:gd name="T30" fmla="*/ 23 w 27"/>
                  <a:gd name="T31" fmla="*/ 14 h 29"/>
                  <a:gd name="T32" fmla="*/ 23 w 27"/>
                  <a:gd name="T33" fmla="*/ 18 h 29"/>
                  <a:gd name="T34" fmla="*/ 27 w 27"/>
                  <a:gd name="T35" fmla="*/ 21 h 29"/>
                  <a:gd name="T36" fmla="*/ 27 w 27"/>
                  <a:gd name="T37" fmla="*/ 11 h 29"/>
                  <a:gd name="T38" fmla="*/ 21 w 27"/>
                  <a:gd name="T39" fmla="*/ 5 h 29"/>
                  <a:gd name="T40" fmla="*/ 19 w 27"/>
                  <a:gd name="T41" fmla="*/ 0 h 29"/>
                  <a:gd name="T42" fmla="*/ 3 w 27"/>
                  <a:gd name="T43" fmla="*/ 0 h 29"/>
                  <a:gd name="T44" fmla="*/ 3 w 27"/>
                  <a:gd name="T45" fmla="*/ 3 h 29"/>
                  <a:gd name="T46" fmla="*/ 1 w 27"/>
                  <a:gd name="T47" fmla="*/ 5 h 29"/>
                  <a:gd name="T48" fmla="*/ 1 w 27"/>
                  <a:gd name="T49" fmla="*/ 18 h 29"/>
                  <a:gd name="T50" fmla="*/ 1 w 27"/>
                  <a:gd name="T51" fmla="*/ 23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7" h="29">
                    <a:moveTo>
                      <a:pt x="1" y="23"/>
                    </a:moveTo>
                    <a:cubicBezTo>
                      <a:pt x="1" y="25"/>
                      <a:pt x="6" y="25"/>
                      <a:pt x="6" y="22"/>
                    </a:cubicBezTo>
                    <a:cubicBezTo>
                      <a:pt x="5" y="21"/>
                      <a:pt x="5" y="20"/>
                      <a:pt x="5" y="20"/>
                    </a:cubicBezTo>
                    <a:cubicBezTo>
                      <a:pt x="6" y="20"/>
                      <a:pt x="6" y="20"/>
                      <a:pt x="6" y="20"/>
                    </a:cubicBezTo>
                    <a:cubicBezTo>
                      <a:pt x="6" y="20"/>
                      <a:pt x="6" y="25"/>
                      <a:pt x="6" y="25"/>
                    </a:cubicBezTo>
                    <a:cubicBezTo>
                      <a:pt x="6" y="27"/>
                      <a:pt x="11" y="26"/>
                      <a:pt x="11" y="24"/>
                    </a:cubicBezTo>
                    <a:cubicBezTo>
                      <a:pt x="11" y="23"/>
                      <a:pt x="11" y="21"/>
                      <a:pt x="11" y="20"/>
                    </a:cubicBezTo>
                    <a:cubicBezTo>
                      <a:pt x="11" y="19"/>
                      <a:pt x="11" y="19"/>
                      <a:pt x="11" y="20"/>
                    </a:cubicBezTo>
                    <a:cubicBezTo>
                      <a:pt x="11" y="26"/>
                      <a:pt x="11" y="26"/>
                      <a:pt x="11" y="26"/>
                    </a:cubicBezTo>
                    <a:cubicBezTo>
                      <a:pt x="11" y="29"/>
                      <a:pt x="16" y="29"/>
                      <a:pt x="16" y="26"/>
                    </a:cubicBezTo>
                    <a:cubicBezTo>
                      <a:pt x="16" y="24"/>
                      <a:pt x="16" y="19"/>
                      <a:pt x="16" y="19"/>
                    </a:cubicBezTo>
                    <a:cubicBezTo>
                      <a:pt x="16" y="19"/>
                      <a:pt x="16" y="19"/>
                      <a:pt x="16" y="19"/>
                    </a:cubicBezTo>
                    <a:cubicBezTo>
                      <a:pt x="16" y="21"/>
                      <a:pt x="16" y="25"/>
                      <a:pt x="16" y="25"/>
                    </a:cubicBezTo>
                    <a:cubicBezTo>
                      <a:pt x="16" y="27"/>
                      <a:pt x="21" y="27"/>
                      <a:pt x="21" y="25"/>
                    </a:cubicBezTo>
                    <a:cubicBezTo>
                      <a:pt x="21" y="20"/>
                      <a:pt x="21" y="16"/>
                      <a:pt x="21" y="13"/>
                    </a:cubicBezTo>
                    <a:cubicBezTo>
                      <a:pt x="21" y="11"/>
                      <a:pt x="23" y="14"/>
                      <a:pt x="23" y="14"/>
                    </a:cubicBezTo>
                    <a:cubicBezTo>
                      <a:pt x="23" y="18"/>
                      <a:pt x="23" y="18"/>
                      <a:pt x="23" y="18"/>
                    </a:cubicBezTo>
                    <a:cubicBezTo>
                      <a:pt x="23" y="19"/>
                      <a:pt x="27" y="21"/>
                      <a:pt x="27" y="21"/>
                    </a:cubicBezTo>
                    <a:cubicBezTo>
                      <a:pt x="27" y="20"/>
                      <a:pt x="27" y="12"/>
                      <a:pt x="27" y="11"/>
                    </a:cubicBezTo>
                    <a:cubicBezTo>
                      <a:pt x="25" y="9"/>
                      <a:pt x="23" y="7"/>
                      <a:pt x="21" y="5"/>
                    </a:cubicBezTo>
                    <a:cubicBezTo>
                      <a:pt x="19" y="3"/>
                      <a:pt x="19" y="0"/>
                      <a:pt x="19" y="0"/>
                    </a:cubicBezTo>
                    <a:cubicBezTo>
                      <a:pt x="3" y="0"/>
                      <a:pt x="3" y="0"/>
                      <a:pt x="3" y="0"/>
                    </a:cubicBezTo>
                    <a:cubicBezTo>
                      <a:pt x="3" y="2"/>
                      <a:pt x="3" y="2"/>
                      <a:pt x="3" y="3"/>
                    </a:cubicBezTo>
                    <a:cubicBezTo>
                      <a:pt x="3" y="4"/>
                      <a:pt x="2" y="4"/>
                      <a:pt x="1" y="5"/>
                    </a:cubicBezTo>
                    <a:cubicBezTo>
                      <a:pt x="0" y="8"/>
                      <a:pt x="1" y="18"/>
                      <a:pt x="1" y="18"/>
                    </a:cubicBezTo>
                    <a:lnTo>
                      <a:pt x="1" y="23"/>
                    </a:lnTo>
                    <a:close/>
                  </a:path>
                </a:pathLst>
              </a:custGeom>
              <a:solidFill>
                <a:srgbClr val="FFDCB8"/>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39" name="Rectangle 138"/>
              <p:cNvSpPr>
                <a:spLocks noChangeArrowheads="1"/>
              </p:cNvSpPr>
              <p:nvPr/>
            </p:nvSpPr>
            <p:spPr bwMode="auto">
              <a:xfrm>
                <a:off x="4176140" y="4962805"/>
                <a:ext cx="281884" cy="37584"/>
              </a:xfrm>
              <a:prstGeom prst="rect">
                <a:avLst/>
              </a:pr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40" name="Freeform 139"/>
              <p:cNvSpPr>
                <a:spLocks/>
              </p:cNvSpPr>
              <p:nvPr/>
            </p:nvSpPr>
            <p:spPr bwMode="auto">
              <a:xfrm>
                <a:off x="4152647" y="3854062"/>
                <a:ext cx="446318" cy="1108743"/>
              </a:xfrm>
              <a:custGeom>
                <a:avLst/>
                <a:gdLst>
                  <a:gd name="T0" fmla="*/ 39 w 40"/>
                  <a:gd name="T1" fmla="*/ 0 h 99"/>
                  <a:gd name="T2" fmla="*/ 1 w 40"/>
                  <a:gd name="T3" fmla="*/ 67 h 99"/>
                  <a:gd name="T4" fmla="*/ 0 w 40"/>
                  <a:gd name="T5" fmla="*/ 99 h 99"/>
                  <a:gd name="T6" fmla="*/ 31 w 40"/>
                  <a:gd name="T7" fmla="*/ 99 h 99"/>
                  <a:gd name="T8" fmla="*/ 29 w 40"/>
                  <a:gd name="T9" fmla="*/ 67 h 99"/>
                  <a:gd name="T10" fmla="*/ 40 w 40"/>
                  <a:gd name="T11" fmla="*/ 25 h 99"/>
                  <a:gd name="T12" fmla="*/ 39 w 40"/>
                  <a:gd name="T13" fmla="*/ 0 h 99"/>
                </a:gdLst>
                <a:ahLst/>
                <a:cxnLst>
                  <a:cxn ang="0">
                    <a:pos x="T0" y="T1"/>
                  </a:cxn>
                  <a:cxn ang="0">
                    <a:pos x="T2" y="T3"/>
                  </a:cxn>
                  <a:cxn ang="0">
                    <a:pos x="T4" y="T5"/>
                  </a:cxn>
                  <a:cxn ang="0">
                    <a:pos x="T6" y="T7"/>
                  </a:cxn>
                  <a:cxn ang="0">
                    <a:pos x="T8" y="T9"/>
                  </a:cxn>
                  <a:cxn ang="0">
                    <a:pos x="T10" y="T11"/>
                  </a:cxn>
                  <a:cxn ang="0">
                    <a:pos x="T12" y="T13"/>
                  </a:cxn>
                </a:cxnLst>
                <a:rect l="0" t="0" r="r" b="b"/>
                <a:pathLst>
                  <a:path w="40" h="99">
                    <a:moveTo>
                      <a:pt x="39" y="0"/>
                    </a:moveTo>
                    <a:cubicBezTo>
                      <a:pt x="5" y="14"/>
                      <a:pt x="2" y="44"/>
                      <a:pt x="1" y="67"/>
                    </a:cubicBezTo>
                    <a:cubicBezTo>
                      <a:pt x="1" y="76"/>
                      <a:pt x="0" y="99"/>
                      <a:pt x="0" y="99"/>
                    </a:cubicBezTo>
                    <a:cubicBezTo>
                      <a:pt x="31" y="99"/>
                      <a:pt x="31" y="99"/>
                      <a:pt x="31" y="99"/>
                    </a:cubicBezTo>
                    <a:cubicBezTo>
                      <a:pt x="31" y="99"/>
                      <a:pt x="30" y="86"/>
                      <a:pt x="29" y="67"/>
                    </a:cubicBezTo>
                    <a:cubicBezTo>
                      <a:pt x="26" y="14"/>
                      <a:pt x="40" y="25"/>
                      <a:pt x="40" y="25"/>
                    </a:cubicBezTo>
                    <a:lnTo>
                      <a:pt x="39" y="0"/>
                    </a:lnTo>
                    <a:close/>
                  </a:path>
                </a:pathLst>
              </a:custGeom>
              <a:solidFill>
                <a:srgbClr val="44546A"/>
              </a:solidFill>
              <a:ln>
                <a:noFill/>
              </a:ln>
              <a:extLst/>
            </p:spPr>
            <p:txBody>
              <a:bodyPr vert="horz" wrap="square" lIns="91440" tIns="45720" rIns="91440" bIns="45720" numCol="1" anchor="t" anchorCtr="0" compatLnSpc="1">
                <a:prstTxWarp prst="textNoShape">
                  <a:avLst/>
                </a:prstTxWarp>
              </a:bodyPr>
              <a:lstStyle/>
              <a:p>
                <a:endParaRPr lang="en-US"/>
              </a:p>
            </p:txBody>
          </p:sp>
        </p:grpSp>
        <p:grpSp>
          <p:nvGrpSpPr>
            <p:cNvPr id="88" name="Group 87"/>
            <p:cNvGrpSpPr/>
            <p:nvPr/>
          </p:nvGrpSpPr>
          <p:grpSpPr>
            <a:xfrm>
              <a:off x="4687352" y="2427523"/>
              <a:ext cx="1540305" cy="848343"/>
              <a:chOff x="4693808" y="2373688"/>
              <a:chExt cx="1851036" cy="1019482"/>
            </a:xfrm>
          </p:grpSpPr>
          <p:sp>
            <p:nvSpPr>
              <p:cNvPr id="129" name="Freeform 128"/>
              <p:cNvSpPr>
                <a:spLocks/>
              </p:cNvSpPr>
              <p:nvPr/>
            </p:nvSpPr>
            <p:spPr bwMode="auto">
              <a:xfrm>
                <a:off x="5929396" y="2373688"/>
                <a:ext cx="615448" cy="615448"/>
              </a:xfrm>
              <a:custGeom>
                <a:avLst/>
                <a:gdLst>
                  <a:gd name="T0" fmla="*/ 17 w 55"/>
                  <a:gd name="T1" fmla="*/ 16 h 55"/>
                  <a:gd name="T2" fmla="*/ 47 w 55"/>
                  <a:gd name="T3" fmla="*/ 2 h 55"/>
                  <a:gd name="T4" fmla="*/ 50 w 55"/>
                  <a:gd name="T5" fmla="*/ 9 h 55"/>
                  <a:gd name="T6" fmla="*/ 32 w 55"/>
                  <a:gd name="T7" fmla="*/ 18 h 55"/>
                  <a:gd name="T8" fmla="*/ 32 w 55"/>
                  <a:gd name="T9" fmla="*/ 19 h 55"/>
                  <a:gd name="T10" fmla="*/ 41 w 55"/>
                  <a:gd name="T11" fmla="*/ 15 h 55"/>
                  <a:gd name="T12" fmla="*/ 45 w 55"/>
                  <a:gd name="T13" fmla="*/ 21 h 55"/>
                  <a:gd name="T14" fmla="*/ 35 w 55"/>
                  <a:gd name="T15" fmla="*/ 26 h 55"/>
                  <a:gd name="T16" fmla="*/ 36 w 55"/>
                  <a:gd name="T17" fmla="*/ 27 h 55"/>
                  <a:gd name="T18" fmla="*/ 43 w 55"/>
                  <a:gd name="T19" fmla="*/ 23 h 55"/>
                  <a:gd name="T20" fmla="*/ 46 w 55"/>
                  <a:gd name="T21" fmla="*/ 29 h 55"/>
                  <a:gd name="T22" fmla="*/ 39 w 55"/>
                  <a:gd name="T23" fmla="*/ 32 h 55"/>
                  <a:gd name="T24" fmla="*/ 39 w 55"/>
                  <a:gd name="T25" fmla="*/ 34 h 55"/>
                  <a:gd name="T26" fmla="*/ 42 w 55"/>
                  <a:gd name="T27" fmla="*/ 32 h 55"/>
                  <a:gd name="T28" fmla="*/ 44 w 55"/>
                  <a:gd name="T29" fmla="*/ 38 h 55"/>
                  <a:gd name="T30" fmla="*/ 26 w 55"/>
                  <a:gd name="T31" fmla="*/ 48 h 55"/>
                  <a:gd name="T32" fmla="*/ 17 w 55"/>
                  <a:gd name="T33" fmla="*/ 49 h 55"/>
                  <a:gd name="T34" fmla="*/ 0 w 55"/>
                  <a:gd name="T35" fmla="*/ 55 h 55"/>
                  <a:gd name="T36" fmla="*/ 0 w 55"/>
                  <a:gd name="T37" fmla="*/ 29 h 55"/>
                  <a:gd name="T38" fmla="*/ 3 w 55"/>
                  <a:gd name="T39" fmla="*/ 28 h 55"/>
                  <a:gd name="T40" fmla="*/ 7 w 55"/>
                  <a:gd name="T41" fmla="*/ 16 h 55"/>
                  <a:gd name="T42" fmla="*/ 24 w 55"/>
                  <a:gd name="T43" fmla="*/ 3 h 55"/>
                  <a:gd name="T44" fmla="*/ 22 w 55"/>
                  <a:gd name="T45" fmla="*/ 11 h 55"/>
                  <a:gd name="T46" fmla="*/ 19 w 55"/>
                  <a:gd name="T47" fmla="*/ 13 h 55"/>
                  <a:gd name="T48" fmla="*/ 16 w 55"/>
                  <a:gd name="T49" fmla="*/ 16 h 55"/>
                  <a:gd name="T50" fmla="*/ 17 w 55"/>
                  <a:gd name="T51" fmla="*/ 16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5" h="55">
                    <a:moveTo>
                      <a:pt x="17" y="16"/>
                    </a:moveTo>
                    <a:cubicBezTo>
                      <a:pt x="47" y="2"/>
                      <a:pt x="47" y="2"/>
                      <a:pt x="47" y="2"/>
                    </a:cubicBezTo>
                    <a:cubicBezTo>
                      <a:pt x="51" y="0"/>
                      <a:pt x="55" y="6"/>
                      <a:pt x="50" y="9"/>
                    </a:cubicBezTo>
                    <a:cubicBezTo>
                      <a:pt x="32" y="18"/>
                      <a:pt x="32" y="18"/>
                      <a:pt x="32" y="18"/>
                    </a:cubicBezTo>
                    <a:cubicBezTo>
                      <a:pt x="32" y="18"/>
                      <a:pt x="31" y="19"/>
                      <a:pt x="32" y="19"/>
                    </a:cubicBezTo>
                    <a:cubicBezTo>
                      <a:pt x="41" y="15"/>
                      <a:pt x="41" y="15"/>
                      <a:pt x="41" y="15"/>
                    </a:cubicBezTo>
                    <a:cubicBezTo>
                      <a:pt x="45" y="13"/>
                      <a:pt x="48" y="19"/>
                      <a:pt x="45" y="21"/>
                    </a:cubicBezTo>
                    <a:cubicBezTo>
                      <a:pt x="35" y="26"/>
                      <a:pt x="35" y="26"/>
                      <a:pt x="35" y="26"/>
                    </a:cubicBezTo>
                    <a:cubicBezTo>
                      <a:pt x="35" y="26"/>
                      <a:pt x="34" y="27"/>
                      <a:pt x="36" y="27"/>
                    </a:cubicBezTo>
                    <a:cubicBezTo>
                      <a:pt x="43" y="23"/>
                      <a:pt x="43" y="23"/>
                      <a:pt x="43" y="23"/>
                    </a:cubicBezTo>
                    <a:cubicBezTo>
                      <a:pt x="45" y="22"/>
                      <a:pt x="48" y="28"/>
                      <a:pt x="46" y="29"/>
                    </a:cubicBezTo>
                    <a:cubicBezTo>
                      <a:pt x="39" y="32"/>
                      <a:pt x="39" y="32"/>
                      <a:pt x="39" y="32"/>
                    </a:cubicBezTo>
                    <a:cubicBezTo>
                      <a:pt x="39" y="32"/>
                      <a:pt x="37" y="34"/>
                      <a:pt x="39" y="34"/>
                    </a:cubicBezTo>
                    <a:cubicBezTo>
                      <a:pt x="39" y="34"/>
                      <a:pt x="39" y="34"/>
                      <a:pt x="42" y="32"/>
                    </a:cubicBezTo>
                    <a:cubicBezTo>
                      <a:pt x="45" y="31"/>
                      <a:pt x="48" y="36"/>
                      <a:pt x="44" y="38"/>
                    </a:cubicBezTo>
                    <a:cubicBezTo>
                      <a:pt x="26" y="48"/>
                      <a:pt x="26" y="48"/>
                      <a:pt x="26" y="48"/>
                    </a:cubicBezTo>
                    <a:cubicBezTo>
                      <a:pt x="26" y="48"/>
                      <a:pt x="21" y="50"/>
                      <a:pt x="17" y="49"/>
                    </a:cubicBezTo>
                    <a:cubicBezTo>
                      <a:pt x="0" y="55"/>
                      <a:pt x="0" y="55"/>
                      <a:pt x="0" y="55"/>
                    </a:cubicBezTo>
                    <a:cubicBezTo>
                      <a:pt x="0" y="29"/>
                      <a:pt x="0" y="29"/>
                      <a:pt x="0" y="29"/>
                    </a:cubicBezTo>
                    <a:cubicBezTo>
                      <a:pt x="3" y="28"/>
                      <a:pt x="3" y="28"/>
                      <a:pt x="3" y="28"/>
                    </a:cubicBezTo>
                    <a:cubicBezTo>
                      <a:pt x="3" y="28"/>
                      <a:pt x="5" y="21"/>
                      <a:pt x="7" y="16"/>
                    </a:cubicBezTo>
                    <a:cubicBezTo>
                      <a:pt x="8" y="11"/>
                      <a:pt x="24" y="3"/>
                      <a:pt x="24" y="3"/>
                    </a:cubicBezTo>
                    <a:cubicBezTo>
                      <a:pt x="27" y="8"/>
                      <a:pt x="25" y="10"/>
                      <a:pt x="22" y="11"/>
                    </a:cubicBezTo>
                    <a:cubicBezTo>
                      <a:pt x="21" y="12"/>
                      <a:pt x="19" y="13"/>
                      <a:pt x="19" y="13"/>
                    </a:cubicBezTo>
                    <a:cubicBezTo>
                      <a:pt x="16" y="16"/>
                      <a:pt x="16" y="16"/>
                      <a:pt x="16" y="16"/>
                    </a:cubicBezTo>
                    <a:lnTo>
                      <a:pt x="17" y="16"/>
                    </a:lnTo>
                    <a:close/>
                  </a:path>
                </a:pathLst>
              </a:custGeom>
              <a:solidFill>
                <a:srgbClr val="FFDCB8"/>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30" name="Freeform 129"/>
              <p:cNvSpPr>
                <a:spLocks/>
              </p:cNvSpPr>
              <p:nvPr/>
            </p:nvSpPr>
            <p:spPr bwMode="auto">
              <a:xfrm>
                <a:off x="4693808" y="2599196"/>
                <a:ext cx="1169819" cy="793974"/>
              </a:xfrm>
              <a:custGeom>
                <a:avLst/>
                <a:gdLst>
                  <a:gd name="T0" fmla="*/ 4 w 105"/>
                  <a:gd name="T1" fmla="*/ 40 h 71"/>
                  <a:gd name="T2" fmla="*/ 105 w 105"/>
                  <a:gd name="T3" fmla="*/ 0 h 71"/>
                  <a:gd name="T4" fmla="*/ 105 w 105"/>
                  <a:gd name="T5" fmla="*/ 42 h 71"/>
                  <a:gd name="T6" fmla="*/ 0 w 105"/>
                  <a:gd name="T7" fmla="*/ 65 h 71"/>
                  <a:gd name="T8" fmla="*/ 4 w 105"/>
                  <a:gd name="T9" fmla="*/ 40 h 71"/>
                </a:gdLst>
                <a:ahLst/>
                <a:cxnLst>
                  <a:cxn ang="0">
                    <a:pos x="T0" y="T1"/>
                  </a:cxn>
                  <a:cxn ang="0">
                    <a:pos x="T2" y="T3"/>
                  </a:cxn>
                  <a:cxn ang="0">
                    <a:pos x="T4" y="T5"/>
                  </a:cxn>
                  <a:cxn ang="0">
                    <a:pos x="T6" y="T7"/>
                  </a:cxn>
                  <a:cxn ang="0">
                    <a:pos x="T8" y="T9"/>
                  </a:cxn>
                </a:cxnLst>
                <a:rect l="0" t="0" r="r" b="b"/>
                <a:pathLst>
                  <a:path w="105" h="71">
                    <a:moveTo>
                      <a:pt x="4" y="40"/>
                    </a:moveTo>
                    <a:cubicBezTo>
                      <a:pt x="4" y="40"/>
                      <a:pt x="68" y="46"/>
                      <a:pt x="105" y="0"/>
                    </a:cubicBezTo>
                    <a:cubicBezTo>
                      <a:pt x="105" y="42"/>
                      <a:pt x="105" y="42"/>
                      <a:pt x="105" y="42"/>
                    </a:cubicBezTo>
                    <a:cubicBezTo>
                      <a:pt x="77" y="71"/>
                      <a:pt x="0" y="65"/>
                      <a:pt x="0" y="65"/>
                    </a:cubicBezTo>
                    <a:lnTo>
                      <a:pt x="4" y="40"/>
                    </a:lnTo>
                    <a:close/>
                  </a:path>
                </a:pathLst>
              </a:custGeom>
              <a:solidFill>
                <a:srgbClr val="44546A"/>
              </a:solidFill>
              <a:ln>
                <a:noFill/>
              </a:ln>
              <a:extLst/>
            </p:spPr>
            <p:txBody>
              <a:bodyPr vert="horz" wrap="square" lIns="91440" tIns="45720" rIns="91440" bIns="45720" numCol="1" anchor="t" anchorCtr="0" compatLnSpc="1">
                <a:prstTxWarp prst="textNoShape">
                  <a:avLst/>
                </a:prstTxWarp>
              </a:bodyPr>
              <a:lstStyle/>
              <a:p>
                <a:endParaRPr lang="en-US"/>
              </a:p>
            </p:txBody>
          </p:sp>
        </p:grpSp>
        <p:sp>
          <p:nvSpPr>
            <p:cNvPr id="89" name="Freeform 88"/>
            <p:cNvSpPr>
              <a:spLocks/>
            </p:cNvSpPr>
            <p:nvPr/>
          </p:nvSpPr>
          <p:spPr bwMode="auto">
            <a:xfrm rot="10800000" flipH="1">
              <a:off x="4103383" y="2960082"/>
              <a:ext cx="670156" cy="1250520"/>
            </a:xfrm>
            <a:custGeom>
              <a:avLst/>
              <a:gdLst>
                <a:gd name="connsiteX0" fmla="*/ 138788 w 670156"/>
                <a:gd name="connsiteY0" fmla="*/ 1155858 h 1155858"/>
                <a:gd name="connsiteX1" fmla="*/ 270962 w 670156"/>
                <a:gd name="connsiteY1" fmla="*/ 1155858 h 1155858"/>
                <a:gd name="connsiteX2" fmla="*/ 392969 w 670156"/>
                <a:gd name="connsiteY2" fmla="*/ 1155858 h 1155858"/>
                <a:gd name="connsiteX3" fmla="*/ 530227 w 670156"/>
                <a:gd name="connsiteY3" fmla="*/ 1155858 h 1155858"/>
                <a:gd name="connsiteX4" fmla="*/ 611724 w 670156"/>
                <a:gd name="connsiteY4" fmla="*/ 1132192 h 1155858"/>
                <a:gd name="connsiteX5" fmla="*/ 633088 w 670156"/>
                <a:gd name="connsiteY5" fmla="*/ 1125988 h 1155858"/>
                <a:gd name="connsiteX6" fmla="*/ 643824 w 670156"/>
                <a:gd name="connsiteY6" fmla="*/ 1075078 h 1155858"/>
                <a:gd name="connsiteX7" fmla="*/ 670156 w 670156"/>
                <a:gd name="connsiteY7" fmla="*/ 739370 h 1155858"/>
                <a:gd name="connsiteX8" fmla="*/ 663833 w 670156"/>
                <a:gd name="connsiteY8" fmla="*/ 577939 h 1155858"/>
                <a:gd name="connsiteX9" fmla="*/ 670156 w 670156"/>
                <a:gd name="connsiteY9" fmla="*/ 416488 h 1155858"/>
                <a:gd name="connsiteX10" fmla="*/ 643824 w 670156"/>
                <a:gd name="connsiteY10" fmla="*/ 80780 h 1155858"/>
                <a:gd name="connsiteX11" fmla="*/ 632928 w 670156"/>
                <a:gd name="connsiteY11" fmla="*/ 29109 h 1155858"/>
                <a:gd name="connsiteX12" fmla="*/ 590098 w 670156"/>
                <a:gd name="connsiteY12" fmla="*/ 16833 h 1155858"/>
                <a:gd name="connsiteX13" fmla="*/ 531368 w 670156"/>
                <a:gd name="connsiteY13" fmla="*/ 0 h 1155858"/>
                <a:gd name="connsiteX14" fmla="*/ 399194 w 670156"/>
                <a:gd name="connsiteY14" fmla="*/ 0 h 1155858"/>
                <a:gd name="connsiteX15" fmla="*/ 277187 w 670156"/>
                <a:gd name="connsiteY15" fmla="*/ 0 h 1155858"/>
                <a:gd name="connsiteX16" fmla="*/ 139929 w 670156"/>
                <a:gd name="connsiteY16" fmla="*/ 0 h 1155858"/>
                <a:gd name="connsiteX17" fmla="*/ 58432 w 670156"/>
                <a:gd name="connsiteY17" fmla="*/ 23666 h 1155858"/>
                <a:gd name="connsiteX18" fmla="*/ 37068 w 670156"/>
                <a:gd name="connsiteY18" fmla="*/ 29870 h 1155858"/>
                <a:gd name="connsiteX19" fmla="*/ 26332 w 670156"/>
                <a:gd name="connsiteY19" fmla="*/ 80780 h 1155858"/>
                <a:gd name="connsiteX20" fmla="*/ 0 w 670156"/>
                <a:gd name="connsiteY20" fmla="*/ 416488 h 1155858"/>
                <a:gd name="connsiteX21" fmla="*/ 6323 w 670156"/>
                <a:gd name="connsiteY21" fmla="*/ 577920 h 1155858"/>
                <a:gd name="connsiteX22" fmla="*/ 0 w 670156"/>
                <a:gd name="connsiteY22" fmla="*/ 739370 h 1155858"/>
                <a:gd name="connsiteX23" fmla="*/ 26332 w 670156"/>
                <a:gd name="connsiteY23" fmla="*/ 1075078 h 1155858"/>
                <a:gd name="connsiteX24" fmla="*/ 37228 w 670156"/>
                <a:gd name="connsiteY24" fmla="*/ 1126749 h 1155858"/>
                <a:gd name="connsiteX25" fmla="*/ 80058 w 670156"/>
                <a:gd name="connsiteY25" fmla="*/ 1139025 h 1155858"/>
                <a:gd name="connsiteX26" fmla="*/ 138788 w 670156"/>
                <a:gd name="connsiteY26" fmla="*/ 1155858 h 1155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670156" h="1155858">
                  <a:moveTo>
                    <a:pt x="138788" y="1155858"/>
                  </a:moveTo>
                  <a:cubicBezTo>
                    <a:pt x="138788" y="1155858"/>
                    <a:pt x="138788" y="1155858"/>
                    <a:pt x="270962" y="1155858"/>
                  </a:cubicBezTo>
                  <a:cubicBezTo>
                    <a:pt x="270962" y="1155858"/>
                    <a:pt x="270962" y="1155858"/>
                    <a:pt x="392969" y="1155858"/>
                  </a:cubicBezTo>
                  <a:cubicBezTo>
                    <a:pt x="392969" y="1155858"/>
                    <a:pt x="392969" y="1155858"/>
                    <a:pt x="530227" y="1155858"/>
                  </a:cubicBezTo>
                  <a:cubicBezTo>
                    <a:pt x="530227" y="1155858"/>
                    <a:pt x="530227" y="1155858"/>
                    <a:pt x="611724" y="1132192"/>
                  </a:cubicBezTo>
                  <a:lnTo>
                    <a:pt x="633088" y="1125988"/>
                  </a:lnTo>
                  <a:lnTo>
                    <a:pt x="643824" y="1075078"/>
                  </a:lnTo>
                  <a:cubicBezTo>
                    <a:pt x="660780" y="971895"/>
                    <a:pt x="670156" y="858451"/>
                    <a:pt x="670156" y="739370"/>
                  </a:cubicBezTo>
                  <a:lnTo>
                    <a:pt x="663833" y="577939"/>
                  </a:lnTo>
                  <a:lnTo>
                    <a:pt x="670156" y="416488"/>
                  </a:lnTo>
                  <a:cubicBezTo>
                    <a:pt x="670156" y="297407"/>
                    <a:pt x="660780" y="183963"/>
                    <a:pt x="643824" y="80780"/>
                  </a:cubicBezTo>
                  <a:lnTo>
                    <a:pt x="632928" y="29109"/>
                  </a:lnTo>
                  <a:lnTo>
                    <a:pt x="590098" y="16833"/>
                  </a:lnTo>
                  <a:cubicBezTo>
                    <a:pt x="573070" y="11953"/>
                    <a:pt x="553609" y="6375"/>
                    <a:pt x="531368" y="0"/>
                  </a:cubicBezTo>
                  <a:cubicBezTo>
                    <a:pt x="531368" y="0"/>
                    <a:pt x="531368" y="0"/>
                    <a:pt x="399194" y="0"/>
                  </a:cubicBezTo>
                  <a:cubicBezTo>
                    <a:pt x="399194" y="0"/>
                    <a:pt x="399194" y="0"/>
                    <a:pt x="277187" y="0"/>
                  </a:cubicBezTo>
                  <a:cubicBezTo>
                    <a:pt x="277187" y="0"/>
                    <a:pt x="277187" y="0"/>
                    <a:pt x="139929" y="0"/>
                  </a:cubicBezTo>
                  <a:cubicBezTo>
                    <a:pt x="139929" y="0"/>
                    <a:pt x="139929" y="0"/>
                    <a:pt x="58432" y="23666"/>
                  </a:cubicBezTo>
                  <a:lnTo>
                    <a:pt x="37068" y="29870"/>
                  </a:lnTo>
                  <a:lnTo>
                    <a:pt x="26332" y="80780"/>
                  </a:lnTo>
                  <a:cubicBezTo>
                    <a:pt x="9376" y="183963"/>
                    <a:pt x="0" y="297407"/>
                    <a:pt x="0" y="416488"/>
                  </a:cubicBezTo>
                  <a:lnTo>
                    <a:pt x="6323" y="577920"/>
                  </a:lnTo>
                  <a:lnTo>
                    <a:pt x="0" y="739370"/>
                  </a:lnTo>
                  <a:cubicBezTo>
                    <a:pt x="0" y="858451"/>
                    <a:pt x="9376" y="971895"/>
                    <a:pt x="26332" y="1075078"/>
                  </a:cubicBezTo>
                  <a:lnTo>
                    <a:pt x="37228" y="1126749"/>
                  </a:lnTo>
                  <a:lnTo>
                    <a:pt x="80058" y="1139025"/>
                  </a:lnTo>
                  <a:cubicBezTo>
                    <a:pt x="97086" y="1143905"/>
                    <a:pt x="116547" y="1149483"/>
                    <a:pt x="138788" y="1155858"/>
                  </a:cubicBezTo>
                  <a:close/>
                </a:path>
              </a:pathLst>
            </a:custGeom>
            <a:solidFill>
              <a:srgbClr val="44546A"/>
            </a:solidFill>
            <a:ln>
              <a:noFill/>
            </a:ln>
            <a:extLst/>
          </p:spPr>
          <p:txBody>
            <a:bodyPr vert="horz" wrap="square" lIns="91440" tIns="45720" rIns="91440" bIns="45720" numCol="1" anchor="t" anchorCtr="0" compatLnSpc="1">
              <a:prstTxWarp prst="textNoShape">
                <a:avLst/>
              </a:prstTxWarp>
              <a:noAutofit/>
            </a:bodyPr>
            <a:lstStyle/>
            <a:p>
              <a:endParaRPr lang="en-US"/>
            </a:p>
          </p:txBody>
        </p:sp>
        <p:sp>
          <p:nvSpPr>
            <p:cNvPr id="90" name="Freeform 290"/>
            <p:cNvSpPr>
              <a:spLocks/>
            </p:cNvSpPr>
            <p:nvPr/>
          </p:nvSpPr>
          <p:spPr bwMode="auto">
            <a:xfrm flipH="1">
              <a:off x="4232614" y="2949833"/>
              <a:ext cx="386696" cy="515595"/>
            </a:xfrm>
            <a:custGeom>
              <a:avLst/>
              <a:gdLst>
                <a:gd name="T0" fmla="*/ 180 w 180"/>
                <a:gd name="T1" fmla="*/ 71 h 240"/>
                <a:gd name="T2" fmla="*/ 92 w 180"/>
                <a:gd name="T3" fmla="*/ 240 h 240"/>
                <a:gd name="T4" fmla="*/ 0 w 180"/>
                <a:gd name="T5" fmla="*/ 71 h 240"/>
                <a:gd name="T6" fmla="*/ 33 w 180"/>
                <a:gd name="T7" fmla="*/ 69 h 240"/>
                <a:gd name="T8" fmla="*/ 33 w 180"/>
                <a:gd name="T9" fmla="*/ 0 h 240"/>
                <a:gd name="T10" fmla="*/ 151 w 180"/>
                <a:gd name="T11" fmla="*/ 0 h 240"/>
                <a:gd name="T12" fmla="*/ 151 w 180"/>
                <a:gd name="T13" fmla="*/ 69 h 240"/>
                <a:gd name="T14" fmla="*/ 180 w 180"/>
                <a:gd name="T15" fmla="*/ 71 h 2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0" h="240">
                  <a:moveTo>
                    <a:pt x="180" y="71"/>
                  </a:moveTo>
                  <a:lnTo>
                    <a:pt x="92" y="240"/>
                  </a:lnTo>
                  <a:lnTo>
                    <a:pt x="0" y="71"/>
                  </a:lnTo>
                  <a:lnTo>
                    <a:pt x="33" y="69"/>
                  </a:lnTo>
                  <a:lnTo>
                    <a:pt x="33" y="0"/>
                  </a:lnTo>
                  <a:lnTo>
                    <a:pt x="151" y="0"/>
                  </a:lnTo>
                  <a:lnTo>
                    <a:pt x="151" y="69"/>
                  </a:lnTo>
                  <a:lnTo>
                    <a:pt x="180" y="71"/>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 name="Freeform 306"/>
            <p:cNvSpPr>
              <a:spLocks/>
            </p:cNvSpPr>
            <p:nvPr/>
          </p:nvSpPr>
          <p:spPr bwMode="auto">
            <a:xfrm flipH="1">
              <a:off x="4365479" y="3021482"/>
              <a:ext cx="116009" cy="122455"/>
            </a:xfrm>
            <a:custGeom>
              <a:avLst/>
              <a:gdLst>
                <a:gd name="T0" fmla="*/ 0 w 54"/>
                <a:gd name="T1" fmla="*/ 14 h 57"/>
                <a:gd name="T2" fmla="*/ 28 w 54"/>
                <a:gd name="T3" fmla="*/ 57 h 57"/>
                <a:gd name="T4" fmla="*/ 54 w 54"/>
                <a:gd name="T5" fmla="*/ 14 h 57"/>
                <a:gd name="T6" fmla="*/ 28 w 54"/>
                <a:gd name="T7" fmla="*/ 0 h 57"/>
                <a:gd name="T8" fmla="*/ 0 w 54"/>
                <a:gd name="T9" fmla="*/ 14 h 57"/>
              </a:gdLst>
              <a:ahLst/>
              <a:cxnLst>
                <a:cxn ang="0">
                  <a:pos x="T0" y="T1"/>
                </a:cxn>
                <a:cxn ang="0">
                  <a:pos x="T2" y="T3"/>
                </a:cxn>
                <a:cxn ang="0">
                  <a:pos x="T4" y="T5"/>
                </a:cxn>
                <a:cxn ang="0">
                  <a:pos x="T6" y="T7"/>
                </a:cxn>
                <a:cxn ang="0">
                  <a:pos x="T8" y="T9"/>
                </a:cxn>
              </a:cxnLst>
              <a:rect l="0" t="0" r="r" b="b"/>
              <a:pathLst>
                <a:path w="54" h="57">
                  <a:moveTo>
                    <a:pt x="0" y="14"/>
                  </a:moveTo>
                  <a:lnTo>
                    <a:pt x="28" y="57"/>
                  </a:lnTo>
                  <a:lnTo>
                    <a:pt x="54" y="14"/>
                  </a:lnTo>
                  <a:lnTo>
                    <a:pt x="28" y="0"/>
                  </a:lnTo>
                  <a:lnTo>
                    <a:pt x="0" y="14"/>
                  </a:lnTo>
                  <a:close/>
                </a:path>
              </a:pathLst>
            </a:custGeom>
            <a:solidFill>
              <a:srgbClr val="141414"/>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92" name="Freeform 307"/>
            <p:cNvSpPr>
              <a:spLocks/>
            </p:cNvSpPr>
            <p:nvPr/>
          </p:nvSpPr>
          <p:spPr bwMode="auto">
            <a:xfrm flipH="1">
              <a:off x="4429928" y="3021482"/>
              <a:ext cx="51559" cy="111712"/>
            </a:xfrm>
            <a:custGeom>
              <a:avLst/>
              <a:gdLst>
                <a:gd name="T0" fmla="*/ 0 w 24"/>
                <a:gd name="T1" fmla="*/ 14 h 52"/>
                <a:gd name="T2" fmla="*/ 24 w 24"/>
                <a:gd name="T3" fmla="*/ 52 h 52"/>
                <a:gd name="T4" fmla="*/ 24 w 24"/>
                <a:gd name="T5" fmla="*/ 0 h 52"/>
                <a:gd name="T6" fmla="*/ 0 w 24"/>
                <a:gd name="T7" fmla="*/ 14 h 52"/>
              </a:gdLst>
              <a:ahLst/>
              <a:cxnLst>
                <a:cxn ang="0">
                  <a:pos x="T0" y="T1"/>
                </a:cxn>
                <a:cxn ang="0">
                  <a:pos x="T2" y="T3"/>
                </a:cxn>
                <a:cxn ang="0">
                  <a:pos x="T4" y="T5"/>
                </a:cxn>
                <a:cxn ang="0">
                  <a:pos x="T6" y="T7"/>
                </a:cxn>
              </a:cxnLst>
              <a:rect l="0" t="0" r="r" b="b"/>
              <a:pathLst>
                <a:path w="24" h="52">
                  <a:moveTo>
                    <a:pt x="0" y="14"/>
                  </a:moveTo>
                  <a:lnTo>
                    <a:pt x="24" y="52"/>
                  </a:lnTo>
                  <a:lnTo>
                    <a:pt x="24" y="0"/>
                  </a:lnTo>
                  <a:lnTo>
                    <a:pt x="0" y="14"/>
                  </a:lnTo>
                  <a:close/>
                </a:path>
              </a:pathLst>
            </a:custGeom>
            <a:solidFill>
              <a:srgbClr val="141414"/>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93" name="Freeform 308"/>
            <p:cNvSpPr>
              <a:spLocks/>
            </p:cNvSpPr>
            <p:nvPr/>
          </p:nvSpPr>
          <p:spPr bwMode="auto">
            <a:xfrm flipH="1">
              <a:off x="4425631" y="2954885"/>
              <a:ext cx="193348" cy="137493"/>
            </a:xfrm>
            <a:custGeom>
              <a:avLst/>
              <a:gdLst>
                <a:gd name="T0" fmla="*/ 33 w 90"/>
                <a:gd name="T1" fmla="*/ 0 h 64"/>
                <a:gd name="T2" fmla="*/ 0 w 90"/>
                <a:gd name="T3" fmla="*/ 0 h 64"/>
                <a:gd name="T4" fmla="*/ 35 w 90"/>
                <a:gd name="T5" fmla="*/ 64 h 64"/>
                <a:gd name="T6" fmla="*/ 90 w 90"/>
                <a:gd name="T7" fmla="*/ 31 h 64"/>
                <a:gd name="T8" fmla="*/ 33 w 90"/>
                <a:gd name="T9" fmla="*/ 0 h 64"/>
              </a:gdLst>
              <a:ahLst/>
              <a:cxnLst>
                <a:cxn ang="0">
                  <a:pos x="T0" y="T1"/>
                </a:cxn>
                <a:cxn ang="0">
                  <a:pos x="T2" y="T3"/>
                </a:cxn>
                <a:cxn ang="0">
                  <a:pos x="T4" y="T5"/>
                </a:cxn>
                <a:cxn ang="0">
                  <a:pos x="T6" y="T7"/>
                </a:cxn>
                <a:cxn ang="0">
                  <a:pos x="T8" y="T9"/>
                </a:cxn>
              </a:cxnLst>
              <a:rect l="0" t="0" r="r" b="b"/>
              <a:pathLst>
                <a:path w="90" h="64">
                  <a:moveTo>
                    <a:pt x="33" y="0"/>
                  </a:moveTo>
                  <a:lnTo>
                    <a:pt x="0" y="0"/>
                  </a:lnTo>
                  <a:lnTo>
                    <a:pt x="35" y="64"/>
                  </a:lnTo>
                  <a:lnTo>
                    <a:pt x="90" y="31"/>
                  </a:lnTo>
                  <a:lnTo>
                    <a:pt x="3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 name="Freeform 309"/>
            <p:cNvSpPr>
              <a:spLocks/>
            </p:cNvSpPr>
            <p:nvPr/>
          </p:nvSpPr>
          <p:spPr bwMode="auto">
            <a:xfrm flipH="1">
              <a:off x="4227986" y="2954885"/>
              <a:ext cx="193348" cy="137493"/>
            </a:xfrm>
            <a:custGeom>
              <a:avLst/>
              <a:gdLst>
                <a:gd name="T0" fmla="*/ 57 w 90"/>
                <a:gd name="T1" fmla="*/ 0 h 64"/>
                <a:gd name="T2" fmla="*/ 90 w 90"/>
                <a:gd name="T3" fmla="*/ 0 h 64"/>
                <a:gd name="T4" fmla="*/ 55 w 90"/>
                <a:gd name="T5" fmla="*/ 64 h 64"/>
                <a:gd name="T6" fmla="*/ 0 w 90"/>
                <a:gd name="T7" fmla="*/ 31 h 64"/>
                <a:gd name="T8" fmla="*/ 57 w 90"/>
                <a:gd name="T9" fmla="*/ 0 h 64"/>
              </a:gdLst>
              <a:ahLst/>
              <a:cxnLst>
                <a:cxn ang="0">
                  <a:pos x="T0" y="T1"/>
                </a:cxn>
                <a:cxn ang="0">
                  <a:pos x="T2" y="T3"/>
                </a:cxn>
                <a:cxn ang="0">
                  <a:pos x="T4" y="T5"/>
                </a:cxn>
                <a:cxn ang="0">
                  <a:pos x="T6" y="T7"/>
                </a:cxn>
                <a:cxn ang="0">
                  <a:pos x="T8" y="T9"/>
                </a:cxn>
              </a:cxnLst>
              <a:rect l="0" t="0" r="r" b="b"/>
              <a:pathLst>
                <a:path w="90" h="64">
                  <a:moveTo>
                    <a:pt x="57" y="0"/>
                  </a:moveTo>
                  <a:lnTo>
                    <a:pt x="90" y="0"/>
                  </a:lnTo>
                  <a:lnTo>
                    <a:pt x="55" y="64"/>
                  </a:lnTo>
                  <a:lnTo>
                    <a:pt x="0" y="31"/>
                  </a:lnTo>
                  <a:lnTo>
                    <a:pt x="5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 name="Freeform 310"/>
            <p:cNvSpPr>
              <a:spLocks/>
            </p:cNvSpPr>
            <p:nvPr/>
          </p:nvSpPr>
          <p:spPr bwMode="auto">
            <a:xfrm flipH="1">
              <a:off x="4374071" y="3085933"/>
              <a:ext cx="96674" cy="236314"/>
            </a:xfrm>
            <a:custGeom>
              <a:avLst/>
              <a:gdLst>
                <a:gd name="T0" fmla="*/ 0 w 45"/>
                <a:gd name="T1" fmla="*/ 67 h 110"/>
                <a:gd name="T2" fmla="*/ 23 w 45"/>
                <a:gd name="T3" fmla="*/ 0 h 110"/>
                <a:gd name="T4" fmla="*/ 45 w 45"/>
                <a:gd name="T5" fmla="*/ 69 h 110"/>
                <a:gd name="T6" fmla="*/ 23 w 45"/>
                <a:gd name="T7" fmla="*/ 110 h 110"/>
                <a:gd name="T8" fmla="*/ 0 w 45"/>
                <a:gd name="T9" fmla="*/ 67 h 110"/>
              </a:gdLst>
              <a:ahLst/>
              <a:cxnLst>
                <a:cxn ang="0">
                  <a:pos x="T0" y="T1"/>
                </a:cxn>
                <a:cxn ang="0">
                  <a:pos x="T2" y="T3"/>
                </a:cxn>
                <a:cxn ang="0">
                  <a:pos x="T4" y="T5"/>
                </a:cxn>
                <a:cxn ang="0">
                  <a:pos x="T6" y="T7"/>
                </a:cxn>
                <a:cxn ang="0">
                  <a:pos x="T8" y="T9"/>
                </a:cxn>
              </a:cxnLst>
              <a:rect l="0" t="0" r="r" b="b"/>
              <a:pathLst>
                <a:path w="45" h="110">
                  <a:moveTo>
                    <a:pt x="0" y="67"/>
                  </a:moveTo>
                  <a:lnTo>
                    <a:pt x="23" y="0"/>
                  </a:lnTo>
                  <a:lnTo>
                    <a:pt x="45" y="69"/>
                  </a:lnTo>
                  <a:lnTo>
                    <a:pt x="23" y="110"/>
                  </a:lnTo>
                  <a:lnTo>
                    <a:pt x="0" y="67"/>
                  </a:lnTo>
                  <a:close/>
                </a:path>
              </a:pathLst>
            </a:custGeom>
            <a:solidFill>
              <a:srgbClr val="141414"/>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96" name="Freeform 311"/>
            <p:cNvSpPr>
              <a:spLocks/>
            </p:cNvSpPr>
            <p:nvPr/>
          </p:nvSpPr>
          <p:spPr bwMode="auto">
            <a:xfrm flipH="1">
              <a:off x="4425631" y="3103118"/>
              <a:ext cx="45115" cy="208386"/>
            </a:xfrm>
            <a:custGeom>
              <a:avLst/>
              <a:gdLst>
                <a:gd name="T0" fmla="*/ 0 w 21"/>
                <a:gd name="T1" fmla="*/ 59 h 97"/>
                <a:gd name="T2" fmla="*/ 21 w 21"/>
                <a:gd name="T3" fmla="*/ 0 h 97"/>
                <a:gd name="T4" fmla="*/ 21 w 21"/>
                <a:gd name="T5" fmla="*/ 97 h 97"/>
                <a:gd name="T6" fmla="*/ 0 w 21"/>
                <a:gd name="T7" fmla="*/ 59 h 97"/>
              </a:gdLst>
              <a:ahLst/>
              <a:cxnLst>
                <a:cxn ang="0">
                  <a:pos x="T0" y="T1"/>
                </a:cxn>
                <a:cxn ang="0">
                  <a:pos x="T2" y="T3"/>
                </a:cxn>
                <a:cxn ang="0">
                  <a:pos x="T4" y="T5"/>
                </a:cxn>
                <a:cxn ang="0">
                  <a:pos x="T6" y="T7"/>
                </a:cxn>
              </a:cxnLst>
              <a:rect l="0" t="0" r="r" b="b"/>
              <a:pathLst>
                <a:path w="21" h="97">
                  <a:moveTo>
                    <a:pt x="0" y="59"/>
                  </a:moveTo>
                  <a:lnTo>
                    <a:pt x="21" y="0"/>
                  </a:lnTo>
                  <a:lnTo>
                    <a:pt x="21" y="97"/>
                  </a:lnTo>
                  <a:lnTo>
                    <a:pt x="0" y="59"/>
                  </a:lnTo>
                  <a:close/>
                </a:path>
              </a:pathLst>
            </a:custGeom>
            <a:solidFill>
              <a:srgbClr val="141414"/>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97" name="Freeform 312"/>
            <p:cNvSpPr>
              <a:spLocks/>
            </p:cNvSpPr>
            <p:nvPr/>
          </p:nvSpPr>
          <p:spPr bwMode="auto">
            <a:xfrm flipH="1">
              <a:off x="4421334" y="2959182"/>
              <a:ext cx="268540" cy="545671"/>
            </a:xfrm>
            <a:custGeom>
              <a:avLst/>
              <a:gdLst>
                <a:gd name="T0" fmla="*/ 33 w 125"/>
                <a:gd name="T1" fmla="*/ 0 h 254"/>
                <a:gd name="T2" fmla="*/ 0 w 125"/>
                <a:gd name="T3" fmla="*/ 83 h 254"/>
                <a:gd name="T4" fmla="*/ 54 w 125"/>
                <a:gd name="T5" fmla="*/ 81 h 254"/>
                <a:gd name="T6" fmla="*/ 12 w 125"/>
                <a:gd name="T7" fmla="*/ 128 h 254"/>
                <a:gd name="T8" fmla="*/ 123 w 125"/>
                <a:gd name="T9" fmla="*/ 254 h 254"/>
                <a:gd name="T10" fmla="*/ 125 w 125"/>
                <a:gd name="T11" fmla="*/ 169 h 254"/>
                <a:gd name="T12" fmla="*/ 33 w 125"/>
                <a:gd name="T13" fmla="*/ 0 h 254"/>
              </a:gdLst>
              <a:ahLst/>
              <a:cxnLst>
                <a:cxn ang="0">
                  <a:pos x="T0" y="T1"/>
                </a:cxn>
                <a:cxn ang="0">
                  <a:pos x="T2" y="T3"/>
                </a:cxn>
                <a:cxn ang="0">
                  <a:pos x="T4" y="T5"/>
                </a:cxn>
                <a:cxn ang="0">
                  <a:pos x="T6" y="T7"/>
                </a:cxn>
                <a:cxn ang="0">
                  <a:pos x="T8" y="T9"/>
                </a:cxn>
                <a:cxn ang="0">
                  <a:pos x="T10" y="T11"/>
                </a:cxn>
                <a:cxn ang="0">
                  <a:pos x="T12" y="T13"/>
                </a:cxn>
              </a:cxnLst>
              <a:rect l="0" t="0" r="r" b="b"/>
              <a:pathLst>
                <a:path w="125" h="254">
                  <a:moveTo>
                    <a:pt x="33" y="0"/>
                  </a:moveTo>
                  <a:lnTo>
                    <a:pt x="0" y="83"/>
                  </a:lnTo>
                  <a:lnTo>
                    <a:pt x="54" y="81"/>
                  </a:lnTo>
                  <a:lnTo>
                    <a:pt x="12" y="128"/>
                  </a:lnTo>
                  <a:lnTo>
                    <a:pt x="123" y="254"/>
                  </a:lnTo>
                  <a:lnTo>
                    <a:pt x="125" y="169"/>
                  </a:lnTo>
                  <a:lnTo>
                    <a:pt x="33" y="0"/>
                  </a:lnTo>
                  <a:close/>
                </a:path>
              </a:pathLst>
            </a:custGeom>
            <a:solidFill>
              <a:srgbClr val="333F50"/>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98" name="Freeform 313"/>
            <p:cNvSpPr>
              <a:spLocks/>
            </p:cNvSpPr>
            <p:nvPr/>
          </p:nvSpPr>
          <p:spPr bwMode="auto">
            <a:xfrm flipH="1">
              <a:off x="4157091" y="2959182"/>
              <a:ext cx="268540" cy="545671"/>
            </a:xfrm>
            <a:custGeom>
              <a:avLst/>
              <a:gdLst>
                <a:gd name="T0" fmla="*/ 92 w 125"/>
                <a:gd name="T1" fmla="*/ 0 h 254"/>
                <a:gd name="T2" fmla="*/ 125 w 125"/>
                <a:gd name="T3" fmla="*/ 83 h 254"/>
                <a:gd name="T4" fmla="*/ 71 w 125"/>
                <a:gd name="T5" fmla="*/ 81 h 254"/>
                <a:gd name="T6" fmla="*/ 113 w 125"/>
                <a:gd name="T7" fmla="*/ 128 h 254"/>
                <a:gd name="T8" fmla="*/ 0 w 125"/>
                <a:gd name="T9" fmla="*/ 254 h 254"/>
                <a:gd name="T10" fmla="*/ 0 w 125"/>
                <a:gd name="T11" fmla="*/ 169 h 254"/>
                <a:gd name="T12" fmla="*/ 92 w 125"/>
                <a:gd name="T13" fmla="*/ 0 h 254"/>
              </a:gdLst>
              <a:ahLst/>
              <a:cxnLst>
                <a:cxn ang="0">
                  <a:pos x="T0" y="T1"/>
                </a:cxn>
                <a:cxn ang="0">
                  <a:pos x="T2" y="T3"/>
                </a:cxn>
                <a:cxn ang="0">
                  <a:pos x="T4" y="T5"/>
                </a:cxn>
                <a:cxn ang="0">
                  <a:pos x="T6" y="T7"/>
                </a:cxn>
                <a:cxn ang="0">
                  <a:pos x="T8" y="T9"/>
                </a:cxn>
                <a:cxn ang="0">
                  <a:pos x="T10" y="T11"/>
                </a:cxn>
                <a:cxn ang="0">
                  <a:pos x="T12" y="T13"/>
                </a:cxn>
              </a:cxnLst>
              <a:rect l="0" t="0" r="r" b="b"/>
              <a:pathLst>
                <a:path w="125" h="254">
                  <a:moveTo>
                    <a:pt x="92" y="0"/>
                  </a:moveTo>
                  <a:lnTo>
                    <a:pt x="125" y="83"/>
                  </a:lnTo>
                  <a:lnTo>
                    <a:pt x="71" y="81"/>
                  </a:lnTo>
                  <a:lnTo>
                    <a:pt x="113" y="128"/>
                  </a:lnTo>
                  <a:lnTo>
                    <a:pt x="0" y="254"/>
                  </a:lnTo>
                  <a:lnTo>
                    <a:pt x="0" y="169"/>
                  </a:lnTo>
                  <a:lnTo>
                    <a:pt x="92" y="0"/>
                  </a:lnTo>
                  <a:close/>
                </a:path>
              </a:pathLst>
            </a:custGeom>
            <a:solidFill>
              <a:srgbClr val="333F50"/>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99" name="Freeform 95"/>
            <p:cNvSpPr>
              <a:spLocks/>
            </p:cNvSpPr>
            <p:nvPr/>
          </p:nvSpPr>
          <p:spPr bwMode="auto">
            <a:xfrm>
              <a:off x="4409885" y="3557240"/>
              <a:ext cx="41745" cy="57250"/>
            </a:xfrm>
            <a:custGeom>
              <a:avLst/>
              <a:gdLst>
                <a:gd name="T0" fmla="*/ 25 w 26"/>
                <a:gd name="T1" fmla="*/ 19 h 36"/>
                <a:gd name="T2" fmla="*/ 11 w 26"/>
                <a:gd name="T3" fmla="*/ 35 h 36"/>
                <a:gd name="T4" fmla="*/ 1 w 26"/>
                <a:gd name="T5" fmla="*/ 17 h 36"/>
                <a:gd name="T6" fmla="*/ 15 w 26"/>
                <a:gd name="T7" fmla="*/ 1 h 36"/>
                <a:gd name="T8" fmla="*/ 25 w 26"/>
                <a:gd name="T9" fmla="*/ 19 h 36"/>
              </a:gdLst>
              <a:ahLst/>
              <a:cxnLst>
                <a:cxn ang="0">
                  <a:pos x="T0" y="T1"/>
                </a:cxn>
                <a:cxn ang="0">
                  <a:pos x="T2" y="T3"/>
                </a:cxn>
                <a:cxn ang="0">
                  <a:pos x="T4" y="T5"/>
                </a:cxn>
                <a:cxn ang="0">
                  <a:pos x="T6" y="T7"/>
                </a:cxn>
                <a:cxn ang="0">
                  <a:pos x="T8" y="T9"/>
                </a:cxn>
              </a:cxnLst>
              <a:rect l="0" t="0" r="r" b="b"/>
              <a:pathLst>
                <a:path w="26" h="36">
                  <a:moveTo>
                    <a:pt x="25" y="19"/>
                  </a:moveTo>
                  <a:cubicBezTo>
                    <a:pt x="24" y="29"/>
                    <a:pt x="18" y="36"/>
                    <a:pt x="11" y="35"/>
                  </a:cubicBezTo>
                  <a:cubicBezTo>
                    <a:pt x="5" y="35"/>
                    <a:pt x="0" y="26"/>
                    <a:pt x="1" y="17"/>
                  </a:cubicBezTo>
                  <a:cubicBezTo>
                    <a:pt x="2" y="7"/>
                    <a:pt x="8" y="0"/>
                    <a:pt x="15" y="1"/>
                  </a:cubicBezTo>
                  <a:cubicBezTo>
                    <a:pt x="21" y="1"/>
                    <a:pt x="26" y="10"/>
                    <a:pt x="25" y="19"/>
                  </a:cubicBezTo>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00" name="Freeform 96"/>
            <p:cNvSpPr>
              <a:spLocks/>
            </p:cNvSpPr>
            <p:nvPr/>
          </p:nvSpPr>
          <p:spPr bwMode="auto">
            <a:xfrm>
              <a:off x="4408463" y="3669170"/>
              <a:ext cx="38167" cy="56057"/>
            </a:xfrm>
            <a:custGeom>
              <a:avLst/>
              <a:gdLst>
                <a:gd name="T0" fmla="*/ 24 w 24"/>
                <a:gd name="T1" fmla="*/ 17 h 35"/>
                <a:gd name="T2" fmla="*/ 13 w 24"/>
                <a:gd name="T3" fmla="*/ 35 h 35"/>
                <a:gd name="T4" fmla="*/ 0 w 24"/>
                <a:gd name="T5" fmla="*/ 18 h 35"/>
                <a:gd name="T6" fmla="*/ 11 w 24"/>
                <a:gd name="T7" fmla="*/ 0 h 35"/>
                <a:gd name="T8" fmla="*/ 24 w 24"/>
                <a:gd name="T9" fmla="*/ 17 h 35"/>
              </a:gdLst>
              <a:ahLst/>
              <a:cxnLst>
                <a:cxn ang="0">
                  <a:pos x="T0" y="T1"/>
                </a:cxn>
                <a:cxn ang="0">
                  <a:pos x="T2" y="T3"/>
                </a:cxn>
                <a:cxn ang="0">
                  <a:pos x="T4" y="T5"/>
                </a:cxn>
                <a:cxn ang="0">
                  <a:pos x="T6" y="T7"/>
                </a:cxn>
                <a:cxn ang="0">
                  <a:pos x="T8" y="T9"/>
                </a:cxn>
              </a:cxnLst>
              <a:rect l="0" t="0" r="r" b="b"/>
              <a:pathLst>
                <a:path w="24" h="35">
                  <a:moveTo>
                    <a:pt x="24" y="17"/>
                  </a:moveTo>
                  <a:cubicBezTo>
                    <a:pt x="24" y="27"/>
                    <a:pt x="19" y="35"/>
                    <a:pt x="13" y="35"/>
                  </a:cubicBezTo>
                  <a:cubicBezTo>
                    <a:pt x="6" y="35"/>
                    <a:pt x="1" y="28"/>
                    <a:pt x="0" y="18"/>
                  </a:cubicBezTo>
                  <a:cubicBezTo>
                    <a:pt x="0" y="9"/>
                    <a:pt x="5" y="1"/>
                    <a:pt x="11" y="0"/>
                  </a:cubicBezTo>
                  <a:cubicBezTo>
                    <a:pt x="18" y="0"/>
                    <a:pt x="23" y="8"/>
                    <a:pt x="24" y="17"/>
                  </a:cubicBezTo>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01" name="Freeform 96"/>
            <p:cNvSpPr>
              <a:spLocks/>
            </p:cNvSpPr>
            <p:nvPr/>
          </p:nvSpPr>
          <p:spPr bwMode="auto">
            <a:xfrm>
              <a:off x="4410844" y="3779434"/>
              <a:ext cx="38167" cy="56057"/>
            </a:xfrm>
            <a:custGeom>
              <a:avLst/>
              <a:gdLst>
                <a:gd name="T0" fmla="*/ 24 w 24"/>
                <a:gd name="T1" fmla="*/ 17 h 35"/>
                <a:gd name="T2" fmla="*/ 13 w 24"/>
                <a:gd name="T3" fmla="*/ 35 h 35"/>
                <a:gd name="T4" fmla="*/ 0 w 24"/>
                <a:gd name="T5" fmla="*/ 18 h 35"/>
                <a:gd name="T6" fmla="*/ 11 w 24"/>
                <a:gd name="T7" fmla="*/ 0 h 35"/>
                <a:gd name="T8" fmla="*/ 24 w 24"/>
                <a:gd name="T9" fmla="*/ 17 h 35"/>
              </a:gdLst>
              <a:ahLst/>
              <a:cxnLst>
                <a:cxn ang="0">
                  <a:pos x="T0" y="T1"/>
                </a:cxn>
                <a:cxn ang="0">
                  <a:pos x="T2" y="T3"/>
                </a:cxn>
                <a:cxn ang="0">
                  <a:pos x="T4" y="T5"/>
                </a:cxn>
                <a:cxn ang="0">
                  <a:pos x="T6" y="T7"/>
                </a:cxn>
                <a:cxn ang="0">
                  <a:pos x="T8" y="T9"/>
                </a:cxn>
              </a:cxnLst>
              <a:rect l="0" t="0" r="r" b="b"/>
              <a:pathLst>
                <a:path w="24" h="35">
                  <a:moveTo>
                    <a:pt x="24" y="17"/>
                  </a:moveTo>
                  <a:cubicBezTo>
                    <a:pt x="24" y="27"/>
                    <a:pt x="19" y="35"/>
                    <a:pt x="13" y="35"/>
                  </a:cubicBezTo>
                  <a:cubicBezTo>
                    <a:pt x="6" y="35"/>
                    <a:pt x="1" y="28"/>
                    <a:pt x="0" y="18"/>
                  </a:cubicBezTo>
                  <a:cubicBezTo>
                    <a:pt x="0" y="9"/>
                    <a:pt x="5" y="1"/>
                    <a:pt x="11" y="0"/>
                  </a:cubicBezTo>
                  <a:cubicBezTo>
                    <a:pt x="18" y="0"/>
                    <a:pt x="23" y="8"/>
                    <a:pt x="24" y="17"/>
                  </a:cubicBezTo>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grpSp>
          <p:nvGrpSpPr>
            <p:cNvPr id="102" name="Group 101"/>
            <p:cNvGrpSpPr/>
            <p:nvPr/>
          </p:nvGrpSpPr>
          <p:grpSpPr>
            <a:xfrm>
              <a:off x="4002020" y="2088636"/>
              <a:ext cx="805941" cy="907547"/>
              <a:chOff x="4043659" y="2084132"/>
              <a:chExt cx="805941" cy="907547"/>
            </a:xfrm>
          </p:grpSpPr>
          <p:grpSp>
            <p:nvGrpSpPr>
              <p:cNvPr id="106" name="Group 105"/>
              <p:cNvGrpSpPr/>
              <p:nvPr/>
            </p:nvGrpSpPr>
            <p:grpSpPr>
              <a:xfrm rot="694546" flipH="1">
                <a:off x="4759774" y="2510170"/>
                <a:ext cx="89826" cy="224565"/>
                <a:chOff x="5836327" y="2247088"/>
                <a:chExt cx="130060" cy="325149"/>
              </a:xfrm>
            </p:grpSpPr>
            <p:sp>
              <p:nvSpPr>
                <p:cNvPr id="127" name="Freeform 126"/>
                <p:cNvSpPr>
                  <a:spLocks/>
                </p:cNvSpPr>
                <p:nvPr/>
              </p:nvSpPr>
              <p:spPr bwMode="auto">
                <a:xfrm>
                  <a:off x="5836327" y="2247088"/>
                  <a:ext cx="130060" cy="325149"/>
                </a:xfrm>
                <a:custGeom>
                  <a:avLst/>
                  <a:gdLst>
                    <a:gd name="T0" fmla="*/ 10 w 10"/>
                    <a:gd name="T1" fmla="*/ 20 h 25"/>
                    <a:gd name="T2" fmla="*/ 5 w 10"/>
                    <a:gd name="T3" fmla="*/ 25 h 25"/>
                    <a:gd name="T4" fmla="*/ 0 w 10"/>
                    <a:gd name="T5" fmla="*/ 20 h 25"/>
                    <a:gd name="T6" fmla="*/ 0 w 10"/>
                    <a:gd name="T7" fmla="*/ 5 h 25"/>
                    <a:gd name="T8" fmla="*/ 5 w 10"/>
                    <a:gd name="T9" fmla="*/ 0 h 25"/>
                    <a:gd name="T10" fmla="*/ 10 w 10"/>
                    <a:gd name="T11" fmla="*/ 5 h 25"/>
                    <a:gd name="T12" fmla="*/ 10 w 10"/>
                    <a:gd name="T13" fmla="*/ 20 h 25"/>
                  </a:gdLst>
                  <a:ahLst/>
                  <a:cxnLst>
                    <a:cxn ang="0">
                      <a:pos x="T0" y="T1"/>
                    </a:cxn>
                    <a:cxn ang="0">
                      <a:pos x="T2" y="T3"/>
                    </a:cxn>
                    <a:cxn ang="0">
                      <a:pos x="T4" y="T5"/>
                    </a:cxn>
                    <a:cxn ang="0">
                      <a:pos x="T6" y="T7"/>
                    </a:cxn>
                    <a:cxn ang="0">
                      <a:pos x="T8" y="T9"/>
                    </a:cxn>
                    <a:cxn ang="0">
                      <a:pos x="T10" y="T11"/>
                    </a:cxn>
                    <a:cxn ang="0">
                      <a:pos x="T12" y="T13"/>
                    </a:cxn>
                  </a:cxnLst>
                  <a:rect l="0" t="0" r="r" b="b"/>
                  <a:pathLst>
                    <a:path w="10" h="25">
                      <a:moveTo>
                        <a:pt x="10" y="20"/>
                      </a:moveTo>
                      <a:cubicBezTo>
                        <a:pt x="10" y="23"/>
                        <a:pt x="8" y="25"/>
                        <a:pt x="5" y="25"/>
                      </a:cubicBezTo>
                      <a:cubicBezTo>
                        <a:pt x="2" y="25"/>
                        <a:pt x="0" y="23"/>
                        <a:pt x="0" y="20"/>
                      </a:cubicBezTo>
                      <a:cubicBezTo>
                        <a:pt x="0" y="5"/>
                        <a:pt x="0" y="5"/>
                        <a:pt x="0" y="5"/>
                      </a:cubicBezTo>
                      <a:cubicBezTo>
                        <a:pt x="0" y="2"/>
                        <a:pt x="2" y="0"/>
                        <a:pt x="5" y="0"/>
                      </a:cubicBezTo>
                      <a:cubicBezTo>
                        <a:pt x="8" y="0"/>
                        <a:pt x="10" y="2"/>
                        <a:pt x="10" y="5"/>
                      </a:cubicBezTo>
                      <a:lnTo>
                        <a:pt x="10" y="20"/>
                      </a:lnTo>
                      <a:close/>
                    </a:path>
                  </a:pathLst>
                </a:custGeom>
                <a:solidFill>
                  <a:srgbClr val="FFDC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8" name="Freeform 127"/>
                <p:cNvSpPr>
                  <a:spLocks/>
                </p:cNvSpPr>
                <p:nvPr/>
              </p:nvSpPr>
              <p:spPr bwMode="auto">
                <a:xfrm>
                  <a:off x="5863421" y="2301279"/>
                  <a:ext cx="102966" cy="205928"/>
                </a:xfrm>
                <a:custGeom>
                  <a:avLst/>
                  <a:gdLst>
                    <a:gd name="T0" fmla="*/ 5 w 8"/>
                    <a:gd name="T1" fmla="*/ 13 h 16"/>
                    <a:gd name="T2" fmla="*/ 5 w 8"/>
                    <a:gd name="T3" fmla="*/ 4 h 16"/>
                    <a:gd name="T4" fmla="*/ 8 w 8"/>
                    <a:gd name="T5" fmla="*/ 0 h 16"/>
                    <a:gd name="T6" fmla="*/ 7 w 8"/>
                    <a:gd name="T7" fmla="*/ 0 h 16"/>
                    <a:gd name="T8" fmla="*/ 0 w 8"/>
                    <a:gd name="T9" fmla="*/ 4 h 16"/>
                    <a:gd name="T10" fmla="*/ 0 w 8"/>
                    <a:gd name="T11" fmla="*/ 13 h 16"/>
                    <a:gd name="T12" fmla="*/ 5 w 8"/>
                    <a:gd name="T13" fmla="*/ 16 h 16"/>
                    <a:gd name="T14" fmla="*/ 6 w 8"/>
                    <a:gd name="T15" fmla="*/ 16 h 16"/>
                    <a:gd name="T16" fmla="*/ 5 w 8"/>
                    <a:gd name="T17"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6">
                      <a:moveTo>
                        <a:pt x="5" y="13"/>
                      </a:moveTo>
                      <a:cubicBezTo>
                        <a:pt x="5" y="4"/>
                        <a:pt x="5" y="4"/>
                        <a:pt x="5" y="4"/>
                      </a:cubicBezTo>
                      <a:cubicBezTo>
                        <a:pt x="5" y="2"/>
                        <a:pt x="5" y="1"/>
                        <a:pt x="8" y="0"/>
                      </a:cubicBezTo>
                      <a:cubicBezTo>
                        <a:pt x="8" y="0"/>
                        <a:pt x="7" y="0"/>
                        <a:pt x="7" y="0"/>
                      </a:cubicBezTo>
                      <a:cubicBezTo>
                        <a:pt x="3" y="0"/>
                        <a:pt x="0" y="2"/>
                        <a:pt x="0" y="4"/>
                      </a:cubicBezTo>
                      <a:cubicBezTo>
                        <a:pt x="0" y="13"/>
                        <a:pt x="0" y="13"/>
                        <a:pt x="0" y="13"/>
                      </a:cubicBezTo>
                      <a:cubicBezTo>
                        <a:pt x="0" y="15"/>
                        <a:pt x="2" y="16"/>
                        <a:pt x="5" y="16"/>
                      </a:cubicBezTo>
                      <a:cubicBezTo>
                        <a:pt x="6" y="16"/>
                        <a:pt x="6" y="16"/>
                        <a:pt x="6" y="16"/>
                      </a:cubicBezTo>
                      <a:cubicBezTo>
                        <a:pt x="4" y="16"/>
                        <a:pt x="5" y="15"/>
                        <a:pt x="5" y="13"/>
                      </a:cubicBezTo>
                      <a:close/>
                    </a:path>
                  </a:pathLst>
                </a:custGeom>
                <a:solidFill>
                  <a:srgbClr val="B992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07" name="Group 106"/>
              <p:cNvGrpSpPr/>
              <p:nvPr/>
            </p:nvGrpSpPr>
            <p:grpSpPr>
              <a:xfrm rot="20905454">
                <a:off x="4043659" y="2512916"/>
                <a:ext cx="89826" cy="224565"/>
                <a:chOff x="5836327" y="2247088"/>
                <a:chExt cx="130060" cy="325149"/>
              </a:xfrm>
            </p:grpSpPr>
            <p:sp>
              <p:nvSpPr>
                <p:cNvPr id="125" name="Freeform 124"/>
                <p:cNvSpPr>
                  <a:spLocks/>
                </p:cNvSpPr>
                <p:nvPr/>
              </p:nvSpPr>
              <p:spPr bwMode="auto">
                <a:xfrm>
                  <a:off x="5836327" y="2247088"/>
                  <a:ext cx="130060" cy="325149"/>
                </a:xfrm>
                <a:custGeom>
                  <a:avLst/>
                  <a:gdLst>
                    <a:gd name="T0" fmla="*/ 10 w 10"/>
                    <a:gd name="T1" fmla="*/ 20 h 25"/>
                    <a:gd name="T2" fmla="*/ 5 w 10"/>
                    <a:gd name="T3" fmla="*/ 25 h 25"/>
                    <a:gd name="T4" fmla="*/ 0 w 10"/>
                    <a:gd name="T5" fmla="*/ 20 h 25"/>
                    <a:gd name="T6" fmla="*/ 0 w 10"/>
                    <a:gd name="T7" fmla="*/ 5 h 25"/>
                    <a:gd name="T8" fmla="*/ 5 w 10"/>
                    <a:gd name="T9" fmla="*/ 0 h 25"/>
                    <a:gd name="T10" fmla="*/ 10 w 10"/>
                    <a:gd name="T11" fmla="*/ 5 h 25"/>
                    <a:gd name="T12" fmla="*/ 10 w 10"/>
                    <a:gd name="T13" fmla="*/ 20 h 25"/>
                  </a:gdLst>
                  <a:ahLst/>
                  <a:cxnLst>
                    <a:cxn ang="0">
                      <a:pos x="T0" y="T1"/>
                    </a:cxn>
                    <a:cxn ang="0">
                      <a:pos x="T2" y="T3"/>
                    </a:cxn>
                    <a:cxn ang="0">
                      <a:pos x="T4" y="T5"/>
                    </a:cxn>
                    <a:cxn ang="0">
                      <a:pos x="T6" y="T7"/>
                    </a:cxn>
                    <a:cxn ang="0">
                      <a:pos x="T8" y="T9"/>
                    </a:cxn>
                    <a:cxn ang="0">
                      <a:pos x="T10" y="T11"/>
                    </a:cxn>
                    <a:cxn ang="0">
                      <a:pos x="T12" y="T13"/>
                    </a:cxn>
                  </a:cxnLst>
                  <a:rect l="0" t="0" r="r" b="b"/>
                  <a:pathLst>
                    <a:path w="10" h="25">
                      <a:moveTo>
                        <a:pt x="10" y="20"/>
                      </a:moveTo>
                      <a:cubicBezTo>
                        <a:pt x="10" y="23"/>
                        <a:pt x="8" y="25"/>
                        <a:pt x="5" y="25"/>
                      </a:cubicBezTo>
                      <a:cubicBezTo>
                        <a:pt x="2" y="25"/>
                        <a:pt x="0" y="23"/>
                        <a:pt x="0" y="20"/>
                      </a:cubicBezTo>
                      <a:cubicBezTo>
                        <a:pt x="0" y="5"/>
                        <a:pt x="0" y="5"/>
                        <a:pt x="0" y="5"/>
                      </a:cubicBezTo>
                      <a:cubicBezTo>
                        <a:pt x="0" y="2"/>
                        <a:pt x="2" y="0"/>
                        <a:pt x="5" y="0"/>
                      </a:cubicBezTo>
                      <a:cubicBezTo>
                        <a:pt x="8" y="0"/>
                        <a:pt x="10" y="2"/>
                        <a:pt x="10" y="5"/>
                      </a:cubicBezTo>
                      <a:lnTo>
                        <a:pt x="10" y="20"/>
                      </a:lnTo>
                      <a:close/>
                    </a:path>
                  </a:pathLst>
                </a:custGeom>
                <a:solidFill>
                  <a:srgbClr val="FFDC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6" name="Freeform 125"/>
                <p:cNvSpPr>
                  <a:spLocks/>
                </p:cNvSpPr>
                <p:nvPr/>
              </p:nvSpPr>
              <p:spPr bwMode="auto">
                <a:xfrm>
                  <a:off x="5863421" y="2301279"/>
                  <a:ext cx="102966" cy="205928"/>
                </a:xfrm>
                <a:custGeom>
                  <a:avLst/>
                  <a:gdLst>
                    <a:gd name="T0" fmla="*/ 5 w 8"/>
                    <a:gd name="T1" fmla="*/ 13 h 16"/>
                    <a:gd name="T2" fmla="*/ 5 w 8"/>
                    <a:gd name="T3" fmla="*/ 4 h 16"/>
                    <a:gd name="T4" fmla="*/ 8 w 8"/>
                    <a:gd name="T5" fmla="*/ 0 h 16"/>
                    <a:gd name="T6" fmla="*/ 7 w 8"/>
                    <a:gd name="T7" fmla="*/ 0 h 16"/>
                    <a:gd name="T8" fmla="*/ 0 w 8"/>
                    <a:gd name="T9" fmla="*/ 4 h 16"/>
                    <a:gd name="T10" fmla="*/ 0 w 8"/>
                    <a:gd name="T11" fmla="*/ 13 h 16"/>
                    <a:gd name="T12" fmla="*/ 5 w 8"/>
                    <a:gd name="T13" fmla="*/ 16 h 16"/>
                    <a:gd name="T14" fmla="*/ 6 w 8"/>
                    <a:gd name="T15" fmla="*/ 16 h 16"/>
                    <a:gd name="T16" fmla="*/ 5 w 8"/>
                    <a:gd name="T17"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6">
                      <a:moveTo>
                        <a:pt x="5" y="13"/>
                      </a:moveTo>
                      <a:cubicBezTo>
                        <a:pt x="5" y="4"/>
                        <a:pt x="5" y="4"/>
                        <a:pt x="5" y="4"/>
                      </a:cubicBezTo>
                      <a:cubicBezTo>
                        <a:pt x="5" y="2"/>
                        <a:pt x="5" y="1"/>
                        <a:pt x="8" y="0"/>
                      </a:cubicBezTo>
                      <a:cubicBezTo>
                        <a:pt x="8" y="0"/>
                        <a:pt x="7" y="0"/>
                        <a:pt x="7" y="0"/>
                      </a:cubicBezTo>
                      <a:cubicBezTo>
                        <a:pt x="3" y="0"/>
                        <a:pt x="0" y="2"/>
                        <a:pt x="0" y="4"/>
                      </a:cubicBezTo>
                      <a:cubicBezTo>
                        <a:pt x="0" y="13"/>
                        <a:pt x="0" y="13"/>
                        <a:pt x="0" y="13"/>
                      </a:cubicBezTo>
                      <a:cubicBezTo>
                        <a:pt x="0" y="15"/>
                        <a:pt x="2" y="16"/>
                        <a:pt x="5" y="16"/>
                      </a:cubicBezTo>
                      <a:cubicBezTo>
                        <a:pt x="6" y="16"/>
                        <a:pt x="6" y="16"/>
                        <a:pt x="6" y="16"/>
                      </a:cubicBezTo>
                      <a:cubicBezTo>
                        <a:pt x="4" y="16"/>
                        <a:pt x="5" y="15"/>
                        <a:pt x="5" y="13"/>
                      </a:cubicBezTo>
                      <a:close/>
                    </a:path>
                  </a:pathLst>
                </a:custGeom>
                <a:solidFill>
                  <a:srgbClr val="B992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08" name="Group 107"/>
              <p:cNvGrpSpPr/>
              <p:nvPr/>
            </p:nvGrpSpPr>
            <p:grpSpPr>
              <a:xfrm>
                <a:off x="4100704" y="2260773"/>
                <a:ext cx="697300" cy="730906"/>
                <a:chOff x="8166769" y="4034040"/>
                <a:chExt cx="1017381" cy="1009306"/>
              </a:xfrm>
            </p:grpSpPr>
            <p:sp>
              <p:nvSpPr>
                <p:cNvPr id="123" name="Freeform 296"/>
                <p:cNvSpPr>
                  <a:spLocks/>
                </p:cNvSpPr>
                <p:nvPr/>
              </p:nvSpPr>
              <p:spPr bwMode="auto">
                <a:xfrm flipH="1">
                  <a:off x="8166769" y="4034040"/>
                  <a:ext cx="1017380" cy="1009306"/>
                </a:xfrm>
                <a:custGeom>
                  <a:avLst/>
                  <a:gdLst>
                    <a:gd name="T0" fmla="*/ 80 w 160"/>
                    <a:gd name="T1" fmla="*/ 0 h 158"/>
                    <a:gd name="T2" fmla="*/ 85 w 160"/>
                    <a:gd name="T3" fmla="*/ 1 h 158"/>
                    <a:gd name="T4" fmla="*/ 139 w 160"/>
                    <a:gd name="T5" fmla="*/ 1 h 158"/>
                    <a:gd name="T6" fmla="*/ 143 w 160"/>
                    <a:gd name="T7" fmla="*/ 18 h 158"/>
                    <a:gd name="T8" fmla="*/ 160 w 160"/>
                    <a:gd name="T9" fmla="*/ 35 h 158"/>
                    <a:gd name="T10" fmla="*/ 160 w 160"/>
                    <a:gd name="T11" fmla="*/ 77 h 158"/>
                    <a:gd name="T12" fmla="*/ 159 w 160"/>
                    <a:gd name="T13" fmla="*/ 77 h 158"/>
                    <a:gd name="T14" fmla="*/ 159 w 160"/>
                    <a:gd name="T15" fmla="*/ 79 h 158"/>
                    <a:gd name="T16" fmla="*/ 80 w 160"/>
                    <a:gd name="T17" fmla="*/ 158 h 158"/>
                    <a:gd name="T18" fmla="*/ 0 w 160"/>
                    <a:gd name="T19" fmla="*/ 79 h 158"/>
                    <a:gd name="T20" fmla="*/ 0 w 160"/>
                    <a:gd name="T21" fmla="*/ 73 h 158"/>
                    <a:gd name="T22" fmla="*/ 0 w 160"/>
                    <a:gd name="T23" fmla="*/ 17 h 158"/>
                    <a:gd name="T24" fmla="*/ 12 w 160"/>
                    <a:gd name="T25" fmla="*/ 1 h 158"/>
                    <a:gd name="T26" fmla="*/ 75 w 160"/>
                    <a:gd name="T27" fmla="*/ 1 h 158"/>
                    <a:gd name="T28" fmla="*/ 80 w 160"/>
                    <a:gd name="T29" fmla="*/ 0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0" h="158">
                      <a:moveTo>
                        <a:pt x="80" y="0"/>
                      </a:moveTo>
                      <a:cubicBezTo>
                        <a:pt x="81" y="0"/>
                        <a:pt x="83" y="1"/>
                        <a:pt x="85" y="1"/>
                      </a:cubicBezTo>
                      <a:cubicBezTo>
                        <a:pt x="139" y="1"/>
                        <a:pt x="139" y="1"/>
                        <a:pt x="139" y="1"/>
                      </a:cubicBezTo>
                      <a:cubicBezTo>
                        <a:pt x="143" y="18"/>
                        <a:pt x="143" y="18"/>
                        <a:pt x="143" y="18"/>
                      </a:cubicBezTo>
                      <a:cubicBezTo>
                        <a:pt x="160" y="35"/>
                        <a:pt x="160" y="35"/>
                        <a:pt x="160" y="35"/>
                      </a:cubicBezTo>
                      <a:cubicBezTo>
                        <a:pt x="160" y="77"/>
                        <a:pt x="160" y="77"/>
                        <a:pt x="160" y="77"/>
                      </a:cubicBezTo>
                      <a:cubicBezTo>
                        <a:pt x="159" y="77"/>
                        <a:pt x="159" y="77"/>
                        <a:pt x="159" y="77"/>
                      </a:cubicBezTo>
                      <a:cubicBezTo>
                        <a:pt x="159" y="78"/>
                        <a:pt x="159" y="79"/>
                        <a:pt x="159" y="79"/>
                      </a:cubicBezTo>
                      <a:cubicBezTo>
                        <a:pt x="159" y="123"/>
                        <a:pt x="124" y="158"/>
                        <a:pt x="80" y="158"/>
                      </a:cubicBezTo>
                      <a:cubicBezTo>
                        <a:pt x="36" y="158"/>
                        <a:pt x="0" y="123"/>
                        <a:pt x="0" y="79"/>
                      </a:cubicBezTo>
                      <a:cubicBezTo>
                        <a:pt x="0" y="77"/>
                        <a:pt x="0" y="75"/>
                        <a:pt x="0" y="73"/>
                      </a:cubicBezTo>
                      <a:cubicBezTo>
                        <a:pt x="0" y="17"/>
                        <a:pt x="0" y="17"/>
                        <a:pt x="0" y="17"/>
                      </a:cubicBezTo>
                      <a:cubicBezTo>
                        <a:pt x="12" y="1"/>
                        <a:pt x="12" y="1"/>
                        <a:pt x="12" y="1"/>
                      </a:cubicBezTo>
                      <a:cubicBezTo>
                        <a:pt x="75" y="1"/>
                        <a:pt x="75" y="1"/>
                        <a:pt x="75" y="1"/>
                      </a:cubicBezTo>
                      <a:cubicBezTo>
                        <a:pt x="76" y="1"/>
                        <a:pt x="78" y="0"/>
                        <a:pt x="80" y="0"/>
                      </a:cubicBezTo>
                      <a:close/>
                    </a:path>
                  </a:pathLst>
                </a:custGeom>
                <a:solidFill>
                  <a:srgbClr val="FFDCB8"/>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24" name="Freeform 297"/>
                <p:cNvSpPr>
                  <a:spLocks/>
                </p:cNvSpPr>
                <p:nvPr/>
              </p:nvSpPr>
              <p:spPr bwMode="auto">
                <a:xfrm flipH="1">
                  <a:off x="8745437" y="4039423"/>
                  <a:ext cx="438713" cy="995848"/>
                </a:xfrm>
                <a:custGeom>
                  <a:avLst/>
                  <a:gdLst>
                    <a:gd name="T0" fmla="*/ 69 w 69"/>
                    <a:gd name="T1" fmla="*/ 156 h 156"/>
                    <a:gd name="T2" fmla="*/ 0 w 69"/>
                    <a:gd name="T3" fmla="*/ 78 h 156"/>
                    <a:gd name="T4" fmla="*/ 0 w 69"/>
                    <a:gd name="T5" fmla="*/ 72 h 156"/>
                    <a:gd name="T6" fmla="*/ 0 w 69"/>
                    <a:gd name="T7" fmla="*/ 16 h 156"/>
                    <a:gd name="T8" fmla="*/ 12 w 69"/>
                    <a:gd name="T9" fmla="*/ 0 h 156"/>
                    <a:gd name="T10" fmla="*/ 69 w 69"/>
                    <a:gd name="T11" fmla="*/ 0 h 156"/>
                    <a:gd name="T12" fmla="*/ 69 w 69"/>
                    <a:gd name="T13" fmla="*/ 156 h 156"/>
                  </a:gdLst>
                  <a:ahLst/>
                  <a:cxnLst>
                    <a:cxn ang="0">
                      <a:pos x="T0" y="T1"/>
                    </a:cxn>
                    <a:cxn ang="0">
                      <a:pos x="T2" y="T3"/>
                    </a:cxn>
                    <a:cxn ang="0">
                      <a:pos x="T4" y="T5"/>
                    </a:cxn>
                    <a:cxn ang="0">
                      <a:pos x="T6" y="T7"/>
                    </a:cxn>
                    <a:cxn ang="0">
                      <a:pos x="T8" y="T9"/>
                    </a:cxn>
                    <a:cxn ang="0">
                      <a:pos x="T10" y="T11"/>
                    </a:cxn>
                    <a:cxn ang="0">
                      <a:pos x="T12" y="T13"/>
                    </a:cxn>
                  </a:cxnLst>
                  <a:rect l="0" t="0" r="r" b="b"/>
                  <a:pathLst>
                    <a:path w="69" h="156">
                      <a:moveTo>
                        <a:pt x="69" y="156"/>
                      </a:moveTo>
                      <a:cubicBezTo>
                        <a:pt x="30" y="151"/>
                        <a:pt x="0" y="118"/>
                        <a:pt x="0" y="78"/>
                      </a:cubicBezTo>
                      <a:cubicBezTo>
                        <a:pt x="0" y="76"/>
                        <a:pt x="0" y="74"/>
                        <a:pt x="0" y="72"/>
                      </a:cubicBezTo>
                      <a:cubicBezTo>
                        <a:pt x="0" y="16"/>
                        <a:pt x="0" y="16"/>
                        <a:pt x="0" y="16"/>
                      </a:cubicBezTo>
                      <a:cubicBezTo>
                        <a:pt x="12" y="0"/>
                        <a:pt x="12" y="0"/>
                        <a:pt x="12" y="0"/>
                      </a:cubicBezTo>
                      <a:cubicBezTo>
                        <a:pt x="69" y="0"/>
                        <a:pt x="69" y="0"/>
                        <a:pt x="69" y="0"/>
                      </a:cubicBezTo>
                      <a:lnTo>
                        <a:pt x="69" y="156"/>
                      </a:lnTo>
                      <a:close/>
                    </a:path>
                  </a:pathLst>
                </a:custGeom>
                <a:solidFill>
                  <a:srgbClr val="FFDCB8"/>
                </a:solidFill>
                <a:ln>
                  <a:noFill/>
                </a:ln>
                <a:extLst/>
              </p:spPr>
              <p:txBody>
                <a:bodyPr vert="horz" wrap="square" lIns="91440" tIns="45720" rIns="91440" bIns="45720" numCol="1" anchor="t" anchorCtr="0" compatLnSpc="1">
                  <a:prstTxWarp prst="textNoShape">
                    <a:avLst/>
                  </a:prstTxWarp>
                </a:bodyPr>
                <a:lstStyle/>
                <a:p>
                  <a:endParaRPr lang="en-US"/>
                </a:p>
              </p:txBody>
            </p:sp>
          </p:grpSp>
          <p:sp>
            <p:nvSpPr>
              <p:cNvPr id="109" name="Freeform 108"/>
              <p:cNvSpPr/>
              <p:nvPr/>
            </p:nvSpPr>
            <p:spPr>
              <a:xfrm rot="1142545">
                <a:off x="4124308" y="2084132"/>
                <a:ext cx="722764" cy="562400"/>
              </a:xfrm>
              <a:custGeom>
                <a:avLst/>
                <a:gdLst>
                  <a:gd name="connsiteX0" fmla="*/ 249439 w 722764"/>
                  <a:gd name="connsiteY0" fmla="*/ 0 h 562400"/>
                  <a:gd name="connsiteX1" fmla="*/ 267217 w 722764"/>
                  <a:gd name="connsiteY1" fmla="*/ 70473 h 562400"/>
                  <a:gd name="connsiteX2" fmla="*/ 497427 w 722764"/>
                  <a:gd name="connsiteY2" fmla="*/ 35702 h 562400"/>
                  <a:gd name="connsiteX3" fmla="*/ 705044 w 722764"/>
                  <a:gd name="connsiteY3" fmla="*/ 276861 h 562400"/>
                  <a:gd name="connsiteX4" fmla="*/ 722764 w 722764"/>
                  <a:gd name="connsiteY4" fmla="*/ 328201 h 562400"/>
                  <a:gd name="connsiteX5" fmla="*/ 699367 w 722764"/>
                  <a:gd name="connsiteY5" fmla="*/ 336277 h 562400"/>
                  <a:gd name="connsiteX6" fmla="*/ 681646 w 722764"/>
                  <a:gd name="connsiteY6" fmla="*/ 284937 h 562400"/>
                  <a:gd name="connsiteX7" fmla="*/ 645237 w 722764"/>
                  <a:gd name="connsiteY7" fmla="*/ 224866 h 562400"/>
                  <a:gd name="connsiteX8" fmla="*/ 640876 w 722764"/>
                  <a:gd name="connsiteY8" fmla="*/ 231814 h 562400"/>
                  <a:gd name="connsiteX9" fmla="*/ 430289 w 722764"/>
                  <a:gd name="connsiteY9" fmla="*/ 276714 h 562400"/>
                  <a:gd name="connsiteX10" fmla="*/ 268682 w 722764"/>
                  <a:gd name="connsiteY10" fmla="*/ 255182 h 562400"/>
                  <a:gd name="connsiteX11" fmla="*/ 254712 w 722764"/>
                  <a:gd name="connsiteY11" fmla="*/ 248517 h 562400"/>
                  <a:gd name="connsiteX12" fmla="*/ 242396 w 722764"/>
                  <a:gd name="connsiteY12" fmla="*/ 252321 h 562400"/>
                  <a:gd name="connsiteX13" fmla="*/ 241723 w 722764"/>
                  <a:gd name="connsiteY13" fmla="*/ 253889 h 562400"/>
                  <a:gd name="connsiteX14" fmla="*/ 167607 w 722764"/>
                  <a:gd name="connsiteY14" fmla="*/ 338711 h 562400"/>
                  <a:gd name="connsiteX15" fmla="*/ 73868 w 722764"/>
                  <a:gd name="connsiteY15" fmla="*/ 401167 h 562400"/>
                  <a:gd name="connsiteX16" fmla="*/ 44424 w 722764"/>
                  <a:gd name="connsiteY16" fmla="*/ 409476 h 562400"/>
                  <a:gd name="connsiteX17" fmla="*/ 44369 w 722764"/>
                  <a:gd name="connsiteY17" fmla="*/ 455221 h 562400"/>
                  <a:gd name="connsiteX18" fmla="*/ 49910 w 722764"/>
                  <a:gd name="connsiteY18" fmla="*/ 502984 h 562400"/>
                  <a:gd name="connsiteX19" fmla="*/ 67631 w 722764"/>
                  <a:gd name="connsiteY19" fmla="*/ 554324 h 562400"/>
                  <a:gd name="connsiteX20" fmla="*/ 44233 w 722764"/>
                  <a:gd name="connsiteY20" fmla="*/ 562400 h 562400"/>
                  <a:gd name="connsiteX21" fmla="*/ 24544 w 722764"/>
                  <a:gd name="connsiteY21" fmla="*/ 505356 h 562400"/>
                  <a:gd name="connsiteX22" fmla="*/ 82119 w 722764"/>
                  <a:gd name="connsiteY22" fmla="*/ 179048 h 562400"/>
                  <a:gd name="connsiteX23" fmla="*/ 136618 w 722764"/>
                  <a:gd name="connsiteY23" fmla="*/ 128317 h 562400"/>
                  <a:gd name="connsiteX24" fmla="*/ 249439 w 722764"/>
                  <a:gd name="connsiteY24" fmla="*/ 0 h 56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22764" h="562400">
                    <a:moveTo>
                      <a:pt x="249439" y="0"/>
                    </a:moveTo>
                    <a:cubicBezTo>
                      <a:pt x="237913" y="61435"/>
                      <a:pt x="267217" y="70473"/>
                      <a:pt x="267217" y="70473"/>
                    </a:cubicBezTo>
                    <a:cubicBezTo>
                      <a:pt x="317835" y="27465"/>
                      <a:pt x="446637" y="21313"/>
                      <a:pt x="497427" y="35702"/>
                    </a:cubicBezTo>
                    <a:cubicBezTo>
                      <a:pt x="659529" y="69129"/>
                      <a:pt x="695142" y="229206"/>
                      <a:pt x="705044" y="276861"/>
                    </a:cubicBezTo>
                    <a:cubicBezTo>
                      <a:pt x="701163" y="284585"/>
                      <a:pt x="722764" y="328201"/>
                      <a:pt x="722764" y="328201"/>
                    </a:cubicBezTo>
                    <a:cubicBezTo>
                      <a:pt x="722764" y="328201"/>
                      <a:pt x="722764" y="328201"/>
                      <a:pt x="699367" y="336277"/>
                    </a:cubicBezTo>
                    <a:cubicBezTo>
                      <a:pt x="697398" y="330572"/>
                      <a:pt x="683615" y="290641"/>
                      <a:pt x="681646" y="284937"/>
                    </a:cubicBezTo>
                    <a:lnTo>
                      <a:pt x="645237" y="224866"/>
                    </a:lnTo>
                    <a:lnTo>
                      <a:pt x="640876" y="231814"/>
                    </a:lnTo>
                    <a:cubicBezTo>
                      <a:pt x="606180" y="258200"/>
                      <a:pt x="524956" y="276714"/>
                      <a:pt x="430289" y="276714"/>
                    </a:cubicBezTo>
                    <a:cubicBezTo>
                      <a:pt x="367178" y="276714"/>
                      <a:pt x="310041" y="268486"/>
                      <a:pt x="268682" y="255182"/>
                    </a:cubicBezTo>
                    <a:lnTo>
                      <a:pt x="254712" y="248517"/>
                    </a:lnTo>
                    <a:lnTo>
                      <a:pt x="242396" y="252321"/>
                    </a:lnTo>
                    <a:lnTo>
                      <a:pt x="241723" y="253889"/>
                    </a:lnTo>
                    <a:cubicBezTo>
                      <a:pt x="226306" y="279644"/>
                      <a:pt x="200383" y="309953"/>
                      <a:pt x="167607" y="338711"/>
                    </a:cubicBezTo>
                    <a:cubicBezTo>
                      <a:pt x="134831" y="367469"/>
                      <a:pt x="101409" y="389231"/>
                      <a:pt x="73868" y="401167"/>
                    </a:cubicBezTo>
                    <a:lnTo>
                      <a:pt x="44424" y="409476"/>
                    </a:lnTo>
                    <a:lnTo>
                      <a:pt x="44369" y="455221"/>
                    </a:lnTo>
                    <a:cubicBezTo>
                      <a:pt x="45680" y="475317"/>
                      <a:pt x="47927" y="492497"/>
                      <a:pt x="49910" y="502984"/>
                    </a:cubicBezTo>
                    <a:cubicBezTo>
                      <a:pt x="51879" y="508689"/>
                      <a:pt x="67631" y="554324"/>
                      <a:pt x="67631" y="554324"/>
                    </a:cubicBezTo>
                    <a:cubicBezTo>
                      <a:pt x="67631" y="554324"/>
                      <a:pt x="67631" y="554324"/>
                      <a:pt x="44233" y="562400"/>
                    </a:cubicBezTo>
                    <a:cubicBezTo>
                      <a:pt x="42264" y="556696"/>
                      <a:pt x="26512" y="511060"/>
                      <a:pt x="24544" y="505356"/>
                    </a:cubicBezTo>
                    <a:cubicBezTo>
                      <a:pt x="-54328" y="238912"/>
                      <a:pt x="82119" y="179048"/>
                      <a:pt x="82119" y="179048"/>
                    </a:cubicBezTo>
                    <a:cubicBezTo>
                      <a:pt x="66368" y="133413"/>
                      <a:pt x="136618" y="128317"/>
                      <a:pt x="136618" y="128317"/>
                    </a:cubicBezTo>
                    <a:cubicBezTo>
                      <a:pt x="118898" y="76977"/>
                      <a:pt x="249439" y="0"/>
                      <a:pt x="249439" y="0"/>
                    </a:cubicBezTo>
                    <a:close/>
                  </a:path>
                </a:pathLst>
              </a:custGeom>
              <a:solidFill>
                <a:srgbClr val="725C2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nvGrpSpPr>
              <p:cNvPr id="110" name="Group 109"/>
              <p:cNvGrpSpPr/>
              <p:nvPr/>
            </p:nvGrpSpPr>
            <p:grpSpPr>
              <a:xfrm>
                <a:off x="4386071" y="2772132"/>
                <a:ext cx="218655" cy="142275"/>
                <a:chOff x="4404973" y="2780410"/>
                <a:chExt cx="158306" cy="103007"/>
              </a:xfrm>
            </p:grpSpPr>
            <p:sp>
              <p:nvSpPr>
                <p:cNvPr id="121" name="Oval 154"/>
                <p:cNvSpPr>
                  <a:spLocks noChangeArrowheads="1"/>
                </p:cNvSpPr>
                <p:nvPr/>
              </p:nvSpPr>
              <p:spPr bwMode="auto">
                <a:xfrm>
                  <a:off x="4404973" y="2780410"/>
                  <a:ext cx="158306" cy="103007"/>
                </a:xfrm>
                <a:prstGeom prst="ellipse">
                  <a:avLst/>
                </a:prstGeom>
                <a:solidFill>
                  <a:srgbClr val="DDAA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p>
              </p:txBody>
            </p:sp>
            <p:sp>
              <p:nvSpPr>
                <p:cNvPr id="122" name="Freeform 155"/>
                <p:cNvSpPr>
                  <a:spLocks/>
                </p:cNvSpPr>
                <p:nvPr/>
              </p:nvSpPr>
              <p:spPr bwMode="auto">
                <a:xfrm>
                  <a:off x="4437502" y="2847635"/>
                  <a:ext cx="97586" cy="35781"/>
                </a:xfrm>
                <a:custGeom>
                  <a:avLst/>
                  <a:gdLst>
                    <a:gd name="T0" fmla="*/ 0 w 38"/>
                    <a:gd name="T1" fmla="*/ 10 h 14"/>
                    <a:gd name="T2" fmla="*/ 18 w 38"/>
                    <a:gd name="T3" fmla="*/ 14 h 14"/>
                    <a:gd name="T4" fmla="*/ 38 w 38"/>
                    <a:gd name="T5" fmla="*/ 9 h 14"/>
                    <a:gd name="T6" fmla="*/ 19 w 38"/>
                    <a:gd name="T7" fmla="*/ 0 h 14"/>
                    <a:gd name="T8" fmla="*/ 0 w 38"/>
                    <a:gd name="T9" fmla="*/ 10 h 14"/>
                  </a:gdLst>
                  <a:ahLst/>
                  <a:cxnLst>
                    <a:cxn ang="0">
                      <a:pos x="T0" y="T1"/>
                    </a:cxn>
                    <a:cxn ang="0">
                      <a:pos x="T2" y="T3"/>
                    </a:cxn>
                    <a:cxn ang="0">
                      <a:pos x="T4" y="T5"/>
                    </a:cxn>
                    <a:cxn ang="0">
                      <a:pos x="T6" y="T7"/>
                    </a:cxn>
                    <a:cxn ang="0">
                      <a:pos x="T8" y="T9"/>
                    </a:cxn>
                  </a:cxnLst>
                  <a:rect l="0" t="0" r="r" b="b"/>
                  <a:pathLst>
                    <a:path w="38" h="14">
                      <a:moveTo>
                        <a:pt x="0" y="10"/>
                      </a:moveTo>
                      <a:cubicBezTo>
                        <a:pt x="5" y="12"/>
                        <a:pt x="11" y="14"/>
                        <a:pt x="18" y="14"/>
                      </a:cubicBezTo>
                      <a:cubicBezTo>
                        <a:pt x="26" y="14"/>
                        <a:pt x="33" y="12"/>
                        <a:pt x="38" y="9"/>
                      </a:cubicBezTo>
                      <a:cubicBezTo>
                        <a:pt x="35" y="4"/>
                        <a:pt x="28" y="0"/>
                        <a:pt x="19" y="0"/>
                      </a:cubicBezTo>
                      <a:cubicBezTo>
                        <a:pt x="10" y="0"/>
                        <a:pt x="2" y="4"/>
                        <a:pt x="0" y="10"/>
                      </a:cubicBezTo>
                      <a:close/>
                    </a:path>
                  </a:pathLst>
                </a:custGeom>
                <a:solidFill>
                  <a:srgbClr val="F27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p>
              </p:txBody>
            </p:sp>
          </p:grpSp>
          <p:sp>
            <p:nvSpPr>
              <p:cNvPr id="111" name="Freeform 110"/>
              <p:cNvSpPr>
                <a:spLocks/>
              </p:cNvSpPr>
              <p:nvPr/>
            </p:nvSpPr>
            <p:spPr bwMode="auto">
              <a:xfrm>
                <a:off x="4437502" y="2633281"/>
                <a:ext cx="65773" cy="98661"/>
              </a:xfrm>
              <a:custGeom>
                <a:avLst/>
                <a:gdLst>
                  <a:gd name="T0" fmla="*/ 3 w 6"/>
                  <a:gd name="T1" fmla="*/ 0 h 9"/>
                  <a:gd name="T2" fmla="*/ 2 w 6"/>
                  <a:gd name="T3" fmla="*/ 2 h 9"/>
                  <a:gd name="T4" fmla="*/ 2 w 6"/>
                  <a:gd name="T5" fmla="*/ 3 h 9"/>
                  <a:gd name="T6" fmla="*/ 1 w 6"/>
                  <a:gd name="T7" fmla="*/ 3 h 9"/>
                  <a:gd name="T8" fmla="*/ 1 w 6"/>
                  <a:gd name="T9" fmla="*/ 4 h 9"/>
                  <a:gd name="T10" fmla="*/ 1 w 6"/>
                  <a:gd name="T11" fmla="*/ 4 h 9"/>
                  <a:gd name="T12" fmla="*/ 1 w 6"/>
                  <a:gd name="T13" fmla="*/ 5 h 9"/>
                  <a:gd name="T14" fmla="*/ 1 w 6"/>
                  <a:gd name="T15" fmla="*/ 6 h 9"/>
                  <a:gd name="T16" fmla="*/ 1 w 6"/>
                  <a:gd name="T17" fmla="*/ 6 h 9"/>
                  <a:gd name="T18" fmla="*/ 2 w 6"/>
                  <a:gd name="T19" fmla="*/ 7 h 9"/>
                  <a:gd name="T20" fmla="*/ 4 w 6"/>
                  <a:gd name="T21" fmla="*/ 8 h 9"/>
                  <a:gd name="T22" fmla="*/ 6 w 6"/>
                  <a:gd name="T23" fmla="*/ 9 h 9"/>
                  <a:gd name="T24" fmla="*/ 4 w 6"/>
                  <a:gd name="T25" fmla="*/ 8 h 9"/>
                  <a:gd name="T26" fmla="*/ 2 w 6"/>
                  <a:gd name="T27" fmla="*/ 8 h 9"/>
                  <a:gd name="T28" fmla="*/ 1 w 6"/>
                  <a:gd name="T29" fmla="*/ 7 h 9"/>
                  <a:gd name="T30" fmla="*/ 0 w 6"/>
                  <a:gd name="T31" fmla="*/ 6 h 9"/>
                  <a:gd name="T32" fmla="*/ 0 w 6"/>
                  <a:gd name="T33" fmla="*/ 5 h 9"/>
                  <a:gd name="T34" fmla="*/ 0 w 6"/>
                  <a:gd name="T35" fmla="*/ 4 h 9"/>
                  <a:gd name="T36" fmla="*/ 0 w 6"/>
                  <a:gd name="T37" fmla="*/ 3 h 9"/>
                  <a:gd name="T38" fmla="*/ 1 w 6"/>
                  <a:gd name="T39" fmla="*/ 3 h 9"/>
                  <a:gd name="T40" fmla="*/ 1 w 6"/>
                  <a:gd name="T41" fmla="*/ 2 h 9"/>
                  <a:gd name="T42" fmla="*/ 2 w 6"/>
                  <a:gd name="T43" fmla="*/ 2 h 9"/>
                  <a:gd name="T44" fmla="*/ 3 w 6"/>
                  <a:gd name="T45"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 h="9">
                    <a:moveTo>
                      <a:pt x="3" y="0"/>
                    </a:moveTo>
                    <a:cubicBezTo>
                      <a:pt x="3" y="0"/>
                      <a:pt x="3" y="1"/>
                      <a:pt x="2" y="2"/>
                    </a:cubicBezTo>
                    <a:cubicBezTo>
                      <a:pt x="2" y="3"/>
                      <a:pt x="2" y="3"/>
                      <a:pt x="2" y="3"/>
                    </a:cubicBezTo>
                    <a:cubicBezTo>
                      <a:pt x="1" y="3"/>
                      <a:pt x="1" y="3"/>
                      <a:pt x="1" y="3"/>
                    </a:cubicBezTo>
                    <a:cubicBezTo>
                      <a:pt x="1" y="4"/>
                      <a:pt x="1" y="4"/>
                      <a:pt x="1" y="4"/>
                    </a:cubicBezTo>
                    <a:cubicBezTo>
                      <a:pt x="1" y="4"/>
                      <a:pt x="1" y="4"/>
                      <a:pt x="1" y="4"/>
                    </a:cubicBezTo>
                    <a:cubicBezTo>
                      <a:pt x="1" y="5"/>
                      <a:pt x="1" y="5"/>
                      <a:pt x="1" y="5"/>
                    </a:cubicBezTo>
                    <a:cubicBezTo>
                      <a:pt x="1" y="6"/>
                      <a:pt x="1" y="6"/>
                      <a:pt x="1" y="6"/>
                    </a:cubicBezTo>
                    <a:cubicBezTo>
                      <a:pt x="1" y="6"/>
                      <a:pt x="1" y="6"/>
                      <a:pt x="1" y="6"/>
                    </a:cubicBezTo>
                    <a:cubicBezTo>
                      <a:pt x="2" y="7"/>
                      <a:pt x="2" y="7"/>
                      <a:pt x="2" y="7"/>
                    </a:cubicBezTo>
                    <a:cubicBezTo>
                      <a:pt x="3" y="7"/>
                      <a:pt x="4" y="8"/>
                      <a:pt x="4" y="8"/>
                    </a:cubicBezTo>
                    <a:cubicBezTo>
                      <a:pt x="6" y="8"/>
                      <a:pt x="6" y="9"/>
                      <a:pt x="6" y="9"/>
                    </a:cubicBezTo>
                    <a:cubicBezTo>
                      <a:pt x="6" y="9"/>
                      <a:pt x="6" y="9"/>
                      <a:pt x="4" y="8"/>
                    </a:cubicBezTo>
                    <a:cubicBezTo>
                      <a:pt x="4" y="8"/>
                      <a:pt x="3" y="8"/>
                      <a:pt x="2" y="8"/>
                    </a:cubicBezTo>
                    <a:cubicBezTo>
                      <a:pt x="2" y="8"/>
                      <a:pt x="1" y="7"/>
                      <a:pt x="1" y="7"/>
                    </a:cubicBezTo>
                    <a:cubicBezTo>
                      <a:pt x="1" y="7"/>
                      <a:pt x="0" y="6"/>
                      <a:pt x="0" y="6"/>
                    </a:cubicBezTo>
                    <a:cubicBezTo>
                      <a:pt x="0" y="6"/>
                      <a:pt x="0" y="5"/>
                      <a:pt x="0" y="5"/>
                    </a:cubicBezTo>
                    <a:cubicBezTo>
                      <a:pt x="0" y="4"/>
                      <a:pt x="0" y="4"/>
                      <a:pt x="0" y="4"/>
                    </a:cubicBezTo>
                    <a:cubicBezTo>
                      <a:pt x="0" y="3"/>
                      <a:pt x="0" y="3"/>
                      <a:pt x="0" y="3"/>
                    </a:cubicBezTo>
                    <a:cubicBezTo>
                      <a:pt x="1" y="3"/>
                      <a:pt x="1" y="3"/>
                      <a:pt x="1" y="3"/>
                    </a:cubicBezTo>
                    <a:cubicBezTo>
                      <a:pt x="1" y="2"/>
                      <a:pt x="1" y="2"/>
                      <a:pt x="1" y="2"/>
                    </a:cubicBezTo>
                    <a:cubicBezTo>
                      <a:pt x="2" y="2"/>
                      <a:pt x="2" y="2"/>
                      <a:pt x="2" y="2"/>
                    </a:cubicBezTo>
                    <a:cubicBezTo>
                      <a:pt x="3" y="1"/>
                      <a:pt x="3" y="0"/>
                      <a:pt x="3" y="0"/>
                    </a:cubicBezTo>
                    <a:close/>
                  </a:path>
                </a:pathLst>
              </a:custGeom>
              <a:solidFill>
                <a:srgbClr val="A46D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112" name="Group 111"/>
              <p:cNvGrpSpPr/>
              <p:nvPr/>
            </p:nvGrpSpPr>
            <p:grpSpPr>
              <a:xfrm>
                <a:off x="4180291" y="2449551"/>
                <a:ext cx="562365" cy="194530"/>
                <a:chOff x="4085835" y="2438386"/>
                <a:chExt cx="746990" cy="258394"/>
              </a:xfrm>
            </p:grpSpPr>
            <p:sp>
              <p:nvSpPr>
                <p:cNvPr id="113" name="Freeform 112"/>
                <p:cNvSpPr>
                  <a:spLocks/>
                </p:cNvSpPr>
                <p:nvPr/>
              </p:nvSpPr>
              <p:spPr bwMode="auto">
                <a:xfrm>
                  <a:off x="4085835" y="2438386"/>
                  <a:ext cx="202018" cy="93961"/>
                </a:xfrm>
                <a:custGeom>
                  <a:avLst/>
                  <a:gdLst>
                    <a:gd name="T0" fmla="*/ 3 w 43"/>
                    <a:gd name="T1" fmla="*/ 20 h 20"/>
                    <a:gd name="T2" fmla="*/ 0 w 43"/>
                    <a:gd name="T3" fmla="*/ 12 h 20"/>
                    <a:gd name="T4" fmla="*/ 41 w 43"/>
                    <a:gd name="T5" fmla="*/ 0 h 20"/>
                    <a:gd name="T6" fmla="*/ 43 w 43"/>
                    <a:gd name="T7" fmla="*/ 8 h 20"/>
                    <a:gd name="T8" fmla="*/ 3 w 43"/>
                    <a:gd name="T9" fmla="*/ 20 h 20"/>
                  </a:gdLst>
                  <a:ahLst/>
                  <a:cxnLst>
                    <a:cxn ang="0">
                      <a:pos x="T0" y="T1"/>
                    </a:cxn>
                    <a:cxn ang="0">
                      <a:pos x="T2" y="T3"/>
                    </a:cxn>
                    <a:cxn ang="0">
                      <a:pos x="T4" y="T5"/>
                    </a:cxn>
                    <a:cxn ang="0">
                      <a:pos x="T6" y="T7"/>
                    </a:cxn>
                    <a:cxn ang="0">
                      <a:pos x="T8" y="T9"/>
                    </a:cxn>
                  </a:cxnLst>
                  <a:rect l="0" t="0" r="r" b="b"/>
                  <a:pathLst>
                    <a:path w="43" h="20">
                      <a:moveTo>
                        <a:pt x="3" y="20"/>
                      </a:moveTo>
                      <a:lnTo>
                        <a:pt x="0" y="12"/>
                      </a:lnTo>
                      <a:lnTo>
                        <a:pt x="41" y="0"/>
                      </a:lnTo>
                      <a:lnTo>
                        <a:pt x="43" y="8"/>
                      </a:lnTo>
                      <a:lnTo>
                        <a:pt x="3" y="20"/>
                      </a:ln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4" name="Freeform 113"/>
                <p:cNvSpPr>
                  <a:spLocks/>
                </p:cNvSpPr>
                <p:nvPr/>
              </p:nvSpPr>
              <p:spPr bwMode="auto">
                <a:xfrm>
                  <a:off x="4118720" y="2508857"/>
                  <a:ext cx="216111" cy="187923"/>
                </a:xfrm>
                <a:custGeom>
                  <a:avLst/>
                  <a:gdLst>
                    <a:gd name="T0" fmla="*/ 16 w 19"/>
                    <a:gd name="T1" fmla="*/ 0 h 17"/>
                    <a:gd name="T2" fmla="*/ 0 w 19"/>
                    <a:gd name="T3" fmla="*/ 5 h 17"/>
                    <a:gd name="T4" fmla="*/ 0 w 19"/>
                    <a:gd name="T5" fmla="*/ 7 h 17"/>
                    <a:gd name="T6" fmla="*/ 10 w 19"/>
                    <a:gd name="T7" fmla="*/ 17 h 17"/>
                    <a:gd name="T8" fmla="*/ 19 w 19"/>
                    <a:gd name="T9" fmla="*/ 7 h 17"/>
                    <a:gd name="T10" fmla="*/ 16 w 19"/>
                    <a:gd name="T11" fmla="*/ 0 h 17"/>
                  </a:gdLst>
                  <a:ahLst/>
                  <a:cxnLst>
                    <a:cxn ang="0">
                      <a:pos x="T0" y="T1"/>
                    </a:cxn>
                    <a:cxn ang="0">
                      <a:pos x="T2" y="T3"/>
                    </a:cxn>
                    <a:cxn ang="0">
                      <a:pos x="T4" y="T5"/>
                    </a:cxn>
                    <a:cxn ang="0">
                      <a:pos x="T6" y="T7"/>
                    </a:cxn>
                    <a:cxn ang="0">
                      <a:pos x="T8" y="T9"/>
                    </a:cxn>
                    <a:cxn ang="0">
                      <a:pos x="T10" y="T11"/>
                    </a:cxn>
                  </a:cxnLst>
                  <a:rect l="0" t="0" r="r" b="b"/>
                  <a:pathLst>
                    <a:path w="19" h="17">
                      <a:moveTo>
                        <a:pt x="16" y="0"/>
                      </a:moveTo>
                      <a:cubicBezTo>
                        <a:pt x="0" y="5"/>
                        <a:pt x="0" y="5"/>
                        <a:pt x="0" y="5"/>
                      </a:cubicBezTo>
                      <a:cubicBezTo>
                        <a:pt x="0" y="6"/>
                        <a:pt x="0" y="6"/>
                        <a:pt x="0" y="7"/>
                      </a:cubicBezTo>
                      <a:cubicBezTo>
                        <a:pt x="0" y="13"/>
                        <a:pt x="4" y="17"/>
                        <a:pt x="10" y="17"/>
                      </a:cubicBezTo>
                      <a:cubicBezTo>
                        <a:pt x="15" y="17"/>
                        <a:pt x="19" y="13"/>
                        <a:pt x="19" y="7"/>
                      </a:cubicBezTo>
                      <a:cubicBezTo>
                        <a:pt x="19" y="4"/>
                        <a:pt x="18" y="1"/>
                        <a:pt x="1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5" name="Oval 114"/>
                <p:cNvSpPr>
                  <a:spLocks noChangeArrowheads="1"/>
                </p:cNvSpPr>
                <p:nvPr/>
              </p:nvSpPr>
              <p:spPr bwMode="auto">
                <a:xfrm>
                  <a:off x="4175096" y="2532346"/>
                  <a:ext cx="136245" cy="131546"/>
                </a:xfrm>
                <a:prstGeom prst="ellipse">
                  <a:avLst/>
                </a:pr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6" name="Oval 115"/>
                <p:cNvSpPr>
                  <a:spLocks noChangeArrowheads="1"/>
                </p:cNvSpPr>
                <p:nvPr/>
              </p:nvSpPr>
              <p:spPr bwMode="auto">
                <a:xfrm>
                  <a:off x="4198589" y="2565234"/>
                  <a:ext cx="32888" cy="32888"/>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7" name="Freeform 116"/>
                <p:cNvSpPr>
                  <a:spLocks/>
                </p:cNvSpPr>
                <p:nvPr/>
              </p:nvSpPr>
              <p:spPr bwMode="auto">
                <a:xfrm>
                  <a:off x="4635507" y="2438386"/>
                  <a:ext cx="197318" cy="93961"/>
                </a:xfrm>
                <a:custGeom>
                  <a:avLst/>
                  <a:gdLst>
                    <a:gd name="T0" fmla="*/ 40 w 42"/>
                    <a:gd name="T1" fmla="*/ 20 h 20"/>
                    <a:gd name="T2" fmla="*/ 42 w 42"/>
                    <a:gd name="T3" fmla="*/ 12 h 20"/>
                    <a:gd name="T4" fmla="*/ 2 w 42"/>
                    <a:gd name="T5" fmla="*/ 0 h 20"/>
                    <a:gd name="T6" fmla="*/ 0 w 42"/>
                    <a:gd name="T7" fmla="*/ 8 h 20"/>
                    <a:gd name="T8" fmla="*/ 40 w 42"/>
                    <a:gd name="T9" fmla="*/ 20 h 20"/>
                  </a:gdLst>
                  <a:ahLst/>
                  <a:cxnLst>
                    <a:cxn ang="0">
                      <a:pos x="T0" y="T1"/>
                    </a:cxn>
                    <a:cxn ang="0">
                      <a:pos x="T2" y="T3"/>
                    </a:cxn>
                    <a:cxn ang="0">
                      <a:pos x="T4" y="T5"/>
                    </a:cxn>
                    <a:cxn ang="0">
                      <a:pos x="T6" y="T7"/>
                    </a:cxn>
                    <a:cxn ang="0">
                      <a:pos x="T8" y="T9"/>
                    </a:cxn>
                  </a:cxnLst>
                  <a:rect l="0" t="0" r="r" b="b"/>
                  <a:pathLst>
                    <a:path w="42" h="20">
                      <a:moveTo>
                        <a:pt x="40" y="20"/>
                      </a:moveTo>
                      <a:lnTo>
                        <a:pt x="42" y="12"/>
                      </a:lnTo>
                      <a:lnTo>
                        <a:pt x="2" y="0"/>
                      </a:lnTo>
                      <a:lnTo>
                        <a:pt x="0" y="8"/>
                      </a:lnTo>
                      <a:lnTo>
                        <a:pt x="40" y="20"/>
                      </a:ln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8" name="Freeform 117"/>
                <p:cNvSpPr>
                  <a:spLocks/>
                </p:cNvSpPr>
                <p:nvPr/>
              </p:nvSpPr>
              <p:spPr bwMode="auto">
                <a:xfrm>
                  <a:off x="4579130" y="2508857"/>
                  <a:ext cx="220811" cy="187923"/>
                </a:xfrm>
                <a:custGeom>
                  <a:avLst/>
                  <a:gdLst>
                    <a:gd name="T0" fmla="*/ 4 w 20"/>
                    <a:gd name="T1" fmla="*/ 0 h 17"/>
                    <a:gd name="T2" fmla="*/ 20 w 20"/>
                    <a:gd name="T3" fmla="*/ 5 h 17"/>
                    <a:gd name="T4" fmla="*/ 20 w 20"/>
                    <a:gd name="T5" fmla="*/ 7 h 17"/>
                    <a:gd name="T6" fmla="*/ 10 w 20"/>
                    <a:gd name="T7" fmla="*/ 17 h 17"/>
                    <a:gd name="T8" fmla="*/ 0 w 20"/>
                    <a:gd name="T9" fmla="*/ 7 h 17"/>
                    <a:gd name="T10" fmla="*/ 4 w 20"/>
                    <a:gd name="T11" fmla="*/ 0 h 17"/>
                  </a:gdLst>
                  <a:ahLst/>
                  <a:cxnLst>
                    <a:cxn ang="0">
                      <a:pos x="T0" y="T1"/>
                    </a:cxn>
                    <a:cxn ang="0">
                      <a:pos x="T2" y="T3"/>
                    </a:cxn>
                    <a:cxn ang="0">
                      <a:pos x="T4" y="T5"/>
                    </a:cxn>
                    <a:cxn ang="0">
                      <a:pos x="T6" y="T7"/>
                    </a:cxn>
                    <a:cxn ang="0">
                      <a:pos x="T8" y="T9"/>
                    </a:cxn>
                    <a:cxn ang="0">
                      <a:pos x="T10" y="T11"/>
                    </a:cxn>
                  </a:cxnLst>
                  <a:rect l="0" t="0" r="r" b="b"/>
                  <a:pathLst>
                    <a:path w="20" h="17">
                      <a:moveTo>
                        <a:pt x="4" y="0"/>
                      </a:moveTo>
                      <a:cubicBezTo>
                        <a:pt x="20" y="5"/>
                        <a:pt x="20" y="5"/>
                        <a:pt x="20" y="5"/>
                      </a:cubicBezTo>
                      <a:cubicBezTo>
                        <a:pt x="20" y="6"/>
                        <a:pt x="20" y="6"/>
                        <a:pt x="20" y="7"/>
                      </a:cubicBezTo>
                      <a:cubicBezTo>
                        <a:pt x="20" y="13"/>
                        <a:pt x="16" y="17"/>
                        <a:pt x="10" y="17"/>
                      </a:cubicBezTo>
                      <a:cubicBezTo>
                        <a:pt x="5" y="17"/>
                        <a:pt x="0" y="13"/>
                        <a:pt x="0" y="7"/>
                      </a:cubicBezTo>
                      <a:cubicBezTo>
                        <a:pt x="0" y="4"/>
                        <a:pt x="2" y="1"/>
                        <a:pt x="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9" name="Oval 118"/>
                <p:cNvSpPr>
                  <a:spLocks noChangeArrowheads="1"/>
                </p:cNvSpPr>
                <p:nvPr/>
              </p:nvSpPr>
              <p:spPr bwMode="auto">
                <a:xfrm>
                  <a:off x="4612018" y="2532346"/>
                  <a:ext cx="131546" cy="131546"/>
                </a:xfrm>
                <a:prstGeom prst="ellipse">
                  <a:avLst/>
                </a:pr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0" name="Oval 119"/>
                <p:cNvSpPr>
                  <a:spLocks noChangeArrowheads="1"/>
                </p:cNvSpPr>
                <p:nvPr/>
              </p:nvSpPr>
              <p:spPr bwMode="auto">
                <a:xfrm>
                  <a:off x="4691884" y="2565234"/>
                  <a:ext cx="32888" cy="32888"/>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sp>
          <p:nvSpPr>
            <p:cNvPr id="103" name="Freeform 101"/>
            <p:cNvSpPr>
              <a:spLocks/>
            </p:cNvSpPr>
            <p:nvPr/>
          </p:nvSpPr>
          <p:spPr bwMode="auto">
            <a:xfrm>
              <a:off x="4503034" y="5459286"/>
              <a:ext cx="408691" cy="149563"/>
            </a:xfrm>
            <a:custGeom>
              <a:avLst/>
              <a:gdLst>
                <a:gd name="T0" fmla="*/ 47 w 99"/>
                <a:gd name="T1" fmla="*/ 0 h 36"/>
                <a:gd name="T2" fmla="*/ 49 w 99"/>
                <a:gd name="T3" fmla="*/ 0 h 36"/>
                <a:gd name="T4" fmla="*/ 51 w 99"/>
                <a:gd name="T5" fmla="*/ 0 h 36"/>
                <a:gd name="T6" fmla="*/ 52 w 99"/>
                <a:gd name="T7" fmla="*/ 0 h 36"/>
                <a:gd name="T8" fmla="*/ 52 w 99"/>
                <a:gd name="T9" fmla="*/ 0 h 36"/>
                <a:gd name="T10" fmla="*/ 99 w 99"/>
                <a:gd name="T11" fmla="*/ 36 h 36"/>
                <a:gd name="T12" fmla="*/ 0 w 99"/>
                <a:gd name="T13" fmla="*/ 36 h 36"/>
                <a:gd name="T14" fmla="*/ 0 w 99"/>
                <a:gd name="T15" fmla="*/ 0 h 36"/>
                <a:gd name="T16" fmla="*/ 47 w 99"/>
                <a:gd name="T17"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 h="36">
                  <a:moveTo>
                    <a:pt x="47" y="0"/>
                  </a:moveTo>
                  <a:cubicBezTo>
                    <a:pt x="48" y="0"/>
                    <a:pt x="49" y="0"/>
                    <a:pt x="49" y="0"/>
                  </a:cubicBezTo>
                  <a:cubicBezTo>
                    <a:pt x="50" y="0"/>
                    <a:pt x="51" y="0"/>
                    <a:pt x="51" y="0"/>
                  </a:cubicBezTo>
                  <a:cubicBezTo>
                    <a:pt x="52" y="0"/>
                    <a:pt x="52" y="0"/>
                    <a:pt x="52" y="0"/>
                  </a:cubicBezTo>
                  <a:cubicBezTo>
                    <a:pt x="52" y="0"/>
                    <a:pt x="52" y="0"/>
                    <a:pt x="52" y="0"/>
                  </a:cubicBezTo>
                  <a:cubicBezTo>
                    <a:pt x="78" y="2"/>
                    <a:pt x="99" y="17"/>
                    <a:pt x="99" y="36"/>
                  </a:cubicBezTo>
                  <a:cubicBezTo>
                    <a:pt x="0" y="36"/>
                    <a:pt x="0" y="36"/>
                    <a:pt x="0" y="36"/>
                  </a:cubicBezTo>
                  <a:cubicBezTo>
                    <a:pt x="0" y="0"/>
                    <a:pt x="0" y="0"/>
                    <a:pt x="0" y="0"/>
                  </a:cubicBezTo>
                  <a:lnTo>
                    <a:pt x="47" y="0"/>
                  </a:lnTo>
                  <a:close/>
                </a:path>
              </a:pathLst>
            </a:custGeom>
            <a:solidFill>
              <a:srgbClr val="5431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p>
          </p:txBody>
        </p:sp>
        <p:sp>
          <p:nvSpPr>
            <p:cNvPr id="104" name="Freeform 102"/>
            <p:cNvSpPr>
              <a:spLocks/>
            </p:cNvSpPr>
            <p:nvPr/>
          </p:nvSpPr>
          <p:spPr bwMode="auto">
            <a:xfrm>
              <a:off x="3980832" y="5459286"/>
              <a:ext cx="406950" cy="149563"/>
            </a:xfrm>
            <a:custGeom>
              <a:avLst/>
              <a:gdLst>
                <a:gd name="T0" fmla="*/ 52 w 99"/>
                <a:gd name="T1" fmla="*/ 0 h 36"/>
                <a:gd name="T2" fmla="*/ 50 w 99"/>
                <a:gd name="T3" fmla="*/ 0 h 36"/>
                <a:gd name="T4" fmla="*/ 48 w 99"/>
                <a:gd name="T5" fmla="*/ 0 h 36"/>
                <a:gd name="T6" fmla="*/ 47 w 99"/>
                <a:gd name="T7" fmla="*/ 0 h 36"/>
                <a:gd name="T8" fmla="*/ 47 w 99"/>
                <a:gd name="T9" fmla="*/ 0 h 36"/>
                <a:gd name="T10" fmla="*/ 0 w 99"/>
                <a:gd name="T11" fmla="*/ 36 h 36"/>
                <a:gd name="T12" fmla="*/ 99 w 99"/>
                <a:gd name="T13" fmla="*/ 36 h 36"/>
                <a:gd name="T14" fmla="*/ 99 w 99"/>
                <a:gd name="T15" fmla="*/ 0 h 36"/>
                <a:gd name="T16" fmla="*/ 52 w 99"/>
                <a:gd name="T17"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 h="36">
                  <a:moveTo>
                    <a:pt x="52" y="0"/>
                  </a:moveTo>
                  <a:cubicBezTo>
                    <a:pt x="51" y="0"/>
                    <a:pt x="50" y="0"/>
                    <a:pt x="50" y="0"/>
                  </a:cubicBezTo>
                  <a:cubicBezTo>
                    <a:pt x="49" y="0"/>
                    <a:pt x="48" y="0"/>
                    <a:pt x="48" y="0"/>
                  </a:cubicBezTo>
                  <a:cubicBezTo>
                    <a:pt x="47" y="0"/>
                    <a:pt x="47" y="0"/>
                    <a:pt x="47" y="0"/>
                  </a:cubicBezTo>
                  <a:cubicBezTo>
                    <a:pt x="47" y="0"/>
                    <a:pt x="47" y="0"/>
                    <a:pt x="47" y="0"/>
                  </a:cubicBezTo>
                  <a:cubicBezTo>
                    <a:pt x="21" y="2"/>
                    <a:pt x="0" y="17"/>
                    <a:pt x="0" y="36"/>
                  </a:cubicBezTo>
                  <a:cubicBezTo>
                    <a:pt x="99" y="36"/>
                    <a:pt x="99" y="36"/>
                    <a:pt x="99" y="36"/>
                  </a:cubicBezTo>
                  <a:cubicBezTo>
                    <a:pt x="99" y="0"/>
                    <a:pt x="99" y="0"/>
                    <a:pt x="99" y="0"/>
                  </a:cubicBezTo>
                  <a:lnTo>
                    <a:pt x="52" y="0"/>
                  </a:lnTo>
                  <a:close/>
                </a:path>
              </a:pathLst>
            </a:custGeom>
            <a:solidFill>
              <a:srgbClr val="5431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p>
          </p:txBody>
        </p:sp>
        <p:sp>
          <p:nvSpPr>
            <p:cNvPr id="105" name="Freeform 104"/>
            <p:cNvSpPr>
              <a:spLocks/>
            </p:cNvSpPr>
            <p:nvPr/>
          </p:nvSpPr>
          <p:spPr bwMode="auto">
            <a:xfrm>
              <a:off x="4508573" y="3935670"/>
              <a:ext cx="180000" cy="9396"/>
            </a:xfrm>
            <a:custGeom>
              <a:avLst/>
              <a:gdLst>
                <a:gd name="T0" fmla="*/ 23 w 23"/>
                <a:gd name="T1" fmla="*/ 0 h 1"/>
                <a:gd name="T2" fmla="*/ 0 w 23"/>
                <a:gd name="T3" fmla="*/ 0 h 1"/>
                <a:gd name="T4" fmla="*/ 11 w 23"/>
                <a:gd name="T5" fmla="*/ 1 h 1"/>
                <a:gd name="T6" fmla="*/ 23 w 23"/>
                <a:gd name="T7" fmla="*/ 0 h 1"/>
              </a:gdLst>
              <a:ahLst/>
              <a:cxnLst>
                <a:cxn ang="0">
                  <a:pos x="T0" y="T1"/>
                </a:cxn>
                <a:cxn ang="0">
                  <a:pos x="T2" y="T3"/>
                </a:cxn>
                <a:cxn ang="0">
                  <a:pos x="T4" y="T5"/>
                </a:cxn>
                <a:cxn ang="0">
                  <a:pos x="T6" y="T7"/>
                </a:cxn>
              </a:cxnLst>
              <a:rect l="0" t="0" r="r" b="b"/>
              <a:pathLst>
                <a:path w="23" h="1">
                  <a:moveTo>
                    <a:pt x="23" y="0"/>
                  </a:moveTo>
                  <a:cubicBezTo>
                    <a:pt x="0" y="0"/>
                    <a:pt x="0" y="0"/>
                    <a:pt x="0" y="0"/>
                  </a:cubicBezTo>
                  <a:cubicBezTo>
                    <a:pt x="0" y="0"/>
                    <a:pt x="4" y="1"/>
                    <a:pt x="11" y="1"/>
                  </a:cubicBezTo>
                  <a:cubicBezTo>
                    <a:pt x="14" y="1"/>
                    <a:pt x="18" y="1"/>
                    <a:pt x="23" y="0"/>
                  </a:cubicBezTo>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209375754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84"/>
                                        </p:tgtEl>
                                        <p:attrNameLst>
                                          <p:attrName>style.visibility</p:attrName>
                                        </p:attrNameLst>
                                      </p:cBhvr>
                                      <p:to>
                                        <p:strVal val="visible"/>
                                      </p:to>
                                    </p:set>
                                    <p:anim calcmode="lin" valueType="num">
                                      <p:cBhvr>
                                        <p:cTn id="7" dur="500" fill="hold"/>
                                        <p:tgtEl>
                                          <p:spTgt spid="84"/>
                                        </p:tgtEl>
                                        <p:attrNameLst>
                                          <p:attrName>ppt_w</p:attrName>
                                        </p:attrNameLst>
                                      </p:cBhvr>
                                      <p:tavLst>
                                        <p:tav tm="0">
                                          <p:val>
                                            <p:fltVal val="0"/>
                                          </p:val>
                                        </p:tav>
                                        <p:tav tm="100000">
                                          <p:val>
                                            <p:strVal val="#ppt_w"/>
                                          </p:val>
                                        </p:tav>
                                      </p:tavLst>
                                    </p:anim>
                                    <p:anim calcmode="lin" valueType="num">
                                      <p:cBhvr>
                                        <p:cTn id="8" dur="500" fill="hold"/>
                                        <p:tgtEl>
                                          <p:spTgt spid="84"/>
                                        </p:tgtEl>
                                        <p:attrNameLst>
                                          <p:attrName>ppt_h</p:attrName>
                                        </p:attrNameLst>
                                      </p:cBhvr>
                                      <p:tavLst>
                                        <p:tav tm="0">
                                          <p:val>
                                            <p:fltVal val="0"/>
                                          </p:val>
                                        </p:tav>
                                        <p:tav tm="100000">
                                          <p:val>
                                            <p:strVal val="#ppt_h"/>
                                          </p:val>
                                        </p:tav>
                                      </p:tavLst>
                                    </p:anim>
                                    <p:animEffect transition="in" filter="fade">
                                      <p:cBhvr>
                                        <p:cTn id="9" dur="500"/>
                                        <p:tgtEl>
                                          <p:spTgt spid="84"/>
                                        </p:tgtEl>
                                      </p:cBhvr>
                                    </p:animEffect>
                                  </p:childTnLst>
                                </p:cTn>
                              </p:par>
                            </p:childTnLst>
                          </p:cTn>
                        </p:par>
                        <p:par>
                          <p:cTn id="10" fill="hold">
                            <p:stCondLst>
                              <p:cond delay="500"/>
                            </p:stCondLst>
                            <p:childTnLst>
                              <p:par>
                                <p:cTn id="11" presetID="22" presetClass="entr" presetSubtype="2" fill="hold" nodeType="afterEffect">
                                  <p:stCondLst>
                                    <p:cond delay="0"/>
                                  </p:stCondLst>
                                  <p:childTnLst>
                                    <p:set>
                                      <p:cBhvr>
                                        <p:cTn id="12" dur="1" fill="hold">
                                          <p:stCondLst>
                                            <p:cond delay="0"/>
                                          </p:stCondLst>
                                        </p:cTn>
                                        <p:tgtEl>
                                          <p:spTgt spid="64"/>
                                        </p:tgtEl>
                                        <p:attrNameLst>
                                          <p:attrName>style.visibility</p:attrName>
                                        </p:attrNameLst>
                                      </p:cBhvr>
                                      <p:to>
                                        <p:strVal val="visible"/>
                                      </p:to>
                                    </p:set>
                                    <p:animEffect transition="in" filter="wipe(right)">
                                      <p:cBhvr>
                                        <p:cTn id="13" dur="500"/>
                                        <p:tgtEl>
                                          <p:spTgt spid="64"/>
                                        </p:tgtEl>
                                      </p:cBhvr>
                                    </p:animEffect>
                                  </p:childTnLst>
                                </p:cTn>
                              </p:par>
                              <p:par>
                                <p:cTn id="14" presetID="10" presetClass="entr" presetSubtype="0" fill="hold" nodeType="withEffect">
                                  <p:stCondLst>
                                    <p:cond delay="0"/>
                                  </p:stCondLst>
                                  <p:childTnLst>
                                    <p:set>
                                      <p:cBhvr>
                                        <p:cTn id="15" dur="1" fill="hold">
                                          <p:stCondLst>
                                            <p:cond delay="0"/>
                                          </p:stCondLst>
                                        </p:cTn>
                                        <p:tgtEl>
                                          <p:spTgt spid="4"/>
                                        </p:tgtEl>
                                        <p:attrNameLst>
                                          <p:attrName>style.visibility</p:attrName>
                                        </p:attrNameLst>
                                      </p:cBhvr>
                                      <p:to>
                                        <p:strVal val="visible"/>
                                      </p:to>
                                    </p:set>
                                    <p:animEffect transition="in" filter="fade">
                                      <p:cBhvr>
                                        <p:cTn id="16" dur="500"/>
                                        <p:tgtEl>
                                          <p:spTgt spid="4"/>
                                        </p:tgtEl>
                                      </p:cBhvr>
                                    </p:animEffect>
                                  </p:childTnLst>
                                </p:cTn>
                              </p:par>
                              <p:par>
                                <p:cTn id="17" presetID="10" presetClass="entr" presetSubtype="0" fill="hold" nodeType="withEffect">
                                  <p:stCondLst>
                                    <p:cond delay="0"/>
                                  </p:stCondLst>
                                  <p:childTnLst>
                                    <p:set>
                                      <p:cBhvr>
                                        <p:cTn id="18" dur="1" fill="hold">
                                          <p:stCondLst>
                                            <p:cond delay="0"/>
                                          </p:stCondLst>
                                        </p:cTn>
                                        <p:tgtEl>
                                          <p:spTgt spid="43"/>
                                        </p:tgtEl>
                                        <p:attrNameLst>
                                          <p:attrName>style.visibility</p:attrName>
                                        </p:attrNameLst>
                                      </p:cBhvr>
                                      <p:to>
                                        <p:strVal val="visible"/>
                                      </p:to>
                                    </p:set>
                                    <p:animEffect transition="in" filter="fade">
                                      <p:cBhvr>
                                        <p:cTn id="19" dur="500"/>
                                        <p:tgtEl>
                                          <p:spTgt spid="43"/>
                                        </p:tgtEl>
                                      </p:cBhvr>
                                    </p:animEffect>
                                  </p:childTnLst>
                                </p:cTn>
                              </p:par>
                            </p:childTnLst>
                          </p:cTn>
                        </p:par>
                        <p:par>
                          <p:cTn id="20" fill="hold">
                            <p:stCondLst>
                              <p:cond delay="1000"/>
                            </p:stCondLst>
                            <p:childTnLst>
                              <p:par>
                                <p:cTn id="21" presetID="22" presetClass="entr" presetSubtype="2" fill="hold" nodeType="afterEffect">
                                  <p:stCondLst>
                                    <p:cond delay="0"/>
                                  </p:stCondLst>
                                  <p:childTnLst>
                                    <p:set>
                                      <p:cBhvr>
                                        <p:cTn id="22" dur="1" fill="hold">
                                          <p:stCondLst>
                                            <p:cond delay="0"/>
                                          </p:stCondLst>
                                        </p:cTn>
                                        <p:tgtEl>
                                          <p:spTgt spid="66"/>
                                        </p:tgtEl>
                                        <p:attrNameLst>
                                          <p:attrName>style.visibility</p:attrName>
                                        </p:attrNameLst>
                                      </p:cBhvr>
                                      <p:to>
                                        <p:strVal val="visible"/>
                                      </p:to>
                                    </p:set>
                                    <p:animEffect transition="in" filter="wipe(right)">
                                      <p:cBhvr>
                                        <p:cTn id="23" dur="500"/>
                                        <p:tgtEl>
                                          <p:spTgt spid="66"/>
                                        </p:tgtEl>
                                      </p:cBhvr>
                                    </p:animEffect>
                                  </p:childTnLst>
                                </p:cTn>
                              </p:par>
                              <p:par>
                                <p:cTn id="24" presetID="10" presetClass="entr" presetSubtype="0" fill="hold" nodeType="withEffect">
                                  <p:stCondLst>
                                    <p:cond delay="0"/>
                                  </p:stCondLst>
                                  <p:childTnLst>
                                    <p:set>
                                      <p:cBhvr>
                                        <p:cTn id="25" dur="1" fill="hold">
                                          <p:stCondLst>
                                            <p:cond delay="0"/>
                                          </p:stCondLst>
                                        </p:cTn>
                                        <p:tgtEl>
                                          <p:spTgt spid="5"/>
                                        </p:tgtEl>
                                        <p:attrNameLst>
                                          <p:attrName>style.visibility</p:attrName>
                                        </p:attrNameLst>
                                      </p:cBhvr>
                                      <p:to>
                                        <p:strVal val="visible"/>
                                      </p:to>
                                    </p:set>
                                    <p:animEffect transition="in" filter="fade">
                                      <p:cBhvr>
                                        <p:cTn id="26" dur="500"/>
                                        <p:tgtEl>
                                          <p:spTgt spid="5"/>
                                        </p:tgtEl>
                                      </p:cBhvr>
                                    </p:animEffect>
                                  </p:childTnLst>
                                </p:cTn>
                              </p:par>
                              <p:par>
                                <p:cTn id="27" presetID="10" presetClass="entr" presetSubtype="0" fill="hold" nodeType="withEffect">
                                  <p:stCondLst>
                                    <p:cond delay="0"/>
                                  </p:stCondLst>
                                  <p:childTnLst>
                                    <p:set>
                                      <p:cBhvr>
                                        <p:cTn id="28" dur="1" fill="hold">
                                          <p:stCondLst>
                                            <p:cond delay="0"/>
                                          </p:stCondLst>
                                        </p:cTn>
                                        <p:tgtEl>
                                          <p:spTgt spid="46"/>
                                        </p:tgtEl>
                                        <p:attrNameLst>
                                          <p:attrName>style.visibility</p:attrName>
                                        </p:attrNameLst>
                                      </p:cBhvr>
                                      <p:to>
                                        <p:strVal val="visible"/>
                                      </p:to>
                                    </p:set>
                                    <p:animEffect transition="in" filter="fade">
                                      <p:cBhvr>
                                        <p:cTn id="29" dur="500"/>
                                        <p:tgtEl>
                                          <p:spTgt spid="46"/>
                                        </p:tgtEl>
                                      </p:cBhvr>
                                    </p:animEffect>
                                  </p:childTnLst>
                                </p:cTn>
                              </p:par>
                            </p:childTnLst>
                          </p:cTn>
                        </p:par>
                        <p:par>
                          <p:cTn id="30" fill="hold">
                            <p:stCondLst>
                              <p:cond delay="1500"/>
                            </p:stCondLst>
                            <p:childTnLst>
                              <p:par>
                                <p:cTn id="31" presetID="22" presetClass="entr" presetSubtype="2" fill="hold" nodeType="afterEffect">
                                  <p:stCondLst>
                                    <p:cond delay="0"/>
                                  </p:stCondLst>
                                  <p:childTnLst>
                                    <p:set>
                                      <p:cBhvr>
                                        <p:cTn id="32" dur="1" fill="hold">
                                          <p:stCondLst>
                                            <p:cond delay="0"/>
                                          </p:stCondLst>
                                        </p:cTn>
                                        <p:tgtEl>
                                          <p:spTgt spid="68"/>
                                        </p:tgtEl>
                                        <p:attrNameLst>
                                          <p:attrName>style.visibility</p:attrName>
                                        </p:attrNameLst>
                                      </p:cBhvr>
                                      <p:to>
                                        <p:strVal val="visible"/>
                                      </p:to>
                                    </p:set>
                                    <p:animEffect transition="in" filter="wipe(right)">
                                      <p:cBhvr>
                                        <p:cTn id="33" dur="500"/>
                                        <p:tgtEl>
                                          <p:spTgt spid="68"/>
                                        </p:tgtEl>
                                      </p:cBhvr>
                                    </p:animEffect>
                                  </p:childTnLst>
                                </p:cTn>
                              </p:par>
                              <p:par>
                                <p:cTn id="34" presetID="10" presetClass="entr" presetSubtype="0" fill="hold" nodeType="withEffect">
                                  <p:stCondLst>
                                    <p:cond delay="0"/>
                                  </p:stCondLst>
                                  <p:childTnLst>
                                    <p:set>
                                      <p:cBhvr>
                                        <p:cTn id="35" dur="1" fill="hold">
                                          <p:stCondLst>
                                            <p:cond delay="0"/>
                                          </p:stCondLst>
                                        </p:cTn>
                                        <p:tgtEl>
                                          <p:spTgt spid="52"/>
                                        </p:tgtEl>
                                        <p:attrNameLst>
                                          <p:attrName>style.visibility</p:attrName>
                                        </p:attrNameLst>
                                      </p:cBhvr>
                                      <p:to>
                                        <p:strVal val="visible"/>
                                      </p:to>
                                    </p:set>
                                    <p:animEffect transition="in" filter="fade">
                                      <p:cBhvr>
                                        <p:cTn id="36" dur="500"/>
                                        <p:tgtEl>
                                          <p:spTgt spid="52"/>
                                        </p:tgtEl>
                                      </p:cBhvr>
                                    </p:animEffect>
                                  </p:childTnLst>
                                </p:cTn>
                              </p:par>
                              <p:par>
                                <p:cTn id="37" presetID="10" presetClass="entr" presetSubtype="0" fill="hold" nodeType="withEffect">
                                  <p:stCondLst>
                                    <p:cond delay="0"/>
                                  </p:stCondLst>
                                  <p:childTnLst>
                                    <p:set>
                                      <p:cBhvr>
                                        <p:cTn id="38" dur="1" fill="hold">
                                          <p:stCondLst>
                                            <p:cond delay="0"/>
                                          </p:stCondLst>
                                        </p:cTn>
                                        <p:tgtEl>
                                          <p:spTgt spid="49"/>
                                        </p:tgtEl>
                                        <p:attrNameLst>
                                          <p:attrName>style.visibility</p:attrName>
                                        </p:attrNameLst>
                                      </p:cBhvr>
                                      <p:to>
                                        <p:strVal val="visible"/>
                                      </p:to>
                                    </p:set>
                                    <p:animEffect transition="in" filter="fade">
                                      <p:cBhvr>
                                        <p:cTn id="39" dur="500"/>
                                        <p:tgtEl>
                                          <p:spTgt spid="49"/>
                                        </p:tgtEl>
                                      </p:cBhvr>
                                    </p:animEffect>
                                  </p:childTnLst>
                                </p:cTn>
                              </p:par>
                              <p:par>
                                <p:cTn id="40" presetID="22" presetClass="entr" presetSubtype="8" fill="hold" nodeType="withEffect">
                                  <p:stCondLst>
                                    <p:cond delay="250"/>
                                  </p:stCondLst>
                                  <p:childTnLst>
                                    <p:set>
                                      <p:cBhvr>
                                        <p:cTn id="41" dur="1" fill="hold">
                                          <p:stCondLst>
                                            <p:cond delay="0"/>
                                          </p:stCondLst>
                                        </p:cTn>
                                        <p:tgtEl>
                                          <p:spTgt spid="65"/>
                                        </p:tgtEl>
                                        <p:attrNameLst>
                                          <p:attrName>style.visibility</p:attrName>
                                        </p:attrNameLst>
                                      </p:cBhvr>
                                      <p:to>
                                        <p:strVal val="visible"/>
                                      </p:to>
                                    </p:set>
                                    <p:animEffect transition="in" filter="wipe(left)">
                                      <p:cBhvr>
                                        <p:cTn id="42" dur="500"/>
                                        <p:tgtEl>
                                          <p:spTgt spid="65"/>
                                        </p:tgtEl>
                                      </p:cBhvr>
                                    </p:animEffect>
                                  </p:childTnLst>
                                </p:cTn>
                              </p:par>
                              <p:par>
                                <p:cTn id="43" presetID="10" presetClass="entr" presetSubtype="0" fill="hold" nodeType="withEffect">
                                  <p:stCondLst>
                                    <p:cond delay="250"/>
                                  </p:stCondLst>
                                  <p:childTnLst>
                                    <p:set>
                                      <p:cBhvr>
                                        <p:cTn id="44" dur="1" fill="hold">
                                          <p:stCondLst>
                                            <p:cond delay="0"/>
                                          </p:stCondLst>
                                        </p:cTn>
                                        <p:tgtEl>
                                          <p:spTgt spid="6"/>
                                        </p:tgtEl>
                                        <p:attrNameLst>
                                          <p:attrName>style.visibility</p:attrName>
                                        </p:attrNameLst>
                                      </p:cBhvr>
                                      <p:to>
                                        <p:strVal val="visible"/>
                                      </p:to>
                                    </p:set>
                                    <p:animEffect transition="in" filter="fade">
                                      <p:cBhvr>
                                        <p:cTn id="45" dur="500"/>
                                        <p:tgtEl>
                                          <p:spTgt spid="6"/>
                                        </p:tgtEl>
                                      </p:cBhvr>
                                    </p:animEffect>
                                  </p:childTnLst>
                                </p:cTn>
                              </p:par>
                              <p:par>
                                <p:cTn id="46" presetID="10" presetClass="entr" presetSubtype="0" fill="hold" nodeType="withEffect">
                                  <p:stCondLst>
                                    <p:cond delay="250"/>
                                  </p:stCondLst>
                                  <p:childTnLst>
                                    <p:set>
                                      <p:cBhvr>
                                        <p:cTn id="47" dur="1" fill="hold">
                                          <p:stCondLst>
                                            <p:cond delay="0"/>
                                          </p:stCondLst>
                                        </p:cTn>
                                        <p:tgtEl>
                                          <p:spTgt spid="34"/>
                                        </p:tgtEl>
                                        <p:attrNameLst>
                                          <p:attrName>style.visibility</p:attrName>
                                        </p:attrNameLst>
                                      </p:cBhvr>
                                      <p:to>
                                        <p:strVal val="visible"/>
                                      </p:to>
                                    </p:set>
                                    <p:animEffect transition="in" filter="fade">
                                      <p:cBhvr>
                                        <p:cTn id="48" dur="500"/>
                                        <p:tgtEl>
                                          <p:spTgt spid="34"/>
                                        </p:tgtEl>
                                      </p:cBhvr>
                                    </p:animEffect>
                                  </p:childTnLst>
                                </p:cTn>
                              </p:par>
                            </p:childTnLst>
                          </p:cTn>
                        </p:par>
                        <p:par>
                          <p:cTn id="49" fill="hold">
                            <p:stCondLst>
                              <p:cond delay="2250"/>
                            </p:stCondLst>
                            <p:childTnLst>
                              <p:par>
                                <p:cTn id="50" presetID="22" presetClass="entr" presetSubtype="8" fill="hold" nodeType="afterEffect">
                                  <p:stCondLst>
                                    <p:cond delay="0"/>
                                  </p:stCondLst>
                                  <p:childTnLst>
                                    <p:set>
                                      <p:cBhvr>
                                        <p:cTn id="51" dur="1" fill="hold">
                                          <p:stCondLst>
                                            <p:cond delay="0"/>
                                          </p:stCondLst>
                                        </p:cTn>
                                        <p:tgtEl>
                                          <p:spTgt spid="67"/>
                                        </p:tgtEl>
                                        <p:attrNameLst>
                                          <p:attrName>style.visibility</p:attrName>
                                        </p:attrNameLst>
                                      </p:cBhvr>
                                      <p:to>
                                        <p:strVal val="visible"/>
                                      </p:to>
                                    </p:set>
                                    <p:animEffect transition="in" filter="wipe(left)">
                                      <p:cBhvr>
                                        <p:cTn id="52" dur="500"/>
                                        <p:tgtEl>
                                          <p:spTgt spid="67"/>
                                        </p:tgtEl>
                                      </p:cBhvr>
                                    </p:animEffect>
                                  </p:childTnLst>
                                </p:cTn>
                              </p:par>
                              <p:par>
                                <p:cTn id="53" presetID="10" presetClass="entr" presetSubtype="0" fill="hold" nodeType="withEffect">
                                  <p:stCondLst>
                                    <p:cond delay="0"/>
                                  </p:stCondLst>
                                  <p:childTnLst>
                                    <p:set>
                                      <p:cBhvr>
                                        <p:cTn id="54" dur="1" fill="hold">
                                          <p:stCondLst>
                                            <p:cond delay="0"/>
                                          </p:stCondLst>
                                        </p:cTn>
                                        <p:tgtEl>
                                          <p:spTgt spid="21"/>
                                        </p:tgtEl>
                                        <p:attrNameLst>
                                          <p:attrName>style.visibility</p:attrName>
                                        </p:attrNameLst>
                                      </p:cBhvr>
                                      <p:to>
                                        <p:strVal val="visible"/>
                                      </p:to>
                                    </p:set>
                                    <p:animEffect transition="in" filter="fade">
                                      <p:cBhvr>
                                        <p:cTn id="55" dur="500"/>
                                        <p:tgtEl>
                                          <p:spTgt spid="21"/>
                                        </p:tgtEl>
                                      </p:cBhvr>
                                    </p:animEffect>
                                  </p:childTnLst>
                                </p:cTn>
                              </p:par>
                              <p:par>
                                <p:cTn id="56" presetID="10" presetClass="entr" presetSubtype="0" fill="hold" nodeType="withEffect">
                                  <p:stCondLst>
                                    <p:cond delay="0"/>
                                  </p:stCondLst>
                                  <p:childTnLst>
                                    <p:set>
                                      <p:cBhvr>
                                        <p:cTn id="57" dur="1" fill="hold">
                                          <p:stCondLst>
                                            <p:cond delay="0"/>
                                          </p:stCondLst>
                                        </p:cTn>
                                        <p:tgtEl>
                                          <p:spTgt spid="37"/>
                                        </p:tgtEl>
                                        <p:attrNameLst>
                                          <p:attrName>style.visibility</p:attrName>
                                        </p:attrNameLst>
                                      </p:cBhvr>
                                      <p:to>
                                        <p:strVal val="visible"/>
                                      </p:to>
                                    </p:set>
                                    <p:animEffect transition="in" filter="fade">
                                      <p:cBhvr>
                                        <p:cTn id="58" dur="500"/>
                                        <p:tgtEl>
                                          <p:spTgt spid="37"/>
                                        </p:tgtEl>
                                      </p:cBhvr>
                                    </p:animEffect>
                                  </p:childTnLst>
                                </p:cTn>
                              </p:par>
                            </p:childTnLst>
                          </p:cTn>
                        </p:par>
                        <p:par>
                          <p:cTn id="59" fill="hold">
                            <p:stCondLst>
                              <p:cond delay="2750"/>
                            </p:stCondLst>
                            <p:childTnLst>
                              <p:par>
                                <p:cTn id="60" presetID="22" presetClass="entr" presetSubtype="8" fill="hold" nodeType="afterEffect">
                                  <p:stCondLst>
                                    <p:cond delay="0"/>
                                  </p:stCondLst>
                                  <p:childTnLst>
                                    <p:set>
                                      <p:cBhvr>
                                        <p:cTn id="61" dur="1" fill="hold">
                                          <p:stCondLst>
                                            <p:cond delay="0"/>
                                          </p:stCondLst>
                                        </p:cTn>
                                        <p:tgtEl>
                                          <p:spTgt spid="69"/>
                                        </p:tgtEl>
                                        <p:attrNameLst>
                                          <p:attrName>style.visibility</p:attrName>
                                        </p:attrNameLst>
                                      </p:cBhvr>
                                      <p:to>
                                        <p:strVal val="visible"/>
                                      </p:to>
                                    </p:set>
                                    <p:animEffect transition="in" filter="wipe(left)">
                                      <p:cBhvr>
                                        <p:cTn id="62" dur="500"/>
                                        <p:tgtEl>
                                          <p:spTgt spid="69"/>
                                        </p:tgtEl>
                                      </p:cBhvr>
                                    </p:animEffect>
                                  </p:childTnLst>
                                </p:cTn>
                              </p:par>
                              <p:par>
                                <p:cTn id="63" presetID="10" presetClass="entr" presetSubtype="0" fill="hold" nodeType="withEffect">
                                  <p:stCondLst>
                                    <p:cond delay="0"/>
                                  </p:stCondLst>
                                  <p:childTnLst>
                                    <p:set>
                                      <p:cBhvr>
                                        <p:cTn id="64" dur="1" fill="hold">
                                          <p:stCondLst>
                                            <p:cond delay="0"/>
                                          </p:stCondLst>
                                        </p:cTn>
                                        <p:tgtEl>
                                          <p:spTgt spid="61"/>
                                        </p:tgtEl>
                                        <p:attrNameLst>
                                          <p:attrName>style.visibility</p:attrName>
                                        </p:attrNameLst>
                                      </p:cBhvr>
                                      <p:to>
                                        <p:strVal val="visible"/>
                                      </p:to>
                                    </p:set>
                                    <p:animEffect transition="in" filter="fade">
                                      <p:cBhvr>
                                        <p:cTn id="65" dur="500"/>
                                        <p:tgtEl>
                                          <p:spTgt spid="61"/>
                                        </p:tgtEl>
                                      </p:cBhvr>
                                    </p:animEffect>
                                  </p:childTnLst>
                                </p:cTn>
                              </p:par>
                              <p:par>
                                <p:cTn id="66" presetID="10" presetClass="entr" presetSubtype="0" fill="hold" nodeType="withEffect">
                                  <p:stCondLst>
                                    <p:cond delay="0"/>
                                  </p:stCondLst>
                                  <p:childTnLst>
                                    <p:set>
                                      <p:cBhvr>
                                        <p:cTn id="67" dur="1" fill="hold">
                                          <p:stCondLst>
                                            <p:cond delay="0"/>
                                          </p:stCondLst>
                                        </p:cTn>
                                        <p:tgtEl>
                                          <p:spTgt spid="40"/>
                                        </p:tgtEl>
                                        <p:attrNameLst>
                                          <p:attrName>style.visibility</p:attrName>
                                        </p:attrNameLst>
                                      </p:cBhvr>
                                      <p:to>
                                        <p:strVal val="visible"/>
                                      </p:to>
                                    </p:set>
                                    <p:animEffect transition="in" filter="fade">
                                      <p:cBhvr>
                                        <p:cTn id="68"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838199" y="351549"/>
            <a:ext cx="11015847" cy="828098"/>
          </a:xfrm>
        </p:spPr>
        <p:txBody>
          <a:bodyPr>
            <a:noAutofit/>
          </a:bodyPr>
          <a:lstStyle/>
          <a:p>
            <a:pPr algn="r" rtl="1"/>
            <a:r>
              <a:rPr lang="ar-SA" sz="3600" dirty="0"/>
              <a:t>ما هي معايير تقييم أداء المعلم بالقرن الحادي والعشرين؟</a:t>
            </a:r>
            <a:endParaRPr lang="en-US" sz="3600" u="sng" dirty="0"/>
          </a:p>
        </p:txBody>
      </p:sp>
      <p:cxnSp>
        <p:nvCxnSpPr>
          <p:cNvPr id="4" name="Straight Connector 3"/>
          <p:cNvCxnSpPr/>
          <p:nvPr/>
        </p:nvCxnSpPr>
        <p:spPr>
          <a:xfrm>
            <a:off x="3240193" y="3569921"/>
            <a:ext cx="0" cy="1378040"/>
          </a:xfrm>
          <a:prstGeom prst="line">
            <a:avLst/>
          </a:prstGeom>
          <a:ln w="28575">
            <a:solidFill>
              <a:schemeClr val="bg2">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5" name="Straight Connector 4"/>
          <p:cNvCxnSpPr/>
          <p:nvPr/>
        </p:nvCxnSpPr>
        <p:spPr>
          <a:xfrm>
            <a:off x="3240193" y="4947961"/>
            <a:ext cx="1558343" cy="0"/>
          </a:xfrm>
          <a:prstGeom prst="line">
            <a:avLst/>
          </a:prstGeom>
          <a:ln w="28575">
            <a:solidFill>
              <a:schemeClr val="bg2">
                <a:lumMod val="75000"/>
              </a:schemeClr>
            </a:solidFill>
            <a:prstDash val="dash"/>
          </a:ln>
        </p:spPr>
        <p:style>
          <a:lnRef idx="1">
            <a:schemeClr val="accent1"/>
          </a:lnRef>
          <a:fillRef idx="0">
            <a:schemeClr val="accent1"/>
          </a:fillRef>
          <a:effectRef idx="0">
            <a:schemeClr val="accent1"/>
          </a:effectRef>
          <a:fontRef idx="minor">
            <a:schemeClr val="tx1"/>
          </a:fontRef>
        </p:style>
      </p:cxnSp>
      <p:sp>
        <p:nvSpPr>
          <p:cNvPr id="11" name="Oval 10"/>
          <p:cNvSpPr/>
          <p:nvPr/>
        </p:nvSpPr>
        <p:spPr>
          <a:xfrm>
            <a:off x="2985117" y="3162755"/>
            <a:ext cx="510147" cy="51014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vi-VN" dirty="0" smtClean="0">
                <a:solidFill>
                  <a:prstClr val="white"/>
                </a:solidFill>
              </a:rPr>
              <a:t>A</a:t>
            </a:r>
            <a:endParaRPr lang="en-US" dirty="0">
              <a:solidFill>
                <a:prstClr val="white"/>
              </a:solidFill>
            </a:endParaRPr>
          </a:p>
        </p:txBody>
      </p:sp>
      <p:sp>
        <p:nvSpPr>
          <p:cNvPr id="12" name="Oval 11"/>
          <p:cNvSpPr/>
          <p:nvPr/>
        </p:nvSpPr>
        <p:spPr>
          <a:xfrm>
            <a:off x="4758779" y="4692887"/>
            <a:ext cx="510147" cy="510147"/>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vi-VN" dirty="0" smtClean="0">
                <a:solidFill>
                  <a:prstClr val="white"/>
                </a:solidFill>
              </a:rPr>
              <a:t>B</a:t>
            </a:r>
            <a:endParaRPr lang="en-US" dirty="0">
              <a:solidFill>
                <a:prstClr val="white"/>
              </a:solidFill>
            </a:endParaRPr>
          </a:p>
        </p:txBody>
      </p:sp>
      <p:sp>
        <p:nvSpPr>
          <p:cNvPr id="25" name="Oval 24"/>
          <p:cNvSpPr/>
          <p:nvPr/>
        </p:nvSpPr>
        <p:spPr>
          <a:xfrm>
            <a:off x="3160810" y="4868582"/>
            <a:ext cx="158760" cy="158760"/>
          </a:xfrm>
          <a:prstGeom prst="ellipse">
            <a:avLst/>
          </a:prstGeom>
          <a:solidFill>
            <a:schemeClr val="bg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lumMod val="50000"/>
                  <a:lumOff val="50000"/>
                </a:prstClr>
              </a:solidFill>
            </a:endParaRPr>
          </a:p>
        </p:txBody>
      </p:sp>
      <p:sp>
        <p:nvSpPr>
          <p:cNvPr id="34" name="TextBox 33"/>
          <p:cNvSpPr txBox="1"/>
          <p:nvPr/>
        </p:nvSpPr>
        <p:spPr>
          <a:xfrm>
            <a:off x="1111133" y="2030318"/>
            <a:ext cx="3902719" cy="954107"/>
          </a:xfrm>
          <a:prstGeom prst="rect">
            <a:avLst/>
          </a:prstGeom>
          <a:noFill/>
        </p:spPr>
        <p:txBody>
          <a:bodyPr wrap="square" rtlCol="0">
            <a:spAutoFit/>
          </a:bodyPr>
          <a:lstStyle/>
          <a:p>
            <a:pPr algn="ctr" rtl="1" fontAlgn="auto">
              <a:spcBef>
                <a:spcPts val="0"/>
              </a:spcBef>
              <a:spcAft>
                <a:spcPts val="0"/>
              </a:spcAft>
            </a:pPr>
            <a:r>
              <a:rPr lang="ar-SA" sz="2800" b="1" dirty="0">
                <a:solidFill>
                  <a:srgbClr val="5097C6"/>
                </a:solidFill>
                <a:cs typeface="Simplified Arabic" panose="02020603050405020304" pitchFamily="18" charset="-78"/>
              </a:rPr>
              <a:t>المعلمون مسؤولون عن الطلاب وتعليمهم</a:t>
            </a:r>
            <a:endParaRPr lang="ar-SA" sz="2800" b="1" dirty="0" smtClean="0">
              <a:solidFill>
                <a:srgbClr val="5097C6"/>
              </a:solidFill>
              <a:cs typeface="Simplified Arabic" panose="02020603050405020304" pitchFamily="18" charset="-78"/>
            </a:endParaRPr>
          </a:p>
        </p:txBody>
      </p:sp>
      <p:sp>
        <p:nvSpPr>
          <p:cNvPr id="37" name="TextBox 36"/>
          <p:cNvSpPr txBox="1"/>
          <p:nvPr/>
        </p:nvSpPr>
        <p:spPr>
          <a:xfrm>
            <a:off x="5616622" y="3745197"/>
            <a:ext cx="4641497" cy="1384995"/>
          </a:xfrm>
          <a:prstGeom prst="rect">
            <a:avLst/>
          </a:prstGeom>
          <a:noFill/>
        </p:spPr>
        <p:txBody>
          <a:bodyPr wrap="square" rtlCol="0">
            <a:spAutoFit/>
          </a:bodyPr>
          <a:lstStyle/>
          <a:p>
            <a:pPr algn="ctr" rtl="1" fontAlgn="auto">
              <a:spcBef>
                <a:spcPts val="0"/>
              </a:spcBef>
              <a:spcAft>
                <a:spcPts val="0"/>
              </a:spcAft>
            </a:pPr>
            <a:r>
              <a:rPr lang="ar-SA" sz="2800" b="1" dirty="0">
                <a:solidFill>
                  <a:srgbClr val="ED7D31"/>
                </a:solidFill>
                <a:cs typeface="Simplified Arabic" panose="02020603050405020304" pitchFamily="18" charset="-78"/>
              </a:rPr>
              <a:t>المعلمون يعرفون الموضوعات والمواد الدراسية التي يدرسونها وكيف يقدمونها للطلاب</a:t>
            </a:r>
            <a:endParaRPr lang="ar-SA" sz="2800" b="1" dirty="0" smtClean="0">
              <a:solidFill>
                <a:srgbClr val="ED7D31"/>
              </a:solidFill>
              <a:cs typeface="Simplified Arabic" panose="02020603050405020304" pitchFamily="18" charset="-78"/>
            </a:endParaRPr>
          </a:p>
        </p:txBody>
      </p:sp>
    </p:spTree>
    <p:extLst>
      <p:ext uri="{BB962C8B-B14F-4D97-AF65-F5344CB8AC3E}">
        <p14:creationId xmlns:p14="http://schemas.microsoft.com/office/powerpoint/2010/main" val="395518354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25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childTnLst>
                          </p:cTn>
                        </p:par>
                        <p:par>
                          <p:cTn id="8" fill="hold">
                            <p:stCondLst>
                              <p:cond delay="750"/>
                            </p:stCondLst>
                            <p:childTnLst>
                              <p:par>
                                <p:cTn id="9" presetID="10" presetClass="entr" presetSubtype="0" fill="hold" grpId="0" nodeType="afterEffect">
                                  <p:stCondLst>
                                    <p:cond delay="250"/>
                                  </p:stCondLst>
                                  <p:childTnLst>
                                    <p:set>
                                      <p:cBhvr>
                                        <p:cTn id="10" dur="1" fill="hold">
                                          <p:stCondLst>
                                            <p:cond delay="0"/>
                                          </p:stCondLst>
                                        </p:cTn>
                                        <p:tgtEl>
                                          <p:spTgt spid="34"/>
                                        </p:tgtEl>
                                        <p:attrNameLst>
                                          <p:attrName>style.visibility</p:attrName>
                                        </p:attrNameLst>
                                      </p:cBhvr>
                                      <p:to>
                                        <p:strVal val="visible"/>
                                      </p:to>
                                    </p:set>
                                    <p:animEffect transition="in" filter="fade">
                                      <p:cBhvr>
                                        <p:cTn id="11" dur="500"/>
                                        <p:tgtEl>
                                          <p:spTgt spid="34"/>
                                        </p:tgtEl>
                                      </p:cBhvr>
                                    </p:animEffect>
                                  </p:childTnLst>
                                </p:cTn>
                              </p:par>
                            </p:childTnLst>
                          </p:cTn>
                        </p:par>
                        <p:par>
                          <p:cTn id="12" fill="hold">
                            <p:stCondLst>
                              <p:cond delay="1500"/>
                            </p:stCondLst>
                            <p:childTnLst>
                              <p:par>
                                <p:cTn id="13" presetID="10" presetClass="entr" presetSubtype="0" fill="hold" nodeType="afterEffect">
                                  <p:stCondLst>
                                    <p:cond delay="250"/>
                                  </p:stCondLst>
                                  <p:childTnLst>
                                    <p:set>
                                      <p:cBhvr>
                                        <p:cTn id="14" dur="1" fill="hold">
                                          <p:stCondLst>
                                            <p:cond delay="0"/>
                                          </p:stCondLst>
                                        </p:cTn>
                                        <p:tgtEl>
                                          <p:spTgt spid="4"/>
                                        </p:tgtEl>
                                        <p:attrNameLst>
                                          <p:attrName>style.visibility</p:attrName>
                                        </p:attrNameLst>
                                      </p:cBhvr>
                                      <p:to>
                                        <p:strVal val="visible"/>
                                      </p:to>
                                    </p:set>
                                    <p:animEffect transition="in" filter="fade">
                                      <p:cBhvr>
                                        <p:cTn id="15" dur="500"/>
                                        <p:tgtEl>
                                          <p:spTgt spid="4"/>
                                        </p:tgtEl>
                                      </p:cBhvr>
                                    </p:animEffect>
                                  </p:childTnLst>
                                </p:cTn>
                              </p:par>
                            </p:childTnLst>
                          </p:cTn>
                        </p:par>
                        <p:par>
                          <p:cTn id="16" fill="hold">
                            <p:stCondLst>
                              <p:cond delay="2250"/>
                            </p:stCondLst>
                            <p:childTnLst>
                              <p:par>
                                <p:cTn id="17" presetID="1" presetClass="entr" presetSubtype="0" fill="hold" grpId="0" nodeType="afterEffect">
                                  <p:stCondLst>
                                    <p:cond delay="0"/>
                                  </p:stCondLst>
                                  <p:childTnLst>
                                    <p:set>
                                      <p:cBhvr>
                                        <p:cTn id="18" dur="1" fill="hold">
                                          <p:stCondLst>
                                            <p:cond delay="0"/>
                                          </p:stCondLst>
                                        </p:cTn>
                                        <p:tgtEl>
                                          <p:spTgt spid="25"/>
                                        </p:tgtEl>
                                        <p:attrNameLst>
                                          <p:attrName>style.visibility</p:attrName>
                                        </p:attrNameLst>
                                      </p:cBhvr>
                                      <p:to>
                                        <p:strVal val="visible"/>
                                      </p:to>
                                    </p:set>
                                  </p:childTnLst>
                                </p:cTn>
                              </p:par>
                            </p:childTnLst>
                          </p:cTn>
                        </p:par>
                        <p:par>
                          <p:cTn id="19" fill="hold">
                            <p:stCondLst>
                              <p:cond delay="2250"/>
                            </p:stCondLst>
                            <p:childTnLst>
                              <p:par>
                                <p:cTn id="20" presetID="10" presetClass="entr" presetSubtype="0" fill="hold" nodeType="afterEffect">
                                  <p:stCondLst>
                                    <p:cond delay="250"/>
                                  </p:stCondLst>
                                  <p:childTnLst>
                                    <p:set>
                                      <p:cBhvr>
                                        <p:cTn id="21" dur="1" fill="hold">
                                          <p:stCondLst>
                                            <p:cond delay="0"/>
                                          </p:stCondLst>
                                        </p:cTn>
                                        <p:tgtEl>
                                          <p:spTgt spid="5"/>
                                        </p:tgtEl>
                                        <p:attrNameLst>
                                          <p:attrName>style.visibility</p:attrName>
                                        </p:attrNameLst>
                                      </p:cBhvr>
                                      <p:to>
                                        <p:strVal val="visible"/>
                                      </p:to>
                                    </p:set>
                                    <p:animEffect transition="in" filter="fade">
                                      <p:cBhvr>
                                        <p:cTn id="22" dur="500"/>
                                        <p:tgtEl>
                                          <p:spTgt spid="5"/>
                                        </p:tgtEl>
                                      </p:cBhvr>
                                    </p:animEffect>
                                  </p:childTnLst>
                                </p:cTn>
                              </p:par>
                            </p:childTnLst>
                          </p:cTn>
                        </p:par>
                        <p:par>
                          <p:cTn id="23" fill="hold">
                            <p:stCondLst>
                              <p:cond delay="3000"/>
                            </p:stCondLst>
                            <p:childTnLst>
                              <p:par>
                                <p:cTn id="24" presetID="10" presetClass="entr" presetSubtype="0" fill="hold" grpId="0" nodeType="afterEffect">
                                  <p:stCondLst>
                                    <p:cond delay="250"/>
                                  </p:stCondLst>
                                  <p:childTnLst>
                                    <p:set>
                                      <p:cBhvr>
                                        <p:cTn id="25" dur="1" fill="hold">
                                          <p:stCondLst>
                                            <p:cond delay="0"/>
                                          </p:stCondLst>
                                        </p:cTn>
                                        <p:tgtEl>
                                          <p:spTgt spid="12"/>
                                        </p:tgtEl>
                                        <p:attrNameLst>
                                          <p:attrName>style.visibility</p:attrName>
                                        </p:attrNameLst>
                                      </p:cBhvr>
                                      <p:to>
                                        <p:strVal val="visible"/>
                                      </p:to>
                                    </p:set>
                                    <p:animEffect transition="in" filter="fade">
                                      <p:cBhvr>
                                        <p:cTn id="26" dur="500"/>
                                        <p:tgtEl>
                                          <p:spTgt spid="12"/>
                                        </p:tgtEl>
                                      </p:cBhvr>
                                    </p:animEffect>
                                  </p:childTnLst>
                                </p:cTn>
                              </p:par>
                            </p:childTnLst>
                          </p:cTn>
                        </p:par>
                        <p:par>
                          <p:cTn id="27" fill="hold">
                            <p:stCondLst>
                              <p:cond delay="3750"/>
                            </p:stCondLst>
                            <p:childTnLst>
                              <p:par>
                                <p:cTn id="28" presetID="10" presetClass="entr" presetSubtype="0" fill="hold" grpId="0" nodeType="afterEffect">
                                  <p:stCondLst>
                                    <p:cond delay="250"/>
                                  </p:stCondLst>
                                  <p:childTnLst>
                                    <p:set>
                                      <p:cBhvr>
                                        <p:cTn id="29" dur="1" fill="hold">
                                          <p:stCondLst>
                                            <p:cond delay="0"/>
                                          </p:stCondLst>
                                        </p:cTn>
                                        <p:tgtEl>
                                          <p:spTgt spid="37"/>
                                        </p:tgtEl>
                                        <p:attrNameLst>
                                          <p:attrName>style.visibility</p:attrName>
                                        </p:attrNameLst>
                                      </p:cBhvr>
                                      <p:to>
                                        <p:strVal val="visible"/>
                                      </p:to>
                                    </p:set>
                                    <p:animEffect transition="in" filter="fade">
                                      <p:cBhvr>
                                        <p:cTn id="30" dur="5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2" grpId="0" animBg="1"/>
      <p:bldP spid="25" grpId="0" animBg="1"/>
      <p:bldP spid="34" grpId="0"/>
      <p:bldP spid="37" grpId="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838199" y="346366"/>
            <a:ext cx="11015847" cy="828098"/>
          </a:xfrm>
        </p:spPr>
        <p:txBody>
          <a:bodyPr>
            <a:noAutofit/>
          </a:bodyPr>
          <a:lstStyle/>
          <a:p>
            <a:pPr algn="r" rtl="1"/>
            <a:r>
              <a:rPr lang="ar-SA" sz="3600" dirty="0"/>
              <a:t>ما هي معايير تقييم أداء المعلم بالقرن الحادي والعشرين؟</a:t>
            </a:r>
            <a:endParaRPr lang="en-US" sz="3600" u="sng" dirty="0"/>
          </a:p>
        </p:txBody>
      </p:sp>
      <p:cxnSp>
        <p:nvCxnSpPr>
          <p:cNvPr id="4" name="Straight Connector 3"/>
          <p:cNvCxnSpPr/>
          <p:nvPr/>
        </p:nvCxnSpPr>
        <p:spPr>
          <a:xfrm>
            <a:off x="1793286" y="3569921"/>
            <a:ext cx="0" cy="1378040"/>
          </a:xfrm>
          <a:prstGeom prst="line">
            <a:avLst/>
          </a:prstGeom>
          <a:ln w="28575">
            <a:solidFill>
              <a:schemeClr val="bg2">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5" name="Straight Connector 4"/>
          <p:cNvCxnSpPr/>
          <p:nvPr/>
        </p:nvCxnSpPr>
        <p:spPr>
          <a:xfrm>
            <a:off x="1793286" y="4947961"/>
            <a:ext cx="1558343" cy="0"/>
          </a:xfrm>
          <a:prstGeom prst="line">
            <a:avLst/>
          </a:prstGeom>
          <a:ln w="28575">
            <a:solidFill>
              <a:schemeClr val="bg2">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flipV="1">
            <a:off x="4934439" y="2980909"/>
            <a:ext cx="0" cy="1080368"/>
          </a:xfrm>
          <a:prstGeom prst="line">
            <a:avLst/>
          </a:prstGeom>
          <a:ln w="28575">
            <a:solidFill>
              <a:schemeClr val="bg2">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7" name="Straight Connector 6"/>
          <p:cNvCxnSpPr/>
          <p:nvPr/>
        </p:nvCxnSpPr>
        <p:spPr>
          <a:xfrm>
            <a:off x="4934439" y="2980909"/>
            <a:ext cx="1941457" cy="0"/>
          </a:xfrm>
          <a:prstGeom prst="line">
            <a:avLst/>
          </a:prstGeom>
          <a:ln w="28575">
            <a:solidFill>
              <a:schemeClr val="bg2">
                <a:lumMod val="75000"/>
              </a:schemeClr>
            </a:solidFill>
            <a:prstDash val="dash"/>
          </a:ln>
        </p:spPr>
        <p:style>
          <a:lnRef idx="1">
            <a:schemeClr val="accent1"/>
          </a:lnRef>
          <a:fillRef idx="0">
            <a:schemeClr val="accent1"/>
          </a:fillRef>
          <a:effectRef idx="0">
            <a:schemeClr val="accent1"/>
          </a:effectRef>
          <a:fontRef idx="minor">
            <a:schemeClr val="tx1"/>
          </a:fontRef>
        </p:style>
      </p:cxnSp>
      <p:sp>
        <p:nvSpPr>
          <p:cNvPr id="11" name="Oval 10"/>
          <p:cNvSpPr/>
          <p:nvPr/>
        </p:nvSpPr>
        <p:spPr>
          <a:xfrm>
            <a:off x="1538210" y="3162755"/>
            <a:ext cx="510147" cy="51014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vi-VN" dirty="0" smtClean="0">
                <a:solidFill>
                  <a:prstClr val="white"/>
                </a:solidFill>
              </a:rPr>
              <a:t>A</a:t>
            </a:r>
            <a:endParaRPr lang="en-US" dirty="0">
              <a:solidFill>
                <a:prstClr val="white"/>
              </a:solidFill>
            </a:endParaRPr>
          </a:p>
        </p:txBody>
      </p:sp>
      <p:sp>
        <p:nvSpPr>
          <p:cNvPr id="12" name="Oval 11"/>
          <p:cNvSpPr/>
          <p:nvPr/>
        </p:nvSpPr>
        <p:spPr>
          <a:xfrm>
            <a:off x="3311872" y="4692887"/>
            <a:ext cx="510147" cy="510147"/>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vi-VN" dirty="0" smtClean="0">
                <a:solidFill>
                  <a:prstClr val="white"/>
                </a:solidFill>
              </a:rPr>
              <a:t>B</a:t>
            </a:r>
            <a:endParaRPr lang="en-US" dirty="0">
              <a:solidFill>
                <a:prstClr val="white"/>
              </a:solidFill>
            </a:endParaRPr>
          </a:p>
        </p:txBody>
      </p:sp>
      <p:sp>
        <p:nvSpPr>
          <p:cNvPr id="13" name="Oval 12"/>
          <p:cNvSpPr/>
          <p:nvPr/>
        </p:nvSpPr>
        <p:spPr>
          <a:xfrm>
            <a:off x="6885315" y="2692180"/>
            <a:ext cx="510147" cy="510147"/>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vi-VN" dirty="0" smtClean="0">
                <a:solidFill>
                  <a:prstClr val="white"/>
                </a:solidFill>
              </a:rPr>
              <a:t>C</a:t>
            </a:r>
            <a:endParaRPr lang="en-US" dirty="0">
              <a:solidFill>
                <a:prstClr val="white"/>
              </a:solidFill>
            </a:endParaRPr>
          </a:p>
        </p:txBody>
      </p:sp>
      <p:sp>
        <p:nvSpPr>
          <p:cNvPr id="24" name="Oval 23"/>
          <p:cNvSpPr/>
          <p:nvPr/>
        </p:nvSpPr>
        <p:spPr>
          <a:xfrm>
            <a:off x="4855058" y="2901528"/>
            <a:ext cx="158760" cy="158760"/>
          </a:xfrm>
          <a:prstGeom prst="ellipse">
            <a:avLst/>
          </a:prstGeom>
          <a:solidFill>
            <a:schemeClr val="bg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lumMod val="50000"/>
                  <a:lumOff val="50000"/>
                </a:prstClr>
              </a:solidFill>
            </a:endParaRPr>
          </a:p>
        </p:txBody>
      </p:sp>
      <p:sp>
        <p:nvSpPr>
          <p:cNvPr id="25" name="Oval 24"/>
          <p:cNvSpPr/>
          <p:nvPr/>
        </p:nvSpPr>
        <p:spPr>
          <a:xfrm>
            <a:off x="1713903" y="4868582"/>
            <a:ext cx="158760" cy="158760"/>
          </a:xfrm>
          <a:prstGeom prst="ellipse">
            <a:avLst/>
          </a:prstGeom>
          <a:solidFill>
            <a:schemeClr val="bg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lumMod val="50000"/>
                  <a:lumOff val="50000"/>
                </a:prstClr>
              </a:solidFill>
            </a:endParaRPr>
          </a:p>
        </p:txBody>
      </p:sp>
      <p:sp>
        <p:nvSpPr>
          <p:cNvPr id="34" name="TextBox 33"/>
          <p:cNvSpPr txBox="1"/>
          <p:nvPr/>
        </p:nvSpPr>
        <p:spPr>
          <a:xfrm>
            <a:off x="139724" y="1876105"/>
            <a:ext cx="4185897" cy="1384995"/>
          </a:xfrm>
          <a:prstGeom prst="rect">
            <a:avLst/>
          </a:prstGeom>
          <a:noFill/>
        </p:spPr>
        <p:txBody>
          <a:bodyPr wrap="square" rtlCol="0">
            <a:spAutoFit/>
          </a:bodyPr>
          <a:lstStyle/>
          <a:p>
            <a:pPr algn="ctr" rtl="1" fontAlgn="auto">
              <a:spcBef>
                <a:spcPts val="0"/>
              </a:spcBef>
              <a:spcAft>
                <a:spcPts val="0"/>
              </a:spcAft>
            </a:pPr>
            <a:r>
              <a:rPr lang="ar-SA" sz="2800" b="1" dirty="0" smtClean="0">
                <a:solidFill>
                  <a:srgbClr val="5097C6"/>
                </a:solidFill>
                <a:cs typeface="Simplified Arabic" panose="02020603050405020304" pitchFamily="18" charset="-78"/>
              </a:rPr>
              <a:t>المعلمون </a:t>
            </a:r>
            <a:r>
              <a:rPr lang="ar-SA" sz="2800" b="1" dirty="0">
                <a:solidFill>
                  <a:srgbClr val="5097C6"/>
                </a:solidFill>
                <a:cs typeface="Simplified Arabic" panose="02020603050405020304" pitchFamily="18" charset="-78"/>
              </a:rPr>
              <a:t>مسؤولون عن إدارة تعلم الطلاب من خلال الأساليب التعليمية المنوعة</a:t>
            </a:r>
            <a:endParaRPr lang="en-US" sz="2800" b="1" dirty="0">
              <a:solidFill>
                <a:srgbClr val="5097C6"/>
              </a:solidFill>
              <a:latin typeface="Montserrat Light"/>
              <a:cs typeface="Simplified Arabic" panose="02020603050405020304" pitchFamily="18" charset="-78"/>
            </a:endParaRPr>
          </a:p>
        </p:txBody>
      </p:sp>
      <p:sp>
        <p:nvSpPr>
          <p:cNvPr id="37" name="TextBox 36"/>
          <p:cNvSpPr txBox="1"/>
          <p:nvPr/>
        </p:nvSpPr>
        <p:spPr>
          <a:xfrm>
            <a:off x="3780510" y="4579124"/>
            <a:ext cx="4277640" cy="954107"/>
          </a:xfrm>
          <a:prstGeom prst="rect">
            <a:avLst/>
          </a:prstGeom>
          <a:noFill/>
        </p:spPr>
        <p:txBody>
          <a:bodyPr wrap="square" rtlCol="0">
            <a:spAutoFit/>
          </a:bodyPr>
          <a:lstStyle/>
          <a:p>
            <a:pPr algn="ctr" rtl="1" fontAlgn="auto">
              <a:spcBef>
                <a:spcPts val="0"/>
              </a:spcBef>
              <a:spcAft>
                <a:spcPts val="0"/>
              </a:spcAft>
            </a:pPr>
            <a:r>
              <a:rPr lang="ar-SA" sz="2800" b="1" dirty="0" smtClean="0">
                <a:solidFill>
                  <a:srgbClr val="ED7D31"/>
                </a:solidFill>
                <a:cs typeface="Simplified Arabic" panose="02020603050405020304" pitchFamily="18" charset="-78"/>
              </a:rPr>
              <a:t>المعلمون </a:t>
            </a:r>
            <a:r>
              <a:rPr lang="ar-SA" sz="2800" b="1" dirty="0">
                <a:solidFill>
                  <a:srgbClr val="ED7D31"/>
                </a:solidFill>
                <a:cs typeface="Simplified Arabic" panose="02020603050405020304" pitchFamily="18" charset="-78"/>
              </a:rPr>
              <a:t>يفكرون تفكيرًا نسقياً عن مهماتهم ويتعلمون من الخبرة</a:t>
            </a:r>
            <a:endParaRPr lang="en-US" sz="2800" b="1" dirty="0">
              <a:solidFill>
                <a:srgbClr val="ED7D31"/>
              </a:solidFill>
              <a:latin typeface="Montserrat Light"/>
              <a:cs typeface="Simplified Arabic" panose="02020603050405020304" pitchFamily="18" charset="-78"/>
            </a:endParaRPr>
          </a:p>
        </p:txBody>
      </p:sp>
      <p:sp>
        <p:nvSpPr>
          <p:cNvPr id="50" name="TextBox 49"/>
          <p:cNvSpPr txBox="1"/>
          <p:nvPr/>
        </p:nvSpPr>
        <p:spPr>
          <a:xfrm>
            <a:off x="7699009" y="2406373"/>
            <a:ext cx="4203524" cy="954107"/>
          </a:xfrm>
          <a:prstGeom prst="rect">
            <a:avLst/>
          </a:prstGeom>
          <a:noFill/>
        </p:spPr>
        <p:txBody>
          <a:bodyPr wrap="square" rtlCol="0">
            <a:spAutoFit/>
          </a:bodyPr>
          <a:lstStyle/>
          <a:p>
            <a:pPr algn="ctr" rtl="1" fontAlgn="auto">
              <a:spcBef>
                <a:spcPts val="0"/>
              </a:spcBef>
              <a:spcAft>
                <a:spcPts val="0"/>
              </a:spcAft>
            </a:pPr>
            <a:r>
              <a:rPr lang="ar-SA" sz="2800" b="1" dirty="0" smtClean="0">
                <a:solidFill>
                  <a:prstClr val="black">
                    <a:lumMod val="50000"/>
                    <a:lumOff val="50000"/>
                  </a:prstClr>
                </a:solidFill>
                <a:cs typeface="Simplified Arabic" panose="02020603050405020304" pitchFamily="18" charset="-78"/>
              </a:rPr>
              <a:t>المعلمون </a:t>
            </a:r>
            <a:r>
              <a:rPr lang="ar-SA" sz="2800" b="1" dirty="0">
                <a:solidFill>
                  <a:prstClr val="black">
                    <a:lumMod val="50000"/>
                    <a:lumOff val="50000"/>
                  </a:prstClr>
                </a:solidFill>
                <a:cs typeface="Simplified Arabic" panose="02020603050405020304" pitchFamily="18" charset="-78"/>
              </a:rPr>
              <a:t>يعملون متعاونين مع أقرانهم في مجتمع التعلم</a:t>
            </a:r>
            <a:endParaRPr lang="en-US" sz="2800" b="1" dirty="0">
              <a:solidFill>
                <a:prstClr val="black">
                  <a:lumMod val="50000"/>
                  <a:lumOff val="50000"/>
                </a:prstClr>
              </a:solidFill>
              <a:latin typeface="Montserrat Light"/>
              <a:cs typeface="Simplified Arabic" panose="02020603050405020304" pitchFamily="18" charset="-78"/>
            </a:endParaRPr>
          </a:p>
        </p:txBody>
      </p:sp>
    </p:spTree>
    <p:extLst>
      <p:ext uri="{BB962C8B-B14F-4D97-AF65-F5344CB8AC3E}">
        <p14:creationId xmlns:p14="http://schemas.microsoft.com/office/powerpoint/2010/main" val="104531230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25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childTnLst>
                          </p:cTn>
                        </p:par>
                        <p:par>
                          <p:cTn id="8" fill="hold">
                            <p:stCondLst>
                              <p:cond delay="750"/>
                            </p:stCondLst>
                            <p:childTnLst>
                              <p:par>
                                <p:cTn id="9" presetID="10" presetClass="entr" presetSubtype="0" fill="hold" grpId="0" nodeType="afterEffect">
                                  <p:stCondLst>
                                    <p:cond delay="250"/>
                                  </p:stCondLst>
                                  <p:childTnLst>
                                    <p:set>
                                      <p:cBhvr>
                                        <p:cTn id="10" dur="1" fill="hold">
                                          <p:stCondLst>
                                            <p:cond delay="0"/>
                                          </p:stCondLst>
                                        </p:cTn>
                                        <p:tgtEl>
                                          <p:spTgt spid="34"/>
                                        </p:tgtEl>
                                        <p:attrNameLst>
                                          <p:attrName>style.visibility</p:attrName>
                                        </p:attrNameLst>
                                      </p:cBhvr>
                                      <p:to>
                                        <p:strVal val="visible"/>
                                      </p:to>
                                    </p:set>
                                    <p:animEffect transition="in" filter="fade">
                                      <p:cBhvr>
                                        <p:cTn id="11" dur="500"/>
                                        <p:tgtEl>
                                          <p:spTgt spid="34"/>
                                        </p:tgtEl>
                                      </p:cBhvr>
                                    </p:animEffect>
                                  </p:childTnLst>
                                </p:cTn>
                              </p:par>
                            </p:childTnLst>
                          </p:cTn>
                        </p:par>
                        <p:par>
                          <p:cTn id="12" fill="hold">
                            <p:stCondLst>
                              <p:cond delay="1500"/>
                            </p:stCondLst>
                            <p:childTnLst>
                              <p:par>
                                <p:cTn id="13" presetID="10" presetClass="entr" presetSubtype="0" fill="hold" nodeType="afterEffect">
                                  <p:stCondLst>
                                    <p:cond delay="250"/>
                                  </p:stCondLst>
                                  <p:childTnLst>
                                    <p:set>
                                      <p:cBhvr>
                                        <p:cTn id="14" dur="1" fill="hold">
                                          <p:stCondLst>
                                            <p:cond delay="0"/>
                                          </p:stCondLst>
                                        </p:cTn>
                                        <p:tgtEl>
                                          <p:spTgt spid="4"/>
                                        </p:tgtEl>
                                        <p:attrNameLst>
                                          <p:attrName>style.visibility</p:attrName>
                                        </p:attrNameLst>
                                      </p:cBhvr>
                                      <p:to>
                                        <p:strVal val="visible"/>
                                      </p:to>
                                    </p:set>
                                    <p:animEffect transition="in" filter="fade">
                                      <p:cBhvr>
                                        <p:cTn id="15" dur="500"/>
                                        <p:tgtEl>
                                          <p:spTgt spid="4"/>
                                        </p:tgtEl>
                                      </p:cBhvr>
                                    </p:animEffect>
                                  </p:childTnLst>
                                </p:cTn>
                              </p:par>
                            </p:childTnLst>
                          </p:cTn>
                        </p:par>
                        <p:par>
                          <p:cTn id="16" fill="hold">
                            <p:stCondLst>
                              <p:cond delay="2250"/>
                            </p:stCondLst>
                            <p:childTnLst>
                              <p:par>
                                <p:cTn id="17" presetID="1" presetClass="entr" presetSubtype="0" fill="hold" grpId="0" nodeType="afterEffect">
                                  <p:stCondLst>
                                    <p:cond delay="0"/>
                                  </p:stCondLst>
                                  <p:childTnLst>
                                    <p:set>
                                      <p:cBhvr>
                                        <p:cTn id="18" dur="1" fill="hold">
                                          <p:stCondLst>
                                            <p:cond delay="0"/>
                                          </p:stCondLst>
                                        </p:cTn>
                                        <p:tgtEl>
                                          <p:spTgt spid="25"/>
                                        </p:tgtEl>
                                        <p:attrNameLst>
                                          <p:attrName>style.visibility</p:attrName>
                                        </p:attrNameLst>
                                      </p:cBhvr>
                                      <p:to>
                                        <p:strVal val="visible"/>
                                      </p:to>
                                    </p:set>
                                  </p:childTnLst>
                                </p:cTn>
                              </p:par>
                            </p:childTnLst>
                          </p:cTn>
                        </p:par>
                        <p:par>
                          <p:cTn id="19" fill="hold">
                            <p:stCondLst>
                              <p:cond delay="2250"/>
                            </p:stCondLst>
                            <p:childTnLst>
                              <p:par>
                                <p:cTn id="20" presetID="10" presetClass="entr" presetSubtype="0" fill="hold" nodeType="afterEffect">
                                  <p:stCondLst>
                                    <p:cond delay="250"/>
                                  </p:stCondLst>
                                  <p:childTnLst>
                                    <p:set>
                                      <p:cBhvr>
                                        <p:cTn id="21" dur="1" fill="hold">
                                          <p:stCondLst>
                                            <p:cond delay="0"/>
                                          </p:stCondLst>
                                        </p:cTn>
                                        <p:tgtEl>
                                          <p:spTgt spid="5"/>
                                        </p:tgtEl>
                                        <p:attrNameLst>
                                          <p:attrName>style.visibility</p:attrName>
                                        </p:attrNameLst>
                                      </p:cBhvr>
                                      <p:to>
                                        <p:strVal val="visible"/>
                                      </p:to>
                                    </p:set>
                                    <p:animEffect transition="in" filter="fade">
                                      <p:cBhvr>
                                        <p:cTn id="22" dur="500"/>
                                        <p:tgtEl>
                                          <p:spTgt spid="5"/>
                                        </p:tgtEl>
                                      </p:cBhvr>
                                    </p:animEffect>
                                  </p:childTnLst>
                                </p:cTn>
                              </p:par>
                            </p:childTnLst>
                          </p:cTn>
                        </p:par>
                        <p:par>
                          <p:cTn id="23" fill="hold">
                            <p:stCondLst>
                              <p:cond delay="3000"/>
                            </p:stCondLst>
                            <p:childTnLst>
                              <p:par>
                                <p:cTn id="24" presetID="10" presetClass="entr" presetSubtype="0" fill="hold" grpId="0" nodeType="afterEffect">
                                  <p:stCondLst>
                                    <p:cond delay="250"/>
                                  </p:stCondLst>
                                  <p:childTnLst>
                                    <p:set>
                                      <p:cBhvr>
                                        <p:cTn id="25" dur="1" fill="hold">
                                          <p:stCondLst>
                                            <p:cond delay="0"/>
                                          </p:stCondLst>
                                        </p:cTn>
                                        <p:tgtEl>
                                          <p:spTgt spid="12"/>
                                        </p:tgtEl>
                                        <p:attrNameLst>
                                          <p:attrName>style.visibility</p:attrName>
                                        </p:attrNameLst>
                                      </p:cBhvr>
                                      <p:to>
                                        <p:strVal val="visible"/>
                                      </p:to>
                                    </p:set>
                                    <p:animEffect transition="in" filter="fade">
                                      <p:cBhvr>
                                        <p:cTn id="26" dur="500"/>
                                        <p:tgtEl>
                                          <p:spTgt spid="12"/>
                                        </p:tgtEl>
                                      </p:cBhvr>
                                    </p:animEffect>
                                  </p:childTnLst>
                                </p:cTn>
                              </p:par>
                            </p:childTnLst>
                          </p:cTn>
                        </p:par>
                        <p:par>
                          <p:cTn id="27" fill="hold">
                            <p:stCondLst>
                              <p:cond delay="3750"/>
                            </p:stCondLst>
                            <p:childTnLst>
                              <p:par>
                                <p:cTn id="28" presetID="10" presetClass="entr" presetSubtype="0" fill="hold" grpId="0" nodeType="afterEffect">
                                  <p:stCondLst>
                                    <p:cond delay="250"/>
                                  </p:stCondLst>
                                  <p:childTnLst>
                                    <p:set>
                                      <p:cBhvr>
                                        <p:cTn id="29" dur="1" fill="hold">
                                          <p:stCondLst>
                                            <p:cond delay="0"/>
                                          </p:stCondLst>
                                        </p:cTn>
                                        <p:tgtEl>
                                          <p:spTgt spid="37"/>
                                        </p:tgtEl>
                                        <p:attrNameLst>
                                          <p:attrName>style.visibility</p:attrName>
                                        </p:attrNameLst>
                                      </p:cBhvr>
                                      <p:to>
                                        <p:strVal val="visible"/>
                                      </p:to>
                                    </p:set>
                                    <p:animEffect transition="in" filter="fade">
                                      <p:cBhvr>
                                        <p:cTn id="30" dur="500"/>
                                        <p:tgtEl>
                                          <p:spTgt spid="37"/>
                                        </p:tgtEl>
                                      </p:cBhvr>
                                    </p:animEffect>
                                  </p:childTnLst>
                                </p:cTn>
                              </p:par>
                            </p:childTnLst>
                          </p:cTn>
                        </p:par>
                        <p:par>
                          <p:cTn id="31" fill="hold">
                            <p:stCondLst>
                              <p:cond delay="4500"/>
                            </p:stCondLst>
                            <p:childTnLst>
                              <p:par>
                                <p:cTn id="32" presetID="10" presetClass="entr" presetSubtype="0" fill="hold" nodeType="afterEffect">
                                  <p:stCondLst>
                                    <p:cond delay="250"/>
                                  </p:stCondLst>
                                  <p:childTnLst>
                                    <p:set>
                                      <p:cBhvr>
                                        <p:cTn id="33" dur="1" fill="hold">
                                          <p:stCondLst>
                                            <p:cond delay="0"/>
                                          </p:stCondLst>
                                        </p:cTn>
                                        <p:tgtEl>
                                          <p:spTgt spid="6"/>
                                        </p:tgtEl>
                                        <p:attrNameLst>
                                          <p:attrName>style.visibility</p:attrName>
                                        </p:attrNameLst>
                                      </p:cBhvr>
                                      <p:to>
                                        <p:strVal val="visible"/>
                                      </p:to>
                                    </p:set>
                                    <p:animEffect transition="in" filter="fade">
                                      <p:cBhvr>
                                        <p:cTn id="34" dur="500"/>
                                        <p:tgtEl>
                                          <p:spTgt spid="6"/>
                                        </p:tgtEl>
                                      </p:cBhvr>
                                    </p:animEffect>
                                  </p:childTnLst>
                                </p:cTn>
                              </p:par>
                            </p:childTnLst>
                          </p:cTn>
                        </p:par>
                        <p:par>
                          <p:cTn id="35" fill="hold">
                            <p:stCondLst>
                              <p:cond delay="5250"/>
                            </p:stCondLst>
                            <p:childTnLst>
                              <p:par>
                                <p:cTn id="36" presetID="1" presetClass="entr" presetSubtype="0" fill="hold" grpId="0" nodeType="afterEffect">
                                  <p:stCondLst>
                                    <p:cond delay="0"/>
                                  </p:stCondLst>
                                  <p:childTnLst>
                                    <p:set>
                                      <p:cBhvr>
                                        <p:cTn id="37" dur="1" fill="hold">
                                          <p:stCondLst>
                                            <p:cond delay="0"/>
                                          </p:stCondLst>
                                        </p:cTn>
                                        <p:tgtEl>
                                          <p:spTgt spid="24"/>
                                        </p:tgtEl>
                                        <p:attrNameLst>
                                          <p:attrName>style.visibility</p:attrName>
                                        </p:attrNameLst>
                                      </p:cBhvr>
                                      <p:to>
                                        <p:strVal val="visible"/>
                                      </p:to>
                                    </p:set>
                                  </p:childTnLst>
                                </p:cTn>
                              </p:par>
                            </p:childTnLst>
                          </p:cTn>
                        </p:par>
                        <p:par>
                          <p:cTn id="38" fill="hold">
                            <p:stCondLst>
                              <p:cond delay="5250"/>
                            </p:stCondLst>
                            <p:childTnLst>
                              <p:par>
                                <p:cTn id="39" presetID="10" presetClass="entr" presetSubtype="0" fill="hold" nodeType="afterEffect">
                                  <p:stCondLst>
                                    <p:cond delay="250"/>
                                  </p:stCondLst>
                                  <p:childTnLst>
                                    <p:set>
                                      <p:cBhvr>
                                        <p:cTn id="40" dur="1" fill="hold">
                                          <p:stCondLst>
                                            <p:cond delay="0"/>
                                          </p:stCondLst>
                                        </p:cTn>
                                        <p:tgtEl>
                                          <p:spTgt spid="7"/>
                                        </p:tgtEl>
                                        <p:attrNameLst>
                                          <p:attrName>style.visibility</p:attrName>
                                        </p:attrNameLst>
                                      </p:cBhvr>
                                      <p:to>
                                        <p:strVal val="visible"/>
                                      </p:to>
                                    </p:set>
                                    <p:animEffect transition="in" filter="fade">
                                      <p:cBhvr>
                                        <p:cTn id="41" dur="500"/>
                                        <p:tgtEl>
                                          <p:spTgt spid="7"/>
                                        </p:tgtEl>
                                      </p:cBhvr>
                                    </p:animEffect>
                                  </p:childTnLst>
                                </p:cTn>
                              </p:par>
                            </p:childTnLst>
                          </p:cTn>
                        </p:par>
                        <p:par>
                          <p:cTn id="42" fill="hold">
                            <p:stCondLst>
                              <p:cond delay="6000"/>
                            </p:stCondLst>
                            <p:childTnLst>
                              <p:par>
                                <p:cTn id="43" presetID="10" presetClass="entr" presetSubtype="0" fill="hold" grpId="0" nodeType="afterEffect">
                                  <p:stCondLst>
                                    <p:cond delay="250"/>
                                  </p:stCondLst>
                                  <p:childTnLst>
                                    <p:set>
                                      <p:cBhvr>
                                        <p:cTn id="44" dur="1" fill="hold">
                                          <p:stCondLst>
                                            <p:cond delay="0"/>
                                          </p:stCondLst>
                                        </p:cTn>
                                        <p:tgtEl>
                                          <p:spTgt spid="13"/>
                                        </p:tgtEl>
                                        <p:attrNameLst>
                                          <p:attrName>style.visibility</p:attrName>
                                        </p:attrNameLst>
                                      </p:cBhvr>
                                      <p:to>
                                        <p:strVal val="visible"/>
                                      </p:to>
                                    </p:set>
                                    <p:animEffect transition="in" filter="fade">
                                      <p:cBhvr>
                                        <p:cTn id="45" dur="500"/>
                                        <p:tgtEl>
                                          <p:spTgt spid="13"/>
                                        </p:tgtEl>
                                      </p:cBhvr>
                                    </p:animEffect>
                                  </p:childTnLst>
                                </p:cTn>
                              </p:par>
                            </p:childTnLst>
                          </p:cTn>
                        </p:par>
                        <p:par>
                          <p:cTn id="46" fill="hold">
                            <p:stCondLst>
                              <p:cond delay="6750"/>
                            </p:stCondLst>
                            <p:childTnLst>
                              <p:par>
                                <p:cTn id="47" presetID="10" presetClass="entr" presetSubtype="0" fill="hold" grpId="0" nodeType="afterEffect">
                                  <p:stCondLst>
                                    <p:cond delay="250"/>
                                  </p:stCondLst>
                                  <p:childTnLst>
                                    <p:set>
                                      <p:cBhvr>
                                        <p:cTn id="48" dur="1" fill="hold">
                                          <p:stCondLst>
                                            <p:cond delay="0"/>
                                          </p:stCondLst>
                                        </p:cTn>
                                        <p:tgtEl>
                                          <p:spTgt spid="50"/>
                                        </p:tgtEl>
                                        <p:attrNameLst>
                                          <p:attrName>style.visibility</p:attrName>
                                        </p:attrNameLst>
                                      </p:cBhvr>
                                      <p:to>
                                        <p:strVal val="visible"/>
                                      </p:to>
                                    </p:set>
                                    <p:animEffect transition="in" filter="fade">
                                      <p:cBhvr>
                                        <p:cTn id="49" dur="500"/>
                                        <p:tgtEl>
                                          <p:spTgt spid="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2" grpId="0" animBg="1"/>
      <p:bldP spid="13" grpId="0" animBg="1"/>
      <p:bldP spid="24" grpId="0" animBg="1"/>
      <p:bldP spid="25" grpId="0" animBg="1"/>
      <p:bldP spid="34" grpId="0"/>
      <p:bldP spid="37" grpId="0"/>
      <p:bldP spid="50" grpId="0"/>
    </p:bldLst>
  </p:timing>
</p:sld>
</file>

<file path=ppt/slides/slide2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Picture Placeholder 1"/>
          <p:cNvSpPr>
            <a:spLocks noGrp="1"/>
          </p:cNvSpPr>
          <p:nvPr>
            <p:ph type="pic" sz="quarter" idx="13"/>
          </p:nvPr>
        </p:nvSpPr>
        <p:spPr/>
      </p:sp>
      <p:sp>
        <p:nvSpPr>
          <p:cNvPr id="11" name="Rectangle 10"/>
          <p:cNvSpPr/>
          <p:nvPr/>
        </p:nvSpPr>
        <p:spPr>
          <a:xfrm>
            <a:off x="19774" y="11220"/>
            <a:ext cx="12188825" cy="6858000"/>
          </a:xfrm>
          <a:prstGeom prst="rect">
            <a:avLst/>
          </a:prstGeom>
          <a:solidFill>
            <a:schemeClr val="accent3">
              <a:lumMod val="50000"/>
              <a:alpha val="7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91422" tIns="45711" rIns="91422" bIns="45711" rtlCol="0" anchor="ctr"/>
          <a:lstStyle/>
          <a:p>
            <a:pPr algn="ctr" defTabSz="914217" fontAlgn="auto">
              <a:spcBef>
                <a:spcPts val="0"/>
              </a:spcBef>
              <a:spcAft>
                <a:spcPts val="0"/>
              </a:spcAft>
            </a:pPr>
            <a:endParaRPr lang="en-US">
              <a:solidFill>
                <a:prstClr val="white"/>
              </a:solidFill>
            </a:endParaRPr>
          </a:p>
        </p:txBody>
      </p:sp>
      <p:sp>
        <p:nvSpPr>
          <p:cNvPr id="25" name="Rectangle 24"/>
          <p:cNvSpPr/>
          <p:nvPr/>
        </p:nvSpPr>
        <p:spPr>
          <a:xfrm flipV="1">
            <a:off x="2323209" y="3390795"/>
            <a:ext cx="691176" cy="77980"/>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defTabSz="914217" fontAlgn="auto">
              <a:spcBef>
                <a:spcPts val="0"/>
              </a:spcBef>
              <a:spcAft>
                <a:spcPts val="0"/>
              </a:spcAft>
            </a:pPr>
            <a:endParaRPr lang="en-US" dirty="0">
              <a:solidFill>
                <a:prstClr val="white"/>
              </a:solidFill>
            </a:endParaRPr>
          </a:p>
        </p:txBody>
      </p:sp>
      <p:sp>
        <p:nvSpPr>
          <p:cNvPr id="26" name="Rectangle 25"/>
          <p:cNvSpPr/>
          <p:nvPr/>
        </p:nvSpPr>
        <p:spPr>
          <a:xfrm flipV="1">
            <a:off x="5745585" y="2466184"/>
            <a:ext cx="691176" cy="77980"/>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defTabSz="914217" fontAlgn="auto">
              <a:spcBef>
                <a:spcPts val="0"/>
              </a:spcBef>
              <a:spcAft>
                <a:spcPts val="0"/>
              </a:spcAft>
            </a:pPr>
            <a:endParaRPr lang="en-US" dirty="0">
              <a:solidFill>
                <a:prstClr val="white"/>
              </a:solidFill>
            </a:endParaRPr>
          </a:p>
        </p:txBody>
      </p:sp>
      <p:sp>
        <p:nvSpPr>
          <p:cNvPr id="28" name="Rectangle 27"/>
          <p:cNvSpPr/>
          <p:nvPr/>
        </p:nvSpPr>
        <p:spPr>
          <a:xfrm flipV="1">
            <a:off x="9243369" y="3407403"/>
            <a:ext cx="691176" cy="65635"/>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defTabSz="914217" fontAlgn="auto">
              <a:spcBef>
                <a:spcPts val="0"/>
              </a:spcBef>
              <a:spcAft>
                <a:spcPts val="0"/>
              </a:spcAft>
            </a:pPr>
            <a:endParaRPr lang="en-US" dirty="0">
              <a:solidFill>
                <a:prstClr val="white"/>
              </a:solidFill>
            </a:endParaRPr>
          </a:p>
        </p:txBody>
      </p:sp>
      <p:sp>
        <p:nvSpPr>
          <p:cNvPr id="31" name="Rectangle 30"/>
          <p:cNvSpPr/>
          <p:nvPr/>
        </p:nvSpPr>
        <p:spPr>
          <a:xfrm flipV="1">
            <a:off x="5745585" y="4659440"/>
            <a:ext cx="691176" cy="77980"/>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defTabSz="914217" fontAlgn="auto">
              <a:spcBef>
                <a:spcPts val="0"/>
              </a:spcBef>
              <a:spcAft>
                <a:spcPts val="0"/>
              </a:spcAft>
            </a:pPr>
            <a:endParaRPr lang="en-US" dirty="0">
              <a:solidFill>
                <a:prstClr val="white"/>
              </a:solidFill>
            </a:endParaRPr>
          </a:p>
        </p:txBody>
      </p:sp>
      <p:grpSp>
        <p:nvGrpSpPr>
          <p:cNvPr id="32" name="Group 31"/>
          <p:cNvGrpSpPr/>
          <p:nvPr/>
        </p:nvGrpSpPr>
        <p:grpSpPr>
          <a:xfrm>
            <a:off x="928401" y="2536947"/>
            <a:ext cx="10371572" cy="2119791"/>
            <a:chOff x="6010028" y="-14375"/>
            <a:chExt cx="12359700" cy="4239581"/>
          </a:xfrm>
        </p:grpSpPr>
        <p:sp>
          <p:nvSpPr>
            <p:cNvPr id="33" name="TextBox 32"/>
            <p:cNvSpPr txBox="1"/>
            <p:nvPr/>
          </p:nvSpPr>
          <p:spPr>
            <a:xfrm>
              <a:off x="6010028" y="-14375"/>
              <a:ext cx="12359700" cy="3046971"/>
            </a:xfrm>
            <a:prstGeom prst="rect">
              <a:avLst/>
            </a:prstGeom>
            <a:noFill/>
          </p:spPr>
          <p:txBody>
            <a:bodyPr wrap="square" lIns="45711" tIns="22856" rIns="45711" bIns="22856" rtlCol="0">
              <a:spAutoFit/>
            </a:bodyPr>
            <a:lstStyle/>
            <a:p>
              <a:pPr algn="ctr" defTabSz="914217" fontAlgn="auto">
                <a:spcBef>
                  <a:spcPts val="0"/>
                </a:spcBef>
                <a:spcAft>
                  <a:spcPts val="0"/>
                </a:spcAft>
              </a:pPr>
              <a:r>
                <a:rPr lang="ar-SA" sz="9600" b="1" dirty="0">
                  <a:solidFill>
                    <a:srgbClr val="FF0000"/>
                  </a:solidFill>
                  <a:latin typeface="Lato Regular"/>
                  <a:cs typeface="Lato Regular"/>
                </a:rPr>
                <a:t>الفصل الثاني</a:t>
              </a:r>
              <a:endParaRPr lang="id-ID" sz="9600" b="1" dirty="0">
                <a:solidFill>
                  <a:srgbClr val="FF0000"/>
                </a:solidFill>
                <a:latin typeface="Lato Regular"/>
                <a:cs typeface="Lato Regular"/>
              </a:endParaRPr>
            </a:p>
          </p:txBody>
        </p:sp>
        <p:sp>
          <p:nvSpPr>
            <p:cNvPr id="34" name="Subtitle 2"/>
            <p:cNvSpPr txBox="1">
              <a:spLocks/>
            </p:cNvSpPr>
            <p:nvPr/>
          </p:nvSpPr>
          <p:spPr>
            <a:xfrm>
              <a:off x="6335836" y="2607628"/>
              <a:ext cx="11655185" cy="1617578"/>
            </a:xfrm>
            <a:prstGeom prst="rect">
              <a:avLst/>
            </a:prstGeom>
          </p:spPr>
          <p:txBody>
            <a:bodyPr vert="horz" lIns="108745" tIns="54373" rIns="108745" bIns="54373" rtlCol="0">
              <a:no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fontAlgn="auto">
                <a:spcAft>
                  <a:spcPts val="0"/>
                </a:spcAft>
              </a:pPr>
              <a:r>
                <a:rPr lang="ar-SA" sz="4000" b="1" dirty="0">
                  <a:solidFill>
                    <a:prstClr val="white"/>
                  </a:solidFill>
                  <a:latin typeface="Lato Regular"/>
                  <a:cs typeface="Lato Regular"/>
                </a:rPr>
                <a:t>مستويات بلوم (هرم بلوم) وتكنولوجيا التعليم </a:t>
              </a:r>
              <a:endParaRPr lang="en-US" sz="4000" b="1" dirty="0">
                <a:solidFill>
                  <a:prstClr val="white"/>
                </a:solidFill>
                <a:latin typeface="Lato Regular"/>
                <a:cs typeface="Lato Regular"/>
              </a:endParaRPr>
            </a:p>
          </p:txBody>
        </p:sp>
      </p:grpSp>
    </p:spTree>
    <p:extLst>
      <p:ext uri="{BB962C8B-B14F-4D97-AF65-F5344CB8AC3E}">
        <p14:creationId xmlns:p14="http://schemas.microsoft.com/office/powerpoint/2010/main" val="321627373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4" fill="hold" nodeType="afterEffect">
                                  <p:stCondLst>
                                    <p:cond delay="0"/>
                                  </p:stCondLst>
                                  <p:childTnLst>
                                    <p:set>
                                      <p:cBhvr>
                                        <p:cTn id="6" dur="1" fill="hold">
                                          <p:stCondLst>
                                            <p:cond delay="0"/>
                                          </p:stCondLst>
                                        </p:cTn>
                                        <p:tgtEl>
                                          <p:spTgt spid="32"/>
                                        </p:tgtEl>
                                        <p:attrNameLst>
                                          <p:attrName>style.visibility</p:attrName>
                                        </p:attrNameLst>
                                      </p:cBhvr>
                                      <p:to>
                                        <p:strVal val="visible"/>
                                      </p:to>
                                    </p:set>
                                    <p:anim calcmode="lin" valueType="num">
                                      <p:cBhvr additive="base">
                                        <p:cTn id="7" dur="500"/>
                                        <p:tgtEl>
                                          <p:spTgt spid="32"/>
                                        </p:tgtEl>
                                        <p:attrNameLst>
                                          <p:attrName>ppt_y</p:attrName>
                                        </p:attrNameLst>
                                      </p:cBhvr>
                                      <p:tavLst>
                                        <p:tav tm="0">
                                          <p:val>
                                            <p:strVal val="#ppt_y+#ppt_h*1.125000"/>
                                          </p:val>
                                        </p:tav>
                                        <p:tav tm="100000">
                                          <p:val>
                                            <p:strVal val="#ppt_y"/>
                                          </p:val>
                                        </p:tav>
                                      </p:tavLst>
                                    </p:anim>
                                    <p:animEffect transition="in" filter="wipe(up)">
                                      <p:cBhvr>
                                        <p:cTn id="8" dur="500"/>
                                        <p:tgtEl>
                                          <p:spTgt spid="32"/>
                                        </p:tgtEl>
                                      </p:cBhvr>
                                    </p:animEffect>
                                  </p:childTnLst>
                                </p:cTn>
                              </p:par>
                            </p:childTnLst>
                          </p:cTn>
                        </p:par>
                        <p:par>
                          <p:cTn id="9" fill="hold">
                            <p:stCondLst>
                              <p:cond delay="500"/>
                            </p:stCondLst>
                            <p:childTnLst>
                              <p:par>
                                <p:cTn id="10" presetID="2" presetClass="entr" presetSubtype="1" fill="hold" grpId="0" nodeType="afterEffect">
                                  <p:stCondLst>
                                    <p:cond delay="0"/>
                                  </p:stCondLst>
                                  <p:childTnLst>
                                    <p:set>
                                      <p:cBhvr>
                                        <p:cTn id="11" dur="1" fill="hold">
                                          <p:stCondLst>
                                            <p:cond delay="0"/>
                                          </p:stCondLst>
                                        </p:cTn>
                                        <p:tgtEl>
                                          <p:spTgt spid="26"/>
                                        </p:tgtEl>
                                        <p:attrNameLst>
                                          <p:attrName>style.visibility</p:attrName>
                                        </p:attrNameLst>
                                      </p:cBhvr>
                                      <p:to>
                                        <p:strVal val="visible"/>
                                      </p:to>
                                    </p:set>
                                    <p:anim calcmode="lin" valueType="num">
                                      <p:cBhvr additive="base">
                                        <p:cTn id="12" dur="500" fill="hold"/>
                                        <p:tgtEl>
                                          <p:spTgt spid="26"/>
                                        </p:tgtEl>
                                        <p:attrNameLst>
                                          <p:attrName>ppt_x</p:attrName>
                                        </p:attrNameLst>
                                      </p:cBhvr>
                                      <p:tavLst>
                                        <p:tav tm="0">
                                          <p:val>
                                            <p:strVal val="#ppt_x"/>
                                          </p:val>
                                        </p:tav>
                                        <p:tav tm="100000">
                                          <p:val>
                                            <p:strVal val="#ppt_x"/>
                                          </p:val>
                                        </p:tav>
                                      </p:tavLst>
                                    </p:anim>
                                    <p:anim calcmode="lin" valueType="num">
                                      <p:cBhvr additive="base">
                                        <p:cTn id="13" dur="500" fill="hold"/>
                                        <p:tgtEl>
                                          <p:spTgt spid="26"/>
                                        </p:tgtEl>
                                        <p:attrNameLst>
                                          <p:attrName>ppt_y</p:attrName>
                                        </p:attrNameLst>
                                      </p:cBhvr>
                                      <p:tavLst>
                                        <p:tav tm="0">
                                          <p:val>
                                            <p:strVal val="0-#ppt_h/2"/>
                                          </p:val>
                                        </p:tav>
                                        <p:tav tm="100000">
                                          <p:val>
                                            <p:strVal val="#ppt_y"/>
                                          </p:val>
                                        </p:tav>
                                      </p:tavLst>
                                    </p:anim>
                                  </p:childTnLst>
                                </p:cTn>
                              </p:par>
                              <p:par>
                                <p:cTn id="14" presetID="2" presetClass="entr" presetSubtype="2" fill="hold" grpId="0" nodeType="withEffect">
                                  <p:stCondLst>
                                    <p:cond delay="0"/>
                                  </p:stCondLst>
                                  <p:childTnLst>
                                    <p:set>
                                      <p:cBhvr>
                                        <p:cTn id="15" dur="1" fill="hold">
                                          <p:stCondLst>
                                            <p:cond delay="0"/>
                                          </p:stCondLst>
                                        </p:cTn>
                                        <p:tgtEl>
                                          <p:spTgt spid="28"/>
                                        </p:tgtEl>
                                        <p:attrNameLst>
                                          <p:attrName>style.visibility</p:attrName>
                                        </p:attrNameLst>
                                      </p:cBhvr>
                                      <p:to>
                                        <p:strVal val="visible"/>
                                      </p:to>
                                    </p:set>
                                    <p:anim calcmode="lin" valueType="num">
                                      <p:cBhvr additive="base">
                                        <p:cTn id="16" dur="500" fill="hold"/>
                                        <p:tgtEl>
                                          <p:spTgt spid="28"/>
                                        </p:tgtEl>
                                        <p:attrNameLst>
                                          <p:attrName>ppt_x</p:attrName>
                                        </p:attrNameLst>
                                      </p:cBhvr>
                                      <p:tavLst>
                                        <p:tav tm="0">
                                          <p:val>
                                            <p:strVal val="1+#ppt_w/2"/>
                                          </p:val>
                                        </p:tav>
                                        <p:tav tm="100000">
                                          <p:val>
                                            <p:strVal val="#ppt_x"/>
                                          </p:val>
                                        </p:tav>
                                      </p:tavLst>
                                    </p:anim>
                                    <p:anim calcmode="lin" valueType="num">
                                      <p:cBhvr additive="base">
                                        <p:cTn id="17" dur="500" fill="hold"/>
                                        <p:tgtEl>
                                          <p:spTgt spid="28"/>
                                        </p:tgtEl>
                                        <p:attrNameLst>
                                          <p:attrName>ppt_y</p:attrName>
                                        </p:attrNameLst>
                                      </p:cBhvr>
                                      <p:tavLst>
                                        <p:tav tm="0">
                                          <p:val>
                                            <p:strVal val="#ppt_y"/>
                                          </p:val>
                                        </p:tav>
                                        <p:tav tm="100000">
                                          <p:val>
                                            <p:strVal val="#ppt_y"/>
                                          </p:val>
                                        </p:tav>
                                      </p:tavLst>
                                    </p:anim>
                                  </p:childTnLst>
                                </p:cTn>
                              </p:par>
                              <p:par>
                                <p:cTn id="18" presetID="2" presetClass="entr" presetSubtype="8" fill="hold" grpId="0" nodeType="withEffect">
                                  <p:stCondLst>
                                    <p:cond delay="0"/>
                                  </p:stCondLst>
                                  <p:childTnLst>
                                    <p:set>
                                      <p:cBhvr>
                                        <p:cTn id="19" dur="1" fill="hold">
                                          <p:stCondLst>
                                            <p:cond delay="0"/>
                                          </p:stCondLst>
                                        </p:cTn>
                                        <p:tgtEl>
                                          <p:spTgt spid="25"/>
                                        </p:tgtEl>
                                        <p:attrNameLst>
                                          <p:attrName>style.visibility</p:attrName>
                                        </p:attrNameLst>
                                      </p:cBhvr>
                                      <p:to>
                                        <p:strVal val="visible"/>
                                      </p:to>
                                    </p:set>
                                    <p:anim calcmode="lin" valueType="num">
                                      <p:cBhvr additive="base">
                                        <p:cTn id="20" dur="500" fill="hold"/>
                                        <p:tgtEl>
                                          <p:spTgt spid="25"/>
                                        </p:tgtEl>
                                        <p:attrNameLst>
                                          <p:attrName>ppt_x</p:attrName>
                                        </p:attrNameLst>
                                      </p:cBhvr>
                                      <p:tavLst>
                                        <p:tav tm="0">
                                          <p:val>
                                            <p:strVal val="0-#ppt_w/2"/>
                                          </p:val>
                                        </p:tav>
                                        <p:tav tm="100000">
                                          <p:val>
                                            <p:strVal val="#ppt_x"/>
                                          </p:val>
                                        </p:tav>
                                      </p:tavLst>
                                    </p:anim>
                                    <p:anim calcmode="lin" valueType="num">
                                      <p:cBhvr additive="base">
                                        <p:cTn id="21" dur="500" fill="hold"/>
                                        <p:tgtEl>
                                          <p:spTgt spid="25"/>
                                        </p:tgtEl>
                                        <p:attrNameLst>
                                          <p:attrName>ppt_y</p:attrName>
                                        </p:attrNameLst>
                                      </p:cBhvr>
                                      <p:tavLst>
                                        <p:tav tm="0">
                                          <p:val>
                                            <p:strVal val="#ppt_y"/>
                                          </p:val>
                                        </p:tav>
                                        <p:tav tm="100000">
                                          <p:val>
                                            <p:strVal val="#ppt_y"/>
                                          </p:val>
                                        </p:tav>
                                      </p:tavLst>
                                    </p:anim>
                                  </p:childTnLst>
                                </p:cTn>
                              </p:par>
                              <p:par>
                                <p:cTn id="22" presetID="2" presetClass="entr" presetSubtype="4" fill="hold" grpId="0" nodeType="withEffect">
                                  <p:stCondLst>
                                    <p:cond delay="0"/>
                                  </p:stCondLst>
                                  <p:childTnLst>
                                    <p:set>
                                      <p:cBhvr>
                                        <p:cTn id="23" dur="1" fill="hold">
                                          <p:stCondLst>
                                            <p:cond delay="0"/>
                                          </p:stCondLst>
                                        </p:cTn>
                                        <p:tgtEl>
                                          <p:spTgt spid="31"/>
                                        </p:tgtEl>
                                        <p:attrNameLst>
                                          <p:attrName>style.visibility</p:attrName>
                                        </p:attrNameLst>
                                      </p:cBhvr>
                                      <p:to>
                                        <p:strVal val="visible"/>
                                      </p:to>
                                    </p:set>
                                    <p:anim calcmode="lin" valueType="num">
                                      <p:cBhvr additive="base">
                                        <p:cTn id="24" dur="500" fill="hold"/>
                                        <p:tgtEl>
                                          <p:spTgt spid="31"/>
                                        </p:tgtEl>
                                        <p:attrNameLst>
                                          <p:attrName>ppt_x</p:attrName>
                                        </p:attrNameLst>
                                      </p:cBhvr>
                                      <p:tavLst>
                                        <p:tav tm="0">
                                          <p:val>
                                            <p:strVal val="#ppt_x"/>
                                          </p:val>
                                        </p:tav>
                                        <p:tav tm="100000">
                                          <p:val>
                                            <p:strVal val="#ppt_x"/>
                                          </p:val>
                                        </p:tav>
                                      </p:tavLst>
                                    </p:anim>
                                    <p:anim calcmode="lin" valueType="num">
                                      <p:cBhvr additive="base">
                                        <p:cTn id="25" dur="500" fill="hold"/>
                                        <p:tgtEl>
                                          <p:spTgt spid="3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animBg="1"/>
      <p:bldP spid="26" grpId="0" animBg="1"/>
      <p:bldP spid="28" grpId="0" animBg="1"/>
      <p:bldP spid="31" grpId="0" animBg="1"/>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Rectangle 33"/>
          <p:cNvSpPr/>
          <p:nvPr/>
        </p:nvSpPr>
        <p:spPr>
          <a:xfrm>
            <a:off x="0" y="1627437"/>
            <a:ext cx="10934700" cy="1825125"/>
          </a:xfrm>
          <a:prstGeom prst="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38" name="TextBox 37"/>
          <p:cNvSpPr txBox="1"/>
          <p:nvPr/>
        </p:nvSpPr>
        <p:spPr>
          <a:xfrm>
            <a:off x="609600" y="4251081"/>
            <a:ext cx="9456071" cy="1067403"/>
          </a:xfrm>
          <a:prstGeom prst="rect">
            <a:avLst/>
          </a:prstGeom>
          <a:noFill/>
        </p:spPr>
        <p:txBody>
          <a:bodyPr wrap="square" rIns="144000" bIns="36000" numCol="1" spcCol="360000" rtlCol="0">
            <a:spAutoFit/>
          </a:bodyPr>
          <a:lstStyle/>
          <a:p>
            <a:pPr algn="ctr" fontAlgn="auto">
              <a:spcBef>
                <a:spcPts val="0"/>
              </a:spcBef>
              <a:spcAft>
                <a:spcPts val="0"/>
              </a:spcAft>
            </a:pPr>
            <a:r>
              <a:rPr lang="ar-SA" sz="3200" b="1" dirty="0">
                <a:solidFill>
                  <a:prstClr val="black"/>
                </a:solidFill>
                <a:latin typeface="Calibri" panose="020F0502020204030204"/>
                <a:cs typeface="Arial" panose="020B0604020202020204" pitchFamily="34" charset="0"/>
              </a:rPr>
              <a:t>عبارة عن تصنيف لمستويات الأهداف الدراسية المعرفية والفكرية التي يضعها المدرسون لطلابهم </a:t>
            </a:r>
            <a:endParaRPr lang="en-US" sz="1400" b="1" dirty="0">
              <a:solidFill>
                <a:prstClr val="black"/>
              </a:solidFill>
              <a:latin typeface="Signika Negative" pitchFamily="2" charset="0"/>
            </a:endParaRPr>
          </a:p>
        </p:txBody>
      </p:sp>
      <p:sp>
        <p:nvSpPr>
          <p:cNvPr id="39" name="Content Placeholder 2"/>
          <p:cNvSpPr txBox="1">
            <a:spLocks/>
          </p:cNvSpPr>
          <p:nvPr/>
        </p:nvSpPr>
        <p:spPr>
          <a:xfrm>
            <a:off x="1436021" y="2292606"/>
            <a:ext cx="8991600" cy="494785"/>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rtl="1" fontAlgn="auto">
              <a:buClr>
                <a:srgbClr val="4472C4">
                  <a:lumMod val="75000"/>
                </a:srgbClr>
              </a:buClr>
              <a:defRPr/>
            </a:pPr>
            <a:r>
              <a:rPr lang="ar-SA" sz="3600" b="1" u="sng" dirty="0">
                <a:solidFill>
                  <a:prstClr val="white">
                    <a:lumMod val="95000"/>
                  </a:prstClr>
                </a:solidFill>
                <a:ea typeface="Roboto" panose="02000000000000000000" pitchFamily="2" charset="0"/>
              </a:rPr>
              <a:t>ما هو تصنيف بلوم </a:t>
            </a:r>
            <a:r>
              <a:rPr lang="en-US" sz="3600" b="1" u="sng" dirty="0">
                <a:solidFill>
                  <a:prstClr val="white">
                    <a:lumMod val="95000"/>
                  </a:prstClr>
                </a:solidFill>
                <a:ea typeface="Roboto" panose="02000000000000000000" pitchFamily="2" charset="0"/>
              </a:rPr>
              <a:t>)</a:t>
            </a:r>
            <a:r>
              <a:rPr lang="en-US" sz="3600" b="1" u="sng" dirty="0" smtClean="0">
                <a:solidFill>
                  <a:prstClr val="white">
                    <a:lumMod val="95000"/>
                  </a:prstClr>
                </a:solidFill>
                <a:ea typeface="Roboto" panose="02000000000000000000" pitchFamily="2" charset="0"/>
              </a:rPr>
              <a:t> Taxonomy </a:t>
            </a:r>
            <a:r>
              <a:rPr lang="en-US" sz="3600" b="1" u="sng" dirty="0">
                <a:solidFill>
                  <a:prstClr val="white">
                    <a:lumMod val="95000"/>
                  </a:prstClr>
                </a:solidFill>
                <a:ea typeface="Roboto" panose="02000000000000000000" pitchFamily="2" charset="0"/>
              </a:rPr>
              <a:t>Bloom's </a:t>
            </a:r>
            <a:r>
              <a:rPr lang="ar-SA" sz="3600" b="1" u="sng" dirty="0" smtClean="0">
                <a:solidFill>
                  <a:prstClr val="white">
                    <a:lumMod val="95000"/>
                  </a:prstClr>
                </a:solidFill>
                <a:ea typeface="Roboto" panose="02000000000000000000" pitchFamily="2" charset="0"/>
              </a:rPr>
              <a:t>هرم بلوم</a:t>
            </a:r>
            <a:r>
              <a:rPr lang="en-US" sz="3600" b="1" u="sng" dirty="0" smtClean="0">
                <a:solidFill>
                  <a:prstClr val="white">
                    <a:lumMod val="95000"/>
                  </a:prstClr>
                </a:solidFill>
                <a:ea typeface="Roboto" panose="02000000000000000000" pitchFamily="2" charset="0"/>
              </a:rPr>
              <a:t> (</a:t>
            </a:r>
            <a:r>
              <a:rPr lang="ar-SA" sz="3600" b="1" u="sng" dirty="0" smtClean="0">
                <a:solidFill>
                  <a:prstClr val="white">
                    <a:lumMod val="95000"/>
                  </a:prstClr>
                </a:solidFill>
                <a:ea typeface="Roboto" panose="02000000000000000000" pitchFamily="2" charset="0"/>
              </a:rPr>
              <a:t>؟</a:t>
            </a:r>
          </a:p>
        </p:txBody>
      </p:sp>
      <p:sp>
        <p:nvSpPr>
          <p:cNvPr id="2" name="Rounded Rectangle 1"/>
          <p:cNvSpPr/>
          <p:nvPr/>
        </p:nvSpPr>
        <p:spPr>
          <a:xfrm>
            <a:off x="10427621" y="1850683"/>
            <a:ext cx="1378800" cy="1378634"/>
          </a:xfrm>
          <a:prstGeom prst="roundRect">
            <a:avLst/>
          </a:prstGeom>
          <a:solidFill>
            <a:schemeClr val="tx1"/>
          </a:solidFill>
          <a:ln w="50800">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US" sz="4000" b="1" dirty="0" smtClean="0">
                <a:solidFill>
                  <a:prstClr val="white"/>
                </a:solidFill>
              </a:rPr>
              <a:t>1</a:t>
            </a:r>
            <a:endParaRPr lang="id-ID" b="1" dirty="0">
              <a:solidFill>
                <a:prstClr val="white"/>
              </a:solidFill>
            </a:endParaRPr>
          </a:p>
        </p:txBody>
      </p:sp>
    </p:spTree>
    <p:extLst>
      <p:ext uri="{BB962C8B-B14F-4D97-AF65-F5344CB8AC3E}">
        <p14:creationId xmlns:p14="http://schemas.microsoft.com/office/powerpoint/2010/main" val="240034171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500"/>
                                  </p:stCondLst>
                                  <p:childTnLst>
                                    <p:set>
                                      <p:cBhvr>
                                        <p:cTn id="6" dur="1" fill="hold">
                                          <p:stCondLst>
                                            <p:cond delay="0"/>
                                          </p:stCondLst>
                                        </p:cTn>
                                        <p:tgtEl>
                                          <p:spTgt spid="34"/>
                                        </p:tgtEl>
                                        <p:attrNameLst>
                                          <p:attrName>style.visibility</p:attrName>
                                        </p:attrNameLst>
                                      </p:cBhvr>
                                      <p:to>
                                        <p:strVal val="visible"/>
                                      </p:to>
                                    </p:set>
                                    <p:anim calcmode="lin" valueType="num">
                                      <p:cBhvr additive="base">
                                        <p:cTn id="7" dur="500" fill="hold"/>
                                        <p:tgtEl>
                                          <p:spTgt spid="34"/>
                                        </p:tgtEl>
                                        <p:attrNameLst>
                                          <p:attrName>ppt_x</p:attrName>
                                        </p:attrNameLst>
                                      </p:cBhvr>
                                      <p:tavLst>
                                        <p:tav tm="0">
                                          <p:val>
                                            <p:strVal val="0-#ppt_w/2"/>
                                          </p:val>
                                        </p:tav>
                                        <p:tav tm="100000">
                                          <p:val>
                                            <p:strVal val="#ppt_x"/>
                                          </p:val>
                                        </p:tav>
                                      </p:tavLst>
                                    </p:anim>
                                    <p:anim calcmode="lin" valueType="num">
                                      <p:cBhvr additive="base">
                                        <p:cTn id="8" dur="500" fill="hold"/>
                                        <p:tgtEl>
                                          <p:spTgt spid="34"/>
                                        </p:tgtEl>
                                        <p:attrNameLst>
                                          <p:attrName>ppt_y</p:attrName>
                                        </p:attrNameLst>
                                      </p:cBhvr>
                                      <p:tavLst>
                                        <p:tav tm="0">
                                          <p:val>
                                            <p:strVal val="#ppt_y"/>
                                          </p:val>
                                        </p:tav>
                                        <p:tav tm="100000">
                                          <p:val>
                                            <p:strVal val="#ppt_y"/>
                                          </p:val>
                                        </p:tav>
                                      </p:tavLst>
                                    </p:anim>
                                  </p:childTnLst>
                                </p:cTn>
                              </p:par>
                            </p:childTnLst>
                          </p:cTn>
                        </p:par>
                        <p:par>
                          <p:cTn id="9" fill="hold">
                            <p:stCondLst>
                              <p:cond delay="1000"/>
                            </p:stCondLst>
                            <p:childTnLst>
                              <p:par>
                                <p:cTn id="10" presetID="10" presetClass="entr" presetSubtype="0" fill="hold" grpId="0" nodeType="after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fade">
                                      <p:cBhvr>
                                        <p:cTn id="12" dur="500"/>
                                        <p:tgtEl>
                                          <p:spTgt spid="2"/>
                                        </p:tgtEl>
                                      </p:cBhvr>
                                    </p:animEffect>
                                  </p:childTnLst>
                                </p:cTn>
                              </p:par>
                            </p:childTnLst>
                          </p:cTn>
                        </p:par>
                        <p:par>
                          <p:cTn id="13" fill="hold">
                            <p:stCondLst>
                              <p:cond delay="1500"/>
                            </p:stCondLst>
                            <p:childTnLst>
                              <p:par>
                                <p:cTn id="14" presetID="2" presetClass="entr" presetSubtype="2" fill="hold" grpId="0" nodeType="afterEffect">
                                  <p:stCondLst>
                                    <p:cond delay="0"/>
                                  </p:stCondLst>
                                  <p:childTnLst>
                                    <p:set>
                                      <p:cBhvr>
                                        <p:cTn id="15" dur="1" fill="hold">
                                          <p:stCondLst>
                                            <p:cond delay="0"/>
                                          </p:stCondLst>
                                        </p:cTn>
                                        <p:tgtEl>
                                          <p:spTgt spid="38"/>
                                        </p:tgtEl>
                                        <p:attrNameLst>
                                          <p:attrName>style.visibility</p:attrName>
                                        </p:attrNameLst>
                                      </p:cBhvr>
                                      <p:to>
                                        <p:strVal val="visible"/>
                                      </p:to>
                                    </p:set>
                                    <p:anim calcmode="lin" valueType="num">
                                      <p:cBhvr additive="base">
                                        <p:cTn id="16" dur="500" fill="hold"/>
                                        <p:tgtEl>
                                          <p:spTgt spid="38"/>
                                        </p:tgtEl>
                                        <p:attrNameLst>
                                          <p:attrName>ppt_x</p:attrName>
                                        </p:attrNameLst>
                                      </p:cBhvr>
                                      <p:tavLst>
                                        <p:tav tm="0">
                                          <p:val>
                                            <p:strVal val="1+#ppt_w/2"/>
                                          </p:val>
                                        </p:tav>
                                        <p:tav tm="100000">
                                          <p:val>
                                            <p:strVal val="#ppt_x"/>
                                          </p:val>
                                        </p:tav>
                                      </p:tavLst>
                                    </p:anim>
                                    <p:anim calcmode="lin" valueType="num">
                                      <p:cBhvr additive="base">
                                        <p:cTn id="17" dur="500" fill="hold"/>
                                        <p:tgtEl>
                                          <p:spTgt spid="38"/>
                                        </p:tgtEl>
                                        <p:attrNameLst>
                                          <p:attrName>ppt_y</p:attrName>
                                        </p:attrNameLst>
                                      </p:cBhvr>
                                      <p:tavLst>
                                        <p:tav tm="0">
                                          <p:val>
                                            <p:strVal val="#ppt_y"/>
                                          </p:val>
                                        </p:tav>
                                        <p:tav tm="100000">
                                          <p:val>
                                            <p:strVal val="#ppt_y"/>
                                          </p:val>
                                        </p:tav>
                                      </p:tavLst>
                                    </p:anim>
                                  </p:childTnLst>
                                </p:cTn>
                              </p:par>
                              <p:par>
                                <p:cTn id="18" presetID="2" presetClass="entr" presetSubtype="8" fill="hold" grpId="0" nodeType="withEffect">
                                  <p:stCondLst>
                                    <p:cond delay="0"/>
                                  </p:stCondLst>
                                  <p:childTnLst>
                                    <p:set>
                                      <p:cBhvr>
                                        <p:cTn id="19" dur="1" fill="hold">
                                          <p:stCondLst>
                                            <p:cond delay="0"/>
                                          </p:stCondLst>
                                        </p:cTn>
                                        <p:tgtEl>
                                          <p:spTgt spid="39"/>
                                        </p:tgtEl>
                                        <p:attrNameLst>
                                          <p:attrName>style.visibility</p:attrName>
                                        </p:attrNameLst>
                                      </p:cBhvr>
                                      <p:to>
                                        <p:strVal val="visible"/>
                                      </p:to>
                                    </p:set>
                                    <p:anim calcmode="lin" valueType="num">
                                      <p:cBhvr additive="base">
                                        <p:cTn id="20" dur="500" fill="hold"/>
                                        <p:tgtEl>
                                          <p:spTgt spid="39"/>
                                        </p:tgtEl>
                                        <p:attrNameLst>
                                          <p:attrName>ppt_x</p:attrName>
                                        </p:attrNameLst>
                                      </p:cBhvr>
                                      <p:tavLst>
                                        <p:tav tm="0">
                                          <p:val>
                                            <p:strVal val="0-#ppt_w/2"/>
                                          </p:val>
                                        </p:tav>
                                        <p:tav tm="100000">
                                          <p:val>
                                            <p:strVal val="#ppt_x"/>
                                          </p:val>
                                        </p:tav>
                                      </p:tavLst>
                                    </p:anim>
                                    <p:anim calcmode="lin" valueType="num">
                                      <p:cBhvr additive="base">
                                        <p:cTn id="21" dur="500" fill="hold"/>
                                        <p:tgtEl>
                                          <p:spTgt spid="3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animBg="1"/>
      <p:bldP spid="38" grpId="0"/>
      <p:bldP spid="39" grpId="0"/>
      <p:bldP spid="2" grpId="0" animBg="1"/>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Rectangle 33"/>
          <p:cNvSpPr/>
          <p:nvPr/>
        </p:nvSpPr>
        <p:spPr>
          <a:xfrm>
            <a:off x="0" y="1627437"/>
            <a:ext cx="10934700" cy="1825125"/>
          </a:xfrm>
          <a:prstGeom prst="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38" name="TextBox 37"/>
          <p:cNvSpPr txBox="1"/>
          <p:nvPr/>
        </p:nvSpPr>
        <p:spPr>
          <a:xfrm>
            <a:off x="609600" y="4251081"/>
            <a:ext cx="10325100" cy="2052288"/>
          </a:xfrm>
          <a:prstGeom prst="rect">
            <a:avLst/>
          </a:prstGeom>
          <a:noFill/>
        </p:spPr>
        <p:txBody>
          <a:bodyPr wrap="square" rIns="144000" bIns="36000" numCol="1" spcCol="360000" rtlCol="0">
            <a:spAutoFit/>
          </a:bodyPr>
          <a:lstStyle/>
          <a:p>
            <a:pPr algn="ctr" fontAlgn="auto">
              <a:spcBef>
                <a:spcPts val="0"/>
              </a:spcBef>
              <a:spcAft>
                <a:spcPts val="0"/>
              </a:spcAft>
            </a:pPr>
            <a:r>
              <a:rPr lang="ar-SA" sz="3200" b="1" u="sng" dirty="0">
                <a:solidFill>
                  <a:srgbClr val="C00000"/>
                </a:solidFill>
                <a:latin typeface="Calibri" panose="020F0502020204030204"/>
                <a:cs typeface="Arial" panose="020B0604020202020204" pitchFamily="34" charset="0"/>
              </a:rPr>
              <a:t>أ. النطاق الإدراكي</a:t>
            </a:r>
            <a:r>
              <a:rPr lang="ar-SA" sz="3200" b="1" dirty="0" smtClean="0">
                <a:solidFill>
                  <a:srgbClr val="C00000"/>
                </a:solidFill>
                <a:latin typeface="Calibri" panose="020F0502020204030204"/>
                <a:cs typeface="Arial" panose="020B0604020202020204" pitchFamily="34" charset="0"/>
              </a:rPr>
              <a:t>:</a:t>
            </a:r>
            <a:endParaRPr lang="en-US" sz="3200" b="1" dirty="0" smtClean="0">
              <a:solidFill>
                <a:srgbClr val="C00000"/>
              </a:solidFill>
              <a:latin typeface="Calibri" panose="020F0502020204030204"/>
              <a:cs typeface="Arial" panose="020B0604020202020204" pitchFamily="34" charset="0"/>
            </a:endParaRPr>
          </a:p>
          <a:p>
            <a:pPr algn="ctr" fontAlgn="auto">
              <a:spcBef>
                <a:spcPts val="0"/>
              </a:spcBef>
              <a:spcAft>
                <a:spcPts val="0"/>
              </a:spcAft>
            </a:pPr>
            <a:r>
              <a:rPr lang="ar-SA" sz="3200" b="1" dirty="0" smtClean="0">
                <a:solidFill>
                  <a:prstClr val="black"/>
                </a:solidFill>
                <a:latin typeface="Calibri" panose="020F0502020204030204"/>
                <a:cs typeface="Arial" panose="020B0604020202020204" pitchFamily="34" charset="0"/>
              </a:rPr>
              <a:t> </a:t>
            </a:r>
            <a:r>
              <a:rPr lang="ar-SA" sz="3200" b="1" dirty="0">
                <a:solidFill>
                  <a:prstClr val="black"/>
                </a:solidFill>
                <a:latin typeface="Calibri" panose="020F0502020204030204"/>
                <a:cs typeface="Arial" panose="020B0604020202020204" pitchFamily="34" charset="0"/>
              </a:rPr>
              <a:t>يختص هذا النطاق بالمعرفة والفهم والتفكير والتفكّر بتعمق بموضوع ما، ويشمل هذا النطاق ستة مستويات وهي بالترتيب من المستوى الأدنى إلى الأعلى:</a:t>
            </a:r>
            <a:endParaRPr lang="en-US" sz="1400" b="1" dirty="0">
              <a:solidFill>
                <a:prstClr val="black"/>
              </a:solidFill>
              <a:latin typeface="Signika Negative" pitchFamily="2" charset="0"/>
            </a:endParaRPr>
          </a:p>
        </p:txBody>
      </p:sp>
      <p:sp>
        <p:nvSpPr>
          <p:cNvPr id="39" name="Content Placeholder 2"/>
          <p:cNvSpPr txBox="1">
            <a:spLocks/>
          </p:cNvSpPr>
          <p:nvPr/>
        </p:nvSpPr>
        <p:spPr>
          <a:xfrm>
            <a:off x="564300" y="2318262"/>
            <a:ext cx="8991600" cy="494785"/>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rtl="1" fontAlgn="auto">
              <a:buClr>
                <a:srgbClr val="4472C4">
                  <a:lumMod val="75000"/>
                </a:srgbClr>
              </a:buClr>
              <a:defRPr/>
            </a:pPr>
            <a:r>
              <a:rPr lang="ar-SA" sz="3600" b="1" u="sng" dirty="0">
                <a:solidFill>
                  <a:prstClr val="white">
                    <a:lumMod val="95000"/>
                  </a:prstClr>
                </a:solidFill>
                <a:ea typeface="Roboto" panose="02000000000000000000" pitchFamily="2" charset="0"/>
              </a:rPr>
              <a:t>مستويات بلوم</a:t>
            </a:r>
            <a:endParaRPr lang="ar-SA" sz="3600" b="1" u="sng" dirty="0" smtClean="0">
              <a:solidFill>
                <a:prstClr val="white">
                  <a:lumMod val="95000"/>
                </a:prstClr>
              </a:solidFill>
              <a:ea typeface="Roboto" panose="02000000000000000000" pitchFamily="2" charset="0"/>
            </a:endParaRPr>
          </a:p>
        </p:txBody>
      </p:sp>
      <p:sp>
        <p:nvSpPr>
          <p:cNvPr id="2" name="Rounded Rectangle 1"/>
          <p:cNvSpPr/>
          <p:nvPr/>
        </p:nvSpPr>
        <p:spPr>
          <a:xfrm>
            <a:off x="10427621" y="1850683"/>
            <a:ext cx="1378800" cy="1378634"/>
          </a:xfrm>
          <a:prstGeom prst="roundRect">
            <a:avLst/>
          </a:prstGeom>
          <a:solidFill>
            <a:schemeClr val="tx1"/>
          </a:solidFill>
          <a:ln w="50800">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US" sz="4000" b="1" dirty="0" smtClean="0">
                <a:solidFill>
                  <a:prstClr val="white"/>
                </a:solidFill>
              </a:rPr>
              <a:t>2</a:t>
            </a:r>
            <a:endParaRPr lang="id-ID" b="1" dirty="0">
              <a:solidFill>
                <a:prstClr val="white"/>
              </a:solidFill>
            </a:endParaRPr>
          </a:p>
        </p:txBody>
      </p:sp>
    </p:spTree>
    <p:extLst>
      <p:ext uri="{BB962C8B-B14F-4D97-AF65-F5344CB8AC3E}">
        <p14:creationId xmlns:p14="http://schemas.microsoft.com/office/powerpoint/2010/main" val="316183034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500"/>
                                  </p:stCondLst>
                                  <p:childTnLst>
                                    <p:set>
                                      <p:cBhvr>
                                        <p:cTn id="6" dur="1" fill="hold">
                                          <p:stCondLst>
                                            <p:cond delay="0"/>
                                          </p:stCondLst>
                                        </p:cTn>
                                        <p:tgtEl>
                                          <p:spTgt spid="34"/>
                                        </p:tgtEl>
                                        <p:attrNameLst>
                                          <p:attrName>style.visibility</p:attrName>
                                        </p:attrNameLst>
                                      </p:cBhvr>
                                      <p:to>
                                        <p:strVal val="visible"/>
                                      </p:to>
                                    </p:set>
                                    <p:anim calcmode="lin" valueType="num">
                                      <p:cBhvr additive="base">
                                        <p:cTn id="7" dur="500" fill="hold"/>
                                        <p:tgtEl>
                                          <p:spTgt spid="34"/>
                                        </p:tgtEl>
                                        <p:attrNameLst>
                                          <p:attrName>ppt_x</p:attrName>
                                        </p:attrNameLst>
                                      </p:cBhvr>
                                      <p:tavLst>
                                        <p:tav tm="0">
                                          <p:val>
                                            <p:strVal val="0-#ppt_w/2"/>
                                          </p:val>
                                        </p:tav>
                                        <p:tav tm="100000">
                                          <p:val>
                                            <p:strVal val="#ppt_x"/>
                                          </p:val>
                                        </p:tav>
                                      </p:tavLst>
                                    </p:anim>
                                    <p:anim calcmode="lin" valueType="num">
                                      <p:cBhvr additive="base">
                                        <p:cTn id="8" dur="500" fill="hold"/>
                                        <p:tgtEl>
                                          <p:spTgt spid="34"/>
                                        </p:tgtEl>
                                        <p:attrNameLst>
                                          <p:attrName>ppt_y</p:attrName>
                                        </p:attrNameLst>
                                      </p:cBhvr>
                                      <p:tavLst>
                                        <p:tav tm="0">
                                          <p:val>
                                            <p:strVal val="#ppt_y"/>
                                          </p:val>
                                        </p:tav>
                                        <p:tav tm="100000">
                                          <p:val>
                                            <p:strVal val="#ppt_y"/>
                                          </p:val>
                                        </p:tav>
                                      </p:tavLst>
                                    </p:anim>
                                  </p:childTnLst>
                                </p:cTn>
                              </p:par>
                            </p:childTnLst>
                          </p:cTn>
                        </p:par>
                        <p:par>
                          <p:cTn id="9" fill="hold">
                            <p:stCondLst>
                              <p:cond delay="1000"/>
                            </p:stCondLst>
                            <p:childTnLst>
                              <p:par>
                                <p:cTn id="10" presetID="10" presetClass="entr" presetSubtype="0" fill="hold" grpId="0" nodeType="after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fade">
                                      <p:cBhvr>
                                        <p:cTn id="12" dur="500"/>
                                        <p:tgtEl>
                                          <p:spTgt spid="2"/>
                                        </p:tgtEl>
                                      </p:cBhvr>
                                    </p:animEffect>
                                  </p:childTnLst>
                                </p:cTn>
                              </p:par>
                            </p:childTnLst>
                          </p:cTn>
                        </p:par>
                        <p:par>
                          <p:cTn id="13" fill="hold">
                            <p:stCondLst>
                              <p:cond delay="1500"/>
                            </p:stCondLst>
                            <p:childTnLst>
                              <p:par>
                                <p:cTn id="14" presetID="2" presetClass="entr" presetSubtype="2" fill="hold" grpId="0" nodeType="afterEffect">
                                  <p:stCondLst>
                                    <p:cond delay="0"/>
                                  </p:stCondLst>
                                  <p:childTnLst>
                                    <p:set>
                                      <p:cBhvr>
                                        <p:cTn id="15" dur="1" fill="hold">
                                          <p:stCondLst>
                                            <p:cond delay="0"/>
                                          </p:stCondLst>
                                        </p:cTn>
                                        <p:tgtEl>
                                          <p:spTgt spid="38"/>
                                        </p:tgtEl>
                                        <p:attrNameLst>
                                          <p:attrName>style.visibility</p:attrName>
                                        </p:attrNameLst>
                                      </p:cBhvr>
                                      <p:to>
                                        <p:strVal val="visible"/>
                                      </p:to>
                                    </p:set>
                                    <p:anim calcmode="lin" valueType="num">
                                      <p:cBhvr additive="base">
                                        <p:cTn id="16" dur="500" fill="hold"/>
                                        <p:tgtEl>
                                          <p:spTgt spid="38"/>
                                        </p:tgtEl>
                                        <p:attrNameLst>
                                          <p:attrName>ppt_x</p:attrName>
                                        </p:attrNameLst>
                                      </p:cBhvr>
                                      <p:tavLst>
                                        <p:tav tm="0">
                                          <p:val>
                                            <p:strVal val="1+#ppt_w/2"/>
                                          </p:val>
                                        </p:tav>
                                        <p:tav tm="100000">
                                          <p:val>
                                            <p:strVal val="#ppt_x"/>
                                          </p:val>
                                        </p:tav>
                                      </p:tavLst>
                                    </p:anim>
                                    <p:anim calcmode="lin" valueType="num">
                                      <p:cBhvr additive="base">
                                        <p:cTn id="17" dur="500" fill="hold"/>
                                        <p:tgtEl>
                                          <p:spTgt spid="38"/>
                                        </p:tgtEl>
                                        <p:attrNameLst>
                                          <p:attrName>ppt_y</p:attrName>
                                        </p:attrNameLst>
                                      </p:cBhvr>
                                      <p:tavLst>
                                        <p:tav tm="0">
                                          <p:val>
                                            <p:strVal val="#ppt_y"/>
                                          </p:val>
                                        </p:tav>
                                        <p:tav tm="100000">
                                          <p:val>
                                            <p:strVal val="#ppt_y"/>
                                          </p:val>
                                        </p:tav>
                                      </p:tavLst>
                                    </p:anim>
                                  </p:childTnLst>
                                </p:cTn>
                              </p:par>
                              <p:par>
                                <p:cTn id="18" presetID="2" presetClass="entr" presetSubtype="8" fill="hold" grpId="0" nodeType="withEffect">
                                  <p:stCondLst>
                                    <p:cond delay="0"/>
                                  </p:stCondLst>
                                  <p:childTnLst>
                                    <p:set>
                                      <p:cBhvr>
                                        <p:cTn id="19" dur="1" fill="hold">
                                          <p:stCondLst>
                                            <p:cond delay="0"/>
                                          </p:stCondLst>
                                        </p:cTn>
                                        <p:tgtEl>
                                          <p:spTgt spid="39"/>
                                        </p:tgtEl>
                                        <p:attrNameLst>
                                          <p:attrName>style.visibility</p:attrName>
                                        </p:attrNameLst>
                                      </p:cBhvr>
                                      <p:to>
                                        <p:strVal val="visible"/>
                                      </p:to>
                                    </p:set>
                                    <p:anim calcmode="lin" valueType="num">
                                      <p:cBhvr additive="base">
                                        <p:cTn id="20" dur="500" fill="hold"/>
                                        <p:tgtEl>
                                          <p:spTgt spid="39"/>
                                        </p:tgtEl>
                                        <p:attrNameLst>
                                          <p:attrName>ppt_x</p:attrName>
                                        </p:attrNameLst>
                                      </p:cBhvr>
                                      <p:tavLst>
                                        <p:tav tm="0">
                                          <p:val>
                                            <p:strVal val="0-#ppt_w/2"/>
                                          </p:val>
                                        </p:tav>
                                        <p:tav tm="100000">
                                          <p:val>
                                            <p:strVal val="#ppt_x"/>
                                          </p:val>
                                        </p:tav>
                                      </p:tavLst>
                                    </p:anim>
                                    <p:anim calcmode="lin" valueType="num">
                                      <p:cBhvr additive="base">
                                        <p:cTn id="21" dur="500" fill="hold"/>
                                        <p:tgtEl>
                                          <p:spTgt spid="3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animBg="1"/>
      <p:bldP spid="38" grpId="0"/>
      <p:bldP spid="39" grpId="0"/>
      <p:bldP spid="2" grpId="0" animBg="1"/>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 name="Rectangle 68"/>
          <p:cNvSpPr/>
          <p:nvPr/>
        </p:nvSpPr>
        <p:spPr>
          <a:xfrm>
            <a:off x="0" y="1301589"/>
            <a:ext cx="10689597" cy="954107"/>
          </a:xfrm>
          <a:prstGeom prst="rect">
            <a:avLst/>
          </a:prstGeom>
        </p:spPr>
        <p:txBody>
          <a:bodyPr wrap="square">
            <a:spAutoFit/>
          </a:bodyPr>
          <a:ls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ar-SA" sz="2800" b="1" dirty="0">
                <a:solidFill>
                  <a:prstClr val="black"/>
                </a:solidFill>
              </a:rPr>
              <a:t>وتمثل أدنى المستويات الموجودة في تصنيف بلوم، وهي تتصل بالمقدرة على استذكار المعلومات، وصنف بلوم أيضاً أهداف المجال المعرفي إلى مستويات متدرجة وهي بالترتيب:</a:t>
            </a:r>
            <a:endParaRPr lang="en-AU" sz="2800" b="1" dirty="0">
              <a:solidFill>
                <a:prstClr val="black"/>
              </a:solidFill>
            </a:endParaRPr>
          </a:p>
        </p:txBody>
      </p:sp>
      <p:grpSp>
        <p:nvGrpSpPr>
          <p:cNvPr id="14" name="Group 13"/>
          <p:cNvGrpSpPr/>
          <p:nvPr/>
        </p:nvGrpSpPr>
        <p:grpSpPr>
          <a:xfrm flipH="1">
            <a:off x="6770037" y="2347378"/>
            <a:ext cx="2311184" cy="909217"/>
            <a:chOff x="1848067" y="2697524"/>
            <a:chExt cx="2311184" cy="316190"/>
          </a:xfrm>
        </p:grpSpPr>
        <p:cxnSp>
          <p:nvCxnSpPr>
            <p:cNvPr id="15" name="Straight Connector 14"/>
            <p:cNvCxnSpPr/>
            <p:nvPr/>
          </p:nvCxnSpPr>
          <p:spPr>
            <a:xfrm flipH="1" flipV="1">
              <a:off x="3661285" y="2697524"/>
              <a:ext cx="497966" cy="316190"/>
            </a:xfrm>
            <a:prstGeom prst="line">
              <a:avLst/>
            </a:prstGeom>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p:nvCxnSpPr>
          <p:spPr>
            <a:xfrm flipH="1">
              <a:off x="1848067" y="2697524"/>
              <a:ext cx="1813219" cy="0"/>
            </a:xfrm>
            <a:prstGeom prst="line">
              <a:avLst/>
            </a:prstGeom>
            <a:ln>
              <a:tailEnd type="oval"/>
            </a:ln>
          </p:spPr>
          <p:style>
            <a:lnRef idx="1">
              <a:schemeClr val="accent1"/>
            </a:lnRef>
            <a:fillRef idx="0">
              <a:schemeClr val="accent1"/>
            </a:fillRef>
            <a:effectRef idx="0">
              <a:schemeClr val="accent1"/>
            </a:effectRef>
            <a:fontRef idx="minor">
              <a:schemeClr val="tx1"/>
            </a:fontRef>
          </p:style>
        </p:cxnSp>
      </p:grpSp>
      <p:grpSp>
        <p:nvGrpSpPr>
          <p:cNvPr id="17" name="Group 16"/>
          <p:cNvGrpSpPr/>
          <p:nvPr/>
        </p:nvGrpSpPr>
        <p:grpSpPr>
          <a:xfrm flipV="1">
            <a:off x="2657756" y="4471881"/>
            <a:ext cx="1496051" cy="359958"/>
            <a:chOff x="1848067" y="2697524"/>
            <a:chExt cx="2311184" cy="316190"/>
          </a:xfrm>
        </p:grpSpPr>
        <p:cxnSp>
          <p:nvCxnSpPr>
            <p:cNvPr id="18" name="Straight Connector 17"/>
            <p:cNvCxnSpPr/>
            <p:nvPr/>
          </p:nvCxnSpPr>
          <p:spPr>
            <a:xfrm flipH="1" flipV="1">
              <a:off x="3661285" y="2697524"/>
              <a:ext cx="497966" cy="31619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p:nvCxnSpPr>
          <p:spPr>
            <a:xfrm flipH="1">
              <a:off x="1848067" y="2697524"/>
              <a:ext cx="1813219" cy="0"/>
            </a:xfrm>
            <a:prstGeom prst="line">
              <a:avLst/>
            </a:prstGeom>
            <a:ln>
              <a:solidFill>
                <a:schemeClr val="accent2"/>
              </a:solidFill>
              <a:tailEnd type="oval"/>
            </a:ln>
          </p:spPr>
          <p:style>
            <a:lnRef idx="1">
              <a:schemeClr val="accent1"/>
            </a:lnRef>
            <a:fillRef idx="0">
              <a:schemeClr val="accent1"/>
            </a:fillRef>
            <a:effectRef idx="0">
              <a:schemeClr val="accent1"/>
            </a:effectRef>
            <a:fontRef idx="minor">
              <a:schemeClr val="tx1"/>
            </a:fontRef>
          </p:style>
        </p:cxnSp>
      </p:grpSp>
      <p:grpSp>
        <p:nvGrpSpPr>
          <p:cNvPr id="20" name="Group 19"/>
          <p:cNvGrpSpPr/>
          <p:nvPr/>
        </p:nvGrpSpPr>
        <p:grpSpPr>
          <a:xfrm flipH="1" flipV="1">
            <a:off x="7675428" y="5706687"/>
            <a:ext cx="1496051" cy="359958"/>
            <a:chOff x="1848067" y="2697524"/>
            <a:chExt cx="2311184" cy="316190"/>
          </a:xfrm>
        </p:grpSpPr>
        <p:cxnSp>
          <p:nvCxnSpPr>
            <p:cNvPr id="21" name="Straight Connector 20"/>
            <p:cNvCxnSpPr/>
            <p:nvPr/>
          </p:nvCxnSpPr>
          <p:spPr>
            <a:xfrm flipH="1" flipV="1">
              <a:off x="3661285" y="2697524"/>
              <a:ext cx="497966" cy="316190"/>
            </a:xfrm>
            <a:prstGeom prst="line">
              <a:avLst/>
            </a:prstGeom>
            <a:ln>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flipH="1">
              <a:off x="1848067" y="2697524"/>
              <a:ext cx="1813219" cy="0"/>
            </a:xfrm>
            <a:prstGeom prst="line">
              <a:avLst/>
            </a:prstGeom>
            <a:ln>
              <a:solidFill>
                <a:schemeClr val="accent4"/>
              </a:solidFill>
              <a:tailEnd type="oval"/>
            </a:ln>
          </p:spPr>
          <p:style>
            <a:lnRef idx="1">
              <a:schemeClr val="accent1"/>
            </a:lnRef>
            <a:fillRef idx="0">
              <a:schemeClr val="accent1"/>
            </a:fillRef>
            <a:effectRef idx="0">
              <a:schemeClr val="accent1"/>
            </a:effectRef>
            <a:fontRef idx="minor">
              <a:schemeClr val="tx1"/>
            </a:fontRef>
          </p:style>
        </p:cxnSp>
      </p:grpSp>
      <p:sp>
        <p:nvSpPr>
          <p:cNvPr id="23" name="TextBox 22"/>
          <p:cNvSpPr txBox="1"/>
          <p:nvPr/>
        </p:nvSpPr>
        <p:spPr>
          <a:xfrm>
            <a:off x="8636803" y="2081982"/>
            <a:ext cx="3431292" cy="1292662"/>
          </a:xfrm>
          <a:prstGeom prst="rect">
            <a:avLst/>
          </a:prstGeom>
          <a:noFill/>
        </p:spPr>
        <p:txBody>
          <a:bodyPr wrap="square" lIns="0" tIns="0" rIns="0" bIns="0" rtlCol="0">
            <a:spAutoFit/>
          </a:bodyPr>
          <a:lstStyle/>
          <a:p>
            <a:pPr algn="ctr" rtl="1" fontAlgn="auto">
              <a:spcBef>
                <a:spcPts val="0"/>
              </a:spcBef>
              <a:spcAft>
                <a:spcPts val="0"/>
              </a:spcAft>
            </a:pPr>
            <a:r>
              <a:rPr lang="ar-SA" sz="2800" b="1" u="sng" dirty="0" smtClean="0">
                <a:solidFill>
                  <a:prstClr val="black"/>
                </a:solidFill>
                <a:latin typeface="Roboto Lt"/>
              </a:rPr>
              <a:t>معرفة </a:t>
            </a:r>
            <a:r>
              <a:rPr lang="ar-SA" sz="2800" b="1" u="sng" dirty="0">
                <a:solidFill>
                  <a:prstClr val="black"/>
                </a:solidFill>
                <a:latin typeface="Roboto Lt"/>
              </a:rPr>
              <a:t>التفاصيل</a:t>
            </a:r>
            <a:r>
              <a:rPr lang="ar-SA" sz="2800" b="1" dirty="0" smtClean="0">
                <a:solidFill>
                  <a:prstClr val="black"/>
                </a:solidFill>
                <a:latin typeface="Roboto Lt"/>
              </a:rPr>
              <a:t>:</a:t>
            </a:r>
            <a:endParaRPr lang="en-US" sz="2800" b="1" dirty="0" smtClean="0">
              <a:solidFill>
                <a:prstClr val="black"/>
              </a:solidFill>
              <a:latin typeface="Roboto Lt"/>
            </a:endParaRPr>
          </a:p>
          <a:p>
            <a:pPr algn="ctr" rtl="1" fontAlgn="auto">
              <a:spcBef>
                <a:spcPts val="0"/>
              </a:spcBef>
              <a:spcAft>
                <a:spcPts val="0"/>
              </a:spcAft>
            </a:pPr>
            <a:r>
              <a:rPr lang="ar-SA" sz="2800" b="1" dirty="0" smtClean="0">
                <a:solidFill>
                  <a:prstClr val="black"/>
                </a:solidFill>
                <a:latin typeface="Roboto Lt"/>
              </a:rPr>
              <a:t> </a:t>
            </a:r>
            <a:r>
              <a:rPr lang="ar-SA" sz="2800" b="1" dirty="0">
                <a:solidFill>
                  <a:prstClr val="black"/>
                </a:solidFill>
                <a:latin typeface="Roboto Lt"/>
              </a:rPr>
              <a:t>أي معرفة تفاصيل المعلومات مثل المصطلحات</a:t>
            </a:r>
            <a:endParaRPr lang="en-AU" sz="2800" b="1" dirty="0">
              <a:solidFill>
                <a:prstClr val="black"/>
              </a:solidFill>
              <a:latin typeface="Roboto Lt"/>
            </a:endParaRPr>
          </a:p>
        </p:txBody>
      </p:sp>
      <p:sp>
        <p:nvSpPr>
          <p:cNvPr id="24" name="TextBox 23"/>
          <p:cNvSpPr txBox="1"/>
          <p:nvPr/>
        </p:nvSpPr>
        <p:spPr>
          <a:xfrm>
            <a:off x="438365" y="4974380"/>
            <a:ext cx="3497558" cy="1292662"/>
          </a:xfrm>
          <a:prstGeom prst="rect">
            <a:avLst/>
          </a:prstGeom>
          <a:noFill/>
        </p:spPr>
        <p:txBody>
          <a:bodyPr wrap="square" lIns="0" tIns="0" rIns="0" bIns="0" rtlCol="0">
            <a:spAutoFit/>
          </a:bodyPr>
          <a:lstStyle/>
          <a:p>
            <a:pPr algn="ctr" rtl="1" fontAlgn="auto">
              <a:spcBef>
                <a:spcPts val="0"/>
              </a:spcBef>
              <a:spcAft>
                <a:spcPts val="0"/>
              </a:spcAft>
            </a:pPr>
            <a:r>
              <a:rPr lang="ar-SA" sz="2800" b="1" u="sng" dirty="0" smtClean="0">
                <a:solidFill>
                  <a:prstClr val="black"/>
                </a:solidFill>
                <a:latin typeface="Roboto Lt"/>
              </a:rPr>
              <a:t>معرفة </a:t>
            </a:r>
            <a:r>
              <a:rPr lang="ar-SA" sz="2800" b="1" u="sng" dirty="0">
                <a:solidFill>
                  <a:prstClr val="black"/>
                </a:solidFill>
                <a:latin typeface="Roboto Lt"/>
              </a:rPr>
              <a:t>التعامل بالتفاصيل</a:t>
            </a:r>
            <a:r>
              <a:rPr lang="ar-SA" sz="2800" b="1" dirty="0">
                <a:solidFill>
                  <a:prstClr val="black"/>
                </a:solidFill>
                <a:latin typeface="Roboto Lt"/>
              </a:rPr>
              <a:t>: </a:t>
            </a:r>
            <a:endParaRPr lang="en-US" sz="2800" b="1" dirty="0" smtClean="0">
              <a:solidFill>
                <a:prstClr val="black"/>
              </a:solidFill>
              <a:latin typeface="Roboto Lt"/>
            </a:endParaRPr>
          </a:p>
          <a:p>
            <a:pPr algn="ctr" rtl="1" fontAlgn="auto">
              <a:spcBef>
                <a:spcPts val="0"/>
              </a:spcBef>
              <a:spcAft>
                <a:spcPts val="0"/>
              </a:spcAft>
            </a:pPr>
            <a:r>
              <a:rPr lang="ar-SA" sz="2800" b="1" dirty="0" smtClean="0">
                <a:solidFill>
                  <a:prstClr val="black"/>
                </a:solidFill>
                <a:latin typeface="Roboto Lt"/>
              </a:rPr>
              <a:t>أي </a:t>
            </a:r>
            <a:r>
              <a:rPr lang="ar-SA" sz="2800" b="1" dirty="0">
                <a:solidFill>
                  <a:prstClr val="black"/>
                </a:solidFill>
                <a:latin typeface="Roboto Lt"/>
              </a:rPr>
              <a:t>إدراك المعنى للمفاهيم مثل ماهية المتعارف عليه</a:t>
            </a:r>
            <a:endParaRPr lang="en-AU" sz="2800" b="1" dirty="0">
              <a:solidFill>
                <a:prstClr val="black"/>
              </a:solidFill>
              <a:latin typeface="Roboto Lt"/>
            </a:endParaRPr>
          </a:p>
        </p:txBody>
      </p:sp>
      <p:sp>
        <p:nvSpPr>
          <p:cNvPr id="25" name="TextBox 24"/>
          <p:cNvSpPr txBox="1"/>
          <p:nvPr/>
        </p:nvSpPr>
        <p:spPr>
          <a:xfrm>
            <a:off x="9175867" y="5686375"/>
            <a:ext cx="2769065" cy="861774"/>
          </a:xfrm>
          <a:prstGeom prst="rect">
            <a:avLst/>
          </a:prstGeom>
          <a:noFill/>
        </p:spPr>
        <p:txBody>
          <a:bodyPr wrap="square" lIns="0" tIns="0" rIns="0" bIns="0" rtlCol="0">
            <a:spAutoFit/>
          </a:bodyPr>
          <a:lstStyle/>
          <a:p>
            <a:pPr algn="ctr" rtl="1" fontAlgn="auto">
              <a:spcBef>
                <a:spcPts val="0"/>
              </a:spcBef>
              <a:spcAft>
                <a:spcPts val="0"/>
              </a:spcAft>
            </a:pPr>
            <a:r>
              <a:rPr lang="ar-SA" sz="2800" b="1" dirty="0" smtClean="0">
                <a:solidFill>
                  <a:prstClr val="black"/>
                </a:solidFill>
                <a:latin typeface="Roboto Lt"/>
              </a:rPr>
              <a:t>معرفة </a:t>
            </a:r>
            <a:r>
              <a:rPr lang="ar-SA" sz="2800" b="1" dirty="0">
                <a:solidFill>
                  <a:prstClr val="black"/>
                </a:solidFill>
                <a:latin typeface="Roboto Lt"/>
              </a:rPr>
              <a:t>الشموليات والتجريد في مجال محدد</a:t>
            </a:r>
            <a:endParaRPr lang="en-AU" sz="2800" b="1" dirty="0">
              <a:solidFill>
                <a:prstClr val="black"/>
              </a:solidFill>
              <a:latin typeface="Roboto Lt"/>
            </a:endParaRPr>
          </a:p>
        </p:txBody>
      </p:sp>
      <p:grpSp>
        <p:nvGrpSpPr>
          <p:cNvPr id="26" name="Group 25"/>
          <p:cNvGrpSpPr/>
          <p:nvPr/>
        </p:nvGrpSpPr>
        <p:grpSpPr>
          <a:xfrm>
            <a:off x="4340953" y="2965342"/>
            <a:ext cx="3252971" cy="3223529"/>
            <a:chOff x="4471559" y="2292949"/>
            <a:chExt cx="3252971" cy="3223529"/>
          </a:xfrm>
        </p:grpSpPr>
        <p:sp>
          <p:nvSpPr>
            <p:cNvPr id="27" name="Oval 26"/>
            <p:cNvSpPr/>
            <p:nvPr/>
          </p:nvSpPr>
          <p:spPr>
            <a:xfrm>
              <a:off x="5086095" y="2986348"/>
              <a:ext cx="2047946" cy="2047946"/>
            </a:xfrm>
            <a:prstGeom prst="ellipse">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8" name="Freeform 27"/>
            <p:cNvSpPr/>
            <p:nvPr/>
          </p:nvSpPr>
          <p:spPr>
            <a:xfrm rot="16200000">
              <a:off x="5404942" y="2051051"/>
              <a:ext cx="1382970" cy="1866765"/>
            </a:xfrm>
            <a:custGeom>
              <a:avLst/>
              <a:gdLst>
                <a:gd name="connsiteX0" fmla="*/ 1382970 w 1382970"/>
                <a:gd name="connsiteY0" fmla="*/ 917337 h 1866765"/>
                <a:gd name="connsiteX1" fmla="*/ 1066685 w 1382970"/>
                <a:gd name="connsiteY1" fmla="*/ 1798378 h 1866765"/>
                <a:gd name="connsiteX2" fmla="*/ 1004530 w 1382970"/>
                <a:gd name="connsiteY2" fmla="*/ 1866765 h 1866765"/>
                <a:gd name="connsiteX3" fmla="*/ 0 w 1382970"/>
                <a:gd name="connsiteY3" fmla="*/ 946739 h 1866765"/>
                <a:gd name="connsiteX4" fmla="*/ 1033696 w 1382970"/>
                <a:gd name="connsiteY4" fmla="*/ 0 h 1866765"/>
                <a:gd name="connsiteX5" fmla="*/ 1066685 w 1382970"/>
                <a:gd name="connsiteY5" fmla="*/ 36296 h 1866765"/>
                <a:gd name="connsiteX6" fmla="*/ 1382970 w 1382970"/>
                <a:gd name="connsiteY6" fmla="*/ 917337 h 1866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2970" h="1866765">
                  <a:moveTo>
                    <a:pt x="1382970" y="917337"/>
                  </a:moveTo>
                  <a:cubicBezTo>
                    <a:pt x="1382970" y="1252007"/>
                    <a:pt x="1264275" y="1558954"/>
                    <a:pt x="1066685" y="1798378"/>
                  </a:cubicBezTo>
                  <a:lnTo>
                    <a:pt x="1004530" y="1866765"/>
                  </a:lnTo>
                  <a:lnTo>
                    <a:pt x="0" y="946739"/>
                  </a:lnTo>
                  <a:lnTo>
                    <a:pt x="1033696" y="0"/>
                  </a:lnTo>
                  <a:lnTo>
                    <a:pt x="1066685" y="36296"/>
                  </a:lnTo>
                  <a:cubicBezTo>
                    <a:pt x="1264275" y="275720"/>
                    <a:pt x="1382970" y="582667"/>
                    <a:pt x="1382970" y="917337"/>
                  </a:cubicBezTo>
                  <a:close/>
                </a:path>
              </a:pathLst>
            </a:custGeom>
            <a:solidFill>
              <a:schemeClr val="accent1">
                <a:alpha val="6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fontAlgn="auto">
                <a:spcBef>
                  <a:spcPts val="0"/>
                </a:spcBef>
                <a:spcAft>
                  <a:spcPts val="0"/>
                </a:spcAft>
              </a:pPr>
              <a:endParaRPr lang="en-AU">
                <a:solidFill>
                  <a:prstClr val="white"/>
                </a:solidFill>
              </a:endParaRPr>
            </a:p>
          </p:txBody>
        </p:sp>
        <p:sp>
          <p:nvSpPr>
            <p:cNvPr id="29" name="Freeform 28"/>
            <p:cNvSpPr/>
            <p:nvPr/>
          </p:nvSpPr>
          <p:spPr>
            <a:xfrm rot="8999477">
              <a:off x="4471559" y="3649712"/>
              <a:ext cx="1382970" cy="1866765"/>
            </a:xfrm>
            <a:custGeom>
              <a:avLst/>
              <a:gdLst>
                <a:gd name="connsiteX0" fmla="*/ 1382970 w 1382970"/>
                <a:gd name="connsiteY0" fmla="*/ 917337 h 1866765"/>
                <a:gd name="connsiteX1" fmla="*/ 1066685 w 1382970"/>
                <a:gd name="connsiteY1" fmla="*/ 1798378 h 1866765"/>
                <a:gd name="connsiteX2" fmla="*/ 1004530 w 1382970"/>
                <a:gd name="connsiteY2" fmla="*/ 1866765 h 1866765"/>
                <a:gd name="connsiteX3" fmla="*/ 0 w 1382970"/>
                <a:gd name="connsiteY3" fmla="*/ 946739 h 1866765"/>
                <a:gd name="connsiteX4" fmla="*/ 1033696 w 1382970"/>
                <a:gd name="connsiteY4" fmla="*/ 0 h 1866765"/>
                <a:gd name="connsiteX5" fmla="*/ 1066685 w 1382970"/>
                <a:gd name="connsiteY5" fmla="*/ 36296 h 1866765"/>
                <a:gd name="connsiteX6" fmla="*/ 1382970 w 1382970"/>
                <a:gd name="connsiteY6" fmla="*/ 917337 h 1866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2970" h="1866765">
                  <a:moveTo>
                    <a:pt x="1382970" y="917337"/>
                  </a:moveTo>
                  <a:cubicBezTo>
                    <a:pt x="1382970" y="1252007"/>
                    <a:pt x="1264275" y="1558954"/>
                    <a:pt x="1066685" y="1798378"/>
                  </a:cubicBezTo>
                  <a:lnTo>
                    <a:pt x="1004530" y="1866765"/>
                  </a:lnTo>
                  <a:lnTo>
                    <a:pt x="0" y="946739"/>
                  </a:lnTo>
                  <a:lnTo>
                    <a:pt x="1033696" y="0"/>
                  </a:lnTo>
                  <a:lnTo>
                    <a:pt x="1066685" y="36296"/>
                  </a:lnTo>
                  <a:cubicBezTo>
                    <a:pt x="1264275" y="275720"/>
                    <a:pt x="1382970" y="582667"/>
                    <a:pt x="1382970" y="917337"/>
                  </a:cubicBezTo>
                  <a:close/>
                </a:path>
              </a:pathLst>
            </a:custGeom>
            <a:solidFill>
              <a:schemeClr val="accent2">
                <a:alpha val="6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fontAlgn="auto">
                <a:spcBef>
                  <a:spcPts val="0"/>
                </a:spcBef>
                <a:spcAft>
                  <a:spcPts val="0"/>
                </a:spcAft>
              </a:pPr>
              <a:endParaRPr lang="en-AU">
                <a:solidFill>
                  <a:prstClr val="white"/>
                </a:solidFill>
              </a:endParaRPr>
            </a:p>
          </p:txBody>
        </p:sp>
        <p:sp>
          <p:nvSpPr>
            <p:cNvPr id="30" name="Oval 29"/>
            <p:cNvSpPr/>
            <p:nvPr/>
          </p:nvSpPr>
          <p:spPr>
            <a:xfrm>
              <a:off x="5319493" y="3218789"/>
              <a:ext cx="1581150" cy="1581150"/>
            </a:xfrm>
            <a:prstGeom prst="ellipse">
              <a:avLst/>
            </a:prstGeom>
            <a:solidFill>
              <a:schemeClr val="bg1">
                <a:lumMod val="85000"/>
                <a:alpha val="5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1" name="Freeform 30"/>
            <p:cNvSpPr/>
            <p:nvPr/>
          </p:nvSpPr>
          <p:spPr>
            <a:xfrm rot="12600523" flipH="1">
              <a:off x="6341560" y="3649713"/>
              <a:ext cx="1382970" cy="1866765"/>
            </a:xfrm>
            <a:custGeom>
              <a:avLst/>
              <a:gdLst>
                <a:gd name="connsiteX0" fmla="*/ 1382970 w 1382970"/>
                <a:gd name="connsiteY0" fmla="*/ 917337 h 1866765"/>
                <a:gd name="connsiteX1" fmla="*/ 1066685 w 1382970"/>
                <a:gd name="connsiteY1" fmla="*/ 1798378 h 1866765"/>
                <a:gd name="connsiteX2" fmla="*/ 1004530 w 1382970"/>
                <a:gd name="connsiteY2" fmla="*/ 1866765 h 1866765"/>
                <a:gd name="connsiteX3" fmla="*/ 0 w 1382970"/>
                <a:gd name="connsiteY3" fmla="*/ 946739 h 1866765"/>
                <a:gd name="connsiteX4" fmla="*/ 1033696 w 1382970"/>
                <a:gd name="connsiteY4" fmla="*/ 0 h 1866765"/>
                <a:gd name="connsiteX5" fmla="*/ 1066685 w 1382970"/>
                <a:gd name="connsiteY5" fmla="*/ 36296 h 1866765"/>
                <a:gd name="connsiteX6" fmla="*/ 1382970 w 1382970"/>
                <a:gd name="connsiteY6" fmla="*/ 917337 h 1866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2970" h="1866765">
                  <a:moveTo>
                    <a:pt x="1382970" y="917337"/>
                  </a:moveTo>
                  <a:cubicBezTo>
                    <a:pt x="1382970" y="1252007"/>
                    <a:pt x="1264275" y="1558954"/>
                    <a:pt x="1066685" y="1798378"/>
                  </a:cubicBezTo>
                  <a:lnTo>
                    <a:pt x="1004530" y="1866765"/>
                  </a:lnTo>
                  <a:lnTo>
                    <a:pt x="0" y="946739"/>
                  </a:lnTo>
                  <a:lnTo>
                    <a:pt x="1033696" y="0"/>
                  </a:lnTo>
                  <a:lnTo>
                    <a:pt x="1066685" y="36296"/>
                  </a:lnTo>
                  <a:cubicBezTo>
                    <a:pt x="1264275" y="275720"/>
                    <a:pt x="1382970" y="582667"/>
                    <a:pt x="1382970" y="917337"/>
                  </a:cubicBezTo>
                  <a:close/>
                </a:path>
              </a:pathLst>
            </a:custGeom>
            <a:solidFill>
              <a:schemeClr val="accent4">
                <a:alpha val="6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fontAlgn="auto">
                <a:spcBef>
                  <a:spcPts val="0"/>
                </a:spcBef>
                <a:spcAft>
                  <a:spcPts val="0"/>
                </a:spcAft>
              </a:pPr>
              <a:endParaRPr lang="en-AU">
                <a:solidFill>
                  <a:prstClr val="white"/>
                </a:solidFill>
              </a:endParaRPr>
            </a:p>
          </p:txBody>
        </p:sp>
        <p:sp>
          <p:nvSpPr>
            <p:cNvPr id="32" name="Freeform 31"/>
            <p:cNvSpPr/>
            <p:nvPr/>
          </p:nvSpPr>
          <p:spPr>
            <a:xfrm>
              <a:off x="5605097" y="2985517"/>
              <a:ext cx="1009942" cy="314265"/>
            </a:xfrm>
            <a:custGeom>
              <a:avLst/>
              <a:gdLst>
                <a:gd name="connsiteX0" fmla="*/ 505161 w 1009942"/>
                <a:gd name="connsiteY0" fmla="*/ 0 h 314265"/>
                <a:gd name="connsiteX1" fmla="*/ 903738 w 1009942"/>
                <a:gd name="connsiteY1" fmla="*/ 80469 h 314265"/>
                <a:gd name="connsiteX2" fmla="*/ 1009942 w 1009942"/>
                <a:gd name="connsiteY2" fmla="*/ 138115 h 314265"/>
                <a:gd name="connsiteX3" fmla="*/ 848799 w 1009942"/>
                <a:gd name="connsiteY3" fmla="*/ 314059 h 314265"/>
                <a:gd name="connsiteX4" fmla="*/ 812889 w 1009942"/>
                <a:gd name="connsiteY4" fmla="*/ 294567 h 314265"/>
                <a:gd name="connsiteX5" fmla="*/ 505161 w 1009942"/>
                <a:gd name="connsiteY5" fmla="*/ 232440 h 314265"/>
                <a:gd name="connsiteX6" fmla="*/ 197433 w 1009942"/>
                <a:gd name="connsiteY6" fmla="*/ 294567 h 314265"/>
                <a:gd name="connsiteX7" fmla="*/ 161143 w 1009942"/>
                <a:gd name="connsiteY7" fmla="*/ 314265 h 314265"/>
                <a:gd name="connsiteX8" fmla="*/ 0 w 1009942"/>
                <a:gd name="connsiteY8" fmla="*/ 138321 h 314265"/>
                <a:gd name="connsiteX9" fmla="*/ 106584 w 1009942"/>
                <a:gd name="connsiteY9" fmla="*/ 80469 h 314265"/>
                <a:gd name="connsiteX10" fmla="*/ 505161 w 1009942"/>
                <a:gd name="connsiteY10" fmla="*/ 0 h 314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09942" h="314265">
                  <a:moveTo>
                    <a:pt x="505161" y="0"/>
                  </a:moveTo>
                  <a:cubicBezTo>
                    <a:pt x="646542" y="0"/>
                    <a:pt x="781231" y="28653"/>
                    <a:pt x="903738" y="80469"/>
                  </a:cubicBezTo>
                  <a:lnTo>
                    <a:pt x="1009942" y="138115"/>
                  </a:lnTo>
                  <a:lnTo>
                    <a:pt x="848799" y="314059"/>
                  </a:lnTo>
                  <a:lnTo>
                    <a:pt x="812889" y="294567"/>
                  </a:lnTo>
                  <a:cubicBezTo>
                    <a:pt x="718306" y="254562"/>
                    <a:pt x="614317" y="232440"/>
                    <a:pt x="505161" y="232440"/>
                  </a:cubicBezTo>
                  <a:cubicBezTo>
                    <a:pt x="396005" y="232440"/>
                    <a:pt x="292017" y="254562"/>
                    <a:pt x="197433" y="294567"/>
                  </a:cubicBezTo>
                  <a:lnTo>
                    <a:pt x="161143" y="314265"/>
                  </a:lnTo>
                  <a:lnTo>
                    <a:pt x="0" y="138321"/>
                  </a:lnTo>
                  <a:lnTo>
                    <a:pt x="106584" y="80469"/>
                  </a:lnTo>
                  <a:cubicBezTo>
                    <a:pt x="229091" y="28653"/>
                    <a:pt x="363780" y="0"/>
                    <a:pt x="505161"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fontAlgn="auto">
                <a:spcBef>
                  <a:spcPts val="0"/>
                </a:spcBef>
                <a:spcAft>
                  <a:spcPts val="0"/>
                </a:spcAft>
              </a:pPr>
              <a:endParaRPr lang="en-AU">
                <a:solidFill>
                  <a:prstClr val="white"/>
                </a:solidFill>
              </a:endParaRPr>
            </a:p>
          </p:txBody>
        </p:sp>
        <p:sp>
          <p:nvSpPr>
            <p:cNvPr id="33" name="Freeform 32"/>
            <p:cNvSpPr/>
            <p:nvPr/>
          </p:nvSpPr>
          <p:spPr>
            <a:xfrm>
              <a:off x="6573804" y="4069751"/>
              <a:ext cx="557062" cy="807682"/>
            </a:xfrm>
            <a:custGeom>
              <a:avLst/>
              <a:gdLst>
                <a:gd name="connsiteX0" fmla="*/ 557062 w 557062"/>
                <a:gd name="connsiteY0" fmla="*/ 0 h 807682"/>
                <a:gd name="connsiteX1" fmla="*/ 554941 w 557062"/>
                <a:gd name="connsiteY1" fmla="*/ 41987 h 807682"/>
                <a:gd name="connsiteX2" fmla="*/ 108768 w 557062"/>
                <a:gd name="connsiteY2" fmla="*/ 786387 h 807682"/>
                <a:gd name="connsiteX3" fmla="*/ 73715 w 557062"/>
                <a:gd name="connsiteY3" fmla="*/ 807682 h 807682"/>
                <a:gd name="connsiteX4" fmla="*/ 0 w 557062"/>
                <a:gd name="connsiteY4" fmla="*/ 573966 h 807682"/>
                <a:gd name="connsiteX5" fmla="*/ 95276 w 557062"/>
                <a:gd name="connsiteY5" fmla="*/ 495356 h 807682"/>
                <a:gd name="connsiteX6" fmla="*/ 310768 w 557062"/>
                <a:gd name="connsiteY6" fmla="*/ 95664 h 807682"/>
                <a:gd name="connsiteX7" fmla="*/ 317270 w 557062"/>
                <a:gd name="connsiteY7" fmla="*/ 53060 h 807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7062" h="807682">
                  <a:moveTo>
                    <a:pt x="557062" y="0"/>
                  </a:moveTo>
                  <a:lnTo>
                    <a:pt x="554941" y="41987"/>
                  </a:lnTo>
                  <a:cubicBezTo>
                    <a:pt x="523479" y="351794"/>
                    <a:pt x="353909" y="620773"/>
                    <a:pt x="108768" y="786387"/>
                  </a:cubicBezTo>
                  <a:lnTo>
                    <a:pt x="73715" y="807682"/>
                  </a:lnTo>
                  <a:lnTo>
                    <a:pt x="0" y="573966"/>
                  </a:lnTo>
                  <a:lnTo>
                    <a:pt x="95276" y="495356"/>
                  </a:lnTo>
                  <a:cubicBezTo>
                    <a:pt x="202576" y="388057"/>
                    <a:pt x="279175" y="250057"/>
                    <a:pt x="310768" y="95664"/>
                  </a:cubicBezTo>
                  <a:lnTo>
                    <a:pt x="317270" y="53060"/>
                  </a:lnTo>
                  <a:close/>
                </a:path>
              </a:pathLst>
            </a:cu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fontAlgn="auto">
                <a:spcBef>
                  <a:spcPts val="0"/>
                </a:spcBef>
                <a:spcAft>
                  <a:spcPts val="0"/>
                </a:spcAft>
              </a:pPr>
              <a:endParaRPr lang="en-AU">
                <a:solidFill>
                  <a:prstClr val="white"/>
                </a:solidFill>
              </a:endParaRPr>
            </a:p>
          </p:txBody>
        </p:sp>
        <p:sp>
          <p:nvSpPr>
            <p:cNvPr id="34" name="Freeform 33"/>
            <p:cNvSpPr/>
            <p:nvPr/>
          </p:nvSpPr>
          <p:spPr>
            <a:xfrm rot="8999477">
              <a:off x="5203615" y="3998607"/>
              <a:ext cx="295493" cy="915645"/>
            </a:xfrm>
            <a:custGeom>
              <a:avLst/>
              <a:gdLst>
                <a:gd name="connsiteX0" fmla="*/ 189134 w 295493"/>
                <a:gd name="connsiteY0" fmla="*/ 915645 h 915645"/>
                <a:gd name="connsiteX1" fmla="*/ 7595 w 295493"/>
                <a:gd name="connsiteY1" fmla="*/ 749377 h 915645"/>
                <a:gd name="connsiteX2" fmla="*/ 21246 w 295493"/>
                <a:gd name="connsiteY2" fmla="*/ 714421 h 915645"/>
                <a:gd name="connsiteX3" fmla="*/ 34539 w 295493"/>
                <a:gd name="connsiteY3" fmla="*/ 260533 h 915645"/>
                <a:gd name="connsiteX4" fmla="*/ 0 w 295493"/>
                <a:gd name="connsiteY4" fmla="*/ 167986 h 915645"/>
                <a:gd name="connsiteX5" fmla="*/ 183416 w 295493"/>
                <a:gd name="connsiteY5" fmla="*/ 0 h 915645"/>
                <a:gd name="connsiteX6" fmla="*/ 191776 w 295493"/>
                <a:gd name="connsiteY6" fmla="*/ 15263 h 915645"/>
                <a:gd name="connsiteX7" fmla="*/ 205842 w 295493"/>
                <a:gd name="connsiteY7" fmla="*/ 883020 h 915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5493" h="915645">
                  <a:moveTo>
                    <a:pt x="189134" y="915645"/>
                  </a:moveTo>
                  <a:lnTo>
                    <a:pt x="7595" y="749377"/>
                  </a:lnTo>
                  <a:lnTo>
                    <a:pt x="21246" y="714421"/>
                  </a:lnTo>
                  <a:cubicBezTo>
                    <a:pt x="71105" y="564922"/>
                    <a:pt x="73791" y="407112"/>
                    <a:pt x="34539" y="260533"/>
                  </a:cubicBezTo>
                  <a:lnTo>
                    <a:pt x="0" y="167986"/>
                  </a:lnTo>
                  <a:lnTo>
                    <a:pt x="183416" y="0"/>
                  </a:lnTo>
                  <a:lnTo>
                    <a:pt x="191776" y="15263"/>
                  </a:lnTo>
                  <a:cubicBezTo>
                    <a:pt x="321228" y="281278"/>
                    <a:pt x="333541" y="599008"/>
                    <a:pt x="205842" y="883020"/>
                  </a:cubicBezTo>
                  <a:close/>
                </a:path>
              </a:pathLst>
            </a:custGeom>
            <a:solidFill>
              <a:schemeClr val="accent2">
                <a:lumMod val="75000"/>
                <a:alpha val="6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fontAlgn="auto">
                <a:spcBef>
                  <a:spcPts val="0"/>
                </a:spcBef>
                <a:spcAft>
                  <a:spcPts val="0"/>
                </a:spcAft>
              </a:pPr>
              <a:endParaRPr lang="en-AU">
                <a:solidFill>
                  <a:prstClr val="white"/>
                </a:solidFill>
              </a:endParaRPr>
            </a:p>
          </p:txBody>
        </p:sp>
      </p:grpSp>
      <p:sp>
        <p:nvSpPr>
          <p:cNvPr id="35" name="Oval 34"/>
          <p:cNvSpPr/>
          <p:nvPr/>
        </p:nvSpPr>
        <p:spPr>
          <a:xfrm>
            <a:off x="0" y="573371"/>
            <a:ext cx="283163" cy="283163"/>
          </a:xfrm>
          <a:prstGeom prst="ellipse">
            <a:avLst/>
          </a:prstGeom>
          <a:solidFill>
            <a:srgbClr val="83B14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grpSp>
        <p:nvGrpSpPr>
          <p:cNvPr id="36" name="Group 17"/>
          <p:cNvGrpSpPr/>
          <p:nvPr/>
        </p:nvGrpSpPr>
        <p:grpSpPr>
          <a:xfrm>
            <a:off x="195138" y="294285"/>
            <a:ext cx="2879675" cy="861802"/>
            <a:chOff x="3047999" y="2196251"/>
            <a:chExt cx="2662589" cy="796834"/>
          </a:xfrm>
          <a:solidFill>
            <a:schemeClr val="accent5">
              <a:lumMod val="60000"/>
              <a:lumOff val="40000"/>
            </a:schemeClr>
          </a:solidFill>
        </p:grpSpPr>
        <p:sp>
          <p:nvSpPr>
            <p:cNvPr id="37" name="Rounded Rectangle 36"/>
            <p:cNvSpPr/>
            <p:nvPr/>
          </p:nvSpPr>
          <p:spPr bwMode="auto">
            <a:xfrm>
              <a:off x="3616180" y="2242087"/>
              <a:ext cx="2094408" cy="750998"/>
            </a:xfrm>
            <a:prstGeom prst="roundRect">
              <a:avLst/>
            </a:prstGeom>
            <a:grpFill/>
            <a:ln w="9525">
              <a:noFill/>
              <a:round/>
              <a:headEnd/>
              <a:tailEnd/>
            </a:ln>
          </p:spPr>
          <p:txBody>
            <a:bodyPr vert="horz" wrap="square" lIns="91440" tIns="45720" rIns="91440" bIns="45720" numCol="1" rtlCol="0" anchor="ctr" anchorCtr="0" compatLnSpc="1">
              <a:prstTxWarp prst="textNoShape">
                <a:avLst/>
              </a:prstTxWarp>
            </a:bodyPr>
            <a:lstStyle/>
            <a:p>
              <a:pPr algn="ctr" fontAlgn="auto">
                <a:spcBef>
                  <a:spcPts val="0"/>
                </a:spcBef>
                <a:spcAft>
                  <a:spcPts val="0"/>
                </a:spcAft>
              </a:pPr>
              <a:endParaRPr lang="en-US" b="1" dirty="0">
                <a:solidFill>
                  <a:prstClr val="white"/>
                </a:solidFill>
                <a:latin typeface="Roboto Lt"/>
                <a:cs typeface="+mn-cs"/>
              </a:endParaRPr>
            </a:p>
          </p:txBody>
        </p:sp>
        <p:sp>
          <p:nvSpPr>
            <p:cNvPr id="38" name="Rounded Rectangle 37"/>
            <p:cNvSpPr/>
            <p:nvPr/>
          </p:nvSpPr>
          <p:spPr bwMode="auto">
            <a:xfrm>
              <a:off x="3581401" y="2196251"/>
              <a:ext cx="2094408" cy="750998"/>
            </a:xfrm>
            <a:prstGeom prst="roundRect">
              <a:avLst/>
            </a:prstGeom>
            <a:grpFill/>
            <a:ln w="9525">
              <a:noFill/>
              <a:round/>
              <a:headEnd/>
              <a:tailEnd/>
            </a:ln>
          </p:spPr>
          <p:txBody>
            <a:bodyPr vert="horz" wrap="square" lIns="91440" tIns="45720" rIns="91440" bIns="45720" numCol="1" rtlCol="0" anchor="ctr" anchorCtr="0" compatLnSpc="1">
              <a:prstTxWarp prst="textNoShape">
                <a:avLst/>
              </a:prstTxWarp>
            </a:bodyPr>
            <a:lstStyle/>
            <a:p>
              <a:pPr algn="ctr" rtl="1" fontAlgn="auto">
                <a:spcBef>
                  <a:spcPts val="0"/>
                </a:spcBef>
                <a:spcAft>
                  <a:spcPts val="0"/>
                </a:spcAft>
              </a:pPr>
              <a:r>
                <a:rPr lang="ar-SA" sz="4000" b="1" dirty="0">
                  <a:latin typeface="Roboto"/>
                  <a:ea typeface="Fira Sans SemiBold Italic" panose="00000700000000000000" pitchFamily="50" charset="0"/>
                  <a:cs typeface="+mn-cs"/>
                </a:rPr>
                <a:t>المعرفة</a:t>
              </a:r>
              <a:endParaRPr lang="en-US" sz="1600" b="1" dirty="0">
                <a:latin typeface="Roboto"/>
                <a:ea typeface="Fira Sans SemiBold Italic" panose="00000700000000000000" pitchFamily="50" charset="0"/>
                <a:cs typeface="+mn-cs"/>
              </a:endParaRPr>
            </a:p>
          </p:txBody>
        </p:sp>
        <p:grpSp>
          <p:nvGrpSpPr>
            <p:cNvPr id="39" name="Group 22"/>
            <p:cNvGrpSpPr/>
            <p:nvPr/>
          </p:nvGrpSpPr>
          <p:grpSpPr>
            <a:xfrm rot="16200000">
              <a:off x="3369279" y="2174269"/>
              <a:ext cx="195640" cy="838200"/>
              <a:chOff x="3686186" y="1166322"/>
              <a:chExt cx="152400" cy="652944"/>
            </a:xfrm>
            <a:grpFill/>
          </p:grpSpPr>
          <p:sp>
            <p:nvSpPr>
              <p:cNvPr id="40" name="Oval 39"/>
              <p:cNvSpPr/>
              <p:nvPr/>
            </p:nvSpPr>
            <p:spPr>
              <a:xfrm>
                <a:off x="3686186" y="1666867"/>
                <a:ext cx="152400" cy="15239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sz="1600" dirty="0">
                  <a:solidFill>
                    <a:prstClr val="white"/>
                  </a:solidFill>
                </a:endParaRPr>
              </a:p>
            </p:txBody>
          </p:sp>
          <p:sp>
            <p:nvSpPr>
              <p:cNvPr id="41" name="Rounded Rectangle 40"/>
              <p:cNvSpPr/>
              <p:nvPr/>
            </p:nvSpPr>
            <p:spPr>
              <a:xfrm>
                <a:off x="3737893" y="1166322"/>
                <a:ext cx="48984" cy="610899"/>
              </a:xfrm>
              <a:prstGeom prst="roundRect">
                <a:avLst>
                  <a:gd name="adj" fmla="val 38542"/>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sz="1600" dirty="0">
                  <a:solidFill>
                    <a:prstClr val="white"/>
                  </a:solidFill>
                </a:endParaRPr>
              </a:p>
            </p:txBody>
          </p:sp>
        </p:grpSp>
      </p:grpSp>
    </p:spTree>
    <p:extLst>
      <p:ext uri="{BB962C8B-B14F-4D97-AF65-F5344CB8AC3E}">
        <p14:creationId xmlns:p14="http://schemas.microsoft.com/office/powerpoint/2010/main" val="262846296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69"/>
                                        </p:tgtEl>
                                        <p:attrNameLst>
                                          <p:attrName>style.visibility</p:attrName>
                                        </p:attrNameLst>
                                      </p:cBhvr>
                                      <p:to>
                                        <p:strVal val="visible"/>
                                      </p:to>
                                    </p:set>
                                    <p:animEffect transition="in" filter="fade">
                                      <p:cBhvr>
                                        <p:cTn id="7" dur="500"/>
                                        <p:tgtEl>
                                          <p:spTgt spid="69"/>
                                        </p:tgtEl>
                                      </p:cBhvr>
                                    </p:animEffect>
                                  </p:childTnLst>
                                </p:cTn>
                              </p:par>
                            </p:childTnLst>
                          </p:cTn>
                        </p:par>
                        <p:par>
                          <p:cTn id="8" fill="hold">
                            <p:stCondLst>
                              <p:cond delay="500"/>
                            </p:stCondLst>
                            <p:childTnLst>
                              <p:par>
                                <p:cTn id="9" presetID="49" presetClass="entr" presetSubtype="0" decel="100000" fill="hold" nodeType="afterEffect">
                                  <p:stCondLst>
                                    <p:cond delay="0"/>
                                  </p:stCondLst>
                                  <p:childTnLst>
                                    <p:set>
                                      <p:cBhvr>
                                        <p:cTn id="10" dur="1" fill="hold">
                                          <p:stCondLst>
                                            <p:cond delay="0"/>
                                          </p:stCondLst>
                                        </p:cTn>
                                        <p:tgtEl>
                                          <p:spTgt spid="26"/>
                                        </p:tgtEl>
                                        <p:attrNameLst>
                                          <p:attrName>style.visibility</p:attrName>
                                        </p:attrNameLst>
                                      </p:cBhvr>
                                      <p:to>
                                        <p:strVal val="visible"/>
                                      </p:to>
                                    </p:set>
                                    <p:anim calcmode="lin" valueType="num">
                                      <p:cBhvr>
                                        <p:cTn id="11" dur="500" fill="hold"/>
                                        <p:tgtEl>
                                          <p:spTgt spid="26"/>
                                        </p:tgtEl>
                                        <p:attrNameLst>
                                          <p:attrName>ppt_w</p:attrName>
                                        </p:attrNameLst>
                                      </p:cBhvr>
                                      <p:tavLst>
                                        <p:tav tm="0">
                                          <p:val>
                                            <p:fltVal val="0"/>
                                          </p:val>
                                        </p:tav>
                                        <p:tav tm="100000">
                                          <p:val>
                                            <p:strVal val="#ppt_w"/>
                                          </p:val>
                                        </p:tav>
                                      </p:tavLst>
                                    </p:anim>
                                    <p:anim calcmode="lin" valueType="num">
                                      <p:cBhvr>
                                        <p:cTn id="12" dur="500" fill="hold"/>
                                        <p:tgtEl>
                                          <p:spTgt spid="26"/>
                                        </p:tgtEl>
                                        <p:attrNameLst>
                                          <p:attrName>ppt_h</p:attrName>
                                        </p:attrNameLst>
                                      </p:cBhvr>
                                      <p:tavLst>
                                        <p:tav tm="0">
                                          <p:val>
                                            <p:fltVal val="0"/>
                                          </p:val>
                                        </p:tav>
                                        <p:tav tm="100000">
                                          <p:val>
                                            <p:strVal val="#ppt_h"/>
                                          </p:val>
                                        </p:tav>
                                      </p:tavLst>
                                    </p:anim>
                                    <p:anim calcmode="lin" valueType="num">
                                      <p:cBhvr>
                                        <p:cTn id="13" dur="500" fill="hold"/>
                                        <p:tgtEl>
                                          <p:spTgt spid="26"/>
                                        </p:tgtEl>
                                        <p:attrNameLst>
                                          <p:attrName>style.rotation</p:attrName>
                                        </p:attrNameLst>
                                      </p:cBhvr>
                                      <p:tavLst>
                                        <p:tav tm="0">
                                          <p:val>
                                            <p:fltVal val="360"/>
                                          </p:val>
                                        </p:tav>
                                        <p:tav tm="100000">
                                          <p:val>
                                            <p:fltVal val="0"/>
                                          </p:val>
                                        </p:tav>
                                      </p:tavLst>
                                    </p:anim>
                                    <p:animEffect transition="in" filter="fade">
                                      <p:cBhvr>
                                        <p:cTn id="14" dur="500"/>
                                        <p:tgtEl>
                                          <p:spTgt spid="26"/>
                                        </p:tgtEl>
                                      </p:cBhvr>
                                    </p:animEffect>
                                  </p:childTnLst>
                                </p:cTn>
                              </p:par>
                            </p:childTnLst>
                          </p:cTn>
                        </p:par>
                        <p:par>
                          <p:cTn id="15" fill="hold">
                            <p:stCondLst>
                              <p:cond delay="1000"/>
                            </p:stCondLst>
                            <p:childTnLst>
                              <p:par>
                                <p:cTn id="16" presetID="22" presetClass="entr" presetSubtype="4" fill="hold" nodeType="afterEffect">
                                  <p:stCondLst>
                                    <p:cond delay="0"/>
                                  </p:stCondLst>
                                  <p:childTnLst>
                                    <p:set>
                                      <p:cBhvr>
                                        <p:cTn id="17" dur="1" fill="hold">
                                          <p:stCondLst>
                                            <p:cond delay="0"/>
                                          </p:stCondLst>
                                        </p:cTn>
                                        <p:tgtEl>
                                          <p:spTgt spid="14"/>
                                        </p:tgtEl>
                                        <p:attrNameLst>
                                          <p:attrName>style.visibility</p:attrName>
                                        </p:attrNameLst>
                                      </p:cBhvr>
                                      <p:to>
                                        <p:strVal val="visible"/>
                                      </p:to>
                                    </p:set>
                                    <p:animEffect transition="in" filter="wipe(down)">
                                      <p:cBhvr>
                                        <p:cTn id="18" dur="500"/>
                                        <p:tgtEl>
                                          <p:spTgt spid="14"/>
                                        </p:tgtEl>
                                      </p:cBhvr>
                                    </p:animEffect>
                                  </p:childTnLst>
                                </p:cTn>
                              </p:par>
                            </p:childTnLst>
                          </p:cTn>
                        </p:par>
                        <p:par>
                          <p:cTn id="19" fill="hold">
                            <p:stCondLst>
                              <p:cond delay="1500"/>
                            </p:stCondLst>
                            <p:childTnLst>
                              <p:par>
                                <p:cTn id="20" presetID="18" presetClass="entr" presetSubtype="6" fill="hold" grpId="0" nodeType="afterEffect">
                                  <p:stCondLst>
                                    <p:cond delay="0"/>
                                  </p:stCondLst>
                                  <p:childTnLst>
                                    <p:set>
                                      <p:cBhvr>
                                        <p:cTn id="21" dur="1" fill="hold">
                                          <p:stCondLst>
                                            <p:cond delay="0"/>
                                          </p:stCondLst>
                                        </p:cTn>
                                        <p:tgtEl>
                                          <p:spTgt spid="23"/>
                                        </p:tgtEl>
                                        <p:attrNameLst>
                                          <p:attrName>style.visibility</p:attrName>
                                        </p:attrNameLst>
                                      </p:cBhvr>
                                      <p:to>
                                        <p:strVal val="visible"/>
                                      </p:to>
                                    </p:set>
                                    <p:animEffect transition="in" filter="strips(downRight)">
                                      <p:cBhvr>
                                        <p:cTn id="22" dur="500"/>
                                        <p:tgtEl>
                                          <p:spTgt spid="23"/>
                                        </p:tgtEl>
                                      </p:cBhvr>
                                    </p:animEffect>
                                  </p:childTnLst>
                                </p:cTn>
                              </p:par>
                            </p:childTnLst>
                          </p:cTn>
                        </p:par>
                        <p:par>
                          <p:cTn id="23" fill="hold">
                            <p:stCondLst>
                              <p:cond delay="2000"/>
                            </p:stCondLst>
                            <p:childTnLst>
                              <p:par>
                                <p:cTn id="24" presetID="22" presetClass="entr" presetSubtype="2" fill="hold" nodeType="afterEffect">
                                  <p:stCondLst>
                                    <p:cond delay="0"/>
                                  </p:stCondLst>
                                  <p:childTnLst>
                                    <p:set>
                                      <p:cBhvr>
                                        <p:cTn id="25" dur="1" fill="hold">
                                          <p:stCondLst>
                                            <p:cond delay="0"/>
                                          </p:stCondLst>
                                        </p:cTn>
                                        <p:tgtEl>
                                          <p:spTgt spid="17"/>
                                        </p:tgtEl>
                                        <p:attrNameLst>
                                          <p:attrName>style.visibility</p:attrName>
                                        </p:attrNameLst>
                                      </p:cBhvr>
                                      <p:to>
                                        <p:strVal val="visible"/>
                                      </p:to>
                                    </p:set>
                                    <p:animEffect transition="in" filter="wipe(right)">
                                      <p:cBhvr>
                                        <p:cTn id="26" dur="500"/>
                                        <p:tgtEl>
                                          <p:spTgt spid="17"/>
                                        </p:tgtEl>
                                      </p:cBhvr>
                                    </p:animEffect>
                                  </p:childTnLst>
                                </p:cTn>
                              </p:par>
                            </p:childTnLst>
                          </p:cTn>
                        </p:par>
                        <p:par>
                          <p:cTn id="27" fill="hold">
                            <p:stCondLst>
                              <p:cond delay="2500"/>
                            </p:stCondLst>
                            <p:childTnLst>
                              <p:par>
                                <p:cTn id="28" presetID="18" presetClass="entr" presetSubtype="12" fill="hold" grpId="0" nodeType="afterEffect">
                                  <p:stCondLst>
                                    <p:cond delay="0"/>
                                  </p:stCondLst>
                                  <p:childTnLst>
                                    <p:set>
                                      <p:cBhvr>
                                        <p:cTn id="29" dur="1" fill="hold">
                                          <p:stCondLst>
                                            <p:cond delay="0"/>
                                          </p:stCondLst>
                                        </p:cTn>
                                        <p:tgtEl>
                                          <p:spTgt spid="24"/>
                                        </p:tgtEl>
                                        <p:attrNameLst>
                                          <p:attrName>style.visibility</p:attrName>
                                        </p:attrNameLst>
                                      </p:cBhvr>
                                      <p:to>
                                        <p:strVal val="visible"/>
                                      </p:to>
                                    </p:set>
                                    <p:animEffect transition="in" filter="strips(downLeft)">
                                      <p:cBhvr>
                                        <p:cTn id="30" dur="500"/>
                                        <p:tgtEl>
                                          <p:spTgt spid="24"/>
                                        </p:tgtEl>
                                      </p:cBhvr>
                                    </p:animEffect>
                                  </p:childTnLst>
                                </p:cTn>
                              </p:par>
                            </p:childTnLst>
                          </p:cTn>
                        </p:par>
                        <p:par>
                          <p:cTn id="31" fill="hold">
                            <p:stCondLst>
                              <p:cond delay="3000"/>
                            </p:stCondLst>
                            <p:childTnLst>
                              <p:par>
                                <p:cTn id="32" presetID="22" presetClass="entr" presetSubtype="8" fill="hold" nodeType="afterEffect">
                                  <p:stCondLst>
                                    <p:cond delay="0"/>
                                  </p:stCondLst>
                                  <p:childTnLst>
                                    <p:set>
                                      <p:cBhvr>
                                        <p:cTn id="33" dur="1" fill="hold">
                                          <p:stCondLst>
                                            <p:cond delay="0"/>
                                          </p:stCondLst>
                                        </p:cTn>
                                        <p:tgtEl>
                                          <p:spTgt spid="20"/>
                                        </p:tgtEl>
                                        <p:attrNameLst>
                                          <p:attrName>style.visibility</p:attrName>
                                        </p:attrNameLst>
                                      </p:cBhvr>
                                      <p:to>
                                        <p:strVal val="visible"/>
                                      </p:to>
                                    </p:set>
                                    <p:animEffect transition="in" filter="wipe(left)">
                                      <p:cBhvr>
                                        <p:cTn id="34" dur="500"/>
                                        <p:tgtEl>
                                          <p:spTgt spid="20"/>
                                        </p:tgtEl>
                                      </p:cBhvr>
                                    </p:animEffect>
                                  </p:childTnLst>
                                </p:cTn>
                              </p:par>
                            </p:childTnLst>
                          </p:cTn>
                        </p:par>
                        <p:par>
                          <p:cTn id="35" fill="hold">
                            <p:stCondLst>
                              <p:cond delay="3500"/>
                            </p:stCondLst>
                            <p:childTnLst>
                              <p:par>
                                <p:cTn id="36" presetID="18" presetClass="entr" presetSubtype="6" fill="hold" grpId="0" nodeType="afterEffect">
                                  <p:stCondLst>
                                    <p:cond delay="0"/>
                                  </p:stCondLst>
                                  <p:childTnLst>
                                    <p:set>
                                      <p:cBhvr>
                                        <p:cTn id="37" dur="1" fill="hold">
                                          <p:stCondLst>
                                            <p:cond delay="0"/>
                                          </p:stCondLst>
                                        </p:cTn>
                                        <p:tgtEl>
                                          <p:spTgt spid="25"/>
                                        </p:tgtEl>
                                        <p:attrNameLst>
                                          <p:attrName>style.visibility</p:attrName>
                                        </p:attrNameLst>
                                      </p:cBhvr>
                                      <p:to>
                                        <p:strVal val="visible"/>
                                      </p:to>
                                    </p:set>
                                    <p:animEffect transition="in" filter="strips(downRight)">
                                      <p:cBhvr>
                                        <p:cTn id="38"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9" grpId="0"/>
      <p:bldP spid="23" grpId="0"/>
      <p:bldP spid="24" grpId="0"/>
      <p:bldP spid="25" grpId="0"/>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Oval 49"/>
          <p:cNvSpPr/>
          <p:nvPr/>
        </p:nvSpPr>
        <p:spPr>
          <a:xfrm>
            <a:off x="188648" y="4033425"/>
            <a:ext cx="283163" cy="28316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48" name="Oval 47"/>
          <p:cNvSpPr/>
          <p:nvPr/>
        </p:nvSpPr>
        <p:spPr>
          <a:xfrm>
            <a:off x="193866" y="2201604"/>
            <a:ext cx="283163" cy="28316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grpSp>
        <p:nvGrpSpPr>
          <p:cNvPr id="29" name="Group 17"/>
          <p:cNvGrpSpPr/>
          <p:nvPr/>
        </p:nvGrpSpPr>
        <p:grpSpPr>
          <a:xfrm>
            <a:off x="389004" y="1922518"/>
            <a:ext cx="2879675" cy="861802"/>
            <a:chOff x="3047999" y="2196251"/>
            <a:chExt cx="2662589" cy="796834"/>
          </a:xfrm>
        </p:grpSpPr>
        <p:sp>
          <p:nvSpPr>
            <p:cNvPr id="30" name="Rounded Rectangle 29"/>
            <p:cNvSpPr/>
            <p:nvPr/>
          </p:nvSpPr>
          <p:spPr bwMode="auto">
            <a:xfrm>
              <a:off x="3616180" y="2242087"/>
              <a:ext cx="2094408" cy="750998"/>
            </a:xfrm>
            <a:prstGeom prst="roundRect">
              <a:avLst/>
            </a:prstGeom>
            <a:solidFill>
              <a:schemeClr val="accent2">
                <a:lumMod val="75000"/>
              </a:schemeClr>
            </a:solidFill>
            <a:ln w="9525">
              <a:noFill/>
              <a:round/>
              <a:headEnd/>
              <a:tailEnd/>
            </a:ln>
          </p:spPr>
          <p:txBody>
            <a:bodyPr vert="horz" wrap="square" lIns="91440" tIns="45720" rIns="91440" bIns="45720" numCol="1" rtlCol="0" anchor="ctr" anchorCtr="0" compatLnSpc="1">
              <a:prstTxWarp prst="textNoShape">
                <a:avLst/>
              </a:prstTxWarp>
            </a:bodyPr>
            <a:lstStyle/>
            <a:p>
              <a:pPr algn="ctr" fontAlgn="auto">
                <a:spcBef>
                  <a:spcPts val="0"/>
                </a:spcBef>
                <a:spcAft>
                  <a:spcPts val="0"/>
                </a:spcAft>
              </a:pPr>
              <a:endParaRPr lang="en-US" b="1" dirty="0">
                <a:solidFill>
                  <a:prstClr val="white"/>
                </a:solidFill>
                <a:latin typeface="Roboto Lt"/>
                <a:cs typeface="+mn-cs"/>
              </a:endParaRPr>
            </a:p>
          </p:txBody>
        </p:sp>
        <p:sp>
          <p:nvSpPr>
            <p:cNvPr id="31" name="Rounded Rectangle 30"/>
            <p:cNvSpPr/>
            <p:nvPr/>
          </p:nvSpPr>
          <p:spPr bwMode="auto">
            <a:xfrm>
              <a:off x="3581401" y="2196251"/>
              <a:ext cx="2094408" cy="750998"/>
            </a:xfrm>
            <a:prstGeom prst="roundRect">
              <a:avLst/>
            </a:prstGeom>
            <a:solidFill>
              <a:schemeClr val="accent2"/>
            </a:solidFill>
            <a:ln w="9525">
              <a:noFill/>
              <a:round/>
              <a:headEnd/>
              <a:tailEnd/>
            </a:ln>
          </p:spPr>
          <p:txBody>
            <a:bodyPr vert="horz" wrap="square" lIns="91440" tIns="45720" rIns="91440" bIns="45720" numCol="1" rtlCol="0" anchor="ctr" anchorCtr="0" compatLnSpc="1">
              <a:prstTxWarp prst="textNoShape">
                <a:avLst/>
              </a:prstTxWarp>
            </a:bodyPr>
            <a:lstStyle/>
            <a:p>
              <a:pPr algn="ctr" rtl="1" fontAlgn="auto">
                <a:spcBef>
                  <a:spcPts val="0"/>
                </a:spcBef>
                <a:spcAft>
                  <a:spcPts val="0"/>
                </a:spcAft>
              </a:pPr>
              <a:r>
                <a:rPr lang="ar-SA" sz="4000" b="1" dirty="0" smtClean="0">
                  <a:latin typeface="Roboto"/>
                  <a:ea typeface="Fira Sans SemiBold Italic" panose="00000700000000000000" pitchFamily="50" charset="0"/>
                  <a:cs typeface="+mn-cs"/>
                </a:rPr>
                <a:t>الفهم</a:t>
              </a:r>
              <a:endParaRPr lang="en-US" sz="1600" b="1" dirty="0">
                <a:latin typeface="Roboto"/>
                <a:ea typeface="Fira Sans SemiBold Italic" panose="00000700000000000000" pitchFamily="50" charset="0"/>
                <a:cs typeface="+mn-cs"/>
              </a:endParaRPr>
            </a:p>
          </p:txBody>
        </p:sp>
        <p:grpSp>
          <p:nvGrpSpPr>
            <p:cNvPr id="32" name="Group 22"/>
            <p:cNvGrpSpPr/>
            <p:nvPr/>
          </p:nvGrpSpPr>
          <p:grpSpPr>
            <a:xfrm rot="16200000">
              <a:off x="3369279" y="2174269"/>
              <a:ext cx="195640" cy="838200"/>
              <a:chOff x="3686186" y="1166322"/>
              <a:chExt cx="152400" cy="652944"/>
            </a:xfrm>
          </p:grpSpPr>
          <p:sp>
            <p:nvSpPr>
              <p:cNvPr id="33" name="Oval 32"/>
              <p:cNvSpPr/>
              <p:nvPr/>
            </p:nvSpPr>
            <p:spPr>
              <a:xfrm>
                <a:off x="3686186" y="1666867"/>
                <a:ext cx="152400" cy="152399"/>
              </a:xfrm>
              <a:prstGeom prst="ellips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sz="1600" dirty="0">
                  <a:solidFill>
                    <a:prstClr val="white"/>
                  </a:solidFill>
                </a:endParaRPr>
              </a:p>
            </p:txBody>
          </p:sp>
          <p:sp>
            <p:nvSpPr>
              <p:cNvPr id="34" name="Rounded Rectangle 33"/>
              <p:cNvSpPr/>
              <p:nvPr/>
            </p:nvSpPr>
            <p:spPr>
              <a:xfrm>
                <a:off x="3737893" y="1166322"/>
                <a:ext cx="48984" cy="610899"/>
              </a:xfrm>
              <a:prstGeom prst="roundRect">
                <a:avLst>
                  <a:gd name="adj" fmla="val 38542"/>
                </a:avLst>
              </a:prstGeom>
              <a:gradFill>
                <a:gsLst>
                  <a:gs pos="2000">
                    <a:schemeClr val="tx1">
                      <a:lumMod val="50000"/>
                      <a:lumOff val="50000"/>
                    </a:schemeClr>
                  </a:gs>
                  <a:gs pos="100000">
                    <a:schemeClr val="bg1"/>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sz="1600" dirty="0">
                  <a:solidFill>
                    <a:prstClr val="white"/>
                  </a:solidFill>
                </a:endParaRPr>
              </a:p>
            </p:txBody>
          </p:sp>
        </p:grpSp>
      </p:grpSp>
      <p:grpSp>
        <p:nvGrpSpPr>
          <p:cNvPr id="41" name="Group 17"/>
          <p:cNvGrpSpPr/>
          <p:nvPr/>
        </p:nvGrpSpPr>
        <p:grpSpPr>
          <a:xfrm>
            <a:off x="314031" y="3745510"/>
            <a:ext cx="2879675" cy="861802"/>
            <a:chOff x="3047999" y="2196251"/>
            <a:chExt cx="2662589" cy="796834"/>
          </a:xfrm>
        </p:grpSpPr>
        <p:sp>
          <p:nvSpPr>
            <p:cNvPr id="42" name="Rounded Rectangle 41"/>
            <p:cNvSpPr/>
            <p:nvPr/>
          </p:nvSpPr>
          <p:spPr bwMode="auto">
            <a:xfrm>
              <a:off x="3616180" y="2242087"/>
              <a:ext cx="2094408" cy="750998"/>
            </a:xfrm>
            <a:prstGeom prst="roundRect">
              <a:avLst/>
            </a:prstGeom>
            <a:solidFill>
              <a:schemeClr val="accent3">
                <a:lumMod val="75000"/>
                <a:lumOff val="25000"/>
              </a:schemeClr>
            </a:solidFill>
            <a:ln w="9525">
              <a:noFill/>
              <a:round/>
              <a:headEnd/>
              <a:tailEnd/>
            </a:ln>
          </p:spPr>
          <p:txBody>
            <a:bodyPr vert="horz" wrap="square" lIns="91440" tIns="45720" rIns="91440" bIns="45720" numCol="1" rtlCol="0" anchor="ctr" anchorCtr="0" compatLnSpc="1">
              <a:prstTxWarp prst="textNoShape">
                <a:avLst/>
              </a:prstTxWarp>
            </a:bodyPr>
            <a:lstStyle/>
            <a:p>
              <a:pPr algn="ctr" fontAlgn="auto">
                <a:spcBef>
                  <a:spcPts val="0"/>
                </a:spcBef>
                <a:spcAft>
                  <a:spcPts val="0"/>
                </a:spcAft>
              </a:pPr>
              <a:endParaRPr lang="en-US" b="1" dirty="0">
                <a:solidFill>
                  <a:prstClr val="white"/>
                </a:solidFill>
                <a:latin typeface="Roboto Lt"/>
                <a:cs typeface="+mn-cs"/>
              </a:endParaRPr>
            </a:p>
          </p:txBody>
        </p:sp>
        <p:sp>
          <p:nvSpPr>
            <p:cNvPr id="43" name="Rounded Rectangle 42"/>
            <p:cNvSpPr/>
            <p:nvPr/>
          </p:nvSpPr>
          <p:spPr bwMode="auto">
            <a:xfrm>
              <a:off x="3581401" y="2196251"/>
              <a:ext cx="2094408" cy="750998"/>
            </a:xfrm>
            <a:prstGeom prst="roundRect">
              <a:avLst/>
            </a:prstGeom>
            <a:solidFill>
              <a:schemeClr val="accent4"/>
            </a:solidFill>
            <a:ln w="9525">
              <a:noFill/>
              <a:round/>
              <a:headEnd/>
              <a:tailEnd/>
            </a:ln>
          </p:spPr>
          <p:txBody>
            <a:bodyPr vert="horz" wrap="square" lIns="91440" tIns="45720" rIns="91440" bIns="45720" numCol="1" rtlCol="0" anchor="ctr" anchorCtr="0" compatLnSpc="1">
              <a:prstTxWarp prst="textNoShape">
                <a:avLst/>
              </a:prstTxWarp>
            </a:bodyPr>
            <a:lstStyle/>
            <a:p>
              <a:pPr algn="ctr" rtl="1" fontAlgn="auto">
                <a:spcBef>
                  <a:spcPts val="0"/>
                </a:spcBef>
                <a:spcAft>
                  <a:spcPts val="0"/>
                </a:spcAft>
              </a:pPr>
              <a:r>
                <a:rPr lang="ar-SA" sz="4000" b="1" dirty="0" smtClean="0">
                  <a:latin typeface="Roboto"/>
                  <a:ea typeface="Fira Sans SemiBold Italic" panose="00000700000000000000" pitchFamily="50" charset="0"/>
                  <a:cs typeface="+mn-cs"/>
                </a:rPr>
                <a:t>التطبيق</a:t>
              </a:r>
              <a:endParaRPr lang="en-US" sz="3600" b="1" dirty="0">
                <a:latin typeface="Roboto"/>
                <a:ea typeface="Fira Sans SemiBold Italic" panose="00000700000000000000" pitchFamily="50" charset="0"/>
                <a:cs typeface="+mn-cs"/>
              </a:endParaRPr>
            </a:p>
          </p:txBody>
        </p:sp>
        <p:grpSp>
          <p:nvGrpSpPr>
            <p:cNvPr id="44" name="Group 22"/>
            <p:cNvGrpSpPr/>
            <p:nvPr/>
          </p:nvGrpSpPr>
          <p:grpSpPr>
            <a:xfrm rot="16200000">
              <a:off x="3369279" y="2174269"/>
              <a:ext cx="195640" cy="838200"/>
              <a:chOff x="3686186" y="1166322"/>
              <a:chExt cx="152400" cy="652944"/>
            </a:xfrm>
          </p:grpSpPr>
          <p:sp>
            <p:nvSpPr>
              <p:cNvPr id="45" name="Oval 44"/>
              <p:cNvSpPr/>
              <p:nvPr/>
            </p:nvSpPr>
            <p:spPr>
              <a:xfrm>
                <a:off x="3686186" y="1666867"/>
                <a:ext cx="152400" cy="152399"/>
              </a:xfrm>
              <a:prstGeom prst="ellipse">
                <a:avLst/>
              </a:prstGeom>
              <a:solidFill>
                <a:schemeClr val="accent3">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sz="1600" dirty="0">
                  <a:solidFill>
                    <a:prstClr val="white"/>
                  </a:solidFill>
                </a:endParaRPr>
              </a:p>
            </p:txBody>
          </p:sp>
          <p:sp>
            <p:nvSpPr>
              <p:cNvPr id="46" name="Rounded Rectangle 45"/>
              <p:cNvSpPr/>
              <p:nvPr/>
            </p:nvSpPr>
            <p:spPr>
              <a:xfrm>
                <a:off x="3737893" y="1166322"/>
                <a:ext cx="48984" cy="610899"/>
              </a:xfrm>
              <a:prstGeom prst="roundRect">
                <a:avLst>
                  <a:gd name="adj" fmla="val 38542"/>
                </a:avLst>
              </a:prstGeom>
              <a:gradFill>
                <a:gsLst>
                  <a:gs pos="2000">
                    <a:schemeClr val="tx1">
                      <a:lumMod val="50000"/>
                      <a:lumOff val="50000"/>
                    </a:schemeClr>
                  </a:gs>
                  <a:gs pos="100000">
                    <a:schemeClr val="bg1"/>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sz="1600" dirty="0">
                  <a:solidFill>
                    <a:prstClr val="white"/>
                  </a:solidFill>
                </a:endParaRPr>
              </a:p>
            </p:txBody>
          </p:sp>
        </p:grpSp>
      </p:grpSp>
      <p:sp>
        <p:nvSpPr>
          <p:cNvPr id="51" name="TextBox 50"/>
          <p:cNvSpPr txBox="1"/>
          <p:nvPr/>
        </p:nvSpPr>
        <p:spPr>
          <a:xfrm>
            <a:off x="3719930" y="2136569"/>
            <a:ext cx="6391538" cy="430887"/>
          </a:xfrm>
          <a:prstGeom prst="rect">
            <a:avLst/>
          </a:prstGeom>
          <a:noFill/>
        </p:spPr>
        <p:txBody>
          <a:bodyPr wrap="square" lIns="0" tIns="0" rIns="0" bIns="0" rtlCol="0">
            <a:spAutoFit/>
          </a:bodyPr>
          <a:lstStyle/>
          <a:p>
            <a:pPr fontAlgn="auto">
              <a:spcBef>
                <a:spcPts val="0"/>
              </a:spcBef>
              <a:spcAft>
                <a:spcPts val="0"/>
              </a:spcAft>
            </a:pPr>
            <a:r>
              <a:rPr lang="ar-SA" sz="2800" b="1" dirty="0">
                <a:latin typeface="Roboto Lt"/>
                <a:cs typeface="+mn-cs"/>
              </a:rPr>
              <a:t>وتعني استيعاب المادة التعليمية وإدراك معناها</a:t>
            </a:r>
            <a:endParaRPr lang="en-AU" sz="2800" b="1" dirty="0">
              <a:latin typeface="Roboto Lt"/>
              <a:cs typeface="+mn-cs"/>
            </a:endParaRPr>
          </a:p>
        </p:txBody>
      </p:sp>
      <p:sp>
        <p:nvSpPr>
          <p:cNvPr id="54" name="TextBox 53"/>
          <p:cNvSpPr txBox="1"/>
          <p:nvPr/>
        </p:nvSpPr>
        <p:spPr>
          <a:xfrm>
            <a:off x="3975252" y="3668135"/>
            <a:ext cx="7873848" cy="1292662"/>
          </a:xfrm>
          <a:prstGeom prst="rect">
            <a:avLst/>
          </a:prstGeom>
          <a:noFill/>
        </p:spPr>
        <p:txBody>
          <a:bodyPr wrap="square" lIns="0" tIns="0" rIns="0" bIns="0" rtlCol="0">
            <a:spAutoFit/>
          </a:bodyPr>
          <a:lstStyle/>
          <a:p>
            <a:pPr fontAlgn="auto">
              <a:spcBef>
                <a:spcPts val="0"/>
              </a:spcBef>
              <a:spcAft>
                <a:spcPts val="0"/>
              </a:spcAft>
            </a:pPr>
            <a:r>
              <a:rPr lang="ar-SA" sz="2800" b="1" dirty="0">
                <a:latin typeface="Roboto Lt"/>
                <a:cs typeface="+mn-cs"/>
              </a:rPr>
              <a:t>يقيس أهداف هذا المستوى قدرة الطالب على تطبيق الحقائق والمفاهيم والتعميمات والنظريات والقوانين والطرق والأساليب والأفكار التي درسها وفهمها</a:t>
            </a:r>
            <a:endParaRPr lang="en-AU" sz="2800" b="1" dirty="0">
              <a:latin typeface="Roboto Lt"/>
              <a:cs typeface="+mn-cs"/>
            </a:endParaRPr>
          </a:p>
        </p:txBody>
      </p:sp>
    </p:spTree>
    <p:extLst>
      <p:ext uri="{BB962C8B-B14F-4D97-AF65-F5344CB8AC3E}">
        <p14:creationId xmlns:p14="http://schemas.microsoft.com/office/powerpoint/2010/main" val="44409875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8" presetClass="entr" presetSubtype="6" fill="hold" grpId="0" nodeType="afterEffect">
                                  <p:stCondLst>
                                    <p:cond delay="0"/>
                                  </p:stCondLst>
                                  <p:childTnLst>
                                    <p:set>
                                      <p:cBhvr>
                                        <p:cTn id="6" dur="1" fill="hold">
                                          <p:stCondLst>
                                            <p:cond delay="0"/>
                                          </p:stCondLst>
                                        </p:cTn>
                                        <p:tgtEl>
                                          <p:spTgt spid="51"/>
                                        </p:tgtEl>
                                        <p:attrNameLst>
                                          <p:attrName>style.visibility</p:attrName>
                                        </p:attrNameLst>
                                      </p:cBhvr>
                                      <p:to>
                                        <p:strVal val="visible"/>
                                      </p:to>
                                    </p:set>
                                    <p:animEffect transition="in" filter="strips(downRight)">
                                      <p:cBhvr>
                                        <p:cTn id="7" dur="500"/>
                                        <p:tgtEl>
                                          <p:spTgt spid="51"/>
                                        </p:tgtEl>
                                      </p:cBhvr>
                                    </p:animEffect>
                                  </p:childTnLst>
                                </p:cTn>
                              </p:par>
                            </p:childTnLst>
                          </p:cTn>
                        </p:par>
                        <p:par>
                          <p:cTn id="8" fill="hold">
                            <p:stCondLst>
                              <p:cond delay="500"/>
                            </p:stCondLst>
                            <p:childTnLst>
                              <p:par>
                                <p:cTn id="9" presetID="18" presetClass="entr" presetSubtype="6" fill="hold" grpId="0" nodeType="afterEffect">
                                  <p:stCondLst>
                                    <p:cond delay="0"/>
                                  </p:stCondLst>
                                  <p:childTnLst>
                                    <p:set>
                                      <p:cBhvr>
                                        <p:cTn id="10" dur="1" fill="hold">
                                          <p:stCondLst>
                                            <p:cond delay="0"/>
                                          </p:stCondLst>
                                        </p:cTn>
                                        <p:tgtEl>
                                          <p:spTgt spid="54"/>
                                        </p:tgtEl>
                                        <p:attrNameLst>
                                          <p:attrName>style.visibility</p:attrName>
                                        </p:attrNameLst>
                                      </p:cBhvr>
                                      <p:to>
                                        <p:strVal val="visible"/>
                                      </p:to>
                                    </p:set>
                                    <p:animEffect transition="in" filter="strips(downRight)">
                                      <p:cBhvr>
                                        <p:cTn id="11" dur="500"/>
                                        <p:tgtEl>
                                          <p:spTgt spid="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p:bldP spid="54"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Oval 49"/>
          <p:cNvSpPr/>
          <p:nvPr/>
        </p:nvSpPr>
        <p:spPr>
          <a:xfrm>
            <a:off x="188648" y="4033425"/>
            <a:ext cx="283163" cy="283163"/>
          </a:xfrm>
          <a:prstGeom prst="ellipse">
            <a:avLst/>
          </a:prstGeom>
          <a:solidFill>
            <a:srgbClr val="83B14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48" name="Oval 47"/>
          <p:cNvSpPr/>
          <p:nvPr/>
        </p:nvSpPr>
        <p:spPr>
          <a:xfrm>
            <a:off x="193866" y="2201604"/>
            <a:ext cx="283163" cy="283163"/>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grpSp>
        <p:nvGrpSpPr>
          <p:cNvPr id="29" name="Group 17"/>
          <p:cNvGrpSpPr/>
          <p:nvPr/>
        </p:nvGrpSpPr>
        <p:grpSpPr>
          <a:xfrm>
            <a:off x="389004" y="1922518"/>
            <a:ext cx="2879675" cy="861802"/>
            <a:chOff x="3047999" y="2196251"/>
            <a:chExt cx="2662589" cy="796834"/>
          </a:xfrm>
        </p:grpSpPr>
        <p:sp>
          <p:nvSpPr>
            <p:cNvPr id="30" name="Rounded Rectangle 29"/>
            <p:cNvSpPr/>
            <p:nvPr/>
          </p:nvSpPr>
          <p:spPr bwMode="auto">
            <a:xfrm>
              <a:off x="3616180" y="2242087"/>
              <a:ext cx="2094408" cy="750998"/>
            </a:xfrm>
            <a:prstGeom prst="roundRect">
              <a:avLst/>
            </a:prstGeom>
            <a:solidFill>
              <a:schemeClr val="accent2">
                <a:lumMod val="75000"/>
              </a:schemeClr>
            </a:solidFill>
            <a:ln w="9525">
              <a:noFill/>
              <a:round/>
              <a:headEnd/>
              <a:tailEnd/>
            </a:ln>
          </p:spPr>
          <p:txBody>
            <a:bodyPr vert="horz" wrap="square" lIns="91440" tIns="45720" rIns="91440" bIns="45720" numCol="1" rtlCol="0" anchor="ctr" anchorCtr="0" compatLnSpc="1">
              <a:prstTxWarp prst="textNoShape">
                <a:avLst/>
              </a:prstTxWarp>
            </a:bodyPr>
            <a:lstStyle/>
            <a:p>
              <a:pPr algn="ctr" fontAlgn="auto">
                <a:spcBef>
                  <a:spcPts val="0"/>
                </a:spcBef>
                <a:spcAft>
                  <a:spcPts val="0"/>
                </a:spcAft>
              </a:pPr>
              <a:endParaRPr lang="en-US" b="1" dirty="0">
                <a:solidFill>
                  <a:prstClr val="white"/>
                </a:solidFill>
                <a:latin typeface="Roboto Lt"/>
                <a:cs typeface="+mn-cs"/>
              </a:endParaRPr>
            </a:p>
          </p:txBody>
        </p:sp>
        <p:sp>
          <p:nvSpPr>
            <p:cNvPr id="31" name="Rounded Rectangle 30"/>
            <p:cNvSpPr/>
            <p:nvPr/>
          </p:nvSpPr>
          <p:spPr bwMode="auto">
            <a:xfrm>
              <a:off x="3581401" y="2196251"/>
              <a:ext cx="2094408" cy="750998"/>
            </a:xfrm>
            <a:prstGeom prst="roundRect">
              <a:avLst/>
            </a:prstGeom>
            <a:solidFill>
              <a:schemeClr val="accent1"/>
            </a:solidFill>
            <a:ln w="9525">
              <a:solidFill>
                <a:schemeClr val="accent1"/>
              </a:solidFill>
              <a:round/>
              <a:headEnd/>
              <a:tailEnd/>
            </a:ln>
          </p:spPr>
          <p:txBody>
            <a:bodyPr vert="horz" wrap="square" lIns="91440" tIns="45720" rIns="91440" bIns="45720" numCol="1" rtlCol="0" anchor="ctr" anchorCtr="0" compatLnSpc="1">
              <a:prstTxWarp prst="textNoShape">
                <a:avLst/>
              </a:prstTxWarp>
            </a:bodyPr>
            <a:lstStyle/>
            <a:p>
              <a:pPr algn="ctr" rtl="1" fontAlgn="auto">
                <a:spcBef>
                  <a:spcPts val="0"/>
                </a:spcBef>
                <a:spcAft>
                  <a:spcPts val="0"/>
                </a:spcAft>
              </a:pPr>
              <a:r>
                <a:rPr lang="ar-SA" sz="4000" b="1" dirty="0" smtClean="0">
                  <a:latin typeface="Roboto"/>
                  <a:ea typeface="Fira Sans SemiBold Italic" panose="00000700000000000000" pitchFamily="50" charset="0"/>
                  <a:cs typeface="+mn-cs"/>
                </a:rPr>
                <a:t>التركيب</a:t>
              </a:r>
              <a:endParaRPr lang="en-US" sz="1600" b="1" dirty="0">
                <a:latin typeface="Roboto"/>
                <a:ea typeface="Fira Sans SemiBold Italic" panose="00000700000000000000" pitchFamily="50" charset="0"/>
                <a:cs typeface="+mn-cs"/>
              </a:endParaRPr>
            </a:p>
          </p:txBody>
        </p:sp>
        <p:grpSp>
          <p:nvGrpSpPr>
            <p:cNvPr id="32" name="Group 22"/>
            <p:cNvGrpSpPr/>
            <p:nvPr/>
          </p:nvGrpSpPr>
          <p:grpSpPr>
            <a:xfrm rot="16200000">
              <a:off x="3369279" y="2174269"/>
              <a:ext cx="195640" cy="838200"/>
              <a:chOff x="3686186" y="1166322"/>
              <a:chExt cx="152400" cy="652944"/>
            </a:xfrm>
          </p:grpSpPr>
          <p:sp>
            <p:nvSpPr>
              <p:cNvPr id="33" name="Oval 32"/>
              <p:cNvSpPr/>
              <p:nvPr/>
            </p:nvSpPr>
            <p:spPr>
              <a:xfrm>
                <a:off x="3686186" y="1666867"/>
                <a:ext cx="152400" cy="152399"/>
              </a:xfrm>
              <a:prstGeom prst="ellips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sz="1600" dirty="0">
                  <a:solidFill>
                    <a:prstClr val="white"/>
                  </a:solidFill>
                </a:endParaRPr>
              </a:p>
            </p:txBody>
          </p:sp>
          <p:sp>
            <p:nvSpPr>
              <p:cNvPr id="34" name="Rounded Rectangle 33"/>
              <p:cNvSpPr/>
              <p:nvPr/>
            </p:nvSpPr>
            <p:spPr>
              <a:xfrm>
                <a:off x="3737893" y="1166322"/>
                <a:ext cx="48984" cy="610899"/>
              </a:xfrm>
              <a:prstGeom prst="roundRect">
                <a:avLst>
                  <a:gd name="adj" fmla="val 38542"/>
                </a:avLst>
              </a:prstGeom>
              <a:gradFill>
                <a:gsLst>
                  <a:gs pos="2000">
                    <a:schemeClr val="tx1">
                      <a:lumMod val="50000"/>
                      <a:lumOff val="50000"/>
                    </a:schemeClr>
                  </a:gs>
                  <a:gs pos="100000">
                    <a:schemeClr val="bg1"/>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sz="1600" dirty="0">
                  <a:solidFill>
                    <a:prstClr val="white"/>
                  </a:solidFill>
                </a:endParaRPr>
              </a:p>
            </p:txBody>
          </p:sp>
        </p:grpSp>
      </p:grpSp>
      <p:grpSp>
        <p:nvGrpSpPr>
          <p:cNvPr id="41" name="Group 17"/>
          <p:cNvGrpSpPr/>
          <p:nvPr/>
        </p:nvGrpSpPr>
        <p:grpSpPr>
          <a:xfrm>
            <a:off x="314031" y="3745510"/>
            <a:ext cx="2879675" cy="861802"/>
            <a:chOff x="3047999" y="2196251"/>
            <a:chExt cx="2662589" cy="796834"/>
          </a:xfrm>
          <a:solidFill>
            <a:schemeClr val="accent5"/>
          </a:solidFill>
        </p:grpSpPr>
        <p:sp>
          <p:nvSpPr>
            <p:cNvPr id="42" name="Rounded Rectangle 41"/>
            <p:cNvSpPr/>
            <p:nvPr/>
          </p:nvSpPr>
          <p:spPr bwMode="auto">
            <a:xfrm>
              <a:off x="3616180" y="2242087"/>
              <a:ext cx="2094408" cy="750998"/>
            </a:xfrm>
            <a:prstGeom prst="roundRect">
              <a:avLst/>
            </a:prstGeom>
            <a:grpFill/>
            <a:ln w="9525">
              <a:noFill/>
              <a:round/>
              <a:headEnd/>
              <a:tailEnd/>
            </a:ln>
          </p:spPr>
          <p:txBody>
            <a:bodyPr vert="horz" wrap="square" lIns="91440" tIns="45720" rIns="91440" bIns="45720" numCol="1" rtlCol="0" anchor="ctr" anchorCtr="0" compatLnSpc="1">
              <a:prstTxWarp prst="textNoShape">
                <a:avLst/>
              </a:prstTxWarp>
            </a:bodyPr>
            <a:lstStyle/>
            <a:p>
              <a:pPr algn="ctr" fontAlgn="auto">
                <a:spcBef>
                  <a:spcPts val="0"/>
                </a:spcBef>
                <a:spcAft>
                  <a:spcPts val="0"/>
                </a:spcAft>
              </a:pPr>
              <a:endParaRPr lang="en-US" b="1" dirty="0">
                <a:solidFill>
                  <a:prstClr val="white"/>
                </a:solidFill>
                <a:latin typeface="Roboto Lt"/>
                <a:cs typeface="+mn-cs"/>
              </a:endParaRPr>
            </a:p>
          </p:txBody>
        </p:sp>
        <p:sp>
          <p:nvSpPr>
            <p:cNvPr id="43" name="Rounded Rectangle 42"/>
            <p:cNvSpPr/>
            <p:nvPr/>
          </p:nvSpPr>
          <p:spPr bwMode="auto">
            <a:xfrm>
              <a:off x="3581401" y="2196251"/>
              <a:ext cx="2094408" cy="750998"/>
            </a:xfrm>
            <a:prstGeom prst="roundRect">
              <a:avLst/>
            </a:prstGeom>
            <a:grpFill/>
            <a:ln w="9525">
              <a:noFill/>
              <a:round/>
              <a:headEnd/>
              <a:tailEnd/>
            </a:ln>
          </p:spPr>
          <p:txBody>
            <a:bodyPr vert="horz" wrap="square" lIns="91440" tIns="45720" rIns="91440" bIns="45720" numCol="1" rtlCol="0" anchor="ctr" anchorCtr="0" compatLnSpc="1">
              <a:prstTxWarp prst="textNoShape">
                <a:avLst/>
              </a:prstTxWarp>
            </a:bodyPr>
            <a:lstStyle/>
            <a:p>
              <a:pPr algn="ctr" rtl="1" fontAlgn="auto">
                <a:spcBef>
                  <a:spcPts val="0"/>
                </a:spcBef>
                <a:spcAft>
                  <a:spcPts val="0"/>
                </a:spcAft>
              </a:pPr>
              <a:r>
                <a:rPr lang="ar-SA" sz="4000" b="1" dirty="0" smtClean="0">
                  <a:latin typeface="Roboto"/>
                  <a:ea typeface="Fira Sans SemiBold Italic" panose="00000700000000000000" pitchFamily="50" charset="0"/>
                  <a:cs typeface="+mn-cs"/>
                </a:rPr>
                <a:t>التقييم</a:t>
              </a:r>
              <a:endParaRPr lang="en-US" sz="3600" b="1" dirty="0">
                <a:latin typeface="Roboto"/>
                <a:ea typeface="Fira Sans SemiBold Italic" panose="00000700000000000000" pitchFamily="50" charset="0"/>
                <a:cs typeface="+mn-cs"/>
              </a:endParaRPr>
            </a:p>
          </p:txBody>
        </p:sp>
        <p:grpSp>
          <p:nvGrpSpPr>
            <p:cNvPr id="44" name="Group 22"/>
            <p:cNvGrpSpPr/>
            <p:nvPr/>
          </p:nvGrpSpPr>
          <p:grpSpPr>
            <a:xfrm rot="16200000">
              <a:off x="3369279" y="2174269"/>
              <a:ext cx="195640" cy="838200"/>
              <a:chOff x="3686186" y="1166322"/>
              <a:chExt cx="152400" cy="652944"/>
            </a:xfrm>
            <a:grpFill/>
          </p:grpSpPr>
          <p:sp>
            <p:nvSpPr>
              <p:cNvPr id="45" name="Oval 44"/>
              <p:cNvSpPr/>
              <p:nvPr/>
            </p:nvSpPr>
            <p:spPr>
              <a:xfrm>
                <a:off x="3686186" y="1666867"/>
                <a:ext cx="152400" cy="15239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sz="1600" dirty="0">
                  <a:solidFill>
                    <a:prstClr val="white"/>
                  </a:solidFill>
                </a:endParaRPr>
              </a:p>
            </p:txBody>
          </p:sp>
          <p:sp>
            <p:nvSpPr>
              <p:cNvPr id="46" name="Rounded Rectangle 45"/>
              <p:cNvSpPr/>
              <p:nvPr/>
            </p:nvSpPr>
            <p:spPr>
              <a:xfrm>
                <a:off x="3737893" y="1166322"/>
                <a:ext cx="48984" cy="610899"/>
              </a:xfrm>
              <a:prstGeom prst="roundRect">
                <a:avLst>
                  <a:gd name="adj" fmla="val 38542"/>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sz="1600" dirty="0">
                  <a:solidFill>
                    <a:prstClr val="white"/>
                  </a:solidFill>
                </a:endParaRPr>
              </a:p>
            </p:txBody>
          </p:sp>
        </p:grpSp>
      </p:grpSp>
      <p:sp>
        <p:nvSpPr>
          <p:cNvPr id="51" name="TextBox 50"/>
          <p:cNvSpPr txBox="1"/>
          <p:nvPr/>
        </p:nvSpPr>
        <p:spPr>
          <a:xfrm>
            <a:off x="3719930" y="2136569"/>
            <a:ext cx="7405270" cy="861774"/>
          </a:xfrm>
          <a:prstGeom prst="rect">
            <a:avLst/>
          </a:prstGeom>
          <a:noFill/>
        </p:spPr>
        <p:txBody>
          <a:bodyPr wrap="square" lIns="0" tIns="0" rIns="0" bIns="0" rtlCol="0">
            <a:spAutoFit/>
          </a:bodyPr>
          <a:lstStyle/>
          <a:p>
            <a:pPr fontAlgn="auto">
              <a:spcBef>
                <a:spcPts val="0"/>
              </a:spcBef>
              <a:spcAft>
                <a:spcPts val="0"/>
              </a:spcAft>
            </a:pPr>
            <a:r>
              <a:rPr lang="ar-SA" sz="2800" b="1" dirty="0">
                <a:latin typeface="Roboto Lt"/>
                <a:cs typeface="+mn-cs"/>
              </a:rPr>
              <a:t>وهو عكس التحليل، إذ يعنى بتجميع المعلومات ودمج أجزاءها المختلفة مع بعضها البعض لتكوين مادة جديدة</a:t>
            </a:r>
            <a:endParaRPr lang="en-AU" sz="2800" b="1" dirty="0">
              <a:latin typeface="Roboto Lt"/>
              <a:cs typeface="+mn-cs"/>
            </a:endParaRPr>
          </a:p>
        </p:txBody>
      </p:sp>
      <p:sp>
        <p:nvSpPr>
          <p:cNvPr id="54" name="TextBox 53"/>
          <p:cNvSpPr txBox="1"/>
          <p:nvPr/>
        </p:nvSpPr>
        <p:spPr>
          <a:xfrm>
            <a:off x="3590416" y="3454813"/>
            <a:ext cx="7664298" cy="1723549"/>
          </a:xfrm>
          <a:prstGeom prst="rect">
            <a:avLst/>
          </a:prstGeom>
          <a:noFill/>
        </p:spPr>
        <p:txBody>
          <a:bodyPr wrap="square" lIns="0" tIns="0" rIns="0" bIns="0" rtlCol="0">
            <a:spAutoFit/>
          </a:bodyPr>
          <a:lstStyle/>
          <a:p>
            <a:pPr fontAlgn="auto">
              <a:spcBef>
                <a:spcPts val="0"/>
              </a:spcBef>
              <a:spcAft>
                <a:spcPts val="0"/>
              </a:spcAft>
            </a:pPr>
            <a:r>
              <a:rPr lang="ar-SA" sz="2800" b="1" dirty="0">
                <a:latin typeface="Roboto Lt"/>
                <a:cs typeface="+mn-cs"/>
              </a:rPr>
              <a:t>وهو المستوى الأعلى في تصنيف بلوم، ويتألف من الأحكام الصادرة المعتمدة على المستويات السابقة من التعلم وذلك بالحكم على قيمة المواد التعليمية وموضوعاتها وعلى الأشياء والحوادث والأشخاص والقوانين والتعليمات</a:t>
            </a:r>
            <a:endParaRPr lang="en-AU" sz="2800" b="1" dirty="0">
              <a:latin typeface="Roboto Lt"/>
              <a:cs typeface="+mn-cs"/>
            </a:endParaRPr>
          </a:p>
        </p:txBody>
      </p:sp>
    </p:spTree>
    <p:extLst>
      <p:ext uri="{BB962C8B-B14F-4D97-AF65-F5344CB8AC3E}">
        <p14:creationId xmlns:p14="http://schemas.microsoft.com/office/powerpoint/2010/main" val="415726025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8" presetClass="entr" presetSubtype="6" fill="hold" grpId="0" nodeType="afterEffect">
                                  <p:stCondLst>
                                    <p:cond delay="0"/>
                                  </p:stCondLst>
                                  <p:childTnLst>
                                    <p:set>
                                      <p:cBhvr>
                                        <p:cTn id="6" dur="1" fill="hold">
                                          <p:stCondLst>
                                            <p:cond delay="0"/>
                                          </p:stCondLst>
                                        </p:cTn>
                                        <p:tgtEl>
                                          <p:spTgt spid="51"/>
                                        </p:tgtEl>
                                        <p:attrNameLst>
                                          <p:attrName>style.visibility</p:attrName>
                                        </p:attrNameLst>
                                      </p:cBhvr>
                                      <p:to>
                                        <p:strVal val="visible"/>
                                      </p:to>
                                    </p:set>
                                    <p:animEffect transition="in" filter="strips(downRight)">
                                      <p:cBhvr>
                                        <p:cTn id="7" dur="500"/>
                                        <p:tgtEl>
                                          <p:spTgt spid="51"/>
                                        </p:tgtEl>
                                      </p:cBhvr>
                                    </p:animEffect>
                                  </p:childTnLst>
                                </p:cTn>
                              </p:par>
                            </p:childTnLst>
                          </p:cTn>
                        </p:par>
                        <p:par>
                          <p:cTn id="8" fill="hold">
                            <p:stCondLst>
                              <p:cond delay="500"/>
                            </p:stCondLst>
                            <p:childTnLst>
                              <p:par>
                                <p:cTn id="9" presetID="18" presetClass="entr" presetSubtype="6" fill="hold" grpId="0" nodeType="afterEffect">
                                  <p:stCondLst>
                                    <p:cond delay="0"/>
                                  </p:stCondLst>
                                  <p:childTnLst>
                                    <p:set>
                                      <p:cBhvr>
                                        <p:cTn id="10" dur="1" fill="hold">
                                          <p:stCondLst>
                                            <p:cond delay="0"/>
                                          </p:stCondLst>
                                        </p:cTn>
                                        <p:tgtEl>
                                          <p:spTgt spid="54"/>
                                        </p:tgtEl>
                                        <p:attrNameLst>
                                          <p:attrName>style.visibility</p:attrName>
                                        </p:attrNameLst>
                                      </p:cBhvr>
                                      <p:to>
                                        <p:strVal val="visible"/>
                                      </p:to>
                                    </p:set>
                                    <p:animEffect transition="in" filter="strips(downRight)">
                                      <p:cBhvr>
                                        <p:cTn id="11" dur="500"/>
                                        <p:tgtEl>
                                          <p:spTgt spid="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p:bldP spid="54" grpId="0"/>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Rectangle 33"/>
          <p:cNvSpPr/>
          <p:nvPr/>
        </p:nvSpPr>
        <p:spPr>
          <a:xfrm>
            <a:off x="0" y="1627437"/>
            <a:ext cx="10934700" cy="1825125"/>
          </a:xfrm>
          <a:prstGeom prst="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38" name="TextBox 37"/>
          <p:cNvSpPr txBox="1"/>
          <p:nvPr/>
        </p:nvSpPr>
        <p:spPr>
          <a:xfrm>
            <a:off x="609599" y="4143387"/>
            <a:ext cx="11196821" cy="2052288"/>
          </a:xfrm>
          <a:prstGeom prst="rect">
            <a:avLst/>
          </a:prstGeom>
          <a:noFill/>
        </p:spPr>
        <p:txBody>
          <a:bodyPr wrap="square" rIns="144000" bIns="36000" numCol="1" spcCol="360000" rtlCol="0">
            <a:spAutoFit/>
          </a:bodyPr>
          <a:lstStyle/>
          <a:p>
            <a:pPr algn="ctr" fontAlgn="auto">
              <a:spcBef>
                <a:spcPts val="0"/>
              </a:spcBef>
              <a:spcAft>
                <a:spcPts val="0"/>
              </a:spcAft>
            </a:pPr>
            <a:r>
              <a:rPr lang="ar-SA" sz="3200" b="1" u="sng" dirty="0">
                <a:solidFill>
                  <a:srgbClr val="C00000"/>
                </a:solidFill>
                <a:latin typeface="Calibri" panose="020F0502020204030204"/>
                <a:cs typeface="Arial" panose="020B0604020202020204" pitchFamily="34" charset="0"/>
              </a:rPr>
              <a:t>ب. نطاق </a:t>
            </a:r>
            <a:r>
              <a:rPr lang="ar-SA" sz="3200" b="1" u="sng" dirty="0" smtClean="0">
                <a:solidFill>
                  <a:srgbClr val="C00000"/>
                </a:solidFill>
                <a:latin typeface="Calibri" panose="020F0502020204030204"/>
                <a:cs typeface="Arial" panose="020B0604020202020204" pitchFamily="34" charset="0"/>
              </a:rPr>
              <a:t>السلوكيات</a:t>
            </a:r>
            <a:endParaRPr lang="en-US" sz="3200" b="1" u="sng" dirty="0" smtClean="0">
              <a:solidFill>
                <a:srgbClr val="C00000"/>
              </a:solidFill>
              <a:latin typeface="Calibri" panose="020F0502020204030204"/>
              <a:cs typeface="Arial" panose="020B0604020202020204" pitchFamily="34" charset="0"/>
            </a:endParaRPr>
          </a:p>
          <a:p>
            <a:pPr algn="ctr" fontAlgn="auto">
              <a:spcBef>
                <a:spcPts val="0"/>
              </a:spcBef>
              <a:spcAft>
                <a:spcPts val="0"/>
              </a:spcAft>
            </a:pPr>
            <a:r>
              <a:rPr lang="ar-SA" sz="3200" b="1" dirty="0">
                <a:solidFill>
                  <a:prstClr val="black"/>
                </a:solidFill>
                <a:latin typeface="Calibri" panose="020F0502020204030204"/>
                <a:cs typeface="Arial" panose="020B0604020202020204" pitchFamily="34" charset="0"/>
              </a:rPr>
              <a:t>يختص هذا النطاق في طريقة تعامل الأفراد من الناحية العاطفية ومدى قدرتهم على إحساس سعادة وحزن الآخرين. وبحسب بلوم فإن مستويات المجال السلوكي تنقسم إلى خمس مستويات متراكمة، هي من الأدنى إلى الأعلى كما يلي:</a:t>
            </a:r>
            <a:endParaRPr lang="en-US" sz="1400" b="1" dirty="0">
              <a:solidFill>
                <a:prstClr val="black"/>
              </a:solidFill>
              <a:latin typeface="Signika Negative" pitchFamily="2" charset="0"/>
            </a:endParaRPr>
          </a:p>
        </p:txBody>
      </p:sp>
      <p:sp>
        <p:nvSpPr>
          <p:cNvPr id="39" name="Content Placeholder 2"/>
          <p:cNvSpPr txBox="1">
            <a:spLocks/>
          </p:cNvSpPr>
          <p:nvPr/>
        </p:nvSpPr>
        <p:spPr>
          <a:xfrm>
            <a:off x="564300" y="2318262"/>
            <a:ext cx="8991600" cy="494785"/>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rtl="1" fontAlgn="auto">
              <a:buClr>
                <a:srgbClr val="4472C4">
                  <a:lumMod val="75000"/>
                </a:srgbClr>
              </a:buClr>
              <a:defRPr/>
            </a:pPr>
            <a:r>
              <a:rPr lang="ar-SA" sz="3600" b="1" u="sng" dirty="0">
                <a:solidFill>
                  <a:prstClr val="white">
                    <a:lumMod val="95000"/>
                  </a:prstClr>
                </a:solidFill>
                <a:ea typeface="Roboto" panose="02000000000000000000" pitchFamily="2" charset="0"/>
              </a:rPr>
              <a:t>مستويات بلوم</a:t>
            </a:r>
            <a:endParaRPr lang="ar-SA" sz="3600" b="1" u="sng" dirty="0" smtClean="0">
              <a:solidFill>
                <a:prstClr val="white">
                  <a:lumMod val="95000"/>
                </a:prstClr>
              </a:solidFill>
              <a:ea typeface="Roboto" panose="02000000000000000000" pitchFamily="2" charset="0"/>
            </a:endParaRPr>
          </a:p>
        </p:txBody>
      </p:sp>
      <p:sp>
        <p:nvSpPr>
          <p:cNvPr id="2" name="Rounded Rectangle 1"/>
          <p:cNvSpPr/>
          <p:nvPr/>
        </p:nvSpPr>
        <p:spPr>
          <a:xfrm>
            <a:off x="10427621" y="1850683"/>
            <a:ext cx="1378800" cy="1378634"/>
          </a:xfrm>
          <a:prstGeom prst="roundRect">
            <a:avLst/>
          </a:prstGeom>
          <a:solidFill>
            <a:schemeClr val="tx1"/>
          </a:solidFill>
          <a:ln w="50800">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US" sz="4000" b="1" dirty="0" smtClean="0">
                <a:solidFill>
                  <a:prstClr val="white"/>
                </a:solidFill>
              </a:rPr>
              <a:t>2</a:t>
            </a:r>
            <a:endParaRPr lang="id-ID" b="1" dirty="0">
              <a:solidFill>
                <a:prstClr val="white"/>
              </a:solidFill>
            </a:endParaRPr>
          </a:p>
        </p:txBody>
      </p:sp>
    </p:spTree>
    <p:extLst>
      <p:ext uri="{BB962C8B-B14F-4D97-AF65-F5344CB8AC3E}">
        <p14:creationId xmlns:p14="http://schemas.microsoft.com/office/powerpoint/2010/main" val="48067646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500"/>
                                  </p:stCondLst>
                                  <p:childTnLst>
                                    <p:set>
                                      <p:cBhvr>
                                        <p:cTn id="6" dur="1" fill="hold">
                                          <p:stCondLst>
                                            <p:cond delay="0"/>
                                          </p:stCondLst>
                                        </p:cTn>
                                        <p:tgtEl>
                                          <p:spTgt spid="34"/>
                                        </p:tgtEl>
                                        <p:attrNameLst>
                                          <p:attrName>style.visibility</p:attrName>
                                        </p:attrNameLst>
                                      </p:cBhvr>
                                      <p:to>
                                        <p:strVal val="visible"/>
                                      </p:to>
                                    </p:set>
                                    <p:anim calcmode="lin" valueType="num">
                                      <p:cBhvr additive="base">
                                        <p:cTn id="7" dur="500" fill="hold"/>
                                        <p:tgtEl>
                                          <p:spTgt spid="34"/>
                                        </p:tgtEl>
                                        <p:attrNameLst>
                                          <p:attrName>ppt_x</p:attrName>
                                        </p:attrNameLst>
                                      </p:cBhvr>
                                      <p:tavLst>
                                        <p:tav tm="0">
                                          <p:val>
                                            <p:strVal val="0-#ppt_w/2"/>
                                          </p:val>
                                        </p:tav>
                                        <p:tav tm="100000">
                                          <p:val>
                                            <p:strVal val="#ppt_x"/>
                                          </p:val>
                                        </p:tav>
                                      </p:tavLst>
                                    </p:anim>
                                    <p:anim calcmode="lin" valueType="num">
                                      <p:cBhvr additive="base">
                                        <p:cTn id="8" dur="500" fill="hold"/>
                                        <p:tgtEl>
                                          <p:spTgt spid="34"/>
                                        </p:tgtEl>
                                        <p:attrNameLst>
                                          <p:attrName>ppt_y</p:attrName>
                                        </p:attrNameLst>
                                      </p:cBhvr>
                                      <p:tavLst>
                                        <p:tav tm="0">
                                          <p:val>
                                            <p:strVal val="#ppt_y"/>
                                          </p:val>
                                        </p:tav>
                                        <p:tav tm="100000">
                                          <p:val>
                                            <p:strVal val="#ppt_y"/>
                                          </p:val>
                                        </p:tav>
                                      </p:tavLst>
                                    </p:anim>
                                  </p:childTnLst>
                                </p:cTn>
                              </p:par>
                            </p:childTnLst>
                          </p:cTn>
                        </p:par>
                        <p:par>
                          <p:cTn id="9" fill="hold">
                            <p:stCondLst>
                              <p:cond delay="1000"/>
                            </p:stCondLst>
                            <p:childTnLst>
                              <p:par>
                                <p:cTn id="10" presetID="10" presetClass="entr" presetSubtype="0" fill="hold" grpId="0" nodeType="after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fade">
                                      <p:cBhvr>
                                        <p:cTn id="12" dur="500"/>
                                        <p:tgtEl>
                                          <p:spTgt spid="2"/>
                                        </p:tgtEl>
                                      </p:cBhvr>
                                    </p:animEffect>
                                  </p:childTnLst>
                                </p:cTn>
                              </p:par>
                            </p:childTnLst>
                          </p:cTn>
                        </p:par>
                        <p:par>
                          <p:cTn id="13" fill="hold">
                            <p:stCondLst>
                              <p:cond delay="1500"/>
                            </p:stCondLst>
                            <p:childTnLst>
                              <p:par>
                                <p:cTn id="14" presetID="2" presetClass="entr" presetSubtype="2" fill="hold" grpId="0" nodeType="afterEffect">
                                  <p:stCondLst>
                                    <p:cond delay="0"/>
                                  </p:stCondLst>
                                  <p:childTnLst>
                                    <p:set>
                                      <p:cBhvr>
                                        <p:cTn id="15" dur="1" fill="hold">
                                          <p:stCondLst>
                                            <p:cond delay="0"/>
                                          </p:stCondLst>
                                        </p:cTn>
                                        <p:tgtEl>
                                          <p:spTgt spid="38"/>
                                        </p:tgtEl>
                                        <p:attrNameLst>
                                          <p:attrName>style.visibility</p:attrName>
                                        </p:attrNameLst>
                                      </p:cBhvr>
                                      <p:to>
                                        <p:strVal val="visible"/>
                                      </p:to>
                                    </p:set>
                                    <p:anim calcmode="lin" valueType="num">
                                      <p:cBhvr additive="base">
                                        <p:cTn id="16" dur="500" fill="hold"/>
                                        <p:tgtEl>
                                          <p:spTgt spid="38"/>
                                        </p:tgtEl>
                                        <p:attrNameLst>
                                          <p:attrName>ppt_x</p:attrName>
                                        </p:attrNameLst>
                                      </p:cBhvr>
                                      <p:tavLst>
                                        <p:tav tm="0">
                                          <p:val>
                                            <p:strVal val="1+#ppt_w/2"/>
                                          </p:val>
                                        </p:tav>
                                        <p:tav tm="100000">
                                          <p:val>
                                            <p:strVal val="#ppt_x"/>
                                          </p:val>
                                        </p:tav>
                                      </p:tavLst>
                                    </p:anim>
                                    <p:anim calcmode="lin" valueType="num">
                                      <p:cBhvr additive="base">
                                        <p:cTn id="17" dur="500" fill="hold"/>
                                        <p:tgtEl>
                                          <p:spTgt spid="38"/>
                                        </p:tgtEl>
                                        <p:attrNameLst>
                                          <p:attrName>ppt_y</p:attrName>
                                        </p:attrNameLst>
                                      </p:cBhvr>
                                      <p:tavLst>
                                        <p:tav tm="0">
                                          <p:val>
                                            <p:strVal val="#ppt_y"/>
                                          </p:val>
                                        </p:tav>
                                        <p:tav tm="100000">
                                          <p:val>
                                            <p:strVal val="#ppt_y"/>
                                          </p:val>
                                        </p:tav>
                                      </p:tavLst>
                                    </p:anim>
                                  </p:childTnLst>
                                </p:cTn>
                              </p:par>
                              <p:par>
                                <p:cTn id="18" presetID="2" presetClass="entr" presetSubtype="8" fill="hold" grpId="0" nodeType="withEffect">
                                  <p:stCondLst>
                                    <p:cond delay="0"/>
                                  </p:stCondLst>
                                  <p:childTnLst>
                                    <p:set>
                                      <p:cBhvr>
                                        <p:cTn id="19" dur="1" fill="hold">
                                          <p:stCondLst>
                                            <p:cond delay="0"/>
                                          </p:stCondLst>
                                        </p:cTn>
                                        <p:tgtEl>
                                          <p:spTgt spid="39"/>
                                        </p:tgtEl>
                                        <p:attrNameLst>
                                          <p:attrName>style.visibility</p:attrName>
                                        </p:attrNameLst>
                                      </p:cBhvr>
                                      <p:to>
                                        <p:strVal val="visible"/>
                                      </p:to>
                                    </p:set>
                                    <p:anim calcmode="lin" valueType="num">
                                      <p:cBhvr additive="base">
                                        <p:cTn id="20" dur="500" fill="hold"/>
                                        <p:tgtEl>
                                          <p:spTgt spid="39"/>
                                        </p:tgtEl>
                                        <p:attrNameLst>
                                          <p:attrName>ppt_x</p:attrName>
                                        </p:attrNameLst>
                                      </p:cBhvr>
                                      <p:tavLst>
                                        <p:tav tm="0">
                                          <p:val>
                                            <p:strVal val="0-#ppt_w/2"/>
                                          </p:val>
                                        </p:tav>
                                        <p:tav tm="100000">
                                          <p:val>
                                            <p:strVal val="#ppt_x"/>
                                          </p:val>
                                        </p:tav>
                                      </p:tavLst>
                                    </p:anim>
                                    <p:anim calcmode="lin" valueType="num">
                                      <p:cBhvr additive="base">
                                        <p:cTn id="21" dur="500" fill="hold"/>
                                        <p:tgtEl>
                                          <p:spTgt spid="3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animBg="1"/>
      <p:bldP spid="38" grpId="0"/>
      <p:bldP spid="39" grpId="0"/>
      <p:bldP spid="2" grpId="0" animBg="1"/>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3" name="Straight Connector 2"/>
          <p:cNvCxnSpPr/>
          <p:nvPr/>
        </p:nvCxnSpPr>
        <p:spPr>
          <a:xfrm flipV="1">
            <a:off x="6071016" y="0"/>
            <a:ext cx="0" cy="6858000"/>
          </a:xfrm>
          <a:prstGeom prst="line">
            <a:avLst/>
          </a:prstGeom>
          <a:ln w="57150" cap="rnd">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sp>
        <p:nvSpPr>
          <p:cNvPr id="9" name="Teardrop 8"/>
          <p:cNvSpPr/>
          <p:nvPr/>
        </p:nvSpPr>
        <p:spPr>
          <a:xfrm rot="13500000">
            <a:off x="5988862" y="2060732"/>
            <a:ext cx="164306" cy="164306"/>
          </a:xfrm>
          <a:prstGeom prst="teardrop">
            <a:avLst/>
          </a:prstGeom>
          <a:solidFill>
            <a:srgbClr val="0087B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cxnSp>
        <p:nvCxnSpPr>
          <p:cNvPr id="16" name="Straight Connector 15"/>
          <p:cNvCxnSpPr/>
          <p:nvPr/>
        </p:nvCxnSpPr>
        <p:spPr>
          <a:xfrm>
            <a:off x="5250409" y="2142884"/>
            <a:ext cx="730972" cy="0"/>
          </a:xfrm>
          <a:prstGeom prst="line">
            <a:avLst/>
          </a:prstGeom>
          <a:ln w="44450" cap="rnd">
            <a:solidFill>
              <a:srgbClr val="0087B1"/>
            </a:solidFill>
            <a:prstDash val="sysDot"/>
          </a:ln>
        </p:spPr>
        <p:style>
          <a:lnRef idx="1">
            <a:schemeClr val="accent1"/>
          </a:lnRef>
          <a:fillRef idx="0">
            <a:schemeClr val="accent1"/>
          </a:fillRef>
          <a:effectRef idx="0">
            <a:schemeClr val="accent1"/>
          </a:effectRef>
          <a:fontRef idx="minor">
            <a:schemeClr val="tx1"/>
          </a:fontRef>
        </p:style>
      </p:cxnSp>
      <p:sp>
        <p:nvSpPr>
          <p:cNvPr id="28" name="TextBox 27"/>
          <p:cNvSpPr txBox="1"/>
          <p:nvPr/>
        </p:nvSpPr>
        <p:spPr>
          <a:xfrm>
            <a:off x="6182050" y="1912051"/>
            <a:ext cx="2485696" cy="461665"/>
          </a:xfrm>
          <a:prstGeom prst="rect">
            <a:avLst/>
          </a:prstGeom>
          <a:noFill/>
        </p:spPr>
        <p:txBody>
          <a:bodyPr wrap="square" rtlCol="0">
            <a:spAutoFit/>
          </a:bodyPr>
          <a:lstStyle/>
          <a:p>
            <a:pPr fontAlgn="auto">
              <a:spcBef>
                <a:spcPts val="0"/>
              </a:spcBef>
              <a:spcAft>
                <a:spcPts val="0"/>
              </a:spcAft>
            </a:pPr>
            <a:r>
              <a:rPr lang="en-US" sz="2400" dirty="0" smtClean="0">
                <a:solidFill>
                  <a:prstClr val="black">
                    <a:lumMod val="75000"/>
                    <a:lumOff val="25000"/>
                  </a:prstClr>
                </a:solidFill>
                <a:latin typeface="Lato Black" panose="020F0A02020204030203" pitchFamily="34" charset="0"/>
                <a:cs typeface="Lato Black" panose="020F0A02020204030203" pitchFamily="34" charset="0"/>
              </a:rPr>
              <a:t>1</a:t>
            </a:r>
            <a:endParaRPr lang="en-US" sz="2400" dirty="0">
              <a:solidFill>
                <a:prstClr val="black">
                  <a:lumMod val="75000"/>
                  <a:lumOff val="25000"/>
                </a:prstClr>
              </a:solidFill>
              <a:latin typeface="Lato Black" panose="020F0A02020204030203" pitchFamily="34" charset="0"/>
              <a:cs typeface="Lato Black" panose="020F0A02020204030203" pitchFamily="34" charset="0"/>
            </a:endParaRPr>
          </a:p>
        </p:txBody>
      </p:sp>
      <p:sp>
        <p:nvSpPr>
          <p:cNvPr id="29" name="Rectangle 28"/>
          <p:cNvSpPr/>
          <p:nvPr/>
        </p:nvSpPr>
        <p:spPr>
          <a:xfrm>
            <a:off x="212766" y="1665829"/>
            <a:ext cx="4992825" cy="1692771"/>
          </a:xfrm>
          <a:prstGeom prst="rect">
            <a:avLst/>
          </a:prstGeom>
        </p:spPr>
        <p:txBody>
          <a:bodyPr wrap="square">
            <a:spAutoFit/>
          </a:bodyPr>
          <a:lstStyle/>
          <a:p>
            <a:pPr algn="r" defTabSz="914294" fontAlgn="auto">
              <a:spcBef>
                <a:spcPts val="0"/>
              </a:spcBef>
              <a:spcAft>
                <a:spcPts val="0"/>
              </a:spcAft>
            </a:pPr>
            <a:r>
              <a:rPr lang="ar-SA" sz="3200" b="1" u="sng" dirty="0" smtClean="0">
                <a:solidFill>
                  <a:schemeClr val="accent6">
                    <a:lumMod val="75000"/>
                  </a:schemeClr>
                </a:solidFill>
                <a:cs typeface="Simplified Arabic" panose="02020603050405020304" pitchFamily="18" charset="-78"/>
              </a:rPr>
              <a:t>التقبل</a:t>
            </a:r>
            <a:r>
              <a:rPr lang="ar-SA" sz="3200" b="1" u="sng" dirty="0" smtClean="0">
                <a:solidFill>
                  <a:srgbClr val="000000"/>
                </a:solidFill>
                <a:cs typeface="Simplified Arabic" panose="02020603050405020304" pitchFamily="18" charset="-78"/>
              </a:rPr>
              <a:t>:</a:t>
            </a:r>
            <a:endParaRPr lang="en-US" sz="3200" b="1" u="sng" dirty="0" smtClean="0">
              <a:solidFill>
                <a:srgbClr val="000000"/>
              </a:solidFill>
              <a:cs typeface="Simplified Arabic" panose="02020603050405020304" pitchFamily="18" charset="-78"/>
            </a:endParaRPr>
          </a:p>
          <a:p>
            <a:pPr algn="r" defTabSz="914294" fontAlgn="auto">
              <a:spcBef>
                <a:spcPts val="0"/>
              </a:spcBef>
              <a:spcAft>
                <a:spcPts val="0"/>
              </a:spcAft>
            </a:pPr>
            <a:r>
              <a:rPr lang="ar-SA" sz="2400" b="1" dirty="0" smtClean="0">
                <a:solidFill>
                  <a:srgbClr val="000000"/>
                </a:solidFill>
                <a:cs typeface="Simplified Arabic" panose="02020603050405020304" pitchFamily="18" charset="-78"/>
              </a:rPr>
              <a:t>ويمثل </a:t>
            </a:r>
            <a:r>
              <a:rPr lang="ar-SA" sz="2400" b="1" dirty="0">
                <a:solidFill>
                  <a:srgbClr val="000000"/>
                </a:solidFill>
                <a:cs typeface="Simplified Arabic" panose="02020603050405020304" pitchFamily="18" charset="-78"/>
              </a:rPr>
              <a:t>التقبل أدنى مستويات نواتج التعلم؛ وفيه يظهر المتعلم استعداده لتقبل ظاهرة معينة أو مثير معين</a:t>
            </a:r>
            <a:endParaRPr lang="ru-RU" sz="2400" b="1" dirty="0">
              <a:solidFill>
                <a:prstClr val="white"/>
              </a:solidFill>
              <a:latin typeface="Calibri" panose="020F0502020204030204"/>
              <a:cs typeface="Simplified Arabic" panose="02020603050405020304" pitchFamily="18" charset="-78"/>
            </a:endParaRPr>
          </a:p>
        </p:txBody>
      </p:sp>
      <p:sp>
        <p:nvSpPr>
          <p:cNvPr id="31" name="Teardrop 30"/>
          <p:cNvSpPr/>
          <p:nvPr/>
        </p:nvSpPr>
        <p:spPr>
          <a:xfrm rot="2700000">
            <a:off x="5988861" y="3707800"/>
            <a:ext cx="164306" cy="164306"/>
          </a:xfrm>
          <a:prstGeom prst="teardrop">
            <a:avLst/>
          </a:prstGeom>
          <a:solidFill>
            <a:srgbClr val="FE83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cxnSp>
        <p:nvCxnSpPr>
          <p:cNvPr id="33" name="Straight Connector 32"/>
          <p:cNvCxnSpPr/>
          <p:nvPr/>
        </p:nvCxnSpPr>
        <p:spPr>
          <a:xfrm>
            <a:off x="6187196" y="3789953"/>
            <a:ext cx="730972" cy="0"/>
          </a:xfrm>
          <a:prstGeom prst="line">
            <a:avLst/>
          </a:prstGeom>
          <a:ln w="44450" cap="rnd">
            <a:solidFill>
              <a:srgbClr val="FE8301"/>
            </a:solidFill>
            <a:prstDash val="sysDot"/>
          </a:ln>
        </p:spPr>
        <p:style>
          <a:lnRef idx="1">
            <a:schemeClr val="accent1"/>
          </a:lnRef>
          <a:fillRef idx="0">
            <a:schemeClr val="accent1"/>
          </a:fillRef>
          <a:effectRef idx="0">
            <a:schemeClr val="accent1"/>
          </a:effectRef>
          <a:fontRef idx="minor">
            <a:schemeClr val="tx1"/>
          </a:fontRef>
        </p:style>
      </p:cxnSp>
      <p:sp>
        <p:nvSpPr>
          <p:cNvPr id="34" name="TextBox 33"/>
          <p:cNvSpPr txBox="1"/>
          <p:nvPr/>
        </p:nvSpPr>
        <p:spPr>
          <a:xfrm>
            <a:off x="3495685" y="3557267"/>
            <a:ext cx="2485696" cy="461665"/>
          </a:xfrm>
          <a:prstGeom prst="rect">
            <a:avLst/>
          </a:prstGeom>
          <a:noFill/>
        </p:spPr>
        <p:txBody>
          <a:bodyPr wrap="square" rtlCol="0">
            <a:spAutoFit/>
          </a:bodyPr>
          <a:lstStyle/>
          <a:p>
            <a:pPr algn="r" fontAlgn="auto">
              <a:spcBef>
                <a:spcPts val="0"/>
              </a:spcBef>
              <a:spcAft>
                <a:spcPts val="0"/>
              </a:spcAft>
            </a:pPr>
            <a:r>
              <a:rPr lang="en-US" sz="2400" dirty="0" smtClean="0">
                <a:solidFill>
                  <a:prstClr val="black">
                    <a:lumMod val="75000"/>
                    <a:lumOff val="25000"/>
                  </a:prstClr>
                </a:solidFill>
                <a:latin typeface="Lato Black" panose="020F0A02020204030203" pitchFamily="34" charset="0"/>
                <a:cs typeface="Lato Black" panose="020F0A02020204030203" pitchFamily="34" charset="0"/>
              </a:rPr>
              <a:t>2</a:t>
            </a:r>
            <a:endParaRPr lang="en-US" sz="2400" dirty="0">
              <a:solidFill>
                <a:prstClr val="black">
                  <a:lumMod val="75000"/>
                  <a:lumOff val="25000"/>
                </a:prstClr>
              </a:solidFill>
              <a:latin typeface="Lato Black" panose="020F0A02020204030203" pitchFamily="34" charset="0"/>
              <a:cs typeface="Lato Black" panose="020F0A02020204030203" pitchFamily="34" charset="0"/>
            </a:endParaRPr>
          </a:p>
        </p:txBody>
      </p:sp>
      <p:sp>
        <p:nvSpPr>
          <p:cNvPr id="35" name="Rectangle 34"/>
          <p:cNvSpPr/>
          <p:nvPr/>
        </p:nvSpPr>
        <p:spPr>
          <a:xfrm>
            <a:off x="6918168" y="3054132"/>
            <a:ext cx="5003725" cy="1384995"/>
          </a:xfrm>
          <a:prstGeom prst="rect">
            <a:avLst/>
          </a:prstGeom>
        </p:spPr>
        <p:txBody>
          <a:bodyPr wrap="square">
            <a:spAutoFit/>
          </a:bodyPr>
          <a:lstStyle/>
          <a:p>
            <a:pPr defTabSz="914294" fontAlgn="auto">
              <a:spcBef>
                <a:spcPts val="0"/>
              </a:spcBef>
              <a:spcAft>
                <a:spcPts val="0"/>
              </a:spcAft>
            </a:pPr>
            <a:r>
              <a:rPr lang="ar-SA" sz="2800" b="1" u="sng" dirty="0" smtClean="0">
                <a:solidFill>
                  <a:srgbClr val="F0992F"/>
                </a:solidFill>
                <a:cs typeface="Simplified Arabic" panose="02020603050405020304" pitchFamily="18" charset="-78"/>
              </a:rPr>
              <a:t>الاستجابة:</a:t>
            </a:r>
            <a:endParaRPr lang="en-US" sz="2800" b="1" u="sng" dirty="0" smtClean="0">
              <a:solidFill>
                <a:srgbClr val="F0992F"/>
              </a:solidFill>
              <a:cs typeface="Simplified Arabic" panose="02020603050405020304" pitchFamily="18" charset="-78"/>
            </a:endParaRPr>
          </a:p>
          <a:p>
            <a:pPr defTabSz="914294" fontAlgn="auto">
              <a:spcBef>
                <a:spcPts val="0"/>
              </a:spcBef>
              <a:spcAft>
                <a:spcPts val="0"/>
              </a:spcAft>
            </a:pPr>
            <a:r>
              <a:rPr lang="ar-SA" sz="2800" b="1" dirty="0" smtClean="0">
                <a:solidFill>
                  <a:srgbClr val="000000"/>
                </a:solidFill>
                <a:cs typeface="Simplified Arabic" panose="02020603050405020304" pitchFamily="18" charset="-78"/>
              </a:rPr>
              <a:t> </a:t>
            </a:r>
            <a:r>
              <a:rPr lang="ar-SA" sz="2800" b="1" dirty="0">
                <a:solidFill>
                  <a:srgbClr val="000000"/>
                </a:solidFill>
                <a:cs typeface="Simplified Arabic" panose="02020603050405020304" pitchFamily="18" charset="-78"/>
              </a:rPr>
              <a:t>وتنعي مشاركة الطالب الإيجابية وبتفاعل في عملية تعلمه.</a:t>
            </a:r>
            <a:endParaRPr lang="ru-RU" sz="2800" b="1" dirty="0">
              <a:solidFill>
                <a:prstClr val="white"/>
              </a:solidFill>
              <a:latin typeface="Calibri" panose="020F0502020204030204"/>
              <a:cs typeface="Simplified Arabic" panose="02020603050405020304" pitchFamily="18" charset="-78"/>
            </a:endParaRPr>
          </a:p>
        </p:txBody>
      </p:sp>
      <p:sp>
        <p:nvSpPr>
          <p:cNvPr id="38" name="Teardrop 37"/>
          <p:cNvSpPr/>
          <p:nvPr/>
        </p:nvSpPr>
        <p:spPr>
          <a:xfrm rot="13500000">
            <a:off x="5988862" y="5227857"/>
            <a:ext cx="164306" cy="164306"/>
          </a:xfrm>
          <a:prstGeom prst="teardrop">
            <a:avLst/>
          </a:prstGeom>
          <a:solidFill>
            <a:srgbClr val="A1BB2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cxnSp>
        <p:nvCxnSpPr>
          <p:cNvPr id="40" name="Straight Connector 39"/>
          <p:cNvCxnSpPr/>
          <p:nvPr/>
        </p:nvCxnSpPr>
        <p:spPr>
          <a:xfrm>
            <a:off x="5250409" y="5310009"/>
            <a:ext cx="730972" cy="0"/>
          </a:xfrm>
          <a:prstGeom prst="line">
            <a:avLst/>
          </a:prstGeom>
          <a:ln w="44450" cap="rnd">
            <a:solidFill>
              <a:srgbClr val="A1BB22"/>
            </a:solidFill>
            <a:prstDash val="sysDot"/>
          </a:ln>
        </p:spPr>
        <p:style>
          <a:lnRef idx="1">
            <a:schemeClr val="accent1"/>
          </a:lnRef>
          <a:fillRef idx="0">
            <a:schemeClr val="accent1"/>
          </a:fillRef>
          <a:effectRef idx="0">
            <a:schemeClr val="accent1"/>
          </a:effectRef>
          <a:fontRef idx="minor">
            <a:schemeClr val="tx1"/>
          </a:fontRef>
        </p:style>
      </p:cxnSp>
      <p:sp>
        <p:nvSpPr>
          <p:cNvPr id="41" name="TextBox 40"/>
          <p:cNvSpPr txBox="1"/>
          <p:nvPr/>
        </p:nvSpPr>
        <p:spPr>
          <a:xfrm>
            <a:off x="6182050" y="5079176"/>
            <a:ext cx="2485696" cy="461665"/>
          </a:xfrm>
          <a:prstGeom prst="rect">
            <a:avLst/>
          </a:prstGeom>
          <a:noFill/>
        </p:spPr>
        <p:txBody>
          <a:bodyPr wrap="square" rtlCol="0">
            <a:spAutoFit/>
          </a:bodyPr>
          <a:lstStyle/>
          <a:p>
            <a:pPr fontAlgn="auto">
              <a:spcBef>
                <a:spcPts val="0"/>
              </a:spcBef>
              <a:spcAft>
                <a:spcPts val="0"/>
              </a:spcAft>
            </a:pPr>
            <a:r>
              <a:rPr lang="en-US" sz="2400" dirty="0" smtClean="0">
                <a:solidFill>
                  <a:prstClr val="black">
                    <a:lumMod val="75000"/>
                    <a:lumOff val="25000"/>
                  </a:prstClr>
                </a:solidFill>
                <a:latin typeface="Lato Black" panose="020F0A02020204030203" pitchFamily="34" charset="0"/>
                <a:cs typeface="Lato Black" panose="020F0A02020204030203" pitchFamily="34" charset="0"/>
              </a:rPr>
              <a:t>3</a:t>
            </a:r>
            <a:endParaRPr lang="en-US" sz="2400" dirty="0">
              <a:solidFill>
                <a:prstClr val="black">
                  <a:lumMod val="75000"/>
                  <a:lumOff val="25000"/>
                </a:prstClr>
              </a:solidFill>
              <a:latin typeface="Lato Black" panose="020F0A02020204030203" pitchFamily="34" charset="0"/>
              <a:cs typeface="Lato Black" panose="020F0A02020204030203" pitchFamily="34" charset="0"/>
            </a:endParaRPr>
          </a:p>
        </p:txBody>
      </p:sp>
      <p:sp>
        <p:nvSpPr>
          <p:cNvPr id="42" name="Rectangle 41"/>
          <p:cNvSpPr/>
          <p:nvPr/>
        </p:nvSpPr>
        <p:spPr>
          <a:xfrm>
            <a:off x="-299163" y="4710039"/>
            <a:ext cx="5197360" cy="1446550"/>
          </a:xfrm>
          <a:prstGeom prst="rect">
            <a:avLst/>
          </a:prstGeom>
        </p:spPr>
        <p:txBody>
          <a:bodyPr wrap="square">
            <a:spAutoFit/>
          </a:bodyPr>
          <a:lstStyle/>
          <a:p>
            <a:pPr algn="r" defTabSz="914294" fontAlgn="auto">
              <a:spcBef>
                <a:spcPts val="0"/>
              </a:spcBef>
              <a:spcAft>
                <a:spcPts val="0"/>
              </a:spcAft>
            </a:pPr>
            <a:r>
              <a:rPr lang="ar-SA" sz="3200" b="1" u="sng" dirty="0" smtClean="0">
                <a:solidFill>
                  <a:srgbClr val="92D050"/>
                </a:solidFill>
                <a:cs typeface="Simplified Arabic" panose="02020603050405020304" pitchFamily="18" charset="-78"/>
              </a:rPr>
              <a:t>التقييم:</a:t>
            </a:r>
            <a:endParaRPr lang="en-US" sz="3200" b="1" u="sng" dirty="0" smtClean="0">
              <a:solidFill>
                <a:srgbClr val="92D050"/>
              </a:solidFill>
              <a:cs typeface="Simplified Arabic" panose="02020603050405020304" pitchFamily="18" charset="-78"/>
            </a:endParaRPr>
          </a:p>
          <a:p>
            <a:pPr algn="r" defTabSz="914294" fontAlgn="auto">
              <a:spcBef>
                <a:spcPts val="0"/>
              </a:spcBef>
              <a:spcAft>
                <a:spcPts val="0"/>
              </a:spcAft>
            </a:pPr>
            <a:r>
              <a:rPr lang="ar-SA" sz="2800" b="1" dirty="0" smtClean="0">
                <a:solidFill>
                  <a:srgbClr val="000000"/>
                </a:solidFill>
                <a:cs typeface="Simplified Arabic" panose="02020603050405020304" pitchFamily="18" charset="-78"/>
              </a:rPr>
              <a:t> </a:t>
            </a:r>
            <a:r>
              <a:rPr lang="ar-SA" sz="2800" b="1" dirty="0">
                <a:solidFill>
                  <a:srgbClr val="000000"/>
                </a:solidFill>
                <a:cs typeface="Simplified Arabic" panose="02020603050405020304" pitchFamily="18" charset="-78"/>
              </a:rPr>
              <a:t>ويقصد به إعطاء القيمة للمعلومة أو للظاهرة أو للشيء الذي تحت الدراسة.</a:t>
            </a:r>
            <a:endParaRPr lang="ru-RU" sz="2800" b="1" dirty="0">
              <a:solidFill>
                <a:prstClr val="white"/>
              </a:solidFill>
              <a:latin typeface="Calibri" panose="020F0502020204030204"/>
              <a:cs typeface="Simplified Arabic" panose="02020603050405020304" pitchFamily="18" charset="-78"/>
            </a:endParaRPr>
          </a:p>
        </p:txBody>
      </p:sp>
    </p:spTree>
    <p:extLst>
      <p:ext uri="{BB962C8B-B14F-4D97-AF65-F5344CB8AC3E}">
        <p14:creationId xmlns:p14="http://schemas.microsoft.com/office/powerpoint/2010/main" val="310507931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2500"/>
                                        <p:tgtEl>
                                          <p:spTgt spid="3"/>
                                        </p:tgtEl>
                                      </p:cBhvr>
                                    </p:animEffect>
                                  </p:childTnLst>
                                </p:cTn>
                              </p:par>
                              <p:par>
                                <p:cTn id="8" presetID="53" presetClass="entr" presetSubtype="16" fill="hold" grpId="0" nodeType="withEffect">
                                  <p:stCondLst>
                                    <p:cond delay="250"/>
                                  </p:stCondLst>
                                  <p:childTnLst>
                                    <p:set>
                                      <p:cBhvr>
                                        <p:cTn id="9" dur="1" fill="hold">
                                          <p:stCondLst>
                                            <p:cond delay="0"/>
                                          </p:stCondLst>
                                        </p:cTn>
                                        <p:tgtEl>
                                          <p:spTgt spid="9"/>
                                        </p:tgtEl>
                                        <p:attrNameLst>
                                          <p:attrName>style.visibility</p:attrName>
                                        </p:attrNameLst>
                                      </p:cBhvr>
                                      <p:to>
                                        <p:strVal val="visible"/>
                                      </p:to>
                                    </p:set>
                                    <p:anim calcmode="lin" valueType="num">
                                      <p:cBhvr>
                                        <p:cTn id="10" dur="500" fill="hold"/>
                                        <p:tgtEl>
                                          <p:spTgt spid="9"/>
                                        </p:tgtEl>
                                        <p:attrNameLst>
                                          <p:attrName>ppt_w</p:attrName>
                                        </p:attrNameLst>
                                      </p:cBhvr>
                                      <p:tavLst>
                                        <p:tav tm="0">
                                          <p:val>
                                            <p:fltVal val="0"/>
                                          </p:val>
                                        </p:tav>
                                        <p:tav tm="100000">
                                          <p:val>
                                            <p:strVal val="#ppt_w"/>
                                          </p:val>
                                        </p:tav>
                                      </p:tavLst>
                                    </p:anim>
                                    <p:anim calcmode="lin" valueType="num">
                                      <p:cBhvr>
                                        <p:cTn id="11" dur="500" fill="hold"/>
                                        <p:tgtEl>
                                          <p:spTgt spid="9"/>
                                        </p:tgtEl>
                                        <p:attrNameLst>
                                          <p:attrName>ppt_h</p:attrName>
                                        </p:attrNameLst>
                                      </p:cBhvr>
                                      <p:tavLst>
                                        <p:tav tm="0">
                                          <p:val>
                                            <p:fltVal val="0"/>
                                          </p:val>
                                        </p:tav>
                                        <p:tav tm="100000">
                                          <p:val>
                                            <p:strVal val="#ppt_h"/>
                                          </p:val>
                                        </p:tav>
                                      </p:tavLst>
                                    </p:anim>
                                    <p:animEffect transition="in" filter="fade">
                                      <p:cBhvr>
                                        <p:cTn id="12" dur="500"/>
                                        <p:tgtEl>
                                          <p:spTgt spid="9"/>
                                        </p:tgtEl>
                                      </p:cBhvr>
                                    </p:animEffect>
                                  </p:childTnLst>
                                </p:cTn>
                              </p:par>
                              <p:par>
                                <p:cTn id="13" presetID="22" presetClass="entr" presetSubtype="2" fill="hold" nodeType="withEffect">
                                  <p:stCondLst>
                                    <p:cond delay="500"/>
                                  </p:stCondLst>
                                  <p:childTnLst>
                                    <p:set>
                                      <p:cBhvr>
                                        <p:cTn id="14" dur="1" fill="hold">
                                          <p:stCondLst>
                                            <p:cond delay="0"/>
                                          </p:stCondLst>
                                        </p:cTn>
                                        <p:tgtEl>
                                          <p:spTgt spid="16"/>
                                        </p:tgtEl>
                                        <p:attrNameLst>
                                          <p:attrName>style.visibility</p:attrName>
                                        </p:attrNameLst>
                                      </p:cBhvr>
                                      <p:to>
                                        <p:strVal val="visible"/>
                                      </p:to>
                                    </p:set>
                                    <p:animEffect transition="in" filter="wipe(right)">
                                      <p:cBhvr>
                                        <p:cTn id="15" dur="500"/>
                                        <p:tgtEl>
                                          <p:spTgt spid="16"/>
                                        </p:tgtEl>
                                      </p:cBhvr>
                                    </p:animEffect>
                                  </p:childTnLst>
                                </p:cTn>
                              </p:par>
                              <p:par>
                                <p:cTn id="16" presetID="10" presetClass="entr" presetSubtype="0" fill="hold" grpId="0" nodeType="withEffect">
                                  <p:stCondLst>
                                    <p:cond delay="500"/>
                                  </p:stCondLst>
                                  <p:childTnLst>
                                    <p:set>
                                      <p:cBhvr>
                                        <p:cTn id="17" dur="1" fill="hold">
                                          <p:stCondLst>
                                            <p:cond delay="0"/>
                                          </p:stCondLst>
                                        </p:cTn>
                                        <p:tgtEl>
                                          <p:spTgt spid="28"/>
                                        </p:tgtEl>
                                        <p:attrNameLst>
                                          <p:attrName>style.visibility</p:attrName>
                                        </p:attrNameLst>
                                      </p:cBhvr>
                                      <p:to>
                                        <p:strVal val="visible"/>
                                      </p:to>
                                    </p:set>
                                    <p:animEffect transition="in" filter="fade">
                                      <p:cBhvr>
                                        <p:cTn id="18" dur="500"/>
                                        <p:tgtEl>
                                          <p:spTgt spid="28"/>
                                        </p:tgtEl>
                                      </p:cBhvr>
                                    </p:animEffect>
                                  </p:childTnLst>
                                </p:cTn>
                              </p:par>
                              <p:par>
                                <p:cTn id="19" presetID="22" presetClass="entr" presetSubtype="2" fill="hold" grpId="0" nodeType="withEffect">
                                  <p:stCondLst>
                                    <p:cond delay="750"/>
                                  </p:stCondLst>
                                  <p:childTnLst>
                                    <p:set>
                                      <p:cBhvr>
                                        <p:cTn id="20" dur="1" fill="hold">
                                          <p:stCondLst>
                                            <p:cond delay="0"/>
                                          </p:stCondLst>
                                        </p:cTn>
                                        <p:tgtEl>
                                          <p:spTgt spid="29"/>
                                        </p:tgtEl>
                                        <p:attrNameLst>
                                          <p:attrName>style.visibility</p:attrName>
                                        </p:attrNameLst>
                                      </p:cBhvr>
                                      <p:to>
                                        <p:strVal val="visible"/>
                                      </p:to>
                                    </p:set>
                                    <p:animEffect transition="in" filter="wipe(right)">
                                      <p:cBhvr>
                                        <p:cTn id="21" dur="500"/>
                                        <p:tgtEl>
                                          <p:spTgt spid="29"/>
                                        </p:tgtEl>
                                      </p:cBhvr>
                                    </p:animEffect>
                                  </p:childTnLst>
                                </p:cTn>
                              </p:par>
                              <p:par>
                                <p:cTn id="22" presetID="53" presetClass="entr" presetSubtype="16" fill="hold" grpId="0" nodeType="withEffect">
                                  <p:stCondLst>
                                    <p:cond delay="1250"/>
                                  </p:stCondLst>
                                  <p:childTnLst>
                                    <p:set>
                                      <p:cBhvr>
                                        <p:cTn id="23" dur="1" fill="hold">
                                          <p:stCondLst>
                                            <p:cond delay="0"/>
                                          </p:stCondLst>
                                        </p:cTn>
                                        <p:tgtEl>
                                          <p:spTgt spid="31"/>
                                        </p:tgtEl>
                                        <p:attrNameLst>
                                          <p:attrName>style.visibility</p:attrName>
                                        </p:attrNameLst>
                                      </p:cBhvr>
                                      <p:to>
                                        <p:strVal val="visible"/>
                                      </p:to>
                                    </p:set>
                                    <p:anim calcmode="lin" valueType="num">
                                      <p:cBhvr>
                                        <p:cTn id="24" dur="500" fill="hold"/>
                                        <p:tgtEl>
                                          <p:spTgt spid="31"/>
                                        </p:tgtEl>
                                        <p:attrNameLst>
                                          <p:attrName>ppt_w</p:attrName>
                                        </p:attrNameLst>
                                      </p:cBhvr>
                                      <p:tavLst>
                                        <p:tav tm="0">
                                          <p:val>
                                            <p:fltVal val="0"/>
                                          </p:val>
                                        </p:tav>
                                        <p:tav tm="100000">
                                          <p:val>
                                            <p:strVal val="#ppt_w"/>
                                          </p:val>
                                        </p:tav>
                                      </p:tavLst>
                                    </p:anim>
                                    <p:anim calcmode="lin" valueType="num">
                                      <p:cBhvr>
                                        <p:cTn id="25" dur="500" fill="hold"/>
                                        <p:tgtEl>
                                          <p:spTgt spid="31"/>
                                        </p:tgtEl>
                                        <p:attrNameLst>
                                          <p:attrName>ppt_h</p:attrName>
                                        </p:attrNameLst>
                                      </p:cBhvr>
                                      <p:tavLst>
                                        <p:tav tm="0">
                                          <p:val>
                                            <p:fltVal val="0"/>
                                          </p:val>
                                        </p:tav>
                                        <p:tav tm="100000">
                                          <p:val>
                                            <p:strVal val="#ppt_h"/>
                                          </p:val>
                                        </p:tav>
                                      </p:tavLst>
                                    </p:anim>
                                    <p:animEffect transition="in" filter="fade">
                                      <p:cBhvr>
                                        <p:cTn id="26" dur="500"/>
                                        <p:tgtEl>
                                          <p:spTgt spid="31"/>
                                        </p:tgtEl>
                                      </p:cBhvr>
                                    </p:animEffect>
                                  </p:childTnLst>
                                </p:cTn>
                              </p:par>
                              <p:par>
                                <p:cTn id="27" presetID="22" presetClass="entr" presetSubtype="8" fill="hold" nodeType="withEffect">
                                  <p:stCondLst>
                                    <p:cond delay="1500"/>
                                  </p:stCondLst>
                                  <p:childTnLst>
                                    <p:set>
                                      <p:cBhvr>
                                        <p:cTn id="28" dur="1" fill="hold">
                                          <p:stCondLst>
                                            <p:cond delay="0"/>
                                          </p:stCondLst>
                                        </p:cTn>
                                        <p:tgtEl>
                                          <p:spTgt spid="33"/>
                                        </p:tgtEl>
                                        <p:attrNameLst>
                                          <p:attrName>style.visibility</p:attrName>
                                        </p:attrNameLst>
                                      </p:cBhvr>
                                      <p:to>
                                        <p:strVal val="visible"/>
                                      </p:to>
                                    </p:set>
                                    <p:animEffect transition="in" filter="wipe(left)">
                                      <p:cBhvr>
                                        <p:cTn id="29" dur="500"/>
                                        <p:tgtEl>
                                          <p:spTgt spid="33"/>
                                        </p:tgtEl>
                                      </p:cBhvr>
                                    </p:animEffect>
                                  </p:childTnLst>
                                </p:cTn>
                              </p:par>
                              <p:par>
                                <p:cTn id="30" presetID="10" presetClass="entr" presetSubtype="0" fill="hold" grpId="0" nodeType="withEffect">
                                  <p:stCondLst>
                                    <p:cond delay="1500"/>
                                  </p:stCondLst>
                                  <p:childTnLst>
                                    <p:set>
                                      <p:cBhvr>
                                        <p:cTn id="31" dur="1" fill="hold">
                                          <p:stCondLst>
                                            <p:cond delay="0"/>
                                          </p:stCondLst>
                                        </p:cTn>
                                        <p:tgtEl>
                                          <p:spTgt spid="34"/>
                                        </p:tgtEl>
                                        <p:attrNameLst>
                                          <p:attrName>style.visibility</p:attrName>
                                        </p:attrNameLst>
                                      </p:cBhvr>
                                      <p:to>
                                        <p:strVal val="visible"/>
                                      </p:to>
                                    </p:set>
                                    <p:animEffect transition="in" filter="fade">
                                      <p:cBhvr>
                                        <p:cTn id="32" dur="500"/>
                                        <p:tgtEl>
                                          <p:spTgt spid="34"/>
                                        </p:tgtEl>
                                      </p:cBhvr>
                                    </p:animEffect>
                                  </p:childTnLst>
                                </p:cTn>
                              </p:par>
                              <p:par>
                                <p:cTn id="33" presetID="22" presetClass="entr" presetSubtype="8" fill="hold" grpId="0" nodeType="withEffect">
                                  <p:stCondLst>
                                    <p:cond delay="1750"/>
                                  </p:stCondLst>
                                  <p:childTnLst>
                                    <p:set>
                                      <p:cBhvr>
                                        <p:cTn id="34" dur="1" fill="hold">
                                          <p:stCondLst>
                                            <p:cond delay="0"/>
                                          </p:stCondLst>
                                        </p:cTn>
                                        <p:tgtEl>
                                          <p:spTgt spid="35"/>
                                        </p:tgtEl>
                                        <p:attrNameLst>
                                          <p:attrName>style.visibility</p:attrName>
                                        </p:attrNameLst>
                                      </p:cBhvr>
                                      <p:to>
                                        <p:strVal val="visible"/>
                                      </p:to>
                                    </p:set>
                                    <p:animEffect transition="in" filter="wipe(left)">
                                      <p:cBhvr>
                                        <p:cTn id="35" dur="500"/>
                                        <p:tgtEl>
                                          <p:spTgt spid="35"/>
                                        </p:tgtEl>
                                      </p:cBhvr>
                                    </p:animEffect>
                                  </p:childTnLst>
                                </p:cTn>
                              </p:par>
                              <p:par>
                                <p:cTn id="36" presetID="53" presetClass="entr" presetSubtype="16" fill="hold" grpId="0" nodeType="withEffect">
                                  <p:stCondLst>
                                    <p:cond delay="2250"/>
                                  </p:stCondLst>
                                  <p:childTnLst>
                                    <p:set>
                                      <p:cBhvr>
                                        <p:cTn id="37" dur="1" fill="hold">
                                          <p:stCondLst>
                                            <p:cond delay="0"/>
                                          </p:stCondLst>
                                        </p:cTn>
                                        <p:tgtEl>
                                          <p:spTgt spid="38"/>
                                        </p:tgtEl>
                                        <p:attrNameLst>
                                          <p:attrName>style.visibility</p:attrName>
                                        </p:attrNameLst>
                                      </p:cBhvr>
                                      <p:to>
                                        <p:strVal val="visible"/>
                                      </p:to>
                                    </p:set>
                                    <p:anim calcmode="lin" valueType="num">
                                      <p:cBhvr>
                                        <p:cTn id="38" dur="500" fill="hold"/>
                                        <p:tgtEl>
                                          <p:spTgt spid="38"/>
                                        </p:tgtEl>
                                        <p:attrNameLst>
                                          <p:attrName>ppt_w</p:attrName>
                                        </p:attrNameLst>
                                      </p:cBhvr>
                                      <p:tavLst>
                                        <p:tav tm="0">
                                          <p:val>
                                            <p:fltVal val="0"/>
                                          </p:val>
                                        </p:tav>
                                        <p:tav tm="100000">
                                          <p:val>
                                            <p:strVal val="#ppt_w"/>
                                          </p:val>
                                        </p:tav>
                                      </p:tavLst>
                                    </p:anim>
                                    <p:anim calcmode="lin" valueType="num">
                                      <p:cBhvr>
                                        <p:cTn id="39" dur="500" fill="hold"/>
                                        <p:tgtEl>
                                          <p:spTgt spid="38"/>
                                        </p:tgtEl>
                                        <p:attrNameLst>
                                          <p:attrName>ppt_h</p:attrName>
                                        </p:attrNameLst>
                                      </p:cBhvr>
                                      <p:tavLst>
                                        <p:tav tm="0">
                                          <p:val>
                                            <p:fltVal val="0"/>
                                          </p:val>
                                        </p:tav>
                                        <p:tav tm="100000">
                                          <p:val>
                                            <p:strVal val="#ppt_h"/>
                                          </p:val>
                                        </p:tav>
                                      </p:tavLst>
                                    </p:anim>
                                    <p:animEffect transition="in" filter="fade">
                                      <p:cBhvr>
                                        <p:cTn id="40" dur="500"/>
                                        <p:tgtEl>
                                          <p:spTgt spid="38"/>
                                        </p:tgtEl>
                                      </p:cBhvr>
                                    </p:animEffect>
                                  </p:childTnLst>
                                </p:cTn>
                              </p:par>
                              <p:par>
                                <p:cTn id="41" presetID="22" presetClass="entr" presetSubtype="2" fill="hold" nodeType="withEffect">
                                  <p:stCondLst>
                                    <p:cond delay="2500"/>
                                  </p:stCondLst>
                                  <p:childTnLst>
                                    <p:set>
                                      <p:cBhvr>
                                        <p:cTn id="42" dur="1" fill="hold">
                                          <p:stCondLst>
                                            <p:cond delay="0"/>
                                          </p:stCondLst>
                                        </p:cTn>
                                        <p:tgtEl>
                                          <p:spTgt spid="40"/>
                                        </p:tgtEl>
                                        <p:attrNameLst>
                                          <p:attrName>style.visibility</p:attrName>
                                        </p:attrNameLst>
                                      </p:cBhvr>
                                      <p:to>
                                        <p:strVal val="visible"/>
                                      </p:to>
                                    </p:set>
                                    <p:animEffect transition="in" filter="wipe(right)">
                                      <p:cBhvr>
                                        <p:cTn id="43" dur="500"/>
                                        <p:tgtEl>
                                          <p:spTgt spid="40"/>
                                        </p:tgtEl>
                                      </p:cBhvr>
                                    </p:animEffect>
                                  </p:childTnLst>
                                </p:cTn>
                              </p:par>
                              <p:par>
                                <p:cTn id="44" presetID="10" presetClass="entr" presetSubtype="0" fill="hold" grpId="0" nodeType="withEffect">
                                  <p:stCondLst>
                                    <p:cond delay="2500"/>
                                  </p:stCondLst>
                                  <p:childTnLst>
                                    <p:set>
                                      <p:cBhvr>
                                        <p:cTn id="45" dur="1" fill="hold">
                                          <p:stCondLst>
                                            <p:cond delay="0"/>
                                          </p:stCondLst>
                                        </p:cTn>
                                        <p:tgtEl>
                                          <p:spTgt spid="41"/>
                                        </p:tgtEl>
                                        <p:attrNameLst>
                                          <p:attrName>style.visibility</p:attrName>
                                        </p:attrNameLst>
                                      </p:cBhvr>
                                      <p:to>
                                        <p:strVal val="visible"/>
                                      </p:to>
                                    </p:set>
                                    <p:animEffect transition="in" filter="fade">
                                      <p:cBhvr>
                                        <p:cTn id="46" dur="500"/>
                                        <p:tgtEl>
                                          <p:spTgt spid="41"/>
                                        </p:tgtEl>
                                      </p:cBhvr>
                                    </p:animEffect>
                                  </p:childTnLst>
                                </p:cTn>
                              </p:par>
                              <p:par>
                                <p:cTn id="47" presetID="22" presetClass="entr" presetSubtype="2" fill="hold" grpId="0" nodeType="withEffect">
                                  <p:stCondLst>
                                    <p:cond delay="2750"/>
                                  </p:stCondLst>
                                  <p:childTnLst>
                                    <p:set>
                                      <p:cBhvr>
                                        <p:cTn id="48" dur="1" fill="hold">
                                          <p:stCondLst>
                                            <p:cond delay="0"/>
                                          </p:stCondLst>
                                        </p:cTn>
                                        <p:tgtEl>
                                          <p:spTgt spid="42"/>
                                        </p:tgtEl>
                                        <p:attrNameLst>
                                          <p:attrName>style.visibility</p:attrName>
                                        </p:attrNameLst>
                                      </p:cBhvr>
                                      <p:to>
                                        <p:strVal val="visible"/>
                                      </p:to>
                                    </p:set>
                                    <p:animEffect transition="in" filter="wipe(right)">
                                      <p:cBhvr>
                                        <p:cTn id="49" dur="500"/>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28" grpId="0"/>
      <p:bldP spid="29" grpId="0"/>
      <p:bldP spid="31" grpId="0" animBg="1"/>
      <p:bldP spid="34" grpId="0"/>
      <p:bldP spid="35" grpId="0"/>
      <p:bldP spid="38" grpId="0" animBg="1"/>
      <p:bldP spid="41" grpId="0"/>
      <p:bldP spid="42" grpId="0"/>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3" name="Straight Connector 2"/>
          <p:cNvCxnSpPr/>
          <p:nvPr/>
        </p:nvCxnSpPr>
        <p:spPr>
          <a:xfrm flipH="1" flipV="1">
            <a:off x="6017988" y="0"/>
            <a:ext cx="53028" cy="6858001"/>
          </a:xfrm>
          <a:prstGeom prst="line">
            <a:avLst/>
          </a:prstGeom>
          <a:ln w="57150" cap="rnd">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sp>
        <p:nvSpPr>
          <p:cNvPr id="31" name="Teardrop 30"/>
          <p:cNvSpPr/>
          <p:nvPr/>
        </p:nvSpPr>
        <p:spPr>
          <a:xfrm rot="2700000">
            <a:off x="5824799" y="2677128"/>
            <a:ext cx="164306" cy="164306"/>
          </a:xfrm>
          <a:prstGeom prst="teardrop">
            <a:avLst/>
          </a:prstGeom>
          <a:solidFill>
            <a:srgbClr val="FE83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cxnSp>
        <p:nvCxnSpPr>
          <p:cNvPr id="33" name="Straight Connector 32"/>
          <p:cNvCxnSpPr/>
          <p:nvPr/>
        </p:nvCxnSpPr>
        <p:spPr>
          <a:xfrm>
            <a:off x="6023134" y="2759281"/>
            <a:ext cx="730972" cy="0"/>
          </a:xfrm>
          <a:prstGeom prst="line">
            <a:avLst/>
          </a:prstGeom>
          <a:ln w="44450" cap="rnd">
            <a:solidFill>
              <a:srgbClr val="FE8301"/>
            </a:solidFill>
            <a:prstDash val="sysDot"/>
          </a:ln>
        </p:spPr>
        <p:style>
          <a:lnRef idx="1">
            <a:schemeClr val="accent1"/>
          </a:lnRef>
          <a:fillRef idx="0">
            <a:schemeClr val="accent1"/>
          </a:fillRef>
          <a:effectRef idx="0">
            <a:schemeClr val="accent1"/>
          </a:effectRef>
          <a:fontRef idx="minor">
            <a:schemeClr val="tx1"/>
          </a:fontRef>
        </p:style>
      </p:cxnSp>
      <p:sp>
        <p:nvSpPr>
          <p:cNvPr id="34" name="TextBox 33"/>
          <p:cNvSpPr txBox="1"/>
          <p:nvPr/>
        </p:nvSpPr>
        <p:spPr>
          <a:xfrm>
            <a:off x="3331623" y="2526595"/>
            <a:ext cx="2485696" cy="461665"/>
          </a:xfrm>
          <a:prstGeom prst="rect">
            <a:avLst/>
          </a:prstGeom>
          <a:noFill/>
        </p:spPr>
        <p:txBody>
          <a:bodyPr wrap="square" rtlCol="0">
            <a:spAutoFit/>
          </a:bodyPr>
          <a:lstStyle/>
          <a:p>
            <a:pPr algn="r" fontAlgn="auto">
              <a:spcBef>
                <a:spcPts val="0"/>
              </a:spcBef>
              <a:spcAft>
                <a:spcPts val="0"/>
              </a:spcAft>
            </a:pPr>
            <a:r>
              <a:rPr lang="en-US" sz="2400" dirty="0" smtClean="0">
                <a:solidFill>
                  <a:prstClr val="black">
                    <a:lumMod val="75000"/>
                    <a:lumOff val="25000"/>
                  </a:prstClr>
                </a:solidFill>
                <a:latin typeface="Lato Black" panose="020F0A02020204030203" pitchFamily="34" charset="0"/>
                <a:cs typeface="Lato Black" panose="020F0A02020204030203" pitchFamily="34" charset="0"/>
              </a:rPr>
              <a:t>4</a:t>
            </a:r>
            <a:endParaRPr lang="en-US" sz="2400" dirty="0">
              <a:solidFill>
                <a:prstClr val="black">
                  <a:lumMod val="75000"/>
                  <a:lumOff val="25000"/>
                </a:prstClr>
              </a:solidFill>
              <a:latin typeface="Lato Black" panose="020F0A02020204030203" pitchFamily="34" charset="0"/>
              <a:cs typeface="Lato Black" panose="020F0A02020204030203" pitchFamily="34" charset="0"/>
            </a:endParaRPr>
          </a:p>
        </p:txBody>
      </p:sp>
      <p:sp>
        <p:nvSpPr>
          <p:cNvPr id="35" name="Rectangle 34"/>
          <p:cNvSpPr/>
          <p:nvPr/>
        </p:nvSpPr>
        <p:spPr>
          <a:xfrm>
            <a:off x="6754106" y="2023460"/>
            <a:ext cx="5003725" cy="1877437"/>
          </a:xfrm>
          <a:prstGeom prst="rect">
            <a:avLst/>
          </a:prstGeom>
        </p:spPr>
        <p:txBody>
          <a:bodyPr wrap="square">
            <a:spAutoFit/>
          </a:bodyPr>
          <a:lstStyle/>
          <a:p>
            <a:pPr defTabSz="914294" rtl="1" fontAlgn="auto">
              <a:spcBef>
                <a:spcPts val="0"/>
              </a:spcBef>
              <a:spcAft>
                <a:spcPts val="0"/>
              </a:spcAft>
            </a:pPr>
            <a:r>
              <a:rPr lang="ar-SA" sz="3200" b="1" u="sng" dirty="0" smtClean="0">
                <a:solidFill>
                  <a:srgbClr val="F0992F"/>
                </a:solidFill>
                <a:cs typeface="Simplified Arabic" panose="02020603050405020304" pitchFamily="18" charset="-78"/>
              </a:rPr>
              <a:t>التنظيم:</a:t>
            </a:r>
            <a:endParaRPr lang="en-US" sz="3200" b="1" u="sng" dirty="0" smtClean="0">
              <a:solidFill>
                <a:srgbClr val="F0992F"/>
              </a:solidFill>
              <a:cs typeface="Simplified Arabic" panose="02020603050405020304" pitchFamily="18" charset="-78"/>
            </a:endParaRPr>
          </a:p>
          <a:p>
            <a:pPr defTabSz="914294" rtl="1" fontAlgn="auto">
              <a:spcBef>
                <a:spcPts val="0"/>
              </a:spcBef>
              <a:spcAft>
                <a:spcPts val="0"/>
              </a:spcAft>
            </a:pPr>
            <a:r>
              <a:rPr lang="ar-SA" sz="2800" b="1" dirty="0" smtClean="0">
                <a:solidFill>
                  <a:srgbClr val="000000"/>
                </a:solidFill>
                <a:cs typeface="Simplified Arabic" panose="02020603050405020304" pitchFamily="18" charset="-78"/>
              </a:rPr>
              <a:t> </a:t>
            </a:r>
            <a:r>
              <a:rPr lang="ar-SA" sz="2800" b="1" dirty="0">
                <a:solidFill>
                  <a:srgbClr val="000000"/>
                </a:solidFill>
                <a:cs typeface="Simplified Arabic" panose="02020603050405020304" pitchFamily="18" charset="-78"/>
              </a:rPr>
              <a:t>ويعني تجميع الطالب للقيم أو المعلومات وإعادة تنظيمها بحسب علاقتها بظاهرة أو سلوك معين.</a:t>
            </a:r>
          </a:p>
        </p:txBody>
      </p:sp>
      <p:sp>
        <p:nvSpPr>
          <p:cNvPr id="38" name="Teardrop 37"/>
          <p:cNvSpPr/>
          <p:nvPr/>
        </p:nvSpPr>
        <p:spPr>
          <a:xfrm rot="13500000">
            <a:off x="5824800" y="4197185"/>
            <a:ext cx="164306" cy="164306"/>
          </a:xfrm>
          <a:prstGeom prst="teardrop">
            <a:avLst/>
          </a:prstGeom>
          <a:solidFill>
            <a:srgbClr val="A1BB2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cxnSp>
        <p:nvCxnSpPr>
          <p:cNvPr id="40" name="Straight Connector 39"/>
          <p:cNvCxnSpPr/>
          <p:nvPr/>
        </p:nvCxnSpPr>
        <p:spPr>
          <a:xfrm>
            <a:off x="5086347" y="4279337"/>
            <a:ext cx="730972" cy="0"/>
          </a:xfrm>
          <a:prstGeom prst="line">
            <a:avLst/>
          </a:prstGeom>
          <a:ln w="44450" cap="rnd">
            <a:solidFill>
              <a:srgbClr val="A1BB22"/>
            </a:solidFill>
            <a:prstDash val="sysDot"/>
          </a:ln>
        </p:spPr>
        <p:style>
          <a:lnRef idx="1">
            <a:schemeClr val="accent1"/>
          </a:lnRef>
          <a:fillRef idx="0">
            <a:schemeClr val="accent1"/>
          </a:fillRef>
          <a:effectRef idx="0">
            <a:schemeClr val="accent1"/>
          </a:effectRef>
          <a:fontRef idx="minor">
            <a:schemeClr val="tx1"/>
          </a:fontRef>
        </p:style>
      </p:cxnSp>
      <p:sp>
        <p:nvSpPr>
          <p:cNvPr id="41" name="TextBox 40"/>
          <p:cNvSpPr txBox="1"/>
          <p:nvPr/>
        </p:nvSpPr>
        <p:spPr>
          <a:xfrm>
            <a:off x="6017988" y="4048504"/>
            <a:ext cx="2485696" cy="461665"/>
          </a:xfrm>
          <a:prstGeom prst="rect">
            <a:avLst/>
          </a:prstGeom>
          <a:noFill/>
        </p:spPr>
        <p:txBody>
          <a:bodyPr wrap="square" rtlCol="0">
            <a:spAutoFit/>
          </a:bodyPr>
          <a:lstStyle/>
          <a:p>
            <a:pPr fontAlgn="auto">
              <a:spcBef>
                <a:spcPts val="0"/>
              </a:spcBef>
              <a:spcAft>
                <a:spcPts val="0"/>
              </a:spcAft>
            </a:pPr>
            <a:r>
              <a:rPr lang="en-US" sz="2400" dirty="0" smtClean="0">
                <a:solidFill>
                  <a:prstClr val="black">
                    <a:lumMod val="75000"/>
                    <a:lumOff val="25000"/>
                  </a:prstClr>
                </a:solidFill>
                <a:latin typeface="Lato Black" panose="020F0A02020204030203" pitchFamily="34" charset="0"/>
                <a:cs typeface="Lato Black" panose="020F0A02020204030203" pitchFamily="34" charset="0"/>
              </a:rPr>
              <a:t>5</a:t>
            </a:r>
            <a:endParaRPr lang="en-US" sz="2400" dirty="0">
              <a:solidFill>
                <a:prstClr val="black">
                  <a:lumMod val="75000"/>
                  <a:lumOff val="25000"/>
                </a:prstClr>
              </a:solidFill>
              <a:latin typeface="Lato Black" panose="020F0A02020204030203" pitchFamily="34" charset="0"/>
              <a:cs typeface="Lato Black" panose="020F0A02020204030203" pitchFamily="34" charset="0"/>
            </a:endParaRPr>
          </a:p>
        </p:txBody>
      </p:sp>
      <p:sp>
        <p:nvSpPr>
          <p:cNvPr id="42" name="Rectangle 41"/>
          <p:cNvSpPr/>
          <p:nvPr/>
        </p:nvSpPr>
        <p:spPr>
          <a:xfrm>
            <a:off x="266700" y="3987137"/>
            <a:ext cx="5068198" cy="2308324"/>
          </a:xfrm>
          <a:prstGeom prst="rect">
            <a:avLst/>
          </a:prstGeom>
        </p:spPr>
        <p:txBody>
          <a:bodyPr wrap="square">
            <a:spAutoFit/>
          </a:bodyPr>
          <a:lstStyle/>
          <a:p>
            <a:pPr algn="r" defTabSz="914294" rtl="1" fontAlgn="auto">
              <a:spcBef>
                <a:spcPts val="0"/>
              </a:spcBef>
              <a:spcAft>
                <a:spcPts val="0"/>
              </a:spcAft>
            </a:pPr>
            <a:r>
              <a:rPr lang="ar-SA" sz="3200" b="1" u="sng" dirty="0">
                <a:solidFill>
                  <a:srgbClr val="000000"/>
                </a:solidFill>
                <a:cs typeface="Simplified Arabic" panose="02020603050405020304" pitchFamily="18" charset="-78"/>
              </a:rPr>
              <a:t>الشخصنة</a:t>
            </a:r>
            <a:r>
              <a:rPr lang="ar-SA" sz="3200" b="1" u="sng" dirty="0" smtClean="0">
                <a:solidFill>
                  <a:srgbClr val="000000"/>
                </a:solidFill>
                <a:cs typeface="Simplified Arabic" panose="02020603050405020304" pitchFamily="18" charset="-78"/>
              </a:rPr>
              <a:t>:</a:t>
            </a:r>
            <a:endParaRPr lang="en-US" sz="3200" b="1" u="sng" dirty="0" smtClean="0">
              <a:solidFill>
                <a:srgbClr val="000000"/>
              </a:solidFill>
              <a:cs typeface="Simplified Arabic" panose="02020603050405020304" pitchFamily="18" charset="-78"/>
            </a:endParaRPr>
          </a:p>
          <a:p>
            <a:pPr algn="r" defTabSz="914294" rtl="1" fontAlgn="auto">
              <a:spcBef>
                <a:spcPts val="0"/>
              </a:spcBef>
              <a:spcAft>
                <a:spcPts val="0"/>
              </a:spcAft>
            </a:pPr>
            <a:r>
              <a:rPr lang="ar-SA" sz="2800" b="1" dirty="0" smtClean="0">
                <a:solidFill>
                  <a:srgbClr val="000000"/>
                </a:solidFill>
                <a:cs typeface="Simplified Arabic" panose="02020603050405020304" pitchFamily="18" charset="-78"/>
              </a:rPr>
              <a:t> </a:t>
            </a:r>
            <a:r>
              <a:rPr lang="ar-SA" sz="2800" b="1" dirty="0">
                <a:solidFill>
                  <a:srgbClr val="000000"/>
                </a:solidFill>
                <a:cs typeface="Simplified Arabic" panose="02020603050405020304" pitchFamily="18" charset="-78"/>
              </a:rPr>
              <a:t>وهي أعلى مستويات النطاق السلوكي، حيث في هذا المستوى تظهر شخصية الفرد، من خلال سلوكه الثابت الذي يصبح أسلوب حياة بالنسبة له</a:t>
            </a:r>
          </a:p>
        </p:txBody>
      </p:sp>
    </p:spTree>
    <p:extLst>
      <p:ext uri="{BB962C8B-B14F-4D97-AF65-F5344CB8AC3E}">
        <p14:creationId xmlns:p14="http://schemas.microsoft.com/office/powerpoint/2010/main" val="112626240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2500"/>
                                        <p:tgtEl>
                                          <p:spTgt spid="3"/>
                                        </p:tgtEl>
                                      </p:cBhvr>
                                    </p:animEffect>
                                  </p:childTnLst>
                                </p:cTn>
                              </p:par>
                              <p:par>
                                <p:cTn id="8" presetID="53" presetClass="entr" presetSubtype="16" fill="hold" grpId="0" nodeType="withEffect">
                                  <p:stCondLst>
                                    <p:cond delay="1250"/>
                                  </p:stCondLst>
                                  <p:childTnLst>
                                    <p:set>
                                      <p:cBhvr>
                                        <p:cTn id="9" dur="1" fill="hold">
                                          <p:stCondLst>
                                            <p:cond delay="0"/>
                                          </p:stCondLst>
                                        </p:cTn>
                                        <p:tgtEl>
                                          <p:spTgt spid="31"/>
                                        </p:tgtEl>
                                        <p:attrNameLst>
                                          <p:attrName>style.visibility</p:attrName>
                                        </p:attrNameLst>
                                      </p:cBhvr>
                                      <p:to>
                                        <p:strVal val="visible"/>
                                      </p:to>
                                    </p:set>
                                    <p:anim calcmode="lin" valueType="num">
                                      <p:cBhvr>
                                        <p:cTn id="10" dur="500" fill="hold"/>
                                        <p:tgtEl>
                                          <p:spTgt spid="31"/>
                                        </p:tgtEl>
                                        <p:attrNameLst>
                                          <p:attrName>ppt_w</p:attrName>
                                        </p:attrNameLst>
                                      </p:cBhvr>
                                      <p:tavLst>
                                        <p:tav tm="0">
                                          <p:val>
                                            <p:fltVal val="0"/>
                                          </p:val>
                                        </p:tav>
                                        <p:tav tm="100000">
                                          <p:val>
                                            <p:strVal val="#ppt_w"/>
                                          </p:val>
                                        </p:tav>
                                      </p:tavLst>
                                    </p:anim>
                                    <p:anim calcmode="lin" valueType="num">
                                      <p:cBhvr>
                                        <p:cTn id="11" dur="500" fill="hold"/>
                                        <p:tgtEl>
                                          <p:spTgt spid="31"/>
                                        </p:tgtEl>
                                        <p:attrNameLst>
                                          <p:attrName>ppt_h</p:attrName>
                                        </p:attrNameLst>
                                      </p:cBhvr>
                                      <p:tavLst>
                                        <p:tav tm="0">
                                          <p:val>
                                            <p:fltVal val="0"/>
                                          </p:val>
                                        </p:tav>
                                        <p:tav tm="100000">
                                          <p:val>
                                            <p:strVal val="#ppt_h"/>
                                          </p:val>
                                        </p:tav>
                                      </p:tavLst>
                                    </p:anim>
                                    <p:animEffect transition="in" filter="fade">
                                      <p:cBhvr>
                                        <p:cTn id="12" dur="500"/>
                                        <p:tgtEl>
                                          <p:spTgt spid="31"/>
                                        </p:tgtEl>
                                      </p:cBhvr>
                                    </p:animEffect>
                                  </p:childTnLst>
                                </p:cTn>
                              </p:par>
                              <p:par>
                                <p:cTn id="13" presetID="22" presetClass="entr" presetSubtype="8" fill="hold" nodeType="withEffect">
                                  <p:stCondLst>
                                    <p:cond delay="1500"/>
                                  </p:stCondLst>
                                  <p:childTnLst>
                                    <p:set>
                                      <p:cBhvr>
                                        <p:cTn id="14" dur="1" fill="hold">
                                          <p:stCondLst>
                                            <p:cond delay="0"/>
                                          </p:stCondLst>
                                        </p:cTn>
                                        <p:tgtEl>
                                          <p:spTgt spid="33"/>
                                        </p:tgtEl>
                                        <p:attrNameLst>
                                          <p:attrName>style.visibility</p:attrName>
                                        </p:attrNameLst>
                                      </p:cBhvr>
                                      <p:to>
                                        <p:strVal val="visible"/>
                                      </p:to>
                                    </p:set>
                                    <p:animEffect transition="in" filter="wipe(left)">
                                      <p:cBhvr>
                                        <p:cTn id="15" dur="500"/>
                                        <p:tgtEl>
                                          <p:spTgt spid="33"/>
                                        </p:tgtEl>
                                      </p:cBhvr>
                                    </p:animEffect>
                                  </p:childTnLst>
                                </p:cTn>
                              </p:par>
                              <p:par>
                                <p:cTn id="16" presetID="10" presetClass="entr" presetSubtype="0" fill="hold" grpId="0" nodeType="withEffect">
                                  <p:stCondLst>
                                    <p:cond delay="1500"/>
                                  </p:stCondLst>
                                  <p:childTnLst>
                                    <p:set>
                                      <p:cBhvr>
                                        <p:cTn id="17" dur="1" fill="hold">
                                          <p:stCondLst>
                                            <p:cond delay="0"/>
                                          </p:stCondLst>
                                        </p:cTn>
                                        <p:tgtEl>
                                          <p:spTgt spid="34"/>
                                        </p:tgtEl>
                                        <p:attrNameLst>
                                          <p:attrName>style.visibility</p:attrName>
                                        </p:attrNameLst>
                                      </p:cBhvr>
                                      <p:to>
                                        <p:strVal val="visible"/>
                                      </p:to>
                                    </p:set>
                                    <p:animEffect transition="in" filter="fade">
                                      <p:cBhvr>
                                        <p:cTn id="18" dur="500"/>
                                        <p:tgtEl>
                                          <p:spTgt spid="34"/>
                                        </p:tgtEl>
                                      </p:cBhvr>
                                    </p:animEffect>
                                  </p:childTnLst>
                                </p:cTn>
                              </p:par>
                              <p:par>
                                <p:cTn id="19" presetID="22" presetClass="entr" presetSubtype="8" fill="hold" grpId="0" nodeType="withEffect">
                                  <p:stCondLst>
                                    <p:cond delay="1750"/>
                                  </p:stCondLst>
                                  <p:childTnLst>
                                    <p:set>
                                      <p:cBhvr>
                                        <p:cTn id="20" dur="1" fill="hold">
                                          <p:stCondLst>
                                            <p:cond delay="0"/>
                                          </p:stCondLst>
                                        </p:cTn>
                                        <p:tgtEl>
                                          <p:spTgt spid="35"/>
                                        </p:tgtEl>
                                        <p:attrNameLst>
                                          <p:attrName>style.visibility</p:attrName>
                                        </p:attrNameLst>
                                      </p:cBhvr>
                                      <p:to>
                                        <p:strVal val="visible"/>
                                      </p:to>
                                    </p:set>
                                    <p:animEffect transition="in" filter="wipe(left)">
                                      <p:cBhvr>
                                        <p:cTn id="21" dur="500"/>
                                        <p:tgtEl>
                                          <p:spTgt spid="35"/>
                                        </p:tgtEl>
                                      </p:cBhvr>
                                    </p:animEffect>
                                  </p:childTnLst>
                                </p:cTn>
                              </p:par>
                              <p:par>
                                <p:cTn id="22" presetID="53" presetClass="entr" presetSubtype="16" fill="hold" grpId="0" nodeType="withEffect">
                                  <p:stCondLst>
                                    <p:cond delay="2250"/>
                                  </p:stCondLst>
                                  <p:childTnLst>
                                    <p:set>
                                      <p:cBhvr>
                                        <p:cTn id="23" dur="1" fill="hold">
                                          <p:stCondLst>
                                            <p:cond delay="0"/>
                                          </p:stCondLst>
                                        </p:cTn>
                                        <p:tgtEl>
                                          <p:spTgt spid="38"/>
                                        </p:tgtEl>
                                        <p:attrNameLst>
                                          <p:attrName>style.visibility</p:attrName>
                                        </p:attrNameLst>
                                      </p:cBhvr>
                                      <p:to>
                                        <p:strVal val="visible"/>
                                      </p:to>
                                    </p:set>
                                    <p:anim calcmode="lin" valueType="num">
                                      <p:cBhvr>
                                        <p:cTn id="24" dur="500" fill="hold"/>
                                        <p:tgtEl>
                                          <p:spTgt spid="38"/>
                                        </p:tgtEl>
                                        <p:attrNameLst>
                                          <p:attrName>ppt_w</p:attrName>
                                        </p:attrNameLst>
                                      </p:cBhvr>
                                      <p:tavLst>
                                        <p:tav tm="0">
                                          <p:val>
                                            <p:fltVal val="0"/>
                                          </p:val>
                                        </p:tav>
                                        <p:tav tm="100000">
                                          <p:val>
                                            <p:strVal val="#ppt_w"/>
                                          </p:val>
                                        </p:tav>
                                      </p:tavLst>
                                    </p:anim>
                                    <p:anim calcmode="lin" valueType="num">
                                      <p:cBhvr>
                                        <p:cTn id="25" dur="500" fill="hold"/>
                                        <p:tgtEl>
                                          <p:spTgt spid="38"/>
                                        </p:tgtEl>
                                        <p:attrNameLst>
                                          <p:attrName>ppt_h</p:attrName>
                                        </p:attrNameLst>
                                      </p:cBhvr>
                                      <p:tavLst>
                                        <p:tav tm="0">
                                          <p:val>
                                            <p:fltVal val="0"/>
                                          </p:val>
                                        </p:tav>
                                        <p:tav tm="100000">
                                          <p:val>
                                            <p:strVal val="#ppt_h"/>
                                          </p:val>
                                        </p:tav>
                                      </p:tavLst>
                                    </p:anim>
                                    <p:animEffect transition="in" filter="fade">
                                      <p:cBhvr>
                                        <p:cTn id="26" dur="500"/>
                                        <p:tgtEl>
                                          <p:spTgt spid="38"/>
                                        </p:tgtEl>
                                      </p:cBhvr>
                                    </p:animEffect>
                                  </p:childTnLst>
                                </p:cTn>
                              </p:par>
                              <p:par>
                                <p:cTn id="27" presetID="22" presetClass="entr" presetSubtype="2" fill="hold" nodeType="withEffect">
                                  <p:stCondLst>
                                    <p:cond delay="2500"/>
                                  </p:stCondLst>
                                  <p:childTnLst>
                                    <p:set>
                                      <p:cBhvr>
                                        <p:cTn id="28" dur="1" fill="hold">
                                          <p:stCondLst>
                                            <p:cond delay="0"/>
                                          </p:stCondLst>
                                        </p:cTn>
                                        <p:tgtEl>
                                          <p:spTgt spid="40"/>
                                        </p:tgtEl>
                                        <p:attrNameLst>
                                          <p:attrName>style.visibility</p:attrName>
                                        </p:attrNameLst>
                                      </p:cBhvr>
                                      <p:to>
                                        <p:strVal val="visible"/>
                                      </p:to>
                                    </p:set>
                                    <p:animEffect transition="in" filter="wipe(right)">
                                      <p:cBhvr>
                                        <p:cTn id="29" dur="500"/>
                                        <p:tgtEl>
                                          <p:spTgt spid="40"/>
                                        </p:tgtEl>
                                      </p:cBhvr>
                                    </p:animEffect>
                                  </p:childTnLst>
                                </p:cTn>
                              </p:par>
                              <p:par>
                                <p:cTn id="30" presetID="10" presetClass="entr" presetSubtype="0" fill="hold" grpId="0" nodeType="withEffect">
                                  <p:stCondLst>
                                    <p:cond delay="2500"/>
                                  </p:stCondLst>
                                  <p:childTnLst>
                                    <p:set>
                                      <p:cBhvr>
                                        <p:cTn id="31" dur="1" fill="hold">
                                          <p:stCondLst>
                                            <p:cond delay="0"/>
                                          </p:stCondLst>
                                        </p:cTn>
                                        <p:tgtEl>
                                          <p:spTgt spid="41"/>
                                        </p:tgtEl>
                                        <p:attrNameLst>
                                          <p:attrName>style.visibility</p:attrName>
                                        </p:attrNameLst>
                                      </p:cBhvr>
                                      <p:to>
                                        <p:strVal val="visible"/>
                                      </p:to>
                                    </p:set>
                                    <p:animEffect transition="in" filter="fade">
                                      <p:cBhvr>
                                        <p:cTn id="32" dur="500"/>
                                        <p:tgtEl>
                                          <p:spTgt spid="41"/>
                                        </p:tgtEl>
                                      </p:cBhvr>
                                    </p:animEffect>
                                  </p:childTnLst>
                                </p:cTn>
                              </p:par>
                              <p:par>
                                <p:cTn id="33" presetID="22" presetClass="entr" presetSubtype="2" fill="hold" grpId="0" nodeType="withEffect">
                                  <p:stCondLst>
                                    <p:cond delay="2750"/>
                                  </p:stCondLst>
                                  <p:childTnLst>
                                    <p:set>
                                      <p:cBhvr>
                                        <p:cTn id="34" dur="1" fill="hold">
                                          <p:stCondLst>
                                            <p:cond delay="0"/>
                                          </p:stCondLst>
                                        </p:cTn>
                                        <p:tgtEl>
                                          <p:spTgt spid="42"/>
                                        </p:tgtEl>
                                        <p:attrNameLst>
                                          <p:attrName>style.visibility</p:attrName>
                                        </p:attrNameLst>
                                      </p:cBhvr>
                                      <p:to>
                                        <p:strVal val="visible"/>
                                      </p:to>
                                    </p:set>
                                    <p:animEffect transition="in" filter="wipe(right)">
                                      <p:cBhvr>
                                        <p:cTn id="35" dur="500"/>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34" grpId="0"/>
      <p:bldP spid="35" grpId="0"/>
      <p:bldP spid="38" grpId="0" animBg="1"/>
      <p:bldP spid="41" grpId="0"/>
      <p:bldP spid="42" grpId="0"/>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Rectangle 33"/>
          <p:cNvSpPr/>
          <p:nvPr/>
        </p:nvSpPr>
        <p:spPr>
          <a:xfrm>
            <a:off x="0" y="1627437"/>
            <a:ext cx="10934700" cy="1825125"/>
          </a:xfrm>
          <a:prstGeom prst="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38" name="TextBox 37"/>
          <p:cNvSpPr txBox="1"/>
          <p:nvPr/>
        </p:nvSpPr>
        <p:spPr>
          <a:xfrm>
            <a:off x="609599" y="4143387"/>
            <a:ext cx="11196821" cy="2544731"/>
          </a:xfrm>
          <a:prstGeom prst="rect">
            <a:avLst/>
          </a:prstGeom>
          <a:noFill/>
        </p:spPr>
        <p:txBody>
          <a:bodyPr wrap="square" rIns="144000" bIns="36000" numCol="1" spcCol="360000" rtlCol="0">
            <a:spAutoFit/>
          </a:bodyPr>
          <a:lstStyle/>
          <a:p>
            <a:pPr algn="ctr" fontAlgn="auto">
              <a:spcBef>
                <a:spcPts val="0"/>
              </a:spcBef>
              <a:spcAft>
                <a:spcPts val="0"/>
              </a:spcAft>
            </a:pPr>
            <a:r>
              <a:rPr lang="ar-SA" sz="3200" b="1" u="sng" dirty="0">
                <a:solidFill>
                  <a:srgbClr val="C00000"/>
                </a:solidFill>
                <a:latin typeface="Calibri" panose="020F0502020204030204"/>
                <a:cs typeface="Arial" panose="020B0604020202020204" pitchFamily="34" charset="0"/>
              </a:rPr>
              <a:t>ج. النطاق الحركي </a:t>
            </a:r>
            <a:r>
              <a:rPr lang="ar-SA" sz="3200" b="1" u="sng" dirty="0" smtClean="0">
                <a:solidFill>
                  <a:srgbClr val="C00000"/>
                </a:solidFill>
                <a:latin typeface="Calibri" panose="020F0502020204030204"/>
                <a:cs typeface="Arial" panose="020B0604020202020204" pitchFamily="34" charset="0"/>
              </a:rPr>
              <a:t>النفسي</a:t>
            </a:r>
            <a:endParaRPr lang="en-US" sz="3200" b="1" u="sng" dirty="0" smtClean="0">
              <a:solidFill>
                <a:srgbClr val="C00000"/>
              </a:solidFill>
              <a:latin typeface="Calibri" panose="020F0502020204030204"/>
              <a:cs typeface="Arial" panose="020B0604020202020204" pitchFamily="34" charset="0"/>
            </a:endParaRPr>
          </a:p>
          <a:p>
            <a:pPr algn="ctr" fontAlgn="auto">
              <a:spcBef>
                <a:spcPts val="0"/>
              </a:spcBef>
              <a:spcAft>
                <a:spcPts val="0"/>
              </a:spcAft>
            </a:pPr>
            <a:r>
              <a:rPr lang="ar-SA" sz="3200" b="1" dirty="0">
                <a:solidFill>
                  <a:prstClr val="black"/>
                </a:solidFill>
                <a:latin typeface="Calibri" panose="020F0502020204030204"/>
                <a:cs typeface="Arial" panose="020B0604020202020204" pitchFamily="34" charset="0"/>
              </a:rPr>
              <a:t>يعنى هذا النطاق بنمو المهارات العلمية واليدوية عند المتعلم، وبالتالي فهو يركز على المهارات الحركية النفسية التي تتطلب استخدام وتناسق عضلات الجسم، مثل المهارات التي تتعلق بالقدرة على التحكم البدني في الأدوات والأجهزة مثل اليد أو المطرقة</a:t>
            </a:r>
            <a:endParaRPr lang="en-US" sz="1400" b="1" dirty="0">
              <a:solidFill>
                <a:prstClr val="black"/>
              </a:solidFill>
              <a:latin typeface="Signika Negative" pitchFamily="2" charset="0"/>
            </a:endParaRPr>
          </a:p>
        </p:txBody>
      </p:sp>
      <p:sp>
        <p:nvSpPr>
          <p:cNvPr id="39" name="Content Placeholder 2"/>
          <p:cNvSpPr txBox="1">
            <a:spLocks/>
          </p:cNvSpPr>
          <p:nvPr/>
        </p:nvSpPr>
        <p:spPr>
          <a:xfrm>
            <a:off x="564300" y="2318262"/>
            <a:ext cx="8991600" cy="494785"/>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rtl="1" fontAlgn="auto">
              <a:buClr>
                <a:srgbClr val="4472C4">
                  <a:lumMod val="75000"/>
                </a:srgbClr>
              </a:buClr>
              <a:defRPr/>
            </a:pPr>
            <a:r>
              <a:rPr lang="ar-SA" sz="3600" b="1" u="sng" dirty="0">
                <a:solidFill>
                  <a:prstClr val="white">
                    <a:lumMod val="95000"/>
                  </a:prstClr>
                </a:solidFill>
                <a:ea typeface="Roboto" panose="02000000000000000000" pitchFamily="2" charset="0"/>
              </a:rPr>
              <a:t>مستويات بلوم</a:t>
            </a:r>
            <a:endParaRPr lang="ar-SA" sz="3600" b="1" u="sng" dirty="0" smtClean="0">
              <a:solidFill>
                <a:prstClr val="white">
                  <a:lumMod val="95000"/>
                </a:prstClr>
              </a:solidFill>
              <a:ea typeface="Roboto" panose="02000000000000000000" pitchFamily="2" charset="0"/>
            </a:endParaRPr>
          </a:p>
        </p:txBody>
      </p:sp>
      <p:sp>
        <p:nvSpPr>
          <p:cNvPr id="2" name="Rounded Rectangle 1"/>
          <p:cNvSpPr/>
          <p:nvPr/>
        </p:nvSpPr>
        <p:spPr>
          <a:xfrm>
            <a:off x="10427621" y="1850683"/>
            <a:ext cx="1378800" cy="1378634"/>
          </a:xfrm>
          <a:prstGeom prst="roundRect">
            <a:avLst/>
          </a:prstGeom>
          <a:solidFill>
            <a:schemeClr val="tx1"/>
          </a:solidFill>
          <a:ln w="50800">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US" sz="4000" b="1" dirty="0" smtClean="0">
                <a:solidFill>
                  <a:prstClr val="white"/>
                </a:solidFill>
              </a:rPr>
              <a:t>2</a:t>
            </a:r>
            <a:endParaRPr lang="id-ID" b="1" dirty="0">
              <a:solidFill>
                <a:prstClr val="white"/>
              </a:solidFill>
            </a:endParaRPr>
          </a:p>
        </p:txBody>
      </p:sp>
    </p:spTree>
    <p:extLst>
      <p:ext uri="{BB962C8B-B14F-4D97-AF65-F5344CB8AC3E}">
        <p14:creationId xmlns:p14="http://schemas.microsoft.com/office/powerpoint/2010/main" val="54486293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500"/>
                                  </p:stCondLst>
                                  <p:childTnLst>
                                    <p:set>
                                      <p:cBhvr>
                                        <p:cTn id="6" dur="1" fill="hold">
                                          <p:stCondLst>
                                            <p:cond delay="0"/>
                                          </p:stCondLst>
                                        </p:cTn>
                                        <p:tgtEl>
                                          <p:spTgt spid="34"/>
                                        </p:tgtEl>
                                        <p:attrNameLst>
                                          <p:attrName>style.visibility</p:attrName>
                                        </p:attrNameLst>
                                      </p:cBhvr>
                                      <p:to>
                                        <p:strVal val="visible"/>
                                      </p:to>
                                    </p:set>
                                    <p:anim calcmode="lin" valueType="num">
                                      <p:cBhvr additive="base">
                                        <p:cTn id="7" dur="500" fill="hold"/>
                                        <p:tgtEl>
                                          <p:spTgt spid="34"/>
                                        </p:tgtEl>
                                        <p:attrNameLst>
                                          <p:attrName>ppt_x</p:attrName>
                                        </p:attrNameLst>
                                      </p:cBhvr>
                                      <p:tavLst>
                                        <p:tav tm="0">
                                          <p:val>
                                            <p:strVal val="0-#ppt_w/2"/>
                                          </p:val>
                                        </p:tav>
                                        <p:tav tm="100000">
                                          <p:val>
                                            <p:strVal val="#ppt_x"/>
                                          </p:val>
                                        </p:tav>
                                      </p:tavLst>
                                    </p:anim>
                                    <p:anim calcmode="lin" valueType="num">
                                      <p:cBhvr additive="base">
                                        <p:cTn id="8" dur="500" fill="hold"/>
                                        <p:tgtEl>
                                          <p:spTgt spid="34"/>
                                        </p:tgtEl>
                                        <p:attrNameLst>
                                          <p:attrName>ppt_y</p:attrName>
                                        </p:attrNameLst>
                                      </p:cBhvr>
                                      <p:tavLst>
                                        <p:tav tm="0">
                                          <p:val>
                                            <p:strVal val="#ppt_y"/>
                                          </p:val>
                                        </p:tav>
                                        <p:tav tm="100000">
                                          <p:val>
                                            <p:strVal val="#ppt_y"/>
                                          </p:val>
                                        </p:tav>
                                      </p:tavLst>
                                    </p:anim>
                                  </p:childTnLst>
                                </p:cTn>
                              </p:par>
                            </p:childTnLst>
                          </p:cTn>
                        </p:par>
                        <p:par>
                          <p:cTn id="9" fill="hold">
                            <p:stCondLst>
                              <p:cond delay="1000"/>
                            </p:stCondLst>
                            <p:childTnLst>
                              <p:par>
                                <p:cTn id="10" presetID="10" presetClass="entr" presetSubtype="0" fill="hold" grpId="0" nodeType="after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fade">
                                      <p:cBhvr>
                                        <p:cTn id="12" dur="500"/>
                                        <p:tgtEl>
                                          <p:spTgt spid="2"/>
                                        </p:tgtEl>
                                      </p:cBhvr>
                                    </p:animEffect>
                                  </p:childTnLst>
                                </p:cTn>
                              </p:par>
                            </p:childTnLst>
                          </p:cTn>
                        </p:par>
                        <p:par>
                          <p:cTn id="13" fill="hold">
                            <p:stCondLst>
                              <p:cond delay="1500"/>
                            </p:stCondLst>
                            <p:childTnLst>
                              <p:par>
                                <p:cTn id="14" presetID="2" presetClass="entr" presetSubtype="2" fill="hold" grpId="0" nodeType="afterEffect">
                                  <p:stCondLst>
                                    <p:cond delay="0"/>
                                  </p:stCondLst>
                                  <p:childTnLst>
                                    <p:set>
                                      <p:cBhvr>
                                        <p:cTn id="15" dur="1" fill="hold">
                                          <p:stCondLst>
                                            <p:cond delay="0"/>
                                          </p:stCondLst>
                                        </p:cTn>
                                        <p:tgtEl>
                                          <p:spTgt spid="38"/>
                                        </p:tgtEl>
                                        <p:attrNameLst>
                                          <p:attrName>style.visibility</p:attrName>
                                        </p:attrNameLst>
                                      </p:cBhvr>
                                      <p:to>
                                        <p:strVal val="visible"/>
                                      </p:to>
                                    </p:set>
                                    <p:anim calcmode="lin" valueType="num">
                                      <p:cBhvr additive="base">
                                        <p:cTn id="16" dur="500" fill="hold"/>
                                        <p:tgtEl>
                                          <p:spTgt spid="38"/>
                                        </p:tgtEl>
                                        <p:attrNameLst>
                                          <p:attrName>ppt_x</p:attrName>
                                        </p:attrNameLst>
                                      </p:cBhvr>
                                      <p:tavLst>
                                        <p:tav tm="0">
                                          <p:val>
                                            <p:strVal val="1+#ppt_w/2"/>
                                          </p:val>
                                        </p:tav>
                                        <p:tav tm="100000">
                                          <p:val>
                                            <p:strVal val="#ppt_x"/>
                                          </p:val>
                                        </p:tav>
                                      </p:tavLst>
                                    </p:anim>
                                    <p:anim calcmode="lin" valueType="num">
                                      <p:cBhvr additive="base">
                                        <p:cTn id="17" dur="500" fill="hold"/>
                                        <p:tgtEl>
                                          <p:spTgt spid="38"/>
                                        </p:tgtEl>
                                        <p:attrNameLst>
                                          <p:attrName>ppt_y</p:attrName>
                                        </p:attrNameLst>
                                      </p:cBhvr>
                                      <p:tavLst>
                                        <p:tav tm="0">
                                          <p:val>
                                            <p:strVal val="#ppt_y"/>
                                          </p:val>
                                        </p:tav>
                                        <p:tav tm="100000">
                                          <p:val>
                                            <p:strVal val="#ppt_y"/>
                                          </p:val>
                                        </p:tav>
                                      </p:tavLst>
                                    </p:anim>
                                  </p:childTnLst>
                                </p:cTn>
                              </p:par>
                              <p:par>
                                <p:cTn id="18" presetID="2" presetClass="entr" presetSubtype="8" fill="hold" grpId="0" nodeType="withEffect">
                                  <p:stCondLst>
                                    <p:cond delay="0"/>
                                  </p:stCondLst>
                                  <p:childTnLst>
                                    <p:set>
                                      <p:cBhvr>
                                        <p:cTn id="19" dur="1" fill="hold">
                                          <p:stCondLst>
                                            <p:cond delay="0"/>
                                          </p:stCondLst>
                                        </p:cTn>
                                        <p:tgtEl>
                                          <p:spTgt spid="39"/>
                                        </p:tgtEl>
                                        <p:attrNameLst>
                                          <p:attrName>style.visibility</p:attrName>
                                        </p:attrNameLst>
                                      </p:cBhvr>
                                      <p:to>
                                        <p:strVal val="visible"/>
                                      </p:to>
                                    </p:set>
                                    <p:anim calcmode="lin" valueType="num">
                                      <p:cBhvr additive="base">
                                        <p:cTn id="20" dur="500" fill="hold"/>
                                        <p:tgtEl>
                                          <p:spTgt spid="39"/>
                                        </p:tgtEl>
                                        <p:attrNameLst>
                                          <p:attrName>ppt_x</p:attrName>
                                        </p:attrNameLst>
                                      </p:cBhvr>
                                      <p:tavLst>
                                        <p:tav tm="0">
                                          <p:val>
                                            <p:strVal val="0-#ppt_w/2"/>
                                          </p:val>
                                        </p:tav>
                                        <p:tav tm="100000">
                                          <p:val>
                                            <p:strVal val="#ppt_x"/>
                                          </p:val>
                                        </p:tav>
                                      </p:tavLst>
                                    </p:anim>
                                    <p:anim calcmode="lin" valueType="num">
                                      <p:cBhvr additive="base">
                                        <p:cTn id="21" dur="500" fill="hold"/>
                                        <p:tgtEl>
                                          <p:spTgt spid="3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animBg="1"/>
      <p:bldP spid="38" grpId="0"/>
      <p:bldP spid="39" grpId="0"/>
      <p:bldP spid="2" grpId="0" animBg="1"/>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Rectangle 33"/>
          <p:cNvSpPr/>
          <p:nvPr/>
        </p:nvSpPr>
        <p:spPr>
          <a:xfrm>
            <a:off x="0" y="2302045"/>
            <a:ext cx="10934700" cy="1825125"/>
          </a:xfrm>
          <a:prstGeom prst="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39" name="Content Placeholder 2"/>
          <p:cNvSpPr txBox="1">
            <a:spLocks/>
          </p:cNvSpPr>
          <p:nvPr/>
        </p:nvSpPr>
        <p:spPr>
          <a:xfrm>
            <a:off x="564300" y="2992870"/>
            <a:ext cx="8991600" cy="494785"/>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rtl="1" fontAlgn="auto">
              <a:buClr>
                <a:srgbClr val="4472C4">
                  <a:lumMod val="75000"/>
                </a:srgbClr>
              </a:buClr>
              <a:defRPr/>
            </a:pPr>
            <a:r>
              <a:rPr lang="ar-SA" sz="3600" b="1" u="sng" dirty="0" smtClean="0">
                <a:solidFill>
                  <a:prstClr val="white">
                    <a:lumMod val="95000"/>
                  </a:prstClr>
                </a:solidFill>
                <a:ea typeface="Roboto" panose="02000000000000000000" pitchFamily="2" charset="0"/>
              </a:rPr>
              <a:t>تصنيف </a:t>
            </a:r>
            <a:r>
              <a:rPr lang="ar-SA" sz="3600" b="1" u="sng" dirty="0">
                <a:solidFill>
                  <a:prstClr val="white">
                    <a:lumMod val="95000"/>
                  </a:prstClr>
                </a:solidFill>
                <a:ea typeface="Roboto" panose="02000000000000000000" pitchFamily="2" charset="0"/>
              </a:rPr>
              <a:t>بلوم الجديد</a:t>
            </a:r>
            <a:endParaRPr lang="ar-SA" sz="3600" b="1" u="sng" dirty="0" smtClean="0">
              <a:solidFill>
                <a:prstClr val="white">
                  <a:lumMod val="95000"/>
                </a:prstClr>
              </a:solidFill>
              <a:ea typeface="Roboto" panose="02000000000000000000" pitchFamily="2" charset="0"/>
            </a:endParaRPr>
          </a:p>
        </p:txBody>
      </p:sp>
      <p:sp>
        <p:nvSpPr>
          <p:cNvPr id="2" name="Rounded Rectangle 1"/>
          <p:cNvSpPr/>
          <p:nvPr/>
        </p:nvSpPr>
        <p:spPr>
          <a:xfrm>
            <a:off x="10427621" y="2525291"/>
            <a:ext cx="1378800" cy="1378634"/>
          </a:xfrm>
          <a:prstGeom prst="roundRect">
            <a:avLst/>
          </a:prstGeom>
          <a:solidFill>
            <a:schemeClr val="tx1"/>
          </a:solidFill>
          <a:ln w="50800">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US" sz="4000" b="1" dirty="0" smtClean="0">
                <a:solidFill>
                  <a:prstClr val="white"/>
                </a:solidFill>
              </a:rPr>
              <a:t>3</a:t>
            </a:r>
            <a:endParaRPr lang="id-ID" b="1" dirty="0">
              <a:solidFill>
                <a:prstClr val="white"/>
              </a:solidFill>
            </a:endParaRPr>
          </a:p>
        </p:txBody>
      </p:sp>
      <p:sp>
        <p:nvSpPr>
          <p:cNvPr id="6" name="TextBox 5"/>
          <p:cNvSpPr txBox="1"/>
          <p:nvPr/>
        </p:nvSpPr>
        <p:spPr>
          <a:xfrm>
            <a:off x="564300" y="4811315"/>
            <a:ext cx="11196821" cy="1559846"/>
          </a:xfrm>
          <a:prstGeom prst="rect">
            <a:avLst/>
          </a:prstGeom>
          <a:noFill/>
        </p:spPr>
        <p:txBody>
          <a:bodyPr wrap="square" rIns="144000" bIns="36000" numCol="1" spcCol="360000" rtlCol="0">
            <a:spAutoFit/>
          </a:bodyPr>
          <a:lstStyle/>
          <a:p>
            <a:pPr algn="ctr" fontAlgn="auto">
              <a:spcBef>
                <a:spcPts val="0"/>
              </a:spcBef>
              <a:spcAft>
                <a:spcPts val="0"/>
              </a:spcAft>
            </a:pPr>
            <a:r>
              <a:rPr lang="ar-SA" sz="3200" b="1" dirty="0">
                <a:solidFill>
                  <a:prstClr val="black"/>
                </a:solidFill>
                <a:latin typeface="Calibri" panose="020F0502020204030204"/>
                <a:cs typeface="Arial" panose="020B0604020202020204" pitchFamily="34" charset="0"/>
              </a:rPr>
              <a:t>مع دخول الكثير من التغيرات والتطوير على أنظمة التعليم، جدّ عدد من الأخصائيين في علم النفس المعرفي على تعديل وتحديث تصنيف بلوم لمهارات التفكير على أمل جعله أكثر دقة وملائمة</a:t>
            </a:r>
            <a:endParaRPr lang="en-US" sz="1400" b="1" dirty="0">
              <a:solidFill>
                <a:prstClr val="black"/>
              </a:solidFill>
              <a:latin typeface="Signika Negative" pitchFamily="2" charset="0"/>
            </a:endParaRPr>
          </a:p>
        </p:txBody>
      </p:sp>
    </p:spTree>
    <p:extLst>
      <p:ext uri="{BB962C8B-B14F-4D97-AF65-F5344CB8AC3E}">
        <p14:creationId xmlns:p14="http://schemas.microsoft.com/office/powerpoint/2010/main" val="161981793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500"/>
                                  </p:stCondLst>
                                  <p:childTnLst>
                                    <p:set>
                                      <p:cBhvr>
                                        <p:cTn id="6" dur="1" fill="hold">
                                          <p:stCondLst>
                                            <p:cond delay="0"/>
                                          </p:stCondLst>
                                        </p:cTn>
                                        <p:tgtEl>
                                          <p:spTgt spid="34"/>
                                        </p:tgtEl>
                                        <p:attrNameLst>
                                          <p:attrName>style.visibility</p:attrName>
                                        </p:attrNameLst>
                                      </p:cBhvr>
                                      <p:to>
                                        <p:strVal val="visible"/>
                                      </p:to>
                                    </p:set>
                                    <p:anim calcmode="lin" valueType="num">
                                      <p:cBhvr additive="base">
                                        <p:cTn id="7" dur="500" fill="hold"/>
                                        <p:tgtEl>
                                          <p:spTgt spid="34"/>
                                        </p:tgtEl>
                                        <p:attrNameLst>
                                          <p:attrName>ppt_x</p:attrName>
                                        </p:attrNameLst>
                                      </p:cBhvr>
                                      <p:tavLst>
                                        <p:tav tm="0">
                                          <p:val>
                                            <p:strVal val="0-#ppt_w/2"/>
                                          </p:val>
                                        </p:tav>
                                        <p:tav tm="100000">
                                          <p:val>
                                            <p:strVal val="#ppt_x"/>
                                          </p:val>
                                        </p:tav>
                                      </p:tavLst>
                                    </p:anim>
                                    <p:anim calcmode="lin" valueType="num">
                                      <p:cBhvr additive="base">
                                        <p:cTn id="8" dur="500" fill="hold"/>
                                        <p:tgtEl>
                                          <p:spTgt spid="34"/>
                                        </p:tgtEl>
                                        <p:attrNameLst>
                                          <p:attrName>ppt_y</p:attrName>
                                        </p:attrNameLst>
                                      </p:cBhvr>
                                      <p:tavLst>
                                        <p:tav tm="0">
                                          <p:val>
                                            <p:strVal val="#ppt_y"/>
                                          </p:val>
                                        </p:tav>
                                        <p:tav tm="100000">
                                          <p:val>
                                            <p:strVal val="#ppt_y"/>
                                          </p:val>
                                        </p:tav>
                                      </p:tavLst>
                                    </p:anim>
                                  </p:childTnLst>
                                </p:cTn>
                              </p:par>
                            </p:childTnLst>
                          </p:cTn>
                        </p:par>
                        <p:par>
                          <p:cTn id="9" fill="hold">
                            <p:stCondLst>
                              <p:cond delay="1000"/>
                            </p:stCondLst>
                            <p:childTnLst>
                              <p:par>
                                <p:cTn id="10" presetID="10" presetClass="entr" presetSubtype="0" fill="hold" grpId="0" nodeType="after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fade">
                                      <p:cBhvr>
                                        <p:cTn id="12" dur="500"/>
                                        <p:tgtEl>
                                          <p:spTgt spid="2"/>
                                        </p:tgtEl>
                                      </p:cBhvr>
                                    </p:animEffect>
                                  </p:childTnLst>
                                </p:cTn>
                              </p:par>
                              <p:par>
                                <p:cTn id="13" presetID="2" presetClass="entr" presetSubtype="8" fill="hold" grpId="0" nodeType="withEffect">
                                  <p:stCondLst>
                                    <p:cond delay="0"/>
                                  </p:stCondLst>
                                  <p:childTnLst>
                                    <p:set>
                                      <p:cBhvr>
                                        <p:cTn id="14" dur="1" fill="hold">
                                          <p:stCondLst>
                                            <p:cond delay="0"/>
                                          </p:stCondLst>
                                        </p:cTn>
                                        <p:tgtEl>
                                          <p:spTgt spid="39"/>
                                        </p:tgtEl>
                                        <p:attrNameLst>
                                          <p:attrName>style.visibility</p:attrName>
                                        </p:attrNameLst>
                                      </p:cBhvr>
                                      <p:to>
                                        <p:strVal val="visible"/>
                                      </p:to>
                                    </p:set>
                                    <p:anim calcmode="lin" valueType="num">
                                      <p:cBhvr additive="base">
                                        <p:cTn id="15" dur="500" fill="hold"/>
                                        <p:tgtEl>
                                          <p:spTgt spid="39"/>
                                        </p:tgtEl>
                                        <p:attrNameLst>
                                          <p:attrName>ppt_x</p:attrName>
                                        </p:attrNameLst>
                                      </p:cBhvr>
                                      <p:tavLst>
                                        <p:tav tm="0">
                                          <p:val>
                                            <p:strVal val="0-#ppt_w/2"/>
                                          </p:val>
                                        </p:tav>
                                        <p:tav tm="100000">
                                          <p:val>
                                            <p:strVal val="#ppt_x"/>
                                          </p:val>
                                        </p:tav>
                                      </p:tavLst>
                                    </p:anim>
                                    <p:anim calcmode="lin" valueType="num">
                                      <p:cBhvr additive="base">
                                        <p:cTn id="16" dur="500" fill="hold"/>
                                        <p:tgtEl>
                                          <p:spTgt spid="39"/>
                                        </p:tgtEl>
                                        <p:attrNameLst>
                                          <p:attrName>ppt_y</p:attrName>
                                        </p:attrNameLst>
                                      </p:cBhvr>
                                      <p:tavLst>
                                        <p:tav tm="0">
                                          <p:val>
                                            <p:strVal val="#ppt_y"/>
                                          </p:val>
                                        </p:tav>
                                        <p:tav tm="100000">
                                          <p:val>
                                            <p:strVal val="#ppt_y"/>
                                          </p:val>
                                        </p:tav>
                                      </p:tavLst>
                                    </p:anim>
                                  </p:childTnLst>
                                </p:cTn>
                              </p:par>
                            </p:childTnLst>
                          </p:cTn>
                        </p:par>
                        <p:par>
                          <p:cTn id="17" fill="hold">
                            <p:stCondLst>
                              <p:cond delay="1500"/>
                            </p:stCondLst>
                            <p:childTnLst>
                              <p:par>
                                <p:cTn id="18" presetID="2" presetClass="entr" presetSubtype="2" fill="hold" grpId="0" nodeType="afterEffect">
                                  <p:stCondLst>
                                    <p:cond delay="0"/>
                                  </p:stCondLst>
                                  <p:childTnLst>
                                    <p:set>
                                      <p:cBhvr>
                                        <p:cTn id="19" dur="1" fill="hold">
                                          <p:stCondLst>
                                            <p:cond delay="0"/>
                                          </p:stCondLst>
                                        </p:cTn>
                                        <p:tgtEl>
                                          <p:spTgt spid="6"/>
                                        </p:tgtEl>
                                        <p:attrNameLst>
                                          <p:attrName>style.visibility</p:attrName>
                                        </p:attrNameLst>
                                      </p:cBhvr>
                                      <p:to>
                                        <p:strVal val="visible"/>
                                      </p:to>
                                    </p:set>
                                    <p:anim calcmode="lin" valueType="num">
                                      <p:cBhvr additive="base">
                                        <p:cTn id="20" dur="500" fill="hold"/>
                                        <p:tgtEl>
                                          <p:spTgt spid="6"/>
                                        </p:tgtEl>
                                        <p:attrNameLst>
                                          <p:attrName>ppt_x</p:attrName>
                                        </p:attrNameLst>
                                      </p:cBhvr>
                                      <p:tavLst>
                                        <p:tav tm="0">
                                          <p:val>
                                            <p:strVal val="1+#ppt_w/2"/>
                                          </p:val>
                                        </p:tav>
                                        <p:tav tm="100000">
                                          <p:val>
                                            <p:strVal val="#ppt_x"/>
                                          </p:val>
                                        </p:tav>
                                      </p:tavLst>
                                    </p:anim>
                                    <p:anim calcmode="lin" valueType="num">
                                      <p:cBhvr additive="base">
                                        <p:cTn id="21" dur="500" fill="hold"/>
                                        <p:tgtEl>
                                          <p:spTgt spid="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animBg="1"/>
      <p:bldP spid="39" grpId="0"/>
      <p:bldP spid="2" grpId="0" animBg="1"/>
      <p:bldP spid="6" grpId="0"/>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79425" y="458633"/>
            <a:ext cx="11233150" cy="638647"/>
          </a:xfrm>
        </p:spPr>
        <p:txBody>
          <a:bodyPr>
            <a:normAutofit fontScale="90000"/>
          </a:bodyPr>
          <a:lstStyle/>
          <a:p>
            <a:r>
              <a:rPr lang="ar-SA" dirty="0">
                <a:solidFill>
                  <a:schemeClr val="tx1"/>
                </a:solidFill>
              </a:rPr>
              <a:t>وبحسب تعديلات لورين، أصبح تصنيف بلوم الجديد يتكون من المستويات الآتية:</a:t>
            </a:r>
            <a:endParaRPr lang="en-AU" dirty="0">
              <a:solidFill>
                <a:schemeClr val="tx1"/>
              </a:solidFill>
            </a:endParaRPr>
          </a:p>
        </p:txBody>
      </p:sp>
      <p:grpSp>
        <p:nvGrpSpPr>
          <p:cNvPr id="16" name="Group 15"/>
          <p:cNvGrpSpPr/>
          <p:nvPr/>
        </p:nvGrpSpPr>
        <p:grpSpPr>
          <a:xfrm>
            <a:off x="4559650" y="1333500"/>
            <a:ext cx="3072699" cy="4989938"/>
            <a:chOff x="4559650" y="1333500"/>
            <a:chExt cx="3072699" cy="4989938"/>
          </a:xfrm>
        </p:grpSpPr>
        <p:sp>
          <p:nvSpPr>
            <p:cNvPr id="61" name="Freeform 5"/>
            <p:cNvSpPr>
              <a:spLocks/>
            </p:cNvSpPr>
            <p:nvPr/>
          </p:nvSpPr>
          <p:spPr bwMode="auto">
            <a:xfrm rot="273529">
              <a:off x="4579354" y="5408856"/>
              <a:ext cx="2907875" cy="914582"/>
            </a:xfrm>
            <a:custGeom>
              <a:avLst/>
              <a:gdLst>
                <a:gd name="T0" fmla="*/ 709 w 718"/>
                <a:gd name="T1" fmla="*/ 113 h 313"/>
                <a:gd name="T2" fmla="*/ 376 w 718"/>
                <a:gd name="T3" fmla="*/ 289 h 313"/>
                <a:gd name="T4" fmla="*/ 9 w 718"/>
                <a:gd name="T5" fmla="*/ 200 h 313"/>
                <a:gd name="T6" fmla="*/ 343 w 718"/>
                <a:gd name="T7" fmla="*/ 24 h 313"/>
                <a:gd name="T8" fmla="*/ 709 w 718"/>
                <a:gd name="T9" fmla="*/ 113 h 313"/>
              </a:gdLst>
              <a:ahLst/>
              <a:cxnLst>
                <a:cxn ang="0">
                  <a:pos x="T0" y="T1"/>
                </a:cxn>
                <a:cxn ang="0">
                  <a:pos x="T2" y="T3"/>
                </a:cxn>
                <a:cxn ang="0">
                  <a:pos x="T4" y="T5"/>
                </a:cxn>
                <a:cxn ang="0">
                  <a:pos x="T6" y="T7"/>
                </a:cxn>
                <a:cxn ang="0">
                  <a:pos x="T8" y="T9"/>
                </a:cxn>
              </a:cxnLst>
              <a:rect l="0" t="0" r="r" b="b"/>
              <a:pathLst>
                <a:path w="718" h="313">
                  <a:moveTo>
                    <a:pt x="709" y="113"/>
                  </a:moveTo>
                  <a:cubicBezTo>
                    <a:pt x="718" y="186"/>
                    <a:pt x="569" y="265"/>
                    <a:pt x="376" y="289"/>
                  </a:cubicBezTo>
                  <a:cubicBezTo>
                    <a:pt x="182" y="313"/>
                    <a:pt x="18" y="273"/>
                    <a:pt x="9" y="200"/>
                  </a:cubicBezTo>
                  <a:cubicBezTo>
                    <a:pt x="0" y="127"/>
                    <a:pt x="149" y="48"/>
                    <a:pt x="343" y="24"/>
                  </a:cubicBezTo>
                  <a:cubicBezTo>
                    <a:pt x="536" y="0"/>
                    <a:pt x="700" y="39"/>
                    <a:pt x="709" y="113"/>
                  </a:cubicBezTo>
                </a:path>
              </a:pathLst>
            </a:custGeom>
            <a:solidFill>
              <a:schemeClr val="tx2">
                <a:lumMod val="75000"/>
                <a:alpha val="1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sp>
          <p:nvSpPr>
            <p:cNvPr id="23" name="Freeform 5"/>
            <p:cNvSpPr>
              <a:spLocks/>
            </p:cNvSpPr>
            <p:nvPr/>
          </p:nvSpPr>
          <p:spPr bwMode="auto">
            <a:xfrm>
              <a:off x="4802187" y="2852069"/>
              <a:ext cx="1962150" cy="3154363"/>
            </a:xfrm>
            <a:custGeom>
              <a:avLst/>
              <a:gdLst>
                <a:gd name="T0" fmla="*/ 17 w 235"/>
                <a:gd name="T1" fmla="*/ 378 h 378"/>
                <a:gd name="T2" fmla="*/ 9 w 235"/>
                <a:gd name="T3" fmla="*/ 376 h 378"/>
                <a:gd name="T4" fmla="*/ 4 w 235"/>
                <a:gd name="T5" fmla="*/ 356 h 378"/>
                <a:gd name="T6" fmla="*/ 205 w 235"/>
                <a:gd name="T7" fmla="*/ 8 h 378"/>
                <a:gd name="T8" fmla="*/ 218 w 235"/>
                <a:gd name="T9" fmla="*/ 0 h 378"/>
                <a:gd name="T10" fmla="*/ 225 w 235"/>
                <a:gd name="T11" fmla="*/ 2 h 378"/>
                <a:gd name="T12" fmla="*/ 231 w 235"/>
                <a:gd name="T13" fmla="*/ 22 h 378"/>
                <a:gd name="T14" fmla="*/ 30 w 235"/>
                <a:gd name="T15" fmla="*/ 371 h 378"/>
                <a:gd name="T16" fmla="*/ 17 w 235"/>
                <a:gd name="T17" fmla="*/ 378 h 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5" h="378">
                  <a:moveTo>
                    <a:pt x="17" y="378"/>
                  </a:moveTo>
                  <a:cubicBezTo>
                    <a:pt x="14" y="378"/>
                    <a:pt x="12" y="378"/>
                    <a:pt x="9" y="376"/>
                  </a:cubicBezTo>
                  <a:cubicBezTo>
                    <a:pt x="2" y="372"/>
                    <a:pt x="0" y="363"/>
                    <a:pt x="4" y="356"/>
                  </a:cubicBezTo>
                  <a:cubicBezTo>
                    <a:pt x="205" y="8"/>
                    <a:pt x="205" y="8"/>
                    <a:pt x="205" y="8"/>
                  </a:cubicBezTo>
                  <a:cubicBezTo>
                    <a:pt x="208" y="3"/>
                    <a:pt x="213" y="0"/>
                    <a:pt x="218" y="0"/>
                  </a:cubicBezTo>
                  <a:cubicBezTo>
                    <a:pt x="221" y="0"/>
                    <a:pt x="223" y="1"/>
                    <a:pt x="225" y="2"/>
                  </a:cubicBezTo>
                  <a:cubicBezTo>
                    <a:pt x="232" y="6"/>
                    <a:pt x="235" y="15"/>
                    <a:pt x="231" y="22"/>
                  </a:cubicBezTo>
                  <a:cubicBezTo>
                    <a:pt x="30" y="371"/>
                    <a:pt x="30" y="371"/>
                    <a:pt x="30" y="371"/>
                  </a:cubicBezTo>
                  <a:cubicBezTo>
                    <a:pt x="27" y="376"/>
                    <a:pt x="22" y="378"/>
                    <a:pt x="17" y="378"/>
                  </a:cubicBezTo>
                </a:path>
              </a:pathLst>
            </a:custGeom>
            <a:solidFill>
              <a:srgbClr val="F0992F"/>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sp>
          <p:nvSpPr>
            <p:cNvPr id="24" name="Freeform 6"/>
            <p:cNvSpPr>
              <a:spLocks/>
            </p:cNvSpPr>
            <p:nvPr/>
          </p:nvSpPr>
          <p:spPr bwMode="auto">
            <a:xfrm>
              <a:off x="4802187" y="2852069"/>
              <a:ext cx="1870075" cy="3136900"/>
            </a:xfrm>
            <a:custGeom>
              <a:avLst/>
              <a:gdLst>
                <a:gd name="T0" fmla="*/ 9 w 224"/>
                <a:gd name="T1" fmla="*/ 376 h 376"/>
                <a:gd name="T2" fmla="*/ 4 w 224"/>
                <a:gd name="T3" fmla="*/ 356 h 376"/>
                <a:gd name="T4" fmla="*/ 205 w 224"/>
                <a:gd name="T5" fmla="*/ 8 h 376"/>
                <a:gd name="T6" fmla="*/ 217 w 224"/>
                <a:gd name="T7" fmla="*/ 0 h 376"/>
                <a:gd name="T8" fmla="*/ 224 w 224"/>
                <a:gd name="T9" fmla="*/ 5 h 376"/>
                <a:gd name="T10" fmla="*/ 9 w 224"/>
                <a:gd name="T11" fmla="*/ 376 h 376"/>
              </a:gdLst>
              <a:ahLst/>
              <a:cxnLst>
                <a:cxn ang="0">
                  <a:pos x="T0" y="T1"/>
                </a:cxn>
                <a:cxn ang="0">
                  <a:pos x="T2" y="T3"/>
                </a:cxn>
                <a:cxn ang="0">
                  <a:pos x="T4" y="T5"/>
                </a:cxn>
                <a:cxn ang="0">
                  <a:pos x="T6" y="T7"/>
                </a:cxn>
                <a:cxn ang="0">
                  <a:pos x="T8" y="T9"/>
                </a:cxn>
                <a:cxn ang="0">
                  <a:pos x="T10" y="T11"/>
                </a:cxn>
              </a:cxnLst>
              <a:rect l="0" t="0" r="r" b="b"/>
              <a:pathLst>
                <a:path w="224" h="376">
                  <a:moveTo>
                    <a:pt x="9" y="376"/>
                  </a:moveTo>
                  <a:cubicBezTo>
                    <a:pt x="2" y="372"/>
                    <a:pt x="0" y="363"/>
                    <a:pt x="4" y="356"/>
                  </a:cubicBezTo>
                  <a:cubicBezTo>
                    <a:pt x="205" y="8"/>
                    <a:pt x="205" y="8"/>
                    <a:pt x="205" y="8"/>
                  </a:cubicBezTo>
                  <a:cubicBezTo>
                    <a:pt x="208" y="3"/>
                    <a:pt x="212" y="1"/>
                    <a:pt x="217" y="0"/>
                  </a:cubicBezTo>
                  <a:cubicBezTo>
                    <a:pt x="224" y="5"/>
                    <a:pt x="224" y="5"/>
                    <a:pt x="224" y="5"/>
                  </a:cubicBezTo>
                  <a:cubicBezTo>
                    <a:pt x="9" y="376"/>
                    <a:pt x="9" y="376"/>
                    <a:pt x="9" y="376"/>
                  </a:cubicBezTo>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sp>
          <p:nvSpPr>
            <p:cNvPr id="25" name="Freeform 7"/>
            <p:cNvSpPr>
              <a:spLocks/>
            </p:cNvSpPr>
            <p:nvPr/>
          </p:nvSpPr>
          <p:spPr bwMode="auto">
            <a:xfrm>
              <a:off x="5294312" y="2852069"/>
              <a:ext cx="1962150" cy="3154363"/>
            </a:xfrm>
            <a:custGeom>
              <a:avLst/>
              <a:gdLst>
                <a:gd name="T0" fmla="*/ 219 w 235"/>
                <a:gd name="T1" fmla="*/ 378 h 378"/>
                <a:gd name="T2" fmla="*/ 226 w 235"/>
                <a:gd name="T3" fmla="*/ 376 h 378"/>
                <a:gd name="T4" fmla="*/ 231 w 235"/>
                <a:gd name="T5" fmla="*/ 356 h 378"/>
                <a:gd name="T6" fmla="*/ 30 w 235"/>
                <a:gd name="T7" fmla="*/ 8 h 378"/>
                <a:gd name="T8" fmla="*/ 17 w 235"/>
                <a:gd name="T9" fmla="*/ 0 h 378"/>
                <a:gd name="T10" fmla="*/ 10 w 235"/>
                <a:gd name="T11" fmla="*/ 2 h 378"/>
                <a:gd name="T12" fmla="*/ 5 w 235"/>
                <a:gd name="T13" fmla="*/ 22 h 378"/>
                <a:gd name="T14" fmla="*/ 206 w 235"/>
                <a:gd name="T15" fmla="*/ 371 h 378"/>
                <a:gd name="T16" fmla="*/ 219 w 235"/>
                <a:gd name="T17" fmla="*/ 378 h 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5" h="378">
                  <a:moveTo>
                    <a:pt x="219" y="378"/>
                  </a:moveTo>
                  <a:cubicBezTo>
                    <a:pt x="221" y="378"/>
                    <a:pt x="224" y="378"/>
                    <a:pt x="226" y="376"/>
                  </a:cubicBezTo>
                  <a:cubicBezTo>
                    <a:pt x="233" y="372"/>
                    <a:pt x="235" y="363"/>
                    <a:pt x="231" y="356"/>
                  </a:cubicBezTo>
                  <a:cubicBezTo>
                    <a:pt x="30" y="8"/>
                    <a:pt x="30" y="8"/>
                    <a:pt x="30" y="8"/>
                  </a:cubicBezTo>
                  <a:cubicBezTo>
                    <a:pt x="27" y="3"/>
                    <a:pt x="22" y="0"/>
                    <a:pt x="17" y="0"/>
                  </a:cubicBezTo>
                  <a:cubicBezTo>
                    <a:pt x="15" y="0"/>
                    <a:pt x="12" y="1"/>
                    <a:pt x="10" y="2"/>
                  </a:cubicBezTo>
                  <a:cubicBezTo>
                    <a:pt x="3" y="6"/>
                    <a:pt x="0" y="15"/>
                    <a:pt x="5" y="22"/>
                  </a:cubicBezTo>
                  <a:cubicBezTo>
                    <a:pt x="206" y="371"/>
                    <a:pt x="206" y="371"/>
                    <a:pt x="206" y="371"/>
                  </a:cubicBezTo>
                  <a:cubicBezTo>
                    <a:pt x="209" y="376"/>
                    <a:pt x="213" y="378"/>
                    <a:pt x="219" y="378"/>
                  </a:cubicBezTo>
                </a:path>
              </a:pathLst>
            </a:custGeom>
            <a:solidFill>
              <a:srgbClr val="F0992F"/>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sp>
          <p:nvSpPr>
            <p:cNvPr id="26" name="Freeform 8"/>
            <p:cNvSpPr>
              <a:spLocks/>
            </p:cNvSpPr>
            <p:nvPr/>
          </p:nvSpPr>
          <p:spPr bwMode="auto">
            <a:xfrm>
              <a:off x="5386387" y="2852069"/>
              <a:ext cx="1870075" cy="3136900"/>
            </a:xfrm>
            <a:custGeom>
              <a:avLst/>
              <a:gdLst>
                <a:gd name="T0" fmla="*/ 215 w 224"/>
                <a:gd name="T1" fmla="*/ 376 h 376"/>
                <a:gd name="T2" fmla="*/ 220 w 224"/>
                <a:gd name="T3" fmla="*/ 356 h 376"/>
                <a:gd name="T4" fmla="*/ 19 w 224"/>
                <a:gd name="T5" fmla="*/ 8 h 376"/>
                <a:gd name="T6" fmla="*/ 8 w 224"/>
                <a:gd name="T7" fmla="*/ 0 h 376"/>
                <a:gd name="T8" fmla="*/ 0 w 224"/>
                <a:gd name="T9" fmla="*/ 5 h 376"/>
                <a:gd name="T10" fmla="*/ 215 w 224"/>
                <a:gd name="T11" fmla="*/ 376 h 376"/>
              </a:gdLst>
              <a:ahLst/>
              <a:cxnLst>
                <a:cxn ang="0">
                  <a:pos x="T0" y="T1"/>
                </a:cxn>
                <a:cxn ang="0">
                  <a:pos x="T2" y="T3"/>
                </a:cxn>
                <a:cxn ang="0">
                  <a:pos x="T4" y="T5"/>
                </a:cxn>
                <a:cxn ang="0">
                  <a:pos x="T6" y="T7"/>
                </a:cxn>
                <a:cxn ang="0">
                  <a:pos x="T8" y="T9"/>
                </a:cxn>
                <a:cxn ang="0">
                  <a:pos x="T10" y="T11"/>
                </a:cxn>
              </a:cxnLst>
              <a:rect l="0" t="0" r="r" b="b"/>
              <a:pathLst>
                <a:path w="224" h="376">
                  <a:moveTo>
                    <a:pt x="215" y="376"/>
                  </a:moveTo>
                  <a:cubicBezTo>
                    <a:pt x="222" y="372"/>
                    <a:pt x="224" y="363"/>
                    <a:pt x="220" y="356"/>
                  </a:cubicBezTo>
                  <a:cubicBezTo>
                    <a:pt x="19" y="8"/>
                    <a:pt x="19" y="8"/>
                    <a:pt x="19" y="8"/>
                  </a:cubicBezTo>
                  <a:cubicBezTo>
                    <a:pt x="16" y="3"/>
                    <a:pt x="12" y="1"/>
                    <a:pt x="8" y="0"/>
                  </a:cubicBezTo>
                  <a:cubicBezTo>
                    <a:pt x="0" y="5"/>
                    <a:pt x="0" y="5"/>
                    <a:pt x="0" y="5"/>
                  </a:cubicBezTo>
                  <a:cubicBezTo>
                    <a:pt x="215" y="376"/>
                    <a:pt x="215" y="376"/>
                    <a:pt x="215" y="376"/>
                  </a:cubicBezTo>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sp>
          <p:nvSpPr>
            <p:cNvPr id="27" name="Rectangle 9"/>
            <p:cNvSpPr>
              <a:spLocks noChangeArrowheads="1"/>
            </p:cNvSpPr>
            <p:nvPr/>
          </p:nvSpPr>
          <p:spPr bwMode="auto">
            <a:xfrm>
              <a:off x="5970587" y="1333500"/>
              <a:ext cx="141192" cy="4163344"/>
            </a:xfrm>
            <a:prstGeom prst="rect">
              <a:avLst/>
            </a:pr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sp>
          <p:nvSpPr>
            <p:cNvPr id="65" name="Freeform 64"/>
            <p:cNvSpPr>
              <a:spLocks/>
            </p:cNvSpPr>
            <p:nvPr/>
          </p:nvSpPr>
          <p:spPr bwMode="auto">
            <a:xfrm flipH="1">
              <a:off x="6210594" y="4419611"/>
              <a:ext cx="371388" cy="370707"/>
            </a:xfrm>
            <a:custGeom>
              <a:avLst/>
              <a:gdLst>
                <a:gd name="connsiteX0" fmla="*/ 162286 w 371388"/>
                <a:gd name="connsiteY0" fmla="*/ 0 h 370707"/>
                <a:gd name="connsiteX1" fmla="*/ 277830 w 371388"/>
                <a:gd name="connsiteY1" fmla="*/ 84190 h 370707"/>
                <a:gd name="connsiteX2" fmla="*/ 371388 w 371388"/>
                <a:gd name="connsiteY2" fmla="*/ 138246 h 370707"/>
                <a:gd name="connsiteX3" fmla="*/ 361499 w 371388"/>
                <a:gd name="connsiteY3" fmla="*/ 155407 h 370707"/>
                <a:gd name="connsiteX4" fmla="*/ 238528 w 371388"/>
                <a:gd name="connsiteY4" fmla="*/ 368804 h 370707"/>
                <a:gd name="connsiteX5" fmla="*/ 237431 w 371388"/>
                <a:gd name="connsiteY5" fmla="*/ 370707 h 370707"/>
                <a:gd name="connsiteX6" fmla="*/ 157271 w 371388"/>
                <a:gd name="connsiteY6" fmla="*/ 350096 h 370707"/>
                <a:gd name="connsiteX7" fmla="*/ 61613 w 371388"/>
                <a:gd name="connsiteY7" fmla="*/ 315085 h 370707"/>
                <a:gd name="connsiteX8" fmla="*/ 0 w 371388"/>
                <a:gd name="connsiteY8" fmla="*/ 285404 h 370707"/>
                <a:gd name="connsiteX9" fmla="*/ 3871 w 371388"/>
                <a:gd name="connsiteY9" fmla="*/ 274116 h 370707"/>
                <a:gd name="connsiteX10" fmla="*/ 156343 w 371388"/>
                <a:gd name="connsiteY10" fmla="*/ 10284 h 370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1388" h="370707">
                  <a:moveTo>
                    <a:pt x="162286" y="0"/>
                  </a:moveTo>
                  <a:lnTo>
                    <a:pt x="277830" y="84190"/>
                  </a:lnTo>
                  <a:lnTo>
                    <a:pt x="371388" y="138246"/>
                  </a:lnTo>
                  <a:lnTo>
                    <a:pt x="361499" y="155407"/>
                  </a:lnTo>
                  <a:cubicBezTo>
                    <a:pt x="291230" y="277348"/>
                    <a:pt x="256095" y="338319"/>
                    <a:pt x="238528" y="368804"/>
                  </a:cubicBezTo>
                  <a:lnTo>
                    <a:pt x="237431" y="370707"/>
                  </a:lnTo>
                  <a:lnTo>
                    <a:pt x="157271" y="350096"/>
                  </a:lnTo>
                  <a:cubicBezTo>
                    <a:pt x="124669" y="339956"/>
                    <a:pt x="92754" y="328256"/>
                    <a:pt x="61613" y="315085"/>
                  </a:cubicBezTo>
                  <a:lnTo>
                    <a:pt x="0" y="285404"/>
                  </a:lnTo>
                  <a:lnTo>
                    <a:pt x="3871" y="274116"/>
                  </a:lnTo>
                  <a:cubicBezTo>
                    <a:pt x="56317" y="183366"/>
                    <a:pt x="107124" y="95451"/>
                    <a:pt x="156343" y="10284"/>
                  </a:cubicBezTo>
                  <a:close/>
                </a:path>
              </a:pathLst>
            </a:custGeom>
            <a:solidFill>
              <a:srgbClr val="C9750E"/>
            </a:solidFill>
            <a:ln>
              <a:noFill/>
            </a:ln>
          </p:spPr>
          <p:txBody>
            <a:bodyPr vert="horz" wrap="square" lIns="91440" tIns="45720" rIns="91440" bIns="45720" numCol="1" anchor="t" anchorCtr="0" compatLnSpc="1">
              <a:prstTxWarp prst="textNoShape">
                <a:avLst/>
              </a:prstTxWarp>
              <a:noAutofit/>
            </a:bodyPr>
            <a:lstStyle/>
            <a:p>
              <a:pPr fontAlgn="auto">
                <a:spcBef>
                  <a:spcPts val="0"/>
                </a:spcBef>
                <a:spcAft>
                  <a:spcPts val="0"/>
                </a:spcAft>
              </a:pPr>
              <a:endParaRPr lang="en-US">
                <a:solidFill>
                  <a:prstClr val="black"/>
                </a:solidFill>
                <a:latin typeface="Roboto Lt"/>
                <a:cs typeface="+mn-cs"/>
              </a:endParaRPr>
            </a:p>
          </p:txBody>
        </p:sp>
        <p:sp>
          <p:nvSpPr>
            <p:cNvPr id="64" name="Freeform 63"/>
            <p:cNvSpPr>
              <a:spLocks/>
            </p:cNvSpPr>
            <p:nvPr/>
          </p:nvSpPr>
          <p:spPr bwMode="auto">
            <a:xfrm>
              <a:off x="5503653" y="4390699"/>
              <a:ext cx="371388" cy="370707"/>
            </a:xfrm>
            <a:custGeom>
              <a:avLst/>
              <a:gdLst>
                <a:gd name="connsiteX0" fmla="*/ 162286 w 371388"/>
                <a:gd name="connsiteY0" fmla="*/ 0 h 370707"/>
                <a:gd name="connsiteX1" fmla="*/ 277830 w 371388"/>
                <a:gd name="connsiteY1" fmla="*/ 84190 h 370707"/>
                <a:gd name="connsiteX2" fmla="*/ 371388 w 371388"/>
                <a:gd name="connsiteY2" fmla="*/ 138246 h 370707"/>
                <a:gd name="connsiteX3" fmla="*/ 361499 w 371388"/>
                <a:gd name="connsiteY3" fmla="*/ 155407 h 370707"/>
                <a:gd name="connsiteX4" fmla="*/ 238528 w 371388"/>
                <a:gd name="connsiteY4" fmla="*/ 368804 h 370707"/>
                <a:gd name="connsiteX5" fmla="*/ 237431 w 371388"/>
                <a:gd name="connsiteY5" fmla="*/ 370707 h 370707"/>
                <a:gd name="connsiteX6" fmla="*/ 157271 w 371388"/>
                <a:gd name="connsiteY6" fmla="*/ 350096 h 370707"/>
                <a:gd name="connsiteX7" fmla="*/ 61613 w 371388"/>
                <a:gd name="connsiteY7" fmla="*/ 315085 h 370707"/>
                <a:gd name="connsiteX8" fmla="*/ 0 w 371388"/>
                <a:gd name="connsiteY8" fmla="*/ 285404 h 370707"/>
                <a:gd name="connsiteX9" fmla="*/ 3871 w 371388"/>
                <a:gd name="connsiteY9" fmla="*/ 274116 h 370707"/>
                <a:gd name="connsiteX10" fmla="*/ 156343 w 371388"/>
                <a:gd name="connsiteY10" fmla="*/ 10284 h 370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1388" h="370707">
                  <a:moveTo>
                    <a:pt x="162286" y="0"/>
                  </a:moveTo>
                  <a:lnTo>
                    <a:pt x="277830" y="84190"/>
                  </a:lnTo>
                  <a:lnTo>
                    <a:pt x="371388" y="138246"/>
                  </a:lnTo>
                  <a:lnTo>
                    <a:pt x="361499" y="155407"/>
                  </a:lnTo>
                  <a:cubicBezTo>
                    <a:pt x="291230" y="277348"/>
                    <a:pt x="256095" y="338319"/>
                    <a:pt x="238528" y="368804"/>
                  </a:cubicBezTo>
                  <a:lnTo>
                    <a:pt x="237431" y="370707"/>
                  </a:lnTo>
                  <a:lnTo>
                    <a:pt x="157271" y="350096"/>
                  </a:lnTo>
                  <a:cubicBezTo>
                    <a:pt x="124669" y="339956"/>
                    <a:pt x="92754" y="328256"/>
                    <a:pt x="61613" y="315085"/>
                  </a:cubicBezTo>
                  <a:lnTo>
                    <a:pt x="0" y="285404"/>
                  </a:lnTo>
                  <a:lnTo>
                    <a:pt x="3871" y="274116"/>
                  </a:lnTo>
                  <a:cubicBezTo>
                    <a:pt x="56317" y="183366"/>
                    <a:pt x="107124" y="95451"/>
                    <a:pt x="156343" y="10284"/>
                  </a:cubicBezTo>
                  <a:close/>
                </a:path>
              </a:pathLst>
            </a:custGeom>
            <a:solidFill>
              <a:srgbClr val="C9750E"/>
            </a:solidFill>
            <a:ln>
              <a:noFill/>
            </a:ln>
          </p:spPr>
          <p:txBody>
            <a:bodyPr vert="horz" wrap="square" lIns="91440" tIns="45720" rIns="91440" bIns="45720" numCol="1" anchor="t" anchorCtr="0" compatLnSpc="1">
              <a:prstTxWarp prst="textNoShape">
                <a:avLst/>
              </a:prstTxWarp>
              <a:noAutofit/>
            </a:bodyPr>
            <a:lstStyle/>
            <a:p>
              <a:pPr fontAlgn="auto">
                <a:spcBef>
                  <a:spcPts val="0"/>
                </a:spcBef>
                <a:spcAft>
                  <a:spcPts val="0"/>
                </a:spcAft>
              </a:pPr>
              <a:endParaRPr lang="en-US">
                <a:solidFill>
                  <a:prstClr val="black"/>
                </a:solidFill>
                <a:latin typeface="Roboto Lt"/>
                <a:cs typeface="+mn-cs"/>
              </a:endParaRPr>
            </a:p>
          </p:txBody>
        </p:sp>
        <p:sp>
          <p:nvSpPr>
            <p:cNvPr id="28" name="Rectangle 10"/>
            <p:cNvSpPr>
              <a:spLocks noChangeArrowheads="1"/>
            </p:cNvSpPr>
            <p:nvPr/>
          </p:nvSpPr>
          <p:spPr bwMode="auto">
            <a:xfrm>
              <a:off x="5970587" y="2385344"/>
              <a:ext cx="125413" cy="311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grpSp>
          <p:nvGrpSpPr>
            <p:cNvPr id="8" name="Group 7"/>
            <p:cNvGrpSpPr/>
            <p:nvPr/>
          </p:nvGrpSpPr>
          <p:grpSpPr>
            <a:xfrm>
              <a:off x="4559650" y="1712059"/>
              <a:ext cx="3072699" cy="3072166"/>
              <a:chOff x="2116873" y="2201895"/>
              <a:chExt cx="3500825" cy="3500217"/>
            </a:xfrm>
          </p:grpSpPr>
          <p:sp>
            <p:nvSpPr>
              <p:cNvPr id="9" name="Oval 11"/>
              <p:cNvSpPr>
                <a:spLocks noChangeArrowheads="1"/>
              </p:cNvSpPr>
              <p:nvPr/>
            </p:nvSpPr>
            <p:spPr bwMode="auto">
              <a:xfrm>
                <a:off x="2116873" y="2201895"/>
                <a:ext cx="3500825" cy="3500217"/>
              </a:xfrm>
              <a:prstGeom prst="ellipse">
                <a:avLst/>
              </a:prstGeom>
              <a:solidFill>
                <a:srgbClr val="F0992F"/>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Roboto Lt"/>
                  <a:cs typeface="+mn-cs"/>
                </a:endParaRPr>
              </a:p>
            </p:txBody>
          </p:sp>
          <p:sp>
            <p:nvSpPr>
              <p:cNvPr id="10" name="Oval 12"/>
              <p:cNvSpPr>
                <a:spLocks noChangeArrowheads="1"/>
              </p:cNvSpPr>
              <p:nvPr/>
            </p:nvSpPr>
            <p:spPr bwMode="auto">
              <a:xfrm>
                <a:off x="2377993" y="2463014"/>
                <a:ext cx="2979193" cy="2978585"/>
              </a:xfrm>
              <a:prstGeom prst="ellipse">
                <a:avLst/>
              </a:prstGeom>
              <a:solidFill>
                <a:schemeClr val="bg1">
                  <a:lumMod val="9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Roboto Lt"/>
                  <a:cs typeface="+mn-cs"/>
                </a:endParaRPr>
              </a:p>
            </p:txBody>
          </p:sp>
          <p:sp>
            <p:nvSpPr>
              <p:cNvPr id="11" name="Oval 13"/>
              <p:cNvSpPr>
                <a:spLocks noChangeArrowheads="1"/>
              </p:cNvSpPr>
              <p:nvPr/>
            </p:nvSpPr>
            <p:spPr bwMode="auto">
              <a:xfrm>
                <a:off x="2693765" y="2778180"/>
                <a:ext cx="2347648" cy="2347648"/>
              </a:xfrm>
              <a:prstGeom prst="ellipse">
                <a:avLst/>
              </a:prstGeom>
              <a:solidFill>
                <a:srgbClr val="F0992F"/>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Roboto Lt"/>
                  <a:cs typeface="+mn-cs"/>
                </a:endParaRPr>
              </a:p>
            </p:txBody>
          </p:sp>
          <p:sp>
            <p:nvSpPr>
              <p:cNvPr id="12" name="Oval 14"/>
              <p:cNvSpPr>
                <a:spLocks noChangeArrowheads="1"/>
              </p:cNvSpPr>
              <p:nvPr/>
            </p:nvSpPr>
            <p:spPr bwMode="auto">
              <a:xfrm>
                <a:off x="2996179" y="3079985"/>
                <a:ext cx="1742822" cy="1744036"/>
              </a:xfrm>
              <a:prstGeom prst="ellipse">
                <a:avLst/>
              </a:prstGeom>
              <a:solidFill>
                <a:schemeClr val="bg1">
                  <a:lumMod val="9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Roboto Lt"/>
                  <a:cs typeface="+mn-cs"/>
                </a:endParaRPr>
              </a:p>
            </p:txBody>
          </p:sp>
          <p:sp>
            <p:nvSpPr>
              <p:cNvPr id="13" name="Oval 15"/>
              <p:cNvSpPr>
                <a:spLocks noChangeArrowheads="1"/>
              </p:cNvSpPr>
              <p:nvPr/>
            </p:nvSpPr>
            <p:spPr bwMode="auto">
              <a:xfrm>
                <a:off x="3284018" y="3368432"/>
                <a:ext cx="1166537" cy="1167144"/>
              </a:xfrm>
              <a:prstGeom prst="ellipse">
                <a:avLst/>
              </a:prstGeom>
              <a:solidFill>
                <a:srgbClr val="F0992F"/>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Roboto Lt"/>
                  <a:cs typeface="+mn-cs"/>
                </a:endParaRPr>
              </a:p>
            </p:txBody>
          </p:sp>
          <p:sp>
            <p:nvSpPr>
              <p:cNvPr id="14" name="Oval 16"/>
              <p:cNvSpPr>
                <a:spLocks noChangeArrowheads="1"/>
              </p:cNvSpPr>
              <p:nvPr/>
            </p:nvSpPr>
            <p:spPr bwMode="auto">
              <a:xfrm>
                <a:off x="3530563" y="3615584"/>
                <a:ext cx="672839" cy="672838"/>
              </a:xfrm>
              <a:prstGeom prst="ellipse">
                <a:avLst/>
              </a:prstGeom>
              <a:solidFill>
                <a:schemeClr val="bg1">
                  <a:lumMod val="9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Roboto Lt"/>
                  <a:cs typeface="+mn-cs"/>
                </a:endParaRPr>
              </a:p>
            </p:txBody>
          </p:sp>
          <p:sp>
            <p:nvSpPr>
              <p:cNvPr id="15" name="Oval 17"/>
              <p:cNvSpPr>
                <a:spLocks noChangeArrowheads="1"/>
              </p:cNvSpPr>
              <p:nvPr/>
            </p:nvSpPr>
            <p:spPr bwMode="auto">
              <a:xfrm>
                <a:off x="3709096" y="3794117"/>
                <a:ext cx="315773" cy="315773"/>
              </a:xfrm>
              <a:prstGeom prst="ellipse">
                <a:avLst/>
              </a:prstGeom>
              <a:solidFill>
                <a:srgbClr val="F0992F"/>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Roboto Lt"/>
                  <a:cs typeface="+mn-cs"/>
                </a:endParaRPr>
              </a:p>
            </p:txBody>
          </p:sp>
        </p:grpSp>
      </p:grpSp>
      <p:grpSp>
        <p:nvGrpSpPr>
          <p:cNvPr id="21" name="Group 20"/>
          <p:cNvGrpSpPr/>
          <p:nvPr/>
        </p:nvGrpSpPr>
        <p:grpSpPr>
          <a:xfrm flipH="1">
            <a:off x="6067596" y="2450131"/>
            <a:ext cx="882784" cy="901915"/>
            <a:chOff x="5920323" y="2302554"/>
            <a:chExt cx="2180669" cy="2227927"/>
          </a:xfrm>
          <a:effectLst>
            <a:outerShdw blurRad="177800" dir="18900000" sy="23000" kx="-1200000" algn="bl" rotWithShape="0">
              <a:prstClr val="black">
                <a:alpha val="29000"/>
              </a:prstClr>
            </a:outerShdw>
          </a:effectLst>
        </p:grpSpPr>
        <p:sp>
          <p:nvSpPr>
            <p:cNvPr id="22" name="Freeform 21"/>
            <p:cNvSpPr>
              <a:spLocks/>
            </p:cNvSpPr>
            <p:nvPr/>
          </p:nvSpPr>
          <p:spPr bwMode="auto">
            <a:xfrm>
              <a:off x="7879324" y="4300937"/>
              <a:ext cx="221668" cy="229544"/>
            </a:xfrm>
            <a:custGeom>
              <a:avLst/>
              <a:gdLst>
                <a:gd name="T0" fmla="*/ 68 w 83"/>
                <a:gd name="T1" fmla="*/ 68 h 86"/>
                <a:gd name="T2" fmla="*/ 34 w 83"/>
                <a:gd name="T3" fmla="*/ 30 h 86"/>
                <a:gd name="T4" fmla="*/ 16 w 83"/>
                <a:gd name="T5" fmla="*/ 10 h 86"/>
                <a:gd name="T6" fmla="*/ 6 w 83"/>
                <a:gd name="T7" fmla="*/ 0 h 86"/>
                <a:gd name="T8" fmla="*/ 3 w 83"/>
                <a:gd name="T9" fmla="*/ 5 h 86"/>
                <a:gd name="T10" fmla="*/ 0 w 83"/>
                <a:gd name="T11" fmla="*/ 11 h 86"/>
                <a:gd name="T12" fmla="*/ 9 w 83"/>
                <a:gd name="T13" fmla="*/ 21 h 86"/>
                <a:gd name="T14" fmla="*/ 29 w 83"/>
                <a:gd name="T15" fmla="*/ 39 h 86"/>
                <a:gd name="T16" fmla="*/ 66 w 83"/>
                <a:gd name="T17" fmla="*/ 72 h 86"/>
                <a:gd name="T18" fmla="*/ 83 w 83"/>
                <a:gd name="T19" fmla="*/ 86 h 86"/>
                <a:gd name="T20" fmla="*/ 83 w 83"/>
                <a:gd name="T21" fmla="*/ 85 h 86"/>
                <a:gd name="T22" fmla="*/ 68 w 83"/>
                <a:gd name="T23" fmla="*/ 68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3" h="86">
                  <a:moveTo>
                    <a:pt x="68" y="68"/>
                  </a:moveTo>
                  <a:cubicBezTo>
                    <a:pt x="59" y="57"/>
                    <a:pt x="46" y="44"/>
                    <a:pt x="34" y="30"/>
                  </a:cubicBezTo>
                  <a:cubicBezTo>
                    <a:pt x="28" y="23"/>
                    <a:pt x="22" y="16"/>
                    <a:pt x="16" y="10"/>
                  </a:cubicBezTo>
                  <a:cubicBezTo>
                    <a:pt x="13" y="6"/>
                    <a:pt x="9" y="3"/>
                    <a:pt x="6" y="0"/>
                  </a:cubicBezTo>
                  <a:cubicBezTo>
                    <a:pt x="5" y="2"/>
                    <a:pt x="4" y="4"/>
                    <a:pt x="3" y="5"/>
                  </a:cubicBezTo>
                  <a:cubicBezTo>
                    <a:pt x="2" y="7"/>
                    <a:pt x="1" y="9"/>
                    <a:pt x="0" y="11"/>
                  </a:cubicBezTo>
                  <a:cubicBezTo>
                    <a:pt x="3" y="14"/>
                    <a:pt x="6" y="18"/>
                    <a:pt x="9" y="21"/>
                  </a:cubicBezTo>
                  <a:cubicBezTo>
                    <a:pt x="15" y="27"/>
                    <a:pt x="22" y="33"/>
                    <a:pt x="29" y="39"/>
                  </a:cubicBezTo>
                  <a:cubicBezTo>
                    <a:pt x="42" y="51"/>
                    <a:pt x="56" y="63"/>
                    <a:pt x="66" y="72"/>
                  </a:cubicBezTo>
                  <a:cubicBezTo>
                    <a:pt x="76" y="81"/>
                    <a:pt x="83" y="86"/>
                    <a:pt x="83" y="86"/>
                  </a:cubicBezTo>
                  <a:cubicBezTo>
                    <a:pt x="83" y="85"/>
                    <a:pt x="83" y="85"/>
                    <a:pt x="83" y="85"/>
                  </a:cubicBezTo>
                  <a:cubicBezTo>
                    <a:pt x="83" y="85"/>
                    <a:pt x="77" y="78"/>
                    <a:pt x="68" y="68"/>
                  </a:cubicBezTo>
                  <a:close/>
                </a:path>
              </a:pathLst>
            </a:custGeom>
            <a:solidFill>
              <a:srgbClr val="B1B1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Roboto Lt"/>
                <a:cs typeface="+mn-cs"/>
              </a:endParaRPr>
            </a:p>
          </p:txBody>
        </p:sp>
        <p:sp>
          <p:nvSpPr>
            <p:cNvPr id="29" name="Freeform 22"/>
            <p:cNvSpPr>
              <a:spLocks/>
            </p:cNvSpPr>
            <p:nvPr/>
          </p:nvSpPr>
          <p:spPr bwMode="auto">
            <a:xfrm>
              <a:off x="7375227" y="3756332"/>
              <a:ext cx="554732" cy="640248"/>
            </a:xfrm>
            <a:custGeom>
              <a:avLst/>
              <a:gdLst>
                <a:gd name="T0" fmla="*/ 204 w 208"/>
                <a:gd name="T1" fmla="*/ 156 h 240"/>
                <a:gd name="T2" fmla="*/ 48 w 208"/>
                <a:gd name="T3" fmla="*/ 0 h 240"/>
                <a:gd name="T4" fmla="*/ 48 w 208"/>
                <a:gd name="T5" fmla="*/ 0 h 240"/>
                <a:gd name="T6" fmla="*/ 35 w 208"/>
                <a:gd name="T7" fmla="*/ 53 h 240"/>
                <a:gd name="T8" fmla="*/ 0 w 208"/>
                <a:gd name="T9" fmla="*/ 84 h 240"/>
                <a:gd name="T10" fmla="*/ 156 w 208"/>
                <a:gd name="T11" fmla="*/ 240 h 240"/>
                <a:gd name="T12" fmla="*/ 189 w 208"/>
                <a:gd name="T13" fmla="*/ 215 h 240"/>
                <a:gd name="T14" fmla="*/ 192 w 208"/>
                <a:gd name="T15" fmla="*/ 209 h 240"/>
                <a:gd name="T16" fmla="*/ 195 w 208"/>
                <a:gd name="T17" fmla="*/ 204 h 240"/>
                <a:gd name="T18" fmla="*/ 204 w 208"/>
                <a:gd name="T19" fmla="*/ 156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8" h="240">
                  <a:moveTo>
                    <a:pt x="204" y="156"/>
                  </a:moveTo>
                  <a:cubicBezTo>
                    <a:pt x="48" y="0"/>
                    <a:pt x="48" y="0"/>
                    <a:pt x="48" y="0"/>
                  </a:cubicBezTo>
                  <a:cubicBezTo>
                    <a:pt x="48" y="0"/>
                    <a:pt x="48" y="0"/>
                    <a:pt x="48" y="0"/>
                  </a:cubicBezTo>
                  <a:cubicBezTo>
                    <a:pt x="54" y="6"/>
                    <a:pt x="48" y="30"/>
                    <a:pt x="35" y="53"/>
                  </a:cubicBezTo>
                  <a:cubicBezTo>
                    <a:pt x="22" y="75"/>
                    <a:pt x="7" y="89"/>
                    <a:pt x="0" y="84"/>
                  </a:cubicBezTo>
                  <a:cubicBezTo>
                    <a:pt x="156" y="240"/>
                    <a:pt x="156" y="240"/>
                    <a:pt x="156" y="240"/>
                  </a:cubicBezTo>
                  <a:cubicBezTo>
                    <a:pt x="156" y="240"/>
                    <a:pt x="173" y="237"/>
                    <a:pt x="189" y="215"/>
                  </a:cubicBezTo>
                  <a:cubicBezTo>
                    <a:pt x="190" y="213"/>
                    <a:pt x="191" y="211"/>
                    <a:pt x="192" y="209"/>
                  </a:cubicBezTo>
                  <a:cubicBezTo>
                    <a:pt x="193" y="208"/>
                    <a:pt x="194" y="206"/>
                    <a:pt x="195" y="204"/>
                  </a:cubicBezTo>
                  <a:cubicBezTo>
                    <a:pt x="208" y="179"/>
                    <a:pt x="204" y="156"/>
                    <a:pt x="204" y="156"/>
                  </a:cubicBezTo>
                  <a:close/>
                </a:path>
              </a:pathLst>
            </a:custGeom>
            <a:solidFill>
              <a:srgbClr val="C5C5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Roboto Lt"/>
                <a:cs typeface="+mn-cs"/>
              </a:endParaRPr>
            </a:p>
          </p:txBody>
        </p:sp>
        <p:sp>
          <p:nvSpPr>
            <p:cNvPr id="30" name="Freeform 23"/>
            <p:cNvSpPr>
              <a:spLocks/>
            </p:cNvSpPr>
            <p:nvPr/>
          </p:nvSpPr>
          <p:spPr bwMode="auto">
            <a:xfrm>
              <a:off x="7363975" y="3746206"/>
              <a:ext cx="155280" cy="247548"/>
            </a:xfrm>
            <a:custGeom>
              <a:avLst/>
              <a:gdLst>
                <a:gd name="T0" fmla="*/ 52 w 58"/>
                <a:gd name="T1" fmla="*/ 4 h 93"/>
                <a:gd name="T2" fmla="*/ 32 w 58"/>
                <a:gd name="T3" fmla="*/ 13 h 93"/>
                <a:gd name="T4" fmla="*/ 39 w 58"/>
                <a:gd name="T5" fmla="*/ 21 h 93"/>
                <a:gd name="T6" fmla="*/ 39 w 58"/>
                <a:gd name="T7" fmla="*/ 26 h 93"/>
                <a:gd name="T8" fmla="*/ 32 w 58"/>
                <a:gd name="T9" fmla="*/ 51 h 93"/>
                <a:gd name="T10" fmla="*/ 16 w 58"/>
                <a:gd name="T11" fmla="*/ 66 h 93"/>
                <a:gd name="T12" fmla="*/ 13 w 58"/>
                <a:gd name="T13" fmla="*/ 67 h 93"/>
                <a:gd name="T14" fmla="*/ 5 w 58"/>
                <a:gd name="T15" fmla="*/ 59 h 93"/>
                <a:gd name="T16" fmla="*/ 4 w 58"/>
                <a:gd name="T17" fmla="*/ 87 h 93"/>
                <a:gd name="T18" fmla="*/ 4 w 58"/>
                <a:gd name="T19" fmla="*/ 88 h 93"/>
                <a:gd name="T20" fmla="*/ 39 w 58"/>
                <a:gd name="T21" fmla="*/ 57 h 93"/>
                <a:gd name="T22" fmla="*/ 52 w 58"/>
                <a:gd name="T23" fmla="*/ 4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93">
                  <a:moveTo>
                    <a:pt x="52" y="4"/>
                  </a:moveTo>
                  <a:cubicBezTo>
                    <a:pt x="48" y="0"/>
                    <a:pt x="40" y="4"/>
                    <a:pt x="32" y="13"/>
                  </a:cubicBezTo>
                  <a:cubicBezTo>
                    <a:pt x="37" y="18"/>
                    <a:pt x="39" y="21"/>
                    <a:pt x="39" y="21"/>
                  </a:cubicBezTo>
                  <a:cubicBezTo>
                    <a:pt x="39" y="21"/>
                    <a:pt x="40" y="23"/>
                    <a:pt x="39" y="26"/>
                  </a:cubicBezTo>
                  <a:cubicBezTo>
                    <a:pt x="39" y="31"/>
                    <a:pt x="38" y="40"/>
                    <a:pt x="32" y="51"/>
                  </a:cubicBezTo>
                  <a:cubicBezTo>
                    <a:pt x="25" y="61"/>
                    <a:pt x="20" y="65"/>
                    <a:pt x="16" y="66"/>
                  </a:cubicBezTo>
                  <a:cubicBezTo>
                    <a:pt x="14" y="67"/>
                    <a:pt x="13" y="67"/>
                    <a:pt x="13" y="67"/>
                  </a:cubicBezTo>
                  <a:cubicBezTo>
                    <a:pt x="13" y="67"/>
                    <a:pt x="10" y="64"/>
                    <a:pt x="5" y="59"/>
                  </a:cubicBezTo>
                  <a:cubicBezTo>
                    <a:pt x="1" y="72"/>
                    <a:pt x="0" y="83"/>
                    <a:pt x="4" y="87"/>
                  </a:cubicBezTo>
                  <a:cubicBezTo>
                    <a:pt x="4" y="88"/>
                    <a:pt x="4" y="88"/>
                    <a:pt x="4" y="88"/>
                  </a:cubicBezTo>
                  <a:cubicBezTo>
                    <a:pt x="11" y="93"/>
                    <a:pt x="26" y="79"/>
                    <a:pt x="39" y="57"/>
                  </a:cubicBezTo>
                  <a:cubicBezTo>
                    <a:pt x="52" y="34"/>
                    <a:pt x="58" y="10"/>
                    <a:pt x="52" y="4"/>
                  </a:cubicBezTo>
                  <a:close/>
                </a:path>
              </a:pathLst>
            </a:custGeom>
            <a:solidFill>
              <a:srgbClr val="B1B1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Roboto Lt"/>
                <a:cs typeface="+mn-cs"/>
              </a:endParaRPr>
            </a:p>
          </p:txBody>
        </p:sp>
        <p:sp>
          <p:nvSpPr>
            <p:cNvPr id="31" name="Freeform 24"/>
            <p:cNvSpPr>
              <a:spLocks/>
            </p:cNvSpPr>
            <p:nvPr/>
          </p:nvSpPr>
          <p:spPr bwMode="auto">
            <a:xfrm>
              <a:off x="5920323" y="2783021"/>
              <a:ext cx="534478" cy="459088"/>
            </a:xfrm>
            <a:custGeom>
              <a:avLst/>
              <a:gdLst>
                <a:gd name="T0" fmla="*/ 82 w 200"/>
                <a:gd name="T1" fmla="*/ 64 h 172"/>
                <a:gd name="T2" fmla="*/ 200 w 200"/>
                <a:gd name="T3" fmla="*/ 38 h 172"/>
                <a:gd name="T4" fmla="*/ 200 w 200"/>
                <a:gd name="T5" fmla="*/ 36 h 172"/>
                <a:gd name="T6" fmla="*/ 73 w 200"/>
                <a:gd name="T7" fmla="*/ 14 h 172"/>
                <a:gd name="T8" fmla="*/ 8 w 200"/>
                <a:gd name="T9" fmla="*/ 126 h 172"/>
                <a:gd name="T10" fmla="*/ 63 w 200"/>
                <a:gd name="T11" fmla="*/ 172 h 172"/>
                <a:gd name="T12" fmla="*/ 82 w 200"/>
                <a:gd name="T13" fmla="*/ 64 h 172"/>
              </a:gdLst>
              <a:ahLst/>
              <a:cxnLst>
                <a:cxn ang="0">
                  <a:pos x="T0" y="T1"/>
                </a:cxn>
                <a:cxn ang="0">
                  <a:pos x="T2" y="T3"/>
                </a:cxn>
                <a:cxn ang="0">
                  <a:pos x="T4" y="T5"/>
                </a:cxn>
                <a:cxn ang="0">
                  <a:pos x="T6" y="T7"/>
                </a:cxn>
                <a:cxn ang="0">
                  <a:pos x="T8" y="T9"/>
                </a:cxn>
                <a:cxn ang="0">
                  <a:pos x="T10" y="T11"/>
                </a:cxn>
                <a:cxn ang="0">
                  <a:pos x="T12" y="T13"/>
                </a:cxn>
              </a:cxnLst>
              <a:rect l="0" t="0" r="r" b="b"/>
              <a:pathLst>
                <a:path w="200" h="172">
                  <a:moveTo>
                    <a:pt x="82" y="64"/>
                  </a:moveTo>
                  <a:cubicBezTo>
                    <a:pt x="105" y="25"/>
                    <a:pt x="156" y="22"/>
                    <a:pt x="200" y="38"/>
                  </a:cubicBezTo>
                  <a:cubicBezTo>
                    <a:pt x="200" y="37"/>
                    <a:pt x="199" y="36"/>
                    <a:pt x="200" y="36"/>
                  </a:cubicBezTo>
                  <a:cubicBezTo>
                    <a:pt x="159" y="13"/>
                    <a:pt x="108" y="0"/>
                    <a:pt x="73" y="14"/>
                  </a:cubicBezTo>
                  <a:cubicBezTo>
                    <a:pt x="5" y="41"/>
                    <a:pt x="0" y="80"/>
                    <a:pt x="8" y="126"/>
                  </a:cubicBezTo>
                  <a:cubicBezTo>
                    <a:pt x="13" y="151"/>
                    <a:pt x="34" y="167"/>
                    <a:pt x="63" y="172"/>
                  </a:cubicBezTo>
                  <a:cubicBezTo>
                    <a:pt x="57" y="136"/>
                    <a:pt x="63" y="96"/>
                    <a:pt x="82" y="64"/>
                  </a:cubicBezTo>
                  <a:close/>
                </a:path>
              </a:pathLst>
            </a:custGeom>
            <a:solidFill>
              <a:schemeClr val="accent4">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Roboto Lt"/>
                <a:cs typeface="+mn-cs"/>
              </a:endParaRPr>
            </a:p>
          </p:txBody>
        </p:sp>
        <p:sp>
          <p:nvSpPr>
            <p:cNvPr id="32" name="Freeform 25"/>
            <p:cNvSpPr>
              <a:spLocks/>
            </p:cNvSpPr>
            <p:nvPr/>
          </p:nvSpPr>
          <p:spPr bwMode="auto">
            <a:xfrm>
              <a:off x="6315274" y="2361065"/>
              <a:ext cx="198038" cy="517599"/>
            </a:xfrm>
            <a:custGeom>
              <a:avLst/>
              <a:gdLst>
                <a:gd name="T0" fmla="*/ 40 w 74"/>
                <a:gd name="T1" fmla="*/ 38 h 194"/>
                <a:gd name="T2" fmla="*/ 74 w 74"/>
                <a:gd name="T3" fmla="*/ 0 h 194"/>
                <a:gd name="T4" fmla="*/ 1 w 74"/>
                <a:gd name="T5" fmla="*/ 100 h 194"/>
                <a:gd name="T6" fmla="*/ 52 w 74"/>
                <a:gd name="T7" fmla="*/ 194 h 194"/>
                <a:gd name="T8" fmla="*/ 52 w 74"/>
                <a:gd name="T9" fmla="*/ 194 h 194"/>
                <a:gd name="T10" fmla="*/ 40 w 74"/>
                <a:gd name="T11" fmla="*/ 38 h 194"/>
              </a:gdLst>
              <a:ahLst/>
              <a:cxnLst>
                <a:cxn ang="0">
                  <a:pos x="T0" y="T1"/>
                </a:cxn>
                <a:cxn ang="0">
                  <a:pos x="T2" y="T3"/>
                </a:cxn>
                <a:cxn ang="0">
                  <a:pos x="T4" y="T5"/>
                </a:cxn>
                <a:cxn ang="0">
                  <a:pos x="T6" y="T7"/>
                </a:cxn>
                <a:cxn ang="0">
                  <a:pos x="T8" y="T9"/>
                </a:cxn>
                <a:cxn ang="0">
                  <a:pos x="T10" y="T11"/>
                </a:cxn>
              </a:cxnLst>
              <a:rect l="0" t="0" r="r" b="b"/>
              <a:pathLst>
                <a:path w="74" h="194">
                  <a:moveTo>
                    <a:pt x="40" y="38"/>
                  </a:moveTo>
                  <a:cubicBezTo>
                    <a:pt x="50" y="21"/>
                    <a:pt x="62" y="9"/>
                    <a:pt x="74" y="0"/>
                  </a:cubicBezTo>
                  <a:cubicBezTo>
                    <a:pt x="32" y="10"/>
                    <a:pt x="0" y="31"/>
                    <a:pt x="1" y="100"/>
                  </a:cubicBezTo>
                  <a:cubicBezTo>
                    <a:pt x="1" y="132"/>
                    <a:pt x="23" y="166"/>
                    <a:pt x="52" y="194"/>
                  </a:cubicBezTo>
                  <a:cubicBezTo>
                    <a:pt x="52" y="194"/>
                    <a:pt x="52" y="194"/>
                    <a:pt x="52" y="194"/>
                  </a:cubicBezTo>
                  <a:cubicBezTo>
                    <a:pt x="29" y="143"/>
                    <a:pt x="18" y="77"/>
                    <a:pt x="40" y="38"/>
                  </a:cubicBezTo>
                  <a:close/>
                </a:path>
              </a:pathLst>
            </a:custGeom>
            <a:solidFill>
              <a:schemeClr val="accent4">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Roboto Lt"/>
                <a:cs typeface="+mn-cs"/>
              </a:endParaRPr>
            </a:p>
          </p:txBody>
        </p:sp>
        <p:sp>
          <p:nvSpPr>
            <p:cNvPr id="33" name="Freeform 26"/>
            <p:cNvSpPr>
              <a:spLocks/>
            </p:cNvSpPr>
            <p:nvPr/>
          </p:nvSpPr>
          <p:spPr bwMode="auto">
            <a:xfrm>
              <a:off x="6072227" y="2841532"/>
              <a:ext cx="569359" cy="690883"/>
            </a:xfrm>
            <a:custGeom>
              <a:avLst/>
              <a:gdLst>
                <a:gd name="T0" fmla="*/ 199 w 213"/>
                <a:gd name="T1" fmla="*/ 83 h 259"/>
                <a:gd name="T2" fmla="*/ 143 w 213"/>
                <a:gd name="T3" fmla="*/ 16 h 259"/>
                <a:gd name="T4" fmla="*/ 25 w 213"/>
                <a:gd name="T5" fmla="*/ 42 h 259"/>
                <a:gd name="T6" fmla="*/ 6 w 213"/>
                <a:gd name="T7" fmla="*/ 150 h 259"/>
                <a:gd name="T8" fmla="*/ 39 w 213"/>
                <a:gd name="T9" fmla="*/ 218 h 259"/>
                <a:gd name="T10" fmla="*/ 172 w 213"/>
                <a:gd name="T11" fmla="*/ 190 h 259"/>
                <a:gd name="T12" fmla="*/ 211 w 213"/>
                <a:gd name="T13" fmla="*/ 104 h 259"/>
                <a:gd name="T14" fmla="*/ 213 w 213"/>
                <a:gd name="T15" fmla="*/ 99 h 259"/>
                <a:gd name="T16" fmla="*/ 212 w 213"/>
                <a:gd name="T17" fmla="*/ 98 h 259"/>
                <a:gd name="T18" fmla="*/ 199 w 213"/>
                <a:gd name="T19" fmla="*/ 83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3" h="259">
                  <a:moveTo>
                    <a:pt x="199" y="83"/>
                  </a:moveTo>
                  <a:cubicBezTo>
                    <a:pt x="173" y="54"/>
                    <a:pt x="145" y="23"/>
                    <a:pt x="143" y="16"/>
                  </a:cubicBezTo>
                  <a:cubicBezTo>
                    <a:pt x="99" y="0"/>
                    <a:pt x="48" y="3"/>
                    <a:pt x="25" y="42"/>
                  </a:cubicBezTo>
                  <a:cubicBezTo>
                    <a:pt x="6" y="74"/>
                    <a:pt x="0" y="114"/>
                    <a:pt x="6" y="150"/>
                  </a:cubicBezTo>
                  <a:cubicBezTo>
                    <a:pt x="11" y="176"/>
                    <a:pt x="22" y="201"/>
                    <a:pt x="39" y="218"/>
                  </a:cubicBezTo>
                  <a:cubicBezTo>
                    <a:pt x="80" y="259"/>
                    <a:pt x="140" y="246"/>
                    <a:pt x="172" y="190"/>
                  </a:cubicBezTo>
                  <a:cubicBezTo>
                    <a:pt x="191" y="158"/>
                    <a:pt x="207" y="130"/>
                    <a:pt x="211" y="104"/>
                  </a:cubicBezTo>
                  <a:cubicBezTo>
                    <a:pt x="212" y="102"/>
                    <a:pt x="213" y="101"/>
                    <a:pt x="213" y="99"/>
                  </a:cubicBezTo>
                  <a:cubicBezTo>
                    <a:pt x="213" y="99"/>
                    <a:pt x="213" y="98"/>
                    <a:pt x="212" y="98"/>
                  </a:cubicBezTo>
                  <a:cubicBezTo>
                    <a:pt x="207" y="92"/>
                    <a:pt x="203" y="87"/>
                    <a:pt x="199" y="83"/>
                  </a:cubicBezTo>
                  <a:close/>
                </a:path>
              </a:pathLst>
            </a:custGeom>
            <a:solidFill>
              <a:schemeClr val="accent4">
                <a:lumMod val="60000"/>
                <a:lumOff val="40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Roboto Lt"/>
                <a:cs typeface="+mn-cs"/>
              </a:endParaRPr>
            </a:p>
          </p:txBody>
        </p:sp>
        <p:sp>
          <p:nvSpPr>
            <p:cNvPr id="34" name="Freeform 27"/>
            <p:cNvSpPr>
              <a:spLocks/>
            </p:cNvSpPr>
            <p:nvPr/>
          </p:nvSpPr>
          <p:spPr bwMode="auto">
            <a:xfrm>
              <a:off x="6363658" y="2302554"/>
              <a:ext cx="541229" cy="755020"/>
            </a:xfrm>
            <a:custGeom>
              <a:avLst/>
              <a:gdLst>
                <a:gd name="T0" fmla="*/ 22 w 203"/>
                <a:gd name="T1" fmla="*/ 60 h 283"/>
                <a:gd name="T2" fmla="*/ 34 w 203"/>
                <a:gd name="T3" fmla="*/ 216 h 283"/>
                <a:gd name="T4" fmla="*/ 72 w 203"/>
                <a:gd name="T5" fmla="*/ 246 h 283"/>
                <a:gd name="T6" fmla="*/ 95 w 203"/>
                <a:gd name="T7" fmla="*/ 267 h 283"/>
                <a:gd name="T8" fmla="*/ 99 w 203"/>
                <a:gd name="T9" fmla="*/ 270 h 283"/>
                <a:gd name="T10" fmla="*/ 113 w 203"/>
                <a:gd name="T11" fmla="*/ 283 h 283"/>
                <a:gd name="T12" fmla="*/ 170 w 203"/>
                <a:gd name="T13" fmla="*/ 207 h 283"/>
                <a:gd name="T14" fmla="*/ 155 w 203"/>
                <a:gd name="T15" fmla="*/ 31 h 283"/>
                <a:gd name="T16" fmla="*/ 56 w 203"/>
                <a:gd name="T17" fmla="*/ 22 h 283"/>
                <a:gd name="T18" fmla="*/ 22 w 203"/>
                <a:gd name="T19" fmla="*/ 60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83">
                  <a:moveTo>
                    <a:pt x="22" y="60"/>
                  </a:moveTo>
                  <a:cubicBezTo>
                    <a:pt x="0" y="99"/>
                    <a:pt x="11" y="165"/>
                    <a:pt x="34" y="216"/>
                  </a:cubicBezTo>
                  <a:cubicBezTo>
                    <a:pt x="37" y="216"/>
                    <a:pt x="55" y="231"/>
                    <a:pt x="72" y="246"/>
                  </a:cubicBezTo>
                  <a:cubicBezTo>
                    <a:pt x="79" y="252"/>
                    <a:pt x="87" y="259"/>
                    <a:pt x="95" y="267"/>
                  </a:cubicBezTo>
                  <a:cubicBezTo>
                    <a:pt x="97" y="268"/>
                    <a:pt x="98" y="269"/>
                    <a:pt x="99" y="270"/>
                  </a:cubicBezTo>
                  <a:cubicBezTo>
                    <a:pt x="103" y="274"/>
                    <a:pt x="108" y="278"/>
                    <a:pt x="113" y="283"/>
                  </a:cubicBezTo>
                  <a:cubicBezTo>
                    <a:pt x="133" y="272"/>
                    <a:pt x="150" y="241"/>
                    <a:pt x="170" y="207"/>
                  </a:cubicBezTo>
                  <a:cubicBezTo>
                    <a:pt x="203" y="151"/>
                    <a:pt x="196" y="72"/>
                    <a:pt x="155" y="31"/>
                  </a:cubicBezTo>
                  <a:cubicBezTo>
                    <a:pt x="126" y="2"/>
                    <a:pt x="88" y="0"/>
                    <a:pt x="56" y="22"/>
                  </a:cubicBezTo>
                  <a:cubicBezTo>
                    <a:pt x="44" y="31"/>
                    <a:pt x="32" y="43"/>
                    <a:pt x="22" y="60"/>
                  </a:cubicBezTo>
                  <a:close/>
                </a:path>
              </a:pathLst>
            </a:custGeom>
            <a:solidFill>
              <a:schemeClr val="accent4">
                <a:lumMod val="60000"/>
                <a:lumOff val="40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Roboto Lt"/>
                <a:cs typeface="+mn-cs"/>
              </a:endParaRPr>
            </a:p>
          </p:txBody>
        </p:sp>
        <p:sp>
          <p:nvSpPr>
            <p:cNvPr id="35" name="Freeform 28"/>
            <p:cNvSpPr>
              <a:spLocks/>
            </p:cNvSpPr>
            <p:nvPr/>
          </p:nvSpPr>
          <p:spPr bwMode="auto">
            <a:xfrm>
              <a:off x="6451425" y="2878664"/>
              <a:ext cx="1019446" cy="1046451"/>
            </a:xfrm>
            <a:custGeom>
              <a:avLst/>
              <a:gdLst>
                <a:gd name="T0" fmla="*/ 381 w 382"/>
                <a:gd name="T1" fmla="*/ 346 h 392"/>
                <a:gd name="T2" fmla="*/ 374 w 382"/>
                <a:gd name="T3" fmla="*/ 338 h 392"/>
                <a:gd name="T4" fmla="*/ 80 w 382"/>
                <a:gd name="T5" fmla="*/ 67 h 392"/>
                <a:gd name="T6" fmla="*/ 66 w 382"/>
                <a:gd name="T7" fmla="*/ 54 h 392"/>
                <a:gd name="T8" fmla="*/ 62 w 382"/>
                <a:gd name="T9" fmla="*/ 51 h 392"/>
                <a:gd name="T10" fmla="*/ 39 w 382"/>
                <a:gd name="T11" fmla="*/ 30 h 392"/>
                <a:gd name="T12" fmla="*/ 1 w 382"/>
                <a:gd name="T13" fmla="*/ 0 h 392"/>
                <a:gd name="T14" fmla="*/ 1 w 382"/>
                <a:gd name="T15" fmla="*/ 0 h 392"/>
                <a:gd name="T16" fmla="*/ 1 w 382"/>
                <a:gd name="T17" fmla="*/ 0 h 392"/>
                <a:gd name="T18" fmla="*/ 1 w 382"/>
                <a:gd name="T19" fmla="*/ 0 h 392"/>
                <a:gd name="T20" fmla="*/ 1 w 382"/>
                <a:gd name="T21" fmla="*/ 2 h 392"/>
                <a:gd name="T22" fmla="*/ 57 w 382"/>
                <a:gd name="T23" fmla="*/ 69 h 392"/>
                <a:gd name="T24" fmla="*/ 70 w 382"/>
                <a:gd name="T25" fmla="*/ 84 h 392"/>
                <a:gd name="T26" fmla="*/ 71 w 382"/>
                <a:gd name="T27" fmla="*/ 85 h 392"/>
                <a:gd name="T28" fmla="*/ 347 w 382"/>
                <a:gd name="T29" fmla="*/ 384 h 392"/>
                <a:gd name="T30" fmla="*/ 355 w 382"/>
                <a:gd name="T31" fmla="*/ 392 h 392"/>
                <a:gd name="T32" fmla="*/ 358 w 382"/>
                <a:gd name="T33" fmla="*/ 391 h 392"/>
                <a:gd name="T34" fmla="*/ 374 w 382"/>
                <a:gd name="T35" fmla="*/ 376 h 392"/>
                <a:gd name="T36" fmla="*/ 381 w 382"/>
                <a:gd name="T37" fmla="*/ 351 h 392"/>
                <a:gd name="T38" fmla="*/ 381 w 382"/>
                <a:gd name="T39" fmla="*/ 346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82" h="392">
                  <a:moveTo>
                    <a:pt x="381" y="346"/>
                  </a:moveTo>
                  <a:cubicBezTo>
                    <a:pt x="381" y="346"/>
                    <a:pt x="379" y="343"/>
                    <a:pt x="374" y="338"/>
                  </a:cubicBezTo>
                  <a:cubicBezTo>
                    <a:pt x="337" y="304"/>
                    <a:pt x="177" y="154"/>
                    <a:pt x="80" y="67"/>
                  </a:cubicBezTo>
                  <a:cubicBezTo>
                    <a:pt x="75" y="62"/>
                    <a:pt x="70" y="58"/>
                    <a:pt x="66" y="54"/>
                  </a:cubicBezTo>
                  <a:cubicBezTo>
                    <a:pt x="65" y="53"/>
                    <a:pt x="64" y="52"/>
                    <a:pt x="62" y="51"/>
                  </a:cubicBezTo>
                  <a:cubicBezTo>
                    <a:pt x="54" y="43"/>
                    <a:pt x="46" y="36"/>
                    <a:pt x="39" y="30"/>
                  </a:cubicBezTo>
                  <a:cubicBezTo>
                    <a:pt x="22" y="15"/>
                    <a:pt x="4" y="0"/>
                    <a:pt x="1" y="0"/>
                  </a:cubicBezTo>
                  <a:cubicBezTo>
                    <a:pt x="1" y="0"/>
                    <a:pt x="1" y="0"/>
                    <a:pt x="1" y="0"/>
                  </a:cubicBezTo>
                  <a:cubicBezTo>
                    <a:pt x="1" y="0"/>
                    <a:pt x="1" y="0"/>
                    <a:pt x="1" y="0"/>
                  </a:cubicBezTo>
                  <a:cubicBezTo>
                    <a:pt x="1" y="0"/>
                    <a:pt x="1" y="0"/>
                    <a:pt x="1" y="0"/>
                  </a:cubicBezTo>
                  <a:cubicBezTo>
                    <a:pt x="0" y="0"/>
                    <a:pt x="1" y="1"/>
                    <a:pt x="1" y="2"/>
                  </a:cubicBezTo>
                  <a:cubicBezTo>
                    <a:pt x="3" y="9"/>
                    <a:pt x="31" y="40"/>
                    <a:pt x="57" y="69"/>
                  </a:cubicBezTo>
                  <a:cubicBezTo>
                    <a:pt x="61" y="73"/>
                    <a:pt x="65" y="78"/>
                    <a:pt x="70" y="84"/>
                  </a:cubicBezTo>
                  <a:cubicBezTo>
                    <a:pt x="71" y="84"/>
                    <a:pt x="71" y="85"/>
                    <a:pt x="71" y="85"/>
                  </a:cubicBezTo>
                  <a:cubicBezTo>
                    <a:pt x="162" y="186"/>
                    <a:pt x="312" y="347"/>
                    <a:pt x="347" y="384"/>
                  </a:cubicBezTo>
                  <a:cubicBezTo>
                    <a:pt x="352" y="389"/>
                    <a:pt x="355" y="392"/>
                    <a:pt x="355" y="392"/>
                  </a:cubicBezTo>
                  <a:cubicBezTo>
                    <a:pt x="355" y="392"/>
                    <a:pt x="356" y="392"/>
                    <a:pt x="358" y="391"/>
                  </a:cubicBezTo>
                  <a:cubicBezTo>
                    <a:pt x="362" y="390"/>
                    <a:pt x="367" y="386"/>
                    <a:pt x="374" y="376"/>
                  </a:cubicBezTo>
                  <a:cubicBezTo>
                    <a:pt x="380" y="365"/>
                    <a:pt x="381" y="356"/>
                    <a:pt x="381" y="351"/>
                  </a:cubicBezTo>
                  <a:cubicBezTo>
                    <a:pt x="382" y="348"/>
                    <a:pt x="381" y="346"/>
                    <a:pt x="381" y="346"/>
                  </a:cubicBezTo>
                  <a:close/>
                </a:path>
              </a:pathLst>
            </a:custGeom>
            <a:solidFill>
              <a:schemeClr val="accent4">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Roboto Lt"/>
                <a:cs typeface="+mn-cs"/>
              </a:endParaRPr>
            </a:p>
          </p:txBody>
        </p:sp>
      </p:grpSp>
      <p:grpSp>
        <p:nvGrpSpPr>
          <p:cNvPr id="36" name="Group 35"/>
          <p:cNvGrpSpPr/>
          <p:nvPr/>
        </p:nvGrpSpPr>
        <p:grpSpPr>
          <a:xfrm>
            <a:off x="5197511" y="2830484"/>
            <a:ext cx="882784" cy="901915"/>
            <a:chOff x="5920323" y="2302554"/>
            <a:chExt cx="2180669" cy="2227927"/>
          </a:xfrm>
          <a:effectLst>
            <a:outerShdw blurRad="177800" dir="18900000" sy="23000" kx="-1200000" algn="bl" rotWithShape="0">
              <a:prstClr val="black">
                <a:alpha val="29000"/>
              </a:prstClr>
            </a:outerShdw>
          </a:effectLst>
        </p:grpSpPr>
        <p:sp>
          <p:nvSpPr>
            <p:cNvPr id="37" name="Freeform 36"/>
            <p:cNvSpPr>
              <a:spLocks/>
            </p:cNvSpPr>
            <p:nvPr/>
          </p:nvSpPr>
          <p:spPr bwMode="auto">
            <a:xfrm>
              <a:off x="7879324" y="4300937"/>
              <a:ext cx="221668" cy="229544"/>
            </a:xfrm>
            <a:custGeom>
              <a:avLst/>
              <a:gdLst>
                <a:gd name="T0" fmla="*/ 68 w 83"/>
                <a:gd name="T1" fmla="*/ 68 h 86"/>
                <a:gd name="T2" fmla="*/ 34 w 83"/>
                <a:gd name="T3" fmla="*/ 30 h 86"/>
                <a:gd name="T4" fmla="*/ 16 w 83"/>
                <a:gd name="T5" fmla="*/ 10 h 86"/>
                <a:gd name="T6" fmla="*/ 6 w 83"/>
                <a:gd name="T7" fmla="*/ 0 h 86"/>
                <a:gd name="T8" fmla="*/ 3 w 83"/>
                <a:gd name="T9" fmla="*/ 5 h 86"/>
                <a:gd name="T10" fmla="*/ 0 w 83"/>
                <a:gd name="T11" fmla="*/ 11 h 86"/>
                <a:gd name="T12" fmla="*/ 9 w 83"/>
                <a:gd name="T13" fmla="*/ 21 h 86"/>
                <a:gd name="T14" fmla="*/ 29 w 83"/>
                <a:gd name="T15" fmla="*/ 39 h 86"/>
                <a:gd name="T16" fmla="*/ 66 w 83"/>
                <a:gd name="T17" fmla="*/ 72 h 86"/>
                <a:gd name="T18" fmla="*/ 83 w 83"/>
                <a:gd name="T19" fmla="*/ 86 h 86"/>
                <a:gd name="T20" fmla="*/ 83 w 83"/>
                <a:gd name="T21" fmla="*/ 85 h 86"/>
                <a:gd name="T22" fmla="*/ 68 w 83"/>
                <a:gd name="T23" fmla="*/ 68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3" h="86">
                  <a:moveTo>
                    <a:pt x="68" y="68"/>
                  </a:moveTo>
                  <a:cubicBezTo>
                    <a:pt x="59" y="57"/>
                    <a:pt x="46" y="44"/>
                    <a:pt x="34" y="30"/>
                  </a:cubicBezTo>
                  <a:cubicBezTo>
                    <a:pt x="28" y="23"/>
                    <a:pt x="22" y="16"/>
                    <a:pt x="16" y="10"/>
                  </a:cubicBezTo>
                  <a:cubicBezTo>
                    <a:pt x="13" y="6"/>
                    <a:pt x="9" y="3"/>
                    <a:pt x="6" y="0"/>
                  </a:cubicBezTo>
                  <a:cubicBezTo>
                    <a:pt x="5" y="2"/>
                    <a:pt x="4" y="4"/>
                    <a:pt x="3" y="5"/>
                  </a:cubicBezTo>
                  <a:cubicBezTo>
                    <a:pt x="2" y="7"/>
                    <a:pt x="1" y="9"/>
                    <a:pt x="0" y="11"/>
                  </a:cubicBezTo>
                  <a:cubicBezTo>
                    <a:pt x="3" y="14"/>
                    <a:pt x="6" y="18"/>
                    <a:pt x="9" y="21"/>
                  </a:cubicBezTo>
                  <a:cubicBezTo>
                    <a:pt x="15" y="27"/>
                    <a:pt x="22" y="33"/>
                    <a:pt x="29" y="39"/>
                  </a:cubicBezTo>
                  <a:cubicBezTo>
                    <a:pt x="42" y="51"/>
                    <a:pt x="56" y="63"/>
                    <a:pt x="66" y="72"/>
                  </a:cubicBezTo>
                  <a:cubicBezTo>
                    <a:pt x="76" y="81"/>
                    <a:pt x="83" y="86"/>
                    <a:pt x="83" y="86"/>
                  </a:cubicBezTo>
                  <a:cubicBezTo>
                    <a:pt x="83" y="85"/>
                    <a:pt x="83" y="85"/>
                    <a:pt x="83" y="85"/>
                  </a:cubicBezTo>
                  <a:cubicBezTo>
                    <a:pt x="83" y="85"/>
                    <a:pt x="77" y="78"/>
                    <a:pt x="68" y="68"/>
                  </a:cubicBezTo>
                  <a:close/>
                </a:path>
              </a:pathLst>
            </a:custGeom>
            <a:solidFill>
              <a:srgbClr val="B1B1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Roboto Lt"/>
                <a:cs typeface="+mn-cs"/>
              </a:endParaRPr>
            </a:p>
          </p:txBody>
        </p:sp>
        <p:sp>
          <p:nvSpPr>
            <p:cNvPr id="38" name="Freeform 22"/>
            <p:cNvSpPr>
              <a:spLocks/>
            </p:cNvSpPr>
            <p:nvPr/>
          </p:nvSpPr>
          <p:spPr bwMode="auto">
            <a:xfrm>
              <a:off x="7375227" y="3756332"/>
              <a:ext cx="554732" cy="640248"/>
            </a:xfrm>
            <a:custGeom>
              <a:avLst/>
              <a:gdLst>
                <a:gd name="T0" fmla="*/ 204 w 208"/>
                <a:gd name="T1" fmla="*/ 156 h 240"/>
                <a:gd name="T2" fmla="*/ 48 w 208"/>
                <a:gd name="T3" fmla="*/ 0 h 240"/>
                <a:gd name="T4" fmla="*/ 48 w 208"/>
                <a:gd name="T5" fmla="*/ 0 h 240"/>
                <a:gd name="T6" fmla="*/ 35 w 208"/>
                <a:gd name="T7" fmla="*/ 53 h 240"/>
                <a:gd name="T8" fmla="*/ 0 w 208"/>
                <a:gd name="T9" fmla="*/ 84 h 240"/>
                <a:gd name="T10" fmla="*/ 156 w 208"/>
                <a:gd name="T11" fmla="*/ 240 h 240"/>
                <a:gd name="T12" fmla="*/ 189 w 208"/>
                <a:gd name="T13" fmla="*/ 215 h 240"/>
                <a:gd name="T14" fmla="*/ 192 w 208"/>
                <a:gd name="T15" fmla="*/ 209 h 240"/>
                <a:gd name="T16" fmla="*/ 195 w 208"/>
                <a:gd name="T17" fmla="*/ 204 h 240"/>
                <a:gd name="T18" fmla="*/ 204 w 208"/>
                <a:gd name="T19" fmla="*/ 156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8" h="240">
                  <a:moveTo>
                    <a:pt x="204" y="156"/>
                  </a:moveTo>
                  <a:cubicBezTo>
                    <a:pt x="48" y="0"/>
                    <a:pt x="48" y="0"/>
                    <a:pt x="48" y="0"/>
                  </a:cubicBezTo>
                  <a:cubicBezTo>
                    <a:pt x="48" y="0"/>
                    <a:pt x="48" y="0"/>
                    <a:pt x="48" y="0"/>
                  </a:cubicBezTo>
                  <a:cubicBezTo>
                    <a:pt x="54" y="6"/>
                    <a:pt x="48" y="30"/>
                    <a:pt x="35" y="53"/>
                  </a:cubicBezTo>
                  <a:cubicBezTo>
                    <a:pt x="22" y="75"/>
                    <a:pt x="7" y="89"/>
                    <a:pt x="0" y="84"/>
                  </a:cubicBezTo>
                  <a:cubicBezTo>
                    <a:pt x="156" y="240"/>
                    <a:pt x="156" y="240"/>
                    <a:pt x="156" y="240"/>
                  </a:cubicBezTo>
                  <a:cubicBezTo>
                    <a:pt x="156" y="240"/>
                    <a:pt x="173" y="237"/>
                    <a:pt x="189" y="215"/>
                  </a:cubicBezTo>
                  <a:cubicBezTo>
                    <a:pt x="190" y="213"/>
                    <a:pt x="191" y="211"/>
                    <a:pt x="192" y="209"/>
                  </a:cubicBezTo>
                  <a:cubicBezTo>
                    <a:pt x="193" y="208"/>
                    <a:pt x="194" y="206"/>
                    <a:pt x="195" y="204"/>
                  </a:cubicBezTo>
                  <a:cubicBezTo>
                    <a:pt x="208" y="179"/>
                    <a:pt x="204" y="156"/>
                    <a:pt x="204" y="156"/>
                  </a:cubicBezTo>
                  <a:close/>
                </a:path>
              </a:pathLst>
            </a:custGeom>
            <a:solidFill>
              <a:srgbClr val="C5C5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Roboto Lt"/>
                <a:cs typeface="+mn-cs"/>
              </a:endParaRPr>
            </a:p>
          </p:txBody>
        </p:sp>
        <p:sp>
          <p:nvSpPr>
            <p:cNvPr id="39" name="Freeform 23"/>
            <p:cNvSpPr>
              <a:spLocks/>
            </p:cNvSpPr>
            <p:nvPr/>
          </p:nvSpPr>
          <p:spPr bwMode="auto">
            <a:xfrm>
              <a:off x="7363975" y="3746206"/>
              <a:ext cx="155280" cy="247548"/>
            </a:xfrm>
            <a:custGeom>
              <a:avLst/>
              <a:gdLst>
                <a:gd name="T0" fmla="*/ 52 w 58"/>
                <a:gd name="T1" fmla="*/ 4 h 93"/>
                <a:gd name="T2" fmla="*/ 32 w 58"/>
                <a:gd name="T3" fmla="*/ 13 h 93"/>
                <a:gd name="T4" fmla="*/ 39 w 58"/>
                <a:gd name="T5" fmla="*/ 21 h 93"/>
                <a:gd name="T6" fmla="*/ 39 w 58"/>
                <a:gd name="T7" fmla="*/ 26 h 93"/>
                <a:gd name="T8" fmla="*/ 32 w 58"/>
                <a:gd name="T9" fmla="*/ 51 h 93"/>
                <a:gd name="T10" fmla="*/ 16 w 58"/>
                <a:gd name="T11" fmla="*/ 66 h 93"/>
                <a:gd name="T12" fmla="*/ 13 w 58"/>
                <a:gd name="T13" fmla="*/ 67 h 93"/>
                <a:gd name="T14" fmla="*/ 5 w 58"/>
                <a:gd name="T15" fmla="*/ 59 h 93"/>
                <a:gd name="T16" fmla="*/ 4 w 58"/>
                <a:gd name="T17" fmla="*/ 87 h 93"/>
                <a:gd name="T18" fmla="*/ 4 w 58"/>
                <a:gd name="T19" fmla="*/ 88 h 93"/>
                <a:gd name="T20" fmla="*/ 39 w 58"/>
                <a:gd name="T21" fmla="*/ 57 h 93"/>
                <a:gd name="T22" fmla="*/ 52 w 58"/>
                <a:gd name="T23" fmla="*/ 4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93">
                  <a:moveTo>
                    <a:pt x="52" y="4"/>
                  </a:moveTo>
                  <a:cubicBezTo>
                    <a:pt x="48" y="0"/>
                    <a:pt x="40" y="4"/>
                    <a:pt x="32" y="13"/>
                  </a:cubicBezTo>
                  <a:cubicBezTo>
                    <a:pt x="37" y="18"/>
                    <a:pt x="39" y="21"/>
                    <a:pt x="39" y="21"/>
                  </a:cubicBezTo>
                  <a:cubicBezTo>
                    <a:pt x="39" y="21"/>
                    <a:pt x="40" y="23"/>
                    <a:pt x="39" y="26"/>
                  </a:cubicBezTo>
                  <a:cubicBezTo>
                    <a:pt x="39" y="31"/>
                    <a:pt x="38" y="40"/>
                    <a:pt x="32" y="51"/>
                  </a:cubicBezTo>
                  <a:cubicBezTo>
                    <a:pt x="25" y="61"/>
                    <a:pt x="20" y="65"/>
                    <a:pt x="16" y="66"/>
                  </a:cubicBezTo>
                  <a:cubicBezTo>
                    <a:pt x="14" y="67"/>
                    <a:pt x="13" y="67"/>
                    <a:pt x="13" y="67"/>
                  </a:cubicBezTo>
                  <a:cubicBezTo>
                    <a:pt x="13" y="67"/>
                    <a:pt x="10" y="64"/>
                    <a:pt x="5" y="59"/>
                  </a:cubicBezTo>
                  <a:cubicBezTo>
                    <a:pt x="1" y="72"/>
                    <a:pt x="0" y="83"/>
                    <a:pt x="4" y="87"/>
                  </a:cubicBezTo>
                  <a:cubicBezTo>
                    <a:pt x="4" y="88"/>
                    <a:pt x="4" y="88"/>
                    <a:pt x="4" y="88"/>
                  </a:cubicBezTo>
                  <a:cubicBezTo>
                    <a:pt x="11" y="93"/>
                    <a:pt x="26" y="79"/>
                    <a:pt x="39" y="57"/>
                  </a:cubicBezTo>
                  <a:cubicBezTo>
                    <a:pt x="52" y="34"/>
                    <a:pt x="58" y="10"/>
                    <a:pt x="52" y="4"/>
                  </a:cubicBezTo>
                  <a:close/>
                </a:path>
              </a:pathLst>
            </a:custGeom>
            <a:solidFill>
              <a:srgbClr val="B1B1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Roboto Lt"/>
                <a:cs typeface="+mn-cs"/>
              </a:endParaRPr>
            </a:p>
          </p:txBody>
        </p:sp>
        <p:sp>
          <p:nvSpPr>
            <p:cNvPr id="40" name="Freeform 24"/>
            <p:cNvSpPr>
              <a:spLocks/>
            </p:cNvSpPr>
            <p:nvPr/>
          </p:nvSpPr>
          <p:spPr bwMode="auto">
            <a:xfrm>
              <a:off x="5920323" y="2783021"/>
              <a:ext cx="534478" cy="459088"/>
            </a:xfrm>
            <a:custGeom>
              <a:avLst/>
              <a:gdLst>
                <a:gd name="T0" fmla="*/ 82 w 200"/>
                <a:gd name="T1" fmla="*/ 64 h 172"/>
                <a:gd name="T2" fmla="*/ 200 w 200"/>
                <a:gd name="T3" fmla="*/ 38 h 172"/>
                <a:gd name="T4" fmla="*/ 200 w 200"/>
                <a:gd name="T5" fmla="*/ 36 h 172"/>
                <a:gd name="T6" fmla="*/ 73 w 200"/>
                <a:gd name="T7" fmla="*/ 14 h 172"/>
                <a:gd name="T8" fmla="*/ 8 w 200"/>
                <a:gd name="T9" fmla="*/ 126 h 172"/>
                <a:gd name="T10" fmla="*/ 63 w 200"/>
                <a:gd name="T11" fmla="*/ 172 h 172"/>
                <a:gd name="T12" fmla="*/ 82 w 200"/>
                <a:gd name="T13" fmla="*/ 64 h 172"/>
              </a:gdLst>
              <a:ahLst/>
              <a:cxnLst>
                <a:cxn ang="0">
                  <a:pos x="T0" y="T1"/>
                </a:cxn>
                <a:cxn ang="0">
                  <a:pos x="T2" y="T3"/>
                </a:cxn>
                <a:cxn ang="0">
                  <a:pos x="T4" y="T5"/>
                </a:cxn>
                <a:cxn ang="0">
                  <a:pos x="T6" y="T7"/>
                </a:cxn>
                <a:cxn ang="0">
                  <a:pos x="T8" y="T9"/>
                </a:cxn>
                <a:cxn ang="0">
                  <a:pos x="T10" y="T11"/>
                </a:cxn>
                <a:cxn ang="0">
                  <a:pos x="T12" y="T13"/>
                </a:cxn>
              </a:cxnLst>
              <a:rect l="0" t="0" r="r" b="b"/>
              <a:pathLst>
                <a:path w="200" h="172">
                  <a:moveTo>
                    <a:pt x="82" y="64"/>
                  </a:moveTo>
                  <a:cubicBezTo>
                    <a:pt x="105" y="25"/>
                    <a:pt x="156" y="22"/>
                    <a:pt x="200" y="38"/>
                  </a:cubicBezTo>
                  <a:cubicBezTo>
                    <a:pt x="200" y="37"/>
                    <a:pt x="199" y="36"/>
                    <a:pt x="200" y="36"/>
                  </a:cubicBezTo>
                  <a:cubicBezTo>
                    <a:pt x="159" y="13"/>
                    <a:pt x="108" y="0"/>
                    <a:pt x="73" y="14"/>
                  </a:cubicBezTo>
                  <a:cubicBezTo>
                    <a:pt x="5" y="41"/>
                    <a:pt x="0" y="80"/>
                    <a:pt x="8" y="126"/>
                  </a:cubicBezTo>
                  <a:cubicBezTo>
                    <a:pt x="13" y="151"/>
                    <a:pt x="34" y="167"/>
                    <a:pt x="63" y="172"/>
                  </a:cubicBezTo>
                  <a:cubicBezTo>
                    <a:pt x="57" y="136"/>
                    <a:pt x="63" y="96"/>
                    <a:pt x="82" y="64"/>
                  </a:cubicBezTo>
                  <a:close/>
                </a:path>
              </a:pathLst>
            </a:custGeom>
            <a:solidFill>
              <a:schemeClr val="accent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Roboto Lt"/>
                <a:cs typeface="+mn-cs"/>
              </a:endParaRPr>
            </a:p>
          </p:txBody>
        </p:sp>
        <p:sp>
          <p:nvSpPr>
            <p:cNvPr id="41" name="Freeform 25"/>
            <p:cNvSpPr>
              <a:spLocks/>
            </p:cNvSpPr>
            <p:nvPr/>
          </p:nvSpPr>
          <p:spPr bwMode="auto">
            <a:xfrm>
              <a:off x="6315274" y="2361065"/>
              <a:ext cx="198038" cy="517599"/>
            </a:xfrm>
            <a:custGeom>
              <a:avLst/>
              <a:gdLst>
                <a:gd name="T0" fmla="*/ 40 w 74"/>
                <a:gd name="T1" fmla="*/ 38 h 194"/>
                <a:gd name="T2" fmla="*/ 74 w 74"/>
                <a:gd name="T3" fmla="*/ 0 h 194"/>
                <a:gd name="T4" fmla="*/ 1 w 74"/>
                <a:gd name="T5" fmla="*/ 100 h 194"/>
                <a:gd name="T6" fmla="*/ 52 w 74"/>
                <a:gd name="T7" fmla="*/ 194 h 194"/>
                <a:gd name="T8" fmla="*/ 52 w 74"/>
                <a:gd name="T9" fmla="*/ 194 h 194"/>
                <a:gd name="T10" fmla="*/ 40 w 74"/>
                <a:gd name="T11" fmla="*/ 38 h 194"/>
              </a:gdLst>
              <a:ahLst/>
              <a:cxnLst>
                <a:cxn ang="0">
                  <a:pos x="T0" y="T1"/>
                </a:cxn>
                <a:cxn ang="0">
                  <a:pos x="T2" y="T3"/>
                </a:cxn>
                <a:cxn ang="0">
                  <a:pos x="T4" y="T5"/>
                </a:cxn>
                <a:cxn ang="0">
                  <a:pos x="T6" y="T7"/>
                </a:cxn>
                <a:cxn ang="0">
                  <a:pos x="T8" y="T9"/>
                </a:cxn>
                <a:cxn ang="0">
                  <a:pos x="T10" y="T11"/>
                </a:cxn>
              </a:cxnLst>
              <a:rect l="0" t="0" r="r" b="b"/>
              <a:pathLst>
                <a:path w="74" h="194">
                  <a:moveTo>
                    <a:pt x="40" y="38"/>
                  </a:moveTo>
                  <a:cubicBezTo>
                    <a:pt x="50" y="21"/>
                    <a:pt x="62" y="9"/>
                    <a:pt x="74" y="0"/>
                  </a:cubicBezTo>
                  <a:cubicBezTo>
                    <a:pt x="32" y="10"/>
                    <a:pt x="0" y="31"/>
                    <a:pt x="1" y="100"/>
                  </a:cubicBezTo>
                  <a:cubicBezTo>
                    <a:pt x="1" y="132"/>
                    <a:pt x="23" y="166"/>
                    <a:pt x="52" y="194"/>
                  </a:cubicBezTo>
                  <a:cubicBezTo>
                    <a:pt x="52" y="194"/>
                    <a:pt x="52" y="194"/>
                    <a:pt x="52" y="194"/>
                  </a:cubicBezTo>
                  <a:cubicBezTo>
                    <a:pt x="29" y="143"/>
                    <a:pt x="18" y="77"/>
                    <a:pt x="40" y="38"/>
                  </a:cubicBezTo>
                  <a:close/>
                </a:path>
              </a:pathLst>
            </a:custGeom>
            <a:solidFill>
              <a:schemeClr val="accent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Roboto Lt"/>
                <a:cs typeface="+mn-cs"/>
              </a:endParaRPr>
            </a:p>
          </p:txBody>
        </p:sp>
        <p:sp>
          <p:nvSpPr>
            <p:cNvPr id="42" name="Freeform 26"/>
            <p:cNvSpPr>
              <a:spLocks/>
            </p:cNvSpPr>
            <p:nvPr/>
          </p:nvSpPr>
          <p:spPr bwMode="auto">
            <a:xfrm>
              <a:off x="6072227" y="2841532"/>
              <a:ext cx="569359" cy="690883"/>
            </a:xfrm>
            <a:custGeom>
              <a:avLst/>
              <a:gdLst>
                <a:gd name="T0" fmla="*/ 199 w 213"/>
                <a:gd name="T1" fmla="*/ 83 h 259"/>
                <a:gd name="T2" fmla="*/ 143 w 213"/>
                <a:gd name="T3" fmla="*/ 16 h 259"/>
                <a:gd name="T4" fmla="*/ 25 w 213"/>
                <a:gd name="T5" fmla="*/ 42 h 259"/>
                <a:gd name="T6" fmla="*/ 6 w 213"/>
                <a:gd name="T7" fmla="*/ 150 h 259"/>
                <a:gd name="T8" fmla="*/ 39 w 213"/>
                <a:gd name="T9" fmla="*/ 218 h 259"/>
                <a:gd name="T10" fmla="*/ 172 w 213"/>
                <a:gd name="T11" fmla="*/ 190 h 259"/>
                <a:gd name="T12" fmla="*/ 211 w 213"/>
                <a:gd name="T13" fmla="*/ 104 h 259"/>
                <a:gd name="T14" fmla="*/ 213 w 213"/>
                <a:gd name="T15" fmla="*/ 99 h 259"/>
                <a:gd name="T16" fmla="*/ 212 w 213"/>
                <a:gd name="T17" fmla="*/ 98 h 259"/>
                <a:gd name="T18" fmla="*/ 199 w 213"/>
                <a:gd name="T19" fmla="*/ 83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3" h="259">
                  <a:moveTo>
                    <a:pt x="199" y="83"/>
                  </a:moveTo>
                  <a:cubicBezTo>
                    <a:pt x="173" y="54"/>
                    <a:pt x="145" y="23"/>
                    <a:pt x="143" y="16"/>
                  </a:cubicBezTo>
                  <a:cubicBezTo>
                    <a:pt x="99" y="0"/>
                    <a:pt x="48" y="3"/>
                    <a:pt x="25" y="42"/>
                  </a:cubicBezTo>
                  <a:cubicBezTo>
                    <a:pt x="6" y="74"/>
                    <a:pt x="0" y="114"/>
                    <a:pt x="6" y="150"/>
                  </a:cubicBezTo>
                  <a:cubicBezTo>
                    <a:pt x="11" y="176"/>
                    <a:pt x="22" y="201"/>
                    <a:pt x="39" y="218"/>
                  </a:cubicBezTo>
                  <a:cubicBezTo>
                    <a:pt x="80" y="259"/>
                    <a:pt x="140" y="246"/>
                    <a:pt x="172" y="190"/>
                  </a:cubicBezTo>
                  <a:cubicBezTo>
                    <a:pt x="191" y="158"/>
                    <a:pt x="207" y="130"/>
                    <a:pt x="211" y="104"/>
                  </a:cubicBezTo>
                  <a:cubicBezTo>
                    <a:pt x="212" y="102"/>
                    <a:pt x="213" y="101"/>
                    <a:pt x="213" y="99"/>
                  </a:cubicBezTo>
                  <a:cubicBezTo>
                    <a:pt x="213" y="99"/>
                    <a:pt x="213" y="98"/>
                    <a:pt x="212" y="98"/>
                  </a:cubicBezTo>
                  <a:cubicBezTo>
                    <a:pt x="207" y="92"/>
                    <a:pt x="203" y="87"/>
                    <a:pt x="199" y="83"/>
                  </a:cubicBezTo>
                  <a:close/>
                </a:path>
              </a:pathLst>
            </a:custGeom>
            <a:solidFill>
              <a:schemeClr val="accent1">
                <a:lumMod val="60000"/>
                <a:lumOff val="40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Roboto Lt"/>
                <a:cs typeface="+mn-cs"/>
              </a:endParaRPr>
            </a:p>
          </p:txBody>
        </p:sp>
        <p:sp>
          <p:nvSpPr>
            <p:cNvPr id="43" name="Freeform 27"/>
            <p:cNvSpPr>
              <a:spLocks/>
            </p:cNvSpPr>
            <p:nvPr/>
          </p:nvSpPr>
          <p:spPr bwMode="auto">
            <a:xfrm>
              <a:off x="6363658" y="2302554"/>
              <a:ext cx="541229" cy="755020"/>
            </a:xfrm>
            <a:custGeom>
              <a:avLst/>
              <a:gdLst>
                <a:gd name="T0" fmla="*/ 22 w 203"/>
                <a:gd name="T1" fmla="*/ 60 h 283"/>
                <a:gd name="T2" fmla="*/ 34 w 203"/>
                <a:gd name="T3" fmla="*/ 216 h 283"/>
                <a:gd name="T4" fmla="*/ 72 w 203"/>
                <a:gd name="T5" fmla="*/ 246 h 283"/>
                <a:gd name="T6" fmla="*/ 95 w 203"/>
                <a:gd name="T7" fmla="*/ 267 h 283"/>
                <a:gd name="T8" fmla="*/ 99 w 203"/>
                <a:gd name="T9" fmla="*/ 270 h 283"/>
                <a:gd name="T10" fmla="*/ 113 w 203"/>
                <a:gd name="T11" fmla="*/ 283 h 283"/>
                <a:gd name="T12" fmla="*/ 170 w 203"/>
                <a:gd name="T13" fmla="*/ 207 h 283"/>
                <a:gd name="T14" fmla="*/ 155 w 203"/>
                <a:gd name="T15" fmla="*/ 31 h 283"/>
                <a:gd name="T16" fmla="*/ 56 w 203"/>
                <a:gd name="T17" fmla="*/ 22 h 283"/>
                <a:gd name="T18" fmla="*/ 22 w 203"/>
                <a:gd name="T19" fmla="*/ 60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83">
                  <a:moveTo>
                    <a:pt x="22" y="60"/>
                  </a:moveTo>
                  <a:cubicBezTo>
                    <a:pt x="0" y="99"/>
                    <a:pt x="11" y="165"/>
                    <a:pt x="34" y="216"/>
                  </a:cubicBezTo>
                  <a:cubicBezTo>
                    <a:pt x="37" y="216"/>
                    <a:pt x="55" y="231"/>
                    <a:pt x="72" y="246"/>
                  </a:cubicBezTo>
                  <a:cubicBezTo>
                    <a:pt x="79" y="252"/>
                    <a:pt x="87" y="259"/>
                    <a:pt x="95" y="267"/>
                  </a:cubicBezTo>
                  <a:cubicBezTo>
                    <a:pt x="97" y="268"/>
                    <a:pt x="98" y="269"/>
                    <a:pt x="99" y="270"/>
                  </a:cubicBezTo>
                  <a:cubicBezTo>
                    <a:pt x="103" y="274"/>
                    <a:pt x="108" y="278"/>
                    <a:pt x="113" y="283"/>
                  </a:cubicBezTo>
                  <a:cubicBezTo>
                    <a:pt x="133" y="272"/>
                    <a:pt x="150" y="241"/>
                    <a:pt x="170" y="207"/>
                  </a:cubicBezTo>
                  <a:cubicBezTo>
                    <a:pt x="203" y="151"/>
                    <a:pt x="196" y="72"/>
                    <a:pt x="155" y="31"/>
                  </a:cubicBezTo>
                  <a:cubicBezTo>
                    <a:pt x="126" y="2"/>
                    <a:pt x="88" y="0"/>
                    <a:pt x="56" y="22"/>
                  </a:cubicBezTo>
                  <a:cubicBezTo>
                    <a:pt x="44" y="31"/>
                    <a:pt x="32" y="43"/>
                    <a:pt x="22" y="60"/>
                  </a:cubicBezTo>
                  <a:close/>
                </a:path>
              </a:pathLst>
            </a:custGeom>
            <a:solidFill>
              <a:schemeClr val="accent1">
                <a:lumMod val="60000"/>
                <a:lumOff val="40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Roboto Lt"/>
                <a:cs typeface="+mn-cs"/>
              </a:endParaRPr>
            </a:p>
          </p:txBody>
        </p:sp>
        <p:sp>
          <p:nvSpPr>
            <p:cNvPr id="44" name="Freeform 28"/>
            <p:cNvSpPr>
              <a:spLocks/>
            </p:cNvSpPr>
            <p:nvPr/>
          </p:nvSpPr>
          <p:spPr bwMode="auto">
            <a:xfrm>
              <a:off x="6451425" y="2878664"/>
              <a:ext cx="1019446" cy="1046451"/>
            </a:xfrm>
            <a:custGeom>
              <a:avLst/>
              <a:gdLst>
                <a:gd name="T0" fmla="*/ 381 w 382"/>
                <a:gd name="T1" fmla="*/ 346 h 392"/>
                <a:gd name="T2" fmla="*/ 374 w 382"/>
                <a:gd name="T3" fmla="*/ 338 h 392"/>
                <a:gd name="T4" fmla="*/ 80 w 382"/>
                <a:gd name="T5" fmla="*/ 67 h 392"/>
                <a:gd name="T6" fmla="*/ 66 w 382"/>
                <a:gd name="T7" fmla="*/ 54 h 392"/>
                <a:gd name="T8" fmla="*/ 62 w 382"/>
                <a:gd name="T9" fmla="*/ 51 h 392"/>
                <a:gd name="T10" fmla="*/ 39 w 382"/>
                <a:gd name="T11" fmla="*/ 30 h 392"/>
                <a:gd name="T12" fmla="*/ 1 w 382"/>
                <a:gd name="T13" fmla="*/ 0 h 392"/>
                <a:gd name="T14" fmla="*/ 1 w 382"/>
                <a:gd name="T15" fmla="*/ 0 h 392"/>
                <a:gd name="T16" fmla="*/ 1 w 382"/>
                <a:gd name="T17" fmla="*/ 0 h 392"/>
                <a:gd name="T18" fmla="*/ 1 w 382"/>
                <a:gd name="T19" fmla="*/ 0 h 392"/>
                <a:gd name="T20" fmla="*/ 1 w 382"/>
                <a:gd name="T21" fmla="*/ 2 h 392"/>
                <a:gd name="T22" fmla="*/ 57 w 382"/>
                <a:gd name="T23" fmla="*/ 69 h 392"/>
                <a:gd name="T24" fmla="*/ 70 w 382"/>
                <a:gd name="T25" fmla="*/ 84 h 392"/>
                <a:gd name="T26" fmla="*/ 71 w 382"/>
                <a:gd name="T27" fmla="*/ 85 h 392"/>
                <a:gd name="T28" fmla="*/ 347 w 382"/>
                <a:gd name="T29" fmla="*/ 384 h 392"/>
                <a:gd name="T30" fmla="*/ 355 w 382"/>
                <a:gd name="T31" fmla="*/ 392 h 392"/>
                <a:gd name="T32" fmla="*/ 358 w 382"/>
                <a:gd name="T33" fmla="*/ 391 h 392"/>
                <a:gd name="T34" fmla="*/ 374 w 382"/>
                <a:gd name="T35" fmla="*/ 376 h 392"/>
                <a:gd name="T36" fmla="*/ 381 w 382"/>
                <a:gd name="T37" fmla="*/ 351 h 392"/>
                <a:gd name="T38" fmla="*/ 381 w 382"/>
                <a:gd name="T39" fmla="*/ 346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82" h="392">
                  <a:moveTo>
                    <a:pt x="381" y="346"/>
                  </a:moveTo>
                  <a:cubicBezTo>
                    <a:pt x="381" y="346"/>
                    <a:pt x="379" y="343"/>
                    <a:pt x="374" y="338"/>
                  </a:cubicBezTo>
                  <a:cubicBezTo>
                    <a:pt x="337" y="304"/>
                    <a:pt x="177" y="154"/>
                    <a:pt x="80" y="67"/>
                  </a:cubicBezTo>
                  <a:cubicBezTo>
                    <a:pt x="75" y="62"/>
                    <a:pt x="70" y="58"/>
                    <a:pt x="66" y="54"/>
                  </a:cubicBezTo>
                  <a:cubicBezTo>
                    <a:pt x="65" y="53"/>
                    <a:pt x="64" y="52"/>
                    <a:pt x="62" y="51"/>
                  </a:cubicBezTo>
                  <a:cubicBezTo>
                    <a:pt x="54" y="43"/>
                    <a:pt x="46" y="36"/>
                    <a:pt x="39" y="30"/>
                  </a:cubicBezTo>
                  <a:cubicBezTo>
                    <a:pt x="22" y="15"/>
                    <a:pt x="4" y="0"/>
                    <a:pt x="1" y="0"/>
                  </a:cubicBezTo>
                  <a:cubicBezTo>
                    <a:pt x="1" y="0"/>
                    <a:pt x="1" y="0"/>
                    <a:pt x="1" y="0"/>
                  </a:cubicBezTo>
                  <a:cubicBezTo>
                    <a:pt x="1" y="0"/>
                    <a:pt x="1" y="0"/>
                    <a:pt x="1" y="0"/>
                  </a:cubicBezTo>
                  <a:cubicBezTo>
                    <a:pt x="1" y="0"/>
                    <a:pt x="1" y="0"/>
                    <a:pt x="1" y="0"/>
                  </a:cubicBezTo>
                  <a:cubicBezTo>
                    <a:pt x="0" y="0"/>
                    <a:pt x="1" y="1"/>
                    <a:pt x="1" y="2"/>
                  </a:cubicBezTo>
                  <a:cubicBezTo>
                    <a:pt x="3" y="9"/>
                    <a:pt x="31" y="40"/>
                    <a:pt x="57" y="69"/>
                  </a:cubicBezTo>
                  <a:cubicBezTo>
                    <a:pt x="61" y="73"/>
                    <a:pt x="65" y="78"/>
                    <a:pt x="70" y="84"/>
                  </a:cubicBezTo>
                  <a:cubicBezTo>
                    <a:pt x="71" y="84"/>
                    <a:pt x="71" y="85"/>
                    <a:pt x="71" y="85"/>
                  </a:cubicBezTo>
                  <a:cubicBezTo>
                    <a:pt x="162" y="186"/>
                    <a:pt x="312" y="347"/>
                    <a:pt x="347" y="384"/>
                  </a:cubicBezTo>
                  <a:cubicBezTo>
                    <a:pt x="352" y="389"/>
                    <a:pt x="355" y="392"/>
                    <a:pt x="355" y="392"/>
                  </a:cubicBezTo>
                  <a:cubicBezTo>
                    <a:pt x="355" y="392"/>
                    <a:pt x="356" y="392"/>
                    <a:pt x="358" y="391"/>
                  </a:cubicBezTo>
                  <a:cubicBezTo>
                    <a:pt x="362" y="390"/>
                    <a:pt x="367" y="386"/>
                    <a:pt x="374" y="376"/>
                  </a:cubicBezTo>
                  <a:cubicBezTo>
                    <a:pt x="380" y="365"/>
                    <a:pt x="381" y="356"/>
                    <a:pt x="381" y="351"/>
                  </a:cubicBezTo>
                  <a:cubicBezTo>
                    <a:pt x="382" y="348"/>
                    <a:pt x="381" y="346"/>
                    <a:pt x="381" y="346"/>
                  </a:cubicBezTo>
                  <a:close/>
                </a:path>
              </a:pathLst>
            </a:custGeom>
            <a:solidFill>
              <a:schemeClr val="accent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Roboto Lt"/>
                <a:cs typeface="+mn-cs"/>
              </a:endParaRPr>
            </a:p>
          </p:txBody>
        </p:sp>
      </p:grpSp>
      <p:grpSp>
        <p:nvGrpSpPr>
          <p:cNvPr id="45" name="Group 44"/>
          <p:cNvGrpSpPr/>
          <p:nvPr/>
        </p:nvGrpSpPr>
        <p:grpSpPr>
          <a:xfrm flipH="1">
            <a:off x="6072190" y="3370440"/>
            <a:ext cx="882784" cy="901915"/>
            <a:chOff x="5920323" y="2302554"/>
            <a:chExt cx="2180669" cy="2227927"/>
          </a:xfrm>
          <a:effectLst>
            <a:outerShdw blurRad="177800" dir="18900000" sy="23000" kx="-1200000" algn="bl" rotWithShape="0">
              <a:prstClr val="black">
                <a:alpha val="29000"/>
              </a:prstClr>
            </a:outerShdw>
          </a:effectLst>
        </p:grpSpPr>
        <p:sp>
          <p:nvSpPr>
            <p:cNvPr id="46" name="Freeform 45"/>
            <p:cNvSpPr>
              <a:spLocks/>
            </p:cNvSpPr>
            <p:nvPr/>
          </p:nvSpPr>
          <p:spPr bwMode="auto">
            <a:xfrm>
              <a:off x="7879324" y="4300937"/>
              <a:ext cx="221668" cy="229544"/>
            </a:xfrm>
            <a:custGeom>
              <a:avLst/>
              <a:gdLst>
                <a:gd name="T0" fmla="*/ 68 w 83"/>
                <a:gd name="T1" fmla="*/ 68 h 86"/>
                <a:gd name="T2" fmla="*/ 34 w 83"/>
                <a:gd name="T3" fmla="*/ 30 h 86"/>
                <a:gd name="T4" fmla="*/ 16 w 83"/>
                <a:gd name="T5" fmla="*/ 10 h 86"/>
                <a:gd name="T6" fmla="*/ 6 w 83"/>
                <a:gd name="T7" fmla="*/ 0 h 86"/>
                <a:gd name="T8" fmla="*/ 3 w 83"/>
                <a:gd name="T9" fmla="*/ 5 h 86"/>
                <a:gd name="T10" fmla="*/ 0 w 83"/>
                <a:gd name="T11" fmla="*/ 11 h 86"/>
                <a:gd name="T12" fmla="*/ 9 w 83"/>
                <a:gd name="T13" fmla="*/ 21 h 86"/>
                <a:gd name="T14" fmla="*/ 29 w 83"/>
                <a:gd name="T15" fmla="*/ 39 h 86"/>
                <a:gd name="T16" fmla="*/ 66 w 83"/>
                <a:gd name="T17" fmla="*/ 72 h 86"/>
                <a:gd name="T18" fmla="*/ 83 w 83"/>
                <a:gd name="T19" fmla="*/ 86 h 86"/>
                <a:gd name="T20" fmla="*/ 83 w 83"/>
                <a:gd name="T21" fmla="*/ 85 h 86"/>
                <a:gd name="T22" fmla="*/ 68 w 83"/>
                <a:gd name="T23" fmla="*/ 68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3" h="86">
                  <a:moveTo>
                    <a:pt x="68" y="68"/>
                  </a:moveTo>
                  <a:cubicBezTo>
                    <a:pt x="59" y="57"/>
                    <a:pt x="46" y="44"/>
                    <a:pt x="34" y="30"/>
                  </a:cubicBezTo>
                  <a:cubicBezTo>
                    <a:pt x="28" y="23"/>
                    <a:pt x="22" y="16"/>
                    <a:pt x="16" y="10"/>
                  </a:cubicBezTo>
                  <a:cubicBezTo>
                    <a:pt x="13" y="6"/>
                    <a:pt x="9" y="3"/>
                    <a:pt x="6" y="0"/>
                  </a:cubicBezTo>
                  <a:cubicBezTo>
                    <a:pt x="5" y="2"/>
                    <a:pt x="4" y="4"/>
                    <a:pt x="3" y="5"/>
                  </a:cubicBezTo>
                  <a:cubicBezTo>
                    <a:pt x="2" y="7"/>
                    <a:pt x="1" y="9"/>
                    <a:pt x="0" y="11"/>
                  </a:cubicBezTo>
                  <a:cubicBezTo>
                    <a:pt x="3" y="14"/>
                    <a:pt x="6" y="18"/>
                    <a:pt x="9" y="21"/>
                  </a:cubicBezTo>
                  <a:cubicBezTo>
                    <a:pt x="15" y="27"/>
                    <a:pt x="22" y="33"/>
                    <a:pt x="29" y="39"/>
                  </a:cubicBezTo>
                  <a:cubicBezTo>
                    <a:pt x="42" y="51"/>
                    <a:pt x="56" y="63"/>
                    <a:pt x="66" y="72"/>
                  </a:cubicBezTo>
                  <a:cubicBezTo>
                    <a:pt x="76" y="81"/>
                    <a:pt x="83" y="86"/>
                    <a:pt x="83" y="86"/>
                  </a:cubicBezTo>
                  <a:cubicBezTo>
                    <a:pt x="83" y="85"/>
                    <a:pt x="83" y="85"/>
                    <a:pt x="83" y="85"/>
                  </a:cubicBezTo>
                  <a:cubicBezTo>
                    <a:pt x="83" y="85"/>
                    <a:pt x="77" y="78"/>
                    <a:pt x="68" y="68"/>
                  </a:cubicBezTo>
                  <a:close/>
                </a:path>
              </a:pathLst>
            </a:custGeom>
            <a:solidFill>
              <a:srgbClr val="B1B1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Roboto Lt"/>
                <a:cs typeface="+mn-cs"/>
              </a:endParaRPr>
            </a:p>
          </p:txBody>
        </p:sp>
        <p:sp>
          <p:nvSpPr>
            <p:cNvPr id="47" name="Freeform 22"/>
            <p:cNvSpPr>
              <a:spLocks/>
            </p:cNvSpPr>
            <p:nvPr/>
          </p:nvSpPr>
          <p:spPr bwMode="auto">
            <a:xfrm>
              <a:off x="7375227" y="3756332"/>
              <a:ext cx="554732" cy="640248"/>
            </a:xfrm>
            <a:custGeom>
              <a:avLst/>
              <a:gdLst>
                <a:gd name="T0" fmla="*/ 204 w 208"/>
                <a:gd name="T1" fmla="*/ 156 h 240"/>
                <a:gd name="T2" fmla="*/ 48 w 208"/>
                <a:gd name="T3" fmla="*/ 0 h 240"/>
                <a:gd name="T4" fmla="*/ 48 w 208"/>
                <a:gd name="T5" fmla="*/ 0 h 240"/>
                <a:gd name="T6" fmla="*/ 35 w 208"/>
                <a:gd name="T7" fmla="*/ 53 h 240"/>
                <a:gd name="T8" fmla="*/ 0 w 208"/>
                <a:gd name="T9" fmla="*/ 84 h 240"/>
                <a:gd name="T10" fmla="*/ 156 w 208"/>
                <a:gd name="T11" fmla="*/ 240 h 240"/>
                <a:gd name="T12" fmla="*/ 189 w 208"/>
                <a:gd name="T13" fmla="*/ 215 h 240"/>
                <a:gd name="T14" fmla="*/ 192 w 208"/>
                <a:gd name="T15" fmla="*/ 209 h 240"/>
                <a:gd name="T16" fmla="*/ 195 w 208"/>
                <a:gd name="T17" fmla="*/ 204 h 240"/>
                <a:gd name="T18" fmla="*/ 204 w 208"/>
                <a:gd name="T19" fmla="*/ 156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8" h="240">
                  <a:moveTo>
                    <a:pt x="204" y="156"/>
                  </a:moveTo>
                  <a:cubicBezTo>
                    <a:pt x="48" y="0"/>
                    <a:pt x="48" y="0"/>
                    <a:pt x="48" y="0"/>
                  </a:cubicBezTo>
                  <a:cubicBezTo>
                    <a:pt x="48" y="0"/>
                    <a:pt x="48" y="0"/>
                    <a:pt x="48" y="0"/>
                  </a:cubicBezTo>
                  <a:cubicBezTo>
                    <a:pt x="54" y="6"/>
                    <a:pt x="48" y="30"/>
                    <a:pt x="35" y="53"/>
                  </a:cubicBezTo>
                  <a:cubicBezTo>
                    <a:pt x="22" y="75"/>
                    <a:pt x="7" y="89"/>
                    <a:pt x="0" y="84"/>
                  </a:cubicBezTo>
                  <a:cubicBezTo>
                    <a:pt x="156" y="240"/>
                    <a:pt x="156" y="240"/>
                    <a:pt x="156" y="240"/>
                  </a:cubicBezTo>
                  <a:cubicBezTo>
                    <a:pt x="156" y="240"/>
                    <a:pt x="173" y="237"/>
                    <a:pt x="189" y="215"/>
                  </a:cubicBezTo>
                  <a:cubicBezTo>
                    <a:pt x="190" y="213"/>
                    <a:pt x="191" y="211"/>
                    <a:pt x="192" y="209"/>
                  </a:cubicBezTo>
                  <a:cubicBezTo>
                    <a:pt x="193" y="208"/>
                    <a:pt x="194" y="206"/>
                    <a:pt x="195" y="204"/>
                  </a:cubicBezTo>
                  <a:cubicBezTo>
                    <a:pt x="208" y="179"/>
                    <a:pt x="204" y="156"/>
                    <a:pt x="204" y="156"/>
                  </a:cubicBezTo>
                  <a:close/>
                </a:path>
              </a:pathLst>
            </a:custGeom>
            <a:solidFill>
              <a:srgbClr val="C5C5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Roboto Lt"/>
                <a:cs typeface="+mn-cs"/>
              </a:endParaRPr>
            </a:p>
          </p:txBody>
        </p:sp>
        <p:sp>
          <p:nvSpPr>
            <p:cNvPr id="48" name="Freeform 23"/>
            <p:cNvSpPr>
              <a:spLocks/>
            </p:cNvSpPr>
            <p:nvPr/>
          </p:nvSpPr>
          <p:spPr bwMode="auto">
            <a:xfrm>
              <a:off x="7363975" y="3746206"/>
              <a:ext cx="155280" cy="247548"/>
            </a:xfrm>
            <a:custGeom>
              <a:avLst/>
              <a:gdLst>
                <a:gd name="T0" fmla="*/ 52 w 58"/>
                <a:gd name="T1" fmla="*/ 4 h 93"/>
                <a:gd name="T2" fmla="*/ 32 w 58"/>
                <a:gd name="T3" fmla="*/ 13 h 93"/>
                <a:gd name="T4" fmla="*/ 39 w 58"/>
                <a:gd name="T5" fmla="*/ 21 h 93"/>
                <a:gd name="T6" fmla="*/ 39 w 58"/>
                <a:gd name="T7" fmla="*/ 26 h 93"/>
                <a:gd name="T8" fmla="*/ 32 w 58"/>
                <a:gd name="T9" fmla="*/ 51 h 93"/>
                <a:gd name="T10" fmla="*/ 16 w 58"/>
                <a:gd name="T11" fmla="*/ 66 h 93"/>
                <a:gd name="T12" fmla="*/ 13 w 58"/>
                <a:gd name="T13" fmla="*/ 67 h 93"/>
                <a:gd name="T14" fmla="*/ 5 w 58"/>
                <a:gd name="T15" fmla="*/ 59 h 93"/>
                <a:gd name="T16" fmla="*/ 4 w 58"/>
                <a:gd name="T17" fmla="*/ 87 h 93"/>
                <a:gd name="T18" fmla="*/ 4 w 58"/>
                <a:gd name="T19" fmla="*/ 88 h 93"/>
                <a:gd name="T20" fmla="*/ 39 w 58"/>
                <a:gd name="T21" fmla="*/ 57 h 93"/>
                <a:gd name="T22" fmla="*/ 52 w 58"/>
                <a:gd name="T23" fmla="*/ 4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93">
                  <a:moveTo>
                    <a:pt x="52" y="4"/>
                  </a:moveTo>
                  <a:cubicBezTo>
                    <a:pt x="48" y="0"/>
                    <a:pt x="40" y="4"/>
                    <a:pt x="32" y="13"/>
                  </a:cubicBezTo>
                  <a:cubicBezTo>
                    <a:pt x="37" y="18"/>
                    <a:pt x="39" y="21"/>
                    <a:pt x="39" y="21"/>
                  </a:cubicBezTo>
                  <a:cubicBezTo>
                    <a:pt x="39" y="21"/>
                    <a:pt x="40" y="23"/>
                    <a:pt x="39" y="26"/>
                  </a:cubicBezTo>
                  <a:cubicBezTo>
                    <a:pt x="39" y="31"/>
                    <a:pt x="38" y="40"/>
                    <a:pt x="32" y="51"/>
                  </a:cubicBezTo>
                  <a:cubicBezTo>
                    <a:pt x="25" y="61"/>
                    <a:pt x="20" y="65"/>
                    <a:pt x="16" y="66"/>
                  </a:cubicBezTo>
                  <a:cubicBezTo>
                    <a:pt x="14" y="67"/>
                    <a:pt x="13" y="67"/>
                    <a:pt x="13" y="67"/>
                  </a:cubicBezTo>
                  <a:cubicBezTo>
                    <a:pt x="13" y="67"/>
                    <a:pt x="10" y="64"/>
                    <a:pt x="5" y="59"/>
                  </a:cubicBezTo>
                  <a:cubicBezTo>
                    <a:pt x="1" y="72"/>
                    <a:pt x="0" y="83"/>
                    <a:pt x="4" y="87"/>
                  </a:cubicBezTo>
                  <a:cubicBezTo>
                    <a:pt x="4" y="88"/>
                    <a:pt x="4" y="88"/>
                    <a:pt x="4" y="88"/>
                  </a:cubicBezTo>
                  <a:cubicBezTo>
                    <a:pt x="11" y="93"/>
                    <a:pt x="26" y="79"/>
                    <a:pt x="39" y="57"/>
                  </a:cubicBezTo>
                  <a:cubicBezTo>
                    <a:pt x="52" y="34"/>
                    <a:pt x="58" y="10"/>
                    <a:pt x="52" y="4"/>
                  </a:cubicBezTo>
                  <a:close/>
                </a:path>
              </a:pathLst>
            </a:custGeom>
            <a:solidFill>
              <a:srgbClr val="B1B1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Roboto Lt"/>
                <a:cs typeface="+mn-cs"/>
              </a:endParaRPr>
            </a:p>
          </p:txBody>
        </p:sp>
        <p:sp>
          <p:nvSpPr>
            <p:cNvPr id="49" name="Freeform 24"/>
            <p:cNvSpPr>
              <a:spLocks/>
            </p:cNvSpPr>
            <p:nvPr/>
          </p:nvSpPr>
          <p:spPr bwMode="auto">
            <a:xfrm>
              <a:off x="5920323" y="2783021"/>
              <a:ext cx="534478" cy="459088"/>
            </a:xfrm>
            <a:custGeom>
              <a:avLst/>
              <a:gdLst>
                <a:gd name="T0" fmla="*/ 82 w 200"/>
                <a:gd name="T1" fmla="*/ 64 h 172"/>
                <a:gd name="T2" fmla="*/ 200 w 200"/>
                <a:gd name="T3" fmla="*/ 38 h 172"/>
                <a:gd name="T4" fmla="*/ 200 w 200"/>
                <a:gd name="T5" fmla="*/ 36 h 172"/>
                <a:gd name="T6" fmla="*/ 73 w 200"/>
                <a:gd name="T7" fmla="*/ 14 h 172"/>
                <a:gd name="T8" fmla="*/ 8 w 200"/>
                <a:gd name="T9" fmla="*/ 126 h 172"/>
                <a:gd name="T10" fmla="*/ 63 w 200"/>
                <a:gd name="T11" fmla="*/ 172 h 172"/>
                <a:gd name="T12" fmla="*/ 82 w 200"/>
                <a:gd name="T13" fmla="*/ 64 h 172"/>
              </a:gdLst>
              <a:ahLst/>
              <a:cxnLst>
                <a:cxn ang="0">
                  <a:pos x="T0" y="T1"/>
                </a:cxn>
                <a:cxn ang="0">
                  <a:pos x="T2" y="T3"/>
                </a:cxn>
                <a:cxn ang="0">
                  <a:pos x="T4" y="T5"/>
                </a:cxn>
                <a:cxn ang="0">
                  <a:pos x="T6" y="T7"/>
                </a:cxn>
                <a:cxn ang="0">
                  <a:pos x="T8" y="T9"/>
                </a:cxn>
                <a:cxn ang="0">
                  <a:pos x="T10" y="T11"/>
                </a:cxn>
                <a:cxn ang="0">
                  <a:pos x="T12" y="T13"/>
                </a:cxn>
              </a:cxnLst>
              <a:rect l="0" t="0" r="r" b="b"/>
              <a:pathLst>
                <a:path w="200" h="172">
                  <a:moveTo>
                    <a:pt x="82" y="64"/>
                  </a:moveTo>
                  <a:cubicBezTo>
                    <a:pt x="105" y="25"/>
                    <a:pt x="156" y="22"/>
                    <a:pt x="200" y="38"/>
                  </a:cubicBezTo>
                  <a:cubicBezTo>
                    <a:pt x="200" y="37"/>
                    <a:pt x="199" y="36"/>
                    <a:pt x="200" y="36"/>
                  </a:cubicBezTo>
                  <a:cubicBezTo>
                    <a:pt x="159" y="13"/>
                    <a:pt x="108" y="0"/>
                    <a:pt x="73" y="14"/>
                  </a:cubicBezTo>
                  <a:cubicBezTo>
                    <a:pt x="5" y="41"/>
                    <a:pt x="0" y="80"/>
                    <a:pt x="8" y="126"/>
                  </a:cubicBezTo>
                  <a:cubicBezTo>
                    <a:pt x="13" y="151"/>
                    <a:pt x="34" y="167"/>
                    <a:pt x="63" y="172"/>
                  </a:cubicBezTo>
                  <a:cubicBezTo>
                    <a:pt x="57" y="136"/>
                    <a:pt x="63" y="96"/>
                    <a:pt x="82" y="64"/>
                  </a:cubicBezTo>
                  <a:close/>
                </a:path>
              </a:pathLst>
            </a:custGeom>
            <a:solidFill>
              <a:schemeClr val="accent5">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Roboto Lt"/>
                <a:cs typeface="+mn-cs"/>
              </a:endParaRPr>
            </a:p>
          </p:txBody>
        </p:sp>
        <p:sp>
          <p:nvSpPr>
            <p:cNvPr id="50" name="Freeform 25"/>
            <p:cNvSpPr>
              <a:spLocks/>
            </p:cNvSpPr>
            <p:nvPr/>
          </p:nvSpPr>
          <p:spPr bwMode="auto">
            <a:xfrm>
              <a:off x="6315274" y="2361065"/>
              <a:ext cx="198038" cy="517599"/>
            </a:xfrm>
            <a:custGeom>
              <a:avLst/>
              <a:gdLst>
                <a:gd name="T0" fmla="*/ 40 w 74"/>
                <a:gd name="T1" fmla="*/ 38 h 194"/>
                <a:gd name="T2" fmla="*/ 74 w 74"/>
                <a:gd name="T3" fmla="*/ 0 h 194"/>
                <a:gd name="T4" fmla="*/ 1 w 74"/>
                <a:gd name="T5" fmla="*/ 100 h 194"/>
                <a:gd name="T6" fmla="*/ 52 w 74"/>
                <a:gd name="T7" fmla="*/ 194 h 194"/>
                <a:gd name="T8" fmla="*/ 52 w 74"/>
                <a:gd name="T9" fmla="*/ 194 h 194"/>
                <a:gd name="T10" fmla="*/ 40 w 74"/>
                <a:gd name="T11" fmla="*/ 38 h 194"/>
              </a:gdLst>
              <a:ahLst/>
              <a:cxnLst>
                <a:cxn ang="0">
                  <a:pos x="T0" y="T1"/>
                </a:cxn>
                <a:cxn ang="0">
                  <a:pos x="T2" y="T3"/>
                </a:cxn>
                <a:cxn ang="0">
                  <a:pos x="T4" y="T5"/>
                </a:cxn>
                <a:cxn ang="0">
                  <a:pos x="T6" y="T7"/>
                </a:cxn>
                <a:cxn ang="0">
                  <a:pos x="T8" y="T9"/>
                </a:cxn>
                <a:cxn ang="0">
                  <a:pos x="T10" y="T11"/>
                </a:cxn>
              </a:cxnLst>
              <a:rect l="0" t="0" r="r" b="b"/>
              <a:pathLst>
                <a:path w="74" h="194">
                  <a:moveTo>
                    <a:pt x="40" y="38"/>
                  </a:moveTo>
                  <a:cubicBezTo>
                    <a:pt x="50" y="21"/>
                    <a:pt x="62" y="9"/>
                    <a:pt x="74" y="0"/>
                  </a:cubicBezTo>
                  <a:cubicBezTo>
                    <a:pt x="32" y="10"/>
                    <a:pt x="0" y="31"/>
                    <a:pt x="1" y="100"/>
                  </a:cubicBezTo>
                  <a:cubicBezTo>
                    <a:pt x="1" y="132"/>
                    <a:pt x="23" y="166"/>
                    <a:pt x="52" y="194"/>
                  </a:cubicBezTo>
                  <a:cubicBezTo>
                    <a:pt x="52" y="194"/>
                    <a:pt x="52" y="194"/>
                    <a:pt x="52" y="194"/>
                  </a:cubicBezTo>
                  <a:cubicBezTo>
                    <a:pt x="29" y="143"/>
                    <a:pt x="18" y="77"/>
                    <a:pt x="40" y="38"/>
                  </a:cubicBezTo>
                  <a:close/>
                </a:path>
              </a:pathLst>
            </a:custGeom>
            <a:solidFill>
              <a:schemeClr val="accent5">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Roboto Lt"/>
                <a:cs typeface="+mn-cs"/>
              </a:endParaRPr>
            </a:p>
          </p:txBody>
        </p:sp>
        <p:sp>
          <p:nvSpPr>
            <p:cNvPr id="51" name="Freeform 26"/>
            <p:cNvSpPr>
              <a:spLocks/>
            </p:cNvSpPr>
            <p:nvPr/>
          </p:nvSpPr>
          <p:spPr bwMode="auto">
            <a:xfrm>
              <a:off x="6072227" y="2841532"/>
              <a:ext cx="569359" cy="690883"/>
            </a:xfrm>
            <a:custGeom>
              <a:avLst/>
              <a:gdLst>
                <a:gd name="T0" fmla="*/ 199 w 213"/>
                <a:gd name="T1" fmla="*/ 83 h 259"/>
                <a:gd name="T2" fmla="*/ 143 w 213"/>
                <a:gd name="T3" fmla="*/ 16 h 259"/>
                <a:gd name="T4" fmla="*/ 25 w 213"/>
                <a:gd name="T5" fmla="*/ 42 h 259"/>
                <a:gd name="T6" fmla="*/ 6 w 213"/>
                <a:gd name="T7" fmla="*/ 150 h 259"/>
                <a:gd name="T8" fmla="*/ 39 w 213"/>
                <a:gd name="T9" fmla="*/ 218 h 259"/>
                <a:gd name="T10" fmla="*/ 172 w 213"/>
                <a:gd name="T11" fmla="*/ 190 h 259"/>
                <a:gd name="T12" fmla="*/ 211 w 213"/>
                <a:gd name="T13" fmla="*/ 104 h 259"/>
                <a:gd name="T14" fmla="*/ 213 w 213"/>
                <a:gd name="T15" fmla="*/ 99 h 259"/>
                <a:gd name="T16" fmla="*/ 212 w 213"/>
                <a:gd name="T17" fmla="*/ 98 h 259"/>
                <a:gd name="T18" fmla="*/ 199 w 213"/>
                <a:gd name="T19" fmla="*/ 83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3" h="259">
                  <a:moveTo>
                    <a:pt x="199" y="83"/>
                  </a:moveTo>
                  <a:cubicBezTo>
                    <a:pt x="173" y="54"/>
                    <a:pt x="145" y="23"/>
                    <a:pt x="143" y="16"/>
                  </a:cubicBezTo>
                  <a:cubicBezTo>
                    <a:pt x="99" y="0"/>
                    <a:pt x="48" y="3"/>
                    <a:pt x="25" y="42"/>
                  </a:cubicBezTo>
                  <a:cubicBezTo>
                    <a:pt x="6" y="74"/>
                    <a:pt x="0" y="114"/>
                    <a:pt x="6" y="150"/>
                  </a:cubicBezTo>
                  <a:cubicBezTo>
                    <a:pt x="11" y="176"/>
                    <a:pt x="22" y="201"/>
                    <a:pt x="39" y="218"/>
                  </a:cubicBezTo>
                  <a:cubicBezTo>
                    <a:pt x="80" y="259"/>
                    <a:pt x="140" y="246"/>
                    <a:pt x="172" y="190"/>
                  </a:cubicBezTo>
                  <a:cubicBezTo>
                    <a:pt x="191" y="158"/>
                    <a:pt x="207" y="130"/>
                    <a:pt x="211" y="104"/>
                  </a:cubicBezTo>
                  <a:cubicBezTo>
                    <a:pt x="212" y="102"/>
                    <a:pt x="213" y="101"/>
                    <a:pt x="213" y="99"/>
                  </a:cubicBezTo>
                  <a:cubicBezTo>
                    <a:pt x="213" y="99"/>
                    <a:pt x="213" y="98"/>
                    <a:pt x="212" y="98"/>
                  </a:cubicBezTo>
                  <a:cubicBezTo>
                    <a:pt x="207" y="92"/>
                    <a:pt x="203" y="87"/>
                    <a:pt x="199" y="83"/>
                  </a:cubicBezTo>
                  <a:close/>
                </a:path>
              </a:pathLst>
            </a:custGeom>
            <a:solidFill>
              <a:schemeClr val="accent5">
                <a:lumMod val="60000"/>
                <a:lumOff val="40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Roboto Lt"/>
                <a:cs typeface="+mn-cs"/>
              </a:endParaRPr>
            </a:p>
          </p:txBody>
        </p:sp>
        <p:sp>
          <p:nvSpPr>
            <p:cNvPr id="52" name="Freeform 27"/>
            <p:cNvSpPr>
              <a:spLocks/>
            </p:cNvSpPr>
            <p:nvPr/>
          </p:nvSpPr>
          <p:spPr bwMode="auto">
            <a:xfrm>
              <a:off x="6363658" y="2302554"/>
              <a:ext cx="541229" cy="755020"/>
            </a:xfrm>
            <a:custGeom>
              <a:avLst/>
              <a:gdLst>
                <a:gd name="T0" fmla="*/ 22 w 203"/>
                <a:gd name="T1" fmla="*/ 60 h 283"/>
                <a:gd name="T2" fmla="*/ 34 w 203"/>
                <a:gd name="T3" fmla="*/ 216 h 283"/>
                <a:gd name="T4" fmla="*/ 72 w 203"/>
                <a:gd name="T5" fmla="*/ 246 h 283"/>
                <a:gd name="T6" fmla="*/ 95 w 203"/>
                <a:gd name="T7" fmla="*/ 267 h 283"/>
                <a:gd name="T8" fmla="*/ 99 w 203"/>
                <a:gd name="T9" fmla="*/ 270 h 283"/>
                <a:gd name="T10" fmla="*/ 113 w 203"/>
                <a:gd name="T11" fmla="*/ 283 h 283"/>
                <a:gd name="T12" fmla="*/ 170 w 203"/>
                <a:gd name="T13" fmla="*/ 207 h 283"/>
                <a:gd name="T14" fmla="*/ 155 w 203"/>
                <a:gd name="T15" fmla="*/ 31 h 283"/>
                <a:gd name="T16" fmla="*/ 56 w 203"/>
                <a:gd name="T17" fmla="*/ 22 h 283"/>
                <a:gd name="T18" fmla="*/ 22 w 203"/>
                <a:gd name="T19" fmla="*/ 60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83">
                  <a:moveTo>
                    <a:pt x="22" y="60"/>
                  </a:moveTo>
                  <a:cubicBezTo>
                    <a:pt x="0" y="99"/>
                    <a:pt x="11" y="165"/>
                    <a:pt x="34" y="216"/>
                  </a:cubicBezTo>
                  <a:cubicBezTo>
                    <a:pt x="37" y="216"/>
                    <a:pt x="55" y="231"/>
                    <a:pt x="72" y="246"/>
                  </a:cubicBezTo>
                  <a:cubicBezTo>
                    <a:pt x="79" y="252"/>
                    <a:pt x="87" y="259"/>
                    <a:pt x="95" y="267"/>
                  </a:cubicBezTo>
                  <a:cubicBezTo>
                    <a:pt x="97" y="268"/>
                    <a:pt x="98" y="269"/>
                    <a:pt x="99" y="270"/>
                  </a:cubicBezTo>
                  <a:cubicBezTo>
                    <a:pt x="103" y="274"/>
                    <a:pt x="108" y="278"/>
                    <a:pt x="113" y="283"/>
                  </a:cubicBezTo>
                  <a:cubicBezTo>
                    <a:pt x="133" y="272"/>
                    <a:pt x="150" y="241"/>
                    <a:pt x="170" y="207"/>
                  </a:cubicBezTo>
                  <a:cubicBezTo>
                    <a:pt x="203" y="151"/>
                    <a:pt x="196" y="72"/>
                    <a:pt x="155" y="31"/>
                  </a:cubicBezTo>
                  <a:cubicBezTo>
                    <a:pt x="126" y="2"/>
                    <a:pt x="88" y="0"/>
                    <a:pt x="56" y="22"/>
                  </a:cubicBezTo>
                  <a:cubicBezTo>
                    <a:pt x="44" y="31"/>
                    <a:pt x="32" y="43"/>
                    <a:pt x="22" y="60"/>
                  </a:cubicBezTo>
                  <a:close/>
                </a:path>
              </a:pathLst>
            </a:custGeom>
            <a:solidFill>
              <a:schemeClr val="accent5">
                <a:lumMod val="60000"/>
                <a:lumOff val="40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Roboto Lt"/>
                <a:cs typeface="+mn-cs"/>
              </a:endParaRPr>
            </a:p>
          </p:txBody>
        </p:sp>
        <p:sp>
          <p:nvSpPr>
            <p:cNvPr id="53" name="Freeform 28"/>
            <p:cNvSpPr>
              <a:spLocks/>
            </p:cNvSpPr>
            <p:nvPr/>
          </p:nvSpPr>
          <p:spPr bwMode="auto">
            <a:xfrm>
              <a:off x="6451425" y="2878664"/>
              <a:ext cx="1019446" cy="1046451"/>
            </a:xfrm>
            <a:custGeom>
              <a:avLst/>
              <a:gdLst>
                <a:gd name="T0" fmla="*/ 381 w 382"/>
                <a:gd name="T1" fmla="*/ 346 h 392"/>
                <a:gd name="T2" fmla="*/ 374 w 382"/>
                <a:gd name="T3" fmla="*/ 338 h 392"/>
                <a:gd name="T4" fmla="*/ 80 w 382"/>
                <a:gd name="T5" fmla="*/ 67 h 392"/>
                <a:gd name="T6" fmla="*/ 66 w 382"/>
                <a:gd name="T7" fmla="*/ 54 h 392"/>
                <a:gd name="T8" fmla="*/ 62 w 382"/>
                <a:gd name="T9" fmla="*/ 51 h 392"/>
                <a:gd name="T10" fmla="*/ 39 w 382"/>
                <a:gd name="T11" fmla="*/ 30 h 392"/>
                <a:gd name="T12" fmla="*/ 1 w 382"/>
                <a:gd name="T13" fmla="*/ 0 h 392"/>
                <a:gd name="T14" fmla="*/ 1 w 382"/>
                <a:gd name="T15" fmla="*/ 0 h 392"/>
                <a:gd name="T16" fmla="*/ 1 w 382"/>
                <a:gd name="T17" fmla="*/ 0 h 392"/>
                <a:gd name="T18" fmla="*/ 1 w 382"/>
                <a:gd name="T19" fmla="*/ 0 h 392"/>
                <a:gd name="T20" fmla="*/ 1 w 382"/>
                <a:gd name="T21" fmla="*/ 2 h 392"/>
                <a:gd name="T22" fmla="*/ 57 w 382"/>
                <a:gd name="T23" fmla="*/ 69 h 392"/>
                <a:gd name="T24" fmla="*/ 70 w 382"/>
                <a:gd name="T25" fmla="*/ 84 h 392"/>
                <a:gd name="T26" fmla="*/ 71 w 382"/>
                <a:gd name="T27" fmla="*/ 85 h 392"/>
                <a:gd name="T28" fmla="*/ 347 w 382"/>
                <a:gd name="T29" fmla="*/ 384 h 392"/>
                <a:gd name="T30" fmla="*/ 355 w 382"/>
                <a:gd name="T31" fmla="*/ 392 h 392"/>
                <a:gd name="T32" fmla="*/ 358 w 382"/>
                <a:gd name="T33" fmla="*/ 391 h 392"/>
                <a:gd name="T34" fmla="*/ 374 w 382"/>
                <a:gd name="T35" fmla="*/ 376 h 392"/>
                <a:gd name="T36" fmla="*/ 381 w 382"/>
                <a:gd name="T37" fmla="*/ 351 h 392"/>
                <a:gd name="T38" fmla="*/ 381 w 382"/>
                <a:gd name="T39" fmla="*/ 346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82" h="392">
                  <a:moveTo>
                    <a:pt x="381" y="346"/>
                  </a:moveTo>
                  <a:cubicBezTo>
                    <a:pt x="381" y="346"/>
                    <a:pt x="379" y="343"/>
                    <a:pt x="374" y="338"/>
                  </a:cubicBezTo>
                  <a:cubicBezTo>
                    <a:pt x="337" y="304"/>
                    <a:pt x="177" y="154"/>
                    <a:pt x="80" y="67"/>
                  </a:cubicBezTo>
                  <a:cubicBezTo>
                    <a:pt x="75" y="62"/>
                    <a:pt x="70" y="58"/>
                    <a:pt x="66" y="54"/>
                  </a:cubicBezTo>
                  <a:cubicBezTo>
                    <a:pt x="65" y="53"/>
                    <a:pt x="64" y="52"/>
                    <a:pt x="62" y="51"/>
                  </a:cubicBezTo>
                  <a:cubicBezTo>
                    <a:pt x="54" y="43"/>
                    <a:pt x="46" y="36"/>
                    <a:pt x="39" y="30"/>
                  </a:cubicBezTo>
                  <a:cubicBezTo>
                    <a:pt x="22" y="15"/>
                    <a:pt x="4" y="0"/>
                    <a:pt x="1" y="0"/>
                  </a:cubicBezTo>
                  <a:cubicBezTo>
                    <a:pt x="1" y="0"/>
                    <a:pt x="1" y="0"/>
                    <a:pt x="1" y="0"/>
                  </a:cubicBezTo>
                  <a:cubicBezTo>
                    <a:pt x="1" y="0"/>
                    <a:pt x="1" y="0"/>
                    <a:pt x="1" y="0"/>
                  </a:cubicBezTo>
                  <a:cubicBezTo>
                    <a:pt x="1" y="0"/>
                    <a:pt x="1" y="0"/>
                    <a:pt x="1" y="0"/>
                  </a:cubicBezTo>
                  <a:cubicBezTo>
                    <a:pt x="0" y="0"/>
                    <a:pt x="1" y="1"/>
                    <a:pt x="1" y="2"/>
                  </a:cubicBezTo>
                  <a:cubicBezTo>
                    <a:pt x="3" y="9"/>
                    <a:pt x="31" y="40"/>
                    <a:pt x="57" y="69"/>
                  </a:cubicBezTo>
                  <a:cubicBezTo>
                    <a:pt x="61" y="73"/>
                    <a:pt x="65" y="78"/>
                    <a:pt x="70" y="84"/>
                  </a:cubicBezTo>
                  <a:cubicBezTo>
                    <a:pt x="71" y="84"/>
                    <a:pt x="71" y="85"/>
                    <a:pt x="71" y="85"/>
                  </a:cubicBezTo>
                  <a:cubicBezTo>
                    <a:pt x="162" y="186"/>
                    <a:pt x="312" y="347"/>
                    <a:pt x="347" y="384"/>
                  </a:cubicBezTo>
                  <a:cubicBezTo>
                    <a:pt x="352" y="389"/>
                    <a:pt x="355" y="392"/>
                    <a:pt x="355" y="392"/>
                  </a:cubicBezTo>
                  <a:cubicBezTo>
                    <a:pt x="355" y="392"/>
                    <a:pt x="356" y="392"/>
                    <a:pt x="358" y="391"/>
                  </a:cubicBezTo>
                  <a:cubicBezTo>
                    <a:pt x="362" y="390"/>
                    <a:pt x="367" y="386"/>
                    <a:pt x="374" y="376"/>
                  </a:cubicBezTo>
                  <a:cubicBezTo>
                    <a:pt x="380" y="365"/>
                    <a:pt x="381" y="356"/>
                    <a:pt x="381" y="351"/>
                  </a:cubicBezTo>
                  <a:cubicBezTo>
                    <a:pt x="382" y="348"/>
                    <a:pt x="381" y="346"/>
                    <a:pt x="381" y="346"/>
                  </a:cubicBezTo>
                  <a:close/>
                </a:path>
              </a:pathLst>
            </a:custGeom>
            <a:solidFill>
              <a:schemeClr val="accent5">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Roboto Lt"/>
                <a:cs typeface="+mn-cs"/>
              </a:endParaRPr>
            </a:p>
          </p:txBody>
        </p:sp>
      </p:grpSp>
      <p:grpSp>
        <p:nvGrpSpPr>
          <p:cNvPr id="66" name="Group 65"/>
          <p:cNvGrpSpPr/>
          <p:nvPr/>
        </p:nvGrpSpPr>
        <p:grpSpPr>
          <a:xfrm flipV="1">
            <a:off x="3649279" y="3024988"/>
            <a:ext cx="1371285" cy="1394623"/>
            <a:chOff x="1984788" y="-2227263"/>
            <a:chExt cx="2825748" cy="6094113"/>
          </a:xfrm>
        </p:grpSpPr>
        <p:cxnSp>
          <p:nvCxnSpPr>
            <p:cNvPr id="67" name="Straight Connector 66"/>
            <p:cNvCxnSpPr/>
            <p:nvPr/>
          </p:nvCxnSpPr>
          <p:spPr>
            <a:xfrm rot="10800000">
              <a:off x="1984788" y="3866850"/>
              <a:ext cx="2825748" cy="0"/>
            </a:xfrm>
            <a:prstGeom prst="line">
              <a:avLst/>
            </a:prstGeom>
            <a:ln>
              <a:solidFill>
                <a:schemeClr val="accent1"/>
              </a:solidFill>
              <a:headEnd type="oval"/>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flipV="1">
              <a:off x="2002722" y="-2227263"/>
              <a:ext cx="0" cy="6094113"/>
            </a:xfrm>
            <a:prstGeom prst="line">
              <a:avLst/>
            </a:prstGeom>
            <a:ln>
              <a:solidFill>
                <a:schemeClr val="accent1"/>
              </a:solidFill>
              <a:tailEnd type="triangle" w="lg" len="lg"/>
            </a:ln>
          </p:spPr>
          <p:style>
            <a:lnRef idx="1">
              <a:schemeClr val="accent1"/>
            </a:lnRef>
            <a:fillRef idx="0">
              <a:schemeClr val="accent1"/>
            </a:fillRef>
            <a:effectRef idx="0">
              <a:schemeClr val="accent1"/>
            </a:effectRef>
            <a:fontRef idx="minor">
              <a:schemeClr val="tx1"/>
            </a:fontRef>
          </p:style>
        </p:cxnSp>
      </p:grpSp>
      <p:grpSp>
        <p:nvGrpSpPr>
          <p:cNvPr id="69" name="Group 68"/>
          <p:cNvGrpSpPr/>
          <p:nvPr/>
        </p:nvGrpSpPr>
        <p:grpSpPr>
          <a:xfrm flipH="1" flipV="1">
            <a:off x="7074373" y="3620180"/>
            <a:ext cx="935804" cy="1379606"/>
            <a:chOff x="1984788" y="2060425"/>
            <a:chExt cx="2825748" cy="1806425"/>
          </a:xfrm>
        </p:grpSpPr>
        <p:cxnSp>
          <p:nvCxnSpPr>
            <p:cNvPr id="70" name="Straight Connector 69"/>
            <p:cNvCxnSpPr/>
            <p:nvPr/>
          </p:nvCxnSpPr>
          <p:spPr>
            <a:xfrm rot="10800000">
              <a:off x="1984788" y="3866850"/>
              <a:ext cx="2825748" cy="0"/>
            </a:xfrm>
            <a:prstGeom prst="line">
              <a:avLst/>
            </a:prstGeom>
            <a:ln>
              <a:solidFill>
                <a:schemeClr val="accent5"/>
              </a:solidFill>
              <a:headEnd type="ova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rot="10800000">
              <a:off x="2002721" y="2060425"/>
              <a:ext cx="0" cy="1806425"/>
            </a:xfrm>
            <a:prstGeom prst="line">
              <a:avLst/>
            </a:prstGeom>
            <a:ln>
              <a:solidFill>
                <a:schemeClr val="accent5"/>
              </a:solidFill>
              <a:tailEnd type="triangle" w="lg" len="lg"/>
            </a:ln>
          </p:spPr>
          <p:style>
            <a:lnRef idx="1">
              <a:schemeClr val="accent1"/>
            </a:lnRef>
            <a:fillRef idx="0">
              <a:schemeClr val="accent1"/>
            </a:fillRef>
            <a:effectRef idx="0">
              <a:schemeClr val="accent1"/>
            </a:effectRef>
            <a:fontRef idx="minor">
              <a:schemeClr val="tx1"/>
            </a:fontRef>
          </p:style>
        </p:cxnSp>
      </p:grpSp>
      <p:grpSp>
        <p:nvGrpSpPr>
          <p:cNvPr id="72" name="Group 71"/>
          <p:cNvGrpSpPr/>
          <p:nvPr/>
        </p:nvGrpSpPr>
        <p:grpSpPr>
          <a:xfrm flipH="1">
            <a:off x="7179191" y="1519238"/>
            <a:ext cx="1581458" cy="1274766"/>
            <a:chOff x="1984788" y="650852"/>
            <a:chExt cx="2825748" cy="3216001"/>
          </a:xfrm>
        </p:grpSpPr>
        <p:cxnSp>
          <p:nvCxnSpPr>
            <p:cNvPr id="73" name="Straight Connector 72"/>
            <p:cNvCxnSpPr/>
            <p:nvPr/>
          </p:nvCxnSpPr>
          <p:spPr>
            <a:xfrm rot="10800000">
              <a:off x="1984788" y="3866850"/>
              <a:ext cx="2825748" cy="0"/>
            </a:xfrm>
            <a:prstGeom prst="line">
              <a:avLst/>
            </a:prstGeom>
            <a:ln>
              <a:solidFill>
                <a:schemeClr val="accent4"/>
              </a:solidFill>
              <a:headEnd type="oval"/>
            </a:ln>
          </p:spPr>
          <p:style>
            <a:lnRef idx="1">
              <a:schemeClr val="accent1"/>
            </a:lnRef>
            <a:fillRef idx="0">
              <a:schemeClr val="accent1"/>
            </a:fillRef>
            <a:effectRef idx="0">
              <a:schemeClr val="accent1"/>
            </a:effectRef>
            <a:fontRef idx="minor">
              <a:schemeClr val="tx1"/>
            </a:fontRef>
          </p:style>
        </p:cxnSp>
        <p:cxnSp>
          <p:nvCxnSpPr>
            <p:cNvPr id="74" name="Straight Connector 73"/>
            <p:cNvCxnSpPr/>
            <p:nvPr/>
          </p:nvCxnSpPr>
          <p:spPr>
            <a:xfrm flipH="1" flipV="1">
              <a:off x="2002720" y="650852"/>
              <a:ext cx="0" cy="3216001"/>
            </a:xfrm>
            <a:prstGeom prst="line">
              <a:avLst/>
            </a:prstGeom>
            <a:ln>
              <a:solidFill>
                <a:schemeClr val="accent4"/>
              </a:solidFill>
              <a:tailEnd type="triangle" w="lg" len="lg"/>
            </a:ln>
          </p:spPr>
          <p:style>
            <a:lnRef idx="1">
              <a:schemeClr val="accent1"/>
            </a:lnRef>
            <a:fillRef idx="0">
              <a:schemeClr val="accent1"/>
            </a:fillRef>
            <a:effectRef idx="0">
              <a:schemeClr val="accent1"/>
            </a:effectRef>
            <a:fontRef idx="minor">
              <a:schemeClr val="tx1"/>
            </a:fontRef>
          </p:style>
        </p:cxnSp>
      </p:grpSp>
      <p:sp>
        <p:nvSpPr>
          <p:cNvPr id="75" name="Text Placeholder 47"/>
          <p:cNvSpPr txBox="1">
            <a:spLocks/>
          </p:cNvSpPr>
          <p:nvPr/>
        </p:nvSpPr>
        <p:spPr>
          <a:xfrm>
            <a:off x="9013376" y="1424432"/>
            <a:ext cx="2376072" cy="504463"/>
          </a:xfrm>
          <a:prstGeom prst="rect">
            <a:avLst/>
          </a:prstGeom>
        </p:spPr>
        <p:txBody>
          <a:bodyPr>
            <a:noAutofit/>
          </a:bodyPr>
          <a:lstStyle>
            <a:lvl1pPr marL="0" indent="0" algn="l" defTabSz="914400" rtl="0" eaLnBrk="1" latinLnBrk="0" hangingPunct="1">
              <a:lnSpc>
                <a:spcPct val="90000"/>
              </a:lnSpc>
              <a:spcBef>
                <a:spcPts val="1000"/>
              </a:spcBef>
              <a:buFontTx/>
              <a:buNone/>
              <a:defRPr sz="1600" kern="1200">
                <a:solidFill>
                  <a:schemeClr val="tx1"/>
                </a:solidFill>
                <a:latin typeface="+mn-lt"/>
                <a:ea typeface="+mn-ea"/>
                <a:cs typeface="+mn-cs"/>
              </a:defRPr>
            </a:lvl1pPr>
            <a:lvl2pPr marL="457200" indent="0" algn="l" defTabSz="914400" rtl="0" eaLnBrk="1" latinLnBrk="0" hangingPunct="1">
              <a:lnSpc>
                <a:spcPct val="90000"/>
              </a:lnSpc>
              <a:spcBef>
                <a:spcPts val="500"/>
              </a:spcBef>
              <a:buFontTx/>
              <a:buNone/>
              <a:defRPr sz="14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Tx/>
              <a:buNone/>
              <a:defRPr sz="12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Tx/>
              <a:buNone/>
              <a:defRPr sz="11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Tx/>
              <a:buNone/>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14350" indent="-514350" rtl="1" fontAlgn="auto">
              <a:spcAft>
                <a:spcPts val="0"/>
              </a:spcAft>
              <a:buFont typeface="+mj-lt"/>
              <a:buAutoNum type="arabicPeriod"/>
            </a:pPr>
            <a:r>
              <a:rPr lang="ar-SA" sz="3200" b="1" u="sng" dirty="0" smtClean="0">
                <a:solidFill>
                  <a:srgbClr val="3392E2"/>
                </a:solidFill>
                <a:latin typeface="Roboto"/>
              </a:rPr>
              <a:t>التذكر</a:t>
            </a:r>
            <a:endParaRPr lang="en-AU" sz="3200" b="1" u="sng" dirty="0">
              <a:solidFill>
                <a:prstClr val="black"/>
              </a:solidFill>
              <a:latin typeface="Roboto"/>
            </a:endParaRPr>
          </a:p>
        </p:txBody>
      </p:sp>
      <p:sp>
        <p:nvSpPr>
          <p:cNvPr id="76" name="Text Placeholder 48"/>
          <p:cNvSpPr txBox="1">
            <a:spLocks/>
          </p:cNvSpPr>
          <p:nvPr/>
        </p:nvSpPr>
        <p:spPr>
          <a:xfrm>
            <a:off x="9104034" y="1978788"/>
            <a:ext cx="2734442" cy="891415"/>
          </a:xfrm>
          <a:prstGeom prst="rect">
            <a:avLst/>
          </a:prstGeom>
        </p:spPr>
        <p:txBody>
          <a:bodyPr/>
          <a:lstStyle>
            <a:lvl1pPr marL="0" indent="0" algn="l" defTabSz="914400" rtl="0" eaLnBrk="1" latinLnBrk="0" hangingPunct="1">
              <a:lnSpc>
                <a:spcPct val="90000"/>
              </a:lnSpc>
              <a:spcBef>
                <a:spcPts val="1000"/>
              </a:spcBef>
              <a:buFontTx/>
              <a:buNone/>
              <a:defRPr sz="1600" kern="1200">
                <a:solidFill>
                  <a:schemeClr val="tx1"/>
                </a:solidFill>
                <a:latin typeface="+mn-lt"/>
                <a:ea typeface="+mn-ea"/>
                <a:cs typeface="+mn-cs"/>
              </a:defRPr>
            </a:lvl1pPr>
            <a:lvl2pPr marL="457200" indent="0" algn="l" defTabSz="914400" rtl="0" eaLnBrk="1" latinLnBrk="0" hangingPunct="1">
              <a:lnSpc>
                <a:spcPct val="90000"/>
              </a:lnSpc>
              <a:spcBef>
                <a:spcPts val="500"/>
              </a:spcBef>
              <a:buFontTx/>
              <a:buNone/>
              <a:defRPr sz="14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Tx/>
              <a:buNone/>
              <a:defRPr sz="12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Tx/>
              <a:buNone/>
              <a:defRPr sz="11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Tx/>
              <a:buNone/>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fontAlgn="auto">
              <a:spcAft>
                <a:spcPts val="0"/>
              </a:spcAft>
            </a:pPr>
            <a:r>
              <a:rPr lang="ar-SA" sz="2400" b="1" dirty="0"/>
              <a:t>ويقصد به استرداد وتمييز واسترجاع المعرفة ذات الصلة بالذاكرة طويلة الأجل</a:t>
            </a:r>
            <a:endParaRPr lang="en-AU" sz="2400" b="1" dirty="0" smtClean="0"/>
          </a:p>
          <a:p>
            <a:pPr fontAlgn="auto">
              <a:spcAft>
                <a:spcPts val="0"/>
              </a:spcAft>
            </a:pPr>
            <a:endParaRPr lang="en-AU" sz="1200" dirty="0">
              <a:solidFill>
                <a:prstClr val="black">
                  <a:lumMod val="50000"/>
                  <a:lumOff val="50000"/>
                </a:prstClr>
              </a:solidFill>
            </a:endParaRPr>
          </a:p>
        </p:txBody>
      </p:sp>
      <p:sp>
        <p:nvSpPr>
          <p:cNvPr id="77" name="Text Placeholder 47"/>
          <p:cNvSpPr txBox="1">
            <a:spLocks/>
          </p:cNvSpPr>
          <p:nvPr/>
        </p:nvSpPr>
        <p:spPr>
          <a:xfrm>
            <a:off x="8271513" y="4067368"/>
            <a:ext cx="2376072" cy="633992"/>
          </a:xfrm>
          <a:prstGeom prst="rect">
            <a:avLst/>
          </a:prstGeom>
        </p:spPr>
        <p:txBody>
          <a:bodyPr>
            <a:noAutofit/>
          </a:bodyPr>
          <a:lstStyle>
            <a:lvl1pPr marL="0" indent="0" algn="l" defTabSz="914400" rtl="0" eaLnBrk="1" latinLnBrk="0" hangingPunct="1">
              <a:lnSpc>
                <a:spcPct val="90000"/>
              </a:lnSpc>
              <a:spcBef>
                <a:spcPts val="1000"/>
              </a:spcBef>
              <a:buFontTx/>
              <a:buNone/>
              <a:defRPr sz="1600" kern="1200">
                <a:solidFill>
                  <a:schemeClr val="tx1"/>
                </a:solidFill>
                <a:latin typeface="+mn-lt"/>
                <a:ea typeface="+mn-ea"/>
                <a:cs typeface="+mn-cs"/>
              </a:defRPr>
            </a:lvl1pPr>
            <a:lvl2pPr marL="457200" indent="0" algn="l" defTabSz="914400" rtl="0" eaLnBrk="1" latinLnBrk="0" hangingPunct="1">
              <a:lnSpc>
                <a:spcPct val="90000"/>
              </a:lnSpc>
              <a:spcBef>
                <a:spcPts val="500"/>
              </a:spcBef>
              <a:buFontTx/>
              <a:buNone/>
              <a:defRPr sz="14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Tx/>
              <a:buNone/>
              <a:defRPr sz="12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Tx/>
              <a:buNone/>
              <a:defRPr sz="11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Tx/>
              <a:buNone/>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14350" indent="-514350" rtl="1" fontAlgn="auto">
              <a:spcAft>
                <a:spcPts val="0"/>
              </a:spcAft>
              <a:buFont typeface="+mj-lt"/>
              <a:buAutoNum type="arabicPeriod" startAt="3"/>
            </a:pPr>
            <a:r>
              <a:rPr lang="ar-SA" sz="3200" b="1" u="sng" dirty="0">
                <a:solidFill>
                  <a:srgbClr val="83B14C"/>
                </a:solidFill>
                <a:latin typeface="Roboto"/>
              </a:rPr>
              <a:t>التطبيق</a:t>
            </a:r>
            <a:endParaRPr lang="en-AU" b="1" u="sng" dirty="0">
              <a:solidFill>
                <a:prstClr val="black"/>
              </a:solidFill>
              <a:latin typeface="Roboto"/>
            </a:endParaRPr>
          </a:p>
        </p:txBody>
      </p:sp>
      <p:sp>
        <p:nvSpPr>
          <p:cNvPr id="78" name="Text Placeholder 48"/>
          <p:cNvSpPr txBox="1">
            <a:spLocks/>
          </p:cNvSpPr>
          <p:nvPr/>
        </p:nvSpPr>
        <p:spPr>
          <a:xfrm>
            <a:off x="8216549" y="4642898"/>
            <a:ext cx="3125138" cy="891415"/>
          </a:xfrm>
          <a:prstGeom prst="rect">
            <a:avLst/>
          </a:prstGeom>
        </p:spPr>
        <p:txBody>
          <a:bodyPr/>
          <a:lstStyle>
            <a:lvl1pPr marL="0" indent="0" algn="l" defTabSz="914400" rtl="0" eaLnBrk="1" latinLnBrk="0" hangingPunct="1">
              <a:lnSpc>
                <a:spcPct val="90000"/>
              </a:lnSpc>
              <a:spcBef>
                <a:spcPts val="1000"/>
              </a:spcBef>
              <a:buFontTx/>
              <a:buNone/>
              <a:defRPr sz="1600" kern="1200">
                <a:solidFill>
                  <a:schemeClr val="tx1"/>
                </a:solidFill>
                <a:latin typeface="+mn-lt"/>
                <a:ea typeface="+mn-ea"/>
                <a:cs typeface="+mn-cs"/>
              </a:defRPr>
            </a:lvl1pPr>
            <a:lvl2pPr marL="457200" indent="0" algn="l" defTabSz="914400" rtl="0" eaLnBrk="1" latinLnBrk="0" hangingPunct="1">
              <a:lnSpc>
                <a:spcPct val="90000"/>
              </a:lnSpc>
              <a:spcBef>
                <a:spcPts val="500"/>
              </a:spcBef>
              <a:buFontTx/>
              <a:buNone/>
              <a:defRPr sz="14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Tx/>
              <a:buNone/>
              <a:defRPr sz="12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Tx/>
              <a:buNone/>
              <a:defRPr sz="11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Tx/>
              <a:buNone/>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fontAlgn="auto">
              <a:spcAft>
                <a:spcPts val="0"/>
              </a:spcAft>
            </a:pPr>
            <a:r>
              <a:rPr lang="ar-SA" sz="2400" b="1" dirty="0"/>
              <a:t>ويعني تنفيذ إجراء من الإجراءات أو استخدامه من خلال إنجازه</a:t>
            </a:r>
            <a:endParaRPr lang="en-AU" sz="2400" b="1" dirty="0" smtClean="0"/>
          </a:p>
          <a:p>
            <a:pPr fontAlgn="auto">
              <a:spcAft>
                <a:spcPts val="0"/>
              </a:spcAft>
            </a:pPr>
            <a:endParaRPr lang="en-AU" sz="1200" dirty="0">
              <a:solidFill>
                <a:prstClr val="black">
                  <a:lumMod val="50000"/>
                  <a:lumOff val="50000"/>
                </a:prstClr>
              </a:solidFill>
            </a:endParaRPr>
          </a:p>
        </p:txBody>
      </p:sp>
      <p:sp>
        <p:nvSpPr>
          <p:cNvPr id="79" name="Text Placeholder 47"/>
          <p:cNvSpPr txBox="1">
            <a:spLocks/>
          </p:cNvSpPr>
          <p:nvPr/>
        </p:nvSpPr>
        <p:spPr>
          <a:xfrm>
            <a:off x="918497" y="2896583"/>
            <a:ext cx="2376072" cy="590750"/>
          </a:xfrm>
          <a:prstGeom prst="rect">
            <a:avLst/>
          </a:prstGeom>
        </p:spPr>
        <p:txBody>
          <a:bodyPr>
            <a:noAutofit/>
          </a:bodyPr>
          <a:lstStyle>
            <a:lvl1pPr marL="0" indent="0" algn="l" defTabSz="914400" rtl="0" eaLnBrk="1" latinLnBrk="0" hangingPunct="1">
              <a:lnSpc>
                <a:spcPct val="90000"/>
              </a:lnSpc>
              <a:spcBef>
                <a:spcPts val="1000"/>
              </a:spcBef>
              <a:buFontTx/>
              <a:buNone/>
              <a:defRPr sz="1600" kern="1200">
                <a:solidFill>
                  <a:schemeClr val="tx1"/>
                </a:solidFill>
                <a:latin typeface="+mn-lt"/>
                <a:ea typeface="+mn-ea"/>
                <a:cs typeface="+mn-cs"/>
              </a:defRPr>
            </a:lvl1pPr>
            <a:lvl2pPr marL="457200" indent="0" algn="l" defTabSz="914400" rtl="0" eaLnBrk="1" latinLnBrk="0" hangingPunct="1">
              <a:lnSpc>
                <a:spcPct val="90000"/>
              </a:lnSpc>
              <a:spcBef>
                <a:spcPts val="500"/>
              </a:spcBef>
              <a:buFontTx/>
              <a:buNone/>
              <a:defRPr sz="14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Tx/>
              <a:buNone/>
              <a:defRPr sz="12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Tx/>
              <a:buNone/>
              <a:defRPr sz="11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Tx/>
              <a:buNone/>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14350" indent="-514350" algn="r" rtl="1" fontAlgn="auto">
              <a:spcAft>
                <a:spcPts val="0"/>
              </a:spcAft>
              <a:buFont typeface="+mj-lt"/>
              <a:buAutoNum type="arabicPeriod" startAt="2"/>
            </a:pPr>
            <a:r>
              <a:rPr lang="ar-SA" sz="3200" b="1" u="sng" dirty="0">
                <a:solidFill>
                  <a:srgbClr val="E9233C"/>
                </a:solidFill>
                <a:latin typeface="Roboto"/>
              </a:rPr>
              <a:t>الفهم</a:t>
            </a:r>
            <a:endParaRPr lang="en-AU" sz="1800" b="1" u="sng" dirty="0">
              <a:solidFill>
                <a:prstClr val="black"/>
              </a:solidFill>
              <a:latin typeface="Roboto"/>
            </a:endParaRPr>
          </a:p>
        </p:txBody>
      </p:sp>
      <p:sp>
        <p:nvSpPr>
          <p:cNvPr id="80" name="Text Placeholder 48"/>
          <p:cNvSpPr txBox="1">
            <a:spLocks/>
          </p:cNvSpPr>
          <p:nvPr/>
        </p:nvSpPr>
        <p:spPr>
          <a:xfrm>
            <a:off x="133350" y="3548738"/>
            <a:ext cx="3161219" cy="2109112"/>
          </a:xfrm>
          <a:prstGeom prst="rect">
            <a:avLst/>
          </a:prstGeom>
        </p:spPr>
        <p:txBody>
          <a:bodyPr/>
          <a:lstStyle>
            <a:lvl1pPr marL="0" indent="0" algn="l" defTabSz="914400" rtl="0" eaLnBrk="1" latinLnBrk="0" hangingPunct="1">
              <a:lnSpc>
                <a:spcPct val="90000"/>
              </a:lnSpc>
              <a:spcBef>
                <a:spcPts val="1000"/>
              </a:spcBef>
              <a:buFontTx/>
              <a:buNone/>
              <a:defRPr sz="1600" kern="1200">
                <a:solidFill>
                  <a:schemeClr val="tx1"/>
                </a:solidFill>
                <a:latin typeface="+mn-lt"/>
                <a:ea typeface="+mn-ea"/>
                <a:cs typeface="+mn-cs"/>
              </a:defRPr>
            </a:lvl1pPr>
            <a:lvl2pPr marL="457200" indent="0" algn="l" defTabSz="914400" rtl="0" eaLnBrk="1" latinLnBrk="0" hangingPunct="1">
              <a:lnSpc>
                <a:spcPct val="90000"/>
              </a:lnSpc>
              <a:spcBef>
                <a:spcPts val="500"/>
              </a:spcBef>
              <a:buFontTx/>
              <a:buNone/>
              <a:defRPr sz="14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Tx/>
              <a:buNone/>
              <a:defRPr sz="12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Tx/>
              <a:buNone/>
              <a:defRPr sz="11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Tx/>
              <a:buNone/>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r" fontAlgn="auto">
              <a:spcAft>
                <a:spcPts val="0"/>
              </a:spcAft>
            </a:pPr>
            <a:r>
              <a:rPr lang="ar-SA" sz="2400" b="1" dirty="0"/>
              <a:t>أي بناء المعنى من واقع الرسائل الشفوية والمكتوبة، من خلال التفسير وتقديم الأمثلة والتصنيف والاستدلال وعقد المقارنات</a:t>
            </a:r>
            <a:endParaRPr lang="en-AU" sz="2400" b="1" dirty="0" smtClean="0"/>
          </a:p>
          <a:p>
            <a:pPr algn="r" fontAlgn="auto">
              <a:spcAft>
                <a:spcPts val="0"/>
              </a:spcAft>
            </a:pPr>
            <a:endParaRPr lang="en-AU" sz="1200" dirty="0">
              <a:solidFill>
                <a:prstClr val="black">
                  <a:lumMod val="50000"/>
                  <a:lumOff val="50000"/>
                </a:prstClr>
              </a:solidFill>
            </a:endParaRPr>
          </a:p>
        </p:txBody>
      </p:sp>
    </p:spTree>
    <p:extLst>
      <p:ext uri="{BB962C8B-B14F-4D97-AF65-F5344CB8AC3E}">
        <p14:creationId xmlns:p14="http://schemas.microsoft.com/office/powerpoint/2010/main" val="338611296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16"/>
                                        </p:tgtEl>
                                        <p:attrNameLst>
                                          <p:attrName>style.visibility</p:attrName>
                                        </p:attrNameLst>
                                      </p:cBhvr>
                                      <p:to>
                                        <p:strVal val="visible"/>
                                      </p:to>
                                    </p:set>
                                    <p:anim calcmode="lin" valueType="num">
                                      <p:cBhvr>
                                        <p:cTn id="7" dur="500" fill="hold"/>
                                        <p:tgtEl>
                                          <p:spTgt spid="16"/>
                                        </p:tgtEl>
                                        <p:attrNameLst>
                                          <p:attrName>ppt_w</p:attrName>
                                        </p:attrNameLst>
                                      </p:cBhvr>
                                      <p:tavLst>
                                        <p:tav tm="0">
                                          <p:val>
                                            <p:fltVal val="0"/>
                                          </p:val>
                                        </p:tav>
                                        <p:tav tm="100000">
                                          <p:val>
                                            <p:strVal val="#ppt_w"/>
                                          </p:val>
                                        </p:tav>
                                      </p:tavLst>
                                    </p:anim>
                                    <p:anim calcmode="lin" valueType="num">
                                      <p:cBhvr>
                                        <p:cTn id="8" dur="500" fill="hold"/>
                                        <p:tgtEl>
                                          <p:spTgt spid="16"/>
                                        </p:tgtEl>
                                        <p:attrNameLst>
                                          <p:attrName>ppt_h</p:attrName>
                                        </p:attrNameLst>
                                      </p:cBhvr>
                                      <p:tavLst>
                                        <p:tav tm="0">
                                          <p:val>
                                            <p:fltVal val="0"/>
                                          </p:val>
                                        </p:tav>
                                        <p:tav tm="100000">
                                          <p:val>
                                            <p:strVal val="#ppt_h"/>
                                          </p:val>
                                        </p:tav>
                                      </p:tavLst>
                                    </p:anim>
                                    <p:animEffect transition="in" filter="fade">
                                      <p:cBhvr>
                                        <p:cTn id="9" dur="500"/>
                                        <p:tgtEl>
                                          <p:spTgt spid="16"/>
                                        </p:tgtEl>
                                      </p:cBhvr>
                                    </p:animEffect>
                                  </p:childTnLst>
                                </p:cTn>
                              </p:par>
                            </p:childTnLst>
                          </p:cTn>
                        </p:par>
                        <p:par>
                          <p:cTn id="10" fill="hold">
                            <p:stCondLst>
                              <p:cond delay="500"/>
                            </p:stCondLst>
                            <p:childTnLst>
                              <p:par>
                                <p:cTn id="11" presetID="2" presetClass="entr" presetSubtype="3" fill="hold" nodeType="afterEffect">
                                  <p:stCondLst>
                                    <p:cond delay="0"/>
                                  </p:stCondLst>
                                  <p:childTnLst>
                                    <p:set>
                                      <p:cBhvr>
                                        <p:cTn id="12" dur="1" fill="hold">
                                          <p:stCondLst>
                                            <p:cond delay="0"/>
                                          </p:stCondLst>
                                        </p:cTn>
                                        <p:tgtEl>
                                          <p:spTgt spid="21"/>
                                        </p:tgtEl>
                                        <p:attrNameLst>
                                          <p:attrName>style.visibility</p:attrName>
                                        </p:attrNameLst>
                                      </p:cBhvr>
                                      <p:to>
                                        <p:strVal val="visible"/>
                                      </p:to>
                                    </p:set>
                                    <p:anim calcmode="lin" valueType="num">
                                      <p:cBhvr additive="base">
                                        <p:cTn id="13" dur="500" fill="hold"/>
                                        <p:tgtEl>
                                          <p:spTgt spid="21"/>
                                        </p:tgtEl>
                                        <p:attrNameLst>
                                          <p:attrName>ppt_x</p:attrName>
                                        </p:attrNameLst>
                                      </p:cBhvr>
                                      <p:tavLst>
                                        <p:tav tm="0">
                                          <p:val>
                                            <p:strVal val="1+#ppt_w/2"/>
                                          </p:val>
                                        </p:tav>
                                        <p:tav tm="100000">
                                          <p:val>
                                            <p:strVal val="#ppt_x"/>
                                          </p:val>
                                        </p:tav>
                                      </p:tavLst>
                                    </p:anim>
                                    <p:anim calcmode="lin" valueType="num">
                                      <p:cBhvr additive="base">
                                        <p:cTn id="14" dur="500" fill="hold"/>
                                        <p:tgtEl>
                                          <p:spTgt spid="21"/>
                                        </p:tgtEl>
                                        <p:attrNameLst>
                                          <p:attrName>ppt_y</p:attrName>
                                        </p:attrNameLst>
                                      </p:cBhvr>
                                      <p:tavLst>
                                        <p:tav tm="0">
                                          <p:val>
                                            <p:strVal val="0-#ppt_h/2"/>
                                          </p:val>
                                        </p:tav>
                                        <p:tav tm="100000">
                                          <p:val>
                                            <p:strVal val="#ppt_y"/>
                                          </p:val>
                                        </p:tav>
                                      </p:tavLst>
                                    </p:anim>
                                  </p:childTnLst>
                                </p:cTn>
                              </p:par>
                            </p:childTnLst>
                          </p:cTn>
                        </p:par>
                        <p:par>
                          <p:cTn id="15" fill="hold">
                            <p:stCondLst>
                              <p:cond delay="1000"/>
                            </p:stCondLst>
                            <p:childTnLst>
                              <p:par>
                                <p:cTn id="16" presetID="2" presetClass="entr" presetSubtype="9" fill="hold" nodeType="afterEffect">
                                  <p:stCondLst>
                                    <p:cond delay="0"/>
                                  </p:stCondLst>
                                  <p:childTnLst>
                                    <p:set>
                                      <p:cBhvr>
                                        <p:cTn id="17" dur="1" fill="hold">
                                          <p:stCondLst>
                                            <p:cond delay="0"/>
                                          </p:stCondLst>
                                        </p:cTn>
                                        <p:tgtEl>
                                          <p:spTgt spid="36"/>
                                        </p:tgtEl>
                                        <p:attrNameLst>
                                          <p:attrName>style.visibility</p:attrName>
                                        </p:attrNameLst>
                                      </p:cBhvr>
                                      <p:to>
                                        <p:strVal val="visible"/>
                                      </p:to>
                                    </p:set>
                                    <p:anim calcmode="lin" valueType="num">
                                      <p:cBhvr additive="base">
                                        <p:cTn id="18" dur="500" fill="hold"/>
                                        <p:tgtEl>
                                          <p:spTgt spid="36"/>
                                        </p:tgtEl>
                                        <p:attrNameLst>
                                          <p:attrName>ppt_x</p:attrName>
                                        </p:attrNameLst>
                                      </p:cBhvr>
                                      <p:tavLst>
                                        <p:tav tm="0">
                                          <p:val>
                                            <p:strVal val="0-#ppt_w/2"/>
                                          </p:val>
                                        </p:tav>
                                        <p:tav tm="100000">
                                          <p:val>
                                            <p:strVal val="#ppt_x"/>
                                          </p:val>
                                        </p:tav>
                                      </p:tavLst>
                                    </p:anim>
                                    <p:anim calcmode="lin" valueType="num">
                                      <p:cBhvr additive="base">
                                        <p:cTn id="19" dur="500" fill="hold"/>
                                        <p:tgtEl>
                                          <p:spTgt spid="36"/>
                                        </p:tgtEl>
                                        <p:attrNameLst>
                                          <p:attrName>ppt_y</p:attrName>
                                        </p:attrNameLst>
                                      </p:cBhvr>
                                      <p:tavLst>
                                        <p:tav tm="0">
                                          <p:val>
                                            <p:strVal val="0-#ppt_h/2"/>
                                          </p:val>
                                        </p:tav>
                                        <p:tav tm="100000">
                                          <p:val>
                                            <p:strVal val="#ppt_y"/>
                                          </p:val>
                                        </p:tav>
                                      </p:tavLst>
                                    </p:anim>
                                  </p:childTnLst>
                                </p:cTn>
                              </p:par>
                            </p:childTnLst>
                          </p:cTn>
                        </p:par>
                        <p:par>
                          <p:cTn id="20" fill="hold">
                            <p:stCondLst>
                              <p:cond delay="1500"/>
                            </p:stCondLst>
                            <p:childTnLst>
                              <p:par>
                                <p:cTn id="21" presetID="2" presetClass="entr" presetSubtype="3" fill="hold" nodeType="afterEffect">
                                  <p:stCondLst>
                                    <p:cond delay="0"/>
                                  </p:stCondLst>
                                  <p:childTnLst>
                                    <p:set>
                                      <p:cBhvr>
                                        <p:cTn id="22" dur="1" fill="hold">
                                          <p:stCondLst>
                                            <p:cond delay="0"/>
                                          </p:stCondLst>
                                        </p:cTn>
                                        <p:tgtEl>
                                          <p:spTgt spid="45"/>
                                        </p:tgtEl>
                                        <p:attrNameLst>
                                          <p:attrName>style.visibility</p:attrName>
                                        </p:attrNameLst>
                                      </p:cBhvr>
                                      <p:to>
                                        <p:strVal val="visible"/>
                                      </p:to>
                                    </p:set>
                                    <p:anim calcmode="lin" valueType="num">
                                      <p:cBhvr additive="base">
                                        <p:cTn id="23" dur="500" fill="hold"/>
                                        <p:tgtEl>
                                          <p:spTgt spid="45"/>
                                        </p:tgtEl>
                                        <p:attrNameLst>
                                          <p:attrName>ppt_x</p:attrName>
                                        </p:attrNameLst>
                                      </p:cBhvr>
                                      <p:tavLst>
                                        <p:tav tm="0">
                                          <p:val>
                                            <p:strVal val="1+#ppt_w/2"/>
                                          </p:val>
                                        </p:tav>
                                        <p:tav tm="100000">
                                          <p:val>
                                            <p:strVal val="#ppt_x"/>
                                          </p:val>
                                        </p:tav>
                                      </p:tavLst>
                                    </p:anim>
                                    <p:anim calcmode="lin" valueType="num">
                                      <p:cBhvr additive="base">
                                        <p:cTn id="24" dur="500" fill="hold"/>
                                        <p:tgtEl>
                                          <p:spTgt spid="45"/>
                                        </p:tgtEl>
                                        <p:attrNameLst>
                                          <p:attrName>ppt_y</p:attrName>
                                        </p:attrNameLst>
                                      </p:cBhvr>
                                      <p:tavLst>
                                        <p:tav tm="0">
                                          <p:val>
                                            <p:strVal val="0-#ppt_h/2"/>
                                          </p:val>
                                        </p:tav>
                                        <p:tav tm="100000">
                                          <p:val>
                                            <p:strVal val="#ppt_y"/>
                                          </p:val>
                                        </p:tav>
                                      </p:tavLst>
                                    </p:anim>
                                  </p:childTnLst>
                                </p:cTn>
                              </p:par>
                            </p:childTnLst>
                          </p:cTn>
                        </p:par>
                        <p:par>
                          <p:cTn id="25" fill="hold">
                            <p:stCondLst>
                              <p:cond delay="2000"/>
                            </p:stCondLst>
                            <p:childTnLst>
                              <p:par>
                                <p:cTn id="26" presetID="22" presetClass="entr" presetSubtype="4" fill="hold" nodeType="afterEffect">
                                  <p:stCondLst>
                                    <p:cond delay="0"/>
                                  </p:stCondLst>
                                  <p:childTnLst>
                                    <p:set>
                                      <p:cBhvr>
                                        <p:cTn id="27" dur="1" fill="hold">
                                          <p:stCondLst>
                                            <p:cond delay="0"/>
                                          </p:stCondLst>
                                        </p:cTn>
                                        <p:tgtEl>
                                          <p:spTgt spid="72"/>
                                        </p:tgtEl>
                                        <p:attrNameLst>
                                          <p:attrName>style.visibility</p:attrName>
                                        </p:attrNameLst>
                                      </p:cBhvr>
                                      <p:to>
                                        <p:strVal val="visible"/>
                                      </p:to>
                                    </p:set>
                                    <p:animEffect transition="in" filter="wipe(down)">
                                      <p:cBhvr>
                                        <p:cTn id="28" dur="500"/>
                                        <p:tgtEl>
                                          <p:spTgt spid="72"/>
                                        </p:tgtEl>
                                      </p:cBhvr>
                                    </p:animEffect>
                                  </p:childTnLst>
                                </p:cTn>
                              </p:par>
                            </p:childTnLst>
                          </p:cTn>
                        </p:par>
                        <p:par>
                          <p:cTn id="29" fill="hold">
                            <p:stCondLst>
                              <p:cond delay="2500"/>
                            </p:stCondLst>
                            <p:childTnLst>
                              <p:par>
                                <p:cTn id="30" presetID="10" presetClass="entr" presetSubtype="0" fill="hold" grpId="0" nodeType="afterEffect">
                                  <p:stCondLst>
                                    <p:cond delay="0"/>
                                  </p:stCondLst>
                                  <p:childTnLst>
                                    <p:set>
                                      <p:cBhvr>
                                        <p:cTn id="31" dur="1" fill="hold">
                                          <p:stCondLst>
                                            <p:cond delay="0"/>
                                          </p:stCondLst>
                                        </p:cTn>
                                        <p:tgtEl>
                                          <p:spTgt spid="75"/>
                                        </p:tgtEl>
                                        <p:attrNameLst>
                                          <p:attrName>style.visibility</p:attrName>
                                        </p:attrNameLst>
                                      </p:cBhvr>
                                      <p:to>
                                        <p:strVal val="visible"/>
                                      </p:to>
                                    </p:set>
                                    <p:animEffect transition="in" filter="fade">
                                      <p:cBhvr>
                                        <p:cTn id="32" dur="500"/>
                                        <p:tgtEl>
                                          <p:spTgt spid="75"/>
                                        </p:tgtEl>
                                      </p:cBhvr>
                                    </p:animEffect>
                                  </p:childTnLst>
                                </p:cTn>
                              </p:par>
                            </p:childTnLst>
                          </p:cTn>
                        </p:par>
                        <p:par>
                          <p:cTn id="33" fill="hold">
                            <p:stCondLst>
                              <p:cond delay="3000"/>
                            </p:stCondLst>
                            <p:childTnLst>
                              <p:par>
                                <p:cTn id="34" presetID="10" presetClass="entr" presetSubtype="0" fill="hold" grpId="0" nodeType="afterEffect">
                                  <p:stCondLst>
                                    <p:cond delay="0"/>
                                  </p:stCondLst>
                                  <p:childTnLst>
                                    <p:set>
                                      <p:cBhvr>
                                        <p:cTn id="35" dur="1" fill="hold">
                                          <p:stCondLst>
                                            <p:cond delay="0"/>
                                          </p:stCondLst>
                                        </p:cTn>
                                        <p:tgtEl>
                                          <p:spTgt spid="76"/>
                                        </p:tgtEl>
                                        <p:attrNameLst>
                                          <p:attrName>style.visibility</p:attrName>
                                        </p:attrNameLst>
                                      </p:cBhvr>
                                      <p:to>
                                        <p:strVal val="visible"/>
                                      </p:to>
                                    </p:set>
                                    <p:animEffect transition="in" filter="fade">
                                      <p:cBhvr>
                                        <p:cTn id="36" dur="500"/>
                                        <p:tgtEl>
                                          <p:spTgt spid="76"/>
                                        </p:tgtEl>
                                      </p:cBhvr>
                                    </p:animEffect>
                                  </p:childTnLst>
                                </p:cTn>
                              </p:par>
                            </p:childTnLst>
                          </p:cTn>
                        </p:par>
                        <p:par>
                          <p:cTn id="37" fill="hold">
                            <p:stCondLst>
                              <p:cond delay="3500"/>
                            </p:stCondLst>
                            <p:childTnLst>
                              <p:par>
                                <p:cTn id="38" presetID="22" presetClass="entr" presetSubtype="1" fill="hold" nodeType="afterEffect">
                                  <p:stCondLst>
                                    <p:cond delay="0"/>
                                  </p:stCondLst>
                                  <p:childTnLst>
                                    <p:set>
                                      <p:cBhvr>
                                        <p:cTn id="39" dur="1" fill="hold">
                                          <p:stCondLst>
                                            <p:cond delay="0"/>
                                          </p:stCondLst>
                                        </p:cTn>
                                        <p:tgtEl>
                                          <p:spTgt spid="66"/>
                                        </p:tgtEl>
                                        <p:attrNameLst>
                                          <p:attrName>style.visibility</p:attrName>
                                        </p:attrNameLst>
                                      </p:cBhvr>
                                      <p:to>
                                        <p:strVal val="visible"/>
                                      </p:to>
                                    </p:set>
                                    <p:animEffect transition="in" filter="wipe(up)">
                                      <p:cBhvr>
                                        <p:cTn id="40" dur="500"/>
                                        <p:tgtEl>
                                          <p:spTgt spid="66"/>
                                        </p:tgtEl>
                                      </p:cBhvr>
                                    </p:animEffect>
                                  </p:childTnLst>
                                </p:cTn>
                              </p:par>
                            </p:childTnLst>
                          </p:cTn>
                        </p:par>
                        <p:par>
                          <p:cTn id="41" fill="hold">
                            <p:stCondLst>
                              <p:cond delay="4000"/>
                            </p:stCondLst>
                            <p:childTnLst>
                              <p:par>
                                <p:cTn id="42" presetID="10" presetClass="entr" presetSubtype="0" fill="hold" grpId="0" nodeType="afterEffect">
                                  <p:stCondLst>
                                    <p:cond delay="0"/>
                                  </p:stCondLst>
                                  <p:childTnLst>
                                    <p:set>
                                      <p:cBhvr>
                                        <p:cTn id="43" dur="1" fill="hold">
                                          <p:stCondLst>
                                            <p:cond delay="0"/>
                                          </p:stCondLst>
                                        </p:cTn>
                                        <p:tgtEl>
                                          <p:spTgt spid="79"/>
                                        </p:tgtEl>
                                        <p:attrNameLst>
                                          <p:attrName>style.visibility</p:attrName>
                                        </p:attrNameLst>
                                      </p:cBhvr>
                                      <p:to>
                                        <p:strVal val="visible"/>
                                      </p:to>
                                    </p:set>
                                    <p:animEffect transition="in" filter="fade">
                                      <p:cBhvr>
                                        <p:cTn id="44" dur="500"/>
                                        <p:tgtEl>
                                          <p:spTgt spid="79"/>
                                        </p:tgtEl>
                                      </p:cBhvr>
                                    </p:animEffect>
                                  </p:childTnLst>
                                </p:cTn>
                              </p:par>
                            </p:childTnLst>
                          </p:cTn>
                        </p:par>
                        <p:par>
                          <p:cTn id="45" fill="hold">
                            <p:stCondLst>
                              <p:cond delay="4500"/>
                            </p:stCondLst>
                            <p:childTnLst>
                              <p:par>
                                <p:cTn id="46" presetID="10" presetClass="entr" presetSubtype="0" fill="hold" grpId="0" nodeType="afterEffect">
                                  <p:stCondLst>
                                    <p:cond delay="0"/>
                                  </p:stCondLst>
                                  <p:childTnLst>
                                    <p:set>
                                      <p:cBhvr>
                                        <p:cTn id="47" dur="1" fill="hold">
                                          <p:stCondLst>
                                            <p:cond delay="0"/>
                                          </p:stCondLst>
                                        </p:cTn>
                                        <p:tgtEl>
                                          <p:spTgt spid="80"/>
                                        </p:tgtEl>
                                        <p:attrNameLst>
                                          <p:attrName>style.visibility</p:attrName>
                                        </p:attrNameLst>
                                      </p:cBhvr>
                                      <p:to>
                                        <p:strVal val="visible"/>
                                      </p:to>
                                    </p:set>
                                    <p:animEffect transition="in" filter="fade">
                                      <p:cBhvr>
                                        <p:cTn id="48" dur="500"/>
                                        <p:tgtEl>
                                          <p:spTgt spid="80"/>
                                        </p:tgtEl>
                                      </p:cBhvr>
                                    </p:animEffect>
                                  </p:childTnLst>
                                </p:cTn>
                              </p:par>
                            </p:childTnLst>
                          </p:cTn>
                        </p:par>
                        <p:par>
                          <p:cTn id="49" fill="hold">
                            <p:stCondLst>
                              <p:cond delay="5000"/>
                            </p:stCondLst>
                            <p:childTnLst>
                              <p:par>
                                <p:cTn id="50" presetID="22" presetClass="entr" presetSubtype="1" fill="hold" nodeType="afterEffect">
                                  <p:stCondLst>
                                    <p:cond delay="0"/>
                                  </p:stCondLst>
                                  <p:childTnLst>
                                    <p:set>
                                      <p:cBhvr>
                                        <p:cTn id="51" dur="1" fill="hold">
                                          <p:stCondLst>
                                            <p:cond delay="0"/>
                                          </p:stCondLst>
                                        </p:cTn>
                                        <p:tgtEl>
                                          <p:spTgt spid="69"/>
                                        </p:tgtEl>
                                        <p:attrNameLst>
                                          <p:attrName>style.visibility</p:attrName>
                                        </p:attrNameLst>
                                      </p:cBhvr>
                                      <p:to>
                                        <p:strVal val="visible"/>
                                      </p:to>
                                    </p:set>
                                    <p:animEffect transition="in" filter="wipe(up)">
                                      <p:cBhvr>
                                        <p:cTn id="52" dur="500"/>
                                        <p:tgtEl>
                                          <p:spTgt spid="69"/>
                                        </p:tgtEl>
                                      </p:cBhvr>
                                    </p:animEffect>
                                  </p:childTnLst>
                                </p:cTn>
                              </p:par>
                            </p:childTnLst>
                          </p:cTn>
                        </p:par>
                        <p:par>
                          <p:cTn id="53" fill="hold">
                            <p:stCondLst>
                              <p:cond delay="5500"/>
                            </p:stCondLst>
                            <p:childTnLst>
                              <p:par>
                                <p:cTn id="54" presetID="10" presetClass="entr" presetSubtype="0" fill="hold" grpId="0" nodeType="afterEffect">
                                  <p:stCondLst>
                                    <p:cond delay="0"/>
                                  </p:stCondLst>
                                  <p:childTnLst>
                                    <p:set>
                                      <p:cBhvr>
                                        <p:cTn id="55" dur="1" fill="hold">
                                          <p:stCondLst>
                                            <p:cond delay="0"/>
                                          </p:stCondLst>
                                        </p:cTn>
                                        <p:tgtEl>
                                          <p:spTgt spid="77"/>
                                        </p:tgtEl>
                                        <p:attrNameLst>
                                          <p:attrName>style.visibility</p:attrName>
                                        </p:attrNameLst>
                                      </p:cBhvr>
                                      <p:to>
                                        <p:strVal val="visible"/>
                                      </p:to>
                                    </p:set>
                                    <p:animEffect transition="in" filter="fade">
                                      <p:cBhvr>
                                        <p:cTn id="56" dur="500"/>
                                        <p:tgtEl>
                                          <p:spTgt spid="77"/>
                                        </p:tgtEl>
                                      </p:cBhvr>
                                    </p:animEffect>
                                  </p:childTnLst>
                                </p:cTn>
                              </p:par>
                            </p:childTnLst>
                          </p:cTn>
                        </p:par>
                        <p:par>
                          <p:cTn id="57" fill="hold">
                            <p:stCondLst>
                              <p:cond delay="6000"/>
                            </p:stCondLst>
                            <p:childTnLst>
                              <p:par>
                                <p:cTn id="58" presetID="10" presetClass="entr" presetSubtype="0" fill="hold" grpId="0" nodeType="afterEffect">
                                  <p:stCondLst>
                                    <p:cond delay="0"/>
                                  </p:stCondLst>
                                  <p:childTnLst>
                                    <p:set>
                                      <p:cBhvr>
                                        <p:cTn id="59" dur="1" fill="hold">
                                          <p:stCondLst>
                                            <p:cond delay="0"/>
                                          </p:stCondLst>
                                        </p:cTn>
                                        <p:tgtEl>
                                          <p:spTgt spid="78"/>
                                        </p:tgtEl>
                                        <p:attrNameLst>
                                          <p:attrName>style.visibility</p:attrName>
                                        </p:attrNameLst>
                                      </p:cBhvr>
                                      <p:to>
                                        <p:strVal val="visible"/>
                                      </p:to>
                                    </p:set>
                                    <p:animEffect transition="in" filter="fade">
                                      <p:cBhvr>
                                        <p:cTn id="60" dur="500"/>
                                        <p:tgtEl>
                                          <p:spTgt spid="7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5" grpId="0"/>
      <p:bldP spid="76" grpId="0"/>
      <p:bldP spid="77" grpId="0"/>
      <p:bldP spid="78" grpId="0"/>
      <p:bldP spid="79" grpId="0"/>
      <p:bldP spid="80" grpId="0"/>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79425" y="458633"/>
            <a:ext cx="11233150" cy="638647"/>
          </a:xfrm>
        </p:spPr>
        <p:txBody>
          <a:bodyPr>
            <a:normAutofit fontScale="90000"/>
          </a:bodyPr>
          <a:lstStyle/>
          <a:p>
            <a:r>
              <a:rPr lang="ar-SA" dirty="0">
                <a:solidFill>
                  <a:schemeClr val="tx1"/>
                </a:solidFill>
              </a:rPr>
              <a:t>وبحسب تعديلات لورين، أصبح تصنيف بلوم الجديد يتكون من المستويات الآتية:</a:t>
            </a:r>
            <a:endParaRPr lang="en-AU" dirty="0">
              <a:solidFill>
                <a:schemeClr val="tx1"/>
              </a:solidFill>
            </a:endParaRPr>
          </a:p>
        </p:txBody>
      </p:sp>
      <p:grpSp>
        <p:nvGrpSpPr>
          <p:cNvPr id="16" name="Group 15"/>
          <p:cNvGrpSpPr/>
          <p:nvPr/>
        </p:nvGrpSpPr>
        <p:grpSpPr>
          <a:xfrm>
            <a:off x="4559650" y="1333500"/>
            <a:ext cx="3072699" cy="4989938"/>
            <a:chOff x="4559650" y="1333500"/>
            <a:chExt cx="3072699" cy="4989938"/>
          </a:xfrm>
        </p:grpSpPr>
        <p:sp>
          <p:nvSpPr>
            <p:cNvPr id="61" name="Freeform 5"/>
            <p:cNvSpPr>
              <a:spLocks/>
            </p:cNvSpPr>
            <p:nvPr/>
          </p:nvSpPr>
          <p:spPr bwMode="auto">
            <a:xfrm rot="273529">
              <a:off x="4579354" y="5408856"/>
              <a:ext cx="2907875" cy="914582"/>
            </a:xfrm>
            <a:custGeom>
              <a:avLst/>
              <a:gdLst>
                <a:gd name="T0" fmla="*/ 709 w 718"/>
                <a:gd name="T1" fmla="*/ 113 h 313"/>
                <a:gd name="T2" fmla="*/ 376 w 718"/>
                <a:gd name="T3" fmla="*/ 289 h 313"/>
                <a:gd name="T4" fmla="*/ 9 w 718"/>
                <a:gd name="T5" fmla="*/ 200 h 313"/>
                <a:gd name="T6" fmla="*/ 343 w 718"/>
                <a:gd name="T7" fmla="*/ 24 h 313"/>
                <a:gd name="T8" fmla="*/ 709 w 718"/>
                <a:gd name="T9" fmla="*/ 113 h 313"/>
              </a:gdLst>
              <a:ahLst/>
              <a:cxnLst>
                <a:cxn ang="0">
                  <a:pos x="T0" y="T1"/>
                </a:cxn>
                <a:cxn ang="0">
                  <a:pos x="T2" y="T3"/>
                </a:cxn>
                <a:cxn ang="0">
                  <a:pos x="T4" y="T5"/>
                </a:cxn>
                <a:cxn ang="0">
                  <a:pos x="T6" y="T7"/>
                </a:cxn>
                <a:cxn ang="0">
                  <a:pos x="T8" y="T9"/>
                </a:cxn>
              </a:cxnLst>
              <a:rect l="0" t="0" r="r" b="b"/>
              <a:pathLst>
                <a:path w="718" h="313">
                  <a:moveTo>
                    <a:pt x="709" y="113"/>
                  </a:moveTo>
                  <a:cubicBezTo>
                    <a:pt x="718" y="186"/>
                    <a:pt x="569" y="265"/>
                    <a:pt x="376" y="289"/>
                  </a:cubicBezTo>
                  <a:cubicBezTo>
                    <a:pt x="182" y="313"/>
                    <a:pt x="18" y="273"/>
                    <a:pt x="9" y="200"/>
                  </a:cubicBezTo>
                  <a:cubicBezTo>
                    <a:pt x="0" y="127"/>
                    <a:pt x="149" y="48"/>
                    <a:pt x="343" y="24"/>
                  </a:cubicBezTo>
                  <a:cubicBezTo>
                    <a:pt x="536" y="0"/>
                    <a:pt x="700" y="39"/>
                    <a:pt x="709" y="113"/>
                  </a:cubicBezTo>
                </a:path>
              </a:pathLst>
            </a:custGeom>
            <a:solidFill>
              <a:schemeClr val="tx2">
                <a:lumMod val="75000"/>
                <a:alpha val="1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sp>
          <p:nvSpPr>
            <p:cNvPr id="23" name="Freeform 5"/>
            <p:cNvSpPr>
              <a:spLocks/>
            </p:cNvSpPr>
            <p:nvPr/>
          </p:nvSpPr>
          <p:spPr bwMode="auto">
            <a:xfrm>
              <a:off x="4802187" y="2852069"/>
              <a:ext cx="1962150" cy="3154363"/>
            </a:xfrm>
            <a:custGeom>
              <a:avLst/>
              <a:gdLst>
                <a:gd name="T0" fmla="*/ 17 w 235"/>
                <a:gd name="T1" fmla="*/ 378 h 378"/>
                <a:gd name="T2" fmla="*/ 9 w 235"/>
                <a:gd name="T3" fmla="*/ 376 h 378"/>
                <a:gd name="T4" fmla="*/ 4 w 235"/>
                <a:gd name="T5" fmla="*/ 356 h 378"/>
                <a:gd name="T6" fmla="*/ 205 w 235"/>
                <a:gd name="T7" fmla="*/ 8 h 378"/>
                <a:gd name="T8" fmla="*/ 218 w 235"/>
                <a:gd name="T9" fmla="*/ 0 h 378"/>
                <a:gd name="T10" fmla="*/ 225 w 235"/>
                <a:gd name="T11" fmla="*/ 2 h 378"/>
                <a:gd name="T12" fmla="*/ 231 w 235"/>
                <a:gd name="T13" fmla="*/ 22 h 378"/>
                <a:gd name="T14" fmla="*/ 30 w 235"/>
                <a:gd name="T15" fmla="*/ 371 h 378"/>
                <a:gd name="T16" fmla="*/ 17 w 235"/>
                <a:gd name="T17" fmla="*/ 378 h 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5" h="378">
                  <a:moveTo>
                    <a:pt x="17" y="378"/>
                  </a:moveTo>
                  <a:cubicBezTo>
                    <a:pt x="14" y="378"/>
                    <a:pt x="12" y="378"/>
                    <a:pt x="9" y="376"/>
                  </a:cubicBezTo>
                  <a:cubicBezTo>
                    <a:pt x="2" y="372"/>
                    <a:pt x="0" y="363"/>
                    <a:pt x="4" y="356"/>
                  </a:cubicBezTo>
                  <a:cubicBezTo>
                    <a:pt x="205" y="8"/>
                    <a:pt x="205" y="8"/>
                    <a:pt x="205" y="8"/>
                  </a:cubicBezTo>
                  <a:cubicBezTo>
                    <a:pt x="208" y="3"/>
                    <a:pt x="213" y="0"/>
                    <a:pt x="218" y="0"/>
                  </a:cubicBezTo>
                  <a:cubicBezTo>
                    <a:pt x="221" y="0"/>
                    <a:pt x="223" y="1"/>
                    <a:pt x="225" y="2"/>
                  </a:cubicBezTo>
                  <a:cubicBezTo>
                    <a:pt x="232" y="6"/>
                    <a:pt x="235" y="15"/>
                    <a:pt x="231" y="22"/>
                  </a:cubicBezTo>
                  <a:cubicBezTo>
                    <a:pt x="30" y="371"/>
                    <a:pt x="30" y="371"/>
                    <a:pt x="30" y="371"/>
                  </a:cubicBezTo>
                  <a:cubicBezTo>
                    <a:pt x="27" y="376"/>
                    <a:pt x="22" y="378"/>
                    <a:pt x="17" y="378"/>
                  </a:cubicBezTo>
                </a:path>
              </a:pathLst>
            </a:custGeom>
            <a:solidFill>
              <a:srgbClr val="F0992F"/>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sp>
          <p:nvSpPr>
            <p:cNvPr id="24" name="Freeform 6"/>
            <p:cNvSpPr>
              <a:spLocks/>
            </p:cNvSpPr>
            <p:nvPr/>
          </p:nvSpPr>
          <p:spPr bwMode="auto">
            <a:xfrm>
              <a:off x="4802187" y="2852069"/>
              <a:ext cx="1870075" cy="3136900"/>
            </a:xfrm>
            <a:custGeom>
              <a:avLst/>
              <a:gdLst>
                <a:gd name="T0" fmla="*/ 9 w 224"/>
                <a:gd name="T1" fmla="*/ 376 h 376"/>
                <a:gd name="T2" fmla="*/ 4 w 224"/>
                <a:gd name="T3" fmla="*/ 356 h 376"/>
                <a:gd name="T4" fmla="*/ 205 w 224"/>
                <a:gd name="T5" fmla="*/ 8 h 376"/>
                <a:gd name="T6" fmla="*/ 217 w 224"/>
                <a:gd name="T7" fmla="*/ 0 h 376"/>
                <a:gd name="T8" fmla="*/ 224 w 224"/>
                <a:gd name="T9" fmla="*/ 5 h 376"/>
                <a:gd name="T10" fmla="*/ 9 w 224"/>
                <a:gd name="T11" fmla="*/ 376 h 376"/>
              </a:gdLst>
              <a:ahLst/>
              <a:cxnLst>
                <a:cxn ang="0">
                  <a:pos x="T0" y="T1"/>
                </a:cxn>
                <a:cxn ang="0">
                  <a:pos x="T2" y="T3"/>
                </a:cxn>
                <a:cxn ang="0">
                  <a:pos x="T4" y="T5"/>
                </a:cxn>
                <a:cxn ang="0">
                  <a:pos x="T6" y="T7"/>
                </a:cxn>
                <a:cxn ang="0">
                  <a:pos x="T8" y="T9"/>
                </a:cxn>
                <a:cxn ang="0">
                  <a:pos x="T10" y="T11"/>
                </a:cxn>
              </a:cxnLst>
              <a:rect l="0" t="0" r="r" b="b"/>
              <a:pathLst>
                <a:path w="224" h="376">
                  <a:moveTo>
                    <a:pt x="9" y="376"/>
                  </a:moveTo>
                  <a:cubicBezTo>
                    <a:pt x="2" y="372"/>
                    <a:pt x="0" y="363"/>
                    <a:pt x="4" y="356"/>
                  </a:cubicBezTo>
                  <a:cubicBezTo>
                    <a:pt x="205" y="8"/>
                    <a:pt x="205" y="8"/>
                    <a:pt x="205" y="8"/>
                  </a:cubicBezTo>
                  <a:cubicBezTo>
                    <a:pt x="208" y="3"/>
                    <a:pt x="212" y="1"/>
                    <a:pt x="217" y="0"/>
                  </a:cubicBezTo>
                  <a:cubicBezTo>
                    <a:pt x="224" y="5"/>
                    <a:pt x="224" y="5"/>
                    <a:pt x="224" y="5"/>
                  </a:cubicBezTo>
                  <a:cubicBezTo>
                    <a:pt x="9" y="376"/>
                    <a:pt x="9" y="376"/>
                    <a:pt x="9" y="376"/>
                  </a:cubicBezTo>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sp>
          <p:nvSpPr>
            <p:cNvPr id="25" name="Freeform 7"/>
            <p:cNvSpPr>
              <a:spLocks/>
            </p:cNvSpPr>
            <p:nvPr/>
          </p:nvSpPr>
          <p:spPr bwMode="auto">
            <a:xfrm>
              <a:off x="5294312" y="2852069"/>
              <a:ext cx="1962150" cy="3154363"/>
            </a:xfrm>
            <a:custGeom>
              <a:avLst/>
              <a:gdLst>
                <a:gd name="T0" fmla="*/ 219 w 235"/>
                <a:gd name="T1" fmla="*/ 378 h 378"/>
                <a:gd name="T2" fmla="*/ 226 w 235"/>
                <a:gd name="T3" fmla="*/ 376 h 378"/>
                <a:gd name="T4" fmla="*/ 231 w 235"/>
                <a:gd name="T5" fmla="*/ 356 h 378"/>
                <a:gd name="T6" fmla="*/ 30 w 235"/>
                <a:gd name="T7" fmla="*/ 8 h 378"/>
                <a:gd name="T8" fmla="*/ 17 w 235"/>
                <a:gd name="T9" fmla="*/ 0 h 378"/>
                <a:gd name="T10" fmla="*/ 10 w 235"/>
                <a:gd name="T11" fmla="*/ 2 h 378"/>
                <a:gd name="T12" fmla="*/ 5 w 235"/>
                <a:gd name="T13" fmla="*/ 22 h 378"/>
                <a:gd name="T14" fmla="*/ 206 w 235"/>
                <a:gd name="T15" fmla="*/ 371 h 378"/>
                <a:gd name="T16" fmla="*/ 219 w 235"/>
                <a:gd name="T17" fmla="*/ 378 h 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5" h="378">
                  <a:moveTo>
                    <a:pt x="219" y="378"/>
                  </a:moveTo>
                  <a:cubicBezTo>
                    <a:pt x="221" y="378"/>
                    <a:pt x="224" y="378"/>
                    <a:pt x="226" y="376"/>
                  </a:cubicBezTo>
                  <a:cubicBezTo>
                    <a:pt x="233" y="372"/>
                    <a:pt x="235" y="363"/>
                    <a:pt x="231" y="356"/>
                  </a:cubicBezTo>
                  <a:cubicBezTo>
                    <a:pt x="30" y="8"/>
                    <a:pt x="30" y="8"/>
                    <a:pt x="30" y="8"/>
                  </a:cubicBezTo>
                  <a:cubicBezTo>
                    <a:pt x="27" y="3"/>
                    <a:pt x="22" y="0"/>
                    <a:pt x="17" y="0"/>
                  </a:cubicBezTo>
                  <a:cubicBezTo>
                    <a:pt x="15" y="0"/>
                    <a:pt x="12" y="1"/>
                    <a:pt x="10" y="2"/>
                  </a:cubicBezTo>
                  <a:cubicBezTo>
                    <a:pt x="3" y="6"/>
                    <a:pt x="0" y="15"/>
                    <a:pt x="5" y="22"/>
                  </a:cubicBezTo>
                  <a:cubicBezTo>
                    <a:pt x="206" y="371"/>
                    <a:pt x="206" y="371"/>
                    <a:pt x="206" y="371"/>
                  </a:cubicBezTo>
                  <a:cubicBezTo>
                    <a:pt x="209" y="376"/>
                    <a:pt x="213" y="378"/>
                    <a:pt x="219" y="378"/>
                  </a:cubicBezTo>
                </a:path>
              </a:pathLst>
            </a:custGeom>
            <a:solidFill>
              <a:srgbClr val="F0992F"/>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sp>
          <p:nvSpPr>
            <p:cNvPr id="26" name="Freeform 8"/>
            <p:cNvSpPr>
              <a:spLocks/>
            </p:cNvSpPr>
            <p:nvPr/>
          </p:nvSpPr>
          <p:spPr bwMode="auto">
            <a:xfrm>
              <a:off x="5386387" y="2852069"/>
              <a:ext cx="1870075" cy="3136900"/>
            </a:xfrm>
            <a:custGeom>
              <a:avLst/>
              <a:gdLst>
                <a:gd name="T0" fmla="*/ 215 w 224"/>
                <a:gd name="T1" fmla="*/ 376 h 376"/>
                <a:gd name="T2" fmla="*/ 220 w 224"/>
                <a:gd name="T3" fmla="*/ 356 h 376"/>
                <a:gd name="T4" fmla="*/ 19 w 224"/>
                <a:gd name="T5" fmla="*/ 8 h 376"/>
                <a:gd name="T6" fmla="*/ 8 w 224"/>
                <a:gd name="T7" fmla="*/ 0 h 376"/>
                <a:gd name="T8" fmla="*/ 0 w 224"/>
                <a:gd name="T9" fmla="*/ 5 h 376"/>
                <a:gd name="T10" fmla="*/ 215 w 224"/>
                <a:gd name="T11" fmla="*/ 376 h 376"/>
              </a:gdLst>
              <a:ahLst/>
              <a:cxnLst>
                <a:cxn ang="0">
                  <a:pos x="T0" y="T1"/>
                </a:cxn>
                <a:cxn ang="0">
                  <a:pos x="T2" y="T3"/>
                </a:cxn>
                <a:cxn ang="0">
                  <a:pos x="T4" y="T5"/>
                </a:cxn>
                <a:cxn ang="0">
                  <a:pos x="T6" y="T7"/>
                </a:cxn>
                <a:cxn ang="0">
                  <a:pos x="T8" y="T9"/>
                </a:cxn>
                <a:cxn ang="0">
                  <a:pos x="T10" y="T11"/>
                </a:cxn>
              </a:cxnLst>
              <a:rect l="0" t="0" r="r" b="b"/>
              <a:pathLst>
                <a:path w="224" h="376">
                  <a:moveTo>
                    <a:pt x="215" y="376"/>
                  </a:moveTo>
                  <a:cubicBezTo>
                    <a:pt x="222" y="372"/>
                    <a:pt x="224" y="363"/>
                    <a:pt x="220" y="356"/>
                  </a:cubicBezTo>
                  <a:cubicBezTo>
                    <a:pt x="19" y="8"/>
                    <a:pt x="19" y="8"/>
                    <a:pt x="19" y="8"/>
                  </a:cubicBezTo>
                  <a:cubicBezTo>
                    <a:pt x="16" y="3"/>
                    <a:pt x="12" y="1"/>
                    <a:pt x="8" y="0"/>
                  </a:cubicBezTo>
                  <a:cubicBezTo>
                    <a:pt x="0" y="5"/>
                    <a:pt x="0" y="5"/>
                    <a:pt x="0" y="5"/>
                  </a:cubicBezTo>
                  <a:cubicBezTo>
                    <a:pt x="215" y="376"/>
                    <a:pt x="215" y="376"/>
                    <a:pt x="215" y="376"/>
                  </a:cubicBezTo>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sp>
          <p:nvSpPr>
            <p:cNvPr id="27" name="Rectangle 9"/>
            <p:cNvSpPr>
              <a:spLocks noChangeArrowheads="1"/>
            </p:cNvSpPr>
            <p:nvPr/>
          </p:nvSpPr>
          <p:spPr bwMode="auto">
            <a:xfrm>
              <a:off x="5970587" y="1333500"/>
              <a:ext cx="141192" cy="4163344"/>
            </a:xfrm>
            <a:prstGeom prst="rect">
              <a:avLst/>
            </a:pr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sp>
          <p:nvSpPr>
            <p:cNvPr id="65" name="Freeform 64"/>
            <p:cNvSpPr>
              <a:spLocks/>
            </p:cNvSpPr>
            <p:nvPr/>
          </p:nvSpPr>
          <p:spPr bwMode="auto">
            <a:xfrm flipH="1">
              <a:off x="6210594" y="4419611"/>
              <a:ext cx="371388" cy="370707"/>
            </a:xfrm>
            <a:custGeom>
              <a:avLst/>
              <a:gdLst>
                <a:gd name="connsiteX0" fmla="*/ 162286 w 371388"/>
                <a:gd name="connsiteY0" fmla="*/ 0 h 370707"/>
                <a:gd name="connsiteX1" fmla="*/ 277830 w 371388"/>
                <a:gd name="connsiteY1" fmla="*/ 84190 h 370707"/>
                <a:gd name="connsiteX2" fmla="*/ 371388 w 371388"/>
                <a:gd name="connsiteY2" fmla="*/ 138246 h 370707"/>
                <a:gd name="connsiteX3" fmla="*/ 361499 w 371388"/>
                <a:gd name="connsiteY3" fmla="*/ 155407 h 370707"/>
                <a:gd name="connsiteX4" fmla="*/ 238528 w 371388"/>
                <a:gd name="connsiteY4" fmla="*/ 368804 h 370707"/>
                <a:gd name="connsiteX5" fmla="*/ 237431 w 371388"/>
                <a:gd name="connsiteY5" fmla="*/ 370707 h 370707"/>
                <a:gd name="connsiteX6" fmla="*/ 157271 w 371388"/>
                <a:gd name="connsiteY6" fmla="*/ 350096 h 370707"/>
                <a:gd name="connsiteX7" fmla="*/ 61613 w 371388"/>
                <a:gd name="connsiteY7" fmla="*/ 315085 h 370707"/>
                <a:gd name="connsiteX8" fmla="*/ 0 w 371388"/>
                <a:gd name="connsiteY8" fmla="*/ 285404 h 370707"/>
                <a:gd name="connsiteX9" fmla="*/ 3871 w 371388"/>
                <a:gd name="connsiteY9" fmla="*/ 274116 h 370707"/>
                <a:gd name="connsiteX10" fmla="*/ 156343 w 371388"/>
                <a:gd name="connsiteY10" fmla="*/ 10284 h 370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1388" h="370707">
                  <a:moveTo>
                    <a:pt x="162286" y="0"/>
                  </a:moveTo>
                  <a:lnTo>
                    <a:pt x="277830" y="84190"/>
                  </a:lnTo>
                  <a:lnTo>
                    <a:pt x="371388" y="138246"/>
                  </a:lnTo>
                  <a:lnTo>
                    <a:pt x="361499" y="155407"/>
                  </a:lnTo>
                  <a:cubicBezTo>
                    <a:pt x="291230" y="277348"/>
                    <a:pt x="256095" y="338319"/>
                    <a:pt x="238528" y="368804"/>
                  </a:cubicBezTo>
                  <a:lnTo>
                    <a:pt x="237431" y="370707"/>
                  </a:lnTo>
                  <a:lnTo>
                    <a:pt x="157271" y="350096"/>
                  </a:lnTo>
                  <a:cubicBezTo>
                    <a:pt x="124669" y="339956"/>
                    <a:pt x="92754" y="328256"/>
                    <a:pt x="61613" y="315085"/>
                  </a:cubicBezTo>
                  <a:lnTo>
                    <a:pt x="0" y="285404"/>
                  </a:lnTo>
                  <a:lnTo>
                    <a:pt x="3871" y="274116"/>
                  </a:lnTo>
                  <a:cubicBezTo>
                    <a:pt x="56317" y="183366"/>
                    <a:pt x="107124" y="95451"/>
                    <a:pt x="156343" y="10284"/>
                  </a:cubicBezTo>
                  <a:close/>
                </a:path>
              </a:pathLst>
            </a:custGeom>
            <a:solidFill>
              <a:srgbClr val="C9750E"/>
            </a:solidFill>
            <a:ln>
              <a:noFill/>
            </a:ln>
          </p:spPr>
          <p:txBody>
            <a:bodyPr vert="horz" wrap="square" lIns="91440" tIns="45720" rIns="91440" bIns="45720" numCol="1" anchor="t" anchorCtr="0" compatLnSpc="1">
              <a:prstTxWarp prst="textNoShape">
                <a:avLst/>
              </a:prstTxWarp>
              <a:noAutofit/>
            </a:bodyPr>
            <a:lstStyle/>
            <a:p>
              <a:pPr fontAlgn="auto">
                <a:spcBef>
                  <a:spcPts val="0"/>
                </a:spcBef>
                <a:spcAft>
                  <a:spcPts val="0"/>
                </a:spcAft>
              </a:pPr>
              <a:endParaRPr lang="en-US">
                <a:solidFill>
                  <a:prstClr val="black"/>
                </a:solidFill>
                <a:latin typeface="Roboto Lt"/>
                <a:cs typeface="+mn-cs"/>
              </a:endParaRPr>
            </a:p>
          </p:txBody>
        </p:sp>
        <p:sp>
          <p:nvSpPr>
            <p:cNvPr id="64" name="Freeform 63"/>
            <p:cNvSpPr>
              <a:spLocks/>
            </p:cNvSpPr>
            <p:nvPr/>
          </p:nvSpPr>
          <p:spPr bwMode="auto">
            <a:xfrm>
              <a:off x="5503653" y="4390699"/>
              <a:ext cx="371388" cy="370707"/>
            </a:xfrm>
            <a:custGeom>
              <a:avLst/>
              <a:gdLst>
                <a:gd name="connsiteX0" fmla="*/ 162286 w 371388"/>
                <a:gd name="connsiteY0" fmla="*/ 0 h 370707"/>
                <a:gd name="connsiteX1" fmla="*/ 277830 w 371388"/>
                <a:gd name="connsiteY1" fmla="*/ 84190 h 370707"/>
                <a:gd name="connsiteX2" fmla="*/ 371388 w 371388"/>
                <a:gd name="connsiteY2" fmla="*/ 138246 h 370707"/>
                <a:gd name="connsiteX3" fmla="*/ 361499 w 371388"/>
                <a:gd name="connsiteY3" fmla="*/ 155407 h 370707"/>
                <a:gd name="connsiteX4" fmla="*/ 238528 w 371388"/>
                <a:gd name="connsiteY4" fmla="*/ 368804 h 370707"/>
                <a:gd name="connsiteX5" fmla="*/ 237431 w 371388"/>
                <a:gd name="connsiteY5" fmla="*/ 370707 h 370707"/>
                <a:gd name="connsiteX6" fmla="*/ 157271 w 371388"/>
                <a:gd name="connsiteY6" fmla="*/ 350096 h 370707"/>
                <a:gd name="connsiteX7" fmla="*/ 61613 w 371388"/>
                <a:gd name="connsiteY7" fmla="*/ 315085 h 370707"/>
                <a:gd name="connsiteX8" fmla="*/ 0 w 371388"/>
                <a:gd name="connsiteY8" fmla="*/ 285404 h 370707"/>
                <a:gd name="connsiteX9" fmla="*/ 3871 w 371388"/>
                <a:gd name="connsiteY9" fmla="*/ 274116 h 370707"/>
                <a:gd name="connsiteX10" fmla="*/ 156343 w 371388"/>
                <a:gd name="connsiteY10" fmla="*/ 10284 h 370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1388" h="370707">
                  <a:moveTo>
                    <a:pt x="162286" y="0"/>
                  </a:moveTo>
                  <a:lnTo>
                    <a:pt x="277830" y="84190"/>
                  </a:lnTo>
                  <a:lnTo>
                    <a:pt x="371388" y="138246"/>
                  </a:lnTo>
                  <a:lnTo>
                    <a:pt x="361499" y="155407"/>
                  </a:lnTo>
                  <a:cubicBezTo>
                    <a:pt x="291230" y="277348"/>
                    <a:pt x="256095" y="338319"/>
                    <a:pt x="238528" y="368804"/>
                  </a:cubicBezTo>
                  <a:lnTo>
                    <a:pt x="237431" y="370707"/>
                  </a:lnTo>
                  <a:lnTo>
                    <a:pt x="157271" y="350096"/>
                  </a:lnTo>
                  <a:cubicBezTo>
                    <a:pt x="124669" y="339956"/>
                    <a:pt x="92754" y="328256"/>
                    <a:pt x="61613" y="315085"/>
                  </a:cubicBezTo>
                  <a:lnTo>
                    <a:pt x="0" y="285404"/>
                  </a:lnTo>
                  <a:lnTo>
                    <a:pt x="3871" y="274116"/>
                  </a:lnTo>
                  <a:cubicBezTo>
                    <a:pt x="56317" y="183366"/>
                    <a:pt x="107124" y="95451"/>
                    <a:pt x="156343" y="10284"/>
                  </a:cubicBezTo>
                  <a:close/>
                </a:path>
              </a:pathLst>
            </a:custGeom>
            <a:solidFill>
              <a:srgbClr val="C9750E"/>
            </a:solidFill>
            <a:ln>
              <a:noFill/>
            </a:ln>
          </p:spPr>
          <p:txBody>
            <a:bodyPr vert="horz" wrap="square" lIns="91440" tIns="45720" rIns="91440" bIns="45720" numCol="1" anchor="t" anchorCtr="0" compatLnSpc="1">
              <a:prstTxWarp prst="textNoShape">
                <a:avLst/>
              </a:prstTxWarp>
              <a:noAutofit/>
            </a:bodyPr>
            <a:lstStyle/>
            <a:p>
              <a:pPr fontAlgn="auto">
                <a:spcBef>
                  <a:spcPts val="0"/>
                </a:spcBef>
                <a:spcAft>
                  <a:spcPts val="0"/>
                </a:spcAft>
              </a:pPr>
              <a:endParaRPr lang="en-US">
                <a:solidFill>
                  <a:prstClr val="black"/>
                </a:solidFill>
                <a:latin typeface="Roboto Lt"/>
                <a:cs typeface="+mn-cs"/>
              </a:endParaRPr>
            </a:p>
          </p:txBody>
        </p:sp>
        <p:sp>
          <p:nvSpPr>
            <p:cNvPr id="28" name="Rectangle 10"/>
            <p:cNvSpPr>
              <a:spLocks noChangeArrowheads="1"/>
            </p:cNvSpPr>
            <p:nvPr/>
          </p:nvSpPr>
          <p:spPr bwMode="auto">
            <a:xfrm>
              <a:off x="5970587" y="2385344"/>
              <a:ext cx="125413" cy="311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cs typeface="+mn-cs"/>
              </a:endParaRPr>
            </a:p>
          </p:txBody>
        </p:sp>
        <p:grpSp>
          <p:nvGrpSpPr>
            <p:cNvPr id="8" name="Group 7"/>
            <p:cNvGrpSpPr/>
            <p:nvPr/>
          </p:nvGrpSpPr>
          <p:grpSpPr>
            <a:xfrm>
              <a:off x="4559650" y="1712059"/>
              <a:ext cx="3072699" cy="3072166"/>
              <a:chOff x="2116873" y="2201895"/>
              <a:chExt cx="3500825" cy="3500217"/>
            </a:xfrm>
          </p:grpSpPr>
          <p:sp>
            <p:nvSpPr>
              <p:cNvPr id="9" name="Oval 11"/>
              <p:cNvSpPr>
                <a:spLocks noChangeArrowheads="1"/>
              </p:cNvSpPr>
              <p:nvPr/>
            </p:nvSpPr>
            <p:spPr bwMode="auto">
              <a:xfrm>
                <a:off x="2116873" y="2201895"/>
                <a:ext cx="3500825" cy="3500217"/>
              </a:xfrm>
              <a:prstGeom prst="ellipse">
                <a:avLst/>
              </a:prstGeom>
              <a:solidFill>
                <a:srgbClr val="F0992F"/>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Roboto Lt"/>
                  <a:cs typeface="+mn-cs"/>
                </a:endParaRPr>
              </a:p>
            </p:txBody>
          </p:sp>
          <p:sp>
            <p:nvSpPr>
              <p:cNvPr id="10" name="Oval 12"/>
              <p:cNvSpPr>
                <a:spLocks noChangeArrowheads="1"/>
              </p:cNvSpPr>
              <p:nvPr/>
            </p:nvSpPr>
            <p:spPr bwMode="auto">
              <a:xfrm>
                <a:off x="2377993" y="2463014"/>
                <a:ext cx="2979193" cy="2978585"/>
              </a:xfrm>
              <a:prstGeom prst="ellipse">
                <a:avLst/>
              </a:prstGeom>
              <a:solidFill>
                <a:schemeClr val="bg1">
                  <a:lumMod val="9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Roboto Lt"/>
                  <a:cs typeface="+mn-cs"/>
                </a:endParaRPr>
              </a:p>
            </p:txBody>
          </p:sp>
          <p:sp>
            <p:nvSpPr>
              <p:cNvPr id="11" name="Oval 13"/>
              <p:cNvSpPr>
                <a:spLocks noChangeArrowheads="1"/>
              </p:cNvSpPr>
              <p:nvPr/>
            </p:nvSpPr>
            <p:spPr bwMode="auto">
              <a:xfrm>
                <a:off x="2693765" y="2778180"/>
                <a:ext cx="2347648" cy="2347648"/>
              </a:xfrm>
              <a:prstGeom prst="ellipse">
                <a:avLst/>
              </a:prstGeom>
              <a:solidFill>
                <a:srgbClr val="F0992F"/>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Roboto Lt"/>
                  <a:cs typeface="+mn-cs"/>
                </a:endParaRPr>
              </a:p>
            </p:txBody>
          </p:sp>
          <p:sp>
            <p:nvSpPr>
              <p:cNvPr id="12" name="Oval 14"/>
              <p:cNvSpPr>
                <a:spLocks noChangeArrowheads="1"/>
              </p:cNvSpPr>
              <p:nvPr/>
            </p:nvSpPr>
            <p:spPr bwMode="auto">
              <a:xfrm>
                <a:off x="2996179" y="3079985"/>
                <a:ext cx="1742822" cy="1744036"/>
              </a:xfrm>
              <a:prstGeom prst="ellipse">
                <a:avLst/>
              </a:prstGeom>
              <a:solidFill>
                <a:schemeClr val="bg1">
                  <a:lumMod val="9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Roboto Lt"/>
                  <a:cs typeface="+mn-cs"/>
                </a:endParaRPr>
              </a:p>
            </p:txBody>
          </p:sp>
          <p:sp>
            <p:nvSpPr>
              <p:cNvPr id="13" name="Oval 15"/>
              <p:cNvSpPr>
                <a:spLocks noChangeArrowheads="1"/>
              </p:cNvSpPr>
              <p:nvPr/>
            </p:nvSpPr>
            <p:spPr bwMode="auto">
              <a:xfrm>
                <a:off x="3284018" y="3368432"/>
                <a:ext cx="1166537" cy="1167144"/>
              </a:xfrm>
              <a:prstGeom prst="ellipse">
                <a:avLst/>
              </a:prstGeom>
              <a:solidFill>
                <a:srgbClr val="F0992F"/>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Roboto Lt"/>
                  <a:cs typeface="+mn-cs"/>
                </a:endParaRPr>
              </a:p>
            </p:txBody>
          </p:sp>
          <p:sp>
            <p:nvSpPr>
              <p:cNvPr id="14" name="Oval 16"/>
              <p:cNvSpPr>
                <a:spLocks noChangeArrowheads="1"/>
              </p:cNvSpPr>
              <p:nvPr/>
            </p:nvSpPr>
            <p:spPr bwMode="auto">
              <a:xfrm>
                <a:off x="3530563" y="3615584"/>
                <a:ext cx="672839" cy="672838"/>
              </a:xfrm>
              <a:prstGeom prst="ellipse">
                <a:avLst/>
              </a:prstGeom>
              <a:solidFill>
                <a:schemeClr val="bg1">
                  <a:lumMod val="9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Roboto Lt"/>
                  <a:cs typeface="+mn-cs"/>
                </a:endParaRPr>
              </a:p>
            </p:txBody>
          </p:sp>
          <p:sp>
            <p:nvSpPr>
              <p:cNvPr id="15" name="Oval 17"/>
              <p:cNvSpPr>
                <a:spLocks noChangeArrowheads="1"/>
              </p:cNvSpPr>
              <p:nvPr/>
            </p:nvSpPr>
            <p:spPr bwMode="auto">
              <a:xfrm>
                <a:off x="3709096" y="3794117"/>
                <a:ext cx="315773" cy="315773"/>
              </a:xfrm>
              <a:prstGeom prst="ellipse">
                <a:avLst/>
              </a:prstGeom>
              <a:solidFill>
                <a:srgbClr val="F0992F"/>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Roboto Lt"/>
                  <a:cs typeface="+mn-cs"/>
                </a:endParaRPr>
              </a:p>
            </p:txBody>
          </p:sp>
        </p:grpSp>
      </p:grpSp>
      <p:grpSp>
        <p:nvGrpSpPr>
          <p:cNvPr id="21" name="Group 20"/>
          <p:cNvGrpSpPr/>
          <p:nvPr/>
        </p:nvGrpSpPr>
        <p:grpSpPr>
          <a:xfrm flipH="1">
            <a:off x="6067596" y="2450131"/>
            <a:ext cx="882784" cy="901915"/>
            <a:chOff x="5920323" y="2302554"/>
            <a:chExt cx="2180669" cy="2227927"/>
          </a:xfrm>
          <a:effectLst>
            <a:outerShdw blurRad="177800" dir="18900000" sy="23000" kx="-1200000" algn="bl" rotWithShape="0">
              <a:prstClr val="black">
                <a:alpha val="29000"/>
              </a:prstClr>
            </a:outerShdw>
          </a:effectLst>
        </p:grpSpPr>
        <p:sp>
          <p:nvSpPr>
            <p:cNvPr id="22" name="Freeform 21"/>
            <p:cNvSpPr>
              <a:spLocks/>
            </p:cNvSpPr>
            <p:nvPr/>
          </p:nvSpPr>
          <p:spPr bwMode="auto">
            <a:xfrm>
              <a:off x="7879324" y="4300937"/>
              <a:ext cx="221668" cy="229544"/>
            </a:xfrm>
            <a:custGeom>
              <a:avLst/>
              <a:gdLst>
                <a:gd name="T0" fmla="*/ 68 w 83"/>
                <a:gd name="T1" fmla="*/ 68 h 86"/>
                <a:gd name="T2" fmla="*/ 34 w 83"/>
                <a:gd name="T3" fmla="*/ 30 h 86"/>
                <a:gd name="T4" fmla="*/ 16 w 83"/>
                <a:gd name="T5" fmla="*/ 10 h 86"/>
                <a:gd name="T6" fmla="*/ 6 w 83"/>
                <a:gd name="T7" fmla="*/ 0 h 86"/>
                <a:gd name="T8" fmla="*/ 3 w 83"/>
                <a:gd name="T9" fmla="*/ 5 h 86"/>
                <a:gd name="T10" fmla="*/ 0 w 83"/>
                <a:gd name="T11" fmla="*/ 11 h 86"/>
                <a:gd name="T12" fmla="*/ 9 w 83"/>
                <a:gd name="T13" fmla="*/ 21 h 86"/>
                <a:gd name="T14" fmla="*/ 29 w 83"/>
                <a:gd name="T15" fmla="*/ 39 h 86"/>
                <a:gd name="T16" fmla="*/ 66 w 83"/>
                <a:gd name="T17" fmla="*/ 72 h 86"/>
                <a:gd name="T18" fmla="*/ 83 w 83"/>
                <a:gd name="T19" fmla="*/ 86 h 86"/>
                <a:gd name="T20" fmla="*/ 83 w 83"/>
                <a:gd name="T21" fmla="*/ 85 h 86"/>
                <a:gd name="T22" fmla="*/ 68 w 83"/>
                <a:gd name="T23" fmla="*/ 68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3" h="86">
                  <a:moveTo>
                    <a:pt x="68" y="68"/>
                  </a:moveTo>
                  <a:cubicBezTo>
                    <a:pt x="59" y="57"/>
                    <a:pt x="46" y="44"/>
                    <a:pt x="34" y="30"/>
                  </a:cubicBezTo>
                  <a:cubicBezTo>
                    <a:pt x="28" y="23"/>
                    <a:pt x="22" y="16"/>
                    <a:pt x="16" y="10"/>
                  </a:cubicBezTo>
                  <a:cubicBezTo>
                    <a:pt x="13" y="6"/>
                    <a:pt x="9" y="3"/>
                    <a:pt x="6" y="0"/>
                  </a:cubicBezTo>
                  <a:cubicBezTo>
                    <a:pt x="5" y="2"/>
                    <a:pt x="4" y="4"/>
                    <a:pt x="3" y="5"/>
                  </a:cubicBezTo>
                  <a:cubicBezTo>
                    <a:pt x="2" y="7"/>
                    <a:pt x="1" y="9"/>
                    <a:pt x="0" y="11"/>
                  </a:cubicBezTo>
                  <a:cubicBezTo>
                    <a:pt x="3" y="14"/>
                    <a:pt x="6" y="18"/>
                    <a:pt x="9" y="21"/>
                  </a:cubicBezTo>
                  <a:cubicBezTo>
                    <a:pt x="15" y="27"/>
                    <a:pt x="22" y="33"/>
                    <a:pt x="29" y="39"/>
                  </a:cubicBezTo>
                  <a:cubicBezTo>
                    <a:pt x="42" y="51"/>
                    <a:pt x="56" y="63"/>
                    <a:pt x="66" y="72"/>
                  </a:cubicBezTo>
                  <a:cubicBezTo>
                    <a:pt x="76" y="81"/>
                    <a:pt x="83" y="86"/>
                    <a:pt x="83" y="86"/>
                  </a:cubicBezTo>
                  <a:cubicBezTo>
                    <a:pt x="83" y="85"/>
                    <a:pt x="83" y="85"/>
                    <a:pt x="83" y="85"/>
                  </a:cubicBezTo>
                  <a:cubicBezTo>
                    <a:pt x="83" y="85"/>
                    <a:pt x="77" y="78"/>
                    <a:pt x="68" y="68"/>
                  </a:cubicBezTo>
                  <a:close/>
                </a:path>
              </a:pathLst>
            </a:custGeom>
            <a:solidFill>
              <a:srgbClr val="B1B1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Roboto Lt"/>
                <a:cs typeface="+mn-cs"/>
              </a:endParaRPr>
            </a:p>
          </p:txBody>
        </p:sp>
        <p:sp>
          <p:nvSpPr>
            <p:cNvPr id="29" name="Freeform 22"/>
            <p:cNvSpPr>
              <a:spLocks/>
            </p:cNvSpPr>
            <p:nvPr/>
          </p:nvSpPr>
          <p:spPr bwMode="auto">
            <a:xfrm>
              <a:off x="7375227" y="3756332"/>
              <a:ext cx="554732" cy="640248"/>
            </a:xfrm>
            <a:custGeom>
              <a:avLst/>
              <a:gdLst>
                <a:gd name="T0" fmla="*/ 204 w 208"/>
                <a:gd name="T1" fmla="*/ 156 h 240"/>
                <a:gd name="T2" fmla="*/ 48 w 208"/>
                <a:gd name="T3" fmla="*/ 0 h 240"/>
                <a:gd name="T4" fmla="*/ 48 w 208"/>
                <a:gd name="T5" fmla="*/ 0 h 240"/>
                <a:gd name="T6" fmla="*/ 35 w 208"/>
                <a:gd name="T7" fmla="*/ 53 h 240"/>
                <a:gd name="T8" fmla="*/ 0 w 208"/>
                <a:gd name="T9" fmla="*/ 84 h 240"/>
                <a:gd name="T10" fmla="*/ 156 w 208"/>
                <a:gd name="T11" fmla="*/ 240 h 240"/>
                <a:gd name="T12" fmla="*/ 189 w 208"/>
                <a:gd name="T13" fmla="*/ 215 h 240"/>
                <a:gd name="T14" fmla="*/ 192 w 208"/>
                <a:gd name="T15" fmla="*/ 209 h 240"/>
                <a:gd name="T16" fmla="*/ 195 w 208"/>
                <a:gd name="T17" fmla="*/ 204 h 240"/>
                <a:gd name="T18" fmla="*/ 204 w 208"/>
                <a:gd name="T19" fmla="*/ 156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8" h="240">
                  <a:moveTo>
                    <a:pt x="204" y="156"/>
                  </a:moveTo>
                  <a:cubicBezTo>
                    <a:pt x="48" y="0"/>
                    <a:pt x="48" y="0"/>
                    <a:pt x="48" y="0"/>
                  </a:cubicBezTo>
                  <a:cubicBezTo>
                    <a:pt x="48" y="0"/>
                    <a:pt x="48" y="0"/>
                    <a:pt x="48" y="0"/>
                  </a:cubicBezTo>
                  <a:cubicBezTo>
                    <a:pt x="54" y="6"/>
                    <a:pt x="48" y="30"/>
                    <a:pt x="35" y="53"/>
                  </a:cubicBezTo>
                  <a:cubicBezTo>
                    <a:pt x="22" y="75"/>
                    <a:pt x="7" y="89"/>
                    <a:pt x="0" y="84"/>
                  </a:cubicBezTo>
                  <a:cubicBezTo>
                    <a:pt x="156" y="240"/>
                    <a:pt x="156" y="240"/>
                    <a:pt x="156" y="240"/>
                  </a:cubicBezTo>
                  <a:cubicBezTo>
                    <a:pt x="156" y="240"/>
                    <a:pt x="173" y="237"/>
                    <a:pt x="189" y="215"/>
                  </a:cubicBezTo>
                  <a:cubicBezTo>
                    <a:pt x="190" y="213"/>
                    <a:pt x="191" y="211"/>
                    <a:pt x="192" y="209"/>
                  </a:cubicBezTo>
                  <a:cubicBezTo>
                    <a:pt x="193" y="208"/>
                    <a:pt x="194" y="206"/>
                    <a:pt x="195" y="204"/>
                  </a:cubicBezTo>
                  <a:cubicBezTo>
                    <a:pt x="208" y="179"/>
                    <a:pt x="204" y="156"/>
                    <a:pt x="204" y="156"/>
                  </a:cubicBezTo>
                  <a:close/>
                </a:path>
              </a:pathLst>
            </a:custGeom>
            <a:solidFill>
              <a:srgbClr val="C5C5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Roboto Lt"/>
                <a:cs typeface="+mn-cs"/>
              </a:endParaRPr>
            </a:p>
          </p:txBody>
        </p:sp>
        <p:sp>
          <p:nvSpPr>
            <p:cNvPr id="30" name="Freeform 23"/>
            <p:cNvSpPr>
              <a:spLocks/>
            </p:cNvSpPr>
            <p:nvPr/>
          </p:nvSpPr>
          <p:spPr bwMode="auto">
            <a:xfrm>
              <a:off x="7363975" y="3746206"/>
              <a:ext cx="155280" cy="247548"/>
            </a:xfrm>
            <a:custGeom>
              <a:avLst/>
              <a:gdLst>
                <a:gd name="T0" fmla="*/ 52 w 58"/>
                <a:gd name="T1" fmla="*/ 4 h 93"/>
                <a:gd name="T2" fmla="*/ 32 w 58"/>
                <a:gd name="T3" fmla="*/ 13 h 93"/>
                <a:gd name="T4" fmla="*/ 39 w 58"/>
                <a:gd name="T5" fmla="*/ 21 h 93"/>
                <a:gd name="T6" fmla="*/ 39 w 58"/>
                <a:gd name="T7" fmla="*/ 26 h 93"/>
                <a:gd name="T8" fmla="*/ 32 w 58"/>
                <a:gd name="T9" fmla="*/ 51 h 93"/>
                <a:gd name="T10" fmla="*/ 16 w 58"/>
                <a:gd name="T11" fmla="*/ 66 h 93"/>
                <a:gd name="T12" fmla="*/ 13 w 58"/>
                <a:gd name="T13" fmla="*/ 67 h 93"/>
                <a:gd name="T14" fmla="*/ 5 w 58"/>
                <a:gd name="T15" fmla="*/ 59 h 93"/>
                <a:gd name="T16" fmla="*/ 4 w 58"/>
                <a:gd name="T17" fmla="*/ 87 h 93"/>
                <a:gd name="T18" fmla="*/ 4 w 58"/>
                <a:gd name="T19" fmla="*/ 88 h 93"/>
                <a:gd name="T20" fmla="*/ 39 w 58"/>
                <a:gd name="T21" fmla="*/ 57 h 93"/>
                <a:gd name="T22" fmla="*/ 52 w 58"/>
                <a:gd name="T23" fmla="*/ 4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93">
                  <a:moveTo>
                    <a:pt x="52" y="4"/>
                  </a:moveTo>
                  <a:cubicBezTo>
                    <a:pt x="48" y="0"/>
                    <a:pt x="40" y="4"/>
                    <a:pt x="32" y="13"/>
                  </a:cubicBezTo>
                  <a:cubicBezTo>
                    <a:pt x="37" y="18"/>
                    <a:pt x="39" y="21"/>
                    <a:pt x="39" y="21"/>
                  </a:cubicBezTo>
                  <a:cubicBezTo>
                    <a:pt x="39" y="21"/>
                    <a:pt x="40" y="23"/>
                    <a:pt x="39" y="26"/>
                  </a:cubicBezTo>
                  <a:cubicBezTo>
                    <a:pt x="39" y="31"/>
                    <a:pt x="38" y="40"/>
                    <a:pt x="32" y="51"/>
                  </a:cubicBezTo>
                  <a:cubicBezTo>
                    <a:pt x="25" y="61"/>
                    <a:pt x="20" y="65"/>
                    <a:pt x="16" y="66"/>
                  </a:cubicBezTo>
                  <a:cubicBezTo>
                    <a:pt x="14" y="67"/>
                    <a:pt x="13" y="67"/>
                    <a:pt x="13" y="67"/>
                  </a:cubicBezTo>
                  <a:cubicBezTo>
                    <a:pt x="13" y="67"/>
                    <a:pt x="10" y="64"/>
                    <a:pt x="5" y="59"/>
                  </a:cubicBezTo>
                  <a:cubicBezTo>
                    <a:pt x="1" y="72"/>
                    <a:pt x="0" y="83"/>
                    <a:pt x="4" y="87"/>
                  </a:cubicBezTo>
                  <a:cubicBezTo>
                    <a:pt x="4" y="88"/>
                    <a:pt x="4" y="88"/>
                    <a:pt x="4" y="88"/>
                  </a:cubicBezTo>
                  <a:cubicBezTo>
                    <a:pt x="11" y="93"/>
                    <a:pt x="26" y="79"/>
                    <a:pt x="39" y="57"/>
                  </a:cubicBezTo>
                  <a:cubicBezTo>
                    <a:pt x="52" y="34"/>
                    <a:pt x="58" y="10"/>
                    <a:pt x="52" y="4"/>
                  </a:cubicBezTo>
                  <a:close/>
                </a:path>
              </a:pathLst>
            </a:custGeom>
            <a:solidFill>
              <a:srgbClr val="B1B1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Roboto Lt"/>
                <a:cs typeface="+mn-cs"/>
              </a:endParaRPr>
            </a:p>
          </p:txBody>
        </p:sp>
        <p:sp>
          <p:nvSpPr>
            <p:cNvPr id="31" name="Freeform 24"/>
            <p:cNvSpPr>
              <a:spLocks/>
            </p:cNvSpPr>
            <p:nvPr/>
          </p:nvSpPr>
          <p:spPr bwMode="auto">
            <a:xfrm>
              <a:off x="5920323" y="2783021"/>
              <a:ext cx="534478" cy="459088"/>
            </a:xfrm>
            <a:custGeom>
              <a:avLst/>
              <a:gdLst>
                <a:gd name="T0" fmla="*/ 82 w 200"/>
                <a:gd name="T1" fmla="*/ 64 h 172"/>
                <a:gd name="T2" fmla="*/ 200 w 200"/>
                <a:gd name="T3" fmla="*/ 38 h 172"/>
                <a:gd name="T4" fmla="*/ 200 w 200"/>
                <a:gd name="T5" fmla="*/ 36 h 172"/>
                <a:gd name="T6" fmla="*/ 73 w 200"/>
                <a:gd name="T7" fmla="*/ 14 h 172"/>
                <a:gd name="T8" fmla="*/ 8 w 200"/>
                <a:gd name="T9" fmla="*/ 126 h 172"/>
                <a:gd name="T10" fmla="*/ 63 w 200"/>
                <a:gd name="T11" fmla="*/ 172 h 172"/>
                <a:gd name="T12" fmla="*/ 82 w 200"/>
                <a:gd name="T13" fmla="*/ 64 h 172"/>
              </a:gdLst>
              <a:ahLst/>
              <a:cxnLst>
                <a:cxn ang="0">
                  <a:pos x="T0" y="T1"/>
                </a:cxn>
                <a:cxn ang="0">
                  <a:pos x="T2" y="T3"/>
                </a:cxn>
                <a:cxn ang="0">
                  <a:pos x="T4" y="T5"/>
                </a:cxn>
                <a:cxn ang="0">
                  <a:pos x="T6" y="T7"/>
                </a:cxn>
                <a:cxn ang="0">
                  <a:pos x="T8" y="T9"/>
                </a:cxn>
                <a:cxn ang="0">
                  <a:pos x="T10" y="T11"/>
                </a:cxn>
                <a:cxn ang="0">
                  <a:pos x="T12" y="T13"/>
                </a:cxn>
              </a:cxnLst>
              <a:rect l="0" t="0" r="r" b="b"/>
              <a:pathLst>
                <a:path w="200" h="172">
                  <a:moveTo>
                    <a:pt x="82" y="64"/>
                  </a:moveTo>
                  <a:cubicBezTo>
                    <a:pt x="105" y="25"/>
                    <a:pt x="156" y="22"/>
                    <a:pt x="200" y="38"/>
                  </a:cubicBezTo>
                  <a:cubicBezTo>
                    <a:pt x="200" y="37"/>
                    <a:pt x="199" y="36"/>
                    <a:pt x="200" y="36"/>
                  </a:cubicBezTo>
                  <a:cubicBezTo>
                    <a:pt x="159" y="13"/>
                    <a:pt x="108" y="0"/>
                    <a:pt x="73" y="14"/>
                  </a:cubicBezTo>
                  <a:cubicBezTo>
                    <a:pt x="5" y="41"/>
                    <a:pt x="0" y="80"/>
                    <a:pt x="8" y="126"/>
                  </a:cubicBezTo>
                  <a:cubicBezTo>
                    <a:pt x="13" y="151"/>
                    <a:pt x="34" y="167"/>
                    <a:pt x="63" y="172"/>
                  </a:cubicBezTo>
                  <a:cubicBezTo>
                    <a:pt x="57" y="136"/>
                    <a:pt x="63" y="96"/>
                    <a:pt x="82" y="64"/>
                  </a:cubicBezTo>
                  <a:close/>
                </a:path>
              </a:pathLst>
            </a:custGeom>
            <a:solidFill>
              <a:schemeClr val="accent4">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Roboto Lt"/>
                <a:cs typeface="+mn-cs"/>
              </a:endParaRPr>
            </a:p>
          </p:txBody>
        </p:sp>
        <p:sp>
          <p:nvSpPr>
            <p:cNvPr id="32" name="Freeform 25"/>
            <p:cNvSpPr>
              <a:spLocks/>
            </p:cNvSpPr>
            <p:nvPr/>
          </p:nvSpPr>
          <p:spPr bwMode="auto">
            <a:xfrm>
              <a:off x="6315274" y="2361065"/>
              <a:ext cx="198038" cy="517599"/>
            </a:xfrm>
            <a:custGeom>
              <a:avLst/>
              <a:gdLst>
                <a:gd name="T0" fmla="*/ 40 w 74"/>
                <a:gd name="T1" fmla="*/ 38 h 194"/>
                <a:gd name="T2" fmla="*/ 74 w 74"/>
                <a:gd name="T3" fmla="*/ 0 h 194"/>
                <a:gd name="T4" fmla="*/ 1 w 74"/>
                <a:gd name="T5" fmla="*/ 100 h 194"/>
                <a:gd name="T6" fmla="*/ 52 w 74"/>
                <a:gd name="T7" fmla="*/ 194 h 194"/>
                <a:gd name="T8" fmla="*/ 52 w 74"/>
                <a:gd name="T9" fmla="*/ 194 h 194"/>
                <a:gd name="T10" fmla="*/ 40 w 74"/>
                <a:gd name="T11" fmla="*/ 38 h 194"/>
              </a:gdLst>
              <a:ahLst/>
              <a:cxnLst>
                <a:cxn ang="0">
                  <a:pos x="T0" y="T1"/>
                </a:cxn>
                <a:cxn ang="0">
                  <a:pos x="T2" y="T3"/>
                </a:cxn>
                <a:cxn ang="0">
                  <a:pos x="T4" y="T5"/>
                </a:cxn>
                <a:cxn ang="0">
                  <a:pos x="T6" y="T7"/>
                </a:cxn>
                <a:cxn ang="0">
                  <a:pos x="T8" y="T9"/>
                </a:cxn>
                <a:cxn ang="0">
                  <a:pos x="T10" y="T11"/>
                </a:cxn>
              </a:cxnLst>
              <a:rect l="0" t="0" r="r" b="b"/>
              <a:pathLst>
                <a:path w="74" h="194">
                  <a:moveTo>
                    <a:pt x="40" y="38"/>
                  </a:moveTo>
                  <a:cubicBezTo>
                    <a:pt x="50" y="21"/>
                    <a:pt x="62" y="9"/>
                    <a:pt x="74" y="0"/>
                  </a:cubicBezTo>
                  <a:cubicBezTo>
                    <a:pt x="32" y="10"/>
                    <a:pt x="0" y="31"/>
                    <a:pt x="1" y="100"/>
                  </a:cubicBezTo>
                  <a:cubicBezTo>
                    <a:pt x="1" y="132"/>
                    <a:pt x="23" y="166"/>
                    <a:pt x="52" y="194"/>
                  </a:cubicBezTo>
                  <a:cubicBezTo>
                    <a:pt x="52" y="194"/>
                    <a:pt x="52" y="194"/>
                    <a:pt x="52" y="194"/>
                  </a:cubicBezTo>
                  <a:cubicBezTo>
                    <a:pt x="29" y="143"/>
                    <a:pt x="18" y="77"/>
                    <a:pt x="40" y="38"/>
                  </a:cubicBezTo>
                  <a:close/>
                </a:path>
              </a:pathLst>
            </a:custGeom>
            <a:solidFill>
              <a:schemeClr val="accent4">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Roboto Lt"/>
                <a:cs typeface="+mn-cs"/>
              </a:endParaRPr>
            </a:p>
          </p:txBody>
        </p:sp>
        <p:sp>
          <p:nvSpPr>
            <p:cNvPr id="33" name="Freeform 26"/>
            <p:cNvSpPr>
              <a:spLocks/>
            </p:cNvSpPr>
            <p:nvPr/>
          </p:nvSpPr>
          <p:spPr bwMode="auto">
            <a:xfrm>
              <a:off x="6072227" y="2841532"/>
              <a:ext cx="569359" cy="690883"/>
            </a:xfrm>
            <a:custGeom>
              <a:avLst/>
              <a:gdLst>
                <a:gd name="T0" fmla="*/ 199 w 213"/>
                <a:gd name="T1" fmla="*/ 83 h 259"/>
                <a:gd name="T2" fmla="*/ 143 w 213"/>
                <a:gd name="T3" fmla="*/ 16 h 259"/>
                <a:gd name="T4" fmla="*/ 25 w 213"/>
                <a:gd name="T5" fmla="*/ 42 h 259"/>
                <a:gd name="T6" fmla="*/ 6 w 213"/>
                <a:gd name="T7" fmla="*/ 150 h 259"/>
                <a:gd name="T8" fmla="*/ 39 w 213"/>
                <a:gd name="T9" fmla="*/ 218 h 259"/>
                <a:gd name="T10" fmla="*/ 172 w 213"/>
                <a:gd name="T11" fmla="*/ 190 h 259"/>
                <a:gd name="T12" fmla="*/ 211 w 213"/>
                <a:gd name="T13" fmla="*/ 104 h 259"/>
                <a:gd name="T14" fmla="*/ 213 w 213"/>
                <a:gd name="T15" fmla="*/ 99 h 259"/>
                <a:gd name="T16" fmla="*/ 212 w 213"/>
                <a:gd name="T17" fmla="*/ 98 h 259"/>
                <a:gd name="T18" fmla="*/ 199 w 213"/>
                <a:gd name="T19" fmla="*/ 83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3" h="259">
                  <a:moveTo>
                    <a:pt x="199" y="83"/>
                  </a:moveTo>
                  <a:cubicBezTo>
                    <a:pt x="173" y="54"/>
                    <a:pt x="145" y="23"/>
                    <a:pt x="143" y="16"/>
                  </a:cubicBezTo>
                  <a:cubicBezTo>
                    <a:pt x="99" y="0"/>
                    <a:pt x="48" y="3"/>
                    <a:pt x="25" y="42"/>
                  </a:cubicBezTo>
                  <a:cubicBezTo>
                    <a:pt x="6" y="74"/>
                    <a:pt x="0" y="114"/>
                    <a:pt x="6" y="150"/>
                  </a:cubicBezTo>
                  <a:cubicBezTo>
                    <a:pt x="11" y="176"/>
                    <a:pt x="22" y="201"/>
                    <a:pt x="39" y="218"/>
                  </a:cubicBezTo>
                  <a:cubicBezTo>
                    <a:pt x="80" y="259"/>
                    <a:pt x="140" y="246"/>
                    <a:pt x="172" y="190"/>
                  </a:cubicBezTo>
                  <a:cubicBezTo>
                    <a:pt x="191" y="158"/>
                    <a:pt x="207" y="130"/>
                    <a:pt x="211" y="104"/>
                  </a:cubicBezTo>
                  <a:cubicBezTo>
                    <a:pt x="212" y="102"/>
                    <a:pt x="213" y="101"/>
                    <a:pt x="213" y="99"/>
                  </a:cubicBezTo>
                  <a:cubicBezTo>
                    <a:pt x="213" y="99"/>
                    <a:pt x="213" y="98"/>
                    <a:pt x="212" y="98"/>
                  </a:cubicBezTo>
                  <a:cubicBezTo>
                    <a:pt x="207" y="92"/>
                    <a:pt x="203" y="87"/>
                    <a:pt x="199" y="83"/>
                  </a:cubicBezTo>
                  <a:close/>
                </a:path>
              </a:pathLst>
            </a:custGeom>
            <a:solidFill>
              <a:schemeClr val="accent4">
                <a:lumMod val="60000"/>
                <a:lumOff val="40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Roboto Lt"/>
                <a:cs typeface="+mn-cs"/>
              </a:endParaRPr>
            </a:p>
          </p:txBody>
        </p:sp>
        <p:sp>
          <p:nvSpPr>
            <p:cNvPr id="34" name="Freeform 27"/>
            <p:cNvSpPr>
              <a:spLocks/>
            </p:cNvSpPr>
            <p:nvPr/>
          </p:nvSpPr>
          <p:spPr bwMode="auto">
            <a:xfrm>
              <a:off x="6363658" y="2302554"/>
              <a:ext cx="541229" cy="755020"/>
            </a:xfrm>
            <a:custGeom>
              <a:avLst/>
              <a:gdLst>
                <a:gd name="T0" fmla="*/ 22 w 203"/>
                <a:gd name="T1" fmla="*/ 60 h 283"/>
                <a:gd name="T2" fmla="*/ 34 w 203"/>
                <a:gd name="T3" fmla="*/ 216 h 283"/>
                <a:gd name="T4" fmla="*/ 72 w 203"/>
                <a:gd name="T5" fmla="*/ 246 h 283"/>
                <a:gd name="T6" fmla="*/ 95 w 203"/>
                <a:gd name="T7" fmla="*/ 267 h 283"/>
                <a:gd name="T8" fmla="*/ 99 w 203"/>
                <a:gd name="T9" fmla="*/ 270 h 283"/>
                <a:gd name="T10" fmla="*/ 113 w 203"/>
                <a:gd name="T11" fmla="*/ 283 h 283"/>
                <a:gd name="T12" fmla="*/ 170 w 203"/>
                <a:gd name="T13" fmla="*/ 207 h 283"/>
                <a:gd name="T14" fmla="*/ 155 w 203"/>
                <a:gd name="T15" fmla="*/ 31 h 283"/>
                <a:gd name="T16" fmla="*/ 56 w 203"/>
                <a:gd name="T17" fmla="*/ 22 h 283"/>
                <a:gd name="T18" fmla="*/ 22 w 203"/>
                <a:gd name="T19" fmla="*/ 60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83">
                  <a:moveTo>
                    <a:pt x="22" y="60"/>
                  </a:moveTo>
                  <a:cubicBezTo>
                    <a:pt x="0" y="99"/>
                    <a:pt x="11" y="165"/>
                    <a:pt x="34" y="216"/>
                  </a:cubicBezTo>
                  <a:cubicBezTo>
                    <a:pt x="37" y="216"/>
                    <a:pt x="55" y="231"/>
                    <a:pt x="72" y="246"/>
                  </a:cubicBezTo>
                  <a:cubicBezTo>
                    <a:pt x="79" y="252"/>
                    <a:pt x="87" y="259"/>
                    <a:pt x="95" y="267"/>
                  </a:cubicBezTo>
                  <a:cubicBezTo>
                    <a:pt x="97" y="268"/>
                    <a:pt x="98" y="269"/>
                    <a:pt x="99" y="270"/>
                  </a:cubicBezTo>
                  <a:cubicBezTo>
                    <a:pt x="103" y="274"/>
                    <a:pt x="108" y="278"/>
                    <a:pt x="113" y="283"/>
                  </a:cubicBezTo>
                  <a:cubicBezTo>
                    <a:pt x="133" y="272"/>
                    <a:pt x="150" y="241"/>
                    <a:pt x="170" y="207"/>
                  </a:cubicBezTo>
                  <a:cubicBezTo>
                    <a:pt x="203" y="151"/>
                    <a:pt x="196" y="72"/>
                    <a:pt x="155" y="31"/>
                  </a:cubicBezTo>
                  <a:cubicBezTo>
                    <a:pt x="126" y="2"/>
                    <a:pt x="88" y="0"/>
                    <a:pt x="56" y="22"/>
                  </a:cubicBezTo>
                  <a:cubicBezTo>
                    <a:pt x="44" y="31"/>
                    <a:pt x="32" y="43"/>
                    <a:pt x="22" y="60"/>
                  </a:cubicBezTo>
                  <a:close/>
                </a:path>
              </a:pathLst>
            </a:custGeom>
            <a:solidFill>
              <a:schemeClr val="accent4">
                <a:lumMod val="60000"/>
                <a:lumOff val="40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Roboto Lt"/>
                <a:cs typeface="+mn-cs"/>
              </a:endParaRPr>
            </a:p>
          </p:txBody>
        </p:sp>
        <p:sp>
          <p:nvSpPr>
            <p:cNvPr id="35" name="Freeform 28"/>
            <p:cNvSpPr>
              <a:spLocks/>
            </p:cNvSpPr>
            <p:nvPr/>
          </p:nvSpPr>
          <p:spPr bwMode="auto">
            <a:xfrm>
              <a:off x="6451425" y="2878664"/>
              <a:ext cx="1019446" cy="1046451"/>
            </a:xfrm>
            <a:custGeom>
              <a:avLst/>
              <a:gdLst>
                <a:gd name="T0" fmla="*/ 381 w 382"/>
                <a:gd name="T1" fmla="*/ 346 h 392"/>
                <a:gd name="T2" fmla="*/ 374 w 382"/>
                <a:gd name="T3" fmla="*/ 338 h 392"/>
                <a:gd name="T4" fmla="*/ 80 w 382"/>
                <a:gd name="T5" fmla="*/ 67 h 392"/>
                <a:gd name="T6" fmla="*/ 66 w 382"/>
                <a:gd name="T7" fmla="*/ 54 h 392"/>
                <a:gd name="T8" fmla="*/ 62 w 382"/>
                <a:gd name="T9" fmla="*/ 51 h 392"/>
                <a:gd name="T10" fmla="*/ 39 w 382"/>
                <a:gd name="T11" fmla="*/ 30 h 392"/>
                <a:gd name="T12" fmla="*/ 1 w 382"/>
                <a:gd name="T13" fmla="*/ 0 h 392"/>
                <a:gd name="T14" fmla="*/ 1 w 382"/>
                <a:gd name="T15" fmla="*/ 0 h 392"/>
                <a:gd name="T16" fmla="*/ 1 w 382"/>
                <a:gd name="T17" fmla="*/ 0 h 392"/>
                <a:gd name="T18" fmla="*/ 1 w 382"/>
                <a:gd name="T19" fmla="*/ 0 h 392"/>
                <a:gd name="T20" fmla="*/ 1 w 382"/>
                <a:gd name="T21" fmla="*/ 2 h 392"/>
                <a:gd name="T22" fmla="*/ 57 w 382"/>
                <a:gd name="T23" fmla="*/ 69 h 392"/>
                <a:gd name="T24" fmla="*/ 70 w 382"/>
                <a:gd name="T25" fmla="*/ 84 h 392"/>
                <a:gd name="T26" fmla="*/ 71 w 382"/>
                <a:gd name="T27" fmla="*/ 85 h 392"/>
                <a:gd name="T28" fmla="*/ 347 w 382"/>
                <a:gd name="T29" fmla="*/ 384 h 392"/>
                <a:gd name="T30" fmla="*/ 355 w 382"/>
                <a:gd name="T31" fmla="*/ 392 h 392"/>
                <a:gd name="T32" fmla="*/ 358 w 382"/>
                <a:gd name="T33" fmla="*/ 391 h 392"/>
                <a:gd name="T34" fmla="*/ 374 w 382"/>
                <a:gd name="T35" fmla="*/ 376 h 392"/>
                <a:gd name="T36" fmla="*/ 381 w 382"/>
                <a:gd name="T37" fmla="*/ 351 h 392"/>
                <a:gd name="T38" fmla="*/ 381 w 382"/>
                <a:gd name="T39" fmla="*/ 346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82" h="392">
                  <a:moveTo>
                    <a:pt x="381" y="346"/>
                  </a:moveTo>
                  <a:cubicBezTo>
                    <a:pt x="381" y="346"/>
                    <a:pt x="379" y="343"/>
                    <a:pt x="374" y="338"/>
                  </a:cubicBezTo>
                  <a:cubicBezTo>
                    <a:pt x="337" y="304"/>
                    <a:pt x="177" y="154"/>
                    <a:pt x="80" y="67"/>
                  </a:cubicBezTo>
                  <a:cubicBezTo>
                    <a:pt x="75" y="62"/>
                    <a:pt x="70" y="58"/>
                    <a:pt x="66" y="54"/>
                  </a:cubicBezTo>
                  <a:cubicBezTo>
                    <a:pt x="65" y="53"/>
                    <a:pt x="64" y="52"/>
                    <a:pt x="62" y="51"/>
                  </a:cubicBezTo>
                  <a:cubicBezTo>
                    <a:pt x="54" y="43"/>
                    <a:pt x="46" y="36"/>
                    <a:pt x="39" y="30"/>
                  </a:cubicBezTo>
                  <a:cubicBezTo>
                    <a:pt x="22" y="15"/>
                    <a:pt x="4" y="0"/>
                    <a:pt x="1" y="0"/>
                  </a:cubicBezTo>
                  <a:cubicBezTo>
                    <a:pt x="1" y="0"/>
                    <a:pt x="1" y="0"/>
                    <a:pt x="1" y="0"/>
                  </a:cubicBezTo>
                  <a:cubicBezTo>
                    <a:pt x="1" y="0"/>
                    <a:pt x="1" y="0"/>
                    <a:pt x="1" y="0"/>
                  </a:cubicBezTo>
                  <a:cubicBezTo>
                    <a:pt x="1" y="0"/>
                    <a:pt x="1" y="0"/>
                    <a:pt x="1" y="0"/>
                  </a:cubicBezTo>
                  <a:cubicBezTo>
                    <a:pt x="0" y="0"/>
                    <a:pt x="1" y="1"/>
                    <a:pt x="1" y="2"/>
                  </a:cubicBezTo>
                  <a:cubicBezTo>
                    <a:pt x="3" y="9"/>
                    <a:pt x="31" y="40"/>
                    <a:pt x="57" y="69"/>
                  </a:cubicBezTo>
                  <a:cubicBezTo>
                    <a:pt x="61" y="73"/>
                    <a:pt x="65" y="78"/>
                    <a:pt x="70" y="84"/>
                  </a:cubicBezTo>
                  <a:cubicBezTo>
                    <a:pt x="71" y="84"/>
                    <a:pt x="71" y="85"/>
                    <a:pt x="71" y="85"/>
                  </a:cubicBezTo>
                  <a:cubicBezTo>
                    <a:pt x="162" y="186"/>
                    <a:pt x="312" y="347"/>
                    <a:pt x="347" y="384"/>
                  </a:cubicBezTo>
                  <a:cubicBezTo>
                    <a:pt x="352" y="389"/>
                    <a:pt x="355" y="392"/>
                    <a:pt x="355" y="392"/>
                  </a:cubicBezTo>
                  <a:cubicBezTo>
                    <a:pt x="355" y="392"/>
                    <a:pt x="356" y="392"/>
                    <a:pt x="358" y="391"/>
                  </a:cubicBezTo>
                  <a:cubicBezTo>
                    <a:pt x="362" y="390"/>
                    <a:pt x="367" y="386"/>
                    <a:pt x="374" y="376"/>
                  </a:cubicBezTo>
                  <a:cubicBezTo>
                    <a:pt x="380" y="365"/>
                    <a:pt x="381" y="356"/>
                    <a:pt x="381" y="351"/>
                  </a:cubicBezTo>
                  <a:cubicBezTo>
                    <a:pt x="382" y="348"/>
                    <a:pt x="381" y="346"/>
                    <a:pt x="381" y="346"/>
                  </a:cubicBezTo>
                  <a:close/>
                </a:path>
              </a:pathLst>
            </a:custGeom>
            <a:solidFill>
              <a:schemeClr val="accent4">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Roboto Lt"/>
                <a:cs typeface="+mn-cs"/>
              </a:endParaRPr>
            </a:p>
          </p:txBody>
        </p:sp>
      </p:grpSp>
      <p:grpSp>
        <p:nvGrpSpPr>
          <p:cNvPr id="36" name="Group 35"/>
          <p:cNvGrpSpPr/>
          <p:nvPr/>
        </p:nvGrpSpPr>
        <p:grpSpPr>
          <a:xfrm>
            <a:off x="5197511" y="2830484"/>
            <a:ext cx="882784" cy="901915"/>
            <a:chOff x="5920323" y="2302554"/>
            <a:chExt cx="2180669" cy="2227927"/>
          </a:xfrm>
          <a:effectLst>
            <a:outerShdw blurRad="177800" dir="18900000" sy="23000" kx="-1200000" algn="bl" rotWithShape="0">
              <a:prstClr val="black">
                <a:alpha val="29000"/>
              </a:prstClr>
            </a:outerShdw>
          </a:effectLst>
        </p:grpSpPr>
        <p:sp>
          <p:nvSpPr>
            <p:cNvPr id="37" name="Freeform 36"/>
            <p:cNvSpPr>
              <a:spLocks/>
            </p:cNvSpPr>
            <p:nvPr/>
          </p:nvSpPr>
          <p:spPr bwMode="auto">
            <a:xfrm>
              <a:off x="7879324" y="4300937"/>
              <a:ext cx="221668" cy="229544"/>
            </a:xfrm>
            <a:custGeom>
              <a:avLst/>
              <a:gdLst>
                <a:gd name="T0" fmla="*/ 68 w 83"/>
                <a:gd name="T1" fmla="*/ 68 h 86"/>
                <a:gd name="T2" fmla="*/ 34 w 83"/>
                <a:gd name="T3" fmla="*/ 30 h 86"/>
                <a:gd name="T4" fmla="*/ 16 w 83"/>
                <a:gd name="T5" fmla="*/ 10 h 86"/>
                <a:gd name="T6" fmla="*/ 6 w 83"/>
                <a:gd name="T7" fmla="*/ 0 h 86"/>
                <a:gd name="T8" fmla="*/ 3 w 83"/>
                <a:gd name="T9" fmla="*/ 5 h 86"/>
                <a:gd name="T10" fmla="*/ 0 w 83"/>
                <a:gd name="T11" fmla="*/ 11 h 86"/>
                <a:gd name="T12" fmla="*/ 9 w 83"/>
                <a:gd name="T13" fmla="*/ 21 h 86"/>
                <a:gd name="T14" fmla="*/ 29 w 83"/>
                <a:gd name="T15" fmla="*/ 39 h 86"/>
                <a:gd name="T16" fmla="*/ 66 w 83"/>
                <a:gd name="T17" fmla="*/ 72 h 86"/>
                <a:gd name="T18" fmla="*/ 83 w 83"/>
                <a:gd name="T19" fmla="*/ 86 h 86"/>
                <a:gd name="T20" fmla="*/ 83 w 83"/>
                <a:gd name="T21" fmla="*/ 85 h 86"/>
                <a:gd name="T22" fmla="*/ 68 w 83"/>
                <a:gd name="T23" fmla="*/ 68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3" h="86">
                  <a:moveTo>
                    <a:pt x="68" y="68"/>
                  </a:moveTo>
                  <a:cubicBezTo>
                    <a:pt x="59" y="57"/>
                    <a:pt x="46" y="44"/>
                    <a:pt x="34" y="30"/>
                  </a:cubicBezTo>
                  <a:cubicBezTo>
                    <a:pt x="28" y="23"/>
                    <a:pt x="22" y="16"/>
                    <a:pt x="16" y="10"/>
                  </a:cubicBezTo>
                  <a:cubicBezTo>
                    <a:pt x="13" y="6"/>
                    <a:pt x="9" y="3"/>
                    <a:pt x="6" y="0"/>
                  </a:cubicBezTo>
                  <a:cubicBezTo>
                    <a:pt x="5" y="2"/>
                    <a:pt x="4" y="4"/>
                    <a:pt x="3" y="5"/>
                  </a:cubicBezTo>
                  <a:cubicBezTo>
                    <a:pt x="2" y="7"/>
                    <a:pt x="1" y="9"/>
                    <a:pt x="0" y="11"/>
                  </a:cubicBezTo>
                  <a:cubicBezTo>
                    <a:pt x="3" y="14"/>
                    <a:pt x="6" y="18"/>
                    <a:pt x="9" y="21"/>
                  </a:cubicBezTo>
                  <a:cubicBezTo>
                    <a:pt x="15" y="27"/>
                    <a:pt x="22" y="33"/>
                    <a:pt x="29" y="39"/>
                  </a:cubicBezTo>
                  <a:cubicBezTo>
                    <a:pt x="42" y="51"/>
                    <a:pt x="56" y="63"/>
                    <a:pt x="66" y="72"/>
                  </a:cubicBezTo>
                  <a:cubicBezTo>
                    <a:pt x="76" y="81"/>
                    <a:pt x="83" y="86"/>
                    <a:pt x="83" y="86"/>
                  </a:cubicBezTo>
                  <a:cubicBezTo>
                    <a:pt x="83" y="85"/>
                    <a:pt x="83" y="85"/>
                    <a:pt x="83" y="85"/>
                  </a:cubicBezTo>
                  <a:cubicBezTo>
                    <a:pt x="83" y="85"/>
                    <a:pt x="77" y="78"/>
                    <a:pt x="68" y="68"/>
                  </a:cubicBezTo>
                  <a:close/>
                </a:path>
              </a:pathLst>
            </a:custGeom>
            <a:solidFill>
              <a:srgbClr val="B1B1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Roboto Lt"/>
                <a:cs typeface="+mn-cs"/>
              </a:endParaRPr>
            </a:p>
          </p:txBody>
        </p:sp>
        <p:sp>
          <p:nvSpPr>
            <p:cNvPr id="38" name="Freeform 22"/>
            <p:cNvSpPr>
              <a:spLocks/>
            </p:cNvSpPr>
            <p:nvPr/>
          </p:nvSpPr>
          <p:spPr bwMode="auto">
            <a:xfrm>
              <a:off x="7375227" y="3756332"/>
              <a:ext cx="554732" cy="640248"/>
            </a:xfrm>
            <a:custGeom>
              <a:avLst/>
              <a:gdLst>
                <a:gd name="T0" fmla="*/ 204 w 208"/>
                <a:gd name="T1" fmla="*/ 156 h 240"/>
                <a:gd name="T2" fmla="*/ 48 w 208"/>
                <a:gd name="T3" fmla="*/ 0 h 240"/>
                <a:gd name="T4" fmla="*/ 48 w 208"/>
                <a:gd name="T5" fmla="*/ 0 h 240"/>
                <a:gd name="T6" fmla="*/ 35 w 208"/>
                <a:gd name="T7" fmla="*/ 53 h 240"/>
                <a:gd name="T8" fmla="*/ 0 w 208"/>
                <a:gd name="T9" fmla="*/ 84 h 240"/>
                <a:gd name="T10" fmla="*/ 156 w 208"/>
                <a:gd name="T11" fmla="*/ 240 h 240"/>
                <a:gd name="T12" fmla="*/ 189 w 208"/>
                <a:gd name="T13" fmla="*/ 215 h 240"/>
                <a:gd name="T14" fmla="*/ 192 w 208"/>
                <a:gd name="T15" fmla="*/ 209 h 240"/>
                <a:gd name="T16" fmla="*/ 195 w 208"/>
                <a:gd name="T17" fmla="*/ 204 h 240"/>
                <a:gd name="T18" fmla="*/ 204 w 208"/>
                <a:gd name="T19" fmla="*/ 156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8" h="240">
                  <a:moveTo>
                    <a:pt x="204" y="156"/>
                  </a:moveTo>
                  <a:cubicBezTo>
                    <a:pt x="48" y="0"/>
                    <a:pt x="48" y="0"/>
                    <a:pt x="48" y="0"/>
                  </a:cubicBezTo>
                  <a:cubicBezTo>
                    <a:pt x="48" y="0"/>
                    <a:pt x="48" y="0"/>
                    <a:pt x="48" y="0"/>
                  </a:cubicBezTo>
                  <a:cubicBezTo>
                    <a:pt x="54" y="6"/>
                    <a:pt x="48" y="30"/>
                    <a:pt x="35" y="53"/>
                  </a:cubicBezTo>
                  <a:cubicBezTo>
                    <a:pt x="22" y="75"/>
                    <a:pt x="7" y="89"/>
                    <a:pt x="0" y="84"/>
                  </a:cubicBezTo>
                  <a:cubicBezTo>
                    <a:pt x="156" y="240"/>
                    <a:pt x="156" y="240"/>
                    <a:pt x="156" y="240"/>
                  </a:cubicBezTo>
                  <a:cubicBezTo>
                    <a:pt x="156" y="240"/>
                    <a:pt x="173" y="237"/>
                    <a:pt x="189" y="215"/>
                  </a:cubicBezTo>
                  <a:cubicBezTo>
                    <a:pt x="190" y="213"/>
                    <a:pt x="191" y="211"/>
                    <a:pt x="192" y="209"/>
                  </a:cubicBezTo>
                  <a:cubicBezTo>
                    <a:pt x="193" y="208"/>
                    <a:pt x="194" y="206"/>
                    <a:pt x="195" y="204"/>
                  </a:cubicBezTo>
                  <a:cubicBezTo>
                    <a:pt x="208" y="179"/>
                    <a:pt x="204" y="156"/>
                    <a:pt x="204" y="156"/>
                  </a:cubicBezTo>
                  <a:close/>
                </a:path>
              </a:pathLst>
            </a:custGeom>
            <a:solidFill>
              <a:srgbClr val="C5C5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Roboto Lt"/>
                <a:cs typeface="+mn-cs"/>
              </a:endParaRPr>
            </a:p>
          </p:txBody>
        </p:sp>
        <p:sp>
          <p:nvSpPr>
            <p:cNvPr id="39" name="Freeform 23"/>
            <p:cNvSpPr>
              <a:spLocks/>
            </p:cNvSpPr>
            <p:nvPr/>
          </p:nvSpPr>
          <p:spPr bwMode="auto">
            <a:xfrm>
              <a:off x="7363975" y="3746206"/>
              <a:ext cx="155280" cy="247548"/>
            </a:xfrm>
            <a:custGeom>
              <a:avLst/>
              <a:gdLst>
                <a:gd name="T0" fmla="*/ 52 w 58"/>
                <a:gd name="T1" fmla="*/ 4 h 93"/>
                <a:gd name="T2" fmla="*/ 32 w 58"/>
                <a:gd name="T3" fmla="*/ 13 h 93"/>
                <a:gd name="T4" fmla="*/ 39 w 58"/>
                <a:gd name="T5" fmla="*/ 21 h 93"/>
                <a:gd name="T6" fmla="*/ 39 w 58"/>
                <a:gd name="T7" fmla="*/ 26 h 93"/>
                <a:gd name="T8" fmla="*/ 32 w 58"/>
                <a:gd name="T9" fmla="*/ 51 h 93"/>
                <a:gd name="T10" fmla="*/ 16 w 58"/>
                <a:gd name="T11" fmla="*/ 66 h 93"/>
                <a:gd name="T12" fmla="*/ 13 w 58"/>
                <a:gd name="T13" fmla="*/ 67 h 93"/>
                <a:gd name="T14" fmla="*/ 5 w 58"/>
                <a:gd name="T15" fmla="*/ 59 h 93"/>
                <a:gd name="T16" fmla="*/ 4 w 58"/>
                <a:gd name="T17" fmla="*/ 87 h 93"/>
                <a:gd name="T18" fmla="*/ 4 w 58"/>
                <a:gd name="T19" fmla="*/ 88 h 93"/>
                <a:gd name="T20" fmla="*/ 39 w 58"/>
                <a:gd name="T21" fmla="*/ 57 h 93"/>
                <a:gd name="T22" fmla="*/ 52 w 58"/>
                <a:gd name="T23" fmla="*/ 4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93">
                  <a:moveTo>
                    <a:pt x="52" y="4"/>
                  </a:moveTo>
                  <a:cubicBezTo>
                    <a:pt x="48" y="0"/>
                    <a:pt x="40" y="4"/>
                    <a:pt x="32" y="13"/>
                  </a:cubicBezTo>
                  <a:cubicBezTo>
                    <a:pt x="37" y="18"/>
                    <a:pt x="39" y="21"/>
                    <a:pt x="39" y="21"/>
                  </a:cubicBezTo>
                  <a:cubicBezTo>
                    <a:pt x="39" y="21"/>
                    <a:pt x="40" y="23"/>
                    <a:pt x="39" y="26"/>
                  </a:cubicBezTo>
                  <a:cubicBezTo>
                    <a:pt x="39" y="31"/>
                    <a:pt x="38" y="40"/>
                    <a:pt x="32" y="51"/>
                  </a:cubicBezTo>
                  <a:cubicBezTo>
                    <a:pt x="25" y="61"/>
                    <a:pt x="20" y="65"/>
                    <a:pt x="16" y="66"/>
                  </a:cubicBezTo>
                  <a:cubicBezTo>
                    <a:pt x="14" y="67"/>
                    <a:pt x="13" y="67"/>
                    <a:pt x="13" y="67"/>
                  </a:cubicBezTo>
                  <a:cubicBezTo>
                    <a:pt x="13" y="67"/>
                    <a:pt x="10" y="64"/>
                    <a:pt x="5" y="59"/>
                  </a:cubicBezTo>
                  <a:cubicBezTo>
                    <a:pt x="1" y="72"/>
                    <a:pt x="0" y="83"/>
                    <a:pt x="4" y="87"/>
                  </a:cubicBezTo>
                  <a:cubicBezTo>
                    <a:pt x="4" y="88"/>
                    <a:pt x="4" y="88"/>
                    <a:pt x="4" y="88"/>
                  </a:cubicBezTo>
                  <a:cubicBezTo>
                    <a:pt x="11" y="93"/>
                    <a:pt x="26" y="79"/>
                    <a:pt x="39" y="57"/>
                  </a:cubicBezTo>
                  <a:cubicBezTo>
                    <a:pt x="52" y="34"/>
                    <a:pt x="58" y="10"/>
                    <a:pt x="52" y="4"/>
                  </a:cubicBezTo>
                  <a:close/>
                </a:path>
              </a:pathLst>
            </a:custGeom>
            <a:solidFill>
              <a:srgbClr val="B1B1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Roboto Lt"/>
                <a:cs typeface="+mn-cs"/>
              </a:endParaRPr>
            </a:p>
          </p:txBody>
        </p:sp>
        <p:sp>
          <p:nvSpPr>
            <p:cNvPr id="40" name="Freeform 24"/>
            <p:cNvSpPr>
              <a:spLocks/>
            </p:cNvSpPr>
            <p:nvPr/>
          </p:nvSpPr>
          <p:spPr bwMode="auto">
            <a:xfrm>
              <a:off x="5920323" y="2783021"/>
              <a:ext cx="534478" cy="459088"/>
            </a:xfrm>
            <a:custGeom>
              <a:avLst/>
              <a:gdLst>
                <a:gd name="T0" fmla="*/ 82 w 200"/>
                <a:gd name="T1" fmla="*/ 64 h 172"/>
                <a:gd name="T2" fmla="*/ 200 w 200"/>
                <a:gd name="T3" fmla="*/ 38 h 172"/>
                <a:gd name="T4" fmla="*/ 200 w 200"/>
                <a:gd name="T5" fmla="*/ 36 h 172"/>
                <a:gd name="T6" fmla="*/ 73 w 200"/>
                <a:gd name="T7" fmla="*/ 14 h 172"/>
                <a:gd name="T8" fmla="*/ 8 w 200"/>
                <a:gd name="T9" fmla="*/ 126 h 172"/>
                <a:gd name="T10" fmla="*/ 63 w 200"/>
                <a:gd name="T11" fmla="*/ 172 h 172"/>
                <a:gd name="T12" fmla="*/ 82 w 200"/>
                <a:gd name="T13" fmla="*/ 64 h 172"/>
              </a:gdLst>
              <a:ahLst/>
              <a:cxnLst>
                <a:cxn ang="0">
                  <a:pos x="T0" y="T1"/>
                </a:cxn>
                <a:cxn ang="0">
                  <a:pos x="T2" y="T3"/>
                </a:cxn>
                <a:cxn ang="0">
                  <a:pos x="T4" y="T5"/>
                </a:cxn>
                <a:cxn ang="0">
                  <a:pos x="T6" y="T7"/>
                </a:cxn>
                <a:cxn ang="0">
                  <a:pos x="T8" y="T9"/>
                </a:cxn>
                <a:cxn ang="0">
                  <a:pos x="T10" y="T11"/>
                </a:cxn>
                <a:cxn ang="0">
                  <a:pos x="T12" y="T13"/>
                </a:cxn>
              </a:cxnLst>
              <a:rect l="0" t="0" r="r" b="b"/>
              <a:pathLst>
                <a:path w="200" h="172">
                  <a:moveTo>
                    <a:pt x="82" y="64"/>
                  </a:moveTo>
                  <a:cubicBezTo>
                    <a:pt x="105" y="25"/>
                    <a:pt x="156" y="22"/>
                    <a:pt x="200" y="38"/>
                  </a:cubicBezTo>
                  <a:cubicBezTo>
                    <a:pt x="200" y="37"/>
                    <a:pt x="199" y="36"/>
                    <a:pt x="200" y="36"/>
                  </a:cubicBezTo>
                  <a:cubicBezTo>
                    <a:pt x="159" y="13"/>
                    <a:pt x="108" y="0"/>
                    <a:pt x="73" y="14"/>
                  </a:cubicBezTo>
                  <a:cubicBezTo>
                    <a:pt x="5" y="41"/>
                    <a:pt x="0" y="80"/>
                    <a:pt x="8" y="126"/>
                  </a:cubicBezTo>
                  <a:cubicBezTo>
                    <a:pt x="13" y="151"/>
                    <a:pt x="34" y="167"/>
                    <a:pt x="63" y="172"/>
                  </a:cubicBezTo>
                  <a:cubicBezTo>
                    <a:pt x="57" y="136"/>
                    <a:pt x="63" y="96"/>
                    <a:pt x="82" y="64"/>
                  </a:cubicBezTo>
                  <a:close/>
                </a:path>
              </a:pathLst>
            </a:custGeom>
            <a:solidFill>
              <a:schemeClr val="accent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Roboto Lt"/>
                <a:cs typeface="+mn-cs"/>
              </a:endParaRPr>
            </a:p>
          </p:txBody>
        </p:sp>
        <p:sp>
          <p:nvSpPr>
            <p:cNvPr id="41" name="Freeform 25"/>
            <p:cNvSpPr>
              <a:spLocks/>
            </p:cNvSpPr>
            <p:nvPr/>
          </p:nvSpPr>
          <p:spPr bwMode="auto">
            <a:xfrm>
              <a:off x="6315274" y="2361065"/>
              <a:ext cx="198038" cy="517599"/>
            </a:xfrm>
            <a:custGeom>
              <a:avLst/>
              <a:gdLst>
                <a:gd name="T0" fmla="*/ 40 w 74"/>
                <a:gd name="T1" fmla="*/ 38 h 194"/>
                <a:gd name="T2" fmla="*/ 74 w 74"/>
                <a:gd name="T3" fmla="*/ 0 h 194"/>
                <a:gd name="T4" fmla="*/ 1 w 74"/>
                <a:gd name="T5" fmla="*/ 100 h 194"/>
                <a:gd name="T6" fmla="*/ 52 w 74"/>
                <a:gd name="T7" fmla="*/ 194 h 194"/>
                <a:gd name="T8" fmla="*/ 52 w 74"/>
                <a:gd name="T9" fmla="*/ 194 h 194"/>
                <a:gd name="T10" fmla="*/ 40 w 74"/>
                <a:gd name="T11" fmla="*/ 38 h 194"/>
              </a:gdLst>
              <a:ahLst/>
              <a:cxnLst>
                <a:cxn ang="0">
                  <a:pos x="T0" y="T1"/>
                </a:cxn>
                <a:cxn ang="0">
                  <a:pos x="T2" y="T3"/>
                </a:cxn>
                <a:cxn ang="0">
                  <a:pos x="T4" y="T5"/>
                </a:cxn>
                <a:cxn ang="0">
                  <a:pos x="T6" y="T7"/>
                </a:cxn>
                <a:cxn ang="0">
                  <a:pos x="T8" y="T9"/>
                </a:cxn>
                <a:cxn ang="0">
                  <a:pos x="T10" y="T11"/>
                </a:cxn>
              </a:cxnLst>
              <a:rect l="0" t="0" r="r" b="b"/>
              <a:pathLst>
                <a:path w="74" h="194">
                  <a:moveTo>
                    <a:pt x="40" y="38"/>
                  </a:moveTo>
                  <a:cubicBezTo>
                    <a:pt x="50" y="21"/>
                    <a:pt x="62" y="9"/>
                    <a:pt x="74" y="0"/>
                  </a:cubicBezTo>
                  <a:cubicBezTo>
                    <a:pt x="32" y="10"/>
                    <a:pt x="0" y="31"/>
                    <a:pt x="1" y="100"/>
                  </a:cubicBezTo>
                  <a:cubicBezTo>
                    <a:pt x="1" y="132"/>
                    <a:pt x="23" y="166"/>
                    <a:pt x="52" y="194"/>
                  </a:cubicBezTo>
                  <a:cubicBezTo>
                    <a:pt x="52" y="194"/>
                    <a:pt x="52" y="194"/>
                    <a:pt x="52" y="194"/>
                  </a:cubicBezTo>
                  <a:cubicBezTo>
                    <a:pt x="29" y="143"/>
                    <a:pt x="18" y="77"/>
                    <a:pt x="40" y="38"/>
                  </a:cubicBezTo>
                  <a:close/>
                </a:path>
              </a:pathLst>
            </a:custGeom>
            <a:solidFill>
              <a:schemeClr val="accent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Roboto Lt"/>
                <a:cs typeface="+mn-cs"/>
              </a:endParaRPr>
            </a:p>
          </p:txBody>
        </p:sp>
        <p:sp>
          <p:nvSpPr>
            <p:cNvPr id="42" name="Freeform 26"/>
            <p:cNvSpPr>
              <a:spLocks/>
            </p:cNvSpPr>
            <p:nvPr/>
          </p:nvSpPr>
          <p:spPr bwMode="auto">
            <a:xfrm>
              <a:off x="6072227" y="2841532"/>
              <a:ext cx="569359" cy="690883"/>
            </a:xfrm>
            <a:custGeom>
              <a:avLst/>
              <a:gdLst>
                <a:gd name="T0" fmla="*/ 199 w 213"/>
                <a:gd name="T1" fmla="*/ 83 h 259"/>
                <a:gd name="T2" fmla="*/ 143 w 213"/>
                <a:gd name="T3" fmla="*/ 16 h 259"/>
                <a:gd name="T4" fmla="*/ 25 w 213"/>
                <a:gd name="T5" fmla="*/ 42 h 259"/>
                <a:gd name="T6" fmla="*/ 6 w 213"/>
                <a:gd name="T7" fmla="*/ 150 h 259"/>
                <a:gd name="T8" fmla="*/ 39 w 213"/>
                <a:gd name="T9" fmla="*/ 218 h 259"/>
                <a:gd name="T10" fmla="*/ 172 w 213"/>
                <a:gd name="T11" fmla="*/ 190 h 259"/>
                <a:gd name="T12" fmla="*/ 211 w 213"/>
                <a:gd name="T13" fmla="*/ 104 h 259"/>
                <a:gd name="T14" fmla="*/ 213 w 213"/>
                <a:gd name="T15" fmla="*/ 99 h 259"/>
                <a:gd name="T16" fmla="*/ 212 w 213"/>
                <a:gd name="T17" fmla="*/ 98 h 259"/>
                <a:gd name="T18" fmla="*/ 199 w 213"/>
                <a:gd name="T19" fmla="*/ 83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3" h="259">
                  <a:moveTo>
                    <a:pt x="199" y="83"/>
                  </a:moveTo>
                  <a:cubicBezTo>
                    <a:pt x="173" y="54"/>
                    <a:pt x="145" y="23"/>
                    <a:pt x="143" y="16"/>
                  </a:cubicBezTo>
                  <a:cubicBezTo>
                    <a:pt x="99" y="0"/>
                    <a:pt x="48" y="3"/>
                    <a:pt x="25" y="42"/>
                  </a:cubicBezTo>
                  <a:cubicBezTo>
                    <a:pt x="6" y="74"/>
                    <a:pt x="0" y="114"/>
                    <a:pt x="6" y="150"/>
                  </a:cubicBezTo>
                  <a:cubicBezTo>
                    <a:pt x="11" y="176"/>
                    <a:pt x="22" y="201"/>
                    <a:pt x="39" y="218"/>
                  </a:cubicBezTo>
                  <a:cubicBezTo>
                    <a:pt x="80" y="259"/>
                    <a:pt x="140" y="246"/>
                    <a:pt x="172" y="190"/>
                  </a:cubicBezTo>
                  <a:cubicBezTo>
                    <a:pt x="191" y="158"/>
                    <a:pt x="207" y="130"/>
                    <a:pt x="211" y="104"/>
                  </a:cubicBezTo>
                  <a:cubicBezTo>
                    <a:pt x="212" y="102"/>
                    <a:pt x="213" y="101"/>
                    <a:pt x="213" y="99"/>
                  </a:cubicBezTo>
                  <a:cubicBezTo>
                    <a:pt x="213" y="99"/>
                    <a:pt x="213" y="98"/>
                    <a:pt x="212" y="98"/>
                  </a:cubicBezTo>
                  <a:cubicBezTo>
                    <a:pt x="207" y="92"/>
                    <a:pt x="203" y="87"/>
                    <a:pt x="199" y="83"/>
                  </a:cubicBezTo>
                  <a:close/>
                </a:path>
              </a:pathLst>
            </a:custGeom>
            <a:solidFill>
              <a:schemeClr val="accent1">
                <a:lumMod val="60000"/>
                <a:lumOff val="40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Roboto Lt"/>
                <a:cs typeface="+mn-cs"/>
              </a:endParaRPr>
            </a:p>
          </p:txBody>
        </p:sp>
        <p:sp>
          <p:nvSpPr>
            <p:cNvPr id="43" name="Freeform 27"/>
            <p:cNvSpPr>
              <a:spLocks/>
            </p:cNvSpPr>
            <p:nvPr/>
          </p:nvSpPr>
          <p:spPr bwMode="auto">
            <a:xfrm>
              <a:off x="6363658" y="2302554"/>
              <a:ext cx="541229" cy="755020"/>
            </a:xfrm>
            <a:custGeom>
              <a:avLst/>
              <a:gdLst>
                <a:gd name="T0" fmla="*/ 22 w 203"/>
                <a:gd name="T1" fmla="*/ 60 h 283"/>
                <a:gd name="T2" fmla="*/ 34 w 203"/>
                <a:gd name="T3" fmla="*/ 216 h 283"/>
                <a:gd name="T4" fmla="*/ 72 w 203"/>
                <a:gd name="T5" fmla="*/ 246 h 283"/>
                <a:gd name="T6" fmla="*/ 95 w 203"/>
                <a:gd name="T7" fmla="*/ 267 h 283"/>
                <a:gd name="T8" fmla="*/ 99 w 203"/>
                <a:gd name="T9" fmla="*/ 270 h 283"/>
                <a:gd name="T10" fmla="*/ 113 w 203"/>
                <a:gd name="T11" fmla="*/ 283 h 283"/>
                <a:gd name="T12" fmla="*/ 170 w 203"/>
                <a:gd name="T13" fmla="*/ 207 h 283"/>
                <a:gd name="T14" fmla="*/ 155 w 203"/>
                <a:gd name="T15" fmla="*/ 31 h 283"/>
                <a:gd name="T16" fmla="*/ 56 w 203"/>
                <a:gd name="T17" fmla="*/ 22 h 283"/>
                <a:gd name="T18" fmla="*/ 22 w 203"/>
                <a:gd name="T19" fmla="*/ 60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83">
                  <a:moveTo>
                    <a:pt x="22" y="60"/>
                  </a:moveTo>
                  <a:cubicBezTo>
                    <a:pt x="0" y="99"/>
                    <a:pt x="11" y="165"/>
                    <a:pt x="34" y="216"/>
                  </a:cubicBezTo>
                  <a:cubicBezTo>
                    <a:pt x="37" y="216"/>
                    <a:pt x="55" y="231"/>
                    <a:pt x="72" y="246"/>
                  </a:cubicBezTo>
                  <a:cubicBezTo>
                    <a:pt x="79" y="252"/>
                    <a:pt x="87" y="259"/>
                    <a:pt x="95" y="267"/>
                  </a:cubicBezTo>
                  <a:cubicBezTo>
                    <a:pt x="97" y="268"/>
                    <a:pt x="98" y="269"/>
                    <a:pt x="99" y="270"/>
                  </a:cubicBezTo>
                  <a:cubicBezTo>
                    <a:pt x="103" y="274"/>
                    <a:pt x="108" y="278"/>
                    <a:pt x="113" y="283"/>
                  </a:cubicBezTo>
                  <a:cubicBezTo>
                    <a:pt x="133" y="272"/>
                    <a:pt x="150" y="241"/>
                    <a:pt x="170" y="207"/>
                  </a:cubicBezTo>
                  <a:cubicBezTo>
                    <a:pt x="203" y="151"/>
                    <a:pt x="196" y="72"/>
                    <a:pt x="155" y="31"/>
                  </a:cubicBezTo>
                  <a:cubicBezTo>
                    <a:pt x="126" y="2"/>
                    <a:pt x="88" y="0"/>
                    <a:pt x="56" y="22"/>
                  </a:cubicBezTo>
                  <a:cubicBezTo>
                    <a:pt x="44" y="31"/>
                    <a:pt x="32" y="43"/>
                    <a:pt x="22" y="60"/>
                  </a:cubicBezTo>
                  <a:close/>
                </a:path>
              </a:pathLst>
            </a:custGeom>
            <a:solidFill>
              <a:schemeClr val="accent1">
                <a:lumMod val="60000"/>
                <a:lumOff val="40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Roboto Lt"/>
                <a:cs typeface="+mn-cs"/>
              </a:endParaRPr>
            </a:p>
          </p:txBody>
        </p:sp>
        <p:sp>
          <p:nvSpPr>
            <p:cNvPr id="44" name="Freeform 28"/>
            <p:cNvSpPr>
              <a:spLocks/>
            </p:cNvSpPr>
            <p:nvPr/>
          </p:nvSpPr>
          <p:spPr bwMode="auto">
            <a:xfrm>
              <a:off x="6451425" y="2878664"/>
              <a:ext cx="1019446" cy="1046451"/>
            </a:xfrm>
            <a:custGeom>
              <a:avLst/>
              <a:gdLst>
                <a:gd name="T0" fmla="*/ 381 w 382"/>
                <a:gd name="T1" fmla="*/ 346 h 392"/>
                <a:gd name="T2" fmla="*/ 374 w 382"/>
                <a:gd name="T3" fmla="*/ 338 h 392"/>
                <a:gd name="T4" fmla="*/ 80 w 382"/>
                <a:gd name="T5" fmla="*/ 67 h 392"/>
                <a:gd name="T6" fmla="*/ 66 w 382"/>
                <a:gd name="T7" fmla="*/ 54 h 392"/>
                <a:gd name="T8" fmla="*/ 62 w 382"/>
                <a:gd name="T9" fmla="*/ 51 h 392"/>
                <a:gd name="T10" fmla="*/ 39 w 382"/>
                <a:gd name="T11" fmla="*/ 30 h 392"/>
                <a:gd name="T12" fmla="*/ 1 w 382"/>
                <a:gd name="T13" fmla="*/ 0 h 392"/>
                <a:gd name="T14" fmla="*/ 1 w 382"/>
                <a:gd name="T15" fmla="*/ 0 h 392"/>
                <a:gd name="T16" fmla="*/ 1 w 382"/>
                <a:gd name="T17" fmla="*/ 0 h 392"/>
                <a:gd name="T18" fmla="*/ 1 w 382"/>
                <a:gd name="T19" fmla="*/ 0 h 392"/>
                <a:gd name="T20" fmla="*/ 1 w 382"/>
                <a:gd name="T21" fmla="*/ 2 h 392"/>
                <a:gd name="T22" fmla="*/ 57 w 382"/>
                <a:gd name="T23" fmla="*/ 69 h 392"/>
                <a:gd name="T24" fmla="*/ 70 w 382"/>
                <a:gd name="T25" fmla="*/ 84 h 392"/>
                <a:gd name="T26" fmla="*/ 71 w 382"/>
                <a:gd name="T27" fmla="*/ 85 h 392"/>
                <a:gd name="T28" fmla="*/ 347 w 382"/>
                <a:gd name="T29" fmla="*/ 384 h 392"/>
                <a:gd name="T30" fmla="*/ 355 w 382"/>
                <a:gd name="T31" fmla="*/ 392 h 392"/>
                <a:gd name="T32" fmla="*/ 358 w 382"/>
                <a:gd name="T33" fmla="*/ 391 h 392"/>
                <a:gd name="T34" fmla="*/ 374 w 382"/>
                <a:gd name="T35" fmla="*/ 376 h 392"/>
                <a:gd name="T36" fmla="*/ 381 w 382"/>
                <a:gd name="T37" fmla="*/ 351 h 392"/>
                <a:gd name="T38" fmla="*/ 381 w 382"/>
                <a:gd name="T39" fmla="*/ 346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82" h="392">
                  <a:moveTo>
                    <a:pt x="381" y="346"/>
                  </a:moveTo>
                  <a:cubicBezTo>
                    <a:pt x="381" y="346"/>
                    <a:pt x="379" y="343"/>
                    <a:pt x="374" y="338"/>
                  </a:cubicBezTo>
                  <a:cubicBezTo>
                    <a:pt x="337" y="304"/>
                    <a:pt x="177" y="154"/>
                    <a:pt x="80" y="67"/>
                  </a:cubicBezTo>
                  <a:cubicBezTo>
                    <a:pt x="75" y="62"/>
                    <a:pt x="70" y="58"/>
                    <a:pt x="66" y="54"/>
                  </a:cubicBezTo>
                  <a:cubicBezTo>
                    <a:pt x="65" y="53"/>
                    <a:pt x="64" y="52"/>
                    <a:pt x="62" y="51"/>
                  </a:cubicBezTo>
                  <a:cubicBezTo>
                    <a:pt x="54" y="43"/>
                    <a:pt x="46" y="36"/>
                    <a:pt x="39" y="30"/>
                  </a:cubicBezTo>
                  <a:cubicBezTo>
                    <a:pt x="22" y="15"/>
                    <a:pt x="4" y="0"/>
                    <a:pt x="1" y="0"/>
                  </a:cubicBezTo>
                  <a:cubicBezTo>
                    <a:pt x="1" y="0"/>
                    <a:pt x="1" y="0"/>
                    <a:pt x="1" y="0"/>
                  </a:cubicBezTo>
                  <a:cubicBezTo>
                    <a:pt x="1" y="0"/>
                    <a:pt x="1" y="0"/>
                    <a:pt x="1" y="0"/>
                  </a:cubicBezTo>
                  <a:cubicBezTo>
                    <a:pt x="1" y="0"/>
                    <a:pt x="1" y="0"/>
                    <a:pt x="1" y="0"/>
                  </a:cubicBezTo>
                  <a:cubicBezTo>
                    <a:pt x="0" y="0"/>
                    <a:pt x="1" y="1"/>
                    <a:pt x="1" y="2"/>
                  </a:cubicBezTo>
                  <a:cubicBezTo>
                    <a:pt x="3" y="9"/>
                    <a:pt x="31" y="40"/>
                    <a:pt x="57" y="69"/>
                  </a:cubicBezTo>
                  <a:cubicBezTo>
                    <a:pt x="61" y="73"/>
                    <a:pt x="65" y="78"/>
                    <a:pt x="70" y="84"/>
                  </a:cubicBezTo>
                  <a:cubicBezTo>
                    <a:pt x="71" y="84"/>
                    <a:pt x="71" y="85"/>
                    <a:pt x="71" y="85"/>
                  </a:cubicBezTo>
                  <a:cubicBezTo>
                    <a:pt x="162" y="186"/>
                    <a:pt x="312" y="347"/>
                    <a:pt x="347" y="384"/>
                  </a:cubicBezTo>
                  <a:cubicBezTo>
                    <a:pt x="352" y="389"/>
                    <a:pt x="355" y="392"/>
                    <a:pt x="355" y="392"/>
                  </a:cubicBezTo>
                  <a:cubicBezTo>
                    <a:pt x="355" y="392"/>
                    <a:pt x="356" y="392"/>
                    <a:pt x="358" y="391"/>
                  </a:cubicBezTo>
                  <a:cubicBezTo>
                    <a:pt x="362" y="390"/>
                    <a:pt x="367" y="386"/>
                    <a:pt x="374" y="376"/>
                  </a:cubicBezTo>
                  <a:cubicBezTo>
                    <a:pt x="380" y="365"/>
                    <a:pt x="381" y="356"/>
                    <a:pt x="381" y="351"/>
                  </a:cubicBezTo>
                  <a:cubicBezTo>
                    <a:pt x="382" y="348"/>
                    <a:pt x="381" y="346"/>
                    <a:pt x="381" y="346"/>
                  </a:cubicBezTo>
                  <a:close/>
                </a:path>
              </a:pathLst>
            </a:custGeom>
            <a:solidFill>
              <a:schemeClr val="accent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Roboto Lt"/>
                <a:cs typeface="+mn-cs"/>
              </a:endParaRPr>
            </a:p>
          </p:txBody>
        </p:sp>
      </p:grpSp>
      <p:grpSp>
        <p:nvGrpSpPr>
          <p:cNvPr id="45" name="Group 44"/>
          <p:cNvGrpSpPr/>
          <p:nvPr/>
        </p:nvGrpSpPr>
        <p:grpSpPr>
          <a:xfrm flipH="1">
            <a:off x="6072190" y="3370440"/>
            <a:ext cx="882784" cy="901915"/>
            <a:chOff x="5920323" y="2302554"/>
            <a:chExt cx="2180669" cy="2227927"/>
          </a:xfrm>
          <a:effectLst>
            <a:outerShdw blurRad="177800" dir="18900000" sy="23000" kx="-1200000" algn="bl" rotWithShape="0">
              <a:prstClr val="black">
                <a:alpha val="29000"/>
              </a:prstClr>
            </a:outerShdw>
          </a:effectLst>
        </p:grpSpPr>
        <p:sp>
          <p:nvSpPr>
            <p:cNvPr id="46" name="Freeform 45"/>
            <p:cNvSpPr>
              <a:spLocks/>
            </p:cNvSpPr>
            <p:nvPr/>
          </p:nvSpPr>
          <p:spPr bwMode="auto">
            <a:xfrm>
              <a:off x="7879324" y="4300937"/>
              <a:ext cx="221668" cy="229544"/>
            </a:xfrm>
            <a:custGeom>
              <a:avLst/>
              <a:gdLst>
                <a:gd name="T0" fmla="*/ 68 w 83"/>
                <a:gd name="T1" fmla="*/ 68 h 86"/>
                <a:gd name="T2" fmla="*/ 34 w 83"/>
                <a:gd name="T3" fmla="*/ 30 h 86"/>
                <a:gd name="T4" fmla="*/ 16 w 83"/>
                <a:gd name="T5" fmla="*/ 10 h 86"/>
                <a:gd name="T6" fmla="*/ 6 w 83"/>
                <a:gd name="T7" fmla="*/ 0 h 86"/>
                <a:gd name="T8" fmla="*/ 3 w 83"/>
                <a:gd name="T9" fmla="*/ 5 h 86"/>
                <a:gd name="T10" fmla="*/ 0 w 83"/>
                <a:gd name="T11" fmla="*/ 11 h 86"/>
                <a:gd name="T12" fmla="*/ 9 w 83"/>
                <a:gd name="T13" fmla="*/ 21 h 86"/>
                <a:gd name="T14" fmla="*/ 29 w 83"/>
                <a:gd name="T15" fmla="*/ 39 h 86"/>
                <a:gd name="T16" fmla="*/ 66 w 83"/>
                <a:gd name="T17" fmla="*/ 72 h 86"/>
                <a:gd name="T18" fmla="*/ 83 w 83"/>
                <a:gd name="T19" fmla="*/ 86 h 86"/>
                <a:gd name="T20" fmla="*/ 83 w 83"/>
                <a:gd name="T21" fmla="*/ 85 h 86"/>
                <a:gd name="T22" fmla="*/ 68 w 83"/>
                <a:gd name="T23" fmla="*/ 68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3" h="86">
                  <a:moveTo>
                    <a:pt x="68" y="68"/>
                  </a:moveTo>
                  <a:cubicBezTo>
                    <a:pt x="59" y="57"/>
                    <a:pt x="46" y="44"/>
                    <a:pt x="34" y="30"/>
                  </a:cubicBezTo>
                  <a:cubicBezTo>
                    <a:pt x="28" y="23"/>
                    <a:pt x="22" y="16"/>
                    <a:pt x="16" y="10"/>
                  </a:cubicBezTo>
                  <a:cubicBezTo>
                    <a:pt x="13" y="6"/>
                    <a:pt x="9" y="3"/>
                    <a:pt x="6" y="0"/>
                  </a:cubicBezTo>
                  <a:cubicBezTo>
                    <a:pt x="5" y="2"/>
                    <a:pt x="4" y="4"/>
                    <a:pt x="3" y="5"/>
                  </a:cubicBezTo>
                  <a:cubicBezTo>
                    <a:pt x="2" y="7"/>
                    <a:pt x="1" y="9"/>
                    <a:pt x="0" y="11"/>
                  </a:cubicBezTo>
                  <a:cubicBezTo>
                    <a:pt x="3" y="14"/>
                    <a:pt x="6" y="18"/>
                    <a:pt x="9" y="21"/>
                  </a:cubicBezTo>
                  <a:cubicBezTo>
                    <a:pt x="15" y="27"/>
                    <a:pt x="22" y="33"/>
                    <a:pt x="29" y="39"/>
                  </a:cubicBezTo>
                  <a:cubicBezTo>
                    <a:pt x="42" y="51"/>
                    <a:pt x="56" y="63"/>
                    <a:pt x="66" y="72"/>
                  </a:cubicBezTo>
                  <a:cubicBezTo>
                    <a:pt x="76" y="81"/>
                    <a:pt x="83" y="86"/>
                    <a:pt x="83" y="86"/>
                  </a:cubicBezTo>
                  <a:cubicBezTo>
                    <a:pt x="83" y="85"/>
                    <a:pt x="83" y="85"/>
                    <a:pt x="83" y="85"/>
                  </a:cubicBezTo>
                  <a:cubicBezTo>
                    <a:pt x="83" y="85"/>
                    <a:pt x="77" y="78"/>
                    <a:pt x="68" y="68"/>
                  </a:cubicBezTo>
                  <a:close/>
                </a:path>
              </a:pathLst>
            </a:custGeom>
            <a:solidFill>
              <a:srgbClr val="B1B1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Roboto Lt"/>
                <a:cs typeface="+mn-cs"/>
              </a:endParaRPr>
            </a:p>
          </p:txBody>
        </p:sp>
        <p:sp>
          <p:nvSpPr>
            <p:cNvPr id="47" name="Freeform 22"/>
            <p:cNvSpPr>
              <a:spLocks/>
            </p:cNvSpPr>
            <p:nvPr/>
          </p:nvSpPr>
          <p:spPr bwMode="auto">
            <a:xfrm>
              <a:off x="7375227" y="3756332"/>
              <a:ext cx="554732" cy="640248"/>
            </a:xfrm>
            <a:custGeom>
              <a:avLst/>
              <a:gdLst>
                <a:gd name="T0" fmla="*/ 204 w 208"/>
                <a:gd name="T1" fmla="*/ 156 h 240"/>
                <a:gd name="T2" fmla="*/ 48 w 208"/>
                <a:gd name="T3" fmla="*/ 0 h 240"/>
                <a:gd name="T4" fmla="*/ 48 w 208"/>
                <a:gd name="T5" fmla="*/ 0 h 240"/>
                <a:gd name="T6" fmla="*/ 35 w 208"/>
                <a:gd name="T7" fmla="*/ 53 h 240"/>
                <a:gd name="T8" fmla="*/ 0 w 208"/>
                <a:gd name="T9" fmla="*/ 84 h 240"/>
                <a:gd name="T10" fmla="*/ 156 w 208"/>
                <a:gd name="T11" fmla="*/ 240 h 240"/>
                <a:gd name="T12" fmla="*/ 189 w 208"/>
                <a:gd name="T13" fmla="*/ 215 h 240"/>
                <a:gd name="T14" fmla="*/ 192 w 208"/>
                <a:gd name="T15" fmla="*/ 209 h 240"/>
                <a:gd name="T16" fmla="*/ 195 w 208"/>
                <a:gd name="T17" fmla="*/ 204 h 240"/>
                <a:gd name="T18" fmla="*/ 204 w 208"/>
                <a:gd name="T19" fmla="*/ 156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8" h="240">
                  <a:moveTo>
                    <a:pt x="204" y="156"/>
                  </a:moveTo>
                  <a:cubicBezTo>
                    <a:pt x="48" y="0"/>
                    <a:pt x="48" y="0"/>
                    <a:pt x="48" y="0"/>
                  </a:cubicBezTo>
                  <a:cubicBezTo>
                    <a:pt x="48" y="0"/>
                    <a:pt x="48" y="0"/>
                    <a:pt x="48" y="0"/>
                  </a:cubicBezTo>
                  <a:cubicBezTo>
                    <a:pt x="54" y="6"/>
                    <a:pt x="48" y="30"/>
                    <a:pt x="35" y="53"/>
                  </a:cubicBezTo>
                  <a:cubicBezTo>
                    <a:pt x="22" y="75"/>
                    <a:pt x="7" y="89"/>
                    <a:pt x="0" y="84"/>
                  </a:cubicBezTo>
                  <a:cubicBezTo>
                    <a:pt x="156" y="240"/>
                    <a:pt x="156" y="240"/>
                    <a:pt x="156" y="240"/>
                  </a:cubicBezTo>
                  <a:cubicBezTo>
                    <a:pt x="156" y="240"/>
                    <a:pt x="173" y="237"/>
                    <a:pt x="189" y="215"/>
                  </a:cubicBezTo>
                  <a:cubicBezTo>
                    <a:pt x="190" y="213"/>
                    <a:pt x="191" y="211"/>
                    <a:pt x="192" y="209"/>
                  </a:cubicBezTo>
                  <a:cubicBezTo>
                    <a:pt x="193" y="208"/>
                    <a:pt x="194" y="206"/>
                    <a:pt x="195" y="204"/>
                  </a:cubicBezTo>
                  <a:cubicBezTo>
                    <a:pt x="208" y="179"/>
                    <a:pt x="204" y="156"/>
                    <a:pt x="204" y="156"/>
                  </a:cubicBezTo>
                  <a:close/>
                </a:path>
              </a:pathLst>
            </a:custGeom>
            <a:solidFill>
              <a:srgbClr val="C5C5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Roboto Lt"/>
                <a:cs typeface="+mn-cs"/>
              </a:endParaRPr>
            </a:p>
          </p:txBody>
        </p:sp>
        <p:sp>
          <p:nvSpPr>
            <p:cNvPr id="48" name="Freeform 23"/>
            <p:cNvSpPr>
              <a:spLocks/>
            </p:cNvSpPr>
            <p:nvPr/>
          </p:nvSpPr>
          <p:spPr bwMode="auto">
            <a:xfrm>
              <a:off x="7363975" y="3746206"/>
              <a:ext cx="155280" cy="247548"/>
            </a:xfrm>
            <a:custGeom>
              <a:avLst/>
              <a:gdLst>
                <a:gd name="T0" fmla="*/ 52 w 58"/>
                <a:gd name="T1" fmla="*/ 4 h 93"/>
                <a:gd name="T2" fmla="*/ 32 w 58"/>
                <a:gd name="T3" fmla="*/ 13 h 93"/>
                <a:gd name="T4" fmla="*/ 39 w 58"/>
                <a:gd name="T5" fmla="*/ 21 h 93"/>
                <a:gd name="T6" fmla="*/ 39 w 58"/>
                <a:gd name="T7" fmla="*/ 26 h 93"/>
                <a:gd name="T8" fmla="*/ 32 w 58"/>
                <a:gd name="T9" fmla="*/ 51 h 93"/>
                <a:gd name="T10" fmla="*/ 16 w 58"/>
                <a:gd name="T11" fmla="*/ 66 h 93"/>
                <a:gd name="T12" fmla="*/ 13 w 58"/>
                <a:gd name="T13" fmla="*/ 67 h 93"/>
                <a:gd name="T14" fmla="*/ 5 w 58"/>
                <a:gd name="T15" fmla="*/ 59 h 93"/>
                <a:gd name="T16" fmla="*/ 4 w 58"/>
                <a:gd name="T17" fmla="*/ 87 h 93"/>
                <a:gd name="T18" fmla="*/ 4 w 58"/>
                <a:gd name="T19" fmla="*/ 88 h 93"/>
                <a:gd name="T20" fmla="*/ 39 w 58"/>
                <a:gd name="T21" fmla="*/ 57 h 93"/>
                <a:gd name="T22" fmla="*/ 52 w 58"/>
                <a:gd name="T23" fmla="*/ 4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93">
                  <a:moveTo>
                    <a:pt x="52" y="4"/>
                  </a:moveTo>
                  <a:cubicBezTo>
                    <a:pt x="48" y="0"/>
                    <a:pt x="40" y="4"/>
                    <a:pt x="32" y="13"/>
                  </a:cubicBezTo>
                  <a:cubicBezTo>
                    <a:pt x="37" y="18"/>
                    <a:pt x="39" y="21"/>
                    <a:pt x="39" y="21"/>
                  </a:cubicBezTo>
                  <a:cubicBezTo>
                    <a:pt x="39" y="21"/>
                    <a:pt x="40" y="23"/>
                    <a:pt x="39" y="26"/>
                  </a:cubicBezTo>
                  <a:cubicBezTo>
                    <a:pt x="39" y="31"/>
                    <a:pt x="38" y="40"/>
                    <a:pt x="32" y="51"/>
                  </a:cubicBezTo>
                  <a:cubicBezTo>
                    <a:pt x="25" y="61"/>
                    <a:pt x="20" y="65"/>
                    <a:pt x="16" y="66"/>
                  </a:cubicBezTo>
                  <a:cubicBezTo>
                    <a:pt x="14" y="67"/>
                    <a:pt x="13" y="67"/>
                    <a:pt x="13" y="67"/>
                  </a:cubicBezTo>
                  <a:cubicBezTo>
                    <a:pt x="13" y="67"/>
                    <a:pt x="10" y="64"/>
                    <a:pt x="5" y="59"/>
                  </a:cubicBezTo>
                  <a:cubicBezTo>
                    <a:pt x="1" y="72"/>
                    <a:pt x="0" y="83"/>
                    <a:pt x="4" y="87"/>
                  </a:cubicBezTo>
                  <a:cubicBezTo>
                    <a:pt x="4" y="88"/>
                    <a:pt x="4" y="88"/>
                    <a:pt x="4" y="88"/>
                  </a:cubicBezTo>
                  <a:cubicBezTo>
                    <a:pt x="11" y="93"/>
                    <a:pt x="26" y="79"/>
                    <a:pt x="39" y="57"/>
                  </a:cubicBezTo>
                  <a:cubicBezTo>
                    <a:pt x="52" y="34"/>
                    <a:pt x="58" y="10"/>
                    <a:pt x="52" y="4"/>
                  </a:cubicBezTo>
                  <a:close/>
                </a:path>
              </a:pathLst>
            </a:custGeom>
            <a:solidFill>
              <a:srgbClr val="B1B1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Roboto Lt"/>
                <a:cs typeface="+mn-cs"/>
              </a:endParaRPr>
            </a:p>
          </p:txBody>
        </p:sp>
        <p:sp>
          <p:nvSpPr>
            <p:cNvPr id="49" name="Freeform 24"/>
            <p:cNvSpPr>
              <a:spLocks/>
            </p:cNvSpPr>
            <p:nvPr/>
          </p:nvSpPr>
          <p:spPr bwMode="auto">
            <a:xfrm>
              <a:off x="5920323" y="2783021"/>
              <a:ext cx="534478" cy="459088"/>
            </a:xfrm>
            <a:custGeom>
              <a:avLst/>
              <a:gdLst>
                <a:gd name="T0" fmla="*/ 82 w 200"/>
                <a:gd name="T1" fmla="*/ 64 h 172"/>
                <a:gd name="T2" fmla="*/ 200 w 200"/>
                <a:gd name="T3" fmla="*/ 38 h 172"/>
                <a:gd name="T4" fmla="*/ 200 w 200"/>
                <a:gd name="T5" fmla="*/ 36 h 172"/>
                <a:gd name="T6" fmla="*/ 73 w 200"/>
                <a:gd name="T7" fmla="*/ 14 h 172"/>
                <a:gd name="T8" fmla="*/ 8 w 200"/>
                <a:gd name="T9" fmla="*/ 126 h 172"/>
                <a:gd name="T10" fmla="*/ 63 w 200"/>
                <a:gd name="T11" fmla="*/ 172 h 172"/>
                <a:gd name="T12" fmla="*/ 82 w 200"/>
                <a:gd name="T13" fmla="*/ 64 h 172"/>
              </a:gdLst>
              <a:ahLst/>
              <a:cxnLst>
                <a:cxn ang="0">
                  <a:pos x="T0" y="T1"/>
                </a:cxn>
                <a:cxn ang="0">
                  <a:pos x="T2" y="T3"/>
                </a:cxn>
                <a:cxn ang="0">
                  <a:pos x="T4" y="T5"/>
                </a:cxn>
                <a:cxn ang="0">
                  <a:pos x="T6" y="T7"/>
                </a:cxn>
                <a:cxn ang="0">
                  <a:pos x="T8" y="T9"/>
                </a:cxn>
                <a:cxn ang="0">
                  <a:pos x="T10" y="T11"/>
                </a:cxn>
                <a:cxn ang="0">
                  <a:pos x="T12" y="T13"/>
                </a:cxn>
              </a:cxnLst>
              <a:rect l="0" t="0" r="r" b="b"/>
              <a:pathLst>
                <a:path w="200" h="172">
                  <a:moveTo>
                    <a:pt x="82" y="64"/>
                  </a:moveTo>
                  <a:cubicBezTo>
                    <a:pt x="105" y="25"/>
                    <a:pt x="156" y="22"/>
                    <a:pt x="200" y="38"/>
                  </a:cubicBezTo>
                  <a:cubicBezTo>
                    <a:pt x="200" y="37"/>
                    <a:pt x="199" y="36"/>
                    <a:pt x="200" y="36"/>
                  </a:cubicBezTo>
                  <a:cubicBezTo>
                    <a:pt x="159" y="13"/>
                    <a:pt x="108" y="0"/>
                    <a:pt x="73" y="14"/>
                  </a:cubicBezTo>
                  <a:cubicBezTo>
                    <a:pt x="5" y="41"/>
                    <a:pt x="0" y="80"/>
                    <a:pt x="8" y="126"/>
                  </a:cubicBezTo>
                  <a:cubicBezTo>
                    <a:pt x="13" y="151"/>
                    <a:pt x="34" y="167"/>
                    <a:pt x="63" y="172"/>
                  </a:cubicBezTo>
                  <a:cubicBezTo>
                    <a:pt x="57" y="136"/>
                    <a:pt x="63" y="96"/>
                    <a:pt x="82" y="64"/>
                  </a:cubicBezTo>
                  <a:close/>
                </a:path>
              </a:pathLst>
            </a:custGeom>
            <a:solidFill>
              <a:schemeClr val="accent5">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Roboto Lt"/>
                <a:cs typeface="+mn-cs"/>
              </a:endParaRPr>
            </a:p>
          </p:txBody>
        </p:sp>
        <p:sp>
          <p:nvSpPr>
            <p:cNvPr id="50" name="Freeform 25"/>
            <p:cNvSpPr>
              <a:spLocks/>
            </p:cNvSpPr>
            <p:nvPr/>
          </p:nvSpPr>
          <p:spPr bwMode="auto">
            <a:xfrm>
              <a:off x="6315274" y="2361065"/>
              <a:ext cx="198038" cy="517599"/>
            </a:xfrm>
            <a:custGeom>
              <a:avLst/>
              <a:gdLst>
                <a:gd name="T0" fmla="*/ 40 w 74"/>
                <a:gd name="T1" fmla="*/ 38 h 194"/>
                <a:gd name="T2" fmla="*/ 74 w 74"/>
                <a:gd name="T3" fmla="*/ 0 h 194"/>
                <a:gd name="T4" fmla="*/ 1 w 74"/>
                <a:gd name="T5" fmla="*/ 100 h 194"/>
                <a:gd name="T6" fmla="*/ 52 w 74"/>
                <a:gd name="T7" fmla="*/ 194 h 194"/>
                <a:gd name="T8" fmla="*/ 52 w 74"/>
                <a:gd name="T9" fmla="*/ 194 h 194"/>
                <a:gd name="T10" fmla="*/ 40 w 74"/>
                <a:gd name="T11" fmla="*/ 38 h 194"/>
              </a:gdLst>
              <a:ahLst/>
              <a:cxnLst>
                <a:cxn ang="0">
                  <a:pos x="T0" y="T1"/>
                </a:cxn>
                <a:cxn ang="0">
                  <a:pos x="T2" y="T3"/>
                </a:cxn>
                <a:cxn ang="0">
                  <a:pos x="T4" y="T5"/>
                </a:cxn>
                <a:cxn ang="0">
                  <a:pos x="T6" y="T7"/>
                </a:cxn>
                <a:cxn ang="0">
                  <a:pos x="T8" y="T9"/>
                </a:cxn>
                <a:cxn ang="0">
                  <a:pos x="T10" y="T11"/>
                </a:cxn>
              </a:cxnLst>
              <a:rect l="0" t="0" r="r" b="b"/>
              <a:pathLst>
                <a:path w="74" h="194">
                  <a:moveTo>
                    <a:pt x="40" y="38"/>
                  </a:moveTo>
                  <a:cubicBezTo>
                    <a:pt x="50" y="21"/>
                    <a:pt x="62" y="9"/>
                    <a:pt x="74" y="0"/>
                  </a:cubicBezTo>
                  <a:cubicBezTo>
                    <a:pt x="32" y="10"/>
                    <a:pt x="0" y="31"/>
                    <a:pt x="1" y="100"/>
                  </a:cubicBezTo>
                  <a:cubicBezTo>
                    <a:pt x="1" y="132"/>
                    <a:pt x="23" y="166"/>
                    <a:pt x="52" y="194"/>
                  </a:cubicBezTo>
                  <a:cubicBezTo>
                    <a:pt x="52" y="194"/>
                    <a:pt x="52" y="194"/>
                    <a:pt x="52" y="194"/>
                  </a:cubicBezTo>
                  <a:cubicBezTo>
                    <a:pt x="29" y="143"/>
                    <a:pt x="18" y="77"/>
                    <a:pt x="40" y="38"/>
                  </a:cubicBezTo>
                  <a:close/>
                </a:path>
              </a:pathLst>
            </a:custGeom>
            <a:solidFill>
              <a:schemeClr val="accent5">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Roboto Lt"/>
                <a:cs typeface="+mn-cs"/>
              </a:endParaRPr>
            </a:p>
          </p:txBody>
        </p:sp>
        <p:sp>
          <p:nvSpPr>
            <p:cNvPr id="51" name="Freeform 26"/>
            <p:cNvSpPr>
              <a:spLocks/>
            </p:cNvSpPr>
            <p:nvPr/>
          </p:nvSpPr>
          <p:spPr bwMode="auto">
            <a:xfrm>
              <a:off x="6072227" y="2841532"/>
              <a:ext cx="569359" cy="690883"/>
            </a:xfrm>
            <a:custGeom>
              <a:avLst/>
              <a:gdLst>
                <a:gd name="T0" fmla="*/ 199 w 213"/>
                <a:gd name="T1" fmla="*/ 83 h 259"/>
                <a:gd name="T2" fmla="*/ 143 w 213"/>
                <a:gd name="T3" fmla="*/ 16 h 259"/>
                <a:gd name="T4" fmla="*/ 25 w 213"/>
                <a:gd name="T5" fmla="*/ 42 h 259"/>
                <a:gd name="T6" fmla="*/ 6 w 213"/>
                <a:gd name="T7" fmla="*/ 150 h 259"/>
                <a:gd name="T8" fmla="*/ 39 w 213"/>
                <a:gd name="T9" fmla="*/ 218 h 259"/>
                <a:gd name="T10" fmla="*/ 172 w 213"/>
                <a:gd name="T11" fmla="*/ 190 h 259"/>
                <a:gd name="T12" fmla="*/ 211 w 213"/>
                <a:gd name="T13" fmla="*/ 104 h 259"/>
                <a:gd name="T14" fmla="*/ 213 w 213"/>
                <a:gd name="T15" fmla="*/ 99 h 259"/>
                <a:gd name="T16" fmla="*/ 212 w 213"/>
                <a:gd name="T17" fmla="*/ 98 h 259"/>
                <a:gd name="T18" fmla="*/ 199 w 213"/>
                <a:gd name="T19" fmla="*/ 83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3" h="259">
                  <a:moveTo>
                    <a:pt x="199" y="83"/>
                  </a:moveTo>
                  <a:cubicBezTo>
                    <a:pt x="173" y="54"/>
                    <a:pt x="145" y="23"/>
                    <a:pt x="143" y="16"/>
                  </a:cubicBezTo>
                  <a:cubicBezTo>
                    <a:pt x="99" y="0"/>
                    <a:pt x="48" y="3"/>
                    <a:pt x="25" y="42"/>
                  </a:cubicBezTo>
                  <a:cubicBezTo>
                    <a:pt x="6" y="74"/>
                    <a:pt x="0" y="114"/>
                    <a:pt x="6" y="150"/>
                  </a:cubicBezTo>
                  <a:cubicBezTo>
                    <a:pt x="11" y="176"/>
                    <a:pt x="22" y="201"/>
                    <a:pt x="39" y="218"/>
                  </a:cubicBezTo>
                  <a:cubicBezTo>
                    <a:pt x="80" y="259"/>
                    <a:pt x="140" y="246"/>
                    <a:pt x="172" y="190"/>
                  </a:cubicBezTo>
                  <a:cubicBezTo>
                    <a:pt x="191" y="158"/>
                    <a:pt x="207" y="130"/>
                    <a:pt x="211" y="104"/>
                  </a:cubicBezTo>
                  <a:cubicBezTo>
                    <a:pt x="212" y="102"/>
                    <a:pt x="213" y="101"/>
                    <a:pt x="213" y="99"/>
                  </a:cubicBezTo>
                  <a:cubicBezTo>
                    <a:pt x="213" y="99"/>
                    <a:pt x="213" y="98"/>
                    <a:pt x="212" y="98"/>
                  </a:cubicBezTo>
                  <a:cubicBezTo>
                    <a:pt x="207" y="92"/>
                    <a:pt x="203" y="87"/>
                    <a:pt x="199" y="83"/>
                  </a:cubicBezTo>
                  <a:close/>
                </a:path>
              </a:pathLst>
            </a:custGeom>
            <a:solidFill>
              <a:schemeClr val="accent5">
                <a:lumMod val="60000"/>
                <a:lumOff val="40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Roboto Lt"/>
                <a:cs typeface="+mn-cs"/>
              </a:endParaRPr>
            </a:p>
          </p:txBody>
        </p:sp>
        <p:sp>
          <p:nvSpPr>
            <p:cNvPr id="52" name="Freeform 27"/>
            <p:cNvSpPr>
              <a:spLocks/>
            </p:cNvSpPr>
            <p:nvPr/>
          </p:nvSpPr>
          <p:spPr bwMode="auto">
            <a:xfrm>
              <a:off x="6363658" y="2302554"/>
              <a:ext cx="541229" cy="755020"/>
            </a:xfrm>
            <a:custGeom>
              <a:avLst/>
              <a:gdLst>
                <a:gd name="T0" fmla="*/ 22 w 203"/>
                <a:gd name="T1" fmla="*/ 60 h 283"/>
                <a:gd name="T2" fmla="*/ 34 w 203"/>
                <a:gd name="T3" fmla="*/ 216 h 283"/>
                <a:gd name="T4" fmla="*/ 72 w 203"/>
                <a:gd name="T5" fmla="*/ 246 h 283"/>
                <a:gd name="T6" fmla="*/ 95 w 203"/>
                <a:gd name="T7" fmla="*/ 267 h 283"/>
                <a:gd name="T8" fmla="*/ 99 w 203"/>
                <a:gd name="T9" fmla="*/ 270 h 283"/>
                <a:gd name="T10" fmla="*/ 113 w 203"/>
                <a:gd name="T11" fmla="*/ 283 h 283"/>
                <a:gd name="T12" fmla="*/ 170 w 203"/>
                <a:gd name="T13" fmla="*/ 207 h 283"/>
                <a:gd name="T14" fmla="*/ 155 w 203"/>
                <a:gd name="T15" fmla="*/ 31 h 283"/>
                <a:gd name="T16" fmla="*/ 56 w 203"/>
                <a:gd name="T17" fmla="*/ 22 h 283"/>
                <a:gd name="T18" fmla="*/ 22 w 203"/>
                <a:gd name="T19" fmla="*/ 60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83">
                  <a:moveTo>
                    <a:pt x="22" y="60"/>
                  </a:moveTo>
                  <a:cubicBezTo>
                    <a:pt x="0" y="99"/>
                    <a:pt x="11" y="165"/>
                    <a:pt x="34" y="216"/>
                  </a:cubicBezTo>
                  <a:cubicBezTo>
                    <a:pt x="37" y="216"/>
                    <a:pt x="55" y="231"/>
                    <a:pt x="72" y="246"/>
                  </a:cubicBezTo>
                  <a:cubicBezTo>
                    <a:pt x="79" y="252"/>
                    <a:pt x="87" y="259"/>
                    <a:pt x="95" y="267"/>
                  </a:cubicBezTo>
                  <a:cubicBezTo>
                    <a:pt x="97" y="268"/>
                    <a:pt x="98" y="269"/>
                    <a:pt x="99" y="270"/>
                  </a:cubicBezTo>
                  <a:cubicBezTo>
                    <a:pt x="103" y="274"/>
                    <a:pt x="108" y="278"/>
                    <a:pt x="113" y="283"/>
                  </a:cubicBezTo>
                  <a:cubicBezTo>
                    <a:pt x="133" y="272"/>
                    <a:pt x="150" y="241"/>
                    <a:pt x="170" y="207"/>
                  </a:cubicBezTo>
                  <a:cubicBezTo>
                    <a:pt x="203" y="151"/>
                    <a:pt x="196" y="72"/>
                    <a:pt x="155" y="31"/>
                  </a:cubicBezTo>
                  <a:cubicBezTo>
                    <a:pt x="126" y="2"/>
                    <a:pt x="88" y="0"/>
                    <a:pt x="56" y="22"/>
                  </a:cubicBezTo>
                  <a:cubicBezTo>
                    <a:pt x="44" y="31"/>
                    <a:pt x="32" y="43"/>
                    <a:pt x="22" y="60"/>
                  </a:cubicBezTo>
                  <a:close/>
                </a:path>
              </a:pathLst>
            </a:custGeom>
            <a:solidFill>
              <a:schemeClr val="accent5">
                <a:lumMod val="60000"/>
                <a:lumOff val="40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Roboto Lt"/>
                <a:cs typeface="+mn-cs"/>
              </a:endParaRPr>
            </a:p>
          </p:txBody>
        </p:sp>
        <p:sp>
          <p:nvSpPr>
            <p:cNvPr id="53" name="Freeform 28"/>
            <p:cNvSpPr>
              <a:spLocks/>
            </p:cNvSpPr>
            <p:nvPr/>
          </p:nvSpPr>
          <p:spPr bwMode="auto">
            <a:xfrm>
              <a:off x="6451425" y="2878664"/>
              <a:ext cx="1019446" cy="1046451"/>
            </a:xfrm>
            <a:custGeom>
              <a:avLst/>
              <a:gdLst>
                <a:gd name="T0" fmla="*/ 381 w 382"/>
                <a:gd name="T1" fmla="*/ 346 h 392"/>
                <a:gd name="T2" fmla="*/ 374 w 382"/>
                <a:gd name="T3" fmla="*/ 338 h 392"/>
                <a:gd name="T4" fmla="*/ 80 w 382"/>
                <a:gd name="T5" fmla="*/ 67 h 392"/>
                <a:gd name="T6" fmla="*/ 66 w 382"/>
                <a:gd name="T7" fmla="*/ 54 h 392"/>
                <a:gd name="T8" fmla="*/ 62 w 382"/>
                <a:gd name="T9" fmla="*/ 51 h 392"/>
                <a:gd name="T10" fmla="*/ 39 w 382"/>
                <a:gd name="T11" fmla="*/ 30 h 392"/>
                <a:gd name="T12" fmla="*/ 1 w 382"/>
                <a:gd name="T13" fmla="*/ 0 h 392"/>
                <a:gd name="T14" fmla="*/ 1 w 382"/>
                <a:gd name="T15" fmla="*/ 0 h 392"/>
                <a:gd name="T16" fmla="*/ 1 w 382"/>
                <a:gd name="T17" fmla="*/ 0 h 392"/>
                <a:gd name="T18" fmla="*/ 1 w 382"/>
                <a:gd name="T19" fmla="*/ 0 h 392"/>
                <a:gd name="T20" fmla="*/ 1 w 382"/>
                <a:gd name="T21" fmla="*/ 2 h 392"/>
                <a:gd name="T22" fmla="*/ 57 w 382"/>
                <a:gd name="T23" fmla="*/ 69 h 392"/>
                <a:gd name="T24" fmla="*/ 70 w 382"/>
                <a:gd name="T25" fmla="*/ 84 h 392"/>
                <a:gd name="T26" fmla="*/ 71 w 382"/>
                <a:gd name="T27" fmla="*/ 85 h 392"/>
                <a:gd name="T28" fmla="*/ 347 w 382"/>
                <a:gd name="T29" fmla="*/ 384 h 392"/>
                <a:gd name="T30" fmla="*/ 355 w 382"/>
                <a:gd name="T31" fmla="*/ 392 h 392"/>
                <a:gd name="T32" fmla="*/ 358 w 382"/>
                <a:gd name="T33" fmla="*/ 391 h 392"/>
                <a:gd name="T34" fmla="*/ 374 w 382"/>
                <a:gd name="T35" fmla="*/ 376 h 392"/>
                <a:gd name="T36" fmla="*/ 381 w 382"/>
                <a:gd name="T37" fmla="*/ 351 h 392"/>
                <a:gd name="T38" fmla="*/ 381 w 382"/>
                <a:gd name="T39" fmla="*/ 346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82" h="392">
                  <a:moveTo>
                    <a:pt x="381" y="346"/>
                  </a:moveTo>
                  <a:cubicBezTo>
                    <a:pt x="381" y="346"/>
                    <a:pt x="379" y="343"/>
                    <a:pt x="374" y="338"/>
                  </a:cubicBezTo>
                  <a:cubicBezTo>
                    <a:pt x="337" y="304"/>
                    <a:pt x="177" y="154"/>
                    <a:pt x="80" y="67"/>
                  </a:cubicBezTo>
                  <a:cubicBezTo>
                    <a:pt x="75" y="62"/>
                    <a:pt x="70" y="58"/>
                    <a:pt x="66" y="54"/>
                  </a:cubicBezTo>
                  <a:cubicBezTo>
                    <a:pt x="65" y="53"/>
                    <a:pt x="64" y="52"/>
                    <a:pt x="62" y="51"/>
                  </a:cubicBezTo>
                  <a:cubicBezTo>
                    <a:pt x="54" y="43"/>
                    <a:pt x="46" y="36"/>
                    <a:pt x="39" y="30"/>
                  </a:cubicBezTo>
                  <a:cubicBezTo>
                    <a:pt x="22" y="15"/>
                    <a:pt x="4" y="0"/>
                    <a:pt x="1" y="0"/>
                  </a:cubicBezTo>
                  <a:cubicBezTo>
                    <a:pt x="1" y="0"/>
                    <a:pt x="1" y="0"/>
                    <a:pt x="1" y="0"/>
                  </a:cubicBezTo>
                  <a:cubicBezTo>
                    <a:pt x="1" y="0"/>
                    <a:pt x="1" y="0"/>
                    <a:pt x="1" y="0"/>
                  </a:cubicBezTo>
                  <a:cubicBezTo>
                    <a:pt x="1" y="0"/>
                    <a:pt x="1" y="0"/>
                    <a:pt x="1" y="0"/>
                  </a:cubicBezTo>
                  <a:cubicBezTo>
                    <a:pt x="0" y="0"/>
                    <a:pt x="1" y="1"/>
                    <a:pt x="1" y="2"/>
                  </a:cubicBezTo>
                  <a:cubicBezTo>
                    <a:pt x="3" y="9"/>
                    <a:pt x="31" y="40"/>
                    <a:pt x="57" y="69"/>
                  </a:cubicBezTo>
                  <a:cubicBezTo>
                    <a:pt x="61" y="73"/>
                    <a:pt x="65" y="78"/>
                    <a:pt x="70" y="84"/>
                  </a:cubicBezTo>
                  <a:cubicBezTo>
                    <a:pt x="71" y="84"/>
                    <a:pt x="71" y="85"/>
                    <a:pt x="71" y="85"/>
                  </a:cubicBezTo>
                  <a:cubicBezTo>
                    <a:pt x="162" y="186"/>
                    <a:pt x="312" y="347"/>
                    <a:pt x="347" y="384"/>
                  </a:cubicBezTo>
                  <a:cubicBezTo>
                    <a:pt x="352" y="389"/>
                    <a:pt x="355" y="392"/>
                    <a:pt x="355" y="392"/>
                  </a:cubicBezTo>
                  <a:cubicBezTo>
                    <a:pt x="355" y="392"/>
                    <a:pt x="356" y="392"/>
                    <a:pt x="358" y="391"/>
                  </a:cubicBezTo>
                  <a:cubicBezTo>
                    <a:pt x="362" y="390"/>
                    <a:pt x="367" y="386"/>
                    <a:pt x="374" y="376"/>
                  </a:cubicBezTo>
                  <a:cubicBezTo>
                    <a:pt x="380" y="365"/>
                    <a:pt x="381" y="356"/>
                    <a:pt x="381" y="351"/>
                  </a:cubicBezTo>
                  <a:cubicBezTo>
                    <a:pt x="382" y="348"/>
                    <a:pt x="381" y="346"/>
                    <a:pt x="381" y="346"/>
                  </a:cubicBezTo>
                  <a:close/>
                </a:path>
              </a:pathLst>
            </a:custGeom>
            <a:solidFill>
              <a:schemeClr val="accent5">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Roboto Lt"/>
                <a:cs typeface="+mn-cs"/>
              </a:endParaRPr>
            </a:p>
          </p:txBody>
        </p:sp>
      </p:grpSp>
      <p:grpSp>
        <p:nvGrpSpPr>
          <p:cNvPr id="66" name="Group 65"/>
          <p:cNvGrpSpPr/>
          <p:nvPr/>
        </p:nvGrpSpPr>
        <p:grpSpPr>
          <a:xfrm flipV="1">
            <a:off x="3649279" y="3024988"/>
            <a:ext cx="1371285" cy="1394623"/>
            <a:chOff x="1984788" y="-2227263"/>
            <a:chExt cx="2825748" cy="6094113"/>
          </a:xfrm>
        </p:grpSpPr>
        <p:cxnSp>
          <p:nvCxnSpPr>
            <p:cNvPr id="67" name="Straight Connector 66"/>
            <p:cNvCxnSpPr/>
            <p:nvPr/>
          </p:nvCxnSpPr>
          <p:spPr>
            <a:xfrm rot="10800000">
              <a:off x="1984788" y="3866850"/>
              <a:ext cx="2825748" cy="0"/>
            </a:xfrm>
            <a:prstGeom prst="line">
              <a:avLst/>
            </a:prstGeom>
            <a:ln>
              <a:solidFill>
                <a:schemeClr val="accent1"/>
              </a:solidFill>
              <a:headEnd type="oval"/>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flipV="1">
              <a:off x="2002722" y="-2227263"/>
              <a:ext cx="0" cy="6094113"/>
            </a:xfrm>
            <a:prstGeom prst="line">
              <a:avLst/>
            </a:prstGeom>
            <a:ln>
              <a:solidFill>
                <a:schemeClr val="accent1"/>
              </a:solidFill>
              <a:tailEnd type="triangle" w="lg" len="lg"/>
            </a:ln>
          </p:spPr>
          <p:style>
            <a:lnRef idx="1">
              <a:schemeClr val="accent1"/>
            </a:lnRef>
            <a:fillRef idx="0">
              <a:schemeClr val="accent1"/>
            </a:fillRef>
            <a:effectRef idx="0">
              <a:schemeClr val="accent1"/>
            </a:effectRef>
            <a:fontRef idx="minor">
              <a:schemeClr val="tx1"/>
            </a:fontRef>
          </p:style>
        </p:cxnSp>
      </p:grpSp>
      <p:grpSp>
        <p:nvGrpSpPr>
          <p:cNvPr id="69" name="Group 68"/>
          <p:cNvGrpSpPr/>
          <p:nvPr/>
        </p:nvGrpSpPr>
        <p:grpSpPr>
          <a:xfrm flipH="1" flipV="1">
            <a:off x="7074373" y="3620180"/>
            <a:ext cx="935804" cy="1379606"/>
            <a:chOff x="1984788" y="2060425"/>
            <a:chExt cx="2825748" cy="1806425"/>
          </a:xfrm>
        </p:grpSpPr>
        <p:cxnSp>
          <p:nvCxnSpPr>
            <p:cNvPr id="70" name="Straight Connector 69"/>
            <p:cNvCxnSpPr/>
            <p:nvPr/>
          </p:nvCxnSpPr>
          <p:spPr>
            <a:xfrm rot="10800000">
              <a:off x="1984788" y="3866850"/>
              <a:ext cx="2825748" cy="0"/>
            </a:xfrm>
            <a:prstGeom prst="line">
              <a:avLst/>
            </a:prstGeom>
            <a:ln>
              <a:solidFill>
                <a:schemeClr val="accent5"/>
              </a:solidFill>
              <a:headEnd type="ova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rot="10800000">
              <a:off x="2002721" y="2060425"/>
              <a:ext cx="0" cy="1806425"/>
            </a:xfrm>
            <a:prstGeom prst="line">
              <a:avLst/>
            </a:prstGeom>
            <a:ln>
              <a:solidFill>
                <a:schemeClr val="accent5"/>
              </a:solidFill>
              <a:tailEnd type="triangle" w="lg" len="lg"/>
            </a:ln>
          </p:spPr>
          <p:style>
            <a:lnRef idx="1">
              <a:schemeClr val="accent1"/>
            </a:lnRef>
            <a:fillRef idx="0">
              <a:schemeClr val="accent1"/>
            </a:fillRef>
            <a:effectRef idx="0">
              <a:schemeClr val="accent1"/>
            </a:effectRef>
            <a:fontRef idx="minor">
              <a:schemeClr val="tx1"/>
            </a:fontRef>
          </p:style>
        </p:cxnSp>
      </p:grpSp>
      <p:grpSp>
        <p:nvGrpSpPr>
          <p:cNvPr id="72" name="Group 71"/>
          <p:cNvGrpSpPr/>
          <p:nvPr/>
        </p:nvGrpSpPr>
        <p:grpSpPr>
          <a:xfrm flipH="1">
            <a:off x="7179191" y="1519238"/>
            <a:ext cx="1581458" cy="1274766"/>
            <a:chOff x="1984788" y="650852"/>
            <a:chExt cx="2825748" cy="3216001"/>
          </a:xfrm>
        </p:grpSpPr>
        <p:cxnSp>
          <p:nvCxnSpPr>
            <p:cNvPr id="73" name="Straight Connector 72"/>
            <p:cNvCxnSpPr/>
            <p:nvPr/>
          </p:nvCxnSpPr>
          <p:spPr>
            <a:xfrm rot="10800000">
              <a:off x="1984788" y="3866850"/>
              <a:ext cx="2825748" cy="0"/>
            </a:xfrm>
            <a:prstGeom prst="line">
              <a:avLst/>
            </a:prstGeom>
            <a:ln>
              <a:solidFill>
                <a:schemeClr val="accent4"/>
              </a:solidFill>
              <a:headEnd type="oval"/>
            </a:ln>
          </p:spPr>
          <p:style>
            <a:lnRef idx="1">
              <a:schemeClr val="accent1"/>
            </a:lnRef>
            <a:fillRef idx="0">
              <a:schemeClr val="accent1"/>
            </a:fillRef>
            <a:effectRef idx="0">
              <a:schemeClr val="accent1"/>
            </a:effectRef>
            <a:fontRef idx="minor">
              <a:schemeClr val="tx1"/>
            </a:fontRef>
          </p:style>
        </p:cxnSp>
        <p:cxnSp>
          <p:nvCxnSpPr>
            <p:cNvPr id="74" name="Straight Connector 73"/>
            <p:cNvCxnSpPr/>
            <p:nvPr/>
          </p:nvCxnSpPr>
          <p:spPr>
            <a:xfrm flipH="1" flipV="1">
              <a:off x="2002720" y="650852"/>
              <a:ext cx="0" cy="3216001"/>
            </a:xfrm>
            <a:prstGeom prst="line">
              <a:avLst/>
            </a:prstGeom>
            <a:ln>
              <a:solidFill>
                <a:schemeClr val="accent4"/>
              </a:solidFill>
              <a:tailEnd type="triangle" w="lg" len="lg"/>
            </a:ln>
          </p:spPr>
          <p:style>
            <a:lnRef idx="1">
              <a:schemeClr val="accent1"/>
            </a:lnRef>
            <a:fillRef idx="0">
              <a:schemeClr val="accent1"/>
            </a:fillRef>
            <a:effectRef idx="0">
              <a:schemeClr val="accent1"/>
            </a:effectRef>
            <a:fontRef idx="minor">
              <a:schemeClr val="tx1"/>
            </a:fontRef>
          </p:style>
        </p:cxnSp>
      </p:grpSp>
      <p:sp>
        <p:nvSpPr>
          <p:cNvPr id="75" name="Text Placeholder 47"/>
          <p:cNvSpPr txBox="1">
            <a:spLocks/>
          </p:cNvSpPr>
          <p:nvPr/>
        </p:nvSpPr>
        <p:spPr>
          <a:xfrm>
            <a:off x="9013376" y="1424432"/>
            <a:ext cx="2376072" cy="504463"/>
          </a:xfrm>
          <a:prstGeom prst="rect">
            <a:avLst/>
          </a:prstGeom>
        </p:spPr>
        <p:txBody>
          <a:bodyPr>
            <a:noAutofit/>
          </a:bodyPr>
          <a:lstStyle>
            <a:lvl1pPr marL="0" indent="0" algn="l" defTabSz="914400" rtl="0" eaLnBrk="1" latinLnBrk="0" hangingPunct="1">
              <a:lnSpc>
                <a:spcPct val="90000"/>
              </a:lnSpc>
              <a:spcBef>
                <a:spcPts val="1000"/>
              </a:spcBef>
              <a:buFontTx/>
              <a:buNone/>
              <a:defRPr sz="1600" kern="1200">
                <a:solidFill>
                  <a:schemeClr val="tx1"/>
                </a:solidFill>
                <a:latin typeface="+mn-lt"/>
                <a:ea typeface="+mn-ea"/>
                <a:cs typeface="+mn-cs"/>
              </a:defRPr>
            </a:lvl1pPr>
            <a:lvl2pPr marL="457200" indent="0" algn="l" defTabSz="914400" rtl="0" eaLnBrk="1" latinLnBrk="0" hangingPunct="1">
              <a:lnSpc>
                <a:spcPct val="90000"/>
              </a:lnSpc>
              <a:spcBef>
                <a:spcPts val="500"/>
              </a:spcBef>
              <a:buFontTx/>
              <a:buNone/>
              <a:defRPr sz="14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Tx/>
              <a:buNone/>
              <a:defRPr sz="12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Tx/>
              <a:buNone/>
              <a:defRPr sz="11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Tx/>
              <a:buNone/>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14350" indent="-514350" rtl="1" fontAlgn="auto">
              <a:spcAft>
                <a:spcPts val="0"/>
              </a:spcAft>
              <a:buFont typeface="+mj-lt"/>
              <a:buAutoNum type="arabicPeriod" startAt="4"/>
            </a:pPr>
            <a:r>
              <a:rPr lang="ar-SA" sz="3200" b="1" u="sng" dirty="0">
                <a:solidFill>
                  <a:srgbClr val="3392E2"/>
                </a:solidFill>
                <a:latin typeface="Roboto"/>
              </a:rPr>
              <a:t>التحليل</a:t>
            </a:r>
            <a:endParaRPr lang="en-AU" sz="3200" b="1" u="sng" dirty="0">
              <a:solidFill>
                <a:prstClr val="black"/>
              </a:solidFill>
              <a:latin typeface="Roboto"/>
            </a:endParaRPr>
          </a:p>
        </p:txBody>
      </p:sp>
      <p:sp>
        <p:nvSpPr>
          <p:cNvPr id="76" name="Text Placeholder 48"/>
          <p:cNvSpPr txBox="1">
            <a:spLocks/>
          </p:cNvSpPr>
          <p:nvPr/>
        </p:nvSpPr>
        <p:spPr>
          <a:xfrm>
            <a:off x="9104034" y="1978788"/>
            <a:ext cx="2897466" cy="891415"/>
          </a:xfrm>
          <a:prstGeom prst="rect">
            <a:avLst/>
          </a:prstGeom>
        </p:spPr>
        <p:txBody>
          <a:bodyPr/>
          <a:lstStyle>
            <a:lvl1pPr marL="0" indent="0" algn="l" defTabSz="914400" rtl="0" eaLnBrk="1" latinLnBrk="0" hangingPunct="1">
              <a:lnSpc>
                <a:spcPct val="90000"/>
              </a:lnSpc>
              <a:spcBef>
                <a:spcPts val="1000"/>
              </a:spcBef>
              <a:buFontTx/>
              <a:buNone/>
              <a:defRPr sz="1600" kern="1200">
                <a:solidFill>
                  <a:schemeClr val="tx1"/>
                </a:solidFill>
                <a:latin typeface="+mn-lt"/>
                <a:ea typeface="+mn-ea"/>
                <a:cs typeface="+mn-cs"/>
              </a:defRPr>
            </a:lvl1pPr>
            <a:lvl2pPr marL="457200" indent="0" algn="l" defTabSz="914400" rtl="0" eaLnBrk="1" latinLnBrk="0" hangingPunct="1">
              <a:lnSpc>
                <a:spcPct val="90000"/>
              </a:lnSpc>
              <a:spcBef>
                <a:spcPts val="500"/>
              </a:spcBef>
              <a:buFontTx/>
              <a:buNone/>
              <a:defRPr sz="14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Tx/>
              <a:buNone/>
              <a:defRPr sz="12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Tx/>
              <a:buNone/>
              <a:defRPr sz="11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Tx/>
              <a:buNone/>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fontAlgn="auto">
              <a:spcAft>
                <a:spcPts val="0"/>
              </a:spcAft>
            </a:pPr>
            <a:r>
              <a:rPr lang="ar-SA" sz="2400" b="1" dirty="0"/>
              <a:t>أي تحليل المعرفة إلى عناصرها الأساسية مع إدراك الارتباط ونوع العلاقة بينها</a:t>
            </a:r>
            <a:endParaRPr lang="en-AU" sz="1200" dirty="0">
              <a:solidFill>
                <a:prstClr val="black">
                  <a:lumMod val="50000"/>
                  <a:lumOff val="50000"/>
                </a:prstClr>
              </a:solidFill>
            </a:endParaRPr>
          </a:p>
        </p:txBody>
      </p:sp>
      <p:sp>
        <p:nvSpPr>
          <p:cNvPr id="77" name="Text Placeholder 47"/>
          <p:cNvSpPr txBox="1">
            <a:spLocks/>
          </p:cNvSpPr>
          <p:nvPr/>
        </p:nvSpPr>
        <p:spPr>
          <a:xfrm>
            <a:off x="8271513" y="4067368"/>
            <a:ext cx="2376072" cy="633992"/>
          </a:xfrm>
          <a:prstGeom prst="rect">
            <a:avLst/>
          </a:prstGeom>
        </p:spPr>
        <p:txBody>
          <a:bodyPr>
            <a:noAutofit/>
          </a:bodyPr>
          <a:lstStyle>
            <a:lvl1pPr marL="0" indent="0" algn="l" defTabSz="914400" rtl="0" eaLnBrk="1" latinLnBrk="0" hangingPunct="1">
              <a:lnSpc>
                <a:spcPct val="90000"/>
              </a:lnSpc>
              <a:spcBef>
                <a:spcPts val="1000"/>
              </a:spcBef>
              <a:buFontTx/>
              <a:buNone/>
              <a:defRPr sz="1600" kern="1200">
                <a:solidFill>
                  <a:schemeClr val="tx1"/>
                </a:solidFill>
                <a:latin typeface="+mn-lt"/>
                <a:ea typeface="+mn-ea"/>
                <a:cs typeface="+mn-cs"/>
              </a:defRPr>
            </a:lvl1pPr>
            <a:lvl2pPr marL="457200" indent="0" algn="l" defTabSz="914400" rtl="0" eaLnBrk="1" latinLnBrk="0" hangingPunct="1">
              <a:lnSpc>
                <a:spcPct val="90000"/>
              </a:lnSpc>
              <a:spcBef>
                <a:spcPts val="500"/>
              </a:spcBef>
              <a:buFontTx/>
              <a:buNone/>
              <a:defRPr sz="14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Tx/>
              <a:buNone/>
              <a:defRPr sz="12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Tx/>
              <a:buNone/>
              <a:defRPr sz="11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Tx/>
              <a:buNone/>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14350" indent="-514350" rtl="1" fontAlgn="auto">
              <a:spcAft>
                <a:spcPts val="0"/>
              </a:spcAft>
              <a:buFont typeface="+mj-lt"/>
              <a:buAutoNum type="arabicPeriod" startAt="6"/>
            </a:pPr>
            <a:r>
              <a:rPr lang="ar-SA" sz="3200" b="1" u="sng" dirty="0">
                <a:solidFill>
                  <a:srgbClr val="83B14C"/>
                </a:solidFill>
                <a:latin typeface="Roboto"/>
              </a:rPr>
              <a:t>الإبداع</a:t>
            </a:r>
            <a:endParaRPr lang="en-AU" b="1" u="sng" dirty="0">
              <a:solidFill>
                <a:prstClr val="black"/>
              </a:solidFill>
              <a:latin typeface="Roboto"/>
            </a:endParaRPr>
          </a:p>
        </p:txBody>
      </p:sp>
      <p:sp>
        <p:nvSpPr>
          <p:cNvPr id="78" name="Text Placeholder 48"/>
          <p:cNvSpPr txBox="1">
            <a:spLocks/>
          </p:cNvSpPr>
          <p:nvPr/>
        </p:nvSpPr>
        <p:spPr>
          <a:xfrm>
            <a:off x="8216549" y="4642898"/>
            <a:ext cx="3125138" cy="891415"/>
          </a:xfrm>
          <a:prstGeom prst="rect">
            <a:avLst/>
          </a:prstGeom>
        </p:spPr>
        <p:txBody>
          <a:bodyPr/>
          <a:lstStyle>
            <a:lvl1pPr marL="0" indent="0" algn="l" defTabSz="914400" rtl="0" eaLnBrk="1" latinLnBrk="0" hangingPunct="1">
              <a:lnSpc>
                <a:spcPct val="90000"/>
              </a:lnSpc>
              <a:spcBef>
                <a:spcPts val="1000"/>
              </a:spcBef>
              <a:buFontTx/>
              <a:buNone/>
              <a:defRPr sz="1600" kern="1200">
                <a:solidFill>
                  <a:schemeClr val="tx1"/>
                </a:solidFill>
                <a:latin typeface="+mn-lt"/>
                <a:ea typeface="+mn-ea"/>
                <a:cs typeface="+mn-cs"/>
              </a:defRPr>
            </a:lvl1pPr>
            <a:lvl2pPr marL="457200" indent="0" algn="l" defTabSz="914400" rtl="0" eaLnBrk="1" latinLnBrk="0" hangingPunct="1">
              <a:lnSpc>
                <a:spcPct val="90000"/>
              </a:lnSpc>
              <a:spcBef>
                <a:spcPts val="500"/>
              </a:spcBef>
              <a:buFontTx/>
              <a:buNone/>
              <a:defRPr sz="14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Tx/>
              <a:buNone/>
              <a:defRPr sz="12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Tx/>
              <a:buNone/>
              <a:defRPr sz="11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Tx/>
              <a:buNone/>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fontAlgn="auto">
              <a:spcAft>
                <a:spcPts val="0"/>
              </a:spcAft>
            </a:pPr>
            <a:r>
              <a:rPr lang="ar-SA" sz="2400" b="1" dirty="0"/>
              <a:t>بمعنى وإعادة تنظيم العناصر لتشكل نمطاً أو هيكلاً جديداً من خلال التوليد أو التخطيط أو الإنتاج.</a:t>
            </a:r>
            <a:endParaRPr lang="en-AU" sz="1200" dirty="0">
              <a:solidFill>
                <a:prstClr val="black">
                  <a:lumMod val="50000"/>
                  <a:lumOff val="50000"/>
                </a:prstClr>
              </a:solidFill>
            </a:endParaRPr>
          </a:p>
        </p:txBody>
      </p:sp>
      <p:sp>
        <p:nvSpPr>
          <p:cNvPr id="79" name="Text Placeholder 47"/>
          <p:cNvSpPr txBox="1">
            <a:spLocks/>
          </p:cNvSpPr>
          <p:nvPr/>
        </p:nvSpPr>
        <p:spPr>
          <a:xfrm>
            <a:off x="918497" y="2896583"/>
            <a:ext cx="2376072" cy="590750"/>
          </a:xfrm>
          <a:prstGeom prst="rect">
            <a:avLst/>
          </a:prstGeom>
        </p:spPr>
        <p:txBody>
          <a:bodyPr>
            <a:noAutofit/>
          </a:bodyPr>
          <a:lstStyle>
            <a:lvl1pPr marL="0" indent="0" algn="l" defTabSz="914400" rtl="0" eaLnBrk="1" latinLnBrk="0" hangingPunct="1">
              <a:lnSpc>
                <a:spcPct val="90000"/>
              </a:lnSpc>
              <a:spcBef>
                <a:spcPts val="1000"/>
              </a:spcBef>
              <a:buFontTx/>
              <a:buNone/>
              <a:defRPr sz="1600" kern="1200">
                <a:solidFill>
                  <a:schemeClr val="tx1"/>
                </a:solidFill>
                <a:latin typeface="+mn-lt"/>
                <a:ea typeface="+mn-ea"/>
                <a:cs typeface="+mn-cs"/>
              </a:defRPr>
            </a:lvl1pPr>
            <a:lvl2pPr marL="457200" indent="0" algn="l" defTabSz="914400" rtl="0" eaLnBrk="1" latinLnBrk="0" hangingPunct="1">
              <a:lnSpc>
                <a:spcPct val="90000"/>
              </a:lnSpc>
              <a:spcBef>
                <a:spcPts val="500"/>
              </a:spcBef>
              <a:buFontTx/>
              <a:buNone/>
              <a:defRPr sz="14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Tx/>
              <a:buNone/>
              <a:defRPr sz="12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Tx/>
              <a:buNone/>
              <a:defRPr sz="11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Tx/>
              <a:buNone/>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14350" indent="-514350" algn="r" rtl="1" fontAlgn="auto">
              <a:spcAft>
                <a:spcPts val="0"/>
              </a:spcAft>
              <a:buFont typeface="+mj-lt"/>
              <a:buAutoNum type="arabicPeriod" startAt="5"/>
            </a:pPr>
            <a:r>
              <a:rPr lang="ar-SA" sz="3200" b="1" u="sng" dirty="0">
                <a:solidFill>
                  <a:srgbClr val="E9233C"/>
                </a:solidFill>
                <a:latin typeface="Roboto"/>
              </a:rPr>
              <a:t>التقويم</a:t>
            </a:r>
            <a:endParaRPr lang="en-AU" sz="1800" b="1" u="sng" dirty="0">
              <a:solidFill>
                <a:prstClr val="black"/>
              </a:solidFill>
              <a:latin typeface="Roboto"/>
            </a:endParaRPr>
          </a:p>
        </p:txBody>
      </p:sp>
      <p:sp>
        <p:nvSpPr>
          <p:cNvPr id="80" name="Text Placeholder 48"/>
          <p:cNvSpPr txBox="1">
            <a:spLocks/>
          </p:cNvSpPr>
          <p:nvPr/>
        </p:nvSpPr>
        <p:spPr>
          <a:xfrm>
            <a:off x="133350" y="3548738"/>
            <a:ext cx="3161219" cy="2109112"/>
          </a:xfrm>
          <a:prstGeom prst="rect">
            <a:avLst/>
          </a:prstGeom>
        </p:spPr>
        <p:txBody>
          <a:bodyPr/>
          <a:lstStyle>
            <a:lvl1pPr marL="0" indent="0" algn="l" defTabSz="914400" rtl="0" eaLnBrk="1" latinLnBrk="0" hangingPunct="1">
              <a:lnSpc>
                <a:spcPct val="90000"/>
              </a:lnSpc>
              <a:spcBef>
                <a:spcPts val="1000"/>
              </a:spcBef>
              <a:buFontTx/>
              <a:buNone/>
              <a:defRPr sz="1600" kern="1200">
                <a:solidFill>
                  <a:schemeClr val="tx1"/>
                </a:solidFill>
                <a:latin typeface="+mn-lt"/>
                <a:ea typeface="+mn-ea"/>
                <a:cs typeface="+mn-cs"/>
              </a:defRPr>
            </a:lvl1pPr>
            <a:lvl2pPr marL="457200" indent="0" algn="l" defTabSz="914400" rtl="0" eaLnBrk="1" latinLnBrk="0" hangingPunct="1">
              <a:lnSpc>
                <a:spcPct val="90000"/>
              </a:lnSpc>
              <a:spcBef>
                <a:spcPts val="500"/>
              </a:spcBef>
              <a:buFontTx/>
              <a:buNone/>
              <a:defRPr sz="14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Tx/>
              <a:buNone/>
              <a:defRPr sz="12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Tx/>
              <a:buNone/>
              <a:defRPr sz="11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Tx/>
              <a:buNone/>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r" fontAlgn="auto">
              <a:spcAft>
                <a:spcPts val="0"/>
              </a:spcAft>
            </a:pPr>
            <a:r>
              <a:rPr lang="ar-SA" sz="2400" b="1" dirty="0"/>
              <a:t>ويعني إصدار أحكام تعتمد على المقاييس والمعايير من خلال الفحص والنقد</a:t>
            </a:r>
            <a:endParaRPr lang="en-AU" sz="1200" dirty="0">
              <a:solidFill>
                <a:prstClr val="black">
                  <a:lumMod val="50000"/>
                  <a:lumOff val="50000"/>
                </a:prstClr>
              </a:solidFill>
            </a:endParaRPr>
          </a:p>
        </p:txBody>
      </p:sp>
    </p:spTree>
    <p:extLst>
      <p:ext uri="{BB962C8B-B14F-4D97-AF65-F5344CB8AC3E}">
        <p14:creationId xmlns:p14="http://schemas.microsoft.com/office/powerpoint/2010/main" val="424443748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16"/>
                                        </p:tgtEl>
                                        <p:attrNameLst>
                                          <p:attrName>style.visibility</p:attrName>
                                        </p:attrNameLst>
                                      </p:cBhvr>
                                      <p:to>
                                        <p:strVal val="visible"/>
                                      </p:to>
                                    </p:set>
                                    <p:anim calcmode="lin" valueType="num">
                                      <p:cBhvr>
                                        <p:cTn id="7" dur="500" fill="hold"/>
                                        <p:tgtEl>
                                          <p:spTgt spid="16"/>
                                        </p:tgtEl>
                                        <p:attrNameLst>
                                          <p:attrName>ppt_w</p:attrName>
                                        </p:attrNameLst>
                                      </p:cBhvr>
                                      <p:tavLst>
                                        <p:tav tm="0">
                                          <p:val>
                                            <p:fltVal val="0"/>
                                          </p:val>
                                        </p:tav>
                                        <p:tav tm="100000">
                                          <p:val>
                                            <p:strVal val="#ppt_w"/>
                                          </p:val>
                                        </p:tav>
                                      </p:tavLst>
                                    </p:anim>
                                    <p:anim calcmode="lin" valueType="num">
                                      <p:cBhvr>
                                        <p:cTn id="8" dur="500" fill="hold"/>
                                        <p:tgtEl>
                                          <p:spTgt spid="16"/>
                                        </p:tgtEl>
                                        <p:attrNameLst>
                                          <p:attrName>ppt_h</p:attrName>
                                        </p:attrNameLst>
                                      </p:cBhvr>
                                      <p:tavLst>
                                        <p:tav tm="0">
                                          <p:val>
                                            <p:fltVal val="0"/>
                                          </p:val>
                                        </p:tav>
                                        <p:tav tm="100000">
                                          <p:val>
                                            <p:strVal val="#ppt_h"/>
                                          </p:val>
                                        </p:tav>
                                      </p:tavLst>
                                    </p:anim>
                                    <p:animEffect transition="in" filter="fade">
                                      <p:cBhvr>
                                        <p:cTn id="9" dur="500"/>
                                        <p:tgtEl>
                                          <p:spTgt spid="16"/>
                                        </p:tgtEl>
                                      </p:cBhvr>
                                    </p:animEffect>
                                  </p:childTnLst>
                                </p:cTn>
                              </p:par>
                            </p:childTnLst>
                          </p:cTn>
                        </p:par>
                        <p:par>
                          <p:cTn id="10" fill="hold">
                            <p:stCondLst>
                              <p:cond delay="500"/>
                            </p:stCondLst>
                            <p:childTnLst>
                              <p:par>
                                <p:cTn id="11" presetID="2" presetClass="entr" presetSubtype="3" fill="hold" nodeType="afterEffect">
                                  <p:stCondLst>
                                    <p:cond delay="0"/>
                                  </p:stCondLst>
                                  <p:childTnLst>
                                    <p:set>
                                      <p:cBhvr>
                                        <p:cTn id="12" dur="1" fill="hold">
                                          <p:stCondLst>
                                            <p:cond delay="0"/>
                                          </p:stCondLst>
                                        </p:cTn>
                                        <p:tgtEl>
                                          <p:spTgt spid="21"/>
                                        </p:tgtEl>
                                        <p:attrNameLst>
                                          <p:attrName>style.visibility</p:attrName>
                                        </p:attrNameLst>
                                      </p:cBhvr>
                                      <p:to>
                                        <p:strVal val="visible"/>
                                      </p:to>
                                    </p:set>
                                    <p:anim calcmode="lin" valueType="num">
                                      <p:cBhvr additive="base">
                                        <p:cTn id="13" dur="500" fill="hold"/>
                                        <p:tgtEl>
                                          <p:spTgt spid="21"/>
                                        </p:tgtEl>
                                        <p:attrNameLst>
                                          <p:attrName>ppt_x</p:attrName>
                                        </p:attrNameLst>
                                      </p:cBhvr>
                                      <p:tavLst>
                                        <p:tav tm="0">
                                          <p:val>
                                            <p:strVal val="1+#ppt_w/2"/>
                                          </p:val>
                                        </p:tav>
                                        <p:tav tm="100000">
                                          <p:val>
                                            <p:strVal val="#ppt_x"/>
                                          </p:val>
                                        </p:tav>
                                      </p:tavLst>
                                    </p:anim>
                                    <p:anim calcmode="lin" valueType="num">
                                      <p:cBhvr additive="base">
                                        <p:cTn id="14" dur="500" fill="hold"/>
                                        <p:tgtEl>
                                          <p:spTgt spid="21"/>
                                        </p:tgtEl>
                                        <p:attrNameLst>
                                          <p:attrName>ppt_y</p:attrName>
                                        </p:attrNameLst>
                                      </p:cBhvr>
                                      <p:tavLst>
                                        <p:tav tm="0">
                                          <p:val>
                                            <p:strVal val="0-#ppt_h/2"/>
                                          </p:val>
                                        </p:tav>
                                        <p:tav tm="100000">
                                          <p:val>
                                            <p:strVal val="#ppt_y"/>
                                          </p:val>
                                        </p:tav>
                                      </p:tavLst>
                                    </p:anim>
                                  </p:childTnLst>
                                </p:cTn>
                              </p:par>
                            </p:childTnLst>
                          </p:cTn>
                        </p:par>
                        <p:par>
                          <p:cTn id="15" fill="hold">
                            <p:stCondLst>
                              <p:cond delay="1000"/>
                            </p:stCondLst>
                            <p:childTnLst>
                              <p:par>
                                <p:cTn id="16" presetID="2" presetClass="entr" presetSubtype="9" fill="hold" nodeType="afterEffect">
                                  <p:stCondLst>
                                    <p:cond delay="0"/>
                                  </p:stCondLst>
                                  <p:childTnLst>
                                    <p:set>
                                      <p:cBhvr>
                                        <p:cTn id="17" dur="1" fill="hold">
                                          <p:stCondLst>
                                            <p:cond delay="0"/>
                                          </p:stCondLst>
                                        </p:cTn>
                                        <p:tgtEl>
                                          <p:spTgt spid="36"/>
                                        </p:tgtEl>
                                        <p:attrNameLst>
                                          <p:attrName>style.visibility</p:attrName>
                                        </p:attrNameLst>
                                      </p:cBhvr>
                                      <p:to>
                                        <p:strVal val="visible"/>
                                      </p:to>
                                    </p:set>
                                    <p:anim calcmode="lin" valueType="num">
                                      <p:cBhvr additive="base">
                                        <p:cTn id="18" dur="500" fill="hold"/>
                                        <p:tgtEl>
                                          <p:spTgt spid="36"/>
                                        </p:tgtEl>
                                        <p:attrNameLst>
                                          <p:attrName>ppt_x</p:attrName>
                                        </p:attrNameLst>
                                      </p:cBhvr>
                                      <p:tavLst>
                                        <p:tav tm="0">
                                          <p:val>
                                            <p:strVal val="0-#ppt_w/2"/>
                                          </p:val>
                                        </p:tav>
                                        <p:tav tm="100000">
                                          <p:val>
                                            <p:strVal val="#ppt_x"/>
                                          </p:val>
                                        </p:tav>
                                      </p:tavLst>
                                    </p:anim>
                                    <p:anim calcmode="lin" valueType="num">
                                      <p:cBhvr additive="base">
                                        <p:cTn id="19" dur="500" fill="hold"/>
                                        <p:tgtEl>
                                          <p:spTgt spid="36"/>
                                        </p:tgtEl>
                                        <p:attrNameLst>
                                          <p:attrName>ppt_y</p:attrName>
                                        </p:attrNameLst>
                                      </p:cBhvr>
                                      <p:tavLst>
                                        <p:tav tm="0">
                                          <p:val>
                                            <p:strVal val="0-#ppt_h/2"/>
                                          </p:val>
                                        </p:tav>
                                        <p:tav tm="100000">
                                          <p:val>
                                            <p:strVal val="#ppt_y"/>
                                          </p:val>
                                        </p:tav>
                                      </p:tavLst>
                                    </p:anim>
                                  </p:childTnLst>
                                </p:cTn>
                              </p:par>
                            </p:childTnLst>
                          </p:cTn>
                        </p:par>
                        <p:par>
                          <p:cTn id="20" fill="hold">
                            <p:stCondLst>
                              <p:cond delay="1500"/>
                            </p:stCondLst>
                            <p:childTnLst>
                              <p:par>
                                <p:cTn id="21" presetID="2" presetClass="entr" presetSubtype="3" fill="hold" nodeType="afterEffect">
                                  <p:stCondLst>
                                    <p:cond delay="0"/>
                                  </p:stCondLst>
                                  <p:childTnLst>
                                    <p:set>
                                      <p:cBhvr>
                                        <p:cTn id="22" dur="1" fill="hold">
                                          <p:stCondLst>
                                            <p:cond delay="0"/>
                                          </p:stCondLst>
                                        </p:cTn>
                                        <p:tgtEl>
                                          <p:spTgt spid="45"/>
                                        </p:tgtEl>
                                        <p:attrNameLst>
                                          <p:attrName>style.visibility</p:attrName>
                                        </p:attrNameLst>
                                      </p:cBhvr>
                                      <p:to>
                                        <p:strVal val="visible"/>
                                      </p:to>
                                    </p:set>
                                    <p:anim calcmode="lin" valueType="num">
                                      <p:cBhvr additive="base">
                                        <p:cTn id="23" dur="500" fill="hold"/>
                                        <p:tgtEl>
                                          <p:spTgt spid="45"/>
                                        </p:tgtEl>
                                        <p:attrNameLst>
                                          <p:attrName>ppt_x</p:attrName>
                                        </p:attrNameLst>
                                      </p:cBhvr>
                                      <p:tavLst>
                                        <p:tav tm="0">
                                          <p:val>
                                            <p:strVal val="1+#ppt_w/2"/>
                                          </p:val>
                                        </p:tav>
                                        <p:tav tm="100000">
                                          <p:val>
                                            <p:strVal val="#ppt_x"/>
                                          </p:val>
                                        </p:tav>
                                      </p:tavLst>
                                    </p:anim>
                                    <p:anim calcmode="lin" valueType="num">
                                      <p:cBhvr additive="base">
                                        <p:cTn id="24" dur="500" fill="hold"/>
                                        <p:tgtEl>
                                          <p:spTgt spid="45"/>
                                        </p:tgtEl>
                                        <p:attrNameLst>
                                          <p:attrName>ppt_y</p:attrName>
                                        </p:attrNameLst>
                                      </p:cBhvr>
                                      <p:tavLst>
                                        <p:tav tm="0">
                                          <p:val>
                                            <p:strVal val="0-#ppt_h/2"/>
                                          </p:val>
                                        </p:tav>
                                        <p:tav tm="100000">
                                          <p:val>
                                            <p:strVal val="#ppt_y"/>
                                          </p:val>
                                        </p:tav>
                                      </p:tavLst>
                                    </p:anim>
                                  </p:childTnLst>
                                </p:cTn>
                              </p:par>
                            </p:childTnLst>
                          </p:cTn>
                        </p:par>
                        <p:par>
                          <p:cTn id="25" fill="hold">
                            <p:stCondLst>
                              <p:cond delay="2000"/>
                            </p:stCondLst>
                            <p:childTnLst>
                              <p:par>
                                <p:cTn id="26" presetID="22" presetClass="entr" presetSubtype="4" fill="hold" nodeType="afterEffect">
                                  <p:stCondLst>
                                    <p:cond delay="0"/>
                                  </p:stCondLst>
                                  <p:childTnLst>
                                    <p:set>
                                      <p:cBhvr>
                                        <p:cTn id="27" dur="1" fill="hold">
                                          <p:stCondLst>
                                            <p:cond delay="0"/>
                                          </p:stCondLst>
                                        </p:cTn>
                                        <p:tgtEl>
                                          <p:spTgt spid="72"/>
                                        </p:tgtEl>
                                        <p:attrNameLst>
                                          <p:attrName>style.visibility</p:attrName>
                                        </p:attrNameLst>
                                      </p:cBhvr>
                                      <p:to>
                                        <p:strVal val="visible"/>
                                      </p:to>
                                    </p:set>
                                    <p:animEffect transition="in" filter="wipe(down)">
                                      <p:cBhvr>
                                        <p:cTn id="28" dur="500"/>
                                        <p:tgtEl>
                                          <p:spTgt spid="72"/>
                                        </p:tgtEl>
                                      </p:cBhvr>
                                    </p:animEffect>
                                  </p:childTnLst>
                                </p:cTn>
                              </p:par>
                            </p:childTnLst>
                          </p:cTn>
                        </p:par>
                        <p:par>
                          <p:cTn id="29" fill="hold">
                            <p:stCondLst>
                              <p:cond delay="2500"/>
                            </p:stCondLst>
                            <p:childTnLst>
                              <p:par>
                                <p:cTn id="30" presetID="10" presetClass="entr" presetSubtype="0" fill="hold" grpId="0" nodeType="afterEffect">
                                  <p:stCondLst>
                                    <p:cond delay="0"/>
                                  </p:stCondLst>
                                  <p:childTnLst>
                                    <p:set>
                                      <p:cBhvr>
                                        <p:cTn id="31" dur="1" fill="hold">
                                          <p:stCondLst>
                                            <p:cond delay="0"/>
                                          </p:stCondLst>
                                        </p:cTn>
                                        <p:tgtEl>
                                          <p:spTgt spid="75"/>
                                        </p:tgtEl>
                                        <p:attrNameLst>
                                          <p:attrName>style.visibility</p:attrName>
                                        </p:attrNameLst>
                                      </p:cBhvr>
                                      <p:to>
                                        <p:strVal val="visible"/>
                                      </p:to>
                                    </p:set>
                                    <p:animEffect transition="in" filter="fade">
                                      <p:cBhvr>
                                        <p:cTn id="32" dur="500"/>
                                        <p:tgtEl>
                                          <p:spTgt spid="75"/>
                                        </p:tgtEl>
                                      </p:cBhvr>
                                    </p:animEffect>
                                  </p:childTnLst>
                                </p:cTn>
                              </p:par>
                            </p:childTnLst>
                          </p:cTn>
                        </p:par>
                        <p:par>
                          <p:cTn id="33" fill="hold">
                            <p:stCondLst>
                              <p:cond delay="3000"/>
                            </p:stCondLst>
                            <p:childTnLst>
                              <p:par>
                                <p:cTn id="34" presetID="10" presetClass="entr" presetSubtype="0" fill="hold" grpId="0" nodeType="afterEffect">
                                  <p:stCondLst>
                                    <p:cond delay="0"/>
                                  </p:stCondLst>
                                  <p:childTnLst>
                                    <p:set>
                                      <p:cBhvr>
                                        <p:cTn id="35" dur="1" fill="hold">
                                          <p:stCondLst>
                                            <p:cond delay="0"/>
                                          </p:stCondLst>
                                        </p:cTn>
                                        <p:tgtEl>
                                          <p:spTgt spid="76"/>
                                        </p:tgtEl>
                                        <p:attrNameLst>
                                          <p:attrName>style.visibility</p:attrName>
                                        </p:attrNameLst>
                                      </p:cBhvr>
                                      <p:to>
                                        <p:strVal val="visible"/>
                                      </p:to>
                                    </p:set>
                                    <p:animEffect transition="in" filter="fade">
                                      <p:cBhvr>
                                        <p:cTn id="36" dur="500"/>
                                        <p:tgtEl>
                                          <p:spTgt spid="76"/>
                                        </p:tgtEl>
                                      </p:cBhvr>
                                    </p:animEffect>
                                  </p:childTnLst>
                                </p:cTn>
                              </p:par>
                            </p:childTnLst>
                          </p:cTn>
                        </p:par>
                        <p:par>
                          <p:cTn id="37" fill="hold">
                            <p:stCondLst>
                              <p:cond delay="3500"/>
                            </p:stCondLst>
                            <p:childTnLst>
                              <p:par>
                                <p:cTn id="38" presetID="22" presetClass="entr" presetSubtype="1" fill="hold" nodeType="afterEffect">
                                  <p:stCondLst>
                                    <p:cond delay="0"/>
                                  </p:stCondLst>
                                  <p:childTnLst>
                                    <p:set>
                                      <p:cBhvr>
                                        <p:cTn id="39" dur="1" fill="hold">
                                          <p:stCondLst>
                                            <p:cond delay="0"/>
                                          </p:stCondLst>
                                        </p:cTn>
                                        <p:tgtEl>
                                          <p:spTgt spid="66"/>
                                        </p:tgtEl>
                                        <p:attrNameLst>
                                          <p:attrName>style.visibility</p:attrName>
                                        </p:attrNameLst>
                                      </p:cBhvr>
                                      <p:to>
                                        <p:strVal val="visible"/>
                                      </p:to>
                                    </p:set>
                                    <p:animEffect transition="in" filter="wipe(up)">
                                      <p:cBhvr>
                                        <p:cTn id="40" dur="500"/>
                                        <p:tgtEl>
                                          <p:spTgt spid="66"/>
                                        </p:tgtEl>
                                      </p:cBhvr>
                                    </p:animEffect>
                                  </p:childTnLst>
                                </p:cTn>
                              </p:par>
                            </p:childTnLst>
                          </p:cTn>
                        </p:par>
                        <p:par>
                          <p:cTn id="41" fill="hold">
                            <p:stCondLst>
                              <p:cond delay="4000"/>
                            </p:stCondLst>
                            <p:childTnLst>
                              <p:par>
                                <p:cTn id="42" presetID="10" presetClass="entr" presetSubtype="0" fill="hold" grpId="0" nodeType="afterEffect">
                                  <p:stCondLst>
                                    <p:cond delay="0"/>
                                  </p:stCondLst>
                                  <p:childTnLst>
                                    <p:set>
                                      <p:cBhvr>
                                        <p:cTn id="43" dur="1" fill="hold">
                                          <p:stCondLst>
                                            <p:cond delay="0"/>
                                          </p:stCondLst>
                                        </p:cTn>
                                        <p:tgtEl>
                                          <p:spTgt spid="79"/>
                                        </p:tgtEl>
                                        <p:attrNameLst>
                                          <p:attrName>style.visibility</p:attrName>
                                        </p:attrNameLst>
                                      </p:cBhvr>
                                      <p:to>
                                        <p:strVal val="visible"/>
                                      </p:to>
                                    </p:set>
                                    <p:animEffect transition="in" filter="fade">
                                      <p:cBhvr>
                                        <p:cTn id="44" dur="500"/>
                                        <p:tgtEl>
                                          <p:spTgt spid="79"/>
                                        </p:tgtEl>
                                      </p:cBhvr>
                                    </p:animEffect>
                                  </p:childTnLst>
                                </p:cTn>
                              </p:par>
                            </p:childTnLst>
                          </p:cTn>
                        </p:par>
                        <p:par>
                          <p:cTn id="45" fill="hold">
                            <p:stCondLst>
                              <p:cond delay="4500"/>
                            </p:stCondLst>
                            <p:childTnLst>
                              <p:par>
                                <p:cTn id="46" presetID="10" presetClass="entr" presetSubtype="0" fill="hold" grpId="0" nodeType="afterEffect">
                                  <p:stCondLst>
                                    <p:cond delay="0"/>
                                  </p:stCondLst>
                                  <p:childTnLst>
                                    <p:set>
                                      <p:cBhvr>
                                        <p:cTn id="47" dur="1" fill="hold">
                                          <p:stCondLst>
                                            <p:cond delay="0"/>
                                          </p:stCondLst>
                                        </p:cTn>
                                        <p:tgtEl>
                                          <p:spTgt spid="80"/>
                                        </p:tgtEl>
                                        <p:attrNameLst>
                                          <p:attrName>style.visibility</p:attrName>
                                        </p:attrNameLst>
                                      </p:cBhvr>
                                      <p:to>
                                        <p:strVal val="visible"/>
                                      </p:to>
                                    </p:set>
                                    <p:animEffect transition="in" filter="fade">
                                      <p:cBhvr>
                                        <p:cTn id="48" dur="500"/>
                                        <p:tgtEl>
                                          <p:spTgt spid="80"/>
                                        </p:tgtEl>
                                      </p:cBhvr>
                                    </p:animEffect>
                                  </p:childTnLst>
                                </p:cTn>
                              </p:par>
                            </p:childTnLst>
                          </p:cTn>
                        </p:par>
                        <p:par>
                          <p:cTn id="49" fill="hold">
                            <p:stCondLst>
                              <p:cond delay="5000"/>
                            </p:stCondLst>
                            <p:childTnLst>
                              <p:par>
                                <p:cTn id="50" presetID="22" presetClass="entr" presetSubtype="1" fill="hold" nodeType="afterEffect">
                                  <p:stCondLst>
                                    <p:cond delay="0"/>
                                  </p:stCondLst>
                                  <p:childTnLst>
                                    <p:set>
                                      <p:cBhvr>
                                        <p:cTn id="51" dur="1" fill="hold">
                                          <p:stCondLst>
                                            <p:cond delay="0"/>
                                          </p:stCondLst>
                                        </p:cTn>
                                        <p:tgtEl>
                                          <p:spTgt spid="69"/>
                                        </p:tgtEl>
                                        <p:attrNameLst>
                                          <p:attrName>style.visibility</p:attrName>
                                        </p:attrNameLst>
                                      </p:cBhvr>
                                      <p:to>
                                        <p:strVal val="visible"/>
                                      </p:to>
                                    </p:set>
                                    <p:animEffect transition="in" filter="wipe(up)">
                                      <p:cBhvr>
                                        <p:cTn id="52" dur="500"/>
                                        <p:tgtEl>
                                          <p:spTgt spid="69"/>
                                        </p:tgtEl>
                                      </p:cBhvr>
                                    </p:animEffect>
                                  </p:childTnLst>
                                </p:cTn>
                              </p:par>
                            </p:childTnLst>
                          </p:cTn>
                        </p:par>
                        <p:par>
                          <p:cTn id="53" fill="hold">
                            <p:stCondLst>
                              <p:cond delay="5500"/>
                            </p:stCondLst>
                            <p:childTnLst>
                              <p:par>
                                <p:cTn id="54" presetID="10" presetClass="entr" presetSubtype="0" fill="hold" grpId="0" nodeType="afterEffect">
                                  <p:stCondLst>
                                    <p:cond delay="0"/>
                                  </p:stCondLst>
                                  <p:childTnLst>
                                    <p:set>
                                      <p:cBhvr>
                                        <p:cTn id="55" dur="1" fill="hold">
                                          <p:stCondLst>
                                            <p:cond delay="0"/>
                                          </p:stCondLst>
                                        </p:cTn>
                                        <p:tgtEl>
                                          <p:spTgt spid="77"/>
                                        </p:tgtEl>
                                        <p:attrNameLst>
                                          <p:attrName>style.visibility</p:attrName>
                                        </p:attrNameLst>
                                      </p:cBhvr>
                                      <p:to>
                                        <p:strVal val="visible"/>
                                      </p:to>
                                    </p:set>
                                    <p:animEffect transition="in" filter="fade">
                                      <p:cBhvr>
                                        <p:cTn id="56" dur="500"/>
                                        <p:tgtEl>
                                          <p:spTgt spid="77"/>
                                        </p:tgtEl>
                                      </p:cBhvr>
                                    </p:animEffect>
                                  </p:childTnLst>
                                </p:cTn>
                              </p:par>
                            </p:childTnLst>
                          </p:cTn>
                        </p:par>
                        <p:par>
                          <p:cTn id="57" fill="hold">
                            <p:stCondLst>
                              <p:cond delay="6000"/>
                            </p:stCondLst>
                            <p:childTnLst>
                              <p:par>
                                <p:cTn id="58" presetID="10" presetClass="entr" presetSubtype="0" fill="hold" grpId="0" nodeType="afterEffect">
                                  <p:stCondLst>
                                    <p:cond delay="0"/>
                                  </p:stCondLst>
                                  <p:childTnLst>
                                    <p:set>
                                      <p:cBhvr>
                                        <p:cTn id="59" dur="1" fill="hold">
                                          <p:stCondLst>
                                            <p:cond delay="0"/>
                                          </p:stCondLst>
                                        </p:cTn>
                                        <p:tgtEl>
                                          <p:spTgt spid="78"/>
                                        </p:tgtEl>
                                        <p:attrNameLst>
                                          <p:attrName>style.visibility</p:attrName>
                                        </p:attrNameLst>
                                      </p:cBhvr>
                                      <p:to>
                                        <p:strVal val="visible"/>
                                      </p:to>
                                    </p:set>
                                    <p:animEffect transition="in" filter="fade">
                                      <p:cBhvr>
                                        <p:cTn id="60" dur="500"/>
                                        <p:tgtEl>
                                          <p:spTgt spid="7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5" grpId="0"/>
      <p:bldP spid="76" grpId="0"/>
      <p:bldP spid="77" grpId="0"/>
      <p:bldP spid="78" grpId="0"/>
      <p:bldP spid="79" grpId="0"/>
      <p:bldP spid="80" grpId="0"/>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Content Placeholder 2"/>
          <p:cNvSpPr txBox="1">
            <a:spLocks/>
          </p:cNvSpPr>
          <p:nvPr/>
        </p:nvSpPr>
        <p:spPr>
          <a:xfrm>
            <a:off x="3888124" y="1868095"/>
            <a:ext cx="7995327" cy="3922011"/>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ctr" fontAlgn="auto">
              <a:buClr>
                <a:srgbClr val="E84C22">
                  <a:lumMod val="75000"/>
                </a:srgbClr>
              </a:buClr>
            </a:pPr>
            <a:r>
              <a:rPr lang="ar-SA" sz="3200" b="1" dirty="0">
                <a:latin typeface="Roboto" panose="02000000000000000000" pitchFamily="2" charset="0"/>
                <a:ea typeface="Roboto" panose="02000000000000000000" pitchFamily="2" charset="0"/>
                <a:cs typeface="Simplified Arabic" panose="02020603050405020304" pitchFamily="18" charset="-78"/>
              </a:rPr>
              <a:t>وفي عام 1999م قامت "لورين اندرسون" وزملاؤها بنشر إصدارًا محدثًا من تصنيف بلوم يراعي كماً واسعاً من العوامل التي تؤثر على عمليتي التدريس والتعلم، حيث أحتوى الإصدار المحدث للتصنيف على تصحيح بعض الأخطاء التي وردت في التصنيف الأصلي، كذلك تضمن بعض التعديلات مثل قلب المستويين الخامس والسادس (التركيب والتقييم)، كما ميز التصنيف الجديد بين "معرفة الماهية" أي محتوى التفكير، و"معرفة الكيفية" أي الإجراءات المستخدمة في حل المشكلات</a:t>
            </a:r>
            <a:endParaRPr lang="id-ID" sz="3200" b="1" dirty="0" smtClean="0">
              <a:latin typeface="Roboto" panose="02000000000000000000" pitchFamily="2" charset="0"/>
              <a:ea typeface="Roboto" panose="02000000000000000000" pitchFamily="2" charset="0"/>
            </a:endParaRPr>
          </a:p>
        </p:txBody>
      </p:sp>
      <p:grpSp>
        <p:nvGrpSpPr>
          <p:cNvPr id="342" name="Group 341"/>
          <p:cNvGrpSpPr>
            <a:grpSpLocks noChangeAspect="1"/>
          </p:cNvGrpSpPr>
          <p:nvPr/>
        </p:nvGrpSpPr>
        <p:grpSpPr>
          <a:xfrm>
            <a:off x="90463" y="1503991"/>
            <a:ext cx="3474618" cy="4803720"/>
            <a:chOff x="1270242" y="2227041"/>
            <a:chExt cx="2976954" cy="4115691"/>
          </a:xfrm>
        </p:grpSpPr>
        <p:grpSp>
          <p:nvGrpSpPr>
            <p:cNvPr id="17" name="Group 16"/>
            <p:cNvGrpSpPr/>
            <p:nvPr/>
          </p:nvGrpSpPr>
          <p:grpSpPr>
            <a:xfrm flipH="1">
              <a:off x="1437626" y="2230502"/>
              <a:ext cx="2634844" cy="4112230"/>
              <a:chOff x="-6707188" y="-431800"/>
              <a:chExt cx="5697538" cy="9431338"/>
            </a:xfrm>
            <a:solidFill>
              <a:schemeClr val="accent2"/>
            </a:solidFill>
          </p:grpSpPr>
          <p:sp>
            <p:nvSpPr>
              <p:cNvPr id="239" name="Freeform 5"/>
              <p:cNvSpPr>
                <a:spLocks/>
              </p:cNvSpPr>
              <p:nvPr/>
            </p:nvSpPr>
            <p:spPr bwMode="auto">
              <a:xfrm>
                <a:off x="-5016500" y="7881938"/>
                <a:ext cx="474663" cy="404813"/>
              </a:xfrm>
              <a:custGeom>
                <a:avLst/>
                <a:gdLst>
                  <a:gd name="T0" fmla="*/ 31 w 299"/>
                  <a:gd name="T1" fmla="*/ 255 h 255"/>
                  <a:gd name="T2" fmla="*/ 83 w 299"/>
                  <a:gd name="T3" fmla="*/ 198 h 255"/>
                  <a:gd name="T4" fmla="*/ 299 w 299"/>
                  <a:gd name="T5" fmla="*/ 198 h 255"/>
                  <a:gd name="T6" fmla="*/ 299 w 299"/>
                  <a:gd name="T7" fmla="*/ 139 h 255"/>
                  <a:gd name="T8" fmla="*/ 105 w 299"/>
                  <a:gd name="T9" fmla="*/ 139 h 255"/>
                  <a:gd name="T10" fmla="*/ 93 w 299"/>
                  <a:gd name="T11" fmla="*/ 139 h 255"/>
                  <a:gd name="T12" fmla="*/ 93 w 299"/>
                  <a:gd name="T13" fmla="*/ 130 h 255"/>
                  <a:gd name="T14" fmla="*/ 93 w 299"/>
                  <a:gd name="T15" fmla="*/ 0 h 255"/>
                  <a:gd name="T16" fmla="*/ 0 w 299"/>
                  <a:gd name="T17" fmla="*/ 0 h 255"/>
                  <a:gd name="T18" fmla="*/ 0 w 299"/>
                  <a:gd name="T19" fmla="*/ 198 h 255"/>
                  <a:gd name="T20" fmla="*/ 31 w 299"/>
                  <a:gd name="T21" fmla="*/ 198 h 255"/>
                  <a:gd name="T22" fmla="*/ 31 w 299"/>
                  <a:gd name="T23" fmla="*/ 255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9" h="255">
                    <a:moveTo>
                      <a:pt x="31" y="255"/>
                    </a:moveTo>
                    <a:lnTo>
                      <a:pt x="83" y="198"/>
                    </a:lnTo>
                    <a:lnTo>
                      <a:pt x="299" y="198"/>
                    </a:lnTo>
                    <a:lnTo>
                      <a:pt x="299" y="139"/>
                    </a:lnTo>
                    <a:lnTo>
                      <a:pt x="105" y="139"/>
                    </a:lnTo>
                    <a:lnTo>
                      <a:pt x="93" y="139"/>
                    </a:lnTo>
                    <a:lnTo>
                      <a:pt x="93" y="130"/>
                    </a:lnTo>
                    <a:lnTo>
                      <a:pt x="93" y="0"/>
                    </a:lnTo>
                    <a:lnTo>
                      <a:pt x="0" y="0"/>
                    </a:lnTo>
                    <a:lnTo>
                      <a:pt x="0" y="198"/>
                    </a:lnTo>
                    <a:lnTo>
                      <a:pt x="31" y="198"/>
                    </a:lnTo>
                    <a:lnTo>
                      <a:pt x="31" y="25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40" name="Freeform 6"/>
              <p:cNvSpPr>
                <a:spLocks/>
              </p:cNvSpPr>
              <p:nvPr/>
            </p:nvSpPr>
            <p:spPr bwMode="auto">
              <a:xfrm>
                <a:off x="-4849813" y="7756525"/>
                <a:ext cx="492125" cy="425450"/>
              </a:xfrm>
              <a:custGeom>
                <a:avLst/>
                <a:gdLst>
                  <a:gd name="T0" fmla="*/ 310 w 310"/>
                  <a:gd name="T1" fmla="*/ 0 h 268"/>
                  <a:gd name="T2" fmla="*/ 0 w 310"/>
                  <a:gd name="T3" fmla="*/ 0 h 268"/>
                  <a:gd name="T4" fmla="*/ 0 w 310"/>
                  <a:gd name="T5" fmla="*/ 79 h 268"/>
                  <a:gd name="T6" fmla="*/ 0 w 310"/>
                  <a:gd name="T7" fmla="*/ 209 h 268"/>
                  <a:gd name="T8" fmla="*/ 194 w 310"/>
                  <a:gd name="T9" fmla="*/ 209 h 268"/>
                  <a:gd name="T10" fmla="*/ 222 w 310"/>
                  <a:gd name="T11" fmla="*/ 209 h 268"/>
                  <a:gd name="T12" fmla="*/ 277 w 310"/>
                  <a:gd name="T13" fmla="*/ 268 h 268"/>
                  <a:gd name="T14" fmla="*/ 277 w 310"/>
                  <a:gd name="T15" fmla="*/ 209 h 268"/>
                  <a:gd name="T16" fmla="*/ 310 w 310"/>
                  <a:gd name="T17" fmla="*/ 209 h 268"/>
                  <a:gd name="T18" fmla="*/ 310 w 310"/>
                  <a:gd name="T19" fmla="*/ 0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0" h="268">
                    <a:moveTo>
                      <a:pt x="310" y="0"/>
                    </a:moveTo>
                    <a:lnTo>
                      <a:pt x="0" y="0"/>
                    </a:lnTo>
                    <a:lnTo>
                      <a:pt x="0" y="79"/>
                    </a:lnTo>
                    <a:lnTo>
                      <a:pt x="0" y="209"/>
                    </a:lnTo>
                    <a:lnTo>
                      <a:pt x="194" y="209"/>
                    </a:lnTo>
                    <a:lnTo>
                      <a:pt x="222" y="209"/>
                    </a:lnTo>
                    <a:lnTo>
                      <a:pt x="277" y="268"/>
                    </a:lnTo>
                    <a:lnTo>
                      <a:pt x="277" y="209"/>
                    </a:lnTo>
                    <a:lnTo>
                      <a:pt x="310" y="209"/>
                    </a:lnTo>
                    <a:lnTo>
                      <a:pt x="31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41" name="Freeform 7"/>
              <p:cNvSpPr>
                <a:spLocks/>
              </p:cNvSpPr>
              <p:nvPr/>
            </p:nvSpPr>
            <p:spPr bwMode="auto">
              <a:xfrm>
                <a:off x="-6127750" y="3248025"/>
                <a:ext cx="577850" cy="574675"/>
              </a:xfrm>
              <a:custGeom>
                <a:avLst/>
                <a:gdLst>
                  <a:gd name="T0" fmla="*/ 151 w 154"/>
                  <a:gd name="T1" fmla="*/ 59 h 153"/>
                  <a:gd name="T2" fmla="*/ 120 w 154"/>
                  <a:gd name="T3" fmla="*/ 72 h 153"/>
                  <a:gd name="T4" fmla="*/ 108 w 154"/>
                  <a:gd name="T5" fmla="*/ 72 h 153"/>
                  <a:gd name="T6" fmla="*/ 102 w 154"/>
                  <a:gd name="T7" fmla="*/ 57 h 153"/>
                  <a:gd name="T8" fmla="*/ 111 w 154"/>
                  <a:gd name="T9" fmla="*/ 49 h 153"/>
                  <a:gd name="T10" fmla="*/ 142 w 154"/>
                  <a:gd name="T11" fmla="*/ 36 h 153"/>
                  <a:gd name="T12" fmla="*/ 128 w 154"/>
                  <a:gd name="T13" fmla="*/ 19 h 153"/>
                  <a:gd name="T14" fmla="*/ 108 w 154"/>
                  <a:gd name="T15" fmla="*/ 11 h 153"/>
                  <a:gd name="T16" fmla="*/ 105 w 154"/>
                  <a:gd name="T17" fmla="*/ 35 h 153"/>
                  <a:gd name="T18" fmla="*/ 90 w 154"/>
                  <a:gd name="T19" fmla="*/ 57 h 153"/>
                  <a:gd name="T20" fmla="*/ 92 w 154"/>
                  <a:gd name="T21" fmla="*/ 34 h 153"/>
                  <a:gd name="T22" fmla="*/ 81 w 154"/>
                  <a:gd name="T23" fmla="*/ 27 h 153"/>
                  <a:gd name="T24" fmla="*/ 81 w 154"/>
                  <a:gd name="T25" fmla="*/ 15 h 153"/>
                  <a:gd name="T26" fmla="*/ 73 w 154"/>
                  <a:gd name="T27" fmla="*/ 15 h 153"/>
                  <a:gd name="T28" fmla="*/ 73 w 154"/>
                  <a:gd name="T29" fmla="*/ 27 h 153"/>
                  <a:gd name="T30" fmla="*/ 62 w 154"/>
                  <a:gd name="T31" fmla="*/ 34 h 153"/>
                  <a:gd name="T32" fmla="*/ 63 w 154"/>
                  <a:gd name="T33" fmla="*/ 57 h 153"/>
                  <a:gd name="T34" fmla="*/ 49 w 154"/>
                  <a:gd name="T35" fmla="*/ 35 h 153"/>
                  <a:gd name="T36" fmla="*/ 45 w 154"/>
                  <a:gd name="T37" fmla="*/ 11 h 153"/>
                  <a:gd name="T38" fmla="*/ 25 w 154"/>
                  <a:gd name="T39" fmla="*/ 19 h 153"/>
                  <a:gd name="T40" fmla="*/ 12 w 154"/>
                  <a:gd name="T41" fmla="*/ 36 h 153"/>
                  <a:gd name="T42" fmla="*/ 43 w 154"/>
                  <a:gd name="T43" fmla="*/ 49 h 153"/>
                  <a:gd name="T44" fmla="*/ 51 w 154"/>
                  <a:gd name="T45" fmla="*/ 57 h 153"/>
                  <a:gd name="T46" fmla="*/ 45 w 154"/>
                  <a:gd name="T47" fmla="*/ 72 h 153"/>
                  <a:gd name="T48" fmla="*/ 33 w 154"/>
                  <a:gd name="T49" fmla="*/ 72 h 153"/>
                  <a:gd name="T50" fmla="*/ 2 w 154"/>
                  <a:gd name="T51" fmla="*/ 59 h 153"/>
                  <a:gd name="T52" fmla="*/ 0 w 154"/>
                  <a:gd name="T53" fmla="*/ 81 h 153"/>
                  <a:gd name="T54" fmla="*/ 8 w 154"/>
                  <a:gd name="T55" fmla="*/ 100 h 153"/>
                  <a:gd name="T56" fmla="*/ 28 w 154"/>
                  <a:gd name="T57" fmla="*/ 86 h 153"/>
                  <a:gd name="T58" fmla="*/ 54 w 154"/>
                  <a:gd name="T59" fmla="*/ 81 h 153"/>
                  <a:gd name="T60" fmla="*/ 36 w 154"/>
                  <a:gd name="T61" fmla="*/ 96 h 153"/>
                  <a:gd name="T62" fmla="*/ 39 w 154"/>
                  <a:gd name="T63" fmla="*/ 108 h 153"/>
                  <a:gd name="T64" fmla="*/ 31 w 154"/>
                  <a:gd name="T65" fmla="*/ 116 h 153"/>
                  <a:gd name="T66" fmla="*/ 37 w 154"/>
                  <a:gd name="T67" fmla="*/ 122 h 153"/>
                  <a:gd name="T68" fmla="*/ 45 w 154"/>
                  <a:gd name="T69" fmla="*/ 114 h 153"/>
                  <a:gd name="T70" fmla="*/ 57 w 154"/>
                  <a:gd name="T71" fmla="*/ 117 h 153"/>
                  <a:gd name="T72" fmla="*/ 73 w 154"/>
                  <a:gd name="T73" fmla="*/ 100 h 153"/>
                  <a:gd name="T74" fmla="*/ 68 w 154"/>
                  <a:gd name="T75" fmla="*/ 125 h 153"/>
                  <a:gd name="T76" fmla="*/ 53 w 154"/>
                  <a:gd name="T77" fmla="*/ 145 h 153"/>
                  <a:gd name="T78" fmla="*/ 73 w 154"/>
                  <a:gd name="T79" fmla="*/ 153 h 153"/>
                  <a:gd name="T80" fmla="*/ 94 w 154"/>
                  <a:gd name="T81" fmla="*/ 151 h 153"/>
                  <a:gd name="T82" fmla="*/ 81 w 154"/>
                  <a:gd name="T83" fmla="*/ 120 h 153"/>
                  <a:gd name="T84" fmla="*/ 81 w 154"/>
                  <a:gd name="T85" fmla="*/ 108 h 153"/>
                  <a:gd name="T86" fmla="*/ 96 w 154"/>
                  <a:gd name="T87" fmla="*/ 102 h 153"/>
                  <a:gd name="T88" fmla="*/ 105 w 154"/>
                  <a:gd name="T89" fmla="*/ 110 h 153"/>
                  <a:gd name="T90" fmla="*/ 117 w 154"/>
                  <a:gd name="T91" fmla="*/ 141 h 153"/>
                  <a:gd name="T92" fmla="*/ 134 w 154"/>
                  <a:gd name="T93" fmla="*/ 128 h 153"/>
                  <a:gd name="T94" fmla="*/ 142 w 154"/>
                  <a:gd name="T95" fmla="*/ 108 h 153"/>
                  <a:gd name="T96" fmla="*/ 118 w 154"/>
                  <a:gd name="T97" fmla="*/ 104 h 153"/>
                  <a:gd name="T98" fmla="*/ 96 w 154"/>
                  <a:gd name="T99" fmla="*/ 90 h 153"/>
                  <a:gd name="T100" fmla="*/ 119 w 154"/>
                  <a:gd name="T101" fmla="*/ 92 h 153"/>
                  <a:gd name="T102" fmla="*/ 126 w 154"/>
                  <a:gd name="T103" fmla="*/ 81 h 153"/>
                  <a:gd name="T104" fmla="*/ 138 w 154"/>
                  <a:gd name="T105" fmla="*/ 81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54" h="153">
                    <a:moveTo>
                      <a:pt x="154" y="72"/>
                    </a:moveTo>
                    <a:cubicBezTo>
                      <a:pt x="138" y="72"/>
                      <a:pt x="138" y="72"/>
                      <a:pt x="138" y="72"/>
                    </a:cubicBezTo>
                    <a:cubicBezTo>
                      <a:pt x="151" y="59"/>
                      <a:pt x="151" y="59"/>
                      <a:pt x="151" y="59"/>
                    </a:cubicBezTo>
                    <a:cubicBezTo>
                      <a:pt x="145" y="53"/>
                      <a:pt x="145" y="53"/>
                      <a:pt x="145" y="53"/>
                    </a:cubicBezTo>
                    <a:cubicBezTo>
                      <a:pt x="126" y="72"/>
                      <a:pt x="126" y="72"/>
                      <a:pt x="126" y="72"/>
                    </a:cubicBezTo>
                    <a:cubicBezTo>
                      <a:pt x="120" y="72"/>
                      <a:pt x="120" y="72"/>
                      <a:pt x="120" y="72"/>
                    </a:cubicBezTo>
                    <a:cubicBezTo>
                      <a:pt x="125" y="67"/>
                      <a:pt x="125" y="67"/>
                      <a:pt x="125" y="67"/>
                    </a:cubicBezTo>
                    <a:cubicBezTo>
                      <a:pt x="119" y="61"/>
                      <a:pt x="119" y="61"/>
                      <a:pt x="119" y="61"/>
                    </a:cubicBezTo>
                    <a:cubicBezTo>
                      <a:pt x="108" y="72"/>
                      <a:pt x="108" y="72"/>
                      <a:pt x="108" y="72"/>
                    </a:cubicBezTo>
                    <a:cubicBezTo>
                      <a:pt x="100" y="72"/>
                      <a:pt x="100" y="72"/>
                      <a:pt x="100" y="72"/>
                    </a:cubicBezTo>
                    <a:cubicBezTo>
                      <a:pt x="99" y="69"/>
                      <a:pt x="98" y="66"/>
                      <a:pt x="96" y="63"/>
                    </a:cubicBezTo>
                    <a:cubicBezTo>
                      <a:pt x="102" y="57"/>
                      <a:pt x="102" y="57"/>
                      <a:pt x="102" y="57"/>
                    </a:cubicBezTo>
                    <a:cubicBezTo>
                      <a:pt x="118" y="57"/>
                      <a:pt x="118" y="57"/>
                      <a:pt x="118" y="57"/>
                    </a:cubicBezTo>
                    <a:cubicBezTo>
                      <a:pt x="118" y="49"/>
                      <a:pt x="118" y="49"/>
                      <a:pt x="118" y="49"/>
                    </a:cubicBezTo>
                    <a:cubicBezTo>
                      <a:pt x="111" y="49"/>
                      <a:pt x="111" y="49"/>
                      <a:pt x="111" y="49"/>
                    </a:cubicBezTo>
                    <a:cubicBezTo>
                      <a:pt x="114" y="45"/>
                      <a:pt x="114" y="45"/>
                      <a:pt x="114" y="45"/>
                    </a:cubicBezTo>
                    <a:cubicBezTo>
                      <a:pt x="142" y="45"/>
                      <a:pt x="142" y="45"/>
                      <a:pt x="142" y="45"/>
                    </a:cubicBezTo>
                    <a:cubicBezTo>
                      <a:pt x="142" y="36"/>
                      <a:pt x="142" y="36"/>
                      <a:pt x="142" y="36"/>
                    </a:cubicBezTo>
                    <a:cubicBezTo>
                      <a:pt x="123" y="36"/>
                      <a:pt x="123" y="36"/>
                      <a:pt x="123" y="36"/>
                    </a:cubicBezTo>
                    <a:cubicBezTo>
                      <a:pt x="134" y="25"/>
                      <a:pt x="134" y="25"/>
                      <a:pt x="134" y="25"/>
                    </a:cubicBezTo>
                    <a:cubicBezTo>
                      <a:pt x="128" y="19"/>
                      <a:pt x="128" y="19"/>
                      <a:pt x="128" y="19"/>
                    </a:cubicBezTo>
                    <a:cubicBezTo>
                      <a:pt x="117" y="30"/>
                      <a:pt x="117" y="30"/>
                      <a:pt x="117" y="30"/>
                    </a:cubicBezTo>
                    <a:cubicBezTo>
                      <a:pt x="117" y="11"/>
                      <a:pt x="117" y="11"/>
                      <a:pt x="117" y="11"/>
                    </a:cubicBezTo>
                    <a:cubicBezTo>
                      <a:pt x="108" y="11"/>
                      <a:pt x="108" y="11"/>
                      <a:pt x="108" y="11"/>
                    </a:cubicBezTo>
                    <a:cubicBezTo>
                      <a:pt x="108" y="39"/>
                      <a:pt x="108" y="39"/>
                      <a:pt x="108" y="39"/>
                    </a:cubicBezTo>
                    <a:cubicBezTo>
                      <a:pt x="105" y="43"/>
                      <a:pt x="105" y="43"/>
                      <a:pt x="105" y="43"/>
                    </a:cubicBezTo>
                    <a:cubicBezTo>
                      <a:pt x="105" y="35"/>
                      <a:pt x="105" y="35"/>
                      <a:pt x="105" y="35"/>
                    </a:cubicBezTo>
                    <a:cubicBezTo>
                      <a:pt x="96" y="35"/>
                      <a:pt x="96" y="35"/>
                      <a:pt x="96" y="35"/>
                    </a:cubicBezTo>
                    <a:cubicBezTo>
                      <a:pt x="96" y="51"/>
                      <a:pt x="96" y="51"/>
                      <a:pt x="96" y="51"/>
                    </a:cubicBezTo>
                    <a:cubicBezTo>
                      <a:pt x="90" y="57"/>
                      <a:pt x="90" y="57"/>
                      <a:pt x="90" y="57"/>
                    </a:cubicBezTo>
                    <a:cubicBezTo>
                      <a:pt x="87" y="55"/>
                      <a:pt x="84" y="54"/>
                      <a:pt x="81" y="53"/>
                    </a:cubicBezTo>
                    <a:cubicBezTo>
                      <a:pt x="81" y="45"/>
                      <a:pt x="81" y="45"/>
                      <a:pt x="81" y="45"/>
                    </a:cubicBezTo>
                    <a:cubicBezTo>
                      <a:pt x="92" y="34"/>
                      <a:pt x="92" y="34"/>
                      <a:pt x="92" y="34"/>
                    </a:cubicBezTo>
                    <a:cubicBezTo>
                      <a:pt x="86" y="28"/>
                      <a:pt x="86" y="28"/>
                      <a:pt x="86" y="28"/>
                    </a:cubicBezTo>
                    <a:cubicBezTo>
                      <a:pt x="81" y="33"/>
                      <a:pt x="81" y="33"/>
                      <a:pt x="81" y="33"/>
                    </a:cubicBezTo>
                    <a:cubicBezTo>
                      <a:pt x="81" y="27"/>
                      <a:pt x="81" y="27"/>
                      <a:pt x="81" y="27"/>
                    </a:cubicBezTo>
                    <a:cubicBezTo>
                      <a:pt x="100" y="8"/>
                      <a:pt x="100" y="8"/>
                      <a:pt x="100" y="8"/>
                    </a:cubicBezTo>
                    <a:cubicBezTo>
                      <a:pt x="94" y="2"/>
                      <a:pt x="94" y="2"/>
                      <a:pt x="94" y="2"/>
                    </a:cubicBezTo>
                    <a:cubicBezTo>
                      <a:pt x="81" y="15"/>
                      <a:pt x="81" y="15"/>
                      <a:pt x="81" y="15"/>
                    </a:cubicBezTo>
                    <a:cubicBezTo>
                      <a:pt x="81" y="0"/>
                      <a:pt x="81" y="0"/>
                      <a:pt x="81" y="0"/>
                    </a:cubicBezTo>
                    <a:cubicBezTo>
                      <a:pt x="73" y="0"/>
                      <a:pt x="73" y="0"/>
                      <a:pt x="73" y="0"/>
                    </a:cubicBezTo>
                    <a:cubicBezTo>
                      <a:pt x="73" y="15"/>
                      <a:pt x="73" y="15"/>
                      <a:pt x="73" y="15"/>
                    </a:cubicBezTo>
                    <a:cubicBezTo>
                      <a:pt x="59" y="2"/>
                      <a:pt x="59" y="2"/>
                      <a:pt x="59" y="2"/>
                    </a:cubicBezTo>
                    <a:cubicBezTo>
                      <a:pt x="53" y="8"/>
                      <a:pt x="53" y="8"/>
                      <a:pt x="53" y="8"/>
                    </a:cubicBezTo>
                    <a:cubicBezTo>
                      <a:pt x="73" y="27"/>
                      <a:pt x="73" y="27"/>
                      <a:pt x="73" y="27"/>
                    </a:cubicBezTo>
                    <a:cubicBezTo>
                      <a:pt x="73" y="33"/>
                      <a:pt x="73" y="33"/>
                      <a:pt x="73" y="33"/>
                    </a:cubicBezTo>
                    <a:cubicBezTo>
                      <a:pt x="68" y="28"/>
                      <a:pt x="68" y="28"/>
                      <a:pt x="68" y="28"/>
                    </a:cubicBezTo>
                    <a:cubicBezTo>
                      <a:pt x="62" y="34"/>
                      <a:pt x="62" y="34"/>
                      <a:pt x="62" y="34"/>
                    </a:cubicBezTo>
                    <a:cubicBezTo>
                      <a:pt x="73" y="45"/>
                      <a:pt x="73" y="45"/>
                      <a:pt x="73" y="45"/>
                    </a:cubicBezTo>
                    <a:cubicBezTo>
                      <a:pt x="73" y="53"/>
                      <a:pt x="73" y="53"/>
                      <a:pt x="73" y="53"/>
                    </a:cubicBezTo>
                    <a:cubicBezTo>
                      <a:pt x="69" y="54"/>
                      <a:pt x="66" y="55"/>
                      <a:pt x="63" y="57"/>
                    </a:cubicBezTo>
                    <a:cubicBezTo>
                      <a:pt x="57" y="51"/>
                      <a:pt x="57" y="51"/>
                      <a:pt x="57" y="51"/>
                    </a:cubicBezTo>
                    <a:cubicBezTo>
                      <a:pt x="57" y="35"/>
                      <a:pt x="57" y="35"/>
                      <a:pt x="57" y="35"/>
                    </a:cubicBezTo>
                    <a:cubicBezTo>
                      <a:pt x="49" y="35"/>
                      <a:pt x="49" y="35"/>
                      <a:pt x="49" y="35"/>
                    </a:cubicBezTo>
                    <a:cubicBezTo>
                      <a:pt x="49" y="43"/>
                      <a:pt x="49" y="43"/>
                      <a:pt x="49" y="43"/>
                    </a:cubicBezTo>
                    <a:cubicBezTo>
                      <a:pt x="45" y="39"/>
                      <a:pt x="45" y="39"/>
                      <a:pt x="45" y="39"/>
                    </a:cubicBezTo>
                    <a:cubicBezTo>
                      <a:pt x="45" y="11"/>
                      <a:pt x="45" y="11"/>
                      <a:pt x="45" y="11"/>
                    </a:cubicBezTo>
                    <a:cubicBezTo>
                      <a:pt x="37" y="11"/>
                      <a:pt x="37" y="11"/>
                      <a:pt x="37" y="11"/>
                    </a:cubicBezTo>
                    <a:cubicBezTo>
                      <a:pt x="37" y="30"/>
                      <a:pt x="37" y="30"/>
                      <a:pt x="37" y="30"/>
                    </a:cubicBezTo>
                    <a:cubicBezTo>
                      <a:pt x="25" y="19"/>
                      <a:pt x="25" y="19"/>
                      <a:pt x="25" y="19"/>
                    </a:cubicBezTo>
                    <a:cubicBezTo>
                      <a:pt x="19" y="25"/>
                      <a:pt x="19" y="25"/>
                      <a:pt x="19" y="25"/>
                    </a:cubicBezTo>
                    <a:cubicBezTo>
                      <a:pt x="31" y="36"/>
                      <a:pt x="31" y="36"/>
                      <a:pt x="31" y="36"/>
                    </a:cubicBezTo>
                    <a:cubicBezTo>
                      <a:pt x="12" y="36"/>
                      <a:pt x="12" y="36"/>
                      <a:pt x="12" y="36"/>
                    </a:cubicBezTo>
                    <a:cubicBezTo>
                      <a:pt x="12" y="45"/>
                      <a:pt x="12" y="45"/>
                      <a:pt x="12" y="45"/>
                    </a:cubicBezTo>
                    <a:cubicBezTo>
                      <a:pt x="39" y="45"/>
                      <a:pt x="39" y="45"/>
                      <a:pt x="39" y="45"/>
                    </a:cubicBezTo>
                    <a:cubicBezTo>
                      <a:pt x="43" y="49"/>
                      <a:pt x="43" y="49"/>
                      <a:pt x="43" y="49"/>
                    </a:cubicBezTo>
                    <a:cubicBezTo>
                      <a:pt x="36" y="49"/>
                      <a:pt x="36" y="49"/>
                      <a:pt x="36" y="49"/>
                    </a:cubicBezTo>
                    <a:cubicBezTo>
                      <a:pt x="36" y="57"/>
                      <a:pt x="36" y="57"/>
                      <a:pt x="36" y="57"/>
                    </a:cubicBezTo>
                    <a:cubicBezTo>
                      <a:pt x="51" y="57"/>
                      <a:pt x="51" y="57"/>
                      <a:pt x="51" y="57"/>
                    </a:cubicBezTo>
                    <a:cubicBezTo>
                      <a:pt x="57" y="63"/>
                      <a:pt x="57" y="63"/>
                      <a:pt x="57" y="63"/>
                    </a:cubicBezTo>
                    <a:cubicBezTo>
                      <a:pt x="55" y="66"/>
                      <a:pt x="54" y="69"/>
                      <a:pt x="54" y="72"/>
                    </a:cubicBezTo>
                    <a:cubicBezTo>
                      <a:pt x="45" y="72"/>
                      <a:pt x="45" y="72"/>
                      <a:pt x="45" y="72"/>
                    </a:cubicBezTo>
                    <a:cubicBezTo>
                      <a:pt x="34" y="61"/>
                      <a:pt x="34" y="61"/>
                      <a:pt x="34" y="61"/>
                    </a:cubicBezTo>
                    <a:cubicBezTo>
                      <a:pt x="28" y="67"/>
                      <a:pt x="28" y="67"/>
                      <a:pt x="28" y="67"/>
                    </a:cubicBezTo>
                    <a:cubicBezTo>
                      <a:pt x="33" y="72"/>
                      <a:pt x="33" y="72"/>
                      <a:pt x="33" y="72"/>
                    </a:cubicBezTo>
                    <a:cubicBezTo>
                      <a:pt x="28" y="72"/>
                      <a:pt x="28" y="72"/>
                      <a:pt x="28" y="72"/>
                    </a:cubicBezTo>
                    <a:cubicBezTo>
                      <a:pt x="8" y="53"/>
                      <a:pt x="8" y="53"/>
                      <a:pt x="8" y="53"/>
                    </a:cubicBezTo>
                    <a:cubicBezTo>
                      <a:pt x="2" y="59"/>
                      <a:pt x="2" y="59"/>
                      <a:pt x="2" y="59"/>
                    </a:cubicBezTo>
                    <a:cubicBezTo>
                      <a:pt x="16" y="72"/>
                      <a:pt x="16" y="72"/>
                      <a:pt x="16" y="72"/>
                    </a:cubicBezTo>
                    <a:cubicBezTo>
                      <a:pt x="0" y="72"/>
                      <a:pt x="0" y="72"/>
                      <a:pt x="0" y="72"/>
                    </a:cubicBezTo>
                    <a:cubicBezTo>
                      <a:pt x="0" y="81"/>
                      <a:pt x="0" y="81"/>
                      <a:pt x="0" y="81"/>
                    </a:cubicBezTo>
                    <a:cubicBezTo>
                      <a:pt x="16" y="81"/>
                      <a:pt x="16" y="81"/>
                      <a:pt x="16" y="81"/>
                    </a:cubicBezTo>
                    <a:cubicBezTo>
                      <a:pt x="2" y="94"/>
                      <a:pt x="2" y="94"/>
                      <a:pt x="2" y="94"/>
                    </a:cubicBezTo>
                    <a:cubicBezTo>
                      <a:pt x="8" y="100"/>
                      <a:pt x="8" y="100"/>
                      <a:pt x="8" y="100"/>
                    </a:cubicBezTo>
                    <a:cubicBezTo>
                      <a:pt x="28" y="81"/>
                      <a:pt x="28" y="81"/>
                      <a:pt x="28" y="81"/>
                    </a:cubicBezTo>
                    <a:cubicBezTo>
                      <a:pt x="33" y="81"/>
                      <a:pt x="33" y="81"/>
                      <a:pt x="33" y="81"/>
                    </a:cubicBezTo>
                    <a:cubicBezTo>
                      <a:pt x="28" y="86"/>
                      <a:pt x="28" y="86"/>
                      <a:pt x="28" y="86"/>
                    </a:cubicBezTo>
                    <a:cubicBezTo>
                      <a:pt x="34" y="92"/>
                      <a:pt x="34" y="92"/>
                      <a:pt x="34" y="92"/>
                    </a:cubicBezTo>
                    <a:cubicBezTo>
                      <a:pt x="45" y="81"/>
                      <a:pt x="45" y="81"/>
                      <a:pt x="45" y="81"/>
                    </a:cubicBezTo>
                    <a:cubicBezTo>
                      <a:pt x="54" y="81"/>
                      <a:pt x="54" y="81"/>
                      <a:pt x="54" y="81"/>
                    </a:cubicBezTo>
                    <a:cubicBezTo>
                      <a:pt x="54" y="84"/>
                      <a:pt x="55" y="87"/>
                      <a:pt x="57" y="90"/>
                    </a:cubicBezTo>
                    <a:cubicBezTo>
                      <a:pt x="51" y="96"/>
                      <a:pt x="51" y="96"/>
                      <a:pt x="51" y="96"/>
                    </a:cubicBezTo>
                    <a:cubicBezTo>
                      <a:pt x="36" y="96"/>
                      <a:pt x="36" y="96"/>
                      <a:pt x="36" y="96"/>
                    </a:cubicBezTo>
                    <a:cubicBezTo>
                      <a:pt x="36" y="104"/>
                      <a:pt x="36" y="104"/>
                      <a:pt x="36" y="104"/>
                    </a:cubicBezTo>
                    <a:cubicBezTo>
                      <a:pt x="43" y="104"/>
                      <a:pt x="43" y="104"/>
                      <a:pt x="43" y="104"/>
                    </a:cubicBezTo>
                    <a:cubicBezTo>
                      <a:pt x="39" y="108"/>
                      <a:pt x="39" y="108"/>
                      <a:pt x="39" y="108"/>
                    </a:cubicBezTo>
                    <a:cubicBezTo>
                      <a:pt x="12" y="108"/>
                      <a:pt x="12" y="108"/>
                      <a:pt x="12" y="108"/>
                    </a:cubicBezTo>
                    <a:cubicBezTo>
                      <a:pt x="12" y="116"/>
                      <a:pt x="12" y="116"/>
                      <a:pt x="12" y="116"/>
                    </a:cubicBezTo>
                    <a:cubicBezTo>
                      <a:pt x="31" y="116"/>
                      <a:pt x="31" y="116"/>
                      <a:pt x="31" y="116"/>
                    </a:cubicBezTo>
                    <a:cubicBezTo>
                      <a:pt x="19" y="128"/>
                      <a:pt x="19" y="128"/>
                      <a:pt x="19" y="128"/>
                    </a:cubicBezTo>
                    <a:cubicBezTo>
                      <a:pt x="25" y="134"/>
                      <a:pt x="25" y="134"/>
                      <a:pt x="25" y="134"/>
                    </a:cubicBezTo>
                    <a:cubicBezTo>
                      <a:pt x="37" y="122"/>
                      <a:pt x="37" y="122"/>
                      <a:pt x="37" y="122"/>
                    </a:cubicBezTo>
                    <a:cubicBezTo>
                      <a:pt x="37" y="141"/>
                      <a:pt x="37" y="141"/>
                      <a:pt x="37" y="141"/>
                    </a:cubicBezTo>
                    <a:cubicBezTo>
                      <a:pt x="45" y="141"/>
                      <a:pt x="45" y="141"/>
                      <a:pt x="45" y="141"/>
                    </a:cubicBezTo>
                    <a:cubicBezTo>
                      <a:pt x="45" y="114"/>
                      <a:pt x="45" y="114"/>
                      <a:pt x="45" y="114"/>
                    </a:cubicBezTo>
                    <a:cubicBezTo>
                      <a:pt x="49" y="110"/>
                      <a:pt x="49" y="110"/>
                      <a:pt x="49" y="110"/>
                    </a:cubicBezTo>
                    <a:cubicBezTo>
                      <a:pt x="49" y="117"/>
                      <a:pt x="49" y="117"/>
                      <a:pt x="49" y="117"/>
                    </a:cubicBezTo>
                    <a:cubicBezTo>
                      <a:pt x="57" y="117"/>
                      <a:pt x="57" y="117"/>
                      <a:pt x="57" y="117"/>
                    </a:cubicBezTo>
                    <a:cubicBezTo>
                      <a:pt x="57" y="102"/>
                      <a:pt x="57" y="102"/>
                      <a:pt x="57" y="102"/>
                    </a:cubicBezTo>
                    <a:cubicBezTo>
                      <a:pt x="63" y="96"/>
                      <a:pt x="63" y="96"/>
                      <a:pt x="63" y="96"/>
                    </a:cubicBezTo>
                    <a:cubicBezTo>
                      <a:pt x="66" y="98"/>
                      <a:pt x="69" y="99"/>
                      <a:pt x="73" y="100"/>
                    </a:cubicBezTo>
                    <a:cubicBezTo>
                      <a:pt x="73" y="108"/>
                      <a:pt x="73" y="108"/>
                      <a:pt x="73" y="108"/>
                    </a:cubicBezTo>
                    <a:cubicBezTo>
                      <a:pt x="62" y="119"/>
                      <a:pt x="62" y="119"/>
                      <a:pt x="62" y="119"/>
                    </a:cubicBezTo>
                    <a:cubicBezTo>
                      <a:pt x="68" y="125"/>
                      <a:pt x="68" y="125"/>
                      <a:pt x="68" y="125"/>
                    </a:cubicBezTo>
                    <a:cubicBezTo>
                      <a:pt x="73" y="120"/>
                      <a:pt x="73" y="120"/>
                      <a:pt x="73" y="120"/>
                    </a:cubicBezTo>
                    <a:cubicBezTo>
                      <a:pt x="73" y="125"/>
                      <a:pt x="73" y="125"/>
                      <a:pt x="73" y="125"/>
                    </a:cubicBezTo>
                    <a:cubicBezTo>
                      <a:pt x="53" y="145"/>
                      <a:pt x="53" y="145"/>
                      <a:pt x="53" y="145"/>
                    </a:cubicBezTo>
                    <a:cubicBezTo>
                      <a:pt x="59" y="151"/>
                      <a:pt x="59" y="151"/>
                      <a:pt x="59" y="151"/>
                    </a:cubicBezTo>
                    <a:cubicBezTo>
                      <a:pt x="73" y="137"/>
                      <a:pt x="73" y="137"/>
                      <a:pt x="73" y="137"/>
                    </a:cubicBezTo>
                    <a:cubicBezTo>
                      <a:pt x="73" y="153"/>
                      <a:pt x="73" y="153"/>
                      <a:pt x="73" y="153"/>
                    </a:cubicBezTo>
                    <a:cubicBezTo>
                      <a:pt x="81" y="153"/>
                      <a:pt x="81" y="153"/>
                      <a:pt x="81" y="153"/>
                    </a:cubicBezTo>
                    <a:cubicBezTo>
                      <a:pt x="81" y="137"/>
                      <a:pt x="81" y="137"/>
                      <a:pt x="81" y="137"/>
                    </a:cubicBezTo>
                    <a:cubicBezTo>
                      <a:pt x="94" y="151"/>
                      <a:pt x="94" y="151"/>
                      <a:pt x="94" y="151"/>
                    </a:cubicBezTo>
                    <a:cubicBezTo>
                      <a:pt x="100" y="145"/>
                      <a:pt x="100" y="145"/>
                      <a:pt x="100" y="145"/>
                    </a:cubicBezTo>
                    <a:cubicBezTo>
                      <a:pt x="81" y="125"/>
                      <a:pt x="81" y="125"/>
                      <a:pt x="81" y="125"/>
                    </a:cubicBezTo>
                    <a:cubicBezTo>
                      <a:pt x="81" y="120"/>
                      <a:pt x="81" y="120"/>
                      <a:pt x="81" y="120"/>
                    </a:cubicBezTo>
                    <a:cubicBezTo>
                      <a:pt x="86" y="125"/>
                      <a:pt x="86" y="125"/>
                      <a:pt x="86" y="125"/>
                    </a:cubicBezTo>
                    <a:cubicBezTo>
                      <a:pt x="92" y="119"/>
                      <a:pt x="92" y="119"/>
                      <a:pt x="92" y="119"/>
                    </a:cubicBezTo>
                    <a:cubicBezTo>
                      <a:pt x="81" y="108"/>
                      <a:pt x="81" y="108"/>
                      <a:pt x="81" y="108"/>
                    </a:cubicBezTo>
                    <a:cubicBezTo>
                      <a:pt x="81" y="100"/>
                      <a:pt x="81" y="100"/>
                      <a:pt x="81" y="100"/>
                    </a:cubicBezTo>
                    <a:cubicBezTo>
                      <a:pt x="84" y="99"/>
                      <a:pt x="87" y="98"/>
                      <a:pt x="90" y="96"/>
                    </a:cubicBezTo>
                    <a:cubicBezTo>
                      <a:pt x="96" y="102"/>
                      <a:pt x="96" y="102"/>
                      <a:pt x="96" y="102"/>
                    </a:cubicBezTo>
                    <a:cubicBezTo>
                      <a:pt x="96" y="117"/>
                      <a:pt x="96" y="117"/>
                      <a:pt x="96" y="117"/>
                    </a:cubicBezTo>
                    <a:cubicBezTo>
                      <a:pt x="105" y="117"/>
                      <a:pt x="105" y="117"/>
                      <a:pt x="105" y="117"/>
                    </a:cubicBezTo>
                    <a:cubicBezTo>
                      <a:pt x="105" y="110"/>
                      <a:pt x="105" y="110"/>
                      <a:pt x="105" y="110"/>
                    </a:cubicBezTo>
                    <a:cubicBezTo>
                      <a:pt x="108" y="114"/>
                      <a:pt x="108" y="114"/>
                      <a:pt x="108" y="114"/>
                    </a:cubicBezTo>
                    <a:cubicBezTo>
                      <a:pt x="108" y="141"/>
                      <a:pt x="108" y="141"/>
                      <a:pt x="108" y="141"/>
                    </a:cubicBezTo>
                    <a:cubicBezTo>
                      <a:pt x="117" y="141"/>
                      <a:pt x="117" y="141"/>
                      <a:pt x="117" y="141"/>
                    </a:cubicBezTo>
                    <a:cubicBezTo>
                      <a:pt x="117" y="122"/>
                      <a:pt x="117" y="122"/>
                      <a:pt x="117" y="122"/>
                    </a:cubicBezTo>
                    <a:cubicBezTo>
                      <a:pt x="128" y="134"/>
                      <a:pt x="128" y="134"/>
                      <a:pt x="128" y="134"/>
                    </a:cubicBezTo>
                    <a:cubicBezTo>
                      <a:pt x="134" y="128"/>
                      <a:pt x="134" y="128"/>
                      <a:pt x="134" y="128"/>
                    </a:cubicBezTo>
                    <a:cubicBezTo>
                      <a:pt x="123" y="116"/>
                      <a:pt x="123" y="116"/>
                      <a:pt x="123" y="116"/>
                    </a:cubicBezTo>
                    <a:cubicBezTo>
                      <a:pt x="142" y="116"/>
                      <a:pt x="142" y="116"/>
                      <a:pt x="142" y="116"/>
                    </a:cubicBezTo>
                    <a:cubicBezTo>
                      <a:pt x="142" y="108"/>
                      <a:pt x="142" y="108"/>
                      <a:pt x="142" y="108"/>
                    </a:cubicBezTo>
                    <a:cubicBezTo>
                      <a:pt x="114" y="108"/>
                      <a:pt x="114" y="108"/>
                      <a:pt x="114" y="108"/>
                    </a:cubicBezTo>
                    <a:cubicBezTo>
                      <a:pt x="111" y="104"/>
                      <a:pt x="111" y="104"/>
                      <a:pt x="111" y="104"/>
                    </a:cubicBezTo>
                    <a:cubicBezTo>
                      <a:pt x="118" y="104"/>
                      <a:pt x="118" y="104"/>
                      <a:pt x="118" y="104"/>
                    </a:cubicBezTo>
                    <a:cubicBezTo>
                      <a:pt x="118" y="96"/>
                      <a:pt x="118" y="96"/>
                      <a:pt x="118" y="96"/>
                    </a:cubicBezTo>
                    <a:cubicBezTo>
                      <a:pt x="102" y="96"/>
                      <a:pt x="102" y="96"/>
                      <a:pt x="102" y="96"/>
                    </a:cubicBezTo>
                    <a:cubicBezTo>
                      <a:pt x="96" y="90"/>
                      <a:pt x="96" y="90"/>
                      <a:pt x="96" y="90"/>
                    </a:cubicBezTo>
                    <a:cubicBezTo>
                      <a:pt x="98" y="87"/>
                      <a:pt x="99" y="84"/>
                      <a:pt x="100" y="81"/>
                    </a:cubicBezTo>
                    <a:cubicBezTo>
                      <a:pt x="108" y="81"/>
                      <a:pt x="108" y="81"/>
                      <a:pt x="108" y="81"/>
                    </a:cubicBezTo>
                    <a:cubicBezTo>
                      <a:pt x="119" y="92"/>
                      <a:pt x="119" y="92"/>
                      <a:pt x="119" y="92"/>
                    </a:cubicBezTo>
                    <a:cubicBezTo>
                      <a:pt x="125" y="86"/>
                      <a:pt x="125" y="86"/>
                      <a:pt x="125" y="86"/>
                    </a:cubicBezTo>
                    <a:cubicBezTo>
                      <a:pt x="120" y="81"/>
                      <a:pt x="120" y="81"/>
                      <a:pt x="120" y="81"/>
                    </a:cubicBezTo>
                    <a:cubicBezTo>
                      <a:pt x="126" y="81"/>
                      <a:pt x="126" y="81"/>
                      <a:pt x="126" y="81"/>
                    </a:cubicBezTo>
                    <a:cubicBezTo>
                      <a:pt x="145" y="100"/>
                      <a:pt x="145" y="100"/>
                      <a:pt x="145" y="100"/>
                    </a:cubicBezTo>
                    <a:cubicBezTo>
                      <a:pt x="151" y="94"/>
                      <a:pt x="151" y="94"/>
                      <a:pt x="151" y="94"/>
                    </a:cubicBezTo>
                    <a:cubicBezTo>
                      <a:pt x="138" y="81"/>
                      <a:pt x="138" y="81"/>
                      <a:pt x="138" y="81"/>
                    </a:cubicBezTo>
                    <a:cubicBezTo>
                      <a:pt x="154" y="81"/>
                      <a:pt x="154" y="81"/>
                      <a:pt x="154" y="81"/>
                    </a:cubicBezTo>
                    <a:lnTo>
                      <a:pt x="154" y="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42" name="Oval 8"/>
              <p:cNvSpPr>
                <a:spLocks noChangeArrowheads="1"/>
              </p:cNvSpPr>
              <p:nvPr/>
            </p:nvSpPr>
            <p:spPr bwMode="auto">
              <a:xfrm>
                <a:off x="-2798763" y="7035800"/>
                <a:ext cx="434975" cy="4365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43" name="Rectangle 9"/>
              <p:cNvSpPr>
                <a:spLocks noChangeArrowheads="1"/>
              </p:cNvSpPr>
              <p:nvPr/>
            </p:nvSpPr>
            <p:spPr bwMode="auto">
              <a:xfrm>
                <a:off x="-2606675" y="6927850"/>
                <a:ext cx="52388" cy="746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44" name="Rectangle 10"/>
              <p:cNvSpPr>
                <a:spLocks noChangeArrowheads="1"/>
              </p:cNvSpPr>
              <p:nvPr/>
            </p:nvSpPr>
            <p:spPr bwMode="auto">
              <a:xfrm>
                <a:off x="-2333625" y="7224713"/>
                <a:ext cx="79375" cy="555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45" name="Rectangle 11"/>
              <p:cNvSpPr>
                <a:spLocks noChangeArrowheads="1"/>
              </p:cNvSpPr>
              <p:nvPr/>
            </p:nvSpPr>
            <p:spPr bwMode="auto">
              <a:xfrm>
                <a:off x="-2606675" y="7502525"/>
                <a:ext cx="52388" cy="777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46" name="Rectangle 12"/>
              <p:cNvSpPr>
                <a:spLocks noChangeArrowheads="1"/>
              </p:cNvSpPr>
              <p:nvPr/>
            </p:nvSpPr>
            <p:spPr bwMode="auto">
              <a:xfrm>
                <a:off x="-2908300" y="7224713"/>
                <a:ext cx="79375" cy="555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47" name="Freeform 13"/>
              <p:cNvSpPr>
                <a:spLocks/>
              </p:cNvSpPr>
              <p:nvPr/>
            </p:nvSpPr>
            <p:spPr bwMode="auto">
              <a:xfrm>
                <a:off x="-2422525" y="7002463"/>
                <a:ext cx="93663" cy="93663"/>
              </a:xfrm>
              <a:custGeom>
                <a:avLst/>
                <a:gdLst>
                  <a:gd name="T0" fmla="*/ 59 w 59"/>
                  <a:gd name="T1" fmla="*/ 24 h 59"/>
                  <a:gd name="T2" fmla="*/ 23 w 59"/>
                  <a:gd name="T3" fmla="*/ 59 h 59"/>
                  <a:gd name="T4" fmla="*/ 0 w 59"/>
                  <a:gd name="T5" fmla="*/ 33 h 59"/>
                  <a:gd name="T6" fmla="*/ 33 w 59"/>
                  <a:gd name="T7" fmla="*/ 0 h 59"/>
                  <a:gd name="T8" fmla="*/ 59 w 59"/>
                  <a:gd name="T9" fmla="*/ 24 h 59"/>
                </a:gdLst>
                <a:ahLst/>
                <a:cxnLst>
                  <a:cxn ang="0">
                    <a:pos x="T0" y="T1"/>
                  </a:cxn>
                  <a:cxn ang="0">
                    <a:pos x="T2" y="T3"/>
                  </a:cxn>
                  <a:cxn ang="0">
                    <a:pos x="T4" y="T5"/>
                  </a:cxn>
                  <a:cxn ang="0">
                    <a:pos x="T6" y="T7"/>
                  </a:cxn>
                  <a:cxn ang="0">
                    <a:pos x="T8" y="T9"/>
                  </a:cxn>
                </a:cxnLst>
                <a:rect l="0" t="0" r="r" b="b"/>
                <a:pathLst>
                  <a:path w="59" h="59">
                    <a:moveTo>
                      <a:pt x="59" y="24"/>
                    </a:moveTo>
                    <a:lnTo>
                      <a:pt x="23" y="59"/>
                    </a:lnTo>
                    <a:lnTo>
                      <a:pt x="0" y="33"/>
                    </a:lnTo>
                    <a:lnTo>
                      <a:pt x="33" y="0"/>
                    </a:lnTo>
                    <a:lnTo>
                      <a:pt x="59"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48" name="Freeform 14"/>
              <p:cNvSpPr>
                <a:spLocks/>
              </p:cNvSpPr>
              <p:nvPr/>
            </p:nvSpPr>
            <p:spPr bwMode="auto">
              <a:xfrm>
                <a:off x="-2422525" y="7408863"/>
                <a:ext cx="93663" cy="93663"/>
              </a:xfrm>
              <a:custGeom>
                <a:avLst/>
                <a:gdLst>
                  <a:gd name="T0" fmla="*/ 23 w 59"/>
                  <a:gd name="T1" fmla="*/ 0 h 59"/>
                  <a:gd name="T2" fmla="*/ 59 w 59"/>
                  <a:gd name="T3" fmla="*/ 35 h 59"/>
                  <a:gd name="T4" fmla="*/ 33 w 59"/>
                  <a:gd name="T5" fmla="*/ 59 h 59"/>
                  <a:gd name="T6" fmla="*/ 0 w 59"/>
                  <a:gd name="T7" fmla="*/ 26 h 59"/>
                  <a:gd name="T8" fmla="*/ 23 w 59"/>
                  <a:gd name="T9" fmla="*/ 0 h 59"/>
                </a:gdLst>
                <a:ahLst/>
                <a:cxnLst>
                  <a:cxn ang="0">
                    <a:pos x="T0" y="T1"/>
                  </a:cxn>
                  <a:cxn ang="0">
                    <a:pos x="T2" y="T3"/>
                  </a:cxn>
                  <a:cxn ang="0">
                    <a:pos x="T4" y="T5"/>
                  </a:cxn>
                  <a:cxn ang="0">
                    <a:pos x="T6" y="T7"/>
                  </a:cxn>
                  <a:cxn ang="0">
                    <a:pos x="T8" y="T9"/>
                  </a:cxn>
                </a:cxnLst>
                <a:rect l="0" t="0" r="r" b="b"/>
                <a:pathLst>
                  <a:path w="59" h="59">
                    <a:moveTo>
                      <a:pt x="23" y="0"/>
                    </a:moveTo>
                    <a:lnTo>
                      <a:pt x="59" y="35"/>
                    </a:lnTo>
                    <a:lnTo>
                      <a:pt x="33" y="59"/>
                    </a:lnTo>
                    <a:lnTo>
                      <a:pt x="0" y="26"/>
                    </a:lnTo>
                    <a:lnTo>
                      <a:pt x="2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49" name="Freeform 15"/>
              <p:cNvSpPr>
                <a:spLocks/>
              </p:cNvSpPr>
              <p:nvPr/>
            </p:nvSpPr>
            <p:spPr bwMode="auto">
              <a:xfrm>
                <a:off x="-2832100" y="7408863"/>
                <a:ext cx="93663" cy="93663"/>
              </a:xfrm>
              <a:custGeom>
                <a:avLst/>
                <a:gdLst>
                  <a:gd name="T0" fmla="*/ 35 w 59"/>
                  <a:gd name="T1" fmla="*/ 0 h 59"/>
                  <a:gd name="T2" fmla="*/ 59 w 59"/>
                  <a:gd name="T3" fmla="*/ 26 h 59"/>
                  <a:gd name="T4" fmla="*/ 26 w 59"/>
                  <a:gd name="T5" fmla="*/ 59 h 59"/>
                  <a:gd name="T6" fmla="*/ 0 w 59"/>
                  <a:gd name="T7" fmla="*/ 35 h 59"/>
                  <a:gd name="T8" fmla="*/ 35 w 59"/>
                  <a:gd name="T9" fmla="*/ 0 h 59"/>
                </a:gdLst>
                <a:ahLst/>
                <a:cxnLst>
                  <a:cxn ang="0">
                    <a:pos x="T0" y="T1"/>
                  </a:cxn>
                  <a:cxn ang="0">
                    <a:pos x="T2" y="T3"/>
                  </a:cxn>
                  <a:cxn ang="0">
                    <a:pos x="T4" y="T5"/>
                  </a:cxn>
                  <a:cxn ang="0">
                    <a:pos x="T6" y="T7"/>
                  </a:cxn>
                  <a:cxn ang="0">
                    <a:pos x="T8" y="T9"/>
                  </a:cxn>
                </a:cxnLst>
                <a:rect l="0" t="0" r="r" b="b"/>
                <a:pathLst>
                  <a:path w="59" h="59">
                    <a:moveTo>
                      <a:pt x="35" y="0"/>
                    </a:moveTo>
                    <a:lnTo>
                      <a:pt x="59" y="26"/>
                    </a:lnTo>
                    <a:lnTo>
                      <a:pt x="26" y="59"/>
                    </a:lnTo>
                    <a:lnTo>
                      <a:pt x="0" y="35"/>
                    </a:lnTo>
                    <a:lnTo>
                      <a:pt x="3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50" name="Freeform 16"/>
              <p:cNvSpPr>
                <a:spLocks/>
              </p:cNvSpPr>
              <p:nvPr/>
            </p:nvSpPr>
            <p:spPr bwMode="auto">
              <a:xfrm>
                <a:off x="-2832100" y="7002463"/>
                <a:ext cx="93663" cy="93663"/>
              </a:xfrm>
              <a:custGeom>
                <a:avLst/>
                <a:gdLst>
                  <a:gd name="T0" fmla="*/ 59 w 59"/>
                  <a:gd name="T1" fmla="*/ 33 h 59"/>
                  <a:gd name="T2" fmla="*/ 35 w 59"/>
                  <a:gd name="T3" fmla="*/ 59 h 59"/>
                  <a:gd name="T4" fmla="*/ 0 w 59"/>
                  <a:gd name="T5" fmla="*/ 24 h 59"/>
                  <a:gd name="T6" fmla="*/ 26 w 59"/>
                  <a:gd name="T7" fmla="*/ 0 h 59"/>
                  <a:gd name="T8" fmla="*/ 59 w 59"/>
                  <a:gd name="T9" fmla="*/ 33 h 59"/>
                </a:gdLst>
                <a:ahLst/>
                <a:cxnLst>
                  <a:cxn ang="0">
                    <a:pos x="T0" y="T1"/>
                  </a:cxn>
                  <a:cxn ang="0">
                    <a:pos x="T2" y="T3"/>
                  </a:cxn>
                  <a:cxn ang="0">
                    <a:pos x="T4" y="T5"/>
                  </a:cxn>
                  <a:cxn ang="0">
                    <a:pos x="T6" y="T7"/>
                  </a:cxn>
                  <a:cxn ang="0">
                    <a:pos x="T8" y="T9"/>
                  </a:cxn>
                </a:cxnLst>
                <a:rect l="0" t="0" r="r" b="b"/>
                <a:pathLst>
                  <a:path w="59" h="59">
                    <a:moveTo>
                      <a:pt x="59" y="33"/>
                    </a:moveTo>
                    <a:lnTo>
                      <a:pt x="35" y="59"/>
                    </a:lnTo>
                    <a:lnTo>
                      <a:pt x="0" y="24"/>
                    </a:lnTo>
                    <a:lnTo>
                      <a:pt x="26" y="0"/>
                    </a:lnTo>
                    <a:lnTo>
                      <a:pt x="59"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51" name="Freeform 17"/>
              <p:cNvSpPr>
                <a:spLocks/>
              </p:cNvSpPr>
              <p:nvPr/>
            </p:nvSpPr>
            <p:spPr bwMode="auto">
              <a:xfrm>
                <a:off x="-2513013" y="6938963"/>
                <a:ext cx="82550" cy="93663"/>
              </a:xfrm>
              <a:custGeom>
                <a:avLst/>
                <a:gdLst>
                  <a:gd name="T0" fmla="*/ 52 w 52"/>
                  <a:gd name="T1" fmla="*/ 14 h 59"/>
                  <a:gd name="T2" fmla="*/ 33 w 52"/>
                  <a:gd name="T3" fmla="*/ 59 h 59"/>
                  <a:gd name="T4" fmla="*/ 0 w 52"/>
                  <a:gd name="T5" fmla="*/ 45 h 59"/>
                  <a:gd name="T6" fmla="*/ 19 w 52"/>
                  <a:gd name="T7" fmla="*/ 0 h 59"/>
                  <a:gd name="T8" fmla="*/ 52 w 52"/>
                  <a:gd name="T9" fmla="*/ 14 h 59"/>
                </a:gdLst>
                <a:ahLst/>
                <a:cxnLst>
                  <a:cxn ang="0">
                    <a:pos x="T0" y="T1"/>
                  </a:cxn>
                  <a:cxn ang="0">
                    <a:pos x="T2" y="T3"/>
                  </a:cxn>
                  <a:cxn ang="0">
                    <a:pos x="T4" y="T5"/>
                  </a:cxn>
                  <a:cxn ang="0">
                    <a:pos x="T6" y="T7"/>
                  </a:cxn>
                  <a:cxn ang="0">
                    <a:pos x="T8" y="T9"/>
                  </a:cxn>
                </a:cxnLst>
                <a:rect l="0" t="0" r="r" b="b"/>
                <a:pathLst>
                  <a:path w="52" h="59">
                    <a:moveTo>
                      <a:pt x="52" y="14"/>
                    </a:moveTo>
                    <a:lnTo>
                      <a:pt x="33" y="59"/>
                    </a:lnTo>
                    <a:lnTo>
                      <a:pt x="0" y="45"/>
                    </a:lnTo>
                    <a:lnTo>
                      <a:pt x="19" y="0"/>
                    </a:lnTo>
                    <a:lnTo>
                      <a:pt x="52"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52" name="Freeform 18"/>
              <p:cNvSpPr>
                <a:spLocks/>
              </p:cNvSpPr>
              <p:nvPr/>
            </p:nvSpPr>
            <p:spPr bwMode="auto">
              <a:xfrm>
                <a:off x="-2359025" y="7321550"/>
                <a:ext cx="90488" cy="79375"/>
              </a:xfrm>
              <a:custGeom>
                <a:avLst/>
                <a:gdLst>
                  <a:gd name="T0" fmla="*/ 12 w 57"/>
                  <a:gd name="T1" fmla="*/ 0 h 50"/>
                  <a:gd name="T2" fmla="*/ 57 w 57"/>
                  <a:gd name="T3" fmla="*/ 19 h 50"/>
                  <a:gd name="T4" fmla="*/ 45 w 57"/>
                  <a:gd name="T5" fmla="*/ 50 h 50"/>
                  <a:gd name="T6" fmla="*/ 0 w 57"/>
                  <a:gd name="T7" fmla="*/ 33 h 50"/>
                  <a:gd name="T8" fmla="*/ 12 w 57"/>
                  <a:gd name="T9" fmla="*/ 0 h 50"/>
                </a:gdLst>
                <a:ahLst/>
                <a:cxnLst>
                  <a:cxn ang="0">
                    <a:pos x="T0" y="T1"/>
                  </a:cxn>
                  <a:cxn ang="0">
                    <a:pos x="T2" y="T3"/>
                  </a:cxn>
                  <a:cxn ang="0">
                    <a:pos x="T4" y="T5"/>
                  </a:cxn>
                  <a:cxn ang="0">
                    <a:pos x="T6" y="T7"/>
                  </a:cxn>
                  <a:cxn ang="0">
                    <a:pos x="T8" y="T9"/>
                  </a:cxn>
                </a:cxnLst>
                <a:rect l="0" t="0" r="r" b="b"/>
                <a:pathLst>
                  <a:path w="57" h="50">
                    <a:moveTo>
                      <a:pt x="12" y="0"/>
                    </a:moveTo>
                    <a:lnTo>
                      <a:pt x="57" y="19"/>
                    </a:lnTo>
                    <a:lnTo>
                      <a:pt x="45" y="50"/>
                    </a:lnTo>
                    <a:lnTo>
                      <a:pt x="0" y="33"/>
                    </a:lnTo>
                    <a:lnTo>
                      <a:pt x="1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53" name="Freeform 19"/>
              <p:cNvSpPr>
                <a:spLocks/>
              </p:cNvSpPr>
              <p:nvPr/>
            </p:nvSpPr>
            <p:spPr bwMode="auto">
              <a:xfrm>
                <a:off x="-2730500" y="7472363"/>
                <a:ext cx="82550" cy="93663"/>
              </a:xfrm>
              <a:custGeom>
                <a:avLst/>
                <a:gdLst>
                  <a:gd name="T0" fmla="*/ 52 w 52"/>
                  <a:gd name="T1" fmla="*/ 14 h 59"/>
                  <a:gd name="T2" fmla="*/ 33 w 52"/>
                  <a:gd name="T3" fmla="*/ 59 h 59"/>
                  <a:gd name="T4" fmla="*/ 0 w 52"/>
                  <a:gd name="T5" fmla="*/ 45 h 59"/>
                  <a:gd name="T6" fmla="*/ 18 w 52"/>
                  <a:gd name="T7" fmla="*/ 0 h 59"/>
                  <a:gd name="T8" fmla="*/ 52 w 52"/>
                  <a:gd name="T9" fmla="*/ 14 h 59"/>
                </a:gdLst>
                <a:ahLst/>
                <a:cxnLst>
                  <a:cxn ang="0">
                    <a:pos x="T0" y="T1"/>
                  </a:cxn>
                  <a:cxn ang="0">
                    <a:pos x="T2" y="T3"/>
                  </a:cxn>
                  <a:cxn ang="0">
                    <a:pos x="T4" y="T5"/>
                  </a:cxn>
                  <a:cxn ang="0">
                    <a:pos x="T6" y="T7"/>
                  </a:cxn>
                  <a:cxn ang="0">
                    <a:pos x="T8" y="T9"/>
                  </a:cxn>
                </a:cxnLst>
                <a:rect l="0" t="0" r="r" b="b"/>
                <a:pathLst>
                  <a:path w="52" h="59">
                    <a:moveTo>
                      <a:pt x="52" y="14"/>
                    </a:moveTo>
                    <a:lnTo>
                      <a:pt x="33" y="59"/>
                    </a:lnTo>
                    <a:lnTo>
                      <a:pt x="0" y="45"/>
                    </a:lnTo>
                    <a:lnTo>
                      <a:pt x="18" y="0"/>
                    </a:lnTo>
                    <a:lnTo>
                      <a:pt x="52"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54" name="Freeform 20"/>
              <p:cNvSpPr>
                <a:spLocks/>
              </p:cNvSpPr>
              <p:nvPr/>
            </p:nvSpPr>
            <p:spPr bwMode="auto">
              <a:xfrm>
                <a:off x="-2892425" y="7104063"/>
                <a:ext cx="90488" cy="79375"/>
              </a:xfrm>
              <a:custGeom>
                <a:avLst/>
                <a:gdLst>
                  <a:gd name="T0" fmla="*/ 45 w 57"/>
                  <a:gd name="T1" fmla="*/ 50 h 50"/>
                  <a:gd name="T2" fmla="*/ 0 w 57"/>
                  <a:gd name="T3" fmla="*/ 31 h 50"/>
                  <a:gd name="T4" fmla="*/ 12 w 57"/>
                  <a:gd name="T5" fmla="*/ 0 h 50"/>
                  <a:gd name="T6" fmla="*/ 57 w 57"/>
                  <a:gd name="T7" fmla="*/ 19 h 50"/>
                  <a:gd name="T8" fmla="*/ 45 w 57"/>
                  <a:gd name="T9" fmla="*/ 50 h 50"/>
                </a:gdLst>
                <a:ahLst/>
                <a:cxnLst>
                  <a:cxn ang="0">
                    <a:pos x="T0" y="T1"/>
                  </a:cxn>
                  <a:cxn ang="0">
                    <a:pos x="T2" y="T3"/>
                  </a:cxn>
                  <a:cxn ang="0">
                    <a:pos x="T4" y="T5"/>
                  </a:cxn>
                  <a:cxn ang="0">
                    <a:pos x="T6" y="T7"/>
                  </a:cxn>
                  <a:cxn ang="0">
                    <a:pos x="T8" y="T9"/>
                  </a:cxn>
                </a:cxnLst>
                <a:rect l="0" t="0" r="r" b="b"/>
                <a:pathLst>
                  <a:path w="57" h="50">
                    <a:moveTo>
                      <a:pt x="45" y="50"/>
                    </a:moveTo>
                    <a:lnTo>
                      <a:pt x="0" y="31"/>
                    </a:lnTo>
                    <a:lnTo>
                      <a:pt x="12" y="0"/>
                    </a:lnTo>
                    <a:lnTo>
                      <a:pt x="57" y="19"/>
                    </a:lnTo>
                    <a:lnTo>
                      <a:pt x="45" y="5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55" name="Freeform 21"/>
              <p:cNvSpPr>
                <a:spLocks/>
              </p:cNvSpPr>
              <p:nvPr/>
            </p:nvSpPr>
            <p:spPr bwMode="auto">
              <a:xfrm>
                <a:off x="-2363788" y="7100888"/>
                <a:ext cx="95250" cy="82550"/>
              </a:xfrm>
              <a:custGeom>
                <a:avLst/>
                <a:gdLst>
                  <a:gd name="T0" fmla="*/ 0 w 60"/>
                  <a:gd name="T1" fmla="*/ 18 h 52"/>
                  <a:gd name="T2" fmla="*/ 45 w 60"/>
                  <a:gd name="T3" fmla="*/ 0 h 52"/>
                  <a:gd name="T4" fmla="*/ 60 w 60"/>
                  <a:gd name="T5" fmla="*/ 33 h 52"/>
                  <a:gd name="T6" fmla="*/ 15 w 60"/>
                  <a:gd name="T7" fmla="*/ 52 h 52"/>
                  <a:gd name="T8" fmla="*/ 0 w 60"/>
                  <a:gd name="T9" fmla="*/ 18 h 52"/>
                </a:gdLst>
                <a:ahLst/>
                <a:cxnLst>
                  <a:cxn ang="0">
                    <a:pos x="T0" y="T1"/>
                  </a:cxn>
                  <a:cxn ang="0">
                    <a:pos x="T2" y="T3"/>
                  </a:cxn>
                  <a:cxn ang="0">
                    <a:pos x="T4" y="T5"/>
                  </a:cxn>
                  <a:cxn ang="0">
                    <a:pos x="T6" y="T7"/>
                  </a:cxn>
                  <a:cxn ang="0">
                    <a:pos x="T8" y="T9"/>
                  </a:cxn>
                </a:cxnLst>
                <a:rect l="0" t="0" r="r" b="b"/>
                <a:pathLst>
                  <a:path w="60" h="52">
                    <a:moveTo>
                      <a:pt x="0" y="18"/>
                    </a:moveTo>
                    <a:lnTo>
                      <a:pt x="45" y="0"/>
                    </a:lnTo>
                    <a:lnTo>
                      <a:pt x="60" y="33"/>
                    </a:lnTo>
                    <a:lnTo>
                      <a:pt x="15" y="52"/>
                    </a:lnTo>
                    <a:lnTo>
                      <a:pt x="0"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56" name="Freeform 22"/>
              <p:cNvSpPr>
                <a:spLocks/>
              </p:cNvSpPr>
              <p:nvPr/>
            </p:nvSpPr>
            <p:spPr bwMode="auto">
              <a:xfrm>
                <a:off x="-2509838" y="7472363"/>
                <a:ext cx="79375" cy="93663"/>
              </a:xfrm>
              <a:custGeom>
                <a:avLst/>
                <a:gdLst>
                  <a:gd name="T0" fmla="*/ 50 w 50"/>
                  <a:gd name="T1" fmla="*/ 45 h 59"/>
                  <a:gd name="T2" fmla="*/ 19 w 50"/>
                  <a:gd name="T3" fmla="*/ 59 h 59"/>
                  <a:gd name="T4" fmla="*/ 0 w 50"/>
                  <a:gd name="T5" fmla="*/ 14 h 59"/>
                  <a:gd name="T6" fmla="*/ 31 w 50"/>
                  <a:gd name="T7" fmla="*/ 0 h 59"/>
                  <a:gd name="T8" fmla="*/ 50 w 50"/>
                  <a:gd name="T9" fmla="*/ 45 h 59"/>
                </a:gdLst>
                <a:ahLst/>
                <a:cxnLst>
                  <a:cxn ang="0">
                    <a:pos x="T0" y="T1"/>
                  </a:cxn>
                  <a:cxn ang="0">
                    <a:pos x="T2" y="T3"/>
                  </a:cxn>
                  <a:cxn ang="0">
                    <a:pos x="T4" y="T5"/>
                  </a:cxn>
                  <a:cxn ang="0">
                    <a:pos x="T6" y="T7"/>
                  </a:cxn>
                  <a:cxn ang="0">
                    <a:pos x="T8" y="T9"/>
                  </a:cxn>
                </a:cxnLst>
                <a:rect l="0" t="0" r="r" b="b"/>
                <a:pathLst>
                  <a:path w="50" h="59">
                    <a:moveTo>
                      <a:pt x="50" y="45"/>
                    </a:moveTo>
                    <a:lnTo>
                      <a:pt x="19" y="59"/>
                    </a:lnTo>
                    <a:lnTo>
                      <a:pt x="0" y="14"/>
                    </a:lnTo>
                    <a:lnTo>
                      <a:pt x="31" y="0"/>
                    </a:lnTo>
                    <a:lnTo>
                      <a:pt x="50" y="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57" name="Freeform 23"/>
              <p:cNvSpPr>
                <a:spLocks/>
              </p:cNvSpPr>
              <p:nvPr/>
            </p:nvSpPr>
            <p:spPr bwMode="auto">
              <a:xfrm>
                <a:off x="-2892425" y="7321550"/>
                <a:ext cx="93663" cy="82550"/>
              </a:xfrm>
              <a:custGeom>
                <a:avLst/>
                <a:gdLst>
                  <a:gd name="T0" fmla="*/ 59 w 59"/>
                  <a:gd name="T1" fmla="*/ 33 h 52"/>
                  <a:gd name="T2" fmla="*/ 14 w 59"/>
                  <a:gd name="T3" fmla="*/ 52 h 52"/>
                  <a:gd name="T4" fmla="*/ 0 w 59"/>
                  <a:gd name="T5" fmla="*/ 19 h 52"/>
                  <a:gd name="T6" fmla="*/ 45 w 59"/>
                  <a:gd name="T7" fmla="*/ 0 h 52"/>
                  <a:gd name="T8" fmla="*/ 59 w 59"/>
                  <a:gd name="T9" fmla="*/ 33 h 52"/>
                </a:gdLst>
                <a:ahLst/>
                <a:cxnLst>
                  <a:cxn ang="0">
                    <a:pos x="T0" y="T1"/>
                  </a:cxn>
                  <a:cxn ang="0">
                    <a:pos x="T2" y="T3"/>
                  </a:cxn>
                  <a:cxn ang="0">
                    <a:pos x="T4" y="T5"/>
                  </a:cxn>
                  <a:cxn ang="0">
                    <a:pos x="T6" y="T7"/>
                  </a:cxn>
                  <a:cxn ang="0">
                    <a:pos x="T8" y="T9"/>
                  </a:cxn>
                </a:cxnLst>
                <a:rect l="0" t="0" r="r" b="b"/>
                <a:pathLst>
                  <a:path w="59" h="52">
                    <a:moveTo>
                      <a:pt x="59" y="33"/>
                    </a:moveTo>
                    <a:lnTo>
                      <a:pt x="14" y="52"/>
                    </a:lnTo>
                    <a:lnTo>
                      <a:pt x="0" y="19"/>
                    </a:lnTo>
                    <a:lnTo>
                      <a:pt x="45" y="0"/>
                    </a:lnTo>
                    <a:lnTo>
                      <a:pt x="59"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58" name="Freeform 24"/>
              <p:cNvSpPr>
                <a:spLocks/>
              </p:cNvSpPr>
              <p:nvPr/>
            </p:nvSpPr>
            <p:spPr bwMode="auto">
              <a:xfrm>
                <a:off x="-2730500" y="6938963"/>
                <a:ext cx="77788" cy="93663"/>
              </a:xfrm>
              <a:custGeom>
                <a:avLst/>
                <a:gdLst>
                  <a:gd name="T0" fmla="*/ 49 w 49"/>
                  <a:gd name="T1" fmla="*/ 45 h 59"/>
                  <a:gd name="T2" fmla="*/ 18 w 49"/>
                  <a:gd name="T3" fmla="*/ 59 h 59"/>
                  <a:gd name="T4" fmla="*/ 0 w 49"/>
                  <a:gd name="T5" fmla="*/ 14 h 59"/>
                  <a:gd name="T6" fmla="*/ 30 w 49"/>
                  <a:gd name="T7" fmla="*/ 0 h 59"/>
                  <a:gd name="T8" fmla="*/ 49 w 49"/>
                  <a:gd name="T9" fmla="*/ 45 h 59"/>
                </a:gdLst>
                <a:ahLst/>
                <a:cxnLst>
                  <a:cxn ang="0">
                    <a:pos x="T0" y="T1"/>
                  </a:cxn>
                  <a:cxn ang="0">
                    <a:pos x="T2" y="T3"/>
                  </a:cxn>
                  <a:cxn ang="0">
                    <a:pos x="T4" y="T5"/>
                  </a:cxn>
                  <a:cxn ang="0">
                    <a:pos x="T6" y="T7"/>
                  </a:cxn>
                  <a:cxn ang="0">
                    <a:pos x="T8" y="T9"/>
                  </a:cxn>
                </a:cxnLst>
                <a:rect l="0" t="0" r="r" b="b"/>
                <a:pathLst>
                  <a:path w="49" h="59">
                    <a:moveTo>
                      <a:pt x="49" y="45"/>
                    </a:moveTo>
                    <a:lnTo>
                      <a:pt x="18" y="59"/>
                    </a:lnTo>
                    <a:lnTo>
                      <a:pt x="0" y="14"/>
                    </a:lnTo>
                    <a:lnTo>
                      <a:pt x="30" y="0"/>
                    </a:lnTo>
                    <a:lnTo>
                      <a:pt x="49" y="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59" name="Freeform 25"/>
              <p:cNvSpPr>
                <a:spLocks/>
              </p:cNvSpPr>
              <p:nvPr/>
            </p:nvSpPr>
            <p:spPr bwMode="auto">
              <a:xfrm>
                <a:off x="-2193925" y="3438525"/>
                <a:ext cx="465138" cy="417513"/>
              </a:xfrm>
              <a:custGeom>
                <a:avLst/>
                <a:gdLst>
                  <a:gd name="T0" fmla="*/ 13 w 124"/>
                  <a:gd name="T1" fmla="*/ 11 h 111"/>
                  <a:gd name="T2" fmla="*/ 1 w 124"/>
                  <a:gd name="T3" fmla="*/ 33 h 111"/>
                  <a:gd name="T4" fmla="*/ 0 w 124"/>
                  <a:gd name="T5" fmla="*/ 40 h 111"/>
                  <a:gd name="T6" fmla="*/ 0 w 124"/>
                  <a:gd name="T7" fmla="*/ 41 h 111"/>
                  <a:gd name="T8" fmla="*/ 0 w 124"/>
                  <a:gd name="T9" fmla="*/ 47 h 111"/>
                  <a:gd name="T10" fmla="*/ 1 w 124"/>
                  <a:gd name="T11" fmla="*/ 52 h 111"/>
                  <a:gd name="T12" fmla="*/ 5 w 124"/>
                  <a:gd name="T13" fmla="*/ 72 h 111"/>
                  <a:gd name="T14" fmla="*/ 19 w 124"/>
                  <a:gd name="T15" fmla="*/ 97 h 111"/>
                  <a:gd name="T16" fmla="*/ 19 w 124"/>
                  <a:gd name="T17" fmla="*/ 97 h 111"/>
                  <a:gd name="T18" fmla="*/ 27 w 124"/>
                  <a:gd name="T19" fmla="*/ 106 h 111"/>
                  <a:gd name="T20" fmla="*/ 30 w 124"/>
                  <a:gd name="T21" fmla="*/ 108 h 111"/>
                  <a:gd name="T22" fmla="*/ 43 w 124"/>
                  <a:gd name="T23" fmla="*/ 110 h 111"/>
                  <a:gd name="T24" fmla="*/ 44 w 124"/>
                  <a:gd name="T25" fmla="*/ 109 h 111"/>
                  <a:gd name="T26" fmla="*/ 50 w 124"/>
                  <a:gd name="T27" fmla="*/ 107 h 111"/>
                  <a:gd name="T28" fmla="*/ 54 w 124"/>
                  <a:gd name="T29" fmla="*/ 106 h 111"/>
                  <a:gd name="T30" fmla="*/ 62 w 124"/>
                  <a:gd name="T31" fmla="*/ 105 h 111"/>
                  <a:gd name="T32" fmla="*/ 62 w 124"/>
                  <a:gd name="T33" fmla="*/ 105 h 111"/>
                  <a:gd name="T34" fmla="*/ 70 w 124"/>
                  <a:gd name="T35" fmla="*/ 106 h 111"/>
                  <a:gd name="T36" fmla="*/ 74 w 124"/>
                  <a:gd name="T37" fmla="*/ 107 h 111"/>
                  <a:gd name="T38" fmla="*/ 81 w 124"/>
                  <a:gd name="T39" fmla="*/ 109 h 111"/>
                  <a:gd name="T40" fmla="*/ 81 w 124"/>
                  <a:gd name="T41" fmla="*/ 110 h 111"/>
                  <a:gd name="T42" fmla="*/ 94 w 124"/>
                  <a:gd name="T43" fmla="*/ 108 h 111"/>
                  <a:gd name="T44" fmla="*/ 97 w 124"/>
                  <a:gd name="T45" fmla="*/ 106 h 111"/>
                  <a:gd name="T46" fmla="*/ 105 w 124"/>
                  <a:gd name="T47" fmla="*/ 97 h 111"/>
                  <a:gd name="T48" fmla="*/ 105 w 124"/>
                  <a:gd name="T49" fmla="*/ 97 h 111"/>
                  <a:gd name="T50" fmla="*/ 119 w 124"/>
                  <a:gd name="T51" fmla="*/ 72 h 111"/>
                  <a:gd name="T52" fmla="*/ 124 w 124"/>
                  <a:gd name="T53" fmla="*/ 52 h 111"/>
                  <a:gd name="T54" fmla="*/ 124 w 124"/>
                  <a:gd name="T55" fmla="*/ 47 h 111"/>
                  <a:gd name="T56" fmla="*/ 124 w 124"/>
                  <a:gd name="T57" fmla="*/ 41 h 111"/>
                  <a:gd name="T58" fmla="*/ 124 w 124"/>
                  <a:gd name="T59" fmla="*/ 40 h 111"/>
                  <a:gd name="T60" fmla="*/ 123 w 124"/>
                  <a:gd name="T61" fmla="*/ 33 h 111"/>
                  <a:gd name="T62" fmla="*/ 111 w 124"/>
                  <a:gd name="T63" fmla="*/ 11 h 111"/>
                  <a:gd name="T64" fmla="*/ 109 w 124"/>
                  <a:gd name="T65" fmla="*/ 8 h 111"/>
                  <a:gd name="T66" fmla="*/ 91 w 124"/>
                  <a:gd name="T67" fmla="*/ 1 h 111"/>
                  <a:gd name="T68" fmla="*/ 72 w 124"/>
                  <a:gd name="T69" fmla="*/ 3 h 111"/>
                  <a:gd name="T70" fmla="*/ 62 w 124"/>
                  <a:gd name="T71" fmla="*/ 7 h 111"/>
                  <a:gd name="T72" fmla="*/ 52 w 124"/>
                  <a:gd name="T73" fmla="*/ 3 h 111"/>
                  <a:gd name="T74" fmla="*/ 33 w 124"/>
                  <a:gd name="T75" fmla="*/ 1 h 111"/>
                  <a:gd name="T76" fmla="*/ 15 w 124"/>
                  <a:gd name="T77" fmla="*/ 8 h 111"/>
                  <a:gd name="T78" fmla="*/ 13 w 124"/>
                  <a:gd name="T79" fmla="*/ 1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4" h="111">
                    <a:moveTo>
                      <a:pt x="13" y="11"/>
                    </a:moveTo>
                    <a:cubicBezTo>
                      <a:pt x="6" y="17"/>
                      <a:pt x="3" y="25"/>
                      <a:pt x="1" y="33"/>
                    </a:cubicBezTo>
                    <a:cubicBezTo>
                      <a:pt x="1" y="36"/>
                      <a:pt x="1" y="38"/>
                      <a:pt x="0" y="40"/>
                    </a:cubicBezTo>
                    <a:cubicBezTo>
                      <a:pt x="0" y="40"/>
                      <a:pt x="0" y="41"/>
                      <a:pt x="0" y="41"/>
                    </a:cubicBezTo>
                    <a:cubicBezTo>
                      <a:pt x="0" y="43"/>
                      <a:pt x="0" y="45"/>
                      <a:pt x="0" y="47"/>
                    </a:cubicBezTo>
                    <a:cubicBezTo>
                      <a:pt x="0" y="49"/>
                      <a:pt x="0" y="50"/>
                      <a:pt x="1" y="52"/>
                    </a:cubicBezTo>
                    <a:cubicBezTo>
                      <a:pt x="1" y="59"/>
                      <a:pt x="3" y="65"/>
                      <a:pt x="5" y="72"/>
                    </a:cubicBezTo>
                    <a:cubicBezTo>
                      <a:pt x="8" y="81"/>
                      <a:pt x="13" y="89"/>
                      <a:pt x="19" y="97"/>
                    </a:cubicBezTo>
                    <a:cubicBezTo>
                      <a:pt x="19" y="97"/>
                      <a:pt x="19" y="97"/>
                      <a:pt x="19" y="97"/>
                    </a:cubicBezTo>
                    <a:cubicBezTo>
                      <a:pt x="22" y="101"/>
                      <a:pt x="24" y="104"/>
                      <a:pt x="27" y="106"/>
                    </a:cubicBezTo>
                    <a:cubicBezTo>
                      <a:pt x="28" y="107"/>
                      <a:pt x="29" y="107"/>
                      <a:pt x="30" y="108"/>
                    </a:cubicBezTo>
                    <a:cubicBezTo>
                      <a:pt x="34" y="111"/>
                      <a:pt x="38" y="111"/>
                      <a:pt x="43" y="110"/>
                    </a:cubicBezTo>
                    <a:cubicBezTo>
                      <a:pt x="43" y="110"/>
                      <a:pt x="43" y="110"/>
                      <a:pt x="44" y="109"/>
                    </a:cubicBezTo>
                    <a:cubicBezTo>
                      <a:pt x="46" y="109"/>
                      <a:pt x="48" y="108"/>
                      <a:pt x="50" y="107"/>
                    </a:cubicBezTo>
                    <a:cubicBezTo>
                      <a:pt x="51" y="107"/>
                      <a:pt x="53" y="106"/>
                      <a:pt x="54" y="106"/>
                    </a:cubicBezTo>
                    <a:cubicBezTo>
                      <a:pt x="57" y="105"/>
                      <a:pt x="62" y="105"/>
                      <a:pt x="62" y="105"/>
                    </a:cubicBezTo>
                    <a:cubicBezTo>
                      <a:pt x="62" y="105"/>
                      <a:pt x="62" y="105"/>
                      <a:pt x="62" y="105"/>
                    </a:cubicBezTo>
                    <a:cubicBezTo>
                      <a:pt x="65" y="105"/>
                      <a:pt x="67" y="105"/>
                      <a:pt x="70" y="106"/>
                    </a:cubicBezTo>
                    <a:cubicBezTo>
                      <a:pt x="71" y="106"/>
                      <a:pt x="73" y="107"/>
                      <a:pt x="74" y="107"/>
                    </a:cubicBezTo>
                    <a:cubicBezTo>
                      <a:pt x="76" y="108"/>
                      <a:pt x="78" y="109"/>
                      <a:pt x="81" y="109"/>
                    </a:cubicBezTo>
                    <a:cubicBezTo>
                      <a:pt x="81" y="110"/>
                      <a:pt x="81" y="110"/>
                      <a:pt x="81" y="110"/>
                    </a:cubicBezTo>
                    <a:cubicBezTo>
                      <a:pt x="86" y="111"/>
                      <a:pt x="90" y="111"/>
                      <a:pt x="94" y="108"/>
                    </a:cubicBezTo>
                    <a:cubicBezTo>
                      <a:pt x="95" y="107"/>
                      <a:pt x="96" y="107"/>
                      <a:pt x="97" y="106"/>
                    </a:cubicBezTo>
                    <a:cubicBezTo>
                      <a:pt x="100" y="104"/>
                      <a:pt x="102" y="101"/>
                      <a:pt x="105" y="97"/>
                    </a:cubicBezTo>
                    <a:cubicBezTo>
                      <a:pt x="105" y="97"/>
                      <a:pt x="105" y="97"/>
                      <a:pt x="105" y="97"/>
                    </a:cubicBezTo>
                    <a:cubicBezTo>
                      <a:pt x="111" y="89"/>
                      <a:pt x="116" y="81"/>
                      <a:pt x="119" y="72"/>
                    </a:cubicBezTo>
                    <a:cubicBezTo>
                      <a:pt x="121" y="65"/>
                      <a:pt x="123" y="59"/>
                      <a:pt x="124" y="52"/>
                    </a:cubicBezTo>
                    <a:cubicBezTo>
                      <a:pt x="124" y="50"/>
                      <a:pt x="124" y="49"/>
                      <a:pt x="124" y="47"/>
                    </a:cubicBezTo>
                    <a:cubicBezTo>
                      <a:pt x="124" y="45"/>
                      <a:pt x="124" y="43"/>
                      <a:pt x="124" y="41"/>
                    </a:cubicBezTo>
                    <a:cubicBezTo>
                      <a:pt x="124" y="41"/>
                      <a:pt x="124" y="40"/>
                      <a:pt x="124" y="40"/>
                    </a:cubicBezTo>
                    <a:cubicBezTo>
                      <a:pt x="124" y="38"/>
                      <a:pt x="123" y="36"/>
                      <a:pt x="123" y="33"/>
                    </a:cubicBezTo>
                    <a:cubicBezTo>
                      <a:pt x="121" y="25"/>
                      <a:pt x="118" y="17"/>
                      <a:pt x="111" y="11"/>
                    </a:cubicBezTo>
                    <a:cubicBezTo>
                      <a:pt x="110" y="10"/>
                      <a:pt x="110" y="9"/>
                      <a:pt x="109" y="8"/>
                    </a:cubicBezTo>
                    <a:cubicBezTo>
                      <a:pt x="104" y="4"/>
                      <a:pt x="98" y="2"/>
                      <a:pt x="91" y="1"/>
                    </a:cubicBezTo>
                    <a:cubicBezTo>
                      <a:pt x="84" y="0"/>
                      <a:pt x="78" y="1"/>
                      <a:pt x="72" y="3"/>
                    </a:cubicBezTo>
                    <a:cubicBezTo>
                      <a:pt x="69" y="4"/>
                      <a:pt x="62" y="7"/>
                      <a:pt x="62" y="7"/>
                    </a:cubicBezTo>
                    <a:cubicBezTo>
                      <a:pt x="62" y="7"/>
                      <a:pt x="55" y="4"/>
                      <a:pt x="52" y="3"/>
                    </a:cubicBezTo>
                    <a:cubicBezTo>
                      <a:pt x="46" y="1"/>
                      <a:pt x="40" y="0"/>
                      <a:pt x="33" y="1"/>
                    </a:cubicBezTo>
                    <a:cubicBezTo>
                      <a:pt x="26" y="2"/>
                      <a:pt x="20" y="4"/>
                      <a:pt x="15" y="8"/>
                    </a:cubicBezTo>
                    <a:cubicBezTo>
                      <a:pt x="14" y="9"/>
                      <a:pt x="14" y="10"/>
                      <a:pt x="13"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60" name="Freeform 26"/>
              <p:cNvSpPr>
                <a:spLocks/>
              </p:cNvSpPr>
              <p:nvPr/>
            </p:nvSpPr>
            <p:spPr bwMode="auto">
              <a:xfrm>
                <a:off x="-2070100" y="3308350"/>
                <a:ext cx="109538" cy="127000"/>
              </a:xfrm>
              <a:custGeom>
                <a:avLst/>
                <a:gdLst>
                  <a:gd name="T0" fmla="*/ 9 w 29"/>
                  <a:gd name="T1" fmla="*/ 25 h 34"/>
                  <a:gd name="T2" fmla="*/ 21 w 29"/>
                  <a:gd name="T3" fmla="*/ 33 h 34"/>
                  <a:gd name="T4" fmla="*/ 28 w 29"/>
                  <a:gd name="T5" fmla="*/ 34 h 34"/>
                  <a:gd name="T6" fmla="*/ 29 w 29"/>
                  <a:gd name="T7" fmla="*/ 33 h 34"/>
                  <a:gd name="T8" fmla="*/ 23 w 29"/>
                  <a:gd name="T9" fmla="*/ 13 h 34"/>
                  <a:gd name="T10" fmla="*/ 2 w 29"/>
                  <a:gd name="T11" fmla="*/ 1 h 34"/>
                  <a:gd name="T12" fmla="*/ 1 w 29"/>
                  <a:gd name="T13" fmla="*/ 0 h 34"/>
                  <a:gd name="T14" fmla="*/ 0 w 29"/>
                  <a:gd name="T15" fmla="*/ 0 h 34"/>
                  <a:gd name="T16" fmla="*/ 0 w 29"/>
                  <a:gd name="T17" fmla="*/ 9 h 34"/>
                  <a:gd name="T18" fmla="*/ 9 w 29"/>
                  <a:gd name="T19" fmla="*/ 25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34">
                    <a:moveTo>
                      <a:pt x="9" y="25"/>
                    </a:moveTo>
                    <a:cubicBezTo>
                      <a:pt x="12" y="29"/>
                      <a:pt x="16" y="32"/>
                      <a:pt x="21" y="33"/>
                    </a:cubicBezTo>
                    <a:cubicBezTo>
                      <a:pt x="23" y="34"/>
                      <a:pt x="26" y="34"/>
                      <a:pt x="28" y="34"/>
                    </a:cubicBezTo>
                    <a:cubicBezTo>
                      <a:pt x="29" y="34"/>
                      <a:pt x="29" y="34"/>
                      <a:pt x="29" y="33"/>
                    </a:cubicBezTo>
                    <a:cubicBezTo>
                      <a:pt x="29" y="26"/>
                      <a:pt x="27" y="19"/>
                      <a:pt x="23" y="13"/>
                    </a:cubicBezTo>
                    <a:cubicBezTo>
                      <a:pt x="18" y="6"/>
                      <a:pt x="11" y="2"/>
                      <a:pt x="2" y="1"/>
                    </a:cubicBezTo>
                    <a:cubicBezTo>
                      <a:pt x="2" y="1"/>
                      <a:pt x="1" y="1"/>
                      <a:pt x="1" y="0"/>
                    </a:cubicBezTo>
                    <a:cubicBezTo>
                      <a:pt x="1" y="0"/>
                      <a:pt x="0" y="0"/>
                      <a:pt x="0" y="0"/>
                    </a:cubicBezTo>
                    <a:cubicBezTo>
                      <a:pt x="0" y="3"/>
                      <a:pt x="0" y="6"/>
                      <a:pt x="0" y="9"/>
                    </a:cubicBezTo>
                    <a:cubicBezTo>
                      <a:pt x="1" y="15"/>
                      <a:pt x="4" y="21"/>
                      <a:pt x="9"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61" name="Freeform 27"/>
              <p:cNvSpPr>
                <a:spLocks noEditPoints="1"/>
              </p:cNvSpPr>
              <p:nvPr/>
            </p:nvSpPr>
            <p:spPr bwMode="auto">
              <a:xfrm>
                <a:off x="-5324475" y="3683000"/>
                <a:ext cx="255588" cy="533400"/>
              </a:xfrm>
              <a:custGeom>
                <a:avLst/>
                <a:gdLst>
                  <a:gd name="T0" fmla="*/ 34 w 68"/>
                  <a:gd name="T1" fmla="*/ 122 h 142"/>
                  <a:gd name="T2" fmla="*/ 67 w 68"/>
                  <a:gd name="T3" fmla="*/ 138 h 142"/>
                  <a:gd name="T4" fmla="*/ 68 w 68"/>
                  <a:gd name="T5" fmla="*/ 138 h 142"/>
                  <a:gd name="T6" fmla="*/ 68 w 68"/>
                  <a:gd name="T7" fmla="*/ 31 h 142"/>
                  <a:gd name="T8" fmla="*/ 66 w 68"/>
                  <a:gd name="T9" fmla="*/ 15 h 142"/>
                  <a:gd name="T10" fmla="*/ 34 w 68"/>
                  <a:gd name="T11" fmla="*/ 0 h 142"/>
                  <a:gd name="T12" fmla="*/ 34 w 68"/>
                  <a:gd name="T13" fmla="*/ 19 h 142"/>
                  <a:gd name="T14" fmla="*/ 57 w 68"/>
                  <a:gd name="T15" fmla="*/ 23 h 142"/>
                  <a:gd name="T16" fmla="*/ 58 w 68"/>
                  <a:gd name="T17" fmla="*/ 26 h 142"/>
                  <a:gd name="T18" fmla="*/ 56 w 68"/>
                  <a:gd name="T19" fmla="*/ 27 h 142"/>
                  <a:gd name="T20" fmla="*/ 55 w 68"/>
                  <a:gd name="T21" fmla="*/ 27 h 142"/>
                  <a:gd name="T22" fmla="*/ 51 w 68"/>
                  <a:gd name="T23" fmla="*/ 25 h 142"/>
                  <a:gd name="T24" fmla="*/ 34 w 68"/>
                  <a:gd name="T25" fmla="*/ 23 h 142"/>
                  <a:gd name="T26" fmla="*/ 34 w 68"/>
                  <a:gd name="T27" fmla="*/ 38 h 142"/>
                  <a:gd name="T28" fmla="*/ 57 w 68"/>
                  <a:gd name="T29" fmla="*/ 43 h 142"/>
                  <a:gd name="T30" fmla="*/ 58 w 68"/>
                  <a:gd name="T31" fmla="*/ 45 h 142"/>
                  <a:gd name="T32" fmla="*/ 56 w 68"/>
                  <a:gd name="T33" fmla="*/ 46 h 142"/>
                  <a:gd name="T34" fmla="*/ 55 w 68"/>
                  <a:gd name="T35" fmla="*/ 46 h 142"/>
                  <a:gd name="T36" fmla="*/ 51 w 68"/>
                  <a:gd name="T37" fmla="*/ 44 h 142"/>
                  <a:gd name="T38" fmla="*/ 34 w 68"/>
                  <a:gd name="T39" fmla="*/ 42 h 142"/>
                  <a:gd name="T40" fmla="*/ 34 w 68"/>
                  <a:gd name="T41" fmla="*/ 57 h 142"/>
                  <a:gd name="T42" fmla="*/ 57 w 68"/>
                  <a:gd name="T43" fmla="*/ 62 h 142"/>
                  <a:gd name="T44" fmla="*/ 58 w 68"/>
                  <a:gd name="T45" fmla="*/ 64 h 142"/>
                  <a:gd name="T46" fmla="*/ 56 w 68"/>
                  <a:gd name="T47" fmla="*/ 65 h 142"/>
                  <a:gd name="T48" fmla="*/ 55 w 68"/>
                  <a:gd name="T49" fmla="*/ 65 h 142"/>
                  <a:gd name="T50" fmla="*/ 51 w 68"/>
                  <a:gd name="T51" fmla="*/ 63 h 142"/>
                  <a:gd name="T52" fmla="*/ 34 w 68"/>
                  <a:gd name="T53" fmla="*/ 61 h 142"/>
                  <a:gd name="T54" fmla="*/ 34 w 68"/>
                  <a:gd name="T55" fmla="*/ 122 h 142"/>
                  <a:gd name="T56" fmla="*/ 1 w 68"/>
                  <a:gd name="T57" fmla="*/ 138 h 142"/>
                  <a:gd name="T58" fmla="*/ 34 w 68"/>
                  <a:gd name="T59" fmla="*/ 122 h 142"/>
                  <a:gd name="T60" fmla="*/ 34 w 68"/>
                  <a:gd name="T61" fmla="*/ 61 h 142"/>
                  <a:gd name="T62" fmla="*/ 17 w 68"/>
                  <a:gd name="T63" fmla="*/ 63 h 142"/>
                  <a:gd name="T64" fmla="*/ 13 w 68"/>
                  <a:gd name="T65" fmla="*/ 65 h 142"/>
                  <a:gd name="T66" fmla="*/ 10 w 68"/>
                  <a:gd name="T67" fmla="*/ 64 h 142"/>
                  <a:gd name="T68" fmla="*/ 11 w 68"/>
                  <a:gd name="T69" fmla="*/ 62 h 142"/>
                  <a:gd name="T70" fmla="*/ 11 w 68"/>
                  <a:gd name="T71" fmla="*/ 62 h 142"/>
                  <a:gd name="T72" fmla="*/ 34 w 68"/>
                  <a:gd name="T73" fmla="*/ 57 h 142"/>
                  <a:gd name="T74" fmla="*/ 34 w 68"/>
                  <a:gd name="T75" fmla="*/ 42 h 142"/>
                  <a:gd name="T76" fmla="*/ 17 w 68"/>
                  <a:gd name="T77" fmla="*/ 44 h 142"/>
                  <a:gd name="T78" fmla="*/ 13 w 68"/>
                  <a:gd name="T79" fmla="*/ 46 h 142"/>
                  <a:gd name="T80" fmla="*/ 10 w 68"/>
                  <a:gd name="T81" fmla="*/ 45 h 142"/>
                  <a:gd name="T82" fmla="*/ 11 w 68"/>
                  <a:gd name="T83" fmla="*/ 43 h 142"/>
                  <a:gd name="T84" fmla="*/ 11 w 68"/>
                  <a:gd name="T85" fmla="*/ 43 h 142"/>
                  <a:gd name="T86" fmla="*/ 34 w 68"/>
                  <a:gd name="T87" fmla="*/ 38 h 142"/>
                  <a:gd name="T88" fmla="*/ 34 w 68"/>
                  <a:gd name="T89" fmla="*/ 23 h 142"/>
                  <a:gd name="T90" fmla="*/ 17 w 68"/>
                  <a:gd name="T91" fmla="*/ 25 h 142"/>
                  <a:gd name="T92" fmla="*/ 13 w 68"/>
                  <a:gd name="T93" fmla="*/ 27 h 142"/>
                  <a:gd name="T94" fmla="*/ 10 w 68"/>
                  <a:gd name="T95" fmla="*/ 26 h 142"/>
                  <a:gd name="T96" fmla="*/ 11 w 68"/>
                  <a:gd name="T97" fmla="*/ 23 h 142"/>
                  <a:gd name="T98" fmla="*/ 11 w 68"/>
                  <a:gd name="T99" fmla="*/ 23 h 142"/>
                  <a:gd name="T100" fmla="*/ 34 w 68"/>
                  <a:gd name="T101" fmla="*/ 19 h 142"/>
                  <a:gd name="T102" fmla="*/ 34 w 68"/>
                  <a:gd name="T103" fmla="*/ 0 h 142"/>
                  <a:gd name="T104" fmla="*/ 2 w 68"/>
                  <a:gd name="T105" fmla="*/ 15 h 142"/>
                  <a:gd name="T106" fmla="*/ 0 w 68"/>
                  <a:gd name="T107" fmla="*/ 31 h 142"/>
                  <a:gd name="T108" fmla="*/ 0 w 68"/>
                  <a:gd name="T109" fmla="*/ 138 h 142"/>
                  <a:gd name="T110" fmla="*/ 1 w 68"/>
                  <a:gd name="T111" fmla="*/ 138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8" h="142">
                    <a:moveTo>
                      <a:pt x="34" y="122"/>
                    </a:moveTo>
                    <a:cubicBezTo>
                      <a:pt x="50" y="122"/>
                      <a:pt x="63" y="126"/>
                      <a:pt x="67" y="138"/>
                    </a:cubicBezTo>
                    <a:cubicBezTo>
                      <a:pt x="68" y="142"/>
                      <a:pt x="68" y="142"/>
                      <a:pt x="68" y="138"/>
                    </a:cubicBezTo>
                    <a:cubicBezTo>
                      <a:pt x="68" y="116"/>
                      <a:pt x="68" y="53"/>
                      <a:pt x="68" y="31"/>
                    </a:cubicBezTo>
                    <a:cubicBezTo>
                      <a:pt x="68" y="26"/>
                      <a:pt x="68" y="19"/>
                      <a:pt x="66" y="15"/>
                    </a:cubicBezTo>
                    <a:cubicBezTo>
                      <a:pt x="62" y="3"/>
                      <a:pt x="49" y="0"/>
                      <a:pt x="34" y="0"/>
                    </a:cubicBezTo>
                    <a:cubicBezTo>
                      <a:pt x="34" y="19"/>
                      <a:pt x="34" y="19"/>
                      <a:pt x="34" y="19"/>
                    </a:cubicBezTo>
                    <a:cubicBezTo>
                      <a:pt x="44" y="19"/>
                      <a:pt x="51" y="21"/>
                      <a:pt x="57" y="23"/>
                    </a:cubicBezTo>
                    <a:cubicBezTo>
                      <a:pt x="58" y="24"/>
                      <a:pt x="58" y="25"/>
                      <a:pt x="58" y="26"/>
                    </a:cubicBezTo>
                    <a:cubicBezTo>
                      <a:pt x="58" y="27"/>
                      <a:pt x="57" y="27"/>
                      <a:pt x="56" y="27"/>
                    </a:cubicBezTo>
                    <a:cubicBezTo>
                      <a:pt x="56" y="27"/>
                      <a:pt x="56" y="27"/>
                      <a:pt x="55" y="27"/>
                    </a:cubicBezTo>
                    <a:cubicBezTo>
                      <a:pt x="54" y="26"/>
                      <a:pt x="52" y="26"/>
                      <a:pt x="51" y="25"/>
                    </a:cubicBezTo>
                    <a:cubicBezTo>
                      <a:pt x="46" y="24"/>
                      <a:pt x="41" y="23"/>
                      <a:pt x="34" y="23"/>
                    </a:cubicBezTo>
                    <a:cubicBezTo>
                      <a:pt x="34" y="38"/>
                      <a:pt x="34" y="38"/>
                      <a:pt x="34" y="38"/>
                    </a:cubicBezTo>
                    <a:cubicBezTo>
                      <a:pt x="44" y="38"/>
                      <a:pt x="51" y="40"/>
                      <a:pt x="57" y="43"/>
                    </a:cubicBezTo>
                    <a:cubicBezTo>
                      <a:pt x="58" y="43"/>
                      <a:pt x="58" y="44"/>
                      <a:pt x="58" y="45"/>
                    </a:cubicBezTo>
                    <a:cubicBezTo>
                      <a:pt x="58" y="46"/>
                      <a:pt x="57" y="46"/>
                      <a:pt x="56" y="46"/>
                    </a:cubicBezTo>
                    <a:cubicBezTo>
                      <a:pt x="56" y="46"/>
                      <a:pt x="56" y="46"/>
                      <a:pt x="55" y="46"/>
                    </a:cubicBezTo>
                    <a:cubicBezTo>
                      <a:pt x="54" y="45"/>
                      <a:pt x="52" y="45"/>
                      <a:pt x="51" y="44"/>
                    </a:cubicBezTo>
                    <a:cubicBezTo>
                      <a:pt x="46" y="43"/>
                      <a:pt x="41" y="42"/>
                      <a:pt x="34" y="42"/>
                    </a:cubicBezTo>
                    <a:cubicBezTo>
                      <a:pt x="34" y="57"/>
                      <a:pt x="34" y="57"/>
                      <a:pt x="34" y="57"/>
                    </a:cubicBezTo>
                    <a:cubicBezTo>
                      <a:pt x="44" y="57"/>
                      <a:pt x="51" y="59"/>
                      <a:pt x="57" y="62"/>
                    </a:cubicBezTo>
                    <a:cubicBezTo>
                      <a:pt x="58" y="62"/>
                      <a:pt x="58" y="63"/>
                      <a:pt x="58" y="64"/>
                    </a:cubicBezTo>
                    <a:cubicBezTo>
                      <a:pt x="58" y="65"/>
                      <a:pt x="57" y="65"/>
                      <a:pt x="56" y="65"/>
                    </a:cubicBezTo>
                    <a:cubicBezTo>
                      <a:pt x="56" y="65"/>
                      <a:pt x="56" y="65"/>
                      <a:pt x="55" y="65"/>
                    </a:cubicBezTo>
                    <a:cubicBezTo>
                      <a:pt x="54" y="64"/>
                      <a:pt x="52" y="64"/>
                      <a:pt x="51" y="63"/>
                    </a:cubicBezTo>
                    <a:cubicBezTo>
                      <a:pt x="46" y="62"/>
                      <a:pt x="41" y="61"/>
                      <a:pt x="34" y="61"/>
                    </a:cubicBezTo>
                    <a:lnTo>
                      <a:pt x="34" y="122"/>
                    </a:lnTo>
                    <a:close/>
                    <a:moveTo>
                      <a:pt x="1" y="138"/>
                    </a:moveTo>
                    <a:cubicBezTo>
                      <a:pt x="5" y="126"/>
                      <a:pt x="18" y="122"/>
                      <a:pt x="34" y="122"/>
                    </a:cubicBezTo>
                    <a:cubicBezTo>
                      <a:pt x="34" y="61"/>
                      <a:pt x="34" y="61"/>
                      <a:pt x="34" y="61"/>
                    </a:cubicBezTo>
                    <a:cubicBezTo>
                      <a:pt x="27" y="61"/>
                      <a:pt x="22" y="62"/>
                      <a:pt x="17" y="63"/>
                    </a:cubicBezTo>
                    <a:cubicBezTo>
                      <a:pt x="16" y="64"/>
                      <a:pt x="14" y="64"/>
                      <a:pt x="13" y="65"/>
                    </a:cubicBezTo>
                    <a:cubicBezTo>
                      <a:pt x="12" y="66"/>
                      <a:pt x="10" y="65"/>
                      <a:pt x="10" y="64"/>
                    </a:cubicBezTo>
                    <a:cubicBezTo>
                      <a:pt x="9" y="63"/>
                      <a:pt x="10" y="62"/>
                      <a:pt x="11" y="62"/>
                    </a:cubicBezTo>
                    <a:cubicBezTo>
                      <a:pt x="11" y="62"/>
                      <a:pt x="11" y="62"/>
                      <a:pt x="11" y="62"/>
                    </a:cubicBezTo>
                    <a:cubicBezTo>
                      <a:pt x="17" y="59"/>
                      <a:pt x="24" y="57"/>
                      <a:pt x="34" y="57"/>
                    </a:cubicBezTo>
                    <a:cubicBezTo>
                      <a:pt x="34" y="42"/>
                      <a:pt x="34" y="42"/>
                      <a:pt x="34" y="42"/>
                    </a:cubicBezTo>
                    <a:cubicBezTo>
                      <a:pt x="27" y="42"/>
                      <a:pt x="22" y="43"/>
                      <a:pt x="17" y="44"/>
                    </a:cubicBezTo>
                    <a:cubicBezTo>
                      <a:pt x="16" y="45"/>
                      <a:pt x="14" y="45"/>
                      <a:pt x="13" y="46"/>
                    </a:cubicBezTo>
                    <a:cubicBezTo>
                      <a:pt x="12" y="47"/>
                      <a:pt x="10" y="46"/>
                      <a:pt x="10" y="45"/>
                    </a:cubicBezTo>
                    <a:cubicBezTo>
                      <a:pt x="9" y="44"/>
                      <a:pt x="10" y="43"/>
                      <a:pt x="11" y="43"/>
                    </a:cubicBezTo>
                    <a:cubicBezTo>
                      <a:pt x="11" y="43"/>
                      <a:pt x="11" y="43"/>
                      <a:pt x="11" y="43"/>
                    </a:cubicBezTo>
                    <a:cubicBezTo>
                      <a:pt x="17" y="40"/>
                      <a:pt x="24" y="38"/>
                      <a:pt x="34" y="38"/>
                    </a:cubicBezTo>
                    <a:cubicBezTo>
                      <a:pt x="34" y="23"/>
                      <a:pt x="34" y="23"/>
                      <a:pt x="34" y="23"/>
                    </a:cubicBezTo>
                    <a:cubicBezTo>
                      <a:pt x="27" y="23"/>
                      <a:pt x="22" y="24"/>
                      <a:pt x="17" y="25"/>
                    </a:cubicBezTo>
                    <a:cubicBezTo>
                      <a:pt x="15" y="26"/>
                      <a:pt x="14" y="26"/>
                      <a:pt x="13" y="27"/>
                    </a:cubicBezTo>
                    <a:cubicBezTo>
                      <a:pt x="12" y="27"/>
                      <a:pt x="10" y="27"/>
                      <a:pt x="10" y="26"/>
                    </a:cubicBezTo>
                    <a:cubicBezTo>
                      <a:pt x="9" y="25"/>
                      <a:pt x="10" y="24"/>
                      <a:pt x="11" y="23"/>
                    </a:cubicBezTo>
                    <a:cubicBezTo>
                      <a:pt x="11" y="23"/>
                      <a:pt x="11" y="23"/>
                      <a:pt x="11" y="23"/>
                    </a:cubicBezTo>
                    <a:cubicBezTo>
                      <a:pt x="17" y="21"/>
                      <a:pt x="24" y="19"/>
                      <a:pt x="34" y="19"/>
                    </a:cubicBezTo>
                    <a:cubicBezTo>
                      <a:pt x="34" y="0"/>
                      <a:pt x="34" y="0"/>
                      <a:pt x="34" y="0"/>
                    </a:cubicBezTo>
                    <a:cubicBezTo>
                      <a:pt x="19" y="0"/>
                      <a:pt x="6" y="3"/>
                      <a:pt x="2" y="15"/>
                    </a:cubicBezTo>
                    <a:cubicBezTo>
                      <a:pt x="0" y="19"/>
                      <a:pt x="0" y="26"/>
                      <a:pt x="0" y="31"/>
                    </a:cubicBezTo>
                    <a:cubicBezTo>
                      <a:pt x="0" y="53"/>
                      <a:pt x="0" y="116"/>
                      <a:pt x="0" y="138"/>
                    </a:cubicBezTo>
                    <a:cubicBezTo>
                      <a:pt x="0" y="142"/>
                      <a:pt x="0" y="142"/>
                      <a:pt x="1" y="1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62" name="Freeform 28"/>
              <p:cNvSpPr>
                <a:spLocks noEditPoints="1"/>
              </p:cNvSpPr>
              <p:nvPr/>
            </p:nvSpPr>
            <p:spPr bwMode="auto">
              <a:xfrm>
                <a:off x="-5045075" y="3683000"/>
                <a:ext cx="250825" cy="533400"/>
              </a:xfrm>
              <a:custGeom>
                <a:avLst/>
                <a:gdLst>
                  <a:gd name="T0" fmla="*/ 67 w 67"/>
                  <a:gd name="T1" fmla="*/ 138 h 142"/>
                  <a:gd name="T2" fmla="*/ 66 w 67"/>
                  <a:gd name="T3" fmla="*/ 15 h 142"/>
                  <a:gd name="T4" fmla="*/ 33 w 67"/>
                  <a:gd name="T5" fmla="*/ 19 h 142"/>
                  <a:gd name="T6" fmla="*/ 57 w 67"/>
                  <a:gd name="T7" fmla="*/ 26 h 142"/>
                  <a:gd name="T8" fmla="*/ 56 w 67"/>
                  <a:gd name="T9" fmla="*/ 27 h 142"/>
                  <a:gd name="T10" fmla="*/ 50 w 67"/>
                  <a:gd name="T11" fmla="*/ 25 h 142"/>
                  <a:gd name="T12" fmla="*/ 33 w 67"/>
                  <a:gd name="T13" fmla="*/ 38 h 142"/>
                  <a:gd name="T14" fmla="*/ 57 w 67"/>
                  <a:gd name="T15" fmla="*/ 45 h 142"/>
                  <a:gd name="T16" fmla="*/ 56 w 67"/>
                  <a:gd name="T17" fmla="*/ 46 h 142"/>
                  <a:gd name="T18" fmla="*/ 50 w 67"/>
                  <a:gd name="T19" fmla="*/ 44 h 142"/>
                  <a:gd name="T20" fmla="*/ 33 w 67"/>
                  <a:gd name="T21" fmla="*/ 57 h 142"/>
                  <a:gd name="T22" fmla="*/ 57 w 67"/>
                  <a:gd name="T23" fmla="*/ 64 h 142"/>
                  <a:gd name="T24" fmla="*/ 56 w 67"/>
                  <a:gd name="T25" fmla="*/ 65 h 142"/>
                  <a:gd name="T26" fmla="*/ 50 w 67"/>
                  <a:gd name="T27" fmla="*/ 63 h 142"/>
                  <a:gd name="T28" fmla="*/ 33 w 67"/>
                  <a:gd name="T29" fmla="*/ 122 h 142"/>
                  <a:gd name="T30" fmla="*/ 66 w 67"/>
                  <a:gd name="T31" fmla="*/ 138 h 142"/>
                  <a:gd name="T32" fmla="*/ 33 w 67"/>
                  <a:gd name="T33" fmla="*/ 0 h 142"/>
                  <a:gd name="T34" fmla="*/ 0 w 67"/>
                  <a:gd name="T35" fmla="*/ 31 h 142"/>
                  <a:gd name="T36" fmla="*/ 1 w 67"/>
                  <a:gd name="T37" fmla="*/ 138 h 142"/>
                  <a:gd name="T38" fmla="*/ 33 w 67"/>
                  <a:gd name="T39" fmla="*/ 61 h 142"/>
                  <a:gd name="T40" fmla="*/ 17 w 67"/>
                  <a:gd name="T41" fmla="*/ 63 h 142"/>
                  <a:gd name="T42" fmla="*/ 9 w 67"/>
                  <a:gd name="T43" fmla="*/ 64 h 142"/>
                  <a:gd name="T44" fmla="*/ 33 w 67"/>
                  <a:gd name="T45" fmla="*/ 57 h 142"/>
                  <a:gd name="T46" fmla="*/ 33 w 67"/>
                  <a:gd name="T47" fmla="*/ 42 h 142"/>
                  <a:gd name="T48" fmla="*/ 17 w 67"/>
                  <a:gd name="T49" fmla="*/ 44 h 142"/>
                  <a:gd name="T50" fmla="*/ 9 w 67"/>
                  <a:gd name="T51" fmla="*/ 45 h 142"/>
                  <a:gd name="T52" fmla="*/ 33 w 67"/>
                  <a:gd name="T53" fmla="*/ 38 h 142"/>
                  <a:gd name="T54" fmla="*/ 33 w 67"/>
                  <a:gd name="T55" fmla="*/ 23 h 142"/>
                  <a:gd name="T56" fmla="*/ 17 w 67"/>
                  <a:gd name="T57" fmla="*/ 25 h 142"/>
                  <a:gd name="T58" fmla="*/ 9 w 67"/>
                  <a:gd name="T59" fmla="*/ 26 h 142"/>
                  <a:gd name="T60" fmla="*/ 33 w 67"/>
                  <a:gd name="T61" fmla="*/ 19 h 142"/>
                  <a:gd name="T62" fmla="*/ 33 w 67"/>
                  <a:gd name="T63"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7" h="142">
                    <a:moveTo>
                      <a:pt x="66" y="138"/>
                    </a:moveTo>
                    <a:cubicBezTo>
                      <a:pt x="67" y="142"/>
                      <a:pt x="67" y="142"/>
                      <a:pt x="67" y="138"/>
                    </a:cubicBezTo>
                    <a:cubicBezTo>
                      <a:pt x="67" y="116"/>
                      <a:pt x="67" y="53"/>
                      <a:pt x="67" y="31"/>
                    </a:cubicBezTo>
                    <a:cubicBezTo>
                      <a:pt x="67" y="26"/>
                      <a:pt x="67" y="19"/>
                      <a:pt x="66" y="15"/>
                    </a:cubicBezTo>
                    <a:cubicBezTo>
                      <a:pt x="62" y="3"/>
                      <a:pt x="49" y="0"/>
                      <a:pt x="33" y="0"/>
                    </a:cubicBezTo>
                    <a:cubicBezTo>
                      <a:pt x="33" y="19"/>
                      <a:pt x="33" y="19"/>
                      <a:pt x="33" y="19"/>
                    </a:cubicBezTo>
                    <a:cubicBezTo>
                      <a:pt x="43" y="19"/>
                      <a:pt x="51" y="21"/>
                      <a:pt x="57" y="23"/>
                    </a:cubicBezTo>
                    <a:cubicBezTo>
                      <a:pt x="58" y="24"/>
                      <a:pt x="58" y="25"/>
                      <a:pt x="57" y="26"/>
                    </a:cubicBezTo>
                    <a:cubicBezTo>
                      <a:pt x="57" y="26"/>
                      <a:pt x="57" y="26"/>
                      <a:pt x="57" y="26"/>
                    </a:cubicBezTo>
                    <a:cubicBezTo>
                      <a:pt x="57" y="27"/>
                      <a:pt x="56" y="27"/>
                      <a:pt x="56" y="27"/>
                    </a:cubicBezTo>
                    <a:cubicBezTo>
                      <a:pt x="55" y="27"/>
                      <a:pt x="55" y="27"/>
                      <a:pt x="55" y="27"/>
                    </a:cubicBezTo>
                    <a:cubicBezTo>
                      <a:pt x="53" y="26"/>
                      <a:pt x="52" y="26"/>
                      <a:pt x="50" y="25"/>
                    </a:cubicBezTo>
                    <a:cubicBezTo>
                      <a:pt x="46" y="24"/>
                      <a:pt x="40" y="23"/>
                      <a:pt x="33" y="23"/>
                    </a:cubicBezTo>
                    <a:cubicBezTo>
                      <a:pt x="33" y="38"/>
                      <a:pt x="33" y="38"/>
                      <a:pt x="33" y="38"/>
                    </a:cubicBezTo>
                    <a:cubicBezTo>
                      <a:pt x="43" y="38"/>
                      <a:pt x="51" y="40"/>
                      <a:pt x="57" y="43"/>
                    </a:cubicBezTo>
                    <a:cubicBezTo>
                      <a:pt x="58" y="43"/>
                      <a:pt x="58" y="44"/>
                      <a:pt x="57" y="45"/>
                    </a:cubicBezTo>
                    <a:cubicBezTo>
                      <a:pt x="57" y="45"/>
                      <a:pt x="57" y="45"/>
                      <a:pt x="57" y="45"/>
                    </a:cubicBezTo>
                    <a:cubicBezTo>
                      <a:pt x="57" y="46"/>
                      <a:pt x="56" y="46"/>
                      <a:pt x="56" y="46"/>
                    </a:cubicBezTo>
                    <a:cubicBezTo>
                      <a:pt x="55" y="46"/>
                      <a:pt x="55" y="46"/>
                      <a:pt x="55" y="46"/>
                    </a:cubicBezTo>
                    <a:cubicBezTo>
                      <a:pt x="53" y="45"/>
                      <a:pt x="52" y="45"/>
                      <a:pt x="50" y="44"/>
                    </a:cubicBezTo>
                    <a:cubicBezTo>
                      <a:pt x="46" y="43"/>
                      <a:pt x="40" y="42"/>
                      <a:pt x="33" y="42"/>
                    </a:cubicBezTo>
                    <a:cubicBezTo>
                      <a:pt x="33" y="57"/>
                      <a:pt x="33" y="57"/>
                      <a:pt x="33" y="57"/>
                    </a:cubicBezTo>
                    <a:cubicBezTo>
                      <a:pt x="43" y="57"/>
                      <a:pt x="51" y="59"/>
                      <a:pt x="57" y="62"/>
                    </a:cubicBezTo>
                    <a:cubicBezTo>
                      <a:pt x="58" y="62"/>
                      <a:pt x="58" y="63"/>
                      <a:pt x="57" y="64"/>
                    </a:cubicBezTo>
                    <a:cubicBezTo>
                      <a:pt x="57" y="64"/>
                      <a:pt x="57" y="64"/>
                      <a:pt x="57" y="64"/>
                    </a:cubicBezTo>
                    <a:cubicBezTo>
                      <a:pt x="57" y="65"/>
                      <a:pt x="56" y="65"/>
                      <a:pt x="56" y="65"/>
                    </a:cubicBezTo>
                    <a:cubicBezTo>
                      <a:pt x="55" y="65"/>
                      <a:pt x="55" y="65"/>
                      <a:pt x="55" y="65"/>
                    </a:cubicBezTo>
                    <a:cubicBezTo>
                      <a:pt x="53" y="64"/>
                      <a:pt x="52" y="64"/>
                      <a:pt x="50" y="63"/>
                    </a:cubicBezTo>
                    <a:cubicBezTo>
                      <a:pt x="46" y="62"/>
                      <a:pt x="40" y="61"/>
                      <a:pt x="33" y="61"/>
                    </a:cubicBezTo>
                    <a:cubicBezTo>
                      <a:pt x="33" y="122"/>
                      <a:pt x="33" y="122"/>
                      <a:pt x="33" y="122"/>
                    </a:cubicBezTo>
                    <a:cubicBezTo>
                      <a:pt x="33" y="122"/>
                      <a:pt x="33" y="122"/>
                      <a:pt x="33" y="122"/>
                    </a:cubicBezTo>
                    <a:cubicBezTo>
                      <a:pt x="49" y="122"/>
                      <a:pt x="62" y="126"/>
                      <a:pt x="66" y="138"/>
                    </a:cubicBezTo>
                    <a:close/>
                    <a:moveTo>
                      <a:pt x="33" y="0"/>
                    </a:moveTo>
                    <a:cubicBezTo>
                      <a:pt x="33" y="0"/>
                      <a:pt x="33" y="0"/>
                      <a:pt x="33" y="0"/>
                    </a:cubicBezTo>
                    <a:cubicBezTo>
                      <a:pt x="18" y="0"/>
                      <a:pt x="5" y="3"/>
                      <a:pt x="1" y="15"/>
                    </a:cubicBezTo>
                    <a:cubicBezTo>
                      <a:pt x="0" y="19"/>
                      <a:pt x="0" y="26"/>
                      <a:pt x="0" y="31"/>
                    </a:cubicBezTo>
                    <a:cubicBezTo>
                      <a:pt x="0" y="53"/>
                      <a:pt x="0" y="116"/>
                      <a:pt x="0" y="138"/>
                    </a:cubicBezTo>
                    <a:cubicBezTo>
                      <a:pt x="0" y="142"/>
                      <a:pt x="0" y="142"/>
                      <a:pt x="1" y="138"/>
                    </a:cubicBezTo>
                    <a:cubicBezTo>
                      <a:pt x="5" y="126"/>
                      <a:pt x="18" y="122"/>
                      <a:pt x="33" y="122"/>
                    </a:cubicBezTo>
                    <a:cubicBezTo>
                      <a:pt x="33" y="61"/>
                      <a:pt x="33" y="61"/>
                      <a:pt x="33" y="61"/>
                    </a:cubicBezTo>
                    <a:cubicBezTo>
                      <a:pt x="33" y="61"/>
                      <a:pt x="33" y="61"/>
                      <a:pt x="33" y="61"/>
                    </a:cubicBezTo>
                    <a:cubicBezTo>
                      <a:pt x="27" y="61"/>
                      <a:pt x="21" y="62"/>
                      <a:pt x="17" y="63"/>
                    </a:cubicBezTo>
                    <a:cubicBezTo>
                      <a:pt x="15" y="64"/>
                      <a:pt x="13" y="64"/>
                      <a:pt x="12" y="65"/>
                    </a:cubicBezTo>
                    <a:cubicBezTo>
                      <a:pt x="11" y="66"/>
                      <a:pt x="10" y="65"/>
                      <a:pt x="9" y="64"/>
                    </a:cubicBezTo>
                    <a:cubicBezTo>
                      <a:pt x="9" y="63"/>
                      <a:pt x="9" y="62"/>
                      <a:pt x="10" y="62"/>
                    </a:cubicBezTo>
                    <a:cubicBezTo>
                      <a:pt x="16" y="59"/>
                      <a:pt x="24" y="57"/>
                      <a:pt x="33" y="57"/>
                    </a:cubicBezTo>
                    <a:cubicBezTo>
                      <a:pt x="33" y="57"/>
                      <a:pt x="33" y="57"/>
                      <a:pt x="33" y="57"/>
                    </a:cubicBezTo>
                    <a:cubicBezTo>
                      <a:pt x="33" y="42"/>
                      <a:pt x="33" y="42"/>
                      <a:pt x="33" y="42"/>
                    </a:cubicBezTo>
                    <a:cubicBezTo>
                      <a:pt x="33" y="42"/>
                      <a:pt x="33" y="42"/>
                      <a:pt x="33" y="42"/>
                    </a:cubicBezTo>
                    <a:cubicBezTo>
                      <a:pt x="27" y="42"/>
                      <a:pt x="21" y="43"/>
                      <a:pt x="17" y="44"/>
                    </a:cubicBezTo>
                    <a:cubicBezTo>
                      <a:pt x="15" y="45"/>
                      <a:pt x="13" y="45"/>
                      <a:pt x="12" y="46"/>
                    </a:cubicBezTo>
                    <a:cubicBezTo>
                      <a:pt x="11" y="47"/>
                      <a:pt x="10" y="46"/>
                      <a:pt x="9" y="45"/>
                    </a:cubicBezTo>
                    <a:cubicBezTo>
                      <a:pt x="9" y="44"/>
                      <a:pt x="9" y="43"/>
                      <a:pt x="10" y="43"/>
                    </a:cubicBezTo>
                    <a:cubicBezTo>
                      <a:pt x="16" y="40"/>
                      <a:pt x="24" y="38"/>
                      <a:pt x="33" y="38"/>
                    </a:cubicBezTo>
                    <a:cubicBezTo>
                      <a:pt x="33" y="38"/>
                      <a:pt x="33" y="38"/>
                      <a:pt x="33" y="38"/>
                    </a:cubicBezTo>
                    <a:cubicBezTo>
                      <a:pt x="33" y="23"/>
                      <a:pt x="33" y="23"/>
                      <a:pt x="33" y="23"/>
                    </a:cubicBezTo>
                    <a:cubicBezTo>
                      <a:pt x="33" y="23"/>
                      <a:pt x="33" y="23"/>
                      <a:pt x="33" y="23"/>
                    </a:cubicBezTo>
                    <a:cubicBezTo>
                      <a:pt x="27" y="23"/>
                      <a:pt x="21" y="24"/>
                      <a:pt x="17" y="25"/>
                    </a:cubicBezTo>
                    <a:cubicBezTo>
                      <a:pt x="15" y="26"/>
                      <a:pt x="13" y="26"/>
                      <a:pt x="12" y="27"/>
                    </a:cubicBezTo>
                    <a:cubicBezTo>
                      <a:pt x="11" y="27"/>
                      <a:pt x="10" y="27"/>
                      <a:pt x="9" y="26"/>
                    </a:cubicBezTo>
                    <a:cubicBezTo>
                      <a:pt x="9" y="25"/>
                      <a:pt x="9" y="24"/>
                      <a:pt x="10" y="23"/>
                    </a:cubicBezTo>
                    <a:cubicBezTo>
                      <a:pt x="16" y="21"/>
                      <a:pt x="24" y="19"/>
                      <a:pt x="33" y="19"/>
                    </a:cubicBezTo>
                    <a:cubicBezTo>
                      <a:pt x="33" y="19"/>
                      <a:pt x="33" y="19"/>
                      <a:pt x="33" y="19"/>
                    </a:cubicBezTo>
                    <a:lnTo>
                      <a:pt x="3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63" name="Freeform 29"/>
              <p:cNvSpPr>
                <a:spLocks/>
              </p:cNvSpPr>
              <p:nvPr/>
            </p:nvSpPr>
            <p:spPr bwMode="auto">
              <a:xfrm>
                <a:off x="-3678238" y="7881938"/>
                <a:ext cx="288925" cy="555625"/>
              </a:xfrm>
              <a:custGeom>
                <a:avLst/>
                <a:gdLst>
                  <a:gd name="T0" fmla="*/ 77 w 77"/>
                  <a:gd name="T1" fmla="*/ 109 h 148"/>
                  <a:gd name="T2" fmla="*/ 77 w 77"/>
                  <a:gd name="T3" fmla="*/ 35 h 148"/>
                  <a:gd name="T4" fmla="*/ 45 w 77"/>
                  <a:gd name="T5" fmla="*/ 0 h 148"/>
                  <a:gd name="T6" fmla="*/ 31 w 77"/>
                  <a:gd name="T7" fmla="*/ 0 h 148"/>
                  <a:gd name="T8" fmla="*/ 0 w 77"/>
                  <a:gd name="T9" fmla="*/ 35 h 148"/>
                  <a:gd name="T10" fmla="*/ 0 w 77"/>
                  <a:gd name="T11" fmla="*/ 118 h 148"/>
                  <a:gd name="T12" fmla="*/ 29 w 77"/>
                  <a:gd name="T13" fmla="*/ 148 h 148"/>
                  <a:gd name="T14" fmla="*/ 30 w 77"/>
                  <a:gd name="T15" fmla="*/ 148 h 148"/>
                  <a:gd name="T16" fmla="*/ 60 w 77"/>
                  <a:gd name="T17" fmla="*/ 118 h 148"/>
                  <a:gd name="T18" fmla="*/ 60 w 77"/>
                  <a:gd name="T19" fmla="*/ 61 h 148"/>
                  <a:gd name="T20" fmla="*/ 40 w 77"/>
                  <a:gd name="T21" fmla="*/ 39 h 148"/>
                  <a:gd name="T22" fmla="*/ 37 w 77"/>
                  <a:gd name="T23" fmla="*/ 39 h 148"/>
                  <a:gd name="T24" fmla="*/ 17 w 77"/>
                  <a:gd name="T25" fmla="*/ 61 h 148"/>
                  <a:gd name="T26" fmla="*/ 17 w 77"/>
                  <a:gd name="T27" fmla="*/ 109 h 148"/>
                  <a:gd name="T28" fmla="*/ 29 w 77"/>
                  <a:gd name="T29" fmla="*/ 109 h 148"/>
                  <a:gd name="T30" fmla="*/ 29 w 77"/>
                  <a:gd name="T31" fmla="*/ 61 h 148"/>
                  <a:gd name="T32" fmla="*/ 37 w 77"/>
                  <a:gd name="T33" fmla="*/ 51 h 148"/>
                  <a:gd name="T34" fmla="*/ 40 w 77"/>
                  <a:gd name="T35" fmla="*/ 51 h 148"/>
                  <a:gd name="T36" fmla="*/ 49 w 77"/>
                  <a:gd name="T37" fmla="*/ 61 h 148"/>
                  <a:gd name="T38" fmla="*/ 49 w 77"/>
                  <a:gd name="T39" fmla="*/ 118 h 148"/>
                  <a:gd name="T40" fmla="*/ 30 w 77"/>
                  <a:gd name="T41" fmla="*/ 137 h 148"/>
                  <a:gd name="T42" fmla="*/ 16 w 77"/>
                  <a:gd name="T43" fmla="*/ 130 h 148"/>
                  <a:gd name="T44" fmla="*/ 11 w 77"/>
                  <a:gd name="T45" fmla="*/ 112 h 148"/>
                  <a:gd name="T46" fmla="*/ 11 w 77"/>
                  <a:gd name="T47" fmla="*/ 35 h 148"/>
                  <a:gd name="T48" fmla="*/ 31 w 77"/>
                  <a:gd name="T49" fmla="*/ 11 h 148"/>
                  <a:gd name="T50" fmla="*/ 45 w 77"/>
                  <a:gd name="T51" fmla="*/ 11 h 148"/>
                  <a:gd name="T52" fmla="*/ 66 w 77"/>
                  <a:gd name="T53" fmla="*/ 35 h 148"/>
                  <a:gd name="T54" fmla="*/ 66 w 77"/>
                  <a:gd name="T55" fmla="*/ 109 h 148"/>
                  <a:gd name="T56" fmla="*/ 77 w 77"/>
                  <a:gd name="T57" fmla="*/ 109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7" h="148">
                    <a:moveTo>
                      <a:pt x="77" y="109"/>
                    </a:moveTo>
                    <a:cubicBezTo>
                      <a:pt x="77" y="35"/>
                      <a:pt x="77" y="35"/>
                      <a:pt x="77" y="35"/>
                    </a:cubicBezTo>
                    <a:cubicBezTo>
                      <a:pt x="77" y="14"/>
                      <a:pt x="64" y="0"/>
                      <a:pt x="45" y="0"/>
                    </a:cubicBezTo>
                    <a:cubicBezTo>
                      <a:pt x="31" y="0"/>
                      <a:pt x="31" y="0"/>
                      <a:pt x="31" y="0"/>
                    </a:cubicBezTo>
                    <a:cubicBezTo>
                      <a:pt x="12" y="0"/>
                      <a:pt x="0" y="14"/>
                      <a:pt x="0" y="35"/>
                    </a:cubicBezTo>
                    <a:cubicBezTo>
                      <a:pt x="0" y="35"/>
                      <a:pt x="0" y="118"/>
                      <a:pt x="0" y="118"/>
                    </a:cubicBezTo>
                    <a:cubicBezTo>
                      <a:pt x="0" y="134"/>
                      <a:pt x="13" y="148"/>
                      <a:pt x="29" y="148"/>
                    </a:cubicBezTo>
                    <a:cubicBezTo>
                      <a:pt x="30" y="148"/>
                      <a:pt x="30" y="148"/>
                      <a:pt x="30" y="148"/>
                    </a:cubicBezTo>
                    <a:cubicBezTo>
                      <a:pt x="47" y="148"/>
                      <a:pt x="60" y="135"/>
                      <a:pt x="60" y="118"/>
                    </a:cubicBezTo>
                    <a:cubicBezTo>
                      <a:pt x="60" y="61"/>
                      <a:pt x="60" y="61"/>
                      <a:pt x="60" y="61"/>
                    </a:cubicBezTo>
                    <a:cubicBezTo>
                      <a:pt x="60" y="49"/>
                      <a:pt x="51" y="39"/>
                      <a:pt x="40" y="39"/>
                    </a:cubicBezTo>
                    <a:cubicBezTo>
                      <a:pt x="37" y="39"/>
                      <a:pt x="37" y="39"/>
                      <a:pt x="37" y="39"/>
                    </a:cubicBezTo>
                    <a:cubicBezTo>
                      <a:pt x="26" y="39"/>
                      <a:pt x="17" y="49"/>
                      <a:pt x="17" y="61"/>
                    </a:cubicBezTo>
                    <a:cubicBezTo>
                      <a:pt x="17" y="109"/>
                      <a:pt x="17" y="109"/>
                      <a:pt x="17" y="109"/>
                    </a:cubicBezTo>
                    <a:cubicBezTo>
                      <a:pt x="29" y="109"/>
                      <a:pt x="29" y="109"/>
                      <a:pt x="29" y="109"/>
                    </a:cubicBezTo>
                    <a:cubicBezTo>
                      <a:pt x="29" y="61"/>
                      <a:pt x="29" y="61"/>
                      <a:pt x="29" y="61"/>
                    </a:cubicBezTo>
                    <a:cubicBezTo>
                      <a:pt x="29" y="56"/>
                      <a:pt x="31" y="51"/>
                      <a:pt x="37" y="51"/>
                    </a:cubicBezTo>
                    <a:cubicBezTo>
                      <a:pt x="40" y="51"/>
                      <a:pt x="40" y="51"/>
                      <a:pt x="40" y="51"/>
                    </a:cubicBezTo>
                    <a:cubicBezTo>
                      <a:pt x="45" y="51"/>
                      <a:pt x="49" y="55"/>
                      <a:pt x="49" y="61"/>
                    </a:cubicBezTo>
                    <a:cubicBezTo>
                      <a:pt x="49" y="118"/>
                      <a:pt x="49" y="118"/>
                      <a:pt x="49" y="118"/>
                    </a:cubicBezTo>
                    <a:cubicBezTo>
                      <a:pt x="49" y="128"/>
                      <a:pt x="41" y="137"/>
                      <a:pt x="30" y="137"/>
                    </a:cubicBezTo>
                    <a:cubicBezTo>
                      <a:pt x="24" y="137"/>
                      <a:pt x="19" y="134"/>
                      <a:pt x="16" y="130"/>
                    </a:cubicBezTo>
                    <a:cubicBezTo>
                      <a:pt x="13" y="127"/>
                      <a:pt x="11" y="121"/>
                      <a:pt x="11" y="112"/>
                    </a:cubicBezTo>
                    <a:cubicBezTo>
                      <a:pt x="11" y="35"/>
                      <a:pt x="11" y="35"/>
                      <a:pt x="11" y="35"/>
                    </a:cubicBezTo>
                    <a:cubicBezTo>
                      <a:pt x="11" y="17"/>
                      <a:pt x="21" y="11"/>
                      <a:pt x="31" y="11"/>
                    </a:cubicBezTo>
                    <a:cubicBezTo>
                      <a:pt x="45" y="11"/>
                      <a:pt x="45" y="11"/>
                      <a:pt x="45" y="11"/>
                    </a:cubicBezTo>
                    <a:cubicBezTo>
                      <a:pt x="60" y="11"/>
                      <a:pt x="66" y="23"/>
                      <a:pt x="66" y="35"/>
                    </a:cubicBezTo>
                    <a:cubicBezTo>
                      <a:pt x="66" y="109"/>
                      <a:pt x="66" y="109"/>
                      <a:pt x="66" y="109"/>
                    </a:cubicBezTo>
                    <a:lnTo>
                      <a:pt x="77" y="10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64" name="Freeform 30"/>
              <p:cNvSpPr>
                <a:spLocks/>
              </p:cNvSpPr>
              <p:nvPr/>
            </p:nvSpPr>
            <p:spPr bwMode="auto">
              <a:xfrm>
                <a:off x="-4321175" y="4551363"/>
                <a:ext cx="312738" cy="311150"/>
              </a:xfrm>
              <a:custGeom>
                <a:avLst/>
                <a:gdLst>
                  <a:gd name="T0" fmla="*/ 39 w 83"/>
                  <a:gd name="T1" fmla="*/ 83 h 83"/>
                  <a:gd name="T2" fmla="*/ 41 w 83"/>
                  <a:gd name="T3" fmla="*/ 83 h 83"/>
                  <a:gd name="T4" fmla="*/ 83 w 83"/>
                  <a:gd name="T5" fmla="*/ 42 h 83"/>
                  <a:gd name="T6" fmla="*/ 41 w 83"/>
                  <a:gd name="T7" fmla="*/ 0 h 83"/>
                  <a:gd name="T8" fmla="*/ 0 w 83"/>
                  <a:gd name="T9" fmla="*/ 41 h 83"/>
                  <a:gd name="T10" fmla="*/ 23 w 83"/>
                  <a:gd name="T11" fmla="*/ 55 h 83"/>
                  <a:gd name="T12" fmla="*/ 39 w 83"/>
                  <a:gd name="T13" fmla="*/ 83 h 83"/>
                </a:gdLst>
                <a:ahLst/>
                <a:cxnLst>
                  <a:cxn ang="0">
                    <a:pos x="T0" y="T1"/>
                  </a:cxn>
                  <a:cxn ang="0">
                    <a:pos x="T2" y="T3"/>
                  </a:cxn>
                  <a:cxn ang="0">
                    <a:pos x="T4" y="T5"/>
                  </a:cxn>
                  <a:cxn ang="0">
                    <a:pos x="T6" y="T7"/>
                  </a:cxn>
                  <a:cxn ang="0">
                    <a:pos x="T8" y="T9"/>
                  </a:cxn>
                  <a:cxn ang="0">
                    <a:pos x="T10" y="T11"/>
                  </a:cxn>
                  <a:cxn ang="0">
                    <a:pos x="T12" y="T13"/>
                  </a:cxn>
                </a:cxnLst>
                <a:rect l="0" t="0" r="r" b="b"/>
                <a:pathLst>
                  <a:path w="83" h="83">
                    <a:moveTo>
                      <a:pt x="39" y="83"/>
                    </a:moveTo>
                    <a:cubicBezTo>
                      <a:pt x="40" y="83"/>
                      <a:pt x="40" y="83"/>
                      <a:pt x="41" y="83"/>
                    </a:cubicBezTo>
                    <a:cubicBezTo>
                      <a:pt x="64" y="83"/>
                      <a:pt x="83" y="65"/>
                      <a:pt x="83" y="42"/>
                    </a:cubicBezTo>
                    <a:cubicBezTo>
                      <a:pt x="83" y="19"/>
                      <a:pt x="64" y="0"/>
                      <a:pt x="41" y="0"/>
                    </a:cubicBezTo>
                    <a:cubicBezTo>
                      <a:pt x="19" y="0"/>
                      <a:pt x="0" y="18"/>
                      <a:pt x="0" y="41"/>
                    </a:cubicBezTo>
                    <a:cubicBezTo>
                      <a:pt x="8" y="44"/>
                      <a:pt x="16" y="49"/>
                      <a:pt x="23" y="55"/>
                    </a:cubicBezTo>
                    <a:cubicBezTo>
                      <a:pt x="31" y="63"/>
                      <a:pt x="36" y="73"/>
                      <a:pt x="39"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65" name="Freeform 31"/>
              <p:cNvSpPr>
                <a:spLocks/>
              </p:cNvSpPr>
              <p:nvPr/>
            </p:nvSpPr>
            <p:spPr bwMode="auto">
              <a:xfrm>
                <a:off x="-4208463" y="4464050"/>
                <a:ext cx="87313" cy="68263"/>
              </a:xfrm>
              <a:custGeom>
                <a:avLst/>
                <a:gdLst>
                  <a:gd name="T0" fmla="*/ 55 w 55"/>
                  <a:gd name="T1" fmla="*/ 43 h 43"/>
                  <a:gd name="T2" fmla="*/ 26 w 55"/>
                  <a:gd name="T3" fmla="*/ 0 h 43"/>
                  <a:gd name="T4" fmla="*/ 0 w 55"/>
                  <a:gd name="T5" fmla="*/ 43 h 43"/>
                  <a:gd name="T6" fmla="*/ 55 w 55"/>
                  <a:gd name="T7" fmla="*/ 43 h 43"/>
                </a:gdLst>
                <a:ahLst/>
                <a:cxnLst>
                  <a:cxn ang="0">
                    <a:pos x="T0" y="T1"/>
                  </a:cxn>
                  <a:cxn ang="0">
                    <a:pos x="T2" y="T3"/>
                  </a:cxn>
                  <a:cxn ang="0">
                    <a:pos x="T4" y="T5"/>
                  </a:cxn>
                  <a:cxn ang="0">
                    <a:pos x="T6" y="T7"/>
                  </a:cxn>
                </a:cxnLst>
                <a:rect l="0" t="0" r="r" b="b"/>
                <a:pathLst>
                  <a:path w="55" h="43">
                    <a:moveTo>
                      <a:pt x="55" y="43"/>
                    </a:moveTo>
                    <a:lnTo>
                      <a:pt x="26" y="0"/>
                    </a:lnTo>
                    <a:lnTo>
                      <a:pt x="0" y="43"/>
                    </a:lnTo>
                    <a:lnTo>
                      <a:pt x="55" y="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66" name="Freeform 32"/>
              <p:cNvSpPr>
                <a:spLocks/>
              </p:cNvSpPr>
              <p:nvPr/>
            </p:nvSpPr>
            <p:spPr bwMode="auto">
              <a:xfrm>
                <a:off x="-3989388" y="4664075"/>
                <a:ext cx="66675" cy="88900"/>
              </a:xfrm>
              <a:custGeom>
                <a:avLst/>
                <a:gdLst>
                  <a:gd name="T0" fmla="*/ 0 w 42"/>
                  <a:gd name="T1" fmla="*/ 56 h 56"/>
                  <a:gd name="T2" fmla="*/ 42 w 42"/>
                  <a:gd name="T3" fmla="*/ 28 h 56"/>
                  <a:gd name="T4" fmla="*/ 0 w 42"/>
                  <a:gd name="T5" fmla="*/ 0 h 56"/>
                  <a:gd name="T6" fmla="*/ 0 w 42"/>
                  <a:gd name="T7" fmla="*/ 56 h 56"/>
                </a:gdLst>
                <a:ahLst/>
                <a:cxnLst>
                  <a:cxn ang="0">
                    <a:pos x="T0" y="T1"/>
                  </a:cxn>
                  <a:cxn ang="0">
                    <a:pos x="T2" y="T3"/>
                  </a:cxn>
                  <a:cxn ang="0">
                    <a:pos x="T4" y="T5"/>
                  </a:cxn>
                  <a:cxn ang="0">
                    <a:pos x="T6" y="T7"/>
                  </a:cxn>
                </a:cxnLst>
                <a:rect l="0" t="0" r="r" b="b"/>
                <a:pathLst>
                  <a:path w="42" h="56">
                    <a:moveTo>
                      <a:pt x="0" y="56"/>
                    </a:moveTo>
                    <a:lnTo>
                      <a:pt x="42" y="28"/>
                    </a:lnTo>
                    <a:lnTo>
                      <a:pt x="0" y="0"/>
                    </a:lnTo>
                    <a:lnTo>
                      <a:pt x="0" y="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67" name="Freeform 33"/>
              <p:cNvSpPr>
                <a:spLocks/>
              </p:cNvSpPr>
              <p:nvPr/>
            </p:nvSpPr>
            <p:spPr bwMode="auto">
              <a:xfrm>
                <a:off x="-4384675" y="4664075"/>
                <a:ext cx="41275" cy="33338"/>
              </a:xfrm>
              <a:custGeom>
                <a:avLst/>
                <a:gdLst>
                  <a:gd name="T0" fmla="*/ 11 w 11"/>
                  <a:gd name="T1" fmla="*/ 0 h 9"/>
                  <a:gd name="T2" fmla="*/ 0 w 11"/>
                  <a:gd name="T3" fmla="*/ 8 h 9"/>
                  <a:gd name="T4" fmla="*/ 11 w 11"/>
                  <a:gd name="T5" fmla="*/ 9 h 9"/>
                  <a:gd name="T6" fmla="*/ 11 w 11"/>
                  <a:gd name="T7" fmla="*/ 0 h 9"/>
                </a:gdLst>
                <a:ahLst/>
                <a:cxnLst>
                  <a:cxn ang="0">
                    <a:pos x="T0" y="T1"/>
                  </a:cxn>
                  <a:cxn ang="0">
                    <a:pos x="T2" y="T3"/>
                  </a:cxn>
                  <a:cxn ang="0">
                    <a:pos x="T4" y="T5"/>
                  </a:cxn>
                  <a:cxn ang="0">
                    <a:pos x="T6" y="T7"/>
                  </a:cxn>
                </a:cxnLst>
                <a:rect l="0" t="0" r="r" b="b"/>
                <a:pathLst>
                  <a:path w="11" h="9">
                    <a:moveTo>
                      <a:pt x="11" y="0"/>
                    </a:moveTo>
                    <a:cubicBezTo>
                      <a:pt x="0" y="8"/>
                      <a:pt x="0" y="8"/>
                      <a:pt x="0" y="8"/>
                    </a:cubicBezTo>
                    <a:cubicBezTo>
                      <a:pt x="4" y="8"/>
                      <a:pt x="8" y="8"/>
                      <a:pt x="11" y="9"/>
                    </a:cubicBezTo>
                    <a:lnTo>
                      <a:pt x="1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68" name="Freeform 34"/>
              <p:cNvSpPr>
                <a:spLocks/>
              </p:cNvSpPr>
              <p:nvPr/>
            </p:nvSpPr>
            <p:spPr bwMode="auto">
              <a:xfrm>
                <a:off x="-4071938" y="4535488"/>
                <a:ext cx="77788" cy="79375"/>
              </a:xfrm>
              <a:custGeom>
                <a:avLst/>
                <a:gdLst>
                  <a:gd name="T0" fmla="*/ 0 w 49"/>
                  <a:gd name="T1" fmla="*/ 12 h 50"/>
                  <a:gd name="T2" fmla="*/ 37 w 49"/>
                  <a:gd name="T3" fmla="*/ 50 h 50"/>
                  <a:gd name="T4" fmla="*/ 49 w 49"/>
                  <a:gd name="T5" fmla="*/ 0 h 50"/>
                  <a:gd name="T6" fmla="*/ 0 w 49"/>
                  <a:gd name="T7" fmla="*/ 12 h 50"/>
                </a:gdLst>
                <a:ahLst/>
                <a:cxnLst>
                  <a:cxn ang="0">
                    <a:pos x="T0" y="T1"/>
                  </a:cxn>
                  <a:cxn ang="0">
                    <a:pos x="T2" y="T3"/>
                  </a:cxn>
                  <a:cxn ang="0">
                    <a:pos x="T4" y="T5"/>
                  </a:cxn>
                  <a:cxn ang="0">
                    <a:pos x="T6" y="T7"/>
                  </a:cxn>
                </a:cxnLst>
                <a:rect l="0" t="0" r="r" b="b"/>
                <a:pathLst>
                  <a:path w="49" h="50">
                    <a:moveTo>
                      <a:pt x="0" y="12"/>
                    </a:moveTo>
                    <a:lnTo>
                      <a:pt x="37" y="50"/>
                    </a:lnTo>
                    <a:lnTo>
                      <a:pt x="49" y="0"/>
                    </a:lnTo>
                    <a:lnTo>
                      <a:pt x="0"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69" name="Freeform 35"/>
              <p:cNvSpPr>
                <a:spLocks/>
              </p:cNvSpPr>
              <p:nvPr/>
            </p:nvSpPr>
            <p:spPr bwMode="auto">
              <a:xfrm>
                <a:off x="-4071938" y="4802188"/>
                <a:ext cx="77788" cy="79375"/>
              </a:xfrm>
              <a:custGeom>
                <a:avLst/>
                <a:gdLst>
                  <a:gd name="T0" fmla="*/ 37 w 49"/>
                  <a:gd name="T1" fmla="*/ 0 h 50"/>
                  <a:gd name="T2" fmla="*/ 0 w 49"/>
                  <a:gd name="T3" fmla="*/ 38 h 50"/>
                  <a:gd name="T4" fmla="*/ 49 w 49"/>
                  <a:gd name="T5" fmla="*/ 50 h 50"/>
                  <a:gd name="T6" fmla="*/ 37 w 49"/>
                  <a:gd name="T7" fmla="*/ 0 h 50"/>
                </a:gdLst>
                <a:ahLst/>
                <a:cxnLst>
                  <a:cxn ang="0">
                    <a:pos x="T0" y="T1"/>
                  </a:cxn>
                  <a:cxn ang="0">
                    <a:pos x="T2" y="T3"/>
                  </a:cxn>
                  <a:cxn ang="0">
                    <a:pos x="T4" y="T5"/>
                  </a:cxn>
                  <a:cxn ang="0">
                    <a:pos x="T6" y="T7"/>
                  </a:cxn>
                </a:cxnLst>
                <a:rect l="0" t="0" r="r" b="b"/>
                <a:pathLst>
                  <a:path w="49" h="50">
                    <a:moveTo>
                      <a:pt x="37" y="0"/>
                    </a:moveTo>
                    <a:lnTo>
                      <a:pt x="0" y="38"/>
                    </a:lnTo>
                    <a:lnTo>
                      <a:pt x="49" y="50"/>
                    </a:lnTo>
                    <a:lnTo>
                      <a:pt x="3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70" name="Freeform 36"/>
              <p:cNvSpPr>
                <a:spLocks/>
              </p:cNvSpPr>
              <p:nvPr/>
            </p:nvSpPr>
            <p:spPr bwMode="auto">
              <a:xfrm>
                <a:off x="-4340225" y="4535488"/>
                <a:ext cx="79375" cy="79375"/>
              </a:xfrm>
              <a:custGeom>
                <a:avLst/>
                <a:gdLst>
                  <a:gd name="T0" fmla="*/ 12 w 50"/>
                  <a:gd name="T1" fmla="*/ 50 h 50"/>
                  <a:gd name="T2" fmla="*/ 50 w 50"/>
                  <a:gd name="T3" fmla="*/ 12 h 50"/>
                  <a:gd name="T4" fmla="*/ 0 w 50"/>
                  <a:gd name="T5" fmla="*/ 0 h 50"/>
                  <a:gd name="T6" fmla="*/ 12 w 50"/>
                  <a:gd name="T7" fmla="*/ 50 h 50"/>
                </a:gdLst>
                <a:ahLst/>
                <a:cxnLst>
                  <a:cxn ang="0">
                    <a:pos x="T0" y="T1"/>
                  </a:cxn>
                  <a:cxn ang="0">
                    <a:pos x="T2" y="T3"/>
                  </a:cxn>
                  <a:cxn ang="0">
                    <a:pos x="T4" y="T5"/>
                  </a:cxn>
                  <a:cxn ang="0">
                    <a:pos x="T6" y="T7"/>
                  </a:cxn>
                </a:cxnLst>
                <a:rect l="0" t="0" r="r" b="b"/>
                <a:pathLst>
                  <a:path w="50" h="50">
                    <a:moveTo>
                      <a:pt x="12" y="50"/>
                    </a:moveTo>
                    <a:lnTo>
                      <a:pt x="50" y="12"/>
                    </a:lnTo>
                    <a:lnTo>
                      <a:pt x="0" y="0"/>
                    </a:lnTo>
                    <a:lnTo>
                      <a:pt x="12" y="5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71" name="Freeform 37"/>
              <p:cNvSpPr>
                <a:spLocks/>
              </p:cNvSpPr>
              <p:nvPr/>
            </p:nvSpPr>
            <p:spPr bwMode="auto">
              <a:xfrm>
                <a:off x="-4670425" y="4711700"/>
                <a:ext cx="684213" cy="417513"/>
              </a:xfrm>
              <a:custGeom>
                <a:avLst/>
                <a:gdLst>
                  <a:gd name="T0" fmla="*/ 149 w 182"/>
                  <a:gd name="T1" fmla="*/ 47 h 111"/>
                  <a:gd name="T2" fmla="*/ 145 w 182"/>
                  <a:gd name="T3" fmla="*/ 47 h 111"/>
                  <a:gd name="T4" fmla="*/ 129 w 182"/>
                  <a:gd name="T5" fmla="*/ 54 h 111"/>
                  <a:gd name="T6" fmla="*/ 128 w 182"/>
                  <a:gd name="T7" fmla="*/ 46 h 111"/>
                  <a:gd name="T8" fmla="*/ 126 w 182"/>
                  <a:gd name="T9" fmla="*/ 40 h 111"/>
                  <a:gd name="T10" fmla="*/ 93 w 182"/>
                  <a:gd name="T11" fmla="*/ 4 h 111"/>
                  <a:gd name="T12" fmla="*/ 87 w 182"/>
                  <a:gd name="T13" fmla="*/ 2 h 111"/>
                  <a:gd name="T14" fmla="*/ 73 w 182"/>
                  <a:gd name="T15" fmla="*/ 0 h 111"/>
                  <a:gd name="T16" fmla="*/ 71 w 182"/>
                  <a:gd name="T17" fmla="*/ 0 h 111"/>
                  <a:gd name="T18" fmla="*/ 17 w 182"/>
                  <a:gd name="T19" fmla="*/ 56 h 111"/>
                  <a:gd name="T20" fmla="*/ 20 w 182"/>
                  <a:gd name="T21" fmla="*/ 72 h 111"/>
                  <a:gd name="T22" fmla="*/ 0 w 182"/>
                  <a:gd name="T23" fmla="*/ 92 h 111"/>
                  <a:gd name="T24" fmla="*/ 20 w 182"/>
                  <a:gd name="T25" fmla="*/ 111 h 111"/>
                  <a:gd name="T26" fmla="*/ 73 w 182"/>
                  <a:gd name="T27" fmla="*/ 111 h 111"/>
                  <a:gd name="T28" fmla="*/ 75 w 182"/>
                  <a:gd name="T29" fmla="*/ 111 h 111"/>
                  <a:gd name="T30" fmla="*/ 149 w 182"/>
                  <a:gd name="T31" fmla="*/ 111 h 111"/>
                  <a:gd name="T32" fmla="*/ 182 w 182"/>
                  <a:gd name="T33" fmla="*/ 79 h 111"/>
                  <a:gd name="T34" fmla="*/ 149 w 182"/>
                  <a:gd name="T35" fmla="*/ 47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2" h="111">
                    <a:moveTo>
                      <a:pt x="149" y="47"/>
                    </a:moveTo>
                    <a:cubicBezTo>
                      <a:pt x="148" y="47"/>
                      <a:pt x="146" y="47"/>
                      <a:pt x="145" y="47"/>
                    </a:cubicBezTo>
                    <a:cubicBezTo>
                      <a:pt x="139" y="48"/>
                      <a:pt x="133" y="51"/>
                      <a:pt x="129" y="54"/>
                    </a:cubicBezTo>
                    <a:cubicBezTo>
                      <a:pt x="129" y="51"/>
                      <a:pt x="128" y="49"/>
                      <a:pt x="128" y="46"/>
                    </a:cubicBezTo>
                    <a:cubicBezTo>
                      <a:pt x="127" y="44"/>
                      <a:pt x="127" y="42"/>
                      <a:pt x="126" y="40"/>
                    </a:cubicBezTo>
                    <a:cubicBezTo>
                      <a:pt x="121" y="23"/>
                      <a:pt x="109" y="10"/>
                      <a:pt x="93" y="4"/>
                    </a:cubicBezTo>
                    <a:cubicBezTo>
                      <a:pt x="91" y="3"/>
                      <a:pt x="89" y="2"/>
                      <a:pt x="87" y="2"/>
                    </a:cubicBezTo>
                    <a:cubicBezTo>
                      <a:pt x="83" y="0"/>
                      <a:pt x="78" y="0"/>
                      <a:pt x="73" y="0"/>
                    </a:cubicBezTo>
                    <a:cubicBezTo>
                      <a:pt x="72" y="0"/>
                      <a:pt x="71" y="0"/>
                      <a:pt x="71" y="0"/>
                    </a:cubicBezTo>
                    <a:cubicBezTo>
                      <a:pt x="41" y="1"/>
                      <a:pt x="17" y="26"/>
                      <a:pt x="17" y="56"/>
                    </a:cubicBezTo>
                    <a:cubicBezTo>
                      <a:pt x="17" y="61"/>
                      <a:pt x="18" y="67"/>
                      <a:pt x="20" y="72"/>
                    </a:cubicBezTo>
                    <a:cubicBezTo>
                      <a:pt x="9" y="72"/>
                      <a:pt x="0" y="81"/>
                      <a:pt x="0" y="92"/>
                    </a:cubicBezTo>
                    <a:cubicBezTo>
                      <a:pt x="0" y="102"/>
                      <a:pt x="9" y="111"/>
                      <a:pt x="20" y="111"/>
                    </a:cubicBezTo>
                    <a:cubicBezTo>
                      <a:pt x="73" y="111"/>
                      <a:pt x="73" y="111"/>
                      <a:pt x="73" y="111"/>
                    </a:cubicBezTo>
                    <a:cubicBezTo>
                      <a:pt x="75" y="111"/>
                      <a:pt x="75" y="111"/>
                      <a:pt x="75" y="111"/>
                    </a:cubicBezTo>
                    <a:cubicBezTo>
                      <a:pt x="149" y="111"/>
                      <a:pt x="149" y="111"/>
                      <a:pt x="149" y="111"/>
                    </a:cubicBezTo>
                    <a:cubicBezTo>
                      <a:pt x="167" y="111"/>
                      <a:pt x="182" y="97"/>
                      <a:pt x="182" y="79"/>
                    </a:cubicBezTo>
                    <a:cubicBezTo>
                      <a:pt x="182" y="61"/>
                      <a:pt x="167" y="47"/>
                      <a:pt x="149" y="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72" name="Freeform 38"/>
              <p:cNvSpPr>
                <a:spLocks/>
              </p:cNvSpPr>
              <p:nvPr/>
            </p:nvSpPr>
            <p:spPr bwMode="auto">
              <a:xfrm>
                <a:off x="-5305425" y="5665788"/>
                <a:ext cx="473075" cy="288925"/>
              </a:xfrm>
              <a:custGeom>
                <a:avLst/>
                <a:gdLst>
                  <a:gd name="T0" fmla="*/ 14 w 126"/>
                  <a:gd name="T1" fmla="*/ 77 h 77"/>
                  <a:gd name="T2" fmla="*/ 46 w 126"/>
                  <a:gd name="T3" fmla="*/ 77 h 77"/>
                  <a:gd name="T4" fmla="*/ 89 w 126"/>
                  <a:gd name="T5" fmla="*/ 51 h 77"/>
                  <a:gd name="T6" fmla="*/ 123 w 126"/>
                  <a:gd name="T7" fmla="*/ 65 h 77"/>
                  <a:gd name="T8" fmla="*/ 123 w 126"/>
                  <a:gd name="T9" fmla="*/ 65 h 77"/>
                  <a:gd name="T10" fmla="*/ 126 w 126"/>
                  <a:gd name="T11" fmla="*/ 55 h 77"/>
                  <a:gd name="T12" fmla="*/ 104 w 126"/>
                  <a:gd name="T13" fmla="*/ 32 h 77"/>
                  <a:gd name="T14" fmla="*/ 89 w 126"/>
                  <a:gd name="T15" fmla="*/ 38 h 77"/>
                  <a:gd name="T16" fmla="*/ 51 w 126"/>
                  <a:gd name="T17" fmla="*/ 0 h 77"/>
                  <a:gd name="T18" fmla="*/ 12 w 126"/>
                  <a:gd name="T19" fmla="*/ 38 h 77"/>
                  <a:gd name="T20" fmla="*/ 14 w 126"/>
                  <a:gd name="T21" fmla="*/ 50 h 77"/>
                  <a:gd name="T22" fmla="*/ 0 w 126"/>
                  <a:gd name="T23" fmla="*/ 63 h 77"/>
                  <a:gd name="T24" fmla="*/ 14 w 126"/>
                  <a:gd name="T25"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6" h="77">
                    <a:moveTo>
                      <a:pt x="14" y="77"/>
                    </a:moveTo>
                    <a:cubicBezTo>
                      <a:pt x="46" y="77"/>
                      <a:pt x="46" y="77"/>
                      <a:pt x="46" y="77"/>
                    </a:cubicBezTo>
                    <a:cubicBezTo>
                      <a:pt x="54" y="62"/>
                      <a:pt x="70" y="51"/>
                      <a:pt x="89" y="51"/>
                    </a:cubicBezTo>
                    <a:cubicBezTo>
                      <a:pt x="102" y="51"/>
                      <a:pt x="114" y="56"/>
                      <a:pt x="123" y="65"/>
                    </a:cubicBezTo>
                    <a:cubicBezTo>
                      <a:pt x="123" y="65"/>
                      <a:pt x="123" y="65"/>
                      <a:pt x="123" y="65"/>
                    </a:cubicBezTo>
                    <a:cubicBezTo>
                      <a:pt x="125" y="62"/>
                      <a:pt x="126" y="59"/>
                      <a:pt x="126" y="55"/>
                    </a:cubicBezTo>
                    <a:cubicBezTo>
                      <a:pt x="126" y="42"/>
                      <a:pt x="116" y="32"/>
                      <a:pt x="104" y="32"/>
                    </a:cubicBezTo>
                    <a:cubicBezTo>
                      <a:pt x="98" y="32"/>
                      <a:pt x="93" y="34"/>
                      <a:pt x="89" y="38"/>
                    </a:cubicBezTo>
                    <a:cubicBezTo>
                      <a:pt x="89" y="16"/>
                      <a:pt x="72" y="0"/>
                      <a:pt x="51" y="0"/>
                    </a:cubicBezTo>
                    <a:cubicBezTo>
                      <a:pt x="29" y="0"/>
                      <a:pt x="12" y="17"/>
                      <a:pt x="12" y="38"/>
                    </a:cubicBezTo>
                    <a:cubicBezTo>
                      <a:pt x="12" y="42"/>
                      <a:pt x="13" y="46"/>
                      <a:pt x="14" y="50"/>
                    </a:cubicBezTo>
                    <a:cubicBezTo>
                      <a:pt x="6" y="50"/>
                      <a:pt x="0" y="56"/>
                      <a:pt x="0" y="63"/>
                    </a:cubicBezTo>
                    <a:cubicBezTo>
                      <a:pt x="0" y="71"/>
                      <a:pt x="6" y="77"/>
                      <a:pt x="14" y="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73" name="Freeform 39"/>
              <p:cNvSpPr>
                <a:spLocks/>
              </p:cNvSpPr>
              <p:nvPr/>
            </p:nvSpPr>
            <p:spPr bwMode="auto">
              <a:xfrm>
                <a:off x="-5184775" y="5872163"/>
                <a:ext cx="536575" cy="330200"/>
              </a:xfrm>
              <a:custGeom>
                <a:avLst/>
                <a:gdLst>
                  <a:gd name="T0" fmla="*/ 117 w 143"/>
                  <a:gd name="T1" fmla="*/ 38 h 88"/>
                  <a:gd name="T2" fmla="*/ 101 w 143"/>
                  <a:gd name="T3" fmla="*/ 44 h 88"/>
                  <a:gd name="T4" fmla="*/ 89 w 143"/>
                  <a:gd name="T5" fmla="*/ 14 h 88"/>
                  <a:gd name="T6" fmla="*/ 57 w 143"/>
                  <a:gd name="T7" fmla="*/ 0 h 88"/>
                  <a:gd name="T8" fmla="*/ 19 w 143"/>
                  <a:gd name="T9" fmla="*/ 22 h 88"/>
                  <a:gd name="T10" fmla="*/ 13 w 143"/>
                  <a:gd name="T11" fmla="*/ 44 h 88"/>
                  <a:gd name="T12" fmla="*/ 15 w 143"/>
                  <a:gd name="T13" fmla="*/ 57 h 88"/>
                  <a:gd name="T14" fmla="*/ 0 w 143"/>
                  <a:gd name="T15" fmla="*/ 73 h 88"/>
                  <a:gd name="T16" fmla="*/ 15 w 143"/>
                  <a:gd name="T17" fmla="*/ 88 h 88"/>
                  <a:gd name="T18" fmla="*/ 57 w 143"/>
                  <a:gd name="T19" fmla="*/ 88 h 88"/>
                  <a:gd name="T20" fmla="*/ 59 w 143"/>
                  <a:gd name="T21" fmla="*/ 88 h 88"/>
                  <a:gd name="T22" fmla="*/ 117 w 143"/>
                  <a:gd name="T23" fmla="*/ 88 h 88"/>
                  <a:gd name="T24" fmla="*/ 143 w 143"/>
                  <a:gd name="T25" fmla="*/ 63 h 88"/>
                  <a:gd name="T26" fmla="*/ 117 w 143"/>
                  <a:gd name="T27" fmla="*/ 3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3" h="88">
                    <a:moveTo>
                      <a:pt x="117" y="38"/>
                    </a:moveTo>
                    <a:cubicBezTo>
                      <a:pt x="111" y="38"/>
                      <a:pt x="105" y="40"/>
                      <a:pt x="101" y="44"/>
                    </a:cubicBezTo>
                    <a:cubicBezTo>
                      <a:pt x="101" y="32"/>
                      <a:pt x="96" y="22"/>
                      <a:pt x="89" y="14"/>
                    </a:cubicBezTo>
                    <a:cubicBezTo>
                      <a:pt x="81" y="6"/>
                      <a:pt x="69" y="0"/>
                      <a:pt x="57" y="0"/>
                    </a:cubicBezTo>
                    <a:cubicBezTo>
                      <a:pt x="41" y="0"/>
                      <a:pt x="27" y="9"/>
                      <a:pt x="19" y="22"/>
                    </a:cubicBezTo>
                    <a:cubicBezTo>
                      <a:pt x="15" y="29"/>
                      <a:pt x="13" y="36"/>
                      <a:pt x="13" y="44"/>
                    </a:cubicBezTo>
                    <a:cubicBezTo>
                      <a:pt x="13" y="49"/>
                      <a:pt x="13" y="53"/>
                      <a:pt x="15" y="57"/>
                    </a:cubicBezTo>
                    <a:cubicBezTo>
                      <a:pt x="6" y="58"/>
                      <a:pt x="0" y="64"/>
                      <a:pt x="0" y="73"/>
                    </a:cubicBezTo>
                    <a:cubicBezTo>
                      <a:pt x="0" y="81"/>
                      <a:pt x="6" y="88"/>
                      <a:pt x="15" y="88"/>
                    </a:cubicBezTo>
                    <a:cubicBezTo>
                      <a:pt x="57" y="88"/>
                      <a:pt x="57" y="88"/>
                      <a:pt x="57" y="88"/>
                    </a:cubicBezTo>
                    <a:cubicBezTo>
                      <a:pt x="59" y="88"/>
                      <a:pt x="59" y="88"/>
                      <a:pt x="59" y="88"/>
                    </a:cubicBezTo>
                    <a:cubicBezTo>
                      <a:pt x="117" y="88"/>
                      <a:pt x="117" y="88"/>
                      <a:pt x="117" y="88"/>
                    </a:cubicBezTo>
                    <a:cubicBezTo>
                      <a:pt x="131" y="88"/>
                      <a:pt x="143" y="77"/>
                      <a:pt x="143" y="63"/>
                    </a:cubicBezTo>
                    <a:cubicBezTo>
                      <a:pt x="143" y="49"/>
                      <a:pt x="131" y="38"/>
                      <a:pt x="117"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74" name="Freeform 40"/>
              <p:cNvSpPr>
                <a:spLocks/>
              </p:cNvSpPr>
              <p:nvPr/>
            </p:nvSpPr>
            <p:spPr bwMode="auto">
              <a:xfrm>
                <a:off x="-2963863" y="1122363"/>
                <a:ext cx="49213" cy="500063"/>
              </a:xfrm>
              <a:custGeom>
                <a:avLst/>
                <a:gdLst>
                  <a:gd name="T0" fmla="*/ 0 w 13"/>
                  <a:gd name="T1" fmla="*/ 0 h 133"/>
                  <a:gd name="T2" fmla="*/ 0 w 13"/>
                  <a:gd name="T3" fmla="*/ 133 h 133"/>
                  <a:gd name="T4" fmla="*/ 13 w 13"/>
                  <a:gd name="T5" fmla="*/ 133 h 133"/>
                  <a:gd name="T6" fmla="*/ 13 w 13"/>
                  <a:gd name="T7" fmla="*/ 0 h 133"/>
                  <a:gd name="T8" fmla="*/ 7 w 13"/>
                  <a:gd name="T9" fmla="*/ 1 h 133"/>
                  <a:gd name="T10" fmla="*/ 0 w 13"/>
                  <a:gd name="T11" fmla="*/ 0 h 133"/>
                </a:gdLst>
                <a:ahLst/>
                <a:cxnLst>
                  <a:cxn ang="0">
                    <a:pos x="T0" y="T1"/>
                  </a:cxn>
                  <a:cxn ang="0">
                    <a:pos x="T2" y="T3"/>
                  </a:cxn>
                  <a:cxn ang="0">
                    <a:pos x="T4" y="T5"/>
                  </a:cxn>
                  <a:cxn ang="0">
                    <a:pos x="T6" y="T7"/>
                  </a:cxn>
                  <a:cxn ang="0">
                    <a:pos x="T8" y="T9"/>
                  </a:cxn>
                  <a:cxn ang="0">
                    <a:pos x="T10" y="T11"/>
                  </a:cxn>
                </a:cxnLst>
                <a:rect l="0" t="0" r="r" b="b"/>
                <a:pathLst>
                  <a:path w="13" h="133">
                    <a:moveTo>
                      <a:pt x="0" y="0"/>
                    </a:moveTo>
                    <a:cubicBezTo>
                      <a:pt x="0" y="133"/>
                      <a:pt x="0" y="133"/>
                      <a:pt x="0" y="133"/>
                    </a:cubicBezTo>
                    <a:cubicBezTo>
                      <a:pt x="13" y="133"/>
                      <a:pt x="13" y="133"/>
                      <a:pt x="13" y="133"/>
                    </a:cubicBezTo>
                    <a:cubicBezTo>
                      <a:pt x="13" y="0"/>
                      <a:pt x="13" y="0"/>
                      <a:pt x="13" y="0"/>
                    </a:cubicBezTo>
                    <a:cubicBezTo>
                      <a:pt x="11" y="1"/>
                      <a:pt x="9" y="1"/>
                      <a:pt x="7" y="1"/>
                    </a:cubicBezTo>
                    <a:cubicBezTo>
                      <a:pt x="4" y="1"/>
                      <a:pt x="2"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75" name="Oval 41"/>
              <p:cNvSpPr>
                <a:spLocks noChangeArrowheads="1"/>
              </p:cNvSpPr>
              <p:nvPr/>
            </p:nvSpPr>
            <p:spPr bwMode="auto">
              <a:xfrm>
                <a:off x="-2979738" y="1031875"/>
                <a:ext cx="79375" cy="793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76" name="Rectangle 42"/>
              <p:cNvSpPr>
                <a:spLocks noChangeArrowheads="1"/>
              </p:cNvSpPr>
              <p:nvPr/>
            </p:nvSpPr>
            <p:spPr bwMode="auto">
              <a:xfrm>
                <a:off x="-2881313" y="1127125"/>
                <a:ext cx="431800" cy="3063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77" name="Rectangle 43"/>
              <p:cNvSpPr>
                <a:spLocks noChangeArrowheads="1"/>
              </p:cNvSpPr>
              <p:nvPr/>
            </p:nvSpPr>
            <p:spPr bwMode="auto">
              <a:xfrm>
                <a:off x="-1811338" y="168275"/>
                <a:ext cx="95250" cy="381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78" name="Freeform 44"/>
              <p:cNvSpPr>
                <a:spLocks noEditPoints="1"/>
              </p:cNvSpPr>
              <p:nvPr/>
            </p:nvSpPr>
            <p:spPr bwMode="auto">
              <a:xfrm>
                <a:off x="-2166938" y="220663"/>
                <a:ext cx="514350" cy="368300"/>
              </a:xfrm>
              <a:custGeom>
                <a:avLst/>
                <a:gdLst>
                  <a:gd name="T0" fmla="*/ 69 w 137"/>
                  <a:gd name="T1" fmla="*/ 98 h 98"/>
                  <a:gd name="T2" fmla="*/ 137 w 137"/>
                  <a:gd name="T3" fmla="*/ 98 h 98"/>
                  <a:gd name="T4" fmla="*/ 137 w 137"/>
                  <a:gd name="T5" fmla="*/ 0 h 98"/>
                  <a:gd name="T6" fmla="*/ 69 w 137"/>
                  <a:gd name="T7" fmla="*/ 0 h 98"/>
                  <a:gd name="T8" fmla="*/ 69 w 137"/>
                  <a:gd name="T9" fmla="*/ 11 h 98"/>
                  <a:gd name="T10" fmla="*/ 69 w 137"/>
                  <a:gd name="T11" fmla="*/ 11 h 98"/>
                  <a:gd name="T12" fmla="*/ 107 w 137"/>
                  <a:gd name="T13" fmla="*/ 49 h 98"/>
                  <a:gd name="T14" fmla="*/ 69 w 137"/>
                  <a:gd name="T15" fmla="*/ 87 h 98"/>
                  <a:gd name="T16" fmla="*/ 69 w 137"/>
                  <a:gd name="T17" fmla="*/ 98 h 98"/>
                  <a:gd name="T18" fmla="*/ 0 w 137"/>
                  <a:gd name="T19" fmla="*/ 98 h 98"/>
                  <a:gd name="T20" fmla="*/ 69 w 137"/>
                  <a:gd name="T21" fmla="*/ 98 h 98"/>
                  <a:gd name="T22" fmla="*/ 69 w 137"/>
                  <a:gd name="T23" fmla="*/ 87 h 98"/>
                  <a:gd name="T24" fmla="*/ 31 w 137"/>
                  <a:gd name="T25" fmla="*/ 49 h 98"/>
                  <a:gd name="T26" fmla="*/ 69 w 137"/>
                  <a:gd name="T27" fmla="*/ 11 h 98"/>
                  <a:gd name="T28" fmla="*/ 69 w 137"/>
                  <a:gd name="T29" fmla="*/ 0 h 98"/>
                  <a:gd name="T30" fmla="*/ 0 w 137"/>
                  <a:gd name="T31" fmla="*/ 0 h 98"/>
                  <a:gd name="T32" fmla="*/ 0 w 137"/>
                  <a:gd name="T33" fmla="*/ 98 h 98"/>
                  <a:gd name="T34" fmla="*/ 69 w 137"/>
                  <a:gd name="T35" fmla="*/ 11 h 98"/>
                  <a:gd name="T36" fmla="*/ 69 w 137"/>
                  <a:gd name="T37" fmla="*/ 11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7" h="98">
                    <a:moveTo>
                      <a:pt x="69" y="98"/>
                    </a:moveTo>
                    <a:cubicBezTo>
                      <a:pt x="137" y="98"/>
                      <a:pt x="137" y="98"/>
                      <a:pt x="137" y="98"/>
                    </a:cubicBezTo>
                    <a:cubicBezTo>
                      <a:pt x="137" y="0"/>
                      <a:pt x="137" y="0"/>
                      <a:pt x="137" y="0"/>
                    </a:cubicBezTo>
                    <a:cubicBezTo>
                      <a:pt x="69" y="0"/>
                      <a:pt x="69" y="0"/>
                      <a:pt x="69" y="0"/>
                    </a:cubicBezTo>
                    <a:cubicBezTo>
                      <a:pt x="69" y="11"/>
                      <a:pt x="69" y="11"/>
                      <a:pt x="69" y="11"/>
                    </a:cubicBezTo>
                    <a:cubicBezTo>
                      <a:pt x="69" y="11"/>
                      <a:pt x="69" y="11"/>
                      <a:pt x="69" y="11"/>
                    </a:cubicBezTo>
                    <a:cubicBezTo>
                      <a:pt x="90" y="11"/>
                      <a:pt x="107" y="28"/>
                      <a:pt x="107" y="49"/>
                    </a:cubicBezTo>
                    <a:cubicBezTo>
                      <a:pt x="107" y="70"/>
                      <a:pt x="90" y="87"/>
                      <a:pt x="69" y="87"/>
                    </a:cubicBezTo>
                    <a:lnTo>
                      <a:pt x="69" y="98"/>
                    </a:lnTo>
                    <a:close/>
                    <a:moveTo>
                      <a:pt x="0" y="98"/>
                    </a:moveTo>
                    <a:cubicBezTo>
                      <a:pt x="69" y="98"/>
                      <a:pt x="69" y="98"/>
                      <a:pt x="69" y="98"/>
                    </a:cubicBezTo>
                    <a:cubicBezTo>
                      <a:pt x="69" y="87"/>
                      <a:pt x="69" y="87"/>
                      <a:pt x="69" y="87"/>
                    </a:cubicBezTo>
                    <a:cubicBezTo>
                      <a:pt x="48" y="87"/>
                      <a:pt x="31" y="70"/>
                      <a:pt x="31" y="49"/>
                    </a:cubicBezTo>
                    <a:cubicBezTo>
                      <a:pt x="31" y="28"/>
                      <a:pt x="48" y="11"/>
                      <a:pt x="69" y="11"/>
                    </a:cubicBezTo>
                    <a:cubicBezTo>
                      <a:pt x="69" y="0"/>
                      <a:pt x="69" y="0"/>
                      <a:pt x="69" y="0"/>
                    </a:cubicBezTo>
                    <a:cubicBezTo>
                      <a:pt x="0" y="0"/>
                      <a:pt x="0" y="0"/>
                      <a:pt x="0" y="0"/>
                    </a:cubicBezTo>
                    <a:cubicBezTo>
                      <a:pt x="0" y="98"/>
                      <a:pt x="0" y="98"/>
                      <a:pt x="0" y="98"/>
                    </a:cubicBezTo>
                    <a:close/>
                    <a:moveTo>
                      <a:pt x="69" y="11"/>
                    </a:moveTo>
                    <a:cubicBezTo>
                      <a:pt x="69" y="11"/>
                      <a:pt x="69" y="11"/>
                      <a:pt x="69"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79" name="Oval 45"/>
              <p:cNvSpPr>
                <a:spLocks noChangeArrowheads="1"/>
              </p:cNvSpPr>
              <p:nvPr/>
            </p:nvSpPr>
            <p:spPr bwMode="auto">
              <a:xfrm>
                <a:off x="-2006600" y="307975"/>
                <a:ext cx="192088" cy="1952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80" name="Rectangle 46"/>
              <p:cNvSpPr>
                <a:spLocks noChangeArrowheads="1"/>
              </p:cNvSpPr>
              <p:nvPr/>
            </p:nvSpPr>
            <p:spPr bwMode="auto">
              <a:xfrm>
                <a:off x="-2509838" y="7775575"/>
                <a:ext cx="673100" cy="4286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81" name="Freeform 47"/>
              <p:cNvSpPr>
                <a:spLocks/>
              </p:cNvSpPr>
              <p:nvPr/>
            </p:nvSpPr>
            <p:spPr bwMode="auto">
              <a:xfrm>
                <a:off x="-2457450" y="8264525"/>
                <a:ext cx="106363" cy="66675"/>
              </a:xfrm>
              <a:custGeom>
                <a:avLst/>
                <a:gdLst>
                  <a:gd name="T0" fmla="*/ 2 w 28"/>
                  <a:gd name="T1" fmla="*/ 18 h 18"/>
                  <a:gd name="T2" fmla="*/ 3 w 28"/>
                  <a:gd name="T3" fmla="*/ 18 h 18"/>
                  <a:gd name="T4" fmla="*/ 26 w 28"/>
                  <a:gd name="T5" fmla="*/ 18 h 18"/>
                  <a:gd name="T6" fmla="*/ 26 w 28"/>
                  <a:gd name="T7" fmla="*/ 18 h 18"/>
                  <a:gd name="T8" fmla="*/ 28 w 28"/>
                  <a:gd name="T9" fmla="*/ 16 h 18"/>
                  <a:gd name="T10" fmla="*/ 28 w 28"/>
                  <a:gd name="T11" fmla="*/ 14 h 18"/>
                  <a:gd name="T12" fmla="*/ 14 w 28"/>
                  <a:gd name="T13" fmla="*/ 0 h 18"/>
                  <a:gd name="T14" fmla="*/ 0 w 28"/>
                  <a:gd name="T15" fmla="*/ 14 h 18"/>
                  <a:gd name="T16" fmla="*/ 0 w 28"/>
                  <a:gd name="T17" fmla="*/ 16 h 18"/>
                  <a:gd name="T18" fmla="*/ 2 w 28"/>
                  <a:gd name="T19"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18">
                    <a:moveTo>
                      <a:pt x="2" y="18"/>
                    </a:moveTo>
                    <a:cubicBezTo>
                      <a:pt x="2" y="18"/>
                      <a:pt x="3" y="18"/>
                      <a:pt x="3" y="18"/>
                    </a:cubicBezTo>
                    <a:cubicBezTo>
                      <a:pt x="26" y="18"/>
                      <a:pt x="26" y="18"/>
                      <a:pt x="26" y="18"/>
                    </a:cubicBezTo>
                    <a:cubicBezTo>
                      <a:pt x="26" y="18"/>
                      <a:pt x="26" y="18"/>
                      <a:pt x="26" y="18"/>
                    </a:cubicBezTo>
                    <a:cubicBezTo>
                      <a:pt x="27" y="17"/>
                      <a:pt x="28" y="16"/>
                      <a:pt x="28" y="16"/>
                    </a:cubicBezTo>
                    <a:cubicBezTo>
                      <a:pt x="28" y="15"/>
                      <a:pt x="28" y="15"/>
                      <a:pt x="28" y="14"/>
                    </a:cubicBezTo>
                    <a:cubicBezTo>
                      <a:pt x="28" y="6"/>
                      <a:pt x="22" y="0"/>
                      <a:pt x="14" y="0"/>
                    </a:cubicBezTo>
                    <a:cubicBezTo>
                      <a:pt x="6" y="0"/>
                      <a:pt x="0" y="6"/>
                      <a:pt x="0" y="14"/>
                    </a:cubicBezTo>
                    <a:cubicBezTo>
                      <a:pt x="0" y="15"/>
                      <a:pt x="0" y="15"/>
                      <a:pt x="0" y="16"/>
                    </a:cubicBezTo>
                    <a:cubicBezTo>
                      <a:pt x="1" y="16"/>
                      <a:pt x="2" y="17"/>
                      <a:pt x="2"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82" name="Freeform 48"/>
              <p:cNvSpPr>
                <a:spLocks/>
              </p:cNvSpPr>
              <p:nvPr/>
            </p:nvSpPr>
            <p:spPr bwMode="auto">
              <a:xfrm>
                <a:off x="-2227263" y="8264525"/>
                <a:ext cx="104775" cy="66675"/>
              </a:xfrm>
              <a:custGeom>
                <a:avLst/>
                <a:gdLst>
                  <a:gd name="T0" fmla="*/ 2 w 28"/>
                  <a:gd name="T1" fmla="*/ 18 h 18"/>
                  <a:gd name="T2" fmla="*/ 3 w 28"/>
                  <a:gd name="T3" fmla="*/ 18 h 18"/>
                  <a:gd name="T4" fmla="*/ 25 w 28"/>
                  <a:gd name="T5" fmla="*/ 18 h 18"/>
                  <a:gd name="T6" fmla="*/ 26 w 28"/>
                  <a:gd name="T7" fmla="*/ 18 h 18"/>
                  <a:gd name="T8" fmla="*/ 28 w 28"/>
                  <a:gd name="T9" fmla="*/ 16 h 18"/>
                  <a:gd name="T10" fmla="*/ 28 w 28"/>
                  <a:gd name="T11" fmla="*/ 14 h 18"/>
                  <a:gd name="T12" fmla="*/ 14 w 28"/>
                  <a:gd name="T13" fmla="*/ 0 h 18"/>
                  <a:gd name="T14" fmla="*/ 0 w 28"/>
                  <a:gd name="T15" fmla="*/ 14 h 18"/>
                  <a:gd name="T16" fmla="*/ 0 w 28"/>
                  <a:gd name="T17" fmla="*/ 16 h 18"/>
                  <a:gd name="T18" fmla="*/ 2 w 28"/>
                  <a:gd name="T19"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18">
                    <a:moveTo>
                      <a:pt x="2" y="18"/>
                    </a:moveTo>
                    <a:cubicBezTo>
                      <a:pt x="2" y="18"/>
                      <a:pt x="2" y="18"/>
                      <a:pt x="3" y="18"/>
                    </a:cubicBezTo>
                    <a:cubicBezTo>
                      <a:pt x="25" y="18"/>
                      <a:pt x="25" y="18"/>
                      <a:pt x="25" y="18"/>
                    </a:cubicBezTo>
                    <a:cubicBezTo>
                      <a:pt x="26" y="18"/>
                      <a:pt x="26" y="18"/>
                      <a:pt x="26" y="18"/>
                    </a:cubicBezTo>
                    <a:cubicBezTo>
                      <a:pt x="27" y="17"/>
                      <a:pt x="27" y="16"/>
                      <a:pt x="28" y="16"/>
                    </a:cubicBezTo>
                    <a:cubicBezTo>
                      <a:pt x="28" y="15"/>
                      <a:pt x="28" y="15"/>
                      <a:pt x="28" y="14"/>
                    </a:cubicBezTo>
                    <a:cubicBezTo>
                      <a:pt x="28" y="6"/>
                      <a:pt x="22" y="0"/>
                      <a:pt x="14" y="0"/>
                    </a:cubicBezTo>
                    <a:cubicBezTo>
                      <a:pt x="6" y="0"/>
                      <a:pt x="0" y="6"/>
                      <a:pt x="0" y="14"/>
                    </a:cubicBezTo>
                    <a:cubicBezTo>
                      <a:pt x="0" y="15"/>
                      <a:pt x="0" y="15"/>
                      <a:pt x="0" y="16"/>
                    </a:cubicBezTo>
                    <a:cubicBezTo>
                      <a:pt x="1" y="16"/>
                      <a:pt x="1" y="17"/>
                      <a:pt x="2"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83" name="Freeform 49"/>
              <p:cNvSpPr>
                <a:spLocks/>
              </p:cNvSpPr>
              <p:nvPr/>
            </p:nvSpPr>
            <p:spPr bwMode="auto">
              <a:xfrm>
                <a:off x="-1995488" y="8264525"/>
                <a:ext cx="106363" cy="66675"/>
              </a:xfrm>
              <a:custGeom>
                <a:avLst/>
                <a:gdLst>
                  <a:gd name="T0" fmla="*/ 2 w 28"/>
                  <a:gd name="T1" fmla="*/ 18 h 18"/>
                  <a:gd name="T2" fmla="*/ 24 w 28"/>
                  <a:gd name="T3" fmla="*/ 18 h 18"/>
                  <a:gd name="T4" fmla="*/ 25 w 28"/>
                  <a:gd name="T5" fmla="*/ 18 h 18"/>
                  <a:gd name="T6" fmla="*/ 28 w 28"/>
                  <a:gd name="T7" fmla="*/ 15 h 18"/>
                  <a:gd name="T8" fmla="*/ 28 w 28"/>
                  <a:gd name="T9" fmla="*/ 14 h 18"/>
                  <a:gd name="T10" fmla="*/ 14 w 28"/>
                  <a:gd name="T11" fmla="*/ 0 h 18"/>
                  <a:gd name="T12" fmla="*/ 0 w 28"/>
                  <a:gd name="T13" fmla="*/ 14 h 18"/>
                  <a:gd name="T14" fmla="*/ 0 w 28"/>
                  <a:gd name="T15" fmla="*/ 17 h 18"/>
                  <a:gd name="T16" fmla="*/ 1 w 28"/>
                  <a:gd name="T17" fmla="*/ 18 h 18"/>
                  <a:gd name="T18" fmla="*/ 2 w 28"/>
                  <a:gd name="T19"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18">
                    <a:moveTo>
                      <a:pt x="2" y="18"/>
                    </a:moveTo>
                    <a:cubicBezTo>
                      <a:pt x="24" y="18"/>
                      <a:pt x="24" y="18"/>
                      <a:pt x="24" y="18"/>
                    </a:cubicBezTo>
                    <a:cubicBezTo>
                      <a:pt x="25" y="18"/>
                      <a:pt x="25" y="18"/>
                      <a:pt x="25" y="18"/>
                    </a:cubicBezTo>
                    <a:cubicBezTo>
                      <a:pt x="26" y="17"/>
                      <a:pt x="27" y="16"/>
                      <a:pt x="28" y="15"/>
                    </a:cubicBezTo>
                    <a:cubicBezTo>
                      <a:pt x="28" y="15"/>
                      <a:pt x="28" y="14"/>
                      <a:pt x="28" y="14"/>
                    </a:cubicBezTo>
                    <a:cubicBezTo>
                      <a:pt x="28" y="6"/>
                      <a:pt x="22" y="0"/>
                      <a:pt x="14" y="0"/>
                    </a:cubicBezTo>
                    <a:cubicBezTo>
                      <a:pt x="6" y="0"/>
                      <a:pt x="0" y="6"/>
                      <a:pt x="0" y="14"/>
                    </a:cubicBezTo>
                    <a:cubicBezTo>
                      <a:pt x="0" y="15"/>
                      <a:pt x="0" y="16"/>
                      <a:pt x="0" y="17"/>
                    </a:cubicBezTo>
                    <a:cubicBezTo>
                      <a:pt x="0" y="17"/>
                      <a:pt x="1" y="17"/>
                      <a:pt x="1" y="18"/>
                    </a:cubicBezTo>
                    <a:cubicBezTo>
                      <a:pt x="1" y="18"/>
                      <a:pt x="1" y="18"/>
                      <a:pt x="2"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84" name="Freeform 50"/>
              <p:cNvSpPr>
                <a:spLocks/>
              </p:cNvSpPr>
              <p:nvPr/>
            </p:nvSpPr>
            <p:spPr bwMode="auto">
              <a:xfrm>
                <a:off x="-2513013" y="8331200"/>
                <a:ext cx="217488" cy="71438"/>
              </a:xfrm>
              <a:custGeom>
                <a:avLst/>
                <a:gdLst>
                  <a:gd name="T0" fmla="*/ 8 w 58"/>
                  <a:gd name="T1" fmla="*/ 0 h 19"/>
                  <a:gd name="T2" fmla="*/ 4 w 58"/>
                  <a:gd name="T3" fmla="*/ 1 h 19"/>
                  <a:gd name="T4" fmla="*/ 3 w 58"/>
                  <a:gd name="T5" fmla="*/ 12 h 19"/>
                  <a:gd name="T6" fmla="*/ 18 w 58"/>
                  <a:gd name="T7" fmla="*/ 19 h 19"/>
                  <a:gd name="T8" fmla="*/ 41 w 58"/>
                  <a:gd name="T9" fmla="*/ 19 h 19"/>
                  <a:gd name="T10" fmla="*/ 56 w 58"/>
                  <a:gd name="T11" fmla="*/ 12 h 19"/>
                  <a:gd name="T12" fmla="*/ 55 w 58"/>
                  <a:gd name="T13" fmla="*/ 1 h 19"/>
                  <a:gd name="T14" fmla="*/ 50 w 58"/>
                  <a:gd name="T15" fmla="*/ 0 h 19"/>
                  <a:gd name="T16" fmla="*/ 44 w 58"/>
                  <a:gd name="T17" fmla="*/ 2 h 19"/>
                  <a:gd name="T18" fmla="*/ 41 w 58"/>
                  <a:gd name="T19" fmla="*/ 4 h 19"/>
                  <a:gd name="T20" fmla="*/ 41 w 58"/>
                  <a:gd name="T21" fmla="*/ 4 h 19"/>
                  <a:gd name="T22" fmla="*/ 18 w 58"/>
                  <a:gd name="T23" fmla="*/ 4 h 19"/>
                  <a:gd name="T24" fmla="*/ 17 w 58"/>
                  <a:gd name="T25" fmla="*/ 4 h 19"/>
                  <a:gd name="T26" fmla="*/ 14 w 58"/>
                  <a:gd name="T27" fmla="*/ 2 h 19"/>
                  <a:gd name="T28" fmla="*/ 8 w 58"/>
                  <a:gd name="T2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8" h="19">
                    <a:moveTo>
                      <a:pt x="8" y="0"/>
                    </a:moveTo>
                    <a:cubicBezTo>
                      <a:pt x="7" y="0"/>
                      <a:pt x="5" y="0"/>
                      <a:pt x="4" y="1"/>
                    </a:cubicBezTo>
                    <a:cubicBezTo>
                      <a:pt x="1" y="4"/>
                      <a:pt x="0" y="9"/>
                      <a:pt x="3" y="12"/>
                    </a:cubicBezTo>
                    <a:cubicBezTo>
                      <a:pt x="7" y="16"/>
                      <a:pt x="12" y="19"/>
                      <a:pt x="18" y="19"/>
                    </a:cubicBezTo>
                    <a:cubicBezTo>
                      <a:pt x="41" y="19"/>
                      <a:pt x="41" y="19"/>
                      <a:pt x="41" y="19"/>
                    </a:cubicBezTo>
                    <a:cubicBezTo>
                      <a:pt x="46" y="19"/>
                      <a:pt x="52" y="16"/>
                      <a:pt x="56" y="12"/>
                    </a:cubicBezTo>
                    <a:cubicBezTo>
                      <a:pt x="58" y="9"/>
                      <a:pt x="58" y="4"/>
                      <a:pt x="55" y="1"/>
                    </a:cubicBezTo>
                    <a:cubicBezTo>
                      <a:pt x="53" y="0"/>
                      <a:pt x="52" y="0"/>
                      <a:pt x="50" y="0"/>
                    </a:cubicBezTo>
                    <a:cubicBezTo>
                      <a:pt x="48" y="0"/>
                      <a:pt x="46" y="1"/>
                      <a:pt x="44" y="2"/>
                    </a:cubicBezTo>
                    <a:cubicBezTo>
                      <a:pt x="43" y="3"/>
                      <a:pt x="42" y="4"/>
                      <a:pt x="41" y="4"/>
                    </a:cubicBezTo>
                    <a:cubicBezTo>
                      <a:pt x="41" y="4"/>
                      <a:pt x="41" y="4"/>
                      <a:pt x="41" y="4"/>
                    </a:cubicBezTo>
                    <a:cubicBezTo>
                      <a:pt x="18" y="4"/>
                      <a:pt x="18" y="4"/>
                      <a:pt x="18" y="4"/>
                    </a:cubicBezTo>
                    <a:cubicBezTo>
                      <a:pt x="18" y="4"/>
                      <a:pt x="18" y="4"/>
                      <a:pt x="17" y="4"/>
                    </a:cubicBezTo>
                    <a:cubicBezTo>
                      <a:pt x="16" y="4"/>
                      <a:pt x="15" y="3"/>
                      <a:pt x="14" y="2"/>
                    </a:cubicBezTo>
                    <a:cubicBezTo>
                      <a:pt x="13" y="1"/>
                      <a:pt x="11"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85" name="Freeform 51"/>
              <p:cNvSpPr>
                <a:spLocks/>
              </p:cNvSpPr>
              <p:nvPr/>
            </p:nvSpPr>
            <p:spPr bwMode="auto">
              <a:xfrm>
                <a:off x="-2284413" y="8331200"/>
                <a:ext cx="217488" cy="71438"/>
              </a:xfrm>
              <a:custGeom>
                <a:avLst/>
                <a:gdLst>
                  <a:gd name="T0" fmla="*/ 13 w 58"/>
                  <a:gd name="T1" fmla="*/ 2 h 19"/>
                  <a:gd name="T2" fmla="*/ 13 w 58"/>
                  <a:gd name="T3" fmla="*/ 2 h 19"/>
                  <a:gd name="T4" fmla="*/ 13 w 58"/>
                  <a:gd name="T5" fmla="*/ 1 h 19"/>
                  <a:gd name="T6" fmla="*/ 13 w 58"/>
                  <a:gd name="T7" fmla="*/ 1 h 19"/>
                  <a:gd name="T8" fmla="*/ 12 w 58"/>
                  <a:gd name="T9" fmla="*/ 1 h 19"/>
                  <a:gd name="T10" fmla="*/ 12 w 58"/>
                  <a:gd name="T11" fmla="*/ 1 h 19"/>
                  <a:gd name="T12" fmla="*/ 12 w 58"/>
                  <a:gd name="T13" fmla="*/ 0 h 19"/>
                  <a:gd name="T14" fmla="*/ 11 w 58"/>
                  <a:gd name="T15" fmla="*/ 0 h 19"/>
                  <a:gd name="T16" fmla="*/ 11 w 58"/>
                  <a:gd name="T17" fmla="*/ 0 h 19"/>
                  <a:gd name="T18" fmla="*/ 11 w 58"/>
                  <a:gd name="T19" fmla="*/ 0 h 19"/>
                  <a:gd name="T20" fmla="*/ 10 w 58"/>
                  <a:gd name="T21" fmla="*/ 0 h 19"/>
                  <a:gd name="T22" fmla="*/ 10 w 58"/>
                  <a:gd name="T23" fmla="*/ 0 h 19"/>
                  <a:gd name="T24" fmla="*/ 9 w 58"/>
                  <a:gd name="T25" fmla="*/ 0 h 19"/>
                  <a:gd name="T26" fmla="*/ 9 w 58"/>
                  <a:gd name="T27" fmla="*/ 0 h 19"/>
                  <a:gd name="T28" fmla="*/ 9 w 58"/>
                  <a:gd name="T29" fmla="*/ 0 h 19"/>
                  <a:gd name="T30" fmla="*/ 8 w 58"/>
                  <a:gd name="T31" fmla="*/ 0 h 19"/>
                  <a:gd name="T32" fmla="*/ 8 w 58"/>
                  <a:gd name="T33" fmla="*/ 0 h 19"/>
                  <a:gd name="T34" fmla="*/ 7 w 58"/>
                  <a:gd name="T35" fmla="*/ 0 h 19"/>
                  <a:gd name="T36" fmla="*/ 7 w 58"/>
                  <a:gd name="T37" fmla="*/ 0 h 19"/>
                  <a:gd name="T38" fmla="*/ 6 w 58"/>
                  <a:gd name="T39" fmla="*/ 0 h 19"/>
                  <a:gd name="T40" fmla="*/ 6 w 58"/>
                  <a:gd name="T41" fmla="*/ 0 h 19"/>
                  <a:gd name="T42" fmla="*/ 5 w 58"/>
                  <a:gd name="T43" fmla="*/ 1 h 19"/>
                  <a:gd name="T44" fmla="*/ 5 w 58"/>
                  <a:gd name="T45" fmla="*/ 1 h 19"/>
                  <a:gd name="T46" fmla="*/ 4 w 58"/>
                  <a:gd name="T47" fmla="*/ 1 h 19"/>
                  <a:gd name="T48" fmla="*/ 3 w 58"/>
                  <a:gd name="T49" fmla="*/ 12 h 19"/>
                  <a:gd name="T50" fmla="*/ 18 w 58"/>
                  <a:gd name="T51" fmla="*/ 19 h 19"/>
                  <a:gd name="T52" fmla="*/ 40 w 58"/>
                  <a:gd name="T53" fmla="*/ 19 h 19"/>
                  <a:gd name="T54" fmla="*/ 56 w 58"/>
                  <a:gd name="T55" fmla="*/ 12 h 19"/>
                  <a:gd name="T56" fmla="*/ 55 w 58"/>
                  <a:gd name="T57" fmla="*/ 1 h 19"/>
                  <a:gd name="T58" fmla="*/ 54 w 58"/>
                  <a:gd name="T59" fmla="*/ 1 h 19"/>
                  <a:gd name="T60" fmla="*/ 53 w 58"/>
                  <a:gd name="T61" fmla="*/ 1 h 19"/>
                  <a:gd name="T62" fmla="*/ 52 w 58"/>
                  <a:gd name="T63" fmla="*/ 0 h 19"/>
                  <a:gd name="T64" fmla="*/ 52 w 58"/>
                  <a:gd name="T65" fmla="*/ 0 h 19"/>
                  <a:gd name="T66" fmla="*/ 51 w 58"/>
                  <a:gd name="T67" fmla="*/ 0 h 19"/>
                  <a:gd name="T68" fmla="*/ 51 w 58"/>
                  <a:gd name="T69" fmla="*/ 0 h 19"/>
                  <a:gd name="T70" fmla="*/ 50 w 58"/>
                  <a:gd name="T71" fmla="*/ 0 h 19"/>
                  <a:gd name="T72" fmla="*/ 50 w 58"/>
                  <a:gd name="T73" fmla="*/ 0 h 19"/>
                  <a:gd name="T74" fmla="*/ 50 w 58"/>
                  <a:gd name="T75" fmla="*/ 0 h 19"/>
                  <a:gd name="T76" fmla="*/ 49 w 58"/>
                  <a:gd name="T77" fmla="*/ 0 h 19"/>
                  <a:gd name="T78" fmla="*/ 49 w 58"/>
                  <a:gd name="T79" fmla="*/ 0 h 19"/>
                  <a:gd name="T80" fmla="*/ 48 w 58"/>
                  <a:gd name="T81" fmla="*/ 0 h 19"/>
                  <a:gd name="T82" fmla="*/ 48 w 58"/>
                  <a:gd name="T83" fmla="*/ 0 h 19"/>
                  <a:gd name="T84" fmla="*/ 48 w 58"/>
                  <a:gd name="T85" fmla="*/ 0 h 19"/>
                  <a:gd name="T86" fmla="*/ 47 w 58"/>
                  <a:gd name="T87" fmla="*/ 0 h 19"/>
                  <a:gd name="T88" fmla="*/ 47 w 58"/>
                  <a:gd name="T89" fmla="*/ 0 h 19"/>
                  <a:gd name="T90" fmla="*/ 47 w 58"/>
                  <a:gd name="T91" fmla="*/ 0 h 19"/>
                  <a:gd name="T92" fmla="*/ 46 w 58"/>
                  <a:gd name="T93" fmla="*/ 1 h 19"/>
                  <a:gd name="T94" fmla="*/ 46 w 58"/>
                  <a:gd name="T95" fmla="*/ 1 h 19"/>
                  <a:gd name="T96" fmla="*/ 46 w 58"/>
                  <a:gd name="T97" fmla="*/ 1 h 19"/>
                  <a:gd name="T98" fmla="*/ 45 w 58"/>
                  <a:gd name="T99" fmla="*/ 1 h 19"/>
                  <a:gd name="T100" fmla="*/ 45 w 58"/>
                  <a:gd name="T101" fmla="*/ 2 h 19"/>
                  <a:gd name="T102" fmla="*/ 45 w 58"/>
                  <a:gd name="T103" fmla="*/ 2 h 19"/>
                  <a:gd name="T104" fmla="*/ 44 w 58"/>
                  <a:gd name="T105" fmla="*/ 2 h 19"/>
                  <a:gd name="T106" fmla="*/ 41 w 58"/>
                  <a:gd name="T107" fmla="*/ 4 h 19"/>
                  <a:gd name="T108" fmla="*/ 40 w 58"/>
                  <a:gd name="T109" fmla="*/ 4 h 19"/>
                  <a:gd name="T110" fmla="*/ 18 w 58"/>
                  <a:gd name="T111" fmla="*/ 4 h 19"/>
                  <a:gd name="T112" fmla="*/ 17 w 58"/>
                  <a:gd name="T113" fmla="*/ 4 h 19"/>
                  <a:gd name="T114" fmla="*/ 14 w 58"/>
                  <a:gd name="T115" fmla="*/ 2 h 19"/>
                  <a:gd name="T116" fmla="*/ 13 w 58"/>
                  <a:gd name="T117"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8" h="19">
                    <a:moveTo>
                      <a:pt x="13" y="2"/>
                    </a:moveTo>
                    <a:cubicBezTo>
                      <a:pt x="13" y="2"/>
                      <a:pt x="13" y="2"/>
                      <a:pt x="13" y="2"/>
                    </a:cubicBezTo>
                    <a:cubicBezTo>
                      <a:pt x="13" y="1"/>
                      <a:pt x="13" y="1"/>
                      <a:pt x="13" y="1"/>
                    </a:cubicBezTo>
                    <a:cubicBezTo>
                      <a:pt x="13" y="1"/>
                      <a:pt x="13" y="1"/>
                      <a:pt x="13" y="1"/>
                    </a:cubicBezTo>
                    <a:cubicBezTo>
                      <a:pt x="12" y="1"/>
                      <a:pt x="12" y="1"/>
                      <a:pt x="12" y="1"/>
                    </a:cubicBezTo>
                    <a:cubicBezTo>
                      <a:pt x="12" y="1"/>
                      <a:pt x="12" y="1"/>
                      <a:pt x="12" y="1"/>
                    </a:cubicBezTo>
                    <a:cubicBezTo>
                      <a:pt x="12" y="1"/>
                      <a:pt x="12" y="0"/>
                      <a:pt x="12" y="0"/>
                    </a:cubicBezTo>
                    <a:cubicBezTo>
                      <a:pt x="11" y="0"/>
                      <a:pt x="11" y="0"/>
                      <a:pt x="11" y="0"/>
                    </a:cubicBezTo>
                    <a:cubicBezTo>
                      <a:pt x="11" y="0"/>
                      <a:pt x="11" y="0"/>
                      <a:pt x="11" y="0"/>
                    </a:cubicBezTo>
                    <a:cubicBezTo>
                      <a:pt x="11" y="0"/>
                      <a:pt x="11" y="0"/>
                      <a:pt x="11" y="0"/>
                    </a:cubicBezTo>
                    <a:cubicBezTo>
                      <a:pt x="10" y="0"/>
                      <a:pt x="10" y="0"/>
                      <a:pt x="10" y="0"/>
                    </a:cubicBezTo>
                    <a:cubicBezTo>
                      <a:pt x="10" y="0"/>
                      <a:pt x="10" y="0"/>
                      <a:pt x="10" y="0"/>
                    </a:cubicBezTo>
                    <a:cubicBezTo>
                      <a:pt x="10" y="0"/>
                      <a:pt x="10" y="0"/>
                      <a:pt x="9" y="0"/>
                    </a:cubicBezTo>
                    <a:cubicBezTo>
                      <a:pt x="9" y="0"/>
                      <a:pt x="9" y="0"/>
                      <a:pt x="9" y="0"/>
                    </a:cubicBezTo>
                    <a:cubicBezTo>
                      <a:pt x="9" y="0"/>
                      <a:pt x="9" y="0"/>
                      <a:pt x="9" y="0"/>
                    </a:cubicBezTo>
                    <a:cubicBezTo>
                      <a:pt x="8" y="0"/>
                      <a:pt x="8" y="0"/>
                      <a:pt x="8" y="0"/>
                    </a:cubicBezTo>
                    <a:cubicBezTo>
                      <a:pt x="8" y="0"/>
                      <a:pt x="8" y="0"/>
                      <a:pt x="8" y="0"/>
                    </a:cubicBezTo>
                    <a:cubicBezTo>
                      <a:pt x="8" y="0"/>
                      <a:pt x="8" y="0"/>
                      <a:pt x="7" y="0"/>
                    </a:cubicBezTo>
                    <a:cubicBezTo>
                      <a:pt x="7" y="0"/>
                      <a:pt x="7" y="0"/>
                      <a:pt x="7" y="0"/>
                    </a:cubicBezTo>
                    <a:cubicBezTo>
                      <a:pt x="7" y="0"/>
                      <a:pt x="6" y="0"/>
                      <a:pt x="6" y="0"/>
                    </a:cubicBezTo>
                    <a:cubicBezTo>
                      <a:pt x="6" y="0"/>
                      <a:pt x="6" y="0"/>
                      <a:pt x="6" y="0"/>
                    </a:cubicBezTo>
                    <a:cubicBezTo>
                      <a:pt x="5" y="0"/>
                      <a:pt x="5" y="0"/>
                      <a:pt x="5" y="1"/>
                    </a:cubicBezTo>
                    <a:cubicBezTo>
                      <a:pt x="5" y="1"/>
                      <a:pt x="5" y="1"/>
                      <a:pt x="5" y="1"/>
                    </a:cubicBezTo>
                    <a:cubicBezTo>
                      <a:pt x="4" y="1"/>
                      <a:pt x="4" y="1"/>
                      <a:pt x="4" y="1"/>
                    </a:cubicBezTo>
                    <a:cubicBezTo>
                      <a:pt x="1" y="4"/>
                      <a:pt x="0" y="9"/>
                      <a:pt x="3" y="12"/>
                    </a:cubicBezTo>
                    <a:cubicBezTo>
                      <a:pt x="6" y="16"/>
                      <a:pt x="12" y="19"/>
                      <a:pt x="18" y="19"/>
                    </a:cubicBezTo>
                    <a:cubicBezTo>
                      <a:pt x="40" y="19"/>
                      <a:pt x="40" y="19"/>
                      <a:pt x="40" y="19"/>
                    </a:cubicBezTo>
                    <a:cubicBezTo>
                      <a:pt x="46" y="19"/>
                      <a:pt x="52" y="16"/>
                      <a:pt x="56" y="12"/>
                    </a:cubicBezTo>
                    <a:cubicBezTo>
                      <a:pt x="58" y="9"/>
                      <a:pt x="58" y="4"/>
                      <a:pt x="55" y="1"/>
                    </a:cubicBezTo>
                    <a:cubicBezTo>
                      <a:pt x="54" y="1"/>
                      <a:pt x="54" y="1"/>
                      <a:pt x="54" y="1"/>
                    </a:cubicBezTo>
                    <a:cubicBezTo>
                      <a:pt x="54" y="1"/>
                      <a:pt x="53" y="1"/>
                      <a:pt x="53" y="1"/>
                    </a:cubicBezTo>
                    <a:cubicBezTo>
                      <a:pt x="53" y="0"/>
                      <a:pt x="53" y="0"/>
                      <a:pt x="52" y="0"/>
                    </a:cubicBezTo>
                    <a:cubicBezTo>
                      <a:pt x="52" y="0"/>
                      <a:pt x="52" y="0"/>
                      <a:pt x="52" y="0"/>
                    </a:cubicBezTo>
                    <a:cubicBezTo>
                      <a:pt x="52" y="0"/>
                      <a:pt x="52" y="0"/>
                      <a:pt x="51" y="0"/>
                    </a:cubicBezTo>
                    <a:cubicBezTo>
                      <a:pt x="51" y="0"/>
                      <a:pt x="51" y="0"/>
                      <a:pt x="51" y="0"/>
                    </a:cubicBezTo>
                    <a:cubicBezTo>
                      <a:pt x="51" y="0"/>
                      <a:pt x="50" y="0"/>
                      <a:pt x="50" y="0"/>
                    </a:cubicBezTo>
                    <a:cubicBezTo>
                      <a:pt x="50" y="0"/>
                      <a:pt x="50" y="0"/>
                      <a:pt x="50" y="0"/>
                    </a:cubicBezTo>
                    <a:cubicBezTo>
                      <a:pt x="50" y="0"/>
                      <a:pt x="50" y="0"/>
                      <a:pt x="50" y="0"/>
                    </a:cubicBezTo>
                    <a:cubicBezTo>
                      <a:pt x="49" y="0"/>
                      <a:pt x="49" y="0"/>
                      <a:pt x="49" y="0"/>
                    </a:cubicBezTo>
                    <a:cubicBezTo>
                      <a:pt x="49" y="0"/>
                      <a:pt x="49" y="0"/>
                      <a:pt x="49" y="0"/>
                    </a:cubicBezTo>
                    <a:cubicBezTo>
                      <a:pt x="49" y="0"/>
                      <a:pt x="49" y="0"/>
                      <a:pt x="48" y="0"/>
                    </a:cubicBezTo>
                    <a:cubicBezTo>
                      <a:pt x="48" y="0"/>
                      <a:pt x="48" y="0"/>
                      <a:pt x="48" y="0"/>
                    </a:cubicBezTo>
                    <a:cubicBezTo>
                      <a:pt x="48" y="0"/>
                      <a:pt x="48" y="0"/>
                      <a:pt x="48" y="0"/>
                    </a:cubicBezTo>
                    <a:cubicBezTo>
                      <a:pt x="48" y="0"/>
                      <a:pt x="47" y="0"/>
                      <a:pt x="47" y="0"/>
                    </a:cubicBezTo>
                    <a:cubicBezTo>
                      <a:pt x="47" y="0"/>
                      <a:pt x="47" y="0"/>
                      <a:pt x="47" y="0"/>
                    </a:cubicBezTo>
                    <a:cubicBezTo>
                      <a:pt x="47" y="0"/>
                      <a:pt x="47" y="0"/>
                      <a:pt x="47" y="0"/>
                    </a:cubicBezTo>
                    <a:cubicBezTo>
                      <a:pt x="47" y="0"/>
                      <a:pt x="46" y="1"/>
                      <a:pt x="46" y="1"/>
                    </a:cubicBezTo>
                    <a:cubicBezTo>
                      <a:pt x="46" y="1"/>
                      <a:pt x="46" y="1"/>
                      <a:pt x="46" y="1"/>
                    </a:cubicBezTo>
                    <a:cubicBezTo>
                      <a:pt x="46" y="1"/>
                      <a:pt x="46" y="1"/>
                      <a:pt x="46" y="1"/>
                    </a:cubicBezTo>
                    <a:cubicBezTo>
                      <a:pt x="46" y="1"/>
                      <a:pt x="45" y="1"/>
                      <a:pt x="45" y="1"/>
                    </a:cubicBezTo>
                    <a:cubicBezTo>
                      <a:pt x="45" y="1"/>
                      <a:pt x="45" y="1"/>
                      <a:pt x="45" y="2"/>
                    </a:cubicBezTo>
                    <a:cubicBezTo>
                      <a:pt x="45" y="2"/>
                      <a:pt x="45" y="2"/>
                      <a:pt x="45" y="2"/>
                    </a:cubicBezTo>
                    <a:cubicBezTo>
                      <a:pt x="45" y="2"/>
                      <a:pt x="44" y="2"/>
                      <a:pt x="44" y="2"/>
                    </a:cubicBezTo>
                    <a:cubicBezTo>
                      <a:pt x="43" y="3"/>
                      <a:pt x="42" y="4"/>
                      <a:pt x="41" y="4"/>
                    </a:cubicBezTo>
                    <a:cubicBezTo>
                      <a:pt x="41" y="4"/>
                      <a:pt x="41" y="4"/>
                      <a:pt x="40" y="4"/>
                    </a:cubicBezTo>
                    <a:cubicBezTo>
                      <a:pt x="18" y="4"/>
                      <a:pt x="18" y="4"/>
                      <a:pt x="18" y="4"/>
                    </a:cubicBezTo>
                    <a:cubicBezTo>
                      <a:pt x="18" y="4"/>
                      <a:pt x="17" y="4"/>
                      <a:pt x="17" y="4"/>
                    </a:cubicBezTo>
                    <a:cubicBezTo>
                      <a:pt x="16" y="4"/>
                      <a:pt x="15" y="3"/>
                      <a:pt x="14" y="2"/>
                    </a:cubicBezTo>
                    <a:cubicBezTo>
                      <a:pt x="14" y="2"/>
                      <a:pt x="14" y="2"/>
                      <a:pt x="1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86" name="Freeform 52"/>
              <p:cNvSpPr>
                <a:spLocks/>
              </p:cNvSpPr>
              <p:nvPr/>
            </p:nvSpPr>
            <p:spPr bwMode="auto">
              <a:xfrm>
                <a:off x="-2054225" y="8331200"/>
                <a:ext cx="217488" cy="71438"/>
              </a:xfrm>
              <a:custGeom>
                <a:avLst/>
                <a:gdLst>
                  <a:gd name="T0" fmla="*/ 14 w 58"/>
                  <a:gd name="T1" fmla="*/ 2 h 19"/>
                  <a:gd name="T2" fmla="*/ 8 w 58"/>
                  <a:gd name="T3" fmla="*/ 0 h 19"/>
                  <a:gd name="T4" fmla="*/ 3 w 58"/>
                  <a:gd name="T5" fmla="*/ 1 h 19"/>
                  <a:gd name="T6" fmla="*/ 3 w 58"/>
                  <a:gd name="T7" fmla="*/ 12 h 19"/>
                  <a:gd name="T8" fmla="*/ 18 w 58"/>
                  <a:gd name="T9" fmla="*/ 19 h 19"/>
                  <a:gd name="T10" fmla="*/ 40 w 58"/>
                  <a:gd name="T11" fmla="*/ 19 h 19"/>
                  <a:gd name="T12" fmla="*/ 55 w 58"/>
                  <a:gd name="T13" fmla="*/ 12 h 19"/>
                  <a:gd name="T14" fmla="*/ 54 w 58"/>
                  <a:gd name="T15" fmla="*/ 1 h 19"/>
                  <a:gd name="T16" fmla="*/ 50 w 58"/>
                  <a:gd name="T17" fmla="*/ 0 h 19"/>
                  <a:gd name="T18" fmla="*/ 44 w 58"/>
                  <a:gd name="T19" fmla="*/ 2 h 19"/>
                  <a:gd name="T20" fmla="*/ 42 w 58"/>
                  <a:gd name="T21" fmla="*/ 4 h 19"/>
                  <a:gd name="T22" fmla="*/ 40 w 58"/>
                  <a:gd name="T23" fmla="*/ 4 h 19"/>
                  <a:gd name="T24" fmla="*/ 18 w 58"/>
                  <a:gd name="T25" fmla="*/ 4 h 19"/>
                  <a:gd name="T26" fmla="*/ 18 w 58"/>
                  <a:gd name="T27" fmla="*/ 4 h 19"/>
                  <a:gd name="T28" fmla="*/ 14 w 58"/>
                  <a:gd name="T29"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8" h="19">
                    <a:moveTo>
                      <a:pt x="14" y="2"/>
                    </a:moveTo>
                    <a:cubicBezTo>
                      <a:pt x="12" y="1"/>
                      <a:pt x="10" y="0"/>
                      <a:pt x="8" y="0"/>
                    </a:cubicBezTo>
                    <a:cubicBezTo>
                      <a:pt x="7" y="0"/>
                      <a:pt x="5" y="0"/>
                      <a:pt x="3" y="1"/>
                    </a:cubicBezTo>
                    <a:cubicBezTo>
                      <a:pt x="0" y="4"/>
                      <a:pt x="0" y="9"/>
                      <a:pt x="3" y="12"/>
                    </a:cubicBezTo>
                    <a:cubicBezTo>
                      <a:pt x="6" y="16"/>
                      <a:pt x="12" y="19"/>
                      <a:pt x="18" y="19"/>
                    </a:cubicBezTo>
                    <a:cubicBezTo>
                      <a:pt x="40" y="19"/>
                      <a:pt x="40" y="19"/>
                      <a:pt x="40" y="19"/>
                    </a:cubicBezTo>
                    <a:cubicBezTo>
                      <a:pt x="46" y="19"/>
                      <a:pt x="52" y="16"/>
                      <a:pt x="55" y="12"/>
                    </a:cubicBezTo>
                    <a:cubicBezTo>
                      <a:pt x="58" y="9"/>
                      <a:pt x="58" y="4"/>
                      <a:pt x="54" y="1"/>
                    </a:cubicBezTo>
                    <a:cubicBezTo>
                      <a:pt x="53" y="0"/>
                      <a:pt x="51" y="0"/>
                      <a:pt x="50" y="0"/>
                    </a:cubicBezTo>
                    <a:cubicBezTo>
                      <a:pt x="48" y="0"/>
                      <a:pt x="46" y="1"/>
                      <a:pt x="44" y="2"/>
                    </a:cubicBezTo>
                    <a:cubicBezTo>
                      <a:pt x="43" y="3"/>
                      <a:pt x="43" y="4"/>
                      <a:pt x="42" y="4"/>
                    </a:cubicBezTo>
                    <a:cubicBezTo>
                      <a:pt x="41" y="4"/>
                      <a:pt x="41" y="4"/>
                      <a:pt x="40" y="4"/>
                    </a:cubicBezTo>
                    <a:cubicBezTo>
                      <a:pt x="18" y="4"/>
                      <a:pt x="18" y="4"/>
                      <a:pt x="18" y="4"/>
                    </a:cubicBezTo>
                    <a:cubicBezTo>
                      <a:pt x="18" y="4"/>
                      <a:pt x="18" y="4"/>
                      <a:pt x="18" y="4"/>
                    </a:cubicBezTo>
                    <a:cubicBezTo>
                      <a:pt x="16" y="4"/>
                      <a:pt x="15" y="3"/>
                      <a:pt x="1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87" name="Freeform 53"/>
              <p:cNvSpPr>
                <a:spLocks/>
              </p:cNvSpPr>
              <p:nvPr/>
            </p:nvSpPr>
            <p:spPr bwMode="auto">
              <a:xfrm>
                <a:off x="-2949575" y="1719263"/>
                <a:ext cx="574675" cy="544513"/>
              </a:xfrm>
              <a:custGeom>
                <a:avLst/>
                <a:gdLst>
                  <a:gd name="T0" fmla="*/ 26 w 153"/>
                  <a:gd name="T1" fmla="*/ 145 h 145"/>
                  <a:gd name="T2" fmla="*/ 52 w 153"/>
                  <a:gd name="T3" fmla="*/ 119 h 145"/>
                  <a:gd name="T4" fmla="*/ 52 w 153"/>
                  <a:gd name="T5" fmla="*/ 119 h 145"/>
                  <a:gd name="T6" fmla="*/ 52 w 153"/>
                  <a:gd name="T7" fmla="*/ 33 h 145"/>
                  <a:gd name="T8" fmla="*/ 137 w 153"/>
                  <a:gd name="T9" fmla="*/ 33 h 145"/>
                  <a:gd name="T10" fmla="*/ 137 w 153"/>
                  <a:gd name="T11" fmla="*/ 94 h 145"/>
                  <a:gd name="T12" fmla="*/ 127 w 153"/>
                  <a:gd name="T13" fmla="*/ 93 h 145"/>
                  <a:gd name="T14" fmla="*/ 101 w 153"/>
                  <a:gd name="T15" fmla="*/ 119 h 145"/>
                  <a:gd name="T16" fmla="*/ 127 w 153"/>
                  <a:gd name="T17" fmla="*/ 145 h 145"/>
                  <a:gd name="T18" fmla="*/ 153 w 153"/>
                  <a:gd name="T19" fmla="*/ 119 h 145"/>
                  <a:gd name="T20" fmla="*/ 153 w 153"/>
                  <a:gd name="T21" fmla="*/ 119 h 145"/>
                  <a:gd name="T22" fmla="*/ 153 w 153"/>
                  <a:gd name="T23" fmla="*/ 119 h 145"/>
                  <a:gd name="T24" fmla="*/ 153 w 153"/>
                  <a:gd name="T25" fmla="*/ 33 h 145"/>
                  <a:gd name="T26" fmla="*/ 153 w 153"/>
                  <a:gd name="T27" fmla="*/ 0 h 145"/>
                  <a:gd name="T28" fmla="*/ 137 w 153"/>
                  <a:gd name="T29" fmla="*/ 0 h 145"/>
                  <a:gd name="T30" fmla="*/ 52 w 153"/>
                  <a:gd name="T31" fmla="*/ 0 h 145"/>
                  <a:gd name="T32" fmla="*/ 36 w 153"/>
                  <a:gd name="T33" fmla="*/ 0 h 145"/>
                  <a:gd name="T34" fmla="*/ 36 w 153"/>
                  <a:gd name="T35" fmla="*/ 33 h 145"/>
                  <a:gd name="T36" fmla="*/ 36 w 153"/>
                  <a:gd name="T37" fmla="*/ 94 h 145"/>
                  <a:gd name="T38" fmla="*/ 26 w 153"/>
                  <a:gd name="T39" fmla="*/ 93 h 145"/>
                  <a:gd name="T40" fmla="*/ 0 w 153"/>
                  <a:gd name="T41" fmla="*/ 119 h 145"/>
                  <a:gd name="T42" fmla="*/ 26 w 153"/>
                  <a:gd name="T43" fmla="*/ 145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3" h="145">
                    <a:moveTo>
                      <a:pt x="26" y="145"/>
                    </a:moveTo>
                    <a:cubicBezTo>
                      <a:pt x="40" y="145"/>
                      <a:pt x="52" y="133"/>
                      <a:pt x="52" y="119"/>
                    </a:cubicBezTo>
                    <a:cubicBezTo>
                      <a:pt x="52" y="119"/>
                      <a:pt x="52" y="119"/>
                      <a:pt x="52" y="119"/>
                    </a:cubicBezTo>
                    <a:cubicBezTo>
                      <a:pt x="52" y="33"/>
                      <a:pt x="52" y="33"/>
                      <a:pt x="52" y="33"/>
                    </a:cubicBezTo>
                    <a:cubicBezTo>
                      <a:pt x="137" y="33"/>
                      <a:pt x="137" y="33"/>
                      <a:pt x="137" y="33"/>
                    </a:cubicBezTo>
                    <a:cubicBezTo>
                      <a:pt x="137" y="94"/>
                      <a:pt x="137" y="94"/>
                      <a:pt x="137" y="94"/>
                    </a:cubicBezTo>
                    <a:cubicBezTo>
                      <a:pt x="134" y="93"/>
                      <a:pt x="130" y="93"/>
                      <a:pt x="127" y="93"/>
                    </a:cubicBezTo>
                    <a:cubicBezTo>
                      <a:pt x="112" y="93"/>
                      <a:pt x="101" y="104"/>
                      <a:pt x="101" y="119"/>
                    </a:cubicBezTo>
                    <a:cubicBezTo>
                      <a:pt x="101" y="133"/>
                      <a:pt x="112" y="145"/>
                      <a:pt x="127" y="145"/>
                    </a:cubicBezTo>
                    <a:cubicBezTo>
                      <a:pt x="141" y="145"/>
                      <a:pt x="153" y="133"/>
                      <a:pt x="153" y="119"/>
                    </a:cubicBezTo>
                    <a:cubicBezTo>
                      <a:pt x="153" y="119"/>
                      <a:pt x="153" y="119"/>
                      <a:pt x="153" y="119"/>
                    </a:cubicBezTo>
                    <a:cubicBezTo>
                      <a:pt x="153" y="119"/>
                      <a:pt x="153" y="119"/>
                      <a:pt x="153" y="119"/>
                    </a:cubicBezTo>
                    <a:cubicBezTo>
                      <a:pt x="153" y="33"/>
                      <a:pt x="153" y="33"/>
                      <a:pt x="153" y="33"/>
                    </a:cubicBezTo>
                    <a:cubicBezTo>
                      <a:pt x="153" y="0"/>
                      <a:pt x="153" y="0"/>
                      <a:pt x="153" y="0"/>
                    </a:cubicBezTo>
                    <a:cubicBezTo>
                      <a:pt x="137" y="0"/>
                      <a:pt x="137" y="0"/>
                      <a:pt x="137" y="0"/>
                    </a:cubicBezTo>
                    <a:cubicBezTo>
                      <a:pt x="52" y="0"/>
                      <a:pt x="52" y="0"/>
                      <a:pt x="52" y="0"/>
                    </a:cubicBezTo>
                    <a:cubicBezTo>
                      <a:pt x="36" y="0"/>
                      <a:pt x="36" y="0"/>
                      <a:pt x="36" y="0"/>
                    </a:cubicBezTo>
                    <a:cubicBezTo>
                      <a:pt x="36" y="33"/>
                      <a:pt x="36" y="33"/>
                      <a:pt x="36" y="33"/>
                    </a:cubicBezTo>
                    <a:cubicBezTo>
                      <a:pt x="36" y="94"/>
                      <a:pt x="36" y="94"/>
                      <a:pt x="36" y="94"/>
                    </a:cubicBezTo>
                    <a:cubicBezTo>
                      <a:pt x="33" y="93"/>
                      <a:pt x="29" y="93"/>
                      <a:pt x="26" y="93"/>
                    </a:cubicBezTo>
                    <a:cubicBezTo>
                      <a:pt x="11" y="93"/>
                      <a:pt x="0" y="104"/>
                      <a:pt x="0" y="119"/>
                    </a:cubicBezTo>
                    <a:cubicBezTo>
                      <a:pt x="0" y="133"/>
                      <a:pt x="11" y="145"/>
                      <a:pt x="26" y="1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88" name="Freeform 54"/>
              <p:cNvSpPr>
                <a:spLocks/>
              </p:cNvSpPr>
              <p:nvPr/>
            </p:nvSpPr>
            <p:spPr bwMode="auto">
              <a:xfrm>
                <a:off x="-1382713" y="8283575"/>
                <a:ext cx="195263" cy="63500"/>
              </a:xfrm>
              <a:custGeom>
                <a:avLst/>
                <a:gdLst>
                  <a:gd name="T0" fmla="*/ 3 w 123"/>
                  <a:gd name="T1" fmla="*/ 0 h 40"/>
                  <a:gd name="T2" fmla="*/ 0 w 123"/>
                  <a:gd name="T3" fmla="*/ 40 h 40"/>
                  <a:gd name="T4" fmla="*/ 123 w 123"/>
                  <a:gd name="T5" fmla="*/ 40 h 40"/>
                  <a:gd name="T6" fmla="*/ 121 w 123"/>
                  <a:gd name="T7" fmla="*/ 0 h 40"/>
                  <a:gd name="T8" fmla="*/ 3 w 123"/>
                  <a:gd name="T9" fmla="*/ 0 h 40"/>
                </a:gdLst>
                <a:ahLst/>
                <a:cxnLst>
                  <a:cxn ang="0">
                    <a:pos x="T0" y="T1"/>
                  </a:cxn>
                  <a:cxn ang="0">
                    <a:pos x="T2" y="T3"/>
                  </a:cxn>
                  <a:cxn ang="0">
                    <a:pos x="T4" y="T5"/>
                  </a:cxn>
                  <a:cxn ang="0">
                    <a:pos x="T6" y="T7"/>
                  </a:cxn>
                  <a:cxn ang="0">
                    <a:pos x="T8" y="T9"/>
                  </a:cxn>
                </a:cxnLst>
                <a:rect l="0" t="0" r="r" b="b"/>
                <a:pathLst>
                  <a:path w="123" h="40">
                    <a:moveTo>
                      <a:pt x="3" y="0"/>
                    </a:moveTo>
                    <a:lnTo>
                      <a:pt x="0" y="40"/>
                    </a:lnTo>
                    <a:lnTo>
                      <a:pt x="123" y="40"/>
                    </a:lnTo>
                    <a:lnTo>
                      <a:pt x="121" y="0"/>
                    </a:ln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89" name="Freeform 55"/>
              <p:cNvSpPr>
                <a:spLocks noEditPoints="1"/>
              </p:cNvSpPr>
              <p:nvPr/>
            </p:nvSpPr>
            <p:spPr bwMode="auto">
              <a:xfrm>
                <a:off x="-1555750" y="7926388"/>
                <a:ext cx="546100" cy="338138"/>
              </a:xfrm>
              <a:custGeom>
                <a:avLst/>
                <a:gdLst>
                  <a:gd name="T0" fmla="*/ 230 w 344"/>
                  <a:gd name="T1" fmla="*/ 213 h 213"/>
                  <a:gd name="T2" fmla="*/ 344 w 344"/>
                  <a:gd name="T3" fmla="*/ 213 h 213"/>
                  <a:gd name="T4" fmla="*/ 344 w 344"/>
                  <a:gd name="T5" fmla="*/ 0 h 213"/>
                  <a:gd name="T6" fmla="*/ 171 w 344"/>
                  <a:gd name="T7" fmla="*/ 0 h 213"/>
                  <a:gd name="T8" fmla="*/ 171 w 344"/>
                  <a:gd name="T9" fmla="*/ 26 h 213"/>
                  <a:gd name="T10" fmla="*/ 313 w 344"/>
                  <a:gd name="T11" fmla="*/ 26 h 213"/>
                  <a:gd name="T12" fmla="*/ 313 w 344"/>
                  <a:gd name="T13" fmla="*/ 187 h 213"/>
                  <a:gd name="T14" fmla="*/ 228 w 344"/>
                  <a:gd name="T15" fmla="*/ 187 h 213"/>
                  <a:gd name="T16" fmla="*/ 171 w 344"/>
                  <a:gd name="T17" fmla="*/ 187 h 213"/>
                  <a:gd name="T18" fmla="*/ 171 w 344"/>
                  <a:gd name="T19" fmla="*/ 213 h 213"/>
                  <a:gd name="T20" fmla="*/ 230 w 344"/>
                  <a:gd name="T21" fmla="*/ 213 h 213"/>
                  <a:gd name="T22" fmla="*/ 171 w 344"/>
                  <a:gd name="T23" fmla="*/ 0 h 213"/>
                  <a:gd name="T24" fmla="*/ 0 w 344"/>
                  <a:gd name="T25" fmla="*/ 0 h 213"/>
                  <a:gd name="T26" fmla="*/ 0 w 344"/>
                  <a:gd name="T27" fmla="*/ 213 h 213"/>
                  <a:gd name="T28" fmla="*/ 112 w 344"/>
                  <a:gd name="T29" fmla="*/ 213 h 213"/>
                  <a:gd name="T30" fmla="*/ 171 w 344"/>
                  <a:gd name="T31" fmla="*/ 213 h 213"/>
                  <a:gd name="T32" fmla="*/ 171 w 344"/>
                  <a:gd name="T33" fmla="*/ 187 h 213"/>
                  <a:gd name="T34" fmla="*/ 114 w 344"/>
                  <a:gd name="T35" fmla="*/ 187 h 213"/>
                  <a:gd name="T36" fmla="*/ 31 w 344"/>
                  <a:gd name="T37" fmla="*/ 187 h 213"/>
                  <a:gd name="T38" fmla="*/ 31 w 344"/>
                  <a:gd name="T39" fmla="*/ 187 h 213"/>
                  <a:gd name="T40" fmla="*/ 31 w 344"/>
                  <a:gd name="T41" fmla="*/ 26 h 213"/>
                  <a:gd name="T42" fmla="*/ 171 w 344"/>
                  <a:gd name="T43" fmla="*/ 26 h 213"/>
                  <a:gd name="T44" fmla="*/ 171 w 344"/>
                  <a:gd name="T45" fmla="*/ 0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44" h="213">
                    <a:moveTo>
                      <a:pt x="230" y="213"/>
                    </a:moveTo>
                    <a:lnTo>
                      <a:pt x="344" y="213"/>
                    </a:lnTo>
                    <a:lnTo>
                      <a:pt x="344" y="0"/>
                    </a:lnTo>
                    <a:lnTo>
                      <a:pt x="171" y="0"/>
                    </a:lnTo>
                    <a:lnTo>
                      <a:pt x="171" y="26"/>
                    </a:lnTo>
                    <a:lnTo>
                      <a:pt x="313" y="26"/>
                    </a:lnTo>
                    <a:lnTo>
                      <a:pt x="313" y="187"/>
                    </a:lnTo>
                    <a:lnTo>
                      <a:pt x="228" y="187"/>
                    </a:lnTo>
                    <a:lnTo>
                      <a:pt x="171" y="187"/>
                    </a:lnTo>
                    <a:lnTo>
                      <a:pt x="171" y="213"/>
                    </a:lnTo>
                    <a:lnTo>
                      <a:pt x="230" y="213"/>
                    </a:lnTo>
                    <a:close/>
                    <a:moveTo>
                      <a:pt x="171" y="0"/>
                    </a:moveTo>
                    <a:lnTo>
                      <a:pt x="0" y="0"/>
                    </a:lnTo>
                    <a:lnTo>
                      <a:pt x="0" y="213"/>
                    </a:lnTo>
                    <a:lnTo>
                      <a:pt x="112" y="213"/>
                    </a:lnTo>
                    <a:lnTo>
                      <a:pt x="171" y="213"/>
                    </a:lnTo>
                    <a:lnTo>
                      <a:pt x="171" y="187"/>
                    </a:lnTo>
                    <a:lnTo>
                      <a:pt x="114" y="187"/>
                    </a:lnTo>
                    <a:lnTo>
                      <a:pt x="31" y="187"/>
                    </a:lnTo>
                    <a:lnTo>
                      <a:pt x="31" y="187"/>
                    </a:lnTo>
                    <a:lnTo>
                      <a:pt x="31" y="26"/>
                    </a:lnTo>
                    <a:lnTo>
                      <a:pt x="171" y="26"/>
                    </a:lnTo>
                    <a:lnTo>
                      <a:pt x="17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90" name="Freeform 56"/>
              <p:cNvSpPr>
                <a:spLocks/>
              </p:cNvSpPr>
              <p:nvPr/>
            </p:nvSpPr>
            <p:spPr bwMode="auto">
              <a:xfrm>
                <a:off x="-1419225" y="8366125"/>
                <a:ext cx="269875" cy="25400"/>
              </a:xfrm>
              <a:custGeom>
                <a:avLst/>
                <a:gdLst>
                  <a:gd name="T0" fmla="*/ 0 w 170"/>
                  <a:gd name="T1" fmla="*/ 0 h 16"/>
                  <a:gd name="T2" fmla="*/ 0 w 170"/>
                  <a:gd name="T3" fmla="*/ 16 h 16"/>
                  <a:gd name="T4" fmla="*/ 170 w 170"/>
                  <a:gd name="T5" fmla="*/ 16 h 16"/>
                  <a:gd name="T6" fmla="*/ 170 w 170"/>
                  <a:gd name="T7" fmla="*/ 0 h 16"/>
                  <a:gd name="T8" fmla="*/ 146 w 170"/>
                  <a:gd name="T9" fmla="*/ 0 h 16"/>
                  <a:gd name="T10" fmla="*/ 23 w 170"/>
                  <a:gd name="T11" fmla="*/ 0 h 16"/>
                  <a:gd name="T12" fmla="*/ 0 w 170"/>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170" h="16">
                    <a:moveTo>
                      <a:pt x="0" y="0"/>
                    </a:moveTo>
                    <a:lnTo>
                      <a:pt x="0" y="16"/>
                    </a:lnTo>
                    <a:lnTo>
                      <a:pt x="170" y="16"/>
                    </a:lnTo>
                    <a:lnTo>
                      <a:pt x="170" y="0"/>
                    </a:lnTo>
                    <a:lnTo>
                      <a:pt x="146" y="0"/>
                    </a:lnTo>
                    <a:lnTo>
                      <a:pt x="23"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91" name="Freeform 57"/>
              <p:cNvSpPr>
                <a:spLocks noEditPoints="1"/>
              </p:cNvSpPr>
              <p:nvPr/>
            </p:nvSpPr>
            <p:spPr bwMode="auto">
              <a:xfrm>
                <a:off x="-4494213" y="8478838"/>
                <a:ext cx="233363" cy="520700"/>
              </a:xfrm>
              <a:custGeom>
                <a:avLst/>
                <a:gdLst>
                  <a:gd name="T0" fmla="*/ 31 w 62"/>
                  <a:gd name="T1" fmla="*/ 120 h 139"/>
                  <a:gd name="T2" fmla="*/ 31 w 62"/>
                  <a:gd name="T3" fmla="*/ 120 h 139"/>
                  <a:gd name="T4" fmla="*/ 60 w 62"/>
                  <a:gd name="T5" fmla="*/ 135 h 139"/>
                  <a:gd name="T6" fmla="*/ 61 w 62"/>
                  <a:gd name="T7" fmla="*/ 135 h 139"/>
                  <a:gd name="T8" fmla="*/ 61 w 62"/>
                  <a:gd name="T9" fmla="*/ 36 h 139"/>
                  <a:gd name="T10" fmla="*/ 60 w 62"/>
                  <a:gd name="T11" fmla="*/ 22 h 139"/>
                  <a:gd name="T12" fmla="*/ 52 w 62"/>
                  <a:gd name="T13" fmla="*/ 12 h 139"/>
                  <a:gd name="T14" fmla="*/ 52 w 62"/>
                  <a:gd name="T15" fmla="*/ 4 h 139"/>
                  <a:gd name="T16" fmla="*/ 52 w 62"/>
                  <a:gd name="T17" fmla="*/ 0 h 139"/>
                  <a:gd name="T18" fmla="*/ 48 w 62"/>
                  <a:gd name="T19" fmla="*/ 0 h 139"/>
                  <a:gd name="T20" fmla="*/ 31 w 62"/>
                  <a:gd name="T21" fmla="*/ 0 h 139"/>
                  <a:gd name="T22" fmla="*/ 31 w 62"/>
                  <a:gd name="T23" fmla="*/ 4 h 139"/>
                  <a:gd name="T24" fmla="*/ 48 w 62"/>
                  <a:gd name="T25" fmla="*/ 4 h 139"/>
                  <a:gd name="T26" fmla="*/ 48 w 62"/>
                  <a:gd name="T27" fmla="*/ 10 h 139"/>
                  <a:gd name="T28" fmla="*/ 48 w 62"/>
                  <a:gd name="T29" fmla="*/ 58 h 139"/>
                  <a:gd name="T30" fmla="*/ 31 w 62"/>
                  <a:gd name="T31" fmla="*/ 40 h 139"/>
                  <a:gd name="T32" fmla="*/ 31 w 62"/>
                  <a:gd name="T33" fmla="*/ 41 h 139"/>
                  <a:gd name="T34" fmla="*/ 31 w 62"/>
                  <a:gd name="T35" fmla="*/ 120 h 139"/>
                  <a:gd name="T36" fmla="*/ 1 w 62"/>
                  <a:gd name="T37" fmla="*/ 135 h 139"/>
                  <a:gd name="T38" fmla="*/ 31 w 62"/>
                  <a:gd name="T39" fmla="*/ 120 h 139"/>
                  <a:gd name="T40" fmla="*/ 31 w 62"/>
                  <a:gd name="T41" fmla="*/ 41 h 139"/>
                  <a:gd name="T42" fmla="*/ 13 w 62"/>
                  <a:gd name="T43" fmla="*/ 58 h 139"/>
                  <a:gd name="T44" fmla="*/ 13 w 62"/>
                  <a:gd name="T45" fmla="*/ 10 h 139"/>
                  <a:gd name="T46" fmla="*/ 13 w 62"/>
                  <a:gd name="T47" fmla="*/ 10 h 139"/>
                  <a:gd name="T48" fmla="*/ 13 w 62"/>
                  <a:gd name="T49" fmla="*/ 10 h 139"/>
                  <a:gd name="T50" fmla="*/ 13 w 62"/>
                  <a:gd name="T51" fmla="*/ 4 h 139"/>
                  <a:gd name="T52" fmla="*/ 31 w 62"/>
                  <a:gd name="T53" fmla="*/ 4 h 139"/>
                  <a:gd name="T54" fmla="*/ 31 w 62"/>
                  <a:gd name="T55" fmla="*/ 0 h 139"/>
                  <a:gd name="T56" fmla="*/ 13 w 62"/>
                  <a:gd name="T57" fmla="*/ 0 h 139"/>
                  <a:gd name="T58" fmla="*/ 9 w 62"/>
                  <a:gd name="T59" fmla="*/ 0 h 139"/>
                  <a:gd name="T60" fmla="*/ 9 w 62"/>
                  <a:gd name="T61" fmla="*/ 4 h 139"/>
                  <a:gd name="T62" fmla="*/ 9 w 62"/>
                  <a:gd name="T63" fmla="*/ 12 h 139"/>
                  <a:gd name="T64" fmla="*/ 1 w 62"/>
                  <a:gd name="T65" fmla="*/ 22 h 139"/>
                  <a:gd name="T66" fmla="*/ 0 w 62"/>
                  <a:gd name="T67" fmla="*/ 36 h 139"/>
                  <a:gd name="T68" fmla="*/ 0 w 62"/>
                  <a:gd name="T69" fmla="*/ 135 h 139"/>
                  <a:gd name="T70" fmla="*/ 1 w 62"/>
                  <a:gd name="T71" fmla="*/ 135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2" h="139">
                    <a:moveTo>
                      <a:pt x="31" y="120"/>
                    </a:moveTo>
                    <a:cubicBezTo>
                      <a:pt x="31" y="120"/>
                      <a:pt x="31" y="120"/>
                      <a:pt x="31" y="120"/>
                    </a:cubicBezTo>
                    <a:cubicBezTo>
                      <a:pt x="45" y="120"/>
                      <a:pt x="57" y="123"/>
                      <a:pt x="60" y="135"/>
                    </a:cubicBezTo>
                    <a:cubicBezTo>
                      <a:pt x="62" y="139"/>
                      <a:pt x="61" y="139"/>
                      <a:pt x="61" y="135"/>
                    </a:cubicBezTo>
                    <a:cubicBezTo>
                      <a:pt x="61" y="114"/>
                      <a:pt x="61" y="57"/>
                      <a:pt x="61" y="36"/>
                    </a:cubicBezTo>
                    <a:cubicBezTo>
                      <a:pt x="61" y="32"/>
                      <a:pt x="62" y="26"/>
                      <a:pt x="60" y="22"/>
                    </a:cubicBezTo>
                    <a:cubicBezTo>
                      <a:pt x="59" y="17"/>
                      <a:pt x="56" y="14"/>
                      <a:pt x="52" y="12"/>
                    </a:cubicBezTo>
                    <a:cubicBezTo>
                      <a:pt x="52" y="4"/>
                      <a:pt x="52" y="4"/>
                      <a:pt x="52" y="4"/>
                    </a:cubicBezTo>
                    <a:cubicBezTo>
                      <a:pt x="52" y="0"/>
                      <a:pt x="52" y="0"/>
                      <a:pt x="52" y="0"/>
                    </a:cubicBezTo>
                    <a:cubicBezTo>
                      <a:pt x="48" y="0"/>
                      <a:pt x="48" y="0"/>
                      <a:pt x="48" y="0"/>
                    </a:cubicBezTo>
                    <a:cubicBezTo>
                      <a:pt x="31" y="0"/>
                      <a:pt x="31" y="0"/>
                      <a:pt x="31" y="0"/>
                    </a:cubicBezTo>
                    <a:cubicBezTo>
                      <a:pt x="31" y="4"/>
                      <a:pt x="31" y="4"/>
                      <a:pt x="31" y="4"/>
                    </a:cubicBezTo>
                    <a:cubicBezTo>
                      <a:pt x="48" y="4"/>
                      <a:pt x="48" y="4"/>
                      <a:pt x="48" y="4"/>
                    </a:cubicBezTo>
                    <a:cubicBezTo>
                      <a:pt x="48" y="10"/>
                      <a:pt x="48" y="10"/>
                      <a:pt x="48" y="10"/>
                    </a:cubicBezTo>
                    <a:cubicBezTo>
                      <a:pt x="48" y="58"/>
                      <a:pt x="48" y="58"/>
                      <a:pt x="48" y="58"/>
                    </a:cubicBezTo>
                    <a:cubicBezTo>
                      <a:pt x="31" y="40"/>
                      <a:pt x="31" y="40"/>
                      <a:pt x="31" y="40"/>
                    </a:cubicBezTo>
                    <a:cubicBezTo>
                      <a:pt x="31" y="41"/>
                      <a:pt x="31" y="41"/>
                      <a:pt x="31" y="41"/>
                    </a:cubicBezTo>
                    <a:lnTo>
                      <a:pt x="31" y="120"/>
                    </a:lnTo>
                    <a:close/>
                    <a:moveTo>
                      <a:pt x="1" y="135"/>
                    </a:moveTo>
                    <a:cubicBezTo>
                      <a:pt x="4" y="123"/>
                      <a:pt x="16" y="120"/>
                      <a:pt x="31" y="120"/>
                    </a:cubicBezTo>
                    <a:cubicBezTo>
                      <a:pt x="31" y="41"/>
                      <a:pt x="31" y="41"/>
                      <a:pt x="31" y="41"/>
                    </a:cubicBezTo>
                    <a:cubicBezTo>
                      <a:pt x="13" y="58"/>
                      <a:pt x="13" y="58"/>
                      <a:pt x="13" y="58"/>
                    </a:cubicBezTo>
                    <a:cubicBezTo>
                      <a:pt x="13" y="10"/>
                      <a:pt x="13" y="10"/>
                      <a:pt x="13" y="10"/>
                    </a:cubicBezTo>
                    <a:cubicBezTo>
                      <a:pt x="13" y="10"/>
                      <a:pt x="13" y="10"/>
                      <a:pt x="13" y="10"/>
                    </a:cubicBezTo>
                    <a:cubicBezTo>
                      <a:pt x="13" y="10"/>
                      <a:pt x="13" y="10"/>
                      <a:pt x="13" y="10"/>
                    </a:cubicBezTo>
                    <a:cubicBezTo>
                      <a:pt x="13" y="4"/>
                      <a:pt x="13" y="4"/>
                      <a:pt x="13" y="4"/>
                    </a:cubicBezTo>
                    <a:cubicBezTo>
                      <a:pt x="31" y="4"/>
                      <a:pt x="31" y="4"/>
                      <a:pt x="31" y="4"/>
                    </a:cubicBezTo>
                    <a:cubicBezTo>
                      <a:pt x="31" y="0"/>
                      <a:pt x="31" y="0"/>
                      <a:pt x="31" y="0"/>
                    </a:cubicBezTo>
                    <a:cubicBezTo>
                      <a:pt x="13" y="0"/>
                      <a:pt x="13" y="0"/>
                      <a:pt x="13" y="0"/>
                    </a:cubicBezTo>
                    <a:cubicBezTo>
                      <a:pt x="9" y="0"/>
                      <a:pt x="9" y="0"/>
                      <a:pt x="9" y="0"/>
                    </a:cubicBezTo>
                    <a:cubicBezTo>
                      <a:pt x="9" y="4"/>
                      <a:pt x="9" y="4"/>
                      <a:pt x="9" y="4"/>
                    </a:cubicBezTo>
                    <a:cubicBezTo>
                      <a:pt x="9" y="12"/>
                      <a:pt x="9" y="12"/>
                      <a:pt x="9" y="12"/>
                    </a:cubicBezTo>
                    <a:cubicBezTo>
                      <a:pt x="5" y="14"/>
                      <a:pt x="2" y="17"/>
                      <a:pt x="1" y="22"/>
                    </a:cubicBezTo>
                    <a:cubicBezTo>
                      <a:pt x="0" y="26"/>
                      <a:pt x="0" y="32"/>
                      <a:pt x="0" y="36"/>
                    </a:cubicBezTo>
                    <a:cubicBezTo>
                      <a:pt x="0" y="57"/>
                      <a:pt x="0" y="114"/>
                      <a:pt x="0" y="135"/>
                    </a:cubicBezTo>
                    <a:cubicBezTo>
                      <a:pt x="0" y="139"/>
                      <a:pt x="0" y="139"/>
                      <a:pt x="1" y="1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92" name="Freeform 58"/>
              <p:cNvSpPr>
                <a:spLocks/>
              </p:cNvSpPr>
              <p:nvPr/>
            </p:nvSpPr>
            <p:spPr bwMode="auto">
              <a:xfrm>
                <a:off x="-4249738" y="8509000"/>
                <a:ext cx="236538" cy="490538"/>
              </a:xfrm>
              <a:custGeom>
                <a:avLst/>
                <a:gdLst>
                  <a:gd name="T0" fmla="*/ 2 w 63"/>
                  <a:gd name="T1" fmla="*/ 127 h 131"/>
                  <a:gd name="T2" fmla="*/ 32 w 63"/>
                  <a:gd name="T3" fmla="*/ 112 h 131"/>
                  <a:gd name="T4" fmla="*/ 61 w 63"/>
                  <a:gd name="T5" fmla="*/ 127 h 131"/>
                  <a:gd name="T6" fmla="*/ 62 w 63"/>
                  <a:gd name="T7" fmla="*/ 127 h 131"/>
                  <a:gd name="T8" fmla="*/ 62 w 63"/>
                  <a:gd name="T9" fmla="*/ 28 h 131"/>
                  <a:gd name="T10" fmla="*/ 61 w 63"/>
                  <a:gd name="T11" fmla="*/ 14 h 131"/>
                  <a:gd name="T12" fmla="*/ 32 w 63"/>
                  <a:gd name="T13" fmla="*/ 0 h 131"/>
                  <a:gd name="T14" fmla="*/ 2 w 63"/>
                  <a:gd name="T15" fmla="*/ 14 h 131"/>
                  <a:gd name="T16" fmla="*/ 1 w 63"/>
                  <a:gd name="T17" fmla="*/ 28 h 131"/>
                  <a:gd name="T18" fmla="*/ 1 w 63"/>
                  <a:gd name="T19" fmla="*/ 127 h 131"/>
                  <a:gd name="T20" fmla="*/ 2 w 63"/>
                  <a:gd name="T21" fmla="*/ 127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3" h="131">
                    <a:moveTo>
                      <a:pt x="2" y="127"/>
                    </a:moveTo>
                    <a:cubicBezTo>
                      <a:pt x="5" y="115"/>
                      <a:pt x="17" y="112"/>
                      <a:pt x="32" y="112"/>
                    </a:cubicBezTo>
                    <a:cubicBezTo>
                      <a:pt x="46" y="112"/>
                      <a:pt x="58" y="115"/>
                      <a:pt x="61" y="127"/>
                    </a:cubicBezTo>
                    <a:cubicBezTo>
                      <a:pt x="63" y="131"/>
                      <a:pt x="62" y="131"/>
                      <a:pt x="62" y="127"/>
                    </a:cubicBezTo>
                    <a:cubicBezTo>
                      <a:pt x="62" y="106"/>
                      <a:pt x="62" y="49"/>
                      <a:pt x="62" y="28"/>
                    </a:cubicBezTo>
                    <a:cubicBezTo>
                      <a:pt x="62" y="24"/>
                      <a:pt x="62" y="18"/>
                      <a:pt x="61" y="14"/>
                    </a:cubicBezTo>
                    <a:cubicBezTo>
                      <a:pt x="57" y="3"/>
                      <a:pt x="46" y="0"/>
                      <a:pt x="32" y="0"/>
                    </a:cubicBezTo>
                    <a:cubicBezTo>
                      <a:pt x="17" y="0"/>
                      <a:pt x="6" y="3"/>
                      <a:pt x="2" y="14"/>
                    </a:cubicBezTo>
                    <a:cubicBezTo>
                      <a:pt x="1" y="18"/>
                      <a:pt x="1" y="24"/>
                      <a:pt x="1" y="28"/>
                    </a:cubicBezTo>
                    <a:cubicBezTo>
                      <a:pt x="1" y="49"/>
                      <a:pt x="1" y="106"/>
                      <a:pt x="1" y="127"/>
                    </a:cubicBezTo>
                    <a:cubicBezTo>
                      <a:pt x="1" y="131"/>
                      <a:pt x="0" y="131"/>
                      <a:pt x="2" y="1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93" name="Freeform 59"/>
              <p:cNvSpPr>
                <a:spLocks noEditPoints="1"/>
              </p:cNvSpPr>
              <p:nvPr/>
            </p:nvSpPr>
            <p:spPr bwMode="auto">
              <a:xfrm>
                <a:off x="-1698625" y="3784600"/>
                <a:ext cx="444500" cy="447675"/>
              </a:xfrm>
              <a:custGeom>
                <a:avLst/>
                <a:gdLst>
                  <a:gd name="T0" fmla="*/ 59 w 118"/>
                  <a:gd name="T1" fmla="*/ 119 h 119"/>
                  <a:gd name="T2" fmla="*/ 68 w 118"/>
                  <a:gd name="T3" fmla="*/ 119 h 119"/>
                  <a:gd name="T4" fmla="*/ 68 w 118"/>
                  <a:gd name="T5" fmla="*/ 110 h 119"/>
                  <a:gd name="T6" fmla="*/ 88 w 118"/>
                  <a:gd name="T7" fmla="*/ 102 h 119"/>
                  <a:gd name="T8" fmla="*/ 94 w 118"/>
                  <a:gd name="T9" fmla="*/ 108 h 119"/>
                  <a:gd name="T10" fmla="*/ 108 w 118"/>
                  <a:gd name="T11" fmla="*/ 95 h 119"/>
                  <a:gd name="T12" fmla="*/ 101 w 118"/>
                  <a:gd name="T13" fmla="*/ 89 h 119"/>
                  <a:gd name="T14" fmla="*/ 109 w 118"/>
                  <a:gd name="T15" fmla="*/ 69 h 119"/>
                  <a:gd name="T16" fmla="*/ 118 w 118"/>
                  <a:gd name="T17" fmla="*/ 69 h 119"/>
                  <a:gd name="T18" fmla="*/ 118 w 118"/>
                  <a:gd name="T19" fmla="*/ 50 h 119"/>
                  <a:gd name="T20" fmla="*/ 109 w 118"/>
                  <a:gd name="T21" fmla="*/ 50 h 119"/>
                  <a:gd name="T22" fmla="*/ 101 w 118"/>
                  <a:gd name="T23" fmla="*/ 31 h 119"/>
                  <a:gd name="T24" fmla="*/ 108 w 118"/>
                  <a:gd name="T25" fmla="*/ 24 h 119"/>
                  <a:gd name="T26" fmla="*/ 94 w 118"/>
                  <a:gd name="T27" fmla="*/ 11 h 119"/>
                  <a:gd name="T28" fmla="*/ 88 w 118"/>
                  <a:gd name="T29" fmla="*/ 17 h 119"/>
                  <a:gd name="T30" fmla="*/ 68 w 118"/>
                  <a:gd name="T31" fmla="*/ 9 h 119"/>
                  <a:gd name="T32" fmla="*/ 68 w 118"/>
                  <a:gd name="T33" fmla="*/ 0 h 119"/>
                  <a:gd name="T34" fmla="*/ 59 w 118"/>
                  <a:gd name="T35" fmla="*/ 0 h 119"/>
                  <a:gd name="T36" fmla="*/ 59 w 118"/>
                  <a:gd name="T37" fmla="*/ 22 h 119"/>
                  <a:gd name="T38" fmla="*/ 97 w 118"/>
                  <a:gd name="T39" fmla="*/ 60 h 119"/>
                  <a:gd name="T40" fmla="*/ 59 w 118"/>
                  <a:gd name="T41" fmla="*/ 97 h 119"/>
                  <a:gd name="T42" fmla="*/ 59 w 118"/>
                  <a:gd name="T43" fmla="*/ 119 h 119"/>
                  <a:gd name="T44" fmla="*/ 17 w 118"/>
                  <a:gd name="T45" fmla="*/ 89 h 119"/>
                  <a:gd name="T46" fmla="*/ 11 w 118"/>
                  <a:gd name="T47" fmla="*/ 95 h 119"/>
                  <a:gd name="T48" fmla="*/ 24 w 118"/>
                  <a:gd name="T49" fmla="*/ 108 h 119"/>
                  <a:gd name="T50" fmla="*/ 30 w 118"/>
                  <a:gd name="T51" fmla="*/ 102 h 119"/>
                  <a:gd name="T52" fmla="*/ 50 w 118"/>
                  <a:gd name="T53" fmla="*/ 110 h 119"/>
                  <a:gd name="T54" fmla="*/ 50 w 118"/>
                  <a:gd name="T55" fmla="*/ 119 h 119"/>
                  <a:gd name="T56" fmla="*/ 59 w 118"/>
                  <a:gd name="T57" fmla="*/ 119 h 119"/>
                  <a:gd name="T58" fmla="*/ 59 w 118"/>
                  <a:gd name="T59" fmla="*/ 97 h 119"/>
                  <a:gd name="T60" fmla="*/ 59 w 118"/>
                  <a:gd name="T61" fmla="*/ 97 h 119"/>
                  <a:gd name="T62" fmla="*/ 21 w 118"/>
                  <a:gd name="T63" fmla="*/ 60 h 119"/>
                  <a:gd name="T64" fmla="*/ 59 w 118"/>
                  <a:gd name="T65" fmla="*/ 22 h 119"/>
                  <a:gd name="T66" fmla="*/ 59 w 118"/>
                  <a:gd name="T67" fmla="*/ 22 h 119"/>
                  <a:gd name="T68" fmla="*/ 59 w 118"/>
                  <a:gd name="T69" fmla="*/ 22 h 119"/>
                  <a:gd name="T70" fmla="*/ 59 w 118"/>
                  <a:gd name="T71" fmla="*/ 0 h 119"/>
                  <a:gd name="T72" fmla="*/ 50 w 118"/>
                  <a:gd name="T73" fmla="*/ 0 h 119"/>
                  <a:gd name="T74" fmla="*/ 50 w 118"/>
                  <a:gd name="T75" fmla="*/ 9 h 119"/>
                  <a:gd name="T76" fmla="*/ 30 w 118"/>
                  <a:gd name="T77" fmla="*/ 17 h 119"/>
                  <a:gd name="T78" fmla="*/ 24 w 118"/>
                  <a:gd name="T79" fmla="*/ 11 h 119"/>
                  <a:gd name="T80" fmla="*/ 11 w 118"/>
                  <a:gd name="T81" fmla="*/ 24 h 119"/>
                  <a:gd name="T82" fmla="*/ 17 w 118"/>
                  <a:gd name="T83" fmla="*/ 31 h 119"/>
                  <a:gd name="T84" fmla="*/ 9 w 118"/>
                  <a:gd name="T85" fmla="*/ 50 h 119"/>
                  <a:gd name="T86" fmla="*/ 0 w 118"/>
                  <a:gd name="T87" fmla="*/ 50 h 119"/>
                  <a:gd name="T88" fmla="*/ 0 w 118"/>
                  <a:gd name="T89" fmla="*/ 69 h 119"/>
                  <a:gd name="T90" fmla="*/ 9 w 118"/>
                  <a:gd name="T91" fmla="*/ 69 h 119"/>
                  <a:gd name="T92" fmla="*/ 17 w 118"/>
                  <a:gd name="T93" fmla="*/ 89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8" h="119">
                    <a:moveTo>
                      <a:pt x="59" y="119"/>
                    </a:moveTo>
                    <a:cubicBezTo>
                      <a:pt x="68" y="119"/>
                      <a:pt x="68" y="119"/>
                      <a:pt x="68" y="119"/>
                    </a:cubicBezTo>
                    <a:cubicBezTo>
                      <a:pt x="68" y="110"/>
                      <a:pt x="68" y="110"/>
                      <a:pt x="68" y="110"/>
                    </a:cubicBezTo>
                    <a:cubicBezTo>
                      <a:pt x="76" y="109"/>
                      <a:pt x="82" y="106"/>
                      <a:pt x="88" y="102"/>
                    </a:cubicBezTo>
                    <a:cubicBezTo>
                      <a:pt x="94" y="108"/>
                      <a:pt x="94" y="108"/>
                      <a:pt x="94" y="108"/>
                    </a:cubicBezTo>
                    <a:cubicBezTo>
                      <a:pt x="108" y="95"/>
                      <a:pt x="108" y="95"/>
                      <a:pt x="108" y="95"/>
                    </a:cubicBezTo>
                    <a:cubicBezTo>
                      <a:pt x="101" y="89"/>
                      <a:pt x="101" y="89"/>
                      <a:pt x="101" y="89"/>
                    </a:cubicBezTo>
                    <a:cubicBezTo>
                      <a:pt x="105" y="83"/>
                      <a:pt x="108" y="76"/>
                      <a:pt x="109" y="69"/>
                    </a:cubicBezTo>
                    <a:cubicBezTo>
                      <a:pt x="118" y="69"/>
                      <a:pt x="118" y="69"/>
                      <a:pt x="118" y="69"/>
                    </a:cubicBezTo>
                    <a:cubicBezTo>
                      <a:pt x="118" y="50"/>
                      <a:pt x="118" y="50"/>
                      <a:pt x="118" y="50"/>
                    </a:cubicBezTo>
                    <a:cubicBezTo>
                      <a:pt x="109" y="50"/>
                      <a:pt x="109" y="50"/>
                      <a:pt x="109" y="50"/>
                    </a:cubicBezTo>
                    <a:cubicBezTo>
                      <a:pt x="108" y="43"/>
                      <a:pt x="105" y="36"/>
                      <a:pt x="101" y="31"/>
                    </a:cubicBezTo>
                    <a:cubicBezTo>
                      <a:pt x="108" y="24"/>
                      <a:pt x="108" y="24"/>
                      <a:pt x="108" y="24"/>
                    </a:cubicBezTo>
                    <a:cubicBezTo>
                      <a:pt x="94" y="11"/>
                      <a:pt x="94" y="11"/>
                      <a:pt x="94" y="11"/>
                    </a:cubicBezTo>
                    <a:cubicBezTo>
                      <a:pt x="88" y="17"/>
                      <a:pt x="88" y="17"/>
                      <a:pt x="88" y="17"/>
                    </a:cubicBezTo>
                    <a:cubicBezTo>
                      <a:pt x="82" y="13"/>
                      <a:pt x="76" y="11"/>
                      <a:pt x="68" y="9"/>
                    </a:cubicBezTo>
                    <a:cubicBezTo>
                      <a:pt x="68" y="0"/>
                      <a:pt x="68" y="0"/>
                      <a:pt x="68" y="0"/>
                    </a:cubicBezTo>
                    <a:cubicBezTo>
                      <a:pt x="59" y="0"/>
                      <a:pt x="59" y="0"/>
                      <a:pt x="59" y="0"/>
                    </a:cubicBezTo>
                    <a:cubicBezTo>
                      <a:pt x="59" y="22"/>
                      <a:pt x="59" y="22"/>
                      <a:pt x="59" y="22"/>
                    </a:cubicBezTo>
                    <a:cubicBezTo>
                      <a:pt x="80" y="22"/>
                      <a:pt x="97" y="39"/>
                      <a:pt x="97" y="60"/>
                    </a:cubicBezTo>
                    <a:cubicBezTo>
                      <a:pt x="97" y="81"/>
                      <a:pt x="80" y="97"/>
                      <a:pt x="59" y="97"/>
                    </a:cubicBezTo>
                    <a:lnTo>
                      <a:pt x="59" y="119"/>
                    </a:lnTo>
                    <a:close/>
                    <a:moveTo>
                      <a:pt x="17" y="89"/>
                    </a:moveTo>
                    <a:cubicBezTo>
                      <a:pt x="11" y="95"/>
                      <a:pt x="11" y="95"/>
                      <a:pt x="11" y="95"/>
                    </a:cubicBezTo>
                    <a:cubicBezTo>
                      <a:pt x="24" y="108"/>
                      <a:pt x="24" y="108"/>
                      <a:pt x="24" y="108"/>
                    </a:cubicBezTo>
                    <a:cubicBezTo>
                      <a:pt x="30" y="102"/>
                      <a:pt x="30" y="102"/>
                      <a:pt x="30" y="102"/>
                    </a:cubicBezTo>
                    <a:cubicBezTo>
                      <a:pt x="36" y="106"/>
                      <a:pt x="42" y="109"/>
                      <a:pt x="50" y="110"/>
                    </a:cubicBezTo>
                    <a:cubicBezTo>
                      <a:pt x="50" y="119"/>
                      <a:pt x="50" y="119"/>
                      <a:pt x="50" y="119"/>
                    </a:cubicBezTo>
                    <a:cubicBezTo>
                      <a:pt x="59" y="119"/>
                      <a:pt x="59" y="119"/>
                      <a:pt x="59" y="119"/>
                    </a:cubicBezTo>
                    <a:cubicBezTo>
                      <a:pt x="59" y="97"/>
                      <a:pt x="59" y="97"/>
                      <a:pt x="59" y="97"/>
                    </a:cubicBezTo>
                    <a:cubicBezTo>
                      <a:pt x="59" y="97"/>
                      <a:pt x="59" y="97"/>
                      <a:pt x="59" y="97"/>
                    </a:cubicBezTo>
                    <a:cubicBezTo>
                      <a:pt x="38" y="97"/>
                      <a:pt x="21" y="81"/>
                      <a:pt x="21" y="60"/>
                    </a:cubicBezTo>
                    <a:cubicBezTo>
                      <a:pt x="21" y="39"/>
                      <a:pt x="38" y="22"/>
                      <a:pt x="59" y="22"/>
                    </a:cubicBezTo>
                    <a:cubicBezTo>
                      <a:pt x="59" y="22"/>
                      <a:pt x="59" y="22"/>
                      <a:pt x="59" y="22"/>
                    </a:cubicBezTo>
                    <a:cubicBezTo>
                      <a:pt x="59" y="22"/>
                      <a:pt x="59" y="22"/>
                      <a:pt x="59" y="22"/>
                    </a:cubicBezTo>
                    <a:cubicBezTo>
                      <a:pt x="59" y="0"/>
                      <a:pt x="59" y="0"/>
                      <a:pt x="59" y="0"/>
                    </a:cubicBezTo>
                    <a:cubicBezTo>
                      <a:pt x="50" y="0"/>
                      <a:pt x="50" y="0"/>
                      <a:pt x="50" y="0"/>
                    </a:cubicBezTo>
                    <a:cubicBezTo>
                      <a:pt x="50" y="9"/>
                      <a:pt x="50" y="9"/>
                      <a:pt x="50" y="9"/>
                    </a:cubicBezTo>
                    <a:cubicBezTo>
                      <a:pt x="42" y="11"/>
                      <a:pt x="36" y="13"/>
                      <a:pt x="30" y="17"/>
                    </a:cubicBezTo>
                    <a:cubicBezTo>
                      <a:pt x="24" y="11"/>
                      <a:pt x="24" y="11"/>
                      <a:pt x="24" y="11"/>
                    </a:cubicBezTo>
                    <a:cubicBezTo>
                      <a:pt x="11" y="24"/>
                      <a:pt x="11" y="24"/>
                      <a:pt x="11" y="24"/>
                    </a:cubicBezTo>
                    <a:cubicBezTo>
                      <a:pt x="17" y="31"/>
                      <a:pt x="17" y="31"/>
                      <a:pt x="17" y="31"/>
                    </a:cubicBezTo>
                    <a:cubicBezTo>
                      <a:pt x="13" y="36"/>
                      <a:pt x="10" y="43"/>
                      <a:pt x="9" y="50"/>
                    </a:cubicBezTo>
                    <a:cubicBezTo>
                      <a:pt x="0" y="50"/>
                      <a:pt x="0" y="50"/>
                      <a:pt x="0" y="50"/>
                    </a:cubicBezTo>
                    <a:cubicBezTo>
                      <a:pt x="0" y="69"/>
                      <a:pt x="0" y="69"/>
                      <a:pt x="0" y="69"/>
                    </a:cubicBezTo>
                    <a:cubicBezTo>
                      <a:pt x="9" y="69"/>
                      <a:pt x="9" y="69"/>
                      <a:pt x="9" y="69"/>
                    </a:cubicBezTo>
                    <a:cubicBezTo>
                      <a:pt x="10" y="76"/>
                      <a:pt x="13" y="83"/>
                      <a:pt x="17" y="8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94" name="Freeform 60"/>
              <p:cNvSpPr>
                <a:spLocks noEditPoints="1"/>
              </p:cNvSpPr>
              <p:nvPr/>
            </p:nvSpPr>
            <p:spPr bwMode="auto">
              <a:xfrm>
                <a:off x="-1355725" y="3586163"/>
                <a:ext cx="300038" cy="300038"/>
              </a:xfrm>
              <a:custGeom>
                <a:avLst/>
                <a:gdLst>
                  <a:gd name="T0" fmla="*/ 74 w 80"/>
                  <a:gd name="T1" fmla="*/ 33 h 80"/>
                  <a:gd name="T2" fmla="*/ 80 w 80"/>
                  <a:gd name="T3" fmla="*/ 31 h 80"/>
                  <a:gd name="T4" fmla="*/ 74 w 80"/>
                  <a:gd name="T5" fmla="*/ 17 h 80"/>
                  <a:gd name="T6" fmla="*/ 68 w 80"/>
                  <a:gd name="T7" fmla="*/ 20 h 80"/>
                  <a:gd name="T8" fmla="*/ 60 w 80"/>
                  <a:gd name="T9" fmla="*/ 11 h 80"/>
                  <a:gd name="T10" fmla="*/ 62 w 80"/>
                  <a:gd name="T11" fmla="*/ 5 h 80"/>
                  <a:gd name="T12" fmla="*/ 48 w 80"/>
                  <a:gd name="T13" fmla="*/ 0 h 80"/>
                  <a:gd name="T14" fmla="*/ 46 w 80"/>
                  <a:gd name="T15" fmla="*/ 5 h 80"/>
                  <a:gd name="T16" fmla="*/ 40 w 80"/>
                  <a:gd name="T17" fmla="*/ 5 h 80"/>
                  <a:gd name="T18" fmla="*/ 40 w 80"/>
                  <a:gd name="T19" fmla="*/ 16 h 80"/>
                  <a:gd name="T20" fmla="*/ 62 w 80"/>
                  <a:gd name="T21" fmla="*/ 31 h 80"/>
                  <a:gd name="T22" fmla="*/ 49 w 80"/>
                  <a:gd name="T23" fmla="*/ 61 h 80"/>
                  <a:gd name="T24" fmla="*/ 49 w 80"/>
                  <a:gd name="T25" fmla="*/ 61 h 80"/>
                  <a:gd name="T26" fmla="*/ 40 w 80"/>
                  <a:gd name="T27" fmla="*/ 63 h 80"/>
                  <a:gd name="T28" fmla="*/ 40 w 80"/>
                  <a:gd name="T29" fmla="*/ 63 h 80"/>
                  <a:gd name="T30" fmla="*/ 40 w 80"/>
                  <a:gd name="T31" fmla="*/ 75 h 80"/>
                  <a:gd name="T32" fmla="*/ 46 w 80"/>
                  <a:gd name="T33" fmla="*/ 74 h 80"/>
                  <a:gd name="T34" fmla="*/ 49 w 80"/>
                  <a:gd name="T35" fmla="*/ 80 h 80"/>
                  <a:gd name="T36" fmla="*/ 63 w 80"/>
                  <a:gd name="T37" fmla="*/ 74 h 80"/>
                  <a:gd name="T38" fmla="*/ 60 w 80"/>
                  <a:gd name="T39" fmla="*/ 68 h 80"/>
                  <a:gd name="T40" fmla="*/ 69 w 80"/>
                  <a:gd name="T41" fmla="*/ 60 h 80"/>
                  <a:gd name="T42" fmla="*/ 74 w 80"/>
                  <a:gd name="T43" fmla="*/ 62 h 80"/>
                  <a:gd name="T44" fmla="*/ 80 w 80"/>
                  <a:gd name="T45" fmla="*/ 48 h 80"/>
                  <a:gd name="T46" fmla="*/ 74 w 80"/>
                  <a:gd name="T47" fmla="*/ 46 h 80"/>
                  <a:gd name="T48" fmla="*/ 74 w 80"/>
                  <a:gd name="T49" fmla="*/ 33 h 80"/>
                  <a:gd name="T50" fmla="*/ 40 w 80"/>
                  <a:gd name="T51" fmla="*/ 5 h 80"/>
                  <a:gd name="T52" fmla="*/ 33 w 80"/>
                  <a:gd name="T53" fmla="*/ 5 h 80"/>
                  <a:gd name="T54" fmla="*/ 31 w 80"/>
                  <a:gd name="T55" fmla="*/ 0 h 80"/>
                  <a:gd name="T56" fmla="*/ 17 w 80"/>
                  <a:gd name="T57" fmla="*/ 6 h 80"/>
                  <a:gd name="T58" fmla="*/ 20 w 80"/>
                  <a:gd name="T59" fmla="*/ 11 h 80"/>
                  <a:gd name="T60" fmla="*/ 11 w 80"/>
                  <a:gd name="T61" fmla="*/ 20 h 80"/>
                  <a:gd name="T62" fmla="*/ 5 w 80"/>
                  <a:gd name="T63" fmla="*/ 18 h 80"/>
                  <a:gd name="T64" fmla="*/ 0 w 80"/>
                  <a:gd name="T65" fmla="*/ 32 h 80"/>
                  <a:gd name="T66" fmla="*/ 5 w 80"/>
                  <a:gd name="T67" fmla="*/ 34 h 80"/>
                  <a:gd name="T68" fmla="*/ 6 w 80"/>
                  <a:gd name="T69" fmla="*/ 46 h 80"/>
                  <a:gd name="T70" fmla="*/ 0 w 80"/>
                  <a:gd name="T71" fmla="*/ 49 h 80"/>
                  <a:gd name="T72" fmla="*/ 6 w 80"/>
                  <a:gd name="T73" fmla="*/ 62 h 80"/>
                  <a:gd name="T74" fmla="*/ 11 w 80"/>
                  <a:gd name="T75" fmla="*/ 60 h 80"/>
                  <a:gd name="T76" fmla="*/ 20 w 80"/>
                  <a:gd name="T77" fmla="*/ 69 h 80"/>
                  <a:gd name="T78" fmla="*/ 18 w 80"/>
                  <a:gd name="T79" fmla="*/ 74 h 80"/>
                  <a:gd name="T80" fmla="*/ 32 w 80"/>
                  <a:gd name="T81" fmla="*/ 80 h 80"/>
                  <a:gd name="T82" fmla="*/ 34 w 80"/>
                  <a:gd name="T83" fmla="*/ 74 h 80"/>
                  <a:gd name="T84" fmla="*/ 40 w 80"/>
                  <a:gd name="T85" fmla="*/ 75 h 80"/>
                  <a:gd name="T86" fmla="*/ 40 w 80"/>
                  <a:gd name="T87" fmla="*/ 63 h 80"/>
                  <a:gd name="T88" fmla="*/ 18 w 80"/>
                  <a:gd name="T89" fmla="*/ 49 h 80"/>
                  <a:gd name="T90" fmla="*/ 31 w 80"/>
                  <a:gd name="T91" fmla="*/ 18 h 80"/>
                  <a:gd name="T92" fmla="*/ 40 w 80"/>
                  <a:gd name="T93" fmla="*/ 16 h 80"/>
                  <a:gd name="T94" fmla="*/ 40 w 80"/>
                  <a:gd name="T95" fmla="*/ 16 h 80"/>
                  <a:gd name="T96" fmla="*/ 40 w 80"/>
                  <a:gd name="T97" fmla="*/ 5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0" h="80">
                    <a:moveTo>
                      <a:pt x="74" y="33"/>
                    </a:moveTo>
                    <a:cubicBezTo>
                      <a:pt x="80" y="31"/>
                      <a:pt x="80" y="31"/>
                      <a:pt x="80" y="31"/>
                    </a:cubicBezTo>
                    <a:cubicBezTo>
                      <a:pt x="74" y="17"/>
                      <a:pt x="74" y="17"/>
                      <a:pt x="74" y="17"/>
                    </a:cubicBezTo>
                    <a:cubicBezTo>
                      <a:pt x="68" y="20"/>
                      <a:pt x="68" y="20"/>
                      <a:pt x="68" y="20"/>
                    </a:cubicBezTo>
                    <a:cubicBezTo>
                      <a:pt x="66" y="16"/>
                      <a:pt x="63" y="13"/>
                      <a:pt x="60" y="11"/>
                    </a:cubicBezTo>
                    <a:cubicBezTo>
                      <a:pt x="62" y="5"/>
                      <a:pt x="62" y="5"/>
                      <a:pt x="62" y="5"/>
                    </a:cubicBezTo>
                    <a:cubicBezTo>
                      <a:pt x="48" y="0"/>
                      <a:pt x="48" y="0"/>
                      <a:pt x="48" y="0"/>
                    </a:cubicBezTo>
                    <a:cubicBezTo>
                      <a:pt x="46" y="5"/>
                      <a:pt x="46" y="5"/>
                      <a:pt x="46" y="5"/>
                    </a:cubicBezTo>
                    <a:cubicBezTo>
                      <a:pt x="44" y="5"/>
                      <a:pt x="42" y="5"/>
                      <a:pt x="40" y="5"/>
                    </a:cubicBezTo>
                    <a:cubicBezTo>
                      <a:pt x="40" y="16"/>
                      <a:pt x="40" y="16"/>
                      <a:pt x="40" y="16"/>
                    </a:cubicBezTo>
                    <a:cubicBezTo>
                      <a:pt x="49" y="16"/>
                      <a:pt x="58" y="22"/>
                      <a:pt x="62" y="31"/>
                    </a:cubicBezTo>
                    <a:cubicBezTo>
                      <a:pt x="67" y="43"/>
                      <a:pt x="61" y="56"/>
                      <a:pt x="49" y="61"/>
                    </a:cubicBezTo>
                    <a:cubicBezTo>
                      <a:pt x="49" y="61"/>
                      <a:pt x="49" y="61"/>
                      <a:pt x="49" y="61"/>
                    </a:cubicBezTo>
                    <a:cubicBezTo>
                      <a:pt x="46" y="63"/>
                      <a:pt x="43" y="63"/>
                      <a:pt x="40" y="63"/>
                    </a:cubicBezTo>
                    <a:cubicBezTo>
                      <a:pt x="40" y="63"/>
                      <a:pt x="40" y="63"/>
                      <a:pt x="40" y="63"/>
                    </a:cubicBezTo>
                    <a:cubicBezTo>
                      <a:pt x="40" y="75"/>
                      <a:pt x="40" y="75"/>
                      <a:pt x="40" y="75"/>
                    </a:cubicBezTo>
                    <a:cubicBezTo>
                      <a:pt x="42" y="75"/>
                      <a:pt x="44" y="75"/>
                      <a:pt x="46" y="74"/>
                    </a:cubicBezTo>
                    <a:cubicBezTo>
                      <a:pt x="49" y="80"/>
                      <a:pt x="49" y="80"/>
                      <a:pt x="49" y="80"/>
                    </a:cubicBezTo>
                    <a:cubicBezTo>
                      <a:pt x="63" y="74"/>
                      <a:pt x="63" y="74"/>
                      <a:pt x="63" y="74"/>
                    </a:cubicBezTo>
                    <a:cubicBezTo>
                      <a:pt x="60" y="68"/>
                      <a:pt x="60" y="68"/>
                      <a:pt x="60" y="68"/>
                    </a:cubicBezTo>
                    <a:cubicBezTo>
                      <a:pt x="64" y="66"/>
                      <a:pt x="67" y="63"/>
                      <a:pt x="69" y="60"/>
                    </a:cubicBezTo>
                    <a:cubicBezTo>
                      <a:pt x="74" y="62"/>
                      <a:pt x="74" y="62"/>
                      <a:pt x="74" y="62"/>
                    </a:cubicBezTo>
                    <a:cubicBezTo>
                      <a:pt x="80" y="48"/>
                      <a:pt x="80" y="48"/>
                      <a:pt x="80" y="48"/>
                    </a:cubicBezTo>
                    <a:cubicBezTo>
                      <a:pt x="74" y="46"/>
                      <a:pt x="74" y="46"/>
                      <a:pt x="74" y="46"/>
                    </a:cubicBezTo>
                    <a:cubicBezTo>
                      <a:pt x="75" y="42"/>
                      <a:pt x="75" y="37"/>
                      <a:pt x="74" y="33"/>
                    </a:cubicBezTo>
                    <a:close/>
                    <a:moveTo>
                      <a:pt x="40" y="5"/>
                    </a:moveTo>
                    <a:cubicBezTo>
                      <a:pt x="38" y="5"/>
                      <a:pt x="36" y="5"/>
                      <a:pt x="33" y="5"/>
                    </a:cubicBezTo>
                    <a:cubicBezTo>
                      <a:pt x="31" y="0"/>
                      <a:pt x="31" y="0"/>
                      <a:pt x="31" y="0"/>
                    </a:cubicBezTo>
                    <a:cubicBezTo>
                      <a:pt x="17" y="6"/>
                      <a:pt x="17" y="6"/>
                      <a:pt x="17" y="6"/>
                    </a:cubicBezTo>
                    <a:cubicBezTo>
                      <a:pt x="20" y="11"/>
                      <a:pt x="20" y="11"/>
                      <a:pt x="20" y="11"/>
                    </a:cubicBezTo>
                    <a:cubicBezTo>
                      <a:pt x="16" y="14"/>
                      <a:pt x="13" y="17"/>
                      <a:pt x="11" y="20"/>
                    </a:cubicBezTo>
                    <a:cubicBezTo>
                      <a:pt x="5" y="18"/>
                      <a:pt x="5" y="18"/>
                      <a:pt x="5" y="18"/>
                    </a:cubicBezTo>
                    <a:cubicBezTo>
                      <a:pt x="0" y="32"/>
                      <a:pt x="0" y="32"/>
                      <a:pt x="0" y="32"/>
                    </a:cubicBezTo>
                    <a:cubicBezTo>
                      <a:pt x="5" y="34"/>
                      <a:pt x="5" y="34"/>
                      <a:pt x="5" y="34"/>
                    </a:cubicBezTo>
                    <a:cubicBezTo>
                      <a:pt x="5" y="38"/>
                      <a:pt x="5" y="42"/>
                      <a:pt x="6" y="46"/>
                    </a:cubicBezTo>
                    <a:cubicBezTo>
                      <a:pt x="0" y="49"/>
                      <a:pt x="0" y="49"/>
                      <a:pt x="0" y="49"/>
                    </a:cubicBezTo>
                    <a:cubicBezTo>
                      <a:pt x="6" y="62"/>
                      <a:pt x="6" y="62"/>
                      <a:pt x="6" y="62"/>
                    </a:cubicBezTo>
                    <a:cubicBezTo>
                      <a:pt x="11" y="60"/>
                      <a:pt x="11" y="60"/>
                      <a:pt x="11" y="60"/>
                    </a:cubicBezTo>
                    <a:cubicBezTo>
                      <a:pt x="14" y="63"/>
                      <a:pt x="17" y="66"/>
                      <a:pt x="20" y="69"/>
                    </a:cubicBezTo>
                    <a:cubicBezTo>
                      <a:pt x="18" y="74"/>
                      <a:pt x="18" y="74"/>
                      <a:pt x="18" y="74"/>
                    </a:cubicBezTo>
                    <a:cubicBezTo>
                      <a:pt x="32" y="80"/>
                      <a:pt x="32" y="80"/>
                      <a:pt x="32" y="80"/>
                    </a:cubicBezTo>
                    <a:cubicBezTo>
                      <a:pt x="34" y="74"/>
                      <a:pt x="34" y="74"/>
                      <a:pt x="34" y="74"/>
                    </a:cubicBezTo>
                    <a:cubicBezTo>
                      <a:pt x="36" y="75"/>
                      <a:pt x="38" y="75"/>
                      <a:pt x="40" y="75"/>
                    </a:cubicBezTo>
                    <a:cubicBezTo>
                      <a:pt x="40" y="63"/>
                      <a:pt x="40" y="63"/>
                      <a:pt x="40" y="63"/>
                    </a:cubicBezTo>
                    <a:cubicBezTo>
                      <a:pt x="31" y="63"/>
                      <a:pt x="22" y="58"/>
                      <a:pt x="18" y="49"/>
                    </a:cubicBezTo>
                    <a:cubicBezTo>
                      <a:pt x="13" y="37"/>
                      <a:pt x="19" y="23"/>
                      <a:pt x="31" y="18"/>
                    </a:cubicBezTo>
                    <a:cubicBezTo>
                      <a:pt x="34" y="17"/>
                      <a:pt x="37" y="16"/>
                      <a:pt x="40" y="16"/>
                    </a:cubicBezTo>
                    <a:cubicBezTo>
                      <a:pt x="40" y="16"/>
                      <a:pt x="40" y="16"/>
                      <a:pt x="40" y="16"/>
                    </a:cubicBezTo>
                    <a:lnTo>
                      <a:pt x="4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95" name="Rectangle 61"/>
              <p:cNvSpPr>
                <a:spLocks noChangeArrowheads="1"/>
              </p:cNvSpPr>
              <p:nvPr/>
            </p:nvSpPr>
            <p:spPr bwMode="auto">
              <a:xfrm>
                <a:off x="-3163888" y="6438900"/>
                <a:ext cx="82550" cy="5492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96" name="Rectangle 62"/>
              <p:cNvSpPr>
                <a:spLocks noChangeArrowheads="1"/>
              </p:cNvSpPr>
              <p:nvPr/>
            </p:nvSpPr>
            <p:spPr bwMode="auto">
              <a:xfrm>
                <a:off x="-3282950" y="6740525"/>
                <a:ext cx="82550" cy="2476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97" name="Rectangle 63"/>
              <p:cNvSpPr>
                <a:spLocks noChangeArrowheads="1"/>
              </p:cNvSpPr>
              <p:nvPr/>
            </p:nvSpPr>
            <p:spPr bwMode="auto">
              <a:xfrm>
                <a:off x="-3403600" y="6521450"/>
                <a:ext cx="82550" cy="4667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98" name="Rectangle 64"/>
              <p:cNvSpPr>
                <a:spLocks noChangeArrowheads="1"/>
              </p:cNvSpPr>
              <p:nvPr/>
            </p:nvSpPr>
            <p:spPr bwMode="auto">
              <a:xfrm>
                <a:off x="-3524250" y="6669088"/>
                <a:ext cx="82550" cy="3190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99" name="Rectangle 65"/>
              <p:cNvSpPr>
                <a:spLocks noChangeArrowheads="1"/>
              </p:cNvSpPr>
              <p:nvPr/>
            </p:nvSpPr>
            <p:spPr bwMode="auto">
              <a:xfrm>
                <a:off x="-3644900" y="6615113"/>
                <a:ext cx="82550" cy="3730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00" name="Rectangle 66"/>
              <p:cNvSpPr>
                <a:spLocks noChangeArrowheads="1"/>
              </p:cNvSpPr>
              <p:nvPr/>
            </p:nvSpPr>
            <p:spPr bwMode="auto">
              <a:xfrm>
                <a:off x="-3163888" y="6375400"/>
                <a:ext cx="82550" cy="381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01" name="Rectangle 67"/>
              <p:cNvSpPr>
                <a:spLocks noChangeArrowheads="1"/>
              </p:cNvSpPr>
              <p:nvPr/>
            </p:nvSpPr>
            <p:spPr bwMode="auto">
              <a:xfrm>
                <a:off x="-3403600" y="6461125"/>
                <a:ext cx="82550" cy="381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02" name="Rectangle 68"/>
              <p:cNvSpPr>
                <a:spLocks noChangeArrowheads="1"/>
              </p:cNvSpPr>
              <p:nvPr/>
            </p:nvSpPr>
            <p:spPr bwMode="auto">
              <a:xfrm>
                <a:off x="-3524250" y="6608763"/>
                <a:ext cx="82550" cy="365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03" name="Rectangle 69"/>
              <p:cNvSpPr>
                <a:spLocks noChangeArrowheads="1"/>
              </p:cNvSpPr>
              <p:nvPr/>
            </p:nvSpPr>
            <p:spPr bwMode="auto">
              <a:xfrm>
                <a:off x="-3644900" y="6556375"/>
                <a:ext cx="82550" cy="365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04" name="Rectangle 70"/>
              <p:cNvSpPr>
                <a:spLocks noChangeArrowheads="1"/>
              </p:cNvSpPr>
              <p:nvPr/>
            </p:nvSpPr>
            <p:spPr bwMode="auto">
              <a:xfrm>
                <a:off x="-3282950" y="6680200"/>
                <a:ext cx="82550" cy="365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05" name="Freeform 71"/>
              <p:cNvSpPr>
                <a:spLocks/>
              </p:cNvSpPr>
              <p:nvPr/>
            </p:nvSpPr>
            <p:spPr bwMode="auto">
              <a:xfrm>
                <a:off x="-4775200" y="2060575"/>
                <a:ext cx="560388" cy="331788"/>
              </a:xfrm>
              <a:custGeom>
                <a:avLst/>
                <a:gdLst>
                  <a:gd name="T0" fmla="*/ 84 w 149"/>
                  <a:gd name="T1" fmla="*/ 0 h 88"/>
                  <a:gd name="T2" fmla="*/ 84 w 149"/>
                  <a:gd name="T3" fmla="*/ 15 h 88"/>
                  <a:gd name="T4" fmla="*/ 0 w 149"/>
                  <a:gd name="T5" fmla="*/ 88 h 88"/>
                  <a:gd name="T6" fmla="*/ 84 w 149"/>
                  <a:gd name="T7" fmla="*/ 71 h 88"/>
                  <a:gd name="T8" fmla="*/ 84 w 149"/>
                  <a:gd name="T9" fmla="*/ 86 h 88"/>
                  <a:gd name="T10" fmla="*/ 149 w 149"/>
                  <a:gd name="T11" fmla="*/ 43 h 88"/>
                  <a:gd name="T12" fmla="*/ 84 w 149"/>
                  <a:gd name="T13" fmla="*/ 0 h 88"/>
                </a:gdLst>
                <a:ahLst/>
                <a:cxnLst>
                  <a:cxn ang="0">
                    <a:pos x="T0" y="T1"/>
                  </a:cxn>
                  <a:cxn ang="0">
                    <a:pos x="T2" y="T3"/>
                  </a:cxn>
                  <a:cxn ang="0">
                    <a:pos x="T4" y="T5"/>
                  </a:cxn>
                  <a:cxn ang="0">
                    <a:pos x="T6" y="T7"/>
                  </a:cxn>
                  <a:cxn ang="0">
                    <a:pos x="T8" y="T9"/>
                  </a:cxn>
                  <a:cxn ang="0">
                    <a:pos x="T10" y="T11"/>
                  </a:cxn>
                  <a:cxn ang="0">
                    <a:pos x="T12" y="T13"/>
                  </a:cxn>
                </a:cxnLst>
                <a:rect l="0" t="0" r="r" b="b"/>
                <a:pathLst>
                  <a:path w="149" h="88">
                    <a:moveTo>
                      <a:pt x="84" y="0"/>
                    </a:moveTo>
                    <a:cubicBezTo>
                      <a:pt x="84" y="15"/>
                      <a:pt x="84" y="15"/>
                      <a:pt x="84" y="15"/>
                    </a:cubicBezTo>
                    <a:cubicBezTo>
                      <a:pt x="9" y="15"/>
                      <a:pt x="0" y="88"/>
                      <a:pt x="0" y="88"/>
                    </a:cubicBezTo>
                    <a:cubicBezTo>
                      <a:pt x="0" y="88"/>
                      <a:pt x="23" y="71"/>
                      <a:pt x="84" y="71"/>
                    </a:cubicBezTo>
                    <a:cubicBezTo>
                      <a:pt x="84" y="86"/>
                      <a:pt x="84" y="86"/>
                      <a:pt x="84" y="86"/>
                    </a:cubicBezTo>
                    <a:cubicBezTo>
                      <a:pt x="149" y="43"/>
                      <a:pt x="149" y="43"/>
                      <a:pt x="149" y="43"/>
                    </a:cubicBezTo>
                    <a:lnTo>
                      <a:pt x="8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06" name="Freeform 72"/>
              <p:cNvSpPr>
                <a:spLocks/>
              </p:cNvSpPr>
              <p:nvPr/>
            </p:nvSpPr>
            <p:spPr bwMode="auto">
              <a:xfrm>
                <a:off x="-4832350" y="2354263"/>
                <a:ext cx="557213" cy="330200"/>
              </a:xfrm>
              <a:custGeom>
                <a:avLst/>
                <a:gdLst>
                  <a:gd name="T0" fmla="*/ 65 w 148"/>
                  <a:gd name="T1" fmla="*/ 88 h 88"/>
                  <a:gd name="T2" fmla="*/ 65 w 148"/>
                  <a:gd name="T3" fmla="*/ 73 h 88"/>
                  <a:gd name="T4" fmla="*/ 148 w 148"/>
                  <a:gd name="T5" fmla="*/ 0 h 88"/>
                  <a:gd name="T6" fmla="*/ 65 w 148"/>
                  <a:gd name="T7" fmla="*/ 17 h 88"/>
                  <a:gd name="T8" fmla="*/ 65 w 148"/>
                  <a:gd name="T9" fmla="*/ 2 h 88"/>
                  <a:gd name="T10" fmla="*/ 0 w 148"/>
                  <a:gd name="T11" fmla="*/ 45 h 88"/>
                  <a:gd name="T12" fmla="*/ 65 w 148"/>
                  <a:gd name="T13" fmla="*/ 88 h 88"/>
                </a:gdLst>
                <a:ahLst/>
                <a:cxnLst>
                  <a:cxn ang="0">
                    <a:pos x="T0" y="T1"/>
                  </a:cxn>
                  <a:cxn ang="0">
                    <a:pos x="T2" y="T3"/>
                  </a:cxn>
                  <a:cxn ang="0">
                    <a:pos x="T4" y="T5"/>
                  </a:cxn>
                  <a:cxn ang="0">
                    <a:pos x="T6" y="T7"/>
                  </a:cxn>
                  <a:cxn ang="0">
                    <a:pos x="T8" y="T9"/>
                  </a:cxn>
                  <a:cxn ang="0">
                    <a:pos x="T10" y="T11"/>
                  </a:cxn>
                  <a:cxn ang="0">
                    <a:pos x="T12" y="T13"/>
                  </a:cxn>
                </a:cxnLst>
                <a:rect l="0" t="0" r="r" b="b"/>
                <a:pathLst>
                  <a:path w="148" h="88">
                    <a:moveTo>
                      <a:pt x="65" y="88"/>
                    </a:moveTo>
                    <a:cubicBezTo>
                      <a:pt x="65" y="73"/>
                      <a:pt x="65" y="73"/>
                      <a:pt x="65" y="73"/>
                    </a:cubicBezTo>
                    <a:cubicBezTo>
                      <a:pt x="140" y="73"/>
                      <a:pt x="148" y="0"/>
                      <a:pt x="148" y="0"/>
                    </a:cubicBezTo>
                    <a:cubicBezTo>
                      <a:pt x="148" y="0"/>
                      <a:pt x="126" y="17"/>
                      <a:pt x="65" y="17"/>
                    </a:cubicBezTo>
                    <a:cubicBezTo>
                      <a:pt x="65" y="2"/>
                      <a:pt x="65" y="2"/>
                      <a:pt x="65" y="2"/>
                    </a:cubicBezTo>
                    <a:cubicBezTo>
                      <a:pt x="0" y="45"/>
                      <a:pt x="0" y="45"/>
                      <a:pt x="0" y="45"/>
                    </a:cubicBezTo>
                    <a:lnTo>
                      <a:pt x="65" y="8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07" name="Freeform 73"/>
              <p:cNvSpPr>
                <a:spLocks noEditPoints="1"/>
              </p:cNvSpPr>
              <p:nvPr/>
            </p:nvSpPr>
            <p:spPr bwMode="auto">
              <a:xfrm>
                <a:off x="-2119313" y="1884363"/>
                <a:ext cx="703263" cy="698500"/>
              </a:xfrm>
              <a:custGeom>
                <a:avLst/>
                <a:gdLst>
                  <a:gd name="T0" fmla="*/ 140 w 187"/>
                  <a:gd name="T1" fmla="*/ 174 h 186"/>
                  <a:gd name="T2" fmla="*/ 174 w 187"/>
                  <a:gd name="T3" fmla="*/ 140 h 186"/>
                  <a:gd name="T4" fmla="*/ 185 w 187"/>
                  <a:gd name="T5" fmla="*/ 112 h 186"/>
                  <a:gd name="T6" fmla="*/ 185 w 187"/>
                  <a:gd name="T7" fmla="*/ 74 h 186"/>
                  <a:gd name="T8" fmla="*/ 174 w 187"/>
                  <a:gd name="T9" fmla="*/ 47 h 186"/>
                  <a:gd name="T10" fmla="*/ 140 w 187"/>
                  <a:gd name="T11" fmla="*/ 12 h 186"/>
                  <a:gd name="T12" fmla="*/ 128 w 187"/>
                  <a:gd name="T13" fmla="*/ 6 h 186"/>
                  <a:gd name="T14" fmla="*/ 100 w 187"/>
                  <a:gd name="T15" fmla="*/ 0 h 186"/>
                  <a:gd name="T16" fmla="*/ 104 w 187"/>
                  <a:gd name="T17" fmla="*/ 9 h 186"/>
                  <a:gd name="T18" fmla="*/ 115 w 187"/>
                  <a:gd name="T19" fmla="*/ 9 h 186"/>
                  <a:gd name="T20" fmla="*/ 126 w 187"/>
                  <a:gd name="T21" fmla="*/ 12 h 186"/>
                  <a:gd name="T22" fmla="*/ 123 w 187"/>
                  <a:gd name="T23" fmla="*/ 14 h 186"/>
                  <a:gd name="T24" fmla="*/ 108 w 187"/>
                  <a:gd name="T25" fmla="*/ 20 h 186"/>
                  <a:gd name="T26" fmla="*/ 110 w 187"/>
                  <a:gd name="T27" fmla="*/ 29 h 186"/>
                  <a:gd name="T28" fmla="*/ 119 w 187"/>
                  <a:gd name="T29" fmla="*/ 36 h 186"/>
                  <a:gd name="T30" fmla="*/ 132 w 187"/>
                  <a:gd name="T31" fmla="*/ 18 h 186"/>
                  <a:gd name="T32" fmla="*/ 142 w 187"/>
                  <a:gd name="T33" fmla="*/ 21 h 186"/>
                  <a:gd name="T34" fmla="*/ 150 w 187"/>
                  <a:gd name="T35" fmla="*/ 25 h 186"/>
                  <a:gd name="T36" fmla="*/ 154 w 187"/>
                  <a:gd name="T37" fmla="*/ 38 h 186"/>
                  <a:gd name="T38" fmla="*/ 151 w 187"/>
                  <a:gd name="T39" fmla="*/ 45 h 186"/>
                  <a:gd name="T40" fmla="*/ 146 w 187"/>
                  <a:gd name="T41" fmla="*/ 40 h 186"/>
                  <a:gd name="T42" fmla="*/ 135 w 187"/>
                  <a:gd name="T43" fmla="*/ 41 h 186"/>
                  <a:gd name="T44" fmla="*/ 143 w 187"/>
                  <a:gd name="T45" fmla="*/ 46 h 186"/>
                  <a:gd name="T46" fmla="*/ 123 w 187"/>
                  <a:gd name="T47" fmla="*/ 54 h 186"/>
                  <a:gd name="T48" fmla="*/ 113 w 187"/>
                  <a:gd name="T49" fmla="*/ 60 h 186"/>
                  <a:gd name="T50" fmla="*/ 101 w 187"/>
                  <a:gd name="T51" fmla="*/ 72 h 186"/>
                  <a:gd name="T52" fmla="*/ 108 w 187"/>
                  <a:gd name="T53" fmla="*/ 110 h 186"/>
                  <a:gd name="T54" fmla="*/ 118 w 187"/>
                  <a:gd name="T55" fmla="*/ 113 h 186"/>
                  <a:gd name="T56" fmla="*/ 129 w 187"/>
                  <a:gd name="T57" fmla="*/ 116 h 186"/>
                  <a:gd name="T58" fmla="*/ 146 w 187"/>
                  <a:gd name="T59" fmla="*/ 126 h 186"/>
                  <a:gd name="T60" fmla="*/ 155 w 187"/>
                  <a:gd name="T61" fmla="*/ 135 h 186"/>
                  <a:gd name="T62" fmla="*/ 169 w 187"/>
                  <a:gd name="T63" fmla="*/ 139 h 186"/>
                  <a:gd name="T64" fmla="*/ 107 w 187"/>
                  <a:gd name="T65" fmla="*/ 163 h 186"/>
                  <a:gd name="T66" fmla="*/ 1 w 187"/>
                  <a:gd name="T67" fmla="*/ 79 h 186"/>
                  <a:gd name="T68" fmla="*/ 3 w 187"/>
                  <a:gd name="T69" fmla="*/ 116 h 186"/>
                  <a:gd name="T70" fmla="*/ 20 w 187"/>
                  <a:gd name="T71" fmla="*/ 151 h 186"/>
                  <a:gd name="T72" fmla="*/ 59 w 187"/>
                  <a:gd name="T73" fmla="*/ 180 h 186"/>
                  <a:gd name="T74" fmla="*/ 95 w 187"/>
                  <a:gd name="T75" fmla="*/ 148 h 186"/>
                  <a:gd name="T76" fmla="*/ 92 w 187"/>
                  <a:gd name="T77" fmla="*/ 133 h 186"/>
                  <a:gd name="T78" fmla="*/ 97 w 187"/>
                  <a:gd name="T79" fmla="*/ 119 h 186"/>
                  <a:gd name="T80" fmla="*/ 85 w 187"/>
                  <a:gd name="T81" fmla="*/ 115 h 186"/>
                  <a:gd name="T82" fmla="*/ 73 w 187"/>
                  <a:gd name="T83" fmla="*/ 107 h 186"/>
                  <a:gd name="T84" fmla="*/ 54 w 187"/>
                  <a:gd name="T85" fmla="*/ 99 h 186"/>
                  <a:gd name="T86" fmla="*/ 45 w 187"/>
                  <a:gd name="T87" fmla="*/ 83 h 186"/>
                  <a:gd name="T88" fmla="*/ 41 w 187"/>
                  <a:gd name="T89" fmla="*/ 81 h 186"/>
                  <a:gd name="T90" fmla="*/ 40 w 187"/>
                  <a:gd name="T91" fmla="*/ 84 h 186"/>
                  <a:gd name="T92" fmla="*/ 34 w 187"/>
                  <a:gd name="T93" fmla="*/ 69 h 186"/>
                  <a:gd name="T94" fmla="*/ 34 w 187"/>
                  <a:gd name="T95" fmla="*/ 53 h 186"/>
                  <a:gd name="T96" fmla="*/ 41 w 187"/>
                  <a:gd name="T97" fmla="*/ 36 h 186"/>
                  <a:gd name="T98" fmla="*/ 40 w 187"/>
                  <a:gd name="T99" fmla="*/ 26 h 186"/>
                  <a:gd name="T100" fmla="*/ 84 w 187"/>
                  <a:gd name="T101" fmla="*/ 7 h 186"/>
                  <a:gd name="T102" fmla="*/ 100 w 187"/>
                  <a:gd name="T103" fmla="*/ 0 h 186"/>
                  <a:gd name="T104" fmla="*/ 58 w 187"/>
                  <a:gd name="T105" fmla="*/ 7 h 186"/>
                  <a:gd name="T106" fmla="*/ 27 w 187"/>
                  <a:gd name="T107" fmla="*/ 27 h 186"/>
                  <a:gd name="T108" fmla="*/ 6 w 187"/>
                  <a:gd name="T109" fmla="*/ 59 h 186"/>
                  <a:gd name="T110" fmla="*/ 99 w 187"/>
                  <a:gd name="T111" fmla="*/ 117 h 186"/>
                  <a:gd name="T112" fmla="*/ 86 w 187"/>
                  <a:gd name="T113" fmla="*/ 103 h 186"/>
                  <a:gd name="T114" fmla="*/ 83 w 187"/>
                  <a:gd name="T115" fmla="*/ 94 h 186"/>
                  <a:gd name="T116" fmla="*/ 67 w 187"/>
                  <a:gd name="T117" fmla="*/ 97 h 186"/>
                  <a:gd name="T118" fmla="*/ 75 w 187"/>
                  <a:gd name="T119" fmla="*/ 77 h 186"/>
                  <a:gd name="T120" fmla="*/ 92 w 187"/>
                  <a:gd name="T121" fmla="*/ 77 h 186"/>
                  <a:gd name="T122" fmla="*/ 97 w 187"/>
                  <a:gd name="T123" fmla="*/ 77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7" h="186">
                    <a:moveTo>
                      <a:pt x="100" y="186"/>
                    </a:moveTo>
                    <a:cubicBezTo>
                      <a:pt x="105" y="186"/>
                      <a:pt x="109" y="185"/>
                      <a:pt x="114" y="184"/>
                    </a:cubicBezTo>
                    <a:cubicBezTo>
                      <a:pt x="117" y="183"/>
                      <a:pt x="120" y="183"/>
                      <a:pt x="123" y="182"/>
                    </a:cubicBezTo>
                    <a:cubicBezTo>
                      <a:pt x="125" y="181"/>
                      <a:pt x="126" y="181"/>
                      <a:pt x="128" y="180"/>
                    </a:cubicBezTo>
                    <a:cubicBezTo>
                      <a:pt x="130" y="179"/>
                      <a:pt x="133" y="178"/>
                      <a:pt x="136" y="176"/>
                    </a:cubicBezTo>
                    <a:cubicBezTo>
                      <a:pt x="137" y="176"/>
                      <a:pt x="139" y="175"/>
                      <a:pt x="140" y="174"/>
                    </a:cubicBezTo>
                    <a:cubicBezTo>
                      <a:pt x="146" y="171"/>
                      <a:pt x="151" y="167"/>
                      <a:pt x="156" y="162"/>
                    </a:cubicBezTo>
                    <a:cubicBezTo>
                      <a:pt x="157" y="161"/>
                      <a:pt x="158" y="160"/>
                      <a:pt x="159" y="159"/>
                    </a:cubicBezTo>
                    <a:cubicBezTo>
                      <a:pt x="160" y="158"/>
                      <a:pt x="161" y="157"/>
                      <a:pt x="162" y="156"/>
                    </a:cubicBezTo>
                    <a:cubicBezTo>
                      <a:pt x="164" y="154"/>
                      <a:pt x="165" y="152"/>
                      <a:pt x="167" y="151"/>
                    </a:cubicBezTo>
                    <a:cubicBezTo>
                      <a:pt x="169" y="148"/>
                      <a:pt x="171" y="145"/>
                      <a:pt x="173" y="142"/>
                    </a:cubicBezTo>
                    <a:cubicBezTo>
                      <a:pt x="173" y="141"/>
                      <a:pt x="174" y="140"/>
                      <a:pt x="174" y="140"/>
                    </a:cubicBezTo>
                    <a:cubicBezTo>
                      <a:pt x="175" y="138"/>
                      <a:pt x="176" y="137"/>
                      <a:pt x="177" y="136"/>
                    </a:cubicBezTo>
                    <a:cubicBezTo>
                      <a:pt x="177" y="135"/>
                      <a:pt x="177" y="134"/>
                      <a:pt x="178" y="134"/>
                    </a:cubicBezTo>
                    <a:cubicBezTo>
                      <a:pt x="178" y="132"/>
                      <a:pt x="179" y="131"/>
                      <a:pt x="179" y="129"/>
                    </a:cubicBezTo>
                    <a:cubicBezTo>
                      <a:pt x="180" y="128"/>
                      <a:pt x="181" y="127"/>
                      <a:pt x="181" y="125"/>
                    </a:cubicBezTo>
                    <a:cubicBezTo>
                      <a:pt x="182" y="122"/>
                      <a:pt x="183" y="119"/>
                      <a:pt x="184" y="116"/>
                    </a:cubicBezTo>
                    <a:cubicBezTo>
                      <a:pt x="184" y="115"/>
                      <a:pt x="185" y="113"/>
                      <a:pt x="185" y="112"/>
                    </a:cubicBezTo>
                    <a:cubicBezTo>
                      <a:pt x="185" y="110"/>
                      <a:pt x="185" y="109"/>
                      <a:pt x="186" y="107"/>
                    </a:cubicBezTo>
                    <a:cubicBezTo>
                      <a:pt x="186" y="106"/>
                      <a:pt x="186" y="104"/>
                      <a:pt x="186" y="103"/>
                    </a:cubicBezTo>
                    <a:cubicBezTo>
                      <a:pt x="187" y="99"/>
                      <a:pt x="187" y="96"/>
                      <a:pt x="187" y="93"/>
                    </a:cubicBezTo>
                    <a:cubicBezTo>
                      <a:pt x="187" y="90"/>
                      <a:pt x="187" y="87"/>
                      <a:pt x="186" y="83"/>
                    </a:cubicBezTo>
                    <a:cubicBezTo>
                      <a:pt x="186" y="82"/>
                      <a:pt x="186" y="80"/>
                      <a:pt x="186" y="79"/>
                    </a:cubicBezTo>
                    <a:cubicBezTo>
                      <a:pt x="185" y="77"/>
                      <a:pt x="185" y="76"/>
                      <a:pt x="185" y="74"/>
                    </a:cubicBezTo>
                    <a:cubicBezTo>
                      <a:pt x="185" y="73"/>
                      <a:pt x="184" y="71"/>
                      <a:pt x="184" y="70"/>
                    </a:cubicBezTo>
                    <a:cubicBezTo>
                      <a:pt x="183" y="67"/>
                      <a:pt x="182" y="64"/>
                      <a:pt x="181" y="61"/>
                    </a:cubicBezTo>
                    <a:cubicBezTo>
                      <a:pt x="181" y="60"/>
                      <a:pt x="181" y="60"/>
                      <a:pt x="180" y="59"/>
                    </a:cubicBezTo>
                    <a:cubicBezTo>
                      <a:pt x="179" y="57"/>
                      <a:pt x="179" y="55"/>
                      <a:pt x="178" y="53"/>
                    </a:cubicBezTo>
                    <a:cubicBezTo>
                      <a:pt x="177" y="52"/>
                      <a:pt x="177" y="51"/>
                      <a:pt x="177" y="51"/>
                    </a:cubicBezTo>
                    <a:cubicBezTo>
                      <a:pt x="176" y="49"/>
                      <a:pt x="175" y="48"/>
                      <a:pt x="174" y="47"/>
                    </a:cubicBezTo>
                    <a:cubicBezTo>
                      <a:pt x="172" y="43"/>
                      <a:pt x="170" y="39"/>
                      <a:pt x="167" y="35"/>
                    </a:cubicBezTo>
                    <a:cubicBezTo>
                      <a:pt x="165" y="34"/>
                      <a:pt x="164" y="32"/>
                      <a:pt x="162" y="30"/>
                    </a:cubicBezTo>
                    <a:cubicBezTo>
                      <a:pt x="161" y="29"/>
                      <a:pt x="160" y="28"/>
                      <a:pt x="159" y="27"/>
                    </a:cubicBezTo>
                    <a:cubicBezTo>
                      <a:pt x="158" y="26"/>
                      <a:pt x="157" y="25"/>
                      <a:pt x="156" y="24"/>
                    </a:cubicBezTo>
                    <a:cubicBezTo>
                      <a:pt x="154" y="22"/>
                      <a:pt x="152" y="20"/>
                      <a:pt x="149" y="18"/>
                    </a:cubicBezTo>
                    <a:cubicBezTo>
                      <a:pt x="146" y="16"/>
                      <a:pt x="143" y="14"/>
                      <a:pt x="140" y="12"/>
                    </a:cubicBezTo>
                    <a:cubicBezTo>
                      <a:pt x="139" y="11"/>
                      <a:pt x="137" y="11"/>
                      <a:pt x="136" y="10"/>
                    </a:cubicBezTo>
                    <a:cubicBezTo>
                      <a:pt x="135" y="10"/>
                      <a:pt x="135" y="9"/>
                      <a:pt x="134" y="9"/>
                    </a:cubicBezTo>
                    <a:cubicBezTo>
                      <a:pt x="133" y="9"/>
                      <a:pt x="133" y="8"/>
                      <a:pt x="132" y="8"/>
                    </a:cubicBezTo>
                    <a:cubicBezTo>
                      <a:pt x="131" y="8"/>
                      <a:pt x="131" y="8"/>
                      <a:pt x="131" y="7"/>
                    </a:cubicBezTo>
                    <a:cubicBezTo>
                      <a:pt x="130" y="7"/>
                      <a:pt x="129" y="7"/>
                      <a:pt x="128" y="6"/>
                    </a:cubicBezTo>
                    <a:cubicBezTo>
                      <a:pt x="128" y="6"/>
                      <a:pt x="128" y="6"/>
                      <a:pt x="128" y="6"/>
                    </a:cubicBezTo>
                    <a:cubicBezTo>
                      <a:pt x="126" y="6"/>
                      <a:pt x="125" y="5"/>
                      <a:pt x="124" y="5"/>
                    </a:cubicBezTo>
                    <a:cubicBezTo>
                      <a:pt x="124" y="5"/>
                      <a:pt x="124" y="5"/>
                      <a:pt x="123" y="5"/>
                    </a:cubicBezTo>
                    <a:cubicBezTo>
                      <a:pt x="121" y="4"/>
                      <a:pt x="118" y="3"/>
                      <a:pt x="115" y="2"/>
                    </a:cubicBezTo>
                    <a:cubicBezTo>
                      <a:pt x="114" y="2"/>
                      <a:pt x="113" y="2"/>
                      <a:pt x="112" y="2"/>
                    </a:cubicBezTo>
                    <a:cubicBezTo>
                      <a:pt x="111" y="1"/>
                      <a:pt x="111" y="1"/>
                      <a:pt x="110" y="1"/>
                    </a:cubicBezTo>
                    <a:cubicBezTo>
                      <a:pt x="107" y="1"/>
                      <a:pt x="103" y="0"/>
                      <a:pt x="100" y="0"/>
                    </a:cubicBezTo>
                    <a:cubicBezTo>
                      <a:pt x="100" y="5"/>
                      <a:pt x="100" y="5"/>
                      <a:pt x="100" y="5"/>
                    </a:cubicBezTo>
                    <a:cubicBezTo>
                      <a:pt x="104" y="5"/>
                      <a:pt x="107" y="6"/>
                      <a:pt x="111" y="6"/>
                    </a:cubicBezTo>
                    <a:cubicBezTo>
                      <a:pt x="111" y="7"/>
                      <a:pt x="110" y="7"/>
                      <a:pt x="109" y="7"/>
                    </a:cubicBezTo>
                    <a:cubicBezTo>
                      <a:pt x="109" y="7"/>
                      <a:pt x="108" y="8"/>
                      <a:pt x="108" y="8"/>
                    </a:cubicBezTo>
                    <a:cubicBezTo>
                      <a:pt x="106" y="8"/>
                      <a:pt x="104" y="8"/>
                      <a:pt x="103" y="8"/>
                    </a:cubicBezTo>
                    <a:cubicBezTo>
                      <a:pt x="103" y="8"/>
                      <a:pt x="104" y="9"/>
                      <a:pt x="104" y="9"/>
                    </a:cubicBezTo>
                    <a:cubicBezTo>
                      <a:pt x="106" y="10"/>
                      <a:pt x="107" y="10"/>
                      <a:pt x="109" y="10"/>
                    </a:cubicBezTo>
                    <a:cubicBezTo>
                      <a:pt x="110" y="10"/>
                      <a:pt x="111" y="10"/>
                      <a:pt x="112" y="9"/>
                    </a:cubicBezTo>
                    <a:cubicBezTo>
                      <a:pt x="112" y="9"/>
                      <a:pt x="112" y="8"/>
                      <a:pt x="113" y="8"/>
                    </a:cubicBezTo>
                    <a:cubicBezTo>
                      <a:pt x="113" y="7"/>
                      <a:pt x="113" y="7"/>
                      <a:pt x="114" y="7"/>
                    </a:cubicBezTo>
                    <a:cubicBezTo>
                      <a:pt x="115" y="7"/>
                      <a:pt x="116" y="7"/>
                      <a:pt x="117" y="8"/>
                    </a:cubicBezTo>
                    <a:cubicBezTo>
                      <a:pt x="116" y="8"/>
                      <a:pt x="115" y="8"/>
                      <a:pt x="115" y="9"/>
                    </a:cubicBezTo>
                    <a:cubicBezTo>
                      <a:pt x="116" y="10"/>
                      <a:pt x="118" y="9"/>
                      <a:pt x="118" y="8"/>
                    </a:cubicBezTo>
                    <a:cubicBezTo>
                      <a:pt x="119" y="8"/>
                      <a:pt x="119" y="8"/>
                      <a:pt x="119" y="8"/>
                    </a:cubicBezTo>
                    <a:cubicBezTo>
                      <a:pt x="120" y="9"/>
                      <a:pt x="122" y="9"/>
                      <a:pt x="123" y="10"/>
                    </a:cubicBezTo>
                    <a:cubicBezTo>
                      <a:pt x="125" y="11"/>
                      <a:pt x="127" y="11"/>
                      <a:pt x="129" y="12"/>
                    </a:cubicBezTo>
                    <a:cubicBezTo>
                      <a:pt x="129" y="12"/>
                      <a:pt x="128" y="13"/>
                      <a:pt x="128" y="13"/>
                    </a:cubicBezTo>
                    <a:cubicBezTo>
                      <a:pt x="127" y="13"/>
                      <a:pt x="127" y="12"/>
                      <a:pt x="126" y="12"/>
                    </a:cubicBezTo>
                    <a:cubicBezTo>
                      <a:pt x="126" y="13"/>
                      <a:pt x="127" y="13"/>
                      <a:pt x="128" y="14"/>
                    </a:cubicBezTo>
                    <a:cubicBezTo>
                      <a:pt x="129" y="15"/>
                      <a:pt x="129" y="15"/>
                      <a:pt x="130" y="16"/>
                    </a:cubicBezTo>
                    <a:cubicBezTo>
                      <a:pt x="129" y="18"/>
                      <a:pt x="128" y="16"/>
                      <a:pt x="126" y="16"/>
                    </a:cubicBezTo>
                    <a:cubicBezTo>
                      <a:pt x="125" y="16"/>
                      <a:pt x="123" y="19"/>
                      <a:pt x="122" y="16"/>
                    </a:cubicBezTo>
                    <a:cubicBezTo>
                      <a:pt x="122" y="15"/>
                      <a:pt x="123" y="15"/>
                      <a:pt x="124" y="14"/>
                    </a:cubicBezTo>
                    <a:cubicBezTo>
                      <a:pt x="123" y="14"/>
                      <a:pt x="123" y="14"/>
                      <a:pt x="123" y="14"/>
                    </a:cubicBezTo>
                    <a:cubicBezTo>
                      <a:pt x="122" y="14"/>
                      <a:pt x="122" y="15"/>
                      <a:pt x="121" y="15"/>
                    </a:cubicBezTo>
                    <a:cubicBezTo>
                      <a:pt x="121" y="15"/>
                      <a:pt x="120" y="16"/>
                      <a:pt x="119" y="16"/>
                    </a:cubicBezTo>
                    <a:cubicBezTo>
                      <a:pt x="119" y="16"/>
                      <a:pt x="118" y="16"/>
                      <a:pt x="117" y="16"/>
                    </a:cubicBezTo>
                    <a:cubicBezTo>
                      <a:pt x="116" y="16"/>
                      <a:pt x="115" y="17"/>
                      <a:pt x="114" y="18"/>
                    </a:cubicBezTo>
                    <a:cubicBezTo>
                      <a:pt x="113" y="18"/>
                      <a:pt x="113" y="18"/>
                      <a:pt x="112" y="18"/>
                    </a:cubicBezTo>
                    <a:cubicBezTo>
                      <a:pt x="111" y="18"/>
                      <a:pt x="110" y="19"/>
                      <a:pt x="108" y="20"/>
                    </a:cubicBezTo>
                    <a:cubicBezTo>
                      <a:pt x="107" y="20"/>
                      <a:pt x="106" y="21"/>
                      <a:pt x="105" y="22"/>
                    </a:cubicBezTo>
                    <a:cubicBezTo>
                      <a:pt x="104" y="22"/>
                      <a:pt x="103" y="24"/>
                      <a:pt x="103" y="24"/>
                    </a:cubicBezTo>
                    <a:cubicBezTo>
                      <a:pt x="103" y="25"/>
                      <a:pt x="105" y="25"/>
                      <a:pt x="105" y="25"/>
                    </a:cubicBezTo>
                    <a:cubicBezTo>
                      <a:pt x="105" y="26"/>
                      <a:pt x="104" y="27"/>
                      <a:pt x="104" y="27"/>
                    </a:cubicBezTo>
                    <a:cubicBezTo>
                      <a:pt x="105" y="28"/>
                      <a:pt x="106" y="27"/>
                      <a:pt x="107" y="27"/>
                    </a:cubicBezTo>
                    <a:cubicBezTo>
                      <a:pt x="108" y="27"/>
                      <a:pt x="109" y="29"/>
                      <a:pt x="110" y="29"/>
                    </a:cubicBezTo>
                    <a:cubicBezTo>
                      <a:pt x="111" y="30"/>
                      <a:pt x="112" y="30"/>
                      <a:pt x="113" y="31"/>
                    </a:cubicBezTo>
                    <a:cubicBezTo>
                      <a:pt x="115" y="31"/>
                      <a:pt x="116" y="30"/>
                      <a:pt x="117" y="31"/>
                    </a:cubicBezTo>
                    <a:cubicBezTo>
                      <a:pt x="117" y="32"/>
                      <a:pt x="115" y="33"/>
                      <a:pt x="115" y="33"/>
                    </a:cubicBezTo>
                    <a:cubicBezTo>
                      <a:pt x="116" y="34"/>
                      <a:pt x="115" y="35"/>
                      <a:pt x="115" y="36"/>
                    </a:cubicBezTo>
                    <a:cubicBezTo>
                      <a:pt x="115" y="36"/>
                      <a:pt x="115" y="37"/>
                      <a:pt x="116" y="38"/>
                    </a:cubicBezTo>
                    <a:cubicBezTo>
                      <a:pt x="117" y="38"/>
                      <a:pt x="119" y="37"/>
                      <a:pt x="119" y="36"/>
                    </a:cubicBezTo>
                    <a:cubicBezTo>
                      <a:pt x="120" y="34"/>
                      <a:pt x="119" y="33"/>
                      <a:pt x="120" y="32"/>
                    </a:cubicBezTo>
                    <a:cubicBezTo>
                      <a:pt x="125" y="32"/>
                      <a:pt x="129" y="30"/>
                      <a:pt x="129" y="25"/>
                    </a:cubicBezTo>
                    <a:cubicBezTo>
                      <a:pt x="129" y="24"/>
                      <a:pt x="128" y="24"/>
                      <a:pt x="128" y="23"/>
                    </a:cubicBezTo>
                    <a:cubicBezTo>
                      <a:pt x="129" y="23"/>
                      <a:pt x="130" y="22"/>
                      <a:pt x="130" y="21"/>
                    </a:cubicBezTo>
                    <a:cubicBezTo>
                      <a:pt x="130" y="21"/>
                      <a:pt x="131" y="20"/>
                      <a:pt x="131" y="20"/>
                    </a:cubicBezTo>
                    <a:cubicBezTo>
                      <a:pt x="131" y="19"/>
                      <a:pt x="132" y="18"/>
                      <a:pt x="132" y="18"/>
                    </a:cubicBezTo>
                    <a:cubicBezTo>
                      <a:pt x="132" y="18"/>
                      <a:pt x="132" y="18"/>
                      <a:pt x="132" y="18"/>
                    </a:cubicBezTo>
                    <a:cubicBezTo>
                      <a:pt x="133" y="18"/>
                      <a:pt x="133" y="18"/>
                      <a:pt x="134" y="18"/>
                    </a:cubicBezTo>
                    <a:cubicBezTo>
                      <a:pt x="134" y="18"/>
                      <a:pt x="135" y="19"/>
                      <a:pt x="136" y="19"/>
                    </a:cubicBezTo>
                    <a:cubicBezTo>
                      <a:pt x="137" y="19"/>
                      <a:pt x="137" y="18"/>
                      <a:pt x="138" y="18"/>
                    </a:cubicBezTo>
                    <a:cubicBezTo>
                      <a:pt x="139" y="19"/>
                      <a:pt x="139" y="20"/>
                      <a:pt x="140" y="20"/>
                    </a:cubicBezTo>
                    <a:cubicBezTo>
                      <a:pt x="141" y="21"/>
                      <a:pt x="142" y="21"/>
                      <a:pt x="142" y="21"/>
                    </a:cubicBezTo>
                    <a:cubicBezTo>
                      <a:pt x="142" y="22"/>
                      <a:pt x="141" y="22"/>
                      <a:pt x="141" y="23"/>
                    </a:cubicBezTo>
                    <a:cubicBezTo>
                      <a:pt x="141" y="23"/>
                      <a:pt x="141" y="23"/>
                      <a:pt x="141" y="23"/>
                    </a:cubicBezTo>
                    <a:cubicBezTo>
                      <a:pt x="141" y="24"/>
                      <a:pt x="142" y="25"/>
                      <a:pt x="142" y="25"/>
                    </a:cubicBezTo>
                    <a:cubicBezTo>
                      <a:pt x="143" y="25"/>
                      <a:pt x="144" y="25"/>
                      <a:pt x="145" y="25"/>
                    </a:cubicBezTo>
                    <a:cubicBezTo>
                      <a:pt x="146" y="24"/>
                      <a:pt x="146" y="23"/>
                      <a:pt x="147" y="23"/>
                    </a:cubicBezTo>
                    <a:cubicBezTo>
                      <a:pt x="148" y="24"/>
                      <a:pt x="149" y="24"/>
                      <a:pt x="150" y="25"/>
                    </a:cubicBezTo>
                    <a:cubicBezTo>
                      <a:pt x="150" y="26"/>
                      <a:pt x="150" y="26"/>
                      <a:pt x="150" y="26"/>
                    </a:cubicBezTo>
                    <a:cubicBezTo>
                      <a:pt x="150" y="27"/>
                      <a:pt x="150" y="28"/>
                      <a:pt x="150" y="29"/>
                    </a:cubicBezTo>
                    <a:cubicBezTo>
                      <a:pt x="150" y="31"/>
                      <a:pt x="152" y="31"/>
                      <a:pt x="153" y="32"/>
                    </a:cubicBezTo>
                    <a:cubicBezTo>
                      <a:pt x="154" y="32"/>
                      <a:pt x="154" y="33"/>
                      <a:pt x="154" y="33"/>
                    </a:cubicBezTo>
                    <a:cubicBezTo>
                      <a:pt x="155" y="34"/>
                      <a:pt x="155" y="34"/>
                      <a:pt x="155" y="34"/>
                    </a:cubicBezTo>
                    <a:cubicBezTo>
                      <a:pt x="155" y="36"/>
                      <a:pt x="154" y="36"/>
                      <a:pt x="154" y="38"/>
                    </a:cubicBezTo>
                    <a:cubicBezTo>
                      <a:pt x="154" y="39"/>
                      <a:pt x="153" y="39"/>
                      <a:pt x="153" y="40"/>
                    </a:cubicBezTo>
                    <a:cubicBezTo>
                      <a:pt x="153" y="41"/>
                      <a:pt x="155" y="40"/>
                      <a:pt x="156" y="41"/>
                    </a:cubicBezTo>
                    <a:cubicBezTo>
                      <a:pt x="156" y="42"/>
                      <a:pt x="156" y="43"/>
                      <a:pt x="155" y="44"/>
                    </a:cubicBezTo>
                    <a:cubicBezTo>
                      <a:pt x="156" y="44"/>
                      <a:pt x="156" y="46"/>
                      <a:pt x="155" y="46"/>
                    </a:cubicBezTo>
                    <a:cubicBezTo>
                      <a:pt x="154" y="46"/>
                      <a:pt x="154" y="45"/>
                      <a:pt x="153" y="45"/>
                    </a:cubicBezTo>
                    <a:cubicBezTo>
                      <a:pt x="152" y="45"/>
                      <a:pt x="152" y="45"/>
                      <a:pt x="151" y="45"/>
                    </a:cubicBezTo>
                    <a:cubicBezTo>
                      <a:pt x="151" y="45"/>
                      <a:pt x="150" y="44"/>
                      <a:pt x="150" y="44"/>
                    </a:cubicBezTo>
                    <a:cubicBezTo>
                      <a:pt x="148" y="44"/>
                      <a:pt x="147" y="45"/>
                      <a:pt x="146" y="44"/>
                    </a:cubicBezTo>
                    <a:cubicBezTo>
                      <a:pt x="147" y="42"/>
                      <a:pt x="149" y="41"/>
                      <a:pt x="151" y="39"/>
                    </a:cubicBezTo>
                    <a:cubicBezTo>
                      <a:pt x="151" y="39"/>
                      <a:pt x="152" y="39"/>
                      <a:pt x="152" y="38"/>
                    </a:cubicBezTo>
                    <a:cubicBezTo>
                      <a:pt x="151" y="37"/>
                      <a:pt x="150" y="38"/>
                      <a:pt x="149" y="38"/>
                    </a:cubicBezTo>
                    <a:cubicBezTo>
                      <a:pt x="148" y="39"/>
                      <a:pt x="147" y="39"/>
                      <a:pt x="146" y="40"/>
                    </a:cubicBezTo>
                    <a:cubicBezTo>
                      <a:pt x="145" y="40"/>
                      <a:pt x="142" y="39"/>
                      <a:pt x="141" y="40"/>
                    </a:cubicBezTo>
                    <a:cubicBezTo>
                      <a:pt x="141" y="41"/>
                      <a:pt x="143" y="40"/>
                      <a:pt x="142" y="42"/>
                    </a:cubicBezTo>
                    <a:cubicBezTo>
                      <a:pt x="142" y="42"/>
                      <a:pt x="141" y="42"/>
                      <a:pt x="141" y="41"/>
                    </a:cubicBezTo>
                    <a:cubicBezTo>
                      <a:pt x="140" y="41"/>
                      <a:pt x="140" y="40"/>
                      <a:pt x="140" y="40"/>
                    </a:cubicBezTo>
                    <a:cubicBezTo>
                      <a:pt x="140" y="40"/>
                      <a:pt x="138" y="39"/>
                      <a:pt x="137" y="40"/>
                    </a:cubicBezTo>
                    <a:cubicBezTo>
                      <a:pt x="136" y="40"/>
                      <a:pt x="135" y="40"/>
                      <a:pt x="135" y="41"/>
                    </a:cubicBezTo>
                    <a:cubicBezTo>
                      <a:pt x="136" y="42"/>
                      <a:pt x="138" y="41"/>
                      <a:pt x="138" y="42"/>
                    </a:cubicBezTo>
                    <a:cubicBezTo>
                      <a:pt x="138" y="43"/>
                      <a:pt x="136" y="44"/>
                      <a:pt x="136" y="46"/>
                    </a:cubicBezTo>
                    <a:cubicBezTo>
                      <a:pt x="136" y="46"/>
                      <a:pt x="137" y="47"/>
                      <a:pt x="138" y="47"/>
                    </a:cubicBezTo>
                    <a:cubicBezTo>
                      <a:pt x="138" y="48"/>
                      <a:pt x="139" y="47"/>
                      <a:pt x="139" y="47"/>
                    </a:cubicBezTo>
                    <a:cubicBezTo>
                      <a:pt x="140" y="47"/>
                      <a:pt x="140" y="48"/>
                      <a:pt x="140" y="48"/>
                    </a:cubicBezTo>
                    <a:cubicBezTo>
                      <a:pt x="141" y="47"/>
                      <a:pt x="142" y="46"/>
                      <a:pt x="143" y="46"/>
                    </a:cubicBezTo>
                    <a:cubicBezTo>
                      <a:pt x="144" y="48"/>
                      <a:pt x="142" y="48"/>
                      <a:pt x="140" y="49"/>
                    </a:cubicBezTo>
                    <a:cubicBezTo>
                      <a:pt x="139" y="49"/>
                      <a:pt x="137" y="50"/>
                      <a:pt x="135" y="50"/>
                    </a:cubicBezTo>
                    <a:cubicBezTo>
                      <a:pt x="135" y="51"/>
                      <a:pt x="132" y="53"/>
                      <a:pt x="132" y="51"/>
                    </a:cubicBezTo>
                    <a:cubicBezTo>
                      <a:pt x="132" y="50"/>
                      <a:pt x="133" y="50"/>
                      <a:pt x="133" y="49"/>
                    </a:cubicBezTo>
                    <a:cubicBezTo>
                      <a:pt x="132" y="49"/>
                      <a:pt x="130" y="50"/>
                      <a:pt x="129" y="50"/>
                    </a:cubicBezTo>
                    <a:cubicBezTo>
                      <a:pt x="127" y="51"/>
                      <a:pt x="124" y="51"/>
                      <a:pt x="123" y="54"/>
                    </a:cubicBezTo>
                    <a:cubicBezTo>
                      <a:pt x="123" y="54"/>
                      <a:pt x="123" y="55"/>
                      <a:pt x="123" y="55"/>
                    </a:cubicBezTo>
                    <a:cubicBezTo>
                      <a:pt x="123" y="56"/>
                      <a:pt x="121" y="56"/>
                      <a:pt x="121" y="56"/>
                    </a:cubicBezTo>
                    <a:cubicBezTo>
                      <a:pt x="120" y="56"/>
                      <a:pt x="119" y="57"/>
                      <a:pt x="118" y="57"/>
                    </a:cubicBezTo>
                    <a:cubicBezTo>
                      <a:pt x="118" y="57"/>
                      <a:pt x="117" y="57"/>
                      <a:pt x="117" y="57"/>
                    </a:cubicBezTo>
                    <a:cubicBezTo>
                      <a:pt x="116" y="58"/>
                      <a:pt x="116" y="59"/>
                      <a:pt x="115" y="59"/>
                    </a:cubicBezTo>
                    <a:cubicBezTo>
                      <a:pt x="114" y="60"/>
                      <a:pt x="114" y="60"/>
                      <a:pt x="113" y="60"/>
                    </a:cubicBezTo>
                    <a:cubicBezTo>
                      <a:pt x="113" y="61"/>
                      <a:pt x="113" y="62"/>
                      <a:pt x="112" y="62"/>
                    </a:cubicBezTo>
                    <a:cubicBezTo>
                      <a:pt x="111" y="62"/>
                      <a:pt x="111" y="62"/>
                      <a:pt x="110" y="62"/>
                    </a:cubicBezTo>
                    <a:cubicBezTo>
                      <a:pt x="110" y="63"/>
                      <a:pt x="111" y="65"/>
                      <a:pt x="110" y="66"/>
                    </a:cubicBezTo>
                    <a:cubicBezTo>
                      <a:pt x="109" y="67"/>
                      <a:pt x="108" y="68"/>
                      <a:pt x="106" y="69"/>
                    </a:cubicBezTo>
                    <a:cubicBezTo>
                      <a:pt x="105" y="69"/>
                      <a:pt x="105" y="69"/>
                      <a:pt x="103" y="70"/>
                    </a:cubicBezTo>
                    <a:cubicBezTo>
                      <a:pt x="103" y="70"/>
                      <a:pt x="102" y="71"/>
                      <a:pt x="101" y="72"/>
                    </a:cubicBezTo>
                    <a:cubicBezTo>
                      <a:pt x="101" y="72"/>
                      <a:pt x="100" y="72"/>
                      <a:pt x="100" y="73"/>
                    </a:cubicBezTo>
                    <a:cubicBezTo>
                      <a:pt x="100" y="116"/>
                      <a:pt x="100" y="116"/>
                      <a:pt x="100" y="116"/>
                    </a:cubicBezTo>
                    <a:cubicBezTo>
                      <a:pt x="100" y="116"/>
                      <a:pt x="101" y="115"/>
                      <a:pt x="101" y="115"/>
                    </a:cubicBezTo>
                    <a:cubicBezTo>
                      <a:pt x="102" y="114"/>
                      <a:pt x="102" y="113"/>
                      <a:pt x="103" y="112"/>
                    </a:cubicBezTo>
                    <a:cubicBezTo>
                      <a:pt x="104" y="112"/>
                      <a:pt x="105" y="112"/>
                      <a:pt x="106" y="111"/>
                    </a:cubicBezTo>
                    <a:cubicBezTo>
                      <a:pt x="107" y="111"/>
                      <a:pt x="107" y="111"/>
                      <a:pt x="108" y="110"/>
                    </a:cubicBezTo>
                    <a:cubicBezTo>
                      <a:pt x="108" y="110"/>
                      <a:pt x="109" y="109"/>
                      <a:pt x="109" y="110"/>
                    </a:cubicBezTo>
                    <a:cubicBezTo>
                      <a:pt x="110" y="111"/>
                      <a:pt x="108" y="111"/>
                      <a:pt x="109" y="112"/>
                    </a:cubicBezTo>
                    <a:cubicBezTo>
                      <a:pt x="110" y="113"/>
                      <a:pt x="111" y="111"/>
                      <a:pt x="112" y="111"/>
                    </a:cubicBezTo>
                    <a:cubicBezTo>
                      <a:pt x="112" y="111"/>
                      <a:pt x="114" y="111"/>
                      <a:pt x="114" y="112"/>
                    </a:cubicBezTo>
                    <a:cubicBezTo>
                      <a:pt x="115" y="112"/>
                      <a:pt x="115" y="113"/>
                      <a:pt x="116" y="113"/>
                    </a:cubicBezTo>
                    <a:cubicBezTo>
                      <a:pt x="117" y="113"/>
                      <a:pt x="117" y="113"/>
                      <a:pt x="118" y="113"/>
                    </a:cubicBezTo>
                    <a:cubicBezTo>
                      <a:pt x="119" y="113"/>
                      <a:pt x="120" y="114"/>
                      <a:pt x="121" y="114"/>
                    </a:cubicBezTo>
                    <a:cubicBezTo>
                      <a:pt x="122" y="114"/>
                      <a:pt x="122" y="113"/>
                      <a:pt x="123" y="113"/>
                    </a:cubicBezTo>
                    <a:cubicBezTo>
                      <a:pt x="125" y="112"/>
                      <a:pt x="125" y="113"/>
                      <a:pt x="126" y="114"/>
                    </a:cubicBezTo>
                    <a:cubicBezTo>
                      <a:pt x="127" y="114"/>
                      <a:pt x="127" y="113"/>
                      <a:pt x="128" y="113"/>
                    </a:cubicBezTo>
                    <a:cubicBezTo>
                      <a:pt x="127" y="114"/>
                      <a:pt x="128" y="115"/>
                      <a:pt x="128" y="115"/>
                    </a:cubicBezTo>
                    <a:cubicBezTo>
                      <a:pt x="129" y="116"/>
                      <a:pt x="128" y="116"/>
                      <a:pt x="129" y="116"/>
                    </a:cubicBezTo>
                    <a:cubicBezTo>
                      <a:pt x="129" y="117"/>
                      <a:pt x="130" y="117"/>
                      <a:pt x="131" y="117"/>
                    </a:cubicBezTo>
                    <a:cubicBezTo>
                      <a:pt x="132" y="118"/>
                      <a:pt x="132" y="119"/>
                      <a:pt x="133" y="120"/>
                    </a:cubicBezTo>
                    <a:cubicBezTo>
                      <a:pt x="134" y="121"/>
                      <a:pt x="135" y="122"/>
                      <a:pt x="136" y="122"/>
                    </a:cubicBezTo>
                    <a:cubicBezTo>
                      <a:pt x="137" y="122"/>
                      <a:pt x="138" y="121"/>
                      <a:pt x="139" y="121"/>
                    </a:cubicBezTo>
                    <a:cubicBezTo>
                      <a:pt x="141" y="122"/>
                      <a:pt x="143" y="123"/>
                      <a:pt x="144" y="124"/>
                    </a:cubicBezTo>
                    <a:cubicBezTo>
                      <a:pt x="145" y="124"/>
                      <a:pt x="146" y="125"/>
                      <a:pt x="146" y="126"/>
                    </a:cubicBezTo>
                    <a:cubicBezTo>
                      <a:pt x="146" y="126"/>
                      <a:pt x="146" y="127"/>
                      <a:pt x="146" y="127"/>
                    </a:cubicBezTo>
                    <a:cubicBezTo>
                      <a:pt x="147" y="129"/>
                      <a:pt x="148" y="129"/>
                      <a:pt x="148" y="131"/>
                    </a:cubicBezTo>
                    <a:cubicBezTo>
                      <a:pt x="148" y="132"/>
                      <a:pt x="149" y="132"/>
                      <a:pt x="149" y="133"/>
                    </a:cubicBezTo>
                    <a:cubicBezTo>
                      <a:pt x="150" y="133"/>
                      <a:pt x="151" y="134"/>
                      <a:pt x="151" y="134"/>
                    </a:cubicBezTo>
                    <a:cubicBezTo>
                      <a:pt x="152" y="134"/>
                      <a:pt x="152" y="134"/>
                      <a:pt x="152" y="134"/>
                    </a:cubicBezTo>
                    <a:cubicBezTo>
                      <a:pt x="154" y="134"/>
                      <a:pt x="154" y="134"/>
                      <a:pt x="155" y="135"/>
                    </a:cubicBezTo>
                    <a:cubicBezTo>
                      <a:pt x="156" y="135"/>
                      <a:pt x="157" y="135"/>
                      <a:pt x="157" y="135"/>
                    </a:cubicBezTo>
                    <a:cubicBezTo>
                      <a:pt x="158" y="136"/>
                      <a:pt x="158" y="137"/>
                      <a:pt x="158" y="137"/>
                    </a:cubicBezTo>
                    <a:cubicBezTo>
                      <a:pt x="159" y="137"/>
                      <a:pt x="160" y="137"/>
                      <a:pt x="160" y="137"/>
                    </a:cubicBezTo>
                    <a:cubicBezTo>
                      <a:pt x="161" y="137"/>
                      <a:pt x="163" y="138"/>
                      <a:pt x="164" y="138"/>
                    </a:cubicBezTo>
                    <a:cubicBezTo>
                      <a:pt x="164" y="138"/>
                      <a:pt x="165" y="138"/>
                      <a:pt x="165" y="138"/>
                    </a:cubicBezTo>
                    <a:cubicBezTo>
                      <a:pt x="167" y="138"/>
                      <a:pt x="168" y="139"/>
                      <a:pt x="169" y="139"/>
                    </a:cubicBezTo>
                    <a:cubicBezTo>
                      <a:pt x="156" y="159"/>
                      <a:pt x="137" y="173"/>
                      <a:pt x="114" y="179"/>
                    </a:cubicBezTo>
                    <a:cubicBezTo>
                      <a:pt x="114" y="178"/>
                      <a:pt x="114" y="177"/>
                      <a:pt x="114" y="176"/>
                    </a:cubicBezTo>
                    <a:cubicBezTo>
                      <a:pt x="114" y="174"/>
                      <a:pt x="114" y="173"/>
                      <a:pt x="114" y="171"/>
                    </a:cubicBezTo>
                    <a:cubicBezTo>
                      <a:pt x="113" y="170"/>
                      <a:pt x="113" y="168"/>
                      <a:pt x="113" y="167"/>
                    </a:cubicBezTo>
                    <a:cubicBezTo>
                      <a:pt x="112" y="166"/>
                      <a:pt x="110" y="165"/>
                      <a:pt x="109" y="164"/>
                    </a:cubicBezTo>
                    <a:cubicBezTo>
                      <a:pt x="108" y="164"/>
                      <a:pt x="107" y="163"/>
                      <a:pt x="107" y="163"/>
                    </a:cubicBezTo>
                    <a:cubicBezTo>
                      <a:pt x="105" y="162"/>
                      <a:pt x="102" y="161"/>
                      <a:pt x="101" y="159"/>
                    </a:cubicBezTo>
                    <a:cubicBezTo>
                      <a:pt x="101" y="159"/>
                      <a:pt x="101" y="158"/>
                      <a:pt x="101" y="157"/>
                    </a:cubicBezTo>
                    <a:cubicBezTo>
                      <a:pt x="100" y="157"/>
                      <a:pt x="100" y="156"/>
                      <a:pt x="100" y="156"/>
                    </a:cubicBezTo>
                    <a:lnTo>
                      <a:pt x="100" y="186"/>
                    </a:lnTo>
                    <a:close/>
                    <a:moveTo>
                      <a:pt x="2" y="74"/>
                    </a:moveTo>
                    <a:cubicBezTo>
                      <a:pt x="2" y="76"/>
                      <a:pt x="1" y="77"/>
                      <a:pt x="1" y="79"/>
                    </a:cubicBezTo>
                    <a:cubicBezTo>
                      <a:pt x="1" y="80"/>
                      <a:pt x="1" y="82"/>
                      <a:pt x="0" y="83"/>
                    </a:cubicBezTo>
                    <a:cubicBezTo>
                      <a:pt x="0" y="87"/>
                      <a:pt x="0" y="90"/>
                      <a:pt x="0" y="93"/>
                    </a:cubicBezTo>
                    <a:cubicBezTo>
                      <a:pt x="0" y="96"/>
                      <a:pt x="0" y="99"/>
                      <a:pt x="0" y="103"/>
                    </a:cubicBezTo>
                    <a:cubicBezTo>
                      <a:pt x="1" y="104"/>
                      <a:pt x="1" y="106"/>
                      <a:pt x="1" y="107"/>
                    </a:cubicBezTo>
                    <a:cubicBezTo>
                      <a:pt x="1" y="109"/>
                      <a:pt x="2" y="110"/>
                      <a:pt x="2" y="112"/>
                    </a:cubicBezTo>
                    <a:cubicBezTo>
                      <a:pt x="2" y="113"/>
                      <a:pt x="3" y="115"/>
                      <a:pt x="3" y="116"/>
                    </a:cubicBezTo>
                    <a:cubicBezTo>
                      <a:pt x="4" y="119"/>
                      <a:pt x="5" y="122"/>
                      <a:pt x="6" y="125"/>
                    </a:cubicBezTo>
                    <a:cubicBezTo>
                      <a:pt x="6" y="127"/>
                      <a:pt x="7" y="128"/>
                      <a:pt x="7" y="129"/>
                    </a:cubicBezTo>
                    <a:cubicBezTo>
                      <a:pt x="8" y="131"/>
                      <a:pt x="9" y="132"/>
                      <a:pt x="9" y="134"/>
                    </a:cubicBezTo>
                    <a:cubicBezTo>
                      <a:pt x="10" y="134"/>
                      <a:pt x="10" y="135"/>
                      <a:pt x="10" y="136"/>
                    </a:cubicBezTo>
                    <a:cubicBezTo>
                      <a:pt x="11" y="137"/>
                      <a:pt x="12" y="138"/>
                      <a:pt x="12" y="140"/>
                    </a:cubicBezTo>
                    <a:cubicBezTo>
                      <a:pt x="15" y="143"/>
                      <a:pt x="17" y="147"/>
                      <a:pt x="20" y="151"/>
                    </a:cubicBezTo>
                    <a:cubicBezTo>
                      <a:pt x="21" y="152"/>
                      <a:pt x="23" y="154"/>
                      <a:pt x="24" y="156"/>
                    </a:cubicBezTo>
                    <a:cubicBezTo>
                      <a:pt x="25" y="157"/>
                      <a:pt x="26" y="158"/>
                      <a:pt x="27" y="159"/>
                    </a:cubicBezTo>
                    <a:cubicBezTo>
                      <a:pt x="28" y="160"/>
                      <a:pt x="29" y="161"/>
                      <a:pt x="31" y="162"/>
                    </a:cubicBezTo>
                    <a:cubicBezTo>
                      <a:pt x="36" y="167"/>
                      <a:pt x="41" y="171"/>
                      <a:pt x="47" y="174"/>
                    </a:cubicBezTo>
                    <a:cubicBezTo>
                      <a:pt x="48" y="175"/>
                      <a:pt x="50" y="176"/>
                      <a:pt x="51" y="176"/>
                    </a:cubicBezTo>
                    <a:cubicBezTo>
                      <a:pt x="54" y="178"/>
                      <a:pt x="56" y="179"/>
                      <a:pt x="59" y="180"/>
                    </a:cubicBezTo>
                    <a:cubicBezTo>
                      <a:pt x="61" y="181"/>
                      <a:pt x="62" y="181"/>
                      <a:pt x="63" y="182"/>
                    </a:cubicBezTo>
                    <a:cubicBezTo>
                      <a:pt x="73" y="185"/>
                      <a:pt x="83" y="186"/>
                      <a:pt x="93" y="186"/>
                    </a:cubicBezTo>
                    <a:cubicBezTo>
                      <a:pt x="96" y="186"/>
                      <a:pt x="98" y="186"/>
                      <a:pt x="100" y="186"/>
                    </a:cubicBezTo>
                    <a:cubicBezTo>
                      <a:pt x="100" y="156"/>
                      <a:pt x="100" y="156"/>
                      <a:pt x="100" y="156"/>
                    </a:cubicBezTo>
                    <a:cubicBezTo>
                      <a:pt x="99" y="156"/>
                      <a:pt x="99" y="155"/>
                      <a:pt x="99" y="154"/>
                    </a:cubicBezTo>
                    <a:cubicBezTo>
                      <a:pt x="97" y="153"/>
                      <a:pt x="96" y="150"/>
                      <a:pt x="95" y="148"/>
                    </a:cubicBezTo>
                    <a:cubicBezTo>
                      <a:pt x="95" y="147"/>
                      <a:pt x="94" y="146"/>
                      <a:pt x="93" y="145"/>
                    </a:cubicBezTo>
                    <a:cubicBezTo>
                      <a:pt x="93" y="145"/>
                      <a:pt x="92" y="144"/>
                      <a:pt x="91" y="144"/>
                    </a:cubicBezTo>
                    <a:cubicBezTo>
                      <a:pt x="91" y="143"/>
                      <a:pt x="90" y="142"/>
                      <a:pt x="91" y="141"/>
                    </a:cubicBezTo>
                    <a:cubicBezTo>
                      <a:pt x="91" y="140"/>
                      <a:pt x="93" y="139"/>
                      <a:pt x="93" y="138"/>
                    </a:cubicBezTo>
                    <a:cubicBezTo>
                      <a:pt x="93" y="138"/>
                      <a:pt x="92" y="137"/>
                      <a:pt x="91" y="136"/>
                    </a:cubicBezTo>
                    <a:cubicBezTo>
                      <a:pt x="91" y="135"/>
                      <a:pt x="92" y="134"/>
                      <a:pt x="92" y="133"/>
                    </a:cubicBezTo>
                    <a:cubicBezTo>
                      <a:pt x="92" y="132"/>
                      <a:pt x="93" y="132"/>
                      <a:pt x="93" y="131"/>
                    </a:cubicBezTo>
                    <a:cubicBezTo>
                      <a:pt x="93" y="131"/>
                      <a:pt x="94" y="131"/>
                      <a:pt x="94" y="130"/>
                    </a:cubicBezTo>
                    <a:cubicBezTo>
                      <a:pt x="95" y="130"/>
                      <a:pt x="95" y="129"/>
                      <a:pt x="95" y="129"/>
                    </a:cubicBezTo>
                    <a:cubicBezTo>
                      <a:pt x="96" y="128"/>
                      <a:pt x="97" y="127"/>
                      <a:pt x="98" y="126"/>
                    </a:cubicBezTo>
                    <a:cubicBezTo>
                      <a:pt x="98" y="126"/>
                      <a:pt x="98" y="122"/>
                      <a:pt x="98" y="121"/>
                    </a:cubicBezTo>
                    <a:cubicBezTo>
                      <a:pt x="98" y="120"/>
                      <a:pt x="97" y="119"/>
                      <a:pt x="97" y="119"/>
                    </a:cubicBezTo>
                    <a:cubicBezTo>
                      <a:pt x="96" y="117"/>
                      <a:pt x="96" y="116"/>
                      <a:pt x="95" y="116"/>
                    </a:cubicBezTo>
                    <a:cubicBezTo>
                      <a:pt x="94" y="116"/>
                      <a:pt x="93" y="117"/>
                      <a:pt x="93" y="117"/>
                    </a:cubicBezTo>
                    <a:cubicBezTo>
                      <a:pt x="93" y="118"/>
                      <a:pt x="93" y="119"/>
                      <a:pt x="92" y="119"/>
                    </a:cubicBezTo>
                    <a:cubicBezTo>
                      <a:pt x="91" y="119"/>
                      <a:pt x="91" y="118"/>
                      <a:pt x="89" y="118"/>
                    </a:cubicBezTo>
                    <a:cubicBezTo>
                      <a:pt x="89" y="117"/>
                      <a:pt x="88" y="117"/>
                      <a:pt x="88" y="117"/>
                    </a:cubicBezTo>
                    <a:cubicBezTo>
                      <a:pt x="87" y="117"/>
                      <a:pt x="86" y="115"/>
                      <a:pt x="85" y="115"/>
                    </a:cubicBezTo>
                    <a:cubicBezTo>
                      <a:pt x="84" y="114"/>
                      <a:pt x="84" y="115"/>
                      <a:pt x="83" y="114"/>
                    </a:cubicBezTo>
                    <a:cubicBezTo>
                      <a:pt x="83" y="113"/>
                      <a:pt x="83" y="112"/>
                      <a:pt x="83" y="112"/>
                    </a:cubicBezTo>
                    <a:cubicBezTo>
                      <a:pt x="82" y="111"/>
                      <a:pt x="81" y="109"/>
                      <a:pt x="80" y="108"/>
                    </a:cubicBezTo>
                    <a:cubicBezTo>
                      <a:pt x="79" y="108"/>
                      <a:pt x="78" y="108"/>
                      <a:pt x="77" y="108"/>
                    </a:cubicBezTo>
                    <a:cubicBezTo>
                      <a:pt x="76" y="107"/>
                      <a:pt x="76" y="107"/>
                      <a:pt x="75" y="107"/>
                    </a:cubicBezTo>
                    <a:cubicBezTo>
                      <a:pt x="74" y="107"/>
                      <a:pt x="74" y="107"/>
                      <a:pt x="73" y="107"/>
                    </a:cubicBezTo>
                    <a:cubicBezTo>
                      <a:pt x="71" y="106"/>
                      <a:pt x="70" y="102"/>
                      <a:pt x="68" y="103"/>
                    </a:cubicBezTo>
                    <a:cubicBezTo>
                      <a:pt x="67" y="103"/>
                      <a:pt x="66" y="104"/>
                      <a:pt x="65" y="104"/>
                    </a:cubicBezTo>
                    <a:cubicBezTo>
                      <a:pt x="64" y="104"/>
                      <a:pt x="62" y="103"/>
                      <a:pt x="61" y="102"/>
                    </a:cubicBezTo>
                    <a:cubicBezTo>
                      <a:pt x="60" y="102"/>
                      <a:pt x="58" y="101"/>
                      <a:pt x="57" y="101"/>
                    </a:cubicBezTo>
                    <a:cubicBezTo>
                      <a:pt x="57" y="100"/>
                      <a:pt x="56" y="100"/>
                      <a:pt x="55" y="99"/>
                    </a:cubicBezTo>
                    <a:cubicBezTo>
                      <a:pt x="55" y="99"/>
                      <a:pt x="54" y="99"/>
                      <a:pt x="54" y="99"/>
                    </a:cubicBezTo>
                    <a:cubicBezTo>
                      <a:pt x="53" y="99"/>
                      <a:pt x="52" y="98"/>
                      <a:pt x="51" y="97"/>
                    </a:cubicBezTo>
                    <a:cubicBezTo>
                      <a:pt x="51" y="97"/>
                      <a:pt x="50" y="96"/>
                      <a:pt x="50" y="95"/>
                    </a:cubicBezTo>
                    <a:cubicBezTo>
                      <a:pt x="50" y="95"/>
                      <a:pt x="51" y="94"/>
                      <a:pt x="51" y="93"/>
                    </a:cubicBezTo>
                    <a:cubicBezTo>
                      <a:pt x="51" y="91"/>
                      <a:pt x="49" y="89"/>
                      <a:pt x="48" y="88"/>
                    </a:cubicBezTo>
                    <a:cubicBezTo>
                      <a:pt x="47" y="87"/>
                      <a:pt x="46" y="86"/>
                      <a:pt x="45" y="85"/>
                    </a:cubicBezTo>
                    <a:cubicBezTo>
                      <a:pt x="45" y="84"/>
                      <a:pt x="45" y="84"/>
                      <a:pt x="45" y="83"/>
                    </a:cubicBezTo>
                    <a:cubicBezTo>
                      <a:pt x="45" y="83"/>
                      <a:pt x="44" y="82"/>
                      <a:pt x="44" y="81"/>
                    </a:cubicBezTo>
                    <a:cubicBezTo>
                      <a:pt x="43" y="80"/>
                      <a:pt x="42" y="79"/>
                      <a:pt x="42" y="78"/>
                    </a:cubicBezTo>
                    <a:cubicBezTo>
                      <a:pt x="42" y="77"/>
                      <a:pt x="42" y="76"/>
                      <a:pt x="42" y="75"/>
                    </a:cubicBezTo>
                    <a:cubicBezTo>
                      <a:pt x="41" y="73"/>
                      <a:pt x="38" y="74"/>
                      <a:pt x="39" y="76"/>
                    </a:cubicBezTo>
                    <a:cubicBezTo>
                      <a:pt x="39" y="77"/>
                      <a:pt x="40" y="78"/>
                      <a:pt x="40" y="79"/>
                    </a:cubicBezTo>
                    <a:cubicBezTo>
                      <a:pt x="40" y="79"/>
                      <a:pt x="40" y="80"/>
                      <a:pt x="41" y="81"/>
                    </a:cubicBezTo>
                    <a:cubicBezTo>
                      <a:pt x="41" y="82"/>
                      <a:pt x="42" y="82"/>
                      <a:pt x="42" y="83"/>
                    </a:cubicBezTo>
                    <a:cubicBezTo>
                      <a:pt x="42" y="85"/>
                      <a:pt x="42" y="86"/>
                      <a:pt x="43" y="87"/>
                    </a:cubicBezTo>
                    <a:cubicBezTo>
                      <a:pt x="43" y="88"/>
                      <a:pt x="44" y="88"/>
                      <a:pt x="44" y="89"/>
                    </a:cubicBezTo>
                    <a:cubicBezTo>
                      <a:pt x="43" y="90"/>
                      <a:pt x="42" y="89"/>
                      <a:pt x="42" y="88"/>
                    </a:cubicBezTo>
                    <a:cubicBezTo>
                      <a:pt x="41" y="88"/>
                      <a:pt x="40" y="87"/>
                      <a:pt x="40" y="86"/>
                    </a:cubicBezTo>
                    <a:cubicBezTo>
                      <a:pt x="40" y="86"/>
                      <a:pt x="40" y="85"/>
                      <a:pt x="40" y="84"/>
                    </a:cubicBezTo>
                    <a:cubicBezTo>
                      <a:pt x="40" y="83"/>
                      <a:pt x="37" y="83"/>
                      <a:pt x="37" y="81"/>
                    </a:cubicBezTo>
                    <a:cubicBezTo>
                      <a:pt x="37" y="81"/>
                      <a:pt x="38" y="80"/>
                      <a:pt x="38" y="80"/>
                    </a:cubicBezTo>
                    <a:cubicBezTo>
                      <a:pt x="38" y="79"/>
                      <a:pt x="37" y="78"/>
                      <a:pt x="37" y="77"/>
                    </a:cubicBezTo>
                    <a:cubicBezTo>
                      <a:pt x="36" y="76"/>
                      <a:pt x="36" y="75"/>
                      <a:pt x="36" y="74"/>
                    </a:cubicBezTo>
                    <a:cubicBezTo>
                      <a:pt x="36" y="73"/>
                      <a:pt x="36" y="72"/>
                      <a:pt x="36" y="71"/>
                    </a:cubicBezTo>
                    <a:cubicBezTo>
                      <a:pt x="36" y="70"/>
                      <a:pt x="35" y="69"/>
                      <a:pt x="34" y="69"/>
                    </a:cubicBezTo>
                    <a:cubicBezTo>
                      <a:pt x="33" y="69"/>
                      <a:pt x="32" y="69"/>
                      <a:pt x="32" y="68"/>
                    </a:cubicBezTo>
                    <a:cubicBezTo>
                      <a:pt x="32" y="67"/>
                      <a:pt x="31" y="66"/>
                      <a:pt x="31" y="65"/>
                    </a:cubicBezTo>
                    <a:cubicBezTo>
                      <a:pt x="31" y="64"/>
                      <a:pt x="31" y="63"/>
                      <a:pt x="31" y="62"/>
                    </a:cubicBezTo>
                    <a:cubicBezTo>
                      <a:pt x="31" y="60"/>
                      <a:pt x="31" y="59"/>
                      <a:pt x="31" y="58"/>
                    </a:cubicBezTo>
                    <a:cubicBezTo>
                      <a:pt x="32" y="57"/>
                      <a:pt x="33" y="56"/>
                      <a:pt x="33" y="55"/>
                    </a:cubicBezTo>
                    <a:cubicBezTo>
                      <a:pt x="34" y="55"/>
                      <a:pt x="34" y="54"/>
                      <a:pt x="34" y="53"/>
                    </a:cubicBezTo>
                    <a:cubicBezTo>
                      <a:pt x="35" y="52"/>
                      <a:pt x="36" y="51"/>
                      <a:pt x="37" y="49"/>
                    </a:cubicBezTo>
                    <a:cubicBezTo>
                      <a:pt x="39" y="48"/>
                      <a:pt x="40" y="47"/>
                      <a:pt x="40" y="45"/>
                    </a:cubicBezTo>
                    <a:cubicBezTo>
                      <a:pt x="41" y="44"/>
                      <a:pt x="41" y="43"/>
                      <a:pt x="41" y="43"/>
                    </a:cubicBezTo>
                    <a:cubicBezTo>
                      <a:pt x="41" y="42"/>
                      <a:pt x="39" y="41"/>
                      <a:pt x="39" y="40"/>
                    </a:cubicBezTo>
                    <a:cubicBezTo>
                      <a:pt x="39" y="39"/>
                      <a:pt x="40" y="39"/>
                      <a:pt x="41" y="38"/>
                    </a:cubicBezTo>
                    <a:cubicBezTo>
                      <a:pt x="41" y="38"/>
                      <a:pt x="41" y="37"/>
                      <a:pt x="41" y="36"/>
                    </a:cubicBezTo>
                    <a:cubicBezTo>
                      <a:pt x="41" y="35"/>
                      <a:pt x="40" y="34"/>
                      <a:pt x="41" y="33"/>
                    </a:cubicBezTo>
                    <a:cubicBezTo>
                      <a:pt x="41" y="33"/>
                      <a:pt x="42" y="32"/>
                      <a:pt x="41" y="31"/>
                    </a:cubicBezTo>
                    <a:cubicBezTo>
                      <a:pt x="41" y="30"/>
                      <a:pt x="40" y="32"/>
                      <a:pt x="39" y="31"/>
                    </a:cubicBezTo>
                    <a:cubicBezTo>
                      <a:pt x="38" y="31"/>
                      <a:pt x="39" y="30"/>
                      <a:pt x="39" y="29"/>
                    </a:cubicBezTo>
                    <a:cubicBezTo>
                      <a:pt x="39" y="28"/>
                      <a:pt x="39" y="28"/>
                      <a:pt x="39" y="28"/>
                    </a:cubicBezTo>
                    <a:cubicBezTo>
                      <a:pt x="39" y="27"/>
                      <a:pt x="40" y="26"/>
                      <a:pt x="40" y="26"/>
                    </a:cubicBezTo>
                    <a:cubicBezTo>
                      <a:pt x="39" y="26"/>
                      <a:pt x="39" y="25"/>
                      <a:pt x="38" y="24"/>
                    </a:cubicBezTo>
                    <a:cubicBezTo>
                      <a:pt x="49" y="15"/>
                      <a:pt x="63" y="9"/>
                      <a:pt x="78" y="6"/>
                    </a:cubicBezTo>
                    <a:cubicBezTo>
                      <a:pt x="78" y="6"/>
                      <a:pt x="78" y="6"/>
                      <a:pt x="78" y="6"/>
                    </a:cubicBezTo>
                    <a:cubicBezTo>
                      <a:pt x="78" y="6"/>
                      <a:pt x="78" y="7"/>
                      <a:pt x="78" y="7"/>
                    </a:cubicBezTo>
                    <a:cubicBezTo>
                      <a:pt x="79" y="6"/>
                      <a:pt x="80" y="7"/>
                      <a:pt x="81" y="7"/>
                    </a:cubicBezTo>
                    <a:cubicBezTo>
                      <a:pt x="82" y="7"/>
                      <a:pt x="83" y="6"/>
                      <a:pt x="84" y="7"/>
                    </a:cubicBezTo>
                    <a:cubicBezTo>
                      <a:pt x="86" y="7"/>
                      <a:pt x="88" y="9"/>
                      <a:pt x="90" y="8"/>
                    </a:cubicBezTo>
                    <a:cubicBezTo>
                      <a:pt x="90" y="7"/>
                      <a:pt x="90" y="7"/>
                      <a:pt x="90" y="6"/>
                    </a:cubicBezTo>
                    <a:cubicBezTo>
                      <a:pt x="91" y="6"/>
                      <a:pt x="91" y="5"/>
                      <a:pt x="91" y="5"/>
                    </a:cubicBezTo>
                    <a:cubicBezTo>
                      <a:pt x="92" y="5"/>
                      <a:pt x="93" y="5"/>
                      <a:pt x="93" y="5"/>
                    </a:cubicBezTo>
                    <a:cubicBezTo>
                      <a:pt x="96" y="5"/>
                      <a:pt x="98" y="5"/>
                      <a:pt x="100" y="5"/>
                    </a:cubicBezTo>
                    <a:cubicBezTo>
                      <a:pt x="100" y="0"/>
                      <a:pt x="100" y="0"/>
                      <a:pt x="100" y="0"/>
                    </a:cubicBezTo>
                    <a:cubicBezTo>
                      <a:pt x="98" y="0"/>
                      <a:pt x="97" y="0"/>
                      <a:pt x="95" y="0"/>
                    </a:cubicBezTo>
                    <a:cubicBezTo>
                      <a:pt x="94" y="0"/>
                      <a:pt x="94" y="0"/>
                      <a:pt x="93" y="0"/>
                    </a:cubicBezTo>
                    <a:cubicBezTo>
                      <a:pt x="92" y="0"/>
                      <a:pt x="91" y="0"/>
                      <a:pt x="90" y="0"/>
                    </a:cubicBezTo>
                    <a:cubicBezTo>
                      <a:pt x="81" y="0"/>
                      <a:pt x="72" y="2"/>
                      <a:pt x="63" y="5"/>
                    </a:cubicBezTo>
                    <a:cubicBezTo>
                      <a:pt x="62" y="5"/>
                      <a:pt x="61" y="6"/>
                      <a:pt x="59" y="6"/>
                    </a:cubicBezTo>
                    <a:cubicBezTo>
                      <a:pt x="59" y="6"/>
                      <a:pt x="58" y="6"/>
                      <a:pt x="58" y="7"/>
                    </a:cubicBezTo>
                    <a:cubicBezTo>
                      <a:pt x="57" y="7"/>
                      <a:pt x="56" y="7"/>
                      <a:pt x="55" y="8"/>
                    </a:cubicBezTo>
                    <a:cubicBezTo>
                      <a:pt x="54" y="9"/>
                      <a:pt x="52" y="9"/>
                      <a:pt x="51" y="10"/>
                    </a:cubicBezTo>
                    <a:cubicBezTo>
                      <a:pt x="49" y="11"/>
                      <a:pt x="48" y="11"/>
                      <a:pt x="47" y="12"/>
                    </a:cubicBezTo>
                    <a:cubicBezTo>
                      <a:pt x="42" y="15"/>
                      <a:pt x="37" y="19"/>
                      <a:pt x="32" y="22"/>
                    </a:cubicBezTo>
                    <a:cubicBezTo>
                      <a:pt x="32" y="23"/>
                      <a:pt x="31" y="23"/>
                      <a:pt x="31" y="24"/>
                    </a:cubicBezTo>
                    <a:cubicBezTo>
                      <a:pt x="29" y="25"/>
                      <a:pt x="28" y="26"/>
                      <a:pt x="27" y="27"/>
                    </a:cubicBezTo>
                    <a:cubicBezTo>
                      <a:pt x="26" y="28"/>
                      <a:pt x="25" y="29"/>
                      <a:pt x="24" y="30"/>
                    </a:cubicBezTo>
                    <a:cubicBezTo>
                      <a:pt x="23" y="32"/>
                      <a:pt x="21" y="34"/>
                      <a:pt x="20" y="35"/>
                    </a:cubicBezTo>
                    <a:cubicBezTo>
                      <a:pt x="17" y="39"/>
                      <a:pt x="15" y="43"/>
                      <a:pt x="12" y="47"/>
                    </a:cubicBezTo>
                    <a:cubicBezTo>
                      <a:pt x="12" y="48"/>
                      <a:pt x="11" y="49"/>
                      <a:pt x="10" y="51"/>
                    </a:cubicBezTo>
                    <a:cubicBezTo>
                      <a:pt x="10" y="51"/>
                      <a:pt x="10" y="52"/>
                      <a:pt x="9" y="53"/>
                    </a:cubicBezTo>
                    <a:cubicBezTo>
                      <a:pt x="8" y="55"/>
                      <a:pt x="7" y="57"/>
                      <a:pt x="6" y="59"/>
                    </a:cubicBezTo>
                    <a:cubicBezTo>
                      <a:pt x="6" y="60"/>
                      <a:pt x="6" y="60"/>
                      <a:pt x="6" y="61"/>
                    </a:cubicBezTo>
                    <a:cubicBezTo>
                      <a:pt x="5" y="64"/>
                      <a:pt x="4" y="67"/>
                      <a:pt x="3" y="70"/>
                    </a:cubicBezTo>
                    <a:cubicBezTo>
                      <a:pt x="3" y="71"/>
                      <a:pt x="2" y="73"/>
                      <a:pt x="2" y="74"/>
                    </a:cubicBezTo>
                    <a:close/>
                    <a:moveTo>
                      <a:pt x="100" y="73"/>
                    </a:moveTo>
                    <a:cubicBezTo>
                      <a:pt x="100" y="116"/>
                      <a:pt x="100" y="116"/>
                      <a:pt x="100" y="116"/>
                    </a:cubicBezTo>
                    <a:cubicBezTo>
                      <a:pt x="100" y="117"/>
                      <a:pt x="99" y="117"/>
                      <a:pt x="99" y="117"/>
                    </a:cubicBezTo>
                    <a:cubicBezTo>
                      <a:pt x="98" y="117"/>
                      <a:pt x="97" y="116"/>
                      <a:pt x="96" y="115"/>
                    </a:cubicBezTo>
                    <a:cubicBezTo>
                      <a:pt x="94" y="114"/>
                      <a:pt x="93" y="116"/>
                      <a:pt x="91" y="116"/>
                    </a:cubicBezTo>
                    <a:cubicBezTo>
                      <a:pt x="89" y="116"/>
                      <a:pt x="87" y="113"/>
                      <a:pt x="87" y="112"/>
                    </a:cubicBezTo>
                    <a:cubicBezTo>
                      <a:pt x="87" y="111"/>
                      <a:pt x="88" y="109"/>
                      <a:pt x="88" y="108"/>
                    </a:cubicBezTo>
                    <a:cubicBezTo>
                      <a:pt x="88" y="107"/>
                      <a:pt x="88" y="106"/>
                      <a:pt x="88" y="105"/>
                    </a:cubicBezTo>
                    <a:cubicBezTo>
                      <a:pt x="88" y="104"/>
                      <a:pt x="87" y="103"/>
                      <a:pt x="86" y="103"/>
                    </a:cubicBezTo>
                    <a:cubicBezTo>
                      <a:pt x="84" y="103"/>
                      <a:pt x="82" y="104"/>
                      <a:pt x="79" y="103"/>
                    </a:cubicBezTo>
                    <a:cubicBezTo>
                      <a:pt x="79" y="102"/>
                      <a:pt x="80" y="102"/>
                      <a:pt x="80" y="101"/>
                    </a:cubicBezTo>
                    <a:cubicBezTo>
                      <a:pt x="80" y="101"/>
                      <a:pt x="80" y="100"/>
                      <a:pt x="80" y="100"/>
                    </a:cubicBezTo>
                    <a:cubicBezTo>
                      <a:pt x="81" y="99"/>
                      <a:pt x="81" y="99"/>
                      <a:pt x="82" y="98"/>
                    </a:cubicBezTo>
                    <a:cubicBezTo>
                      <a:pt x="82" y="97"/>
                      <a:pt x="82" y="97"/>
                      <a:pt x="82" y="96"/>
                    </a:cubicBezTo>
                    <a:cubicBezTo>
                      <a:pt x="82" y="95"/>
                      <a:pt x="83" y="95"/>
                      <a:pt x="83" y="94"/>
                    </a:cubicBezTo>
                    <a:cubicBezTo>
                      <a:pt x="83" y="94"/>
                      <a:pt x="83" y="93"/>
                      <a:pt x="82" y="93"/>
                    </a:cubicBezTo>
                    <a:cubicBezTo>
                      <a:pt x="80" y="93"/>
                      <a:pt x="79" y="93"/>
                      <a:pt x="78" y="93"/>
                    </a:cubicBezTo>
                    <a:cubicBezTo>
                      <a:pt x="76" y="94"/>
                      <a:pt x="77" y="97"/>
                      <a:pt x="75" y="98"/>
                    </a:cubicBezTo>
                    <a:cubicBezTo>
                      <a:pt x="74" y="98"/>
                      <a:pt x="73" y="98"/>
                      <a:pt x="72" y="98"/>
                    </a:cubicBezTo>
                    <a:cubicBezTo>
                      <a:pt x="71" y="98"/>
                      <a:pt x="70" y="99"/>
                      <a:pt x="70" y="99"/>
                    </a:cubicBezTo>
                    <a:cubicBezTo>
                      <a:pt x="69" y="99"/>
                      <a:pt x="67" y="98"/>
                      <a:pt x="67" y="97"/>
                    </a:cubicBezTo>
                    <a:cubicBezTo>
                      <a:pt x="66" y="97"/>
                      <a:pt x="65" y="94"/>
                      <a:pt x="65" y="94"/>
                    </a:cubicBezTo>
                    <a:cubicBezTo>
                      <a:pt x="64" y="91"/>
                      <a:pt x="65" y="88"/>
                      <a:pt x="66" y="86"/>
                    </a:cubicBezTo>
                    <a:cubicBezTo>
                      <a:pt x="66" y="86"/>
                      <a:pt x="67" y="85"/>
                      <a:pt x="67" y="85"/>
                    </a:cubicBezTo>
                    <a:cubicBezTo>
                      <a:pt x="67" y="84"/>
                      <a:pt x="67" y="83"/>
                      <a:pt x="67" y="82"/>
                    </a:cubicBezTo>
                    <a:cubicBezTo>
                      <a:pt x="68" y="81"/>
                      <a:pt x="69" y="80"/>
                      <a:pt x="71" y="79"/>
                    </a:cubicBezTo>
                    <a:cubicBezTo>
                      <a:pt x="72" y="79"/>
                      <a:pt x="73" y="77"/>
                      <a:pt x="75" y="77"/>
                    </a:cubicBezTo>
                    <a:cubicBezTo>
                      <a:pt x="76" y="77"/>
                      <a:pt x="77" y="78"/>
                      <a:pt x="78" y="78"/>
                    </a:cubicBezTo>
                    <a:cubicBezTo>
                      <a:pt x="79" y="78"/>
                      <a:pt x="79" y="78"/>
                      <a:pt x="80" y="78"/>
                    </a:cubicBezTo>
                    <a:cubicBezTo>
                      <a:pt x="82" y="79"/>
                      <a:pt x="82" y="77"/>
                      <a:pt x="84" y="76"/>
                    </a:cubicBezTo>
                    <a:cubicBezTo>
                      <a:pt x="85" y="76"/>
                      <a:pt x="87" y="76"/>
                      <a:pt x="88" y="76"/>
                    </a:cubicBezTo>
                    <a:cubicBezTo>
                      <a:pt x="89" y="76"/>
                      <a:pt x="90" y="77"/>
                      <a:pt x="90" y="77"/>
                    </a:cubicBezTo>
                    <a:cubicBezTo>
                      <a:pt x="91" y="77"/>
                      <a:pt x="92" y="77"/>
                      <a:pt x="92" y="77"/>
                    </a:cubicBezTo>
                    <a:cubicBezTo>
                      <a:pt x="93" y="77"/>
                      <a:pt x="94" y="78"/>
                      <a:pt x="94" y="79"/>
                    </a:cubicBezTo>
                    <a:cubicBezTo>
                      <a:pt x="94" y="80"/>
                      <a:pt x="93" y="81"/>
                      <a:pt x="93" y="82"/>
                    </a:cubicBezTo>
                    <a:cubicBezTo>
                      <a:pt x="94" y="83"/>
                      <a:pt x="96" y="83"/>
                      <a:pt x="97" y="83"/>
                    </a:cubicBezTo>
                    <a:cubicBezTo>
                      <a:pt x="98" y="83"/>
                      <a:pt x="98" y="81"/>
                      <a:pt x="97" y="80"/>
                    </a:cubicBezTo>
                    <a:cubicBezTo>
                      <a:pt x="97" y="80"/>
                      <a:pt x="98" y="79"/>
                      <a:pt x="97" y="79"/>
                    </a:cubicBezTo>
                    <a:cubicBezTo>
                      <a:pt x="97" y="78"/>
                      <a:pt x="97" y="78"/>
                      <a:pt x="97" y="77"/>
                    </a:cubicBezTo>
                    <a:cubicBezTo>
                      <a:pt x="97" y="75"/>
                      <a:pt x="98" y="74"/>
                      <a:pt x="100" y="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08" name="Freeform 74"/>
              <p:cNvSpPr>
                <a:spLocks/>
              </p:cNvSpPr>
              <p:nvPr/>
            </p:nvSpPr>
            <p:spPr bwMode="auto">
              <a:xfrm>
                <a:off x="-4767263" y="6270625"/>
                <a:ext cx="231775" cy="228600"/>
              </a:xfrm>
              <a:custGeom>
                <a:avLst/>
                <a:gdLst>
                  <a:gd name="T0" fmla="*/ 14 w 62"/>
                  <a:gd name="T1" fmla="*/ 56 h 61"/>
                  <a:gd name="T2" fmla="*/ 31 w 62"/>
                  <a:gd name="T3" fmla="*/ 61 h 61"/>
                  <a:gd name="T4" fmla="*/ 62 w 62"/>
                  <a:gd name="T5" fmla="*/ 31 h 61"/>
                  <a:gd name="T6" fmla="*/ 31 w 62"/>
                  <a:gd name="T7" fmla="*/ 0 h 61"/>
                  <a:gd name="T8" fmla="*/ 0 w 62"/>
                  <a:gd name="T9" fmla="*/ 26 h 61"/>
                  <a:gd name="T10" fmla="*/ 31 w 62"/>
                  <a:gd name="T11" fmla="*/ 26 h 61"/>
                  <a:gd name="T12" fmla="*/ 41 w 62"/>
                  <a:gd name="T13" fmla="*/ 26 h 61"/>
                  <a:gd name="T14" fmla="*/ 34 w 62"/>
                  <a:gd name="T15" fmla="*/ 34 h 61"/>
                  <a:gd name="T16" fmla="*/ 14 w 62"/>
                  <a:gd name="T17" fmla="*/ 56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 h="61">
                    <a:moveTo>
                      <a:pt x="14" y="56"/>
                    </a:moveTo>
                    <a:cubicBezTo>
                      <a:pt x="19" y="60"/>
                      <a:pt x="25" y="61"/>
                      <a:pt x="31" y="61"/>
                    </a:cubicBezTo>
                    <a:cubicBezTo>
                      <a:pt x="48" y="61"/>
                      <a:pt x="62" y="48"/>
                      <a:pt x="62" y="31"/>
                    </a:cubicBezTo>
                    <a:cubicBezTo>
                      <a:pt x="62" y="14"/>
                      <a:pt x="48" y="0"/>
                      <a:pt x="31" y="0"/>
                    </a:cubicBezTo>
                    <a:cubicBezTo>
                      <a:pt x="15" y="0"/>
                      <a:pt x="3" y="11"/>
                      <a:pt x="0" y="26"/>
                    </a:cubicBezTo>
                    <a:cubicBezTo>
                      <a:pt x="31" y="26"/>
                      <a:pt x="31" y="26"/>
                      <a:pt x="31" y="26"/>
                    </a:cubicBezTo>
                    <a:cubicBezTo>
                      <a:pt x="41" y="26"/>
                      <a:pt x="41" y="26"/>
                      <a:pt x="41" y="26"/>
                    </a:cubicBezTo>
                    <a:cubicBezTo>
                      <a:pt x="34" y="34"/>
                      <a:pt x="34" y="34"/>
                      <a:pt x="34" y="34"/>
                    </a:cubicBezTo>
                    <a:lnTo>
                      <a:pt x="14" y="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09" name="Freeform 75"/>
              <p:cNvSpPr>
                <a:spLocks/>
              </p:cNvSpPr>
              <p:nvPr/>
            </p:nvSpPr>
            <p:spPr bwMode="auto">
              <a:xfrm>
                <a:off x="-5129213" y="6386513"/>
                <a:ext cx="477838" cy="447675"/>
              </a:xfrm>
              <a:custGeom>
                <a:avLst/>
                <a:gdLst>
                  <a:gd name="T0" fmla="*/ 57 w 127"/>
                  <a:gd name="T1" fmla="*/ 63 h 119"/>
                  <a:gd name="T2" fmla="*/ 57 w 127"/>
                  <a:gd name="T3" fmla="*/ 67 h 119"/>
                  <a:gd name="T4" fmla="*/ 57 w 127"/>
                  <a:gd name="T5" fmla="*/ 70 h 119"/>
                  <a:gd name="T6" fmla="*/ 57 w 127"/>
                  <a:gd name="T7" fmla="*/ 109 h 119"/>
                  <a:gd name="T8" fmla="*/ 42 w 127"/>
                  <a:gd name="T9" fmla="*/ 119 h 119"/>
                  <a:gd name="T10" fmla="*/ 83 w 127"/>
                  <a:gd name="T11" fmla="*/ 119 h 119"/>
                  <a:gd name="T12" fmla="*/ 70 w 127"/>
                  <a:gd name="T13" fmla="*/ 109 h 119"/>
                  <a:gd name="T14" fmla="*/ 70 w 127"/>
                  <a:gd name="T15" fmla="*/ 70 h 119"/>
                  <a:gd name="T16" fmla="*/ 70 w 127"/>
                  <a:gd name="T17" fmla="*/ 67 h 119"/>
                  <a:gd name="T18" fmla="*/ 70 w 127"/>
                  <a:gd name="T19" fmla="*/ 63 h 119"/>
                  <a:gd name="T20" fmla="*/ 106 w 127"/>
                  <a:gd name="T21" fmla="*/ 23 h 119"/>
                  <a:gd name="T22" fmla="*/ 127 w 127"/>
                  <a:gd name="T23" fmla="*/ 0 h 119"/>
                  <a:gd name="T24" fmla="*/ 96 w 127"/>
                  <a:gd name="T25" fmla="*/ 0 h 119"/>
                  <a:gd name="T26" fmla="*/ 0 w 127"/>
                  <a:gd name="T27" fmla="*/ 0 h 119"/>
                  <a:gd name="T28" fmla="*/ 57 w 127"/>
                  <a:gd name="T29" fmla="*/ 63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7" h="119">
                    <a:moveTo>
                      <a:pt x="57" y="63"/>
                    </a:moveTo>
                    <a:cubicBezTo>
                      <a:pt x="57" y="67"/>
                      <a:pt x="57" y="67"/>
                      <a:pt x="57" y="67"/>
                    </a:cubicBezTo>
                    <a:cubicBezTo>
                      <a:pt x="57" y="70"/>
                      <a:pt x="57" y="70"/>
                      <a:pt x="57" y="70"/>
                    </a:cubicBezTo>
                    <a:cubicBezTo>
                      <a:pt x="57" y="109"/>
                      <a:pt x="57" y="109"/>
                      <a:pt x="57" y="109"/>
                    </a:cubicBezTo>
                    <a:cubicBezTo>
                      <a:pt x="48" y="110"/>
                      <a:pt x="42" y="114"/>
                      <a:pt x="42" y="119"/>
                    </a:cubicBezTo>
                    <a:cubicBezTo>
                      <a:pt x="83" y="119"/>
                      <a:pt x="83" y="119"/>
                      <a:pt x="83" y="119"/>
                    </a:cubicBezTo>
                    <a:cubicBezTo>
                      <a:pt x="83" y="114"/>
                      <a:pt x="78" y="110"/>
                      <a:pt x="70" y="109"/>
                    </a:cubicBezTo>
                    <a:cubicBezTo>
                      <a:pt x="70" y="70"/>
                      <a:pt x="70" y="70"/>
                      <a:pt x="70" y="70"/>
                    </a:cubicBezTo>
                    <a:cubicBezTo>
                      <a:pt x="70" y="67"/>
                      <a:pt x="70" y="67"/>
                      <a:pt x="70" y="67"/>
                    </a:cubicBezTo>
                    <a:cubicBezTo>
                      <a:pt x="70" y="63"/>
                      <a:pt x="70" y="63"/>
                      <a:pt x="70" y="63"/>
                    </a:cubicBezTo>
                    <a:cubicBezTo>
                      <a:pt x="106" y="23"/>
                      <a:pt x="106" y="23"/>
                      <a:pt x="106" y="23"/>
                    </a:cubicBezTo>
                    <a:cubicBezTo>
                      <a:pt x="127" y="0"/>
                      <a:pt x="127" y="0"/>
                      <a:pt x="127" y="0"/>
                    </a:cubicBezTo>
                    <a:cubicBezTo>
                      <a:pt x="96" y="0"/>
                      <a:pt x="96" y="0"/>
                      <a:pt x="96" y="0"/>
                    </a:cubicBezTo>
                    <a:cubicBezTo>
                      <a:pt x="0" y="0"/>
                      <a:pt x="0" y="0"/>
                      <a:pt x="0" y="0"/>
                    </a:cubicBezTo>
                    <a:lnTo>
                      <a:pt x="57" y="6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10" name="Freeform 76"/>
              <p:cNvSpPr>
                <a:spLocks/>
              </p:cNvSpPr>
              <p:nvPr/>
            </p:nvSpPr>
            <p:spPr bwMode="auto">
              <a:xfrm>
                <a:off x="-2576513" y="8853488"/>
                <a:ext cx="539750" cy="142875"/>
              </a:xfrm>
              <a:custGeom>
                <a:avLst/>
                <a:gdLst>
                  <a:gd name="T0" fmla="*/ 222 w 340"/>
                  <a:gd name="T1" fmla="*/ 45 h 90"/>
                  <a:gd name="T2" fmla="*/ 118 w 340"/>
                  <a:gd name="T3" fmla="*/ 45 h 90"/>
                  <a:gd name="T4" fmla="*/ 118 w 340"/>
                  <a:gd name="T5" fmla="*/ 0 h 90"/>
                  <a:gd name="T6" fmla="*/ 0 w 340"/>
                  <a:gd name="T7" fmla="*/ 0 h 90"/>
                  <a:gd name="T8" fmla="*/ 0 w 340"/>
                  <a:gd name="T9" fmla="*/ 90 h 90"/>
                  <a:gd name="T10" fmla="*/ 340 w 340"/>
                  <a:gd name="T11" fmla="*/ 90 h 90"/>
                  <a:gd name="T12" fmla="*/ 340 w 340"/>
                  <a:gd name="T13" fmla="*/ 0 h 90"/>
                  <a:gd name="T14" fmla="*/ 222 w 340"/>
                  <a:gd name="T15" fmla="*/ 0 h 90"/>
                  <a:gd name="T16" fmla="*/ 222 w 340"/>
                  <a:gd name="T17" fmla="*/ 45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0" h="90">
                    <a:moveTo>
                      <a:pt x="222" y="45"/>
                    </a:moveTo>
                    <a:lnTo>
                      <a:pt x="118" y="45"/>
                    </a:lnTo>
                    <a:lnTo>
                      <a:pt x="118" y="0"/>
                    </a:lnTo>
                    <a:lnTo>
                      <a:pt x="0" y="0"/>
                    </a:lnTo>
                    <a:lnTo>
                      <a:pt x="0" y="90"/>
                    </a:lnTo>
                    <a:lnTo>
                      <a:pt x="340" y="90"/>
                    </a:lnTo>
                    <a:lnTo>
                      <a:pt x="340" y="0"/>
                    </a:lnTo>
                    <a:lnTo>
                      <a:pt x="222" y="0"/>
                    </a:lnTo>
                    <a:lnTo>
                      <a:pt x="222" y="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11" name="Rectangle 77"/>
              <p:cNvSpPr>
                <a:spLocks noChangeArrowheads="1"/>
              </p:cNvSpPr>
              <p:nvPr/>
            </p:nvSpPr>
            <p:spPr bwMode="auto">
              <a:xfrm>
                <a:off x="-2359025" y="8853488"/>
                <a:ext cx="104775" cy="412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12" name="Freeform 78"/>
              <p:cNvSpPr>
                <a:spLocks noEditPoints="1"/>
              </p:cNvSpPr>
              <p:nvPr/>
            </p:nvSpPr>
            <p:spPr bwMode="auto">
              <a:xfrm>
                <a:off x="-2576513" y="8537575"/>
                <a:ext cx="539750" cy="285750"/>
              </a:xfrm>
              <a:custGeom>
                <a:avLst/>
                <a:gdLst>
                  <a:gd name="T0" fmla="*/ 253 w 340"/>
                  <a:gd name="T1" fmla="*/ 0 h 180"/>
                  <a:gd name="T2" fmla="*/ 170 w 340"/>
                  <a:gd name="T3" fmla="*/ 0 h 180"/>
                  <a:gd name="T4" fmla="*/ 170 w 340"/>
                  <a:gd name="T5" fmla="*/ 31 h 180"/>
                  <a:gd name="T6" fmla="*/ 224 w 340"/>
                  <a:gd name="T7" fmla="*/ 31 h 180"/>
                  <a:gd name="T8" fmla="*/ 224 w 340"/>
                  <a:gd name="T9" fmla="*/ 67 h 180"/>
                  <a:gd name="T10" fmla="*/ 170 w 340"/>
                  <a:gd name="T11" fmla="*/ 67 h 180"/>
                  <a:gd name="T12" fmla="*/ 170 w 340"/>
                  <a:gd name="T13" fmla="*/ 180 h 180"/>
                  <a:gd name="T14" fmla="*/ 222 w 340"/>
                  <a:gd name="T15" fmla="*/ 180 h 180"/>
                  <a:gd name="T16" fmla="*/ 340 w 340"/>
                  <a:gd name="T17" fmla="*/ 180 h 180"/>
                  <a:gd name="T18" fmla="*/ 340 w 340"/>
                  <a:gd name="T19" fmla="*/ 67 h 180"/>
                  <a:gd name="T20" fmla="*/ 253 w 340"/>
                  <a:gd name="T21" fmla="*/ 67 h 180"/>
                  <a:gd name="T22" fmla="*/ 253 w 340"/>
                  <a:gd name="T23" fmla="*/ 0 h 180"/>
                  <a:gd name="T24" fmla="*/ 170 w 340"/>
                  <a:gd name="T25" fmla="*/ 0 h 180"/>
                  <a:gd name="T26" fmla="*/ 87 w 340"/>
                  <a:gd name="T27" fmla="*/ 0 h 180"/>
                  <a:gd name="T28" fmla="*/ 87 w 340"/>
                  <a:gd name="T29" fmla="*/ 67 h 180"/>
                  <a:gd name="T30" fmla="*/ 0 w 340"/>
                  <a:gd name="T31" fmla="*/ 67 h 180"/>
                  <a:gd name="T32" fmla="*/ 0 w 340"/>
                  <a:gd name="T33" fmla="*/ 180 h 180"/>
                  <a:gd name="T34" fmla="*/ 118 w 340"/>
                  <a:gd name="T35" fmla="*/ 180 h 180"/>
                  <a:gd name="T36" fmla="*/ 170 w 340"/>
                  <a:gd name="T37" fmla="*/ 180 h 180"/>
                  <a:gd name="T38" fmla="*/ 170 w 340"/>
                  <a:gd name="T39" fmla="*/ 67 h 180"/>
                  <a:gd name="T40" fmla="*/ 116 w 340"/>
                  <a:gd name="T41" fmla="*/ 67 h 180"/>
                  <a:gd name="T42" fmla="*/ 116 w 340"/>
                  <a:gd name="T43" fmla="*/ 67 h 180"/>
                  <a:gd name="T44" fmla="*/ 116 w 340"/>
                  <a:gd name="T45" fmla="*/ 31 h 180"/>
                  <a:gd name="T46" fmla="*/ 170 w 340"/>
                  <a:gd name="T47" fmla="*/ 31 h 180"/>
                  <a:gd name="T48" fmla="*/ 170 w 340"/>
                  <a:gd name="T49" fmla="*/ 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40" h="180">
                    <a:moveTo>
                      <a:pt x="253" y="0"/>
                    </a:moveTo>
                    <a:lnTo>
                      <a:pt x="170" y="0"/>
                    </a:lnTo>
                    <a:lnTo>
                      <a:pt x="170" y="31"/>
                    </a:lnTo>
                    <a:lnTo>
                      <a:pt x="224" y="31"/>
                    </a:lnTo>
                    <a:lnTo>
                      <a:pt x="224" y="67"/>
                    </a:lnTo>
                    <a:lnTo>
                      <a:pt x="170" y="67"/>
                    </a:lnTo>
                    <a:lnTo>
                      <a:pt x="170" y="180"/>
                    </a:lnTo>
                    <a:lnTo>
                      <a:pt x="222" y="180"/>
                    </a:lnTo>
                    <a:lnTo>
                      <a:pt x="340" y="180"/>
                    </a:lnTo>
                    <a:lnTo>
                      <a:pt x="340" y="67"/>
                    </a:lnTo>
                    <a:lnTo>
                      <a:pt x="253" y="67"/>
                    </a:lnTo>
                    <a:lnTo>
                      <a:pt x="253" y="0"/>
                    </a:lnTo>
                    <a:close/>
                    <a:moveTo>
                      <a:pt x="170" y="0"/>
                    </a:moveTo>
                    <a:lnTo>
                      <a:pt x="87" y="0"/>
                    </a:lnTo>
                    <a:lnTo>
                      <a:pt x="87" y="67"/>
                    </a:lnTo>
                    <a:lnTo>
                      <a:pt x="0" y="67"/>
                    </a:lnTo>
                    <a:lnTo>
                      <a:pt x="0" y="180"/>
                    </a:lnTo>
                    <a:lnTo>
                      <a:pt x="118" y="180"/>
                    </a:lnTo>
                    <a:lnTo>
                      <a:pt x="170" y="180"/>
                    </a:lnTo>
                    <a:lnTo>
                      <a:pt x="170" y="67"/>
                    </a:lnTo>
                    <a:lnTo>
                      <a:pt x="116" y="67"/>
                    </a:lnTo>
                    <a:lnTo>
                      <a:pt x="116" y="67"/>
                    </a:lnTo>
                    <a:lnTo>
                      <a:pt x="116" y="31"/>
                    </a:lnTo>
                    <a:lnTo>
                      <a:pt x="170" y="31"/>
                    </a:lnTo>
                    <a:lnTo>
                      <a:pt x="17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13" name="Freeform 79"/>
              <p:cNvSpPr>
                <a:spLocks/>
              </p:cNvSpPr>
              <p:nvPr/>
            </p:nvSpPr>
            <p:spPr bwMode="auto">
              <a:xfrm>
                <a:off x="-6281738" y="1944688"/>
                <a:ext cx="393700" cy="349250"/>
              </a:xfrm>
              <a:custGeom>
                <a:avLst/>
                <a:gdLst>
                  <a:gd name="T0" fmla="*/ 0 w 248"/>
                  <a:gd name="T1" fmla="*/ 88 h 220"/>
                  <a:gd name="T2" fmla="*/ 0 w 248"/>
                  <a:gd name="T3" fmla="*/ 189 h 220"/>
                  <a:gd name="T4" fmla="*/ 5 w 248"/>
                  <a:gd name="T5" fmla="*/ 189 h 220"/>
                  <a:gd name="T6" fmla="*/ 40 w 248"/>
                  <a:gd name="T7" fmla="*/ 189 h 220"/>
                  <a:gd name="T8" fmla="*/ 50 w 248"/>
                  <a:gd name="T9" fmla="*/ 189 h 220"/>
                  <a:gd name="T10" fmla="*/ 50 w 248"/>
                  <a:gd name="T11" fmla="*/ 199 h 220"/>
                  <a:gd name="T12" fmla="*/ 50 w 248"/>
                  <a:gd name="T13" fmla="*/ 220 h 220"/>
                  <a:gd name="T14" fmla="*/ 64 w 248"/>
                  <a:gd name="T15" fmla="*/ 220 h 220"/>
                  <a:gd name="T16" fmla="*/ 64 w 248"/>
                  <a:gd name="T17" fmla="*/ 199 h 220"/>
                  <a:gd name="T18" fmla="*/ 64 w 248"/>
                  <a:gd name="T19" fmla="*/ 189 h 220"/>
                  <a:gd name="T20" fmla="*/ 73 w 248"/>
                  <a:gd name="T21" fmla="*/ 189 h 220"/>
                  <a:gd name="T22" fmla="*/ 109 w 248"/>
                  <a:gd name="T23" fmla="*/ 189 h 220"/>
                  <a:gd name="T24" fmla="*/ 118 w 248"/>
                  <a:gd name="T25" fmla="*/ 189 h 220"/>
                  <a:gd name="T26" fmla="*/ 118 w 248"/>
                  <a:gd name="T27" fmla="*/ 199 h 220"/>
                  <a:gd name="T28" fmla="*/ 118 w 248"/>
                  <a:gd name="T29" fmla="*/ 220 h 220"/>
                  <a:gd name="T30" fmla="*/ 130 w 248"/>
                  <a:gd name="T31" fmla="*/ 220 h 220"/>
                  <a:gd name="T32" fmla="*/ 130 w 248"/>
                  <a:gd name="T33" fmla="*/ 199 h 220"/>
                  <a:gd name="T34" fmla="*/ 130 w 248"/>
                  <a:gd name="T35" fmla="*/ 189 h 220"/>
                  <a:gd name="T36" fmla="*/ 139 w 248"/>
                  <a:gd name="T37" fmla="*/ 189 h 220"/>
                  <a:gd name="T38" fmla="*/ 175 w 248"/>
                  <a:gd name="T39" fmla="*/ 189 h 220"/>
                  <a:gd name="T40" fmla="*/ 184 w 248"/>
                  <a:gd name="T41" fmla="*/ 189 h 220"/>
                  <a:gd name="T42" fmla="*/ 184 w 248"/>
                  <a:gd name="T43" fmla="*/ 199 h 220"/>
                  <a:gd name="T44" fmla="*/ 184 w 248"/>
                  <a:gd name="T45" fmla="*/ 220 h 220"/>
                  <a:gd name="T46" fmla="*/ 199 w 248"/>
                  <a:gd name="T47" fmla="*/ 220 h 220"/>
                  <a:gd name="T48" fmla="*/ 199 w 248"/>
                  <a:gd name="T49" fmla="*/ 199 h 220"/>
                  <a:gd name="T50" fmla="*/ 199 w 248"/>
                  <a:gd name="T51" fmla="*/ 189 h 220"/>
                  <a:gd name="T52" fmla="*/ 208 w 248"/>
                  <a:gd name="T53" fmla="*/ 189 h 220"/>
                  <a:gd name="T54" fmla="*/ 241 w 248"/>
                  <a:gd name="T55" fmla="*/ 189 h 220"/>
                  <a:gd name="T56" fmla="*/ 248 w 248"/>
                  <a:gd name="T57" fmla="*/ 189 h 220"/>
                  <a:gd name="T58" fmla="*/ 248 w 248"/>
                  <a:gd name="T59" fmla="*/ 88 h 220"/>
                  <a:gd name="T60" fmla="*/ 232 w 248"/>
                  <a:gd name="T61" fmla="*/ 88 h 220"/>
                  <a:gd name="T62" fmla="*/ 232 w 248"/>
                  <a:gd name="T63" fmla="*/ 109 h 220"/>
                  <a:gd name="T64" fmla="*/ 208 w 248"/>
                  <a:gd name="T65" fmla="*/ 109 h 220"/>
                  <a:gd name="T66" fmla="*/ 208 w 248"/>
                  <a:gd name="T67" fmla="*/ 88 h 220"/>
                  <a:gd name="T68" fmla="*/ 184 w 248"/>
                  <a:gd name="T69" fmla="*/ 88 h 220"/>
                  <a:gd name="T70" fmla="*/ 184 w 248"/>
                  <a:gd name="T71" fmla="*/ 109 h 220"/>
                  <a:gd name="T72" fmla="*/ 161 w 248"/>
                  <a:gd name="T73" fmla="*/ 109 h 220"/>
                  <a:gd name="T74" fmla="*/ 161 w 248"/>
                  <a:gd name="T75" fmla="*/ 88 h 220"/>
                  <a:gd name="T76" fmla="*/ 139 w 248"/>
                  <a:gd name="T77" fmla="*/ 88 h 220"/>
                  <a:gd name="T78" fmla="*/ 139 w 248"/>
                  <a:gd name="T79" fmla="*/ 0 h 220"/>
                  <a:gd name="T80" fmla="*/ 109 w 248"/>
                  <a:gd name="T81" fmla="*/ 0 h 220"/>
                  <a:gd name="T82" fmla="*/ 109 w 248"/>
                  <a:gd name="T83" fmla="*/ 88 h 220"/>
                  <a:gd name="T84" fmla="*/ 87 w 248"/>
                  <a:gd name="T85" fmla="*/ 88 h 220"/>
                  <a:gd name="T86" fmla="*/ 87 w 248"/>
                  <a:gd name="T87" fmla="*/ 109 h 220"/>
                  <a:gd name="T88" fmla="*/ 64 w 248"/>
                  <a:gd name="T89" fmla="*/ 109 h 220"/>
                  <a:gd name="T90" fmla="*/ 64 w 248"/>
                  <a:gd name="T91" fmla="*/ 88 h 220"/>
                  <a:gd name="T92" fmla="*/ 40 w 248"/>
                  <a:gd name="T93" fmla="*/ 88 h 220"/>
                  <a:gd name="T94" fmla="*/ 40 w 248"/>
                  <a:gd name="T95" fmla="*/ 109 h 220"/>
                  <a:gd name="T96" fmla="*/ 16 w 248"/>
                  <a:gd name="T97" fmla="*/ 109 h 220"/>
                  <a:gd name="T98" fmla="*/ 16 w 248"/>
                  <a:gd name="T99" fmla="*/ 88 h 220"/>
                  <a:gd name="T100" fmla="*/ 0 w 248"/>
                  <a:gd name="T101" fmla="*/ 88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48" h="220">
                    <a:moveTo>
                      <a:pt x="0" y="88"/>
                    </a:moveTo>
                    <a:lnTo>
                      <a:pt x="0" y="189"/>
                    </a:lnTo>
                    <a:lnTo>
                      <a:pt x="5" y="189"/>
                    </a:lnTo>
                    <a:lnTo>
                      <a:pt x="40" y="189"/>
                    </a:lnTo>
                    <a:lnTo>
                      <a:pt x="50" y="189"/>
                    </a:lnTo>
                    <a:lnTo>
                      <a:pt x="50" y="199"/>
                    </a:lnTo>
                    <a:lnTo>
                      <a:pt x="50" y="220"/>
                    </a:lnTo>
                    <a:lnTo>
                      <a:pt x="64" y="220"/>
                    </a:lnTo>
                    <a:lnTo>
                      <a:pt x="64" y="199"/>
                    </a:lnTo>
                    <a:lnTo>
                      <a:pt x="64" y="189"/>
                    </a:lnTo>
                    <a:lnTo>
                      <a:pt x="73" y="189"/>
                    </a:lnTo>
                    <a:lnTo>
                      <a:pt x="109" y="189"/>
                    </a:lnTo>
                    <a:lnTo>
                      <a:pt x="118" y="189"/>
                    </a:lnTo>
                    <a:lnTo>
                      <a:pt x="118" y="199"/>
                    </a:lnTo>
                    <a:lnTo>
                      <a:pt x="118" y="220"/>
                    </a:lnTo>
                    <a:lnTo>
                      <a:pt x="130" y="220"/>
                    </a:lnTo>
                    <a:lnTo>
                      <a:pt x="130" y="199"/>
                    </a:lnTo>
                    <a:lnTo>
                      <a:pt x="130" y="189"/>
                    </a:lnTo>
                    <a:lnTo>
                      <a:pt x="139" y="189"/>
                    </a:lnTo>
                    <a:lnTo>
                      <a:pt x="175" y="189"/>
                    </a:lnTo>
                    <a:lnTo>
                      <a:pt x="184" y="189"/>
                    </a:lnTo>
                    <a:lnTo>
                      <a:pt x="184" y="199"/>
                    </a:lnTo>
                    <a:lnTo>
                      <a:pt x="184" y="220"/>
                    </a:lnTo>
                    <a:lnTo>
                      <a:pt x="199" y="220"/>
                    </a:lnTo>
                    <a:lnTo>
                      <a:pt x="199" y="199"/>
                    </a:lnTo>
                    <a:lnTo>
                      <a:pt x="199" y="189"/>
                    </a:lnTo>
                    <a:lnTo>
                      <a:pt x="208" y="189"/>
                    </a:lnTo>
                    <a:lnTo>
                      <a:pt x="241" y="189"/>
                    </a:lnTo>
                    <a:lnTo>
                      <a:pt x="248" y="189"/>
                    </a:lnTo>
                    <a:lnTo>
                      <a:pt x="248" y="88"/>
                    </a:lnTo>
                    <a:lnTo>
                      <a:pt x="232" y="88"/>
                    </a:lnTo>
                    <a:lnTo>
                      <a:pt x="232" y="109"/>
                    </a:lnTo>
                    <a:lnTo>
                      <a:pt x="208" y="109"/>
                    </a:lnTo>
                    <a:lnTo>
                      <a:pt x="208" y="88"/>
                    </a:lnTo>
                    <a:lnTo>
                      <a:pt x="184" y="88"/>
                    </a:lnTo>
                    <a:lnTo>
                      <a:pt x="184" y="109"/>
                    </a:lnTo>
                    <a:lnTo>
                      <a:pt x="161" y="109"/>
                    </a:lnTo>
                    <a:lnTo>
                      <a:pt x="161" y="88"/>
                    </a:lnTo>
                    <a:lnTo>
                      <a:pt x="139" y="88"/>
                    </a:lnTo>
                    <a:lnTo>
                      <a:pt x="139" y="0"/>
                    </a:lnTo>
                    <a:lnTo>
                      <a:pt x="109" y="0"/>
                    </a:lnTo>
                    <a:lnTo>
                      <a:pt x="109" y="88"/>
                    </a:lnTo>
                    <a:lnTo>
                      <a:pt x="87" y="88"/>
                    </a:lnTo>
                    <a:lnTo>
                      <a:pt x="87" y="109"/>
                    </a:lnTo>
                    <a:lnTo>
                      <a:pt x="64" y="109"/>
                    </a:lnTo>
                    <a:lnTo>
                      <a:pt x="64" y="88"/>
                    </a:lnTo>
                    <a:lnTo>
                      <a:pt x="40" y="88"/>
                    </a:lnTo>
                    <a:lnTo>
                      <a:pt x="40" y="109"/>
                    </a:lnTo>
                    <a:lnTo>
                      <a:pt x="16" y="109"/>
                    </a:lnTo>
                    <a:lnTo>
                      <a:pt x="16" y="88"/>
                    </a:lnTo>
                    <a:lnTo>
                      <a:pt x="0" y="8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14" name="Freeform 80"/>
              <p:cNvSpPr>
                <a:spLocks/>
              </p:cNvSpPr>
              <p:nvPr/>
            </p:nvSpPr>
            <p:spPr bwMode="auto">
              <a:xfrm>
                <a:off x="-6361113" y="2260600"/>
                <a:ext cx="552450" cy="285750"/>
              </a:xfrm>
              <a:custGeom>
                <a:avLst/>
                <a:gdLst>
                  <a:gd name="T0" fmla="*/ 348 w 348"/>
                  <a:gd name="T1" fmla="*/ 0 h 180"/>
                  <a:gd name="T2" fmla="*/ 324 w 348"/>
                  <a:gd name="T3" fmla="*/ 0 h 180"/>
                  <a:gd name="T4" fmla="*/ 324 w 348"/>
                  <a:gd name="T5" fmla="*/ 31 h 180"/>
                  <a:gd name="T6" fmla="*/ 298 w 348"/>
                  <a:gd name="T7" fmla="*/ 31 h 180"/>
                  <a:gd name="T8" fmla="*/ 291 w 348"/>
                  <a:gd name="T9" fmla="*/ 31 h 180"/>
                  <a:gd name="T10" fmla="*/ 291 w 348"/>
                  <a:gd name="T11" fmla="*/ 0 h 180"/>
                  <a:gd name="T12" fmla="*/ 258 w 348"/>
                  <a:gd name="T13" fmla="*/ 0 h 180"/>
                  <a:gd name="T14" fmla="*/ 258 w 348"/>
                  <a:gd name="T15" fmla="*/ 31 h 180"/>
                  <a:gd name="T16" fmla="*/ 225 w 348"/>
                  <a:gd name="T17" fmla="*/ 31 h 180"/>
                  <a:gd name="T18" fmla="*/ 225 w 348"/>
                  <a:gd name="T19" fmla="*/ 0 h 180"/>
                  <a:gd name="T20" fmla="*/ 189 w 348"/>
                  <a:gd name="T21" fmla="*/ 0 h 180"/>
                  <a:gd name="T22" fmla="*/ 189 w 348"/>
                  <a:gd name="T23" fmla="*/ 31 h 180"/>
                  <a:gd name="T24" fmla="*/ 159 w 348"/>
                  <a:gd name="T25" fmla="*/ 31 h 180"/>
                  <a:gd name="T26" fmla="*/ 159 w 348"/>
                  <a:gd name="T27" fmla="*/ 0 h 180"/>
                  <a:gd name="T28" fmla="*/ 123 w 348"/>
                  <a:gd name="T29" fmla="*/ 0 h 180"/>
                  <a:gd name="T30" fmla="*/ 123 w 348"/>
                  <a:gd name="T31" fmla="*/ 31 h 180"/>
                  <a:gd name="T32" fmla="*/ 90 w 348"/>
                  <a:gd name="T33" fmla="*/ 31 h 180"/>
                  <a:gd name="T34" fmla="*/ 90 w 348"/>
                  <a:gd name="T35" fmla="*/ 0 h 180"/>
                  <a:gd name="T36" fmla="*/ 55 w 348"/>
                  <a:gd name="T37" fmla="*/ 0 h 180"/>
                  <a:gd name="T38" fmla="*/ 55 w 348"/>
                  <a:gd name="T39" fmla="*/ 31 h 180"/>
                  <a:gd name="T40" fmla="*/ 50 w 348"/>
                  <a:gd name="T41" fmla="*/ 31 h 180"/>
                  <a:gd name="T42" fmla="*/ 24 w 348"/>
                  <a:gd name="T43" fmla="*/ 31 h 180"/>
                  <a:gd name="T44" fmla="*/ 24 w 348"/>
                  <a:gd name="T45" fmla="*/ 0 h 180"/>
                  <a:gd name="T46" fmla="*/ 0 w 348"/>
                  <a:gd name="T47" fmla="*/ 0 h 180"/>
                  <a:gd name="T48" fmla="*/ 0 w 348"/>
                  <a:gd name="T49" fmla="*/ 180 h 180"/>
                  <a:gd name="T50" fmla="*/ 133 w 348"/>
                  <a:gd name="T51" fmla="*/ 180 h 180"/>
                  <a:gd name="T52" fmla="*/ 133 w 348"/>
                  <a:gd name="T53" fmla="*/ 109 h 180"/>
                  <a:gd name="T54" fmla="*/ 225 w 348"/>
                  <a:gd name="T55" fmla="*/ 109 h 180"/>
                  <a:gd name="T56" fmla="*/ 225 w 348"/>
                  <a:gd name="T57" fmla="*/ 180 h 180"/>
                  <a:gd name="T58" fmla="*/ 348 w 348"/>
                  <a:gd name="T59" fmla="*/ 180 h 180"/>
                  <a:gd name="T60" fmla="*/ 348 w 348"/>
                  <a:gd name="T61" fmla="*/ 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48" h="180">
                    <a:moveTo>
                      <a:pt x="348" y="0"/>
                    </a:moveTo>
                    <a:lnTo>
                      <a:pt x="324" y="0"/>
                    </a:lnTo>
                    <a:lnTo>
                      <a:pt x="324" y="31"/>
                    </a:lnTo>
                    <a:lnTo>
                      <a:pt x="298" y="31"/>
                    </a:lnTo>
                    <a:lnTo>
                      <a:pt x="291" y="31"/>
                    </a:lnTo>
                    <a:lnTo>
                      <a:pt x="291" y="0"/>
                    </a:lnTo>
                    <a:lnTo>
                      <a:pt x="258" y="0"/>
                    </a:lnTo>
                    <a:lnTo>
                      <a:pt x="258" y="31"/>
                    </a:lnTo>
                    <a:lnTo>
                      <a:pt x="225" y="31"/>
                    </a:lnTo>
                    <a:lnTo>
                      <a:pt x="225" y="0"/>
                    </a:lnTo>
                    <a:lnTo>
                      <a:pt x="189" y="0"/>
                    </a:lnTo>
                    <a:lnTo>
                      <a:pt x="189" y="31"/>
                    </a:lnTo>
                    <a:lnTo>
                      <a:pt x="159" y="31"/>
                    </a:lnTo>
                    <a:lnTo>
                      <a:pt x="159" y="0"/>
                    </a:lnTo>
                    <a:lnTo>
                      <a:pt x="123" y="0"/>
                    </a:lnTo>
                    <a:lnTo>
                      <a:pt x="123" y="31"/>
                    </a:lnTo>
                    <a:lnTo>
                      <a:pt x="90" y="31"/>
                    </a:lnTo>
                    <a:lnTo>
                      <a:pt x="90" y="0"/>
                    </a:lnTo>
                    <a:lnTo>
                      <a:pt x="55" y="0"/>
                    </a:lnTo>
                    <a:lnTo>
                      <a:pt x="55" y="31"/>
                    </a:lnTo>
                    <a:lnTo>
                      <a:pt x="50" y="31"/>
                    </a:lnTo>
                    <a:lnTo>
                      <a:pt x="24" y="31"/>
                    </a:lnTo>
                    <a:lnTo>
                      <a:pt x="24" y="0"/>
                    </a:lnTo>
                    <a:lnTo>
                      <a:pt x="0" y="0"/>
                    </a:lnTo>
                    <a:lnTo>
                      <a:pt x="0" y="180"/>
                    </a:lnTo>
                    <a:lnTo>
                      <a:pt x="133" y="180"/>
                    </a:lnTo>
                    <a:lnTo>
                      <a:pt x="133" y="109"/>
                    </a:lnTo>
                    <a:lnTo>
                      <a:pt x="225" y="109"/>
                    </a:lnTo>
                    <a:lnTo>
                      <a:pt x="225" y="180"/>
                    </a:lnTo>
                    <a:lnTo>
                      <a:pt x="348" y="180"/>
                    </a:lnTo>
                    <a:lnTo>
                      <a:pt x="3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15" name="Freeform 81"/>
              <p:cNvSpPr>
                <a:spLocks/>
              </p:cNvSpPr>
              <p:nvPr/>
            </p:nvSpPr>
            <p:spPr bwMode="auto">
              <a:xfrm>
                <a:off x="-6034088" y="1955800"/>
                <a:ext cx="157163" cy="101600"/>
              </a:xfrm>
              <a:custGeom>
                <a:avLst/>
                <a:gdLst>
                  <a:gd name="T0" fmla="*/ 0 w 99"/>
                  <a:gd name="T1" fmla="*/ 0 h 64"/>
                  <a:gd name="T2" fmla="*/ 0 w 99"/>
                  <a:gd name="T3" fmla="*/ 64 h 64"/>
                  <a:gd name="T4" fmla="*/ 99 w 99"/>
                  <a:gd name="T5" fmla="*/ 33 h 64"/>
                  <a:gd name="T6" fmla="*/ 0 w 99"/>
                  <a:gd name="T7" fmla="*/ 0 h 64"/>
                </a:gdLst>
                <a:ahLst/>
                <a:cxnLst>
                  <a:cxn ang="0">
                    <a:pos x="T0" y="T1"/>
                  </a:cxn>
                  <a:cxn ang="0">
                    <a:pos x="T2" y="T3"/>
                  </a:cxn>
                  <a:cxn ang="0">
                    <a:pos x="T4" y="T5"/>
                  </a:cxn>
                  <a:cxn ang="0">
                    <a:pos x="T6" y="T7"/>
                  </a:cxn>
                </a:cxnLst>
                <a:rect l="0" t="0" r="r" b="b"/>
                <a:pathLst>
                  <a:path w="99" h="64">
                    <a:moveTo>
                      <a:pt x="0" y="0"/>
                    </a:moveTo>
                    <a:lnTo>
                      <a:pt x="0" y="64"/>
                    </a:lnTo>
                    <a:lnTo>
                      <a:pt x="99" y="3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16" name="Freeform 82"/>
              <p:cNvSpPr>
                <a:spLocks/>
              </p:cNvSpPr>
              <p:nvPr/>
            </p:nvSpPr>
            <p:spPr bwMode="auto">
              <a:xfrm>
                <a:off x="-2108200" y="6784975"/>
                <a:ext cx="576263" cy="588963"/>
              </a:xfrm>
              <a:custGeom>
                <a:avLst/>
                <a:gdLst>
                  <a:gd name="T0" fmla="*/ 77 w 153"/>
                  <a:gd name="T1" fmla="*/ 0 h 157"/>
                  <a:gd name="T2" fmla="*/ 60 w 153"/>
                  <a:gd name="T3" fmla="*/ 34 h 157"/>
                  <a:gd name="T4" fmla="*/ 60 w 153"/>
                  <a:gd name="T5" fmla="*/ 58 h 157"/>
                  <a:gd name="T6" fmla="*/ 0 w 153"/>
                  <a:gd name="T7" fmla="*/ 83 h 157"/>
                  <a:gd name="T8" fmla="*/ 0 w 153"/>
                  <a:gd name="T9" fmla="*/ 100 h 157"/>
                  <a:gd name="T10" fmla="*/ 60 w 153"/>
                  <a:gd name="T11" fmla="*/ 88 h 157"/>
                  <a:gd name="T12" fmla="*/ 60 w 153"/>
                  <a:gd name="T13" fmla="*/ 122 h 157"/>
                  <a:gd name="T14" fmla="*/ 34 w 153"/>
                  <a:gd name="T15" fmla="*/ 140 h 157"/>
                  <a:gd name="T16" fmla="*/ 34 w 153"/>
                  <a:gd name="T17" fmla="*/ 157 h 157"/>
                  <a:gd name="T18" fmla="*/ 76 w 153"/>
                  <a:gd name="T19" fmla="*/ 142 h 157"/>
                  <a:gd name="T20" fmla="*/ 118 w 153"/>
                  <a:gd name="T21" fmla="*/ 157 h 157"/>
                  <a:gd name="T22" fmla="*/ 118 w 153"/>
                  <a:gd name="T23" fmla="*/ 140 h 157"/>
                  <a:gd name="T24" fmla="*/ 94 w 153"/>
                  <a:gd name="T25" fmla="*/ 122 h 157"/>
                  <a:gd name="T26" fmla="*/ 94 w 153"/>
                  <a:gd name="T27" fmla="*/ 88 h 157"/>
                  <a:gd name="T28" fmla="*/ 153 w 153"/>
                  <a:gd name="T29" fmla="*/ 100 h 157"/>
                  <a:gd name="T30" fmla="*/ 153 w 153"/>
                  <a:gd name="T31" fmla="*/ 83 h 157"/>
                  <a:gd name="T32" fmla="*/ 94 w 153"/>
                  <a:gd name="T33" fmla="*/ 58 h 157"/>
                  <a:gd name="T34" fmla="*/ 94 w 153"/>
                  <a:gd name="T35" fmla="*/ 34 h 157"/>
                  <a:gd name="T36" fmla="*/ 77 w 153"/>
                  <a:gd name="T37"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3" h="157">
                    <a:moveTo>
                      <a:pt x="77" y="0"/>
                    </a:moveTo>
                    <a:cubicBezTo>
                      <a:pt x="67" y="0"/>
                      <a:pt x="60" y="24"/>
                      <a:pt x="60" y="34"/>
                    </a:cubicBezTo>
                    <a:cubicBezTo>
                      <a:pt x="60" y="58"/>
                      <a:pt x="60" y="58"/>
                      <a:pt x="60" y="58"/>
                    </a:cubicBezTo>
                    <a:cubicBezTo>
                      <a:pt x="0" y="83"/>
                      <a:pt x="0" y="83"/>
                      <a:pt x="0" y="83"/>
                    </a:cubicBezTo>
                    <a:cubicBezTo>
                      <a:pt x="0" y="100"/>
                      <a:pt x="0" y="100"/>
                      <a:pt x="0" y="100"/>
                    </a:cubicBezTo>
                    <a:cubicBezTo>
                      <a:pt x="60" y="88"/>
                      <a:pt x="60" y="88"/>
                      <a:pt x="60" y="88"/>
                    </a:cubicBezTo>
                    <a:cubicBezTo>
                      <a:pt x="60" y="122"/>
                      <a:pt x="60" y="122"/>
                      <a:pt x="60" y="122"/>
                    </a:cubicBezTo>
                    <a:cubicBezTo>
                      <a:pt x="34" y="140"/>
                      <a:pt x="34" y="140"/>
                      <a:pt x="34" y="140"/>
                    </a:cubicBezTo>
                    <a:cubicBezTo>
                      <a:pt x="34" y="157"/>
                      <a:pt x="34" y="157"/>
                      <a:pt x="34" y="157"/>
                    </a:cubicBezTo>
                    <a:cubicBezTo>
                      <a:pt x="76" y="142"/>
                      <a:pt x="76" y="142"/>
                      <a:pt x="76" y="142"/>
                    </a:cubicBezTo>
                    <a:cubicBezTo>
                      <a:pt x="118" y="157"/>
                      <a:pt x="118" y="157"/>
                      <a:pt x="118" y="157"/>
                    </a:cubicBezTo>
                    <a:cubicBezTo>
                      <a:pt x="118" y="140"/>
                      <a:pt x="118" y="140"/>
                      <a:pt x="118" y="140"/>
                    </a:cubicBezTo>
                    <a:cubicBezTo>
                      <a:pt x="94" y="122"/>
                      <a:pt x="94" y="122"/>
                      <a:pt x="94" y="122"/>
                    </a:cubicBezTo>
                    <a:cubicBezTo>
                      <a:pt x="94" y="88"/>
                      <a:pt x="94" y="88"/>
                      <a:pt x="94" y="88"/>
                    </a:cubicBezTo>
                    <a:cubicBezTo>
                      <a:pt x="153" y="100"/>
                      <a:pt x="153" y="100"/>
                      <a:pt x="153" y="100"/>
                    </a:cubicBezTo>
                    <a:cubicBezTo>
                      <a:pt x="153" y="83"/>
                      <a:pt x="153" y="83"/>
                      <a:pt x="153" y="83"/>
                    </a:cubicBezTo>
                    <a:cubicBezTo>
                      <a:pt x="94" y="58"/>
                      <a:pt x="94" y="58"/>
                      <a:pt x="94" y="58"/>
                    </a:cubicBezTo>
                    <a:cubicBezTo>
                      <a:pt x="94" y="34"/>
                      <a:pt x="94" y="34"/>
                      <a:pt x="94" y="34"/>
                    </a:cubicBezTo>
                    <a:cubicBezTo>
                      <a:pt x="94" y="24"/>
                      <a:pt x="86" y="0"/>
                      <a:pt x="7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17" name="Freeform 83"/>
              <p:cNvSpPr>
                <a:spLocks/>
              </p:cNvSpPr>
              <p:nvPr/>
            </p:nvSpPr>
            <p:spPr bwMode="auto">
              <a:xfrm>
                <a:off x="-4557713" y="641350"/>
                <a:ext cx="571500" cy="150813"/>
              </a:xfrm>
              <a:custGeom>
                <a:avLst/>
                <a:gdLst>
                  <a:gd name="T0" fmla="*/ 50 w 360"/>
                  <a:gd name="T1" fmla="*/ 95 h 95"/>
                  <a:gd name="T2" fmla="*/ 57 w 360"/>
                  <a:gd name="T3" fmla="*/ 95 h 95"/>
                  <a:gd name="T4" fmla="*/ 303 w 360"/>
                  <a:gd name="T5" fmla="*/ 95 h 95"/>
                  <a:gd name="T6" fmla="*/ 308 w 360"/>
                  <a:gd name="T7" fmla="*/ 95 h 95"/>
                  <a:gd name="T8" fmla="*/ 360 w 360"/>
                  <a:gd name="T9" fmla="*/ 0 h 95"/>
                  <a:gd name="T10" fmla="*/ 358 w 360"/>
                  <a:gd name="T11" fmla="*/ 0 h 95"/>
                  <a:gd name="T12" fmla="*/ 306 w 360"/>
                  <a:gd name="T13" fmla="*/ 0 h 95"/>
                  <a:gd name="T14" fmla="*/ 263 w 360"/>
                  <a:gd name="T15" fmla="*/ 0 h 95"/>
                  <a:gd name="T16" fmla="*/ 97 w 360"/>
                  <a:gd name="T17" fmla="*/ 0 h 95"/>
                  <a:gd name="T18" fmla="*/ 55 w 360"/>
                  <a:gd name="T19" fmla="*/ 0 h 95"/>
                  <a:gd name="T20" fmla="*/ 0 w 360"/>
                  <a:gd name="T21" fmla="*/ 0 h 95"/>
                  <a:gd name="T22" fmla="*/ 50 w 360"/>
                  <a:gd name="T23" fmla="*/ 95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0" h="95">
                    <a:moveTo>
                      <a:pt x="50" y="95"/>
                    </a:moveTo>
                    <a:lnTo>
                      <a:pt x="57" y="95"/>
                    </a:lnTo>
                    <a:lnTo>
                      <a:pt x="303" y="95"/>
                    </a:lnTo>
                    <a:lnTo>
                      <a:pt x="308" y="95"/>
                    </a:lnTo>
                    <a:lnTo>
                      <a:pt x="360" y="0"/>
                    </a:lnTo>
                    <a:lnTo>
                      <a:pt x="358" y="0"/>
                    </a:lnTo>
                    <a:lnTo>
                      <a:pt x="306" y="0"/>
                    </a:lnTo>
                    <a:lnTo>
                      <a:pt x="263" y="0"/>
                    </a:lnTo>
                    <a:lnTo>
                      <a:pt x="97" y="0"/>
                    </a:lnTo>
                    <a:lnTo>
                      <a:pt x="55" y="0"/>
                    </a:lnTo>
                    <a:lnTo>
                      <a:pt x="0" y="0"/>
                    </a:lnTo>
                    <a:lnTo>
                      <a:pt x="50" y="9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18" name="Freeform 84"/>
              <p:cNvSpPr>
                <a:spLocks/>
              </p:cNvSpPr>
              <p:nvPr/>
            </p:nvSpPr>
            <p:spPr bwMode="auto">
              <a:xfrm>
                <a:off x="-4557713" y="676275"/>
                <a:ext cx="568325" cy="269875"/>
              </a:xfrm>
              <a:custGeom>
                <a:avLst/>
                <a:gdLst>
                  <a:gd name="T0" fmla="*/ 0 w 151"/>
                  <a:gd name="T1" fmla="*/ 72 h 72"/>
                  <a:gd name="T2" fmla="*/ 151 w 151"/>
                  <a:gd name="T3" fmla="*/ 72 h 72"/>
                  <a:gd name="T4" fmla="*/ 151 w 151"/>
                  <a:gd name="T5" fmla="*/ 0 h 72"/>
                  <a:gd name="T6" fmla="*/ 134 w 151"/>
                  <a:gd name="T7" fmla="*/ 33 h 72"/>
                  <a:gd name="T8" fmla="*/ 133 w 151"/>
                  <a:gd name="T9" fmla="*/ 36 h 72"/>
                  <a:gd name="T10" fmla="*/ 130 w 151"/>
                  <a:gd name="T11" fmla="*/ 36 h 72"/>
                  <a:gd name="T12" fmla="*/ 125 w 151"/>
                  <a:gd name="T13" fmla="*/ 36 h 72"/>
                  <a:gd name="T14" fmla="*/ 87 w 151"/>
                  <a:gd name="T15" fmla="*/ 36 h 72"/>
                  <a:gd name="T16" fmla="*/ 88 w 151"/>
                  <a:gd name="T17" fmla="*/ 37 h 72"/>
                  <a:gd name="T18" fmla="*/ 86 w 151"/>
                  <a:gd name="T19" fmla="*/ 44 h 72"/>
                  <a:gd name="T20" fmla="*/ 76 w 151"/>
                  <a:gd name="T21" fmla="*/ 49 h 72"/>
                  <a:gd name="T22" fmla="*/ 66 w 151"/>
                  <a:gd name="T23" fmla="*/ 44 h 72"/>
                  <a:gd name="T24" fmla="*/ 64 w 151"/>
                  <a:gd name="T25" fmla="*/ 37 h 72"/>
                  <a:gd name="T26" fmla="*/ 64 w 151"/>
                  <a:gd name="T27" fmla="*/ 36 h 72"/>
                  <a:gd name="T28" fmla="*/ 27 w 151"/>
                  <a:gd name="T29" fmla="*/ 36 h 72"/>
                  <a:gd name="T30" fmla="*/ 21 w 151"/>
                  <a:gd name="T31" fmla="*/ 36 h 72"/>
                  <a:gd name="T32" fmla="*/ 18 w 151"/>
                  <a:gd name="T33" fmla="*/ 36 h 72"/>
                  <a:gd name="T34" fmla="*/ 16 w 151"/>
                  <a:gd name="T35" fmla="*/ 33 h 72"/>
                  <a:gd name="T36" fmla="*/ 0 w 151"/>
                  <a:gd name="T37" fmla="*/ 0 h 72"/>
                  <a:gd name="T38" fmla="*/ 0 w 151"/>
                  <a:gd name="T39" fmla="*/ 7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1" h="72">
                    <a:moveTo>
                      <a:pt x="0" y="72"/>
                    </a:moveTo>
                    <a:cubicBezTo>
                      <a:pt x="151" y="72"/>
                      <a:pt x="151" y="72"/>
                      <a:pt x="151" y="72"/>
                    </a:cubicBezTo>
                    <a:cubicBezTo>
                      <a:pt x="151" y="0"/>
                      <a:pt x="151" y="0"/>
                      <a:pt x="151" y="0"/>
                    </a:cubicBezTo>
                    <a:cubicBezTo>
                      <a:pt x="134" y="33"/>
                      <a:pt x="134" y="33"/>
                      <a:pt x="134" y="33"/>
                    </a:cubicBezTo>
                    <a:cubicBezTo>
                      <a:pt x="133" y="36"/>
                      <a:pt x="133" y="36"/>
                      <a:pt x="133" y="36"/>
                    </a:cubicBezTo>
                    <a:cubicBezTo>
                      <a:pt x="130" y="36"/>
                      <a:pt x="130" y="36"/>
                      <a:pt x="130" y="36"/>
                    </a:cubicBezTo>
                    <a:cubicBezTo>
                      <a:pt x="125" y="36"/>
                      <a:pt x="125" y="36"/>
                      <a:pt x="125" y="36"/>
                    </a:cubicBezTo>
                    <a:cubicBezTo>
                      <a:pt x="87" y="36"/>
                      <a:pt x="87" y="36"/>
                      <a:pt x="87" y="36"/>
                    </a:cubicBezTo>
                    <a:cubicBezTo>
                      <a:pt x="88" y="36"/>
                      <a:pt x="88" y="37"/>
                      <a:pt x="88" y="37"/>
                    </a:cubicBezTo>
                    <a:cubicBezTo>
                      <a:pt x="88" y="40"/>
                      <a:pt x="87" y="42"/>
                      <a:pt x="86" y="44"/>
                    </a:cubicBezTo>
                    <a:cubicBezTo>
                      <a:pt x="84" y="47"/>
                      <a:pt x="80" y="49"/>
                      <a:pt x="76" y="49"/>
                    </a:cubicBezTo>
                    <a:cubicBezTo>
                      <a:pt x="72" y="49"/>
                      <a:pt x="68" y="47"/>
                      <a:pt x="66" y="44"/>
                    </a:cubicBezTo>
                    <a:cubicBezTo>
                      <a:pt x="65" y="42"/>
                      <a:pt x="64" y="40"/>
                      <a:pt x="64" y="37"/>
                    </a:cubicBezTo>
                    <a:cubicBezTo>
                      <a:pt x="64" y="37"/>
                      <a:pt x="64" y="36"/>
                      <a:pt x="64" y="36"/>
                    </a:cubicBezTo>
                    <a:cubicBezTo>
                      <a:pt x="27" y="36"/>
                      <a:pt x="27" y="36"/>
                      <a:pt x="27" y="36"/>
                    </a:cubicBezTo>
                    <a:cubicBezTo>
                      <a:pt x="21" y="36"/>
                      <a:pt x="21" y="36"/>
                      <a:pt x="21" y="36"/>
                    </a:cubicBezTo>
                    <a:cubicBezTo>
                      <a:pt x="18" y="36"/>
                      <a:pt x="18" y="36"/>
                      <a:pt x="18" y="36"/>
                    </a:cubicBezTo>
                    <a:cubicBezTo>
                      <a:pt x="16" y="33"/>
                      <a:pt x="16" y="33"/>
                      <a:pt x="16" y="33"/>
                    </a:cubicBezTo>
                    <a:cubicBezTo>
                      <a:pt x="0" y="0"/>
                      <a:pt x="0" y="0"/>
                      <a:pt x="0" y="0"/>
                    </a:cubicBezTo>
                    <a:lnTo>
                      <a:pt x="0" y="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19" name="Freeform 85"/>
              <p:cNvSpPr>
                <a:spLocks/>
              </p:cNvSpPr>
              <p:nvPr/>
            </p:nvSpPr>
            <p:spPr bwMode="auto">
              <a:xfrm>
                <a:off x="-4470400" y="439738"/>
                <a:ext cx="398463" cy="184150"/>
              </a:xfrm>
              <a:custGeom>
                <a:avLst/>
                <a:gdLst>
                  <a:gd name="T0" fmla="*/ 106 w 106"/>
                  <a:gd name="T1" fmla="*/ 49 h 49"/>
                  <a:gd name="T2" fmla="*/ 106 w 106"/>
                  <a:gd name="T3" fmla="*/ 21 h 49"/>
                  <a:gd name="T4" fmla="*/ 85 w 106"/>
                  <a:gd name="T5" fmla="*/ 0 h 49"/>
                  <a:gd name="T6" fmla="*/ 20 w 106"/>
                  <a:gd name="T7" fmla="*/ 0 h 49"/>
                  <a:gd name="T8" fmla="*/ 0 w 106"/>
                  <a:gd name="T9" fmla="*/ 21 h 49"/>
                  <a:gd name="T10" fmla="*/ 0 w 106"/>
                  <a:gd name="T11" fmla="*/ 49 h 49"/>
                  <a:gd name="T12" fmla="*/ 18 w 106"/>
                  <a:gd name="T13" fmla="*/ 49 h 49"/>
                  <a:gd name="T14" fmla="*/ 18 w 106"/>
                  <a:gd name="T15" fmla="*/ 21 h 49"/>
                  <a:gd name="T16" fmla="*/ 20 w 106"/>
                  <a:gd name="T17" fmla="*/ 18 h 49"/>
                  <a:gd name="T18" fmla="*/ 85 w 106"/>
                  <a:gd name="T19" fmla="*/ 18 h 49"/>
                  <a:gd name="T20" fmla="*/ 88 w 106"/>
                  <a:gd name="T21" fmla="*/ 21 h 49"/>
                  <a:gd name="T22" fmla="*/ 88 w 106"/>
                  <a:gd name="T23" fmla="*/ 49 h 49"/>
                  <a:gd name="T24" fmla="*/ 106 w 106"/>
                  <a:gd name="T25"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6" h="49">
                    <a:moveTo>
                      <a:pt x="106" y="49"/>
                    </a:moveTo>
                    <a:cubicBezTo>
                      <a:pt x="106" y="21"/>
                      <a:pt x="106" y="21"/>
                      <a:pt x="106" y="21"/>
                    </a:cubicBezTo>
                    <a:cubicBezTo>
                      <a:pt x="106" y="10"/>
                      <a:pt x="97" y="0"/>
                      <a:pt x="85" y="0"/>
                    </a:cubicBezTo>
                    <a:cubicBezTo>
                      <a:pt x="20" y="0"/>
                      <a:pt x="20" y="0"/>
                      <a:pt x="20" y="0"/>
                    </a:cubicBezTo>
                    <a:cubicBezTo>
                      <a:pt x="9" y="0"/>
                      <a:pt x="0" y="10"/>
                      <a:pt x="0" y="21"/>
                    </a:cubicBezTo>
                    <a:cubicBezTo>
                      <a:pt x="0" y="49"/>
                      <a:pt x="0" y="49"/>
                      <a:pt x="0" y="49"/>
                    </a:cubicBezTo>
                    <a:cubicBezTo>
                      <a:pt x="18" y="49"/>
                      <a:pt x="18" y="49"/>
                      <a:pt x="18" y="49"/>
                    </a:cubicBezTo>
                    <a:cubicBezTo>
                      <a:pt x="18" y="21"/>
                      <a:pt x="18" y="21"/>
                      <a:pt x="18" y="21"/>
                    </a:cubicBezTo>
                    <a:cubicBezTo>
                      <a:pt x="18" y="20"/>
                      <a:pt x="19" y="18"/>
                      <a:pt x="20" y="18"/>
                    </a:cubicBezTo>
                    <a:cubicBezTo>
                      <a:pt x="85" y="18"/>
                      <a:pt x="85" y="18"/>
                      <a:pt x="85" y="18"/>
                    </a:cubicBezTo>
                    <a:cubicBezTo>
                      <a:pt x="87" y="18"/>
                      <a:pt x="88" y="20"/>
                      <a:pt x="88" y="21"/>
                    </a:cubicBezTo>
                    <a:cubicBezTo>
                      <a:pt x="88" y="49"/>
                      <a:pt x="88" y="49"/>
                      <a:pt x="88" y="49"/>
                    </a:cubicBezTo>
                    <a:lnTo>
                      <a:pt x="106"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20" name="Freeform 86"/>
              <p:cNvSpPr>
                <a:spLocks noEditPoints="1"/>
              </p:cNvSpPr>
              <p:nvPr/>
            </p:nvSpPr>
            <p:spPr bwMode="auto">
              <a:xfrm>
                <a:off x="-5534025" y="1603375"/>
                <a:ext cx="706438" cy="706438"/>
              </a:xfrm>
              <a:custGeom>
                <a:avLst/>
                <a:gdLst>
                  <a:gd name="T0" fmla="*/ 94 w 188"/>
                  <a:gd name="T1" fmla="*/ 188 h 188"/>
                  <a:gd name="T2" fmla="*/ 188 w 188"/>
                  <a:gd name="T3" fmla="*/ 94 h 188"/>
                  <a:gd name="T4" fmla="*/ 94 w 188"/>
                  <a:gd name="T5" fmla="*/ 0 h 188"/>
                  <a:gd name="T6" fmla="*/ 94 w 188"/>
                  <a:gd name="T7" fmla="*/ 67 h 188"/>
                  <a:gd name="T8" fmla="*/ 121 w 188"/>
                  <a:gd name="T9" fmla="*/ 94 h 188"/>
                  <a:gd name="T10" fmla="*/ 94 w 188"/>
                  <a:gd name="T11" fmla="*/ 121 h 188"/>
                  <a:gd name="T12" fmla="*/ 94 w 188"/>
                  <a:gd name="T13" fmla="*/ 188 h 188"/>
                  <a:gd name="T14" fmla="*/ 94 w 188"/>
                  <a:gd name="T15" fmla="*/ 0 h 188"/>
                  <a:gd name="T16" fmla="*/ 0 w 188"/>
                  <a:gd name="T17" fmla="*/ 94 h 188"/>
                  <a:gd name="T18" fmla="*/ 94 w 188"/>
                  <a:gd name="T19" fmla="*/ 188 h 188"/>
                  <a:gd name="T20" fmla="*/ 94 w 188"/>
                  <a:gd name="T21" fmla="*/ 188 h 188"/>
                  <a:gd name="T22" fmla="*/ 94 w 188"/>
                  <a:gd name="T23" fmla="*/ 121 h 188"/>
                  <a:gd name="T24" fmla="*/ 94 w 188"/>
                  <a:gd name="T25" fmla="*/ 121 h 188"/>
                  <a:gd name="T26" fmla="*/ 94 w 188"/>
                  <a:gd name="T27" fmla="*/ 121 h 188"/>
                  <a:gd name="T28" fmla="*/ 67 w 188"/>
                  <a:gd name="T29" fmla="*/ 94 h 188"/>
                  <a:gd name="T30" fmla="*/ 94 w 188"/>
                  <a:gd name="T31" fmla="*/ 67 h 188"/>
                  <a:gd name="T32" fmla="*/ 94 w 188"/>
                  <a:gd name="T33" fmla="*/ 67 h 188"/>
                  <a:gd name="T34" fmla="*/ 94 w 188"/>
                  <a:gd name="T3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8" h="188">
                    <a:moveTo>
                      <a:pt x="94" y="188"/>
                    </a:moveTo>
                    <a:cubicBezTo>
                      <a:pt x="146" y="188"/>
                      <a:pt x="188" y="146"/>
                      <a:pt x="188" y="94"/>
                    </a:cubicBezTo>
                    <a:cubicBezTo>
                      <a:pt x="188" y="42"/>
                      <a:pt x="146" y="0"/>
                      <a:pt x="94" y="0"/>
                    </a:cubicBezTo>
                    <a:cubicBezTo>
                      <a:pt x="94" y="67"/>
                      <a:pt x="94" y="67"/>
                      <a:pt x="94" y="67"/>
                    </a:cubicBezTo>
                    <a:cubicBezTo>
                      <a:pt x="109" y="67"/>
                      <a:pt x="121" y="79"/>
                      <a:pt x="121" y="94"/>
                    </a:cubicBezTo>
                    <a:cubicBezTo>
                      <a:pt x="121" y="109"/>
                      <a:pt x="109" y="121"/>
                      <a:pt x="94" y="121"/>
                    </a:cubicBezTo>
                    <a:lnTo>
                      <a:pt x="94" y="188"/>
                    </a:lnTo>
                    <a:close/>
                    <a:moveTo>
                      <a:pt x="94" y="0"/>
                    </a:moveTo>
                    <a:cubicBezTo>
                      <a:pt x="42" y="0"/>
                      <a:pt x="0" y="42"/>
                      <a:pt x="0" y="94"/>
                    </a:cubicBezTo>
                    <a:cubicBezTo>
                      <a:pt x="0" y="146"/>
                      <a:pt x="42" y="188"/>
                      <a:pt x="94" y="188"/>
                    </a:cubicBezTo>
                    <a:cubicBezTo>
                      <a:pt x="94" y="188"/>
                      <a:pt x="94" y="188"/>
                      <a:pt x="94" y="188"/>
                    </a:cubicBezTo>
                    <a:cubicBezTo>
                      <a:pt x="94" y="121"/>
                      <a:pt x="94" y="121"/>
                      <a:pt x="94" y="121"/>
                    </a:cubicBezTo>
                    <a:cubicBezTo>
                      <a:pt x="94" y="121"/>
                      <a:pt x="94" y="121"/>
                      <a:pt x="94" y="121"/>
                    </a:cubicBezTo>
                    <a:cubicBezTo>
                      <a:pt x="94" y="121"/>
                      <a:pt x="94" y="121"/>
                      <a:pt x="94" y="121"/>
                    </a:cubicBezTo>
                    <a:cubicBezTo>
                      <a:pt x="79" y="121"/>
                      <a:pt x="67" y="109"/>
                      <a:pt x="67" y="94"/>
                    </a:cubicBezTo>
                    <a:cubicBezTo>
                      <a:pt x="67" y="79"/>
                      <a:pt x="79" y="67"/>
                      <a:pt x="94" y="67"/>
                    </a:cubicBezTo>
                    <a:cubicBezTo>
                      <a:pt x="94" y="67"/>
                      <a:pt x="94" y="67"/>
                      <a:pt x="94" y="67"/>
                    </a:cubicBezTo>
                    <a:cubicBezTo>
                      <a:pt x="94" y="0"/>
                      <a:pt x="94" y="0"/>
                      <a:pt x="9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21" name="Freeform 87"/>
              <p:cNvSpPr>
                <a:spLocks noEditPoints="1"/>
              </p:cNvSpPr>
              <p:nvPr/>
            </p:nvSpPr>
            <p:spPr bwMode="auto">
              <a:xfrm>
                <a:off x="-5264150" y="1873250"/>
                <a:ext cx="165100" cy="165100"/>
              </a:xfrm>
              <a:custGeom>
                <a:avLst/>
                <a:gdLst>
                  <a:gd name="T0" fmla="*/ 22 w 44"/>
                  <a:gd name="T1" fmla="*/ 44 h 44"/>
                  <a:gd name="T2" fmla="*/ 44 w 44"/>
                  <a:gd name="T3" fmla="*/ 22 h 44"/>
                  <a:gd name="T4" fmla="*/ 22 w 44"/>
                  <a:gd name="T5" fmla="*/ 0 h 44"/>
                  <a:gd name="T6" fmla="*/ 22 w 44"/>
                  <a:gd name="T7" fmla="*/ 6 h 44"/>
                  <a:gd name="T8" fmla="*/ 38 w 44"/>
                  <a:gd name="T9" fmla="*/ 22 h 44"/>
                  <a:gd name="T10" fmla="*/ 22 w 44"/>
                  <a:gd name="T11" fmla="*/ 37 h 44"/>
                  <a:gd name="T12" fmla="*/ 22 w 44"/>
                  <a:gd name="T13" fmla="*/ 44 h 44"/>
                  <a:gd name="T14" fmla="*/ 22 w 44"/>
                  <a:gd name="T15" fmla="*/ 0 h 44"/>
                  <a:gd name="T16" fmla="*/ 0 w 44"/>
                  <a:gd name="T17" fmla="*/ 22 h 44"/>
                  <a:gd name="T18" fmla="*/ 22 w 44"/>
                  <a:gd name="T19" fmla="*/ 44 h 44"/>
                  <a:gd name="T20" fmla="*/ 22 w 44"/>
                  <a:gd name="T21" fmla="*/ 44 h 44"/>
                  <a:gd name="T22" fmla="*/ 22 w 44"/>
                  <a:gd name="T23" fmla="*/ 37 h 44"/>
                  <a:gd name="T24" fmla="*/ 22 w 44"/>
                  <a:gd name="T25" fmla="*/ 37 h 44"/>
                  <a:gd name="T26" fmla="*/ 22 w 44"/>
                  <a:gd name="T27" fmla="*/ 37 h 44"/>
                  <a:gd name="T28" fmla="*/ 7 w 44"/>
                  <a:gd name="T29" fmla="*/ 22 h 44"/>
                  <a:gd name="T30" fmla="*/ 22 w 44"/>
                  <a:gd name="T31" fmla="*/ 6 h 44"/>
                  <a:gd name="T32" fmla="*/ 22 w 44"/>
                  <a:gd name="T33" fmla="*/ 6 h 44"/>
                  <a:gd name="T34" fmla="*/ 22 w 44"/>
                  <a:gd name="T35"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4" h="44">
                    <a:moveTo>
                      <a:pt x="22" y="44"/>
                    </a:moveTo>
                    <a:cubicBezTo>
                      <a:pt x="34" y="44"/>
                      <a:pt x="44" y="34"/>
                      <a:pt x="44" y="22"/>
                    </a:cubicBezTo>
                    <a:cubicBezTo>
                      <a:pt x="44" y="10"/>
                      <a:pt x="34" y="0"/>
                      <a:pt x="22" y="0"/>
                    </a:cubicBezTo>
                    <a:cubicBezTo>
                      <a:pt x="22" y="6"/>
                      <a:pt x="22" y="6"/>
                      <a:pt x="22" y="6"/>
                    </a:cubicBezTo>
                    <a:cubicBezTo>
                      <a:pt x="31" y="6"/>
                      <a:pt x="38" y="13"/>
                      <a:pt x="38" y="22"/>
                    </a:cubicBezTo>
                    <a:cubicBezTo>
                      <a:pt x="38" y="30"/>
                      <a:pt x="31" y="37"/>
                      <a:pt x="22" y="37"/>
                    </a:cubicBezTo>
                    <a:lnTo>
                      <a:pt x="22" y="44"/>
                    </a:lnTo>
                    <a:close/>
                    <a:moveTo>
                      <a:pt x="22" y="0"/>
                    </a:moveTo>
                    <a:cubicBezTo>
                      <a:pt x="10" y="0"/>
                      <a:pt x="0" y="10"/>
                      <a:pt x="0" y="22"/>
                    </a:cubicBezTo>
                    <a:cubicBezTo>
                      <a:pt x="0" y="34"/>
                      <a:pt x="10" y="44"/>
                      <a:pt x="22" y="44"/>
                    </a:cubicBezTo>
                    <a:cubicBezTo>
                      <a:pt x="22" y="44"/>
                      <a:pt x="22" y="44"/>
                      <a:pt x="22" y="44"/>
                    </a:cubicBezTo>
                    <a:cubicBezTo>
                      <a:pt x="22" y="37"/>
                      <a:pt x="22" y="37"/>
                      <a:pt x="22" y="37"/>
                    </a:cubicBezTo>
                    <a:cubicBezTo>
                      <a:pt x="22" y="37"/>
                      <a:pt x="22" y="37"/>
                      <a:pt x="22" y="37"/>
                    </a:cubicBezTo>
                    <a:cubicBezTo>
                      <a:pt x="22" y="37"/>
                      <a:pt x="22" y="37"/>
                      <a:pt x="22" y="37"/>
                    </a:cubicBezTo>
                    <a:cubicBezTo>
                      <a:pt x="14" y="37"/>
                      <a:pt x="7" y="30"/>
                      <a:pt x="7" y="22"/>
                    </a:cubicBezTo>
                    <a:cubicBezTo>
                      <a:pt x="7" y="13"/>
                      <a:pt x="14" y="6"/>
                      <a:pt x="22" y="6"/>
                    </a:cubicBezTo>
                    <a:cubicBezTo>
                      <a:pt x="22" y="6"/>
                      <a:pt x="22" y="6"/>
                      <a:pt x="22" y="6"/>
                    </a:cubicBezTo>
                    <a:cubicBezTo>
                      <a:pt x="22" y="0"/>
                      <a:pt x="22" y="0"/>
                      <a:pt x="2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22" name="Freeform 88"/>
              <p:cNvSpPr>
                <a:spLocks/>
              </p:cNvSpPr>
              <p:nvPr/>
            </p:nvSpPr>
            <p:spPr bwMode="auto">
              <a:xfrm>
                <a:off x="-5448300" y="26988"/>
                <a:ext cx="538163" cy="550863"/>
              </a:xfrm>
              <a:custGeom>
                <a:avLst/>
                <a:gdLst>
                  <a:gd name="T0" fmla="*/ 140 w 143"/>
                  <a:gd name="T1" fmla="*/ 103 h 147"/>
                  <a:gd name="T2" fmla="*/ 112 w 143"/>
                  <a:gd name="T3" fmla="*/ 75 h 147"/>
                  <a:gd name="T4" fmla="*/ 107 w 143"/>
                  <a:gd name="T5" fmla="*/ 70 h 147"/>
                  <a:gd name="T6" fmla="*/ 79 w 143"/>
                  <a:gd name="T7" fmla="*/ 37 h 147"/>
                  <a:gd name="T8" fmla="*/ 67 w 143"/>
                  <a:gd name="T9" fmla="*/ 10 h 147"/>
                  <a:gd name="T10" fmla="*/ 52 w 143"/>
                  <a:gd name="T11" fmla="*/ 9 h 147"/>
                  <a:gd name="T12" fmla="*/ 47 w 143"/>
                  <a:gd name="T13" fmla="*/ 21 h 147"/>
                  <a:gd name="T14" fmla="*/ 55 w 143"/>
                  <a:gd name="T15" fmla="*/ 42 h 147"/>
                  <a:gd name="T16" fmla="*/ 56 w 143"/>
                  <a:gd name="T17" fmla="*/ 56 h 147"/>
                  <a:gd name="T18" fmla="*/ 13 w 143"/>
                  <a:gd name="T19" fmla="*/ 56 h 147"/>
                  <a:gd name="T20" fmla="*/ 3 w 143"/>
                  <a:gd name="T21" fmla="*/ 71 h 147"/>
                  <a:gd name="T22" fmla="*/ 25 w 143"/>
                  <a:gd name="T23" fmla="*/ 131 h 147"/>
                  <a:gd name="T24" fmla="*/ 34 w 143"/>
                  <a:gd name="T25" fmla="*/ 137 h 147"/>
                  <a:gd name="T26" fmla="*/ 85 w 143"/>
                  <a:gd name="T27" fmla="*/ 137 h 147"/>
                  <a:gd name="T28" fmla="*/ 97 w 143"/>
                  <a:gd name="T29" fmla="*/ 142 h 147"/>
                  <a:gd name="T30" fmla="*/ 99 w 143"/>
                  <a:gd name="T31" fmla="*/ 144 h 147"/>
                  <a:gd name="T32" fmla="*/ 108 w 143"/>
                  <a:gd name="T33" fmla="*/ 144 h 147"/>
                  <a:gd name="T34" fmla="*/ 140 w 143"/>
                  <a:gd name="T35" fmla="*/ 112 h 147"/>
                  <a:gd name="T36" fmla="*/ 140 w 143"/>
                  <a:gd name="T37" fmla="*/ 103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3" h="147">
                    <a:moveTo>
                      <a:pt x="140" y="103"/>
                    </a:moveTo>
                    <a:cubicBezTo>
                      <a:pt x="112" y="75"/>
                      <a:pt x="112" y="75"/>
                      <a:pt x="112" y="75"/>
                    </a:cubicBezTo>
                    <a:cubicBezTo>
                      <a:pt x="109" y="72"/>
                      <a:pt x="107" y="70"/>
                      <a:pt x="107" y="70"/>
                    </a:cubicBezTo>
                    <a:cubicBezTo>
                      <a:pt x="107" y="70"/>
                      <a:pt x="96" y="48"/>
                      <a:pt x="79" y="37"/>
                    </a:cubicBezTo>
                    <a:cubicBezTo>
                      <a:pt x="63" y="27"/>
                      <a:pt x="67" y="18"/>
                      <a:pt x="67" y="10"/>
                    </a:cubicBezTo>
                    <a:cubicBezTo>
                      <a:pt x="67" y="2"/>
                      <a:pt x="58" y="0"/>
                      <a:pt x="52" y="9"/>
                    </a:cubicBezTo>
                    <a:cubicBezTo>
                      <a:pt x="49" y="11"/>
                      <a:pt x="47" y="17"/>
                      <a:pt x="47" y="21"/>
                    </a:cubicBezTo>
                    <a:cubicBezTo>
                      <a:pt x="45" y="32"/>
                      <a:pt x="53" y="38"/>
                      <a:pt x="55" y="42"/>
                    </a:cubicBezTo>
                    <a:cubicBezTo>
                      <a:pt x="57" y="45"/>
                      <a:pt x="58" y="50"/>
                      <a:pt x="56" y="56"/>
                    </a:cubicBezTo>
                    <a:cubicBezTo>
                      <a:pt x="13" y="56"/>
                      <a:pt x="13" y="56"/>
                      <a:pt x="13" y="56"/>
                    </a:cubicBezTo>
                    <a:cubicBezTo>
                      <a:pt x="5" y="56"/>
                      <a:pt x="0" y="63"/>
                      <a:pt x="3" y="71"/>
                    </a:cubicBezTo>
                    <a:cubicBezTo>
                      <a:pt x="25" y="131"/>
                      <a:pt x="25" y="131"/>
                      <a:pt x="25" y="131"/>
                    </a:cubicBezTo>
                    <a:cubicBezTo>
                      <a:pt x="26" y="134"/>
                      <a:pt x="30" y="137"/>
                      <a:pt x="34" y="137"/>
                    </a:cubicBezTo>
                    <a:cubicBezTo>
                      <a:pt x="85" y="137"/>
                      <a:pt x="85" y="137"/>
                      <a:pt x="85" y="137"/>
                    </a:cubicBezTo>
                    <a:cubicBezTo>
                      <a:pt x="89" y="137"/>
                      <a:pt x="94" y="139"/>
                      <a:pt x="97" y="142"/>
                    </a:cubicBezTo>
                    <a:cubicBezTo>
                      <a:pt x="99" y="144"/>
                      <a:pt x="99" y="144"/>
                      <a:pt x="99" y="144"/>
                    </a:cubicBezTo>
                    <a:cubicBezTo>
                      <a:pt x="102" y="147"/>
                      <a:pt x="106" y="147"/>
                      <a:pt x="108" y="144"/>
                    </a:cubicBezTo>
                    <a:cubicBezTo>
                      <a:pt x="140" y="112"/>
                      <a:pt x="140" y="112"/>
                      <a:pt x="140" y="112"/>
                    </a:cubicBezTo>
                    <a:cubicBezTo>
                      <a:pt x="143" y="110"/>
                      <a:pt x="143" y="106"/>
                      <a:pt x="140" y="1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23" name="Freeform 89"/>
              <p:cNvSpPr>
                <a:spLocks/>
              </p:cNvSpPr>
              <p:nvPr/>
            </p:nvSpPr>
            <p:spPr bwMode="auto">
              <a:xfrm>
                <a:off x="-5038725" y="454025"/>
                <a:ext cx="176213" cy="173038"/>
              </a:xfrm>
              <a:custGeom>
                <a:avLst/>
                <a:gdLst>
                  <a:gd name="T0" fmla="*/ 22 w 111"/>
                  <a:gd name="T1" fmla="*/ 109 h 109"/>
                  <a:gd name="T2" fmla="*/ 0 w 111"/>
                  <a:gd name="T3" fmla="*/ 90 h 109"/>
                  <a:gd name="T4" fmla="*/ 90 w 111"/>
                  <a:gd name="T5" fmla="*/ 0 h 109"/>
                  <a:gd name="T6" fmla="*/ 111 w 111"/>
                  <a:gd name="T7" fmla="*/ 21 h 109"/>
                  <a:gd name="T8" fmla="*/ 22 w 111"/>
                  <a:gd name="T9" fmla="*/ 109 h 109"/>
                </a:gdLst>
                <a:ahLst/>
                <a:cxnLst>
                  <a:cxn ang="0">
                    <a:pos x="T0" y="T1"/>
                  </a:cxn>
                  <a:cxn ang="0">
                    <a:pos x="T2" y="T3"/>
                  </a:cxn>
                  <a:cxn ang="0">
                    <a:pos x="T4" y="T5"/>
                  </a:cxn>
                  <a:cxn ang="0">
                    <a:pos x="T6" y="T7"/>
                  </a:cxn>
                  <a:cxn ang="0">
                    <a:pos x="T8" y="T9"/>
                  </a:cxn>
                </a:cxnLst>
                <a:rect l="0" t="0" r="r" b="b"/>
                <a:pathLst>
                  <a:path w="111" h="109">
                    <a:moveTo>
                      <a:pt x="22" y="109"/>
                    </a:moveTo>
                    <a:lnTo>
                      <a:pt x="0" y="90"/>
                    </a:lnTo>
                    <a:lnTo>
                      <a:pt x="90" y="0"/>
                    </a:lnTo>
                    <a:lnTo>
                      <a:pt x="111" y="21"/>
                    </a:lnTo>
                    <a:lnTo>
                      <a:pt x="22" y="10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24" name="Freeform 90"/>
              <p:cNvSpPr>
                <a:spLocks noEditPoints="1"/>
              </p:cNvSpPr>
              <p:nvPr/>
            </p:nvSpPr>
            <p:spPr bwMode="auto">
              <a:xfrm>
                <a:off x="-2584450" y="5384800"/>
                <a:ext cx="552450" cy="514350"/>
              </a:xfrm>
              <a:custGeom>
                <a:avLst/>
                <a:gdLst>
                  <a:gd name="T0" fmla="*/ 132 w 147"/>
                  <a:gd name="T1" fmla="*/ 22 h 137"/>
                  <a:gd name="T2" fmla="*/ 110 w 147"/>
                  <a:gd name="T3" fmla="*/ 0 h 137"/>
                  <a:gd name="T4" fmla="*/ 73 w 147"/>
                  <a:gd name="T5" fmla="*/ 0 h 137"/>
                  <a:gd name="T6" fmla="*/ 73 w 147"/>
                  <a:gd name="T7" fmla="*/ 18 h 137"/>
                  <a:gd name="T8" fmla="*/ 110 w 147"/>
                  <a:gd name="T9" fmla="*/ 18 h 137"/>
                  <a:gd name="T10" fmla="*/ 115 w 147"/>
                  <a:gd name="T11" fmla="*/ 22 h 137"/>
                  <a:gd name="T12" fmla="*/ 115 w 147"/>
                  <a:gd name="T13" fmla="*/ 59 h 137"/>
                  <a:gd name="T14" fmla="*/ 73 w 147"/>
                  <a:gd name="T15" fmla="*/ 59 h 137"/>
                  <a:gd name="T16" fmla="*/ 73 w 147"/>
                  <a:gd name="T17" fmla="*/ 76 h 137"/>
                  <a:gd name="T18" fmla="*/ 73 w 147"/>
                  <a:gd name="T19" fmla="*/ 76 h 137"/>
                  <a:gd name="T20" fmla="*/ 87 w 147"/>
                  <a:gd name="T21" fmla="*/ 89 h 137"/>
                  <a:gd name="T22" fmla="*/ 81 w 147"/>
                  <a:gd name="T23" fmla="*/ 100 h 137"/>
                  <a:gd name="T24" fmla="*/ 79 w 147"/>
                  <a:gd name="T25" fmla="*/ 101 h 137"/>
                  <a:gd name="T26" fmla="*/ 79 w 147"/>
                  <a:gd name="T27" fmla="*/ 118 h 137"/>
                  <a:gd name="T28" fmla="*/ 79 w 147"/>
                  <a:gd name="T29" fmla="*/ 121 h 137"/>
                  <a:gd name="T30" fmla="*/ 79 w 147"/>
                  <a:gd name="T31" fmla="*/ 121 h 137"/>
                  <a:gd name="T32" fmla="*/ 73 w 147"/>
                  <a:gd name="T33" fmla="*/ 121 h 137"/>
                  <a:gd name="T34" fmla="*/ 73 w 147"/>
                  <a:gd name="T35" fmla="*/ 137 h 137"/>
                  <a:gd name="T36" fmla="*/ 147 w 147"/>
                  <a:gd name="T37" fmla="*/ 137 h 137"/>
                  <a:gd name="T38" fmla="*/ 147 w 147"/>
                  <a:gd name="T39" fmla="*/ 59 h 137"/>
                  <a:gd name="T40" fmla="*/ 132 w 147"/>
                  <a:gd name="T41" fmla="*/ 59 h 137"/>
                  <a:gd name="T42" fmla="*/ 132 w 147"/>
                  <a:gd name="T43" fmla="*/ 22 h 137"/>
                  <a:gd name="T44" fmla="*/ 73 w 147"/>
                  <a:gd name="T45" fmla="*/ 0 h 137"/>
                  <a:gd name="T46" fmla="*/ 37 w 147"/>
                  <a:gd name="T47" fmla="*/ 0 h 137"/>
                  <a:gd name="T48" fmla="*/ 15 w 147"/>
                  <a:gd name="T49" fmla="*/ 22 h 137"/>
                  <a:gd name="T50" fmla="*/ 15 w 147"/>
                  <a:gd name="T51" fmla="*/ 59 h 137"/>
                  <a:gd name="T52" fmla="*/ 0 w 147"/>
                  <a:gd name="T53" fmla="*/ 59 h 137"/>
                  <a:gd name="T54" fmla="*/ 0 w 147"/>
                  <a:gd name="T55" fmla="*/ 137 h 137"/>
                  <a:gd name="T56" fmla="*/ 73 w 147"/>
                  <a:gd name="T57" fmla="*/ 137 h 137"/>
                  <a:gd name="T58" fmla="*/ 73 w 147"/>
                  <a:gd name="T59" fmla="*/ 121 h 137"/>
                  <a:gd name="T60" fmla="*/ 67 w 147"/>
                  <a:gd name="T61" fmla="*/ 121 h 137"/>
                  <a:gd name="T62" fmla="*/ 67 w 147"/>
                  <a:gd name="T63" fmla="*/ 118 h 137"/>
                  <a:gd name="T64" fmla="*/ 67 w 147"/>
                  <a:gd name="T65" fmla="*/ 101 h 137"/>
                  <a:gd name="T66" fmla="*/ 66 w 147"/>
                  <a:gd name="T67" fmla="*/ 100 h 137"/>
                  <a:gd name="T68" fmla="*/ 60 w 147"/>
                  <a:gd name="T69" fmla="*/ 89 h 137"/>
                  <a:gd name="T70" fmla="*/ 73 w 147"/>
                  <a:gd name="T71" fmla="*/ 76 h 137"/>
                  <a:gd name="T72" fmla="*/ 73 w 147"/>
                  <a:gd name="T73" fmla="*/ 59 h 137"/>
                  <a:gd name="T74" fmla="*/ 32 w 147"/>
                  <a:gd name="T75" fmla="*/ 59 h 137"/>
                  <a:gd name="T76" fmla="*/ 32 w 147"/>
                  <a:gd name="T77" fmla="*/ 59 h 137"/>
                  <a:gd name="T78" fmla="*/ 32 w 147"/>
                  <a:gd name="T79" fmla="*/ 22 h 137"/>
                  <a:gd name="T80" fmla="*/ 37 w 147"/>
                  <a:gd name="T81" fmla="*/ 18 h 137"/>
                  <a:gd name="T82" fmla="*/ 73 w 147"/>
                  <a:gd name="T83" fmla="*/ 18 h 137"/>
                  <a:gd name="T84" fmla="*/ 73 w 147"/>
                  <a:gd name="T8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7" h="137">
                    <a:moveTo>
                      <a:pt x="132" y="22"/>
                    </a:moveTo>
                    <a:cubicBezTo>
                      <a:pt x="132" y="10"/>
                      <a:pt x="122" y="0"/>
                      <a:pt x="110" y="0"/>
                    </a:cubicBezTo>
                    <a:cubicBezTo>
                      <a:pt x="73" y="0"/>
                      <a:pt x="73" y="0"/>
                      <a:pt x="73" y="0"/>
                    </a:cubicBezTo>
                    <a:cubicBezTo>
                      <a:pt x="73" y="18"/>
                      <a:pt x="73" y="18"/>
                      <a:pt x="73" y="18"/>
                    </a:cubicBezTo>
                    <a:cubicBezTo>
                      <a:pt x="110" y="18"/>
                      <a:pt x="110" y="18"/>
                      <a:pt x="110" y="18"/>
                    </a:cubicBezTo>
                    <a:cubicBezTo>
                      <a:pt x="113" y="18"/>
                      <a:pt x="115" y="20"/>
                      <a:pt x="115" y="22"/>
                    </a:cubicBezTo>
                    <a:cubicBezTo>
                      <a:pt x="115" y="59"/>
                      <a:pt x="115" y="59"/>
                      <a:pt x="115" y="59"/>
                    </a:cubicBezTo>
                    <a:cubicBezTo>
                      <a:pt x="73" y="59"/>
                      <a:pt x="73" y="59"/>
                      <a:pt x="73" y="59"/>
                    </a:cubicBezTo>
                    <a:cubicBezTo>
                      <a:pt x="73" y="76"/>
                      <a:pt x="73" y="76"/>
                      <a:pt x="73" y="76"/>
                    </a:cubicBezTo>
                    <a:cubicBezTo>
                      <a:pt x="73" y="76"/>
                      <a:pt x="73" y="76"/>
                      <a:pt x="73" y="76"/>
                    </a:cubicBezTo>
                    <a:cubicBezTo>
                      <a:pt x="81" y="76"/>
                      <a:pt x="87" y="82"/>
                      <a:pt x="87" y="89"/>
                    </a:cubicBezTo>
                    <a:cubicBezTo>
                      <a:pt x="87" y="94"/>
                      <a:pt x="84" y="98"/>
                      <a:pt x="81" y="100"/>
                    </a:cubicBezTo>
                    <a:cubicBezTo>
                      <a:pt x="80" y="101"/>
                      <a:pt x="80" y="101"/>
                      <a:pt x="79" y="101"/>
                    </a:cubicBezTo>
                    <a:cubicBezTo>
                      <a:pt x="79" y="118"/>
                      <a:pt x="79" y="118"/>
                      <a:pt x="79" y="118"/>
                    </a:cubicBezTo>
                    <a:cubicBezTo>
                      <a:pt x="79" y="121"/>
                      <a:pt x="79" y="121"/>
                      <a:pt x="79" y="121"/>
                    </a:cubicBezTo>
                    <a:cubicBezTo>
                      <a:pt x="79" y="121"/>
                      <a:pt x="79" y="121"/>
                      <a:pt x="79" y="121"/>
                    </a:cubicBezTo>
                    <a:cubicBezTo>
                      <a:pt x="73" y="121"/>
                      <a:pt x="73" y="121"/>
                      <a:pt x="73" y="121"/>
                    </a:cubicBezTo>
                    <a:cubicBezTo>
                      <a:pt x="73" y="137"/>
                      <a:pt x="73" y="137"/>
                      <a:pt x="73" y="137"/>
                    </a:cubicBezTo>
                    <a:cubicBezTo>
                      <a:pt x="147" y="137"/>
                      <a:pt x="147" y="137"/>
                      <a:pt x="147" y="137"/>
                    </a:cubicBezTo>
                    <a:cubicBezTo>
                      <a:pt x="147" y="59"/>
                      <a:pt x="147" y="59"/>
                      <a:pt x="147" y="59"/>
                    </a:cubicBezTo>
                    <a:cubicBezTo>
                      <a:pt x="132" y="59"/>
                      <a:pt x="132" y="59"/>
                      <a:pt x="132" y="59"/>
                    </a:cubicBezTo>
                    <a:lnTo>
                      <a:pt x="132" y="22"/>
                    </a:lnTo>
                    <a:close/>
                    <a:moveTo>
                      <a:pt x="73" y="0"/>
                    </a:moveTo>
                    <a:cubicBezTo>
                      <a:pt x="37" y="0"/>
                      <a:pt x="37" y="0"/>
                      <a:pt x="37" y="0"/>
                    </a:cubicBezTo>
                    <a:cubicBezTo>
                      <a:pt x="24" y="0"/>
                      <a:pt x="15" y="10"/>
                      <a:pt x="15" y="22"/>
                    </a:cubicBezTo>
                    <a:cubicBezTo>
                      <a:pt x="15" y="59"/>
                      <a:pt x="15" y="59"/>
                      <a:pt x="15" y="59"/>
                    </a:cubicBezTo>
                    <a:cubicBezTo>
                      <a:pt x="0" y="59"/>
                      <a:pt x="0" y="59"/>
                      <a:pt x="0" y="59"/>
                    </a:cubicBezTo>
                    <a:cubicBezTo>
                      <a:pt x="0" y="137"/>
                      <a:pt x="0" y="137"/>
                      <a:pt x="0" y="137"/>
                    </a:cubicBezTo>
                    <a:cubicBezTo>
                      <a:pt x="73" y="137"/>
                      <a:pt x="73" y="137"/>
                      <a:pt x="73" y="137"/>
                    </a:cubicBezTo>
                    <a:cubicBezTo>
                      <a:pt x="73" y="121"/>
                      <a:pt x="73" y="121"/>
                      <a:pt x="73" y="121"/>
                    </a:cubicBezTo>
                    <a:cubicBezTo>
                      <a:pt x="67" y="121"/>
                      <a:pt x="67" y="121"/>
                      <a:pt x="67" y="121"/>
                    </a:cubicBezTo>
                    <a:cubicBezTo>
                      <a:pt x="67" y="118"/>
                      <a:pt x="67" y="118"/>
                      <a:pt x="67" y="118"/>
                    </a:cubicBezTo>
                    <a:cubicBezTo>
                      <a:pt x="67" y="101"/>
                      <a:pt x="67" y="101"/>
                      <a:pt x="67" y="101"/>
                    </a:cubicBezTo>
                    <a:cubicBezTo>
                      <a:pt x="67" y="101"/>
                      <a:pt x="66" y="101"/>
                      <a:pt x="66" y="100"/>
                    </a:cubicBezTo>
                    <a:cubicBezTo>
                      <a:pt x="62" y="98"/>
                      <a:pt x="60" y="94"/>
                      <a:pt x="60" y="89"/>
                    </a:cubicBezTo>
                    <a:cubicBezTo>
                      <a:pt x="60" y="82"/>
                      <a:pt x="66" y="76"/>
                      <a:pt x="73" y="76"/>
                    </a:cubicBezTo>
                    <a:cubicBezTo>
                      <a:pt x="73" y="59"/>
                      <a:pt x="73" y="59"/>
                      <a:pt x="73" y="59"/>
                    </a:cubicBezTo>
                    <a:cubicBezTo>
                      <a:pt x="32" y="59"/>
                      <a:pt x="32" y="59"/>
                      <a:pt x="32" y="59"/>
                    </a:cubicBezTo>
                    <a:cubicBezTo>
                      <a:pt x="32" y="59"/>
                      <a:pt x="32" y="59"/>
                      <a:pt x="32" y="59"/>
                    </a:cubicBezTo>
                    <a:cubicBezTo>
                      <a:pt x="32" y="22"/>
                      <a:pt x="32" y="22"/>
                      <a:pt x="32" y="22"/>
                    </a:cubicBezTo>
                    <a:cubicBezTo>
                      <a:pt x="32" y="20"/>
                      <a:pt x="34" y="18"/>
                      <a:pt x="37" y="18"/>
                    </a:cubicBezTo>
                    <a:cubicBezTo>
                      <a:pt x="73" y="18"/>
                      <a:pt x="73" y="18"/>
                      <a:pt x="73" y="18"/>
                    </a:cubicBezTo>
                    <a:lnTo>
                      <a:pt x="7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25" name="Freeform 91"/>
              <p:cNvSpPr>
                <a:spLocks/>
              </p:cNvSpPr>
              <p:nvPr/>
            </p:nvSpPr>
            <p:spPr bwMode="auto">
              <a:xfrm>
                <a:off x="-3670300" y="-409575"/>
                <a:ext cx="588963" cy="495300"/>
              </a:xfrm>
              <a:custGeom>
                <a:avLst/>
                <a:gdLst>
                  <a:gd name="T0" fmla="*/ 105 w 157"/>
                  <a:gd name="T1" fmla="*/ 0 h 132"/>
                  <a:gd name="T2" fmla="*/ 56 w 157"/>
                  <a:gd name="T3" fmla="*/ 0 h 132"/>
                  <a:gd name="T4" fmla="*/ 0 w 157"/>
                  <a:gd name="T5" fmla="*/ 47 h 132"/>
                  <a:gd name="T6" fmla="*/ 15 w 157"/>
                  <a:gd name="T7" fmla="*/ 69 h 132"/>
                  <a:gd name="T8" fmla="*/ 35 w 157"/>
                  <a:gd name="T9" fmla="*/ 49 h 132"/>
                  <a:gd name="T10" fmla="*/ 35 w 157"/>
                  <a:gd name="T11" fmla="*/ 132 h 132"/>
                  <a:gd name="T12" fmla="*/ 79 w 157"/>
                  <a:gd name="T13" fmla="*/ 132 h 132"/>
                  <a:gd name="T14" fmla="*/ 122 w 157"/>
                  <a:gd name="T15" fmla="*/ 132 h 132"/>
                  <a:gd name="T16" fmla="*/ 122 w 157"/>
                  <a:gd name="T17" fmla="*/ 49 h 132"/>
                  <a:gd name="T18" fmla="*/ 142 w 157"/>
                  <a:gd name="T19" fmla="*/ 69 h 132"/>
                  <a:gd name="T20" fmla="*/ 157 w 157"/>
                  <a:gd name="T21" fmla="*/ 47 h 132"/>
                  <a:gd name="T22" fmla="*/ 105 w 157"/>
                  <a:gd name="T23"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7" h="132">
                    <a:moveTo>
                      <a:pt x="105" y="0"/>
                    </a:moveTo>
                    <a:cubicBezTo>
                      <a:pt x="97" y="14"/>
                      <a:pt x="64" y="14"/>
                      <a:pt x="56" y="0"/>
                    </a:cubicBezTo>
                    <a:cubicBezTo>
                      <a:pt x="56" y="0"/>
                      <a:pt x="8" y="27"/>
                      <a:pt x="0" y="47"/>
                    </a:cubicBezTo>
                    <a:cubicBezTo>
                      <a:pt x="15" y="69"/>
                      <a:pt x="15" y="69"/>
                      <a:pt x="15" y="69"/>
                    </a:cubicBezTo>
                    <a:cubicBezTo>
                      <a:pt x="15" y="69"/>
                      <a:pt x="29" y="54"/>
                      <a:pt x="35" y="49"/>
                    </a:cubicBezTo>
                    <a:cubicBezTo>
                      <a:pt x="35" y="132"/>
                      <a:pt x="35" y="132"/>
                      <a:pt x="35" y="132"/>
                    </a:cubicBezTo>
                    <a:cubicBezTo>
                      <a:pt x="79" y="132"/>
                      <a:pt x="79" y="132"/>
                      <a:pt x="79" y="132"/>
                    </a:cubicBezTo>
                    <a:cubicBezTo>
                      <a:pt x="122" y="132"/>
                      <a:pt x="122" y="132"/>
                      <a:pt x="122" y="132"/>
                    </a:cubicBezTo>
                    <a:cubicBezTo>
                      <a:pt x="122" y="49"/>
                      <a:pt x="122" y="49"/>
                      <a:pt x="122" y="49"/>
                    </a:cubicBezTo>
                    <a:cubicBezTo>
                      <a:pt x="128" y="54"/>
                      <a:pt x="142" y="69"/>
                      <a:pt x="142" y="69"/>
                    </a:cubicBezTo>
                    <a:cubicBezTo>
                      <a:pt x="157" y="47"/>
                      <a:pt x="157" y="47"/>
                      <a:pt x="157" y="47"/>
                    </a:cubicBezTo>
                    <a:cubicBezTo>
                      <a:pt x="149" y="27"/>
                      <a:pt x="105" y="0"/>
                      <a:pt x="10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26" name="Freeform 92"/>
              <p:cNvSpPr>
                <a:spLocks/>
              </p:cNvSpPr>
              <p:nvPr/>
            </p:nvSpPr>
            <p:spPr bwMode="auto">
              <a:xfrm>
                <a:off x="-3452813" y="-431800"/>
                <a:ext cx="165100" cy="49213"/>
              </a:xfrm>
              <a:custGeom>
                <a:avLst/>
                <a:gdLst>
                  <a:gd name="T0" fmla="*/ 22 w 44"/>
                  <a:gd name="T1" fmla="*/ 13 h 13"/>
                  <a:gd name="T2" fmla="*/ 44 w 44"/>
                  <a:gd name="T3" fmla="*/ 4 h 13"/>
                  <a:gd name="T4" fmla="*/ 43 w 44"/>
                  <a:gd name="T5" fmla="*/ 1 h 13"/>
                  <a:gd name="T6" fmla="*/ 40 w 44"/>
                  <a:gd name="T7" fmla="*/ 2 h 13"/>
                  <a:gd name="T8" fmla="*/ 22 w 44"/>
                  <a:gd name="T9" fmla="*/ 8 h 13"/>
                  <a:gd name="T10" fmla="*/ 5 w 44"/>
                  <a:gd name="T11" fmla="*/ 2 h 13"/>
                  <a:gd name="T12" fmla="*/ 2 w 44"/>
                  <a:gd name="T13" fmla="*/ 1 h 13"/>
                  <a:gd name="T14" fmla="*/ 1 w 44"/>
                  <a:gd name="T15" fmla="*/ 4 h 13"/>
                  <a:gd name="T16" fmla="*/ 22 w 44"/>
                  <a:gd name="T1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13">
                    <a:moveTo>
                      <a:pt x="22" y="13"/>
                    </a:moveTo>
                    <a:cubicBezTo>
                      <a:pt x="32" y="13"/>
                      <a:pt x="41" y="9"/>
                      <a:pt x="44" y="4"/>
                    </a:cubicBezTo>
                    <a:cubicBezTo>
                      <a:pt x="44" y="3"/>
                      <a:pt x="44" y="1"/>
                      <a:pt x="43" y="1"/>
                    </a:cubicBezTo>
                    <a:cubicBezTo>
                      <a:pt x="42" y="0"/>
                      <a:pt x="40" y="0"/>
                      <a:pt x="40" y="2"/>
                    </a:cubicBezTo>
                    <a:cubicBezTo>
                      <a:pt x="38" y="5"/>
                      <a:pt x="31" y="8"/>
                      <a:pt x="22" y="8"/>
                    </a:cubicBezTo>
                    <a:cubicBezTo>
                      <a:pt x="13" y="8"/>
                      <a:pt x="7" y="5"/>
                      <a:pt x="5" y="2"/>
                    </a:cubicBezTo>
                    <a:cubicBezTo>
                      <a:pt x="4" y="0"/>
                      <a:pt x="3" y="0"/>
                      <a:pt x="2" y="1"/>
                    </a:cubicBezTo>
                    <a:cubicBezTo>
                      <a:pt x="0" y="1"/>
                      <a:pt x="0" y="3"/>
                      <a:pt x="1" y="4"/>
                    </a:cubicBezTo>
                    <a:cubicBezTo>
                      <a:pt x="4" y="9"/>
                      <a:pt x="12" y="13"/>
                      <a:pt x="22"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27" name="Freeform 93"/>
              <p:cNvSpPr>
                <a:spLocks/>
              </p:cNvSpPr>
              <p:nvPr/>
            </p:nvSpPr>
            <p:spPr bwMode="auto">
              <a:xfrm>
                <a:off x="-3986213" y="5511800"/>
                <a:ext cx="187325" cy="211138"/>
              </a:xfrm>
              <a:custGeom>
                <a:avLst/>
                <a:gdLst>
                  <a:gd name="T0" fmla="*/ 32 w 50"/>
                  <a:gd name="T1" fmla="*/ 0 h 56"/>
                  <a:gd name="T2" fmla="*/ 13 w 50"/>
                  <a:gd name="T3" fmla="*/ 15 h 56"/>
                  <a:gd name="T4" fmla="*/ 6 w 50"/>
                  <a:gd name="T5" fmla="*/ 17 h 56"/>
                  <a:gd name="T6" fmla="*/ 6 w 50"/>
                  <a:gd name="T7" fmla="*/ 17 h 56"/>
                  <a:gd name="T8" fmla="*/ 13 w 50"/>
                  <a:gd name="T9" fmla="*/ 51 h 56"/>
                  <a:gd name="T10" fmla="*/ 44 w 50"/>
                  <a:gd name="T11" fmla="*/ 35 h 56"/>
                  <a:gd name="T12" fmla="*/ 37 w 50"/>
                  <a:gd name="T13" fmla="*/ 2 h 56"/>
                  <a:gd name="T14" fmla="*/ 32 w 50"/>
                  <a:gd name="T15" fmla="*/ 0 h 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 h="56">
                    <a:moveTo>
                      <a:pt x="32" y="0"/>
                    </a:moveTo>
                    <a:cubicBezTo>
                      <a:pt x="28" y="7"/>
                      <a:pt x="21" y="12"/>
                      <a:pt x="13" y="15"/>
                    </a:cubicBezTo>
                    <a:cubicBezTo>
                      <a:pt x="11" y="16"/>
                      <a:pt x="9" y="16"/>
                      <a:pt x="6" y="17"/>
                    </a:cubicBezTo>
                    <a:cubicBezTo>
                      <a:pt x="6" y="17"/>
                      <a:pt x="6" y="17"/>
                      <a:pt x="6" y="17"/>
                    </a:cubicBezTo>
                    <a:cubicBezTo>
                      <a:pt x="0" y="31"/>
                      <a:pt x="3" y="46"/>
                      <a:pt x="13" y="51"/>
                    </a:cubicBezTo>
                    <a:cubicBezTo>
                      <a:pt x="24" y="56"/>
                      <a:pt x="38" y="49"/>
                      <a:pt x="44" y="35"/>
                    </a:cubicBezTo>
                    <a:cubicBezTo>
                      <a:pt x="50" y="21"/>
                      <a:pt x="47" y="6"/>
                      <a:pt x="37" y="2"/>
                    </a:cubicBezTo>
                    <a:cubicBezTo>
                      <a:pt x="35" y="1"/>
                      <a:pt x="34" y="0"/>
                      <a:pt x="3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28" name="Freeform 94"/>
              <p:cNvSpPr>
                <a:spLocks/>
              </p:cNvSpPr>
              <p:nvPr/>
            </p:nvSpPr>
            <p:spPr bwMode="auto">
              <a:xfrm>
                <a:off x="-4222750" y="5264150"/>
                <a:ext cx="379413" cy="300038"/>
              </a:xfrm>
              <a:custGeom>
                <a:avLst/>
                <a:gdLst>
                  <a:gd name="T0" fmla="*/ 35 w 101"/>
                  <a:gd name="T1" fmla="*/ 73 h 80"/>
                  <a:gd name="T2" fmla="*/ 73 w 101"/>
                  <a:gd name="T3" fmla="*/ 76 h 80"/>
                  <a:gd name="T4" fmla="*/ 75 w 101"/>
                  <a:gd name="T5" fmla="*/ 76 h 80"/>
                  <a:gd name="T6" fmla="*/ 89 w 101"/>
                  <a:gd name="T7" fmla="*/ 66 h 80"/>
                  <a:gd name="T8" fmla="*/ 93 w 101"/>
                  <a:gd name="T9" fmla="*/ 60 h 80"/>
                  <a:gd name="T10" fmla="*/ 66 w 101"/>
                  <a:gd name="T11" fmla="*/ 7 h 80"/>
                  <a:gd name="T12" fmla="*/ 26 w 101"/>
                  <a:gd name="T13" fmla="*/ 4 h 80"/>
                  <a:gd name="T14" fmla="*/ 8 w 101"/>
                  <a:gd name="T15" fmla="*/ 20 h 80"/>
                  <a:gd name="T16" fmla="*/ 35 w 101"/>
                  <a:gd name="T17" fmla="*/ 73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80">
                    <a:moveTo>
                      <a:pt x="35" y="73"/>
                    </a:moveTo>
                    <a:cubicBezTo>
                      <a:pt x="48" y="79"/>
                      <a:pt x="62" y="80"/>
                      <a:pt x="73" y="76"/>
                    </a:cubicBezTo>
                    <a:cubicBezTo>
                      <a:pt x="74" y="76"/>
                      <a:pt x="74" y="76"/>
                      <a:pt x="75" y="76"/>
                    </a:cubicBezTo>
                    <a:cubicBezTo>
                      <a:pt x="80" y="74"/>
                      <a:pt x="85" y="71"/>
                      <a:pt x="89" y="66"/>
                    </a:cubicBezTo>
                    <a:cubicBezTo>
                      <a:pt x="91" y="64"/>
                      <a:pt x="92" y="62"/>
                      <a:pt x="93" y="60"/>
                    </a:cubicBezTo>
                    <a:cubicBezTo>
                      <a:pt x="101" y="42"/>
                      <a:pt x="89" y="18"/>
                      <a:pt x="66" y="7"/>
                    </a:cubicBezTo>
                    <a:cubicBezTo>
                      <a:pt x="52" y="1"/>
                      <a:pt x="38" y="0"/>
                      <a:pt x="26" y="4"/>
                    </a:cubicBezTo>
                    <a:cubicBezTo>
                      <a:pt x="18" y="7"/>
                      <a:pt x="12" y="13"/>
                      <a:pt x="8" y="20"/>
                    </a:cubicBezTo>
                    <a:cubicBezTo>
                      <a:pt x="0" y="38"/>
                      <a:pt x="12" y="62"/>
                      <a:pt x="35" y="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29" name="Freeform 95"/>
              <p:cNvSpPr>
                <a:spLocks/>
              </p:cNvSpPr>
              <p:nvPr/>
            </p:nvSpPr>
            <p:spPr bwMode="auto">
              <a:xfrm>
                <a:off x="-3752850" y="5448300"/>
                <a:ext cx="220663" cy="165100"/>
              </a:xfrm>
              <a:custGeom>
                <a:avLst/>
                <a:gdLst>
                  <a:gd name="T0" fmla="*/ 54 w 59"/>
                  <a:gd name="T1" fmla="*/ 31 h 44"/>
                  <a:gd name="T2" fmla="*/ 38 w 59"/>
                  <a:gd name="T3" fmla="*/ 0 h 44"/>
                  <a:gd name="T4" fmla="*/ 38 w 59"/>
                  <a:gd name="T5" fmla="*/ 0 h 44"/>
                  <a:gd name="T6" fmla="*/ 31 w 59"/>
                  <a:gd name="T7" fmla="*/ 3 h 44"/>
                  <a:gd name="T8" fmla="*/ 7 w 59"/>
                  <a:gd name="T9" fmla="*/ 4 h 44"/>
                  <a:gd name="T10" fmla="*/ 5 w 59"/>
                  <a:gd name="T11" fmla="*/ 8 h 44"/>
                  <a:gd name="T12" fmla="*/ 21 w 59"/>
                  <a:gd name="T13" fmla="*/ 38 h 44"/>
                  <a:gd name="T14" fmla="*/ 54 w 59"/>
                  <a:gd name="T15" fmla="*/ 31 h 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9" h="44">
                    <a:moveTo>
                      <a:pt x="54" y="31"/>
                    </a:moveTo>
                    <a:cubicBezTo>
                      <a:pt x="59" y="20"/>
                      <a:pt x="52" y="7"/>
                      <a:pt x="38" y="0"/>
                    </a:cubicBezTo>
                    <a:cubicBezTo>
                      <a:pt x="38" y="0"/>
                      <a:pt x="38" y="0"/>
                      <a:pt x="38" y="0"/>
                    </a:cubicBezTo>
                    <a:cubicBezTo>
                      <a:pt x="36" y="1"/>
                      <a:pt x="33" y="2"/>
                      <a:pt x="31" y="3"/>
                    </a:cubicBezTo>
                    <a:cubicBezTo>
                      <a:pt x="23" y="6"/>
                      <a:pt x="15" y="6"/>
                      <a:pt x="7" y="4"/>
                    </a:cubicBezTo>
                    <a:cubicBezTo>
                      <a:pt x="6" y="5"/>
                      <a:pt x="6" y="6"/>
                      <a:pt x="5" y="8"/>
                    </a:cubicBezTo>
                    <a:cubicBezTo>
                      <a:pt x="0" y="18"/>
                      <a:pt x="7" y="32"/>
                      <a:pt x="21" y="38"/>
                    </a:cubicBezTo>
                    <a:cubicBezTo>
                      <a:pt x="34" y="44"/>
                      <a:pt x="49" y="41"/>
                      <a:pt x="54"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30" name="Freeform 96"/>
              <p:cNvSpPr>
                <a:spLocks/>
              </p:cNvSpPr>
              <p:nvPr/>
            </p:nvSpPr>
            <p:spPr bwMode="auto">
              <a:xfrm>
                <a:off x="-3824288" y="5106988"/>
                <a:ext cx="330200" cy="344488"/>
              </a:xfrm>
              <a:custGeom>
                <a:avLst/>
                <a:gdLst>
                  <a:gd name="T0" fmla="*/ 64 w 88"/>
                  <a:gd name="T1" fmla="*/ 4 h 92"/>
                  <a:gd name="T2" fmla="*/ 40 w 88"/>
                  <a:gd name="T3" fmla="*/ 3 h 92"/>
                  <a:gd name="T4" fmla="*/ 11 w 88"/>
                  <a:gd name="T5" fmla="*/ 31 h 92"/>
                  <a:gd name="T6" fmla="*/ 24 w 88"/>
                  <a:gd name="T7" fmla="*/ 89 h 92"/>
                  <a:gd name="T8" fmla="*/ 31 w 88"/>
                  <a:gd name="T9" fmla="*/ 91 h 92"/>
                  <a:gd name="T10" fmla="*/ 48 w 88"/>
                  <a:gd name="T11" fmla="*/ 89 h 92"/>
                  <a:gd name="T12" fmla="*/ 50 w 88"/>
                  <a:gd name="T13" fmla="*/ 89 h 92"/>
                  <a:gd name="T14" fmla="*/ 77 w 88"/>
                  <a:gd name="T15" fmla="*/ 62 h 92"/>
                  <a:gd name="T16" fmla="*/ 64 w 88"/>
                  <a:gd name="T17" fmla="*/ 4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8" h="92">
                    <a:moveTo>
                      <a:pt x="64" y="4"/>
                    </a:moveTo>
                    <a:cubicBezTo>
                      <a:pt x="57" y="0"/>
                      <a:pt x="48" y="0"/>
                      <a:pt x="40" y="3"/>
                    </a:cubicBezTo>
                    <a:cubicBezTo>
                      <a:pt x="29" y="7"/>
                      <a:pt x="18" y="17"/>
                      <a:pt x="11" y="31"/>
                    </a:cubicBezTo>
                    <a:cubicBezTo>
                      <a:pt x="0" y="54"/>
                      <a:pt x="6" y="80"/>
                      <a:pt x="24" y="89"/>
                    </a:cubicBezTo>
                    <a:cubicBezTo>
                      <a:pt x="27" y="90"/>
                      <a:pt x="29" y="90"/>
                      <a:pt x="31" y="91"/>
                    </a:cubicBezTo>
                    <a:cubicBezTo>
                      <a:pt x="37" y="92"/>
                      <a:pt x="43" y="91"/>
                      <a:pt x="48" y="89"/>
                    </a:cubicBezTo>
                    <a:cubicBezTo>
                      <a:pt x="49" y="89"/>
                      <a:pt x="49" y="89"/>
                      <a:pt x="50" y="89"/>
                    </a:cubicBezTo>
                    <a:cubicBezTo>
                      <a:pt x="61" y="84"/>
                      <a:pt x="71" y="75"/>
                      <a:pt x="77" y="62"/>
                    </a:cubicBezTo>
                    <a:cubicBezTo>
                      <a:pt x="88" y="38"/>
                      <a:pt x="82" y="12"/>
                      <a:pt x="64"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31" name="Freeform 97"/>
              <p:cNvSpPr>
                <a:spLocks/>
              </p:cNvSpPr>
              <p:nvPr/>
            </p:nvSpPr>
            <p:spPr bwMode="auto">
              <a:xfrm>
                <a:off x="-3944938" y="5203825"/>
                <a:ext cx="225425" cy="439738"/>
              </a:xfrm>
              <a:custGeom>
                <a:avLst/>
                <a:gdLst>
                  <a:gd name="T0" fmla="*/ 30 w 60"/>
                  <a:gd name="T1" fmla="*/ 6 h 117"/>
                  <a:gd name="T2" fmla="*/ 25 w 60"/>
                  <a:gd name="T3" fmla="*/ 3 h 117"/>
                  <a:gd name="T4" fmla="*/ 21 w 60"/>
                  <a:gd name="T5" fmla="*/ 17 h 117"/>
                  <a:gd name="T6" fmla="*/ 19 w 60"/>
                  <a:gd name="T7" fmla="*/ 17 h 117"/>
                  <a:gd name="T8" fmla="*/ 17 w 60"/>
                  <a:gd name="T9" fmla="*/ 18 h 117"/>
                  <a:gd name="T10" fmla="*/ 5 w 60"/>
                  <a:gd name="T11" fmla="*/ 11 h 117"/>
                  <a:gd name="T12" fmla="*/ 3 w 60"/>
                  <a:gd name="T13" fmla="*/ 15 h 117"/>
                  <a:gd name="T14" fmla="*/ 14 w 60"/>
                  <a:gd name="T15" fmla="*/ 23 h 117"/>
                  <a:gd name="T16" fmla="*/ 15 w 60"/>
                  <a:gd name="T17" fmla="*/ 26 h 117"/>
                  <a:gd name="T18" fmla="*/ 20 w 60"/>
                  <a:gd name="T19" fmla="*/ 41 h 117"/>
                  <a:gd name="T20" fmla="*/ 26 w 60"/>
                  <a:gd name="T21" fmla="*/ 59 h 117"/>
                  <a:gd name="T22" fmla="*/ 45 w 60"/>
                  <a:gd name="T23" fmla="*/ 112 h 117"/>
                  <a:gd name="T24" fmla="*/ 54 w 60"/>
                  <a:gd name="T25" fmla="*/ 116 h 117"/>
                  <a:gd name="T26" fmla="*/ 59 w 60"/>
                  <a:gd name="T27" fmla="*/ 107 h 117"/>
                  <a:gd name="T28" fmla="*/ 40 w 60"/>
                  <a:gd name="T29" fmla="*/ 55 h 117"/>
                  <a:gd name="T30" fmla="*/ 33 w 60"/>
                  <a:gd name="T31" fmla="*/ 37 h 117"/>
                  <a:gd name="T32" fmla="*/ 28 w 60"/>
                  <a:gd name="T33" fmla="*/ 21 h 117"/>
                  <a:gd name="T34" fmla="*/ 26 w 60"/>
                  <a:gd name="T35" fmla="*/ 19 h 117"/>
                  <a:gd name="T36" fmla="*/ 30 w 60"/>
                  <a:gd name="T37" fmla="*/ 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0" h="117">
                    <a:moveTo>
                      <a:pt x="30" y="6"/>
                    </a:moveTo>
                    <a:cubicBezTo>
                      <a:pt x="31" y="3"/>
                      <a:pt x="27" y="0"/>
                      <a:pt x="25" y="3"/>
                    </a:cubicBezTo>
                    <a:cubicBezTo>
                      <a:pt x="23" y="8"/>
                      <a:pt x="22" y="12"/>
                      <a:pt x="21" y="17"/>
                    </a:cubicBezTo>
                    <a:cubicBezTo>
                      <a:pt x="20" y="17"/>
                      <a:pt x="20" y="17"/>
                      <a:pt x="19" y="17"/>
                    </a:cubicBezTo>
                    <a:cubicBezTo>
                      <a:pt x="18" y="17"/>
                      <a:pt x="17" y="18"/>
                      <a:pt x="17" y="18"/>
                    </a:cubicBezTo>
                    <a:cubicBezTo>
                      <a:pt x="13" y="15"/>
                      <a:pt x="10" y="12"/>
                      <a:pt x="5" y="11"/>
                    </a:cubicBezTo>
                    <a:cubicBezTo>
                      <a:pt x="2" y="9"/>
                      <a:pt x="0" y="14"/>
                      <a:pt x="3" y="15"/>
                    </a:cubicBezTo>
                    <a:cubicBezTo>
                      <a:pt x="7" y="17"/>
                      <a:pt x="11" y="20"/>
                      <a:pt x="14" y="23"/>
                    </a:cubicBezTo>
                    <a:cubicBezTo>
                      <a:pt x="14" y="24"/>
                      <a:pt x="14" y="25"/>
                      <a:pt x="15" y="26"/>
                    </a:cubicBezTo>
                    <a:cubicBezTo>
                      <a:pt x="20" y="41"/>
                      <a:pt x="20" y="41"/>
                      <a:pt x="20" y="41"/>
                    </a:cubicBezTo>
                    <a:cubicBezTo>
                      <a:pt x="26" y="59"/>
                      <a:pt x="26" y="59"/>
                      <a:pt x="26" y="59"/>
                    </a:cubicBezTo>
                    <a:cubicBezTo>
                      <a:pt x="45" y="112"/>
                      <a:pt x="45" y="112"/>
                      <a:pt x="45" y="112"/>
                    </a:cubicBezTo>
                    <a:cubicBezTo>
                      <a:pt x="47" y="116"/>
                      <a:pt x="51" y="117"/>
                      <a:pt x="54" y="116"/>
                    </a:cubicBezTo>
                    <a:cubicBezTo>
                      <a:pt x="58" y="115"/>
                      <a:pt x="60" y="111"/>
                      <a:pt x="59" y="107"/>
                    </a:cubicBezTo>
                    <a:cubicBezTo>
                      <a:pt x="40" y="55"/>
                      <a:pt x="40" y="55"/>
                      <a:pt x="40" y="55"/>
                    </a:cubicBezTo>
                    <a:cubicBezTo>
                      <a:pt x="33" y="37"/>
                      <a:pt x="33" y="37"/>
                      <a:pt x="33" y="37"/>
                    </a:cubicBezTo>
                    <a:cubicBezTo>
                      <a:pt x="28" y="21"/>
                      <a:pt x="28" y="21"/>
                      <a:pt x="28" y="21"/>
                    </a:cubicBezTo>
                    <a:cubicBezTo>
                      <a:pt x="27" y="20"/>
                      <a:pt x="27" y="19"/>
                      <a:pt x="26" y="19"/>
                    </a:cubicBezTo>
                    <a:cubicBezTo>
                      <a:pt x="26" y="14"/>
                      <a:pt x="28" y="10"/>
                      <a:pt x="30"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32" name="Freeform 98"/>
              <p:cNvSpPr>
                <a:spLocks/>
              </p:cNvSpPr>
              <p:nvPr/>
            </p:nvSpPr>
            <p:spPr bwMode="auto">
              <a:xfrm>
                <a:off x="-6589713" y="4914900"/>
                <a:ext cx="206375" cy="307975"/>
              </a:xfrm>
              <a:custGeom>
                <a:avLst/>
                <a:gdLst>
                  <a:gd name="T0" fmla="*/ 130 w 130"/>
                  <a:gd name="T1" fmla="*/ 35 h 194"/>
                  <a:gd name="T2" fmla="*/ 99 w 130"/>
                  <a:gd name="T3" fmla="*/ 35 h 194"/>
                  <a:gd name="T4" fmla="*/ 116 w 130"/>
                  <a:gd name="T5" fmla="*/ 0 h 194"/>
                  <a:gd name="T6" fmla="*/ 73 w 130"/>
                  <a:gd name="T7" fmla="*/ 0 h 194"/>
                  <a:gd name="T8" fmla="*/ 68 w 130"/>
                  <a:gd name="T9" fmla="*/ 0 h 194"/>
                  <a:gd name="T10" fmla="*/ 49 w 130"/>
                  <a:gd name="T11" fmla="*/ 0 h 194"/>
                  <a:gd name="T12" fmla="*/ 9 w 130"/>
                  <a:gd name="T13" fmla="*/ 83 h 194"/>
                  <a:gd name="T14" fmla="*/ 45 w 130"/>
                  <a:gd name="T15" fmla="*/ 83 h 194"/>
                  <a:gd name="T16" fmla="*/ 0 w 130"/>
                  <a:gd name="T17" fmla="*/ 194 h 194"/>
                  <a:gd name="T18" fmla="*/ 130 w 130"/>
                  <a:gd name="T19" fmla="*/ 3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0" h="194">
                    <a:moveTo>
                      <a:pt x="130" y="35"/>
                    </a:moveTo>
                    <a:lnTo>
                      <a:pt x="99" y="35"/>
                    </a:lnTo>
                    <a:lnTo>
                      <a:pt x="116" y="0"/>
                    </a:lnTo>
                    <a:lnTo>
                      <a:pt x="73" y="0"/>
                    </a:lnTo>
                    <a:lnTo>
                      <a:pt x="68" y="0"/>
                    </a:lnTo>
                    <a:lnTo>
                      <a:pt x="49" y="0"/>
                    </a:lnTo>
                    <a:lnTo>
                      <a:pt x="9" y="83"/>
                    </a:lnTo>
                    <a:lnTo>
                      <a:pt x="45" y="83"/>
                    </a:lnTo>
                    <a:lnTo>
                      <a:pt x="0" y="194"/>
                    </a:lnTo>
                    <a:lnTo>
                      <a:pt x="130"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33" name="Freeform 99"/>
              <p:cNvSpPr>
                <a:spLocks/>
              </p:cNvSpPr>
              <p:nvPr/>
            </p:nvSpPr>
            <p:spPr bwMode="auto">
              <a:xfrm>
                <a:off x="-6707188" y="4551363"/>
                <a:ext cx="563563" cy="344488"/>
              </a:xfrm>
              <a:custGeom>
                <a:avLst/>
                <a:gdLst>
                  <a:gd name="T0" fmla="*/ 0 w 150"/>
                  <a:gd name="T1" fmla="*/ 76 h 92"/>
                  <a:gd name="T2" fmla="*/ 16 w 150"/>
                  <a:gd name="T3" fmla="*/ 92 h 92"/>
                  <a:gd name="T4" fmla="*/ 54 w 150"/>
                  <a:gd name="T5" fmla="*/ 92 h 92"/>
                  <a:gd name="T6" fmla="*/ 60 w 150"/>
                  <a:gd name="T7" fmla="*/ 92 h 92"/>
                  <a:gd name="T8" fmla="*/ 62 w 150"/>
                  <a:gd name="T9" fmla="*/ 92 h 92"/>
                  <a:gd name="T10" fmla="*/ 83 w 150"/>
                  <a:gd name="T11" fmla="*/ 92 h 92"/>
                  <a:gd name="T12" fmla="*/ 124 w 150"/>
                  <a:gd name="T13" fmla="*/ 92 h 92"/>
                  <a:gd name="T14" fmla="*/ 150 w 150"/>
                  <a:gd name="T15" fmla="*/ 66 h 92"/>
                  <a:gd name="T16" fmla="*/ 124 w 150"/>
                  <a:gd name="T17" fmla="*/ 39 h 92"/>
                  <a:gd name="T18" fmla="*/ 106 w 150"/>
                  <a:gd name="T19" fmla="*/ 45 h 92"/>
                  <a:gd name="T20" fmla="*/ 60 w 150"/>
                  <a:gd name="T21" fmla="*/ 0 h 92"/>
                  <a:gd name="T22" fmla="*/ 14 w 150"/>
                  <a:gd name="T23" fmla="*/ 46 h 92"/>
                  <a:gd name="T24" fmla="*/ 16 w 150"/>
                  <a:gd name="T25" fmla="*/ 60 h 92"/>
                  <a:gd name="T26" fmla="*/ 0 w 150"/>
                  <a:gd name="T27" fmla="*/ 7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0" h="92">
                    <a:moveTo>
                      <a:pt x="0" y="76"/>
                    </a:moveTo>
                    <a:cubicBezTo>
                      <a:pt x="0" y="85"/>
                      <a:pt x="7" y="92"/>
                      <a:pt x="16" y="92"/>
                    </a:cubicBezTo>
                    <a:cubicBezTo>
                      <a:pt x="54" y="92"/>
                      <a:pt x="54" y="92"/>
                      <a:pt x="54" y="92"/>
                    </a:cubicBezTo>
                    <a:cubicBezTo>
                      <a:pt x="60" y="92"/>
                      <a:pt x="60" y="92"/>
                      <a:pt x="60" y="92"/>
                    </a:cubicBezTo>
                    <a:cubicBezTo>
                      <a:pt x="62" y="92"/>
                      <a:pt x="62" y="92"/>
                      <a:pt x="62" y="92"/>
                    </a:cubicBezTo>
                    <a:cubicBezTo>
                      <a:pt x="83" y="92"/>
                      <a:pt x="83" y="92"/>
                      <a:pt x="83" y="92"/>
                    </a:cubicBezTo>
                    <a:cubicBezTo>
                      <a:pt x="124" y="92"/>
                      <a:pt x="124" y="92"/>
                      <a:pt x="124" y="92"/>
                    </a:cubicBezTo>
                    <a:cubicBezTo>
                      <a:pt x="138" y="92"/>
                      <a:pt x="150" y="80"/>
                      <a:pt x="150" y="66"/>
                    </a:cubicBezTo>
                    <a:cubicBezTo>
                      <a:pt x="150" y="51"/>
                      <a:pt x="138" y="39"/>
                      <a:pt x="124" y="39"/>
                    </a:cubicBezTo>
                    <a:cubicBezTo>
                      <a:pt x="117" y="39"/>
                      <a:pt x="111" y="41"/>
                      <a:pt x="106" y="45"/>
                    </a:cubicBezTo>
                    <a:cubicBezTo>
                      <a:pt x="106" y="20"/>
                      <a:pt x="85" y="0"/>
                      <a:pt x="60" y="0"/>
                    </a:cubicBezTo>
                    <a:cubicBezTo>
                      <a:pt x="34" y="0"/>
                      <a:pt x="14" y="21"/>
                      <a:pt x="14" y="46"/>
                    </a:cubicBezTo>
                    <a:cubicBezTo>
                      <a:pt x="14" y="51"/>
                      <a:pt x="14" y="55"/>
                      <a:pt x="16" y="60"/>
                    </a:cubicBezTo>
                    <a:cubicBezTo>
                      <a:pt x="7" y="60"/>
                      <a:pt x="0" y="67"/>
                      <a:pt x="0"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34" name="Freeform 100"/>
              <p:cNvSpPr>
                <a:spLocks noEditPoints="1"/>
              </p:cNvSpPr>
              <p:nvPr/>
            </p:nvSpPr>
            <p:spPr bwMode="auto">
              <a:xfrm>
                <a:off x="-2974975" y="3567113"/>
                <a:ext cx="649288" cy="322263"/>
              </a:xfrm>
              <a:custGeom>
                <a:avLst/>
                <a:gdLst>
                  <a:gd name="T0" fmla="*/ 149 w 173"/>
                  <a:gd name="T1" fmla="*/ 61 h 86"/>
                  <a:gd name="T2" fmla="*/ 173 w 173"/>
                  <a:gd name="T3" fmla="*/ 31 h 86"/>
                  <a:gd name="T4" fmla="*/ 149 w 173"/>
                  <a:gd name="T5" fmla="*/ 1 h 86"/>
                  <a:gd name="T6" fmla="*/ 149 w 173"/>
                  <a:gd name="T7" fmla="*/ 15 h 86"/>
                  <a:gd name="T8" fmla="*/ 160 w 173"/>
                  <a:gd name="T9" fmla="*/ 31 h 86"/>
                  <a:gd name="T10" fmla="*/ 149 w 173"/>
                  <a:gd name="T11" fmla="*/ 47 h 86"/>
                  <a:gd name="T12" fmla="*/ 149 w 173"/>
                  <a:gd name="T13" fmla="*/ 61 h 86"/>
                  <a:gd name="T14" fmla="*/ 73 w 173"/>
                  <a:gd name="T15" fmla="*/ 86 h 86"/>
                  <a:gd name="T16" fmla="*/ 130 w 173"/>
                  <a:gd name="T17" fmla="*/ 59 h 86"/>
                  <a:gd name="T18" fmla="*/ 143 w 173"/>
                  <a:gd name="T19" fmla="*/ 61 h 86"/>
                  <a:gd name="T20" fmla="*/ 149 w 173"/>
                  <a:gd name="T21" fmla="*/ 61 h 86"/>
                  <a:gd name="T22" fmla="*/ 149 w 173"/>
                  <a:gd name="T23" fmla="*/ 47 h 86"/>
                  <a:gd name="T24" fmla="*/ 143 w 173"/>
                  <a:gd name="T25" fmla="*/ 48 h 86"/>
                  <a:gd name="T26" fmla="*/ 137 w 173"/>
                  <a:gd name="T27" fmla="*/ 47 h 86"/>
                  <a:gd name="T28" fmla="*/ 145 w 173"/>
                  <a:gd name="T29" fmla="*/ 14 h 86"/>
                  <a:gd name="T30" fmla="*/ 145 w 173"/>
                  <a:gd name="T31" fmla="*/ 14 h 86"/>
                  <a:gd name="T32" fmla="*/ 145 w 173"/>
                  <a:gd name="T33" fmla="*/ 14 h 86"/>
                  <a:gd name="T34" fmla="*/ 149 w 173"/>
                  <a:gd name="T35" fmla="*/ 15 h 86"/>
                  <a:gd name="T36" fmla="*/ 149 w 173"/>
                  <a:gd name="T37" fmla="*/ 1 h 86"/>
                  <a:gd name="T38" fmla="*/ 144 w 173"/>
                  <a:gd name="T39" fmla="*/ 0 h 86"/>
                  <a:gd name="T40" fmla="*/ 144 w 173"/>
                  <a:gd name="T41" fmla="*/ 0 h 86"/>
                  <a:gd name="T42" fmla="*/ 2 w 173"/>
                  <a:gd name="T43" fmla="*/ 0 h 86"/>
                  <a:gd name="T44" fmla="*/ 0 w 173"/>
                  <a:gd name="T45" fmla="*/ 14 h 86"/>
                  <a:gd name="T46" fmla="*/ 73 w 173"/>
                  <a:gd name="T47"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73" h="86">
                    <a:moveTo>
                      <a:pt x="149" y="61"/>
                    </a:moveTo>
                    <a:cubicBezTo>
                      <a:pt x="163" y="58"/>
                      <a:pt x="173" y="46"/>
                      <a:pt x="173" y="31"/>
                    </a:cubicBezTo>
                    <a:cubicBezTo>
                      <a:pt x="173" y="16"/>
                      <a:pt x="163" y="4"/>
                      <a:pt x="149" y="1"/>
                    </a:cubicBezTo>
                    <a:cubicBezTo>
                      <a:pt x="149" y="15"/>
                      <a:pt x="149" y="15"/>
                      <a:pt x="149" y="15"/>
                    </a:cubicBezTo>
                    <a:cubicBezTo>
                      <a:pt x="155" y="17"/>
                      <a:pt x="160" y="23"/>
                      <a:pt x="160" y="31"/>
                    </a:cubicBezTo>
                    <a:cubicBezTo>
                      <a:pt x="160" y="38"/>
                      <a:pt x="155" y="45"/>
                      <a:pt x="149" y="47"/>
                    </a:cubicBezTo>
                    <a:lnTo>
                      <a:pt x="149" y="61"/>
                    </a:lnTo>
                    <a:close/>
                    <a:moveTo>
                      <a:pt x="73" y="86"/>
                    </a:moveTo>
                    <a:cubicBezTo>
                      <a:pt x="96" y="86"/>
                      <a:pt x="117" y="75"/>
                      <a:pt x="130" y="59"/>
                    </a:cubicBezTo>
                    <a:cubicBezTo>
                      <a:pt x="134" y="60"/>
                      <a:pt x="138" y="61"/>
                      <a:pt x="143" y="61"/>
                    </a:cubicBezTo>
                    <a:cubicBezTo>
                      <a:pt x="145" y="61"/>
                      <a:pt x="147" y="61"/>
                      <a:pt x="149" y="61"/>
                    </a:cubicBezTo>
                    <a:cubicBezTo>
                      <a:pt x="149" y="47"/>
                      <a:pt x="149" y="47"/>
                      <a:pt x="149" y="47"/>
                    </a:cubicBezTo>
                    <a:cubicBezTo>
                      <a:pt x="147" y="48"/>
                      <a:pt x="145" y="48"/>
                      <a:pt x="143" y="48"/>
                    </a:cubicBezTo>
                    <a:cubicBezTo>
                      <a:pt x="141" y="48"/>
                      <a:pt x="139" y="48"/>
                      <a:pt x="137" y="47"/>
                    </a:cubicBezTo>
                    <a:cubicBezTo>
                      <a:pt x="142" y="37"/>
                      <a:pt x="145" y="26"/>
                      <a:pt x="145" y="14"/>
                    </a:cubicBezTo>
                    <a:cubicBezTo>
                      <a:pt x="145" y="14"/>
                      <a:pt x="145" y="14"/>
                      <a:pt x="145" y="14"/>
                    </a:cubicBezTo>
                    <a:cubicBezTo>
                      <a:pt x="145" y="14"/>
                      <a:pt x="145" y="14"/>
                      <a:pt x="145" y="14"/>
                    </a:cubicBezTo>
                    <a:cubicBezTo>
                      <a:pt x="146" y="14"/>
                      <a:pt x="148" y="14"/>
                      <a:pt x="149" y="15"/>
                    </a:cubicBezTo>
                    <a:cubicBezTo>
                      <a:pt x="149" y="1"/>
                      <a:pt x="149" y="1"/>
                      <a:pt x="149" y="1"/>
                    </a:cubicBezTo>
                    <a:cubicBezTo>
                      <a:pt x="147" y="1"/>
                      <a:pt x="146" y="0"/>
                      <a:pt x="144" y="0"/>
                    </a:cubicBezTo>
                    <a:cubicBezTo>
                      <a:pt x="144" y="0"/>
                      <a:pt x="144" y="0"/>
                      <a:pt x="144" y="0"/>
                    </a:cubicBezTo>
                    <a:cubicBezTo>
                      <a:pt x="2" y="0"/>
                      <a:pt x="2" y="0"/>
                      <a:pt x="2" y="0"/>
                    </a:cubicBezTo>
                    <a:cubicBezTo>
                      <a:pt x="1" y="5"/>
                      <a:pt x="0" y="9"/>
                      <a:pt x="0" y="14"/>
                    </a:cubicBezTo>
                    <a:cubicBezTo>
                      <a:pt x="0" y="54"/>
                      <a:pt x="33" y="86"/>
                      <a:pt x="73" y="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35" name="Rectangle 101"/>
              <p:cNvSpPr>
                <a:spLocks noChangeArrowheads="1"/>
              </p:cNvSpPr>
              <p:nvPr/>
            </p:nvSpPr>
            <p:spPr bwMode="auto">
              <a:xfrm>
                <a:off x="-2974975" y="3919538"/>
                <a:ext cx="588963" cy="492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36" name="Freeform 102"/>
              <p:cNvSpPr>
                <a:spLocks/>
              </p:cNvSpPr>
              <p:nvPr/>
            </p:nvSpPr>
            <p:spPr bwMode="auto">
              <a:xfrm>
                <a:off x="-2840038" y="3281363"/>
                <a:ext cx="104775" cy="266700"/>
              </a:xfrm>
              <a:custGeom>
                <a:avLst/>
                <a:gdLst>
                  <a:gd name="T0" fmla="*/ 10 w 28"/>
                  <a:gd name="T1" fmla="*/ 54 h 71"/>
                  <a:gd name="T2" fmla="*/ 14 w 28"/>
                  <a:gd name="T3" fmla="*/ 68 h 71"/>
                  <a:gd name="T4" fmla="*/ 26 w 28"/>
                  <a:gd name="T5" fmla="*/ 44 h 71"/>
                  <a:gd name="T6" fmla="*/ 19 w 28"/>
                  <a:gd name="T7" fmla="*/ 29 h 71"/>
                  <a:gd name="T8" fmla="*/ 18 w 28"/>
                  <a:gd name="T9" fmla="*/ 18 h 71"/>
                  <a:gd name="T10" fmla="*/ 11 w 28"/>
                  <a:gd name="T11" fmla="*/ 5 h 71"/>
                  <a:gd name="T12" fmla="*/ 3 w 28"/>
                  <a:gd name="T13" fmla="*/ 30 h 71"/>
                  <a:gd name="T14" fmla="*/ 10 w 28"/>
                  <a:gd name="T15" fmla="*/ 54 h 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71">
                    <a:moveTo>
                      <a:pt x="10" y="54"/>
                    </a:moveTo>
                    <a:cubicBezTo>
                      <a:pt x="1" y="57"/>
                      <a:pt x="5" y="71"/>
                      <a:pt x="14" y="68"/>
                    </a:cubicBezTo>
                    <a:cubicBezTo>
                      <a:pt x="25" y="65"/>
                      <a:pt x="28" y="54"/>
                      <a:pt x="26" y="44"/>
                    </a:cubicBezTo>
                    <a:cubicBezTo>
                      <a:pt x="24" y="38"/>
                      <a:pt x="21" y="34"/>
                      <a:pt x="19" y="29"/>
                    </a:cubicBezTo>
                    <a:cubicBezTo>
                      <a:pt x="17" y="26"/>
                      <a:pt x="15" y="20"/>
                      <a:pt x="18" y="18"/>
                    </a:cubicBezTo>
                    <a:cubicBezTo>
                      <a:pt x="26" y="13"/>
                      <a:pt x="19" y="0"/>
                      <a:pt x="11" y="5"/>
                    </a:cubicBezTo>
                    <a:cubicBezTo>
                      <a:pt x="2" y="11"/>
                      <a:pt x="0" y="21"/>
                      <a:pt x="3" y="30"/>
                    </a:cubicBezTo>
                    <a:cubicBezTo>
                      <a:pt x="4" y="34"/>
                      <a:pt x="17" y="52"/>
                      <a:pt x="10" y="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37" name="Freeform 103"/>
              <p:cNvSpPr>
                <a:spLocks/>
              </p:cNvSpPr>
              <p:nvPr/>
            </p:nvSpPr>
            <p:spPr bwMode="auto">
              <a:xfrm>
                <a:off x="-2686050" y="3281363"/>
                <a:ext cx="104775" cy="266700"/>
              </a:xfrm>
              <a:custGeom>
                <a:avLst/>
                <a:gdLst>
                  <a:gd name="T0" fmla="*/ 10 w 28"/>
                  <a:gd name="T1" fmla="*/ 54 h 71"/>
                  <a:gd name="T2" fmla="*/ 14 w 28"/>
                  <a:gd name="T3" fmla="*/ 68 h 71"/>
                  <a:gd name="T4" fmla="*/ 25 w 28"/>
                  <a:gd name="T5" fmla="*/ 44 h 71"/>
                  <a:gd name="T6" fmla="*/ 18 w 28"/>
                  <a:gd name="T7" fmla="*/ 29 h 71"/>
                  <a:gd name="T8" fmla="*/ 18 w 28"/>
                  <a:gd name="T9" fmla="*/ 18 h 71"/>
                  <a:gd name="T10" fmla="*/ 10 w 28"/>
                  <a:gd name="T11" fmla="*/ 5 h 71"/>
                  <a:gd name="T12" fmla="*/ 3 w 28"/>
                  <a:gd name="T13" fmla="*/ 30 h 71"/>
                  <a:gd name="T14" fmla="*/ 10 w 28"/>
                  <a:gd name="T15" fmla="*/ 54 h 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71">
                    <a:moveTo>
                      <a:pt x="10" y="54"/>
                    </a:moveTo>
                    <a:cubicBezTo>
                      <a:pt x="1" y="57"/>
                      <a:pt x="5" y="71"/>
                      <a:pt x="14" y="68"/>
                    </a:cubicBezTo>
                    <a:cubicBezTo>
                      <a:pt x="24" y="65"/>
                      <a:pt x="28" y="54"/>
                      <a:pt x="25" y="44"/>
                    </a:cubicBezTo>
                    <a:cubicBezTo>
                      <a:pt x="24" y="38"/>
                      <a:pt x="21" y="34"/>
                      <a:pt x="18" y="29"/>
                    </a:cubicBezTo>
                    <a:cubicBezTo>
                      <a:pt x="17" y="26"/>
                      <a:pt x="14" y="20"/>
                      <a:pt x="18" y="18"/>
                    </a:cubicBezTo>
                    <a:cubicBezTo>
                      <a:pt x="26" y="13"/>
                      <a:pt x="19" y="0"/>
                      <a:pt x="10" y="5"/>
                    </a:cubicBezTo>
                    <a:cubicBezTo>
                      <a:pt x="2" y="11"/>
                      <a:pt x="0" y="21"/>
                      <a:pt x="3" y="30"/>
                    </a:cubicBezTo>
                    <a:cubicBezTo>
                      <a:pt x="4" y="34"/>
                      <a:pt x="16" y="52"/>
                      <a:pt x="10" y="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38" name="Freeform 104"/>
              <p:cNvSpPr>
                <a:spLocks/>
              </p:cNvSpPr>
              <p:nvPr/>
            </p:nvSpPr>
            <p:spPr bwMode="auto">
              <a:xfrm>
                <a:off x="-5267325" y="5068888"/>
                <a:ext cx="266700" cy="431800"/>
              </a:xfrm>
              <a:custGeom>
                <a:avLst/>
                <a:gdLst>
                  <a:gd name="T0" fmla="*/ 168 w 168"/>
                  <a:gd name="T1" fmla="*/ 158 h 272"/>
                  <a:gd name="T2" fmla="*/ 168 w 168"/>
                  <a:gd name="T3" fmla="*/ 0 h 272"/>
                  <a:gd name="T4" fmla="*/ 85 w 168"/>
                  <a:gd name="T5" fmla="*/ 0 h 272"/>
                  <a:gd name="T6" fmla="*/ 0 w 168"/>
                  <a:gd name="T7" fmla="*/ 218 h 272"/>
                  <a:gd name="T8" fmla="*/ 123 w 168"/>
                  <a:gd name="T9" fmla="*/ 272 h 272"/>
                  <a:gd name="T10" fmla="*/ 168 w 168"/>
                  <a:gd name="T11" fmla="*/ 158 h 272"/>
                </a:gdLst>
                <a:ahLst/>
                <a:cxnLst>
                  <a:cxn ang="0">
                    <a:pos x="T0" y="T1"/>
                  </a:cxn>
                  <a:cxn ang="0">
                    <a:pos x="T2" y="T3"/>
                  </a:cxn>
                  <a:cxn ang="0">
                    <a:pos x="T4" y="T5"/>
                  </a:cxn>
                  <a:cxn ang="0">
                    <a:pos x="T6" y="T7"/>
                  </a:cxn>
                  <a:cxn ang="0">
                    <a:pos x="T8" y="T9"/>
                  </a:cxn>
                  <a:cxn ang="0">
                    <a:pos x="T10" y="T11"/>
                  </a:cxn>
                </a:cxnLst>
                <a:rect l="0" t="0" r="r" b="b"/>
                <a:pathLst>
                  <a:path w="168" h="272">
                    <a:moveTo>
                      <a:pt x="168" y="158"/>
                    </a:moveTo>
                    <a:lnTo>
                      <a:pt x="168" y="0"/>
                    </a:lnTo>
                    <a:lnTo>
                      <a:pt x="85" y="0"/>
                    </a:lnTo>
                    <a:lnTo>
                      <a:pt x="0" y="218"/>
                    </a:lnTo>
                    <a:lnTo>
                      <a:pt x="123" y="272"/>
                    </a:lnTo>
                    <a:lnTo>
                      <a:pt x="168"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39" name="Freeform 105"/>
              <p:cNvSpPr>
                <a:spLocks/>
              </p:cNvSpPr>
              <p:nvPr/>
            </p:nvSpPr>
            <p:spPr bwMode="auto">
              <a:xfrm>
                <a:off x="-4986338" y="5068888"/>
                <a:ext cx="49213" cy="134938"/>
              </a:xfrm>
              <a:custGeom>
                <a:avLst/>
                <a:gdLst>
                  <a:gd name="T0" fmla="*/ 0 w 13"/>
                  <a:gd name="T1" fmla="*/ 36 h 36"/>
                  <a:gd name="T2" fmla="*/ 13 w 13"/>
                  <a:gd name="T3" fmla="*/ 2 h 36"/>
                  <a:gd name="T4" fmla="*/ 13 w 13"/>
                  <a:gd name="T5" fmla="*/ 0 h 36"/>
                  <a:gd name="T6" fmla="*/ 0 w 13"/>
                  <a:gd name="T7" fmla="*/ 0 h 36"/>
                  <a:gd name="T8" fmla="*/ 0 w 13"/>
                  <a:gd name="T9" fmla="*/ 36 h 36"/>
                </a:gdLst>
                <a:ahLst/>
                <a:cxnLst>
                  <a:cxn ang="0">
                    <a:pos x="T0" y="T1"/>
                  </a:cxn>
                  <a:cxn ang="0">
                    <a:pos x="T2" y="T3"/>
                  </a:cxn>
                  <a:cxn ang="0">
                    <a:pos x="T4" y="T5"/>
                  </a:cxn>
                  <a:cxn ang="0">
                    <a:pos x="T6" y="T7"/>
                  </a:cxn>
                  <a:cxn ang="0">
                    <a:pos x="T8" y="T9"/>
                  </a:cxn>
                </a:cxnLst>
                <a:rect l="0" t="0" r="r" b="b"/>
                <a:pathLst>
                  <a:path w="13" h="36">
                    <a:moveTo>
                      <a:pt x="0" y="36"/>
                    </a:moveTo>
                    <a:cubicBezTo>
                      <a:pt x="12" y="30"/>
                      <a:pt x="13" y="14"/>
                      <a:pt x="13" y="2"/>
                    </a:cubicBezTo>
                    <a:cubicBezTo>
                      <a:pt x="13" y="1"/>
                      <a:pt x="13" y="1"/>
                      <a:pt x="13" y="0"/>
                    </a:cubicBezTo>
                    <a:cubicBezTo>
                      <a:pt x="0" y="0"/>
                      <a:pt x="0" y="0"/>
                      <a:pt x="0" y="0"/>
                    </a:cubicBezTo>
                    <a:lnTo>
                      <a:pt x="0"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40" name="Freeform 106"/>
              <p:cNvSpPr>
                <a:spLocks/>
              </p:cNvSpPr>
              <p:nvPr/>
            </p:nvSpPr>
            <p:spPr bwMode="auto">
              <a:xfrm>
                <a:off x="-4986338" y="5068888"/>
                <a:ext cx="266700" cy="431800"/>
              </a:xfrm>
              <a:custGeom>
                <a:avLst/>
                <a:gdLst>
                  <a:gd name="T0" fmla="*/ 17 w 71"/>
                  <a:gd name="T1" fmla="*/ 0 h 115"/>
                  <a:gd name="T2" fmla="*/ 17 w 71"/>
                  <a:gd name="T3" fmla="*/ 2 h 115"/>
                  <a:gd name="T4" fmla="*/ 0 w 71"/>
                  <a:gd name="T5" fmla="*/ 41 h 115"/>
                  <a:gd name="T6" fmla="*/ 0 w 71"/>
                  <a:gd name="T7" fmla="*/ 67 h 115"/>
                  <a:gd name="T8" fmla="*/ 20 w 71"/>
                  <a:gd name="T9" fmla="*/ 115 h 115"/>
                  <a:gd name="T10" fmla="*/ 71 w 71"/>
                  <a:gd name="T11" fmla="*/ 92 h 115"/>
                  <a:gd name="T12" fmla="*/ 35 w 71"/>
                  <a:gd name="T13" fmla="*/ 0 h 115"/>
                  <a:gd name="T14" fmla="*/ 17 w 71"/>
                  <a:gd name="T15" fmla="*/ 0 h 1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 h="115">
                    <a:moveTo>
                      <a:pt x="17" y="0"/>
                    </a:moveTo>
                    <a:cubicBezTo>
                      <a:pt x="17" y="1"/>
                      <a:pt x="17" y="1"/>
                      <a:pt x="17" y="2"/>
                    </a:cubicBezTo>
                    <a:cubicBezTo>
                      <a:pt x="17" y="16"/>
                      <a:pt x="15" y="34"/>
                      <a:pt x="0" y="41"/>
                    </a:cubicBezTo>
                    <a:cubicBezTo>
                      <a:pt x="0" y="67"/>
                      <a:pt x="0" y="67"/>
                      <a:pt x="0" y="67"/>
                    </a:cubicBezTo>
                    <a:cubicBezTo>
                      <a:pt x="20" y="115"/>
                      <a:pt x="20" y="115"/>
                      <a:pt x="20" y="115"/>
                    </a:cubicBezTo>
                    <a:cubicBezTo>
                      <a:pt x="71" y="92"/>
                      <a:pt x="71" y="92"/>
                      <a:pt x="71" y="92"/>
                    </a:cubicBezTo>
                    <a:cubicBezTo>
                      <a:pt x="35" y="0"/>
                      <a:pt x="35" y="0"/>
                      <a:pt x="35" y="0"/>
                    </a:cubicBezTo>
                    <a:lnTo>
                      <a:pt x="1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41" name="Freeform 107"/>
              <p:cNvSpPr>
                <a:spLocks/>
              </p:cNvSpPr>
              <p:nvPr/>
            </p:nvSpPr>
            <p:spPr bwMode="auto">
              <a:xfrm>
                <a:off x="-5132388" y="5019675"/>
                <a:ext cx="277813" cy="38100"/>
              </a:xfrm>
              <a:custGeom>
                <a:avLst/>
                <a:gdLst>
                  <a:gd name="T0" fmla="*/ 175 w 175"/>
                  <a:gd name="T1" fmla="*/ 0 h 24"/>
                  <a:gd name="T2" fmla="*/ 0 w 175"/>
                  <a:gd name="T3" fmla="*/ 0 h 24"/>
                  <a:gd name="T4" fmla="*/ 0 w 175"/>
                  <a:gd name="T5" fmla="*/ 24 h 24"/>
                  <a:gd name="T6" fmla="*/ 83 w 175"/>
                  <a:gd name="T7" fmla="*/ 24 h 24"/>
                  <a:gd name="T8" fmla="*/ 92 w 175"/>
                  <a:gd name="T9" fmla="*/ 24 h 24"/>
                  <a:gd name="T10" fmla="*/ 175 w 175"/>
                  <a:gd name="T11" fmla="*/ 24 h 24"/>
                  <a:gd name="T12" fmla="*/ 175 w 175"/>
                  <a:gd name="T13" fmla="*/ 0 h 24"/>
                </a:gdLst>
                <a:ahLst/>
                <a:cxnLst>
                  <a:cxn ang="0">
                    <a:pos x="T0" y="T1"/>
                  </a:cxn>
                  <a:cxn ang="0">
                    <a:pos x="T2" y="T3"/>
                  </a:cxn>
                  <a:cxn ang="0">
                    <a:pos x="T4" y="T5"/>
                  </a:cxn>
                  <a:cxn ang="0">
                    <a:pos x="T6" y="T7"/>
                  </a:cxn>
                  <a:cxn ang="0">
                    <a:pos x="T8" y="T9"/>
                  </a:cxn>
                  <a:cxn ang="0">
                    <a:pos x="T10" y="T11"/>
                  </a:cxn>
                  <a:cxn ang="0">
                    <a:pos x="T12" y="T13"/>
                  </a:cxn>
                </a:cxnLst>
                <a:rect l="0" t="0" r="r" b="b"/>
                <a:pathLst>
                  <a:path w="175" h="24">
                    <a:moveTo>
                      <a:pt x="175" y="0"/>
                    </a:moveTo>
                    <a:lnTo>
                      <a:pt x="0" y="0"/>
                    </a:lnTo>
                    <a:lnTo>
                      <a:pt x="0" y="24"/>
                    </a:lnTo>
                    <a:lnTo>
                      <a:pt x="83" y="24"/>
                    </a:lnTo>
                    <a:lnTo>
                      <a:pt x="92" y="24"/>
                    </a:lnTo>
                    <a:lnTo>
                      <a:pt x="175" y="24"/>
                    </a:lnTo>
                    <a:lnTo>
                      <a:pt x="17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grpSp>
        <p:grpSp>
          <p:nvGrpSpPr>
            <p:cNvPr id="18" name="Group 17"/>
            <p:cNvGrpSpPr/>
            <p:nvPr/>
          </p:nvGrpSpPr>
          <p:grpSpPr>
            <a:xfrm flipH="1">
              <a:off x="1270242" y="2289337"/>
              <a:ext cx="2798558" cy="4053395"/>
              <a:chOff x="-6699250" y="-300038"/>
              <a:chExt cx="6051550" cy="9296401"/>
            </a:xfrm>
            <a:solidFill>
              <a:schemeClr val="accent4">
                <a:lumMod val="75000"/>
              </a:schemeClr>
            </a:solidFill>
          </p:grpSpPr>
          <p:sp>
            <p:nvSpPr>
              <p:cNvPr id="82" name="Freeform 111"/>
              <p:cNvSpPr>
                <a:spLocks/>
              </p:cNvSpPr>
              <p:nvPr/>
            </p:nvSpPr>
            <p:spPr bwMode="auto">
              <a:xfrm>
                <a:off x="-4589463" y="3746500"/>
                <a:ext cx="450850" cy="615950"/>
              </a:xfrm>
              <a:custGeom>
                <a:avLst/>
                <a:gdLst>
                  <a:gd name="T0" fmla="*/ 65 w 120"/>
                  <a:gd name="T1" fmla="*/ 31 h 164"/>
                  <a:gd name="T2" fmla="*/ 65 w 120"/>
                  <a:gd name="T3" fmla="*/ 31 h 164"/>
                  <a:gd name="T4" fmla="*/ 65 w 120"/>
                  <a:gd name="T5" fmla="*/ 131 h 164"/>
                  <a:gd name="T6" fmla="*/ 44 w 120"/>
                  <a:gd name="T7" fmla="*/ 153 h 164"/>
                  <a:gd name="T8" fmla="*/ 15 w 120"/>
                  <a:gd name="T9" fmla="*/ 137 h 164"/>
                  <a:gd name="T10" fmla="*/ 20 w 120"/>
                  <a:gd name="T11" fmla="*/ 137 h 164"/>
                  <a:gd name="T12" fmla="*/ 20 w 120"/>
                  <a:gd name="T13" fmla="*/ 129 h 164"/>
                  <a:gd name="T14" fmla="*/ 0 w 120"/>
                  <a:gd name="T15" fmla="*/ 129 h 164"/>
                  <a:gd name="T16" fmla="*/ 0 w 120"/>
                  <a:gd name="T17" fmla="*/ 137 h 164"/>
                  <a:gd name="T18" fmla="*/ 6 w 120"/>
                  <a:gd name="T19" fmla="*/ 137 h 164"/>
                  <a:gd name="T20" fmla="*/ 41 w 120"/>
                  <a:gd name="T21" fmla="*/ 163 h 164"/>
                  <a:gd name="T22" fmla="*/ 75 w 120"/>
                  <a:gd name="T23" fmla="*/ 129 h 164"/>
                  <a:gd name="T24" fmla="*/ 74 w 120"/>
                  <a:gd name="T25" fmla="*/ 31 h 164"/>
                  <a:gd name="T26" fmla="*/ 92 w 120"/>
                  <a:gd name="T27" fmla="*/ 10 h 164"/>
                  <a:gd name="T28" fmla="*/ 110 w 120"/>
                  <a:gd name="T29" fmla="*/ 32 h 164"/>
                  <a:gd name="T30" fmla="*/ 110 w 120"/>
                  <a:gd name="T31" fmla="*/ 142 h 164"/>
                  <a:gd name="T32" fmla="*/ 120 w 120"/>
                  <a:gd name="T33" fmla="*/ 142 h 164"/>
                  <a:gd name="T34" fmla="*/ 119 w 120"/>
                  <a:gd name="T35" fmla="*/ 30 h 164"/>
                  <a:gd name="T36" fmla="*/ 93 w 120"/>
                  <a:gd name="T37" fmla="*/ 1 h 164"/>
                  <a:gd name="T38" fmla="*/ 65 w 120"/>
                  <a:gd name="T39" fmla="*/ 31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0" h="164">
                    <a:moveTo>
                      <a:pt x="65" y="31"/>
                    </a:moveTo>
                    <a:cubicBezTo>
                      <a:pt x="65" y="31"/>
                      <a:pt x="65" y="31"/>
                      <a:pt x="65" y="31"/>
                    </a:cubicBezTo>
                    <a:cubicBezTo>
                      <a:pt x="65" y="31"/>
                      <a:pt x="65" y="130"/>
                      <a:pt x="65" y="131"/>
                    </a:cubicBezTo>
                    <a:cubicBezTo>
                      <a:pt x="65" y="142"/>
                      <a:pt x="55" y="150"/>
                      <a:pt x="44" y="153"/>
                    </a:cubicBezTo>
                    <a:cubicBezTo>
                      <a:pt x="34" y="156"/>
                      <a:pt x="13" y="151"/>
                      <a:pt x="15" y="137"/>
                    </a:cubicBezTo>
                    <a:cubicBezTo>
                      <a:pt x="20" y="137"/>
                      <a:pt x="20" y="137"/>
                      <a:pt x="20" y="137"/>
                    </a:cubicBezTo>
                    <a:cubicBezTo>
                      <a:pt x="20" y="129"/>
                      <a:pt x="20" y="129"/>
                      <a:pt x="20" y="129"/>
                    </a:cubicBezTo>
                    <a:cubicBezTo>
                      <a:pt x="0" y="129"/>
                      <a:pt x="0" y="129"/>
                      <a:pt x="0" y="129"/>
                    </a:cubicBezTo>
                    <a:cubicBezTo>
                      <a:pt x="0" y="137"/>
                      <a:pt x="0" y="137"/>
                      <a:pt x="0" y="137"/>
                    </a:cubicBezTo>
                    <a:cubicBezTo>
                      <a:pt x="6" y="137"/>
                      <a:pt x="6" y="137"/>
                      <a:pt x="6" y="137"/>
                    </a:cubicBezTo>
                    <a:cubicBezTo>
                      <a:pt x="5" y="155"/>
                      <a:pt x="25" y="164"/>
                      <a:pt x="41" y="163"/>
                    </a:cubicBezTo>
                    <a:cubicBezTo>
                      <a:pt x="59" y="162"/>
                      <a:pt x="75" y="146"/>
                      <a:pt x="75" y="129"/>
                    </a:cubicBezTo>
                    <a:cubicBezTo>
                      <a:pt x="75" y="127"/>
                      <a:pt x="74" y="32"/>
                      <a:pt x="74" y="31"/>
                    </a:cubicBezTo>
                    <a:cubicBezTo>
                      <a:pt x="74" y="21"/>
                      <a:pt x="80" y="10"/>
                      <a:pt x="92" y="10"/>
                    </a:cubicBezTo>
                    <a:cubicBezTo>
                      <a:pt x="104" y="10"/>
                      <a:pt x="110" y="21"/>
                      <a:pt x="110" y="32"/>
                    </a:cubicBezTo>
                    <a:cubicBezTo>
                      <a:pt x="110" y="33"/>
                      <a:pt x="110" y="142"/>
                      <a:pt x="110" y="142"/>
                    </a:cubicBezTo>
                    <a:cubicBezTo>
                      <a:pt x="110" y="148"/>
                      <a:pt x="120" y="148"/>
                      <a:pt x="120" y="142"/>
                    </a:cubicBezTo>
                    <a:cubicBezTo>
                      <a:pt x="120" y="142"/>
                      <a:pt x="120" y="31"/>
                      <a:pt x="119" y="30"/>
                    </a:cubicBezTo>
                    <a:cubicBezTo>
                      <a:pt x="119" y="15"/>
                      <a:pt x="108" y="2"/>
                      <a:pt x="93" y="1"/>
                    </a:cubicBezTo>
                    <a:cubicBezTo>
                      <a:pt x="76" y="0"/>
                      <a:pt x="65" y="15"/>
                      <a:pt x="65"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83" name="Freeform 112"/>
              <p:cNvSpPr>
                <a:spLocks/>
              </p:cNvSpPr>
              <p:nvPr/>
            </p:nvSpPr>
            <p:spPr bwMode="auto">
              <a:xfrm>
                <a:off x="-4645025" y="3894137"/>
                <a:ext cx="187325" cy="319088"/>
              </a:xfrm>
              <a:custGeom>
                <a:avLst/>
                <a:gdLst>
                  <a:gd name="T0" fmla="*/ 15 w 50"/>
                  <a:gd name="T1" fmla="*/ 85 h 85"/>
                  <a:gd name="T2" fmla="*/ 35 w 50"/>
                  <a:gd name="T3" fmla="*/ 85 h 85"/>
                  <a:gd name="T4" fmla="*/ 41 w 50"/>
                  <a:gd name="T5" fmla="*/ 85 h 85"/>
                  <a:gd name="T6" fmla="*/ 50 w 50"/>
                  <a:gd name="T7" fmla="*/ 0 h 85"/>
                  <a:gd name="T8" fmla="*/ 25 w 50"/>
                  <a:gd name="T9" fmla="*/ 7 h 85"/>
                  <a:gd name="T10" fmla="*/ 0 w 50"/>
                  <a:gd name="T11" fmla="*/ 0 h 85"/>
                  <a:gd name="T12" fmla="*/ 8 w 50"/>
                  <a:gd name="T13" fmla="*/ 85 h 85"/>
                  <a:gd name="T14" fmla="*/ 15 w 50"/>
                  <a:gd name="T15" fmla="*/ 85 h 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 h="85">
                    <a:moveTo>
                      <a:pt x="15" y="85"/>
                    </a:moveTo>
                    <a:cubicBezTo>
                      <a:pt x="35" y="85"/>
                      <a:pt x="35" y="85"/>
                      <a:pt x="35" y="85"/>
                    </a:cubicBezTo>
                    <a:cubicBezTo>
                      <a:pt x="41" y="85"/>
                      <a:pt x="41" y="85"/>
                      <a:pt x="41" y="85"/>
                    </a:cubicBezTo>
                    <a:cubicBezTo>
                      <a:pt x="50" y="0"/>
                      <a:pt x="50" y="0"/>
                      <a:pt x="50" y="0"/>
                    </a:cubicBezTo>
                    <a:cubicBezTo>
                      <a:pt x="43" y="4"/>
                      <a:pt x="34" y="7"/>
                      <a:pt x="25" y="7"/>
                    </a:cubicBezTo>
                    <a:cubicBezTo>
                      <a:pt x="16" y="7"/>
                      <a:pt x="7" y="4"/>
                      <a:pt x="0" y="0"/>
                    </a:cubicBezTo>
                    <a:cubicBezTo>
                      <a:pt x="8" y="85"/>
                      <a:pt x="8" y="85"/>
                      <a:pt x="8" y="85"/>
                    </a:cubicBezTo>
                    <a:lnTo>
                      <a:pt x="15" y="8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84" name="Freeform 113"/>
              <p:cNvSpPr>
                <a:spLocks/>
              </p:cNvSpPr>
              <p:nvPr/>
            </p:nvSpPr>
            <p:spPr bwMode="auto">
              <a:xfrm>
                <a:off x="-4672013" y="3690937"/>
                <a:ext cx="236538" cy="209550"/>
              </a:xfrm>
              <a:custGeom>
                <a:avLst/>
                <a:gdLst>
                  <a:gd name="T0" fmla="*/ 0 w 63"/>
                  <a:gd name="T1" fmla="*/ 32 h 56"/>
                  <a:gd name="T2" fmla="*/ 3 w 63"/>
                  <a:gd name="T3" fmla="*/ 44 h 56"/>
                  <a:gd name="T4" fmla="*/ 5 w 63"/>
                  <a:gd name="T5" fmla="*/ 46 h 56"/>
                  <a:gd name="T6" fmla="*/ 7 w 63"/>
                  <a:gd name="T7" fmla="*/ 48 h 56"/>
                  <a:gd name="T8" fmla="*/ 7 w 63"/>
                  <a:gd name="T9" fmla="*/ 48 h 56"/>
                  <a:gd name="T10" fmla="*/ 7 w 63"/>
                  <a:gd name="T11" fmla="*/ 49 h 56"/>
                  <a:gd name="T12" fmla="*/ 31 w 63"/>
                  <a:gd name="T13" fmla="*/ 56 h 56"/>
                  <a:gd name="T14" fmla="*/ 32 w 63"/>
                  <a:gd name="T15" fmla="*/ 56 h 56"/>
                  <a:gd name="T16" fmla="*/ 32 w 63"/>
                  <a:gd name="T17" fmla="*/ 56 h 56"/>
                  <a:gd name="T18" fmla="*/ 56 w 63"/>
                  <a:gd name="T19" fmla="*/ 49 h 56"/>
                  <a:gd name="T20" fmla="*/ 57 w 63"/>
                  <a:gd name="T21" fmla="*/ 48 h 56"/>
                  <a:gd name="T22" fmla="*/ 57 w 63"/>
                  <a:gd name="T23" fmla="*/ 48 h 56"/>
                  <a:gd name="T24" fmla="*/ 59 w 63"/>
                  <a:gd name="T25" fmla="*/ 46 h 56"/>
                  <a:gd name="T26" fmla="*/ 60 w 63"/>
                  <a:gd name="T27" fmla="*/ 44 h 56"/>
                  <a:gd name="T28" fmla="*/ 63 w 63"/>
                  <a:gd name="T29" fmla="*/ 32 h 56"/>
                  <a:gd name="T30" fmla="*/ 32 w 63"/>
                  <a:gd name="T31" fmla="*/ 0 h 56"/>
                  <a:gd name="T32" fmla="*/ 0 w 63"/>
                  <a:gd name="T33" fmla="*/ 32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3" h="56">
                    <a:moveTo>
                      <a:pt x="0" y="32"/>
                    </a:moveTo>
                    <a:cubicBezTo>
                      <a:pt x="0" y="36"/>
                      <a:pt x="1" y="40"/>
                      <a:pt x="3" y="44"/>
                    </a:cubicBezTo>
                    <a:cubicBezTo>
                      <a:pt x="4" y="45"/>
                      <a:pt x="4" y="45"/>
                      <a:pt x="5" y="46"/>
                    </a:cubicBezTo>
                    <a:cubicBezTo>
                      <a:pt x="6" y="47"/>
                      <a:pt x="6" y="48"/>
                      <a:pt x="7" y="48"/>
                    </a:cubicBezTo>
                    <a:cubicBezTo>
                      <a:pt x="7" y="48"/>
                      <a:pt x="7" y="48"/>
                      <a:pt x="7" y="48"/>
                    </a:cubicBezTo>
                    <a:cubicBezTo>
                      <a:pt x="7" y="48"/>
                      <a:pt x="7" y="49"/>
                      <a:pt x="7" y="49"/>
                    </a:cubicBezTo>
                    <a:cubicBezTo>
                      <a:pt x="14" y="53"/>
                      <a:pt x="22" y="56"/>
                      <a:pt x="31" y="56"/>
                    </a:cubicBezTo>
                    <a:cubicBezTo>
                      <a:pt x="32" y="56"/>
                      <a:pt x="32" y="56"/>
                      <a:pt x="32" y="56"/>
                    </a:cubicBezTo>
                    <a:cubicBezTo>
                      <a:pt x="32" y="56"/>
                      <a:pt x="32" y="56"/>
                      <a:pt x="32" y="56"/>
                    </a:cubicBezTo>
                    <a:cubicBezTo>
                      <a:pt x="41" y="56"/>
                      <a:pt x="50" y="53"/>
                      <a:pt x="56" y="49"/>
                    </a:cubicBezTo>
                    <a:cubicBezTo>
                      <a:pt x="57" y="49"/>
                      <a:pt x="57" y="48"/>
                      <a:pt x="57" y="48"/>
                    </a:cubicBezTo>
                    <a:cubicBezTo>
                      <a:pt x="57" y="48"/>
                      <a:pt x="57" y="48"/>
                      <a:pt x="57" y="48"/>
                    </a:cubicBezTo>
                    <a:cubicBezTo>
                      <a:pt x="58" y="48"/>
                      <a:pt x="58" y="47"/>
                      <a:pt x="59" y="46"/>
                    </a:cubicBezTo>
                    <a:cubicBezTo>
                      <a:pt x="59" y="45"/>
                      <a:pt x="60" y="45"/>
                      <a:pt x="60" y="44"/>
                    </a:cubicBezTo>
                    <a:cubicBezTo>
                      <a:pt x="62" y="40"/>
                      <a:pt x="63" y="36"/>
                      <a:pt x="63" y="32"/>
                    </a:cubicBezTo>
                    <a:cubicBezTo>
                      <a:pt x="63" y="14"/>
                      <a:pt x="49" y="0"/>
                      <a:pt x="32" y="0"/>
                    </a:cubicBezTo>
                    <a:cubicBezTo>
                      <a:pt x="15" y="0"/>
                      <a:pt x="0" y="14"/>
                      <a:pt x="0"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85" name="Freeform 114"/>
              <p:cNvSpPr>
                <a:spLocks noEditPoints="1"/>
              </p:cNvSpPr>
              <p:nvPr/>
            </p:nvSpPr>
            <p:spPr bwMode="auto">
              <a:xfrm>
                <a:off x="-5145088" y="806450"/>
                <a:ext cx="442913" cy="500063"/>
              </a:xfrm>
              <a:custGeom>
                <a:avLst/>
                <a:gdLst>
                  <a:gd name="T0" fmla="*/ 260 w 279"/>
                  <a:gd name="T1" fmla="*/ 315 h 315"/>
                  <a:gd name="T2" fmla="*/ 260 w 279"/>
                  <a:gd name="T3" fmla="*/ 0 h 315"/>
                  <a:gd name="T4" fmla="*/ 244 w 279"/>
                  <a:gd name="T5" fmla="*/ 36 h 315"/>
                  <a:gd name="T6" fmla="*/ 244 w 279"/>
                  <a:gd name="T7" fmla="*/ 64 h 315"/>
                  <a:gd name="T8" fmla="*/ 260 w 279"/>
                  <a:gd name="T9" fmla="*/ 119 h 315"/>
                  <a:gd name="T10" fmla="*/ 260 w 279"/>
                  <a:gd name="T11" fmla="*/ 142 h 315"/>
                  <a:gd name="T12" fmla="*/ 244 w 279"/>
                  <a:gd name="T13" fmla="*/ 197 h 315"/>
                  <a:gd name="T14" fmla="*/ 244 w 279"/>
                  <a:gd name="T15" fmla="*/ 225 h 315"/>
                  <a:gd name="T16" fmla="*/ 260 w 279"/>
                  <a:gd name="T17" fmla="*/ 279 h 315"/>
                  <a:gd name="T18" fmla="*/ 140 w 279"/>
                  <a:gd name="T19" fmla="*/ 230 h 315"/>
                  <a:gd name="T20" fmla="*/ 227 w 279"/>
                  <a:gd name="T21" fmla="*/ 315 h 315"/>
                  <a:gd name="T22" fmla="*/ 244 w 279"/>
                  <a:gd name="T23" fmla="*/ 279 h 315"/>
                  <a:gd name="T24" fmla="*/ 227 w 279"/>
                  <a:gd name="T25" fmla="*/ 249 h 315"/>
                  <a:gd name="T26" fmla="*/ 227 w 279"/>
                  <a:gd name="T27" fmla="*/ 225 h 315"/>
                  <a:gd name="T28" fmla="*/ 244 w 279"/>
                  <a:gd name="T29" fmla="*/ 197 h 315"/>
                  <a:gd name="T30" fmla="*/ 227 w 279"/>
                  <a:gd name="T31" fmla="*/ 142 h 315"/>
                  <a:gd name="T32" fmla="*/ 244 w 279"/>
                  <a:gd name="T33" fmla="*/ 119 h 315"/>
                  <a:gd name="T34" fmla="*/ 227 w 279"/>
                  <a:gd name="T35" fmla="*/ 88 h 315"/>
                  <a:gd name="T36" fmla="*/ 227 w 279"/>
                  <a:gd name="T37" fmla="*/ 64 h 315"/>
                  <a:gd name="T38" fmla="*/ 244 w 279"/>
                  <a:gd name="T39" fmla="*/ 36 h 315"/>
                  <a:gd name="T40" fmla="*/ 227 w 279"/>
                  <a:gd name="T41" fmla="*/ 0 h 315"/>
                  <a:gd name="T42" fmla="*/ 140 w 279"/>
                  <a:gd name="T43" fmla="*/ 83 h 315"/>
                  <a:gd name="T44" fmla="*/ 206 w 279"/>
                  <a:gd name="T45" fmla="*/ 114 h 315"/>
                  <a:gd name="T46" fmla="*/ 140 w 279"/>
                  <a:gd name="T47" fmla="*/ 230 h 315"/>
                  <a:gd name="T48" fmla="*/ 36 w 279"/>
                  <a:gd name="T49" fmla="*/ 12 h 315"/>
                  <a:gd name="T50" fmla="*/ 52 w 279"/>
                  <a:gd name="T51" fmla="*/ 64 h 315"/>
                  <a:gd name="T52" fmla="*/ 36 w 279"/>
                  <a:gd name="T53" fmla="*/ 88 h 315"/>
                  <a:gd name="T54" fmla="*/ 52 w 279"/>
                  <a:gd name="T55" fmla="*/ 119 h 315"/>
                  <a:gd name="T56" fmla="*/ 52 w 279"/>
                  <a:gd name="T57" fmla="*/ 142 h 315"/>
                  <a:gd name="T58" fmla="*/ 36 w 279"/>
                  <a:gd name="T59" fmla="*/ 171 h 315"/>
                  <a:gd name="T60" fmla="*/ 52 w 279"/>
                  <a:gd name="T61" fmla="*/ 225 h 315"/>
                  <a:gd name="T62" fmla="*/ 36 w 279"/>
                  <a:gd name="T63" fmla="*/ 249 h 315"/>
                  <a:gd name="T64" fmla="*/ 52 w 279"/>
                  <a:gd name="T65" fmla="*/ 279 h 315"/>
                  <a:gd name="T66" fmla="*/ 52 w 279"/>
                  <a:gd name="T67" fmla="*/ 303 h 315"/>
                  <a:gd name="T68" fmla="*/ 74 w 279"/>
                  <a:gd name="T69" fmla="*/ 230 h 315"/>
                  <a:gd name="T70" fmla="*/ 74 w 279"/>
                  <a:gd name="T71" fmla="*/ 199 h 315"/>
                  <a:gd name="T72" fmla="*/ 140 w 279"/>
                  <a:gd name="T73" fmla="*/ 83 h 315"/>
                  <a:gd name="T74" fmla="*/ 52 w 279"/>
                  <a:gd name="T75" fmla="*/ 0 h 315"/>
                  <a:gd name="T76" fmla="*/ 21 w 279"/>
                  <a:gd name="T77" fmla="*/ 0 h 315"/>
                  <a:gd name="T78" fmla="*/ 21 w 279"/>
                  <a:gd name="T79" fmla="*/ 315 h 315"/>
                  <a:gd name="T80" fmla="*/ 36 w 279"/>
                  <a:gd name="T81" fmla="*/ 279 h 315"/>
                  <a:gd name="T82" fmla="*/ 36 w 279"/>
                  <a:gd name="T83" fmla="*/ 249 h 315"/>
                  <a:gd name="T84" fmla="*/ 21 w 279"/>
                  <a:gd name="T85" fmla="*/ 197 h 315"/>
                  <a:gd name="T86" fmla="*/ 21 w 279"/>
                  <a:gd name="T87" fmla="*/ 171 h 315"/>
                  <a:gd name="T88" fmla="*/ 36 w 279"/>
                  <a:gd name="T89" fmla="*/ 119 h 315"/>
                  <a:gd name="T90" fmla="*/ 36 w 279"/>
                  <a:gd name="T91" fmla="*/ 88 h 315"/>
                  <a:gd name="T92" fmla="*/ 21 w 279"/>
                  <a:gd name="T93" fmla="*/ 36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9" h="315">
                    <a:moveTo>
                      <a:pt x="244" y="303"/>
                    </a:moveTo>
                    <a:lnTo>
                      <a:pt x="260" y="303"/>
                    </a:lnTo>
                    <a:lnTo>
                      <a:pt x="260" y="315"/>
                    </a:lnTo>
                    <a:lnTo>
                      <a:pt x="279" y="315"/>
                    </a:lnTo>
                    <a:lnTo>
                      <a:pt x="279" y="0"/>
                    </a:lnTo>
                    <a:lnTo>
                      <a:pt x="260" y="0"/>
                    </a:lnTo>
                    <a:lnTo>
                      <a:pt x="260" y="12"/>
                    </a:lnTo>
                    <a:lnTo>
                      <a:pt x="244" y="12"/>
                    </a:lnTo>
                    <a:lnTo>
                      <a:pt x="244" y="36"/>
                    </a:lnTo>
                    <a:lnTo>
                      <a:pt x="260" y="36"/>
                    </a:lnTo>
                    <a:lnTo>
                      <a:pt x="260" y="64"/>
                    </a:lnTo>
                    <a:lnTo>
                      <a:pt x="244" y="64"/>
                    </a:lnTo>
                    <a:lnTo>
                      <a:pt x="244" y="88"/>
                    </a:lnTo>
                    <a:lnTo>
                      <a:pt x="260" y="88"/>
                    </a:lnTo>
                    <a:lnTo>
                      <a:pt x="260" y="119"/>
                    </a:lnTo>
                    <a:lnTo>
                      <a:pt x="244" y="119"/>
                    </a:lnTo>
                    <a:lnTo>
                      <a:pt x="244" y="142"/>
                    </a:lnTo>
                    <a:lnTo>
                      <a:pt x="260" y="142"/>
                    </a:lnTo>
                    <a:lnTo>
                      <a:pt x="260" y="171"/>
                    </a:lnTo>
                    <a:lnTo>
                      <a:pt x="244" y="171"/>
                    </a:lnTo>
                    <a:lnTo>
                      <a:pt x="244" y="197"/>
                    </a:lnTo>
                    <a:lnTo>
                      <a:pt x="260" y="197"/>
                    </a:lnTo>
                    <a:lnTo>
                      <a:pt x="260" y="225"/>
                    </a:lnTo>
                    <a:lnTo>
                      <a:pt x="244" y="225"/>
                    </a:lnTo>
                    <a:lnTo>
                      <a:pt x="244" y="249"/>
                    </a:lnTo>
                    <a:lnTo>
                      <a:pt x="260" y="249"/>
                    </a:lnTo>
                    <a:lnTo>
                      <a:pt x="260" y="279"/>
                    </a:lnTo>
                    <a:lnTo>
                      <a:pt x="244" y="279"/>
                    </a:lnTo>
                    <a:lnTo>
                      <a:pt x="244" y="303"/>
                    </a:lnTo>
                    <a:close/>
                    <a:moveTo>
                      <a:pt x="140" y="230"/>
                    </a:moveTo>
                    <a:lnTo>
                      <a:pt x="206" y="230"/>
                    </a:lnTo>
                    <a:lnTo>
                      <a:pt x="206" y="315"/>
                    </a:lnTo>
                    <a:lnTo>
                      <a:pt x="227" y="315"/>
                    </a:lnTo>
                    <a:lnTo>
                      <a:pt x="227" y="303"/>
                    </a:lnTo>
                    <a:lnTo>
                      <a:pt x="244" y="303"/>
                    </a:lnTo>
                    <a:lnTo>
                      <a:pt x="244" y="279"/>
                    </a:lnTo>
                    <a:lnTo>
                      <a:pt x="227" y="279"/>
                    </a:lnTo>
                    <a:lnTo>
                      <a:pt x="227" y="249"/>
                    </a:lnTo>
                    <a:lnTo>
                      <a:pt x="227" y="249"/>
                    </a:lnTo>
                    <a:lnTo>
                      <a:pt x="244" y="249"/>
                    </a:lnTo>
                    <a:lnTo>
                      <a:pt x="244" y="225"/>
                    </a:lnTo>
                    <a:lnTo>
                      <a:pt x="227" y="225"/>
                    </a:lnTo>
                    <a:lnTo>
                      <a:pt x="227" y="197"/>
                    </a:lnTo>
                    <a:lnTo>
                      <a:pt x="227" y="197"/>
                    </a:lnTo>
                    <a:lnTo>
                      <a:pt x="244" y="197"/>
                    </a:lnTo>
                    <a:lnTo>
                      <a:pt x="244" y="171"/>
                    </a:lnTo>
                    <a:lnTo>
                      <a:pt x="227" y="171"/>
                    </a:lnTo>
                    <a:lnTo>
                      <a:pt x="227" y="142"/>
                    </a:lnTo>
                    <a:lnTo>
                      <a:pt x="227" y="142"/>
                    </a:lnTo>
                    <a:lnTo>
                      <a:pt x="244" y="142"/>
                    </a:lnTo>
                    <a:lnTo>
                      <a:pt x="244" y="119"/>
                    </a:lnTo>
                    <a:lnTo>
                      <a:pt x="227" y="119"/>
                    </a:lnTo>
                    <a:lnTo>
                      <a:pt x="227" y="88"/>
                    </a:lnTo>
                    <a:lnTo>
                      <a:pt x="227" y="88"/>
                    </a:lnTo>
                    <a:lnTo>
                      <a:pt x="244" y="88"/>
                    </a:lnTo>
                    <a:lnTo>
                      <a:pt x="244" y="64"/>
                    </a:lnTo>
                    <a:lnTo>
                      <a:pt x="227" y="64"/>
                    </a:lnTo>
                    <a:lnTo>
                      <a:pt x="227" y="36"/>
                    </a:lnTo>
                    <a:lnTo>
                      <a:pt x="227" y="36"/>
                    </a:lnTo>
                    <a:lnTo>
                      <a:pt x="244" y="36"/>
                    </a:lnTo>
                    <a:lnTo>
                      <a:pt x="244" y="12"/>
                    </a:lnTo>
                    <a:lnTo>
                      <a:pt x="227" y="12"/>
                    </a:lnTo>
                    <a:lnTo>
                      <a:pt x="227" y="0"/>
                    </a:lnTo>
                    <a:lnTo>
                      <a:pt x="206" y="0"/>
                    </a:lnTo>
                    <a:lnTo>
                      <a:pt x="206" y="83"/>
                    </a:lnTo>
                    <a:lnTo>
                      <a:pt x="140" y="83"/>
                    </a:lnTo>
                    <a:lnTo>
                      <a:pt x="140" y="114"/>
                    </a:lnTo>
                    <a:lnTo>
                      <a:pt x="206" y="114"/>
                    </a:lnTo>
                    <a:lnTo>
                      <a:pt x="206" y="114"/>
                    </a:lnTo>
                    <a:lnTo>
                      <a:pt x="206" y="199"/>
                    </a:lnTo>
                    <a:lnTo>
                      <a:pt x="140" y="199"/>
                    </a:lnTo>
                    <a:lnTo>
                      <a:pt x="140" y="230"/>
                    </a:lnTo>
                    <a:close/>
                    <a:moveTo>
                      <a:pt x="52" y="0"/>
                    </a:moveTo>
                    <a:lnTo>
                      <a:pt x="52" y="12"/>
                    </a:lnTo>
                    <a:lnTo>
                      <a:pt x="36" y="12"/>
                    </a:lnTo>
                    <a:lnTo>
                      <a:pt x="36" y="36"/>
                    </a:lnTo>
                    <a:lnTo>
                      <a:pt x="52" y="36"/>
                    </a:lnTo>
                    <a:lnTo>
                      <a:pt x="52" y="64"/>
                    </a:lnTo>
                    <a:lnTo>
                      <a:pt x="52" y="64"/>
                    </a:lnTo>
                    <a:lnTo>
                      <a:pt x="36" y="64"/>
                    </a:lnTo>
                    <a:lnTo>
                      <a:pt x="36" y="88"/>
                    </a:lnTo>
                    <a:lnTo>
                      <a:pt x="52" y="88"/>
                    </a:lnTo>
                    <a:lnTo>
                      <a:pt x="52" y="119"/>
                    </a:lnTo>
                    <a:lnTo>
                      <a:pt x="52" y="119"/>
                    </a:lnTo>
                    <a:lnTo>
                      <a:pt x="36" y="119"/>
                    </a:lnTo>
                    <a:lnTo>
                      <a:pt x="36" y="142"/>
                    </a:lnTo>
                    <a:lnTo>
                      <a:pt x="52" y="142"/>
                    </a:lnTo>
                    <a:lnTo>
                      <a:pt x="52" y="171"/>
                    </a:lnTo>
                    <a:lnTo>
                      <a:pt x="52" y="171"/>
                    </a:lnTo>
                    <a:lnTo>
                      <a:pt x="36" y="171"/>
                    </a:lnTo>
                    <a:lnTo>
                      <a:pt x="36" y="197"/>
                    </a:lnTo>
                    <a:lnTo>
                      <a:pt x="52" y="197"/>
                    </a:lnTo>
                    <a:lnTo>
                      <a:pt x="52" y="225"/>
                    </a:lnTo>
                    <a:lnTo>
                      <a:pt x="52" y="225"/>
                    </a:lnTo>
                    <a:lnTo>
                      <a:pt x="36" y="225"/>
                    </a:lnTo>
                    <a:lnTo>
                      <a:pt x="36" y="249"/>
                    </a:lnTo>
                    <a:lnTo>
                      <a:pt x="52" y="249"/>
                    </a:lnTo>
                    <a:lnTo>
                      <a:pt x="52" y="279"/>
                    </a:lnTo>
                    <a:lnTo>
                      <a:pt x="52" y="279"/>
                    </a:lnTo>
                    <a:lnTo>
                      <a:pt x="36" y="279"/>
                    </a:lnTo>
                    <a:lnTo>
                      <a:pt x="36" y="303"/>
                    </a:lnTo>
                    <a:lnTo>
                      <a:pt x="52" y="303"/>
                    </a:lnTo>
                    <a:lnTo>
                      <a:pt x="52" y="315"/>
                    </a:lnTo>
                    <a:lnTo>
                      <a:pt x="74" y="315"/>
                    </a:lnTo>
                    <a:lnTo>
                      <a:pt x="74" y="230"/>
                    </a:lnTo>
                    <a:lnTo>
                      <a:pt x="140" y="230"/>
                    </a:lnTo>
                    <a:lnTo>
                      <a:pt x="140" y="199"/>
                    </a:lnTo>
                    <a:lnTo>
                      <a:pt x="74" y="199"/>
                    </a:lnTo>
                    <a:lnTo>
                      <a:pt x="74" y="114"/>
                    </a:lnTo>
                    <a:lnTo>
                      <a:pt x="140" y="114"/>
                    </a:lnTo>
                    <a:lnTo>
                      <a:pt x="140" y="83"/>
                    </a:lnTo>
                    <a:lnTo>
                      <a:pt x="74" y="83"/>
                    </a:lnTo>
                    <a:lnTo>
                      <a:pt x="74" y="0"/>
                    </a:lnTo>
                    <a:lnTo>
                      <a:pt x="52" y="0"/>
                    </a:lnTo>
                    <a:close/>
                    <a:moveTo>
                      <a:pt x="36" y="12"/>
                    </a:moveTo>
                    <a:lnTo>
                      <a:pt x="21" y="12"/>
                    </a:lnTo>
                    <a:lnTo>
                      <a:pt x="21" y="0"/>
                    </a:lnTo>
                    <a:lnTo>
                      <a:pt x="0" y="0"/>
                    </a:lnTo>
                    <a:lnTo>
                      <a:pt x="0" y="315"/>
                    </a:lnTo>
                    <a:lnTo>
                      <a:pt x="21" y="315"/>
                    </a:lnTo>
                    <a:lnTo>
                      <a:pt x="21" y="303"/>
                    </a:lnTo>
                    <a:lnTo>
                      <a:pt x="36" y="303"/>
                    </a:lnTo>
                    <a:lnTo>
                      <a:pt x="36" y="279"/>
                    </a:lnTo>
                    <a:lnTo>
                      <a:pt x="21" y="279"/>
                    </a:lnTo>
                    <a:lnTo>
                      <a:pt x="21" y="249"/>
                    </a:lnTo>
                    <a:lnTo>
                      <a:pt x="36" y="249"/>
                    </a:lnTo>
                    <a:lnTo>
                      <a:pt x="36" y="225"/>
                    </a:lnTo>
                    <a:lnTo>
                      <a:pt x="21" y="225"/>
                    </a:lnTo>
                    <a:lnTo>
                      <a:pt x="21" y="197"/>
                    </a:lnTo>
                    <a:lnTo>
                      <a:pt x="36" y="197"/>
                    </a:lnTo>
                    <a:lnTo>
                      <a:pt x="36" y="171"/>
                    </a:lnTo>
                    <a:lnTo>
                      <a:pt x="21" y="171"/>
                    </a:lnTo>
                    <a:lnTo>
                      <a:pt x="21" y="142"/>
                    </a:lnTo>
                    <a:lnTo>
                      <a:pt x="36" y="142"/>
                    </a:lnTo>
                    <a:lnTo>
                      <a:pt x="36" y="119"/>
                    </a:lnTo>
                    <a:lnTo>
                      <a:pt x="21" y="119"/>
                    </a:lnTo>
                    <a:lnTo>
                      <a:pt x="21" y="88"/>
                    </a:lnTo>
                    <a:lnTo>
                      <a:pt x="36" y="88"/>
                    </a:lnTo>
                    <a:lnTo>
                      <a:pt x="36" y="64"/>
                    </a:lnTo>
                    <a:lnTo>
                      <a:pt x="21" y="64"/>
                    </a:lnTo>
                    <a:lnTo>
                      <a:pt x="21" y="36"/>
                    </a:lnTo>
                    <a:lnTo>
                      <a:pt x="36" y="36"/>
                    </a:lnTo>
                    <a:lnTo>
                      <a:pt x="36"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86" name="Freeform 115"/>
              <p:cNvSpPr>
                <a:spLocks/>
              </p:cNvSpPr>
              <p:nvPr/>
            </p:nvSpPr>
            <p:spPr bwMode="auto">
              <a:xfrm>
                <a:off x="-968375" y="8429625"/>
                <a:ext cx="101600" cy="127000"/>
              </a:xfrm>
              <a:custGeom>
                <a:avLst/>
                <a:gdLst>
                  <a:gd name="T0" fmla="*/ 64 w 64"/>
                  <a:gd name="T1" fmla="*/ 0 h 80"/>
                  <a:gd name="T2" fmla="*/ 0 w 64"/>
                  <a:gd name="T3" fmla="*/ 0 h 80"/>
                  <a:gd name="T4" fmla="*/ 0 w 64"/>
                  <a:gd name="T5" fmla="*/ 28 h 80"/>
                  <a:gd name="T6" fmla="*/ 64 w 64"/>
                  <a:gd name="T7" fmla="*/ 80 h 80"/>
                  <a:gd name="T8" fmla="*/ 64 w 64"/>
                  <a:gd name="T9" fmla="*/ 0 h 80"/>
                </a:gdLst>
                <a:ahLst/>
                <a:cxnLst>
                  <a:cxn ang="0">
                    <a:pos x="T0" y="T1"/>
                  </a:cxn>
                  <a:cxn ang="0">
                    <a:pos x="T2" y="T3"/>
                  </a:cxn>
                  <a:cxn ang="0">
                    <a:pos x="T4" y="T5"/>
                  </a:cxn>
                  <a:cxn ang="0">
                    <a:pos x="T6" y="T7"/>
                  </a:cxn>
                  <a:cxn ang="0">
                    <a:pos x="T8" y="T9"/>
                  </a:cxn>
                </a:cxnLst>
                <a:rect l="0" t="0" r="r" b="b"/>
                <a:pathLst>
                  <a:path w="64" h="80">
                    <a:moveTo>
                      <a:pt x="64" y="0"/>
                    </a:moveTo>
                    <a:lnTo>
                      <a:pt x="0" y="0"/>
                    </a:lnTo>
                    <a:lnTo>
                      <a:pt x="0" y="28"/>
                    </a:lnTo>
                    <a:lnTo>
                      <a:pt x="64" y="80"/>
                    </a:lnTo>
                    <a:lnTo>
                      <a:pt x="6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87" name="Freeform 116"/>
              <p:cNvSpPr>
                <a:spLocks/>
              </p:cNvSpPr>
              <p:nvPr/>
            </p:nvSpPr>
            <p:spPr bwMode="auto">
              <a:xfrm>
                <a:off x="-1282700" y="8537575"/>
                <a:ext cx="415925" cy="406400"/>
              </a:xfrm>
              <a:custGeom>
                <a:avLst/>
                <a:gdLst>
                  <a:gd name="T0" fmla="*/ 262 w 262"/>
                  <a:gd name="T1" fmla="*/ 135 h 256"/>
                  <a:gd name="T2" fmla="*/ 262 w 262"/>
                  <a:gd name="T3" fmla="*/ 107 h 256"/>
                  <a:gd name="T4" fmla="*/ 198 w 262"/>
                  <a:gd name="T5" fmla="*/ 55 h 256"/>
                  <a:gd name="T6" fmla="*/ 130 w 262"/>
                  <a:gd name="T7" fmla="*/ 0 h 256"/>
                  <a:gd name="T8" fmla="*/ 0 w 262"/>
                  <a:gd name="T9" fmla="*/ 107 h 256"/>
                  <a:gd name="T10" fmla="*/ 0 w 262"/>
                  <a:gd name="T11" fmla="*/ 256 h 256"/>
                  <a:gd name="T12" fmla="*/ 83 w 262"/>
                  <a:gd name="T13" fmla="*/ 256 h 256"/>
                  <a:gd name="T14" fmla="*/ 83 w 262"/>
                  <a:gd name="T15" fmla="*/ 109 h 256"/>
                  <a:gd name="T16" fmla="*/ 180 w 262"/>
                  <a:gd name="T17" fmla="*/ 109 h 256"/>
                  <a:gd name="T18" fmla="*/ 180 w 262"/>
                  <a:gd name="T19" fmla="*/ 256 h 256"/>
                  <a:gd name="T20" fmla="*/ 262 w 262"/>
                  <a:gd name="T21" fmla="*/ 256 h 256"/>
                  <a:gd name="T22" fmla="*/ 262 w 262"/>
                  <a:gd name="T23" fmla="*/ 135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2" h="256">
                    <a:moveTo>
                      <a:pt x="262" y="135"/>
                    </a:moveTo>
                    <a:lnTo>
                      <a:pt x="262" y="107"/>
                    </a:lnTo>
                    <a:lnTo>
                      <a:pt x="198" y="55"/>
                    </a:lnTo>
                    <a:lnTo>
                      <a:pt x="130" y="0"/>
                    </a:lnTo>
                    <a:lnTo>
                      <a:pt x="0" y="107"/>
                    </a:lnTo>
                    <a:lnTo>
                      <a:pt x="0" y="256"/>
                    </a:lnTo>
                    <a:lnTo>
                      <a:pt x="83" y="256"/>
                    </a:lnTo>
                    <a:lnTo>
                      <a:pt x="83" y="109"/>
                    </a:lnTo>
                    <a:lnTo>
                      <a:pt x="180" y="109"/>
                    </a:lnTo>
                    <a:lnTo>
                      <a:pt x="180" y="256"/>
                    </a:lnTo>
                    <a:lnTo>
                      <a:pt x="262" y="256"/>
                    </a:lnTo>
                    <a:lnTo>
                      <a:pt x="262" y="1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88" name="Freeform 117"/>
              <p:cNvSpPr>
                <a:spLocks/>
              </p:cNvSpPr>
              <p:nvPr/>
            </p:nvSpPr>
            <p:spPr bwMode="auto">
              <a:xfrm>
                <a:off x="-1384300" y="8407400"/>
                <a:ext cx="619125" cy="319088"/>
              </a:xfrm>
              <a:custGeom>
                <a:avLst/>
                <a:gdLst>
                  <a:gd name="T0" fmla="*/ 64 w 390"/>
                  <a:gd name="T1" fmla="*/ 177 h 201"/>
                  <a:gd name="T2" fmla="*/ 194 w 390"/>
                  <a:gd name="T3" fmla="*/ 68 h 201"/>
                  <a:gd name="T4" fmla="*/ 262 w 390"/>
                  <a:gd name="T5" fmla="*/ 123 h 201"/>
                  <a:gd name="T6" fmla="*/ 326 w 390"/>
                  <a:gd name="T7" fmla="*/ 177 h 201"/>
                  <a:gd name="T8" fmla="*/ 357 w 390"/>
                  <a:gd name="T9" fmla="*/ 201 h 201"/>
                  <a:gd name="T10" fmla="*/ 390 w 390"/>
                  <a:gd name="T11" fmla="*/ 158 h 201"/>
                  <a:gd name="T12" fmla="*/ 326 w 390"/>
                  <a:gd name="T13" fmla="*/ 108 h 201"/>
                  <a:gd name="T14" fmla="*/ 262 w 390"/>
                  <a:gd name="T15" fmla="*/ 56 h 201"/>
                  <a:gd name="T16" fmla="*/ 194 w 390"/>
                  <a:gd name="T17" fmla="*/ 0 h 201"/>
                  <a:gd name="T18" fmla="*/ 0 w 390"/>
                  <a:gd name="T19" fmla="*/ 158 h 201"/>
                  <a:gd name="T20" fmla="*/ 33 w 390"/>
                  <a:gd name="T21" fmla="*/ 201 h 201"/>
                  <a:gd name="T22" fmla="*/ 64 w 390"/>
                  <a:gd name="T23" fmla="*/ 177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90" h="201">
                    <a:moveTo>
                      <a:pt x="64" y="177"/>
                    </a:moveTo>
                    <a:lnTo>
                      <a:pt x="194" y="68"/>
                    </a:lnTo>
                    <a:lnTo>
                      <a:pt x="262" y="123"/>
                    </a:lnTo>
                    <a:lnTo>
                      <a:pt x="326" y="177"/>
                    </a:lnTo>
                    <a:lnTo>
                      <a:pt x="357" y="201"/>
                    </a:lnTo>
                    <a:lnTo>
                      <a:pt x="390" y="158"/>
                    </a:lnTo>
                    <a:lnTo>
                      <a:pt x="326" y="108"/>
                    </a:lnTo>
                    <a:lnTo>
                      <a:pt x="262" y="56"/>
                    </a:lnTo>
                    <a:lnTo>
                      <a:pt x="194" y="0"/>
                    </a:lnTo>
                    <a:lnTo>
                      <a:pt x="0" y="158"/>
                    </a:lnTo>
                    <a:lnTo>
                      <a:pt x="33" y="201"/>
                    </a:lnTo>
                    <a:lnTo>
                      <a:pt x="64" y="17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89" name="Freeform 118"/>
              <p:cNvSpPr>
                <a:spLocks/>
              </p:cNvSpPr>
              <p:nvPr/>
            </p:nvSpPr>
            <p:spPr bwMode="auto">
              <a:xfrm>
                <a:off x="-3157538" y="8669338"/>
                <a:ext cx="157163" cy="312738"/>
              </a:xfrm>
              <a:custGeom>
                <a:avLst/>
                <a:gdLst>
                  <a:gd name="T0" fmla="*/ 0 w 99"/>
                  <a:gd name="T1" fmla="*/ 197 h 197"/>
                  <a:gd name="T2" fmla="*/ 99 w 99"/>
                  <a:gd name="T3" fmla="*/ 78 h 197"/>
                  <a:gd name="T4" fmla="*/ 0 w 99"/>
                  <a:gd name="T5" fmla="*/ 0 h 197"/>
                  <a:gd name="T6" fmla="*/ 0 w 99"/>
                  <a:gd name="T7" fmla="*/ 197 h 197"/>
                </a:gdLst>
                <a:ahLst/>
                <a:cxnLst>
                  <a:cxn ang="0">
                    <a:pos x="T0" y="T1"/>
                  </a:cxn>
                  <a:cxn ang="0">
                    <a:pos x="T2" y="T3"/>
                  </a:cxn>
                  <a:cxn ang="0">
                    <a:pos x="T4" y="T5"/>
                  </a:cxn>
                  <a:cxn ang="0">
                    <a:pos x="T6" y="T7"/>
                  </a:cxn>
                </a:cxnLst>
                <a:rect l="0" t="0" r="r" b="b"/>
                <a:pathLst>
                  <a:path w="99" h="197">
                    <a:moveTo>
                      <a:pt x="0" y="197"/>
                    </a:moveTo>
                    <a:lnTo>
                      <a:pt x="99" y="78"/>
                    </a:lnTo>
                    <a:lnTo>
                      <a:pt x="0" y="0"/>
                    </a:lnTo>
                    <a:lnTo>
                      <a:pt x="0" y="19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90" name="Freeform 119"/>
              <p:cNvSpPr>
                <a:spLocks/>
              </p:cNvSpPr>
              <p:nvPr/>
            </p:nvSpPr>
            <p:spPr bwMode="auto">
              <a:xfrm>
                <a:off x="-2781300" y="8669338"/>
                <a:ext cx="157163" cy="312738"/>
              </a:xfrm>
              <a:custGeom>
                <a:avLst/>
                <a:gdLst>
                  <a:gd name="T0" fmla="*/ 99 w 99"/>
                  <a:gd name="T1" fmla="*/ 197 h 197"/>
                  <a:gd name="T2" fmla="*/ 99 w 99"/>
                  <a:gd name="T3" fmla="*/ 0 h 197"/>
                  <a:gd name="T4" fmla="*/ 0 w 99"/>
                  <a:gd name="T5" fmla="*/ 78 h 197"/>
                  <a:gd name="T6" fmla="*/ 99 w 99"/>
                  <a:gd name="T7" fmla="*/ 197 h 197"/>
                </a:gdLst>
                <a:ahLst/>
                <a:cxnLst>
                  <a:cxn ang="0">
                    <a:pos x="T0" y="T1"/>
                  </a:cxn>
                  <a:cxn ang="0">
                    <a:pos x="T2" y="T3"/>
                  </a:cxn>
                  <a:cxn ang="0">
                    <a:pos x="T4" y="T5"/>
                  </a:cxn>
                  <a:cxn ang="0">
                    <a:pos x="T6" y="T7"/>
                  </a:cxn>
                </a:cxnLst>
                <a:rect l="0" t="0" r="r" b="b"/>
                <a:pathLst>
                  <a:path w="99" h="197">
                    <a:moveTo>
                      <a:pt x="99" y="197"/>
                    </a:moveTo>
                    <a:lnTo>
                      <a:pt x="99" y="0"/>
                    </a:lnTo>
                    <a:lnTo>
                      <a:pt x="0" y="78"/>
                    </a:lnTo>
                    <a:lnTo>
                      <a:pt x="99" y="19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91" name="Freeform 120"/>
              <p:cNvSpPr>
                <a:spLocks/>
              </p:cNvSpPr>
              <p:nvPr/>
            </p:nvSpPr>
            <p:spPr bwMode="auto">
              <a:xfrm>
                <a:off x="-2624138" y="8993188"/>
                <a:ext cx="0" cy="3175"/>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92" name="Freeform 121"/>
              <p:cNvSpPr>
                <a:spLocks/>
              </p:cNvSpPr>
              <p:nvPr/>
            </p:nvSpPr>
            <p:spPr bwMode="auto">
              <a:xfrm>
                <a:off x="-3157538" y="8993188"/>
                <a:ext cx="3175" cy="3175"/>
              </a:xfrm>
              <a:custGeom>
                <a:avLst/>
                <a:gdLst>
                  <a:gd name="T0" fmla="*/ 0 w 2"/>
                  <a:gd name="T1" fmla="*/ 2 h 2"/>
                  <a:gd name="T2" fmla="*/ 2 w 2"/>
                  <a:gd name="T3" fmla="*/ 2 h 2"/>
                  <a:gd name="T4" fmla="*/ 0 w 2"/>
                  <a:gd name="T5" fmla="*/ 0 h 2"/>
                  <a:gd name="T6" fmla="*/ 0 w 2"/>
                  <a:gd name="T7" fmla="*/ 2 h 2"/>
                </a:gdLst>
                <a:ahLst/>
                <a:cxnLst>
                  <a:cxn ang="0">
                    <a:pos x="T0" y="T1"/>
                  </a:cxn>
                  <a:cxn ang="0">
                    <a:pos x="T2" y="T3"/>
                  </a:cxn>
                  <a:cxn ang="0">
                    <a:pos x="T4" y="T5"/>
                  </a:cxn>
                  <a:cxn ang="0">
                    <a:pos x="T6" y="T7"/>
                  </a:cxn>
                </a:cxnLst>
                <a:rect l="0" t="0" r="r" b="b"/>
                <a:pathLst>
                  <a:path w="2" h="2">
                    <a:moveTo>
                      <a:pt x="0" y="2"/>
                    </a:moveTo>
                    <a:lnTo>
                      <a:pt x="2" y="2"/>
                    </a:lnTo>
                    <a:lnTo>
                      <a:pt x="0" y="0"/>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93" name="Freeform 122"/>
              <p:cNvSpPr>
                <a:spLocks/>
              </p:cNvSpPr>
              <p:nvPr/>
            </p:nvSpPr>
            <p:spPr bwMode="auto">
              <a:xfrm>
                <a:off x="-3146425" y="8804275"/>
                <a:ext cx="514350" cy="192088"/>
              </a:xfrm>
              <a:custGeom>
                <a:avLst/>
                <a:gdLst>
                  <a:gd name="T0" fmla="*/ 324 w 324"/>
                  <a:gd name="T1" fmla="*/ 121 h 121"/>
                  <a:gd name="T2" fmla="*/ 322 w 324"/>
                  <a:gd name="T3" fmla="*/ 119 h 121"/>
                  <a:gd name="T4" fmla="*/ 222 w 324"/>
                  <a:gd name="T5" fmla="*/ 0 h 121"/>
                  <a:gd name="T6" fmla="*/ 161 w 324"/>
                  <a:gd name="T7" fmla="*/ 50 h 121"/>
                  <a:gd name="T8" fmla="*/ 99 w 324"/>
                  <a:gd name="T9" fmla="*/ 0 h 121"/>
                  <a:gd name="T10" fmla="*/ 0 w 324"/>
                  <a:gd name="T11" fmla="*/ 119 h 121"/>
                  <a:gd name="T12" fmla="*/ 0 w 324"/>
                  <a:gd name="T13" fmla="*/ 121 h 121"/>
                  <a:gd name="T14" fmla="*/ 324 w 324"/>
                  <a:gd name="T15" fmla="*/ 121 h 1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4" h="121">
                    <a:moveTo>
                      <a:pt x="324" y="121"/>
                    </a:moveTo>
                    <a:lnTo>
                      <a:pt x="322" y="119"/>
                    </a:lnTo>
                    <a:lnTo>
                      <a:pt x="222" y="0"/>
                    </a:lnTo>
                    <a:lnTo>
                      <a:pt x="161" y="50"/>
                    </a:lnTo>
                    <a:lnTo>
                      <a:pt x="99" y="0"/>
                    </a:lnTo>
                    <a:lnTo>
                      <a:pt x="0" y="119"/>
                    </a:lnTo>
                    <a:lnTo>
                      <a:pt x="0" y="121"/>
                    </a:lnTo>
                    <a:lnTo>
                      <a:pt x="324" y="1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94" name="Freeform 123"/>
              <p:cNvSpPr>
                <a:spLocks/>
              </p:cNvSpPr>
              <p:nvPr/>
            </p:nvSpPr>
            <p:spPr bwMode="auto">
              <a:xfrm>
                <a:off x="-3146425" y="8658225"/>
                <a:ext cx="511175" cy="206375"/>
              </a:xfrm>
              <a:custGeom>
                <a:avLst/>
                <a:gdLst>
                  <a:gd name="T0" fmla="*/ 97 w 322"/>
                  <a:gd name="T1" fmla="*/ 78 h 130"/>
                  <a:gd name="T2" fmla="*/ 102 w 322"/>
                  <a:gd name="T3" fmla="*/ 81 h 130"/>
                  <a:gd name="T4" fmla="*/ 107 w 322"/>
                  <a:gd name="T5" fmla="*/ 85 h 130"/>
                  <a:gd name="T6" fmla="*/ 161 w 322"/>
                  <a:gd name="T7" fmla="*/ 130 h 130"/>
                  <a:gd name="T8" fmla="*/ 218 w 322"/>
                  <a:gd name="T9" fmla="*/ 85 h 130"/>
                  <a:gd name="T10" fmla="*/ 220 w 322"/>
                  <a:gd name="T11" fmla="*/ 81 h 130"/>
                  <a:gd name="T12" fmla="*/ 225 w 322"/>
                  <a:gd name="T13" fmla="*/ 78 h 130"/>
                  <a:gd name="T14" fmla="*/ 322 w 322"/>
                  <a:gd name="T15" fmla="*/ 0 h 130"/>
                  <a:gd name="T16" fmla="*/ 0 w 322"/>
                  <a:gd name="T17" fmla="*/ 0 h 130"/>
                  <a:gd name="T18" fmla="*/ 97 w 322"/>
                  <a:gd name="T19" fmla="*/ 78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2" h="130">
                    <a:moveTo>
                      <a:pt x="97" y="78"/>
                    </a:moveTo>
                    <a:lnTo>
                      <a:pt x="102" y="81"/>
                    </a:lnTo>
                    <a:lnTo>
                      <a:pt x="107" y="85"/>
                    </a:lnTo>
                    <a:lnTo>
                      <a:pt x="161" y="130"/>
                    </a:lnTo>
                    <a:lnTo>
                      <a:pt x="218" y="85"/>
                    </a:lnTo>
                    <a:lnTo>
                      <a:pt x="220" y="81"/>
                    </a:lnTo>
                    <a:lnTo>
                      <a:pt x="225" y="78"/>
                    </a:lnTo>
                    <a:lnTo>
                      <a:pt x="322" y="0"/>
                    </a:lnTo>
                    <a:lnTo>
                      <a:pt x="0" y="0"/>
                    </a:lnTo>
                    <a:lnTo>
                      <a:pt x="97" y="7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95" name="Freeform 124"/>
              <p:cNvSpPr>
                <a:spLocks/>
              </p:cNvSpPr>
              <p:nvPr/>
            </p:nvSpPr>
            <p:spPr bwMode="auto">
              <a:xfrm>
                <a:off x="-2200275" y="1177925"/>
                <a:ext cx="549275" cy="338138"/>
              </a:xfrm>
              <a:custGeom>
                <a:avLst/>
                <a:gdLst>
                  <a:gd name="T0" fmla="*/ 146 w 146"/>
                  <a:gd name="T1" fmla="*/ 74 h 90"/>
                  <a:gd name="T2" fmla="*/ 130 w 146"/>
                  <a:gd name="T3" fmla="*/ 58 h 90"/>
                  <a:gd name="T4" fmla="*/ 132 w 146"/>
                  <a:gd name="T5" fmla="*/ 45 h 90"/>
                  <a:gd name="T6" fmla="*/ 87 w 146"/>
                  <a:gd name="T7" fmla="*/ 0 h 90"/>
                  <a:gd name="T8" fmla="*/ 43 w 146"/>
                  <a:gd name="T9" fmla="*/ 44 h 90"/>
                  <a:gd name="T10" fmla="*/ 26 w 146"/>
                  <a:gd name="T11" fmla="*/ 38 h 90"/>
                  <a:gd name="T12" fmla="*/ 0 w 146"/>
                  <a:gd name="T13" fmla="*/ 64 h 90"/>
                  <a:gd name="T14" fmla="*/ 26 w 146"/>
                  <a:gd name="T15" fmla="*/ 90 h 90"/>
                  <a:gd name="T16" fmla="*/ 85 w 146"/>
                  <a:gd name="T17" fmla="*/ 90 h 90"/>
                  <a:gd name="T18" fmla="*/ 87 w 146"/>
                  <a:gd name="T19" fmla="*/ 90 h 90"/>
                  <a:gd name="T20" fmla="*/ 130 w 146"/>
                  <a:gd name="T21" fmla="*/ 90 h 90"/>
                  <a:gd name="T22" fmla="*/ 146 w 146"/>
                  <a:gd name="T23" fmla="*/ 74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6" h="90">
                    <a:moveTo>
                      <a:pt x="146" y="74"/>
                    </a:moveTo>
                    <a:cubicBezTo>
                      <a:pt x="146" y="65"/>
                      <a:pt x="139" y="58"/>
                      <a:pt x="130" y="58"/>
                    </a:cubicBezTo>
                    <a:cubicBezTo>
                      <a:pt x="132" y="54"/>
                      <a:pt x="132" y="50"/>
                      <a:pt x="132" y="45"/>
                    </a:cubicBezTo>
                    <a:cubicBezTo>
                      <a:pt x="132" y="20"/>
                      <a:pt x="112" y="0"/>
                      <a:pt x="87" y="0"/>
                    </a:cubicBezTo>
                    <a:cubicBezTo>
                      <a:pt x="63" y="0"/>
                      <a:pt x="43" y="20"/>
                      <a:pt x="43" y="44"/>
                    </a:cubicBezTo>
                    <a:cubicBezTo>
                      <a:pt x="38" y="40"/>
                      <a:pt x="32" y="38"/>
                      <a:pt x="26" y="38"/>
                    </a:cubicBezTo>
                    <a:cubicBezTo>
                      <a:pt x="12" y="38"/>
                      <a:pt x="0" y="50"/>
                      <a:pt x="0" y="64"/>
                    </a:cubicBezTo>
                    <a:cubicBezTo>
                      <a:pt x="0" y="78"/>
                      <a:pt x="12" y="90"/>
                      <a:pt x="26" y="90"/>
                    </a:cubicBezTo>
                    <a:cubicBezTo>
                      <a:pt x="85" y="90"/>
                      <a:pt x="85" y="90"/>
                      <a:pt x="85" y="90"/>
                    </a:cubicBezTo>
                    <a:cubicBezTo>
                      <a:pt x="87" y="90"/>
                      <a:pt x="87" y="90"/>
                      <a:pt x="87" y="90"/>
                    </a:cubicBezTo>
                    <a:cubicBezTo>
                      <a:pt x="130" y="90"/>
                      <a:pt x="130" y="90"/>
                      <a:pt x="130" y="90"/>
                    </a:cubicBezTo>
                    <a:cubicBezTo>
                      <a:pt x="139" y="90"/>
                      <a:pt x="146" y="83"/>
                      <a:pt x="146" y="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96" name="Rectangle 125"/>
              <p:cNvSpPr>
                <a:spLocks noChangeArrowheads="1"/>
              </p:cNvSpPr>
              <p:nvPr/>
            </p:nvSpPr>
            <p:spPr bwMode="auto">
              <a:xfrm>
                <a:off x="-2120900" y="1546225"/>
                <a:ext cx="44450" cy="1063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97" name="Rectangle 126"/>
              <p:cNvSpPr>
                <a:spLocks noChangeArrowheads="1"/>
              </p:cNvSpPr>
              <p:nvPr/>
            </p:nvSpPr>
            <p:spPr bwMode="auto">
              <a:xfrm>
                <a:off x="-2008188" y="1603375"/>
                <a:ext cx="49213" cy="1047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98" name="Rectangle 127"/>
              <p:cNvSpPr>
                <a:spLocks noChangeArrowheads="1"/>
              </p:cNvSpPr>
              <p:nvPr/>
            </p:nvSpPr>
            <p:spPr bwMode="auto">
              <a:xfrm>
                <a:off x="-1892300" y="1546225"/>
                <a:ext cx="46038" cy="1063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99" name="Rectangle 128"/>
              <p:cNvSpPr>
                <a:spLocks noChangeArrowheads="1"/>
              </p:cNvSpPr>
              <p:nvPr/>
            </p:nvSpPr>
            <p:spPr bwMode="auto">
              <a:xfrm>
                <a:off x="-1779588" y="1603375"/>
                <a:ext cx="49213" cy="1047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00" name="Freeform 129"/>
              <p:cNvSpPr>
                <a:spLocks/>
              </p:cNvSpPr>
              <p:nvPr/>
            </p:nvSpPr>
            <p:spPr bwMode="auto">
              <a:xfrm>
                <a:off x="-1843088" y="2755900"/>
                <a:ext cx="469900" cy="387350"/>
              </a:xfrm>
              <a:custGeom>
                <a:avLst/>
                <a:gdLst>
                  <a:gd name="T0" fmla="*/ 241 w 296"/>
                  <a:gd name="T1" fmla="*/ 0 h 244"/>
                  <a:gd name="T2" fmla="*/ 107 w 296"/>
                  <a:gd name="T3" fmla="*/ 137 h 244"/>
                  <a:gd name="T4" fmla="*/ 55 w 296"/>
                  <a:gd name="T5" fmla="*/ 85 h 244"/>
                  <a:gd name="T6" fmla="*/ 0 w 296"/>
                  <a:gd name="T7" fmla="*/ 139 h 244"/>
                  <a:gd name="T8" fmla="*/ 52 w 296"/>
                  <a:gd name="T9" fmla="*/ 189 h 244"/>
                  <a:gd name="T10" fmla="*/ 107 w 296"/>
                  <a:gd name="T11" fmla="*/ 244 h 244"/>
                  <a:gd name="T12" fmla="*/ 159 w 296"/>
                  <a:gd name="T13" fmla="*/ 189 h 244"/>
                  <a:gd name="T14" fmla="*/ 296 w 296"/>
                  <a:gd name="T15" fmla="*/ 54 h 244"/>
                  <a:gd name="T16" fmla="*/ 241 w 296"/>
                  <a:gd name="T17" fmla="*/ 0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6" h="244">
                    <a:moveTo>
                      <a:pt x="241" y="0"/>
                    </a:moveTo>
                    <a:lnTo>
                      <a:pt x="107" y="137"/>
                    </a:lnTo>
                    <a:lnTo>
                      <a:pt x="55" y="85"/>
                    </a:lnTo>
                    <a:lnTo>
                      <a:pt x="0" y="139"/>
                    </a:lnTo>
                    <a:lnTo>
                      <a:pt x="52" y="189"/>
                    </a:lnTo>
                    <a:lnTo>
                      <a:pt x="107" y="244"/>
                    </a:lnTo>
                    <a:lnTo>
                      <a:pt x="159" y="189"/>
                    </a:lnTo>
                    <a:lnTo>
                      <a:pt x="296" y="54"/>
                    </a:lnTo>
                    <a:lnTo>
                      <a:pt x="24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01" name="Freeform 130"/>
              <p:cNvSpPr>
                <a:spLocks/>
              </p:cNvSpPr>
              <p:nvPr/>
            </p:nvSpPr>
            <p:spPr bwMode="auto">
              <a:xfrm>
                <a:off x="-5813425" y="2943225"/>
                <a:ext cx="560388" cy="131763"/>
              </a:xfrm>
              <a:custGeom>
                <a:avLst/>
                <a:gdLst>
                  <a:gd name="T0" fmla="*/ 353 w 353"/>
                  <a:gd name="T1" fmla="*/ 0 h 83"/>
                  <a:gd name="T2" fmla="*/ 322 w 353"/>
                  <a:gd name="T3" fmla="*/ 0 h 83"/>
                  <a:gd name="T4" fmla="*/ 322 w 353"/>
                  <a:gd name="T5" fmla="*/ 52 h 83"/>
                  <a:gd name="T6" fmla="*/ 33 w 353"/>
                  <a:gd name="T7" fmla="*/ 52 h 83"/>
                  <a:gd name="T8" fmla="*/ 33 w 353"/>
                  <a:gd name="T9" fmla="*/ 0 h 83"/>
                  <a:gd name="T10" fmla="*/ 0 w 353"/>
                  <a:gd name="T11" fmla="*/ 0 h 83"/>
                  <a:gd name="T12" fmla="*/ 0 w 353"/>
                  <a:gd name="T13" fmla="*/ 83 h 83"/>
                  <a:gd name="T14" fmla="*/ 353 w 353"/>
                  <a:gd name="T15" fmla="*/ 83 h 83"/>
                  <a:gd name="T16" fmla="*/ 353 w 353"/>
                  <a:gd name="T17"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3" h="83">
                    <a:moveTo>
                      <a:pt x="353" y="0"/>
                    </a:moveTo>
                    <a:lnTo>
                      <a:pt x="322" y="0"/>
                    </a:lnTo>
                    <a:lnTo>
                      <a:pt x="322" y="52"/>
                    </a:lnTo>
                    <a:lnTo>
                      <a:pt x="33" y="52"/>
                    </a:lnTo>
                    <a:lnTo>
                      <a:pt x="33" y="0"/>
                    </a:lnTo>
                    <a:lnTo>
                      <a:pt x="0" y="0"/>
                    </a:lnTo>
                    <a:lnTo>
                      <a:pt x="0" y="83"/>
                    </a:lnTo>
                    <a:lnTo>
                      <a:pt x="353" y="83"/>
                    </a:lnTo>
                    <a:lnTo>
                      <a:pt x="35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02" name="Freeform 131"/>
              <p:cNvSpPr>
                <a:spLocks/>
              </p:cNvSpPr>
              <p:nvPr/>
            </p:nvSpPr>
            <p:spPr bwMode="auto">
              <a:xfrm>
                <a:off x="-5734050" y="2544762"/>
                <a:ext cx="412750" cy="439738"/>
              </a:xfrm>
              <a:custGeom>
                <a:avLst/>
                <a:gdLst>
                  <a:gd name="T0" fmla="*/ 45 w 260"/>
                  <a:gd name="T1" fmla="*/ 116 h 277"/>
                  <a:gd name="T2" fmla="*/ 0 w 260"/>
                  <a:gd name="T3" fmla="*/ 116 h 277"/>
                  <a:gd name="T4" fmla="*/ 130 w 260"/>
                  <a:gd name="T5" fmla="*/ 277 h 277"/>
                  <a:gd name="T6" fmla="*/ 260 w 260"/>
                  <a:gd name="T7" fmla="*/ 116 h 277"/>
                  <a:gd name="T8" fmla="*/ 215 w 260"/>
                  <a:gd name="T9" fmla="*/ 116 h 277"/>
                  <a:gd name="T10" fmla="*/ 215 w 260"/>
                  <a:gd name="T11" fmla="*/ 0 h 277"/>
                  <a:gd name="T12" fmla="*/ 45 w 260"/>
                  <a:gd name="T13" fmla="*/ 0 h 277"/>
                  <a:gd name="T14" fmla="*/ 45 w 260"/>
                  <a:gd name="T15" fmla="*/ 116 h 2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0" h="277">
                    <a:moveTo>
                      <a:pt x="45" y="116"/>
                    </a:moveTo>
                    <a:lnTo>
                      <a:pt x="0" y="116"/>
                    </a:lnTo>
                    <a:lnTo>
                      <a:pt x="130" y="277"/>
                    </a:lnTo>
                    <a:lnTo>
                      <a:pt x="260" y="116"/>
                    </a:lnTo>
                    <a:lnTo>
                      <a:pt x="215" y="116"/>
                    </a:lnTo>
                    <a:lnTo>
                      <a:pt x="215" y="0"/>
                    </a:lnTo>
                    <a:lnTo>
                      <a:pt x="45" y="0"/>
                    </a:lnTo>
                    <a:lnTo>
                      <a:pt x="45" y="1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03" name="Freeform 132"/>
              <p:cNvSpPr>
                <a:spLocks noEditPoints="1"/>
              </p:cNvSpPr>
              <p:nvPr/>
            </p:nvSpPr>
            <p:spPr bwMode="auto">
              <a:xfrm>
                <a:off x="-3600450" y="4483100"/>
                <a:ext cx="566738" cy="566738"/>
              </a:xfrm>
              <a:custGeom>
                <a:avLst/>
                <a:gdLst>
                  <a:gd name="T0" fmla="*/ 76 w 151"/>
                  <a:gd name="T1" fmla="*/ 151 h 151"/>
                  <a:gd name="T2" fmla="*/ 151 w 151"/>
                  <a:gd name="T3" fmla="*/ 75 h 151"/>
                  <a:gd name="T4" fmla="*/ 76 w 151"/>
                  <a:gd name="T5" fmla="*/ 0 h 151"/>
                  <a:gd name="T6" fmla="*/ 76 w 151"/>
                  <a:gd name="T7" fmla="*/ 8 h 151"/>
                  <a:gd name="T8" fmla="*/ 82 w 151"/>
                  <a:gd name="T9" fmla="*/ 8 h 151"/>
                  <a:gd name="T10" fmla="*/ 82 w 151"/>
                  <a:gd name="T11" fmla="*/ 75 h 151"/>
                  <a:gd name="T12" fmla="*/ 76 w 151"/>
                  <a:gd name="T13" fmla="*/ 75 h 151"/>
                  <a:gd name="T14" fmla="*/ 76 w 151"/>
                  <a:gd name="T15" fmla="*/ 123 h 151"/>
                  <a:gd name="T16" fmla="*/ 124 w 151"/>
                  <a:gd name="T17" fmla="*/ 75 h 151"/>
                  <a:gd name="T18" fmla="*/ 98 w 151"/>
                  <a:gd name="T19" fmla="*/ 32 h 151"/>
                  <a:gd name="T20" fmla="*/ 103 w 151"/>
                  <a:gd name="T21" fmla="*/ 21 h 151"/>
                  <a:gd name="T22" fmla="*/ 136 w 151"/>
                  <a:gd name="T23" fmla="*/ 75 h 151"/>
                  <a:gd name="T24" fmla="*/ 76 w 151"/>
                  <a:gd name="T25" fmla="*/ 135 h 151"/>
                  <a:gd name="T26" fmla="*/ 76 w 151"/>
                  <a:gd name="T27" fmla="*/ 151 h 151"/>
                  <a:gd name="T28" fmla="*/ 76 w 151"/>
                  <a:gd name="T29" fmla="*/ 135 h 151"/>
                  <a:gd name="T30" fmla="*/ 76 w 151"/>
                  <a:gd name="T31" fmla="*/ 135 h 151"/>
                  <a:gd name="T32" fmla="*/ 76 w 151"/>
                  <a:gd name="T33" fmla="*/ 0 h 151"/>
                  <a:gd name="T34" fmla="*/ 0 w 151"/>
                  <a:gd name="T35" fmla="*/ 75 h 151"/>
                  <a:gd name="T36" fmla="*/ 76 w 151"/>
                  <a:gd name="T37" fmla="*/ 151 h 151"/>
                  <a:gd name="T38" fmla="*/ 76 w 151"/>
                  <a:gd name="T39" fmla="*/ 135 h 151"/>
                  <a:gd name="T40" fmla="*/ 76 w 151"/>
                  <a:gd name="T41" fmla="*/ 135 h 151"/>
                  <a:gd name="T42" fmla="*/ 15 w 151"/>
                  <a:gd name="T43" fmla="*/ 75 h 151"/>
                  <a:gd name="T44" fmla="*/ 49 w 151"/>
                  <a:gd name="T45" fmla="*/ 21 h 151"/>
                  <a:gd name="T46" fmla="*/ 54 w 151"/>
                  <a:gd name="T47" fmla="*/ 32 h 151"/>
                  <a:gd name="T48" fmla="*/ 28 w 151"/>
                  <a:gd name="T49" fmla="*/ 75 h 151"/>
                  <a:gd name="T50" fmla="*/ 76 w 151"/>
                  <a:gd name="T51" fmla="*/ 123 h 151"/>
                  <a:gd name="T52" fmla="*/ 76 w 151"/>
                  <a:gd name="T53" fmla="*/ 75 h 151"/>
                  <a:gd name="T54" fmla="*/ 70 w 151"/>
                  <a:gd name="T55" fmla="*/ 75 h 151"/>
                  <a:gd name="T56" fmla="*/ 70 w 151"/>
                  <a:gd name="T57" fmla="*/ 8 h 151"/>
                  <a:gd name="T58" fmla="*/ 70 w 151"/>
                  <a:gd name="T59" fmla="*/ 8 h 151"/>
                  <a:gd name="T60" fmla="*/ 76 w 151"/>
                  <a:gd name="T61" fmla="*/ 8 h 151"/>
                  <a:gd name="T62" fmla="*/ 76 w 151"/>
                  <a:gd name="T63" fmla="*/ 0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1" h="151">
                    <a:moveTo>
                      <a:pt x="76" y="151"/>
                    </a:moveTo>
                    <a:cubicBezTo>
                      <a:pt x="118" y="151"/>
                      <a:pt x="151" y="117"/>
                      <a:pt x="151" y="75"/>
                    </a:cubicBezTo>
                    <a:cubicBezTo>
                      <a:pt x="151" y="33"/>
                      <a:pt x="118" y="0"/>
                      <a:pt x="76" y="0"/>
                    </a:cubicBezTo>
                    <a:cubicBezTo>
                      <a:pt x="76" y="8"/>
                      <a:pt x="76" y="8"/>
                      <a:pt x="76" y="8"/>
                    </a:cubicBezTo>
                    <a:cubicBezTo>
                      <a:pt x="82" y="8"/>
                      <a:pt x="82" y="8"/>
                      <a:pt x="82" y="8"/>
                    </a:cubicBezTo>
                    <a:cubicBezTo>
                      <a:pt x="82" y="75"/>
                      <a:pt x="82" y="75"/>
                      <a:pt x="82" y="75"/>
                    </a:cubicBezTo>
                    <a:cubicBezTo>
                      <a:pt x="76" y="75"/>
                      <a:pt x="76" y="75"/>
                      <a:pt x="76" y="75"/>
                    </a:cubicBezTo>
                    <a:cubicBezTo>
                      <a:pt x="76" y="123"/>
                      <a:pt x="76" y="123"/>
                      <a:pt x="76" y="123"/>
                    </a:cubicBezTo>
                    <a:cubicBezTo>
                      <a:pt x="102" y="123"/>
                      <a:pt x="124" y="101"/>
                      <a:pt x="124" y="75"/>
                    </a:cubicBezTo>
                    <a:cubicBezTo>
                      <a:pt x="124" y="57"/>
                      <a:pt x="114" y="41"/>
                      <a:pt x="98" y="32"/>
                    </a:cubicBezTo>
                    <a:cubicBezTo>
                      <a:pt x="103" y="21"/>
                      <a:pt x="103" y="21"/>
                      <a:pt x="103" y="21"/>
                    </a:cubicBezTo>
                    <a:cubicBezTo>
                      <a:pt x="124" y="32"/>
                      <a:pt x="136" y="52"/>
                      <a:pt x="136" y="75"/>
                    </a:cubicBezTo>
                    <a:cubicBezTo>
                      <a:pt x="136" y="108"/>
                      <a:pt x="109" y="135"/>
                      <a:pt x="76" y="135"/>
                    </a:cubicBezTo>
                    <a:cubicBezTo>
                      <a:pt x="76" y="151"/>
                      <a:pt x="76" y="151"/>
                      <a:pt x="76" y="151"/>
                    </a:cubicBezTo>
                    <a:close/>
                    <a:moveTo>
                      <a:pt x="76" y="135"/>
                    </a:moveTo>
                    <a:cubicBezTo>
                      <a:pt x="76" y="135"/>
                      <a:pt x="76" y="135"/>
                      <a:pt x="76" y="135"/>
                    </a:cubicBezTo>
                    <a:moveTo>
                      <a:pt x="76" y="0"/>
                    </a:moveTo>
                    <a:cubicBezTo>
                      <a:pt x="34" y="0"/>
                      <a:pt x="0" y="33"/>
                      <a:pt x="0" y="75"/>
                    </a:cubicBezTo>
                    <a:cubicBezTo>
                      <a:pt x="0" y="117"/>
                      <a:pt x="34" y="151"/>
                      <a:pt x="76" y="151"/>
                    </a:cubicBezTo>
                    <a:cubicBezTo>
                      <a:pt x="76" y="135"/>
                      <a:pt x="76" y="135"/>
                      <a:pt x="76" y="135"/>
                    </a:cubicBezTo>
                    <a:cubicBezTo>
                      <a:pt x="76" y="135"/>
                      <a:pt x="76" y="135"/>
                      <a:pt x="76" y="135"/>
                    </a:cubicBezTo>
                    <a:cubicBezTo>
                      <a:pt x="43" y="135"/>
                      <a:pt x="15" y="108"/>
                      <a:pt x="15" y="75"/>
                    </a:cubicBezTo>
                    <a:cubicBezTo>
                      <a:pt x="15" y="52"/>
                      <a:pt x="28" y="32"/>
                      <a:pt x="49" y="21"/>
                    </a:cubicBezTo>
                    <a:cubicBezTo>
                      <a:pt x="54" y="32"/>
                      <a:pt x="54" y="32"/>
                      <a:pt x="54" y="32"/>
                    </a:cubicBezTo>
                    <a:cubicBezTo>
                      <a:pt x="38" y="41"/>
                      <a:pt x="28" y="57"/>
                      <a:pt x="28" y="75"/>
                    </a:cubicBezTo>
                    <a:cubicBezTo>
                      <a:pt x="28" y="101"/>
                      <a:pt x="49" y="123"/>
                      <a:pt x="76" y="123"/>
                    </a:cubicBezTo>
                    <a:cubicBezTo>
                      <a:pt x="76" y="75"/>
                      <a:pt x="76" y="75"/>
                      <a:pt x="76" y="75"/>
                    </a:cubicBezTo>
                    <a:cubicBezTo>
                      <a:pt x="70" y="75"/>
                      <a:pt x="70" y="75"/>
                      <a:pt x="70" y="75"/>
                    </a:cubicBezTo>
                    <a:cubicBezTo>
                      <a:pt x="70" y="8"/>
                      <a:pt x="70" y="8"/>
                      <a:pt x="70" y="8"/>
                    </a:cubicBezTo>
                    <a:cubicBezTo>
                      <a:pt x="70" y="8"/>
                      <a:pt x="70" y="8"/>
                      <a:pt x="70" y="8"/>
                    </a:cubicBezTo>
                    <a:cubicBezTo>
                      <a:pt x="76" y="8"/>
                      <a:pt x="76" y="8"/>
                      <a:pt x="76" y="8"/>
                    </a:cubicBezTo>
                    <a:lnTo>
                      <a:pt x="7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04" name="Oval 133"/>
              <p:cNvSpPr>
                <a:spLocks noChangeArrowheads="1"/>
              </p:cNvSpPr>
              <p:nvPr/>
            </p:nvSpPr>
            <p:spPr bwMode="auto">
              <a:xfrm>
                <a:off x="-3303588" y="7318375"/>
                <a:ext cx="165100" cy="1651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05" name="Freeform 134"/>
              <p:cNvSpPr>
                <a:spLocks noEditPoints="1"/>
              </p:cNvSpPr>
              <p:nvPr/>
            </p:nvSpPr>
            <p:spPr bwMode="auto">
              <a:xfrm>
                <a:off x="-3379788" y="7239000"/>
                <a:ext cx="312738" cy="458788"/>
              </a:xfrm>
              <a:custGeom>
                <a:avLst/>
                <a:gdLst>
                  <a:gd name="T0" fmla="*/ 83 w 83"/>
                  <a:gd name="T1" fmla="*/ 0 h 122"/>
                  <a:gd name="T2" fmla="*/ 42 w 83"/>
                  <a:gd name="T3" fmla="*/ 0 h 122"/>
                  <a:gd name="T4" fmla="*/ 42 w 83"/>
                  <a:gd name="T5" fmla="*/ 10 h 122"/>
                  <a:gd name="T6" fmla="*/ 42 w 83"/>
                  <a:gd name="T7" fmla="*/ 10 h 122"/>
                  <a:gd name="T8" fmla="*/ 74 w 83"/>
                  <a:gd name="T9" fmla="*/ 43 h 122"/>
                  <a:gd name="T10" fmla="*/ 42 w 83"/>
                  <a:gd name="T11" fmla="*/ 75 h 122"/>
                  <a:gd name="T12" fmla="*/ 42 w 83"/>
                  <a:gd name="T13" fmla="*/ 75 h 122"/>
                  <a:gd name="T14" fmla="*/ 42 w 83"/>
                  <a:gd name="T15" fmla="*/ 75 h 122"/>
                  <a:gd name="T16" fmla="*/ 42 w 83"/>
                  <a:gd name="T17" fmla="*/ 89 h 122"/>
                  <a:gd name="T18" fmla="*/ 42 w 83"/>
                  <a:gd name="T19" fmla="*/ 89 h 122"/>
                  <a:gd name="T20" fmla="*/ 53 w 83"/>
                  <a:gd name="T21" fmla="*/ 100 h 122"/>
                  <a:gd name="T22" fmla="*/ 42 w 83"/>
                  <a:gd name="T23" fmla="*/ 111 h 122"/>
                  <a:gd name="T24" fmla="*/ 42 w 83"/>
                  <a:gd name="T25" fmla="*/ 111 h 122"/>
                  <a:gd name="T26" fmla="*/ 42 w 83"/>
                  <a:gd name="T27" fmla="*/ 111 h 122"/>
                  <a:gd name="T28" fmla="*/ 42 w 83"/>
                  <a:gd name="T29" fmla="*/ 122 h 122"/>
                  <a:gd name="T30" fmla="*/ 83 w 83"/>
                  <a:gd name="T31" fmla="*/ 122 h 122"/>
                  <a:gd name="T32" fmla="*/ 83 w 83"/>
                  <a:gd name="T33" fmla="*/ 0 h 122"/>
                  <a:gd name="T34" fmla="*/ 42 w 83"/>
                  <a:gd name="T35" fmla="*/ 0 h 122"/>
                  <a:gd name="T36" fmla="*/ 0 w 83"/>
                  <a:gd name="T37" fmla="*/ 0 h 122"/>
                  <a:gd name="T38" fmla="*/ 0 w 83"/>
                  <a:gd name="T39" fmla="*/ 122 h 122"/>
                  <a:gd name="T40" fmla="*/ 42 w 83"/>
                  <a:gd name="T41" fmla="*/ 122 h 122"/>
                  <a:gd name="T42" fmla="*/ 42 w 83"/>
                  <a:gd name="T43" fmla="*/ 111 h 122"/>
                  <a:gd name="T44" fmla="*/ 31 w 83"/>
                  <a:gd name="T45" fmla="*/ 100 h 122"/>
                  <a:gd name="T46" fmla="*/ 42 w 83"/>
                  <a:gd name="T47" fmla="*/ 89 h 122"/>
                  <a:gd name="T48" fmla="*/ 42 w 83"/>
                  <a:gd name="T49" fmla="*/ 75 h 122"/>
                  <a:gd name="T50" fmla="*/ 10 w 83"/>
                  <a:gd name="T51" fmla="*/ 43 h 122"/>
                  <a:gd name="T52" fmla="*/ 42 w 83"/>
                  <a:gd name="T53" fmla="*/ 10 h 122"/>
                  <a:gd name="T54" fmla="*/ 42 w 83"/>
                  <a:gd name="T55" fmla="*/ 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3" h="122">
                    <a:moveTo>
                      <a:pt x="83" y="0"/>
                    </a:moveTo>
                    <a:cubicBezTo>
                      <a:pt x="42" y="0"/>
                      <a:pt x="42" y="0"/>
                      <a:pt x="42" y="0"/>
                    </a:cubicBezTo>
                    <a:cubicBezTo>
                      <a:pt x="42" y="10"/>
                      <a:pt x="42" y="10"/>
                      <a:pt x="42" y="10"/>
                    </a:cubicBezTo>
                    <a:cubicBezTo>
                      <a:pt x="42" y="10"/>
                      <a:pt x="42" y="10"/>
                      <a:pt x="42" y="10"/>
                    </a:cubicBezTo>
                    <a:cubicBezTo>
                      <a:pt x="60" y="10"/>
                      <a:pt x="74" y="25"/>
                      <a:pt x="74" y="43"/>
                    </a:cubicBezTo>
                    <a:cubicBezTo>
                      <a:pt x="74" y="60"/>
                      <a:pt x="60" y="75"/>
                      <a:pt x="42" y="75"/>
                    </a:cubicBezTo>
                    <a:cubicBezTo>
                      <a:pt x="42" y="75"/>
                      <a:pt x="42" y="75"/>
                      <a:pt x="42" y="75"/>
                    </a:cubicBezTo>
                    <a:cubicBezTo>
                      <a:pt x="42" y="75"/>
                      <a:pt x="42" y="75"/>
                      <a:pt x="42" y="75"/>
                    </a:cubicBezTo>
                    <a:cubicBezTo>
                      <a:pt x="42" y="89"/>
                      <a:pt x="42" y="89"/>
                      <a:pt x="42" y="89"/>
                    </a:cubicBezTo>
                    <a:cubicBezTo>
                      <a:pt x="42" y="89"/>
                      <a:pt x="42" y="89"/>
                      <a:pt x="42" y="89"/>
                    </a:cubicBezTo>
                    <a:cubicBezTo>
                      <a:pt x="48" y="89"/>
                      <a:pt x="53" y="94"/>
                      <a:pt x="53" y="100"/>
                    </a:cubicBezTo>
                    <a:cubicBezTo>
                      <a:pt x="53" y="106"/>
                      <a:pt x="48" y="111"/>
                      <a:pt x="42" y="111"/>
                    </a:cubicBezTo>
                    <a:cubicBezTo>
                      <a:pt x="42" y="111"/>
                      <a:pt x="42" y="111"/>
                      <a:pt x="42" y="111"/>
                    </a:cubicBezTo>
                    <a:cubicBezTo>
                      <a:pt x="42" y="111"/>
                      <a:pt x="42" y="111"/>
                      <a:pt x="42" y="111"/>
                    </a:cubicBezTo>
                    <a:cubicBezTo>
                      <a:pt x="42" y="122"/>
                      <a:pt x="42" y="122"/>
                      <a:pt x="42" y="122"/>
                    </a:cubicBezTo>
                    <a:cubicBezTo>
                      <a:pt x="83" y="122"/>
                      <a:pt x="83" y="122"/>
                      <a:pt x="83" y="122"/>
                    </a:cubicBezTo>
                    <a:lnTo>
                      <a:pt x="83" y="0"/>
                    </a:lnTo>
                    <a:close/>
                    <a:moveTo>
                      <a:pt x="42" y="0"/>
                    </a:moveTo>
                    <a:cubicBezTo>
                      <a:pt x="0" y="0"/>
                      <a:pt x="0" y="0"/>
                      <a:pt x="0" y="0"/>
                    </a:cubicBezTo>
                    <a:cubicBezTo>
                      <a:pt x="0" y="122"/>
                      <a:pt x="0" y="122"/>
                      <a:pt x="0" y="122"/>
                    </a:cubicBezTo>
                    <a:cubicBezTo>
                      <a:pt x="42" y="122"/>
                      <a:pt x="42" y="122"/>
                      <a:pt x="42" y="122"/>
                    </a:cubicBezTo>
                    <a:cubicBezTo>
                      <a:pt x="42" y="111"/>
                      <a:pt x="42" y="111"/>
                      <a:pt x="42" y="111"/>
                    </a:cubicBezTo>
                    <a:cubicBezTo>
                      <a:pt x="36" y="111"/>
                      <a:pt x="31" y="106"/>
                      <a:pt x="31" y="100"/>
                    </a:cubicBezTo>
                    <a:cubicBezTo>
                      <a:pt x="31" y="94"/>
                      <a:pt x="36" y="89"/>
                      <a:pt x="42" y="89"/>
                    </a:cubicBezTo>
                    <a:cubicBezTo>
                      <a:pt x="42" y="75"/>
                      <a:pt x="42" y="75"/>
                      <a:pt x="42" y="75"/>
                    </a:cubicBezTo>
                    <a:cubicBezTo>
                      <a:pt x="24" y="75"/>
                      <a:pt x="10" y="60"/>
                      <a:pt x="10" y="43"/>
                    </a:cubicBezTo>
                    <a:cubicBezTo>
                      <a:pt x="10" y="25"/>
                      <a:pt x="24" y="10"/>
                      <a:pt x="42" y="10"/>
                    </a:cubicBezTo>
                    <a:lnTo>
                      <a:pt x="4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06" name="Freeform 135"/>
              <p:cNvSpPr>
                <a:spLocks/>
              </p:cNvSpPr>
              <p:nvPr/>
            </p:nvSpPr>
            <p:spPr bwMode="auto">
              <a:xfrm>
                <a:off x="-3698875" y="7189788"/>
                <a:ext cx="63500" cy="30163"/>
              </a:xfrm>
              <a:custGeom>
                <a:avLst/>
                <a:gdLst>
                  <a:gd name="T0" fmla="*/ 17 w 17"/>
                  <a:gd name="T1" fmla="*/ 6 h 8"/>
                  <a:gd name="T2" fmla="*/ 10 w 17"/>
                  <a:gd name="T3" fmla="*/ 0 h 8"/>
                  <a:gd name="T4" fmla="*/ 7 w 17"/>
                  <a:gd name="T5" fmla="*/ 0 h 8"/>
                  <a:gd name="T6" fmla="*/ 0 w 17"/>
                  <a:gd name="T7" fmla="*/ 6 h 8"/>
                  <a:gd name="T8" fmla="*/ 0 w 17"/>
                  <a:gd name="T9" fmla="*/ 8 h 8"/>
                  <a:gd name="T10" fmla="*/ 16 w 17"/>
                  <a:gd name="T11" fmla="*/ 8 h 8"/>
                  <a:gd name="T12" fmla="*/ 17 w 17"/>
                  <a:gd name="T13" fmla="*/ 6 h 8"/>
                </a:gdLst>
                <a:ahLst/>
                <a:cxnLst>
                  <a:cxn ang="0">
                    <a:pos x="T0" y="T1"/>
                  </a:cxn>
                  <a:cxn ang="0">
                    <a:pos x="T2" y="T3"/>
                  </a:cxn>
                  <a:cxn ang="0">
                    <a:pos x="T4" y="T5"/>
                  </a:cxn>
                  <a:cxn ang="0">
                    <a:pos x="T6" y="T7"/>
                  </a:cxn>
                  <a:cxn ang="0">
                    <a:pos x="T8" y="T9"/>
                  </a:cxn>
                  <a:cxn ang="0">
                    <a:pos x="T10" y="T11"/>
                  </a:cxn>
                  <a:cxn ang="0">
                    <a:pos x="T12" y="T13"/>
                  </a:cxn>
                </a:cxnLst>
                <a:rect l="0" t="0" r="r" b="b"/>
                <a:pathLst>
                  <a:path w="17" h="8">
                    <a:moveTo>
                      <a:pt x="17" y="6"/>
                    </a:moveTo>
                    <a:cubicBezTo>
                      <a:pt x="17" y="3"/>
                      <a:pt x="14" y="0"/>
                      <a:pt x="10" y="0"/>
                    </a:cubicBezTo>
                    <a:cubicBezTo>
                      <a:pt x="7" y="0"/>
                      <a:pt x="7" y="0"/>
                      <a:pt x="7" y="0"/>
                    </a:cubicBezTo>
                    <a:cubicBezTo>
                      <a:pt x="3" y="0"/>
                      <a:pt x="0" y="3"/>
                      <a:pt x="0" y="6"/>
                    </a:cubicBezTo>
                    <a:cubicBezTo>
                      <a:pt x="0" y="7"/>
                      <a:pt x="0" y="8"/>
                      <a:pt x="0" y="8"/>
                    </a:cubicBezTo>
                    <a:cubicBezTo>
                      <a:pt x="16" y="8"/>
                      <a:pt x="16" y="8"/>
                      <a:pt x="16" y="8"/>
                    </a:cubicBezTo>
                    <a:cubicBezTo>
                      <a:pt x="17" y="8"/>
                      <a:pt x="17" y="7"/>
                      <a:pt x="17"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07" name="Freeform 136"/>
              <p:cNvSpPr>
                <a:spLocks noEditPoints="1"/>
              </p:cNvSpPr>
              <p:nvPr/>
            </p:nvSpPr>
            <p:spPr bwMode="auto">
              <a:xfrm>
                <a:off x="-3735388" y="7239000"/>
                <a:ext cx="311150" cy="458788"/>
              </a:xfrm>
              <a:custGeom>
                <a:avLst/>
                <a:gdLst>
                  <a:gd name="T0" fmla="*/ 42 w 83"/>
                  <a:gd name="T1" fmla="*/ 122 h 122"/>
                  <a:gd name="T2" fmla="*/ 83 w 83"/>
                  <a:gd name="T3" fmla="*/ 122 h 122"/>
                  <a:gd name="T4" fmla="*/ 83 w 83"/>
                  <a:gd name="T5" fmla="*/ 0 h 122"/>
                  <a:gd name="T6" fmla="*/ 42 w 83"/>
                  <a:gd name="T7" fmla="*/ 0 h 122"/>
                  <a:gd name="T8" fmla="*/ 42 w 83"/>
                  <a:gd name="T9" fmla="*/ 10 h 122"/>
                  <a:gd name="T10" fmla="*/ 42 w 83"/>
                  <a:gd name="T11" fmla="*/ 10 h 122"/>
                  <a:gd name="T12" fmla="*/ 42 w 83"/>
                  <a:gd name="T13" fmla="*/ 10 h 122"/>
                  <a:gd name="T14" fmla="*/ 74 w 83"/>
                  <a:gd name="T15" fmla="*/ 43 h 122"/>
                  <a:gd name="T16" fmla="*/ 42 w 83"/>
                  <a:gd name="T17" fmla="*/ 75 h 122"/>
                  <a:gd name="T18" fmla="*/ 42 w 83"/>
                  <a:gd name="T19" fmla="*/ 75 h 122"/>
                  <a:gd name="T20" fmla="*/ 42 w 83"/>
                  <a:gd name="T21" fmla="*/ 89 h 122"/>
                  <a:gd name="T22" fmla="*/ 42 w 83"/>
                  <a:gd name="T23" fmla="*/ 89 h 122"/>
                  <a:gd name="T24" fmla="*/ 53 w 83"/>
                  <a:gd name="T25" fmla="*/ 100 h 122"/>
                  <a:gd name="T26" fmla="*/ 42 w 83"/>
                  <a:gd name="T27" fmla="*/ 111 h 122"/>
                  <a:gd name="T28" fmla="*/ 42 w 83"/>
                  <a:gd name="T29" fmla="*/ 111 h 122"/>
                  <a:gd name="T30" fmla="*/ 42 w 83"/>
                  <a:gd name="T31" fmla="*/ 111 h 122"/>
                  <a:gd name="T32" fmla="*/ 42 w 83"/>
                  <a:gd name="T33" fmla="*/ 122 h 122"/>
                  <a:gd name="T34" fmla="*/ 0 w 83"/>
                  <a:gd name="T35" fmla="*/ 122 h 122"/>
                  <a:gd name="T36" fmla="*/ 42 w 83"/>
                  <a:gd name="T37" fmla="*/ 122 h 122"/>
                  <a:gd name="T38" fmla="*/ 42 w 83"/>
                  <a:gd name="T39" fmla="*/ 111 h 122"/>
                  <a:gd name="T40" fmla="*/ 31 w 83"/>
                  <a:gd name="T41" fmla="*/ 100 h 122"/>
                  <a:gd name="T42" fmla="*/ 42 w 83"/>
                  <a:gd name="T43" fmla="*/ 89 h 122"/>
                  <a:gd name="T44" fmla="*/ 42 w 83"/>
                  <a:gd name="T45" fmla="*/ 75 h 122"/>
                  <a:gd name="T46" fmla="*/ 9 w 83"/>
                  <a:gd name="T47" fmla="*/ 43 h 122"/>
                  <a:gd name="T48" fmla="*/ 42 w 83"/>
                  <a:gd name="T49" fmla="*/ 10 h 122"/>
                  <a:gd name="T50" fmla="*/ 42 w 83"/>
                  <a:gd name="T51" fmla="*/ 0 h 122"/>
                  <a:gd name="T52" fmla="*/ 20 w 83"/>
                  <a:gd name="T53" fmla="*/ 0 h 122"/>
                  <a:gd name="T54" fmla="*/ 16 w 83"/>
                  <a:gd name="T55" fmla="*/ 0 h 122"/>
                  <a:gd name="T56" fmla="*/ 0 w 83"/>
                  <a:gd name="T57" fmla="*/ 0 h 122"/>
                  <a:gd name="T58" fmla="*/ 0 w 83"/>
                  <a:gd name="T59"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3" h="122">
                    <a:moveTo>
                      <a:pt x="42" y="122"/>
                    </a:moveTo>
                    <a:cubicBezTo>
                      <a:pt x="83" y="122"/>
                      <a:pt x="83" y="122"/>
                      <a:pt x="83" y="122"/>
                    </a:cubicBezTo>
                    <a:cubicBezTo>
                      <a:pt x="83" y="0"/>
                      <a:pt x="83" y="0"/>
                      <a:pt x="83" y="0"/>
                    </a:cubicBezTo>
                    <a:cubicBezTo>
                      <a:pt x="42" y="0"/>
                      <a:pt x="42" y="0"/>
                      <a:pt x="42" y="0"/>
                    </a:cubicBezTo>
                    <a:cubicBezTo>
                      <a:pt x="42" y="10"/>
                      <a:pt x="42" y="10"/>
                      <a:pt x="42" y="10"/>
                    </a:cubicBezTo>
                    <a:cubicBezTo>
                      <a:pt x="42" y="10"/>
                      <a:pt x="42" y="10"/>
                      <a:pt x="42" y="10"/>
                    </a:cubicBezTo>
                    <a:cubicBezTo>
                      <a:pt x="42" y="10"/>
                      <a:pt x="42" y="10"/>
                      <a:pt x="42" y="10"/>
                    </a:cubicBezTo>
                    <a:cubicBezTo>
                      <a:pt x="60" y="10"/>
                      <a:pt x="74" y="25"/>
                      <a:pt x="74" y="43"/>
                    </a:cubicBezTo>
                    <a:cubicBezTo>
                      <a:pt x="74" y="60"/>
                      <a:pt x="60" y="75"/>
                      <a:pt x="42" y="75"/>
                    </a:cubicBezTo>
                    <a:cubicBezTo>
                      <a:pt x="42" y="75"/>
                      <a:pt x="42" y="75"/>
                      <a:pt x="42" y="75"/>
                    </a:cubicBezTo>
                    <a:cubicBezTo>
                      <a:pt x="42" y="89"/>
                      <a:pt x="42" y="89"/>
                      <a:pt x="42" y="89"/>
                    </a:cubicBezTo>
                    <a:cubicBezTo>
                      <a:pt x="42" y="89"/>
                      <a:pt x="42" y="89"/>
                      <a:pt x="42" y="89"/>
                    </a:cubicBezTo>
                    <a:cubicBezTo>
                      <a:pt x="48" y="89"/>
                      <a:pt x="53" y="94"/>
                      <a:pt x="53" y="100"/>
                    </a:cubicBezTo>
                    <a:cubicBezTo>
                      <a:pt x="53" y="106"/>
                      <a:pt x="48" y="111"/>
                      <a:pt x="42" y="111"/>
                    </a:cubicBezTo>
                    <a:cubicBezTo>
                      <a:pt x="42" y="111"/>
                      <a:pt x="42" y="111"/>
                      <a:pt x="42" y="111"/>
                    </a:cubicBezTo>
                    <a:cubicBezTo>
                      <a:pt x="42" y="111"/>
                      <a:pt x="42" y="111"/>
                      <a:pt x="42" y="111"/>
                    </a:cubicBezTo>
                    <a:lnTo>
                      <a:pt x="42" y="122"/>
                    </a:lnTo>
                    <a:close/>
                    <a:moveTo>
                      <a:pt x="0" y="122"/>
                    </a:moveTo>
                    <a:cubicBezTo>
                      <a:pt x="42" y="122"/>
                      <a:pt x="42" y="122"/>
                      <a:pt x="42" y="122"/>
                    </a:cubicBezTo>
                    <a:cubicBezTo>
                      <a:pt x="42" y="111"/>
                      <a:pt x="42" y="111"/>
                      <a:pt x="42" y="111"/>
                    </a:cubicBezTo>
                    <a:cubicBezTo>
                      <a:pt x="36" y="111"/>
                      <a:pt x="31" y="106"/>
                      <a:pt x="31" y="100"/>
                    </a:cubicBezTo>
                    <a:cubicBezTo>
                      <a:pt x="31" y="94"/>
                      <a:pt x="36" y="89"/>
                      <a:pt x="42" y="89"/>
                    </a:cubicBezTo>
                    <a:cubicBezTo>
                      <a:pt x="42" y="75"/>
                      <a:pt x="42" y="75"/>
                      <a:pt x="42" y="75"/>
                    </a:cubicBezTo>
                    <a:cubicBezTo>
                      <a:pt x="24" y="75"/>
                      <a:pt x="9" y="60"/>
                      <a:pt x="9" y="43"/>
                    </a:cubicBezTo>
                    <a:cubicBezTo>
                      <a:pt x="9" y="25"/>
                      <a:pt x="24" y="10"/>
                      <a:pt x="42" y="10"/>
                    </a:cubicBezTo>
                    <a:cubicBezTo>
                      <a:pt x="42" y="0"/>
                      <a:pt x="42" y="0"/>
                      <a:pt x="42" y="0"/>
                    </a:cubicBezTo>
                    <a:cubicBezTo>
                      <a:pt x="20" y="0"/>
                      <a:pt x="20" y="0"/>
                      <a:pt x="20" y="0"/>
                    </a:cubicBezTo>
                    <a:cubicBezTo>
                      <a:pt x="16" y="0"/>
                      <a:pt x="16" y="0"/>
                      <a:pt x="16" y="0"/>
                    </a:cubicBezTo>
                    <a:cubicBezTo>
                      <a:pt x="0" y="0"/>
                      <a:pt x="0" y="0"/>
                      <a:pt x="0" y="0"/>
                    </a:cubicBezTo>
                    <a:lnTo>
                      <a:pt x="0" y="1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08" name="Oval 137"/>
              <p:cNvSpPr>
                <a:spLocks noChangeArrowheads="1"/>
              </p:cNvSpPr>
              <p:nvPr/>
            </p:nvSpPr>
            <p:spPr bwMode="auto">
              <a:xfrm>
                <a:off x="-3660775" y="7318375"/>
                <a:ext cx="165100" cy="1651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09" name="Freeform 138"/>
              <p:cNvSpPr>
                <a:spLocks noEditPoints="1"/>
              </p:cNvSpPr>
              <p:nvPr/>
            </p:nvSpPr>
            <p:spPr bwMode="auto">
              <a:xfrm>
                <a:off x="-6011863" y="4824413"/>
                <a:ext cx="563563" cy="525463"/>
              </a:xfrm>
              <a:custGeom>
                <a:avLst/>
                <a:gdLst>
                  <a:gd name="T0" fmla="*/ 141 w 150"/>
                  <a:gd name="T1" fmla="*/ 140 h 140"/>
                  <a:gd name="T2" fmla="*/ 141 w 150"/>
                  <a:gd name="T3" fmla="*/ 129 h 140"/>
                  <a:gd name="T4" fmla="*/ 150 w 150"/>
                  <a:gd name="T5" fmla="*/ 22 h 140"/>
                  <a:gd name="T6" fmla="*/ 131 w 150"/>
                  <a:gd name="T7" fmla="*/ 38 h 140"/>
                  <a:gd name="T8" fmla="*/ 131 w 150"/>
                  <a:gd name="T9" fmla="*/ 55 h 140"/>
                  <a:gd name="T10" fmla="*/ 131 w 150"/>
                  <a:gd name="T11" fmla="*/ 67 h 140"/>
                  <a:gd name="T12" fmla="*/ 131 w 150"/>
                  <a:gd name="T13" fmla="*/ 84 h 140"/>
                  <a:gd name="T14" fmla="*/ 65 w 150"/>
                  <a:gd name="T15" fmla="*/ 7 h 140"/>
                  <a:gd name="T16" fmla="*/ 63 w 150"/>
                  <a:gd name="T17" fmla="*/ 9 h 140"/>
                  <a:gd name="T18" fmla="*/ 63 w 150"/>
                  <a:gd name="T19" fmla="*/ 129 h 140"/>
                  <a:gd name="T20" fmla="*/ 122 w 150"/>
                  <a:gd name="T21" fmla="*/ 129 h 140"/>
                  <a:gd name="T22" fmla="*/ 131 w 150"/>
                  <a:gd name="T23" fmla="*/ 140 h 140"/>
                  <a:gd name="T24" fmla="*/ 123 w 150"/>
                  <a:gd name="T25" fmla="*/ 75 h 140"/>
                  <a:gd name="T26" fmla="*/ 131 w 150"/>
                  <a:gd name="T27" fmla="*/ 55 h 140"/>
                  <a:gd name="T28" fmla="*/ 123 w 150"/>
                  <a:gd name="T29" fmla="*/ 47 h 140"/>
                  <a:gd name="T30" fmla="*/ 131 w 150"/>
                  <a:gd name="T31" fmla="*/ 22 h 140"/>
                  <a:gd name="T32" fmla="*/ 63 w 150"/>
                  <a:gd name="T33" fmla="*/ 35 h 140"/>
                  <a:gd name="T34" fmla="*/ 108 w 150"/>
                  <a:gd name="T35" fmla="*/ 115 h 140"/>
                  <a:gd name="T36" fmla="*/ 63 w 150"/>
                  <a:gd name="T37" fmla="*/ 115 h 140"/>
                  <a:gd name="T38" fmla="*/ 131 w 150"/>
                  <a:gd name="T39" fmla="*/ 67 h 140"/>
                  <a:gd name="T40" fmla="*/ 63 w 150"/>
                  <a:gd name="T41" fmla="*/ 5 h 140"/>
                  <a:gd name="T42" fmla="*/ 33 w 150"/>
                  <a:gd name="T43" fmla="*/ 20 h 140"/>
                  <a:gd name="T44" fmla="*/ 0 w 150"/>
                  <a:gd name="T45" fmla="*/ 7 h 140"/>
                  <a:gd name="T46" fmla="*/ 20 w 150"/>
                  <a:gd name="T47" fmla="*/ 22 h 140"/>
                  <a:gd name="T48" fmla="*/ 3 w 150"/>
                  <a:gd name="T49" fmla="*/ 129 h 140"/>
                  <a:gd name="T50" fmla="*/ 14 w 150"/>
                  <a:gd name="T51" fmla="*/ 129 h 140"/>
                  <a:gd name="T52" fmla="*/ 33 w 150"/>
                  <a:gd name="T53" fmla="*/ 140 h 140"/>
                  <a:gd name="T54" fmla="*/ 33 w 150"/>
                  <a:gd name="T55" fmla="*/ 129 h 140"/>
                  <a:gd name="T56" fmla="*/ 63 w 150"/>
                  <a:gd name="T57" fmla="*/ 115 h 140"/>
                  <a:gd name="T58" fmla="*/ 17 w 150"/>
                  <a:gd name="T59" fmla="*/ 35 h 140"/>
                  <a:gd name="T60" fmla="*/ 63 w 150"/>
                  <a:gd name="T61" fmla="*/ 22 h 140"/>
                  <a:gd name="T62" fmla="*/ 46 w 150"/>
                  <a:gd name="T63" fmla="*/ 21 h 140"/>
                  <a:gd name="T64" fmla="*/ 63 w 150"/>
                  <a:gd name="T65" fmla="*/ 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0" h="140">
                    <a:moveTo>
                      <a:pt x="131" y="140"/>
                    </a:moveTo>
                    <a:cubicBezTo>
                      <a:pt x="141" y="140"/>
                      <a:pt x="141" y="140"/>
                      <a:pt x="141" y="140"/>
                    </a:cubicBezTo>
                    <a:cubicBezTo>
                      <a:pt x="141" y="129"/>
                      <a:pt x="141" y="129"/>
                      <a:pt x="141" y="129"/>
                    </a:cubicBezTo>
                    <a:cubicBezTo>
                      <a:pt x="141" y="129"/>
                      <a:pt x="141" y="129"/>
                      <a:pt x="141" y="129"/>
                    </a:cubicBezTo>
                    <a:cubicBezTo>
                      <a:pt x="150" y="129"/>
                      <a:pt x="150" y="129"/>
                      <a:pt x="150" y="129"/>
                    </a:cubicBezTo>
                    <a:cubicBezTo>
                      <a:pt x="150" y="22"/>
                      <a:pt x="150" y="22"/>
                      <a:pt x="150" y="22"/>
                    </a:cubicBezTo>
                    <a:cubicBezTo>
                      <a:pt x="131" y="22"/>
                      <a:pt x="131" y="22"/>
                      <a:pt x="131" y="22"/>
                    </a:cubicBezTo>
                    <a:cubicBezTo>
                      <a:pt x="131" y="38"/>
                      <a:pt x="131" y="38"/>
                      <a:pt x="131" y="38"/>
                    </a:cubicBezTo>
                    <a:cubicBezTo>
                      <a:pt x="136" y="38"/>
                      <a:pt x="140" y="42"/>
                      <a:pt x="140" y="47"/>
                    </a:cubicBezTo>
                    <a:cubicBezTo>
                      <a:pt x="140" y="51"/>
                      <a:pt x="136" y="55"/>
                      <a:pt x="131" y="55"/>
                    </a:cubicBezTo>
                    <a:cubicBezTo>
                      <a:pt x="131" y="67"/>
                      <a:pt x="131" y="67"/>
                      <a:pt x="131" y="67"/>
                    </a:cubicBezTo>
                    <a:cubicBezTo>
                      <a:pt x="131" y="67"/>
                      <a:pt x="131" y="67"/>
                      <a:pt x="131" y="67"/>
                    </a:cubicBezTo>
                    <a:cubicBezTo>
                      <a:pt x="136" y="67"/>
                      <a:pt x="140" y="71"/>
                      <a:pt x="140" y="75"/>
                    </a:cubicBezTo>
                    <a:cubicBezTo>
                      <a:pt x="140" y="80"/>
                      <a:pt x="136" y="84"/>
                      <a:pt x="131" y="84"/>
                    </a:cubicBezTo>
                    <a:lnTo>
                      <a:pt x="131" y="140"/>
                    </a:lnTo>
                    <a:close/>
                    <a:moveTo>
                      <a:pt x="65" y="7"/>
                    </a:moveTo>
                    <a:cubicBezTo>
                      <a:pt x="63" y="5"/>
                      <a:pt x="63" y="5"/>
                      <a:pt x="63" y="5"/>
                    </a:cubicBezTo>
                    <a:cubicBezTo>
                      <a:pt x="63" y="9"/>
                      <a:pt x="63" y="9"/>
                      <a:pt x="63" y="9"/>
                    </a:cubicBezTo>
                    <a:cubicBezTo>
                      <a:pt x="65" y="7"/>
                      <a:pt x="65" y="7"/>
                      <a:pt x="65" y="7"/>
                    </a:cubicBezTo>
                    <a:close/>
                    <a:moveTo>
                      <a:pt x="63" y="129"/>
                    </a:moveTo>
                    <a:cubicBezTo>
                      <a:pt x="122" y="129"/>
                      <a:pt x="122" y="129"/>
                      <a:pt x="122" y="129"/>
                    </a:cubicBezTo>
                    <a:cubicBezTo>
                      <a:pt x="122" y="129"/>
                      <a:pt x="122" y="129"/>
                      <a:pt x="122" y="129"/>
                    </a:cubicBezTo>
                    <a:cubicBezTo>
                      <a:pt x="122" y="140"/>
                      <a:pt x="122" y="140"/>
                      <a:pt x="122" y="140"/>
                    </a:cubicBezTo>
                    <a:cubicBezTo>
                      <a:pt x="131" y="140"/>
                      <a:pt x="131" y="140"/>
                      <a:pt x="131" y="140"/>
                    </a:cubicBezTo>
                    <a:cubicBezTo>
                      <a:pt x="131" y="84"/>
                      <a:pt x="131" y="84"/>
                      <a:pt x="131" y="84"/>
                    </a:cubicBezTo>
                    <a:cubicBezTo>
                      <a:pt x="127" y="84"/>
                      <a:pt x="123" y="80"/>
                      <a:pt x="123" y="75"/>
                    </a:cubicBezTo>
                    <a:cubicBezTo>
                      <a:pt x="123" y="71"/>
                      <a:pt x="127" y="67"/>
                      <a:pt x="131" y="67"/>
                    </a:cubicBezTo>
                    <a:cubicBezTo>
                      <a:pt x="131" y="55"/>
                      <a:pt x="131" y="55"/>
                      <a:pt x="131" y="55"/>
                    </a:cubicBezTo>
                    <a:cubicBezTo>
                      <a:pt x="127" y="55"/>
                      <a:pt x="123" y="51"/>
                      <a:pt x="123" y="47"/>
                    </a:cubicBezTo>
                    <a:cubicBezTo>
                      <a:pt x="123" y="47"/>
                      <a:pt x="123" y="47"/>
                      <a:pt x="123" y="47"/>
                    </a:cubicBezTo>
                    <a:cubicBezTo>
                      <a:pt x="123" y="42"/>
                      <a:pt x="127" y="38"/>
                      <a:pt x="131" y="38"/>
                    </a:cubicBezTo>
                    <a:cubicBezTo>
                      <a:pt x="131" y="22"/>
                      <a:pt x="131" y="22"/>
                      <a:pt x="131" y="22"/>
                    </a:cubicBezTo>
                    <a:cubicBezTo>
                      <a:pt x="63" y="22"/>
                      <a:pt x="63" y="22"/>
                      <a:pt x="63" y="22"/>
                    </a:cubicBezTo>
                    <a:cubicBezTo>
                      <a:pt x="63" y="35"/>
                      <a:pt x="63" y="35"/>
                      <a:pt x="63" y="35"/>
                    </a:cubicBezTo>
                    <a:cubicBezTo>
                      <a:pt x="108" y="35"/>
                      <a:pt x="108" y="35"/>
                      <a:pt x="108" y="35"/>
                    </a:cubicBezTo>
                    <a:cubicBezTo>
                      <a:pt x="108" y="115"/>
                      <a:pt x="108" y="115"/>
                      <a:pt x="108" y="115"/>
                    </a:cubicBezTo>
                    <a:cubicBezTo>
                      <a:pt x="108" y="115"/>
                      <a:pt x="108" y="115"/>
                      <a:pt x="108" y="115"/>
                    </a:cubicBezTo>
                    <a:cubicBezTo>
                      <a:pt x="63" y="115"/>
                      <a:pt x="63" y="115"/>
                      <a:pt x="63" y="115"/>
                    </a:cubicBezTo>
                    <a:cubicBezTo>
                      <a:pt x="63" y="129"/>
                      <a:pt x="63" y="129"/>
                      <a:pt x="63" y="129"/>
                    </a:cubicBezTo>
                    <a:close/>
                    <a:moveTo>
                      <a:pt x="131" y="67"/>
                    </a:moveTo>
                    <a:cubicBezTo>
                      <a:pt x="131" y="67"/>
                      <a:pt x="131" y="67"/>
                      <a:pt x="131" y="67"/>
                    </a:cubicBezTo>
                    <a:moveTo>
                      <a:pt x="63" y="5"/>
                    </a:moveTo>
                    <a:cubicBezTo>
                      <a:pt x="59" y="0"/>
                      <a:pt x="59" y="0"/>
                      <a:pt x="59" y="0"/>
                    </a:cubicBezTo>
                    <a:cubicBezTo>
                      <a:pt x="33" y="20"/>
                      <a:pt x="33" y="20"/>
                      <a:pt x="33" y="20"/>
                    </a:cubicBezTo>
                    <a:cubicBezTo>
                      <a:pt x="6" y="0"/>
                      <a:pt x="6" y="0"/>
                      <a:pt x="6" y="0"/>
                    </a:cubicBezTo>
                    <a:cubicBezTo>
                      <a:pt x="0" y="7"/>
                      <a:pt x="0" y="7"/>
                      <a:pt x="0" y="7"/>
                    </a:cubicBezTo>
                    <a:cubicBezTo>
                      <a:pt x="19" y="21"/>
                      <a:pt x="19" y="21"/>
                      <a:pt x="19" y="21"/>
                    </a:cubicBezTo>
                    <a:cubicBezTo>
                      <a:pt x="20" y="22"/>
                      <a:pt x="20" y="22"/>
                      <a:pt x="20" y="22"/>
                    </a:cubicBezTo>
                    <a:cubicBezTo>
                      <a:pt x="3" y="22"/>
                      <a:pt x="3" y="22"/>
                      <a:pt x="3" y="22"/>
                    </a:cubicBezTo>
                    <a:cubicBezTo>
                      <a:pt x="3" y="129"/>
                      <a:pt x="3" y="129"/>
                      <a:pt x="3" y="129"/>
                    </a:cubicBezTo>
                    <a:cubicBezTo>
                      <a:pt x="14" y="129"/>
                      <a:pt x="14" y="129"/>
                      <a:pt x="14" y="129"/>
                    </a:cubicBezTo>
                    <a:cubicBezTo>
                      <a:pt x="14" y="129"/>
                      <a:pt x="14" y="129"/>
                      <a:pt x="14" y="129"/>
                    </a:cubicBezTo>
                    <a:cubicBezTo>
                      <a:pt x="14" y="140"/>
                      <a:pt x="14" y="140"/>
                      <a:pt x="14" y="140"/>
                    </a:cubicBezTo>
                    <a:cubicBezTo>
                      <a:pt x="33" y="140"/>
                      <a:pt x="33" y="140"/>
                      <a:pt x="33" y="140"/>
                    </a:cubicBezTo>
                    <a:cubicBezTo>
                      <a:pt x="33" y="129"/>
                      <a:pt x="33" y="129"/>
                      <a:pt x="33" y="129"/>
                    </a:cubicBezTo>
                    <a:cubicBezTo>
                      <a:pt x="33" y="129"/>
                      <a:pt x="33" y="129"/>
                      <a:pt x="33" y="129"/>
                    </a:cubicBezTo>
                    <a:cubicBezTo>
                      <a:pt x="63" y="129"/>
                      <a:pt x="63" y="129"/>
                      <a:pt x="63" y="129"/>
                    </a:cubicBezTo>
                    <a:cubicBezTo>
                      <a:pt x="63" y="115"/>
                      <a:pt x="63" y="115"/>
                      <a:pt x="63" y="115"/>
                    </a:cubicBezTo>
                    <a:cubicBezTo>
                      <a:pt x="17" y="115"/>
                      <a:pt x="17" y="115"/>
                      <a:pt x="17" y="115"/>
                    </a:cubicBezTo>
                    <a:cubicBezTo>
                      <a:pt x="17" y="35"/>
                      <a:pt x="17" y="35"/>
                      <a:pt x="17" y="35"/>
                    </a:cubicBezTo>
                    <a:cubicBezTo>
                      <a:pt x="63" y="35"/>
                      <a:pt x="63" y="35"/>
                      <a:pt x="63" y="35"/>
                    </a:cubicBezTo>
                    <a:cubicBezTo>
                      <a:pt x="63" y="22"/>
                      <a:pt x="63" y="22"/>
                      <a:pt x="63" y="22"/>
                    </a:cubicBezTo>
                    <a:cubicBezTo>
                      <a:pt x="45" y="22"/>
                      <a:pt x="45" y="22"/>
                      <a:pt x="45" y="22"/>
                    </a:cubicBezTo>
                    <a:cubicBezTo>
                      <a:pt x="46" y="21"/>
                      <a:pt x="46" y="21"/>
                      <a:pt x="46" y="21"/>
                    </a:cubicBezTo>
                    <a:cubicBezTo>
                      <a:pt x="63" y="9"/>
                      <a:pt x="63" y="9"/>
                      <a:pt x="63" y="9"/>
                    </a:cubicBezTo>
                    <a:lnTo>
                      <a:pt x="63"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10" name="Freeform 139"/>
              <p:cNvSpPr>
                <a:spLocks/>
              </p:cNvSpPr>
              <p:nvPr/>
            </p:nvSpPr>
            <p:spPr bwMode="auto">
              <a:xfrm>
                <a:off x="-5461000" y="509587"/>
                <a:ext cx="60325" cy="57150"/>
              </a:xfrm>
              <a:custGeom>
                <a:avLst/>
                <a:gdLst>
                  <a:gd name="T0" fmla="*/ 0 w 16"/>
                  <a:gd name="T1" fmla="*/ 8 h 15"/>
                  <a:gd name="T2" fmla="*/ 3 w 16"/>
                  <a:gd name="T3" fmla="*/ 10 h 15"/>
                  <a:gd name="T4" fmla="*/ 11 w 16"/>
                  <a:gd name="T5" fmla="*/ 15 h 15"/>
                  <a:gd name="T6" fmla="*/ 16 w 16"/>
                  <a:gd name="T7" fmla="*/ 6 h 15"/>
                  <a:gd name="T8" fmla="*/ 4 w 16"/>
                  <a:gd name="T9" fmla="*/ 0 h 15"/>
                  <a:gd name="T10" fmla="*/ 0 w 16"/>
                  <a:gd name="T11" fmla="*/ 8 h 15"/>
                </a:gdLst>
                <a:ahLst/>
                <a:cxnLst>
                  <a:cxn ang="0">
                    <a:pos x="T0" y="T1"/>
                  </a:cxn>
                  <a:cxn ang="0">
                    <a:pos x="T2" y="T3"/>
                  </a:cxn>
                  <a:cxn ang="0">
                    <a:pos x="T4" y="T5"/>
                  </a:cxn>
                  <a:cxn ang="0">
                    <a:pos x="T6" y="T7"/>
                  </a:cxn>
                  <a:cxn ang="0">
                    <a:pos x="T8" y="T9"/>
                  </a:cxn>
                  <a:cxn ang="0">
                    <a:pos x="T10" y="T11"/>
                  </a:cxn>
                </a:cxnLst>
                <a:rect l="0" t="0" r="r" b="b"/>
                <a:pathLst>
                  <a:path w="16" h="15">
                    <a:moveTo>
                      <a:pt x="0" y="8"/>
                    </a:moveTo>
                    <a:cubicBezTo>
                      <a:pt x="1" y="8"/>
                      <a:pt x="2" y="9"/>
                      <a:pt x="3" y="10"/>
                    </a:cubicBezTo>
                    <a:cubicBezTo>
                      <a:pt x="6" y="11"/>
                      <a:pt x="9" y="13"/>
                      <a:pt x="11" y="15"/>
                    </a:cubicBezTo>
                    <a:cubicBezTo>
                      <a:pt x="16" y="6"/>
                      <a:pt x="16" y="6"/>
                      <a:pt x="16" y="6"/>
                    </a:cubicBezTo>
                    <a:cubicBezTo>
                      <a:pt x="4" y="0"/>
                      <a:pt x="4" y="0"/>
                      <a:pt x="4" y="0"/>
                    </a:cubicBezTo>
                    <a:lnTo>
                      <a:pt x="0"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11" name="Freeform 140"/>
              <p:cNvSpPr>
                <a:spLocks/>
              </p:cNvSpPr>
              <p:nvPr/>
            </p:nvSpPr>
            <p:spPr bwMode="auto">
              <a:xfrm>
                <a:off x="-5892800" y="841375"/>
                <a:ext cx="312738" cy="228600"/>
              </a:xfrm>
              <a:custGeom>
                <a:avLst/>
                <a:gdLst>
                  <a:gd name="T0" fmla="*/ 21 w 83"/>
                  <a:gd name="T1" fmla="*/ 58 h 61"/>
                  <a:gd name="T2" fmla="*/ 36 w 83"/>
                  <a:gd name="T3" fmla="*/ 61 h 61"/>
                  <a:gd name="T4" fmla="*/ 45 w 83"/>
                  <a:gd name="T5" fmla="*/ 60 h 61"/>
                  <a:gd name="T6" fmla="*/ 64 w 83"/>
                  <a:gd name="T7" fmla="*/ 45 h 61"/>
                  <a:gd name="T8" fmla="*/ 83 w 83"/>
                  <a:gd name="T9" fmla="*/ 9 h 61"/>
                  <a:gd name="T10" fmla="*/ 76 w 83"/>
                  <a:gd name="T11" fmla="*/ 2 h 61"/>
                  <a:gd name="T12" fmla="*/ 72 w 83"/>
                  <a:gd name="T13" fmla="*/ 0 h 61"/>
                  <a:gd name="T14" fmla="*/ 52 w 83"/>
                  <a:gd name="T15" fmla="*/ 38 h 61"/>
                  <a:gd name="T16" fmla="*/ 27 w 83"/>
                  <a:gd name="T17" fmla="*/ 46 h 61"/>
                  <a:gd name="T18" fmla="*/ 20 w 83"/>
                  <a:gd name="T19" fmla="*/ 21 h 61"/>
                  <a:gd name="T20" fmla="*/ 8 w 83"/>
                  <a:gd name="T21" fmla="*/ 15 h 61"/>
                  <a:gd name="T22" fmla="*/ 21 w 83"/>
                  <a:gd name="T23" fmla="*/ 58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3" h="61">
                    <a:moveTo>
                      <a:pt x="21" y="58"/>
                    </a:moveTo>
                    <a:cubicBezTo>
                      <a:pt x="26" y="60"/>
                      <a:pt x="31" y="61"/>
                      <a:pt x="36" y="61"/>
                    </a:cubicBezTo>
                    <a:cubicBezTo>
                      <a:pt x="39" y="61"/>
                      <a:pt x="42" y="61"/>
                      <a:pt x="45" y="60"/>
                    </a:cubicBezTo>
                    <a:cubicBezTo>
                      <a:pt x="53" y="57"/>
                      <a:pt x="60" y="52"/>
                      <a:pt x="64" y="45"/>
                    </a:cubicBezTo>
                    <a:cubicBezTo>
                      <a:pt x="83" y="9"/>
                      <a:pt x="83" y="9"/>
                      <a:pt x="83" y="9"/>
                    </a:cubicBezTo>
                    <a:cubicBezTo>
                      <a:pt x="81" y="6"/>
                      <a:pt x="79" y="3"/>
                      <a:pt x="76" y="2"/>
                    </a:cubicBezTo>
                    <a:cubicBezTo>
                      <a:pt x="74" y="1"/>
                      <a:pt x="73" y="1"/>
                      <a:pt x="72" y="0"/>
                    </a:cubicBezTo>
                    <a:cubicBezTo>
                      <a:pt x="52" y="38"/>
                      <a:pt x="52" y="38"/>
                      <a:pt x="52" y="38"/>
                    </a:cubicBezTo>
                    <a:cubicBezTo>
                      <a:pt x="47" y="47"/>
                      <a:pt x="36" y="51"/>
                      <a:pt x="27" y="46"/>
                    </a:cubicBezTo>
                    <a:cubicBezTo>
                      <a:pt x="19" y="41"/>
                      <a:pt x="15" y="30"/>
                      <a:pt x="20" y="21"/>
                    </a:cubicBezTo>
                    <a:cubicBezTo>
                      <a:pt x="8" y="15"/>
                      <a:pt x="8" y="15"/>
                      <a:pt x="8" y="15"/>
                    </a:cubicBezTo>
                    <a:cubicBezTo>
                      <a:pt x="0" y="30"/>
                      <a:pt x="6" y="50"/>
                      <a:pt x="21" y="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12" name="Freeform 141"/>
              <p:cNvSpPr>
                <a:spLocks/>
              </p:cNvSpPr>
              <p:nvPr/>
            </p:nvSpPr>
            <p:spPr bwMode="auto">
              <a:xfrm>
                <a:off x="-5832475" y="533400"/>
                <a:ext cx="541338" cy="454025"/>
              </a:xfrm>
              <a:custGeom>
                <a:avLst/>
                <a:gdLst>
                  <a:gd name="T0" fmla="*/ 108 w 144"/>
                  <a:gd name="T1" fmla="*/ 13 h 121"/>
                  <a:gd name="T2" fmla="*/ 100 w 144"/>
                  <a:gd name="T3" fmla="*/ 7 h 121"/>
                  <a:gd name="T4" fmla="*/ 97 w 144"/>
                  <a:gd name="T5" fmla="*/ 6 h 121"/>
                  <a:gd name="T6" fmla="*/ 68 w 144"/>
                  <a:gd name="T7" fmla="*/ 0 h 121"/>
                  <a:gd name="T8" fmla="*/ 8 w 144"/>
                  <a:gd name="T9" fmla="*/ 36 h 121"/>
                  <a:gd name="T10" fmla="*/ 1 w 144"/>
                  <a:gd name="T11" fmla="*/ 61 h 121"/>
                  <a:gd name="T12" fmla="*/ 0 w 144"/>
                  <a:gd name="T13" fmla="*/ 65 h 121"/>
                  <a:gd name="T14" fmla="*/ 1 w 144"/>
                  <a:gd name="T15" fmla="*/ 67 h 121"/>
                  <a:gd name="T16" fmla="*/ 3 w 144"/>
                  <a:gd name="T17" fmla="*/ 66 h 121"/>
                  <a:gd name="T18" fmla="*/ 6 w 144"/>
                  <a:gd name="T19" fmla="*/ 63 h 121"/>
                  <a:gd name="T20" fmla="*/ 18 w 144"/>
                  <a:gd name="T21" fmla="*/ 59 h 121"/>
                  <a:gd name="T22" fmla="*/ 27 w 144"/>
                  <a:gd name="T23" fmla="*/ 61 h 121"/>
                  <a:gd name="T24" fmla="*/ 37 w 144"/>
                  <a:gd name="T25" fmla="*/ 79 h 121"/>
                  <a:gd name="T26" fmla="*/ 37 w 144"/>
                  <a:gd name="T27" fmla="*/ 83 h 121"/>
                  <a:gd name="T28" fmla="*/ 41 w 144"/>
                  <a:gd name="T29" fmla="*/ 81 h 121"/>
                  <a:gd name="T30" fmla="*/ 52 w 144"/>
                  <a:gd name="T31" fmla="*/ 77 h 121"/>
                  <a:gd name="T32" fmla="*/ 58 w 144"/>
                  <a:gd name="T33" fmla="*/ 78 h 121"/>
                  <a:gd name="T34" fmla="*/ 62 w 144"/>
                  <a:gd name="T35" fmla="*/ 80 h 121"/>
                  <a:gd name="T36" fmla="*/ 69 w 144"/>
                  <a:gd name="T37" fmla="*/ 87 h 121"/>
                  <a:gd name="T38" fmla="*/ 72 w 144"/>
                  <a:gd name="T39" fmla="*/ 98 h 121"/>
                  <a:gd name="T40" fmla="*/ 72 w 144"/>
                  <a:gd name="T41" fmla="*/ 102 h 121"/>
                  <a:gd name="T42" fmla="*/ 75 w 144"/>
                  <a:gd name="T43" fmla="*/ 100 h 121"/>
                  <a:gd name="T44" fmla="*/ 87 w 144"/>
                  <a:gd name="T45" fmla="*/ 96 h 121"/>
                  <a:gd name="T46" fmla="*/ 96 w 144"/>
                  <a:gd name="T47" fmla="*/ 98 h 121"/>
                  <a:gd name="T48" fmla="*/ 107 w 144"/>
                  <a:gd name="T49" fmla="*/ 116 h 121"/>
                  <a:gd name="T50" fmla="*/ 108 w 144"/>
                  <a:gd name="T51" fmla="*/ 121 h 121"/>
                  <a:gd name="T52" fmla="*/ 111 w 144"/>
                  <a:gd name="T53" fmla="*/ 119 h 121"/>
                  <a:gd name="T54" fmla="*/ 128 w 144"/>
                  <a:gd name="T55" fmla="*/ 99 h 121"/>
                  <a:gd name="T56" fmla="*/ 108 w 144"/>
                  <a:gd name="T57" fmla="*/ 13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4" h="121">
                    <a:moveTo>
                      <a:pt x="108" y="13"/>
                    </a:moveTo>
                    <a:cubicBezTo>
                      <a:pt x="106" y="11"/>
                      <a:pt x="103" y="9"/>
                      <a:pt x="100" y="7"/>
                    </a:cubicBezTo>
                    <a:cubicBezTo>
                      <a:pt x="99" y="7"/>
                      <a:pt x="98" y="6"/>
                      <a:pt x="97" y="6"/>
                    </a:cubicBezTo>
                    <a:cubicBezTo>
                      <a:pt x="88" y="2"/>
                      <a:pt x="78" y="0"/>
                      <a:pt x="68" y="0"/>
                    </a:cubicBezTo>
                    <a:cubicBezTo>
                      <a:pt x="44" y="0"/>
                      <a:pt x="20" y="13"/>
                      <a:pt x="8" y="36"/>
                    </a:cubicBezTo>
                    <a:cubicBezTo>
                      <a:pt x="4" y="44"/>
                      <a:pt x="2" y="52"/>
                      <a:pt x="1" y="61"/>
                    </a:cubicBezTo>
                    <a:cubicBezTo>
                      <a:pt x="1" y="62"/>
                      <a:pt x="0" y="64"/>
                      <a:pt x="0" y="65"/>
                    </a:cubicBezTo>
                    <a:cubicBezTo>
                      <a:pt x="0" y="66"/>
                      <a:pt x="1" y="67"/>
                      <a:pt x="1" y="67"/>
                    </a:cubicBezTo>
                    <a:cubicBezTo>
                      <a:pt x="2" y="67"/>
                      <a:pt x="2" y="67"/>
                      <a:pt x="3" y="66"/>
                    </a:cubicBezTo>
                    <a:cubicBezTo>
                      <a:pt x="4" y="65"/>
                      <a:pt x="5" y="64"/>
                      <a:pt x="6" y="63"/>
                    </a:cubicBezTo>
                    <a:cubicBezTo>
                      <a:pt x="10" y="60"/>
                      <a:pt x="14" y="59"/>
                      <a:pt x="18" y="59"/>
                    </a:cubicBezTo>
                    <a:cubicBezTo>
                      <a:pt x="21" y="59"/>
                      <a:pt x="24" y="60"/>
                      <a:pt x="27" y="61"/>
                    </a:cubicBezTo>
                    <a:cubicBezTo>
                      <a:pt x="34" y="65"/>
                      <a:pt x="37" y="72"/>
                      <a:pt x="37" y="79"/>
                    </a:cubicBezTo>
                    <a:cubicBezTo>
                      <a:pt x="37" y="82"/>
                      <a:pt x="37" y="83"/>
                      <a:pt x="37" y="83"/>
                    </a:cubicBezTo>
                    <a:cubicBezTo>
                      <a:pt x="38" y="83"/>
                      <a:pt x="39" y="82"/>
                      <a:pt x="41" y="81"/>
                    </a:cubicBezTo>
                    <a:cubicBezTo>
                      <a:pt x="44" y="79"/>
                      <a:pt x="48" y="77"/>
                      <a:pt x="52" y="77"/>
                    </a:cubicBezTo>
                    <a:cubicBezTo>
                      <a:pt x="54" y="77"/>
                      <a:pt x="56" y="78"/>
                      <a:pt x="58" y="78"/>
                    </a:cubicBezTo>
                    <a:cubicBezTo>
                      <a:pt x="59" y="79"/>
                      <a:pt x="61" y="79"/>
                      <a:pt x="62" y="80"/>
                    </a:cubicBezTo>
                    <a:cubicBezTo>
                      <a:pt x="65" y="81"/>
                      <a:pt x="67" y="84"/>
                      <a:pt x="69" y="87"/>
                    </a:cubicBezTo>
                    <a:cubicBezTo>
                      <a:pt x="71" y="90"/>
                      <a:pt x="72" y="94"/>
                      <a:pt x="72" y="98"/>
                    </a:cubicBezTo>
                    <a:cubicBezTo>
                      <a:pt x="72" y="100"/>
                      <a:pt x="72" y="102"/>
                      <a:pt x="72" y="102"/>
                    </a:cubicBezTo>
                    <a:cubicBezTo>
                      <a:pt x="73" y="102"/>
                      <a:pt x="74" y="101"/>
                      <a:pt x="75" y="100"/>
                    </a:cubicBezTo>
                    <a:cubicBezTo>
                      <a:pt x="79" y="97"/>
                      <a:pt x="83" y="96"/>
                      <a:pt x="87" y="96"/>
                    </a:cubicBezTo>
                    <a:cubicBezTo>
                      <a:pt x="90" y="96"/>
                      <a:pt x="93" y="97"/>
                      <a:pt x="96" y="98"/>
                    </a:cubicBezTo>
                    <a:cubicBezTo>
                      <a:pt x="103" y="102"/>
                      <a:pt x="107" y="109"/>
                      <a:pt x="107" y="116"/>
                    </a:cubicBezTo>
                    <a:cubicBezTo>
                      <a:pt x="107" y="119"/>
                      <a:pt x="107" y="121"/>
                      <a:pt x="108" y="121"/>
                    </a:cubicBezTo>
                    <a:cubicBezTo>
                      <a:pt x="109" y="121"/>
                      <a:pt x="110" y="120"/>
                      <a:pt x="111" y="119"/>
                    </a:cubicBezTo>
                    <a:cubicBezTo>
                      <a:pt x="118" y="114"/>
                      <a:pt x="124" y="107"/>
                      <a:pt x="128" y="99"/>
                    </a:cubicBezTo>
                    <a:cubicBezTo>
                      <a:pt x="144" y="69"/>
                      <a:pt x="135" y="32"/>
                      <a:pt x="108"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13" name="Freeform 142"/>
              <p:cNvSpPr>
                <a:spLocks noEditPoints="1"/>
              </p:cNvSpPr>
              <p:nvPr/>
            </p:nvSpPr>
            <p:spPr bwMode="auto">
              <a:xfrm>
                <a:off x="-4886325" y="6961188"/>
                <a:ext cx="582613" cy="563563"/>
              </a:xfrm>
              <a:custGeom>
                <a:avLst/>
                <a:gdLst>
                  <a:gd name="T0" fmla="*/ 64 w 155"/>
                  <a:gd name="T1" fmla="*/ 117 h 150"/>
                  <a:gd name="T2" fmla="*/ 94 w 155"/>
                  <a:gd name="T3" fmla="*/ 108 h 150"/>
                  <a:gd name="T4" fmla="*/ 136 w 155"/>
                  <a:gd name="T5" fmla="*/ 150 h 150"/>
                  <a:gd name="T6" fmla="*/ 155 w 155"/>
                  <a:gd name="T7" fmla="*/ 131 h 150"/>
                  <a:gd name="T8" fmla="*/ 113 w 155"/>
                  <a:gd name="T9" fmla="*/ 89 h 150"/>
                  <a:gd name="T10" fmla="*/ 105 w 155"/>
                  <a:gd name="T11" fmla="*/ 17 h 150"/>
                  <a:gd name="T12" fmla="*/ 64 w 155"/>
                  <a:gd name="T13" fmla="*/ 0 h 150"/>
                  <a:gd name="T14" fmla="*/ 64 w 155"/>
                  <a:gd name="T15" fmla="*/ 23 h 150"/>
                  <a:gd name="T16" fmla="*/ 75 w 155"/>
                  <a:gd name="T17" fmla="*/ 23 h 150"/>
                  <a:gd name="T18" fmla="*/ 75 w 155"/>
                  <a:gd name="T19" fmla="*/ 47 h 150"/>
                  <a:gd name="T20" fmla="*/ 99 w 155"/>
                  <a:gd name="T21" fmla="*/ 47 h 150"/>
                  <a:gd name="T22" fmla="*/ 99 w 155"/>
                  <a:gd name="T23" fmla="*/ 70 h 150"/>
                  <a:gd name="T24" fmla="*/ 75 w 155"/>
                  <a:gd name="T25" fmla="*/ 70 h 150"/>
                  <a:gd name="T26" fmla="*/ 75 w 155"/>
                  <a:gd name="T27" fmla="*/ 94 h 150"/>
                  <a:gd name="T28" fmla="*/ 64 w 155"/>
                  <a:gd name="T29" fmla="*/ 94 h 150"/>
                  <a:gd name="T30" fmla="*/ 64 w 155"/>
                  <a:gd name="T31" fmla="*/ 117 h 150"/>
                  <a:gd name="T32" fmla="*/ 22 w 155"/>
                  <a:gd name="T33" fmla="*/ 100 h 150"/>
                  <a:gd name="T34" fmla="*/ 64 w 155"/>
                  <a:gd name="T35" fmla="*/ 117 h 150"/>
                  <a:gd name="T36" fmla="*/ 64 w 155"/>
                  <a:gd name="T37" fmla="*/ 94 h 150"/>
                  <a:gd name="T38" fmla="*/ 53 w 155"/>
                  <a:gd name="T39" fmla="*/ 94 h 150"/>
                  <a:gd name="T40" fmla="*/ 53 w 155"/>
                  <a:gd name="T41" fmla="*/ 70 h 150"/>
                  <a:gd name="T42" fmla="*/ 28 w 155"/>
                  <a:gd name="T43" fmla="*/ 70 h 150"/>
                  <a:gd name="T44" fmla="*/ 28 w 155"/>
                  <a:gd name="T45" fmla="*/ 47 h 150"/>
                  <a:gd name="T46" fmla="*/ 28 w 155"/>
                  <a:gd name="T47" fmla="*/ 47 h 150"/>
                  <a:gd name="T48" fmla="*/ 53 w 155"/>
                  <a:gd name="T49" fmla="*/ 47 h 150"/>
                  <a:gd name="T50" fmla="*/ 53 w 155"/>
                  <a:gd name="T51" fmla="*/ 23 h 150"/>
                  <a:gd name="T52" fmla="*/ 64 w 155"/>
                  <a:gd name="T53" fmla="*/ 23 h 150"/>
                  <a:gd name="T54" fmla="*/ 64 w 155"/>
                  <a:gd name="T55" fmla="*/ 0 h 150"/>
                  <a:gd name="T56" fmla="*/ 22 w 155"/>
                  <a:gd name="T57" fmla="*/ 17 h 150"/>
                  <a:gd name="T58" fmla="*/ 22 w 155"/>
                  <a:gd name="T59" fmla="*/ 10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55" h="150">
                    <a:moveTo>
                      <a:pt x="64" y="117"/>
                    </a:moveTo>
                    <a:cubicBezTo>
                      <a:pt x="74" y="117"/>
                      <a:pt x="85" y="114"/>
                      <a:pt x="94" y="108"/>
                    </a:cubicBezTo>
                    <a:cubicBezTo>
                      <a:pt x="136" y="150"/>
                      <a:pt x="136" y="150"/>
                      <a:pt x="136" y="150"/>
                    </a:cubicBezTo>
                    <a:cubicBezTo>
                      <a:pt x="155" y="131"/>
                      <a:pt x="155" y="131"/>
                      <a:pt x="155" y="131"/>
                    </a:cubicBezTo>
                    <a:cubicBezTo>
                      <a:pt x="113" y="89"/>
                      <a:pt x="113" y="89"/>
                      <a:pt x="113" y="89"/>
                    </a:cubicBezTo>
                    <a:cubicBezTo>
                      <a:pt x="127" y="67"/>
                      <a:pt x="124" y="37"/>
                      <a:pt x="105" y="17"/>
                    </a:cubicBezTo>
                    <a:cubicBezTo>
                      <a:pt x="94" y="6"/>
                      <a:pt x="79" y="0"/>
                      <a:pt x="64" y="0"/>
                    </a:cubicBezTo>
                    <a:cubicBezTo>
                      <a:pt x="64" y="23"/>
                      <a:pt x="64" y="23"/>
                      <a:pt x="64" y="23"/>
                    </a:cubicBezTo>
                    <a:cubicBezTo>
                      <a:pt x="75" y="23"/>
                      <a:pt x="75" y="23"/>
                      <a:pt x="75" y="23"/>
                    </a:cubicBezTo>
                    <a:cubicBezTo>
                      <a:pt x="75" y="47"/>
                      <a:pt x="75" y="47"/>
                      <a:pt x="75" y="47"/>
                    </a:cubicBezTo>
                    <a:cubicBezTo>
                      <a:pt x="99" y="47"/>
                      <a:pt x="99" y="47"/>
                      <a:pt x="99" y="47"/>
                    </a:cubicBezTo>
                    <a:cubicBezTo>
                      <a:pt x="99" y="70"/>
                      <a:pt x="99" y="70"/>
                      <a:pt x="99" y="70"/>
                    </a:cubicBezTo>
                    <a:cubicBezTo>
                      <a:pt x="75" y="70"/>
                      <a:pt x="75" y="70"/>
                      <a:pt x="75" y="70"/>
                    </a:cubicBezTo>
                    <a:cubicBezTo>
                      <a:pt x="75" y="94"/>
                      <a:pt x="75" y="94"/>
                      <a:pt x="75" y="94"/>
                    </a:cubicBezTo>
                    <a:cubicBezTo>
                      <a:pt x="64" y="94"/>
                      <a:pt x="64" y="94"/>
                      <a:pt x="64" y="94"/>
                    </a:cubicBezTo>
                    <a:lnTo>
                      <a:pt x="64" y="117"/>
                    </a:lnTo>
                    <a:close/>
                    <a:moveTo>
                      <a:pt x="22" y="100"/>
                    </a:moveTo>
                    <a:cubicBezTo>
                      <a:pt x="34" y="111"/>
                      <a:pt x="49" y="117"/>
                      <a:pt x="64" y="117"/>
                    </a:cubicBezTo>
                    <a:cubicBezTo>
                      <a:pt x="64" y="94"/>
                      <a:pt x="64" y="94"/>
                      <a:pt x="64" y="94"/>
                    </a:cubicBezTo>
                    <a:cubicBezTo>
                      <a:pt x="53" y="94"/>
                      <a:pt x="53" y="94"/>
                      <a:pt x="53" y="94"/>
                    </a:cubicBezTo>
                    <a:cubicBezTo>
                      <a:pt x="53" y="70"/>
                      <a:pt x="53" y="70"/>
                      <a:pt x="53" y="70"/>
                    </a:cubicBezTo>
                    <a:cubicBezTo>
                      <a:pt x="28" y="70"/>
                      <a:pt x="28" y="70"/>
                      <a:pt x="28" y="70"/>
                    </a:cubicBezTo>
                    <a:cubicBezTo>
                      <a:pt x="28" y="47"/>
                      <a:pt x="28" y="47"/>
                      <a:pt x="28" y="47"/>
                    </a:cubicBezTo>
                    <a:cubicBezTo>
                      <a:pt x="28" y="47"/>
                      <a:pt x="28" y="47"/>
                      <a:pt x="28" y="47"/>
                    </a:cubicBezTo>
                    <a:cubicBezTo>
                      <a:pt x="53" y="47"/>
                      <a:pt x="53" y="47"/>
                      <a:pt x="53" y="47"/>
                    </a:cubicBezTo>
                    <a:cubicBezTo>
                      <a:pt x="53" y="23"/>
                      <a:pt x="53" y="23"/>
                      <a:pt x="53" y="23"/>
                    </a:cubicBezTo>
                    <a:cubicBezTo>
                      <a:pt x="64" y="23"/>
                      <a:pt x="64" y="23"/>
                      <a:pt x="64" y="23"/>
                    </a:cubicBezTo>
                    <a:cubicBezTo>
                      <a:pt x="64" y="0"/>
                      <a:pt x="64" y="0"/>
                      <a:pt x="64" y="0"/>
                    </a:cubicBezTo>
                    <a:cubicBezTo>
                      <a:pt x="49" y="0"/>
                      <a:pt x="34" y="6"/>
                      <a:pt x="22" y="17"/>
                    </a:cubicBezTo>
                    <a:cubicBezTo>
                      <a:pt x="0" y="40"/>
                      <a:pt x="0" y="77"/>
                      <a:pt x="22"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14" name="Freeform 143"/>
              <p:cNvSpPr>
                <a:spLocks/>
              </p:cNvSpPr>
              <p:nvPr/>
            </p:nvSpPr>
            <p:spPr bwMode="auto">
              <a:xfrm>
                <a:off x="-6264275" y="5621338"/>
                <a:ext cx="153988" cy="195263"/>
              </a:xfrm>
              <a:custGeom>
                <a:avLst/>
                <a:gdLst>
                  <a:gd name="T0" fmla="*/ 0 w 41"/>
                  <a:gd name="T1" fmla="*/ 0 h 52"/>
                  <a:gd name="T2" fmla="*/ 16 w 41"/>
                  <a:gd name="T3" fmla="*/ 52 h 52"/>
                  <a:gd name="T4" fmla="*/ 41 w 41"/>
                  <a:gd name="T5" fmla="*/ 0 h 52"/>
                  <a:gd name="T6" fmla="*/ 0 w 41"/>
                  <a:gd name="T7" fmla="*/ 0 h 52"/>
                </a:gdLst>
                <a:ahLst/>
                <a:cxnLst>
                  <a:cxn ang="0">
                    <a:pos x="T0" y="T1"/>
                  </a:cxn>
                  <a:cxn ang="0">
                    <a:pos x="T2" y="T3"/>
                  </a:cxn>
                  <a:cxn ang="0">
                    <a:pos x="T4" y="T5"/>
                  </a:cxn>
                  <a:cxn ang="0">
                    <a:pos x="T6" y="T7"/>
                  </a:cxn>
                </a:cxnLst>
                <a:rect l="0" t="0" r="r" b="b"/>
                <a:pathLst>
                  <a:path w="41" h="52">
                    <a:moveTo>
                      <a:pt x="0" y="0"/>
                    </a:moveTo>
                    <a:cubicBezTo>
                      <a:pt x="1" y="21"/>
                      <a:pt x="7" y="39"/>
                      <a:pt x="16" y="52"/>
                    </a:cubicBezTo>
                    <a:cubicBezTo>
                      <a:pt x="30" y="39"/>
                      <a:pt x="39" y="21"/>
                      <a:pt x="4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15" name="Freeform 144"/>
              <p:cNvSpPr>
                <a:spLocks/>
              </p:cNvSpPr>
              <p:nvPr/>
            </p:nvSpPr>
            <p:spPr bwMode="auto">
              <a:xfrm>
                <a:off x="-6264275" y="5380038"/>
                <a:ext cx="153988" cy="192088"/>
              </a:xfrm>
              <a:custGeom>
                <a:avLst/>
                <a:gdLst>
                  <a:gd name="T0" fmla="*/ 16 w 41"/>
                  <a:gd name="T1" fmla="*/ 0 h 51"/>
                  <a:gd name="T2" fmla="*/ 0 w 41"/>
                  <a:gd name="T3" fmla="*/ 51 h 51"/>
                  <a:gd name="T4" fmla="*/ 41 w 41"/>
                  <a:gd name="T5" fmla="*/ 51 h 51"/>
                  <a:gd name="T6" fmla="*/ 16 w 41"/>
                  <a:gd name="T7" fmla="*/ 0 h 51"/>
                </a:gdLst>
                <a:ahLst/>
                <a:cxnLst>
                  <a:cxn ang="0">
                    <a:pos x="T0" y="T1"/>
                  </a:cxn>
                  <a:cxn ang="0">
                    <a:pos x="T2" y="T3"/>
                  </a:cxn>
                  <a:cxn ang="0">
                    <a:pos x="T4" y="T5"/>
                  </a:cxn>
                  <a:cxn ang="0">
                    <a:pos x="T6" y="T7"/>
                  </a:cxn>
                </a:cxnLst>
                <a:rect l="0" t="0" r="r" b="b"/>
                <a:pathLst>
                  <a:path w="41" h="51">
                    <a:moveTo>
                      <a:pt x="16" y="0"/>
                    </a:moveTo>
                    <a:cubicBezTo>
                      <a:pt x="7" y="12"/>
                      <a:pt x="1" y="30"/>
                      <a:pt x="0" y="51"/>
                    </a:cubicBezTo>
                    <a:cubicBezTo>
                      <a:pt x="41" y="51"/>
                      <a:pt x="41" y="51"/>
                      <a:pt x="41" y="51"/>
                    </a:cubicBezTo>
                    <a:cubicBezTo>
                      <a:pt x="39" y="31"/>
                      <a:pt x="30" y="13"/>
                      <a:pt x="1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16" name="Freeform 145"/>
              <p:cNvSpPr>
                <a:spLocks/>
              </p:cNvSpPr>
              <p:nvPr/>
            </p:nvSpPr>
            <p:spPr bwMode="auto">
              <a:xfrm>
                <a:off x="-6380163" y="5302250"/>
                <a:ext cx="134938" cy="269875"/>
              </a:xfrm>
              <a:custGeom>
                <a:avLst/>
                <a:gdLst>
                  <a:gd name="T0" fmla="*/ 0 w 36"/>
                  <a:gd name="T1" fmla="*/ 0 h 72"/>
                  <a:gd name="T2" fmla="*/ 0 w 36"/>
                  <a:gd name="T3" fmla="*/ 72 h 72"/>
                  <a:gd name="T4" fmla="*/ 18 w 36"/>
                  <a:gd name="T5" fmla="*/ 72 h 72"/>
                  <a:gd name="T6" fmla="*/ 36 w 36"/>
                  <a:gd name="T7" fmla="*/ 12 h 72"/>
                  <a:gd name="T8" fmla="*/ 0 w 36"/>
                  <a:gd name="T9" fmla="*/ 0 h 72"/>
                </a:gdLst>
                <a:ahLst/>
                <a:cxnLst>
                  <a:cxn ang="0">
                    <a:pos x="T0" y="T1"/>
                  </a:cxn>
                  <a:cxn ang="0">
                    <a:pos x="T2" y="T3"/>
                  </a:cxn>
                  <a:cxn ang="0">
                    <a:pos x="T4" y="T5"/>
                  </a:cxn>
                  <a:cxn ang="0">
                    <a:pos x="T6" y="T7"/>
                  </a:cxn>
                  <a:cxn ang="0">
                    <a:pos x="T8" y="T9"/>
                  </a:cxn>
                </a:cxnLst>
                <a:rect l="0" t="0" r="r" b="b"/>
                <a:pathLst>
                  <a:path w="36" h="72">
                    <a:moveTo>
                      <a:pt x="0" y="0"/>
                    </a:moveTo>
                    <a:cubicBezTo>
                      <a:pt x="0" y="72"/>
                      <a:pt x="0" y="72"/>
                      <a:pt x="0" y="72"/>
                    </a:cubicBezTo>
                    <a:cubicBezTo>
                      <a:pt x="18" y="72"/>
                      <a:pt x="18" y="72"/>
                      <a:pt x="18" y="72"/>
                    </a:cubicBezTo>
                    <a:cubicBezTo>
                      <a:pt x="19" y="48"/>
                      <a:pt x="26" y="27"/>
                      <a:pt x="36" y="12"/>
                    </a:cubicBezTo>
                    <a:cubicBezTo>
                      <a:pt x="26" y="6"/>
                      <a:pt x="13"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17" name="Freeform 146"/>
              <p:cNvSpPr>
                <a:spLocks/>
              </p:cNvSpPr>
              <p:nvPr/>
            </p:nvSpPr>
            <p:spPr bwMode="auto">
              <a:xfrm>
                <a:off x="-6569075" y="5621338"/>
                <a:ext cx="139700" cy="269875"/>
              </a:xfrm>
              <a:custGeom>
                <a:avLst/>
                <a:gdLst>
                  <a:gd name="T0" fmla="*/ 37 w 37"/>
                  <a:gd name="T1" fmla="*/ 72 h 72"/>
                  <a:gd name="T2" fmla="*/ 37 w 37"/>
                  <a:gd name="T3" fmla="*/ 0 h 72"/>
                  <a:gd name="T4" fmla="*/ 18 w 37"/>
                  <a:gd name="T5" fmla="*/ 0 h 72"/>
                  <a:gd name="T6" fmla="*/ 0 w 37"/>
                  <a:gd name="T7" fmla="*/ 59 h 72"/>
                  <a:gd name="T8" fmla="*/ 37 w 37"/>
                  <a:gd name="T9" fmla="*/ 72 h 72"/>
                </a:gdLst>
                <a:ahLst/>
                <a:cxnLst>
                  <a:cxn ang="0">
                    <a:pos x="T0" y="T1"/>
                  </a:cxn>
                  <a:cxn ang="0">
                    <a:pos x="T2" y="T3"/>
                  </a:cxn>
                  <a:cxn ang="0">
                    <a:pos x="T4" y="T5"/>
                  </a:cxn>
                  <a:cxn ang="0">
                    <a:pos x="T6" y="T7"/>
                  </a:cxn>
                  <a:cxn ang="0">
                    <a:pos x="T8" y="T9"/>
                  </a:cxn>
                </a:cxnLst>
                <a:rect l="0" t="0" r="r" b="b"/>
                <a:pathLst>
                  <a:path w="37" h="72">
                    <a:moveTo>
                      <a:pt x="37" y="72"/>
                    </a:moveTo>
                    <a:cubicBezTo>
                      <a:pt x="37" y="0"/>
                      <a:pt x="37" y="0"/>
                      <a:pt x="37" y="0"/>
                    </a:cubicBezTo>
                    <a:cubicBezTo>
                      <a:pt x="18" y="0"/>
                      <a:pt x="18" y="0"/>
                      <a:pt x="18" y="0"/>
                    </a:cubicBezTo>
                    <a:cubicBezTo>
                      <a:pt x="17" y="24"/>
                      <a:pt x="10" y="45"/>
                      <a:pt x="0" y="59"/>
                    </a:cubicBezTo>
                    <a:cubicBezTo>
                      <a:pt x="11" y="67"/>
                      <a:pt x="23" y="71"/>
                      <a:pt x="37" y="7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18" name="Freeform 147"/>
              <p:cNvSpPr>
                <a:spLocks/>
              </p:cNvSpPr>
              <p:nvPr/>
            </p:nvSpPr>
            <p:spPr bwMode="auto">
              <a:xfrm>
                <a:off x="-6569075" y="5302250"/>
                <a:ext cx="139700" cy="269875"/>
              </a:xfrm>
              <a:custGeom>
                <a:avLst/>
                <a:gdLst>
                  <a:gd name="T0" fmla="*/ 18 w 37"/>
                  <a:gd name="T1" fmla="*/ 72 h 72"/>
                  <a:gd name="T2" fmla="*/ 37 w 37"/>
                  <a:gd name="T3" fmla="*/ 72 h 72"/>
                  <a:gd name="T4" fmla="*/ 37 w 37"/>
                  <a:gd name="T5" fmla="*/ 0 h 72"/>
                  <a:gd name="T6" fmla="*/ 0 w 37"/>
                  <a:gd name="T7" fmla="*/ 13 h 72"/>
                  <a:gd name="T8" fmla="*/ 18 w 37"/>
                  <a:gd name="T9" fmla="*/ 72 h 72"/>
                </a:gdLst>
                <a:ahLst/>
                <a:cxnLst>
                  <a:cxn ang="0">
                    <a:pos x="T0" y="T1"/>
                  </a:cxn>
                  <a:cxn ang="0">
                    <a:pos x="T2" y="T3"/>
                  </a:cxn>
                  <a:cxn ang="0">
                    <a:pos x="T4" y="T5"/>
                  </a:cxn>
                  <a:cxn ang="0">
                    <a:pos x="T6" y="T7"/>
                  </a:cxn>
                  <a:cxn ang="0">
                    <a:pos x="T8" y="T9"/>
                  </a:cxn>
                </a:cxnLst>
                <a:rect l="0" t="0" r="r" b="b"/>
                <a:pathLst>
                  <a:path w="37" h="72">
                    <a:moveTo>
                      <a:pt x="18" y="72"/>
                    </a:moveTo>
                    <a:cubicBezTo>
                      <a:pt x="37" y="72"/>
                      <a:pt x="37" y="72"/>
                      <a:pt x="37" y="72"/>
                    </a:cubicBezTo>
                    <a:cubicBezTo>
                      <a:pt x="37" y="0"/>
                      <a:pt x="37" y="0"/>
                      <a:pt x="37" y="0"/>
                    </a:cubicBezTo>
                    <a:cubicBezTo>
                      <a:pt x="23" y="1"/>
                      <a:pt x="11" y="6"/>
                      <a:pt x="0" y="13"/>
                    </a:cubicBezTo>
                    <a:cubicBezTo>
                      <a:pt x="10" y="28"/>
                      <a:pt x="17" y="48"/>
                      <a:pt x="18" y="7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19" name="Freeform 148"/>
              <p:cNvSpPr>
                <a:spLocks/>
              </p:cNvSpPr>
              <p:nvPr/>
            </p:nvSpPr>
            <p:spPr bwMode="auto">
              <a:xfrm>
                <a:off x="-6699250" y="5621338"/>
                <a:ext cx="149225" cy="190500"/>
              </a:xfrm>
              <a:custGeom>
                <a:avLst/>
                <a:gdLst>
                  <a:gd name="T0" fmla="*/ 25 w 40"/>
                  <a:gd name="T1" fmla="*/ 51 h 51"/>
                  <a:gd name="T2" fmla="*/ 40 w 40"/>
                  <a:gd name="T3" fmla="*/ 0 h 51"/>
                  <a:gd name="T4" fmla="*/ 0 w 40"/>
                  <a:gd name="T5" fmla="*/ 0 h 51"/>
                  <a:gd name="T6" fmla="*/ 25 w 40"/>
                  <a:gd name="T7" fmla="*/ 51 h 51"/>
                </a:gdLst>
                <a:ahLst/>
                <a:cxnLst>
                  <a:cxn ang="0">
                    <a:pos x="T0" y="T1"/>
                  </a:cxn>
                  <a:cxn ang="0">
                    <a:pos x="T2" y="T3"/>
                  </a:cxn>
                  <a:cxn ang="0">
                    <a:pos x="T4" y="T5"/>
                  </a:cxn>
                  <a:cxn ang="0">
                    <a:pos x="T6" y="T7"/>
                  </a:cxn>
                </a:cxnLst>
                <a:rect l="0" t="0" r="r" b="b"/>
                <a:pathLst>
                  <a:path w="40" h="51">
                    <a:moveTo>
                      <a:pt x="25" y="51"/>
                    </a:moveTo>
                    <a:cubicBezTo>
                      <a:pt x="33" y="38"/>
                      <a:pt x="39" y="21"/>
                      <a:pt x="40" y="0"/>
                    </a:cubicBezTo>
                    <a:cubicBezTo>
                      <a:pt x="0" y="0"/>
                      <a:pt x="0" y="0"/>
                      <a:pt x="0" y="0"/>
                    </a:cubicBezTo>
                    <a:cubicBezTo>
                      <a:pt x="1" y="20"/>
                      <a:pt x="11" y="38"/>
                      <a:pt x="25"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20" name="Freeform 149"/>
              <p:cNvSpPr>
                <a:spLocks/>
              </p:cNvSpPr>
              <p:nvPr/>
            </p:nvSpPr>
            <p:spPr bwMode="auto">
              <a:xfrm>
                <a:off x="-6699250" y="5380038"/>
                <a:ext cx="149225" cy="192088"/>
              </a:xfrm>
              <a:custGeom>
                <a:avLst/>
                <a:gdLst>
                  <a:gd name="T0" fmla="*/ 25 w 40"/>
                  <a:gd name="T1" fmla="*/ 0 h 51"/>
                  <a:gd name="T2" fmla="*/ 0 w 40"/>
                  <a:gd name="T3" fmla="*/ 51 h 51"/>
                  <a:gd name="T4" fmla="*/ 40 w 40"/>
                  <a:gd name="T5" fmla="*/ 51 h 51"/>
                  <a:gd name="T6" fmla="*/ 25 w 40"/>
                  <a:gd name="T7" fmla="*/ 0 h 51"/>
                </a:gdLst>
                <a:ahLst/>
                <a:cxnLst>
                  <a:cxn ang="0">
                    <a:pos x="T0" y="T1"/>
                  </a:cxn>
                  <a:cxn ang="0">
                    <a:pos x="T2" y="T3"/>
                  </a:cxn>
                  <a:cxn ang="0">
                    <a:pos x="T4" y="T5"/>
                  </a:cxn>
                  <a:cxn ang="0">
                    <a:pos x="T6" y="T7"/>
                  </a:cxn>
                </a:cxnLst>
                <a:rect l="0" t="0" r="r" b="b"/>
                <a:pathLst>
                  <a:path w="40" h="51">
                    <a:moveTo>
                      <a:pt x="25" y="0"/>
                    </a:moveTo>
                    <a:cubicBezTo>
                      <a:pt x="11" y="13"/>
                      <a:pt x="1" y="31"/>
                      <a:pt x="0" y="51"/>
                    </a:cubicBezTo>
                    <a:cubicBezTo>
                      <a:pt x="40" y="51"/>
                      <a:pt x="40" y="51"/>
                      <a:pt x="40" y="51"/>
                    </a:cubicBezTo>
                    <a:cubicBezTo>
                      <a:pt x="39" y="31"/>
                      <a:pt x="33" y="13"/>
                      <a:pt x="2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21" name="Freeform 150"/>
              <p:cNvSpPr>
                <a:spLocks/>
              </p:cNvSpPr>
              <p:nvPr/>
            </p:nvSpPr>
            <p:spPr bwMode="auto">
              <a:xfrm>
                <a:off x="-6380163" y="5621338"/>
                <a:ext cx="134938" cy="269875"/>
              </a:xfrm>
              <a:custGeom>
                <a:avLst/>
                <a:gdLst>
                  <a:gd name="T0" fmla="*/ 0 w 36"/>
                  <a:gd name="T1" fmla="*/ 72 h 72"/>
                  <a:gd name="T2" fmla="*/ 36 w 36"/>
                  <a:gd name="T3" fmla="*/ 60 h 72"/>
                  <a:gd name="T4" fmla="*/ 18 w 36"/>
                  <a:gd name="T5" fmla="*/ 0 h 72"/>
                  <a:gd name="T6" fmla="*/ 0 w 36"/>
                  <a:gd name="T7" fmla="*/ 0 h 72"/>
                  <a:gd name="T8" fmla="*/ 0 w 36"/>
                  <a:gd name="T9" fmla="*/ 72 h 72"/>
                </a:gdLst>
                <a:ahLst/>
                <a:cxnLst>
                  <a:cxn ang="0">
                    <a:pos x="T0" y="T1"/>
                  </a:cxn>
                  <a:cxn ang="0">
                    <a:pos x="T2" y="T3"/>
                  </a:cxn>
                  <a:cxn ang="0">
                    <a:pos x="T4" y="T5"/>
                  </a:cxn>
                  <a:cxn ang="0">
                    <a:pos x="T6" y="T7"/>
                  </a:cxn>
                  <a:cxn ang="0">
                    <a:pos x="T8" y="T9"/>
                  </a:cxn>
                </a:cxnLst>
                <a:rect l="0" t="0" r="r" b="b"/>
                <a:pathLst>
                  <a:path w="36" h="72">
                    <a:moveTo>
                      <a:pt x="0" y="72"/>
                    </a:moveTo>
                    <a:cubicBezTo>
                      <a:pt x="13" y="71"/>
                      <a:pt x="26" y="67"/>
                      <a:pt x="36" y="60"/>
                    </a:cubicBezTo>
                    <a:cubicBezTo>
                      <a:pt x="26" y="45"/>
                      <a:pt x="19" y="24"/>
                      <a:pt x="18" y="0"/>
                    </a:cubicBezTo>
                    <a:cubicBezTo>
                      <a:pt x="0" y="0"/>
                      <a:pt x="0" y="0"/>
                      <a:pt x="0" y="0"/>
                    </a:cubicBezTo>
                    <a:lnTo>
                      <a:pt x="0" y="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22" name="Freeform 151"/>
              <p:cNvSpPr>
                <a:spLocks noEditPoints="1"/>
              </p:cNvSpPr>
              <p:nvPr/>
            </p:nvSpPr>
            <p:spPr bwMode="auto">
              <a:xfrm>
                <a:off x="-2324100" y="5951538"/>
                <a:ext cx="582613" cy="712788"/>
              </a:xfrm>
              <a:custGeom>
                <a:avLst/>
                <a:gdLst>
                  <a:gd name="T0" fmla="*/ 108 w 155"/>
                  <a:gd name="T1" fmla="*/ 175 h 190"/>
                  <a:gd name="T2" fmla="*/ 155 w 155"/>
                  <a:gd name="T3" fmla="*/ 190 h 190"/>
                  <a:gd name="T4" fmla="*/ 108 w 155"/>
                  <a:gd name="T5" fmla="*/ 109 h 190"/>
                  <a:gd name="T6" fmla="*/ 98 w 155"/>
                  <a:gd name="T7" fmla="*/ 92 h 190"/>
                  <a:gd name="T8" fmla="*/ 89 w 155"/>
                  <a:gd name="T9" fmla="*/ 132 h 190"/>
                  <a:gd name="T10" fmla="*/ 93 w 155"/>
                  <a:gd name="T11" fmla="*/ 144 h 190"/>
                  <a:gd name="T12" fmla="*/ 89 w 155"/>
                  <a:gd name="T13" fmla="*/ 140 h 190"/>
                  <a:gd name="T14" fmla="*/ 96 w 155"/>
                  <a:gd name="T15" fmla="*/ 161 h 190"/>
                  <a:gd name="T16" fmla="*/ 89 w 155"/>
                  <a:gd name="T17" fmla="*/ 175 h 190"/>
                  <a:gd name="T18" fmla="*/ 89 w 155"/>
                  <a:gd name="T19" fmla="*/ 175 h 190"/>
                  <a:gd name="T20" fmla="*/ 77 w 155"/>
                  <a:gd name="T21" fmla="*/ 161 h 190"/>
                  <a:gd name="T22" fmla="*/ 89 w 155"/>
                  <a:gd name="T23" fmla="*/ 50 h 190"/>
                  <a:gd name="T24" fmla="*/ 82 w 155"/>
                  <a:gd name="T25" fmla="*/ 28 h 190"/>
                  <a:gd name="T26" fmla="*/ 77 w 155"/>
                  <a:gd name="T27" fmla="*/ 56 h 190"/>
                  <a:gd name="T28" fmla="*/ 77 w 155"/>
                  <a:gd name="T29" fmla="*/ 92 h 190"/>
                  <a:gd name="T30" fmla="*/ 85 w 155"/>
                  <a:gd name="T31" fmla="*/ 109 h 190"/>
                  <a:gd name="T32" fmla="*/ 77 w 155"/>
                  <a:gd name="T33" fmla="*/ 129 h 190"/>
                  <a:gd name="T34" fmla="*/ 89 w 155"/>
                  <a:gd name="T35" fmla="*/ 154 h 190"/>
                  <a:gd name="T36" fmla="*/ 84 w 155"/>
                  <a:gd name="T37" fmla="*/ 136 h 190"/>
                  <a:gd name="T38" fmla="*/ 89 w 155"/>
                  <a:gd name="T39" fmla="*/ 50 h 190"/>
                  <a:gd name="T40" fmla="*/ 77 w 155"/>
                  <a:gd name="T41" fmla="*/ 175 h 190"/>
                  <a:gd name="T42" fmla="*/ 77 w 155"/>
                  <a:gd name="T43" fmla="*/ 161 h 190"/>
                  <a:gd name="T44" fmla="*/ 77 w 155"/>
                  <a:gd name="T45" fmla="*/ 161 h 190"/>
                  <a:gd name="T46" fmla="*/ 66 w 155"/>
                  <a:gd name="T47" fmla="*/ 175 h 190"/>
                  <a:gd name="T48" fmla="*/ 77 w 155"/>
                  <a:gd name="T49" fmla="*/ 0 h 190"/>
                  <a:gd name="T50" fmla="*/ 70 w 155"/>
                  <a:gd name="T51" fmla="*/ 28 h 190"/>
                  <a:gd name="T52" fmla="*/ 66 w 155"/>
                  <a:gd name="T53" fmla="*/ 132 h 190"/>
                  <a:gd name="T54" fmla="*/ 66 w 155"/>
                  <a:gd name="T55" fmla="*/ 140 h 190"/>
                  <a:gd name="T56" fmla="*/ 77 w 155"/>
                  <a:gd name="T57" fmla="*/ 143 h 190"/>
                  <a:gd name="T58" fmla="*/ 77 w 155"/>
                  <a:gd name="T59" fmla="*/ 129 h 190"/>
                  <a:gd name="T60" fmla="*/ 68 w 155"/>
                  <a:gd name="T61" fmla="*/ 119 h 190"/>
                  <a:gd name="T62" fmla="*/ 77 w 155"/>
                  <a:gd name="T63" fmla="*/ 109 h 190"/>
                  <a:gd name="T64" fmla="*/ 77 w 155"/>
                  <a:gd name="T65" fmla="*/ 109 h 190"/>
                  <a:gd name="T66" fmla="*/ 77 w 155"/>
                  <a:gd name="T67" fmla="*/ 92 h 190"/>
                  <a:gd name="T68" fmla="*/ 77 w 155"/>
                  <a:gd name="T69" fmla="*/ 56 h 190"/>
                  <a:gd name="T70" fmla="*/ 77 w 155"/>
                  <a:gd name="T71" fmla="*/ 56 h 190"/>
                  <a:gd name="T72" fmla="*/ 0 w 155"/>
                  <a:gd name="T73" fmla="*/ 190 h 190"/>
                  <a:gd name="T74" fmla="*/ 47 w 155"/>
                  <a:gd name="T75" fmla="*/ 175 h 190"/>
                  <a:gd name="T76" fmla="*/ 66 w 155"/>
                  <a:gd name="T77" fmla="*/ 161 h 190"/>
                  <a:gd name="T78" fmla="*/ 66 w 155"/>
                  <a:gd name="T79" fmla="*/ 154 h 190"/>
                  <a:gd name="T80" fmla="*/ 62 w 155"/>
                  <a:gd name="T81" fmla="*/ 144 h 190"/>
                  <a:gd name="T82" fmla="*/ 65 w 155"/>
                  <a:gd name="T83" fmla="*/ 131 h 190"/>
                  <a:gd name="T84" fmla="*/ 66 w 155"/>
                  <a:gd name="T85" fmla="*/ 50 h 190"/>
                  <a:gd name="T86" fmla="*/ 47 w 155"/>
                  <a:gd name="T87" fmla="*/ 92 h 190"/>
                  <a:gd name="T88" fmla="*/ 52 w 155"/>
                  <a:gd name="T89" fmla="*/ 109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5" h="190">
                    <a:moveTo>
                      <a:pt x="89" y="175"/>
                    </a:moveTo>
                    <a:cubicBezTo>
                      <a:pt x="108" y="175"/>
                      <a:pt x="108" y="175"/>
                      <a:pt x="108" y="175"/>
                    </a:cubicBezTo>
                    <a:cubicBezTo>
                      <a:pt x="124" y="190"/>
                      <a:pt x="124" y="190"/>
                      <a:pt x="124" y="190"/>
                    </a:cubicBezTo>
                    <a:cubicBezTo>
                      <a:pt x="155" y="190"/>
                      <a:pt x="155" y="190"/>
                      <a:pt x="155" y="190"/>
                    </a:cubicBezTo>
                    <a:cubicBezTo>
                      <a:pt x="130" y="177"/>
                      <a:pt x="114" y="142"/>
                      <a:pt x="103" y="109"/>
                    </a:cubicBezTo>
                    <a:cubicBezTo>
                      <a:pt x="108" y="109"/>
                      <a:pt x="108" y="109"/>
                      <a:pt x="108" y="109"/>
                    </a:cubicBezTo>
                    <a:cubicBezTo>
                      <a:pt x="108" y="92"/>
                      <a:pt x="108" y="92"/>
                      <a:pt x="108" y="92"/>
                    </a:cubicBezTo>
                    <a:cubicBezTo>
                      <a:pt x="98" y="92"/>
                      <a:pt x="98" y="92"/>
                      <a:pt x="98" y="92"/>
                    </a:cubicBezTo>
                    <a:cubicBezTo>
                      <a:pt x="94" y="77"/>
                      <a:pt x="91" y="62"/>
                      <a:pt x="89" y="50"/>
                    </a:cubicBezTo>
                    <a:cubicBezTo>
                      <a:pt x="89" y="132"/>
                      <a:pt x="89" y="132"/>
                      <a:pt x="89" y="132"/>
                    </a:cubicBezTo>
                    <a:cubicBezTo>
                      <a:pt x="89" y="131"/>
                      <a:pt x="89" y="131"/>
                      <a:pt x="89" y="131"/>
                    </a:cubicBezTo>
                    <a:cubicBezTo>
                      <a:pt x="90" y="135"/>
                      <a:pt x="92" y="140"/>
                      <a:pt x="93" y="144"/>
                    </a:cubicBezTo>
                    <a:cubicBezTo>
                      <a:pt x="93" y="144"/>
                      <a:pt x="93" y="144"/>
                      <a:pt x="93" y="144"/>
                    </a:cubicBezTo>
                    <a:cubicBezTo>
                      <a:pt x="89" y="140"/>
                      <a:pt x="89" y="140"/>
                      <a:pt x="89" y="140"/>
                    </a:cubicBezTo>
                    <a:cubicBezTo>
                      <a:pt x="89" y="154"/>
                      <a:pt x="89" y="154"/>
                      <a:pt x="89" y="154"/>
                    </a:cubicBezTo>
                    <a:cubicBezTo>
                      <a:pt x="96" y="161"/>
                      <a:pt x="96" y="161"/>
                      <a:pt x="96" y="161"/>
                    </a:cubicBezTo>
                    <a:cubicBezTo>
                      <a:pt x="89" y="161"/>
                      <a:pt x="89" y="161"/>
                      <a:pt x="89" y="161"/>
                    </a:cubicBezTo>
                    <a:lnTo>
                      <a:pt x="89" y="175"/>
                    </a:lnTo>
                    <a:close/>
                    <a:moveTo>
                      <a:pt x="77" y="175"/>
                    </a:moveTo>
                    <a:cubicBezTo>
                      <a:pt x="89" y="175"/>
                      <a:pt x="89" y="175"/>
                      <a:pt x="89" y="175"/>
                    </a:cubicBezTo>
                    <a:cubicBezTo>
                      <a:pt x="89" y="161"/>
                      <a:pt x="89" y="161"/>
                      <a:pt x="89" y="161"/>
                    </a:cubicBezTo>
                    <a:cubicBezTo>
                      <a:pt x="77" y="161"/>
                      <a:pt x="77" y="161"/>
                      <a:pt x="77" y="161"/>
                    </a:cubicBezTo>
                    <a:cubicBezTo>
                      <a:pt x="77" y="175"/>
                      <a:pt x="77" y="175"/>
                      <a:pt x="77" y="175"/>
                    </a:cubicBezTo>
                    <a:close/>
                    <a:moveTo>
                      <a:pt x="89" y="50"/>
                    </a:moveTo>
                    <a:cubicBezTo>
                      <a:pt x="86" y="37"/>
                      <a:pt x="85" y="28"/>
                      <a:pt x="85" y="28"/>
                    </a:cubicBezTo>
                    <a:cubicBezTo>
                      <a:pt x="82" y="28"/>
                      <a:pt x="82" y="28"/>
                      <a:pt x="82" y="28"/>
                    </a:cubicBezTo>
                    <a:cubicBezTo>
                      <a:pt x="77" y="0"/>
                      <a:pt x="77" y="0"/>
                      <a:pt x="77" y="0"/>
                    </a:cubicBezTo>
                    <a:cubicBezTo>
                      <a:pt x="77" y="56"/>
                      <a:pt x="77" y="56"/>
                      <a:pt x="77" y="56"/>
                    </a:cubicBezTo>
                    <a:cubicBezTo>
                      <a:pt x="77" y="57"/>
                      <a:pt x="79" y="84"/>
                      <a:pt x="81" y="92"/>
                    </a:cubicBezTo>
                    <a:cubicBezTo>
                      <a:pt x="77" y="92"/>
                      <a:pt x="77" y="92"/>
                      <a:pt x="77" y="92"/>
                    </a:cubicBezTo>
                    <a:cubicBezTo>
                      <a:pt x="77" y="109"/>
                      <a:pt x="77" y="109"/>
                      <a:pt x="77" y="109"/>
                    </a:cubicBezTo>
                    <a:cubicBezTo>
                      <a:pt x="85" y="109"/>
                      <a:pt x="85" y="109"/>
                      <a:pt x="85" y="109"/>
                    </a:cubicBezTo>
                    <a:cubicBezTo>
                      <a:pt x="85" y="109"/>
                      <a:pt x="85" y="113"/>
                      <a:pt x="87" y="119"/>
                    </a:cubicBezTo>
                    <a:cubicBezTo>
                      <a:pt x="77" y="129"/>
                      <a:pt x="77" y="129"/>
                      <a:pt x="77" y="129"/>
                    </a:cubicBezTo>
                    <a:cubicBezTo>
                      <a:pt x="77" y="143"/>
                      <a:pt x="77" y="143"/>
                      <a:pt x="77" y="143"/>
                    </a:cubicBezTo>
                    <a:cubicBezTo>
                      <a:pt x="89" y="154"/>
                      <a:pt x="89" y="154"/>
                      <a:pt x="89" y="154"/>
                    </a:cubicBezTo>
                    <a:cubicBezTo>
                      <a:pt x="89" y="140"/>
                      <a:pt x="89" y="140"/>
                      <a:pt x="89" y="140"/>
                    </a:cubicBezTo>
                    <a:cubicBezTo>
                      <a:pt x="84" y="136"/>
                      <a:pt x="84" y="136"/>
                      <a:pt x="84" y="136"/>
                    </a:cubicBezTo>
                    <a:cubicBezTo>
                      <a:pt x="89" y="132"/>
                      <a:pt x="89" y="132"/>
                      <a:pt x="89" y="132"/>
                    </a:cubicBezTo>
                    <a:lnTo>
                      <a:pt x="89" y="50"/>
                    </a:lnTo>
                    <a:close/>
                    <a:moveTo>
                      <a:pt x="66" y="175"/>
                    </a:moveTo>
                    <a:cubicBezTo>
                      <a:pt x="77" y="175"/>
                      <a:pt x="77" y="175"/>
                      <a:pt x="77" y="175"/>
                    </a:cubicBezTo>
                    <a:cubicBezTo>
                      <a:pt x="77" y="175"/>
                      <a:pt x="77" y="175"/>
                      <a:pt x="77" y="175"/>
                    </a:cubicBezTo>
                    <a:cubicBezTo>
                      <a:pt x="77" y="161"/>
                      <a:pt x="77" y="161"/>
                      <a:pt x="77" y="161"/>
                    </a:cubicBezTo>
                    <a:cubicBezTo>
                      <a:pt x="77" y="161"/>
                      <a:pt x="77" y="161"/>
                      <a:pt x="77" y="161"/>
                    </a:cubicBezTo>
                    <a:cubicBezTo>
                      <a:pt x="77" y="161"/>
                      <a:pt x="77" y="161"/>
                      <a:pt x="77" y="161"/>
                    </a:cubicBezTo>
                    <a:cubicBezTo>
                      <a:pt x="66" y="161"/>
                      <a:pt x="66" y="161"/>
                      <a:pt x="66" y="161"/>
                    </a:cubicBezTo>
                    <a:cubicBezTo>
                      <a:pt x="66" y="175"/>
                      <a:pt x="66" y="175"/>
                      <a:pt x="66" y="175"/>
                    </a:cubicBezTo>
                    <a:close/>
                    <a:moveTo>
                      <a:pt x="77" y="0"/>
                    </a:moveTo>
                    <a:cubicBezTo>
                      <a:pt x="77" y="0"/>
                      <a:pt x="77" y="0"/>
                      <a:pt x="77" y="0"/>
                    </a:cubicBezTo>
                    <a:cubicBezTo>
                      <a:pt x="72" y="28"/>
                      <a:pt x="72" y="28"/>
                      <a:pt x="72" y="28"/>
                    </a:cubicBezTo>
                    <a:cubicBezTo>
                      <a:pt x="70" y="28"/>
                      <a:pt x="70" y="28"/>
                      <a:pt x="70" y="28"/>
                    </a:cubicBezTo>
                    <a:cubicBezTo>
                      <a:pt x="70" y="28"/>
                      <a:pt x="69" y="37"/>
                      <a:pt x="66" y="50"/>
                    </a:cubicBezTo>
                    <a:cubicBezTo>
                      <a:pt x="66" y="132"/>
                      <a:pt x="66" y="132"/>
                      <a:pt x="66" y="132"/>
                    </a:cubicBezTo>
                    <a:cubicBezTo>
                      <a:pt x="70" y="136"/>
                      <a:pt x="70" y="136"/>
                      <a:pt x="70" y="136"/>
                    </a:cubicBezTo>
                    <a:cubicBezTo>
                      <a:pt x="66" y="140"/>
                      <a:pt x="66" y="140"/>
                      <a:pt x="66" y="140"/>
                    </a:cubicBezTo>
                    <a:cubicBezTo>
                      <a:pt x="66" y="154"/>
                      <a:pt x="66" y="154"/>
                      <a:pt x="66" y="154"/>
                    </a:cubicBezTo>
                    <a:cubicBezTo>
                      <a:pt x="77" y="143"/>
                      <a:pt x="77" y="143"/>
                      <a:pt x="77" y="143"/>
                    </a:cubicBezTo>
                    <a:cubicBezTo>
                      <a:pt x="77" y="143"/>
                      <a:pt x="77" y="143"/>
                      <a:pt x="77" y="143"/>
                    </a:cubicBezTo>
                    <a:cubicBezTo>
                      <a:pt x="77" y="129"/>
                      <a:pt x="77" y="129"/>
                      <a:pt x="77" y="129"/>
                    </a:cubicBezTo>
                    <a:cubicBezTo>
                      <a:pt x="77" y="129"/>
                      <a:pt x="77" y="129"/>
                      <a:pt x="77" y="129"/>
                    </a:cubicBezTo>
                    <a:cubicBezTo>
                      <a:pt x="68" y="119"/>
                      <a:pt x="68" y="119"/>
                      <a:pt x="68" y="119"/>
                    </a:cubicBezTo>
                    <a:cubicBezTo>
                      <a:pt x="69" y="113"/>
                      <a:pt x="70" y="109"/>
                      <a:pt x="70" y="109"/>
                    </a:cubicBezTo>
                    <a:cubicBezTo>
                      <a:pt x="77" y="109"/>
                      <a:pt x="77" y="109"/>
                      <a:pt x="77" y="109"/>
                    </a:cubicBezTo>
                    <a:cubicBezTo>
                      <a:pt x="77" y="109"/>
                      <a:pt x="77" y="109"/>
                      <a:pt x="77" y="109"/>
                    </a:cubicBezTo>
                    <a:cubicBezTo>
                      <a:pt x="77" y="109"/>
                      <a:pt x="77" y="109"/>
                      <a:pt x="77" y="109"/>
                    </a:cubicBezTo>
                    <a:cubicBezTo>
                      <a:pt x="77" y="92"/>
                      <a:pt x="77" y="92"/>
                      <a:pt x="77" y="92"/>
                    </a:cubicBezTo>
                    <a:cubicBezTo>
                      <a:pt x="77" y="92"/>
                      <a:pt x="77" y="92"/>
                      <a:pt x="77" y="92"/>
                    </a:cubicBezTo>
                    <a:cubicBezTo>
                      <a:pt x="74" y="92"/>
                      <a:pt x="74" y="92"/>
                      <a:pt x="74" y="92"/>
                    </a:cubicBezTo>
                    <a:cubicBezTo>
                      <a:pt x="76" y="84"/>
                      <a:pt x="77" y="56"/>
                      <a:pt x="77" y="56"/>
                    </a:cubicBezTo>
                    <a:cubicBezTo>
                      <a:pt x="77" y="56"/>
                      <a:pt x="77" y="56"/>
                      <a:pt x="77" y="56"/>
                    </a:cubicBezTo>
                    <a:cubicBezTo>
                      <a:pt x="77" y="56"/>
                      <a:pt x="77" y="56"/>
                      <a:pt x="77" y="56"/>
                    </a:cubicBezTo>
                    <a:lnTo>
                      <a:pt x="77" y="0"/>
                    </a:lnTo>
                    <a:close/>
                    <a:moveTo>
                      <a:pt x="0" y="190"/>
                    </a:moveTo>
                    <a:cubicBezTo>
                      <a:pt x="31" y="190"/>
                      <a:pt x="31" y="190"/>
                      <a:pt x="31" y="190"/>
                    </a:cubicBezTo>
                    <a:cubicBezTo>
                      <a:pt x="47" y="175"/>
                      <a:pt x="47" y="175"/>
                      <a:pt x="47" y="175"/>
                    </a:cubicBezTo>
                    <a:cubicBezTo>
                      <a:pt x="66" y="175"/>
                      <a:pt x="66" y="175"/>
                      <a:pt x="66" y="175"/>
                    </a:cubicBezTo>
                    <a:cubicBezTo>
                      <a:pt x="66" y="161"/>
                      <a:pt x="66" y="161"/>
                      <a:pt x="66" y="161"/>
                    </a:cubicBezTo>
                    <a:cubicBezTo>
                      <a:pt x="59" y="161"/>
                      <a:pt x="59" y="161"/>
                      <a:pt x="59" y="161"/>
                    </a:cubicBezTo>
                    <a:cubicBezTo>
                      <a:pt x="66" y="154"/>
                      <a:pt x="66" y="154"/>
                      <a:pt x="66" y="154"/>
                    </a:cubicBezTo>
                    <a:cubicBezTo>
                      <a:pt x="66" y="140"/>
                      <a:pt x="66" y="140"/>
                      <a:pt x="66" y="140"/>
                    </a:cubicBezTo>
                    <a:cubicBezTo>
                      <a:pt x="62" y="144"/>
                      <a:pt x="62" y="144"/>
                      <a:pt x="62" y="144"/>
                    </a:cubicBezTo>
                    <a:cubicBezTo>
                      <a:pt x="63" y="140"/>
                      <a:pt x="64" y="135"/>
                      <a:pt x="65" y="131"/>
                    </a:cubicBezTo>
                    <a:cubicBezTo>
                      <a:pt x="65" y="131"/>
                      <a:pt x="65" y="131"/>
                      <a:pt x="65" y="131"/>
                    </a:cubicBezTo>
                    <a:cubicBezTo>
                      <a:pt x="66" y="132"/>
                      <a:pt x="66" y="132"/>
                      <a:pt x="66" y="132"/>
                    </a:cubicBezTo>
                    <a:cubicBezTo>
                      <a:pt x="66" y="50"/>
                      <a:pt x="66" y="50"/>
                      <a:pt x="66" y="50"/>
                    </a:cubicBezTo>
                    <a:cubicBezTo>
                      <a:pt x="64" y="62"/>
                      <a:pt x="61" y="77"/>
                      <a:pt x="57" y="92"/>
                    </a:cubicBezTo>
                    <a:cubicBezTo>
                      <a:pt x="47" y="92"/>
                      <a:pt x="47" y="92"/>
                      <a:pt x="47" y="92"/>
                    </a:cubicBezTo>
                    <a:cubicBezTo>
                      <a:pt x="47" y="109"/>
                      <a:pt x="47" y="109"/>
                      <a:pt x="47" y="109"/>
                    </a:cubicBezTo>
                    <a:cubicBezTo>
                      <a:pt x="52" y="109"/>
                      <a:pt x="52" y="109"/>
                      <a:pt x="52" y="109"/>
                    </a:cubicBezTo>
                    <a:cubicBezTo>
                      <a:pt x="41" y="142"/>
                      <a:pt x="25" y="177"/>
                      <a:pt x="0" y="1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23" name="Freeform 152"/>
              <p:cNvSpPr>
                <a:spLocks/>
              </p:cNvSpPr>
              <p:nvPr/>
            </p:nvSpPr>
            <p:spPr bwMode="auto">
              <a:xfrm>
                <a:off x="-1196975" y="2162175"/>
                <a:ext cx="233363" cy="668338"/>
              </a:xfrm>
              <a:custGeom>
                <a:avLst/>
                <a:gdLst>
                  <a:gd name="T0" fmla="*/ 8 w 62"/>
                  <a:gd name="T1" fmla="*/ 21 h 178"/>
                  <a:gd name="T2" fmla="*/ 1 w 62"/>
                  <a:gd name="T3" fmla="*/ 43 h 178"/>
                  <a:gd name="T4" fmla="*/ 6 w 62"/>
                  <a:gd name="T5" fmla="*/ 62 h 178"/>
                  <a:gd name="T6" fmla="*/ 23 w 62"/>
                  <a:gd name="T7" fmla="*/ 82 h 178"/>
                  <a:gd name="T8" fmla="*/ 23 w 62"/>
                  <a:gd name="T9" fmla="*/ 178 h 178"/>
                  <a:gd name="T10" fmla="*/ 40 w 62"/>
                  <a:gd name="T11" fmla="*/ 178 h 178"/>
                  <a:gd name="T12" fmla="*/ 40 w 62"/>
                  <a:gd name="T13" fmla="*/ 82 h 178"/>
                  <a:gd name="T14" fmla="*/ 57 w 62"/>
                  <a:gd name="T15" fmla="*/ 62 h 178"/>
                  <a:gd name="T16" fmla="*/ 61 w 62"/>
                  <a:gd name="T17" fmla="*/ 43 h 178"/>
                  <a:gd name="T18" fmla="*/ 55 w 62"/>
                  <a:gd name="T19" fmla="*/ 21 h 178"/>
                  <a:gd name="T20" fmla="*/ 41 w 62"/>
                  <a:gd name="T21" fmla="*/ 1 h 178"/>
                  <a:gd name="T22" fmla="*/ 46 w 62"/>
                  <a:gd name="T23" fmla="*/ 42 h 178"/>
                  <a:gd name="T24" fmla="*/ 40 w 62"/>
                  <a:gd name="T25" fmla="*/ 42 h 178"/>
                  <a:gd name="T26" fmla="*/ 36 w 62"/>
                  <a:gd name="T27" fmla="*/ 0 h 178"/>
                  <a:gd name="T28" fmla="*/ 31 w 62"/>
                  <a:gd name="T29" fmla="*/ 0 h 178"/>
                  <a:gd name="T30" fmla="*/ 27 w 62"/>
                  <a:gd name="T31" fmla="*/ 0 h 178"/>
                  <a:gd name="T32" fmla="*/ 22 w 62"/>
                  <a:gd name="T33" fmla="*/ 42 h 178"/>
                  <a:gd name="T34" fmla="*/ 17 w 62"/>
                  <a:gd name="T35" fmla="*/ 42 h 178"/>
                  <a:gd name="T36" fmla="*/ 21 w 62"/>
                  <a:gd name="T37" fmla="*/ 1 h 178"/>
                  <a:gd name="T38" fmla="*/ 8 w 62"/>
                  <a:gd name="T39" fmla="*/ 21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2" h="178">
                    <a:moveTo>
                      <a:pt x="8" y="21"/>
                    </a:moveTo>
                    <a:cubicBezTo>
                      <a:pt x="5" y="29"/>
                      <a:pt x="2" y="36"/>
                      <a:pt x="1" y="43"/>
                    </a:cubicBezTo>
                    <a:cubicBezTo>
                      <a:pt x="0" y="51"/>
                      <a:pt x="2" y="56"/>
                      <a:pt x="6" y="62"/>
                    </a:cubicBezTo>
                    <a:cubicBezTo>
                      <a:pt x="9" y="68"/>
                      <a:pt x="15" y="77"/>
                      <a:pt x="23" y="82"/>
                    </a:cubicBezTo>
                    <a:cubicBezTo>
                      <a:pt x="23" y="178"/>
                      <a:pt x="23" y="178"/>
                      <a:pt x="23" y="178"/>
                    </a:cubicBezTo>
                    <a:cubicBezTo>
                      <a:pt x="40" y="178"/>
                      <a:pt x="40" y="178"/>
                      <a:pt x="40" y="178"/>
                    </a:cubicBezTo>
                    <a:cubicBezTo>
                      <a:pt x="40" y="82"/>
                      <a:pt x="40" y="82"/>
                      <a:pt x="40" y="82"/>
                    </a:cubicBezTo>
                    <a:cubicBezTo>
                      <a:pt x="47" y="78"/>
                      <a:pt x="53" y="68"/>
                      <a:pt x="57" y="62"/>
                    </a:cubicBezTo>
                    <a:cubicBezTo>
                      <a:pt x="60" y="56"/>
                      <a:pt x="62" y="51"/>
                      <a:pt x="61" y="43"/>
                    </a:cubicBezTo>
                    <a:cubicBezTo>
                      <a:pt x="60" y="36"/>
                      <a:pt x="57" y="29"/>
                      <a:pt x="55" y="21"/>
                    </a:cubicBezTo>
                    <a:cubicBezTo>
                      <a:pt x="53" y="16"/>
                      <a:pt x="49" y="2"/>
                      <a:pt x="41" y="1"/>
                    </a:cubicBezTo>
                    <a:cubicBezTo>
                      <a:pt x="46" y="42"/>
                      <a:pt x="46" y="42"/>
                      <a:pt x="46" y="42"/>
                    </a:cubicBezTo>
                    <a:cubicBezTo>
                      <a:pt x="40" y="42"/>
                      <a:pt x="40" y="42"/>
                      <a:pt x="40" y="42"/>
                    </a:cubicBezTo>
                    <a:cubicBezTo>
                      <a:pt x="36" y="0"/>
                      <a:pt x="36" y="0"/>
                      <a:pt x="36" y="0"/>
                    </a:cubicBezTo>
                    <a:cubicBezTo>
                      <a:pt x="31" y="0"/>
                      <a:pt x="31" y="0"/>
                      <a:pt x="31" y="0"/>
                    </a:cubicBezTo>
                    <a:cubicBezTo>
                      <a:pt x="27" y="0"/>
                      <a:pt x="27" y="0"/>
                      <a:pt x="27" y="0"/>
                    </a:cubicBezTo>
                    <a:cubicBezTo>
                      <a:pt x="22" y="42"/>
                      <a:pt x="22" y="42"/>
                      <a:pt x="22" y="42"/>
                    </a:cubicBezTo>
                    <a:cubicBezTo>
                      <a:pt x="17" y="42"/>
                      <a:pt x="17" y="42"/>
                      <a:pt x="17" y="42"/>
                    </a:cubicBezTo>
                    <a:cubicBezTo>
                      <a:pt x="21" y="1"/>
                      <a:pt x="21" y="1"/>
                      <a:pt x="21" y="1"/>
                    </a:cubicBezTo>
                    <a:cubicBezTo>
                      <a:pt x="14" y="2"/>
                      <a:pt x="10" y="16"/>
                      <a:pt x="8"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24" name="Freeform 153"/>
              <p:cNvSpPr>
                <a:spLocks/>
              </p:cNvSpPr>
              <p:nvPr/>
            </p:nvSpPr>
            <p:spPr bwMode="auto">
              <a:xfrm>
                <a:off x="-892175" y="2151062"/>
                <a:ext cx="244475" cy="679450"/>
              </a:xfrm>
              <a:custGeom>
                <a:avLst/>
                <a:gdLst>
                  <a:gd name="T0" fmla="*/ 41 w 65"/>
                  <a:gd name="T1" fmla="*/ 181 h 181"/>
                  <a:gd name="T2" fmla="*/ 41 w 65"/>
                  <a:gd name="T3" fmla="*/ 86 h 181"/>
                  <a:gd name="T4" fmla="*/ 65 w 65"/>
                  <a:gd name="T5" fmla="*/ 48 h 181"/>
                  <a:gd name="T6" fmla="*/ 33 w 65"/>
                  <a:gd name="T7" fmla="*/ 0 h 181"/>
                  <a:gd name="T8" fmla="*/ 0 w 65"/>
                  <a:gd name="T9" fmla="*/ 48 h 181"/>
                  <a:gd name="T10" fmla="*/ 24 w 65"/>
                  <a:gd name="T11" fmla="*/ 86 h 181"/>
                  <a:gd name="T12" fmla="*/ 24 w 65"/>
                  <a:gd name="T13" fmla="*/ 181 h 181"/>
                  <a:gd name="T14" fmla="*/ 41 w 65"/>
                  <a:gd name="T15" fmla="*/ 181 h 1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5" h="181">
                    <a:moveTo>
                      <a:pt x="41" y="181"/>
                    </a:moveTo>
                    <a:cubicBezTo>
                      <a:pt x="41" y="86"/>
                      <a:pt x="41" y="86"/>
                      <a:pt x="41" y="86"/>
                    </a:cubicBezTo>
                    <a:cubicBezTo>
                      <a:pt x="55" y="82"/>
                      <a:pt x="65" y="66"/>
                      <a:pt x="65" y="48"/>
                    </a:cubicBezTo>
                    <a:cubicBezTo>
                      <a:pt x="65" y="26"/>
                      <a:pt x="51" y="0"/>
                      <a:pt x="33" y="0"/>
                    </a:cubicBezTo>
                    <a:cubicBezTo>
                      <a:pt x="15" y="0"/>
                      <a:pt x="0" y="26"/>
                      <a:pt x="0" y="48"/>
                    </a:cubicBezTo>
                    <a:cubicBezTo>
                      <a:pt x="0" y="66"/>
                      <a:pt x="10" y="82"/>
                      <a:pt x="24" y="86"/>
                    </a:cubicBezTo>
                    <a:cubicBezTo>
                      <a:pt x="24" y="181"/>
                      <a:pt x="24" y="181"/>
                      <a:pt x="24" y="181"/>
                    </a:cubicBezTo>
                    <a:lnTo>
                      <a:pt x="41" y="18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25" name="Freeform 154"/>
              <p:cNvSpPr>
                <a:spLocks noEditPoints="1"/>
              </p:cNvSpPr>
              <p:nvPr/>
            </p:nvSpPr>
            <p:spPr bwMode="auto">
              <a:xfrm>
                <a:off x="-3724275" y="806450"/>
                <a:ext cx="581025" cy="147638"/>
              </a:xfrm>
              <a:custGeom>
                <a:avLst/>
                <a:gdLst>
                  <a:gd name="T0" fmla="*/ 182 w 366"/>
                  <a:gd name="T1" fmla="*/ 76 h 93"/>
                  <a:gd name="T2" fmla="*/ 314 w 366"/>
                  <a:gd name="T3" fmla="*/ 76 h 93"/>
                  <a:gd name="T4" fmla="*/ 324 w 366"/>
                  <a:gd name="T5" fmla="*/ 93 h 93"/>
                  <a:gd name="T6" fmla="*/ 366 w 366"/>
                  <a:gd name="T7" fmla="*/ 93 h 93"/>
                  <a:gd name="T8" fmla="*/ 298 w 366"/>
                  <a:gd name="T9" fmla="*/ 0 h 93"/>
                  <a:gd name="T10" fmla="*/ 255 w 366"/>
                  <a:gd name="T11" fmla="*/ 0 h 93"/>
                  <a:gd name="T12" fmla="*/ 265 w 366"/>
                  <a:gd name="T13" fmla="*/ 12 h 93"/>
                  <a:gd name="T14" fmla="*/ 182 w 366"/>
                  <a:gd name="T15" fmla="*/ 12 h 93"/>
                  <a:gd name="T16" fmla="*/ 182 w 366"/>
                  <a:gd name="T17" fmla="*/ 36 h 93"/>
                  <a:gd name="T18" fmla="*/ 284 w 366"/>
                  <a:gd name="T19" fmla="*/ 36 h 93"/>
                  <a:gd name="T20" fmla="*/ 295 w 366"/>
                  <a:gd name="T21" fmla="*/ 52 h 93"/>
                  <a:gd name="T22" fmla="*/ 182 w 366"/>
                  <a:gd name="T23" fmla="*/ 52 h 93"/>
                  <a:gd name="T24" fmla="*/ 182 w 366"/>
                  <a:gd name="T25" fmla="*/ 76 h 93"/>
                  <a:gd name="T26" fmla="*/ 52 w 366"/>
                  <a:gd name="T27" fmla="*/ 76 h 93"/>
                  <a:gd name="T28" fmla="*/ 182 w 366"/>
                  <a:gd name="T29" fmla="*/ 76 h 93"/>
                  <a:gd name="T30" fmla="*/ 182 w 366"/>
                  <a:gd name="T31" fmla="*/ 52 h 93"/>
                  <a:gd name="T32" fmla="*/ 71 w 366"/>
                  <a:gd name="T33" fmla="*/ 52 h 93"/>
                  <a:gd name="T34" fmla="*/ 82 w 366"/>
                  <a:gd name="T35" fmla="*/ 36 h 93"/>
                  <a:gd name="T36" fmla="*/ 82 w 366"/>
                  <a:gd name="T37" fmla="*/ 36 h 93"/>
                  <a:gd name="T38" fmla="*/ 182 w 366"/>
                  <a:gd name="T39" fmla="*/ 36 h 93"/>
                  <a:gd name="T40" fmla="*/ 182 w 366"/>
                  <a:gd name="T41" fmla="*/ 12 h 93"/>
                  <a:gd name="T42" fmla="*/ 101 w 366"/>
                  <a:gd name="T43" fmla="*/ 12 h 93"/>
                  <a:gd name="T44" fmla="*/ 111 w 366"/>
                  <a:gd name="T45" fmla="*/ 0 h 93"/>
                  <a:gd name="T46" fmla="*/ 68 w 366"/>
                  <a:gd name="T47" fmla="*/ 0 h 93"/>
                  <a:gd name="T48" fmla="*/ 0 w 366"/>
                  <a:gd name="T49" fmla="*/ 93 h 93"/>
                  <a:gd name="T50" fmla="*/ 42 w 366"/>
                  <a:gd name="T51" fmla="*/ 93 h 93"/>
                  <a:gd name="T52" fmla="*/ 52 w 366"/>
                  <a:gd name="T53" fmla="*/ 76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66" h="93">
                    <a:moveTo>
                      <a:pt x="182" y="76"/>
                    </a:moveTo>
                    <a:lnTo>
                      <a:pt x="314" y="76"/>
                    </a:lnTo>
                    <a:lnTo>
                      <a:pt x="324" y="93"/>
                    </a:lnTo>
                    <a:lnTo>
                      <a:pt x="366" y="93"/>
                    </a:lnTo>
                    <a:lnTo>
                      <a:pt x="298" y="0"/>
                    </a:lnTo>
                    <a:lnTo>
                      <a:pt x="255" y="0"/>
                    </a:lnTo>
                    <a:lnTo>
                      <a:pt x="265" y="12"/>
                    </a:lnTo>
                    <a:lnTo>
                      <a:pt x="182" y="12"/>
                    </a:lnTo>
                    <a:lnTo>
                      <a:pt x="182" y="36"/>
                    </a:lnTo>
                    <a:lnTo>
                      <a:pt x="284" y="36"/>
                    </a:lnTo>
                    <a:lnTo>
                      <a:pt x="295" y="52"/>
                    </a:lnTo>
                    <a:lnTo>
                      <a:pt x="182" y="52"/>
                    </a:lnTo>
                    <a:lnTo>
                      <a:pt x="182" y="76"/>
                    </a:lnTo>
                    <a:close/>
                    <a:moveTo>
                      <a:pt x="52" y="76"/>
                    </a:moveTo>
                    <a:lnTo>
                      <a:pt x="182" y="76"/>
                    </a:lnTo>
                    <a:lnTo>
                      <a:pt x="182" y="52"/>
                    </a:lnTo>
                    <a:lnTo>
                      <a:pt x="71" y="52"/>
                    </a:lnTo>
                    <a:lnTo>
                      <a:pt x="82" y="36"/>
                    </a:lnTo>
                    <a:lnTo>
                      <a:pt x="82" y="36"/>
                    </a:lnTo>
                    <a:lnTo>
                      <a:pt x="182" y="36"/>
                    </a:lnTo>
                    <a:lnTo>
                      <a:pt x="182" y="12"/>
                    </a:lnTo>
                    <a:lnTo>
                      <a:pt x="101" y="12"/>
                    </a:lnTo>
                    <a:lnTo>
                      <a:pt x="111" y="0"/>
                    </a:lnTo>
                    <a:lnTo>
                      <a:pt x="68" y="0"/>
                    </a:lnTo>
                    <a:lnTo>
                      <a:pt x="0" y="93"/>
                    </a:lnTo>
                    <a:lnTo>
                      <a:pt x="42" y="93"/>
                    </a:lnTo>
                    <a:lnTo>
                      <a:pt x="52" y="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26" name="Freeform 155"/>
              <p:cNvSpPr>
                <a:spLocks noEditPoints="1"/>
              </p:cNvSpPr>
              <p:nvPr/>
            </p:nvSpPr>
            <p:spPr bwMode="auto">
              <a:xfrm>
                <a:off x="-3694113" y="239712"/>
                <a:ext cx="533400" cy="549275"/>
              </a:xfrm>
              <a:custGeom>
                <a:avLst/>
                <a:gdLst>
                  <a:gd name="T0" fmla="*/ 281 w 336"/>
                  <a:gd name="T1" fmla="*/ 0 h 346"/>
                  <a:gd name="T2" fmla="*/ 310 w 336"/>
                  <a:gd name="T3" fmla="*/ 73 h 346"/>
                  <a:gd name="T4" fmla="*/ 310 w 336"/>
                  <a:gd name="T5" fmla="*/ 241 h 346"/>
                  <a:gd name="T6" fmla="*/ 281 w 336"/>
                  <a:gd name="T7" fmla="*/ 275 h 346"/>
                  <a:gd name="T8" fmla="*/ 310 w 336"/>
                  <a:gd name="T9" fmla="*/ 305 h 346"/>
                  <a:gd name="T10" fmla="*/ 281 w 336"/>
                  <a:gd name="T11" fmla="*/ 305 h 346"/>
                  <a:gd name="T12" fmla="*/ 336 w 336"/>
                  <a:gd name="T13" fmla="*/ 346 h 346"/>
                  <a:gd name="T14" fmla="*/ 336 w 336"/>
                  <a:gd name="T15" fmla="*/ 0 h 346"/>
                  <a:gd name="T16" fmla="*/ 168 w 336"/>
                  <a:gd name="T17" fmla="*/ 0 h 346"/>
                  <a:gd name="T18" fmla="*/ 267 w 336"/>
                  <a:gd name="T19" fmla="*/ 24 h 346"/>
                  <a:gd name="T20" fmla="*/ 168 w 336"/>
                  <a:gd name="T21" fmla="*/ 45 h 346"/>
                  <a:gd name="T22" fmla="*/ 281 w 336"/>
                  <a:gd name="T23" fmla="*/ 73 h 346"/>
                  <a:gd name="T24" fmla="*/ 281 w 336"/>
                  <a:gd name="T25" fmla="*/ 0 h 346"/>
                  <a:gd name="T26" fmla="*/ 281 w 336"/>
                  <a:gd name="T27" fmla="*/ 346 h 346"/>
                  <a:gd name="T28" fmla="*/ 250 w 336"/>
                  <a:gd name="T29" fmla="*/ 305 h 346"/>
                  <a:gd name="T30" fmla="*/ 281 w 336"/>
                  <a:gd name="T31" fmla="*/ 275 h 346"/>
                  <a:gd name="T32" fmla="*/ 168 w 336"/>
                  <a:gd name="T33" fmla="*/ 241 h 346"/>
                  <a:gd name="T34" fmla="*/ 168 w 336"/>
                  <a:gd name="T35" fmla="*/ 0 h 346"/>
                  <a:gd name="T36" fmla="*/ 56 w 336"/>
                  <a:gd name="T37" fmla="*/ 73 h 346"/>
                  <a:gd name="T38" fmla="*/ 168 w 336"/>
                  <a:gd name="T39" fmla="*/ 45 h 346"/>
                  <a:gd name="T40" fmla="*/ 71 w 336"/>
                  <a:gd name="T41" fmla="*/ 24 h 346"/>
                  <a:gd name="T42" fmla="*/ 168 w 336"/>
                  <a:gd name="T43" fmla="*/ 24 h 346"/>
                  <a:gd name="T44" fmla="*/ 168 w 336"/>
                  <a:gd name="T45" fmla="*/ 0 h 346"/>
                  <a:gd name="T46" fmla="*/ 168 w 336"/>
                  <a:gd name="T47" fmla="*/ 346 h 346"/>
                  <a:gd name="T48" fmla="*/ 56 w 336"/>
                  <a:gd name="T49" fmla="*/ 241 h 346"/>
                  <a:gd name="T50" fmla="*/ 85 w 336"/>
                  <a:gd name="T51" fmla="*/ 275 h 346"/>
                  <a:gd name="T52" fmla="*/ 85 w 336"/>
                  <a:gd name="T53" fmla="*/ 305 h 346"/>
                  <a:gd name="T54" fmla="*/ 56 w 336"/>
                  <a:gd name="T55" fmla="*/ 346 h 346"/>
                  <a:gd name="T56" fmla="*/ 0 w 336"/>
                  <a:gd name="T57" fmla="*/ 0 h 346"/>
                  <a:gd name="T58" fmla="*/ 56 w 336"/>
                  <a:gd name="T59" fmla="*/ 346 h 346"/>
                  <a:gd name="T60" fmla="*/ 26 w 336"/>
                  <a:gd name="T61" fmla="*/ 305 h 346"/>
                  <a:gd name="T62" fmla="*/ 56 w 336"/>
                  <a:gd name="T63" fmla="*/ 275 h 346"/>
                  <a:gd name="T64" fmla="*/ 26 w 336"/>
                  <a:gd name="T65" fmla="*/ 241 h 346"/>
                  <a:gd name="T66" fmla="*/ 56 w 336"/>
                  <a:gd name="T67" fmla="*/ 73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36" h="346">
                    <a:moveTo>
                      <a:pt x="336" y="0"/>
                    </a:moveTo>
                    <a:lnTo>
                      <a:pt x="281" y="0"/>
                    </a:lnTo>
                    <a:lnTo>
                      <a:pt x="281" y="73"/>
                    </a:lnTo>
                    <a:lnTo>
                      <a:pt x="310" y="73"/>
                    </a:lnTo>
                    <a:lnTo>
                      <a:pt x="310" y="241"/>
                    </a:lnTo>
                    <a:lnTo>
                      <a:pt x="310" y="241"/>
                    </a:lnTo>
                    <a:lnTo>
                      <a:pt x="281" y="241"/>
                    </a:lnTo>
                    <a:lnTo>
                      <a:pt x="281" y="275"/>
                    </a:lnTo>
                    <a:lnTo>
                      <a:pt x="310" y="275"/>
                    </a:lnTo>
                    <a:lnTo>
                      <a:pt x="310" y="305"/>
                    </a:lnTo>
                    <a:lnTo>
                      <a:pt x="310" y="305"/>
                    </a:lnTo>
                    <a:lnTo>
                      <a:pt x="281" y="305"/>
                    </a:lnTo>
                    <a:lnTo>
                      <a:pt x="281" y="346"/>
                    </a:lnTo>
                    <a:lnTo>
                      <a:pt x="336" y="346"/>
                    </a:lnTo>
                    <a:lnTo>
                      <a:pt x="336" y="0"/>
                    </a:lnTo>
                    <a:lnTo>
                      <a:pt x="336" y="0"/>
                    </a:lnTo>
                    <a:close/>
                    <a:moveTo>
                      <a:pt x="281" y="0"/>
                    </a:moveTo>
                    <a:lnTo>
                      <a:pt x="168" y="0"/>
                    </a:lnTo>
                    <a:lnTo>
                      <a:pt x="168" y="24"/>
                    </a:lnTo>
                    <a:lnTo>
                      <a:pt x="267" y="24"/>
                    </a:lnTo>
                    <a:lnTo>
                      <a:pt x="267" y="45"/>
                    </a:lnTo>
                    <a:lnTo>
                      <a:pt x="168" y="45"/>
                    </a:lnTo>
                    <a:lnTo>
                      <a:pt x="168" y="73"/>
                    </a:lnTo>
                    <a:lnTo>
                      <a:pt x="281" y="73"/>
                    </a:lnTo>
                    <a:lnTo>
                      <a:pt x="281" y="0"/>
                    </a:lnTo>
                    <a:lnTo>
                      <a:pt x="281" y="0"/>
                    </a:lnTo>
                    <a:close/>
                    <a:moveTo>
                      <a:pt x="168" y="346"/>
                    </a:moveTo>
                    <a:lnTo>
                      <a:pt x="281" y="346"/>
                    </a:lnTo>
                    <a:lnTo>
                      <a:pt x="281" y="305"/>
                    </a:lnTo>
                    <a:lnTo>
                      <a:pt x="250" y="305"/>
                    </a:lnTo>
                    <a:lnTo>
                      <a:pt x="250" y="275"/>
                    </a:lnTo>
                    <a:lnTo>
                      <a:pt x="281" y="275"/>
                    </a:lnTo>
                    <a:lnTo>
                      <a:pt x="281" y="241"/>
                    </a:lnTo>
                    <a:lnTo>
                      <a:pt x="168" y="241"/>
                    </a:lnTo>
                    <a:lnTo>
                      <a:pt x="168" y="346"/>
                    </a:lnTo>
                    <a:close/>
                    <a:moveTo>
                      <a:pt x="168" y="0"/>
                    </a:moveTo>
                    <a:lnTo>
                      <a:pt x="56" y="0"/>
                    </a:lnTo>
                    <a:lnTo>
                      <a:pt x="56" y="73"/>
                    </a:lnTo>
                    <a:lnTo>
                      <a:pt x="168" y="73"/>
                    </a:lnTo>
                    <a:lnTo>
                      <a:pt x="168" y="45"/>
                    </a:lnTo>
                    <a:lnTo>
                      <a:pt x="71" y="45"/>
                    </a:lnTo>
                    <a:lnTo>
                      <a:pt x="71" y="24"/>
                    </a:lnTo>
                    <a:lnTo>
                      <a:pt x="71" y="24"/>
                    </a:lnTo>
                    <a:lnTo>
                      <a:pt x="168" y="24"/>
                    </a:lnTo>
                    <a:lnTo>
                      <a:pt x="168" y="0"/>
                    </a:lnTo>
                    <a:lnTo>
                      <a:pt x="168" y="0"/>
                    </a:lnTo>
                    <a:close/>
                    <a:moveTo>
                      <a:pt x="56" y="346"/>
                    </a:moveTo>
                    <a:lnTo>
                      <a:pt x="168" y="346"/>
                    </a:lnTo>
                    <a:lnTo>
                      <a:pt x="168" y="241"/>
                    </a:lnTo>
                    <a:lnTo>
                      <a:pt x="56" y="241"/>
                    </a:lnTo>
                    <a:lnTo>
                      <a:pt x="56" y="275"/>
                    </a:lnTo>
                    <a:lnTo>
                      <a:pt x="85" y="275"/>
                    </a:lnTo>
                    <a:lnTo>
                      <a:pt x="85" y="305"/>
                    </a:lnTo>
                    <a:lnTo>
                      <a:pt x="85" y="305"/>
                    </a:lnTo>
                    <a:lnTo>
                      <a:pt x="56" y="305"/>
                    </a:lnTo>
                    <a:lnTo>
                      <a:pt x="56" y="346"/>
                    </a:lnTo>
                    <a:close/>
                    <a:moveTo>
                      <a:pt x="56" y="0"/>
                    </a:moveTo>
                    <a:lnTo>
                      <a:pt x="0" y="0"/>
                    </a:lnTo>
                    <a:lnTo>
                      <a:pt x="0" y="346"/>
                    </a:lnTo>
                    <a:lnTo>
                      <a:pt x="56" y="346"/>
                    </a:lnTo>
                    <a:lnTo>
                      <a:pt x="56" y="305"/>
                    </a:lnTo>
                    <a:lnTo>
                      <a:pt x="26" y="305"/>
                    </a:lnTo>
                    <a:lnTo>
                      <a:pt x="26" y="275"/>
                    </a:lnTo>
                    <a:lnTo>
                      <a:pt x="56" y="275"/>
                    </a:lnTo>
                    <a:lnTo>
                      <a:pt x="56" y="241"/>
                    </a:lnTo>
                    <a:lnTo>
                      <a:pt x="26" y="241"/>
                    </a:lnTo>
                    <a:lnTo>
                      <a:pt x="26" y="73"/>
                    </a:lnTo>
                    <a:lnTo>
                      <a:pt x="56" y="73"/>
                    </a:lnTo>
                    <a:lnTo>
                      <a:pt x="5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27" name="Rectangle 156"/>
              <p:cNvSpPr>
                <a:spLocks noChangeArrowheads="1"/>
              </p:cNvSpPr>
              <p:nvPr/>
            </p:nvSpPr>
            <p:spPr bwMode="auto">
              <a:xfrm>
                <a:off x="-2574925" y="4899025"/>
                <a:ext cx="558800" cy="650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28" name="Freeform 157"/>
              <p:cNvSpPr>
                <a:spLocks noEditPoints="1"/>
              </p:cNvSpPr>
              <p:nvPr/>
            </p:nvSpPr>
            <p:spPr bwMode="auto">
              <a:xfrm>
                <a:off x="-2574925" y="5030788"/>
                <a:ext cx="558800" cy="225425"/>
              </a:xfrm>
              <a:custGeom>
                <a:avLst/>
                <a:gdLst>
                  <a:gd name="T0" fmla="*/ 298 w 352"/>
                  <a:gd name="T1" fmla="*/ 142 h 142"/>
                  <a:gd name="T2" fmla="*/ 352 w 352"/>
                  <a:gd name="T3" fmla="*/ 142 h 142"/>
                  <a:gd name="T4" fmla="*/ 352 w 352"/>
                  <a:gd name="T5" fmla="*/ 0 h 142"/>
                  <a:gd name="T6" fmla="*/ 298 w 352"/>
                  <a:gd name="T7" fmla="*/ 0 h 142"/>
                  <a:gd name="T8" fmla="*/ 298 w 352"/>
                  <a:gd name="T9" fmla="*/ 69 h 142"/>
                  <a:gd name="T10" fmla="*/ 298 w 352"/>
                  <a:gd name="T11" fmla="*/ 69 h 142"/>
                  <a:gd name="T12" fmla="*/ 324 w 352"/>
                  <a:gd name="T13" fmla="*/ 95 h 142"/>
                  <a:gd name="T14" fmla="*/ 298 w 352"/>
                  <a:gd name="T15" fmla="*/ 121 h 142"/>
                  <a:gd name="T16" fmla="*/ 298 w 352"/>
                  <a:gd name="T17" fmla="*/ 142 h 142"/>
                  <a:gd name="T18" fmla="*/ 0 w 352"/>
                  <a:gd name="T19" fmla="*/ 142 h 142"/>
                  <a:gd name="T20" fmla="*/ 298 w 352"/>
                  <a:gd name="T21" fmla="*/ 142 h 142"/>
                  <a:gd name="T22" fmla="*/ 298 w 352"/>
                  <a:gd name="T23" fmla="*/ 121 h 142"/>
                  <a:gd name="T24" fmla="*/ 272 w 352"/>
                  <a:gd name="T25" fmla="*/ 95 h 142"/>
                  <a:gd name="T26" fmla="*/ 298 w 352"/>
                  <a:gd name="T27" fmla="*/ 69 h 142"/>
                  <a:gd name="T28" fmla="*/ 298 w 352"/>
                  <a:gd name="T29" fmla="*/ 0 h 142"/>
                  <a:gd name="T30" fmla="*/ 0 w 352"/>
                  <a:gd name="T31" fmla="*/ 0 h 142"/>
                  <a:gd name="T32" fmla="*/ 0 w 352"/>
                  <a:gd name="T33" fmla="*/ 142 h 142"/>
                  <a:gd name="T34" fmla="*/ 0 w 352"/>
                  <a:gd name="T35" fmla="*/ 142 h 142"/>
                  <a:gd name="T36" fmla="*/ 298 w 352"/>
                  <a:gd name="T37" fmla="*/ 69 h 142"/>
                  <a:gd name="T38" fmla="*/ 298 w 352"/>
                  <a:gd name="T39" fmla="*/ 69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52" h="142">
                    <a:moveTo>
                      <a:pt x="298" y="142"/>
                    </a:moveTo>
                    <a:lnTo>
                      <a:pt x="352" y="142"/>
                    </a:lnTo>
                    <a:lnTo>
                      <a:pt x="352" y="0"/>
                    </a:lnTo>
                    <a:lnTo>
                      <a:pt x="298" y="0"/>
                    </a:lnTo>
                    <a:lnTo>
                      <a:pt x="298" y="69"/>
                    </a:lnTo>
                    <a:lnTo>
                      <a:pt x="298" y="69"/>
                    </a:lnTo>
                    <a:lnTo>
                      <a:pt x="324" y="95"/>
                    </a:lnTo>
                    <a:lnTo>
                      <a:pt x="298" y="121"/>
                    </a:lnTo>
                    <a:lnTo>
                      <a:pt x="298" y="142"/>
                    </a:lnTo>
                    <a:close/>
                    <a:moveTo>
                      <a:pt x="0" y="142"/>
                    </a:moveTo>
                    <a:lnTo>
                      <a:pt x="298" y="142"/>
                    </a:lnTo>
                    <a:lnTo>
                      <a:pt x="298" y="121"/>
                    </a:lnTo>
                    <a:lnTo>
                      <a:pt x="272" y="95"/>
                    </a:lnTo>
                    <a:lnTo>
                      <a:pt x="298" y="69"/>
                    </a:lnTo>
                    <a:lnTo>
                      <a:pt x="298" y="0"/>
                    </a:lnTo>
                    <a:lnTo>
                      <a:pt x="0" y="0"/>
                    </a:lnTo>
                    <a:lnTo>
                      <a:pt x="0" y="142"/>
                    </a:lnTo>
                    <a:lnTo>
                      <a:pt x="0" y="142"/>
                    </a:lnTo>
                    <a:close/>
                    <a:moveTo>
                      <a:pt x="298" y="69"/>
                    </a:moveTo>
                    <a:lnTo>
                      <a:pt x="298" y="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29" name="Freeform 158"/>
              <p:cNvSpPr>
                <a:spLocks noEditPoints="1"/>
              </p:cNvSpPr>
              <p:nvPr/>
            </p:nvSpPr>
            <p:spPr bwMode="auto">
              <a:xfrm>
                <a:off x="-2574925" y="5030788"/>
                <a:ext cx="558800" cy="225425"/>
              </a:xfrm>
              <a:custGeom>
                <a:avLst/>
                <a:gdLst>
                  <a:gd name="T0" fmla="*/ 298 w 352"/>
                  <a:gd name="T1" fmla="*/ 142 h 142"/>
                  <a:gd name="T2" fmla="*/ 352 w 352"/>
                  <a:gd name="T3" fmla="*/ 142 h 142"/>
                  <a:gd name="T4" fmla="*/ 352 w 352"/>
                  <a:gd name="T5" fmla="*/ 0 h 142"/>
                  <a:gd name="T6" fmla="*/ 298 w 352"/>
                  <a:gd name="T7" fmla="*/ 0 h 142"/>
                  <a:gd name="T8" fmla="*/ 298 w 352"/>
                  <a:gd name="T9" fmla="*/ 69 h 142"/>
                  <a:gd name="T10" fmla="*/ 298 w 352"/>
                  <a:gd name="T11" fmla="*/ 69 h 142"/>
                  <a:gd name="T12" fmla="*/ 324 w 352"/>
                  <a:gd name="T13" fmla="*/ 95 h 142"/>
                  <a:gd name="T14" fmla="*/ 298 w 352"/>
                  <a:gd name="T15" fmla="*/ 121 h 142"/>
                  <a:gd name="T16" fmla="*/ 298 w 352"/>
                  <a:gd name="T17" fmla="*/ 142 h 142"/>
                  <a:gd name="T18" fmla="*/ 0 w 352"/>
                  <a:gd name="T19" fmla="*/ 142 h 142"/>
                  <a:gd name="T20" fmla="*/ 298 w 352"/>
                  <a:gd name="T21" fmla="*/ 142 h 142"/>
                  <a:gd name="T22" fmla="*/ 298 w 352"/>
                  <a:gd name="T23" fmla="*/ 121 h 142"/>
                  <a:gd name="T24" fmla="*/ 272 w 352"/>
                  <a:gd name="T25" fmla="*/ 95 h 142"/>
                  <a:gd name="T26" fmla="*/ 298 w 352"/>
                  <a:gd name="T27" fmla="*/ 69 h 142"/>
                  <a:gd name="T28" fmla="*/ 298 w 352"/>
                  <a:gd name="T29" fmla="*/ 0 h 142"/>
                  <a:gd name="T30" fmla="*/ 0 w 352"/>
                  <a:gd name="T31" fmla="*/ 0 h 142"/>
                  <a:gd name="T32" fmla="*/ 0 w 352"/>
                  <a:gd name="T33" fmla="*/ 142 h 142"/>
                  <a:gd name="T34" fmla="*/ 0 w 352"/>
                  <a:gd name="T35" fmla="*/ 142 h 142"/>
                  <a:gd name="T36" fmla="*/ 298 w 352"/>
                  <a:gd name="T37" fmla="*/ 69 h 142"/>
                  <a:gd name="T38" fmla="*/ 298 w 352"/>
                  <a:gd name="T39" fmla="*/ 69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52" h="142">
                    <a:moveTo>
                      <a:pt x="298" y="142"/>
                    </a:moveTo>
                    <a:lnTo>
                      <a:pt x="352" y="142"/>
                    </a:lnTo>
                    <a:lnTo>
                      <a:pt x="352" y="0"/>
                    </a:lnTo>
                    <a:lnTo>
                      <a:pt x="298" y="0"/>
                    </a:lnTo>
                    <a:lnTo>
                      <a:pt x="298" y="69"/>
                    </a:lnTo>
                    <a:lnTo>
                      <a:pt x="298" y="69"/>
                    </a:lnTo>
                    <a:lnTo>
                      <a:pt x="324" y="95"/>
                    </a:lnTo>
                    <a:lnTo>
                      <a:pt x="298" y="121"/>
                    </a:lnTo>
                    <a:lnTo>
                      <a:pt x="298" y="142"/>
                    </a:lnTo>
                    <a:moveTo>
                      <a:pt x="0" y="142"/>
                    </a:moveTo>
                    <a:lnTo>
                      <a:pt x="298" y="142"/>
                    </a:lnTo>
                    <a:lnTo>
                      <a:pt x="298" y="121"/>
                    </a:lnTo>
                    <a:lnTo>
                      <a:pt x="272" y="95"/>
                    </a:lnTo>
                    <a:lnTo>
                      <a:pt x="298" y="69"/>
                    </a:lnTo>
                    <a:lnTo>
                      <a:pt x="298" y="0"/>
                    </a:lnTo>
                    <a:lnTo>
                      <a:pt x="0" y="0"/>
                    </a:lnTo>
                    <a:lnTo>
                      <a:pt x="0" y="142"/>
                    </a:lnTo>
                    <a:lnTo>
                      <a:pt x="0" y="142"/>
                    </a:lnTo>
                    <a:moveTo>
                      <a:pt x="298" y="69"/>
                    </a:moveTo>
                    <a:lnTo>
                      <a:pt x="298" y="6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30" name="Freeform 159"/>
              <p:cNvSpPr>
                <a:spLocks noEditPoints="1"/>
              </p:cNvSpPr>
              <p:nvPr/>
            </p:nvSpPr>
            <p:spPr bwMode="auto">
              <a:xfrm>
                <a:off x="-3187700" y="7847013"/>
                <a:ext cx="525463" cy="327025"/>
              </a:xfrm>
              <a:custGeom>
                <a:avLst/>
                <a:gdLst>
                  <a:gd name="T0" fmla="*/ 260 w 331"/>
                  <a:gd name="T1" fmla="*/ 206 h 206"/>
                  <a:gd name="T2" fmla="*/ 331 w 331"/>
                  <a:gd name="T3" fmla="*/ 206 h 206"/>
                  <a:gd name="T4" fmla="*/ 331 w 331"/>
                  <a:gd name="T5" fmla="*/ 114 h 206"/>
                  <a:gd name="T6" fmla="*/ 291 w 331"/>
                  <a:gd name="T7" fmla="*/ 114 h 206"/>
                  <a:gd name="T8" fmla="*/ 291 w 331"/>
                  <a:gd name="T9" fmla="*/ 0 h 206"/>
                  <a:gd name="T10" fmla="*/ 260 w 331"/>
                  <a:gd name="T11" fmla="*/ 0 h 206"/>
                  <a:gd name="T12" fmla="*/ 260 w 331"/>
                  <a:gd name="T13" fmla="*/ 144 h 206"/>
                  <a:gd name="T14" fmla="*/ 289 w 331"/>
                  <a:gd name="T15" fmla="*/ 144 h 206"/>
                  <a:gd name="T16" fmla="*/ 289 w 331"/>
                  <a:gd name="T17" fmla="*/ 185 h 206"/>
                  <a:gd name="T18" fmla="*/ 289 w 331"/>
                  <a:gd name="T19" fmla="*/ 185 h 206"/>
                  <a:gd name="T20" fmla="*/ 260 w 331"/>
                  <a:gd name="T21" fmla="*/ 185 h 206"/>
                  <a:gd name="T22" fmla="*/ 260 w 331"/>
                  <a:gd name="T23" fmla="*/ 206 h 206"/>
                  <a:gd name="T24" fmla="*/ 215 w 331"/>
                  <a:gd name="T25" fmla="*/ 0 h 206"/>
                  <a:gd name="T26" fmla="*/ 215 w 331"/>
                  <a:gd name="T27" fmla="*/ 114 h 206"/>
                  <a:gd name="T28" fmla="*/ 166 w 331"/>
                  <a:gd name="T29" fmla="*/ 114 h 206"/>
                  <a:gd name="T30" fmla="*/ 166 w 331"/>
                  <a:gd name="T31" fmla="*/ 144 h 206"/>
                  <a:gd name="T32" fmla="*/ 194 w 331"/>
                  <a:gd name="T33" fmla="*/ 144 h 206"/>
                  <a:gd name="T34" fmla="*/ 194 w 331"/>
                  <a:gd name="T35" fmla="*/ 185 h 206"/>
                  <a:gd name="T36" fmla="*/ 194 w 331"/>
                  <a:gd name="T37" fmla="*/ 185 h 206"/>
                  <a:gd name="T38" fmla="*/ 166 w 331"/>
                  <a:gd name="T39" fmla="*/ 185 h 206"/>
                  <a:gd name="T40" fmla="*/ 166 w 331"/>
                  <a:gd name="T41" fmla="*/ 206 h 206"/>
                  <a:gd name="T42" fmla="*/ 260 w 331"/>
                  <a:gd name="T43" fmla="*/ 206 h 206"/>
                  <a:gd name="T44" fmla="*/ 260 w 331"/>
                  <a:gd name="T45" fmla="*/ 185 h 206"/>
                  <a:gd name="T46" fmla="*/ 232 w 331"/>
                  <a:gd name="T47" fmla="*/ 185 h 206"/>
                  <a:gd name="T48" fmla="*/ 232 w 331"/>
                  <a:gd name="T49" fmla="*/ 144 h 206"/>
                  <a:gd name="T50" fmla="*/ 260 w 331"/>
                  <a:gd name="T51" fmla="*/ 144 h 206"/>
                  <a:gd name="T52" fmla="*/ 260 w 331"/>
                  <a:gd name="T53" fmla="*/ 0 h 206"/>
                  <a:gd name="T54" fmla="*/ 215 w 331"/>
                  <a:gd name="T55" fmla="*/ 0 h 206"/>
                  <a:gd name="T56" fmla="*/ 166 w 331"/>
                  <a:gd name="T57" fmla="*/ 114 h 206"/>
                  <a:gd name="T58" fmla="*/ 71 w 331"/>
                  <a:gd name="T59" fmla="*/ 114 h 206"/>
                  <a:gd name="T60" fmla="*/ 71 w 331"/>
                  <a:gd name="T61" fmla="*/ 144 h 206"/>
                  <a:gd name="T62" fmla="*/ 99 w 331"/>
                  <a:gd name="T63" fmla="*/ 144 h 206"/>
                  <a:gd name="T64" fmla="*/ 99 w 331"/>
                  <a:gd name="T65" fmla="*/ 185 h 206"/>
                  <a:gd name="T66" fmla="*/ 99 w 331"/>
                  <a:gd name="T67" fmla="*/ 185 h 206"/>
                  <a:gd name="T68" fmla="*/ 71 w 331"/>
                  <a:gd name="T69" fmla="*/ 185 h 206"/>
                  <a:gd name="T70" fmla="*/ 71 w 331"/>
                  <a:gd name="T71" fmla="*/ 206 h 206"/>
                  <a:gd name="T72" fmla="*/ 166 w 331"/>
                  <a:gd name="T73" fmla="*/ 206 h 206"/>
                  <a:gd name="T74" fmla="*/ 166 w 331"/>
                  <a:gd name="T75" fmla="*/ 185 h 206"/>
                  <a:gd name="T76" fmla="*/ 137 w 331"/>
                  <a:gd name="T77" fmla="*/ 185 h 206"/>
                  <a:gd name="T78" fmla="*/ 137 w 331"/>
                  <a:gd name="T79" fmla="*/ 144 h 206"/>
                  <a:gd name="T80" fmla="*/ 166 w 331"/>
                  <a:gd name="T81" fmla="*/ 144 h 206"/>
                  <a:gd name="T82" fmla="*/ 166 w 331"/>
                  <a:gd name="T83" fmla="*/ 114 h 206"/>
                  <a:gd name="T84" fmla="*/ 71 w 331"/>
                  <a:gd name="T85" fmla="*/ 114 h 206"/>
                  <a:gd name="T86" fmla="*/ 0 w 331"/>
                  <a:gd name="T87" fmla="*/ 114 h 206"/>
                  <a:gd name="T88" fmla="*/ 0 w 331"/>
                  <a:gd name="T89" fmla="*/ 206 h 206"/>
                  <a:gd name="T90" fmla="*/ 71 w 331"/>
                  <a:gd name="T91" fmla="*/ 206 h 206"/>
                  <a:gd name="T92" fmla="*/ 71 w 331"/>
                  <a:gd name="T93" fmla="*/ 185 h 206"/>
                  <a:gd name="T94" fmla="*/ 43 w 331"/>
                  <a:gd name="T95" fmla="*/ 185 h 206"/>
                  <a:gd name="T96" fmla="*/ 43 w 331"/>
                  <a:gd name="T97" fmla="*/ 144 h 206"/>
                  <a:gd name="T98" fmla="*/ 71 w 331"/>
                  <a:gd name="T99" fmla="*/ 144 h 206"/>
                  <a:gd name="T100" fmla="*/ 71 w 331"/>
                  <a:gd name="T101" fmla="*/ 114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31" h="206">
                    <a:moveTo>
                      <a:pt x="260" y="206"/>
                    </a:moveTo>
                    <a:lnTo>
                      <a:pt x="331" y="206"/>
                    </a:lnTo>
                    <a:lnTo>
                      <a:pt x="331" y="114"/>
                    </a:lnTo>
                    <a:lnTo>
                      <a:pt x="291" y="114"/>
                    </a:lnTo>
                    <a:lnTo>
                      <a:pt x="291" y="0"/>
                    </a:lnTo>
                    <a:lnTo>
                      <a:pt x="260" y="0"/>
                    </a:lnTo>
                    <a:lnTo>
                      <a:pt x="260" y="144"/>
                    </a:lnTo>
                    <a:lnTo>
                      <a:pt x="289" y="144"/>
                    </a:lnTo>
                    <a:lnTo>
                      <a:pt x="289" y="185"/>
                    </a:lnTo>
                    <a:lnTo>
                      <a:pt x="289" y="185"/>
                    </a:lnTo>
                    <a:lnTo>
                      <a:pt x="260" y="185"/>
                    </a:lnTo>
                    <a:lnTo>
                      <a:pt x="260" y="206"/>
                    </a:lnTo>
                    <a:close/>
                    <a:moveTo>
                      <a:pt x="215" y="0"/>
                    </a:moveTo>
                    <a:lnTo>
                      <a:pt x="215" y="114"/>
                    </a:lnTo>
                    <a:lnTo>
                      <a:pt x="166" y="114"/>
                    </a:lnTo>
                    <a:lnTo>
                      <a:pt x="166" y="144"/>
                    </a:lnTo>
                    <a:lnTo>
                      <a:pt x="194" y="144"/>
                    </a:lnTo>
                    <a:lnTo>
                      <a:pt x="194" y="185"/>
                    </a:lnTo>
                    <a:lnTo>
                      <a:pt x="194" y="185"/>
                    </a:lnTo>
                    <a:lnTo>
                      <a:pt x="166" y="185"/>
                    </a:lnTo>
                    <a:lnTo>
                      <a:pt x="166" y="206"/>
                    </a:lnTo>
                    <a:lnTo>
                      <a:pt x="260" y="206"/>
                    </a:lnTo>
                    <a:lnTo>
                      <a:pt x="260" y="185"/>
                    </a:lnTo>
                    <a:lnTo>
                      <a:pt x="232" y="185"/>
                    </a:lnTo>
                    <a:lnTo>
                      <a:pt x="232" y="144"/>
                    </a:lnTo>
                    <a:lnTo>
                      <a:pt x="260" y="144"/>
                    </a:lnTo>
                    <a:lnTo>
                      <a:pt x="260" y="0"/>
                    </a:lnTo>
                    <a:lnTo>
                      <a:pt x="215" y="0"/>
                    </a:lnTo>
                    <a:close/>
                    <a:moveTo>
                      <a:pt x="166" y="114"/>
                    </a:moveTo>
                    <a:lnTo>
                      <a:pt x="71" y="114"/>
                    </a:lnTo>
                    <a:lnTo>
                      <a:pt x="71" y="144"/>
                    </a:lnTo>
                    <a:lnTo>
                      <a:pt x="99" y="144"/>
                    </a:lnTo>
                    <a:lnTo>
                      <a:pt x="99" y="185"/>
                    </a:lnTo>
                    <a:lnTo>
                      <a:pt x="99" y="185"/>
                    </a:lnTo>
                    <a:lnTo>
                      <a:pt x="71" y="185"/>
                    </a:lnTo>
                    <a:lnTo>
                      <a:pt x="71" y="206"/>
                    </a:lnTo>
                    <a:lnTo>
                      <a:pt x="166" y="206"/>
                    </a:lnTo>
                    <a:lnTo>
                      <a:pt x="166" y="185"/>
                    </a:lnTo>
                    <a:lnTo>
                      <a:pt x="137" y="185"/>
                    </a:lnTo>
                    <a:lnTo>
                      <a:pt x="137" y="144"/>
                    </a:lnTo>
                    <a:lnTo>
                      <a:pt x="166" y="144"/>
                    </a:lnTo>
                    <a:lnTo>
                      <a:pt x="166" y="114"/>
                    </a:lnTo>
                    <a:close/>
                    <a:moveTo>
                      <a:pt x="71" y="114"/>
                    </a:moveTo>
                    <a:lnTo>
                      <a:pt x="0" y="114"/>
                    </a:lnTo>
                    <a:lnTo>
                      <a:pt x="0" y="206"/>
                    </a:lnTo>
                    <a:lnTo>
                      <a:pt x="71" y="206"/>
                    </a:lnTo>
                    <a:lnTo>
                      <a:pt x="71" y="185"/>
                    </a:lnTo>
                    <a:lnTo>
                      <a:pt x="43" y="185"/>
                    </a:lnTo>
                    <a:lnTo>
                      <a:pt x="43" y="144"/>
                    </a:lnTo>
                    <a:lnTo>
                      <a:pt x="71" y="144"/>
                    </a:lnTo>
                    <a:lnTo>
                      <a:pt x="71"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31" name="Freeform 160"/>
              <p:cNvSpPr>
                <a:spLocks/>
              </p:cNvSpPr>
              <p:nvPr/>
            </p:nvSpPr>
            <p:spPr bwMode="auto">
              <a:xfrm>
                <a:off x="-3311525" y="8193088"/>
                <a:ext cx="709613" cy="228600"/>
              </a:xfrm>
              <a:custGeom>
                <a:avLst/>
                <a:gdLst>
                  <a:gd name="T0" fmla="*/ 431 w 447"/>
                  <a:gd name="T1" fmla="*/ 144 h 144"/>
                  <a:gd name="T2" fmla="*/ 447 w 447"/>
                  <a:gd name="T3" fmla="*/ 0 h 144"/>
                  <a:gd name="T4" fmla="*/ 0 w 447"/>
                  <a:gd name="T5" fmla="*/ 0 h 144"/>
                  <a:gd name="T6" fmla="*/ 50 w 447"/>
                  <a:gd name="T7" fmla="*/ 144 h 144"/>
                  <a:gd name="T8" fmla="*/ 431 w 447"/>
                  <a:gd name="T9" fmla="*/ 144 h 144"/>
                </a:gdLst>
                <a:ahLst/>
                <a:cxnLst>
                  <a:cxn ang="0">
                    <a:pos x="T0" y="T1"/>
                  </a:cxn>
                  <a:cxn ang="0">
                    <a:pos x="T2" y="T3"/>
                  </a:cxn>
                  <a:cxn ang="0">
                    <a:pos x="T4" y="T5"/>
                  </a:cxn>
                  <a:cxn ang="0">
                    <a:pos x="T6" y="T7"/>
                  </a:cxn>
                  <a:cxn ang="0">
                    <a:pos x="T8" y="T9"/>
                  </a:cxn>
                </a:cxnLst>
                <a:rect l="0" t="0" r="r" b="b"/>
                <a:pathLst>
                  <a:path w="447" h="144">
                    <a:moveTo>
                      <a:pt x="431" y="144"/>
                    </a:moveTo>
                    <a:lnTo>
                      <a:pt x="447" y="0"/>
                    </a:lnTo>
                    <a:lnTo>
                      <a:pt x="0" y="0"/>
                    </a:lnTo>
                    <a:lnTo>
                      <a:pt x="50" y="144"/>
                    </a:lnTo>
                    <a:lnTo>
                      <a:pt x="431" y="1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32" name="Oval 161"/>
              <p:cNvSpPr>
                <a:spLocks noChangeArrowheads="1"/>
              </p:cNvSpPr>
              <p:nvPr/>
            </p:nvSpPr>
            <p:spPr bwMode="auto">
              <a:xfrm>
                <a:off x="-4468813" y="1171575"/>
                <a:ext cx="153988" cy="1539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33" name="Freeform 162"/>
              <p:cNvSpPr>
                <a:spLocks/>
              </p:cNvSpPr>
              <p:nvPr/>
            </p:nvSpPr>
            <p:spPr bwMode="auto">
              <a:xfrm>
                <a:off x="-4867275" y="1314450"/>
                <a:ext cx="725488" cy="561975"/>
              </a:xfrm>
              <a:custGeom>
                <a:avLst/>
                <a:gdLst>
                  <a:gd name="T0" fmla="*/ 367 w 457"/>
                  <a:gd name="T1" fmla="*/ 73 h 354"/>
                  <a:gd name="T2" fmla="*/ 315 w 457"/>
                  <a:gd name="T3" fmla="*/ 33 h 354"/>
                  <a:gd name="T4" fmla="*/ 230 w 457"/>
                  <a:gd name="T5" fmla="*/ 0 h 354"/>
                  <a:gd name="T6" fmla="*/ 126 w 457"/>
                  <a:gd name="T7" fmla="*/ 0 h 354"/>
                  <a:gd name="T8" fmla="*/ 74 w 457"/>
                  <a:gd name="T9" fmla="*/ 113 h 354"/>
                  <a:gd name="T10" fmla="*/ 62 w 457"/>
                  <a:gd name="T11" fmla="*/ 108 h 354"/>
                  <a:gd name="T12" fmla="*/ 55 w 457"/>
                  <a:gd name="T13" fmla="*/ 120 h 354"/>
                  <a:gd name="T14" fmla="*/ 55 w 457"/>
                  <a:gd name="T15" fmla="*/ 125 h 354"/>
                  <a:gd name="T16" fmla="*/ 52 w 457"/>
                  <a:gd name="T17" fmla="*/ 130 h 354"/>
                  <a:gd name="T18" fmla="*/ 36 w 457"/>
                  <a:gd name="T19" fmla="*/ 125 h 354"/>
                  <a:gd name="T20" fmla="*/ 0 w 457"/>
                  <a:gd name="T21" fmla="*/ 210 h 354"/>
                  <a:gd name="T22" fmla="*/ 83 w 457"/>
                  <a:gd name="T23" fmla="*/ 246 h 354"/>
                  <a:gd name="T24" fmla="*/ 90 w 457"/>
                  <a:gd name="T25" fmla="*/ 250 h 354"/>
                  <a:gd name="T26" fmla="*/ 93 w 457"/>
                  <a:gd name="T27" fmla="*/ 246 h 354"/>
                  <a:gd name="T28" fmla="*/ 128 w 457"/>
                  <a:gd name="T29" fmla="*/ 163 h 354"/>
                  <a:gd name="T30" fmla="*/ 112 w 457"/>
                  <a:gd name="T31" fmla="*/ 156 h 354"/>
                  <a:gd name="T32" fmla="*/ 114 w 457"/>
                  <a:gd name="T33" fmla="*/ 151 h 354"/>
                  <a:gd name="T34" fmla="*/ 116 w 457"/>
                  <a:gd name="T35" fmla="*/ 146 h 354"/>
                  <a:gd name="T36" fmla="*/ 121 w 457"/>
                  <a:gd name="T37" fmla="*/ 134 h 354"/>
                  <a:gd name="T38" fmla="*/ 107 w 457"/>
                  <a:gd name="T39" fmla="*/ 127 h 354"/>
                  <a:gd name="T40" fmla="*/ 147 w 457"/>
                  <a:gd name="T41" fmla="*/ 35 h 354"/>
                  <a:gd name="T42" fmla="*/ 218 w 457"/>
                  <a:gd name="T43" fmla="*/ 35 h 354"/>
                  <a:gd name="T44" fmla="*/ 171 w 457"/>
                  <a:gd name="T45" fmla="*/ 168 h 354"/>
                  <a:gd name="T46" fmla="*/ 159 w 457"/>
                  <a:gd name="T47" fmla="*/ 241 h 354"/>
                  <a:gd name="T48" fmla="*/ 138 w 457"/>
                  <a:gd name="T49" fmla="*/ 243 h 354"/>
                  <a:gd name="T50" fmla="*/ 128 w 457"/>
                  <a:gd name="T51" fmla="*/ 265 h 354"/>
                  <a:gd name="T52" fmla="*/ 123 w 457"/>
                  <a:gd name="T53" fmla="*/ 274 h 354"/>
                  <a:gd name="T54" fmla="*/ 114 w 457"/>
                  <a:gd name="T55" fmla="*/ 269 h 354"/>
                  <a:gd name="T56" fmla="*/ 62 w 457"/>
                  <a:gd name="T57" fmla="*/ 248 h 354"/>
                  <a:gd name="T58" fmla="*/ 52 w 457"/>
                  <a:gd name="T59" fmla="*/ 248 h 354"/>
                  <a:gd name="T60" fmla="*/ 57 w 457"/>
                  <a:gd name="T61" fmla="*/ 295 h 354"/>
                  <a:gd name="T62" fmla="*/ 199 w 457"/>
                  <a:gd name="T63" fmla="*/ 286 h 354"/>
                  <a:gd name="T64" fmla="*/ 213 w 457"/>
                  <a:gd name="T65" fmla="*/ 198 h 354"/>
                  <a:gd name="T66" fmla="*/ 218 w 457"/>
                  <a:gd name="T67" fmla="*/ 201 h 354"/>
                  <a:gd name="T68" fmla="*/ 272 w 457"/>
                  <a:gd name="T69" fmla="*/ 243 h 354"/>
                  <a:gd name="T70" fmla="*/ 280 w 457"/>
                  <a:gd name="T71" fmla="*/ 354 h 354"/>
                  <a:gd name="T72" fmla="*/ 327 w 457"/>
                  <a:gd name="T73" fmla="*/ 352 h 354"/>
                  <a:gd name="T74" fmla="*/ 320 w 457"/>
                  <a:gd name="T75" fmla="*/ 217 h 354"/>
                  <a:gd name="T76" fmla="*/ 251 w 457"/>
                  <a:gd name="T77" fmla="*/ 168 h 354"/>
                  <a:gd name="T78" fmla="*/ 301 w 457"/>
                  <a:gd name="T79" fmla="*/ 66 h 354"/>
                  <a:gd name="T80" fmla="*/ 367 w 457"/>
                  <a:gd name="T81" fmla="*/ 118 h 354"/>
                  <a:gd name="T82" fmla="*/ 457 w 457"/>
                  <a:gd name="T83" fmla="*/ 42 h 354"/>
                  <a:gd name="T84" fmla="*/ 433 w 457"/>
                  <a:gd name="T85" fmla="*/ 14 h 354"/>
                  <a:gd name="T86" fmla="*/ 367 w 457"/>
                  <a:gd name="T87" fmla="*/ 73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57" h="354">
                    <a:moveTo>
                      <a:pt x="367" y="73"/>
                    </a:moveTo>
                    <a:lnTo>
                      <a:pt x="315" y="33"/>
                    </a:lnTo>
                    <a:lnTo>
                      <a:pt x="230" y="0"/>
                    </a:lnTo>
                    <a:lnTo>
                      <a:pt x="126" y="0"/>
                    </a:lnTo>
                    <a:lnTo>
                      <a:pt x="74" y="113"/>
                    </a:lnTo>
                    <a:lnTo>
                      <a:pt x="62" y="108"/>
                    </a:lnTo>
                    <a:lnTo>
                      <a:pt x="55" y="120"/>
                    </a:lnTo>
                    <a:lnTo>
                      <a:pt x="55" y="125"/>
                    </a:lnTo>
                    <a:lnTo>
                      <a:pt x="52" y="130"/>
                    </a:lnTo>
                    <a:lnTo>
                      <a:pt x="36" y="125"/>
                    </a:lnTo>
                    <a:lnTo>
                      <a:pt x="0" y="210"/>
                    </a:lnTo>
                    <a:lnTo>
                      <a:pt x="83" y="246"/>
                    </a:lnTo>
                    <a:lnTo>
                      <a:pt x="90" y="250"/>
                    </a:lnTo>
                    <a:lnTo>
                      <a:pt x="93" y="246"/>
                    </a:lnTo>
                    <a:lnTo>
                      <a:pt x="128" y="163"/>
                    </a:lnTo>
                    <a:lnTo>
                      <a:pt x="112" y="156"/>
                    </a:lnTo>
                    <a:lnTo>
                      <a:pt x="114" y="151"/>
                    </a:lnTo>
                    <a:lnTo>
                      <a:pt x="116" y="146"/>
                    </a:lnTo>
                    <a:lnTo>
                      <a:pt x="121" y="134"/>
                    </a:lnTo>
                    <a:lnTo>
                      <a:pt x="107" y="127"/>
                    </a:lnTo>
                    <a:lnTo>
                      <a:pt x="147" y="35"/>
                    </a:lnTo>
                    <a:lnTo>
                      <a:pt x="218" y="35"/>
                    </a:lnTo>
                    <a:lnTo>
                      <a:pt x="171" y="168"/>
                    </a:lnTo>
                    <a:lnTo>
                      <a:pt x="159" y="241"/>
                    </a:lnTo>
                    <a:lnTo>
                      <a:pt x="138" y="243"/>
                    </a:lnTo>
                    <a:lnTo>
                      <a:pt x="128" y="265"/>
                    </a:lnTo>
                    <a:lnTo>
                      <a:pt x="123" y="274"/>
                    </a:lnTo>
                    <a:lnTo>
                      <a:pt x="114" y="269"/>
                    </a:lnTo>
                    <a:lnTo>
                      <a:pt x="62" y="248"/>
                    </a:lnTo>
                    <a:lnTo>
                      <a:pt x="52" y="248"/>
                    </a:lnTo>
                    <a:lnTo>
                      <a:pt x="57" y="295"/>
                    </a:lnTo>
                    <a:lnTo>
                      <a:pt x="199" y="286"/>
                    </a:lnTo>
                    <a:lnTo>
                      <a:pt x="213" y="198"/>
                    </a:lnTo>
                    <a:lnTo>
                      <a:pt x="218" y="201"/>
                    </a:lnTo>
                    <a:lnTo>
                      <a:pt x="272" y="243"/>
                    </a:lnTo>
                    <a:lnTo>
                      <a:pt x="280" y="354"/>
                    </a:lnTo>
                    <a:lnTo>
                      <a:pt x="327" y="352"/>
                    </a:lnTo>
                    <a:lnTo>
                      <a:pt x="320" y="217"/>
                    </a:lnTo>
                    <a:lnTo>
                      <a:pt x="251" y="168"/>
                    </a:lnTo>
                    <a:lnTo>
                      <a:pt x="301" y="66"/>
                    </a:lnTo>
                    <a:lnTo>
                      <a:pt x="367" y="118"/>
                    </a:lnTo>
                    <a:lnTo>
                      <a:pt x="457" y="42"/>
                    </a:lnTo>
                    <a:lnTo>
                      <a:pt x="433" y="14"/>
                    </a:lnTo>
                    <a:lnTo>
                      <a:pt x="367" y="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34" name="Freeform 163"/>
              <p:cNvSpPr>
                <a:spLocks/>
              </p:cNvSpPr>
              <p:nvPr/>
            </p:nvSpPr>
            <p:spPr bwMode="auto">
              <a:xfrm>
                <a:off x="-4911725" y="1493837"/>
                <a:ext cx="82550" cy="146050"/>
              </a:xfrm>
              <a:custGeom>
                <a:avLst/>
                <a:gdLst>
                  <a:gd name="T0" fmla="*/ 0 w 52"/>
                  <a:gd name="T1" fmla="*/ 88 h 92"/>
                  <a:gd name="T2" fmla="*/ 38 w 52"/>
                  <a:gd name="T3" fmla="*/ 0 h 92"/>
                  <a:gd name="T4" fmla="*/ 52 w 52"/>
                  <a:gd name="T5" fmla="*/ 7 h 92"/>
                  <a:gd name="T6" fmla="*/ 16 w 52"/>
                  <a:gd name="T7" fmla="*/ 92 h 92"/>
                  <a:gd name="T8" fmla="*/ 0 w 52"/>
                  <a:gd name="T9" fmla="*/ 88 h 92"/>
                </a:gdLst>
                <a:ahLst/>
                <a:cxnLst>
                  <a:cxn ang="0">
                    <a:pos x="T0" y="T1"/>
                  </a:cxn>
                  <a:cxn ang="0">
                    <a:pos x="T2" y="T3"/>
                  </a:cxn>
                  <a:cxn ang="0">
                    <a:pos x="T4" y="T5"/>
                  </a:cxn>
                  <a:cxn ang="0">
                    <a:pos x="T6" y="T7"/>
                  </a:cxn>
                  <a:cxn ang="0">
                    <a:pos x="T8" y="T9"/>
                  </a:cxn>
                </a:cxnLst>
                <a:rect l="0" t="0" r="r" b="b"/>
                <a:pathLst>
                  <a:path w="52" h="92">
                    <a:moveTo>
                      <a:pt x="0" y="88"/>
                    </a:moveTo>
                    <a:lnTo>
                      <a:pt x="38" y="0"/>
                    </a:lnTo>
                    <a:lnTo>
                      <a:pt x="52" y="7"/>
                    </a:lnTo>
                    <a:lnTo>
                      <a:pt x="16" y="92"/>
                    </a:lnTo>
                    <a:lnTo>
                      <a:pt x="0" y="8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35" name="Freeform 164"/>
              <p:cNvSpPr>
                <a:spLocks/>
              </p:cNvSpPr>
              <p:nvPr/>
            </p:nvSpPr>
            <p:spPr bwMode="auto">
              <a:xfrm>
                <a:off x="-4705350" y="1581150"/>
                <a:ext cx="82550" cy="146050"/>
              </a:xfrm>
              <a:custGeom>
                <a:avLst/>
                <a:gdLst>
                  <a:gd name="T0" fmla="*/ 24 w 52"/>
                  <a:gd name="T1" fmla="*/ 75 h 92"/>
                  <a:gd name="T2" fmla="*/ 52 w 52"/>
                  <a:gd name="T3" fmla="*/ 7 h 92"/>
                  <a:gd name="T4" fmla="*/ 38 w 52"/>
                  <a:gd name="T5" fmla="*/ 0 h 92"/>
                  <a:gd name="T6" fmla="*/ 5 w 52"/>
                  <a:gd name="T7" fmla="*/ 78 h 92"/>
                  <a:gd name="T8" fmla="*/ 0 w 52"/>
                  <a:gd name="T9" fmla="*/ 87 h 92"/>
                  <a:gd name="T10" fmla="*/ 17 w 52"/>
                  <a:gd name="T11" fmla="*/ 92 h 92"/>
                  <a:gd name="T12" fmla="*/ 24 w 52"/>
                  <a:gd name="T13" fmla="*/ 75 h 92"/>
                </a:gdLst>
                <a:ahLst/>
                <a:cxnLst>
                  <a:cxn ang="0">
                    <a:pos x="T0" y="T1"/>
                  </a:cxn>
                  <a:cxn ang="0">
                    <a:pos x="T2" y="T3"/>
                  </a:cxn>
                  <a:cxn ang="0">
                    <a:pos x="T4" y="T5"/>
                  </a:cxn>
                  <a:cxn ang="0">
                    <a:pos x="T6" y="T7"/>
                  </a:cxn>
                  <a:cxn ang="0">
                    <a:pos x="T8" y="T9"/>
                  </a:cxn>
                  <a:cxn ang="0">
                    <a:pos x="T10" y="T11"/>
                  </a:cxn>
                  <a:cxn ang="0">
                    <a:pos x="T12" y="T13"/>
                  </a:cxn>
                </a:cxnLst>
                <a:rect l="0" t="0" r="r" b="b"/>
                <a:pathLst>
                  <a:path w="52" h="92">
                    <a:moveTo>
                      <a:pt x="24" y="75"/>
                    </a:moveTo>
                    <a:lnTo>
                      <a:pt x="52" y="7"/>
                    </a:lnTo>
                    <a:lnTo>
                      <a:pt x="38" y="0"/>
                    </a:lnTo>
                    <a:lnTo>
                      <a:pt x="5" y="78"/>
                    </a:lnTo>
                    <a:lnTo>
                      <a:pt x="0" y="87"/>
                    </a:lnTo>
                    <a:lnTo>
                      <a:pt x="17" y="92"/>
                    </a:lnTo>
                    <a:lnTo>
                      <a:pt x="24" y="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36" name="Freeform 165"/>
              <p:cNvSpPr>
                <a:spLocks noEditPoints="1"/>
              </p:cNvSpPr>
              <p:nvPr/>
            </p:nvSpPr>
            <p:spPr bwMode="auto">
              <a:xfrm>
                <a:off x="-5821363" y="4024312"/>
                <a:ext cx="368300" cy="585788"/>
              </a:xfrm>
              <a:custGeom>
                <a:avLst/>
                <a:gdLst>
                  <a:gd name="T0" fmla="*/ 232 w 232"/>
                  <a:gd name="T1" fmla="*/ 369 h 369"/>
                  <a:gd name="T2" fmla="*/ 206 w 232"/>
                  <a:gd name="T3" fmla="*/ 7 h 369"/>
                  <a:gd name="T4" fmla="*/ 185 w 232"/>
                  <a:gd name="T5" fmla="*/ 0 h 369"/>
                  <a:gd name="T6" fmla="*/ 206 w 232"/>
                  <a:gd name="T7" fmla="*/ 29 h 369"/>
                  <a:gd name="T8" fmla="*/ 206 w 232"/>
                  <a:gd name="T9" fmla="*/ 239 h 369"/>
                  <a:gd name="T10" fmla="*/ 185 w 232"/>
                  <a:gd name="T11" fmla="*/ 265 h 369"/>
                  <a:gd name="T12" fmla="*/ 206 w 232"/>
                  <a:gd name="T13" fmla="*/ 296 h 369"/>
                  <a:gd name="T14" fmla="*/ 185 w 232"/>
                  <a:gd name="T15" fmla="*/ 296 h 369"/>
                  <a:gd name="T16" fmla="*/ 206 w 232"/>
                  <a:gd name="T17" fmla="*/ 317 h 369"/>
                  <a:gd name="T18" fmla="*/ 206 w 232"/>
                  <a:gd name="T19" fmla="*/ 346 h 369"/>
                  <a:gd name="T20" fmla="*/ 185 w 232"/>
                  <a:gd name="T21" fmla="*/ 369 h 369"/>
                  <a:gd name="T22" fmla="*/ 161 w 232"/>
                  <a:gd name="T23" fmla="*/ 7 h 369"/>
                  <a:gd name="T24" fmla="*/ 116 w 232"/>
                  <a:gd name="T25" fmla="*/ 29 h 369"/>
                  <a:gd name="T26" fmla="*/ 185 w 232"/>
                  <a:gd name="T27" fmla="*/ 0 h 369"/>
                  <a:gd name="T28" fmla="*/ 161 w 232"/>
                  <a:gd name="T29" fmla="*/ 0 h 369"/>
                  <a:gd name="T30" fmla="*/ 185 w 232"/>
                  <a:gd name="T31" fmla="*/ 369 h 369"/>
                  <a:gd name="T32" fmla="*/ 161 w 232"/>
                  <a:gd name="T33" fmla="*/ 346 h 369"/>
                  <a:gd name="T34" fmla="*/ 185 w 232"/>
                  <a:gd name="T35" fmla="*/ 317 h 369"/>
                  <a:gd name="T36" fmla="*/ 161 w 232"/>
                  <a:gd name="T37" fmla="*/ 296 h 369"/>
                  <a:gd name="T38" fmla="*/ 185 w 232"/>
                  <a:gd name="T39" fmla="*/ 265 h 369"/>
                  <a:gd name="T40" fmla="*/ 116 w 232"/>
                  <a:gd name="T41" fmla="*/ 239 h 369"/>
                  <a:gd name="T42" fmla="*/ 138 w 232"/>
                  <a:gd name="T43" fmla="*/ 265 h 369"/>
                  <a:gd name="T44" fmla="*/ 138 w 232"/>
                  <a:gd name="T45" fmla="*/ 296 h 369"/>
                  <a:gd name="T46" fmla="*/ 116 w 232"/>
                  <a:gd name="T47" fmla="*/ 317 h 369"/>
                  <a:gd name="T48" fmla="*/ 138 w 232"/>
                  <a:gd name="T49" fmla="*/ 346 h 369"/>
                  <a:gd name="T50" fmla="*/ 116 w 232"/>
                  <a:gd name="T51" fmla="*/ 346 h 369"/>
                  <a:gd name="T52" fmla="*/ 116 w 232"/>
                  <a:gd name="T53" fmla="*/ 7 h 369"/>
                  <a:gd name="T54" fmla="*/ 48 w 232"/>
                  <a:gd name="T55" fmla="*/ 29 h 369"/>
                  <a:gd name="T56" fmla="*/ 116 w 232"/>
                  <a:gd name="T57" fmla="*/ 7 h 369"/>
                  <a:gd name="T58" fmla="*/ 48 w 232"/>
                  <a:gd name="T59" fmla="*/ 369 h 369"/>
                  <a:gd name="T60" fmla="*/ 116 w 232"/>
                  <a:gd name="T61" fmla="*/ 346 h 369"/>
                  <a:gd name="T62" fmla="*/ 93 w 232"/>
                  <a:gd name="T63" fmla="*/ 317 h 369"/>
                  <a:gd name="T64" fmla="*/ 116 w 232"/>
                  <a:gd name="T65" fmla="*/ 296 h 369"/>
                  <a:gd name="T66" fmla="*/ 93 w 232"/>
                  <a:gd name="T67" fmla="*/ 265 h 369"/>
                  <a:gd name="T68" fmla="*/ 116 w 232"/>
                  <a:gd name="T69" fmla="*/ 239 h 369"/>
                  <a:gd name="T70" fmla="*/ 48 w 232"/>
                  <a:gd name="T71" fmla="*/ 265 h 369"/>
                  <a:gd name="T72" fmla="*/ 69 w 232"/>
                  <a:gd name="T73" fmla="*/ 296 h 369"/>
                  <a:gd name="T74" fmla="*/ 48 w 232"/>
                  <a:gd name="T75" fmla="*/ 296 h 369"/>
                  <a:gd name="T76" fmla="*/ 69 w 232"/>
                  <a:gd name="T77" fmla="*/ 317 h 369"/>
                  <a:gd name="T78" fmla="*/ 69 w 232"/>
                  <a:gd name="T79" fmla="*/ 346 h 369"/>
                  <a:gd name="T80" fmla="*/ 48 w 232"/>
                  <a:gd name="T81" fmla="*/ 369 h 369"/>
                  <a:gd name="T82" fmla="*/ 0 w 232"/>
                  <a:gd name="T83" fmla="*/ 7 h 369"/>
                  <a:gd name="T84" fmla="*/ 48 w 232"/>
                  <a:gd name="T85" fmla="*/ 369 h 369"/>
                  <a:gd name="T86" fmla="*/ 26 w 232"/>
                  <a:gd name="T87" fmla="*/ 346 h 369"/>
                  <a:gd name="T88" fmla="*/ 48 w 232"/>
                  <a:gd name="T89" fmla="*/ 317 h 369"/>
                  <a:gd name="T90" fmla="*/ 26 w 232"/>
                  <a:gd name="T91" fmla="*/ 296 h 369"/>
                  <a:gd name="T92" fmla="*/ 48 w 232"/>
                  <a:gd name="T93" fmla="*/ 265 h 369"/>
                  <a:gd name="T94" fmla="*/ 26 w 232"/>
                  <a:gd name="T95" fmla="*/ 239 h 369"/>
                  <a:gd name="T96" fmla="*/ 48 w 232"/>
                  <a:gd name="T97" fmla="*/ 29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32" h="369">
                    <a:moveTo>
                      <a:pt x="185" y="369"/>
                    </a:moveTo>
                    <a:lnTo>
                      <a:pt x="232" y="369"/>
                    </a:lnTo>
                    <a:lnTo>
                      <a:pt x="232" y="7"/>
                    </a:lnTo>
                    <a:lnTo>
                      <a:pt x="206" y="7"/>
                    </a:lnTo>
                    <a:lnTo>
                      <a:pt x="206" y="0"/>
                    </a:lnTo>
                    <a:lnTo>
                      <a:pt x="185" y="0"/>
                    </a:lnTo>
                    <a:lnTo>
                      <a:pt x="185" y="29"/>
                    </a:lnTo>
                    <a:lnTo>
                      <a:pt x="206" y="29"/>
                    </a:lnTo>
                    <a:lnTo>
                      <a:pt x="206" y="239"/>
                    </a:lnTo>
                    <a:lnTo>
                      <a:pt x="206" y="239"/>
                    </a:lnTo>
                    <a:lnTo>
                      <a:pt x="185" y="239"/>
                    </a:lnTo>
                    <a:lnTo>
                      <a:pt x="185" y="265"/>
                    </a:lnTo>
                    <a:lnTo>
                      <a:pt x="206" y="265"/>
                    </a:lnTo>
                    <a:lnTo>
                      <a:pt x="206" y="296"/>
                    </a:lnTo>
                    <a:lnTo>
                      <a:pt x="206" y="296"/>
                    </a:lnTo>
                    <a:lnTo>
                      <a:pt x="185" y="296"/>
                    </a:lnTo>
                    <a:lnTo>
                      <a:pt x="185" y="317"/>
                    </a:lnTo>
                    <a:lnTo>
                      <a:pt x="206" y="317"/>
                    </a:lnTo>
                    <a:lnTo>
                      <a:pt x="206" y="346"/>
                    </a:lnTo>
                    <a:lnTo>
                      <a:pt x="206" y="346"/>
                    </a:lnTo>
                    <a:lnTo>
                      <a:pt x="185" y="346"/>
                    </a:lnTo>
                    <a:lnTo>
                      <a:pt x="185" y="369"/>
                    </a:lnTo>
                    <a:close/>
                    <a:moveTo>
                      <a:pt x="161" y="0"/>
                    </a:moveTo>
                    <a:lnTo>
                      <a:pt x="161" y="7"/>
                    </a:lnTo>
                    <a:lnTo>
                      <a:pt x="116" y="7"/>
                    </a:lnTo>
                    <a:lnTo>
                      <a:pt x="116" y="29"/>
                    </a:lnTo>
                    <a:lnTo>
                      <a:pt x="185" y="29"/>
                    </a:lnTo>
                    <a:lnTo>
                      <a:pt x="185" y="0"/>
                    </a:lnTo>
                    <a:lnTo>
                      <a:pt x="161" y="0"/>
                    </a:lnTo>
                    <a:lnTo>
                      <a:pt x="161" y="0"/>
                    </a:lnTo>
                    <a:close/>
                    <a:moveTo>
                      <a:pt x="116" y="369"/>
                    </a:moveTo>
                    <a:lnTo>
                      <a:pt x="185" y="369"/>
                    </a:lnTo>
                    <a:lnTo>
                      <a:pt x="185" y="346"/>
                    </a:lnTo>
                    <a:lnTo>
                      <a:pt x="161" y="346"/>
                    </a:lnTo>
                    <a:lnTo>
                      <a:pt x="161" y="317"/>
                    </a:lnTo>
                    <a:lnTo>
                      <a:pt x="185" y="317"/>
                    </a:lnTo>
                    <a:lnTo>
                      <a:pt x="185" y="296"/>
                    </a:lnTo>
                    <a:lnTo>
                      <a:pt x="161" y="296"/>
                    </a:lnTo>
                    <a:lnTo>
                      <a:pt x="161" y="265"/>
                    </a:lnTo>
                    <a:lnTo>
                      <a:pt x="185" y="265"/>
                    </a:lnTo>
                    <a:lnTo>
                      <a:pt x="185" y="239"/>
                    </a:lnTo>
                    <a:lnTo>
                      <a:pt x="116" y="239"/>
                    </a:lnTo>
                    <a:lnTo>
                      <a:pt x="116" y="265"/>
                    </a:lnTo>
                    <a:lnTo>
                      <a:pt x="138" y="265"/>
                    </a:lnTo>
                    <a:lnTo>
                      <a:pt x="138" y="296"/>
                    </a:lnTo>
                    <a:lnTo>
                      <a:pt x="138" y="296"/>
                    </a:lnTo>
                    <a:lnTo>
                      <a:pt x="116" y="296"/>
                    </a:lnTo>
                    <a:lnTo>
                      <a:pt x="116" y="317"/>
                    </a:lnTo>
                    <a:lnTo>
                      <a:pt x="138" y="317"/>
                    </a:lnTo>
                    <a:lnTo>
                      <a:pt x="138" y="346"/>
                    </a:lnTo>
                    <a:lnTo>
                      <a:pt x="138" y="346"/>
                    </a:lnTo>
                    <a:lnTo>
                      <a:pt x="116" y="346"/>
                    </a:lnTo>
                    <a:lnTo>
                      <a:pt x="116" y="369"/>
                    </a:lnTo>
                    <a:close/>
                    <a:moveTo>
                      <a:pt x="116" y="7"/>
                    </a:moveTo>
                    <a:lnTo>
                      <a:pt x="48" y="7"/>
                    </a:lnTo>
                    <a:lnTo>
                      <a:pt x="48" y="29"/>
                    </a:lnTo>
                    <a:lnTo>
                      <a:pt x="116" y="29"/>
                    </a:lnTo>
                    <a:lnTo>
                      <a:pt x="116" y="7"/>
                    </a:lnTo>
                    <a:lnTo>
                      <a:pt x="116" y="7"/>
                    </a:lnTo>
                    <a:close/>
                    <a:moveTo>
                      <a:pt x="48" y="369"/>
                    </a:moveTo>
                    <a:lnTo>
                      <a:pt x="116" y="369"/>
                    </a:lnTo>
                    <a:lnTo>
                      <a:pt x="116" y="346"/>
                    </a:lnTo>
                    <a:lnTo>
                      <a:pt x="93" y="346"/>
                    </a:lnTo>
                    <a:lnTo>
                      <a:pt x="93" y="317"/>
                    </a:lnTo>
                    <a:lnTo>
                      <a:pt x="116" y="317"/>
                    </a:lnTo>
                    <a:lnTo>
                      <a:pt x="116" y="296"/>
                    </a:lnTo>
                    <a:lnTo>
                      <a:pt x="93" y="296"/>
                    </a:lnTo>
                    <a:lnTo>
                      <a:pt x="93" y="265"/>
                    </a:lnTo>
                    <a:lnTo>
                      <a:pt x="116" y="265"/>
                    </a:lnTo>
                    <a:lnTo>
                      <a:pt x="116" y="239"/>
                    </a:lnTo>
                    <a:lnTo>
                      <a:pt x="48" y="239"/>
                    </a:lnTo>
                    <a:lnTo>
                      <a:pt x="48" y="265"/>
                    </a:lnTo>
                    <a:lnTo>
                      <a:pt x="69" y="265"/>
                    </a:lnTo>
                    <a:lnTo>
                      <a:pt x="69" y="296"/>
                    </a:lnTo>
                    <a:lnTo>
                      <a:pt x="69" y="296"/>
                    </a:lnTo>
                    <a:lnTo>
                      <a:pt x="48" y="296"/>
                    </a:lnTo>
                    <a:lnTo>
                      <a:pt x="48" y="317"/>
                    </a:lnTo>
                    <a:lnTo>
                      <a:pt x="69" y="317"/>
                    </a:lnTo>
                    <a:lnTo>
                      <a:pt x="69" y="346"/>
                    </a:lnTo>
                    <a:lnTo>
                      <a:pt x="69" y="346"/>
                    </a:lnTo>
                    <a:lnTo>
                      <a:pt x="48" y="346"/>
                    </a:lnTo>
                    <a:lnTo>
                      <a:pt x="48" y="369"/>
                    </a:lnTo>
                    <a:close/>
                    <a:moveTo>
                      <a:pt x="48" y="7"/>
                    </a:moveTo>
                    <a:lnTo>
                      <a:pt x="0" y="7"/>
                    </a:lnTo>
                    <a:lnTo>
                      <a:pt x="0" y="369"/>
                    </a:lnTo>
                    <a:lnTo>
                      <a:pt x="48" y="369"/>
                    </a:lnTo>
                    <a:lnTo>
                      <a:pt x="48" y="346"/>
                    </a:lnTo>
                    <a:lnTo>
                      <a:pt x="26" y="346"/>
                    </a:lnTo>
                    <a:lnTo>
                      <a:pt x="26" y="317"/>
                    </a:lnTo>
                    <a:lnTo>
                      <a:pt x="48" y="317"/>
                    </a:lnTo>
                    <a:lnTo>
                      <a:pt x="48" y="296"/>
                    </a:lnTo>
                    <a:lnTo>
                      <a:pt x="26" y="296"/>
                    </a:lnTo>
                    <a:lnTo>
                      <a:pt x="26" y="265"/>
                    </a:lnTo>
                    <a:lnTo>
                      <a:pt x="48" y="265"/>
                    </a:lnTo>
                    <a:lnTo>
                      <a:pt x="48" y="239"/>
                    </a:lnTo>
                    <a:lnTo>
                      <a:pt x="26" y="239"/>
                    </a:lnTo>
                    <a:lnTo>
                      <a:pt x="26" y="29"/>
                    </a:lnTo>
                    <a:lnTo>
                      <a:pt x="48" y="29"/>
                    </a:lnTo>
                    <a:lnTo>
                      <a:pt x="48"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37" name="Freeform 166"/>
              <p:cNvSpPr>
                <a:spLocks/>
              </p:cNvSpPr>
              <p:nvPr/>
            </p:nvSpPr>
            <p:spPr bwMode="auto">
              <a:xfrm>
                <a:off x="-2863850" y="-300038"/>
                <a:ext cx="254000" cy="112713"/>
              </a:xfrm>
              <a:custGeom>
                <a:avLst/>
                <a:gdLst>
                  <a:gd name="T0" fmla="*/ 0 w 160"/>
                  <a:gd name="T1" fmla="*/ 40 h 71"/>
                  <a:gd name="T2" fmla="*/ 61 w 160"/>
                  <a:gd name="T3" fmla="*/ 71 h 71"/>
                  <a:gd name="T4" fmla="*/ 160 w 160"/>
                  <a:gd name="T5" fmla="*/ 71 h 71"/>
                  <a:gd name="T6" fmla="*/ 18 w 160"/>
                  <a:gd name="T7" fmla="*/ 0 h 71"/>
                  <a:gd name="T8" fmla="*/ 0 w 160"/>
                  <a:gd name="T9" fmla="*/ 40 h 71"/>
                </a:gdLst>
                <a:ahLst/>
                <a:cxnLst>
                  <a:cxn ang="0">
                    <a:pos x="T0" y="T1"/>
                  </a:cxn>
                  <a:cxn ang="0">
                    <a:pos x="T2" y="T3"/>
                  </a:cxn>
                  <a:cxn ang="0">
                    <a:pos x="T4" y="T5"/>
                  </a:cxn>
                  <a:cxn ang="0">
                    <a:pos x="T6" y="T7"/>
                  </a:cxn>
                  <a:cxn ang="0">
                    <a:pos x="T8" y="T9"/>
                  </a:cxn>
                </a:cxnLst>
                <a:rect l="0" t="0" r="r" b="b"/>
                <a:pathLst>
                  <a:path w="160" h="71">
                    <a:moveTo>
                      <a:pt x="0" y="40"/>
                    </a:moveTo>
                    <a:lnTo>
                      <a:pt x="61" y="71"/>
                    </a:lnTo>
                    <a:lnTo>
                      <a:pt x="160" y="71"/>
                    </a:lnTo>
                    <a:lnTo>
                      <a:pt x="18" y="0"/>
                    </a:lnTo>
                    <a:lnTo>
                      <a:pt x="0" y="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38" name="Freeform 167"/>
              <p:cNvSpPr>
                <a:spLocks noEditPoints="1"/>
              </p:cNvSpPr>
              <p:nvPr/>
            </p:nvSpPr>
            <p:spPr bwMode="auto">
              <a:xfrm>
                <a:off x="-2863850" y="-169863"/>
                <a:ext cx="615950" cy="307975"/>
              </a:xfrm>
              <a:custGeom>
                <a:avLst/>
                <a:gdLst>
                  <a:gd name="T0" fmla="*/ 156 w 388"/>
                  <a:gd name="T1" fmla="*/ 194 h 194"/>
                  <a:gd name="T2" fmla="*/ 312 w 388"/>
                  <a:gd name="T3" fmla="*/ 194 h 194"/>
                  <a:gd name="T4" fmla="*/ 312 w 388"/>
                  <a:gd name="T5" fmla="*/ 156 h 194"/>
                  <a:gd name="T6" fmla="*/ 388 w 388"/>
                  <a:gd name="T7" fmla="*/ 156 h 194"/>
                  <a:gd name="T8" fmla="*/ 388 w 388"/>
                  <a:gd name="T9" fmla="*/ 38 h 194"/>
                  <a:gd name="T10" fmla="*/ 312 w 388"/>
                  <a:gd name="T11" fmla="*/ 38 h 194"/>
                  <a:gd name="T12" fmla="*/ 312 w 388"/>
                  <a:gd name="T13" fmla="*/ 0 h 194"/>
                  <a:gd name="T14" fmla="*/ 182 w 388"/>
                  <a:gd name="T15" fmla="*/ 0 h 194"/>
                  <a:gd name="T16" fmla="*/ 156 w 388"/>
                  <a:gd name="T17" fmla="*/ 0 h 194"/>
                  <a:gd name="T18" fmla="*/ 156 w 388"/>
                  <a:gd name="T19" fmla="*/ 76 h 194"/>
                  <a:gd name="T20" fmla="*/ 234 w 388"/>
                  <a:gd name="T21" fmla="*/ 76 h 194"/>
                  <a:gd name="T22" fmla="*/ 234 w 388"/>
                  <a:gd name="T23" fmla="*/ 119 h 194"/>
                  <a:gd name="T24" fmla="*/ 156 w 388"/>
                  <a:gd name="T25" fmla="*/ 119 h 194"/>
                  <a:gd name="T26" fmla="*/ 156 w 388"/>
                  <a:gd name="T27" fmla="*/ 194 h 194"/>
                  <a:gd name="T28" fmla="*/ 0 w 388"/>
                  <a:gd name="T29" fmla="*/ 194 h 194"/>
                  <a:gd name="T30" fmla="*/ 156 w 388"/>
                  <a:gd name="T31" fmla="*/ 194 h 194"/>
                  <a:gd name="T32" fmla="*/ 156 w 388"/>
                  <a:gd name="T33" fmla="*/ 119 h 194"/>
                  <a:gd name="T34" fmla="*/ 78 w 388"/>
                  <a:gd name="T35" fmla="*/ 119 h 194"/>
                  <a:gd name="T36" fmla="*/ 78 w 388"/>
                  <a:gd name="T37" fmla="*/ 76 h 194"/>
                  <a:gd name="T38" fmla="*/ 78 w 388"/>
                  <a:gd name="T39" fmla="*/ 76 h 194"/>
                  <a:gd name="T40" fmla="*/ 156 w 388"/>
                  <a:gd name="T41" fmla="*/ 76 h 194"/>
                  <a:gd name="T42" fmla="*/ 156 w 388"/>
                  <a:gd name="T43" fmla="*/ 0 h 194"/>
                  <a:gd name="T44" fmla="*/ 82 w 388"/>
                  <a:gd name="T45" fmla="*/ 0 h 194"/>
                  <a:gd name="T46" fmla="*/ 0 w 388"/>
                  <a:gd name="T47" fmla="*/ 0 h 194"/>
                  <a:gd name="T48" fmla="*/ 0 w 388"/>
                  <a:gd name="T49" fmla="*/ 19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8" h="194">
                    <a:moveTo>
                      <a:pt x="156" y="194"/>
                    </a:moveTo>
                    <a:lnTo>
                      <a:pt x="312" y="194"/>
                    </a:lnTo>
                    <a:lnTo>
                      <a:pt x="312" y="156"/>
                    </a:lnTo>
                    <a:lnTo>
                      <a:pt x="388" y="156"/>
                    </a:lnTo>
                    <a:lnTo>
                      <a:pt x="388" y="38"/>
                    </a:lnTo>
                    <a:lnTo>
                      <a:pt x="312" y="38"/>
                    </a:lnTo>
                    <a:lnTo>
                      <a:pt x="312" y="0"/>
                    </a:lnTo>
                    <a:lnTo>
                      <a:pt x="182" y="0"/>
                    </a:lnTo>
                    <a:lnTo>
                      <a:pt x="156" y="0"/>
                    </a:lnTo>
                    <a:lnTo>
                      <a:pt x="156" y="76"/>
                    </a:lnTo>
                    <a:lnTo>
                      <a:pt x="234" y="76"/>
                    </a:lnTo>
                    <a:lnTo>
                      <a:pt x="234" y="119"/>
                    </a:lnTo>
                    <a:lnTo>
                      <a:pt x="156" y="119"/>
                    </a:lnTo>
                    <a:lnTo>
                      <a:pt x="156" y="194"/>
                    </a:lnTo>
                    <a:close/>
                    <a:moveTo>
                      <a:pt x="0" y="194"/>
                    </a:moveTo>
                    <a:lnTo>
                      <a:pt x="156" y="194"/>
                    </a:lnTo>
                    <a:lnTo>
                      <a:pt x="156" y="119"/>
                    </a:lnTo>
                    <a:lnTo>
                      <a:pt x="78" y="119"/>
                    </a:lnTo>
                    <a:lnTo>
                      <a:pt x="78" y="76"/>
                    </a:lnTo>
                    <a:lnTo>
                      <a:pt x="78" y="76"/>
                    </a:lnTo>
                    <a:lnTo>
                      <a:pt x="156" y="76"/>
                    </a:lnTo>
                    <a:lnTo>
                      <a:pt x="156" y="0"/>
                    </a:lnTo>
                    <a:lnTo>
                      <a:pt x="82" y="0"/>
                    </a:lnTo>
                    <a:lnTo>
                      <a:pt x="0" y="0"/>
                    </a:lnTo>
                    <a:lnTo>
                      <a:pt x="0" y="19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39" name="Freeform 168"/>
              <p:cNvSpPr>
                <a:spLocks noEditPoints="1"/>
              </p:cNvSpPr>
              <p:nvPr/>
            </p:nvSpPr>
            <p:spPr bwMode="auto">
              <a:xfrm>
                <a:off x="-5205413" y="8448675"/>
                <a:ext cx="444500" cy="349250"/>
              </a:xfrm>
              <a:custGeom>
                <a:avLst/>
                <a:gdLst>
                  <a:gd name="T0" fmla="*/ 93 w 118"/>
                  <a:gd name="T1" fmla="*/ 93 h 93"/>
                  <a:gd name="T2" fmla="*/ 93 w 118"/>
                  <a:gd name="T3" fmla="*/ 61 h 93"/>
                  <a:gd name="T4" fmla="*/ 109 w 118"/>
                  <a:gd name="T5" fmla="*/ 47 h 93"/>
                  <a:gd name="T6" fmla="*/ 118 w 118"/>
                  <a:gd name="T7" fmla="*/ 47 h 93"/>
                  <a:gd name="T8" fmla="*/ 118 w 118"/>
                  <a:gd name="T9" fmla="*/ 12 h 93"/>
                  <a:gd name="T10" fmla="*/ 105 w 118"/>
                  <a:gd name="T11" fmla="*/ 0 h 93"/>
                  <a:gd name="T12" fmla="*/ 76 w 118"/>
                  <a:gd name="T13" fmla="*/ 0 h 93"/>
                  <a:gd name="T14" fmla="*/ 76 w 118"/>
                  <a:gd name="T15" fmla="*/ 15 h 93"/>
                  <a:gd name="T16" fmla="*/ 87 w 118"/>
                  <a:gd name="T17" fmla="*/ 25 h 93"/>
                  <a:gd name="T18" fmla="*/ 76 w 118"/>
                  <a:gd name="T19" fmla="*/ 36 h 93"/>
                  <a:gd name="T20" fmla="*/ 76 w 118"/>
                  <a:gd name="T21" fmla="*/ 43 h 93"/>
                  <a:gd name="T22" fmla="*/ 87 w 118"/>
                  <a:gd name="T23" fmla="*/ 53 h 93"/>
                  <a:gd name="T24" fmla="*/ 76 w 118"/>
                  <a:gd name="T25" fmla="*/ 64 h 93"/>
                  <a:gd name="T26" fmla="*/ 76 w 118"/>
                  <a:gd name="T27" fmla="*/ 93 h 93"/>
                  <a:gd name="T28" fmla="*/ 93 w 118"/>
                  <a:gd name="T29" fmla="*/ 93 h 93"/>
                  <a:gd name="T30" fmla="*/ 76 w 118"/>
                  <a:gd name="T31" fmla="*/ 0 h 93"/>
                  <a:gd name="T32" fmla="*/ 42 w 118"/>
                  <a:gd name="T33" fmla="*/ 0 h 93"/>
                  <a:gd name="T34" fmla="*/ 42 w 118"/>
                  <a:gd name="T35" fmla="*/ 15 h 93"/>
                  <a:gd name="T36" fmla="*/ 42 w 118"/>
                  <a:gd name="T37" fmla="*/ 15 h 93"/>
                  <a:gd name="T38" fmla="*/ 53 w 118"/>
                  <a:gd name="T39" fmla="*/ 25 h 93"/>
                  <a:gd name="T40" fmla="*/ 42 w 118"/>
                  <a:gd name="T41" fmla="*/ 36 h 93"/>
                  <a:gd name="T42" fmla="*/ 42 w 118"/>
                  <a:gd name="T43" fmla="*/ 43 h 93"/>
                  <a:gd name="T44" fmla="*/ 42 w 118"/>
                  <a:gd name="T45" fmla="*/ 43 h 93"/>
                  <a:gd name="T46" fmla="*/ 53 w 118"/>
                  <a:gd name="T47" fmla="*/ 53 h 93"/>
                  <a:gd name="T48" fmla="*/ 42 w 118"/>
                  <a:gd name="T49" fmla="*/ 64 h 93"/>
                  <a:gd name="T50" fmla="*/ 42 w 118"/>
                  <a:gd name="T51" fmla="*/ 93 h 93"/>
                  <a:gd name="T52" fmla="*/ 76 w 118"/>
                  <a:gd name="T53" fmla="*/ 93 h 93"/>
                  <a:gd name="T54" fmla="*/ 76 w 118"/>
                  <a:gd name="T55" fmla="*/ 64 h 93"/>
                  <a:gd name="T56" fmla="*/ 76 w 118"/>
                  <a:gd name="T57" fmla="*/ 64 h 93"/>
                  <a:gd name="T58" fmla="*/ 65 w 118"/>
                  <a:gd name="T59" fmla="*/ 53 h 93"/>
                  <a:gd name="T60" fmla="*/ 76 w 118"/>
                  <a:gd name="T61" fmla="*/ 43 h 93"/>
                  <a:gd name="T62" fmla="*/ 76 w 118"/>
                  <a:gd name="T63" fmla="*/ 43 h 93"/>
                  <a:gd name="T64" fmla="*/ 76 w 118"/>
                  <a:gd name="T65" fmla="*/ 43 h 93"/>
                  <a:gd name="T66" fmla="*/ 76 w 118"/>
                  <a:gd name="T67" fmla="*/ 36 h 93"/>
                  <a:gd name="T68" fmla="*/ 76 w 118"/>
                  <a:gd name="T69" fmla="*/ 36 h 93"/>
                  <a:gd name="T70" fmla="*/ 65 w 118"/>
                  <a:gd name="T71" fmla="*/ 25 h 93"/>
                  <a:gd name="T72" fmla="*/ 76 w 118"/>
                  <a:gd name="T73" fmla="*/ 15 h 93"/>
                  <a:gd name="T74" fmla="*/ 76 w 118"/>
                  <a:gd name="T75" fmla="*/ 15 h 93"/>
                  <a:gd name="T76" fmla="*/ 76 w 118"/>
                  <a:gd name="T77" fmla="*/ 15 h 93"/>
                  <a:gd name="T78" fmla="*/ 76 w 118"/>
                  <a:gd name="T79" fmla="*/ 0 h 93"/>
                  <a:gd name="T80" fmla="*/ 42 w 118"/>
                  <a:gd name="T81" fmla="*/ 0 h 93"/>
                  <a:gd name="T82" fmla="*/ 13 w 118"/>
                  <a:gd name="T83" fmla="*/ 0 h 93"/>
                  <a:gd name="T84" fmla="*/ 0 w 118"/>
                  <a:gd name="T85" fmla="*/ 12 h 93"/>
                  <a:gd name="T86" fmla="*/ 0 w 118"/>
                  <a:gd name="T87" fmla="*/ 47 h 93"/>
                  <a:gd name="T88" fmla="*/ 10 w 118"/>
                  <a:gd name="T89" fmla="*/ 47 h 93"/>
                  <a:gd name="T90" fmla="*/ 25 w 118"/>
                  <a:gd name="T91" fmla="*/ 61 h 93"/>
                  <a:gd name="T92" fmla="*/ 25 w 118"/>
                  <a:gd name="T93" fmla="*/ 93 h 93"/>
                  <a:gd name="T94" fmla="*/ 42 w 118"/>
                  <a:gd name="T95" fmla="*/ 93 h 93"/>
                  <a:gd name="T96" fmla="*/ 42 w 118"/>
                  <a:gd name="T97" fmla="*/ 64 h 93"/>
                  <a:gd name="T98" fmla="*/ 32 w 118"/>
                  <a:gd name="T99" fmla="*/ 53 h 93"/>
                  <a:gd name="T100" fmla="*/ 42 w 118"/>
                  <a:gd name="T101" fmla="*/ 43 h 93"/>
                  <a:gd name="T102" fmla="*/ 42 w 118"/>
                  <a:gd name="T103" fmla="*/ 36 h 93"/>
                  <a:gd name="T104" fmla="*/ 32 w 118"/>
                  <a:gd name="T105" fmla="*/ 25 h 93"/>
                  <a:gd name="T106" fmla="*/ 42 w 118"/>
                  <a:gd name="T107" fmla="*/ 15 h 93"/>
                  <a:gd name="T108" fmla="*/ 42 w 118"/>
                  <a:gd name="T109" fmla="*/ 0 h 93"/>
                  <a:gd name="T110" fmla="*/ 42 w 118"/>
                  <a:gd name="T111" fmla="*/ 15 h 93"/>
                  <a:gd name="T112" fmla="*/ 42 w 118"/>
                  <a:gd name="T113" fmla="*/ 15 h 93"/>
                  <a:gd name="T114" fmla="*/ 42 w 118"/>
                  <a:gd name="T115" fmla="*/ 43 h 93"/>
                  <a:gd name="T116" fmla="*/ 42 w 118"/>
                  <a:gd name="T117" fmla="*/ 4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8" h="93">
                    <a:moveTo>
                      <a:pt x="93" y="93"/>
                    </a:moveTo>
                    <a:cubicBezTo>
                      <a:pt x="93" y="61"/>
                      <a:pt x="93" y="61"/>
                      <a:pt x="93" y="61"/>
                    </a:cubicBezTo>
                    <a:cubicBezTo>
                      <a:pt x="93" y="52"/>
                      <a:pt x="99" y="47"/>
                      <a:pt x="109" y="47"/>
                    </a:cubicBezTo>
                    <a:cubicBezTo>
                      <a:pt x="118" y="47"/>
                      <a:pt x="118" y="47"/>
                      <a:pt x="118" y="47"/>
                    </a:cubicBezTo>
                    <a:cubicBezTo>
                      <a:pt x="118" y="12"/>
                      <a:pt x="118" y="12"/>
                      <a:pt x="118" y="12"/>
                    </a:cubicBezTo>
                    <a:cubicBezTo>
                      <a:pt x="118" y="5"/>
                      <a:pt x="112" y="0"/>
                      <a:pt x="105" y="0"/>
                    </a:cubicBezTo>
                    <a:cubicBezTo>
                      <a:pt x="76" y="0"/>
                      <a:pt x="76" y="0"/>
                      <a:pt x="76" y="0"/>
                    </a:cubicBezTo>
                    <a:cubicBezTo>
                      <a:pt x="76" y="15"/>
                      <a:pt x="76" y="15"/>
                      <a:pt x="76" y="15"/>
                    </a:cubicBezTo>
                    <a:cubicBezTo>
                      <a:pt x="82" y="15"/>
                      <a:pt x="87" y="19"/>
                      <a:pt x="87" y="25"/>
                    </a:cubicBezTo>
                    <a:cubicBezTo>
                      <a:pt x="87" y="31"/>
                      <a:pt x="82" y="36"/>
                      <a:pt x="76" y="36"/>
                    </a:cubicBezTo>
                    <a:cubicBezTo>
                      <a:pt x="76" y="43"/>
                      <a:pt x="76" y="43"/>
                      <a:pt x="76" y="43"/>
                    </a:cubicBezTo>
                    <a:cubicBezTo>
                      <a:pt x="82" y="43"/>
                      <a:pt x="87" y="47"/>
                      <a:pt x="87" y="53"/>
                    </a:cubicBezTo>
                    <a:cubicBezTo>
                      <a:pt x="87" y="59"/>
                      <a:pt x="82" y="64"/>
                      <a:pt x="76" y="64"/>
                    </a:cubicBezTo>
                    <a:cubicBezTo>
                      <a:pt x="76" y="93"/>
                      <a:pt x="76" y="93"/>
                      <a:pt x="76" y="93"/>
                    </a:cubicBezTo>
                    <a:lnTo>
                      <a:pt x="93" y="93"/>
                    </a:lnTo>
                    <a:close/>
                    <a:moveTo>
                      <a:pt x="76" y="0"/>
                    </a:moveTo>
                    <a:cubicBezTo>
                      <a:pt x="42" y="0"/>
                      <a:pt x="42" y="0"/>
                      <a:pt x="42" y="0"/>
                    </a:cubicBezTo>
                    <a:cubicBezTo>
                      <a:pt x="42" y="15"/>
                      <a:pt x="42" y="15"/>
                      <a:pt x="42" y="15"/>
                    </a:cubicBezTo>
                    <a:cubicBezTo>
                      <a:pt x="42" y="15"/>
                      <a:pt x="42" y="15"/>
                      <a:pt x="42" y="15"/>
                    </a:cubicBezTo>
                    <a:cubicBezTo>
                      <a:pt x="48" y="15"/>
                      <a:pt x="53" y="19"/>
                      <a:pt x="53" y="25"/>
                    </a:cubicBezTo>
                    <a:cubicBezTo>
                      <a:pt x="53" y="31"/>
                      <a:pt x="48" y="36"/>
                      <a:pt x="42" y="36"/>
                    </a:cubicBezTo>
                    <a:cubicBezTo>
                      <a:pt x="42" y="43"/>
                      <a:pt x="42" y="43"/>
                      <a:pt x="42" y="43"/>
                    </a:cubicBezTo>
                    <a:cubicBezTo>
                      <a:pt x="42" y="43"/>
                      <a:pt x="42" y="43"/>
                      <a:pt x="42" y="43"/>
                    </a:cubicBezTo>
                    <a:cubicBezTo>
                      <a:pt x="48" y="43"/>
                      <a:pt x="53" y="47"/>
                      <a:pt x="53" y="53"/>
                    </a:cubicBezTo>
                    <a:cubicBezTo>
                      <a:pt x="53" y="59"/>
                      <a:pt x="48" y="64"/>
                      <a:pt x="42" y="64"/>
                    </a:cubicBezTo>
                    <a:cubicBezTo>
                      <a:pt x="42" y="93"/>
                      <a:pt x="42" y="93"/>
                      <a:pt x="42" y="93"/>
                    </a:cubicBezTo>
                    <a:cubicBezTo>
                      <a:pt x="76" y="93"/>
                      <a:pt x="76" y="93"/>
                      <a:pt x="76" y="93"/>
                    </a:cubicBezTo>
                    <a:cubicBezTo>
                      <a:pt x="76" y="64"/>
                      <a:pt x="76" y="64"/>
                      <a:pt x="76" y="64"/>
                    </a:cubicBezTo>
                    <a:cubicBezTo>
                      <a:pt x="76" y="64"/>
                      <a:pt x="76" y="64"/>
                      <a:pt x="76" y="64"/>
                    </a:cubicBezTo>
                    <a:cubicBezTo>
                      <a:pt x="70" y="64"/>
                      <a:pt x="65" y="59"/>
                      <a:pt x="65" y="53"/>
                    </a:cubicBezTo>
                    <a:cubicBezTo>
                      <a:pt x="65" y="47"/>
                      <a:pt x="70" y="43"/>
                      <a:pt x="76" y="43"/>
                    </a:cubicBezTo>
                    <a:cubicBezTo>
                      <a:pt x="76" y="43"/>
                      <a:pt x="76" y="43"/>
                      <a:pt x="76" y="43"/>
                    </a:cubicBezTo>
                    <a:cubicBezTo>
                      <a:pt x="76" y="43"/>
                      <a:pt x="76" y="43"/>
                      <a:pt x="76" y="43"/>
                    </a:cubicBezTo>
                    <a:cubicBezTo>
                      <a:pt x="76" y="36"/>
                      <a:pt x="76" y="36"/>
                      <a:pt x="76" y="36"/>
                    </a:cubicBezTo>
                    <a:cubicBezTo>
                      <a:pt x="76" y="36"/>
                      <a:pt x="76" y="36"/>
                      <a:pt x="76" y="36"/>
                    </a:cubicBezTo>
                    <a:cubicBezTo>
                      <a:pt x="70" y="36"/>
                      <a:pt x="65" y="31"/>
                      <a:pt x="65" y="25"/>
                    </a:cubicBezTo>
                    <a:cubicBezTo>
                      <a:pt x="65" y="19"/>
                      <a:pt x="70" y="15"/>
                      <a:pt x="76" y="15"/>
                    </a:cubicBezTo>
                    <a:cubicBezTo>
                      <a:pt x="76" y="15"/>
                      <a:pt x="76" y="15"/>
                      <a:pt x="76" y="15"/>
                    </a:cubicBezTo>
                    <a:cubicBezTo>
                      <a:pt x="76" y="15"/>
                      <a:pt x="76" y="15"/>
                      <a:pt x="76" y="15"/>
                    </a:cubicBezTo>
                    <a:lnTo>
                      <a:pt x="76" y="0"/>
                    </a:lnTo>
                    <a:close/>
                    <a:moveTo>
                      <a:pt x="42" y="0"/>
                    </a:moveTo>
                    <a:cubicBezTo>
                      <a:pt x="13" y="0"/>
                      <a:pt x="13" y="0"/>
                      <a:pt x="13" y="0"/>
                    </a:cubicBezTo>
                    <a:cubicBezTo>
                      <a:pt x="6" y="0"/>
                      <a:pt x="0" y="5"/>
                      <a:pt x="0" y="12"/>
                    </a:cubicBezTo>
                    <a:cubicBezTo>
                      <a:pt x="0" y="47"/>
                      <a:pt x="0" y="47"/>
                      <a:pt x="0" y="47"/>
                    </a:cubicBezTo>
                    <a:cubicBezTo>
                      <a:pt x="10" y="47"/>
                      <a:pt x="10" y="47"/>
                      <a:pt x="10" y="47"/>
                    </a:cubicBezTo>
                    <a:cubicBezTo>
                      <a:pt x="20" y="47"/>
                      <a:pt x="25" y="52"/>
                      <a:pt x="25" y="61"/>
                    </a:cubicBezTo>
                    <a:cubicBezTo>
                      <a:pt x="25" y="93"/>
                      <a:pt x="25" y="93"/>
                      <a:pt x="25" y="93"/>
                    </a:cubicBezTo>
                    <a:cubicBezTo>
                      <a:pt x="42" y="93"/>
                      <a:pt x="42" y="93"/>
                      <a:pt x="42" y="93"/>
                    </a:cubicBezTo>
                    <a:cubicBezTo>
                      <a:pt x="42" y="64"/>
                      <a:pt x="42" y="64"/>
                      <a:pt x="42" y="64"/>
                    </a:cubicBezTo>
                    <a:cubicBezTo>
                      <a:pt x="36" y="64"/>
                      <a:pt x="32" y="59"/>
                      <a:pt x="32" y="53"/>
                    </a:cubicBezTo>
                    <a:cubicBezTo>
                      <a:pt x="32" y="47"/>
                      <a:pt x="36" y="43"/>
                      <a:pt x="42" y="43"/>
                    </a:cubicBezTo>
                    <a:cubicBezTo>
                      <a:pt x="42" y="36"/>
                      <a:pt x="42" y="36"/>
                      <a:pt x="42" y="36"/>
                    </a:cubicBezTo>
                    <a:cubicBezTo>
                      <a:pt x="36" y="36"/>
                      <a:pt x="32" y="31"/>
                      <a:pt x="32" y="25"/>
                    </a:cubicBezTo>
                    <a:cubicBezTo>
                      <a:pt x="32" y="19"/>
                      <a:pt x="36" y="15"/>
                      <a:pt x="42" y="15"/>
                    </a:cubicBezTo>
                    <a:cubicBezTo>
                      <a:pt x="42" y="0"/>
                      <a:pt x="42" y="0"/>
                      <a:pt x="42" y="0"/>
                    </a:cubicBezTo>
                    <a:close/>
                    <a:moveTo>
                      <a:pt x="42" y="15"/>
                    </a:moveTo>
                    <a:cubicBezTo>
                      <a:pt x="42" y="15"/>
                      <a:pt x="42" y="15"/>
                      <a:pt x="42" y="15"/>
                    </a:cubicBezTo>
                    <a:close/>
                    <a:moveTo>
                      <a:pt x="42" y="43"/>
                    </a:moveTo>
                    <a:cubicBezTo>
                      <a:pt x="42" y="43"/>
                      <a:pt x="42" y="43"/>
                      <a:pt x="42" y="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40" name="Freeform 169"/>
              <p:cNvSpPr>
                <a:spLocks/>
              </p:cNvSpPr>
              <p:nvPr/>
            </p:nvSpPr>
            <p:spPr bwMode="auto">
              <a:xfrm>
                <a:off x="-5283200" y="8639175"/>
                <a:ext cx="600075" cy="319088"/>
              </a:xfrm>
              <a:custGeom>
                <a:avLst/>
                <a:gdLst>
                  <a:gd name="T0" fmla="*/ 150 w 160"/>
                  <a:gd name="T1" fmla="*/ 0 h 85"/>
                  <a:gd name="T2" fmla="*/ 139 w 160"/>
                  <a:gd name="T3" fmla="*/ 0 h 85"/>
                  <a:gd name="T4" fmla="*/ 130 w 160"/>
                  <a:gd name="T5" fmla="*/ 0 h 85"/>
                  <a:gd name="T6" fmla="*/ 119 w 160"/>
                  <a:gd name="T7" fmla="*/ 10 h 85"/>
                  <a:gd name="T8" fmla="*/ 119 w 160"/>
                  <a:gd name="T9" fmla="*/ 47 h 85"/>
                  <a:gd name="T10" fmla="*/ 42 w 160"/>
                  <a:gd name="T11" fmla="*/ 47 h 85"/>
                  <a:gd name="T12" fmla="*/ 42 w 160"/>
                  <a:gd name="T13" fmla="*/ 10 h 85"/>
                  <a:gd name="T14" fmla="*/ 31 w 160"/>
                  <a:gd name="T15" fmla="*/ 0 h 85"/>
                  <a:gd name="T16" fmla="*/ 21 w 160"/>
                  <a:gd name="T17" fmla="*/ 0 h 85"/>
                  <a:gd name="T18" fmla="*/ 11 w 160"/>
                  <a:gd name="T19" fmla="*/ 0 h 85"/>
                  <a:gd name="T20" fmla="*/ 0 w 160"/>
                  <a:gd name="T21" fmla="*/ 10 h 85"/>
                  <a:gd name="T22" fmla="*/ 0 w 160"/>
                  <a:gd name="T23" fmla="*/ 63 h 85"/>
                  <a:gd name="T24" fmla="*/ 15 w 160"/>
                  <a:gd name="T25" fmla="*/ 79 h 85"/>
                  <a:gd name="T26" fmla="*/ 16 w 160"/>
                  <a:gd name="T27" fmla="*/ 80 h 85"/>
                  <a:gd name="T28" fmla="*/ 17 w 160"/>
                  <a:gd name="T29" fmla="*/ 83 h 85"/>
                  <a:gd name="T30" fmla="*/ 22 w 160"/>
                  <a:gd name="T31" fmla="*/ 85 h 85"/>
                  <a:gd name="T32" fmla="*/ 25 w 160"/>
                  <a:gd name="T33" fmla="*/ 85 h 85"/>
                  <a:gd name="T34" fmla="*/ 30 w 160"/>
                  <a:gd name="T35" fmla="*/ 83 h 85"/>
                  <a:gd name="T36" fmla="*/ 31 w 160"/>
                  <a:gd name="T37" fmla="*/ 80 h 85"/>
                  <a:gd name="T38" fmla="*/ 31 w 160"/>
                  <a:gd name="T39" fmla="*/ 79 h 85"/>
                  <a:gd name="T40" fmla="*/ 129 w 160"/>
                  <a:gd name="T41" fmla="*/ 79 h 85"/>
                  <a:gd name="T42" fmla="*/ 129 w 160"/>
                  <a:gd name="T43" fmla="*/ 80 h 85"/>
                  <a:gd name="T44" fmla="*/ 130 w 160"/>
                  <a:gd name="T45" fmla="*/ 83 h 85"/>
                  <a:gd name="T46" fmla="*/ 135 w 160"/>
                  <a:gd name="T47" fmla="*/ 85 h 85"/>
                  <a:gd name="T48" fmla="*/ 138 w 160"/>
                  <a:gd name="T49" fmla="*/ 85 h 85"/>
                  <a:gd name="T50" fmla="*/ 143 w 160"/>
                  <a:gd name="T51" fmla="*/ 83 h 85"/>
                  <a:gd name="T52" fmla="*/ 144 w 160"/>
                  <a:gd name="T53" fmla="*/ 80 h 85"/>
                  <a:gd name="T54" fmla="*/ 145 w 160"/>
                  <a:gd name="T55" fmla="*/ 79 h 85"/>
                  <a:gd name="T56" fmla="*/ 150 w 160"/>
                  <a:gd name="T57" fmla="*/ 79 h 85"/>
                  <a:gd name="T58" fmla="*/ 160 w 160"/>
                  <a:gd name="T59" fmla="*/ 63 h 85"/>
                  <a:gd name="T60" fmla="*/ 160 w 160"/>
                  <a:gd name="T61" fmla="*/ 10 h 85"/>
                  <a:gd name="T62" fmla="*/ 150 w 160"/>
                  <a:gd name="T6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0" h="85">
                    <a:moveTo>
                      <a:pt x="150" y="0"/>
                    </a:moveTo>
                    <a:cubicBezTo>
                      <a:pt x="139" y="0"/>
                      <a:pt x="139" y="0"/>
                      <a:pt x="139" y="0"/>
                    </a:cubicBezTo>
                    <a:cubicBezTo>
                      <a:pt x="130" y="0"/>
                      <a:pt x="130" y="0"/>
                      <a:pt x="130" y="0"/>
                    </a:cubicBezTo>
                    <a:cubicBezTo>
                      <a:pt x="122" y="0"/>
                      <a:pt x="119" y="3"/>
                      <a:pt x="119" y="10"/>
                    </a:cubicBezTo>
                    <a:cubicBezTo>
                      <a:pt x="119" y="47"/>
                      <a:pt x="119" y="47"/>
                      <a:pt x="119" y="47"/>
                    </a:cubicBezTo>
                    <a:cubicBezTo>
                      <a:pt x="42" y="47"/>
                      <a:pt x="42" y="47"/>
                      <a:pt x="42" y="47"/>
                    </a:cubicBezTo>
                    <a:cubicBezTo>
                      <a:pt x="42" y="10"/>
                      <a:pt x="42" y="10"/>
                      <a:pt x="42" y="10"/>
                    </a:cubicBezTo>
                    <a:cubicBezTo>
                      <a:pt x="42" y="3"/>
                      <a:pt x="38" y="0"/>
                      <a:pt x="31" y="0"/>
                    </a:cubicBezTo>
                    <a:cubicBezTo>
                      <a:pt x="21" y="0"/>
                      <a:pt x="21" y="0"/>
                      <a:pt x="21" y="0"/>
                    </a:cubicBezTo>
                    <a:cubicBezTo>
                      <a:pt x="11" y="0"/>
                      <a:pt x="11" y="0"/>
                      <a:pt x="11" y="0"/>
                    </a:cubicBezTo>
                    <a:cubicBezTo>
                      <a:pt x="4" y="0"/>
                      <a:pt x="0" y="3"/>
                      <a:pt x="0" y="10"/>
                    </a:cubicBezTo>
                    <a:cubicBezTo>
                      <a:pt x="0" y="63"/>
                      <a:pt x="0" y="63"/>
                      <a:pt x="0" y="63"/>
                    </a:cubicBezTo>
                    <a:cubicBezTo>
                      <a:pt x="0" y="70"/>
                      <a:pt x="8" y="79"/>
                      <a:pt x="15" y="79"/>
                    </a:cubicBezTo>
                    <a:cubicBezTo>
                      <a:pt x="15" y="79"/>
                      <a:pt x="16" y="80"/>
                      <a:pt x="16" y="80"/>
                    </a:cubicBezTo>
                    <a:cubicBezTo>
                      <a:pt x="16" y="81"/>
                      <a:pt x="16" y="82"/>
                      <a:pt x="17" y="83"/>
                    </a:cubicBezTo>
                    <a:cubicBezTo>
                      <a:pt x="18" y="84"/>
                      <a:pt x="20" y="85"/>
                      <a:pt x="22" y="85"/>
                    </a:cubicBezTo>
                    <a:cubicBezTo>
                      <a:pt x="25" y="85"/>
                      <a:pt x="25" y="85"/>
                      <a:pt x="25" y="85"/>
                    </a:cubicBezTo>
                    <a:cubicBezTo>
                      <a:pt x="27" y="85"/>
                      <a:pt x="29" y="84"/>
                      <a:pt x="30" y="83"/>
                    </a:cubicBezTo>
                    <a:cubicBezTo>
                      <a:pt x="31" y="82"/>
                      <a:pt x="31" y="81"/>
                      <a:pt x="31" y="80"/>
                    </a:cubicBezTo>
                    <a:cubicBezTo>
                      <a:pt x="31" y="80"/>
                      <a:pt x="31" y="79"/>
                      <a:pt x="31" y="79"/>
                    </a:cubicBezTo>
                    <a:cubicBezTo>
                      <a:pt x="129" y="79"/>
                      <a:pt x="129" y="79"/>
                      <a:pt x="129" y="79"/>
                    </a:cubicBezTo>
                    <a:cubicBezTo>
                      <a:pt x="129" y="79"/>
                      <a:pt x="129" y="80"/>
                      <a:pt x="129" y="80"/>
                    </a:cubicBezTo>
                    <a:cubicBezTo>
                      <a:pt x="129" y="81"/>
                      <a:pt x="130" y="82"/>
                      <a:pt x="130" y="83"/>
                    </a:cubicBezTo>
                    <a:cubicBezTo>
                      <a:pt x="131" y="84"/>
                      <a:pt x="133" y="85"/>
                      <a:pt x="135" y="85"/>
                    </a:cubicBezTo>
                    <a:cubicBezTo>
                      <a:pt x="138" y="85"/>
                      <a:pt x="138" y="85"/>
                      <a:pt x="138" y="85"/>
                    </a:cubicBezTo>
                    <a:cubicBezTo>
                      <a:pt x="140" y="85"/>
                      <a:pt x="142" y="84"/>
                      <a:pt x="143" y="83"/>
                    </a:cubicBezTo>
                    <a:cubicBezTo>
                      <a:pt x="144" y="82"/>
                      <a:pt x="144" y="81"/>
                      <a:pt x="144" y="80"/>
                    </a:cubicBezTo>
                    <a:cubicBezTo>
                      <a:pt x="145" y="80"/>
                      <a:pt x="145" y="79"/>
                      <a:pt x="145" y="79"/>
                    </a:cubicBezTo>
                    <a:cubicBezTo>
                      <a:pt x="150" y="79"/>
                      <a:pt x="150" y="79"/>
                      <a:pt x="150" y="79"/>
                    </a:cubicBezTo>
                    <a:cubicBezTo>
                      <a:pt x="157" y="79"/>
                      <a:pt x="160" y="70"/>
                      <a:pt x="160" y="63"/>
                    </a:cubicBezTo>
                    <a:cubicBezTo>
                      <a:pt x="160" y="10"/>
                      <a:pt x="160" y="10"/>
                      <a:pt x="160" y="10"/>
                    </a:cubicBezTo>
                    <a:cubicBezTo>
                      <a:pt x="160" y="3"/>
                      <a:pt x="157" y="0"/>
                      <a:pt x="15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41" name="Oval 170"/>
              <p:cNvSpPr>
                <a:spLocks noChangeArrowheads="1"/>
              </p:cNvSpPr>
              <p:nvPr/>
            </p:nvSpPr>
            <p:spPr bwMode="auto">
              <a:xfrm>
                <a:off x="-5068888" y="8520113"/>
                <a:ext cx="47625" cy="476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42" name="Oval 171"/>
              <p:cNvSpPr>
                <a:spLocks noChangeArrowheads="1"/>
              </p:cNvSpPr>
              <p:nvPr/>
            </p:nvSpPr>
            <p:spPr bwMode="auto">
              <a:xfrm>
                <a:off x="-4941888" y="8520113"/>
                <a:ext cx="44450" cy="476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43" name="Oval 172"/>
              <p:cNvSpPr>
                <a:spLocks noChangeArrowheads="1"/>
              </p:cNvSpPr>
              <p:nvPr/>
            </p:nvSpPr>
            <p:spPr bwMode="auto">
              <a:xfrm>
                <a:off x="-5068888" y="8624888"/>
                <a:ext cx="47625" cy="4921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44" name="Oval 173"/>
              <p:cNvSpPr>
                <a:spLocks noChangeArrowheads="1"/>
              </p:cNvSpPr>
              <p:nvPr/>
            </p:nvSpPr>
            <p:spPr bwMode="auto">
              <a:xfrm>
                <a:off x="-4941888" y="8624888"/>
                <a:ext cx="44450" cy="4921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45" name="Freeform 174"/>
              <p:cNvSpPr>
                <a:spLocks noEditPoints="1"/>
              </p:cNvSpPr>
              <p:nvPr/>
            </p:nvSpPr>
            <p:spPr bwMode="auto">
              <a:xfrm>
                <a:off x="-2709863" y="2819400"/>
                <a:ext cx="728663" cy="338138"/>
              </a:xfrm>
              <a:custGeom>
                <a:avLst/>
                <a:gdLst>
                  <a:gd name="T0" fmla="*/ 409 w 459"/>
                  <a:gd name="T1" fmla="*/ 0 h 213"/>
                  <a:gd name="T2" fmla="*/ 409 w 459"/>
                  <a:gd name="T3" fmla="*/ 71 h 213"/>
                  <a:gd name="T4" fmla="*/ 409 w 459"/>
                  <a:gd name="T5" fmla="*/ 71 h 213"/>
                  <a:gd name="T6" fmla="*/ 409 w 459"/>
                  <a:gd name="T7" fmla="*/ 31 h 213"/>
                  <a:gd name="T8" fmla="*/ 397 w 459"/>
                  <a:gd name="T9" fmla="*/ 90 h 213"/>
                  <a:gd name="T10" fmla="*/ 378 w 459"/>
                  <a:gd name="T11" fmla="*/ 154 h 213"/>
                  <a:gd name="T12" fmla="*/ 378 w 459"/>
                  <a:gd name="T13" fmla="*/ 194 h 213"/>
                  <a:gd name="T14" fmla="*/ 378 w 459"/>
                  <a:gd name="T15" fmla="*/ 194 h 213"/>
                  <a:gd name="T16" fmla="*/ 378 w 459"/>
                  <a:gd name="T17" fmla="*/ 0 h 213"/>
                  <a:gd name="T18" fmla="*/ 369 w 459"/>
                  <a:gd name="T19" fmla="*/ 71 h 213"/>
                  <a:gd name="T20" fmla="*/ 378 w 459"/>
                  <a:gd name="T21" fmla="*/ 130 h 213"/>
                  <a:gd name="T22" fmla="*/ 378 w 459"/>
                  <a:gd name="T23" fmla="*/ 0 h 213"/>
                  <a:gd name="T24" fmla="*/ 317 w 459"/>
                  <a:gd name="T25" fmla="*/ 194 h 213"/>
                  <a:gd name="T26" fmla="*/ 317 w 459"/>
                  <a:gd name="T27" fmla="*/ 0 h 213"/>
                  <a:gd name="T28" fmla="*/ 317 w 459"/>
                  <a:gd name="T29" fmla="*/ 130 h 213"/>
                  <a:gd name="T30" fmla="*/ 328 w 459"/>
                  <a:gd name="T31" fmla="*/ 71 h 213"/>
                  <a:gd name="T32" fmla="*/ 347 w 459"/>
                  <a:gd name="T33" fmla="*/ 0 h 213"/>
                  <a:gd name="T34" fmla="*/ 288 w 459"/>
                  <a:gd name="T35" fmla="*/ 194 h 213"/>
                  <a:gd name="T36" fmla="*/ 288 w 459"/>
                  <a:gd name="T37" fmla="*/ 0 h 213"/>
                  <a:gd name="T38" fmla="*/ 288 w 459"/>
                  <a:gd name="T39" fmla="*/ 71 h 213"/>
                  <a:gd name="T40" fmla="*/ 298 w 459"/>
                  <a:gd name="T41" fmla="*/ 130 h 213"/>
                  <a:gd name="T42" fmla="*/ 317 w 459"/>
                  <a:gd name="T43" fmla="*/ 0 h 213"/>
                  <a:gd name="T44" fmla="*/ 257 w 459"/>
                  <a:gd name="T45" fmla="*/ 194 h 213"/>
                  <a:gd name="T46" fmla="*/ 257 w 459"/>
                  <a:gd name="T47" fmla="*/ 0 h 213"/>
                  <a:gd name="T48" fmla="*/ 257 w 459"/>
                  <a:gd name="T49" fmla="*/ 130 h 213"/>
                  <a:gd name="T50" fmla="*/ 267 w 459"/>
                  <a:gd name="T51" fmla="*/ 71 h 213"/>
                  <a:gd name="T52" fmla="*/ 288 w 459"/>
                  <a:gd name="T53" fmla="*/ 0 h 213"/>
                  <a:gd name="T54" fmla="*/ 227 w 459"/>
                  <a:gd name="T55" fmla="*/ 194 h 213"/>
                  <a:gd name="T56" fmla="*/ 227 w 459"/>
                  <a:gd name="T57" fmla="*/ 0 h 213"/>
                  <a:gd name="T58" fmla="*/ 227 w 459"/>
                  <a:gd name="T59" fmla="*/ 71 h 213"/>
                  <a:gd name="T60" fmla="*/ 239 w 459"/>
                  <a:gd name="T61" fmla="*/ 130 h 213"/>
                  <a:gd name="T62" fmla="*/ 257 w 459"/>
                  <a:gd name="T63" fmla="*/ 0 h 213"/>
                  <a:gd name="T64" fmla="*/ 198 w 459"/>
                  <a:gd name="T65" fmla="*/ 194 h 213"/>
                  <a:gd name="T66" fmla="*/ 198 w 459"/>
                  <a:gd name="T67" fmla="*/ 0 h 213"/>
                  <a:gd name="T68" fmla="*/ 198 w 459"/>
                  <a:gd name="T69" fmla="*/ 130 h 213"/>
                  <a:gd name="T70" fmla="*/ 208 w 459"/>
                  <a:gd name="T71" fmla="*/ 71 h 213"/>
                  <a:gd name="T72" fmla="*/ 227 w 459"/>
                  <a:gd name="T73" fmla="*/ 0 h 213"/>
                  <a:gd name="T74" fmla="*/ 168 w 459"/>
                  <a:gd name="T75" fmla="*/ 194 h 213"/>
                  <a:gd name="T76" fmla="*/ 168 w 459"/>
                  <a:gd name="T77" fmla="*/ 0 h 213"/>
                  <a:gd name="T78" fmla="*/ 168 w 459"/>
                  <a:gd name="T79" fmla="*/ 71 h 213"/>
                  <a:gd name="T80" fmla="*/ 177 w 459"/>
                  <a:gd name="T81" fmla="*/ 130 h 213"/>
                  <a:gd name="T82" fmla="*/ 198 w 459"/>
                  <a:gd name="T83" fmla="*/ 0 h 213"/>
                  <a:gd name="T84" fmla="*/ 137 w 459"/>
                  <a:gd name="T85" fmla="*/ 194 h 213"/>
                  <a:gd name="T86" fmla="*/ 137 w 459"/>
                  <a:gd name="T87" fmla="*/ 0 h 213"/>
                  <a:gd name="T88" fmla="*/ 137 w 459"/>
                  <a:gd name="T89" fmla="*/ 130 h 213"/>
                  <a:gd name="T90" fmla="*/ 146 w 459"/>
                  <a:gd name="T91" fmla="*/ 71 h 213"/>
                  <a:gd name="T92" fmla="*/ 168 w 459"/>
                  <a:gd name="T93" fmla="*/ 0 h 213"/>
                  <a:gd name="T94" fmla="*/ 106 w 459"/>
                  <a:gd name="T95" fmla="*/ 194 h 213"/>
                  <a:gd name="T96" fmla="*/ 106 w 459"/>
                  <a:gd name="T97" fmla="*/ 0 h 213"/>
                  <a:gd name="T98" fmla="*/ 106 w 459"/>
                  <a:gd name="T99" fmla="*/ 71 h 213"/>
                  <a:gd name="T100" fmla="*/ 118 w 459"/>
                  <a:gd name="T101" fmla="*/ 130 h 213"/>
                  <a:gd name="T102" fmla="*/ 137 w 459"/>
                  <a:gd name="T103" fmla="*/ 0 h 213"/>
                  <a:gd name="T104" fmla="*/ 78 w 459"/>
                  <a:gd name="T105" fmla="*/ 194 h 213"/>
                  <a:gd name="T106" fmla="*/ 78 w 459"/>
                  <a:gd name="T107" fmla="*/ 0 h 213"/>
                  <a:gd name="T108" fmla="*/ 78 w 459"/>
                  <a:gd name="T109" fmla="*/ 130 h 213"/>
                  <a:gd name="T110" fmla="*/ 87 w 459"/>
                  <a:gd name="T111" fmla="*/ 71 h 213"/>
                  <a:gd name="T112" fmla="*/ 106 w 459"/>
                  <a:gd name="T113" fmla="*/ 0 h 213"/>
                  <a:gd name="T114" fmla="*/ 78 w 459"/>
                  <a:gd name="T115" fmla="*/ 154 h 213"/>
                  <a:gd name="T116" fmla="*/ 56 w 459"/>
                  <a:gd name="T117" fmla="*/ 90 h 213"/>
                  <a:gd name="T118" fmla="*/ 47 w 459"/>
                  <a:gd name="T119" fmla="*/ 31 h 213"/>
                  <a:gd name="T120" fmla="*/ 47 w 459"/>
                  <a:gd name="T121" fmla="*/ 213 h 213"/>
                  <a:gd name="T122" fmla="*/ 26 w 459"/>
                  <a:gd name="T123" fmla="*/ 71 h 213"/>
                  <a:gd name="T124" fmla="*/ 47 w 459"/>
                  <a:gd name="T125" fmla="*/ 0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59" h="213">
                    <a:moveTo>
                      <a:pt x="409" y="213"/>
                    </a:moveTo>
                    <a:lnTo>
                      <a:pt x="459" y="213"/>
                    </a:lnTo>
                    <a:lnTo>
                      <a:pt x="459" y="0"/>
                    </a:lnTo>
                    <a:lnTo>
                      <a:pt x="409" y="0"/>
                    </a:lnTo>
                    <a:lnTo>
                      <a:pt x="409" y="31"/>
                    </a:lnTo>
                    <a:lnTo>
                      <a:pt x="428" y="31"/>
                    </a:lnTo>
                    <a:lnTo>
                      <a:pt x="428" y="71"/>
                    </a:lnTo>
                    <a:lnTo>
                      <a:pt x="409" y="71"/>
                    </a:lnTo>
                    <a:lnTo>
                      <a:pt x="409" y="213"/>
                    </a:lnTo>
                    <a:close/>
                    <a:moveTo>
                      <a:pt x="378" y="213"/>
                    </a:moveTo>
                    <a:lnTo>
                      <a:pt x="409" y="213"/>
                    </a:lnTo>
                    <a:lnTo>
                      <a:pt x="409" y="71"/>
                    </a:lnTo>
                    <a:lnTo>
                      <a:pt x="388" y="71"/>
                    </a:lnTo>
                    <a:lnTo>
                      <a:pt x="388" y="31"/>
                    </a:lnTo>
                    <a:lnTo>
                      <a:pt x="388" y="31"/>
                    </a:lnTo>
                    <a:lnTo>
                      <a:pt x="409" y="31"/>
                    </a:lnTo>
                    <a:lnTo>
                      <a:pt x="409" y="0"/>
                    </a:lnTo>
                    <a:lnTo>
                      <a:pt x="378" y="0"/>
                    </a:lnTo>
                    <a:lnTo>
                      <a:pt x="378" y="90"/>
                    </a:lnTo>
                    <a:lnTo>
                      <a:pt x="397" y="90"/>
                    </a:lnTo>
                    <a:lnTo>
                      <a:pt x="397" y="130"/>
                    </a:lnTo>
                    <a:lnTo>
                      <a:pt x="397" y="130"/>
                    </a:lnTo>
                    <a:lnTo>
                      <a:pt x="378" y="130"/>
                    </a:lnTo>
                    <a:lnTo>
                      <a:pt x="378" y="154"/>
                    </a:lnTo>
                    <a:lnTo>
                      <a:pt x="378" y="154"/>
                    </a:lnTo>
                    <a:lnTo>
                      <a:pt x="378" y="194"/>
                    </a:lnTo>
                    <a:lnTo>
                      <a:pt x="378" y="194"/>
                    </a:lnTo>
                    <a:lnTo>
                      <a:pt x="378" y="194"/>
                    </a:lnTo>
                    <a:lnTo>
                      <a:pt x="378" y="213"/>
                    </a:lnTo>
                    <a:close/>
                    <a:moveTo>
                      <a:pt x="347" y="213"/>
                    </a:moveTo>
                    <a:lnTo>
                      <a:pt x="378" y="213"/>
                    </a:lnTo>
                    <a:lnTo>
                      <a:pt x="378" y="194"/>
                    </a:lnTo>
                    <a:lnTo>
                      <a:pt x="347" y="194"/>
                    </a:lnTo>
                    <a:lnTo>
                      <a:pt x="347" y="213"/>
                    </a:lnTo>
                    <a:lnTo>
                      <a:pt x="347" y="213"/>
                    </a:lnTo>
                    <a:close/>
                    <a:moveTo>
                      <a:pt x="378" y="0"/>
                    </a:moveTo>
                    <a:lnTo>
                      <a:pt x="347" y="0"/>
                    </a:lnTo>
                    <a:lnTo>
                      <a:pt x="347" y="31"/>
                    </a:lnTo>
                    <a:lnTo>
                      <a:pt x="369" y="31"/>
                    </a:lnTo>
                    <a:lnTo>
                      <a:pt x="369" y="71"/>
                    </a:lnTo>
                    <a:lnTo>
                      <a:pt x="347" y="71"/>
                    </a:lnTo>
                    <a:lnTo>
                      <a:pt x="347" y="154"/>
                    </a:lnTo>
                    <a:lnTo>
                      <a:pt x="378" y="154"/>
                    </a:lnTo>
                    <a:lnTo>
                      <a:pt x="378" y="130"/>
                    </a:lnTo>
                    <a:lnTo>
                      <a:pt x="357" y="130"/>
                    </a:lnTo>
                    <a:lnTo>
                      <a:pt x="357" y="90"/>
                    </a:lnTo>
                    <a:lnTo>
                      <a:pt x="378" y="90"/>
                    </a:lnTo>
                    <a:lnTo>
                      <a:pt x="378" y="0"/>
                    </a:lnTo>
                    <a:close/>
                    <a:moveTo>
                      <a:pt x="317" y="213"/>
                    </a:moveTo>
                    <a:lnTo>
                      <a:pt x="347" y="213"/>
                    </a:lnTo>
                    <a:lnTo>
                      <a:pt x="347" y="194"/>
                    </a:lnTo>
                    <a:lnTo>
                      <a:pt x="317" y="194"/>
                    </a:lnTo>
                    <a:lnTo>
                      <a:pt x="317" y="213"/>
                    </a:lnTo>
                    <a:lnTo>
                      <a:pt x="317" y="213"/>
                    </a:lnTo>
                    <a:close/>
                    <a:moveTo>
                      <a:pt x="347" y="0"/>
                    </a:moveTo>
                    <a:lnTo>
                      <a:pt x="317" y="0"/>
                    </a:lnTo>
                    <a:lnTo>
                      <a:pt x="317" y="90"/>
                    </a:lnTo>
                    <a:lnTo>
                      <a:pt x="338" y="90"/>
                    </a:lnTo>
                    <a:lnTo>
                      <a:pt x="338" y="130"/>
                    </a:lnTo>
                    <a:lnTo>
                      <a:pt x="317" y="130"/>
                    </a:lnTo>
                    <a:lnTo>
                      <a:pt x="317" y="154"/>
                    </a:lnTo>
                    <a:lnTo>
                      <a:pt x="347" y="154"/>
                    </a:lnTo>
                    <a:lnTo>
                      <a:pt x="347" y="71"/>
                    </a:lnTo>
                    <a:lnTo>
                      <a:pt x="328" y="71"/>
                    </a:lnTo>
                    <a:lnTo>
                      <a:pt x="328" y="31"/>
                    </a:lnTo>
                    <a:lnTo>
                      <a:pt x="328" y="31"/>
                    </a:lnTo>
                    <a:lnTo>
                      <a:pt x="347" y="31"/>
                    </a:lnTo>
                    <a:lnTo>
                      <a:pt x="347" y="0"/>
                    </a:lnTo>
                    <a:close/>
                    <a:moveTo>
                      <a:pt x="288" y="213"/>
                    </a:moveTo>
                    <a:lnTo>
                      <a:pt x="317" y="213"/>
                    </a:lnTo>
                    <a:lnTo>
                      <a:pt x="317" y="194"/>
                    </a:lnTo>
                    <a:lnTo>
                      <a:pt x="288" y="194"/>
                    </a:lnTo>
                    <a:lnTo>
                      <a:pt x="288" y="213"/>
                    </a:lnTo>
                    <a:lnTo>
                      <a:pt x="288" y="213"/>
                    </a:lnTo>
                    <a:close/>
                    <a:moveTo>
                      <a:pt x="317" y="0"/>
                    </a:moveTo>
                    <a:lnTo>
                      <a:pt x="288" y="0"/>
                    </a:lnTo>
                    <a:lnTo>
                      <a:pt x="288" y="31"/>
                    </a:lnTo>
                    <a:lnTo>
                      <a:pt x="307" y="31"/>
                    </a:lnTo>
                    <a:lnTo>
                      <a:pt x="307" y="71"/>
                    </a:lnTo>
                    <a:lnTo>
                      <a:pt x="288" y="71"/>
                    </a:lnTo>
                    <a:lnTo>
                      <a:pt x="288" y="154"/>
                    </a:lnTo>
                    <a:lnTo>
                      <a:pt x="317" y="154"/>
                    </a:lnTo>
                    <a:lnTo>
                      <a:pt x="317" y="130"/>
                    </a:lnTo>
                    <a:lnTo>
                      <a:pt x="298" y="130"/>
                    </a:lnTo>
                    <a:lnTo>
                      <a:pt x="298" y="130"/>
                    </a:lnTo>
                    <a:lnTo>
                      <a:pt x="298" y="90"/>
                    </a:lnTo>
                    <a:lnTo>
                      <a:pt x="317" y="90"/>
                    </a:lnTo>
                    <a:lnTo>
                      <a:pt x="317" y="0"/>
                    </a:lnTo>
                    <a:close/>
                    <a:moveTo>
                      <a:pt x="257" y="213"/>
                    </a:moveTo>
                    <a:lnTo>
                      <a:pt x="288" y="213"/>
                    </a:lnTo>
                    <a:lnTo>
                      <a:pt x="288" y="194"/>
                    </a:lnTo>
                    <a:lnTo>
                      <a:pt x="257" y="194"/>
                    </a:lnTo>
                    <a:lnTo>
                      <a:pt x="257" y="213"/>
                    </a:lnTo>
                    <a:lnTo>
                      <a:pt x="257" y="213"/>
                    </a:lnTo>
                    <a:close/>
                    <a:moveTo>
                      <a:pt x="288" y="0"/>
                    </a:moveTo>
                    <a:lnTo>
                      <a:pt x="257" y="0"/>
                    </a:lnTo>
                    <a:lnTo>
                      <a:pt x="257" y="90"/>
                    </a:lnTo>
                    <a:lnTo>
                      <a:pt x="276" y="90"/>
                    </a:lnTo>
                    <a:lnTo>
                      <a:pt x="276" y="130"/>
                    </a:lnTo>
                    <a:lnTo>
                      <a:pt x="257" y="130"/>
                    </a:lnTo>
                    <a:lnTo>
                      <a:pt x="257" y="154"/>
                    </a:lnTo>
                    <a:lnTo>
                      <a:pt x="288" y="154"/>
                    </a:lnTo>
                    <a:lnTo>
                      <a:pt x="288" y="71"/>
                    </a:lnTo>
                    <a:lnTo>
                      <a:pt x="267" y="71"/>
                    </a:lnTo>
                    <a:lnTo>
                      <a:pt x="267" y="31"/>
                    </a:lnTo>
                    <a:lnTo>
                      <a:pt x="267" y="31"/>
                    </a:lnTo>
                    <a:lnTo>
                      <a:pt x="288" y="31"/>
                    </a:lnTo>
                    <a:lnTo>
                      <a:pt x="288" y="0"/>
                    </a:lnTo>
                    <a:close/>
                    <a:moveTo>
                      <a:pt x="227" y="213"/>
                    </a:moveTo>
                    <a:lnTo>
                      <a:pt x="257" y="213"/>
                    </a:lnTo>
                    <a:lnTo>
                      <a:pt x="257" y="194"/>
                    </a:lnTo>
                    <a:lnTo>
                      <a:pt x="227" y="194"/>
                    </a:lnTo>
                    <a:lnTo>
                      <a:pt x="227" y="213"/>
                    </a:lnTo>
                    <a:lnTo>
                      <a:pt x="227" y="213"/>
                    </a:lnTo>
                    <a:close/>
                    <a:moveTo>
                      <a:pt x="257" y="0"/>
                    </a:moveTo>
                    <a:lnTo>
                      <a:pt x="227" y="0"/>
                    </a:lnTo>
                    <a:lnTo>
                      <a:pt x="227" y="31"/>
                    </a:lnTo>
                    <a:lnTo>
                      <a:pt x="248" y="31"/>
                    </a:lnTo>
                    <a:lnTo>
                      <a:pt x="248" y="71"/>
                    </a:lnTo>
                    <a:lnTo>
                      <a:pt x="227" y="71"/>
                    </a:lnTo>
                    <a:lnTo>
                      <a:pt x="227" y="154"/>
                    </a:lnTo>
                    <a:lnTo>
                      <a:pt x="257" y="154"/>
                    </a:lnTo>
                    <a:lnTo>
                      <a:pt x="257" y="130"/>
                    </a:lnTo>
                    <a:lnTo>
                      <a:pt x="239" y="130"/>
                    </a:lnTo>
                    <a:lnTo>
                      <a:pt x="239" y="130"/>
                    </a:lnTo>
                    <a:lnTo>
                      <a:pt x="239" y="90"/>
                    </a:lnTo>
                    <a:lnTo>
                      <a:pt x="257" y="90"/>
                    </a:lnTo>
                    <a:lnTo>
                      <a:pt x="257" y="0"/>
                    </a:lnTo>
                    <a:close/>
                    <a:moveTo>
                      <a:pt x="198" y="213"/>
                    </a:moveTo>
                    <a:lnTo>
                      <a:pt x="227" y="213"/>
                    </a:lnTo>
                    <a:lnTo>
                      <a:pt x="227" y="194"/>
                    </a:lnTo>
                    <a:lnTo>
                      <a:pt x="198" y="194"/>
                    </a:lnTo>
                    <a:lnTo>
                      <a:pt x="198" y="213"/>
                    </a:lnTo>
                    <a:lnTo>
                      <a:pt x="198" y="213"/>
                    </a:lnTo>
                    <a:close/>
                    <a:moveTo>
                      <a:pt x="227" y="0"/>
                    </a:moveTo>
                    <a:lnTo>
                      <a:pt x="198" y="0"/>
                    </a:lnTo>
                    <a:lnTo>
                      <a:pt x="198" y="90"/>
                    </a:lnTo>
                    <a:lnTo>
                      <a:pt x="217" y="90"/>
                    </a:lnTo>
                    <a:lnTo>
                      <a:pt x="217" y="130"/>
                    </a:lnTo>
                    <a:lnTo>
                      <a:pt x="198" y="130"/>
                    </a:lnTo>
                    <a:lnTo>
                      <a:pt x="198" y="154"/>
                    </a:lnTo>
                    <a:lnTo>
                      <a:pt x="227" y="154"/>
                    </a:lnTo>
                    <a:lnTo>
                      <a:pt x="227" y="71"/>
                    </a:lnTo>
                    <a:lnTo>
                      <a:pt x="208" y="71"/>
                    </a:lnTo>
                    <a:lnTo>
                      <a:pt x="208" y="31"/>
                    </a:lnTo>
                    <a:lnTo>
                      <a:pt x="208" y="31"/>
                    </a:lnTo>
                    <a:lnTo>
                      <a:pt x="227" y="31"/>
                    </a:lnTo>
                    <a:lnTo>
                      <a:pt x="227" y="0"/>
                    </a:lnTo>
                    <a:close/>
                    <a:moveTo>
                      <a:pt x="168" y="213"/>
                    </a:moveTo>
                    <a:lnTo>
                      <a:pt x="198" y="213"/>
                    </a:lnTo>
                    <a:lnTo>
                      <a:pt x="198" y="194"/>
                    </a:lnTo>
                    <a:lnTo>
                      <a:pt x="168" y="194"/>
                    </a:lnTo>
                    <a:lnTo>
                      <a:pt x="168" y="213"/>
                    </a:lnTo>
                    <a:lnTo>
                      <a:pt x="168" y="213"/>
                    </a:lnTo>
                    <a:close/>
                    <a:moveTo>
                      <a:pt x="198" y="0"/>
                    </a:moveTo>
                    <a:lnTo>
                      <a:pt x="168" y="0"/>
                    </a:lnTo>
                    <a:lnTo>
                      <a:pt x="168" y="31"/>
                    </a:lnTo>
                    <a:lnTo>
                      <a:pt x="186" y="31"/>
                    </a:lnTo>
                    <a:lnTo>
                      <a:pt x="186" y="71"/>
                    </a:lnTo>
                    <a:lnTo>
                      <a:pt x="168" y="71"/>
                    </a:lnTo>
                    <a:lnTo>
                      <a:pt x="168" y="154"/>
                    </a:lnTo>
                    <a:lnTo>
                      <a:pt x="198" y="154"/>
                    </a:lnTo>
                    <a:lnTo>
                      <a:pt x="198" y="130"/>
                    </a:lnTo>
                    <a:lnTo>
                      <a:pt x="177" y="130"/>
                    </a:lnTo>
                    <a:lnTo>
                      <a:pt x="177" y="130"/>
                    </a:lnTo>
                    <a:lnTo>
                      <a:pt x="177" y="90"/>
                    </a:lnTo>
                    <a:lnTo>
                      <a:pt x="198" y="90"/>
                    </a:lnTo>
                    <a:lnTo>
                      <a:pt x="198" y="0"/>
                    </a:lnTo>
                    <a:close/>
                    <a:moveTo>
                      <a:pt x="137" y="213"/>
                    </a:moveTo>
                    <a:lnTo>
                      <a:pt x="168" y="213"/>
                    </a:lnTo>
                    <a:lnTo>
                      <a:pt x="168" y="194"/>
                    </a:lnTo>
                    <a:lnTo>
                      <a:pt x="137" y="194"/>
                    </a:lnTo>
                    <a:lnTo>
                      <a:pt x="137" y="213"/>
                    </a:lnTo>
                    <a:lnTo>
                      <a:pt x="137" y="213"/>
                    </a:lnTo>
                    <a:close/>
                    <a:moveTo>
                      <a:pt x="168" y="0"/>
                    </a:moveTo>
                    <a:lnTo>
                      <a:pt x="137" y="0"/>
                    </a:lnTo>
                    <a:lnTo>
                      <a:pt x="137" y="90"/>
                    </a:lnTo>
                    <a:lnTo>
                      <a:pt x="158" y="90"/>
                    </a:lnTo>
                    <a:lnTo>
                      <a:pt x="158" y="130"/>
                    </a:lnTo>
                    <a:lnTo>
                      <a:pt x="137" y="130"/>
                    </a:lnTo>
                    <a:lnTo>
                      <a:pt x="137" y="154"/>
                    </a:lnTo>
                    <a:lnTo>
                      <a:pt x="168" y="154"/>
                    </a:lnTo>
                    <a:lnTo>
                      <a:pt x="168" y="71"/>
                    </a:lnTo>
                    <a:lnTo>
                      <a:pt x="146" y="71"/>
                    </a:lnTo>
                    <a:lnTo>
                      <a:pt x="146" y="31"/>
                    </a:lnTo>
                    <a:lnTo>
                      <a:pt x="146" y="31"/>
                    </a:lnTo>
                    <a:lnTo>
                      <a:pt x="168" y="31"/>
                    </a:lnTo>
                    <a:lnTo>
                      <a:pt x="168" y="0"/>
                    </a:lnTo>
                    <a:close/>
                    <a:moveTo>
                      <a:pt x="106" y="213"/>
                    </a:moveTo>
                    <a:lnTo>
                      <a:pt x="137" y="213"/>
                    </a:lnTo>
                    <a:lnTo>
                      <a:pt x="137" y="194"/>
                    </a:lnTo>
                    <a:lnTo>
                      <a:pt x="106" y="194"/>
                    </a:lnTo>
                    <a:lnTo>
                      <a:pt x="106" y="213"/>
                    </a:lnTo>
                    <a:lnTo>
                      <a:pt x="106" y="213"/>
                    </a:lnTo>
                    <a:close/>
                    <a:moveTo>
                      <a:pt x="137" y="0"/>
                    </a:moveTo>
                    <a:lnTo>
                      <a:pt x="106" y="0"/>
                    </a:lnTo>
                    <a:lnTo>
                      <a:pt x="106" y="31"/>
                    </a:lnTo>
                    <a:lnTo>
                      <a:pt x="127" y="31"/>
                    </a:lnTo>
                    <a:lnTo>
                      <a:pt x="127" y="71"/>
                    </a:lnTo>
                    <a:lnTo>
                      <a:pt x="106" y="71"/>
                    </a:lnTo>
                    <a:lnTo>
                      <a:pt x="106" y="154"/>
                    </a:lnTo>
                    <a:lnTo>
                      <a:pt x="137" y="154"/>
                    </a:lnTo>
                    <a:lnTo>
                      <a:pt x="137" y="130"/>
                    </a:lnTo>
                    <a:lnTo>
                      <a:pt x="118" y="130"/>
                    </a:lnTo>
                    <a:lnTo>
                      <a:pt x="118" y="130"/>
                    </a:lnTo>
                    <a:lnTo>
                      <a:pt x="118" y="90"/>
                    </a:lnTo>
                    <a:lnTo>
                      <a:pt x="137" y="90"/>
                    </a:lnTo>
                    <a:lnTo>
                      <a:pt x="137" y="0"/>
                    </a:lnTo>
                    <a:close/>
                    <a:moveTo>
                      <a:pt x="78" y="213"/>
                    </a:moveTo>
                    <a:lnTo>
                      <a:pt x="106" y="213"/>
                    </a:lnTo>
                    <a:lnTo>
                      <a:pt x="106" y="194"/>
                    </a:lnTo>
                    <a:lnTo>
                      <a:pt x="78" y="194"/>
                    </a:lnTo>
                    <a:lnTo>
                      <a:pt x="78" y="213"/>
                    </a:lnTo>
                    <a:lnTo>
                      <a:pt x="78" y="213"/>
                    </a:lnTo>
                    <a:close/>
                    <a:moveTo>
                      <a:pt x="106" y="0"/>
                    </a:moveTo>
                    <a:lnTo>
                      <a:pt x="78" y="0"/>
                    </a:lnTo>
                    <a:lnTo>
                      <a:pt x="78" y="90"/>
                    </a:lnTo>
                    <a:lnTo>
                      <a:pt x="97" y="90"/>
                    </a:lnTo>
                    <a:lnTo>
                      <a:pt x="97" y="130"/>
                    </a:lnTo>
                    <a:lnTo>
                      <a:pt x="78" y="130"/>
                    </a:lnTo>
                    <a:lnTo>
                      <a:pt x="78" y="154"/>
                    </a:lnTo>
                    <a:lnTo>
                      <a:pt x="106" y="154"/>
                    </a:lnTo>
                    <a:lnTo>
                      <a:pt x="106" y="71"/>
                    </a:lnTo>
                    <a:lnTo>
                      <a:pt x="87" y="71"/>
                    </a:lnTo>
                    <a:lnTo>
                      <a:pt x="87" y="31"/>
                    </a:lnTo>
                    <a:lnTo>
                      <a:pt x="87" y="31"/>
                    </a:lnTo>
                    <a:lnTo>
                      <a:pt x="106" y="31"/>
                    </a:lnTo>
                    <a:lnTo>
                      <a:pt x="106" y="0"/>
                    </a:lnTo>
                    <a:close/>
                    <a:moveTo>
                      <a:pt x="47" y="213"/>
                    </a:moveTo>
                    <a:lnTo>
                      <a:pt x="78" y="213"/>
                    </a:lnTo>
                    <a:lnTo>
                      <a:pt x="78" y="194"/>
                    </a:lnTo>
                    <a:lnTo>
                      <a:pt x="78" y="154"/>
                    </a:lnTo>
                    <a:lnTo>
                      <a:pt x="78" y="130"/>
                    </a:lnTo>
                    <a:lnTo>
                      <a:pt x="56" y="130"/>
                    </a:lnTo>
                    <a:lnTo>
                      <a:pt x="56" y="130"/>
                    </a:lnTo>
                    <a:lnTo>
                      <a:pt x="56" y="90"/>
                    </a:lnTo>
                    <a:lnTo>
                      <a:pt x="78" y="90"/>
                    </a:lnTo>
                    <a:lnTo>
                      <a:pt x="78" y="0"/>
                    </a:lnTo>
                    <a:lnTo>
                      <a:pt x="47" y="0"/>
                    </a:lnTo>
                    <a:lnTo>
                      <a:pt x="47" y="31"/>
                    </a:lnTo>
                    <a:lnTo>
                      <a:pt x="66" y="31"/>
                    </a:lnTo>
                    <a:lnTo>
                      <a:pt x="66" y="71"/>
                    </a:lnTo>
                    <a:lnTo>
                      <a:pt x="47" y="71"/>
                    </a:lnTo>
                    <a:lnTo>
                      <a:pt x="47" y="213"/>
                    </a:lnTo>
                    <a:close/>
                    <a:moveTo>
                      <a:pt x="0" y="213"/>
                    </a:moveTo>
                    <a:lnTo>
                      <a:pt x="47" y="213"/>
                    </a:lnTo>
                    <a:lnTo>
                      <a:pt x="47" y="71"/>
                    </a:lnTo>
                    <a:lnTo>
                      <a:pt x="26" y="71"/>
                    </a:lnTo>
                    <a:lnTo>
                      <a:pt x="26" y="31"/>
                    </a:lnTo>
                    <a:lnTo>
                      <a:pt x="26" y="31"/>
                    </a:lnTo>
                    <a:lnTo>
                      <a:pt x="47" y="31"/>
                    </a:lnTo>
                    <a:lnTo>
                      <a:pt x="47" y="0"/>
                    </a:lnTo>
                    <a:lnTo>
                      <a:pt x="0" y="0"/>
                    </a:lnTo>
                    <a:lnTo>
                      <a:pt x="0" y="2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46" name="Freeform 175"/>
              <p:cNvSpPr>
                <a:spLocks/>
              </p:cNvSpPr>
              <p:nvPr/>
            </p:nvSpPr>
            <p:spPr bwMode="auto">
              <a:xfrm>
                <a:off x="-2574925" y="2665412"/>
                <a:ext cx="420688" cy="101600"/>
              </a:xfrm>
              <a:custGeom>
                <a:avLst/>
                <a:gdLst>
                  <a:gd name="T0" fmla="*/ 0 w 112"/>
                  <a:gd name="T1" fmla="*/ 13 h 27"/>
                  <a:gd name="T2" fmla="*/ 8 w 112"/>
                  <a:gd name="T3" fmla="*/ 27 h 27"/>
                  <a:gd name="T4" fmla="*/ 56 w 112"/>
                  <a:gd name="T5" fmla="*/ 16 h 27"/>
                  <a:gd name="T6" fmla="*/ 104 w 112"/>
                  <a:gd name="T7" fmla="*/ 27 h 27"/>
                  <a:gd name="T8" fmla="*/ 112 w 112"/>
                  <a:gd name="T9" fmla="*/ 13 h 27"/>
                  <a:gd name="T10" fmla="*/ 56 w 112"/>
                  <a:gd name="T11" fmla="*/ 0 h 27"/>
                  <a:gd name="T12" fmla="*/ 0 w 112"/>
                  <a:gd name="T13" fmla="*/ 13 h 27"/>
                </a:gdLst>
                <a:ahLst/>
                <a:cxnLst>
                  <a:cxn ang="0">
                    <a:pos x="T0" y="T1"/>
                  </a:cxn>
                  <a:cxn ang="0">
                    <a:pos x="T2" y="T3"/>
                  </a:cxn>
                  <a:cxn ang="0">
                    <a:pos x="T4" y="T5"/>
                  </a:cxn>
                  <a:cxn ang="0">
                    <a:pos x="T6" y="T7"/>
                  </a:cxn>
                  <a:cxn ang="0">
                    <a:pos x="T8" y="T9"/>
                  </a:cxn>
                  <a:cxn ang="0">
                    <a:pos x="T10" y="T11"/>
                  </a:cxn>
                  <a:cxn ang="0">
                    <a:pos x="T12" y="T13"/>
                  </a:cxn>
                </a:cxnLst>
                <a:rect l="0" t="0" r="r" b="b"/>
                <a:pathLst>
                  <a:path w="112" h="27">
                    <a:moveTo>
                      <a:pt x="0" y="13"/>
                    </a:moveTo>
                    <a:cubicBezTo>
                      <a:pt x="8" y="27"/>
                      <a:pt x="8" y="27"/>
                      <a:pt x="8" y="27"/>
                    </a:cubicBezTo>
                    <a:cubicBezTo>
                      <a:pt x="21" y="20"/>
                      <a:pt x="38" y="16"/>
                      <a:pt x="56" y="16"/>
                    </a:cubicBezTo>
                    <a:cubicBezTo>
                      <a:pt x="74" y="16"/>
                      <a:pt x="91" y="20"/>
                      <a:pt x="104" y="27"/>
                    </a:cubicBezTo>
                    <a:cubicBezTo>
                      <a:pt x="112" y="13"/>
                      <a:pt x="112" y="13"/>
                      <a:pt x="112" y="13"/>
                    </a:cubicBezTo>
                    <a:cubicBezTo>
                      <a:pt x="96" y="5"/>
                      <a:pt x="76" y="0"/>
                      <a:pt x="56" y="0"/>
                    </a:cubicBezTo>
                    <a:cubicBezTo>
                      <a:pt x="36" y="0"/>
                      <a:pt x="16" y="5"/>
                      <a:pt x="0"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47" name="Freeform 176"/>
              <p:cNvSpPr>
                <a:spLocks/>
              </p:cNvSpPr>
              <p:nvPr/>
            </p:nvSpPr>
            <p:spPr bwMode="auto">
              <a:xfrm>
                <a:off x="-2646363" y="2552700"/>
                <a:ext cx="563563" cy="117475"/>
              </a:xfrm>
              <a:custGeom>
                <a:avLst/>
                <a:gdLst>
                  <a:gd name="T0" fmla="*/ 150 w 150"/>
                  <a:gd name="T1" fmla="*/ 17 h 31"/>
                  <a:gd name="T2" fmla="*/ 75 w 150"/>
                  <a:gd name="T3" fmla="*/ 0 h 31"/>
                  <a:gd name="T4" fmla="*/ 0 w 150"/>
                  <a:gd name="T5" fmla="*/ 17 h 31"/>
                  <a:gd name="T6" fmla="*/ 8 w 150"/>
                  <a:gd name="T7" fmla="*/ 31 h 31"/>
                  <a:gd name="T8" fmla="*/ 75 w 150"/>
                  <a:gd name="T9" fmla="*/ 15 h 31"/>
                  <a:gd name="T10" fmla="*/ 142 w 150"/>
                  <a:gd name="T11" fmla="*/ 31 h 31"/>
                  <a:gd name="T12" fmla="*/ 150 w 150"/>
                  <a:gd name="T13" fmla="*/ 17 h 31"/>
                </a:gdLst>
                <a:ahLst/>
                <a:cxnLst>
                  <a:cxn ang="0">
                    <a:pos x="T0" y="T1"/>
                  </a:cxn>
                  <a:cxn ang="0">
                    <a:pos x="T2" y="T3"/>
                  </a:cxn>
                  <a:cxn ang="0">
                    <a:pos x="T4" y="T5"/>
                  </a:cxn>
                  <a:cxn ang="0">
                    <a:pos x="T6" y="T7"/>
                  </a:cxn>
                  <a:cxn ang="0">
                    <a:pos x="T8" y="T9"/>
                  </a:cxn>
                  <a:cxn ang="0">
                    <a:pos x="T10" y="T11"/>
                  </a:cxn>
                  <a:cxn ang="0">
                    <a:pos x="T12" y="T13"/>
                  </a:cxn>
                </a:cxnLst>
                <a:rect l="0" t="0" r="r" b="b"/>
                <a:pathLst>
                  <a:path w="150" h="31">
                    <a:moveTo>
                      <a:pt x="150" y="17"/>
                    </a:moveTo>
                    <a:cubicBezTo>
                      <a:pt x="129" y="6"/>
                      <a:pt x="102" y="0"/>
                      <a:pt x="75" y="0"/>
                    </a:cubicBezTo>
                    <a:cubicBezTo>
                      <a:pt x="48" y="0"/>
                      <a:pt x="21" y="6"/>
                      <a:pt x="0" y="17"/>
                    </a:cubicBezTo>
                    <a:cubicBezTo>
                      <a:pt x="8" y="31"/>
                      <a:pt x="8" y="31"/>
                      <a:pt x="8" y="31"/>
                    </a:cubicBezTo>
                    <a:cubicBezTo>
                      <a:pt x="27" y="21"/>
                      <a:pt x="50" y="15"/>
                      <a:pt x="75" y="15"/>
                    </a:cubicBezTo>
                    <a:cubicBezTo>
                      <a:pt x="100" y="15"/>
                      <a:pt x="123" y="21"/>
                      <a:pt x="142" y="31"/>
                    </a:cubicBezTo>
                    <a:lnTo>
                      <a:pt x="150"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48" name="Freeform 177"/>
              <p:cNvSpPr>
                <a:spLocks/>
              </p:cNvSpPr>
              <p:nvPr/>
            </p:nvSpPr>
            <p:spPr bwMode="auto">
              <a:xfrm>
                <a:off x="-4422775" y="5965825"/>
                <a:ext cx="130175" cy="195263"/>
              </a:xfrm>
              <a:custGeom>
                <a:avLst/>
                <a:gdLst>
                  <a:gd name="T0" fmla="*/ 25 w 35"/>
                  <a:gd name="T1" fmla="*/ 49 h 52"/>
                  <a:gd name="T2" fmla="*/ 30 w 35"/>
                  <a:gd name="T3" fmla="*/ 41 h 52"/>
                  <a:gd name="T4" fmla="*/ 10 w 35"/>
                  <a:gd name="T5" fmla="*/ 8 h 52"/>
                  <a:gd name="T6" fmla="*/ 5 w 35"/>
                  <a:gd name="T7" fmla="*/ 0 h 52"/>
                  <a:gd name="T8" fmla="*/ 0 w 35"/>
                  <a:gd name="T9" fmla="*/ 9 h 52"/>
                  <a:gd name="T10" fmla="*/ 25 w 35"/>
                  <a:gd name="T11" fmla="*/ 49 h 52"/>
                </a:gdLst>
                <a:ahLst/>
                <a:cxnLst>
                  <a:cxn ang="0">
                    <a:pos x="T0" y="T1"/>
                  </a:cxn>
                  <a:cxn ang="0">
                    <a:pos x="T2" y="T3"/>
                  </a:cxn>
                  <a:cxn ang="0">
                    <a:pos x="T4" y="T5"/>
                  </a:cxn>
                  <a:cxn ang="0">
                    <a:pos x="T6" y="T7"/>
                  </a:cxn>
                  <a:cxn ang="0">
                    <a:pos x="T8" y="T9"/>
                  </a:cxn>
                  <a:cxn ang="0">
                    <a:pos x="T10" y="T11"/>
                  </a:cxn>
                </a:cxnLst>
                <a:rect l="0" t="0" r="r" b="b"/>
                <a:pathLst>
                  <a:path w="35" h="52">
                    <a:moveTo>
                      <a:pt x="25" y="49"/>
                    </a:moveTo>
                    <a:cubicBezTo>
                      <a:pt x="31" y="52"/>
                      <a:pt x="35" y="44"/>
                      <a:pt x="30" y="41"/>
                    </a:cubicBezTo>
                    <a:cubicBezTo>
                      <a:pt x="18" y="34"/>
                      <a:pt x="10" y="21"/>
                      <a:pt x="10" y="8"/>
                    </a:cubicBezTo>
                    <a:cubicBezTo>
                      <a:pt x="8" y="5"/>
                      <a:pt x="6" y="3"/>
                      <a:pt x="5" y="0"/>
                    </a:cubicBezTo>
                    <a:cubicBezTo>
                      <a:pt x="4" y="3"/>
                      <a:pt x="2" y="6"/>
                      <a:pt x="0" y="9"/>
                    </a:cubicBezTo>
                    <a:cubicBezTo>
                      <a:pt x="1" y="25"/>
                      <a:pt x="11" y="41"/>
                      <a:pt x="25"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49" name="Freeform 178"/>
              <p:cNvSpPr>
                <a:spLocks/>
              </p:cNvSpPr>
              <p:nvPr/>
            </p:nvSpPr>
            <p:spPr bwMode="auto">
              <a:xfrm>
                <a:off x="-4333875" y="5613400"/>
                <a:ext cx="206375" cy="198438"/>
              </a:xfrm>
              <a:custGeom>
                <a:avLst/>
                <a:gdLst>
                  <a:gd name="T0" fmla="*/ 50 w 55"/>
                  <a:gd name="T1" fmla="*/ 17 h 53"/>
                  <a:gd name="T2" fmla="*/ 26 w 55"/>
                  <a:gd name="T3" fmla="*/ 0 h 53"/>
                  <a:gd name="T4" fmla="*/ 20 w 55"/>
                  <a:gd name="T5" fmla="*/ 1 h 53"/>
                  <a:gd name="T6" fmla="*/ 0 w 55"/>
                  <a:gd name="T7" fmla="*/ 13 h 53"/>
                  <a:gd name="T8" fmla="*/ 6 w 55"/>
                  <a:gd name="T9" fmla="*/ 18 h 53"/>
                  <a:gd name="T10" fmla="*/ 16 w 55"/>
                  <a:gd name="T11" fmla="*/ 14 h 53"/>
                  <a:gd name="T12" fmla="*/ 20 w 55"/>
                  <a:gd name="T13" fmla="*/ 14 h 53"/>
                  <a:gd name="T14" fmla="*/ 34 w 55"/>
                  <a:gd name="T15" fmla="*/ 23 h 53"/>
                  <a:gd name="T16" fmla="*/ 26 w 55"/>
                  <a:gd name="T17" fmla="*/ 41 h 53"/>
                  <a:gd name="T18" fmla="*/ 15 w 55"/>
                  <a:gd name="T19" fmla="*/ 45 h 53"/>
                  <a:gd name="T20" fmla="*/ 14 w 55"/>
                  <a:gd name="T21" fmla="*/ 52 h 53"/>
                  <a:gd name="T22" fmla="*/ 21 w 55"/>
                  <a:gd name="T23" fmla="*/ 53 h 53"/>
                  <a:gd name="T24" fmla="*/ 38 w 55"/>
                  <a:gd name="T25" fmla="*/ 49 h 53"/>
                  <a:gd name="T26" fmla="*/ 50 w 55"/>
                  <a:gd name="T27" fmla="*/ 1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5" h="53">
                    <a:moveTo>
                      <a:pt x="50" y="17"/>
                    </a:moveTo>
                    <a:cubicBezTo>
                      <a:pt x="46" y="6"/>
                      <a:pt x="36" y="0"/>
                      <a:pt x="26" y="0"/>
                    </a:cubicBezTo>
                    <a:cubicBezTo>
                      <a:pt x="24" y="0"/>
                      <a:pt x="22" y="0"/>
                      <a:pt x="20" y="1"/>
                    </a:cubicBezTo>
                    <a:cubicBezTo>
                      <a:pt x="13" y="2"/>
                      <a:pt x="6" y="7"/>
                      <a:pt x="0" y="13"/>
                    </a:cubicBezTo>
                    <a:cubicBezTo>
                      <a:pt x="2" y="15"/>
                      <a:pt x="4" y="17"/>
                      <a:pt x="6" y="18"/>
                    </a:cubicBezTo>
                    <a:cubicBezTo>
                      <a:pt x="9" y="16"/>
                      <a:pt x="13" y="15"/>
                      <a:pt x="16" y="14"/>
                    </a:cubicBezTo>
                    <a:cubicBezTo>
                      <a:pt x="17" y="14"/>
                      <a:pt x="18" y="14"/>
                      <a:pt x="20" y="14"/>
                    </a:cubicBezTo>
                    <a:cubicBezTo>
                      <a:pt x="26" y="14"/>
                      <a:pt x="32" y="17"/>
                      <a:pt x="34" y="23"/>
                    </a:cubicBezTo>
                    <a:cubicBezTo>
                      <a:pt x="36" y="30"/>
                      <a:pt x="33" y="37"/>
                      <a:pt x="26" y="41"/>
                    </a:cubicBezTo>
                    <a:cubicBezTo>
                      <a:pt x="23" y="43"/>
                      <a:pt x="19" y="44"/>
                      <a:pt x="15" y="45"/>
                    </a:cubicBezTo>
                    <a:cubicBezTo>
                      <a:pt x="15" y="47"/>
                      <a:pt x="15" y="50"/>
                      <a:pt x="14" y="52"/>
                    </a:cubicBezTo>
                    <a:cubicBezTo>
                      <a:pt x="16" y="53"/>
                      <a:pt x="19" y="53"/>
                      <a:pt x="21" y="53"/>
                    </a:cubicBezTo>
                    <a:cubicBezTo>
                      <a:pt x="27" y="53"/>
                      <a:pt x="33" y="52"/>
                      <a:pt x="38" y="49"/>
                    </a:cubicBezTo>
                    <a:cubicBezTo>
                      <a:pt x="49" y="43"/>
                      <a:pt x="55" y="29"/>
                      <a:pt x="50"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50" name="Freeform 179"/>
              <p:cNvSpPr>
                <a:spLocks/>
              </p:cNvSpPr>
              <p:nvPr/>
            </p:nvSpPr>
            <p:spPr bwMode="auto">
              <a:xfrm>
                <a:off x="-4521200" y="5489575"/>
                <a:ext cx="198438" cy="176213"/>
              </a:xfrm>
              <a:custGeom>
                <a:avLst/>
                <a:gdLst>
                  <a:gd name="T0" fmla="*/ 52 w 53"/>
                  <a:gd name="T1" fmla="*/ 22 h 47"/>
                  <a:gd name="T2" fmla="*/ 27 w 53"/>
                  <a:gd name="T3" fmla="*/ 0 h 47"/>
                  <a:gd name="T4" fmla="*/ 25 w 53"/>
                  <a:gd name="T5" fmla="*/ 1 h 47"/>
                  <a:gd name="T6" fmla="*/ 1 w 53"/>
                  <a:gd name="T7" fmla="*/ 24 h 47"/>
                  <a:gd name="T8" fmla="*/ 7 w 53"/>
                  <a:gd name="T9" fmla="*/ 47 h 47"/>
                  <a:gd name="T10" fmla="*/ 13 w 53"/>
                  <a:gd name="T11" fmla="*/ 43 h 47"/>
                  <a:gd name="T12" fmla="*/ 12 w 53"/>
                  <a:gd name="T13" fmla="*/ 32 h 47"/>
                  <a:gd name="T14" fmla="*/ 26 w 53"/>
                  <a:gd name="T15" fmla="*/ 18 h 47"/>
                  <a:gd name="T16" fmla="*/ 27 w 53"/>
                  <a:gd name="T17" fmla="*/ 18 h 47"/>
                  <a:gd name="T18" fmla="*/ 41 w 53"/>
                  <a:gd name="T19" fmla="*/ 31 h 47"/>
                  <a:gd name="T20" fmla="*/ 41 w 53"/>
                  <a:gd name="T21" fmla="*/ 42 h 47"/>
                  <a:gd name="T22" fmla="*/ 48 w 53"/>
                  <a:gd name="T23" fmla="*/ 45 h 47"/>
                  <a:gd name="T24" fmla="*/ 52 w 53"/>
                  <a:gd name="T25" fmla="*/ 2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3" h="47">
                    <a:moveTo>
                      <a:pt x="52" y="22"/>
                    </a:moveTo>
                    <a:cubicBezTo>
                      <a:pt x="50" y="10"/>
                      <a:pt x="40" y="0"/>
                      <a:pt x="27" y="0"/>
                    </a:cubicBezTo>
                    <a:cubicBezTo>
                      <a:pt x="26" y="0"/>
                      <a:pt x="26" y="0"/>
                      <a:pt x="25" y="1"/>
                    </a:cubicBezTo>
                    <a:cubicBezTo>
                      <a:pt x="12" y="1"/>
                      <a:pt x="2" y="12"/>
                      <a:pt x="1" y="24"/>
                    </a:cubicBezTo>
                    <a:cubicBezTo>
                      <a:pt x="0" y="32"/>
                      <a:pt x="2" y="40"/>
                      <a:pt x="7" y="47"/>
                    </a:cubicBezTo>
                    <a:cubicBezTo>
                      <a:pt x="9" y="46"/>
                      <a:pt x="11" y="44"/>
                      <a:pt x="13" y="43"/>
                    </a:cubicBezTo>
                    <a:cubicBezTo>
                      <a:pt x="12" y="39"/>
                      <a:pt x="12" y="35"/>
                      <a:pt x="12" y="32"/>
                    </a:cubicBezTo>
                    <a:cubicBezTo>
                      <a:pt x="13" y="24"/>
                      <a:pt x="19" y="18"/>
                      <a:pt x="26" y="18"/>
                    </a:cubicBezTo>
                    <a:cubicBezTo>
                      <a:pt x="26" y="18"/>
                      <a:pt x="26" y="18"/>
                      <a:pt x="27" y="18"/>
                    </a:cubicBezTo>
                    <a:cubicBezTo>
                      <a:pt x="34" y="18"/>
                      <a:pt x="39" y="23"/>
                      <a:pt x="41" y="31"/>
                    </a:cubicBezTo>
                    <a:cubicBezTo>
                      <a:pt x="42" y="34"/>
                      <a:pt x="42" y="38"/>
                      <a:pt x="41" y="42"/>
                    </a:cubicBezTo>
                    <a:cubicBezTo>
                      <a:pt x="44" y="43"/>
                      <a:pt x="46" y="44"/>
                      <a:pt x="48" y="45"/>
                    </a:cubicBezTo>
                    <a:cubicBezTo>
                      <a:pt x="52" y="37"/>
                      <a:pt x="53" y="29"/>
                      <a:pt x="52"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51" name="Freeform 180"/>
              <p:cNvSpPr>
                <a:spLocks/>
              </p:cNvSpPr>
              <p:nvPr/>
            </p:nvSpPr>
            <p:spPr bwMode="auto">
              <a:xfrm>
                <a:off x="-4452938" y="5737225"/>
                <a:ext cx="77788" cy="79375"/>
              </a:xfrm>
              <a:custGeom>
                <a:avLst/>
                <a:gdLst>
                  <a:gd name="T0" fmla="*/ 11 w 21"/>
                  <a:gd name="T1" fmla="*/ 0 h 21"/>
                  <a:gd name="T2" fmla="*/ 11 w 21"/>
                  <a:gd name="T3" fmla="*/ 0 h 21"/>
                  <a:gd name="T4" fmla="*/ 0 w 21"/>
                  <a:gd name="T5" fmla="*/ 10 h 21"/>
                  <a:gd name="T6" fmla="*/ 11 w 21"/>
                  <a:gd name="T7" fmla="*/ 21 h 21"/>
                  <a:gd name="T8" fmla="*/ 11 w 21"/>
                  <a:gd name="T9" fmla="*/ 21 h 21"/>
                  <a:gd name="T10" fmla="*/ 21 w 21"/>
                  <a:gd name="T11" fmla="*/ 10 h 21"/>
                  <a:gd name="T12" fmla="*/ 11 w 21"/>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21" h="21">
                    <a:moveTo>
                      <a:pt x="11" y="0"/>
                    </a:moveTo>
                    <a:cubicBezTo>
                      <a:pt x="11" y="0"/>
                      <a:pt x="11" y="0"/>
                      <a:pt x="11" y="0"/>
                    </a:cubicBezTo>
                    <a:cubicBezTo>
                      <a:pt x="5" y="0"/>
                      <a:pt x="1" y="4"/>
                      <a:pt x="0" y="10"/>
                    </a:cubicBezTo>
                    <a:cubicBezTo>
                      <a:pt x="0" y="16"/>
                      <a:pt x="5" y="20"/>
                      <a:pt x="11" y="21"/>
                    </a:cubicBezTo>
                    <a:cubicBezTo>
                      <a:pt x="11" y="21"/>
                      <a:pt x="11" y="21"/>
                      <a:pt x="11" y="21"/>
                    </a:cubicBezTo>
                    <a:cubicBezTo>
                      <a:pt x="16" y="21"/>
                      <a:pt x="21" y="16"/>
                      <a:pt x="21" y="10"/>
                    </a:cubicBezTo>
                    <a:cubicBezTo>
                      <a:pt x="21" y="5"/>
                      <a:pt x="17" y="0"/>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52" name="Freeform 181"/>
              <p:cNvSpPr>
                <a:spLocks noEditPoints="1"/>
              </p:cNvSpPr>
              <p:nvPr/>
            </p:nvSpPr>
            <p:spPr bwMode="auto">
              <a:xfrm>
                <a:off x="-4532313" y="5654675"/>
                <a:ext cx="239713" cy="239713"/>
              </a:xfrm>
              <a:custGeom>
                <a:avLst/>
                <a:gdLst>
                  <a:gd name="T0" fmla="*/ 33 w 64"/>
                  <a:gd name="T1" fmla="*/ 0 h 64"/>
                  <a:gd name="T2" fmla="*/ 32 w 64"/>
                  <a:gd name="T3" fmla="*/ 0 h 64"/>
                  <a:gd name="T4" fmla="*/ 32 w 64"/>
                  <a:gd name="T5" fmla="*/ 11 h 64"/>
                  <a:gd name="T6" fmla="*/ 32 w 64"/>
                  <a:gd name="T7" fmla="*/ 11 h 64"/>
                  <a:gd name="T8" fmla="*/ 53 w 64"/>
                  <a:gd name="T9" fmla="*/ 33 h 64"/>
                  <a:gd name="T10" fmla="*/ 53 w 64"/>
                  <a:gd name="T11" fmla="*/ 33 h 64"/>
                  <a:gd name="T12" fmla="*/ 32 w 64"/>
                  <a:gd name="T13" fmla="*/ 53 h 64"/>
                  <a:gd name="T14" fmla="*/ 32 w 64"/>
                  <a:gd name="T15" fmla="*/ 53 h 64"/>
                  <a:gd name="T16" fmla="*/ 32 w 64"/>
                  <a:gd name="T17" fmla="*/ 64 h 64"/>
                  <a:gd name="T18" fmla="*/ 32 w 64"/>
                  <a:gd name="T19" fmla="*/ 64 h 64"/>
                  <a:gd name="T20" fmla="*/ 64 w 64"/>
                  <a:gd name="T21" fmla="*/ 33 h 64"/>
                  <a:gd name="T22" fmla="*/ 33 w 64"/>
                  <a:gd name="T23" fmla="*/ 0 h 64"/>
                  <a:gd name="T24" fmla="*/ 32 w 64"/>
                  <a:gd name="T25" fmla="*/ 0 h 64"/>
                  <a:gd name="T26" fmla="*/ 32 w 64"/>
                  <a:gd name="T27" fmla="*/ 0 h 64"/>
                  <a:gd name="T28" fmla="*/ 0 w 64"/>
                  <a:gd name="T29" fmla="*/ 31 h 64"/>
                  <a:gd name="T30" fmla="*/ 31 w 64"/>
                  <a:gd name="T31" fmla="*/ 64 h 64"/>
                  <a:gd name="T32" fmla="*/ 32 w 64"/>
                  <a:gd name="T33" fmla="*/ 64 h 64"/>
                  <a:gd name="T34" fmla="*/ 32 w 64"/>
                  <a:gd name="T35" fmla="*/ 53 h 64"/>
                  <a:gd name="T36" fmla="*/ 31 w 64"/>
                  <a:gd name="T37" fmla="*/ 53 h 64"/>
                  <a:gd name="T38" fmla="*/ 11 w 64"/>
                  <a:gd name="T39" fmla="*/ 32 h 64"/>
                  <a:gd name="T40" fmla="*/ 32 w 64"/>
                  <a:gd name="T41" fmla="*/ 11 h 64"/>
                  <a:gd name="T42" fmla="*/ 32 w 64"/>
                  <a:gd name="T43" fmla="*/ 11 h 64"/>
                  <a:gd name="T44" fmla="*/ 32 w 64"/>
                  <a:gd name="T45"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4" h="64">
                    <a:moveTo>
                      <a:pt x="33" y="0"/>
                    </a:moveTo>
                    <a:cubicBezTo>
                      <a:pt x="32" y="0"/>
                      <a:pt x="32" y="0"/>
                      <a:pt x="32" y="0"/>
                    </a:cubicBezTo>
                    <a:cubicBezTo>
                      <a:pt x="32" y="11"/>
                      <a:pt x="32" y="11"/>
                      <a:pt x="32" y="11"/>
                    </a:cubicBezTo>
                    <a:cubicBezTo>
                      <a:pt x="32" y="11"/>
                      <a:pt x="32" y="11"/>
                      <a:pt x="32" y="11"/>
                    </a:cubicBezTo>
                    <a:cubicBezTo>
                      <a:pt x="44" y="11"/>
                      <a:pt x="53" y="21"/>
                      <a:pt x="53" y="33"/>
                    </a:cubicBezTo>
                    <a:cubicBezTo>
                      <a:pt x="53" y="33"/>
                      <a:pt x="53" y="33"/>
                      <a:pt x="53" y="33"/>
                    </a:cubicBezTo>
                    <a:cubicBezTo>
                      <a:pt x="53" y="44"/>
                      <a:pt x="43" y="53"/>
                      <a:pt x="32" y="53"/>
                    </a:cubicBezTo>
                    <a:cubicBezTo>
                      <a:pt x="32" y="53"/>
                      <a:pt x="32" y="53"/>
                      <a:pt x="32" y="53"/>
                    </a:cubicBezTo>
                    <a:cubicBezTo>
                      <a:pt x="32" y="64"/>
                      <a:pt x="32" y="64"/>
                      <a:pt x="32" y="64"/>
                    </a:cubicBezTo>
                    <a:cubicBezTo>
                      <a:pt x="32" y="64"/>
                      <a:pt x="32" y="64"/>
                      <a:pt x="32" y="64"/>
                    </a:cubicBezTo>
                    <a:cubicBezTo>
                      <a:pt x="49" y="64"/>
                      <a:pt x="63" y="50"/>
                      <a:pt x="64" y="33"/>
                    </a:cubicBezTo>
                    <a:cubicBezTo>
                      <a:pt x="64" y="15"/>
                      <a:pt x="50" y="1"/>
                      <a:pt x="33" y="0"/>
                    </a:cubicBezTo>
                    <a:close/>
                    <a:moveTo>
                      <a:pt x="32" y="0"/>
                    </a:moveTo>
                    <a:cubicBezTo>
                      <a:pt x="32" y="0"/>
                      <a:pt x="32" y="0"/>
                      <a:pt x="32" y="0"/>
                    </a:cubicBezTo>
                    <a:cubicBezTo>
                      <a:pt x="15" y="0"/>
                      <a:pt x="1" y="14"/>
                      <a:pt x="0" y="31"/>
                    </a:cubicBezTo>
                    <a:cubicBezTo>
                      <a:pt x="0" y="49"/>
                      <a:pt x="14" y="64"/>
                      <a:pt x="31" y="64"/>
                    </a:cubicBezTo>
                    <a:cubicBezTo>
                      <a:pt x="31" y="64"/>
                      <a:pt x="32" y="64"/>
                      <a:pt x="32" y="64"/>
                    </a:cubicBezTo>
                    <a:cubicBezTo>
                      <a:pt x="32" y="53"/>
                      <a:pt x="32" y="53"/>
                      <a:pt x="32" y="53"/>
                    </a:cubicBezTo>
                    <a:cubicBezTo>
                      <a:pt x="31" y="53"/>
                      <a:pt x="31" y="53"/>
                      <a:pt x="31" y="53"/>
                    </a:cubicBezTo>
                    <a:cubicBezTo>
                      <a:pt x="20" y="53"/>
                      <a:pt x="10" y="43"/>
                      <a:pt x="11" y="32"/>
                    </a:cubicBezTo>
                    <a:cubicBezTo>
                      <a:pt x="11" y="20"/>
                      <a:pt x="20" y="11"/>
                      <a:pt x="32" y="11"/>
                    </a:cubicBezTo>
                    <a:cubicBezTo>
                      <a:pt x="32" y="11"/>
                      <a:pt x="32" y="11"/>
                      <a:pt x="32" y="11"/>
                    </a:cubicBezTo>
                    <a:lnTo>
                      <a:pt x="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53" name="Freeform 182"/>
              <p:cNvSpPr>
                <a:spLocks/>
              </p:cNvSpPr>
              <p:nvPr/>
            </p:nvSpPr>
            <p:spPr bwMode="auto">
              <a:xfrm>
                <a:off x="-4625975" y="5827713"/>
                <a:ext cx="214313" cy="201613"/>
              </a:xfrm>
              <a:custGeom>
                <a:avLst/>
                <a:gdLst>
                  <a:gd name="T0" fmla="*/ 27 w 57"/>
                  <a:gd name="T1" fmla="*/ 7 h 54"/>
                  <a:gd name="T2" fmla="*/ 23 w 57"/>
                  <a:gd name="T3" fmla="*/ 0 h 54"/>
                  <a:gd name="T4" fmla="*/ 5 w 57"/>
                  <a:gd name="T5" fmla="*/ 17 h 54"/>
                  <a:gd name="T6" fmla="*/ 15 w 57"/>
                  <a:gd name="T7" fmla="*/ 50 h 54"/>
                  <a:gd name="T8" fmla="*/ 29 w 57"/>
                  <a:gd name="T9" fmla="*/ 54 h 54"/>
                  <a:gd name="T10" fmla="*/ 48 w 57"/>
                  <a:gd name="T11" fmla="*/ 46 h 54"/>
                  <a:gd name="T12" fmla="*/ 57 w 57"/>
                  <a:gd name="T13" fmla="*/ 23 h 54"/>
                  <a:gd name="T14" fmla="*/ 56 w 57"/>
                  <a:gd name="T15" fmla="*/ 23 h 54"/>
                  <a:gd name="T16" fmla="*/ 56 w 57"/>
                  <a:gd name="T17" fmla="*/ 23 h 54"/>
                  <a:gd name="T18" fmla="*/ 50 w 57"/>
                  <a:gd name="T19" fmla="*/ 22 h 54"/>
                  <a:gd name="T20" fmla="*/ 44 w 57"/>
                  <a:gd name="T21" fmla="*/ 32 h 54"/>
                  <a:gd name="T22" fmla="*/ 31 w 57"/>
                  <a:gd name="T23" fmla="*/ 38 h 54"/>
                  <a:gd name="T24" fmla="*/ 24 w 57"/>
                  <a:gd name="T25" fmla="*/ 36 h 54"/>
                  <a:gd name="T26" fmla="*/ 20 w 57"/>
                  <a:gd name="T27" fmla="*/ 16 h 54"/>
                  <a:gd name="T28" fmla="*/ 27 w 57"/>
                  <a:gd name="T29" fmla="*/ 7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7" h="54">
                    <a:moveTo>
                      <a:pt x="27" y="7"/>
                    </a:moveTo>
                    <a:cubicBezTo>
                      <a:pt x="25" y="5"/>
                      <a:pt x="24" y="2"/>
                      <a:pt x="23" y="0"/>
                    </a:cubicBezTo>
                    <a:cubicBezTo>
                      <a:pt x="15" y="5"/>
                      <a:pt x="9" y="10"/>
                      <a:pt x="5" y="17"/>
                    </a:cubicBezTo>
                    <a:cubicBezTo>
                      <a:pt x="0" y="28"/>
                      <a:pt x="3" y="43"/>
                      <a:pt x="15" y="50"/>
                    </a:cubicBezTo>
                    <a:cubicBezTo>
                      <a:pt x="19" y="53"/>
                      <a:pt x="24" y="54"/>
                      <a:pt x="29" y="54"/>
                    </a:cubicBezTo>
                    <a:cubicBezTo>
                      <a:pt x="36" y="54"/>
                      <a:pt x="43" y="51"/>
                      <a:pt x="48" y="46"/>
                    </a:cubicBezTo>
                    <a:cubicBezTo>
                      <a:pt x="54" y="40"/>
                      <a:pt x="56" y="32"/>
                      <a:pt x="57" y="23"/>
                    </a:cubicBezTo>
                    <a:cubicBezTo>
                      <a:pt x="57" y="23"/>
                      <a:pt x="56" y="23"/>
                      <a:pt x="56" y="23"/>
                    </a:cubicBezTo>
                    <a:cubicBezTo>
                      <a:pt x="56" y="23"/>
                      <a:pt x="56" y="23"/>
                      <a:pt x="56" y="23"/>
                    </a:cubicBezTo>
                    <a:cubicBezTo>
                      <a:pt x="54" y="23"/>
                      <a:pt x="52" y="22"/>
                      <a:pt x="50" y="22"/>
                    </a:cubicBezTo>
                    <a:cubicBezTo>
                      <a:pt x="48" y="26"/>
                      <a:pt x="46" y="30"/>
                      <a:pt x="44" y="32"/>
                    </a:cubicBezTo>
                    <a:cubicBezTo>
                      <a:pt x="40" y="36"/>
                      <a:pt x="36" y="38"/>
                      <a:pt x="31" y="38"/>
                    </a:cubicBezTo>
                    <a:cubicBezTo>
                      <a:pt x="29" y="38"/>
                      <a:pt x="26" y="37"/>
                      <a:pt x="24" y="36"/>
                    </a:cubicBezTo>
                    <a:cubicBezTo>
                      <a:pt x="18" y="32"/>
                      <a:pt x="16" y="24"/>
                      <a:pt x="20" y="16"/>
                    </a:cubicBezTo>
                    <a:cubicBezTo>
                      <a:pt x="21" y="13"/>
                      <a:pt x="23" y="10"/>
                      <a:pt x="27"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54" name="Freeform 183"/>
              <p:cNvSpPr>
                <a:spLocks/>
              </p:cNvSpPr>
              <p:nvPr/>
            </p:nvSpPr>
            <p:spPr bwMode="auto">
              <a:xfrm>
                <a:off x="-4405313" y="5816600"/>
                <a:ext cx="219075" cy="206375"/>
              </a:xfrm>
              <a:custGeom>
                <a:avLst/>
                <a:gdLst>
                  <a:gd name="T0" fmla="*/ 45 w 58"/>
                  <a:gd name="T1" fmla="*/ 49 h 55"/>
                  <a:gd name="T2" fmla="*/ 51 w 58"/>
                  <a:gd name="T3" fmla="*/ 16 h 55"/>
                  <a:gd name="T4" fmla="*/ 33 w 58"/>
                  <a:gd name="T5" fmla="*/ 0 h 55"/>
                  <a:gd name="T6" fmla="*/ 30 w 58"/>
                  <a:gd name="T7" fmla="*/ 7 h 55"/>
                  <a:gd name="T8" fmla="*/ 37 w 58"/>
                  <a:gd name="T9" fmla="*/ 16 h 55"/>
                  <a:gd name="T10" fmla="*/ 34 w 58"/>
                  <a:gd name="T11" fmla="*/ 36 h 55"/>
                  <a:gd name="T12" fmla="*/ 26 w 58"/>
                  <a:gd name="T13" fmla="*/ 39 h 55"/>
                  <a:gd name="T14" fmla="*/ 15 w 58"/>
                  <a:gd name="T15" fmla="*/ 34 h 55"/>
                  <a:gd name="T16" fmla="*/ 7 w 58"/>
                  <a:gd name="T17" fmla="*/ 24 h 55"/>
                  <a:gd name="T18" fmla="*/ 0 w 58"/>
                  <a:gd name="T19" fmla="*/ 26 h 55"/>
                  <a:gd name="T20" fmla="*/ 3 w 58"/>
                  <a:gd name="T21" fmla="*/ 37 h 55"/>
                  <a:gd name="T22" fmla="*/ 5 w 58"/>
                  <a:gd name="T23" fmla="*/ 39 h 55"/>
                  <a:gd name="T24" fmla="*/ 11 w 58"/>
                  <a:gd name="T25" fmla="*/ 48 h 55"/>
                  <a:gd name="T26" fmla="*/ 29 w 58"/>
                  <a:gd name="T27" fmla="*/ 55 h 55"/>
                  <a:gd name="T28" fmla="*/ 45 w 58"/>
                  <a:gd name="T29" fmla="*/ 49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8" h="55">
                    <a:moveTo>
                      <a:pt x="45" y="49"/>
                    </a:moveTo>
                    <a:cubicBezTo>
                      <a:pt x="56" y="41"/>
                      <a:pt x="58" y="26"/>
                      <a:pt x="51" y="16"/>
                    </a:cubicBezTo>
                    <a:cubicBezTo>
                      <a:pt x="47" y="9"/>
                      <a:pt x="41" y="4"/>
                      <a:pt x="33" y="0"/>
                    </a:cubicBezTo>
                    <a:cubicBezTo>
                      <a:pt x="32" y="3"/>
                      <a:pt x="31" y="5"/>
                      <a:pt x="30" y="7"/>
                    </a:cubicBezTo>
                    <a:cubicBezTo>
                      <a:pt x="33" y="10"/>
                      <a:pt x="35" y="13"/>
                      <a:pt x="37" y="16"/>
                    </a:cubicBezTo>
                    <a:cubicBezTo>
                      <a:pt x="41" y="23"/>
                      <a:pt x="40" y="31"/>
                      <a:pt x="34" y="36"/>
                    </a:cubicBezTo>
                    <a:cubicBezTo>
                      <a:pt x="32" y="38"/>
                      <a:pt x="29" y="39"/>
                      <a:pt x="26" y="39"/>
                    </a:cubicBezTo>
                    <a:cubicBezTo>
                      <a:pt x="22" y="39"/>
                      <a:pt x="18" y="37"/>
                      <a:pt x="15" y="34"/>
                    </a:cubicBezTo>
                    <a:cubicBezTo>
                      <a:pt x="12" y="32"/>
                      <a:pt x="9" y="28"/>
                      <a:pt x="7" y="24"/>
                    </a:cubicBezTo>
                    <a:cubicBezTo>
                      <a:pt x="5" y="25"/>
                      <a:pt x="3" y="25"/>
                      <a:pt x="0" y="26"/>
                    </a:cubicBezTo>
                    <a:cubicBezTo>
                      <a:pt x="1" y="30"/>
                      <a:pt x="2" y="33"/>
                      <a:pt x="3" y="37"/>
                    </a:cubicBezTo>
                    <a:cubicBezTo>
                      <a:pt x="4" y="38"/>
                      <a:pt x="4" y="38"/>
                      <a:pt x="5" y="39"/>
                    </a:cubicBezTo>
                    <a:cubicBezTo>
                      <a:pt x="6" y="43"/>
                      <a:pt x="8" y="45"/>
                      <a:pt x="11" y="48"/>
                    </a:cubicBezTo>
                    <a:cubicBezTo>
                      <a:pt x="16" y="52"/>
                      <a:pt x="22" y="55"/>
                      <a:pt x="29" y="55"/>
                    </a:cubicBezTo>
                    <a:cubicBezTo>
                      <a:pt x="34" y="55"/>
                      <a:pt x="40" y="53"/>
                      <a:pt x="45"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55" name="Freeform 184"/>
              <p:cNvSpPr>
                <a:spLocks/>
              </p:cNvSpPr>
              <p:nvPr/>
            </p:nvSpPr>
            <p:spPr bwMode="auto">
              <a:xfrm>
                <a:off x="-4702175" y="5627688"/>
                <a:ext cx="200025" cy="200025"/>
              </a:xfrm>
              <a:custGeom>
                <a:avLst/>
                <a:gdLst>
                  <a:gd name="T0" fmla="*/ 18 w 53"/>
                  <a:gd name="T1" fmla="*/ 50 h 53"/>
                  <a:gd name="T2" fmla="*/ 31 w 53"/>
                  <a:gd name="T3" fmla="*/ 53 h 53"/>
                  <a:gd name="T4" fmla="*/ 43 w 53"/>
                  <a:gd name="T5" fmla="*/ 51 h 53"/>
                  <a:gd name="T6" fmla="*/ 41 w 53"/>
                  <a:gd name="T7" fmla="*/ 44 h 53"/>
                  <a:gd name="T8" fmla="*/ 29 w 53"/>
                  <a:gd name="T9" fmla="*/ 41 h 53"/>
                  <a:gd name="T10" fmla="*/ 20 w 53"/>
                  <a:gd name="T11" fmla="*/ 24 h 53"/>
                  <a:gd name="T12" fmla="*/ 35 w 53"/>
                  <a:gd name="T13" fmla="*/ 13 h 53"/>
                  <a:gd name="T14" fmla="*/ 37 w 53"/>
                  <a:gd name="T15" fmla="*/ 14 h 53"/>
                  <a:gd name="T16" fmla="*/ 48 w 53"/>
                  <a:gd name="T17" fmla="*/ 17 h 53"/>
                  <a:gd name="T18" fmla="*/ 53 w 53"/>
                  <a:gd name="T19" fmla="*/ 12 h 53"/>
                  <a:gd name="T20" fmla="*/ 31 w 53"/>
                  <a:gd name="T21" fmla="*/ 0 h 53"/>
                  <a:gd name="T22" fmla="*/ 28 w 53"/>
                  <a:gd name="T23" fmla="*/ 0 h 53"/>
                  <a:gd name="T24" fmla="*/ 3 w 53"/>
                  <a:gd name="T25" fmla="*/ 19 h 53"/>
                  <a:gd name="T26" fmla="*/ 18 w 53"/>
                  <a:gd name="T27" fmla="*/ 5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 h="53">
                    <a:moveTo>
                      <a:pt x="18" y="50"/>
                    </a:moveTo>
                    <a:cubicBezTo>
                      <a:pt x="22" y="52"/>
                      <a:pt x="26" y="53"/>
                      <a:pt x="31" y="53"/>
                    </a:cubicBezTo>
                    <a:cubicBezTo>
                      <a:pt x="35" y="53"/>
                      <a:pt x="39" y="52"/>
                      <a:pt x="43" y="51"/>
                    </a:cubicBezTo>
                    <a:cubicBezTo>
                      <a:pt x="42" y="49"/>
                      <a:pt x="41" y="47"/>
                      <a:pt x="41" y="44"/>
                    </a:cubicBezTo>
                    <a:cubicBezTo>
                      <a:pt x="36" y="44"/>
                      <a:pt x="32" y="43"/>
                      <a:pt x="29" y="41"/>
                    </a:cubicBezTo>
                    <a:cubicBezTo>
                      <a:pt x="22" y="38"/>
                      <a:pt x="18" y="31"/>
                      <a:pt x="20" y="24"/>
                    </a:cubicBezTo>
                    <a:cubicBezTo>
                      <a:pt x="22" y="17"/>
                      <a:pt x="28" y="13"/>
                      <a:pt x="35" y="13"/>
                    </a:cubicBezTo>
                    <a:cubicBezTo>
                      <a:pt x="35" y="13"/>
                      <a:pt x="36" y="13"/>
                      <a:pt x="37" y="14"/>
                    </a:cubicBezTo>
                    <a:cubicBezTo>
                      <a:pt x="40" y="14"/>
                      <a:pt x="44" y="15"/>
                      <a:pt x="48" y="17"/>
                    </a:cubicBezTo>
                    <a:cubicBezTo>
                      <a:pt x="49" y="15"/>
                      <a:pt x="51" y="13"/>
                      <a:pt x="53" y="12"/>
                    </a:cubicBezTo>
                    <a:cubicBezTo>
                      <a:pt x="46" y="6"/>
                      <a:pt x="39" y="1"/>
                      <a:pt x="31" y="0"/>
                    </a:cubicBezTo>
                    <a:cubicBezTo>
                      <a:pt x="30" y="0"/>
                      <a:pt x="29" y="0"/>
                      <a:pt x="28" y="0"/>
                    </a:cubicBezTo>
                    <a:cubicBezTo>
                      <a:pt x="17" y="0"/>
                      <a:pt x="6" y="8"/>
                      <a:pt x="3" y="19"/>
                    </a:cubicBezTo>
                    <a:cubicBezTo>
                      <a:pt x="0" y="32"/>
                      <a:pt x="7" y="45"/>
                      <a:pt x="18" y="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56" name="Freeform 185"/>
              <p:cNvSpPr>
                <a:spLocks/>
              </p:cNvSpPr>
              <p:nvPr/>
            </p:nvSpPr>
            <p:spPr bwMode="auto">
              <a:xfrm>
                <a:off x="-5780088" y="5470525"/>
                <a:ext cx="142875" cy="247650"/>
              </a:xfrm>
              <a:custGeom>
                <a:avLst/>
                <a:gdLst>
                  <a:gd name="T0" fmla="*/ 38 w 38"/>
                  <a:gd name="T1" fmla="*/ 33 h 66"/>
                  <a:gd name="T2" fmla="*/ 19 w 38"/>
                  <a:gd name="T3" fmla="*/ 0 h 66"/>
                  <a:gd name="T4" fmla="*/ 0 w 38"/>
                  <a:gd name="T5" fmla="*/ 33 h 66"/>
                  <a:gd name="T6" fmla="*/ 19 w 38"/>
                  <a:gd name="T7" fmla="*/ 66 h 66"/>
                  <a:gd name="T8" fmla="*/ 38 w 38"/>
                  <a:gd name="T9" fmla="*/ 33 h 66"/>
                </a:gdLst>
                <a:ahLst/>
                <a:cxnLst>
                  <a:cxn ang="0">
                    <a:pos x="T0" y="T1"/>
                  </a:cxn>
                  <a:cxn ang="0">
                    <a:pos x="T2" y="T3"/>
                  </a:cxn>
                  <a:cxn ang="0">
                    <a:pos x="T4" y="T5"/>
                  </a:cxn>
                  <a:cxn ang="0">
                    <a:pos x="T6" y="T7"/>
                  </a:cxn>
                  <a:cxn ang="0">
                    <a:pos x="T8" y="T9"/>
                  </a:cxn>
                </a:cxnLst>
                <a:rect l="0" t="0" r="r" b="b"/>
                <a:pathLst>
                  <a:path w="38" h="66">
                    <a:moveTo>
                      <a:pt x="38" y="33"/>
                    </a:moveTo>
                    <a:cubicBezTo>
                      <a:pt x="38" y="21"/>
                      <a:pt x="31" y="5"/>
                      <a:pt x="19" y="0"/>
                    </a:cubicBezTo>
                    <a:cubicBezTo>
                      <a:pt x="8" y="5"/>
                      <a:pt x="0" y="21"/>
                      <a:pt x="0" y="33"/>
                    </a:cubicBezTo>
                    <a:cubicBezTo>
                      <a:pt x="0" y="45"/>
                      <a:pt x="8" y="62"/>
                      <a:pt x="19" y="66"/>
                    </a:cubicBezTo>
                    <a:cubicBezTo>
                      <a:pt x="31" y="62"/>
                      <a:pt x="38" y="45"/>
                      <a:pt x="38"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57" name="Freeform 186"/>
              <p:cNvSpPr>
                <a:spLocks/>
              </p:cNvSpPr>
              <p:nvPr/>
            </p:nvSpPr>
            <p:spPr bwMode="auto">
              <a:xfrm>
                <a:off x="-5678488" y="5627688"/>
                <a:ext cx="230188" cy="184150"/>
              </a:xfrm>
              <a:custGeom>
                <a:avLst/>
                <a:gdLst>
                  <a:gd name="T0" fmla="*/ 1 w 61"/>
                  <a:gd name="T1" fmla="*/ 41 h 49"/>
                  <a:gd name="T2" fmla="*/ 40 w 61"/>
                  <a:gd name="T3" fmla="*/ 41 h 49"/>
                  <a:gd name="T4" fmla="*/ 59 w 61"/>
                  <a:gd name="T5" fmla="*/ 8 h 49"/>
                  <a:gd name="T6" fmla="*/ 21 w 61"/>
                  <a:gd name="T7" fmla="*/ 8 h 49"/>
                  <a:gd name="T8" fmla="*/ 1 w 61"/>
                  <a:gd name="T9" fmla="*/ 41 h 49"/>
                </a:gdLst>
                <a:ahLst/>
                <a:cxnLst>
                  <a:cxn ang="0">
                    <a:pos x="T0" y="T1"/>
                  </a:cxn>
                  <a:cxn ang="0">
                    <a:pos x="T2" y="T3"/>
                  </a:cxn>
                  <a:cxn ang="0">
                    <a:pos x="T4" y="T5"/>
                  </a:cxn>
                  <a:cxn ang="0">
                    <a:pos x="T6" y="T7"/>
                  </a:cxn>
                  <a:cxn ang="0">
                    <a:pos x="T8" y="T9"/>
                  </a:cxn>
                </a:cxnLst>
                <a:rect l="0" t="0" r="r" b="b"/>
                <a:pathLst>
                  <a:path w="61" h="49">
                    <a:moveTo>
                      <a:pt x="1" y="41"/>
                    </a:moveTo>
                    <a:cubicBezTo>
                      <a:pt x="11" y="49"/>
                      <a:pt x="30" y="47"/>
                      <a:pt x="40" y="41"/>
                    </a:cubicBezTo>
                    <a:cubicBezTo>
                      <a:pt x="50" y="35"/>
                      <a:pt x="61" y="21"/>
                      <a:pt x="59" y="8"/>
                    </a:cubicBezTo>
                    <a:cubicBezTo>
                      <a:pt x="50" y="0"/>
                      <a:pt x="31" y="2"/>
                      <a:pt x="21" y="8"/>
                    </a:cubicBezTo>
                    <a:cubicBezTo>
                      <a:pt x="11" y="14"/>
                      <a:pt x="0" y="28"/>
                      <a:pt x="1"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58" name="Freeform 187"/>
              <p:cNvSpPr>
                <a:spLocks/>
              </p:cNvSpPr>
              <p:nvPr/>
            </p:nvSpPr>
            <p:spPr bwMode="auto">
              <a:xfrm>
                <a:off x="-5678488" y="5811838"/>
                <a:ext cx="230188" cy="180975"/>
              </a:xfrm>
              <a:custGeom>
                <a:avLst/>
                <a:gdLst>
                  <a:gd name="T0" fmla="*/ 40 w 61"/>
                  <a:gd name="T1" fmla="*/ 40 h 48"/>
                  <a:gd name="T2" fmla="*/ 59 w 61"/>
                  <a:gd name="T3" fmla="*/ 8 h 48"/>
                  <a:gd name="T4" fmla="*/ 21 w 61"/>
                  <a:gd name="T5" fmla="*/ 7 h 48"/>
                  <a:gd name="T6" fmla="*/ 1 w 61"/>
                  <a:gd name="T7" fmla="*/ 40 h 48"/>
                  <a:gd name="T8" fmla="*/ 40 w 61"/>
                  <a:gd name="T9" fmla="*/ 40 h 48"/>
                </a:gdLst>
                <a:ahLst/>
                <a:cxnLst>
                  <a:cxn ang="0">
                    <a:pos x="T0" y="T1"/>
                  </a:cxn>
                  <a:cxn ang="0">
                    <a:pos x="T2" y="T3"/>
                  </a:cxn>
                  <a:cxn ang="0">
                    <a:pos x="T4" y="T5"/>
                  </a:cxn>
                  <a:cxn ang="0">
                    <a:pos x="T6" y="T7"/>
                  </a:cxn>
                  <a:cxn ang="0">
                    <a:pos x="T8" y="T9"/>
                  </a:cxn>
                </a:cxnLst>
                <a:rect l="0" t="0" r="r" b="b"/>
                <a:pathLst>
                  <a:path w="61" h="48">
                    <a:moveTo>
                      <a:pt x="40" y="40"/>
                    </a:moveTo>
                    <a:cubicBezTo>
                      <a:pt x="50" y="35"/>
                      <a:pt x="61" y="20"/>
                      <a:pt x="59" y="8"/>
                    </a:cubicBezTo>
                    <a:cubicBezTo>
                      <a:pt x="50" y="0"/>
                      <a:pt x="31" y="1"/>
                      <a:pt x="21" y="7"/>
                    </a:cubicBezTo>
                    <a:cubicBezTo>
                      <a:pt x="11" y="13"/>
                      <a:pt x="0" y="28"/>
                      <a:pt x="1" y="40"/>
                    </a:cubicBezTo>
                    <a:cubicBezTo>
                      <a:pt x="11" y="48"/>
                      <a:pt x="29" y="46"/>
                      <a:pt x="40"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59" name="Freeform 188"/>
              <p:cNvSpPr>
                <a:spLocks/>
              </p:cNvSpPr>
              <p:nvPr/>
            </p:nvSpPr>
            <p:spPr bwMode="auto">
              <a:xfrm>
                <a:off x="-5964238" y="5627688"/>
                <a:ext cx="230188" cy="184150"/>
              </a:xfrm>
              <a:custGeom>
                <a:avLst/>
                <a:gdLst>
                  <a:gd name="T0" fmla="*/ 21 w 61"/>
                  <a:gd name="T1" fmla="*/ 41 h 49"/>
                  <a:gd name="T2" fmla="*/ 59 w 61"/>
                  <a:gd name="T3" fmla="*/ 41 h 49"/>
                  <a:gd name="T4" fmla="*/ 39 w 61"/>
                  <a:gd name="T5" fmla="*/ 8 h 49"/>
                  <a:gd name="T6" fmla="*/ 1 w 61"/>
                  <a:gd name="T7" fmla="*/ 8 h 49"/>
                  <a:gd name="T8" fmla="*/ 21 w 61"/>
                  <a:gd name="T9" fmla="*/ 41 h 49"/>
                </a:gdLst>
                <a:ahLst/>
                <a:cxnLst>
                  <a:cxn ang="0">
                    <a:pos x="T0" y="T1"/>
                  </a:cxn>
                  <a:cxn ang="0">
                    <a:pos x="T2" y="T3"/>
                  </a:cxn>
                  <a:cxn ang="0">
                    <a:pos x="T4" y="T5"/>
                  </a:cxn>
                  <a:cxn ang="0">
                    <a:pos x="T6" y="T7"/>
                  </a:cxn>
                  <a:cxn ang="0">
                    <a:pos x="T8" y="T9"/>
                  </a:cxn>
                </a:cxnLst>
                <a:rect l="0" t="0" r="r" b="b"/>
                <a:pathLst>
                  <a:path w="61" h="49">
                    <a:moveTo>
                      <a:pt x="21" y="41"/>
                    </a:moveTo>
                    <a:cubicBezTo>
                      <a:pt x="31" y="47"/>
                      <a:pt x="49" y="49"/>
                      <a:pt x="59" y="41"/>
                    </a:cubicBezTo>
                    <a:cubicBezTo>
                      <a:pt x="61" y="28"/>
                      <a:pt x="50" y="14"/>
                      <a:pt x="39" y="8"/>
                    </a:cubicBezTo>
                    <a:cubicBezTo>
                      <a:pt x="29" y="2"/>
                      <a:pt x="11" y="0"/>
                      <a:pt x="1" y="8"/>
                    </a:cubicBezTo>
                    <a:cubicBezTo>
                      <a:pt x="0" y="21"/>
                      <a:pt x="11" y="35"/>
                      <a:pt x="21"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60" name="Freeform 189"/>
              <p:cNvSpPr>
                <a:spLocks/>
              </p:cNvSpPr>
              <p:nvPr/>
            </p:nvSpPr>
            <p:spPr bwMode="auto">
              <a:xfrm>
                <a:off x="-5964238" y="5811838"/>
                <a:ext cx="230188" cy="180975"/>
              </a:xfrm>
              <a:custGeom>
                <a:avLst/>
                <a:gdLst>
                  <a:gd name="T0" fmla="*/ 21 w 61"/>
                  <a:gd name="T1" fmla="*/ 40 h 48"/>
                  <a:gd name="T2" fmla="*/ 59 w 61"/>
                  <a:gd name="T3" fmla="*/ 40 h 48"/>
                  <a:gd name="T4" fmla="*/ 39 w 61"/>
                  <a:gd name="T5" fmla="*/ 7 h 48"/>
                  <a:gd name="T6" fmla="*/ 1 w 61"/>
                  <a:gd name="T7" fmla="*/ 8 h 48"/>
                  <a:gd name="T8" fmla="*/ 21 w 61"/>
                  <a:gd name="T9" fmla="*/ 40 h 48"/>
                </a:gdLst>
                <a:ahLst/>
                <a:cxnLst>
                  <a:cxn ang="0">
                    <a:pos x="T0" y="T1"/>
                  </a:cxn>
                  <a:cxn ang="0">
                    <a:pos x="T2" y="T3"/>
                  </a:cxn>
                  <a:cxn ang="0">
                    <a:pos x="T4" y="T5"/>
                  </a:cxn>
                  <a:cxn ang="0">
                    <a:pos x="T6" y="T7"/>
                  </a:cxn>
                  <a:cxn ang="0">
                    <a:pos x="T8" y="T9"/>
                  </a:cxn>
                </a:cxnLst>
                <a:rect l="0" t="0" r="r" b="b"/>
                <a:pathLst>
                  <a:path w="61" h="48">
                    <a:moveTo>
                      <a:pt x="21" y="40"/>
                    </a:moveTo>
                    <a:cubicBezTo>
                      <a:pt x="31" y="46"/>
                      <a:pt x="49" y="48"/>
                      <a:pt x="59" y="40"/>
                    </a:cubicBezTo>
                    <a:cubicBezTo>
                      <a:pt x="61" y="28"/>
                      <a:pt x="50" y="13"/>
                      <a:pt x="39" y="7"/>
                    </a:cubicBezTo>
                    <a:cubicBezTo>
                      <a:pt x="29" y="1"/>
                      <a:pt x="11" y="0"/>
                      <a:pt x="1" y="8"/>
                    </a:cubicBezTo>
                    <a:cubicBezTo>
                      <a:pt x="0" y="20"/>
                      <a:pt x="11" y="35"/>
                      <a:pt x="21"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61" name="Freeform 190"/>
              <p:cNvSpPr>
                <a:spLocks/>
              </p:cNvSpPr>
              <p:nvPr/>
            </p:nvSpPr>
            <p:spPr bwMode="auto">
              <a:xfrm>
                <a:off x="-5719763" y="5748338"/>
                <a:ext cx="26988" cy="288925"/>
              </a:xfrm>
              <a:custGeom>
                <a:avLst/>
                <a:gdLst>
                  <a:gd name="T0" fmla="*/ 0 w 7"/>
                  <a:gd name="T1" fmla="*/ 2 h 77"/>
                  <a:gd name="T2" fmla="*/ 0 w 7"/>
                  <a:gd name="T3" fmla="*/ 74 h 77"/>
                  <a:gd name="T4" fmla="*/ 3 w 7"/>
                  <a:gd name="T5" fmla="*/ 77 h 77"/>
                  <a:gd name="T6" fmla="*/ 7 w 7"/>
                  <a:gd name="T7" fmla="*/ 74 h 77"/>
                  <a:gd name="T8" fmla="*/ 7 w 7"/>
                  <a:gd name="T9" fmla="*/ 2 h 77"/>
                  <a:gd name="T10" fmla="*/ 3 w 7"/>
                  <a:gd name="T11" fmla="*/ 0 h 77"/>
                  <a:gd name="T12" fmla="*/ 0 w 7"/>
                  <a:gd name="T13" fmla="*/ 2 h 77"/>
                </a:gdLst>
                <a:ahLst/>
                <a:cxnLst>
                  <a:cxn ang="0">
                    <a:pos x="T0" y="T1"/>
                  </a:cxn>
                  <a:cxn ang="0">
                    <a:pos x="T2" y="T3"/>
                  </a:cxn>
                  <a:cxn ang="0">
                    <a:pos x="T4" y="T5"/>
                  </a:cxn>
                  <a:cxn ang="0">
                    <a:pos x="T6" y="T7"/>
                  </a:cxn>
                  <a:cxn ang="0">
                    <a:pos x="T8" y="T9"/>
                  </a:cxn>
                  <a:cxn ang="0">
                    <a:pos x="T10" y="T11"/>
                  </a:cxn>
                  <a:cxn ang="0">
                    <a:pos x="T12" y="T13"/>
                  </a:cxn>
                </a:cxnLst>
                <a:rect l="0" t="0" r="r" b="b"/>
                <a:pathLst>
                  <a:path w="7" h="77">
                    <a:moveTo>
                      <a:pt x="0" y="2"/>
                    </a:moveTo>
                    <a:cubicBezTo>
                      <a:pt x="0" y="74"/>
                      <a:pt x="0" y="74"/>
                      <a:pt x="0" y="74"/>
                    </a:cubicBezTo>
                    <a:cubicBezTo>
                      <a:pt x="0" y="76"/>
                      <a:pt x="1" y="77"/>
                      <a:pt x="3" y="77"/>
                    </a:cubicBezTo>
                    <a:cubicBezTo>
                      <a:pt x="5" y="77"/>
                      <a:pt x="7" y="76"/>
                      <a:pt x="7" y="74"/>
                    </a:cubicBezTo>
                    <a:cubicBezTo>
                      <a:pt x="7" y="2"/>
                      <a:pt x="7" y="2"/>
                      <a:pt x="7" y="2"/>
                    </a:cubicBezTo>
                    <a:cubicBezTo>
                      <a:pt x="7" y="1"/>
                      <a:pt x="5" y="0"/>
                      <a:pt x="3" y="0"/>
                    </a:cubicBezTo>
                    <a:cubicBezTo>
                      <a:pt x="1"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62" name="Freeform 191"/>
              <p:cNvSpPr>
                <a:spLocks/>
              </p:cNvSpPr>
              <p:nvPr/>
            </p:nvSpPr>
            <p:spPr bwMode="auto">
              <a:xfrm>
                <a:off x="-6415088" y="3071812"/>
                <a:ext cx="49213" cy="247650"/>
              </a:xfrm>
              <a:custGeom>
                <a:avLst/>
                <a:gdLst>
                  <a:gd name="T0" fmla="*/ 13 w 13"/>
                  <a:gd name="T1" fmla="*/ 1 h 66"/>
                  <a:gd name="T2" fmla="*/ 7 w 13"/>
                  <a:gd name="T3" fmla="*/ 0 h 66"/>
                  <a:gd name="T4" fmla="*/ 7 w 13"/>
                  <a:gd name="T5" fmla="*/ 0 h 66"/>
                  <a:gd name="T6" fmla="*/ 0 w 13"/>
                  <a:gd name="T7" fmla="*/ 2 h 66"/>
                  <a:gd name="T8" fmla="*/ 0 w 13"/>
                  <a:gd name="T9" fmla="*/ 66 h 66"/>
                  <a:gd name="T10" fmla="*/ 13 w 13"/>
                  <a:gd name="T11" fmla="*/ 66 h 66"/>
                  <a:gd name="T12" fmla="*/ 13 w 13"/>
                  <a:gd name="T13" fmla="*/ 1 h 66"/>
                </a:gdLst>
                <a:ahLst/>
                <a:cxnLst>
                  <a:cxn ang="0">
                    <a:pos x="T0" y="T1"/>
                  </a:cxn>
                  <a:cxn ang="0">
                    <a:pos x="T2" y="T3"/>
                  </a:cxn>
                  <a:cxn ang="0">
                    <a:pos x="T4" y="T5"/>
                  </a:cxn>
                  <a:cxn ang="0">
                    <a:pos x="T6" y="T7"/>
                  </a:cxn>
                  <a:cxn ang="0">
                    <a:pos x="T8" y="T9"/>
                  </a:cxn>
                  <a:cxn ang="0">
                    <a:pos x="T10" y="T11"/>
                  </a:cxn>
                  <a:cxn ang="0">
                    <a:pos x="T12" y="T13"/>
                  </a:cxn>
                </a:cxnLst>
                <a:rect l="0" t="0" r="r" b="b"/>
                <a:pathLst>
                  <a:path w="13" h="66">
                    <a:moveTo>
                      <a:pt x="13" y="1"/>
                    </a:moveTo>
                    <a:cubicBezTo>
                      <a:pt x="11" y="1"/>
                      <a:pt x="9" y="0"/>
                      <a:pt x="7" y="0"/>
                    </a:cubicBezTo>
                    <a:cubicBezTo>
                      <a:pt x="7" y="0"/>
                      <a:pt x="7" y="0"/>
                      <a:pt x="7" y="0"/>
                    </a:cubicBezTo>
                    <a:cubicBezTo>
                      <a:pt x="4" y="0"/>
                      <a:pt x="2" y="1"/>
                      <a:pt x="0" y="2"/>
                    </a:cubicBezTo>
                    <a:cubicBezTo>
                      <a:pt x="0" y="66"/>
                      <a:pt x="0" y="66"/>
                      <a:pt x="0" y="66"/>
                    </a:cubicBezTo>
                    <a:cubicBezTo>
                      <a:pt x="13" y="66"/>
                      <a:pt x="13" y="66"/>
                      <a:pt x="13" y="66"/>
                    </a:cubicBezTo>
                    <a:lnTo>
                      <a:pt x="1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63" name="Freeform 192"/>
              <p:cNvSpPr>
                <a:spLocks/>
              </p:cNvSpPr>
              <p:nvPr/>
            </p:nvSpPr>
            <p:spPr bwMode="auto">
              <a:xfrm>
                <a:off x="-6415088" y="2725737"/>
                <a:ext cx="49213" cy="33338"/>
              </a:xfrm>
              <a:custGeom>
                <a:avLst/>
                <a:gdLst>
                  <a:gd name="T0" fmla="*/ 8 w 13"/>
                  <a:gd name="T1" fmla="*/ 9 h 9"/>
                  <a:gd name="T2" fmla="*/ 9 w 13"/>
                  <a:gd name="T3" fmla="*/ 9 h 9"/>
                  <a:gd name="T4" fmla="*/ 13 w 13"/>
                  <a:gd name="T5" fmla="*/ 9 h 9"/>
                  <a:gd name="T6" fmla="*/ 13 w 13"/>
                  <a:gd name="T7" fmla="*/ 0 h 9"/>
                  <a:gd name="T8" fmla="*/ 0 w 13"/>
                  <a:gd name="T9" fmla="*/ 0 h 9"/>
                  <a:gd name="T10" fmla="*/ 0 w 13"/>
                  <a:gd name="T11" fmla="*/ 9 h 9"/>
                  <a:gd name="T12" fmla="*/ 8 w 13"/>
                  <a:gd name="T13" fmla="*/ 9 h 9"/>
                </a:gdLst>
                <a:ahLst/>
                <a:cxnLst>
                  <a:cxn ang="0">
                    <a:pos x="T0" y="T1"/>
                  </a:cxn>
                  <a:cxn ang="0">
                    <a:pos x="T2" y="T3"/>
                  </a:cxn>
                  <a:cxn ang="0">
                    <a:pos x="T4" y="T5"/>
                  </a:cxn>
                  <a:cxn ang="0">
                    <a:pos x="T6" y="T7"/>
                  </a:cxn>
                  <a:cxn ang="0">
                    <a:pos x="T8" y="T9"/>
                  </a:cxn>
                  <a:cxn ang="0">
                    <a:pos x="T10" y="T11"/>
                  </a:cxn>
                  <a:cxn ang="0">
                    <a:pos x="T12" y="T13"/>
                  </a:cxn>
                </a:cxnLst>
                <a:rect l="0" t="0" r="r" b="b"/>
                <a:pathLst>
                  <a:path w="13" h="9">
                    <a:moveTo>
                      <a:pt x="8" y="9"/>
                    </a:moveTo>
                    <a:cubicBezTo>
                      <a:pt x="8" y="9"/>
                      <a:pt x="9" y="9"/>
                      <a:pt x="9" y="9"/>
                    </a:cubicBezTo>
                    <a:cubicBezTo>
                      <a:pt x="10" y="9"/>
                      <a:pt x="12" y="9"/>
                      <a:pt x="13" y="9"/>
                    </a:cubicBezTo>
                    <a:cubicBezTo>
                      <a:pt x="13" y="0"/>
                      <a:pt x="13" y="0"/>
                      <a:pt x="13" y="0"/>
                    </a:cubicBezTo>
                    <a:cubicBezTo>
                      <a:pt x="0" y="0"/>
                      <a:pt x="0" y="0"/>
                      <a:pt x="0" y="0"/>
                    </a:cubicBezTo>
                    <a:cubicBezTo>
                      <a:pt x="0" y="9"/>
                      <a:pt x="0" y="9"/>
                      <a:pt x="0" y="9"/>
                    </a:cubicBezTo>
                    <a:cubicBezTo>
                      <a:pt x="2" y="9"/>
                      <a:pt x="5" y="9"/>
                      <a:pt x="8"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64" name="Freeform 193"/>
              <p:cNvSpPr>
                <a:spLocks/>
              </p:cNvSpPr>
              <p:nvPr/>
            </p:nvSpPr>
            <p:spPr bwMode="auto">
              <a:xfrm>
                <a:off x="-6616700" y="2774950"/>
                <a:ext cx="465138" cy="344488"/>
              </a:xfrm>
              <a:custGeom>
                <a:avLst/>
                <a:gdLst>
                  <a:gd name="T0" fmla="*/ 67 w 124"/>
                  <a:gd name="T1" fmla="*/ 0 h 92"/>
                  <a:gd name="T2" fmla="*/ 63 w 124"/>
                  <a:gd name="T3" fmla="*/ 0 h 92"/>
                  <a:gd name="T4" fmla="*/ 62 w 124"/>
                  <a:gd name="T5" fmla="*/ 0 h 92"/>
                  <a:gd name="T6" fmla="*/ 54 w 124"/>
                  <a:gd name="T7" fmla="*/ 1 h 92"/>
                  <a:gd name="T8" fmla="*/ 0 w 124"/>
                  <a:gd name="T9" fmla="*/ 60 h 92"/>
                  <a:gd name="T10" fmla="*/ 4 w 124"/>
                  <a:gd name="T11" fmla="*/ 84 h 92"/>
                  <a:gd name="T12" fmla="*/ 6 w 124"/>
                  <a:gd name="T13" fmla="*/ 87 h 92"/>
                  <a:gd name="T14" fmla="*/ 9 w 124"/>
                  <a:gd name="T15" fmla="*/ 83 h 92"/>
                  <a:gd name="T16" fmla="*/ 25 w 124"/>
                  <a:gd name="T17" fmla="*/ 74 h 92"/>
                  <a:gd name="T18" fmla="*/ 25 w 124"/>
                  <a:gd name="T19" fmla="*/ 74 h 92"/>
                  <a:gd name="T20" fmla="*/ 41 w 124"/>
                  <a:gd name="T21" fmla="*/ 84 h 92"/>
                  <a:gd name="T22" fmla="*/ 43 w 124"/>
                  <a:gd name="T23" fmla="*/ 87 h 92"/>
                  <a:gd name="T24" fmla="*/ 45 w 124"/>
                  <a:gd name="T25" fmla="*/ 84 h 92"/>
                  <a:gd name="T26" fmla="*/ 54 w 124"/>
                  <a:gd name="T27" fmla="*/ 76 h 92"/>
                  <a:gd name="T28" fmla="*/ 61 w 124"/>
                  <a:gd name="T29" fmla="*/ 75 h 92"/>
                  <a:gd name="T30" fmla="*/ 61 w 124"/>
                  <a:gd name="T31" fmla="*/ 75 h 92"/>
                  <a:gd name="T32" fmla="*/ 67 w 124"/>
                  <a:gd name="T33" fmla="*/ 76 h 92"/>
                  <a:gd name="T34" fmla="*/ 77 w 124"/>
                  <a:gd name="T35" fmla="*/ 85 h 92"/>
                  <a:gd name="T36" fmla="*/ 79 w 124"/>
                  <a:gd name="T37" fmla="*/ 88 h 92"/>
                  <a:gd name="T38" fmla="*/ 81 w 124"/>
                  <a:gd name="T39" fmla="*/ 85 h 92"/>
                  <a:gd name="T40" fmla="*/ 96 w 124"/>
                  <a:gd name="T41" fmla="*/ 75 h 92"/>
                  <a:gd name="T42" fmla="*/ 97 w 124"/>
                  <a:gd name="T43" fmla="*/ 75 h 92"/>
                  <a:gd name="T44" fmla="*/ 112 w 124"/>
                  <a:gd name="T45" fmla="*/ 86 h 92"/>
                  <a:gd name="T46" fmla="*/ 114 w 124"/>
                  <a:gd name="T47" fmla="*/ 90 h 92"/>
                  <a:gd name="T48" fmla="*/ 115 w 124"/>
                  <a:gd name="T49" fmla="*/ 92 h 92"/>
                  <a:gd name="T50" fmla="*/ 116 w 124"/>
                  <a:gd name="T51" fmla="*/ 90 h 92"/>
                  <a:gd name="T52" fmla="*/ 118 w 124"/>
                  <a:gd name="T53" fmla="*/ 87 h 92"/>
                  <a:gd name="T54" fmla="*/ 123 w 124"/>
                  <a:gd name="T55" fmla="*/ 63 h 92"/>
                  <a:gd name="T56" fmla="*/ 67 w 124"/>
                  <a:gd name="T57"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24" h="92">
                    <a:moveTo>
                      <a:pt x="67" y="0"/>
                    </a:moveTo>
                    <a:cubicBezTo>
                      <a:pt x="66" y="0"/>
                      <a:pt x="64" y="0"/>
                      <a:pt x="63" y="0"/>
                    </a:cubicBezTo>
                    <a:cubicBezTo>
                      <a:pt x="62" y="0"/>
                      <a:pt x="62" y="0"/>
                      <a:pt x="62" y="0"/>
                    </a:cubicBezTo>
                    <a:cubicBezTo>
                      <a:pt x="59" y="0"/>
                      <a:pt x="56" y="0"/>
                      <a:pt x="54" y="1"/>
                    </a:cubicBezTo>
                    <a:cubicBezTo>
                      <a:pt x="24" y="4"/>
                      <a:pt x="1" y="29"/>
                      <a:pt x="0" y="60"/>
                    </a:cubicBezTo>
                    <a:cubicBezTo>
                      <a:pt x="0" y="69"/>
                      <a:pt x="1" y="76"/>
                      <a:pt x="4" y="84"/>
                    </a:cubicBezTo>
                    <a:cubicBezTo>
                      <a:pt x="4" y="86"/>
                      <a:pt x="5" y="87"/>
                      <a:pt x="6" y="87"/>
                    </a:cubicBezTo>
                    <a:cubicBezTo>
                      <a:pt x="7" y="87"/>
                      <a:pt x="8" y="85"/>
                      <a:pt x="9" y="83"/>
                    </a:cubicBezTo>
                    <a:cubicBezTo>
                      <a:pt x="12" y="78"/>
                      <a:pt x="18" y="74"/>
                      <a:pt x="25" y="74"/>
                    </a:cubicBezTo>
                    <a:cubicBezTo>
                      <a:pt x="25" y="74"/>
                      <a:pt x="25" y="74"/>
                      <a:pt x="25" y="74"/>
                    </a:cubicBezTo>
                    <a:cubicBezTo>
                      <a:pt x="32" y="74"/>
                      <a:pt x="38" y="78"/>
                      <a:pt x="41" y="84"/>
                    </a:cubicBezTo>
                    <a:cubicBezTo>
                      <a:pt x="42" y="86"/>
                      <a:pt x="42" y="87"/>
                      <a:pt x="43" y="87"/>
                    </a:cubicBezTo>
                    <a:cubicBezTo>
                      <a:pt x="43" y="87"/>
                      <a:pt x="44" y="86"/>
                      <a:pt x="45" y="84"/>
                    </a:cubicBezTo>
                    <a:cubicBezTo>
                      <a:pt x="47" y="80"/>
                      <a:pt x="50" y="77"/>
                      <a:pt x="54" y="76"/>
                    </a:cubicBezTo>
                    <a:cubicBezTo>
                      <a:pt x="56" y="75"/>
                      <a:pt x="58" y="75"/>
                      <a:pt x="61" y="75"/>
                    </a:cubicBezTo>
                    <a:cubicBezTo>
                      <a:pt x="61" y="75"/>
                      <a:pt x="61" y="75"/>
                      <a:pt x="61" y="75"/>
                    </a:cubicBezTo>
                    <a:cubicBezTo>
                      <a:pt x="63" y="75"/>
                      <a:pt x="65" y="75"/>
                      <a:pt x="67" y="76"/>
                    </a:cubicBezTo>
                    <a:cubicBezTo>
                      <a:pt x="71" y="77"/>
                      <a:pt x="75" y="81"/>
                      <a:pt x="77" y="85"/>
                    </a:cubicBezTo>
                    <a:cubicBezTo>
                      <a:pt x="78" y="87"/>
                      <a:pt x="78" y="88"/>
                      <a:pt x="79" y="88"/>
                    </a:cubicBezTo>
                    <a:cubicBezTo>
                      <a:pt x="79" y="88"/>
                      <a:pt x="80" y="87"/>
                      <a:pt x="81" y="85"/>
                    </a:cubicBezTo>
                    <a:cubicBezTo>
                      <a:pt x="84" y="79"/>
                      <a:pt x="89" y="75"/>
                      <a:pt x="96" y="75"/>
                    </a:cubicBezTo>
                    <a:cubicBezTo>
                      <a:pt x="96" y="75"/>
                      <a:pt x="97" y="75"/>
                      <a:pt x="97" y="75"/>
                    </a:cubicBezTo>
                    <a:cubicBezTo>
                      <a:pt x="104" y="76"/>
                      <a:pt x="110" y="80"/>
                      <a:pt x="112" y="86"/>
                    </a:cubicBezTo>
                    <a:cubicBezTo>
                      <a:pt x="113" y="87"/>
                      <a:pt x="113" y="89"/>
                      <a:pt x="114" y="90"/>
                    </a:cubicBezTo>
                    <a:cubicBezTo>
                      <a:pt x="114" y="91"/>
                      <a:pt x="114" y="92"/>
                      <a:pt x="115" y="92"/>
                    </a:cubicBezTo>
                    <a:cubicBezTo>
                      <a:pt x="115" y="92"/>
                      <a:pt x="116" y="91"/>
                      <a:pt x="116" y="90"/>
                    </a:cubicBezTo>
                    <a:cubicBezTo>
                      <a:pt x="117" y="89"/>
                      <a:pt x="117" y="88"/>
                      <a:pt x="118" y="87"/>
                    </a:cubicBezTo>
                    <a:cubicBezTo>
                      <a:pt x="121" y="79"/>
                      <a:pt x="123" y="72"/>
                      <a:pt x="123" y="63"/>
                    </a:cubicBezTo>
                    <a:cubicBezTo>
                      <a:pt x="124" y="31"/>
                      <a:pt x="99" y="3"/>
                      <a:pt x="6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65" name="Freeform 194"/>
              <p:cNvSpPr>
                <a:spLocks/>
              </p:cNvSpPr>
              <p:nvPr/>
            </p:nvSpPr>
            <p:spPr bwMode="auto">
              <a:xfrm>
                <a:off x="-1455738" y="7662863"/>
                <a:ext cx="179388" cy="131763"/>
              </a:xfrm>
              <a:custGeom>
                <a:avLst/>
                <a:gdLst>
                  <a:gd name="T0" fmla="*/ 31 w 48"/>
                  <a:gd name="T1" fmla="*/ 11 h 35"/>
                  <a:gd name="T2" fmla="*/ 42 w 48"/>
                  <a:gd name="T3" fmla="*/ 3 h 35"/>
                  <a:gd name="T4" fmla="*/ 48 w 48"/>
                  <a:gd name="T5" fmla="*/ 1 h 35"/>
                  <a:gd name="T6" fmla="*/ 28 w 48"/>
                  <a:gd name="T7" fmla="*/ 3 h 35"/>
                  <a:gd name="T8" fmla="*/ 15 w 48"/>
                  <a:gd name="T9" fmla="*/ 13 h 35"/>
                  <a:gd name="T10" fmla="*/ 10 w 48"/>
                  <a:gd name="T11" fmla="*/ 23 h 35"/>
                  <a:gd name="T12" fmla="*/ 0 w 48"/>
                  <a:gd name="T13" fmla="*/ 35 h 35"/>
                  <a:gd name="T14" fmla="*/ 16 w 48"/>
                  <a:gd name="T15" fmla="*/ 28 h 35"/>
                  <a:gd name="T16" fmla="*/ 31 w 48"/>
                  <a:gd name="T17" fmla="*/ 1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35">
                    <a:moveTo>
                      <a:pt x="31" y="11"/>
                    </a:moveTo>
                    <a:cubicBezTo>
                      <a:pt x="34" y="7"/>
                      <a:pt x="38" y="5"/>
                      <a:pt x="42" y="3"/>
                    </a:cubicBezTo>
                    <a:cubicBezTo>
                      <a:pt x="43" y="3"/>
                      <a:pt x="46" y="1"/>
                      <a:pt x="48" y="1"/>
                    </a:cubicBezTo>
                    <a:cubicBezTo>
                      <a:pt x="41" y="1"/>
                      <a:pt x="34" y="0"/>
                      <a:pt x="28" y="3"/>
                    </a:cubicBezTo>
                    <a:cubicBezTo>
                      <a:pt x="23" y="5"/>
                      <a:pt x="19" y="9"/>
                      <a:pt x="15" y="13"/>
                    </a:cubicBezTo>
                    <a:cubicBezTo>
                      <a:pt x="13" y="16"/>
                      <a:pt x="11" y="20"/>
                      <a:pt x="10" y="23"/>
                    </a:cubicBezTo>
                    <a:cubicBezTo>
                      <a:pt x="7" y="27"/>
                      <a:pt x="5" y="33"/>
                      <a:pt x="0" y="35"/>
                    </a:cubicBezTo>
                    <a:cubicBezTo>
                      <a:pt x="6" y="34"/>
                      <a:pt x="12" y="31"/>
                      <a:pt x="16" y="28"/>
                    </a:cubicBezTo>
                    <a:cubicBezTo>
                      <a:pt x="22" y="23"/>
                      <a:pt x="26" y="16"/>
                      <a:pt x="31"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66" name="Freeform 195"/>
              <p:cNvSpPr>
                <a:spLocks/>
              </p:cNvSpPr>
              <p:nvPr/>
            </p:nvSpPr>
            <p:spPr bwMode="auto">
              <a:xfrm>
                <a:off x="-1444625" y="7667625"/>
                <a:ext cx="236538" cy="160338"/>
              </a:xfrm>
              <a:custGeom>
                <a:avLst/>
                <a:gdLst>
                  <a:gd name="T0" fmla="*/ 41 w 63"/>
                  <a:gd name="T1" fmla="*/ 5 h 43"/>
                  <a:gd name="T2" fmla="*/ 26 w 63"/>
                  <a:gd name="T3" fmla="*/ 19 h 43"/>
                  <a:gd name="T4" fmla="*/ 14 w 63"/>
                  <a:gd name="T5" fmla="*/ 31 h 43"/>
                  <a:gd name="T6" fmla="*/ 0 w 63"/>
                  <a:gd name="T7" fmla="*/ 36 h 43"/>
                  <a:gd name="T8" fmla="*/ 35 w 63"/>
                  <a:gd name="T9" fmla="*/ 36 h 43"/>
                  <a:gd name="T10" fmla="*/ 53 w 63"/>
                  <a:gd name="T11" fmla="*/ 11 h 43"/>
                  <a:gd name="T12" fmla="*/ 60 w 63"/>
                  <a:gd name="T13" fmla="*/ 3 h 43"/>
                  <a:gd name="T14" fmla="*/ 63 w 63"/>
                  <a:gd name="T15" fmla="*/ 1 h 43"/>
                  <a:gd name="T16" fmla="*/ 41 w 63"/>
                  <a:gd name="T17" fmla="*/ 5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3" h="43">
                    <a:moveTo>
                      <a:pt x="41" y="5"/>
                    </a:moveTo>
                    <a:cubicBezTo>
                      <a:pt x="34" y="8"/>
                      <a:pt x="30" y="13"/>
                      <a:pt x="26" y="19"/>
                    </a:cubicBezTo>
                    <a:cubicBezTo>
                      <a:pt x="22" y="23"/>
                      <a:pt x="18" y="28"/>
                      <a:pt x="14" y="31"/>
                    </a:cubicBezTo>
                    <a:cubicBezTo>
                      <a:pt x="10" y="33"/>
                      <a:pt x="5" y="36"/>
                      <a:pt x="0" y="36"/>
                    </a:cubicBezTo>
                    <a:cubicBezTo>
                      <a:pt x="11" y="43"/>
                      <a:pt x="24" y="42"/>
                      <a:pt x="35" y="36"/>
                    </a:cubicBezTo>
                    <a:cubicBezTo>
                      <a:pt x="44" y="30"/>
                      <a:pt x="48" y="20"/>
                      <a:pt x="53" y="11"/>
                    </a:cubicBezTo>
                    <a:cubicBezTo>
                      <a:pt x="55" y="8"/>
                      <a:pt x="57" y="6"/>
                      <a:pt x="60" y="3"/>
                    </a:cubicBezTo>
                    <a:cubicBezTo>
                      <a:pt x="60" y="3"/>
                      <a:pt x="62" y="1"/>
                      <a:pt x="63" y="1"/>
                    </a:cubicBezTo>
                    <a:cubicBezTo>
                      <a:pt x="56" y="0"/>
                      <a:pt x="48" y="1"/>
                      <a:pt x="4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67" name="Freeform 196"/>
              <p:cNvSpPr>
                <a:spLocks/>
              </p:cNvSpPr>
              <p:nvPr/>
            </p:nvSpPr>
            <p:spPr bwMode="auto">
              <a:xfrm>
                <a:off x="-1455738" y="7532688"/>
                <a:ext cx="153988" cy="107950"/>
              </a:xfrm>
              <a:custGeom>
                <a:avLst/>
                <a:gdLst>
                  <a:gd name="T0" fmla="*/ 13 w 41"/>
                  <a:gd name="T1" fmla="*/ 11 h 29"/>
                  <a:gd name="T2" fmla="*/ 8 w 41"/>
                  <a:gd name="T3" fmla="*/ 19 h 29"/>
                  <a:gd name="T4" fmla="*/ 0 w 41"/>
                  <a:gd name="T5" fmla="*/ 29 h 29"/>
                  <a:gd name="T6" fmla="*/ 14 w 41"/>
                  <a:gd name="T7" fmla="*/ 23 h 29"/>
                  <a:gd name="T8" fmla="*/ 27 w 41"/>
                  <a:gd name="T9" fmla="*/ 9 h 29"/>
                  <a:gd name="T10" fmla="*/ 36 w 41"/>
                  <a:gd name="T11" fmla="*/ 2 h 29"/>
                  <a:gd name="T12" fmla="*/ 41 w 41"/>
                  <a:gd name="T13" fmla="*/ 1 h 29"/>
                  <a:gd name="T14" fmla="*/ 24 w 41"/>
                  <a:gd name="T15" fmla="*/ 2 h 29"/>
                  <a:gd name="T16" fmla="*/ 13 w 41"/>
                  <a:gd name="T17" fmla="*/ 11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 h="29">
                    <a:moveTo>
                      <a:pt x="13" y="11"/>
                    </a:moveTo>
                    <a:cubicBezTo>
                      <a:pt x="11" y="14"/>
                      <a:pt x="10" y="16"/>
                      <a:pt x="8" y="19"/>
                    </a:cubicBezTo>
                    <a:cubicBezTo>
                      <a:pt x="7" y="23"/>
                      <a:pt x="4" y="28"/>
                      <a:pt x="0" y="29"/>
                    </a:cubicBezTo>
                    <a:cubicBezTo>
                      <a:pt x="5" y="29"/>
                      <a:pt x="10" y="26"/>
                      <a:pt x="14" y="23"/>
                    </a:cubicBezTo>
                    <a:cubicBezTo>
                      <a:pt x="19" y="19"/>
                      <a:pt x="22" y="13"/>
                      <a:pt x="27" y="9"/>
                    </a:cubicBezTo>
                    <a:cubicBezTo>
                      <a:pt x="29" y="6"/>
                      <a:pt x="33" y="4"/>
                      <a:pt x="36" y="2"/>
                    </a:cubicBezTo>
                    <a:cubicBezTo>
                      <a:pt x="37" y="2"/>
                      <a:pt x="40" y="0"/>
                      <a:pt x="41" y="1"/>
                    </a:cubicBezTo>
                    <a:cubicBezTo>
                      <a:pt x="36" y="0"/>
                      <a:pt x="30" y="0"/>
                      <a:pt x="24" y="2"/>
                    </a:cubicBezTo>
                    <a:cubicBezTo>
                      <a:pt x="20" y="4"/>
                      <a:pt x="16" y="7"/>
                      <a:pt x="13"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68" name="Freeform 197"/>
              <p:cNvSpPr>
                <a:spLocks/>
              </p:cNvSpPr>
              <p:nvPr/>
            </p:nvSpPr>
            <p:spPr bwMode="auto">
              <a:xfrm>
                <a:off x="-1444625" y="7535863"/>
                <a:ext cx="203200" cy="134938"/>
              </a:xfrm>
              <a:custGeom>
                <a:avLst/>
                <a:gdLst>
                  <a:gd name="T0" fmla="*/ 51 w 54"/>
                  <a:gd name="T1" fmla="*/ 2 h 36"/>
                  <a:gd name="T2" fmla="*/ 54 w 54"/>
                  <a:gd name="T3" fmla="*/ 0 h 36"/>
                  <a:gd name="T4" fmla="*/ 35 w 54"/>
                  <a:gd name="T5" fmla="*/ 4 h 36"/>
                  <a:gd name="T6" fmla="*/ 22 w 54"/>
                  <a:gd name="T7" fmla="*/ 15 h 36"/>
                  <a:gd name="T8" fmla="*/ 12 w 54"/>
                  <a:gd name="T9" fmla="*/ 26 h 36"/>
                  <a:gd name="T10" fmla="*/ 0 w 54"/>
                  <a:gd name="T11" fmla="*/ 30 h 36"/>
                  <a:gd name="T12" fmla="*/ 30 w 54"/>
                  <a:gd name="T13" fmla="*/ 30 h 36"/>
                  <a:gd name="T14" fmla="*/ 46 w 54"/>
                  <a:gd name="T15" fmla="*/ 9 h 36"/>
                  <a:gd name="T16" fmla="*/ 51 w 54"/>
                  <a:gd name="T17" fmla="*/ 2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36">
                    <a:moveTo>
                      <a:pt x="51" y="2"/>
                    </a:moveTo>
                    <a:cubicBezTo>
                      <a:pt x="52" y="2"/>
                      <a:pt x="53" y="0"/>
                      <a:pt x="54" y="0"/>
                    </a:cubicBezTo>
                    <a:cubicBezTo>
                      <a:pt x="48" y="0"/>
                      <a:pt x="41" y="0"/>
                      <a:pt x="35" y="4"/>
                    </a:cubicBezTo>
                    <a:cubicBezTo>
                      <a:pt x="29" y="7"/>
                      <a:pt x="26" y="10"/>
                      <a:pt x="22" y="15"/>
                    </a:cubicBezTo>
                    <a:cubicBezTo>
                      <a:pt x="19" y="19"/>
                      <a:pt x="16" y="23"/>
                      <a:pt x="12" y="26"/>
                    </a:cubicBezTo>
                    <a:cubicBezTo>
                      <a:pt x="9" y="28"/>
                      <a:pt x="4" y="30"/>
                      <a:pt x="0" y="30"/>
                    </a:cubicBezTo>
                    <a:cubicBezTo>
                      <a:pt x="9" y="36"/>
                      <a:pt x="21" y="36"/>
                      <a:pt x="30" y="30"/>
                    </a:cubicBezTo>
                    <a:cubicBezTo>
                      <a:pt x="38" y="25"/>
                      <a:pt x="41" y="17"/>
                      <a:pt x="46" y="9"/>
                    </a:cubicBezTo>
                    <a:cubicBezTo>
                      <a:pt x="47" y="7"/>
                      <a:pt x="49" y="4"/>
                      <a:pt x="5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69" name="Freeform 198"/>
              <p:cNvSpPr>
                <a:spLocks/>
              </p:cNvSpPr>
              <p:nvPr/>
            </p:nvSpPr>
            <p:spPr bwMode="auto">
              <a:xfrm>
                <a:off x="-1655763" y="7662863"/>
                <a:ext cx="180975" cy="131763"/>
              </a:xfrm>
              <a:custGeom>
                <a:avLst/>
                <a:gdLst>
                  <a:gd name="T0" fmla="*/ 17 w 48"/>
                  <a:gd name="T1" fmla="*/ 11 h 35"/>
                  <a:gd name="T2" fmla="*/ 32 w 48"/>
                  <a:gd name="T3" fmla="*/ 28 h 35"/>
                  <a:gd name="T4" fmla="*/ 48 w 48"/>
                  <a:gd name="T5" fmla="*/ 35 h 35"/>
                  <a:gd name="T6" fmla="*/ 38 w 48"/>
                  <a:gd name="T7" fmla="*/ 23 h 35"/>
                  <a:gd name="T8" fmla="*/ 33 w 48"/>
                  <a:gd name="T9" fmla="*/ 13 h 35"/>
                  <a:gd name="T10" fmla="*/ 20 w 48"/>
                  <a:gd name="T11" fmla="*/ 3 h 35"/>
                  <a:gd name="T12" fmla="*/ 0 w 48"/>
                  <a:gd name="T13" fmla="*/ 1 h 35"/>
                  <a:gd name="T14" fmla="*/ 6 w 48"/>
                  <a:gd name="T15" fmla="*/ 3 h 35"/>
                  <a:gd name="T16" fmla="*/ 17 w 48"/>
                  <a:gd name="T17" fmla="*/ 1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35">
                    <a:moveTo>
                      <a:pt x="17" y="11"/>
                    </a:moveTo>
                    <a:cubicBezTo>
                      <a:pt x="22" y="16"/>
                      <a:pt x="26" y="23"/>
                      <a:pt x="32" y="28"/>
                    </a:cubicBezTo>
                    <a:cubicBezTo>
                      <a:pt x="36" y="31"/>
                      <a:pt x="42" y="34"/>
                      <a:pt x="48" y="35"/>
                    </a:cubicBezTo>
                    <a:cubicBezTo>
                      <a:pt x="44" y="33"/>
                      <a:pt x="41" y="27"/>
                      <a:pt x="38" y="23"/>
                    </a:cubicBezTo>
                    <a:cubicBezTo>
                      <a:pt x="37" y="20"/>
                      <a:pt x="35" y="16"/>
                      <a:pt x="33" y="13"/>
                    </a:cubicBezTo>
                    <a:cubicBezTo>
                      <a:pt x="30" y="9"/>
                      <a:pt x="25" y="5"/>
                      <a:pt x="20" y="3"/>
                    </a:cubicBezTo>
                    <a:cubicBezTo>
                      <a:pt x="14" y="0"/>
                      <a:pt x="7" y="1"/>
                      <a:pt x="0" y="1"/>
                    </a:cubicBezTo>
                    <a:cubicBezTo>
                      <a:pt x="2" y="1"/>
                      <a:pt x="5" y="3"/>
                      <a:pt x="6" y="3"/>
                    </a:cubicBezTo>
                    <a:cubicBezTo>
                      <a:pt x="10" y="5"/>
                      <a:pt x="14" y="7"/>
                      <a:pt x="17"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70" name="Freeform 199"/>
              <p:cNvSpPr>
                <a:spLocks/>
              </p:cNvSpPr>
              <p:nvPr/>
            </p:nvSpPr>
            <p:spPr bwMode="auto">
              <a:xfrm>
                <a:off x="-1722438" y="7667625"/>
                <a:ext cx="236538" cy="160338"/>
              </a:xfrm>
              <a:custGeom>
                <a:avLst/>
                <a:gdLst>
                  <a:gd name="T0" fmla="*/ 10 w 63"/>
                  <a:gd name="T1" fmla="*/ 11 h 43"/>
                  <a:gd name="T2" fmla="*/ 28 w 63"/>
                  <a:gd name="T3" fmla="*/ 36 h 43"/>
                  <a:gd name="T4" fmla="*/ 63 w 63"/>
                  <a:gd name="T5" fmla="*/ 36 h 43"/>
                  <a:gd name="T6" fmla="*/ 49 w 63"/>
                  <a:gd name="T7" fmla="*/ 31 h 43"/>
                  <a:gd name="T8" fmla="*/ 37 w 63"/>
                  <a:gd name="T9" fmla="*/ 19 h 43"/>
                  <a:gd name="T10" fmla="*/ 22 w 63"/>
                  <a:gd name="T11" fmla="*/ 5 h 43"/>
                  <a:gd name="T12" fmla="*/ 0 w 63"/>
                  <a:gd name="T13" fmla="*/ 1 h 43"/>
                  <a:gd name="T14" fmla="*/ 3 w 63"/>
                  <a:gd name="T15" fmla="*/ 3 h 43"/>
                  <a:gd name="T16" fmla="*/ 10 w 63"/>
                  <a:gd name="T17" fmla="*/ 11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3" h="43">
                    <a:moveTo>
                      <a:pt x="10" y="11"/>
                    </a:moveTo>
                    <a:cubicBezTo>
                      <a:pt x="15" y="20"/>
                      <a:pt x="19" y="30"/>
                      <a:pt x="28" y="36"/>
                    </a:cubicBezTo>
                    <a:cubicBezTo>
                      <a:pt x="39" y="42"/>
                      <a:pt x="52" y="43"/>
                      <a:pt x="63" y="36"/>
                    </a:cubicBezTo>
                    <a:cubicBezTo>
                      <a:pt x="58" y="36"/>
                      <a:pt x="53" y="33"/>
                      <a:pt x="49" y="31"/>
                    </a:cubicBezTo>
                    <a:cubicBezTo>
                      <a:pt x="45" y="28"/>
                      <a:pt x="41" y="23"/>
                      <a:pt x="37" y="19"/>
                    </a:cubicBezTo>
                    <a:cubicBezTo>
                      <a:pt x="33" y="13"/>
                      <a:pt x="29" y="8"/>
                      <a:pt x="22" y="5"/>
                    </a:cubicBezTo>
                    <a:cubicBezTo>
                      <a:pt x="15" y="1"/>
                      <a:pt x="7" y="0"/>
                      <a:pt x="0" y="1"/>
                    </a:cubicBezTo>
                    <a:cubicBezTo>
                      <a:pt x="1" y="1"/>
                      <a:pt x="3" y="3"/>
                      <a:pt x="3" y="3"/>
                    </a:cubicBezTo>
                    <a:cubicBezTo>
                      <a:pt x="6" y="6"/>
                      <a:pt x="8" y="8"/>
                      <a:pt x="10"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71" name="Freeform 200"/>
              <p:cNvSpPr>
                <a:spLocks/>
              </p:cNvSpPr>
              <p:nvPr/>
            </p:nvSpPr>
            <p:spPr bwMode="auto">
              <a:xfrm>
                <a:off x="-1628775" y="7532688"/>
                <a:ext cx="153988" cy="107950"/>
              </a:xfrm>
              <a:custGeom>
                <a:avLst/>
                <a:gdLst>
                  <a:gd name="T0" fmla="*/ 17 w 41"/>
                  <a:gd name="T1" fmla="*/ 2 h 29"/>
                  <a:gd name="T2" fmla="*/ 0 w 41"/>
                  <a:gd name="T3" fmla="*/ 1 h 29"/>
                  <a:gd name="T4" fmla="*/ 5 w 41"/>
                  <a:gd name="T5" fmla="*/ 2 h 29"/>
                  <a:gd name="T6" fmla="*/ 14 w 41"/>
                  <a:gd name="T7" fmla="*/ 9 h 29"/>
                  <a:gd name="T8" fmla="*/ 27 w 41"/>
                  <a:gd name="T9" fmla="*/ 23 h 29"/>
                  <a:gd name="T10" fmla="*/ 41 w 41"/>
                  <a:gd name="T11" fmla="*/ 29 h 29"/>
                  <a:gd name="T12" fmla="*/ 33 w 41"/>
                  <a:gd name="T13" fmla="*/ 19 h 29"/>
                  <a:gd name="T14" fmla="*/ 28 w 41"/>
                  <a:gd name="T15" fmla="*/ 11 h 29"/>
                  <a:gd name="T16" fmla="*/ 17 w 41"/>
                  <a:gd name="T17" fmla="*/ 2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 h="29">
                    <a:moveTo>
                      <a:pt x="17" y="2"/>
                    </a:moveTo>
                    <a:cubicBezTo>
                      <a:pt x="11" y="0"/>
                      <a:pt x="6" y="0"/>
                      <a:pt x="0" y="1"/>
                    </a:cubicBezTo>
                    <a:cubicBezTo>
                      <a:pt x="1" y="0"/>
                      <a:pt x="4" y="2"/>
                      <a:pt x="5" y="2"/>
                    </a:cubicBezTo>
                    <a:cubicBezTo>
                      <a:pt x="8" y="4"/>
                      <a:pt x="12" y="6"/>
                      <a:pt x="14" y="9"/>
                    </a:cubicBezTo>
                    <a:cubicBezTo>
                      <a:pt x="19" y="13"/>
                      <a:pt x="22" y="19"/>
                      <a:pt x="27" y="23"/>
                    </a:cubicBezTo>
                    <a:cubicBezTo>
                      <a:pt x="31" y="26"/>
                      <a:pt x="36" y="29"/>
                      <a:pt x="41" y="29"/>
                    </a:cubicBezTo>
                    <a:cubicBezTo>
                      <a:pt x="37" y="28"/>
                      <a:pt x="34" y="23"/>
                      <a:pt x="33" y="19"/>
                    </a:cubicBezTo>
                    <a:cubicBezTo>
                      <a:pt x="31" y="16"/>
                      <a:pt x="30" y="14"/>
                      <a:pt x="28" y="11"/>
                    </a:cubicBezTo>
                    <a:cubicBezTo>
                      <a:pt x="25" y="7"/>
                      <a:pt x="21" y="4"/>
                      <a:pt x="1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72" name="Freeform 201"/>
              <p:cNvSpPr>
                <a:spLocks/>
              </p:cNvSpPr>
              <p:nvPr/>
            </p:nvSpPr>
            <p:spPr bwMode="auto">
              <a:xfrm>
                <a:off x="-1689100" y="7535863"/>
                <a:ext cx="203200" cy="134938"/>
              </a:xfrm>
              <a:custGeom>
                <a:avLst/>
                <a:gdLst>
                  <a:gd name="T0" fmla="*/ 0 w 54"/>
                  <a:gd name="T1" fmla="*/ 0 h 36"/>
                  <a:gd name="T2" fmla="*/ 3 w 54"/>
                  <a:gd name="T3" fmla="*/ 2 h 36"/>
                  <a:gd name="T4" fmla="*/ 9 w 54"/>
                  <a:gd name="T5" fmla="*/ 9 h 36"/>
                  <a:gd name="T6" fmla="*/ 24 w 54"/>
                  <a:gd name="T7" fmla="*/ 30 h 36"/>
                  <a:gd name="T8" fmla="*/ 54 w 54"/>
                  <a:gd name="T9" fmla="*/ 30 h 36"/>
                  <a:gd name="T10" fmla="*/ 42 w 54"/>
                  <a:gd name="T11" fmla="*/ 26 h 36"/>
                  <a:gd name="T12" fmla="*/ 32 w 54"/>
                  <a:gd name="T13" fmla="*/ 15 h 36"/>
                  <a:gd name="T14" fmla="*/ 19 w 54"/>
                  <a:gd name="T15" fmla="*/ 4 h 36"/>
                  <a:gd name="T16" fmla="*/ 0 w 54"/>
                  <a:gd name="T17"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36">
                    <a:moveTo>
                      <a:pt x="0" y="0"/>
                    </a:moveTo>
                    <a:cubicBezTo>
                      <a:pt x="1" y="0"/>
                      <a:pt x="2" y="2"/>
                      <a:pt x="3" y="2"/>
                    </a:cubicBezTo>
                    <a:cubicBezTo>
                      <a:pt x="5" y="4"/>
                      <a:pt x="7" y="7"/>
                      <a:pt x="9" y="9"/>
                    </a:cubicBezTo>
                    <a:cubicBezTo>
                      <a:pt x="13" y="17"/>
                      <a:pt x="16" y="25"/>
                      <a:pt x="24" y="30"/>
                    </a:cubicBezTo>
                    <a:cubicBezTo>
                      <a:pt x="33" y="36"/>
                      <a:pt x="45" y="36"/>
                      <a:pt x="54" y="30"/>
                    </a:cubicBezTo>
                    <a:cubicBezTo>
                      <a:pt x="50" y="30"/>
                      <a:pt x="45" y="28"/>
                      <a:pt x="42" y="26"/>
                    </a:cubicBezTo>
                    <a:cubicBezTo>
                      <a:pt x="38" y="23"/>
                      <a:pt x="35" y="19"/>
                      <a:pt x="32" y="15"/>
                    </a:cubicBezTo>
                    <a:cubicBezTo>
                      <a:pt x="28" y="10"/>
                      <a:pt x="25" y="7"/>
                      <a:pt x="19" y="4"/>
                    </a:cubicBezTo>
                    <a:cubicBezTo>
                      <a:pt x="13" y="0"/>
                      <a:pt x="7"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73" name="Freeform 202"/>
              <p:cNvSpPr>
                <a:spLocks/>
              </p:cNvSpPr>
              <p:nvPr/>
            </p:nvSpPr>
            <p:spPr bwMode="auto">
              <a:xfrm>
                <a:off x="-1466850" y="7437438"/>
                <a:ext cx="82550" cy="173038"/>
              </a:xfrm>
              <a:custGeom>
                <a:avLst/>
                <a:gdLst>
                  <a:gd name="T0" fmla="*/ 14 w 22"/>
                  <a:gd name="T1" fmla="*/ 15 h 46"/>
                  <a:gd name="T2" fmla="*/ 3 w 22"/>
                  <a:gd name="T3" fmla="*/ 31 h 46"/>
                  <a:gd name="T4" fmla="*/ 0 w 22"/>
                  <a:gd name="T5" fmla="*/ 46 h 46"/>
                  <a:gd name="T6" fmla="*/ 8 w 22"/>
                  <a:gd name="T7" fmla="*/ 35 h 46"/>
                  <a:gd name="T8" fmla="*/ 15 w 22"/>
                  <a:gd name="T9" fmla="*/ 29 h 46"/>
                  <a:gd name="T10" fmla="*/ 22 w 22"/>
                  <a:gd name="T11" fmla="*/ 16 h 46"/>
                  <a:gd name="T12" fmla="*/ 19 w 22"/>
                  <a:gd name="T13" fmla="*/ 0 h 46"/>
                  <a:gd name="T14" fmla="*/ 18 w 22"/>
                  <a:gd name="T15" fmla="*/ 5 h 46"/>
                  <a:gd name="T16" fmla="*/ 14 w 22"/>
                  <a:gd name="T17" fmla="*/ 15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46">
                    <a:moveTo>
                      <a:pt x="14" y="15"/>
                    </a:moveTo>
                    <a:cubicBezTo>
                      <a:pt x="11" y="21"/>
                      <a:pt x="6" y="25"/>
                      <a:pt x="3" y="31"/>
                    </a:cubicBezTo>
                    <a:cubicBezTo>
                      <a:pt x="1" y="35"/>
                      <a:pt x="0" y="41"/>
                      <a:pt x="0" y="46"/>
                    </a:cubicBezTo>
                    <a:cubicBezTo>
                      <a:pt x="1" y="42"/>
                      <a:pt x="5" y="38"/>
                      <a:pt x="8" y="35"/>
                    </a:cubicBezTo>
                    <a:cubicBezTo>
                      <a:pt x="10" y="33"/>
                      <a:pt x="13" y="31"/>
                      <a:pt x="15" y="29"/>
                    </a:cubicBezTo>
                    <a:cubicBezTo>
                      <a:pt x="18" y="25"/>
                      <a:pt x="21" y="21"/>
                      <a:pt x="22" y="16"/>
                    </a:cubicBezTo>
                    <a:cubicBezTo>
                      <a:pt x="22" y="11"/>
                      <a:pt x="21" y="5"/>
                      <a:pt x="19" y="0"/>
                    </a:cubicBezTo>
                    <a:cubicBezTo>
                      <a:pt x="20" y="1"/>
                      <a:pt x="19" y="3"/>
                      <a:pt x="18" y="5"/>
                    </a:cubicBezTo>
                    <a:cubicBezTo>
                      <a:pt x="18" y="8"/>
                      <a:pt x="17" y="12"/>
                      <a:pt x="14"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74" name="Freeform 203"/>
              <p:cNvSpPr>
                <a:spLocks/>
              </p:cNvSpPr>
              <p:nvPr/>
            </p:nvSpPr>
            <p:spPr bwMode="auto">
              <a:xfrm>
                <a:off x="-1516063" y="7381875"/>
                <a:ext cx="112713" cy="220663"/>
              </a:xfrm>
              <a:custGeom>
                <a:avLst/>
                <a:gdLst>
                  <a:gd name="T0" fmla="*/ 10 w 30"/>
                  <a:gd name="T1" fmla="*/ 59 h 59"/>
                  <a:gd name="T2" fmla="*/ 12 w 30"/>
                  <a:gd name="T3" fmla="*/ 46 h 59"/>
                  <a:gd name="T4" fmla="*/ 20 w 30"/>
                  <a:gd name="T5" fmla="*/ 34 h 59"/>
                  <a:gd name="T6" fmla="*/ 28 w 30"/>
                  <a:gd name="T7" fmla="*/ 19 h 59"/>
                  <a:gd name="T8" fmla="*/ 27 w 30"/>
                  <a:gd name="T9" fmla="*/ 0 h 59"/>
                  <a:gd name="T10" fmla="*/ 26 w 30"/>
                  <a:gd name="T11" fmla="*/ 3 h 59"/>
                  <a:gd name="T12" fmla="*/ 21 w 30"/>
                  <a:gd name="T13" fmla="*/ 10 h 59"/>
                  <a:gd name="T14" fmla="*/ 3 w 30"/>
                  <a:gd name="T15" fmla="*/ 30 h 59"/>
                  <a:gd name="T16" fmla="*/ 10 w 30"/>
                  <a:gd name="T17" fmla="*/ 5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59">
                    <a:moveTo>
                      <a:pt x="10" y="59"/>
                    </a:moveTo>
                    <a:cubicBezTo>
                      <a:pt x="9" y="55"/>
                      <a:pt x="10" y="50"/>
                      <a:pt x="12" y="46"/>
                    </a:cubicBezTo>
                    <a:cubicBezTo>
                      <a:pt x="13" y="42"/>
                      <a:pt x="17" y="38"/>
                      <a:pt x="20" y="34"/>
                    </a:cubicBezTo>
                    <a:cubicBezTo>
                      <a:pt x="24" y="30"/>
                      <a:pt x="27" y="25"/>
                      <a:pt x="28" y="19"/>
                    </a:cubicBezTo>
                    <a:cubicBezTo>
                      <a:pt x="30" y="13"/>
                      <a:pt x="29" y="6"/>
                      <a:pt x="27" y="0"/>
                    </a:cubicBezTo>
                    <a:cubicBezTo>
                      <a:pt x="28" y="0"/>
                      <a:pt x="26" y="2"/>
                      <a:pt x="26" y="3"/>
                    </a:cubicBezTo>
                    <a:cubicBezTo>
                      <a:pt x="25" y="6"/>
                      <a:pt x="23" y="8"/>
                      <a:pt x="21" y="10"/>
                    </a:cubicBezTo>
                    <a:cubicBezTo>
                      <a:pt x="14" y="16"/>
                      <a:pt x="6" y="21"/>
                      <a:pt x="3" y="30"/>
                    </a:cubicBezTo>
                    <a:cubicBezTo>
                      <a:pt x="0" y="40"/>
                      <a:pt x="2" y="51"/>
                      <a:pt x="10"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75" name="Freeform 204"/>
              <p:cNvSpPr>
                <a:spLocks noEditPoints="1"/>
              </p:cNvSpPr>
              <p:nvPr/>
            </p:nvSpPr>
            <p:spPr bwMode="auto">
              <a:xfrm>
                <a:off x="-5208588" y="2486025"/>
                <a:ext cx="269875" cy="212725"/>
              </a:xfrm>
              <a:custGeom>
                <a:avLst/>
                <a:gdLst>
                  <a:gd name="T0" fmla="*/ 65 w 72"/>
                  <a:gd name="T1" fmla="*/ 13 h 57"/>
                  <a:gd name="T2" fmla="*/ 58 w 72"/>
                  <a:gd name="T3" fmla="*/ 13 h 57"/>
                  <a:gd name="T4" fmla="*/ 58 w 72"/>
                  <a:gd name="T5" fmla="*/ 16 h 57"/>
                  <a:gd name="T6" fmla="*/ 66 w 72"/>
                  <a:gd name="T7" fmla="*/ 32 h 57"/>
                  <a:gd name="T8" fmla="*/ 66 w 72"/>
                  <a:gd name="T9" fmla="*/ 40 h 57"/>
                  <a:gd name="T10" fmla="*/ 58 w 72"/>
                  <a:gd name="T11" fmla="*/ 57 h 57"/>
                  <a:gd name="T12" fmla="*/ 72 w 72"/>
                  <a:gd name="T13" fmla="*/ 53 h 57"/>
                  <a:gd name="T14" fmla="*/ 72 w 72"/>
                  <a:gd name="T15" fmla="*/ 20 h 57"/>
                  <a:gd name="T16" fmla="*/ 58 w 72"/>
                  <a:gd name="T17" fmla="*/ 0 h 57"/>
                  <a:gd name="T18" fmla="*/ 36 w 72"/>
                  <a:gd name="T19" fmla="*/ 4 h 57"/>
                  <a:gd name="T20" fmla="*/ 58 w 72"/>
                  <a:gd name="T21" fmla="*/ 13 h 57"/>
                  <a:gd name="T22" fmla="*/ 36 w 72"/>
                  <a:gd name="T23" fmla="*/ 45 h 57"/>
                  <a:gd name="T24" fmla="*/ 55 w 72"/>
                  <a:gd name="T25" fmla="*/ 53 h 57"/>
                  <a:gd name="T26" fmla="*/ 58 w 72"/>
                  <a:gd name="T27" fmla="*/ 57 h 57"/>
                  <a:gd name="T28" fmla="*/ 51 w 72"/>
                  <a:gd name="T29" fmla="*/ 40 h 57"/>
                  <a:gd name="T30" fmla="*/ 58 w 72"/>
                  <a:gd name="T31" fmla="*/ 32 h 57"/>
                  <a:gd name="T32" fmla="*/ 36 w 72"/>
                  <a:gd name="T33" fmla="*/ 16 h 57"/>
                  <a:gd name="T34" fmla="*/ 36 w 72"/>
                  <a:gd name="T35" fmla="*/ 0 h 57"/>
                  <a:gd name="T36" fmla="*/ 14 w 72"/>
                  <a:gd name="T37" fmla="*/ 0 h 57"/>
                  <a:gd name="T38" fmla="*/ 18 w 72"/>
                  <a:gd name="T39" fmla="*/ 4 h 57"/>
                  <a:gd name="T40" fmla="*/ 36 w 72"/>
                  <a:gd name="T41" fmla="*/ 4 h 57"/>
                  <a:gd name="T42" fmla="*/ 14 w 72"/>
                  <a:gd name="T43" fmla="*/ 57 h 57"/>
                  <a:gd name="T44" fmla="*/ 17 w 72"/>
                  <a:gd name="T45" fmla="*/ 53 h 57"/>
                  <a:gd name="T46" fmla="*/ 36 w 72"/>
                  <a:gd name="T47" fmla="*/ 45 h 57"/>
                  <a:gd name="T48" fmla="*/ 14 w 72"/>
                  <a:gd name="T49" fmla="*/ 16 h 57"/>
                  <a:gd name="T50" fmla="*/ 21 w 72"/>
                  <a:gd name="T51" fmla="*/ 32 h 57"/>
                  <a:gd name="T52" fmla="*/ 21 w 72"/>
                  <a:gd name="T53" fmla="*/ 40 h 57"/>
                  <a:gd name="T54" fmla="*/ 14 w 72"/>
                  <a:gd name="T55" fmla="*/ 57 h 57"/>
                  <a:gd name="T56" fmla="*/ 7 w 72"/>
                  <a:gd name="T57" fmla="*/ 13 h 57"/>
                  <a:gd name="T58" fmla="*/ 0 w 72"/>
                  <a:gd name="T59" fmla="*/ 44 h 57"/>
                  <a:gd name="T60" fmla="*/ 0 w 72"/>
                  <a:gd name="T61" fmla="*/ 53 h 57"/>
                  <a:gd name="T62" fmla="*/ 14 w 72"/>
                  <a:gd name="T63" fmla="*/ 57 h 57"/>
                  <a:gd name="T64" fmla="*/ 7 w 72"/>
                  <a:gd name="T65" fmla="*/ 40 h 57"/>
                  <a:gd name="T66" fmla="*/ 14 w 72"/>
                  <a:gd name="T67" fmla="*/ 32 h 57"/>
                  <a:gd name="T68" fmla="*/ 12 w 72"/>
                  <a:gd name="T69" fmla="*/ 16 h 57"/>
                  <a:gd name="T70" fmla="*/ 14 w 72"/>
                  <a:gd name="T71"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2" h="57">
                    <a:moveTo>
                      <a:pt x="72" y="20"/>
                    </a:moveTo>
                    <a:cubicBezTo>
                      <a:pt x="65" y="13"/>
                      <a:pt x="65" y="13"/>
                      <a:pt x="65" y="13"/>
                    </a:cubicBezTo>
                    <a:cubicBezTo>
                      <a:pt x="58" y="0"/>
                      <a:pt x="58" y="0"/>
                      <a:pt x="58" y="0"/>
                    </a:cubicBezTo>
                    <a:cubicBezTo>
                      <a:pt x="58" y="13"/>
                      <a:pt x="58" y="13"/>
                      <a:pt x="58" y="13"/>
                    </a:cubicBezTo>
                    <a:cubicBezTo>
                      <a:pt x="60" y="16"/>
                      <a:pt x="60" y="16"/>
                      <a:pt x="60" y="16"/>
                    </a:cubicBezTo>
                    <a:cubicBezTo>
                      <a:pt x="58" y="16"/>
                      <a:pt x="58" y="16"/>
                      <a:pt x="58" y="16"/>
                    </a:cubicBezTo>
                    <a:cubicBezTo>
                      <a:pt x="58" y="32"/>
                      <a:pt x="58" y="32"/>
                      <a:pt x="58" y="32"/>
                    </a:cubicBezTo>
                    <a:cubicBezTo>
                      <a:pt x="66" y="32"/>
                      <a:pt x="66" y="32"/>
                      <a:pt x="66" y="32"/>
                    </a:cubicBezTo>
                    <a:cubicBezTo>
                      <a:pt x="66" y="40"/>
                      <a:pt x="66" y="40"/>
                      <a:pt x="66" y="40"/>
                    </a:cubicBezTo>
                    <a:cubicBezTo>
                      <a:pt x="66" y="40"/>
                      <a:pt x="66" y="40"/>
                      <a:pt x="66" y="40"/>
                    </a:cubicBezTo>
                    <a:cubicBezTo>
                      <a:pt x="58" y="40"/>
                      <a:pt x="58" y="40"/>
                      <a:pt x="58" y="40"/>
                    </a:cubicBezTo>
                    <a:cubicBezTo>
                      <a:pt x="58" y="57"/>
                      <a:pt x="58" y="57"/>
                      <a:pt x="58" y="57"/>
                    </a:cubicBezTo>
                    <a:cubicBezTo>
                      <a:pt x="69" y="57"/>
                      <a:pt x="69" y="57"/>
                      <a:pt x="69" y="57"/>
                    </a:cubicBezTo>
                    <a:cubicBezTo>
                      <a:pt x="71" y="57"/>
                      <a:pt x="72" y="55"/>
                      <a:pt x="72" y="53"/>
                    </a:cubicBezTo>
                    <a:cubicBezTo>
                      <a:pt x="72" y="45"/>
                      <a:pt x="72" y="45"/>
                      <a:pt x="72" y="45"/>
                    </a:cubicBezTo>
                    <a:lnTo>
                      <a:pt x="72" y="20"/>
                    </a:lnTo>
                    <a:close/>
                    <a:moveTo>
                      <a:pt x="58" y="0"/>
                    </a:moveTo>
                    <a:cubicBezTo>
                      <a:pt x="58" y="0"/>
                      <a:pt x="58" y="0"/>
                      <a:pt x="58" y="0"/>
                    </a:cubicBezTo>
                    <a:cubicBezTo>
                      <a:pt x="36" y="0"/>
                      <a:pt x="36" y="0"/>
                      <a:pt x="36" y="0"/>
                    </a:cubicBezTo>
                    <a:cubicBezTo>
                      <a:pt x="36" y="4"/>
                      <a:pt x="36" y="4"/>
                      <a:pt x="36" y="4"/>
                    </a:cubicBezTo>
                    <a:cubicBezTo>
                      <a:pt x="54" y="4"/>
                      <a:pt x="54" y="4"/>
                      <a:pt x="54" y="4"/>
                    </a:cubicBezTo>
                    <a:cubicBezTo>
                      <a:pt x="58" y="13"/>
                      <a:pt x="58" y="13"/>
                      <a:pt x="58" y="13"/>
                    </a:cubicBezTo>
                    <a:cubicBezTo>
                      <a:pt x="58" y="0"/>
                      <a:pt x="58" y="0"/>
                      <a:pt x="58" y="0"/>
                    </a:cubicBezTo>
                    <a:close/>
                    <a:moveTo>
                      <a:pt x="36" y="45"/>
                    </a:moveTo>
                    <a:cubicBezTo>
                      <a:pt x="55" y="45"/>
                      <a:pt x="55" y="45"/>
                      <a:pt x="55" y="45"/>
                    </a:cubicBezTo>
                    <a:cubicBezTo>
                      <a:pt x="55" y="53"/>
                      <a:pt x="55" y="53"/>
                      <a:pt x="55" y="53"/>
                    </a:cubicBezTo>
                    <a:cubicBezTo>
                      <a:pt x="55" y="55"/>
                      <a:pt x="56" y="57"/>
                      <a:pt x="58" y="57"/>
                    </a:cubicBezTo>
                    <a:cubicBezTo>
                      <a:pt x="58" y="57"/>
                      <a:pt x="58" y="57"/>
                      <a:pt x="58" y="57"/>
                    </a:cubicBezTo>
                    <a:cubicBezTo>
                      <a:pt x="58" y="40"/>
                      <a:pt x="58" y="40"/>
                      <a:pt x="58" y="40"/>
                    </a:cubicBezTo>
                    <a:cubicBezTo>
                      <a:pt x="51" y="40"/>
                      <a:pt x="51" y="40"/>
                      <a:pt x="51" y="40"/>
                    </a:cubicBezTo>
                    <a:cubicBezTo>
                      <a:pt x="51" y="32"/>
                      <a:pt x="51" y="32"/>
                      <a:pt x="51" y="32"/>
                    </a:cubicBezTo>
                    <a:cubicBezTo>
                      <a:pt x="58" y="32"/>
                      <a:pt x="58" y="32"/>
                      <a:pt x="58" y="32"/>
                    </a:cubicBezTo>
                    <a:cubicBezTo>
                      <a:pt x="58" y="16"/>
                      <a:pt x="58" y="16"/>
                      <a:pt x="58" y="16"/>
                    </a:cubicBezTo>
                    <a:cubicBezTo>
                      <a:pt x="36" y="16"/>
                      <a:pt x="36" y="16"/>
                      <a:pt x="36" y="16"/>
                    </a:cubicBezTo>
                    <a:lnTo>
                      <a:pt x="36" y="45"/>
                    </a:lnTo>
                    <a:close/>
                    <a:moveTo>
                      <a:pt x="36" y="0"/>
                    </a:moveTo>
                    <a:cubicBezTo>
                      <a:pt x="14" y="0"/>
                      <a:pt x="14" y="0"/>
                      <a:pt x="14" y="0"/>
                    </a:cubicBezTo>
                    <a:cubicBezTo>
                      <a:pt x="14" y="0"/>
                      <a:pt x="14" y="0"/>
                      <a:pt x="14" y="0"/>
                    </a:cubicBezTo>
                    <a:cubicBezTo>
                      <a:pt x="14" y="13"/>
                      <a:pt x="14" y="13"/>
                      <a:pt x="14" y="13"/>
                    </a:cubicBezTo>
                    <a:cubicBezTo>
                      <a:pt x="18" y="4"/>
                      <a:pt x="18" y="4"/>
                      <a:pt x="18" y="4"/>
                    </a:cubicBezTo>
                    <a:cubicBezTo>
                      <a:pt x="18" y="4"/>
                      <a:pt x="18" y="4"/>
                      <a:pt x="18" y="4"/>
                    </a:cubicBezTo>
                    <a:cubicBezTo>
                      <a:pt x="36" y="4"/>
                      <a:pt x="36" y="4"/>
                      <a:pt x="36" y="4"/>
                    </a:cubicBezTo>
                    <a:cubicBezTo>
                      <a:pt x="36" y="0"/>
                      <a:pt x="36" y="0"/>
                      <a:pt x="36" y="0"/>
                    </a:cubicBezTo>
                    <a:close/>
                    <a:moveTo>
                      <a:pt x="14" y="57"/>
                    </a:moveTo>
                    <a:cubicBezTo>
                      <a:pt x="14" y="57"/>
                      <a:pt x="14" y="57"/>
                      <a:pt x="14" y="57"/>
                    </a:cubicBezTo>
                    <a:cubicBezTo>
                      <a:pt x="16" y="57"/>
                      <a:pt x="17" y="55"/>
                      <a:pt x="17" y="53"/>
                    </a:cubicBezTo>
                    <a:cubicBezTo>
                      <a:pt x="17" y="45"/>
                      <a:pt x="17" y="45"/>
                      <a:pt x="17" y="45"/>
                    </a:cubicBezTo>
                    <a:cubicBezTo>
                      <a:pt x="36" y="45"/>
                      <a:pt x="36" y="45"/>
                      <a:pt x="36" y="45"/>
                    </a:cubicBezTo>
                    <a:cubicBezTo>
                      <a:pt x="36" y="16"/>
                      <a:pt x="36" y="16"/>
                      <a:pt x="36" y="16"/>
                    </a:cubicBezTo>
                    <a:cubicBezTo>
                      <a:pt x="14" y="16"/>
                      <a:pt x="14" y="16"/>
                      <a:pt x="14" y="16"/>
                    </a:cubicBezTo>
                    <a:cubicBezTo>
                      <a:pt x="14" y="32"/>
                      <a:pt x="14" y="32"/>
                      <a:pt x="14" y="32"/>
                    </a:cubicBezTo>
                    <a:cubicBezTo>
                      <a:pt x="21" y="32"/>
                      <a:pt x="21" y="32"/>
                      <a:pt x="21" y="32"/>
                    </a:cubicBezTo>
                    <a:cubicBezTo>
                      <a:pt x="21" y="40"/>
                      <a:pt x="21" y="40"/>
                      <a:pt x="21" y="40"/>
                    </a:cubicBezTo>
                    <a:cubicBezTo>
                      <a:pt x="21" y="40"/>
                      <a:pt x="21" y="40"/>
                      <a:pt x="21" y="40"/>
                    </a:cubicBezTo>
                    <a:cubicBezTo>
                      <a:pt x="14" y="40"/>
                      <a:pt x="14" y="40"/>
                      <a:pt x="14" y="40"/>
                    </a:cubicBezTo>
                    <a:lnTo>
                      <a:pt x="14" y="57"/>
                    </a:lnTo>
                    <a:close/>
                    <a:moveTo>
                      <a:pt x="14" y="0"/>
                    </a:moveTo>
                    <a:cubicBezTo>
                      <a:pt x="7" y="13"/>
                      <a:pt x="7" y="13"/>
                      <a:pt x="7" y="13"/>
                    </a:cubicBezTo>
                    <a:cubicBezTo>
                      <a:pt x="0" y="20"/>
                      <a:pt x="0" y="20"/>
                      <a:pt x="0" y="20"/>
                    </a:cubicBezTo>
                    <a:cubicBezTo>
                      <a:pt x="0" y="44"/>
                      <a:pt x="0" y="44"/>
                      <a:pt x="0" y="44"/>
                    </a:cubicBezTo>
                    <a:cubicBezTo>
                      <a:pt x="0" y="45"/>
                      <a:pt x="0" y="45"/>
                      <a:pt x="0" y="45"/>
                    </a:cubicBezTo>
                    <a:cubicBezTo>
                      <a:pt x="0" y="53"/>
                      <a:pt x="0" y="53"/>
                      <a:pt x="0" y="53"/>
                    </a:cubicBezTo>
                    <a:cubicBezTo>
                      <a:pt x="0" y="55"/>
                      <a:pt x="2" y="57"/>
                      <a:pt x="3" y="57"/>
                    </a:cubicBezTo>
                    <a:cubicBezTo>
                      <a:pt x="14" y="57"/>
                      <a:pt x="14" y="57"/>
                      <a:pt x="14" y="57"/>
                    </a:cubicBezTo>
                    <a:cubicBezTo>
                      <a:pt x="14" y="40"/>
                      <a:pt x="14" y="40"/>
                      <a:pt x="14" y="40"/>
                    </a:cubicBezTo>
                    <a:cubicBezTo>
                      <a:pt x="7" y="40"/>
                      <a:pt x="7" y="40"/>
                      <a:pt x="7" y="40"/>
                    </a:cubicBezTo>
                    <a:cubicBezTo>
                      <a:pt x="7" y="32"/>
                      <a:pt x="7" y="32"/>
                      <a:pt x="7" y="32"/>
                    </a:cubicBezTo>
                    <a:cubicBezTo>
                      <a:pt x="14" y="32"/>
                      <a:pt x="14" y="32"/>
                      <a:pt x="14" y="32"/>
                    </a:cubicBezTo>
                    <a:cubicBezTo>
                      <a:pt x="14" y="16"/>
                      <a:pt x="14" y="16"/>
                      <a:pt x="14" y="16"/>
                    </a:cubicBezTo>
                    <a:cubicBezTo>
                      <a:pt x="12" y="16"/>
                      <a:pt x="12" y="16"/>
                      <a:pt x="12" y="16"/>
                    </a:cubicBezTo>
                    <a:cubicBezTo>
                      <a:pt x="14" y="13"/>
                      <a:pt x="14" y="13"/>
                      <a:pt x="14" y="13"/>
                    </a:cubicBezTo>
                    <a:lnTo>
                      <a:pt x="1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76" name="Freeform 205"/>
              <p:cNvSpPr>
                <a:spLocks/>
              </p:cNvSpPr>
              <p:nvPr/>
            </p:nvSpPr>
            <p:spPr bwMode="auto">
              <a:xfrm>
                <a:off x="-5395913" y="1295400"/>
                <a:ext cx="112713" cy="77788"/>
              </a:xfrm>
              <a:custGeom>
                <a:avLst/>
                <a:gdLst>
                  <a:gd name="T0" fmla="*/ 19 w 30"/>
                  <a:gd name="T1" fmla="*/ 6 h 21"/>
                  <a:gd name="T2" fmla="*/ 26 w 30"/>
                  <a:gd name="T3" fmla="*/ 2 h 21"/>
                  <a:gd name="T4" fmla="*/ 30 w 30"/>
                  <a:gd name="T5" fmla="*/ 1 h 21"/>
                  <a:gd name="T6" fmla="*/ 18 w 30"/>
                  <a:gd name="T7" fmla="*/ 2 h 21"/>
                  <a:gd name="T8" fmla="*/ 9 w 30"/>
                  <a:gd name="T9" fmla="*/ 8 h 21"/>
                  <a:gd name="T10" fmla="*/ 6 w 30"/>
                  <a:gd name="T11" fmla="*/ 14 h 21"/>
                  <a:gd name="T12" fmla="*/ 0 w 30"/>
                  <a:gd name="T13" fmla="*/ 21 h 21"/>
                  <a:gd name="T14" fmla="*/ 10 w 30"/>
                  <a:gd name="T15" fmla="*/ 17 h 21"/>
                  <a:gd name="T16" fmla="*/ 19 w 30"/>
                  <a:gd name="T17" fmla="*/ 6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21">
                    <a:moveTo>
                      <a:pt x="19" y="6"/>
                    </a:moveTo>
                    <a:cubicBezTo>
                      <a:pt x="21" y="4"/>
                      <a:pt x="24" y="3"/>
                      <a:pt x="26" y="2"/>
                    </a:cubicBezTo>
                    <a:cubicBezTo>
                      <a:pt x="27" y="2"/>
                      <a:pt x="29" y="1"/>
                      <a:pt x="30" y="1"/>
                    </a:cubicBezTo>
                    <a:cubicBezTo>
                      <a:pt x="26" y="0"/>
                      <a:pt x="21" y="0"/>
                      <a:pt x="18" y="2"/>
                    </a:cubicBezTo>
                    <a:cubicBezTo>
                      <a:pt x="14" y="3"/>
                      <a:pt x="11" y="5"/>
                      <a:pt x="9" y="8"/>
                    </a:cubicBezTo>
                    <a:cubicBezTo>
                      <a:pt x="8" y="10"/>
                      <a:pt x="7" y="12"/>
                      <a:pt x="6" y="14"/>
                    </a:cubicBezTo>
                    <a:cubicBezTo>
                      <a:pt x="5" y="17"/>
                      <a:pt x="3" y="20"/>
                      <a:pt x="0" y="21"/>
                    </a:cubicBezTo>
                    <a:cubicBezTo>
                      <a:pt x="4" y="21"/>
                      <a:pt x="7" y="19"/>
                      <a:pt x="10" y="17"/>
                    </a:cubicBezTo>
                    <a:cubicBezTo>
                      <a:pt x="14" y="14"/>
                      <a:pt x="16" y="10"/>
                      <a:pt x="19"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77" name="Freeform 206"/>
              <p:cNvSpPr>
                <a:spLocks/>
              </p:cNvSpPr>
              <p:nvPr/>
            </p:nvSpPr>
            <p:spPr bwMode="auto">
              <a:xfrm>
                <a:off x="-5389563" y="1298575"/>
                <a:ext cx="147638" cy="98425"/>
              </a:xfrm>
              <a:custGeom>
                <a:avLst/>
                <a:gdLst>
                  <a:gd name="T0" fmla="*/ 25 w 39"/>
                  <a:gd name="T1" fmla="*/ 3 h 26"/>
                  <a:gd name="T2" fmla="*/ 16 w 39"/>
                  <a:gd name="T3" fmla="*/ 11 h 26"/>
                  <a:gd name="T4" fmla="*/ 8 w 39"/>
                  <a:gd name="T5" fmla="*/ 19 h 26"/>
                  <a:gd name="T6" fmla="*/ 0 w 39"/>
                  <a:gd name="T7" fmla="*/ 22 h 26"/>
                  <a:gd name="T8" fmla="*/ 21 w 39"/>
                  <a:gd name="T9" fmla="*/ 22 h 26"/>
                  <a:gd name="T10" fmla="*/ 33 w 39"/>
                  <a:gd name="T11" fmla="*/ 7 h 26"/>
                  <a:gd name="T12" fmla="*/ 37 w 39"/>
                  <a:gd name="T13" fmla="*/ 2 h 26"/>
                  <a:gd name="T14" fmla="*/ 39 w 39"/>
                  <a:gd name="T15" fmla="*/ 0 h 26"/>
                  <a:gd name="T16" fmla="*/ 25 w 39"/>
                  <a:gd name="T17" fmla="*/ 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26">
                    <a:moveTo>
                      <a:pt x="25" y="3"/>
                    </a:moveTo>
                    <a:cubicBezTo>
                      <a:pt x="21" y="5"/>
                      <a:pt x="19" y="8"/>
                      <a:pt x="16" y="11"/>
                    </a:cubicBezTo>
                    <a:cubicBezTo>
                      <a:pt x="14" y="14"/>
                      <a:pt x="11" y="17"/>
                      <a:pt x="8" y="19"/>
                    </a:cubicBezTo>
                    <a:cubicBezTo>
                      <a:pt x="6" y="20"/>
                      <a:pt x="3" y="22"/>
                      <a:pt x="0" y="22"/>
                    </a:cubicBezTo>
                    <a:cubicBezTo>
                      <a:pt x="7" y="26"/>
                      <a:pt x="15" y="26"/>
                      <a:pt x="21" y="22"/>
                    </a:cubicBezTo>
                    <a:cubicBezTo>
                      <a:pt x="27" y="18"/>
                      <a:pt x="30" y="12"/>
                      <a:pt x="33" y="7"/>
                    </a:cubicBezTo>
                    <a:cubicBezTo>
                      <a:pt x="34" y="5"/>
                      <a:pt x="35" y="3"/>
                      <a:pt x="37" y="2"/>
                    </a:cubicBezTo>
                    <a:cubicBezTo>
                      <a:pt x="37" y="1"/>
                      <a:pt x="39" y="0"/>
                      <a:pt x="39" y="0"/>
                    </a:cubicBezTo>
                    <a:cubicBezTo>
                      <a:pt x="34" y="0"/>
                      <a:pt x="30" y="0"/>
                      <a:pt x="25"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78" name="Freeform 207"/>
              <p:cNvSpPr>
                <a:spLocks/>
              </p:cNvSpPr>
              <p:nvPr/>
            </p:nvSpPr>
            <p:spPr bwMode="auto">
              <a:xfrm>
                <a:off x="-5395913" y="1212850"/>
                <a:ext cx="93663" cy="66675"/>
              </a:xfrm>
              <a:custGeom>
                <a:avLst/>
                <a:gdLst>
                  <a:gd name="T0" fmla="*/ 8 w 25"/>
                  <a:gd name="T1" fmla="*/ 7 h 18"/>
                  <a:gd name="T2" fmla="*/ 5 w 25"/>
                  <a:gd name="T3" fmla="*/ 12 h 18"/>
                  <a:gd name="T4" fmla="*/ 0 w 25"/>
                  <a:gd name="T5" fmla="*/ 18 h 18"/>
                  <a:gd name="T6" fmla="*/ 9 w 25"/>
                  <a:gd name="T7" fmla="*/ 15 h 18"/>
                  <a:gd name="T8" fmla="*/ 17 w 25"/>
                  <a:gd name="T9" fmla="*/ 5 h 18"/>
                  <a:gd name="T10" fmla="*/ 22 w 25"/>
                  <a:gd name="T11" fmla="*/ 2 h 18"/>
                  <a:gd name="T12" fmla="*/ 25 w 25"/>
                  <a:gd name="T13" fmla="*/ 1 h 18"/>
                  <a:gd name="T14" fmla="*/ 15 w 25"/>
                  <a:gd name="T15" fmla="*/ 1 h 18"/>
                  <a:gd name="T16" fmla="*/ 8 w 25"/>
                  <a:gd name="T17" fmla="*/ 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18">
                    <a:moveTo>
                      <a:pt x="8" y="7"/>
                    </a:moveTo>
                    <a:cubicBezTo>
                      <a:pt x="7" y="9"/>
                      <a:pt x="6" y="10"/>
                      <a:pt x="5" y="12"/>
                    </a:cubicBezTo>
                    <a:cubicBezTo>
                      <a:pt x="4" y="14"/>
                      <a:pt x="3" y="17"/>
                      <a:pt x="0" y="18"/>
                    </a:cubicBezTo>
                    <a:cubicBezTo>
                      <a:pt x="3" y="18"/>
                      <a:pt x="6" y="17"/>
                      <a:pt x="9" y="15"/>
                    </a:cubicBezTo>
                    <a:cubicBezTo>
                      <a:pt x="12" y="12"/>
                      <a:pt x="14" y="8"/>
                      <a:pt x="17" y="5"/>
                    </a:cubicBezTo>
                    <a:cubicBezTo>
                      <a:pt x="18" y="4"/>
                      <a:pt x="20" y="3"/>
                      <a:pt x="22" y="2"/>
                    </a:cubicBezTo>
                    <a:cubicBezTo>
                      <a:pt x="23" y="1"/>
                      <a:pt x="25" y="0"/>
                      <a:pt x="25" y="1"/>
                    </a:cubicBezTo>
                    <a:cubicBezTo>
                      <a:pt x="22" y="0"/>
                      <a:pt x="18" y="0"/>
                      <a:pt x="15" y="1"/>
                    </a:cubicBezTo>
                    <a:cubicBezTo>
                      <a:pt x="12" y="2"/>
                      <a:pt x="10" y="5"/>
                      <a:pt x="8"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79" name="Freeform 208"/>
              <p:cNvSpPr>
                <a:spLocks/>
              </p:cNvSpPr>
              <p:nvPr/>
            </p:nvSpPr>
            <p:spPr bwMode="auto">
              <a:xfrm>
                <a:off x="-5389563" y="1216025"/>
                <a:ext cx="123825" cy="82550"/>
              </a:xfrm>
              <a:custGeom>
                <a:avLst/>
                <a:gdLst>
                  <a:gd name="T0" fmla="*/ 32 w 33"/>
                  <a:gd name="T1" fmla="*/ 1 h 22"/>
                  <a:gd name="T2" fmla="*/ 33 w 33"/>
                  <a:gd name="T3" fmla="*/ 0 h 22"/>
                  <a:gd name="T4" fmla="*/ 22 w 33"/>
                  <a:gd name="T5" fmla="*/ 2 h 22"/>
                  <a:gd name="T6" fmla="*/ 13 w 33"/>
                  <a:gd name="T7" fmla="*/ 9 h 22"/>
                  <a:gd name="T8" fmla="*/ 7 w 33"/>
                  <a:gd name="T9" fmla="*/ 16 h 22"/>
                  <a:gd name="T10" fmla="*/ 0 w 33"/>
                  <a:gd name="T11" fmla="*/ 19 h 22"/>
                  <a:gd name="T12" fmla="*/ 18 w 33"/>
                  <a:gd name="T13" fmla="*/ 19 h 22"/>
                  <a:gd name="T14" fmla="*/ 28 w 33"/>
                  <a:gd name="T15" fmla="*/ 5 h 22"/>
                  <a:gd name="T16" fmla="*/ 32 w 33"/>
                  <a:gd name="T17" fmla="*/ 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22">
                    <a:moveTo>
                      <a:pt x="32" y="1"/>
                    </a:moveTo>
                    <a:cubicBezTo>
                      <a:pt x="32" y="1"/>
                      <a:pt x="33" y="0"/>
                      <a:pt x="33" y="0"/>
                    </a:cubicBezTo>
                    <a:cubicBezTo>
                      <a:pt x="29" y="0"/>
                      <a:pt x="25" y="0"/>
                      <a:pt x="22" y="2"/>
                    </a:cubicBezTo>
                    <a:cubicBezTo>
                      <a:pt x="18" y="4"/>
                      <a:pt x="16" y="6"/>
                      <a:pt x="13" y="9"/>
                    </a:cubicBezTo>
                    <a:cubicBezTo>
                      <a:pt x="12" y="12"/>
                      <a:pt x="10" y="14"/>
                      <a:pt x="7" y="16"/>
                    </a:cubicBezTo>
                    <a:cubicBezTo>
                      <a:pt x="5" y="17"/>
                      <a:pt x="2" y="19"/>
                      <a:pt x="0" y="19"/>
                    </a:cubicBezTo>
                    <a:cubicBezTo>
                      <a:pt x="6" y="22"/>
                      <a:pt x="13" y="22"/>
                      <a:pt x="18" y="19"/>
                    </a:cubicBezTo>
                    <a:cubicBezTo>
                      <a:pt x="23" y="16"/>
                      <a:pt x="25" y="10"/>
                      <a:pt x="28" y="5"/>
                    </a:cubicBezTo>
                    <a:cubicBezTo>
                      <a:pt x="29" y="4"/>
                      <a:pt x="30" y="2"/>
                      <a:pt x="3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80" name="Freeform 209"/>
              <p:cNvSpPr>
                <a:spLocks/>
              </p:cNvSpPr>
              <p:nvPr/>
            </p:nvSpPr>
            <p:spPr bwMode="auto">
              <a:xfrm>
                <a:off x="-5519738" y="1295400"/>
                <a:ext cx="112713" cy="77788"/>
              </a:xfrm>
              <a:custGeom>
                <a:avLst/>
                <a:gdLst>
                  <a:gd name="T0" fmla="*/ 11 w 30"/>
                  <a:gd name="T1" fmla="*/ 6 h 21"/>
                  <a:gd name="T2" fmla="*/ 20 w 30"/>
                  <a:gd name="T3" fmla="*/ 17 h 21"/>
                  <a:gd name="T4" fmla="*/ 30 w 30"/>
                  <a:gd name="T5" fmla="*/ 21 h 21"/>
                  <a:gd name="T6" fmla="*/ 24 w 30"/>
                  <a:gd name="T7" fmla="*/ 14 h 21"/>
                  <a:gd name="T8" fmla="*/ 20 w 30"/>
                  <a:gd name="T9" fmla="*/ 8 h 21"/>
                  <a:gd name="T10" fmla="*/ 12 w 30"/>
                  <a:gd name="T11" fmla="*/ 2 h 21"/>
                  <a:gd name="T12" fmla="*/ 0 w 30"/>
                  <a:gd name="T13" fmla="*/ 1 h 21"/>
                  <a:gd name="T14" fmla="*/ 4 w 30"/>
                  <a:gd name="T15" fmla="*/ 2 h 21"/>
                  <a:gd name="T16" fmla="*/ 11 w 30"/>
                  <a:gd name="T17" fmla="*/ 6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21">
                    <a:moveTo>
                      <a:pt x="11" y="6"/>
                    </a:moveTo>
                    <a:cubicBezTo>
                      <a:pt x="14" y="10"/>
                      <a:pt x="16" y="14"/>
                      <a:pt x="20" y="17"/>
                    </a:cubicBezTo>
                    <a:cubicBezTo>
                      <a:pt x="23" y="19"/>
                      <a:pt x="26" y="21"/>
                      <a:pt x="30" y="21"/>
                    </a:cubicBezTo>
                    <a:cubicBezTo>
                      <a:pt x="27" y="20"/>
                      <a:pt x="25" y="17"/>
                      <a:pt x="24" y="14"/>
                    </a:cubicBezTo>
                    <a:cubicBezTo>
                      <a:pt x="23" y="12"/>
                      <a:pt x="22" y="10"/>
                      <a:pt x="20" y="8"/>
                    </a:cubicBezTo>
                    <a:cubicBezTo>
                      <a:pt x="18" y="5"/>
                      <a:pt x="16" y="3"/>
                      <a:pt x="12" y="2"/>
                    </a:cubicBezTo>
                    <a:cubicBezTo>
                      <a:pt x="8" y="0"/>
                      <a:pt x="4" y="0"/>
                      <a:pt x="0" y="1"/>
                    </a:cubicBezTo>
                    <a:cubicBezTo>
                      <a:pt x="1" y="1"/>
                      <a:pt x="3" y="2"/>
                      <a:pt x="4" y="2"/>
                    </a:cubicBezTo>
                    <a:cubicBezTo>
                      <a:pt x="6" y="3"/>
                      <a:pt x="9" y="4"/>
                      <a:pt x="11"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81" name="Freeform 210"/>
              <p:cNvSpPr>
                <a:spLocks/>
              </p:cNvSpPr>
              <p:nvPr/>
            </p:nvSpPr>
            <p:spPr bwMode="auto">
              <a:xfrm>
                <a:off x="-5561013" y="1298575"/>
                <a:ext cx="146050" cy="98425"/>
              </a:xfrm>
              <a:custGeom>
                <a:avLst/>
                <a:gdLst>
                  <a:gd name="T0" fmla="*/ 6 w 39"/>
                  <a:gd name="T1" fmla="*/ 7 h 26"/>
                  <a:gd name="T2" fmla="*/ 17 w 39"/>
                  <a:gd name="T3" fmla="*/ 22 h 26"/>
                  <a:gd name="T4" fmla="*/ 39 w 39"/>
                  <a:gd name="T5" fmla="*/ 22 h 26"/>
                  <a:gd name="T6" fmla="*/ 30 w 39"/>
                  <a:gd name="T7" fmla="*/ 19 h 26"/>
                  <a:gd name="T8" fmla="*/ 23 w 39"/>
                  <a:gd name="T9" fmla="*/ 11 h 26"/>
                  <a:gd name="T10" fmla="*/ 13 w 39"/>
                  <a:gd name="T11" fmla="*/ 3 h 26"/>
                  <a:gd name="T12" fmla="*/ 0 w 39"/>
                  <a:gd name="T13" fmla="*/ 0 h 26"/>
                  <a:gd name="T14" fmla="*/ 2 w 39"/>
                  <a:gd name="T15" fmla="*/ 2 h 26"/>
                  <a:gd name="T16" fmla="*/ 6 w 39"/>
                  <a:gd name="T17" fmla="*/ 7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26">
                    <a:moveTo>
                      <a:pt x="6" y="7"/>
                    </a:moveTo>
                    <a:cubicBezTo>
                      <a:pt x="9" y="12"/>
                      <a:pt x="11" y="18"/>
                      <a:pt x="17" y="22"/>
                    </a:cubicBezTo>
                    <a:cubicBezTo>
                      <a:pt x="24" y="26"/>
                      <a:pt x="32" y="26"/>
                      <a:pt x="39" y="22"/>
                    </a:cubicBezTo>
                    <a:cubicBezTo>
                      <a:pt x="36" y="22"/>
                      <a:pt x="33" y="20"/>
                      <a:pt x="30" y="19"/>
                    </a:cubicBezTo>
                    <a:cubicBezTo>
                      <a:pt x="28" y="17"/>
                      <a:pt x="25" y="14"/>
                      <a:pt x="23" y="11"/>
                    </a:cubicBezTo>
                    <a:cubicBezTo>
                      <a:pt x="20" y="8"/>
                      <a:pt x="18" y="5"/>
                      <a:pt x="13" y="3"/>
                    </a:cubicBezTo>
                    <a:cubicBezTo>
                      <a:pt x="9" y="0"/>
                      <a:pt x="4" y="0"/>
                      <a:pt x="0" y="0"/>
                    </a:cubicBezTo>
                    <a:cubicBezTo>
                      <a:pt x="0" y="0"/>
                      <a:pt x="1" y="1"/>
                      <a:pt x="2" y="2"/>
                    </a:cubicBezTo>
                    <a:cubicBezTo>
                      <a:pt x="3" y="3"/>
                      <a:pt x="5" y="5"/>
                      <a:pt x="6"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82" name="Freeform 211"/>
              <p:cNvSpPr>
                <a:spLocks/>
              </p:cNvSpPr>
              <p:nvPr/>
            </p:nvSpPr>
            <p:spPr bwMode="auto">
              <a:xfrm>
                <a:off x="-5505450" y="1212850"/>
                <a:ext cx="98425" cy="66675"/>
              </a:xfrm>
              <a:custGeom>
                <a:avLst/>
                <a:gdLst>
                  <a:gd name="T0" fmla="*/ 11 w 26"/>
                  <a:gd name="T1" fmla="*/ 1 h 18"/>
                  <a:gd name="T2" fmla="*/ 0 w 26"/>
                  <a:gd name="T3" fmla="*/ 1 h 18"/>
                  <a:gd name="T4" fmla="*/ 3 w 26"/>
                  <a:gd name="T5" fmla="*/ 2 h 18"/>
                  <a:gd name="T6" fmla="*/ 9 w 26"/>
                  <a:gd name="T7" fmla="*/ 5 h 18"/>
                  <a:gd name="T8" fmla="*/ 17 w 26"/>
                  <a:gd name="T9" fmla="*/ 15 h 18"/>
                  <a:gd name="T10" fmla="*/ 26 w 26"/>
                  <a:gd name="T11" fmla="*/ 18 h 18"/>
                  <a:gd name="T12" fmla="*/ 21 w 26"/>
                  <a:gd name="T13" fmla="*/ 12 h 18"/>
                  <a:gd name="T14" fmla="*/ 18 w 26"/>
                  <a:gd name="T15" fmla="*/ 7 h 18"/>
                  <a:gd name="T16" fmla="*/ 11 w 26"/>
                  <a:gd name="T17"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18">
                    <a:moveTo>
                      <a:pt x="11" y="1"/>
                    </a:moveTo>
                    <a:cubicBezTo>
                      <a:pt x="7" y="0"/>
                      <a:pt x="4" y="0"/>
                      <a:pt x="0" y="1"/>
                    </a:cubicBezTo>
                    <a:cubicBezTo>
                      <a:pt x="1" y="0"/>
                      <a:pt x="3" y="1"/>
                      <a:pt x="3" y="2"/>
                    </a:cubicBezTo>
                    <a:cubicBezTo>
                      <a:pt x="5" y="3"/>
                      <a:pt x="8" y="4"/>
                      <a:pt x="9" y="5"/>
                    </a:cubicBezTo>
                    <a:cubicBezTo>
                      <a:pt x="12" y="8"/>
                      <a:pt x="14" y="12"/>
                      <a:pt x="17" y="15"/>
                    </a:cubicBezTo>
                    <a:cubicBezTo>
                      <a:pt x="20" y="17"/>
                      <a:pt x="23" y="18"/>
                      <a:pt x="26" y="18"/>
                    </a:cubicBezTo>
                    <a:cubicBezTo>
                      <a:pt x="23" y="17"/>
                      <a:pt x="22" y="14"/>
                      <a:pt x="21" y="12"/>
                    </a:cubicBezTo>
                    <a:cubicBezTo>
                      <a:pt x="20" y="10"/>
                      <a:pt x="19" y="9"/>
                      <a:pt x="18" y="7"/>
                    </a:cubicBezTo>
                    <a:cubicBezTo>
                      <a:pt x="16" y="5"/>
                      <a:pt x="14" y="2"/>
                      <a:pt x="1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83" name="Freeform 212"/>
              <p:cNvSpPr>
                <a:spLocks/>
              </p:cNvSpPr>
              <p:nvPr/>
            </p:nvSpPr>
            <p:spPr bwMode="auto">
              <a:xfrm>
                <a:off x="-5543550" y="1216025"/>
                <a:ext cx="128588" cy="82550"/>
              </a:xfrm>
              <a:custGeom>
                <a:avLst/>
                <a:gdLst>
                  <a:gd name="T0" fmla="*/ 0 w 34"/>
                  <a:gd name="T1" fmla="*/ 0 h 22"/>
                  <a:gd name="T2" fmla="*/ 2 w 34"/>
                  <a:gd name="T3" fmla="*/ 1 h 22"/>
                  <a:gd name="T4" fmla="*/ 6 w 34"/>
                  <a:gd name="T5" fmla="*/ 5 h 22"/>
                  <a:gd name="T6" fmla="*/ 16 w 34"/>
                  <a:gd name="T7" fmla="*/ 19 h 22"/>
                  <a:gd name="T8" fmla="*/ 34 w 34"/>
                  <a:gd name="T9" fmla="*/ 19 h 22"/>
                  <a:gd name="T10" fmla="*/ 27 w 34"/>
                  <a:gd name="T11" fmla="*/ 16 h 22"/>
                  <a:gd name="T12" fmla="*/ 20 w 34"/>
                  <a:gd name="T13" fmla="*/ 9 h 22"/>
                  <a:gd name="T14" fmla="*/ 12 w 34"/>
                  <a:gd name="T15" fmla="*/ 2 h 22"/>
                  <a:gd name="T16" fmla="*/ 0 w 34"/>
                  <a:gd name="T1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22">
                    <a:moveTo>
                      <a:pt x="0" y="0"/>
                    </a:moveTo>
                    <a:cubicBezTo>
                      <a:pt x="1" y="0"/>
                      <a:pt x="2" y="1"/>
                      <a:pt x="2" y="1"/>
                    </a:cubicBezTo>
                    <a:cubicBezTo>
                      <a:pt x="4" y="2"/>
                      <a:pt x="5" y="4"/>
                      <a:pt x="6" y="5"/>
                    </a:cubicBezTo>
                    <a:cubicBezTo>
                      <a:pt x="9" y="10"/>
                      <a:pt x="10" y="16"/>
                      <a:pt x="16" y="19"/>
                    </a:cubicBezTo>
                    <a:cubicBezTo>
                      <a:pt x="21" y="22"/>
                      <a:pt x="28" y="22"/>
                      <a:pt x="34" y="19"/>
                    </a:cubicBezTo>
                    <a:cubicBezTo>
                      <a:pt x="31" y="19"/>
                      <a:pt x="29" y="17"/>
                      <a:pt x="27" y="16"/>
                    </a:cubicBezTo>
                    <a:cubicBezTo>
                      <a:pt x="24" y="14"/>
                      <a:pt x="22" y="12"/>
                      <a:pt x="20" y="9"/>
                    </a:cubicBezTo>
                    <a:cubicBezTo>
                      <a:pt x="18" y="6"/>
                      <a:pt x="16" y="4"/>
                      <a:pt x="12" y="2"/>
                    </a:cubicBezTo>
                    <a:cubicBezTo>
                      <a:pt x="9" y="0"/>
                      <a:pt x="4"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84" name="Freeform 213"/>
              <p:cNvSpPr>
                <a:spLocks/>
              </p:cNvSpPr>
              <p:nvPr/>
            </p:nvSpPr>
            <p:spPr bwMode="auto">
              <a:xfrm>
                <a:off x="-5403850" y="1152525"/>
                <a:ext cx="52388" cy="109538"/>
              </a:xfrm>
              <a:custGeom>
                <a:avLst/>
                <a:gdLst>
                  <a:gd name="T0" fmla="*/ 9 w 14"/>
                  <a:gd name="T1" fmla="*/ 10 h 29"/>
                  <a:gd name="T2" fmla="*/ 2 w 14"/>
                  <a:gd name="T3" fmla="*/ 20 h 29"/>
                  <a:gd name="T4" fmla="*/ 0 w 14"/>
                  <a:gd name="T5" fmla="*/ 29 h 29"/>
                  <a:gd name="T6" fmla="*/ 5 w 14"/>
                  <a:gd name="T7" fmla="*/ 23 h 29"/>
                  <a:gd name="T8" fmla="*/ 9 w 14"/>
                  <a:gd name="T9" fmla="*/ 19 h 29"/>
                  <a:gd name="T10" fmla="*/ 13 w 14"/>
                  <a:gd name="T11" fmla="*/ 11 h 29"/>
                  <a:gd name="T12" fmla="*/ 12 w 14"/>
                  <a:gd name="T13" fmla="*/ 0 h 29"/>
                  <a:gd name="T14" fmla="*/ 12 w 14"/>
                  <a:gd name="T15" fmla="*/ 4 h 29"/>
                  <a:gd name="T16" fmla="*/ 9 w 14"/>
                  <a:gd name="T17" fmla="*/ 1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29">
                    <a:moveTo>
                      <a:pt x="9" y="10"/>
                    </a:moveTo>
                    <a:cubicBezTo>
                      <a:pt x="7" y="13"/>
                      <a:pt x="4" y="16"/>
                      <a:pt x="2" y="20"/>
                    </a:cubicBezTo>
                    <a:cubicBezTo>
                      <a:pt x="1" y="23"/>
                      <a:pt x="0" y="26"/>
                      <a:pt x="0" y="29"/>
                    </a:cubicBezTo>
                    <a:cubicBezTo>
                      <a:pt x="0" y="26"/>
                      <a:pt x="3" y="24"/>
                      <a:pt x="5" y="23"/>
                    </a:cubicBezTo>
                    <a:cubicBezTo>
                      <a:pt x="7" y="21"/>
                      <a:pt x="8" y="20"/>
                      <a:pt x="9" y="19"/>
                    </a:cubicBezTo>
                    <a:cubicBezTo>
                      <a:pt x="11" y="16"/>
                      <a:pt x="13" y="14"/>
                      <a:pt x="13" y="11"/>
                    </a:cubicBezTo>
                    <a:cubicBezTo>
                      <a:pt x="14" y="7"/>
                      <a:pt x="13" y="4"/>
                      <a:pt x="12" y="0"/>
                    </a:cubicBezTo>
                    <a:cubicBezTo>
                      <a:pt x="12" y="1"/>
                      <a:pt x="12" y="3"/>
                      <a:pt x="12" y="4"/>
                    </a:cubicBezTo>
                    <a:cubicBezTo>
                      <a:pt x="11" y="6"/>
                      <a:pt x="10" y="8"/>
                      <a:pt x="9"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85" name="Freeform 214"/>
              <p:cNvSpPr>
                <a:spLocks/>
              </p:cNvSpPr>
              <p:nvPr/>
            </p:nvSpPr>
            <p:spPr bwMode="auto">
              <a:xfrm>
                <a:off x="-5434013" y="1119187"/>
                <a:ext cx="71438" cy="138113"/>
              </a:xfrm>
              <a:custGeom>
                <a:avLst/>
                <a:gdLst>
                  <a:gd name="T0" fmla="*/ 6 w 19"/>
                  <a:gd name="T1" fmla="*/ 37 h 37"/>
                  <a:gd name="T2" fmla="*/ 7 w 19"/>
                  <a:gd name="T3" fmla="*/ 29 h 37"/>
                  <a:gd name="T4" fmla="*/ 12 w 19"/>
                  <a:gd name="T5" fmla="*/ 22 h 37"/>
                  <a:gd name="T6" fmla="*/ 18 w 19"/>
                  <a:gd name="T7" fmla="*/ 12 h 37"/>
                  <a:gd name="T8" fmla="*/ 17 w 19"/>
                  <a:gd name="T9" fmla="*/ 0 h 37"/>
                  <a:gd name="T10" fmla="*/ 16 w 19"/>
                  <a:gd name="T11" fmla="*/ 2 h 37"/>
                  <a:gd name="T12" fmla="*/ 13 w 19"/>
                  <a:gd name="T13" fmla="*/ 6 h 37"/>
                  <a:gd name="T14" fmla="*/ 2 w 19"/>
                  <a:gd name="T15" fmla="*/ 19 h 37"/>
                  <a:gd name="T16" fmla="*/ 6 w 19"/>
                  <a:gd name="T17"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37">
                    <a:moveTo>
                      <a:pt x="6" y="37"/>
                    </a:moveTo>
                    <a:cubicBezTo>
                      <a:pt x="6" y="34"/>
                      <a:pt x="6" y="31"/>
                      <a:pt x="7" y="29"/>
                    </a:cubicBezTo>
                    <a:cubicBezTo>
                      <a:pt x="8" y="26"/>
                      <a:pt x="10" y="24"/>
                      <a:pt x="12" y="22"/>
                    </a:cubicBezTo>
                    <a:cubicBezTo>
                      <a:pt x="15" y="19"/>
                      <a:pt x="17" y="16"/>
                      <a:pt x="18" y="12"/>
                    </a:cubicBezTo>
                    <a:cubicBezTo>
                      <a:pt x="19" y="8"/>
                      <a:pt x="18" y="4"/>
                      <a:pt x="17" y="0"/>
                    </a:cubicBezTo>
                    <a:cubicBezTo>
                      <a:pt x="17" y="1"/>
                      <a:pt x="16" y="2"/>
                      <a:pt x="16" y="2"/>
                    </a:cubicBezTo>
                    <a:cubicBezTo>
                      <a:pt x="15" y="4"/>
                      <a:pt x="14" y="5"/>
                      <a:pt x="13" y="6"/>
                    </a:cubicBezTo>
                    <a:cubicBezTo>
                      <a:pt x="9" y="10"/>
                      <a:pt x="4" y="13"/>
                      <a:pt x="2" y="19"/>
                    </a:cubicBezTo>
                    <a:cubicBezTo>
                      <a:pt x="0" y="25"/>
                      <a:pt x="1" y="32"/>
                      <a:pt x="6" y="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86" name="Freeform 215"/>
              <p:cNvSpPr>
                <a:spLocks noEditPoints="1"/>
              </p:cNvSpPr>
              <p:nvPr/>
            </p:nvSpPr>
            <p:spPr bwMode="auto">
              <a:xfrm>
                <a:off x="-2192338" y="7464425"/>
                <a:ext cx="206375" cy="206375"/>
              </a:xfrm>
              <a:custGeom>
                <a:avLst/>
                <a:gdLst>
                  <a:gd name="T0" fmla="*/ 41 w 55"/>
                  <a:gd name="T1" fmla="*/ 51 h 55"/>
                  <a:gd name="T2" fmla="*/ 52 w 55"/>
                  <a:gd name="T3" fmla="*/ 41 h 55"/>
                  <a:gd name="T4" fmla="*/ 55 w 55"/>
                  <a:gd name="T5" fmla="*/ 33 h 55"/>
                  <a:gd name="T6" fmla="*/ 55 w 55"/>
                  <a:gd name="T7" fmla="*/ 22 h 55"/>
                  <a:gd name="T8" fmla="*/ 52 w 55"/>
                  <a:gd name="T9" fmla="*/ 14 h 55"/>
                  <a:gd name="T10" fmla="*/ 41 w 55"/>
                  <a:gd name="T11" fmla="*/ 4 h 55"/>
                  <a:gd name="T12" fmla="*/ 38 w 55"/>
                  <a:gd name="T13" fmla="*/ 2 h 55"/>
                  <a:gd name="T14" fmla="*/ 30 w 55"/>
                  <a:gd name="T15" fmla="*/ 0 h 55"/>
                  <a:gd name="T16" fmla="*/ 31 w 55"/>
                  <a:gd name="T17" fmla="*/ 3 h 55"/>
                  <a:gd name="T18" fmla="*/ 34 w 55"/>
                  <a:gd name="T19" fmla="*/ 3 h 55"/>
                  <a:gd name="T20" fmla="*/ 37 w 55"/>
                  <a:gd name="T21" fmla="*/ 4 h 55"/>
                  <a:gd name="T22" fmla="*/ 36 w 55"/>
                  <a:gd name="T23" fmla="*/ 5 h 55"/>
                  <a:gd name="T24" fmla="*/ 32 w 55"/>
                  <a:gd name="T25" fmla="*/ 6 h 55"/>
                  <a:gd name="T26" fmla="*/ 33 w 55"/>
                  <a:gd name="T27" fmla="*/ 9 h 55"/>
                  <a:gd name="T28" fmla="*/ 35 w 55"/>
                  <a:gd name="T29" fmla="*/ 11 h 55"/>
                  <a:gd name="T30" fmla="*/ 39 w 55"/>
                  <a:gd name="T31" fmla="*/ 6 h 55"/>
                  <a:gd name="T32" fmla="*/ 42 w 55"/>
                  <a:gd name="T33" fmla="*/ 7 h 55"/>
                  <a:gd name="T34" fmla="*/ 44 w 55"/>
                  <a:gd name="T35" fmla="*/ 8 h 55"/>
                  <a:gd name="T36" fmla="*/ 46 w 55"/>
                  <a:gd name="T37" fmla="*/ 12 h 55"/>
                  <a:gd name="T38" fmla="*/ 45 w 55"/>
                  <a:gd name="T39" fmla="*/ 13 h 55"/>
                  <a:gd name="T40" fmla="*/ 43 w 55"/>
                  <a:gd name="T41" fmla="*/ 12 h 55"/>
                  <a:gd name="T42" fmla="*/ 40 w 55"/>
                  <a:gd name="T43" fmla="*/ 13 h 55"/>
                  <a:gd name="T44" fmla="*/ 42 w 55"/>
                  <a:gd name="T45" fmla="*/ 14 h 55"/>
                  <a:gd name="T46" fmla="*/ 37 w 55"/>
                  <a:gd name="T47" fmla="*/ 16 h 55"/>
                  <a:gd name="T48" fmla="*/ 34 w 55"/>
                  <a:gd name="T49" fmla="*/ 18 h 55"/>
                  <a:gd name="T50" fmla="*/ 30 w 55"/>
                  <a:gd name="T51" fmla="*/ 21 h 55"/>
                  <a:gd name="T52" fmla="*/ 32 w 55"/>
                  <a:gd name="T53" fmla="*/ 33 h 55"/>
                  <a:gd name="T54" fmla="*/ 35 w 55"/>
                  <a:gd name="T55" fmla="*/ 34 h 55"/>
                  <a:gd name="T56" fmla="*/ 38 w 55"/>
                  <a:gd name="T57" fmla="*/ 35 h 55"/>
                  <a:gd name="T58" fmla="*/ 43 w 55"/>
                  <a:gd name="T59" fmla="*/ 37 h 55"/>
                  <a:gd name="T60" fmla="*/ 46 w 55"/>
                  <a:gd name="T61" fmla="*/ 40 h 55"/>
                  <a:gd name="T62" fmla="*/ 50 w 55"/>
                  <a:gd name="T63" fmla="*/ 41 h 55"/>
                  <a:gd name="T64" fmla="*/ 32 w 55"/>
                  <a:gd name="T65" fmla="*/ 48 h 55"/>
                  <a:gd name="T66" fmla="*/ 1 w 55"/>
                  <a:gd name="T67" fmla="*/ 24 h 55"/>
                  <a:gd name="T68" fmla="*/ 1 w 55"/>
                  <a:gd name="T69" fmla="*/ 35 h 55"/>
                  <a:gd name="T70" fmla="*/ 6 w 55"/>
                  <a:gd name="T71" fmla="*/ 45 h 55"/>
                  <a:gd name="T72" fmla="*/ 18 w 55"/>
                  <a:gd name="T73" fmla="*/ 53 h 55"/>
                  <a:gd name="T74" fmla="*/ 28 w 55"/>
                  <a:gd name="T75" fmla="*/ 44 h 55"/>
                  <a:gd name="T76" fmla="*/ 27 w 55"/>
                  <a:gd name="T77" fmla="*/ 39 h 55"/>
                  <a:gd name="T78" fmla="*/ 29 w 55"/>
                  <a:gd name="T79" fmla="*/ 35 h 55"/>
                  <a:gd name="T80" fmla="*/ 25 w 55"/>
                  <a:gd name="T81" fmla="*/ 34 h 55"/>
                  <a:gd name="T82" fmla="*/ 22 w 55"/>
                  <a:gd name="T83" fmla="*/ 32 h 55"/>
                  <a:gd name="T84" fmla="*/ 16 w 55"/>
                  <a:gd name="T85" fmla="*/ 29 h 55"/>
                  <a:gd name="T86" fmla="*/ 14 w 55"/>
                  <a:gd name="T87" fmla="*/ 25 h 55"/>
                  <a:gd name="T88" fmla="*/ 12 w 55"/>
                  <a:gd name="T89" fmla="*/ 24 h 55"/>
                  <a:gd name="T90" fmla="*/ 12 w 55"/>
                  <a:gd name="T91" fmla="*/ 25 h 55"/>
                  <a:gd name="T92" fmla="*/ 10 w 55"/>
                  <a:gd name="T93" fmla="*/ 21 h 55"/>
                  <a:gd name="T94" fmla="*/ 10 w 55"/>
                  <a:gd name="T95" fmla="*/ 16 h 55"/>
                  <a:gd name="T96" fmla="*/ 12 w 55"/>
                  <a:gd name="T97" fmla="*/ 11 h 55"/>
                  <a:gd name="T98" fmla="*/ 12 w 55"/>
                  <a:gd name="T99" fmla="*/ 8 h 55"/>
                  <a:gd name="T100" fmla="*/ 25 w 55"/>
                  <a:gd name="T101" fmla="*/ 2 h 55"/>
                  <a:gd name="T102" fmla="*/ 30 w 55"/>
                  <a:gd name="T103" fmla="*/ 0 h 55"/>
                  <a:gd name="T104" fmla="*/ 17 w 55"/>
                  <a:gd name="T105" fmla="*/ 2 h 55"/>
                  <a:gd name="T106" fmla="*/ 8 w 55"/>
                  <a:gd name="T107" fmla="*/ 8 h 55"/>
                  <a:gd name="T108" fmla="*/ 2 w 55"/>
                  <a:gd name="T109" fmla="*/ 18 h 55"/>
                  <a:gd name="T110" fmla="*/ 29 w 55"/>
                  <a:gd name="T111" fmla="*/ 35 h 55"/>
                  <a:gd name="T112" fmla="*/ 26 w 55"/>
                  <a:gd name="T113" fmla="*/ 31 h 55"/>
                  <a:gd name="T114" fmla="*/ 25 w 55"/>
                  <a:gd name="T115" fmla="*/ 28 h 55"/>
                  <a:gd name="T116" fmla="*/ 20 w 55"/>
                  <a:gd name="T117" fmla="*/ 29 h 55"/>
                  <a:gd name="T118" fmla="*/ 22 w 55"/>
                  <a:gd name="T119" fmla="*/ 23 h 55"/>
                  <a:gd name="T120" fmla="*/ 27 w 55"/>
                  <a:gd name="T121" fmla="*/ 23 h 55"/>
                  <a:gd name="T122" fmla="*/ 29 w 55"/>
                  <a:gd name="T123" fmla="*/ 2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5" h="55">
                    <a:moveTo>
                      <a:pt x="30" y="55"/>
                    </a:moveTo>
                    <a:cubicBezTo>
                      <a:pt x="31" y="55"/>
                      <a:pt x="33" y="55"/>
                      <a:pt x="34" y="54"/>
                    </a:cubicBezTo>
                    <a:cubicBezTo>
                      <a:pt x="35" y="54"/>
                      <a:pt x="36" y="54"/>
                      <a:pt x="37" y="54"/>
                    </a:cubicBezTo>
                    <a:cubicBezTo>
                      <a:pt x="37" y="54"/>
                      <a:pt x="37" y="53"/>
                      <a:pt x="38" y="53"/>
                    </a:cubicBezTo>
                    <a:cubicBezTo>
                      <a:pt x="39" y="53"/>
                      <a:pt x="39" y="53"/>
                      <a:pt x="40" y="52"/>
                    </a:cubicBezTo>
                    <a:cubicBezTo>
                      <a:pt x="41" y="52"/>
                      <a:pt x="41" y="52"/>
                      <a:pt x="41" y="51"/>
                    </a:cubicBezTo>
                    <a:cubicBezTo>
                      <a:pt x="43" y="50"/>
                      <a:pt x="45" y="49"/>
                      <a:pt x="46" y="48"/>
                    </a:cubicBezTo>
                    <a:cubicBezTo>
                      <a:pt x="47" y="48"/>
                      <a:pt x="47" y="47"/>
                      <a:pt x="47" y="47"/>
                    </a:cubicBezTo>
                    <a:cubicBezTo>
                      <a:pt x="47" y="47"/>
                      <a:pt x="48" y="46"/>
                      <a:pt x="48" y="46"/>
                    </a:cubicBezTo>
                    <a:cubicBezTo>
                      <a:pt x="49" y="46"/>
                      <a:pt x="49" y="45"/>
                      <a:pt x="49" y="45"/>
                    </a:cubicBezTo>
                    <a:cubicBezTo>
                      <a:pt x="50" y="44"/>
                      <a:pt x="51" y="43"/>
                      <a:pt x="51" y="42"/>
                    </a:cubicBezTo>
                    <a:cubicBezTo>
                      <a:pt x="51" y="42"/>
                      <a:pt x="51" y="42"/>
                      <a:pt x="52" y="41"/>
                    </a:cubicBezTo>
                    <a:cubicBezTo>
                      <a:pt x="52" y="41"/>
                      <a:pt x="52" y="41"/>
                      <a:pt x="52" y="40"/>
                    </a:cubicBezTo>
                    <a:cubicBezTo>
                      <a:pt x="52" y="40"/>
                      <a:pt x="52" y="40"/>
                      <a:pt x="53" y="40"/>
                    </a:cubicBezTo>
                    <a:cubicBezTo>
                      <a:pt x="53" y="39"/>
                      <a:pt x="53" y="39"/>
                      <a:pt x="53" y="38"/>
                    </a:cubicBezTo>
                    <a:cubicBezTo>
                      <a:pt x="53" y="38"/>
                      <a:pt x="53" y="38"/>
                      <a:pt x="54" y="37"/>
                    </a:cubicBezTo>
                    <a:cubicBezTo>
                      <a:pt x="54" y="36"/>
                      <a:pt x="54" y="35"/>
                      <a:pt x="54" y="35"/>
                    </a:cubicBezTo>
                    <a:cubicBezTo>
                      <a:pt x="54" y="34"/>
                      <a:pt x="55" y="34"/>
                      <a:pt x="55" y="33"/>
                    </a:cubicBezTo>
                    <a:cubicBezTo>
                      <a:pt x="55" y="33"/>
                      <a:pt x="55" y="32"/>
                      <a:pt x="55" y="32"/>
                    </a:cubicBezTo>
                    <a:cubicBezTo>
                      <a:pt x="55" y="31"/>
                      <a:pt x="55" y="31"/>
                      <a:pt x="55" y="30"/>
                    </a:cubicBezTo>
                    <a:cubicBezTo>
                      <a:pt x="55" y="30"/>
                      <a:pt x="55" y="29"/>
                      <a:pt x="55" y="28"/>
                    </a:cubicBezTo>
                    <a:cubicBezTo>
                      <a:pt x="55" y="27"/>
                      <a:pt x="55" y="26"/>
                      <a:pt x="55" y="25"/>
                    </a:cubicBezTo>
                    <a:cubicBezTo>
                      <a:pt x="55" y="24"/>
                      <a:pt x="55" y="24"/>
                      <a:pt x="55" y="24"/>
                    </a:cubicBezTo>
                    <a:cubicBezTo>
                      <a:pt x="55" y="23"/>
                      <a:pt x="55" y="23"/>
                      <a:pt x="55" y="22"/>
                    </a:cubicBezTo>
                    <a:cubicBezTo>
                      <a:pt x="55" y="22"/>
                      <a:pt x="54" y="21"/>
                      <a:pt x="54" y="21"/>
                    </a:cubicBezTo>
                    <a:cubicBezTo>
                      <a:pt x="54" y="20"/>
                      <a:pt x="54" y="19"/>
                      <a:pt x="54" y="18"/>
                    </a:cubicBezTo>
                    <a:cubicBezTo>
                      <a:pt x="53" y="18"/>
                      <a:pt x="53" y="18"/>
                      <a:pt x="53" y="18"/>
                    </a:cubicBezTo>
                    <a:cubicBezTo>
                      <a:pt x="53" y="17"/>
                      <a:pt x="53" y="16"/>
                      <a:pt x="53" y="16"/>
                    </a:cubicBezTo>
                    <a:cubicBezTo>
                      <a:pt x="52" y="16"/>
                      <a:pt x="52" y="15"/>
                      <a:pt x="52" y="15"/>
                    </a:cubicBezTo>
                    <a:cubicBezTo>
                      <a:pt x="52" y="15"/>
                      <a:pt x="52" y="14"/>
                      <a:pt x="52" y="14"/>
                    </a:cubicBezTo>
                    <a:cubicBezTo>
                      <a:pt x="51" y="13"/>
                      <a:pt x="50" y="12"/>
                      <a:pt x="49" y="11"/>
                    </a:cubicBezTo>
                    <a:cubicBezTo>
                      <a:pt x="49" y="10"/>
                      <a:pt x="49" y="10"/>
                      <a:pt x="48" y="9"/>
                    </a:cubicBezTo>
                    <a:cubicBezTo>
                      <a:pt x="48" y="9"/>
                      <a:pt x="47" y="9"/>
                      <a:pt x="47" y="8"/>
                    </a:cubicBezTo>
                    <a:cubicBezTo>
                      <a:pt x="47" y="8"/>
                      <a:pt x="47" y="8"/>
                      <a:pt x="46" y="7"/>
                    </a:cubicBezTo>
                    <a:cubicBezTo>
                      <a:pt x="46" y="7"/>
                      <a:pt x="45" y="6"/>
                      <a:pt x="44" y="6"/>
                    </a:cubicBezTo>
                    <a:cubicBezTo>
                      <a:pt x="43" y="5"/>
                      <a:pt x="42" y="4"/>
                      <a:pt x="41" y="4"/>
                    </a:cubicBezTo>
                    <a:cubicBezTo>
                      <a:pt x="41" y="4"/>
                      <a:pt x="41" y="3"/>
                      <a:pt x="40" y="3"/>
                    </a:cubicBezTo>
                    <a:cubicBezTo>
                      <a:pt x="40" y="3"/>
                      <a:pt x="40" y="3"/>
                      <a:pt x="40" y="3"/>
                    </a:cubicBezTo>
                    <a:cubicBezTo>
                      <a:pt x="40" y="3"/>
                      <a:pt x="39" y="3"/>
                      <a:pt x="39" y="3"/>
                    </a:cubicBezTo>
                    <a:cubicBezTo>
                      <a:pt x="39" y="3"/>
                      <a:pt x="39" y="3"/>
                      <a:pt x="39" y="3"/>
                    </a:cubicBezTo>
                    <a:cubicBezTo>
                      <a:pt x="38" y="2"/>
                      <a:pt x="38" y="2"/>
                      <a:pt x="38" y="2"/>
                    </a:cubicBezTo>
                    <a:cubicBezTo>
                      <a:pt x="38" y="2"/>
                      <a:pt x="38" y="2"/>
                      <a:pt x="38" y="2"/>
                    </a:cubicBezTo>
                    <a:cubicBezTo>
                      <a:pt x="37" y="2"/>
                      <a:pt x="37" y="2"/>
                      <a:pt x="37" y="2"/>
                    </a:cubicBezTo>
                    <a:cubicBezTo>
                      <a:pt x="37" y="2"/>
                      <a:pt x="37" y="2"/>
                      <a:pt x="37" y="2"/>
                    </a:cubicBezTo>
                    <a:cubicBezTo>
                      <a:pt x="36" y="1"/>
                      <a:pt x="35" y="1"/>
                      <a:pt x="34" y="1"/>
                    </a:cubicBezTo>
                    <a:cubicBezTo>
                      <a:pt x="34" y="1"/>
                      <a:pt x="34" y="1"/>
                      <a:pt x="33" y="1"/>
                    </a:cubicBezTo>
                    <a:cubicBezTo>
                      <a:pt x="33" y="1"/>
                      <a:pt x="33" y="1"/>
                      <a:pt x="33" y="1"/>
                    </a:cubicBezTo>
                    <a:cubicBezTo>
                      <a:pt x="32" y="1"/>
                      <a:pt x="31" y="0"/>
                      <a:pt x="30" y="0"/>
                    </a:cubicBezTo>
                    <a:cubicBezTo>
                      <a:pt x="30" y="2"/>
                      <a:pt x="30" y="2"/>
                      <a:pt x="30" y="2"/>
                    </a:cubicBezTo>
                    <a:cubicBezTo>
                      <a:pt x="31" y="2"/>
                      <a:pt x="32" y="2"/>
                      <a:pt x="33" y="2"/>
                    </a:cubicBezTo>
                    <a:cubicBezTo>
                      <a:pt x="33" y="2"/>
                      <a:pt x="33" y="2"/>
                      <a:pt x="32" y="2"/>
                    </a:cubicBezTo>
                    <a:cubicBezTo>
                      <a:pt x="32" y="3"/>
                      <a:pt x="32" y="3"/>
                      <a:pt x="32" y="3"/>
                    </a:cubicBezTo>
                    <a:cubicBezTo>
                      <a:pt x="32" y="3"/>
                      <a:pt x="31" y="3"/>
                      <a:pt x="31" y="3"/>
                    </a:cubicBezTo>
                    <a:cubicBezTo>
                      <a:pt x="31" y="3"/>
                      <a:pt x="31" y="3"/>
                      <a:pt x="31" y="3"/>
                    </a:cubicBezTo>
                    <a:cubicBezTo>
                      <a:pt x="31" y="3"/>
                      <a:pt x="32" y="3"/>
                      <a:pt x="32" y="3"/>
                    </a:cubicBezTo>
                    <a:cubicBezTo>
                      <a:pt x="33" y="3"/>
                      <a:pt x="33" y="3"/>
                      <a:pt x="33" y="3"/>
                    </a:cubicBezTo>
                    <a:cubicBezTo>
                      <a:pt x="33" y="3"/>
                      <a:pt x="33" y="3"/>
                      <a:pt x="34" y="3"/>
                    </a:cubicBezTo>
                    <a:cubicBezTo>
                      <a:pt x="34" y="3"/>
                      <a:pt x="34" y="2"/>
                      <a:pt x="34" y="2"/>
                    </a:cubicBezTo>
                    <a:cubicBezTo>
                      <a:pt x="34" y="2"/>
                      <a:pt x="34" y="3"/>
                      <a:pt x="35" y="3"/>
                    </a:cubicBezTo>
                    <a:cubicBezTo>
                      <a:pt x="35" y="3"/>
                      <a:pt x="34" y="3"/>
                      <a:pt x="34" y="3"/>
                    </a:cubicBezTo>
                    <a:cubicBezTo>
                      <a:pt x="34" y="3"/>
                      <a:pt x="35" y="3"/>
                      <a:pt x="35" y="3"/>
                    </a:cubicBezTo>
                    <a:cubicBezTo>
                      <a:pt x="35" y="3"/>
                      <a:pt x="35" y="3"/>
                      <a:pt x="35" y="3"/>
                    </a:cubicBezTo>
                    <a:cubicBezTo>
                      <a:pt x="36" y="3"/>
                      <a:pt x="36" y="3"/>
                      <a:pt x="37" y="3"/>
                    </a:cubicBezTo>
                    <a:cubicBezTo>
                      <a:pt x="37" y="3"/>
                      <a:pt x="38" y="4"/>
                      <a:pt x="38" y="4"/>
                    </a:cubicBezTo>
                    <a:cubicBezTo>
                      <a:pt x="38" y="4"/>
                      <a:pt x="38" y="4"/>
                      <a:pt x="38" y="4"/>
                    </a:cubicBezTo>
                    <a:cubicBezTo>
                      <a:pt x="38" y="4"/>
                      <a:pt x="38" y="4"/>
                      <a:pt x="37" y="4"/>
                    </a:cubicBezTo>
                    <a:cubicBezTo>
                      <a:pt x="37" y="4"/>
                      <a:pt x="38" y="4"/>
                      <a:pt x="38" y="4"/>
                    </a:cubicBezTo>
                    <a:cubicBezTo>
                      <a:pt x="38" y="5"/>
                      <a:pt x="38" y="5"/>
                      <a:pt x="38" y="5"/>
                    </a:cubicBezTo>
                    <a:cubicBezTo>
                      <a:pt x="38" y="6"/>
                      <a:pt x="38" y="5"/>
                      <a:pt x="37" y="5"/>
                    </a:cubicBezTo>
                    <a:cubicBezTo>
                      <a:pt x="37" y="5"/>
                      <a:pt x="36" y="6"/>
                      <a:pt x="36" y="5"/>
                    </a:cubicBezTo>
                    <a:cubicBezTo>
                      <a:pt x="36" y="5"/>
                      <a:pt x="37" y="5"/>
                      <a:pt x="37" y="4"/>
                    </a:cubicBezTo>
                    <a:cubicBezTo>
                      <a:pt x="37" y="4"/>
                      <a:pt x="37" y="4"/>
                      <a:pt x="36" y="5"/>
                    </a:cubicBezTo>
                    <a:cubicBezTo>
                      <a:pt x="36" y="5"/>
                      <a:pt x="36" y="5"/>
                      <a:pt x="36" y="5"/>
                    </a:cubicBezTo>
                    <a:cubicBezTo>
                      <a:pt x="36" y="5"/>
                      <a:pt x="36" y="5"/>
                      <a:pt x="35" y="5"/>
                    </a:cubicBezTo>
                    <a:cubicBezTo>
                      <a:pt x="35" y="5"/>
                      <a:pt x="35" y="5"/>
                      <a:pt x="35" y="5"/>
                    </a:cubicBezTo>
                    <a:cubicBezTo>
                      <a:pt x="34" y="5"/>
                      <a:pt x="34" y="5"/>
                      <a:pt x="34" y="6"/>
                    </a:cubicBezTo>
                    <a:cubicBezTo>
                      <a:pt x="34" y="6"/>
                      <a:pt x="34" y="6"/>
                      <a:pt x="33" y="6"/>
                    </a:cubicBezTo>
                    <a:cubicBezTo>
                      <a:pt x="33" y="6"/>
                      <a:pt x="33" y="6"/>
                      <a:pt x="32" y="6"/>
                    </a:cubicBezTo>
                    <a:cubicBezTo>
                      <a:pt x="32" y="6"/>
                      <a:pt x="31" y="7"/>
                      <a:pt x="31" y="7"/>
                    </a:cubicBezTo>
                    <a:cubicBezTo>
                      <a:pt x="31" y="7"/>
                      <a:pt x="31" y="7"/>
                      <a:pt x="31" y="7"/>
                    </a:cubicBezTo>
                    <a:cubicBezTo>
                      <a:pt x="31" y="8"/>
                      <a:pt x="31" y="8"/>
                      <a:pt x="31" y="8"/>
                    </a:cubicBezTo>
                    <a:cubicBezTo>
                      <a:pt x="31" y="8"/>
                      <a:pt x="31" y="8"/>
                      <a:pt x="31" y="8"/>
                    </a:cubicBezTo>
                    <a:cubicBezTo>
                      <a:pt x="31" y="8"/>
                      <a:pt x="31" y="8"/>
                      <a:pt x="32" y="8"/>
                    </a:cubicBezTo>
                    <a:cubicBezTo>
                      <a:pt x="32" y="8"/>
                      <a:pt x="32" y="9"/>
                      <a:pt x="33" y="9"/>
                    </a:cubicBezTo>
                    <a:cubicBezTo>
                      <a:pt x="33" y="9"/>
                      <a:pt x="33" y="9"/>
                      <a:pt x="34" y="9"/>
                    </a:cubicBezTo>
                    <a:cubicBezTo>
                      <a:pt x="34" y="9"/>
                      <a:pt x="35" y="9"/>
                      <a:pt x="35" y="10"/>
                    </a:cubicBezTo>
                    <a:cubicBezTo>
                      <a:pt x="35" y="10"/>
                      <a:pt x="34" y="10"/>
                      <a:pt x="34" y="10"/>
                    </a:cubicBezTo>
                    <a:cubicBezTo>
                      <a:pt x="34" y="10"/>
                      <a:pt x="34" y="11"/>
                      <a:pt x="34" y="11"/>
                    </a:cubicBezTo>
                    <a:cubicBezTo>
                      <a:pt x="34" y="11"/>
                      <a:pt x="34" y="11"/>
                      <a:pt x="35" y="11"/>
                    </a:cubicBezTo>
                    <a:cubicBezTo>
                      <a:pt x="35" y="11"/>
                      <a:pt x="35" y="11"/>
                      <a:pt x="35" y="11"/>
                    </a:cubicBezTo>
                    <a:cubicBezTo>
                      <a:pt x="36" y="10"/>
                      <a:pt x="35" y="10"/>
                      <a:pt x="36" y="10"/>
                    </a:cubicBezTo>
                    <a:cubicBezTo>
                      <a:pt x="37" y="10"/>
                      <a:pt x="38" y="9"/>
                      <a:pt x="38" y="8"/>
                    </a:cubicBezTo>
                    <a:cubicBezTo>
                      <a:pt x="38" y="8"/>
                      <a:pt x="38" y="7"/>
                      <a:pt x="38" y="7"/>
                    </a:cubicBezTo>
                    <a:cubicBezTo>
                      <a:pt x="38" y="7"/>
                      <a:pt x="39" y="7"/>
                      <a:pt x="38" y="7"/>
                    </a:cubicBezTo>
                    <a:cubicBezTo>
                      <a:pt x="39" y="6"/>
                      <a:pt x="39" y="6"/>
                      <a:pt x="39" y="6"/>
                    </a:cubicBezTo>
                    <a:cubicBezTo>
                      <a:pt x="39" y="6"/>
                      <a:pt x="39" y="6"/>
                      <a:pt x="39" y="6"/>
                    </a:cubicBezTo>
                    <a:cubicBezTo>
                      <a:pt x="39" y="6"/>
                      <a:pt x="39" y="6"/>
                      <a:pt x="39" y="6"/>
                    </a:cubicBezTo>
                    <a:cubicBezTo>
                      <a:pt x="39" y="6"/>
                      <a:pt x="40" y="6"/>
                      <a:pt x="40" y="6"/>
                    </a:cubicBezTo>
                    <a:cubicBezTo>
                      <a:pt x="40" y="6"/>
                      <a:pt x="40" y="6"/>
                      <a:pt x="40" y="6"/>
                    </a:cubicBezTo>
                    <a:cubicBezTo>
                      <a:pt x="41" y="6"/>
                      <a:pt x="41" y="6"/>
                      <a:pt x="41" y="6"/>
                    </a:cubicBezTo>
                    <a:cubicBezTo>
                      <a:pt x="41" y="6"/>
                      <a:pt x="41" y="6"/>
                      <a:pt x="42" y="6"/>
                    </a:cubicBezTo>
                    <a:cubicBezTo>
                      <a:pt x="42" y="6"/>
                      <a:pt x="42" y="6"/>
                      <a:pt x="42" y="7"/>
                    </a:cubicBezTo>
                    <a:cubicBezTo>
                      <a:pt x="42" y="7"/>
                      <a:pt x="42" y="7"/>
                      <a:pt x="42" y="7"/>
                    </a:cubicBezTo>
                    <a:cubicBezTo>
                      <a:pt x="42" y="7"/>
                      <a:pt x="42" y="7"/>
                      <a:pt x="42" y="7"/>
                    </a:cubicBezTo>
                    <a:cubicBezTo>
                      <a:pt x="42" y="8"/>
                      <a:pt x="42" y="8"/>
                      <a:pt x="42" y="8"/>
                    </a:cubicBezTo>
                    <a:cubicBezTo>
                      <a:pt x="42" y="8"/>
                      <a:pt x="43" y="8"/>
                      <a:pt x="43" y="8"/>
                    </a:cubicBezTo>
                    <a:cubicBezTo>
                      <a:pt x="43" y="7"/>
                      <a:pt x="43" y="7"/>
                      <a:pt x="44" y="7"/>
                    </a:cubicBezTo>
                    <a:cubicBezTo>
                      <a:pt x="44" y="7"/>
                      <a:pt x="44" y="8"/>
                      <a:pt x="44" y="8"/>
                    </a:cubicBezTo>
                    <a:cubicBezTo>
                      <a:pt x="44" y="8"/>
                      <a:pt x="44" y="8"/>
                      <a:pt x="44" y="8"/>
                    </a:cubicBezTo>
                    <a:cubicBezTo>
                      <a:pt x="45" y="8"/>
                      <a:pt x="44" y="9"/>
                      <a:pt x="44" y="9"/>
                    </a:cubicBezTo>
                    <a:cubicBezTo>
                      <a:pt x="44" y="9"/>
                      <a:pt x="45" y="9"/>
                      <a:pt x="45" y="10"/>
                    </a:cubicBezTo>
                    <a:cubicBezTo>
                      <a:pt x="46" y="10"/>
                      <a:pt x="46" y="10"/>
                      <a:pt x="46" y="10"/>
                    </a:cubicBezTo>
                    <a:cubicBezTo>
                      <a:pt x="46" y="10"/>
                      <a:pt x="46" y="10"/>
                      <a:pt x="46" y="10"/>
                    </a:cubicBezTo>
                    <a:cubicBezTo>
                      <a:pt x="46" y="11"/>
                      <a:pt x="46" y="11"/>
                      <a:pt x="46" y="12"/>
                    </a:cubicBezTo>
                    <a:cubicBezTo>
                      <a:pt x="45" y="12"/>
                      <a:pt x="45" y="12"/>
                      <a:pt x="45" y="12"/>
                    </a:cubicBezTo>
                    <a:cubicBezTo>
                      <a:pt x="45" y="13"/>
                      <a:pt x="46" y="12"/>
                      <a:pt x="46" y="13"/>
                    </a:cubicBezTo>
                    <a:cubicBezTo>
                      <a:pt x="46" y="13"/>
                      <a:pt x="46" y="13"/>
                      <a:pt x="46" y="13"/>
                    </a:cubicBezTo>
                    <a:cubicBezTo>
                      <a:pt x="46" y="13"/>
                      <a:pt x="46" y="14"/>
                      <a:pt x="46" y="14"/>
                    </a:cubicBezTo>
                    <a:cubicBezTo>
                      <a:pt x="46" y="14"/>
                      <a:pt x="46" y="14"/>
                      <a:pt x="45" y="14"/>
                    </a:cubicBezTo>
                    <a:cubicBezTo>
                      <a:pt x="45" y="13"/>
                      <a:pt x="45" y="14"/>
                      <a:pt x="45" y="13"/>
                    </a:cubicBezTo>
                    <a:cubicBezTo>
                      <a:pt x="45" y="13"/>
                      <a:pt x="44" y="13"/>
                      <a:pt x="44" y="13"/>
                    </a:cubicBezTo>
                    <a:cubicBezTo>
                      <a:pt x="44" y="13"/>
                      <a:pt x="44" y="13"/>
                      <a:pt x="43" y="13"/>
                    </a:cubicBezTo>
                    <a:cubicBezTo>
                      <a:pt x="44" y="13"/>
                      <a:pt x="44" y="12"/>
                      <a:pt x="45" y="12"/>
                    </a:cubicBezTo>
                    <a:cubicBezTo>
                      <a:pt x="45" y="12"/>
                      <a:pt x="45" y="12"/>
                      <a:pt x="45" y="11"/>
                    </a:cubicBezTo>
                    <a:cubicBezTo>
                      <a:pt x="45" y="11"/>
                      <a:pt x="44" y="11"/>
                      <a:pt x="44" y="12"/>
                    </a:cubicBezTo>
                    <a:cubicBezTo>
                      <a:pt x="44" y="12"/>
                      <a:pt x="44" y="12"/>
                      <a:pt x="43" y="12"/>
                    </a:cubicBezTo>
                    <a:cubicBezTo>
                      <a:pt x="43" y="12"/>
                      <a:pt x="42" y="12"/>
                      <a:pt x="42" y="12"/>
                    </a:cubicBezTo>
                    <a:cubicBezTo>
                      <a:pt x="42" y="12"/>
                      <a:pt x="42" y="12"/>
                      <a:pt x="42" y="13"/>
                    </a:cubicBezTo>
                    <a:cubicBezTo>
                      <a:pt x="42" y="13"/>
                      <a:pt x="42" y="13"/>
                      <a:pt x="42" y="13"/>
                    </a:cubicBezTo>
                    <a:cubicBezTo>
                      <a:pt x="42" y="12"/>
                      <a:pt x="42" y="12"/>
                      <a:pt x="42" y="12"/>
                    </a:cubicBezTo>
                    <a:cubicBezTo>
                      <a:pt x="41" y="12"/>
                      <a:pt x="41" y="12"/>
                      <a:pt x="41" y="12"/>
                    </a:cubicBezTo>
                    <a:cubicBezTo>
                      <a:pt x="40" y="12"/>
                      <a:pt x="40" y="12"/>
                      <a:pt x="40" y="13"/>
                    </a:cubicBezTo>
                    <a:cubicBezTo>
                      <a:pt x="40" y="13"/>
                      <a:pt x="41" y="12"/>
                      <a:pt x="41" y="13"/>
                    </a:cubicBezTo>
                    <a:cubicBezTo>
                      <a:pt x="41" y="13"/>
                      <a:pt x="40" y="13"/>
                      <a:pt x="40" y="14"/>
                    </a:cubicBezTo>
                    <a:cubicBezTo>
                      <a:pt x="40" y="14"/>
                      <a:pt x="41" y="14"/>
                      <a:pt x="41" y="14"/>
                    </a:cubicBezTo>
                    <a:cubicBezTo>
                      <a:pt x="41" y="14"/>
                      <a:pt x="41" y="14"/>
                      <a:pt x="41" y="14"/>
                    </a:cubicBezTo>
                    <a:cubicBezTo>
                      <a:pt x="41" y="14"/>
                      <a:pt x="41" y="14"/>
                      <a:pt x="42" y="14"/>
                    </a:cubicBezTo>
                    <a:cubicBezTo>
                      <a:pt x="42" y="14"/>
                      <a:pt x="42" y="14"/>
                      <a:pt x="42" y="14"/>
                    </a:cubicBezTo>
                    <a:cubicBezTo>
                      <a:pt x="43" y="14"/>
                      <a:pt x="42" y="15"/>
                      <a:pt x="42" y="15"/>
                    </a:cubicBezTo>
                    <a:cubicBezTo>
                      <a:pt x="41" y="15"/>
                      <a:pt x="40" y="15"/>
                      <a:pt x="40" y="15"/>
                    </a:cubicBezTo>
                    <a:cubicBezTo>
                      <a:pt x="40" y="15"/>
                      <a:pt x="39" y="16"/>
                      <a:pt x="39" y="15"/>
                    </a:cubicBezTo>
                    <a:cubicBezTo>
                      <a:pt x="39" y="15"/>
                      <a:pt x="39" y="15"/>
                      <a:pt x="40" y="15"/>
                    </a:cubicBezTo>
                    <a:cubicBezTo>
                      <a:pt x="39" y="15"/>
                      <a:pt x="39" y="15"/>
                      <a:pt x="38" y="15"/>
                    </a:cubicBezTo>
                    <a:cubicBezTo>
                      <a:pt x="38" y="15"/>
                      <a:pt x="37" y="15"/>
                      <a:pt x="37" y="16"/>
                    </a:cubicBezTo>
                    <a:cubicBezTo>
                      <a:pt x="36" y="16"/>
                      <a:pt x="37" y="17"/>
                      <a:pt x="36" y="17"/>
                    </a:cubicBezTo>
                    <a:cubicBezTo>
                      <a:pt x="36" y="17"/>
                      <a:pt x="36" y="17"/>
                      <a:pt x="36" y="17"/>
                    </a:cubicBezTo>
                    <a:cubicBezTo>
                      <a:pt x="36" y="17"/>
                      <a:pt x="35" y="17"/>
                      <a:pt x="35" y="17"/>
                    </a:cubicBezTo>
                    <a:cubicBezTo>
                      <a:pt x="35" y="17"/>
                      <a:pt x="35" y="17"/>
                      <a:pt x="35" y="17"/>
                    </a:cubicBezTo>
                    <a:cubicBezTo>
                      <a:pt x="34" y="17"/>
                      <a:pt x="34" y="18"/>
                      <a:pt x="34" y="18"/>
                    </a:cubicBezTo>
                    <a:cubicBezTo>
                      <a:pt x="34" y="18"/>
                      <a:pt x="34" y="18"/>
                      <a:pt x="34" y="18"/>
                    </a:cubicBezTo>
                    <a:cubicBezTo>
                      <a:pt x="34" y="18"/>
                      <a:pt x="33" y="19"/>
                      <a:pt x="33" y="19"/>
                    </a:cubicBezTo>
                    <a:cubicBezTo>
                      <a:pt x="33" y="19"/>
                      <a:pt x="33" y="18"/>
                      <a:pt x="33" y="19"/>
                    </a:cubicBezTo>
                    <a:cubicBezTo>
                      <a:pt x="33" y="19"/>
                      <a:pt x="33" y="19"/>
                      <a:pt x="33" y="20"/>
                    </a:cubicBezTo>
                    <a:cubicBezTo>
                      <a:pt x="32" y="20"/>
                      <a:pt x="32" y="20"/>
                      <a:pt x="32" y="21"/>
                    </a:cubicBezTo>
                    <a:cubicBezTo>
                      <a:pt x="31" y="21"/>
                      <a:pt x="31" y="21"/>
                      <a:pt x="31" y="21"/>
                    </a:cubicBezTo>
                    <a:cubicBezTo>
                      <a:pt x="31" y="21"/>
                      <a:pt x="30" y="21"/>
                      <a:pt x="30" y="21"/>
                    </a:cubicBezTo>
                    <a:cubicBezTo>
                      <a:pt x="30" y="21"/>
                      <a:pt x="30" y="22"/>
                      <a:pt x="30" y="22"/>
                    </a:cubicBezTo>
                    <a:cubicBezTo>
                      <a:pt x="30" y="34"/>
                      <a:pt x="30" y="34"/>
                      <a:pt x="30" y="34"/>
                    </a:cubicBezTo>
                    <a:cubicBezTo>
                      <a:pt x="30" y="34"/>
                      <a:pt x="30" y="34"/>
                      <a:pt x="30" y="34"/>
                    </a:cubicBezTo>
                    <a:cubicBezTo>
                      <a:pt x="30" y="34"/>
                      <a:pt x="30" y="33"/>
                      <a:pt x="31" y="33"/>
                    </a:cubicBezTo>
                    <a:cubicBezTo>
                      <a:pt x="31" y="33"/>
                      <a:pt x="31" y="33"/>
                      <a:pt x="32" y="33"/>
                    </a:cubicBezTo>
                    <a:cubicBezTo>
                      <a:pt x="32" y="33"/>
                      <a:pt x="32" y="33"/>
                      <a:pt x="32" y="33"/>
                    </a:cubicBezTo>
                    <a:cubicBezTo>
                      <a:pt x="32" y="33"/>
                      <a:pt x="32" y="32"/>
                      <a:pt x="32" y="33"/>
                    </a:cubicBezTo>
                    <a:cubicBezTo>
                      <a:pt x="33" y="33"/>
                      <a:pt x="32" y="33"/>
                      <a:pt x="32" y="33"/>
                    </a:cubicBezTo>
                    <a:cubicBezTo>
                      <a:pt x="33" y="33"/>
                      <a:pt x="33" y="33"/>
                      <a:pt x="33" y="33"/>
                    </a:cubicBezTo>
                    <a:cubicBezTo>
                      <a:pt x="33" y="33"/>
                      <a:pt x="34" y="33"/>
                      <a:pt x="34" y="33"/>
                    </a:cubicBezTo>
                    <a:cubicBezTo>
                      <a:pt x="34" y="33"/>
                      <a:pt x="34" y="33"/>
                      <a:pt x="34" y="34"/>
                    </a:cubicBezTo>
                    <a:cubicBezTo>
                      <a:pt x="35" y="34"/>
                      <a:pt x="35" y="33"/>
                      <a:pt x="35" y="34"/>
                    </a:cubicBezTo>
                    <a:cubicBezTo>
                      <a:pt x="35" y="34"/>
                      <a:pt x="36" y="34"/>
                      <a:pt x="36" y="34"/>
                    </a:cubicBezTo>
                    <a:cubicBezTo>
                      <a:pt x="36" y="34"/>
                      <a:pt x="36" y="33"/>
                      <a:pt x="36" y="33"/>
                    </a:cubicBezTo>
                    <a:cubicBezTo>
                      <a:pt x="37" y="33"/>
                      <a:pt x="37" y="34"/>
                      <a:pt x="37" y="34"/>
                    </a:cubicBezTo>
                    <a:cubicBezTo>
                      <a:pt x="38" y="34"/>
                      <a:pt x="38" y="34"/>
                      <a:pt x="38" y="34"/>
                    </a:cubicBezTo>
                    <a:cubicBezTo>
                      <a:pt x="38" y="34"/>
                      <a:pt x="38" y="34"/>
                      <a:pt x="38" y="34"/>
                    </a:cubicBezTo>
                    <a:cubicBezTo>
                      <a:pt x="38" y="34"/>
                      <a:pt x="38" y="34"/>
                      <a:pt x="38" y="35"/>
                    </a:cubicBezTo>
                    <a:cubicBezTo>
                      <a:pt x="38" y="35"/>
                      <a:pt x="39" y="35"/>
                      <a:pt x="39" y="35"/>
                    </a:cubicBezTo>
                    <a:cubicBezTo>
                      <a:pt x="39" y="35"/>
                      <a:pt x="39" y="35"/>
                      <a:pt x="39" y="35"/>
                    </a:cubicBezTo>
                    <a:cubicBezTo>
                      <a:pt x="40" y="36"/>
                      <a:pt x="40" y="36"/>
                      <a:pt x="40" y="36"/>
                    </a:cubicBezTo>
                    <a:cubicBezTo>
                      <a:pt x="41" y="36"/>
                      <a:pt x="41" y="36"/>
                      <a:pt x="41" y="36"/>
                    </a:cubicBezTo>
                    <a:cubicBezTo>
                      <a:pt x="42" y="36"/>
                      <a:pt x="42" y="36"/>
                      <a:pt x="43" y="37"/>
                    </a:cubicBezTo>
                    <a:cubicBezTo>
                      <a:pt x="43" y="37"/>
                      <a:pt x="43" y="37"/>
                      <a:pt x="43" y="37"/>
                    </a:cubicBezTo>
                    <a:cubicBezTo>
                      <a:pt x="43" y="37"/>
                      <a:pt x="43" y="38"/>
                      <a:pt x="43" y="38"/>
                    </a:cubicBezTo>
                    <a:cubicBezTo>
                      <a:pt x="43" y="38"/>
                      <a:pt x="44" y="38"/>
                      <a:pt x="44" y="39"/>
                    </a:cubicBezTo>
                    <a:cubicBezTo>
                      <a:pt x="44" y="39"/>
                      <a:pt x="44" y="39"/>
                      <a:pt x="44" y="39"/>
                    </a:cubicBezTo>
                    <a:cubicBezTo>
                      <a:pt x="44" y="39"/>
                      <a:pt x="45" y="40"/>
                      <a:pt x="45" y="40"/>
                    </a:cubicBezTo>
                    <a:cubicBezTo>
                      <a:pt x="45" y="40"/>
                      <a:pt x="45" y="40"/>
                      <a:pt x="45" y="40"/>
                    </a:cubicBezTo>
                    <a:cubicBezTo>
                      <a:pt x="45" y="40"/>
                      <a:pt x="46" y="40"/>
                      <a:pt x="46" y="40"/>
                    </a:cubicBezTo>
                    <a:cubicBezTo>
                      <a:pt x="46" y="40"/>
                      <a:pt x="46" y="40"/>
                      <a:pt x="47" y="40"/>
                    </a:cubicBezTo>
                    <a:cubicBezTo>
                      <a:pt x="47" y="40"/>
                      <a:pt x="47" y="41"/>
                      <a:pt x="47" y="41"/>
                    </a:cubicBezTo>
                    <a:cubicBezTo>
                      <a:pt x="47" y="41"/>
                      <a:pt x="47" y="41"/>
                      <a:pt x="47" y="41"/>
                    </a:cubicBezTo>
                    <a:cubicBezTo>
                      <a:pt x="48" y="41"/>
                      <a:pt x="48" y="41"/>
                      <a:pt x="48" y="41"/>
                    </a:cubicBezTo>
                    <a:cubicBezTo>
                      <a:pt x="49" y="41"/>
                      <a:pt x="49" y="41"/>
                      <a:pt x="49" y="41"/>
                    </a:cubicBezTo>
                    <a:cubicBezTo>
                      <a:pt x="49" y="41"/>
                      <a:pt x="50" y="41"/>
                      <a:pt x="50" y="41"/>
                    </a:cubicBezTo>
                    <a:cubicBezTo>
                      <a:pt x="46" y="47"/>
                      <a:pt x="41" y="51"/>
                      <a:pt x="34" y="53"/>
                    </a:cubicBezTo>
                    <a:cubicBezTo>
                      <a:pt x="34" y="53"/>
                      <a:pt x="34" y="52"/>
                      <a:pt x="34" y="52"/>
                    </a:cubicBezTo>
                    <a:cubicBezTo>
                      <a:pt x="34" y="52"/>
                      <a:pt x="34" y="51"/>
                      <a:pt x="34" y="51"/>
                    </a:cubicBezTo>
                    <a:cubicBezTo>
                      <a:pt x="34" y="50"/>
                      <a:pt x="34" y="50"/>
                      <a:pt x="33" y="49"/>
                    </a:cubicBezTo>
                    <a:cubicBezTo>
                      <a:pt x="33" y="49"/>
                      <a:pt x="33" y="49"/>
                      <a:pt x="32" y="49"/>
                    </a:cubicBezTo>
                    <a:cubicBezTo>
                      <a:pt x="32" y="48"/>
                      <a:pt x="32" y="48"/>
                      <a:pt x="32" y="48"/>
                    </a:cubicBezTo>
                    <a:cubicBezTo>
                      <a:pt x="31" y="48"/>
                      <a:pt x="30" y="48"/>
                      <a:pt x="30" y="47"/>
                    </a:cubicBezTo>
                    <a:cubicBezTo>
                      <a:pt x="30" y="47"/>
                      <a:pt x="30" y="47"/>
                      <a:pt x="30" y="47"/>
                    </a:cubicBezTo>
                    <a:cubicBezTo>
                      <a:pt x="30" y="46"/>
                      <a:pt x="30" y="46"/>
                      <a:pt x="30" y="46"/>
                    </a:cubicBezTo>
                    <a:lnTo>
                      <a:pt x="30" y="55"/>
                    </a:lnTo>
                    <a:close/>
                    <a:moveTo>
                      <a:pt x="1" y="22"/>
                    </a:moveTo>
                    <a:cubicBezTo>
                      <a:pt x="1" y="23"/>
                      <a:pt x="1" y="23"/>
                      <a:pt x="1" y="24"/>
                    </a:cubicBezTo>
                    <a:cubicBezTo>
                      <a:pt x="1" y="24"/>
                      <a:pt x="1" y="24"/>
                      <a:pt x="1" y="25"/>
                    </a:cubicBezTo>
                    <a:cubicBezTo>
                      <a:pt x="0" y="26"/>
                      <a:pt x="0" y="27"/>
                      <a:pt x="0" y="28"/>
                    </a:cubicBezTo>
                    <a:cubicBezTo>
                      <a:pt x="0" y="29"/>
                      <a:pt x="0" y="30"/>
                      <a:pt x="1" y="30"/>
                    </a:cubicBezTo>
                    <a:cubicBezTo>
                      <a:pt x="1" y="31"/>
                      <a:pt x="1" y="31"/>
                      <a:pt x="1" y="32"/>
                    </a:cubicBezTo>
                    <a:cubicBezTo>
                      <a:pt x="1" y="32"/>
                      <a:pt x="1" y="33"/>
                      <a:pt x="1" y="33"/>
                    </a:cubicBezTo>
                    <a:cubicBezTo>
                      <a:pt x="1" y="34"/>
                      <a:pt x="1" y="34"/>
                      <a:pt x="1" y="35"/>
                    </a:cubicBezTo>
                    <a:cubicBezTo>
                      <a:pt x="1" y="35"/>
                      <a:pt x="2" y="36"/>
                      <a:pt x="2" y="37"/>
                    </a:cubicBezTo>
                    <a:cubicBezTo>
                      <a:pt x="2" y="38"/>
                      <a:pt x="2" y="38"/>
                      <a:pt x="3" y="38"/>
                    </a:cubicBezTo>
                    <a:cubicBezTo>
                      <a:pt x="3" y="39"/>
                      <a:pt x="3" y="39"/>
                      <a:pt x="3" y="40"/>
                    </a:cubicBezTo>
                    <a:cubicBezTo>
                      <a:pt x="3" y="40"/>
                      <a:pt x="3" y="40"/>
                      <a:pt x="3" y="40"/>
                    </a:cubicBezTo>
                    <a:cubicBezTo>
                      <a:pt x="4" y="41"/>
                      <a:pt x="4" y="41"/>
                      <a:pt x="4" y="41"/>
                    </a:cubicBezTo>
                    <a:cubicBezTo>
                      <a:pt x="5" y="42"/>
                      <a:pt x="5" y="44"/>
                      <a:pt x="6" y="45"/>
                    </a:cubicBezTo>
                    <a:cubicBezTo>
                      <a:pt x="7" y="45"/>
                      <a:pt x="7" y="46"/>
                      <a:pt x="7" y="46"/>
                    </a:cubicBezTo>
                    <a:cubicBezTo>
                      <a:pt x="8" y="46"/>
                      <a:pt x="8" y="47"/>
                      <a:pt x="8" y="47"/>
                    </a:cubicBezTo>
                    <a:cubicBezTo>
                      <a:pt x="9" y="47"/>
                      <a:pt x="9" y="48"/>
                      <a:pt x="9" y="48"/>
                    </a:cubicBezTo>
                    <a:cubicBezTo>
                      <a:pt x="11" y="49"/>
                      <a:pt x="12" y="50"/>
                      <a:pt x="14" y="51"/>
                    </a:cubicBezTo>
                    <a:cubicBezTo>
                      <a:pt x="15" y="52"/>
                      <a:pt x="15" y="52"/>
                      <a:pt x="15" y="52"/>
                    </a:cubicBezTo>
                    <a:cubicBezTo>
                      <a:pt x="16" y="53"/>
                      <a:pt x="17" y="53"/>
                      <a:pt x="18" y="53"/>
                    </a:cubicBezTo>
                    <a:cubicBezTo>
                      <a:pt x="18" y="53"/>
                      <a:pt x="19" y="54"/>
                      <a:pt x="19" y="54"/>
                    </a:cubicBezTo>
                    <a:cubicBezTo>
                      <a:pt x="22" y="55"/>
                      <a:pt x="25" y="55"/>
                      <a:pt x="28" y="55"/>
                    </a:cubicBezTo>
                    <a:cubicBezTo>
                      <a:pt x="28" y="55"/>
                      <a:pt x="29" y="55"/>
                      <a:pt x="30" y="55"/>
                    </a:cubicBezTo>
                    <a:cubicBezTo>
                      <a:pt x="30" y="46"/>
                      <a:pt x="30" y="46"/>
                      <a:pt x="30" y="46"/>
                    </a:cubicBezTo>
                    <a:cubicBezTo>
                      <a:pt x="30" y="46"/>
                      <a:pt x="29" y="46"/>
                      <a:pt x="29" y="46"/>
                    </a:cubicBezTo>
                    <a:cubicBezTo>
                      <a:pt x="29" y="45"/>
                      <a:pt x="29" y="44"/>
                      <a:pt x="28" y="44"/>
                    </a:cubicBezTo>
                    <a:cubicBezTo>
                      <a:pt x="28" y="44"/>
                      <a:pt x="28" y="43"/>
                      <a:pt x="28" y="43"/>
                    </a:cubicBezTo>
                    <a:cubicBezTo>
                      <a:pt x="28" y="43"/>
                      <a:pt x="27" y="43"/>
                      <a:pt x="27" y="43"/>
                    </a:cubicBezTo>
                    <a:cubicBezTo>
                      <a:pt x="27" y="42"/>
                      <a:pt x="27" y="42"/>
                      <a:pt x="27" y="42"/>
                    </a:cubicBezTo>
                    <a:cubicBezTo>
                      <a:pt x="27" y="41"/>
                      <a:pt x="28" y="41"/>
                      <a:pt x="28" y="41"/>
                    </a:cubicBezTo>
                    <a:cubicBezTo>
                      <a:pt x="28" y="41"/>
                      <a:pt x="27" y="41"/>
                      <a:pt x="27" y="40"/>
                    </a:cubicBezTo>
                    <a:cubicBezTo>
                      <a:pt x="27" y="40"/>
                      <a:pt x="27" y="40"/>
                      <a:pt x="27" y="39"/>
                    </a:cubicBezTo>
                    <a:cubicBezTo>
                      <a:pt x="28" y="39"/>
                      <a:pt x="28" y="39"/>
                      <a:pt x="28" y="39"/>
                    </a:cubicBezTo>
                    <a:cubicBezTo>
                      <a:pt x="28" y="39"/>
                      <a:pt x="28" y="39"/>
                      <a:pt x="28" y="39"/>
                    </a:cubicBezTo>
                    <a:cubicBezTo>
                      <a:pt x="28" y="38"/>
                      <a:pt x="28" y="38"/>
                      <a:pt x="28" y="38"/>
                    </a:cubicBezTo>
                    <a:cubicBezTo>
                      <a:pt x="29" y="38"/>
                      <a:pt x="29" y="38"/>
                      <a:pt x="29" y="37"/>
                    </a:cubicBezTo>
                    <a:cubicBezTo>
                      <a:pt x="29" y="37"/>
                      <a:pt x="29" y="36"/>
                      <a:pt x="29" y="36"/>
                    </a:cubicBezTo>
                    <a:cubicBezTo>
                      <a:pt x="29" y="36"/>
                      <a:pt x="29" y="35"/>
                      <a:pt x="29" y="35"/>
                    </a:cubicBezTo>
                    <a:cubicBezTo>
                      <a:pt x="29" y="35"/>
                      <a:pt x="29" y="34"/>
                      <a:pt x="28" y="34"/>
                    </a:cubicBezTo>
                    <a:cubicBezTo>
                      <a:pt x="28" y="34"/>
                      <a:pt x="28" y="35"/>
                      <a:pt x="28" y="35"/>
                    </a:cubicBezTo>
                    <a:cubicBezTo>
                      <a:pt x="28" y="35"/>
                      <a:pt x="28" y="35"/>
                      <a:pt x="27" y="35"/>
                    </a:cubicBezTo>
                    <a:cubicBezTo>
                      <a:pt x="27" y="35"/>
                      <a:pt x="27" y="35"/>
                      <a:pt x="27" y="35"/>
                    </a:cubicBezTo>
                    <a:cubicBezTo>
                      <a:pt x="26" y="35"/>
                      <a:pt x="26" y="35"/>
                      <a:pt x="26" y="35"/>
                    </a:cubicBezTo>
                    <a:cubicBezTo>
                      <a:pt x="26" y="35"/>
                      <a:pt x="26" y="34"/>
                      <a:pt x="25" y="34"/>
                    </a:cubicBezTo>
                    <a:cubicBezTo>
                      <a:pt x="25" y="34"/>
                      <a:pt x="25" y="34"/>
                      <a:pt x="25" y="34"/>
                    </a:cubicBezTo>
                    <a:cubicBezTo>
                      <a:pt x="25" y="34"/>
                      <a:pt x="25" y="33"/>
                      <a:pt x="25" y="33"/>
                    </a:cubicBezTo>
                    <a:cubicBezTo>
                      <a:pt x="24" y="33"/>
                      <a:pt x="24" y="32"/>
                      <a:pt x="24" y="32"/>
                    </a:cubicBezTo>
                    <a:cubicBezTo>
                      <a:pt x="24" y="32"/>
                      <a:pt x="23" y="32"/>
                      <a:pt x="23" y="32"/>
                    </a:cubicBezTo>
                    <a:cubicBezTo>
                      <a:pt x="23" y="32"/>
                      <a:pt x="23" y="32"/>
                      <a:pt x="22" y="32"/>
                    </a:cubicBezTo>
                    <a:cubicBezTo>
                      <a:pt x="22" y="32"/>
                      <a:pt x="22" y="32"/>
                      <a:pt x="22" y="32"/>
                    </a:cubicBezTo>
                    <a:cubicBezTo>
                      <a:pt x="21" y="31"/>
                      <a:pt x="21" y="30"/>
                      <a:pt x="20" y="30"/>
                    </a:cubicBezTo>
                    <a:cubicBezTo>
                      <a:pt x="20" y="30"/>
                      <a:pt x="20" y="31"/>
                      <a:pt x="19" y="31"/>
                    </a:cubicBezTo>
                    <a:cubicBezTo>
                      <a:pt x="19" y="31"/>
                      <a:pt x="19" y="31"/>
                      <a:pt x="18" y="30"/>
                    </a:cubicBezTo>
                    <a:cubicBezTo>
                      <a:pt x="18" y="30"/>
                      <a:pt x="18" y="30"/>
                      <a:pt x="17" y="30"/>
                    </a:cubicBezTo>
                    <a:cubicBezTo>
                      <a:pt x="17" y="30"/>
                      <a:pt x="17" y="30"/>
                      <a:pt x="17" y="30"/>
                    </a:cubicBezTo>
                    <a:cubicBezTo>
                      <a:pt x="16" y="29"/>
                      <a:pt x="16" y="29"/>
                      <a:pt x="16" y="29"/>
                    </a:cubicBezTo>
                    <a:cubicBezTo>
                      <a:pt x="16" y="29"/>
                      <a:pt x="16" y="29"/>
                      <a:pt x="15" y="29"/>
                    </a:cubicBezTo>
                    <a:cubicBezTo>
                      <a:pt x="15" y="29"/>
                      <a:pt x="15" y="29"/>
                      <a:pt x="15" y="28"/>
                    </a:cubicBezTo>
                    <a:cubicBezTo>
                      <a:pt x="15" y="28"/>
                      <a:pt x="15" y="28"/>
                      <a:pt x="15" y="28"/>
                    </a:cubicBezTo>
                    <a:cubicBezTo>
                      <a:pt x="15" y="27"/>
                      <a:pt x="15" y="27"/>
                      <a:pt x="14" y="26"/>
                    </a:cubicBezTo>
                    <a:cubicBezTo>
                      <a:pt x="14" y="26"/>
                      <a:pt x="14" y="26"/>
                      <a:pt x="14" y="25"/>
                    </a:cubicBezTo>
                    <a:cubicBezTo>
                      <a:pt x="14" y="25"/>
                      <a:pt x="14" y="25"/>
                      <a:pt x="14" y="25"/>
                    </a:cubicBezTo>
                    <a:cubicBezTo>
                      <a:pt x="14" y="25"/>
                      <a:pt x="13" y="24"/>
                      <a:pt x="13" y="24"/>
                    </a:cubicBezTo>
                    <a:cubicBezTo>
                      <a:pt x="13" y="24"/>
                      <a:pt x="13" y="24"/>
                      <a:pt x="13" y="23"/>
                    </a:cubicBezTo>
                    <a:cubicBezTo>
                      <a:pt x="13" y="23"/>
                      <a:pt x="13" y="23"/>
                      <a:pt x="13" y="22"/>
                    </a:cubicBezTo>
                    <a:cubicBezTo>
                      <a:pt x="12" y="22"/>
                      <a:pt x="12" y="22"/>
                      <a:pt x="12" y="23"/>
                    </a:cubicBezTo>
                    <a:cubicBezTo>
                      <a:pt x="12" y="23"/>
                      <a:pt x="12" y="23"/>
                      <a:pt x="12" y="23"/>
                    </a:cubicBezTo>
                    <a:cubicBezTo>
                      <a:pt x="12" y="24"/>
                      <a:pt x="12" y="24"/>
                      <a:pt x="12" y="24"/>
                    </a:cubicBezTo>
                    <a:cubicBezTo>
                      <a:pt x="12" y="24"/>
                      <a:pt x="13" y="25"/>
                      <a:pt x="13" y="25"/>
                    </a:cubicBezTo>
                    <a:cubicBezTo>
                      <a:pt x="13" y="25"/>
                      <a:pt x="13" y="26"/>
                      <a:pt x="13" y="26"/>
                    </a:cubicBezTo>
                    <a:cubicBezTo>
                      <a:pt x="13" y="26"/>
                      <a:pt x="13" y="26"/>
                      <a:pt x="13" y="27"/>
                    </a:cubicBezTo>
                    <a:cubicBezTo>
                      <a:pt x="13" y="27"/>
                      <a:pt x="13" y="26"/>
                      <a:pt x="13" y="26"/>
                    </a:cubicBezTo>
                    <a:cubicBezTo>
                      <a:pt x="13" y="26"/>
                      <a:pt x="12" y="26"/>
                      <a:pt x="12" y="26"/>
                    </a:cubicBezTo>
                    <a:cubicBezTo>
                      <a:pt x="12" y="26"/>
                      <a:pt x="12" y="25"/>
                      <a:pt x="12" y="25"/>
                    </a:cubicBezTo>
                    <a:cubicBezTo>
                      <a:pt x="12" y="25"/>
                      <a:pt x="11" y="25"/>
                      <a:pt x="11" y="24"/>
                    </a:cubicBezTo>
                    <a:cubicBezTo>
                      <a:pt x="11" y="24"/>
                      <a:pt x="12" y="24"/>
                      <a:pt x="12" y="24"/>
                    </a:cubicBezTo>
                    <a:cubicBezTo>
                      <a:pt x="12" y="23"/>
                      <a:pt x="11" y="23"/>
                      <a:pt x="11" y="23"/>
                    </a:cubicBezTo>
                    <a:cubicBezTo>
                      <a:pt x="11" y="23"/>
                      <a:pt x="11" y="22"/>
                      <a:pt x="11" y="22"/>
                    </a:cubicBezTo>
                    <a:cubicBezTo>
                      <a:pt x="11" y="22"/>
                      <a:pt x="11" y="21"/>
                      <a:pt x="11" y="21"/>
                    </a:cubicBezTo>
                    <a:cubicBezTo>
                      <a:pt x="11" y="21"/>
                      <a:pt x="11" y="21"/>
                      <a:pt x="10" y="21"/>
                    </a:cubicBezTo>
                    <a:cubicBezTo>
                      <a:pt x="10" y="21"/>
                      <a:pt x="10" y="21"/>
                      <a:pt x="10" y="20"/>
                    </a:cubicBezTo>
                    <a:cubicBezTo>
                      <a:pt x="10" y="20"/>
                      <a:pt x="10" y="20"/>
                      <a:pt x="10" y="20"/>
                    </a:cubicBezTo>
                    <a:cubicBezTo>
                      <a:pt x="10" y="19"/>
                      <a:pt x="10" y="19"/>
                      <a:pt x="10" y="18"/>
                    </a:cubicBezTo>
                    <a:cubicBezTo>
                      <a:pt x="10" y="18"/>
                      <a:pt x="9" y="18"/>
                      <a:pt x="10" y="17"/>
                    </a:cubicBezTo>
                    <a:cubicBezTo>
                      <a:pt x="10" y="17"/>
                      <a:pt x="10" y="17"/>
                      <a:pt x="10" y="17"/>
                    </a:cubicBezTo>
                    <a:cubicBezTo>
                      <a:pt x="10" y="16"/>
                      <a:pt x="10" y="16"/>
                      <a:pt x="10" y="16"/>
                    </a:cubicBezTo>
                    <a:cubicBezTo>
                      <a:pt x="11" y="16"/>
                      <a:pt x="11" y="15"/>
                      <a:pt x="11" y="15"/>
                    </a:cubicBezTo>
                    <a:cubicBezTo>
                      <a:pt x="12" y="14"/>
                      <a:pt x="12" y="14"/>
                      <a:pt x="12" y="14"/>
                    </a:cubicBezTo>
                    <a:cubicBezTo>
                      <a:pt x="12" y="13"/>
                      <a:pt x="12" y="13"/>
                      <a:pt x="12" y="13"/>
                    </a:cubicBezTo>
                    <a:cubicBezTo>
                      <a:pt x="12" y="13"/>
                      <a:pt x="12" y="12"/>
                      <a:pt x="12" y="12"/>
                    </a:cubicBezTo>
                    <a:cubicBezTo>
                      <a:pt x="12" y="12"/>
                      <a:pt x="12" y="12"/>
                      <a:pt x="12" y="12"/>
                    </a:cubicBezTo>
                    <a:cubicBezTo>
                      <a:pt x="12" y="11"/>
                      <a:pt x="12" y="11"/>
                      <a:pt x="12" y="11"/>
                    </a:cubicBezTo>
                    <a:cubicBezTo>
                      <a:pt x="12" y="11"/>
                      <a:pt x="12" y="10"/>
                      <a:pt x="12" y="10"/>
                    </a:cubicBezTo>
                    <a:cubicBezTo>
                      <a:pt x="12" y="10"/>
                      <a:pt x="13" y="10"/>
                      <a:pt x="13" y="10"/>
                    </a:cubicBezTo>
                    <a:cubicBezTo>
                      <a:pt x="12" y="9"/>
                      <a:pt x="12" y="10"/>
                      <a:pt x="12" y="10"/>
                    </a:cubicBezTo>
                    <a:cubicBezTo>
                      <a:pt x="12" y="9"/>
                      <a:pt x="12" y="9"/>
                      <a:pt x="12" y="9"/>
                    </a:cubicBezTo>
                    <a:cubicBezTo>
                      <a:pt x="12" y="9"/>
                      <a:pt x="12" y="9"/>
                      <a:pt x="12" y="8"/>
                    </a:cubicBezTo>
                    <a:cubicBezTo>
                      <a:pt x="12" y="8"/>
                      <a:pt x="12" y="8"/>
                      <a:pt x="12" y="8"/>
                    </a:cubicBezTo>
                    <a:cubicBezTo>
                      <a:pt x="12" y="8"/>
                      <a:pt x="12" y="8"/>
                      <a:pt x="12" y="7"/>
                    </a:cubicBezTo>
                    <a:cubicBezTo>
                      <a:pt x="15" y="5"/>
                      <a:pt x="19" y="3"/>
                      <a:pt x="23" y="2"/>
                    </a:cubicBezTo>
                    <a:cubicBezTo>
                      <a:pt x="23" y="2"/>
                      <a:pt x="23" y="2"/>
                      <a:pt x="23" y="2"/>
                    </a:cubicBezTo>
                    <a:cubicBezTo>
                      <a:pt x="23" y="2"/>
                      <a:pt x="23" y="2"/>
                      <a:pt x="23" y="2"/>
                    </a:cubicBezTo>
                    <a:cubicBezTo>
                      <a:pt x="24" y="2"/>
                      <a:pt x="24" y="2"/>
                      <a:pt x="24" y="2"/>
                    </a:cubicBezTo>
                    <a:cubicBezTo>
                      <a:pt x="24" y="2"/>
                      <a:pt x="25" y="2"/>
                      <a:pt x="25" y="2"/>
                    </a:cubicBezTo>
                    <a:cubicBezTo>
                      <a:pt x="26" y="2"/>
                      <a:pt x="26" y="3"/>
                      <a:pt x="27" y="3"/>
                    </a:cubicBezTo>
                    <a:cubicBezTo>
                      <a:pt x="27" y="3"/>
                      <a:pt x="27" y="2"/>
                      <a:pt x="27" y="2"/>
                    </a:cubicBezTo>
                    <a:cubicBezTo>
                      <a:pt x="27" y="2"/>
                      <a:pt x="27" y="2"/>
                      <a:pt x="27" y="2"/>
                    </a:cubicBezTo>
                    <a:cubicBezTo>
                      <a:pt x="27" y="2"/>
                      <a:pt x="28" y="2"/>
                      <a:pt x="28" y="2"/>
                    </a:cubicBezTo>
                    <a:cubicBezTo>
                      <a:pt x="28" y="2"/>
                      <a:pt x="29" y="2"/>
                      <a:pt x="30" y="2"/>
                    </a:cubicBezTo>
                    <a:cubicBezTo>
                      <a:pt x="30" y="0"/>
                      <a:pt x="30" y="0"/>
                      <a:pt x="30" y="0"/>
                    </a:cubicBezTo>
                    <a:cubicBezTo>
                      <a:pt x="29" y="0"/>
                      <a:pt x="29" y="0"/>
                      <a:pt x="28" y="0"/>
                    </a:cubicBezTo>
                    <a:cubicBezTo>
                      <a:pt x="28" y="0"/>
                      <a:pt x="28" y="0"/>
                      <a:pt x="28" y="0"/>
                    </a:cubicBezTo>
                    <a:cubicBezTo>
                      <a:pt x="28" y="0"/>
                      <a:pt x="27" y="0"/>
                      <a:pt x="27" y="0"/>
                    </a:cubicBezTo>
                    <a:cubicBezTo>
                      <a:pt x="24" y="0"/>
                      <a:pt x="22" y="1"/>
                      <a:pt x="19" y="2"/>
                    </a:cubicBezTo>
                    <a:cubicBezTo>
                      <a:pt x="19" y="2"/>
                      <a:pt x="18" y="2"/>
                      <a:pt x="18" y="2"/>
                    </a:cubicBezTo>
                    <a:cubicBezTo>
                      <a:pt x="18" y="2"/>
                      <a:pt x="17" y="2"/>
                      <a:pt x="17" y="2"/>
                    </a:cubicBezTo>
                    <a:cubicBezTo>
                      <a:pt x="17" y="2"/>
                      <a:pt x="17" y="3"/>
                      <a:pt x="17" y="3"/>
                    </a:cubicBezTo>
                    <a:cubicBezTo>
                      <a:pt x="16" y="3"/>
                      <a:pt x="16" y="3"/>
                      <a:pt x="15" y="3"/>
                    </a:cubicBezTo>
                    <a:cubicBezTo>
                      <a:pt x="15" y="3"/>
                      <a:pt x="15" y="4"/>
                      <a:pt x="14" y="4"/>
                    </a:cubicBezTo>
                    <a:cubicBezTo>
                      <a:pt x="13" y="5"/>
                      <a:pt x="11" y="6"/>
                      <a:pt x="10" y="7"/>
                    </a:cubicBezTo>
                    <a:cubicBezTo>
                      <a:pt x="10" y="7"/>
                      <a:pt x="10" y="7"/>
                      <a:pt x="9" y="7"/>
                    </a:cubicBezTo>
                    <a:cubicBezTo>
                      <a:pt x="9" y="8"/>
                      <a:pt x="9" y="8"/>
                      <a:pt x="8" y="8"/>
                    </a:cubicBezTo>
                    <a:cubicBezTo>
                      <a:pt x="8" y="9"/>
                      <a:pt x="8" y="9"/>
                      <a:pt x="7" y="9"/>
                    </a:cubicBezTo>
                    <a:cubicBezTo>
                      <a:pt x="7" y="10"/>
                      <a:pt x="7" y="10"/>
                      <a:pt x="6" y="11"/>
                    </a:cubicBezTo>
                    <a:cubicBezTo>
                      <a:pt x="5" y="12"/>
                      <a:pt x="5" y="13"/>
                      <a:pt x="4" y="14"/>
                    </a:cubicBezTo>
                    <a:cubicBezTo>
                      <a:pt x="4" y="14"/>
                      <a:pt x="4" y="15"/>
                      <a:pt x="3" y="15"/>
                    </a:cubicBezTo>
                    <a:cubicBezTo>
                      <a:pt x="3" y="15"/>
                      <a:pt x="3" y="16"/>
                      <a:pt x="3" y="16"/>
                    </a:cubicBezTo>
                    <a:cubicBezTo>
                      <a:pt x="3" y="16"/>
                      <a:pt x="3" y="17"/>
                      <a:pt x="2" y="18"/>
                    </a:cubicBezTo>
                    <a:cubicBezTo>
                      <a:pt x="2" y="18"/>
                      <a:pt x="2" y="18"/>
                      <a:pt x="2" y="18"/>
                    </a:cubicBezTo>
                    <a:cubicBezTo>
                      <a:pt x="2" y="19"/>
                      <a:pt x="1" y="20"/>
                      <a:pt x="1" y="21"/>
                    </a:cubicBezTo>
                    <a:cubicBezTo>
                      <a:pt x="1" y="21"/>
                      <a:pt x="1" y="22"/>
                      <a:pt x="1" y="22"/>
                    </a:cubicBezTo>
                    <a:close/>
                    <a:moveTo>
                      <a:pt x="30" y="22"/>
                    </a:moveTo>
                    <a:cubicBezTo>
                      <a:pt x="30" y="34"/>
                      <a:pt x="30" y="34"/>
                      <a:pt x="30" y="34"/>
                    </a:cubicBezTo>
                    <a:cubicBezTo>
                      <a:pt x="30" y="35"/>
                      <a:pt x="30" y="35"/>
                      <a:pt x="29" y="35"/>
                    </a:cubicBezTo>
                    <a:cubicBezTo>
                      <a:pt x="29" y="35"/>
                      <a:pt x="29" y="34"/>
                      <a:pt x="29" y="34"/>
                    </a:cubicBezTo>
                    <a:cubicBezTo>
                      <a:pt x="28" y="34"/>
                      <a:pt x="28" y="34"/>
                      <a:pt x="27" y="34"/>
                    </a:cubicBezTo>
                    <a:cubicBezTo>
                      <a:pt x="27" y="34"/>
                      <a:pt x="26" y="34"/>
                      <a:pt x="26" y="33"/>
                    </a:cubicBezTo>
                    <a:cubicBezTo>
                      <a:pt x="26" y="33"/>
                      <a:pt x="26" y="32"/>
                      <a:pt x="26" y="32"/>
                    </a:cubicBezTo>
                    <a:cubicBezTo>
                      <a:pt x="26" y="32"/>
                      <a:pt x="26" y="32"/>
                      <a:pt x="26" y="31"/>
                    </a:cubicBezTo>
                    <a:cubicBezTo>
                      <a:pt x="26" y="31"/>
                      <a:pt x="26" y="31"/>
                      <a:pt x="26" y="31"/>
                    </a:cubicBezTo>
                    <a:cubicBezTo>
                      <a:pt x="25" y="31"/>
                      <a:pt x="24" y="31"/>
                      <a:pt x="24" y="31"/>
                    </a:cubicBezTo>
                    <a:cubicBezTo>
                      <a:pt x="24" y="30"/>
                      <a:pt x="24" y="30"/>
                      <a:pt x="24" y="30"/>
                    </a:cubicBezTo>
                    <a:cubicBezTo>
                      <a:pt x="24" y="30"/>
                      <a:pt x="24" y="30"/>
                      <a:pt x="24" y="30"/>
                    </a:cubicBezTo>
                    <a:cubicBezTo>
                      <a:pt x="24" y="29"/>
                      <a:pt x="24" y="29"/>
                      <a:pt x="24" y="29"/>
                    </a:cubicBezTo>
                    <a:cubicBezTo>
                      <a:pt x="24" y="29"/>
                      <a:pt x="24" y="29"/>
                      <a:pt x="24" y="29"/>
                    </a:cubicBezTo>
                    <a:cubicBezTo>
                      <a:pt x="25" y="28"/>
                      <a:pt x="25" y="28"/>
                      <a:pt x="25" y="28"/>
                    </a:cubicBezTo>
                    <a:cubicBezTo>
                      <a:pt x="25" y="28"/>
                      <a:pt x="25" y="28"/>
                      <a:pt x="24" y="28"/>
                    </a:cubicBezTo>
                    <a:cubicBezTo>
                      <a:pt x="24" y="28"/>
                      <a:pt x="24" y="28"/>
                      <a:pt x="23" y="28"/>
                    </a:cubicBezTo>
                    <a:cubicBezTo>
                      <a:pt x="23" y="28"/>
                      <a:pt x="23" y="29"/>
                      <a:pt x="22" y="29"/>
                    </a:cubicBezTo>
                    <a:cubicBezTo>
                      <a:pt x="22" y="29"/>
                      <a:pt x="22" y="29"/>
                      <a:pt x="21" y="29"/>
                    </a:cubicBezTo>
                    <a:cubicBezTo>
                      <a:pt x="21" y="29"/>
                      <a:pt x="21" y="29"/>
                      <a:pt x="21" y="29"/>
                    </a:cubicBezTo>
                    <a:cubicBezTo>
                      <a:pt x="21" y="29"/>
                      <a:pt x="20" y="29"/>
                      <a:pt x="20" y="29"/>
                    </a:cubicBezTo>
                    <a:cubicBezTo>
                      <a:pt x="20" y="29"/>
                      <a:pt x="19" y="28"/>
                      <a:pt x="19" y="28"/>
                    </a:cubicBezTo>
                    <a:cubicBezTo>
                      <a:pt x="19" y="27"/>
                      <a:pt x="19" y="26"/>
                      <a:pt x="20" y="26"/>
                    </a:cubicBezTo>
                    <a:cubicBezTo>
                      <a:pt x="20" y="26"/>
                      <a:pt x="20" y="25"/>
                      <a:pt x="20" y="25"/>
                    </a:cubicBezTo>
                    <a:cubicBezTo>
                      <a:pt x="20" y="25"/>
                      <a:pt x="20" y="25"/>
                      <a:pt x="20" y="25"/>
                    </a:cubicBezTo>
                    <a:cubicBezTo>
                      <a:pt x="20" y="24"/>
                      <a:pt x="21" y="24"/>
                      <a:pt x="21" y="24"/>
                    </a:cubicBezTo>
                    <a:cubicBezTo>
                      <a:pt x="22" y="23"/>
                      <a:pt x="22" y="23"/>
                      <a:pt x="22" y="23"/>
                    </a:cubicBezTo>
                    <a:cubicBezTo>
                      <a:pt x="23" y="23"/>
                      <a:pt x="23" y="23"/>
                      <a:pt x="23" y="23"/>
                    </a:cubicBezTo>
                    <a:cubicBezTo>
                      <a:pt x="24" y="23"/>
                      <a:pt x="24" y="23"/>
                      <a:pt x="24" y="23"/>
                    </a:cubicBezTo>
                    <a:cubicBezTo>
                      <a:pt x="24" y="23"/>
                      <a:pt x="25" y="23"/>
                      <a:pt x="25" y="23"/>
                    </a:cubicBezTo>
                    <a:cubicBezTo>
                      <a:pt x="25" y="23"/>
                      <a:pt x="26" y="23"/>
                      <a:pt x="26" y="23"/>
                    </a:cubicBezTo>
                    <a:cubicBezTo>
                      <a:pt x="26" y="23"/>
                      <a:pt x="27" y="23"/>
                      <a:pt x="27" y="23"/>
                    </a:cubicBezTo>
                    <a:cubicBezTo>
                      <a:pt x="27" y="23"/>
                      <a:pt x="27" y="23"/>
                      <a:pt x="27" y="23"/>
                    </a:cubicBezTo>
                    <a:cubicBezTo>
                      <a:pt x="28" y="23"/>
                      <a:pt x="28" y="23"/>
                      <a:pt x="28" y="24"/>
                    </a:cubicBezTo>
                    <a:cubicBezTo>
                      <a:pt x="28" y="24"/>
                      <a:pt x="28" y="24"/>
                      <a:pt x="28" y="24"/>
                    </a:cubicBezTo>
                    <a:cubicBezTo>
                      <a:pt x="28" y="25"/>
                      <a:pt x="29" y="25"/>
                      <a:pt x="29" y="25"/>
                    </a:cubicBezTo>
                    <a:cubicBezTo>
                      <a:pt x="29" y="25"/>
                      <a:pt x="29" y="24"/>
                      <a:pt x="29" y="24"/>
                    </a:cubicBezTo>
                    <a:cubicBezTo>
                      <a:pt x="29" y="24"/>
                      <a:pt x="29" y="24"/>
                      <a:pt x="29" y="24"/>
                    </a:cubicBezTo>
                    <a:cubicBezTo>
                      <a:pt x="29" y="23"/>
                      <a:pt x="29" y="23"/>
                      <a:pt x="29" y="23"/>
                    </a:cubicBezTo>
                    <a:cubicBezTo>
                      <a:pt x="29" y="22"/>
                      <a:pt x="29" y="22"/>
                      <a:pt x="30"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87" name="Freeform 216"/>
              <p:cNvSpPr>
                <a:spLocks/>
              </p:cNvSpPr>
              <p:nvPr/>
            </p:nvSpPr>
            <p:spPr bwMode="auto">
              <a:xfrm>
                <a:off x="-3289300" y="6083300"/>
                <a:ext cx="203200" cy="179388"/>
              </a:xfrm>
              <a:custGeom>
                <a:avLst/>
                <a:gdLst>
                  <a:gd name="T0" fmla="*/ 6 w 54"/>
                  <a:gd name="T1" fmla="*/ 5 h 48"/>
                  <a:gd name="T2" fmla="*/ 1 w 54"/>
                  <a:gd name="T3" fmla="*/ 15 h 48"/>
                  <a:gd name="T4" fmla="*/ 0 w 54"/>
                  <a:gd name="T5" fmla="*/ 18 h 48"/>
                  <a:gd name="T6" fmla="*/ 0 w 54"/>
                  <a:gd name="T7" fmla="*/ 18 h 48"/>
                  <a:gd name="T8" fmla="*/ 0 w 54"/>
                  <a:gd name="T9" fmla="*/ 21 h 48"/>
                  <a:gd name="T10" fmla="*/ 1 w 54"/>
                  <a:gd name="T11" fmla="*/ 23 h 48"/>
                  <a:gd name="T12" fmla="*/ 3 w 54"/>
                  <a:gd name="T13" fmla="*/ 32 h 48"/>
                  <a:gd name="T14" fmla="*/ 8 w 54"/>
                  <a:gd name="T15" fmla="*/ 42 h 48"/>
                  <a:gd name="T16" fmla="*/ 9 w 54"/>
                  <a:gd name="T17" fmla="*/ 43 h 48"/>
                  <a:gd name="T18" fmla="*/ 12 w 54"/>
                  <a:gd name="T19" fmla="*/ 46 h 48"/>
                  <a:gd name="T20" fmla="*/ 13 w 54"/>
                  <a:gd name="T21" fmla="*/ 47 h 48"/>
                  <a:gd name="T22" fmla="*/ 19 w 54"/>
                  <a:gd name="T23" fmla="*/ 48 h 48"/>
                  <a:gd name="T24" fmla="*/ 19 w 54"/>
                  <a:gd name="T25" fmla="*/ 48 h 48"/>
                  <a:gd name="T26" fmla="*/ 22 w 54"/>
                  <a:gd name="T27" fmla="*/ 47 h 48"/>
                  <a:gd name="T28" fmla="*/ 24 w 54"/>
                  <a:gd name="T29" fmla="*/ 46 h 48"/>
                  <a:gd name="T30" fmla="*/ 27 w 54"/>
                  <a:gd name="T31" fmla="*/ 46 h 48"/>
                  <a:gd name="T32" fmla="*/ 27 w 54"/>
                  <a:gd name="T33" fmla="*/ 46 h 48"/>
                  <a:gd name="T34" fmla="*/ 30 w 54"/>
                  <a:gd name="T35" fmla="*/ 46 h 48"/>
                  <a:gd name="T36" fmla="*/ 32 w 54"/>
                  <a:gd name="T37" fmla="*/ 47 h 48"/>
                  <a:gd name="T38" fmla="*/ 35 w 54"/>
                  <a:gd name="T39" fmla="*/ 48 h 48"/>
                  <a:gd name="T40" fmla="*/ 35 w 54"/>
                  <a:gd name="T41" fmla="*/ 48 h 48"/>
                  <a:gd name="T42" fmla="*/ 41 w 54"/>
                  <a:gd name="T43" fmla="*/ 47 h 48"/>
                  <a:gd name="T44" fmla="*/ 42 w 54"/>
                  <a:gd name="T45" fmla="*/ 46 h 48"/>
                  <a:gd name="T46" fmla="*/ 45 w 54"/>
                  <a:gd name="T47" fmla="*/ 43 h 48"/>
                  <a:gd name="T48" fmla="*/ 46 w 54"/>
                  <a:gd name="T49" fmla="*/ 42 h 48"/>
                  <a:gd name="T50" fmla="*/ 51 w 54"/>
                  <a:gd name="T51" fmla="*/ 32 h 48"/>
                  <a:gd name="T52" fmla="*/ 53 w 54"/>
                  <a:gd name="T53" fmla="*/ 23 h 48"/>
                  <a:gd name="T54" fmla="*/ 54 w 54"/>
                  <a:gd name="T55" fmla="*/ 21 h 48"/>
                  <a:gd name="T56" fmla="*/ 54 w 54"/>
                  <a:gd name="T57" fmla="*/ 18 h 48"/>
                  <a:gd name="T58" fmla="*/ 54 w 54"/>
                  <a:gd name="T59" fmla="*/ 18 h 48"/>
                  <a:gd name="T60" fmla="*/ 53 w 54"/>
                  <a:gd name="T61" fmla="*/ 15 h 48"/>
                  <a:gd name="T62" fmla="*/ 48 w 54"/>
                  <a:gd name="T63" fmla="*/ 5 h 48"/>
                  <a:gd name="T64" fmla="*/ 47 w 54"/>
                  <a:gd name="T65" fmla="*/ 4 h 48"/>
                  <a:gd name="T66" fmla="*/ 40 w 54"/>
                  <a:gd name="T67" fmla="*/ 1 h 48"/>
                  <a:gd name="T68" fmla="*/ 31 w 54"/>
                  <a:gd name="T69" fmla="*/ 2 h 48"/>
                  <a:gd name="T70" fmla="*/ 27 w 54"/>
                  <a:gd name="T71" fmla="*/ 4 h 48"/>
                  <a:gd name="T72" fmla="*/ 23 w 54"/>
                  <a:gd name="T73" fmla="*/ 2 h 48"/>
                  <a:gd name="T74" fmla="*/ 14 w 54"/>
                  <a:gd name="T75" fmla="*/ 1 h 48"/>
                  <a:gd name="T76" fmla="*/ 7 w 54"/>
                  <a:gd name="T77" fmla="*/ 4 h 48"/>
                  <a:gd name="T78" fmla="*/ 6 w 54"/>
                  <a:gd name="T79" fmla="*/ 5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4" h="48">
                    <a:moveTo>
                      <a:pt x="6" y="5"/>
                    </a:moveTo>
                    <a:cubicBezTo>
                      <a:pt x="3" y="8"/>
                      <a:pt x="1" y="11"/>
                      <a:pt x="1" y="15"/>
                    </a:cubicBezTo>
                    <a:cubicBezTo>
                      <a:pt x="1" y="16"/>
                      <a:pt x="1" y="17"/>
                      <a:pt x="0" y="18"/>
                    </a:cubicBezTo>
                    <a:cubicBezTo>
                      <a:pt x="0" y="18"/>
                      <a:pt x="0" y="18"/>
                      <a:pt x="0" y="18"/>
                    </a:cubicBezTo>
                    <a:cubicBezTo>
                      <a:pt x="0" y="19"/>
                      <a:pt x="0" y="20"/>
                      <a:pt x="0" y="21"/>
                    </a:cubicBezTo>
                    <a:cubicBezTo>
                      <a:pt x="0" y="22"/>
                      <a:pt x="1" y="22"/>
                      <a:pt x="1" y="23"/>
                    </a:cubicBezTo>
                    <a:cubicBezTo>
                      <a:pt x="1" y="26"/>
                      <a:pt x="2" y="29"/>
                      <a:pt x="3" y="32"/>
                    </a:cubicBezTo>
                    <a:cubicBezTo>
                      <a:pt x="4" y="35"/>
                      <a:pt x="6" y="39"/>
                      <a:pt x="8" y="42"/>
                    </a:cubicBezTo>
                    <a:cubicBezTo>
                      <a:pt x="8" y="42"/>
                      <a:pt x="9" y="42"/>
                      <a:pt x="9" y="43"/>
                    </a:cubicBezTo>
                    <a:cubicBezTo>
                      <a:pt x="10" y="44"/>
                      <a:pt x="11" y="45"/>
                      <a:pt x="12" y="46"/>
                    </a:cubicBezTo>
                    <a:cubicBezTo>
                      <a:pt x="12" y="47"/>
                      <a:pt x="13" y="47"/>
                      <a:pt x="13" y="47"/>
                    </a:cubicBezTo>
                    <a:cubicBezTo>
                      <a:pt x="15" y="48"/>
                      <a:pt x="17" y="48"/>
                      <a:pt x="19" y="48"/>
                    </a:cubicBezTo>
                    <a:cubicBezTo>
                      <a:pt x="19" y="48"/>
                      <a:pt x="19" y="48"/>
                      <a:pt x="19" y="48"/>
                    </a:cubicBezTo>
                    <a:cubicBezTo>
                      <a:pt x="20" y="47"/>
                      <a:pt x="21" y="47"/>
                      <a:pt x="22" y="47"/>
                    </a:cubicBezTo>
                    <a:cubicBezTo>
                      <a:pt x="22" y="47"/>
                      <a:pt x="23" y="46"/>
                      <a:pt x="24" y="46"/>
                    </a:cubicBezTo>
                    <a:cubicBezTo>
                      <a:pt x="25" y="46"/>
                      <a:pt x="27" y="46"/>
                      <a:pt x="27" y="46"/>
                    </a:cubicBezTo>
                    <a:cubicBezTo>
                      <a:pt x="27" y="46"/>
                      <a:pt x="27" y="46"/>
                      <a:pt x="27" y="46"/>
                    </a:cubicBezTo>
                    <a:cubicBezTo>
                      <a:pt x="28" y="46"/>
                      <a:pt x="29" y="46"/>
                      <a:pt x="30" y="46"/>
                    </a:cubicBezTo>
                    <a:cubicBezTo>
                      <a:pt x="31" y="46"/>
                      <a:pt x="32" y="47"/>
                      <a:pt x="32" y="47"/>
                    </a:cubicBezTo>
                    <a:cubicBezTo>
                      <a:pt x="33" y="47"/>
                      <a:pt x="34" y="47"/>
                      <a:pt x="35" y="48"/>
                    </a:cubicBezTo>
                    <a:cubicBezTo>
                      <a:pt x="35" y="48"/>
                      <a:pt x="35" y="48"/>
                      <a:pt x="35" y="48"/>
                    </a:cubicBezTo>
                    <a:cubicBezTo>
                      <a:pt x="37" y="48"/>
                      <a:pt x="39" y="48"/>
                      <a:pt x="41" y="47"/>
                    </a:cubicBezTo>
                    <a:cubicBezTo>
                      <a:pt x="41" y="47"/>
                      <a:pt x="42" y="47"/>
                      <a:pt x="42" y="46"/>
                    </a:cubicBezTo>
                    <a:cubicBezTo>
                      <a:pt x="43" y="45"/>
                      <a:pt x="44" y="44"/>
                      <a:pt x="45" y="43"/>
                    </a:cubicBezTo>
                    <a:cubicBezTo>
                      <a:pt x="46" y="42"/>
                      <a:pt x="46" y="42"/>
                      <a:pt x="46" y="42"/>
                    </a:cubicBezTo>
                    <a:cubicBezTo>
                      <a:pt x="48" y="39"/>
                      <a:pt x="50" y="35"/>
                      <a:pt x="51" y="32"/>
                    </a:cubicBezTo>
                    <a:cubicBezTo>
                      <a:pt x="52" y="29"/>
                      <a:pt x="53" y="26"/>
                      <a:pt x="53" y="23"/>
                    </a:cubicBezTo>
                    <a:cubicBezTo>
                      <a:pt x="54" y="22"/>
                      <a:pt x="54" y="22"/>
                      <a:pt x="54" y="21"/>
                    </a:cubicBezTo>
                    <a:cubicBezTo>
                      <a:pt x="54" y="20"/>
                      <a:pt x="54" y="19"/>
                      <a:pt x="54" y="18"/>
                    </a:cubicBezTo>
                    <a:cubicBezTo>
                      <a:pt x="54" y="18"/>
                      <a:pt x="54" y="18"/>
                      <a:pt x="54" y="18"/>
                    </a:cubicBezTo>
                    <a:cubicBezTo>
                      <a:pt x="53" y="17"/>
                      <a:pt x="53" y="16"/>
                      <a:pt x="53" y="15"/>
                    </a:cubicBezTo>
                    <a:cubicBezTo>
                      <a:pt x="53" y="11"/>
                      <a:pt x="51" y="8"/>
                      <a:pt x="48" y="5"/>
                    </a:cubicBezTo>
                    <a:cubicBezTo>
                      <a:pt x="48" y="5"/>
                      <a:pt x="47" y="4"/>
                      <a:pt x="47" y="4"/>
                    </a:cubicBezTo>
                    <a:cubicBezTo>
                      <a:pt x="45" y="2"/>
                      <a:pt x="42" y="1"/>
                      <a:pt x="40" y="1"/>
                    </a:cubicBezTo>
                    <a:cubicBezTo>
                      <a:pt x="37" y="0"/>
                      <a:pt x="34" y="1"/>
                      <a:pt x="31" y="2"/>
                    </a:cubicBezTo>
                    <a:cubicBezTo>
                      <a:pt x="30" y="3"/>
                      <a:pt x="27" y="4"/>
                      <a:pt x="27" y="4"/>
                    </a:cubicBezTo>
                    <a:cubicBezTo>
                      <a:pt x="27" y="4"/>
                      <a:pt x="24" y="3"/>
                      <a:pt x="23" y="2"/>
                    </a:cubicBezTo>
                    <a:cubicBezTo>
                      <a:pt x="20" y="1"/>
                      <a:pt x="17" y="0"/>
                      <a:pt x="14" y="1"/>
                    </a:cubicBezTo>
                    <a:cubicBezTo>
                      <a:pt x="12" y="1"/>
                      <a:pt x="9" y="2"/>
                      <a:pt x="7" y="4"/>
                    </a:cubicBezTo>
                    <a:cubicBezTo>
                      <a:pt x="7" y="4"/>
                      <a:pt x="6" y="5"/>
                      <a:pt x="6"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88" name="Freeform 217"/>
              <p:cNvSpPr>
                <a:spLocks/>
              </p:cNvSpPr>
              <p:nvPr/>
            </p:nvSpPr>
            <p:spPr bwMode="auto">
              <a:xfrm>
                <a:off x="-3236913" y="6029325"/>
                <a:ext cx="49213" cy="53975"/>
              </a:xfrm>
              <a:custGeom>
                <a:avLst/>
                <a:gdLst>
                  <a:gd name="T0" fmla="*/ 4 w 13"/>
                  <a:gd name="T1" fmla="*/ 10 h 14"/>
                  <a:gd name="T2" fmla="*/ 10 w 13"/>
                  <a:gd name="T3" fmla="*/ 14 h 14"/>
                  <a:gd name="T4" fmla="*/ 13 w 13"/>
                  <a:gd name="T5" fmla="*/ 14 h 14"/>
                  <a:gd name="T6" fmla="*/ 13 w 13"/>
                  <a:gd name="T7" fmla="*/ 14 h 14"/>
                  <a:gd name="T8" fmla="*/ 10 w 13"/>
                  <a:gd name="T9" fmla="*/ 5 h 14"/>
                  <a:gd name="T10" fmla="*/ 1 w 13"/>
                  <a:gd name="T11" fmla="*/ 0 h 14"/>
                  <a:gd name="T12" fmla="*/ 1 w 13"/>
                  <a:gd name="T13" fmla="*/ 0 h 14"/>
                  <a:gd name="T14" fmla="*/ 0 w 13"/>
                  <a:gd name="T15" fmla="*/ 0 h 14"/>
                  <a:gd name="T16" fmla="*/ 1 w 13"/>
                  <a:gd name="T17" fmla="*/ 3 h 14"/>
                  <a:gd name="T18" fmla="*/ 4 w 13"/>
                  <a:gd name="T19" fmla="*/ 1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14">
                    <a:moveTo>
                      <a:pt x="4" y="10"/>
                    </a:moveTo>
                    <a:cubicBezTo>
                      <a:pt x="6" y="12"/>
                      <a:pt x="7" y="13"/>
                      <a:pt x="10" y="14"/>
                    </a:cubicBezTo>
                    <a:cubicBezTo>
                      <a:pt x="11" y="14"/>
                      <a:pt x="12" y="14"/>
                      <a:pt x="13" y="14"/>
                    </a:cubicBezTo>
                    <a:cubicBezTo>
                      <a:pt x="13" y="14"/>
                      <a:pt x="13" y="14"/>
                      <a:pt x="13" y="14"/>
                    </a:cubicBezTo>
                    <a:cubicBezTo>
                      <a:pt x="13" y="11"/>
                      <a:pt x="12" y="8"/>
                      <a:pt x="10" y="5"/>
                    </a:cubicBezTo>
                    <a:cubicBezTo>
                      <a:pt x="8" y="2"/>
                      <a:pt x="5" y="1"/>
                      <a:pt x="1" y="0"/>
                    </a:cubicBezTo>
                    <a:cubicBezTo>
                      <a:pt x="1" y="0"/>
                      <a:pt x="1" y="0"/>
                      <a:pt x="1" y="0"/>
                    </a:cubicBezTo>
                    <a:cubicBezTo>
                      <a:pt x="1" y="0"/>
                      <a:pt x="1" y="0"/>
                      <a:pt x="0" y="0"/>
                    </a:cubicBezTo>
                    <a:cubicBezTo>
                      <a:pt x="0" y="1"/>
                      <a:pt x="0" y="2"/>
                      <a:pt x="1" y="3"/>
                    </a:cubicBezTo>
                    <a:cubicBezTo>
                      <a:pt x="1" y="6"/>
                      <a:pt x="2" y="8"/>
                      <a:pt x="4"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89" name="Rectangle 218"/>
              <p:cNvSpPr>
                <a:spLocks noChangeArrowheads="1"/>
              </p:cNvSpPr>
              <p:nvPr/>
            </p:nvSpPr>
            <p:spPr bwMode="auto">
              <a:xfrm>
                <a:off x="-5945188" y="2657475"/>
                <a:ext cx="41275" cy="19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90" name="Freeform 219"/>
              <p:cNvSpPr>
                <a:spLocks noEditPoints="1"/>
              </p:cNvSpPr>
              <p:nvPr/>
            </p:nvSpPr>
            <p:spPr bwMode="auto">
              <a:xfrm>
                <a:off x="-6099175" y="2684462"/>
                <a:ext cx="222250" cy="157163"/>
              </a:xfrm>
              <a:custGeom>
                <a:avLst/>
                <a:gdLst>
                  <a:gd name="T0" fmla="*/ 30 w 59"/>
                  <a:gd name="T1" fmla="*/ 42 h 42"/>
                  <a:gd name="T2" fmla="*/ 59 w 59"/>
                  <a:gd name="T3" fmla="*/ 42 h 42"/>
                  <a:gd name="T4" fmla="*/ 59 w 59"/>
                  <a:gd name="T5" fmla="*/ 0 h 42"/>
                  <a:gd name="T6" fmla="*/ 30 w 59"/>
                  <a:gd name="T7" fmla="*/ 0 h 42"/>
                  <a:gd name="T8" fmla="*/ 30 w 59"/>
                  <a:gd name="T9" fmla="*/ 4 h 42"/>
                  <a:gd name="T10" fmla="*/ 46 w 59"/>
                  <a:gd name="T11" fmla="*/ 21 h 42"/>
                  <a:gd name="T12" fmla="*/ 30 w 59"/>
                  <a:gd name="T13" fmla="*/ 37 h 42"/>
                  <a:gd name="T14" fmla="*/ 30 w 59"/>
                  <a:gd name="T15" fmla="*/ 42 h 42"/>
                  <a:gd name="T16" fmla="*/ 0 w 59"/>
                  <a:gd name="T17" fmla="*/ 42 h 42"/>
                  <a:gd name="T18" fmla="*/ 30 w 59"/>
                  <a:gd name="T19" fmla="*/ 42 h 42"/>
                  <a:gd name="T20" fmla="*/ 30 w 59"/>
                  <a:gd name="T21" fmla="*/ 37 h 42"/>
                  <a:gd name="T22" fmla="*/ 30 w 59"/>
                  <a:gd name="T23" fmla="*/ 37 h 42"/>
                  <a:gd name="T24" fmla="*/ 13 w 59"/>
                  <a:gd name="T25" fmla="*/ 21 h 42"/>
                  <a:gd name="T26" fmla="*/ 30 w 59"/>
                  <a:gd name="T27" fmla="*/ 4 h 42"/>
                  <a:gd name="T28" fmla="*/ 30 w 59"/>
                  <a:gd name="T29" fmla="*/ 4 h 42"/>
                  <a:gd name="T30" fmla="*/ 30 w 59"/>
                  <a:gd name="T31" fmla="*/ 4 h 42"/>
                  <a:gd name="T32" fmla="*/ 30 w 59"/>
                  <a:gd name="T33" fmla="*/ 0 h 42"/>
                  <a:gd name="T34" fmla="*/ 0 w 59"/>
                  <a:gd name="T35" fmla="*/ 0 h 42"/>
                  <a:gd name="T36" fmla="*/ 0 w 59"/>
                  <a:gd name="T37"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9" h="42">
                    <a:moveTo>
                      <a:pt x="30" y="42"/>
                    </a:moveTo>
                    <a:cubicBezTo>
                      <a:pt x="59" y="42"/>
                      <a:pt x="59" y="42"/>
                      <a:pt x="59" y="42"/>
                    </a:cubicBezTo>
                    <a:cubicBezTo>
                      <a:pt x="59" y="0"/>
                      <a:pt x="59" y="0"/>
                      <a:pt x="59" y="0"/>
                    </a:cubicBezTo>
                    <a:cubicBezTo>
                      <a:pt x="30" y="0"/>
                      <a:pt x="30" y="0"/>
                      <a:pt x="30" y="0"/>
                    </a:cubicBezTo>
                    <a:cubicBezTo>
                      <a:pt x="30" y="4"/>
                      <a:pt x="30" y="4"/>
                      <a:pt x="30" y="4"/>
                    </a:cubicBezTo>
                    <a:cubicBezTo>
                      <a:pt x="39" y="4"/>
                      <a:pt x="46" y="12"/>
                      <a:pt x="46" y="21"/>
                    </a:cubicBezTo>
                    <a:cubicBezTo>
                      <a:pt x="46" y="30"/>
                      <a:pt x="39" y="37"/>
                      <a:pt x="30" y="37"/>
                    </a:cubicBezTo>
                    <a:lnTo>
                      <a:pt x="30" y="42"/>
                    </a:lnTo>
                    <a:close/>
                    <a:moveTo>
                      <a:pt x="0" y="42"/>
                    </a:moveTo>
                    <a:cubicBezTo>
                      <a:pt x="30" y="42"/>
                      <a:pt x="30" y="42"/>
                      <a:pt x="30" y="42"/>
                    </a:cubicBezTo>
                    <a:cubicBezTo>
                      <a:pt x="30" y="37"/>
                      <a:pt x="30" y="37"/>
                      <a:pt x="30" y="37"/>
                    </a:cubicBezTo>
                    <a:cubicBezTo>
                      <a:pt x="30" y="37"/>
                      <a:pt x="30" y="37"/>
                      <a:pt x="30" y="37"/>
                    </a:cubicBezTo>
                    <a:cubicBezTo>
                      <a:pt x="21" y="37"/>
                      <a:pt x="13" y="30"/>
                      <a:pt x="13" y="21"/>
                    </a:cubicBezTo>
                    <a:cubicBezTo>
                      <a:pt x="13" y="12"/>
                      <a:pt x="21" y="4"/>
                      <a:pt x="30" y="4"/>
                    </a:cubicBezTo>
                    <a:cubicBezTo>
                      <a:pt x="30" y="4"/>
                      <a:pt x="30" y="4"/>
                      <a:pt x="30" y="4"/>
                    </a:cubicBezTo>
                    <a:cubicBezTo>
                      <a:pt x="30" y="4"/>
                      <a:pt x="30" y="4"/>
                      <a:pt x="30" y="4"/>
                    </a:cubicBezTo>
                    <a:cubicBezTo>
                      <a:pt x="30" y="0"/>
                      <a:pt x="30" y="0"/>
                      <a:pt x="30" y="0"/>
                    </a:cubicBezTo>
                    <a:cubicBezTo>
                      <a:pt x="0" y="0"/>
                      <a:pt x="0" y="0"/>
                      <a:pt x="0" y="0"/>
                    </a:cubicBezTo>
                    <a:lnTo>
                      <a:pt x="0" y="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91" name="Oval 220"/>
              <p:cNvSpPr>
                <a:spLocks noChangeArrowheads="1"/>
              </p:cNvSpPr>
              <p:nvPr/>
            </p:nvSpPr>
            <p:spPr bwMode="auto">
              <a:xfrm>
                <a:off x="-6027738" y="2722562"/>
                <a:ext cx="82550" cy="825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92" name="Freeform 221"/>
              <p:cNvSpPr>
                <a:spLocks noEditPoints="1"/>
              </p:cNvSpPr>
              <p:nvPr/>
            </p:nvSpPr>
            <p:spPr bwMode="auto">
              <a:xfrm>
                <a:off x="-3995738" y="285750"/>
                <a:ext cx="192088" cy="190500"/>
              </a:xfrm>
              <a:custGeom>
                <a:avLst/>
                <a:gdLst>
                  <a:gd name="T0" fmla="*/ 26 w 51"/>
                  <a:gd name="T1" fmla="*/ 51 h 51"/>
                  <a:gd name="T2" fmla="*/ 51 w 51"/>
                  <a:gd name="T3" fmla="*/ 25 h 51"/>
                  <a:gd name="T4" fmla="*/ 26 w 51"/>
                  <a:gd name="T5" fmla="*/ 0 h 51"/>
                  <a:gd name="T6" fmla="*/ 26 w 51"/>
                  <a:gd name="T7" fmla="*/ 18 h 51"/>
                  <a:gd name="T8" fmla="*/ 33 w 51"/>
                  <a:gd name="T9" fmla="*/ 25 h 51"/>
                  <a:gd name="T10" fmla="*/ 26 w 51"/>
                  <a:gd name="T11" fmla="*/ 33 h 51"/>
                  <a:gd name="T12" fmla="*/ 26 w 51"/>
                  <a:gd name="T13" fmla="*/ 51 h 51"/>
                  <a:gd name="T14" fmla="*/ 26 w 51"/>
                  <a:gd name="T15" fmla="*/ 33 h 51"/>
                  <a:gd name="T16" fmla="*/ 26 w 51"/>
                  <a:gd name="T17" fmla="*/ 33 h 51"/>
                  <a:gd name="T18" fmla="*/ 26 w 51"/>
                  <a:gd name="T19" fmla="*/ 0 h 51"/>
                  <a:gd name="T20" fmla="*/ 0 w 51"/>
                  <a:gd name="T21" fmla="*/ 25 h 51"/>
                  <a:gd name="T22" fmla="*/ 26 w 51"/>
                  <a:gd name="T23" fmla="*/ 51 h 51"/>
                  <a:gd name="T24" fmla="*/ 26 w 51"/>
                  <a:gd name="T25" fmla="*/ 33 h 51"/>
                  <a:gd name="T26" fmla="*/ 26 w 51"/>
                  <a:gd name="T27" fmla="*/ 33 h 51"/>
                  <a:gd name="T28" fmla="*/ 18 w 51"/>
                  <a:gd name="T29" fmla="*/ 25 h 51"/>
                  <a:gd name="T30" fmla="*/ 26 w 51"/>
                  <a:gd name="T31" fmla="*/ 18 h 51"/>
                  <a:gd name="T32" fmla="*/ 26 w 51"/>
                  <a:gd name="T33"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1" h="51">
                    <a:moveTo>
                      <a:pt x="26" y="51"/>
                    </a:moveTo>
                    <a:cubicBezTo>
                      <a:pt x="40" y="51"/>
                      <a:pt x="51" y="40"/>
                      <a:pt x="51" y="25"/>
                    </a:cubicBezTo>
                    <a:cubicBezTo>
                      <a:pt x="51" y="11"/>
                      <a:pt x="40" y="0"/>
                      <a:pt x="26" y="0"/>
                    </a:cubicBezTo>
                    <a:cubicBezTo>
                      <a:pt x="26" y="18"/>
                      <a:pt x="26" y="18"/>
                      <a:pt x="26" y="18"/>
                    </a:cubicBezTo>
                    <a:cubicBezTo>
                      <a:pt x="30" y="18"/>
                      <a:pt x="33" y="21"/>
                      <a:pt x="33" y="25"/>
                    </a:cubicBezTo>
                    <a:cubicBezTo>
                      <a:pt x="33" y="30"/>
                      <a:pt x="30" y="33"/>
                      <a:pt x="26" y="33"/>
                    </a:cubicBezTo>
                    <a:cubicBezTo>
                      <a:pt x="26" y="51"/>
                      <a:pt x="26" y="51"/>
                      <a:pt x="26" y="51"/>
                    </a:cubicBezTo>
                    <a:close/>
                    <a:moveTo>
                      <a:pt x="26" y="33"/>
                    </a:moveTo>
                    <a:cubicBezTo>
                      <a:pt x="26" y="33"/>
                      <a:pt x="26" y="33"/>
                      <a:pt x="26" y="33"/>
                    </a:cubicBezTo>
                    <a:moveTo>
                      <a:pt x="26" y="0"/>
                    </a:moveTo>
                    <a:cubicBezTo>
                      <a:pt x="11" y="0"/>
                      <a:pt x="0" y="11"/>
                      <a:pt x="0" y="25"/>
                    </a:cubicBezTo>
                    <a:cubicBezTo>
                      <a:pt x="0" y="40"/>
                      <a:pt x="11" y="51"/>
                      <a:pt x="26" y="51"/>
                    </a:cubicBezTo>
                    <a:cubicBezTo>
                      <a:pt x="26" y="33"/>
                      <a:pt x="26" y="33"/>
                      <a:pt x="26" y="33"/>
                    </a:cubicBezTo>
                    <a:cubicBezTo>
                      <a:pt x="26" y="33"/>
                      <a:pt x="26" y="33"/>
                      <a:pt x="26" y="33"/>
                    </a:cubicBezTo>
                    <a:cubicBezTo>
                      <a:pt x="22" y="33"/>
                      <a:pt x="18" y="30"/>
                      <a:pt x="18" y="25"/>
                    </a:cubicBezTo>
                    <a:cubicBezTo>
                      <a:pt x="18" y="21"/>
                      <a:pt x="22" y="18"/>
                      <a:pt x="26" y="18"/>
                    </a:cubicBezTo>
                    <a:lnTo>
                      <a:pt x="2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93" name="Freeform 222"/>
              <p:cNvSpPr>
                <a:spLocks noEditPoints="1"/>
              </p:cNvSpPr>
              <p:nvPr/>
            </p:nvSpPr>
            <p:spPr bwMode="auto">
              <a:xfrm>
                <a:off x="-3919538" y="355600"/>
                <a:ext cx="44450" cy="46038"/>
              </a:xfrm>
              <a:custGeom>
                <a:avLst/>
                <a:gdLst>
                  <a:gd name="T0" fmla="*/ 6 w 12"/>
                  <a:gd name="T1" fmla="*/ 12 h 12"/>
                  <a:gd name="T2" fmla="*/ 12 w 12"/>
                  <a:gd name="T3" fmla="*/ 6 h 12"/>
                  <a:gd name="T4" fmla="*/ 6 w 12"/>
                  <a:gd name="T5" fmla="*/ 0 h 12"/>
                  <a:gd name="T6" fmla="*/ 6 w 12"/>
                  <a:gd name="T7" fmla="*/ 2 h 12"/>
                  <a:gd name="T8" fmla="*/ 10 w 12"/>
                  <a:gd name="T9" fmla="*/ 6 h 12"/>
                  <a:gd name="T10" fmla="*/ 6 w 12"/>
                  <a:gd name="T11" fmla="*/ 11 h 12"/>
                  <a:gd name="T12" fmla="*/ 6 w 12"/>
                  <a:gd name="T13" fmla="*/ 12 h 12"/>
                  <a:gd name="T14" fmla="*/ 6 w 12"/>
                  <a:gd name="T15" fmla="*/ 0 h 12"/>
                  <a:gd name="T16" fmla="*/ 0 w 12"/>
                  <a:gd name="T17" fmla="*/ 6 h 12"/>
                  <a:gd name="T18" fmla="*/ 6 w 12"/>
                  <a:gd name="T19" fmla="*/ 12 h 12"/>
                  <a:gd name="T20" fmla="*/ 6 w 12"/>
                  <a:gd name="T21" fmla="*/ 12 h 12"/>
                  <a:gd name="T22" fmla="*/ 6 w 12"/>
                  <a:gd name="T23" fmla="*/ 11 h 12"/>
                  <a:gd name="T24" fmla="*/ 6 w 12"/>
                  <a:gd name="T25" fmla="*/ 11 h 12"/>
                  <a:gd name="T26" fmla="*/ 6 w 12"/>
                  <a:gd name="T27" fmla="*/ 11 h 12"/>
                  <a:gd name="T28" fmla="*/ 1 w 12"/>
                  <a:gd name="T29" fmla="*/ 6 h 12"/>
                  <a:gd name="T30" fmla="*/ 6 w 12"/>
                  <a:gd name="T31" fmla="*/ 2 h 12"/>
                  <a:gd name="T32" fmla="*/ 6 w 12"/>
                  <a:gd name="T33" fmla="*/ 2 h 12"/>
                  <a:gd name="T34" fmla="*/ 6 w 12"/>
                  <a:gd name="T3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 h="12">
                    <a:moveTo>
                      <a:pt x="6" y="12"/>
                    </a:moveTo>
                    <a:cubicBezTo>
                      <a:pt x="9" y="12"/>
                      <a:pt x="12" y="10"/>
                      <a:pt x="12" y="6"/>
                    </a:cubicBezTo>
                    <a:cubicBezTo>
                      <a:pt x="12" y="3"/>
                      <a:pt x="9" y="0"/>
                      <a:pt x="6" y="0"/>
                    </a:cubicBezTo>
                    <a:cubicBezTo>
                      <a:pt x="6" y="2"/>
                      <a:pt x="6" y="2"/>
                      <a:pt x="6" y="2"/>
                    </a:cubicBezTo>
                    <a:cubicBezTo>
                      <a:pt x="8" y="2"/>
                      <a:pt x="10" y="4"/>
                      <a:pt x="10" y="6"/>
                    </a:cubicBezTo>
                    <a:cubicBezTo>
                      <a:pt x="10" y="9"/>
                      <a:pt x="8" y="11"/>
                      <a:pt x="6" y="11"/>
                    </a:cubicBezTo>
                    <a:lnTo>
                      <a:pt x="6" y="12"/>
                    </a:lnTo>
                    <a:close/>
                    <a:moveTo>
                      <a:pt x="6" y="0"/>
                    </a:moveTo>
                    <a:cubicBezTo>
                      <a:pt x="2" y="0"/>
                      <a:pt x="0" y="3"/>
                      <a:pt x="0" y="6"/>
                    </a:cubicBezTo>
                    <a:cubicBezTo>
                      <a:pt x="0" y="10"/>
                      <a:pt x="2" y="12"/>
                      <a:pt x="6" y="12"/>
                    </a:cubicBezTo>
                    <a:cubicBezTo>
                      <a:pt x="6" y="12"/>
                      <a:pt x="6" y="12"/>
                      <a:pt x="6" y="12"/>
                    </a:cubicBezTo>
                    <a:cubicBezTo>
                      <a:pt x="6" y="11"/>
                      <a:pt x="6" y="11"/>
                      <a:pt x="6" y="11"/>
                    </a:cubicBezTo>
                    <a:cubicBezTo>
                      <a:pt x="6" y="11"/>
                      <a:pt x="6" y="11"/>
                      <a:pt x="6" y="11"/>
                    </a:cubicBezTo>
                    <a:cubicBezTo>
                      <a:pt x="6" y="11"/>
                      <a:pt x="6" y="11"/>
                      <a:pt x="6" y="11"/>
                    </a:cubicBezTo>
                    <a:cubicBezTo>
                      <a:pt x="3" y="11"/>
                      <a:pt x="1" y="9"/>
                      <a:pt x="1" y="6"/>
                    </a:cubicBezTo>
                    <a:cubicBezTo>
                      <a:pt x="1" y="4"/>
                      <a:pt x="3" y="2"/>
                      <a:pt x="6" y="2"/>
                    </a:cubicBezTo>
                    <a:cubicBezTo>
                      <a:pt x="6" y="2"/>
                      <a:pt x="6" y="2"/>
                      <a:pt x="6" y="2"/>
                    </a:cubicBezTo>
                    <a:cubicBezTo>
                      <a:pt x="6" y="0"/>
                      <a:pt x="6" y="0"/>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94" name="Freeform 223"/>
              <p:cNvSpPr>
                <a:spLocks/>
              </p:cNvSpPr>
              <p:nvPr/>
            </p:nvSpPr>
            <p:spPr bwMode="auto">
              <a:xfrm>
                <a:off x="-2852738" y="4775200"/>
                <a:ext cx="209550" cy="222250"/>
              </a:xfrm>
              <a:custGeom>
                <a:avLst/>
                <a:gdLst>
                  <a:gd name="T0" fmla="*/ 46 w 56"/>
                  <a:gd name="T1" fmla="*/ 41 h 59"/>
                  <a:gd name="T2" fmla="*/ 50 w 56"/>
                  <a:gd name="T3" fmla="*/ 39 h 59"/>
                  <a:gd name="T4" fmla="*/ 55 w 56"/>
                  <a:gd name="T5" fmla="*/ 37 h 59"/>
                  <a:gd name="T6" fmla="*/ 55 w 56"/>
                  <a:gd name="T7" fmla="*/ 30 h 59"/>
                  <a:gd name="T8" fmla="*/ 54 w 56"/>
                  <a:gd name="T9" fmla="*/ 17 h 59"/>
                  <a:gd name="T10" fmla="*/ 42 w 56"/>
                  <a:gd name="T11" fmla="*/ 28 h 59"/>
                  <a:gd name="T12" fmla="*/ 37 w 56"/>
                  <a:gd name="T13" fmla="*/ 32 h 59"/>
                  <a:gd name="T14" fmla="*/ 37 w 56"/>
                  <a:gd name="T15" fmla="*/ 28 h 59"/>
                  <a:gd name="T16" fmla="*/ 42 w 56"/>
                  <a:gd name="T17" fmla="*/ 20 h 59"/>
                  <a:gd name="T18" fmla="*/ 38 w 56"/>
                  <a:gd name="T19" fmla="*/ 12 h 59"/>
                  <a:gd name="T20" fmla="*/ 28 w 56"/>
                  <a:gd name="T21" fmla="*/ 0 h 59"/>
                  <a:gd name="T22" fmla="*/ 28 w 56"/>
                  <a:gd name="T23" fmla="*/ 0 h 59"/>
                  <a:gd name="T24" fmla="*/ 28 w 56"/>
                  <a:gd name="T25" fmla="*/ 0 h 59"/>
                  <a:gd name="T26" fmla="*/ 28 w 56"/>
                  <a:gd name="T27" fmla="*/ 0 h 59"/>
                  <a:gd name="T28" fmla="*/ 28 w 56"/>
                  <a:gd name="T29" fmla="*/ 0 h 59"/>
                  <a:gd name="T30" fmla="*/ 18 w 56"/>
                  <a:gd name="T31" fmla="*/ 12 h 59"/>
                  <a:gd name="T32" fmla="*/ 14 w 56"/>
                  <a:gd name="T33" fmla="*/ 20 h 59"/>
                  <a:gd name="T34" fmla="*/ 18 w 56"/>
                  <a:gd name="T35" fmla="*/ 28 h 59"/>
                  <a:gd name="T36" fmla="*/ 19 w 56"/>
                  <a:gd name="T37" fmla="*/ 32 h 59"/>
                  <a:gd name="T38" fmla="*/ 14 w 56"/>
                  <a:gd name="T39" fmla="*/ 28 h 59"/>
                  <a:gd name="T40" fmla="*/ 2 w 56"/>
                  <a:gd name="T41" fmla="*/ 17 h 59"/>
                  <a:gd name="T42" fmla="*/ 1 w 56"/>
                  <a:gd name="T43" fmla="*/ 30 h 59"/>
                  <a:gd name="T44" fmla="*/ 1 w 56"/>
                  <a:gd name="T45" fmla="*/ 37 h 59"/>
                  <a:gd name="T46" fmla="*/ 6 w 56"/>
                  <a:gd name="T47" fmla="*/ 39 h 59"/>
                  <a:gd name="T48" fmla="*/ 10 w 56"/>
                  <a:gd name="T49" fmla="*/ 41 h 59"/>
                  <a:gd name="T50" fmla="*/ 9 w 56"/>
                  <a:gd name="T51" fmla="*/ 44 h 59"/>
                  <a:gd name="T52" fmla="*/ 1 w 56"/>
                  <a:gd name="T53" fmla="*/ 41 h 59"/>
                  <a:gd name="T54" fmla="*/ 13 w 56"/>
                  <a:gd name="T55" fmla="*/ 58 h 59"/>
                  <a:gd name="T56" fmla="*/ 19 w 56"/>
                  <a:gd name="T57" fmla="*/ 57 h 59"/>
                  <a:gd name="T58" fmla="*/ 25 w 56"/>
                  <a:gd name="T59" fmla="*/ 53 h 59"/>
                  <a:gd name="T60" fmla="*/ 27 w 56"/>
                  <a:gd name="T61" fmla="*/ 53 h 59"/>
                  <a:gd name="T62" fmla="*/ 27 w 56"/>
                  <a:gd name="T63" fmla="*/ 50 h 59"/>
                  <a:gd name="T64" fmla="*/ 28 w 56"/>
                  <a:gd name="T65" fmla="*/ 26 h 59"/>
                  <a:gd name="T66" fmla="*/ 29 w 56"/>
                  <a:gd name="T67" fmla="*/ 50 h 59"/>
                  <a:gd name="T68" fmla="*/ 29 w 56"/>
                  <a:gd name="T69" fmla="*/ 53 h 59"/>
                  <a:gd name="T70" fmla="*/ 31 w 56"/>
                  <a:gd name="T71" fmla="*/ 53 h 59"/>
                  <a:gd name="T72" fmla="*/ 37 w 56"/>
                  <a:gd name="T73" fmla="*/ 57 h 59"/>
                  <a:gd name="T74" fmla="*/ 43 w 56"/>
                  <a:gd name="T75" fmla="*/ 58 h 59"/>
                  <a:gd name="T76" fmla="*/ 55 w 56"/>
                  <a:gd name="T77" fmla="*/ 41 h 59"/>
                  <a:gd name="T78" fmla="*/ 47 w 56"/>
                  <a:gd name="T79" fmla="*/ 44 h 59"/>
                  <a:gd name="T80" fmla="*/ 46 w 56"/>
                  <a:gd name="T81" fmla="*/ 4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6" h="59">
                    <a:moveTo>
                      <a:pt x="46" y="41"/>
                    </a:moveTo>
                    <a:cubicBezTo>
                      <a:pt x="47" y="40"/>
                      <a:pt x="49" y="39"/>
                      <a:pt x="50" y="39"/>
                    </a:cubicBezTo>
                    <a:cubicBezTo>
                      <a:pt x="52" y="38"/>
                      <a:pt x="53" y="38"/>
                      <a:pt x="55" y="37"/>
                    </a:cubicBezTo>
                    <a:cubicBezTo>
                      <a:pt x="55" y="35"/>
                      <a:pt x="56" y="32"/>
                      <a:pt x="55" y="30"/>
                    </a:cubicBezTo>
                    <a:cubicBezTo>
                      <a:pt x="55" y="26"/>
                      <a:pt x="54" y="22"/>
                      <a:pt x="54" y="17"/>
                    </a:cubicBezTo>
                    <a:cubicBezTo>
                      <a:pt x="49" y="20"/>
                      <a:pt x="43" y="22"/>
                      <a:pt x="42" y="28"/>
                    </a:cubicBezTo>
                    <a:cubicBezTo>
                      <a:pt x="41" y="30"/>
                      <a:pt x="39" y="33"/>
                      <a:pt x="37" y="32"/>
                    </a:cubicBezTo>
                    <a:cubicBezTo>
                      <a:pt x="36" y="31"/>
                      <a:pt x="37" y="29"/>
                      <a:pt x="37" y="28"/>
                    </a:cubicBezTo>
                    <a:cubicBezTo>
                      <a:pt x="39" y="25"/>
                      <a:pt x="42" y="23"/>
                      <a:pt x="42" y="20"/>
                    </a:cubicBezTo>
                    <a:cubicBezTo>
                      <a:pt x="42" y="17"/>
                      <a:pt x="40" y="14"/>
                      <a:pt x="38" y="12"/>
                    </a:cubicBezTo>
                    <a:cubicBezTo>
                      <a:pt x="35" y="8"/>
                      <a:pt x="31" y="5"/>
                      <a:pt x="28" y="0"/>
                    </a:cubicBezTo>
                    <a:cubicBezTo>
                      <a:pt x="28" y="0"/>
                      <a:pt x="28" y="0"/>
                      <a:pt x="28" y="0"/>
                    </a:cubicBezTo>
                    <a:cubicBezTo>
                      <a:pt x="28" y="0"/>
                      <a:pt x="28" y="0"/>
                      <a:pt x="28" y="0"/>
                    </a:cubicBezTo>
                    <a:cubicBezTo>
                      <a:pt x="28" y="0"/>
                      <a:pt x="28" y="0"/>
                      <a:pt x="28" y="0"/>
                    </a:cubicBezTo>
                    <a:cubicBezTo>
                      <a:pt x="28" y="0"/>
                      <a:pt x="28" y="0"/>
                      <a:pt x="28" y="0"/>
                    </a:cubicBezTo>
                    <a:cubicBezTo>
                      <a:pt x="25" y="5"/>
                      <a:pt x="21" y="8"/>
                      <a:pt x="18" y="12"/>
                    </a:cubicBezTo>
                    <a:cubicBezTo>
                      <a:pt x="16" y="14"/>
                      <a:pt x="14" y="17"/>
                      <a:pt x="14" y="20"/>
                    </a:cubicBezTo>
                    <a:cubicBezTo>
                      <a:pt x="14" y="23"/>
                      <a:pt x="17" y="25"/>
                      <a:pt x="18" y="28"/>
                    </a:cubicBezTo>
                    <a:cubicBezTo>
                      <a:pt x="19" y="29"/>
                      <a:pt x="20" y="31"/>
                      <a:pt x="19" y="32"/>
                    </a:cubicBezTo>
                    <a:cubicBezTo>
                      <a:pt x="16" y="33"/>
                      <a:pt x="15" y="30"/>
                      <a:pt x="14" y="28"/>
                    </a:cubicBezTo>
                    <a:cubicBezTo>
                      <a:pt x="13" y="22"/>
                      <a:pt x="7" y="20"/>
                      <a:pt x="2" y="17"/>
                    </a:cubicBezTo>
                    <a:cubicBezTo>
                      <a:pt x="2" y="22"/>
                      <a:pt x="1" y="26"/>
                      <a:pt x="1" y="30"/>
                    </a:cubicBezTo>
                    <a:cubicBezTo>
                      <a:pt x="0" y="32"/>
                      <a:pt x="1" y="35"/>
                      <a:pt x="1" y="37"/>
                    </a:cubicBezTo>
                    <a:cubicBezTo>
                      <a:pt x="3" y="38"/>
                      <a:pt x="4" y="38"/>
                      <a:pt x="6" y="39"/>
                    </a:cubicBezTo>
                    <a:cubicBezTo>
                      <a:pt x="7" y="39"/>
                      <a:pt x="9" y="40"/>
                      <a:pt x="10" y="41"/>
                    </a:cubicBezTo>
                    <a:cubicBezTo>
                      <a:pt x="11" y="42"/>
                      <a:pt x="11" y="44"/>
                      <a:pt x="9" y="44"/>
                    </a:cubicBezTo>
                    <a:cubicBezTo>
                      <a:pt x="6" y="43"/>
                      <a:pt x="4" y="40"/>
                      <a:pt x="1" y="41"/>
                    </a:cubicBezTo>
                    <a:cubicBezTo>
                      <a:pt x="2" y="48"/>
                      <a:pt x="6" y="55"/>
                      <a:pt x="13" y="58"/>
                    </a:cubicBezTo>
                    <a:cubicBezTo>
                      <a:pt x="16" y="59"/>
                      <a:pt x="17" y="59"/>
                      <a:pt x="19" y="57"/>
                    </a:cubicBezTo>
                    <a:cubicBezTo>
                      <a:pt x="21" y="56"/>
                      <a:pt x="22" y="54"/>
                      <a:pt x="25" y="53"/>
                    </a:cubicBezTo>
                    <a:cubicBezTo>
                      <a:pt x="26" y="53"/>
                      <a:pt x="26" y="54"/>
                      <a:pt x="27" y="53"/>
                    </a:cubicBezTo>
                    <a:cubicBezTo>
                      <a:pt x="27" y="52"/>
                      <a:pt x="27" y="51"/>
                      <a:pt x="27" y="50"/>
                    </a:cubicBezTo>
                    <a:cubicBezTo>
                      <a:pt x="27" y="41"/>
                      <a:pt x="28" y="36"/>
                      <a:pt x="28" y="26"/>
                    </a:cubicBezTo>
                    <a:cubicBezTo>
                      <a:pt x="28" y="36"/>
                      <a:pt x="29" y="41"/>
                      <a:pt x="29" y="50"/>
                    </a:cubicBezTo>
                    <a:cubicBezTo>
                      <a:pt x="29" y="51"/>
                      <a:pt x="29" y="52"/>
                      <a:pt x="29" y="53"/>
                    </a:cubicBezTo>
                    <a:cubicBezTo>
                      <a:pt x="29" y="54"/>
                      <a:pt x="30" y="53"/>
                      <a:pt x="31" y="53"/>
                    </a:cubicBezTo>
                    <a:cubicBezTo>
                      <a:pt x="34" y="54"/>
                      <a:pt x="35" y="56"/>
                      <a:pt x="37" y="57"/>
                    </a:cubicBezTo>
                    <a:cubicBezTo>
                      <a:pt x="39" y="59"/>
                      <a:pt x="40" y="59"/>
                      <a:pt x="43" y="58"/>
                    </a:cubicBezTo>
                    <a:cubicBezTo>
                      <a:pt x="50" y="55"/>
                      <a:pt x="54" y="48"/>
                      <a:pt x="55" y="41"/>
                    </a:cubicBezTo>
                    <a:cubicBezTo>
                      <a:pt x="52" y="40"/>
                      <a:pt x="50" y="43"/>
                      <a:pt x="47" y="44"/>
                    </a:cubicBezTo>
                    <a:cubicBezTo>
                      <a:pt x="45" y="44"/>
                      <a:pt x="45" y="42"/>
                      <a:pt x="46"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95" name="Rectangle 224"/>
              <p:cNvSpPr>
                <a:spLocks noChangeArrowheads="1"/>
              </p:cNvSpPr>
              <p:nvPr/>
            </p:nvSpPr>
            <p:spPr bwMode="auto">
              <a:xfrm>
                <a:off x="-2755900" y="4983163"/>
                <a:ext cx="15875" cy="666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96" name="Freeform 225"/>
              <p:cNvSpPr>
                <a:spLocks/>
              </p:cNvSpPr>
              <p:nvPr/>
            </p:nvSpPr>
            <p:spPr bwMode="auto">
              <a:xfrm>
                <a:off x="-1906588" y="4062412"/>
                <a:ext cx="55563" cy="71438"/>
              </a:xfrm>
              <a:custGeom>
                <a:avLst/>
                <a:gdLst>
                  <a:gd name="T0" fmla="*/ 0 w 15"/>
                  <a:gd name="T1" fmla="*/ 0 h 19"/>
                  <a:gd name="T2" fmla="*/ 6 w 15"/>
                  <a:gd name="T3" fmla="*/ 19 h 19"/>
                  <a:gd name="T4" fmla="*/ 15 w 15"/>
                  <a:gd name="T5" fmla="*/ 0 h 19"/>
                  <a:gd name="T6" fmla="*/ 0 w 15"/>
                  <a:gd name="T7" fmla="*/ 0 h 19"/>
                </a:gdLst>
                <a:ahLst/>
                <a:cxnLst>
                  <a:cxn ang="0">
                    <a:pos x="T0" y="T1"/>
                  </a:cxn>
                  <a:cxn ang="0">
                    <a:pos x="T2" y="T3"/>
                  </a:cxn>
                  <a:cxn ang="0">
                    <a:pos x="T4" y="T5"/>
                  </a:cxn>
                  <a:cxn ang="0">
                    <a:pos x="T6" y="T7"/>
                  </a:cxn>
                </a:cxnLst>
                <a:rect l="0" t="0" r="r" b="b"/>
                <a:pathLst>
                  <a:path w="15" h="19">
                    <a:moveTo>
                      <a:pt x="0" y="0"/>
                    </a:moveTo>
                    <a:cubicBezTo>
                      <a:pt x="0" y="8"/>
                      <a:pt x="3" y="15"/>
                      <a:pt x="6" y="19"/>
                    </a:cubicBezTo>
                    <a:cubicBezTo>
                      <a:pt x="11" y="14"/>
                      <a:pt x="15" y="8"/>
                      <a:pt x="15"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97" name="Freeform 226"/>
              <p:cNvSpPr>
                <a:spLocks/>
              </p:cNvSpPr>
              <p:nvPr/>
            </p:nvSpPr>
            <p:spPr bwMode="auto">
              <a:xfrm>
                <a:off x="-1906588" y="3971925"/>
                <a:ext cx="55563" cy="71438"/>
              </a:xfrm>
              <a:custGeom>
                <a:avLst/>
                <a:gdLst>
                  <a:gd name="T0" fmla="*/ 6 w 15"/>
                  <a:gd name="T1" fmla="*/ 0 h 19"/>
                  <a:gd name="T2" fmla="*/ 0 w 15"/>
                  <a:gd name="T3" fmla="*/ 19 h 19"/>
                  <a:gd name="T4" fmla="*/ 15 w 15"/>
                  <a:gd name="T5" fmla="*/ 19 h 19"/>
                  <a:gd name="T6" fmla="*/ 6 w 15"/>
                  <a:gd name="T7" fmla="*/ 0 h 19"/>
                </a:gdLst>
                <a:ahLst/>
                <a:cxnLst>
                  <a:cxn ang="0">
                    <a:pos x="T0" y="T1"/>
                  </a:cxn>
                  <a:cxn ang="0">
                    <a:pos x="T2" y="T3"/>
                  </a:cxn>
                  <a:cxn ang="0">
                    <a:pos x="T4" y="T5"/>
                  </a:cxn>
                  <a:cxn ang="0">
                    <a:pos x="T6" y="T7"/>
                  </a:cxn>
                </a:cxnLst>
                <a:rect l="0" t="0" r="r" b="b"/>
                <a:pathLst>
                  <a:path w="15" h="19">
                    <a:moveTo>
                      <a:pt x="6" y="0"/>
                    </a:moveTo>
                    <a:cubicBezTo>
                      <a:pt x="3" y="5"/>
                      <a:pt x="0" y="11"/>
                      <a:pt x="0" y="19"/>
                    </a:cubicBezTo>
                    <a:cubicBezTo>
                      <a:pt x="15" y="19"/>
                      <a:pt x="15" y="19"/>
                      <a:pt x="15" y="19"/>
                    </a:cubicBezTo>
                    <a:cubicBezTo>
                      <a:pt x="15" y="11"/>
                      <a:pt x="11" y="5"/>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98" name="Freeform 227"/>
              <p:cNvSpPr>
                <a:spLocks/>
              </p:cNvSpPr>
              <p:nvPr/>
            </p:nvSpPr>
            <p:spPr bwMode="auto">
              <a:xfrm>
                <a:off x="-1951038" y="3941762"/>
                <a:ext cx="52388" cy="101600"/>
              </a:xfrm>
              <a:custGeom>
                <a:avLst/>
                <a:gdLst>
                  <a:gd name="T0" fmla="*/ 0 w 14"/>
                  <a:gd name="T1" fmla="*/ 0 h 27"/>
                  <a:gd name="T2" fmla="*/ 0 w 14"/>
                  <a:gd name="T3" fmla="*/ 27 h 27"/>
                  <a:gd name="T4" fmla="*/ 7 w 14"/>
                  <a:gd name="T5" fmla="*/ 27 h 27"/>
                  <a:gd name="T6" fmla="*/ 14 w 14"/>
                  <a:gd name="T7" fmla="*/ 5 h 27"/>
                  <a:gd name="T8" fmla="*/ 0 w 14"/>
                  <a:gd name="T9" fmla="*/ 0 h 27"/>
                </a:gdLst>
                <a:ahLst/>
                <a:cxnLst>
                  <a:cxn ang="0">
                    <a:pos x="T0" y="T1"/>
                  </a:cxn>
                  <a:cxn ang="0">
                    <a:pos x="T2" y="T3"/>
                  </a:cxn>
                  <a:cxn ang="0">
                    <a:pos x="T4" y="T5"/>
                  </a:cxn>
                  <a:cxn ang="0">
                    <a:pos x="T6" y="T7"/>
                  </a:cxn>
                  <a:cxn ang="0">
                    <a:pos x="T8" y="T9"/>
                  </a:cxn>
                </a:cxnLst>
                <a:rect l="0" t="0" r="r" b="b"/>
                <a:pathLst>
                  <a:path w="14" h="27">
                    <a:moveTo>
                      <a:pt x="0" y="0"/>
                    </a:moveTo>
                    <a:cubicBezTo>
                      <a:pt x="0" y="27"/>
                      <a:pt x="0" y="27"/>
                      <a:pt x="0" y="27"/>
                    </a:cubicBezTo>
                    <a:cubicBezTo>
                      <a:pt x="7" y="27"/>
                      <a:pt x="7" y="27"/>
                      <a:pt x="7" y="27"/>
                    </a:cubicBezTo>
                    <a:cubicBezTo>
                      <a:pt x="7" y="18"/>
                      <a:pt x="10" y="10"/>
                      <a:pt x="14" y="5"/>
                    </a:cubicBezTo>
                    <a:cubicBezTo>
                      <a:pt x="10" y="2"/>
                      <a:pt x="5"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99" name="Freeform 228"/>
              <p:cNvSpPr>
                <a:spLocks/>
              </p:cNvSpPr>
              <p:nvPr/>
            </p:nvSpPr>
            <p:spPr bwMode="auto">
              <a:xfrm>
                <a:off x="-2022475" y="4062412"/>
                <a:ext cx="52388" cy="101600"/>
              </a:xfrm>
              <a:custGeom>
                <a:avLst/>
                <a:gdLst>
                  <a:gd name="T0" fmla="*/ 14 w 14"/>
                  <a:gd name="T1" fmla="*/ 27 h 27"/>
                  <a:gd name="T2" fmla="*/ 14 w 14"/>
                  <a:gd name="T3" fmla="*/ 0 h 27"/>
                  <a:gd name="T4" fmla="*/ 7 w 14"/>
                  <a:gd name="T5" fmla="*/ 0 h 27"/>
                  <a:gd name="T6" fmla="*/ 0 w 14"/>
                  <a:gd name="T7" fmla="*/ 22 h 27"/>
                  <a:gd name="T8" fmla="*/ 14 w 14"/>
                  <a:gd name="T9" fmla="*/ 27 h 27"/>
                </a:gdLst>
                <a:ahLst/>
                <a:cxnLst>
                  <a:cxn ang="0">
                    <a:pos x="T0" y="T1"/>
                  </a:cxn>
                  <a:cxn ang="0">
                    <a:pos x="T2" y="T3"/>
                  </a:cxn>
                  <a:cxn ang="0">
                    <a:pos x="T4" y="T5"/>
                  </a:cxn>
                  <a:cxn ang="0">
                    <a:pos x="T6" y="T7"/>
                  </a:cxn>
                  <a:cxn ang="0">
                    <a:pos x="T8" y="T9"/>
                  </a:cxn>
                </a:cxnLst>
                <a:rect l="0" t="0" r="r" b="b"/>
                <a:pathLst>
                  <a:path w="14" h="27">
                    <a:moveTo>
                      <a:pt x="14" y="27"/>
                    </a:moveTo>
                    <a:cubicBezTo>
                      <a:pt x="14" y="0"/>
                      <a:pt x="14" y="0"/>
                      <a:pt x="14" y="0"/>
                    </a:cubicBezTo>
                    <a:cubicBezTo>
                      <a:pt x="7" y="0"/>
                      <a:pt x="7" y="0"/>
                      <a:pt x="7" y="0"/>
                    </a:cubicBezTo>
                    <a:cubicBezTo>
                      <a:pt x="7" y="9"/>
                      <a:pt x="4" y="17"/>
                      <a:pt x="0" y="22"/>
                    </a:cubicBezTo>
                    <a:cubicBezTo>
                      <a:pt x="4" y="25"/>
                      <a:pt x="9" y="27"/>
                      <a:pt x="14"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00" name="Freeform 229"/>
              <p:cNvSpPr>
                <a:spLocks/>
              </p:cNvSpPr>
              <p:nvPr/>
            </p:nvSpPr>
            <p:spPr bwMode="auto">
              <a:xfrm>
                <a:off x="-2022475" y="3941762"/>
                <a:ext cx="52388" cy="101600"/>
              </a:xfrm>
              <a:custGeom>
                <a:avLst/>
                <a:gdLst>
                  <a:gd name="T0" fmla="*/ 7 w 14"/>
                  <a:gd name="T1" fmla="*/ 27 h 27"/>
                  <a:gd name="T2" fmla="*/ 14 w 14"/>
                  <a:gd name="T3" fmla="*/ 27 h 27"/>
                  <a:gd name="T4" fmla="*/ 14 w 14"/>
                  <a:gd name="T5" fmla="*/ 0 h 27"/>
                  <a:gd name="T6" fmla="*/ 0 w 14"/>
                  <a:gd name="T7" fmla="*/ 5 h 27"/>
                  <a:gd name="T8" fmla="*/ 7 w 14"/>
                  <a:gd name="T9" fmla="*/ 27 h 27"/>
                </a:gdLst>
                <a:ahLst/>
                <a:cxnLst>
                  <a:cxn ang="0">
                    <a:pos x="T0" y="T1"/>
                  </a:cxn>
                  <a:cxn ang="0">
                    <a:pos x="T2" y="T3"/>
                  </a:cxn>
                  <a:cxn ang="0">
                    <a:pos x="T4" y="T5"/>
                  </a:cxn>
                  <a:cxn ang="0">
                    <a:pos x="T6" y="T7"/>
                  </a:cxn>
                  <a:cxn ang="0">
                    <a:pos x="T8" y="T9"/>
                  </a:cxn>
                </a:cxnLst>
                <a:rect l="0" t="0" r="r" b="b"/>
                <a:pathLst>
                  <a:path w="14" h="27">
                    <a:moveTo>
                      <a:pt x="7" y="27"/>
                    </a:moveTo>
                    <a:cubicBezTo>
                      <a:pt x="14" y="27"/>
                      <a:pt x="14" y="27"/>
                      <a:pt x="14" y="27"/>
                    </a:cubicBezTo>
                    <a:cubicBezTo>
                      <a:pt x="14" y="0"/>
                      <a:pt x="14" y="0"/>
                      <a:pt x="14" y="0"/>
                    </a:cubicBezTo>
                    <a:cubicBezTo>
                      <a:pt x="9" y="0"/>
                      <a:pt x="4" y="2"/>
                      <a:pt x="0" y="5"/>
                    </a:cubicBezTo>
                    <a:cubicBezTo>
                      <a:pt x="4" y="10"/>
                      <a:pt x="7" y="18"/>
                      <a:pt x="7"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01" name="Freeform 230"/>
              <p:cNvSpPr>
                <a:spLocks/>
              </p:cNvSpPr>
              <p:nvPr/>
            </p:nvSpPr>
            <p:spPr bwMode="auto">
              <a:xfrm>
                <a:off x="-2071688" y="4062412"/>
                <a:ext cx="55563" cy="71438"/>
              </a:xfrm>
              <a:custGeom>
                <a:avLst/>
                <a:gdLst>
                  <a:gd name="T0" fmla="*/ 10 w 15"/>
                  <a:gd name="T1" fmla="*/ 19 h 19"/>
                  <a:gd name="T2" fmla="*/ 15 w 15"/>
                  <a:gd name="T3" fmla="*/ 0 h 19"/>
                  <a:gd name="T4" fmla="*/ 0 w 15"/>
                  <a:gd name="T5" fmla="*/ 0 h 19"/>
                  <a:gd name="T6" fmla="*/ 10 w 15"/>
                  <a:gd name="T7" fmla="*/ 19 h 19"/>
                </a:gdLst>
                <a:ahLst/>
                <a:cxnLst>
                  <a:cxn ang="0">
                    <a:pos x="T0" y="T1"/>
                  </a:cxn>
                  <a:cxn ang="0">
                    <a:pos x="T2" y="T3"/>
                  </a:cxn>
                  <a:cxn ang="0">
                    <a:pos x="T4" y="T5"/>
                  </a:cxn>
                  <a:cxn ang="0">
                    <a:pos x="T6" y="T7"/>
                  </a:cxn>
                </a:cxnLst>
                <a:rect l="0" t="0" r="r" b="b"/>
                <a:pathLst>
                  <a:path w="15" h="19">
                    <a:moveTo>
                      <a:pt x="10" y="19"/>
                    </a:moveTo>
                    <a:cubicBezTo>
                      <a:pt x="13" y="14"/>
                      <a:pt x="15" y="8"/>
                      <a:pt x="15" y="0"/>
                    </a:cubicBezTo>
                    <a:cubicBezTo>
                      <a:pt x="0" y="0"/>
                      <a:pt x="0" y="0"/>
                      <a:pt x="0" y="0"/>
                    </a:cubicBezTo>
                    <a:cubicBezTo>
                      <a:pt x="1" y="8"/>
                      <a:pt x="4" y="14"/>
                      <a:pt x="10"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02" name="Freeform 231"/>
              <p:cNvSpPr>
                <a:spLocks/>
              </p:cNvSpPr>
              <p:nvPr/>
            </p:nvSpPr>
            <p:spPr bwMode="auto">
              <a:xfrm>
                <a:off x="-2071688" y="3971925"/>
                <a:ext cx="55563" cy="71438"/>
              </a:xfrm>
              <a:custGeom>
                <a:avLst/>
                <a:gdLst>
                  <a:gd name="T0" fmla="*/ 10 w 15"/>
                  <a:gd name="T1" fmla="*/ 0 h 19"/>
                  <a:gd name="T2" fmla="*/ 0 w 15"/>
                  <a:gd name="T3" fmla="*/ 19 h 19"/>
                  <a:gd name="T4" fmla="*/ 15 w 15"/>
                  <a:gd name="T5" fmla="*/ 19 h 19"/>
                  <a:gd name="T6" fmla="*/ 10 w 15"/>
                  <a:gd name="T7" fmla="*/ 0 h 19"/>
                </a:gdLst>
                <a:ahLst/>
                <a:cxnLst>
                  <a:cxn ang="0">
                    <a:pos x="T0" y="T1"/>
                  </a:cxn>
                  <a:cxn ang="0">
                    <a:pos x="T2" y="T3"/>
                  </a:cxn>
                  <a:cxn ang="0">
                    <a:pos x="T4" y="T5"/>
                  </a:cxn>
                  <a:cxn ang="0">
                    <a:pos x="T6" y="T7"/>
                  </a:cxn>
                </a:cxnLst>
                <a:rect l="0" t="0" r="r" b="b"/>
                <a:pathLst>
                  <a:path w="15" h="19">
                    <a:moveTo>
                      <a:pt x="10" y="0"/>
                    </a:moveTo>
                    <a:cubicBezTo>
                      <a:pt x="4" y="5"/>
                      <a:pt x="1" y="12"/>
                      <a:pt x="0" y="19"/>
                    </a:cubicBezTo>
                    <a:cubicBezTo>
                      <a:pt x="15" y="19"/>
                      <a:pt x="15" y="19"/>
                      <a:pt x="15" y="19"/>
                    </a:cubicBezTo>
                    <a:cubicBezTo>
                      <a:pt x="15" y="11"/>
                      <a:pt x="13" y="5"/>
                      <a:pt x="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03" name="Freeform 232"/>
              <p:cNvSpPr>
                <a:spLocks/>
              </p:cNvSpPr>
              <p:nvPr/>
            </p:nvSpPr>
            <p:spPr bwMode="auto">
              <a:xfrm>
                <a:off x="-1951038" y="4062412"/>
                <a:ext cx="52388" cy="101600"/>
              </a:xfrm>
              <a:custGeom>
                <a:avLst/>
                <a:gdLst>
                  <a:gd name="T0" fmla="*/ 0 w 14"/>
                  <a:gd name="T1" fmla="*/ 27 h 27"/>
                  <a:gd name="T2" fmla="*/ 14 w 14"/>
                  <a:gd name="T3" fmla="*/ 22 h 27"/>
                  <a:gd name="T4" fmla="*/ 7 w 14"/>
                  <a:gd name="T5" fmla="*/ 0 h 27"/>
                  <a:gd name="T6" fmla="*/ 0 w 14"/>
                  <a:gd name="T7" fmla="*/ 0 h 27"/>
                  <a:gd name="T8" fmla="*/ 0 w 14"/>
                  <a:gd name="T9" fmla="*/ 27 h 27"/>
                </a:gdLst>
                <a:ahLst/>
                <a:cxnLst>
                  <a:cxn ang="0">
                    <a:pos x="T0" y="T1"/>
                  </a:cxn>
                  <a:cxn ang="0">
                    <a:pos x="T2" y="T3"/>
                  </a:cxn>
                  <a:cxn ang="0">
                    <a:pos x="T4" y="T5"/>
                  </a:cxn>
                  <a:cxn ang="0">
                    <a:pos x="T6" y="T7"/>
                  </a:cxn>
                  <a:cxn ang="0">
                    <a:pos x="T8" y="T9"/>
                  </a:cxn>
                </a:cxnLst>
                <a:rect l="0" t="0" r="r" b="b"/>
                <a:pathLst>
                  <a:path w="14" h="27">
                    <a:moveTo>
                      <a:pt x="0" y="27"/>
                    </a:moveTo>
                    <a:cubicBezTo>
                      <a:pt x="5" y="27"/>
                      <a:pt x="10" y="25"/>
                      <a:pt x="14" y="22"/>
                    </a:cubicBezTo>
                    <a:cubicBezTo>
                      <a:pt x="10" y="17"/>
                      <a:pt x="7" y="9"/>
                      <a:pt x="7" y="0"/>
                    </a:cubicBezTo>
                    <a:cubicBezTo>
                      <a:pt x="0" y="0"/>
                      <a:pt x="0" y="0"/>
                      <a:pt x="0" y="0"/>
                    </a:cubicBezTo>
                    <a:lnTo>
                      <a:pt x="0"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04" name="Freeform 233"/>
              <p:cNvSpPr>
                <a:spLocks noEditPoints="1"/>
              </p:cNvSpPr>
              <p:nvPr/>
            </p:nvSpPr>
            <p:spPr bwMode="auto">
              <a:xfrm>
                <a:off x="-2184400" y="742950"/>
                <a:ext cx="296863" cy="296863"/>
              </a:xfrm>
              <a:custGeom>
                <a:avLst/>
                <a:gdLst>
                  <a:gd name="T0" fmla="*/ 40 w 79"/>
                  <a:gd name="T1" fmla="*/ 79 h 79"/>
                  <a:gd name="T2" fmla="*/ 79 w 79"/>
                  <a:gd name="T3" fmla="*/ 40 h 79"/>
                  <a:gd name="T4" fmla="*/ 40 w 79"/>
                  <a:gd name="T5" fmla="*/ 0 h 79"/>
                  <a:gd name="T6" fmla="*/ 40 w 79"/>
                  <a:gd name="T7" fmla="*/ 0 h 79"/>
                  <a:gd name="T8" fmla="*/ 40 w 79"/>
                  <a:gd name="T9" fmla="*/ 28 h 79"/>
                  <a:gd name="T10" fmla="*/ 60 w 79"/>
                  <a:gd name="T11" fmla="*/ 20 h 79"/>
                  <a:gd name="T12" fmla="*/ 47 w 79"/>
                  <a:gd name="T13" fmla="*/ 47 h 79"/>
                  <a:gd name="T14" fmla="*/ 40 w 79"/>
                  <a:gd name="T15" fmla="*/ 51 h 79"/>
                  <a:gd name="T16" fmla="*/ 40 w 79"/>
                  <a:gd name="T17" fmla="*/ 79 h 79"/>
                  <a:gd name="T18" fmla="*/ 40 w 79"/>
                  <a:gd name="T19" fmla="*/ 0 h 79"/>
                  <a:gd name="T20" fmla="*/ 0 w 79"/>
                  <a:gd name="T21" fmla="*/ 40 h 79"/>
                  <a:gd name="T22" fmla="*/ 40 w 79"/>
                  <a:gd name="T23" fmla="*/ 79 h 79"/>
                  <a:gd name="T24" fmla="*/ 40 w 79"/>
                  <a:gd name="T25" fmla="*/ 51 h 79"/>
                  <a:gd name="T26" fmla="*/ 20 w 79"/>
                  <a:gd name="T27" fmla="*/ 60 h 79"/>
                  <a:gd name="T28" fmla="*/ 32 w 79"/>
                  <a:gd name="T29" fmla="*/ 32 h 79"/>
                  <a:gd name="T30" fmla="*/ 32 w 79"/>
                  <a:gd name="T31" fmla="*/ 32 h 79"/>
                  <a:gd name="T32" fmla="*/ 40 w 79"/>
                  <a:gd name="T33" fmla="*/ 28 h 79"/>
                  <a:gd name="T34" fmla="*/ 40 w 79"/>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9" h="79">
                    <a:moveTo>
                      <a:pt x="40" y="79"/>
                    </a:moveTo>
                    <a:cubicBezTo>
                      <a:pt x="61" y="79"/>
                      <a:pt x="79" y="61"/>
                      <a:pt x="79" y="40"/>
                    </a:cubicBezTo>
                    <a:cubicBezTo>
                      <a:pt x="79" y="18"/>
                      <a:pt x="61" y="0"/>
                      <a:pt x="40" y="0"/>
                    </a:cubicBezTo>
                    <a:cubicBezTo>
                      <a:pt x="40" y="0"/>
                      <a:pt x="40" y="0"/>
                      <a:pt x="40" y="0"/>
                    </a:cubicBezTo>
                    <a:cubicBezTo>
                      <a:pt x="40" y="28"/>
                      <a:pt x="40" y="28"/>
                      <a:pt x="40" y="28"/>
                    </a:cubicBezTo>
                    <a:cubicBezTo>
                      <a:pt x="60" y="20"/>
                      <a:pt x="60" y="20"/>
                      <a:pt x="60" y="20"/>
                    </a:cubicBezTo>
                    <a:cubicBezTo>
                      <a:pt x="47" y="47"/>
                      <a:pt x="47" y="47"/>
                      <a:pt x="47" y="47"/>
                    </a:cubicBezTo>
                    <a:cubicBezTo>
                      <a:pt x="40" y="51"/>
                      <a:pt x="40" y="51"/>
                      <a:pt x="40" y="51"/>
                    </a:cubicBezTo>
                    <a:cubicBezTo>
                      <a:pt x="40" y="79"/>
                      <a:pt x="40" y="79"/>
                      <a:pt x="40" y="79"/>
                    </a:cubicBezTo>
                    <a:close/>
                    <a:moveTo>
                      <a:pt x="40" y="0"/>
                    </a:moveTo>
                    <a:cubicBezTo>
                      <a:pt x="18" y="0"/>
                      <a:pt x="0" y="18"/>
                      <a:pt x="0" y="40"/>
                    </a:cubicBezTo>
                    <a:cubicBezTo>
                      <a:pt x="0" y="61"/>
                      <a:pt x="18" y="79"/>
                      <a:pt x="40" y="79"/>
                    </a:cubicBezTo>
                    <a:cubicBezTo>
                      <a:pt x="40" y="51"/>
                      <a:pt x="40" y="51"/>
                      <a:pt x="40" y="51"/>
                    </a:cubicBezTo>
                    <a:cubicBezTo>
                      <a:pt x="20" y="60"/>
                      <a:pt x="20" y="60"/>
                      <a:pt x="20" y="60"/>
                    </a:cubicBezTo>
                    <a:cubicBezTo>
                      <a:pt x="32" y="32"/>
                      <a:pt x="32" y="32"/>
                      <a:pt x="32" y="32"/>
                    </a:cubicBezTo>
                    <a:cubicBezTo>
                      <a:pt x="32" y="32"/>
                      <a:pt x="32" y="32"/>
                      <a:pt x="32" y="32"/>
                    </a:cubicBezTo>
                    <a:cubicBezTo>
                      <a:pt x="40" y="28"/>
                      <a:pt x="40" y="28"/>
                      <a:pt x="40" y="28"/>
                    </a:cubicBezTo>
                    <a:lnTo>
                      <a:pt x="4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05" name="Oval 234"/>
              <p:cNvSpPr>
                <a:spLocks noChangeArrowheads="1"/>
              </p:cNvSpPr>
              <p:nvPr/>
            </p:nvSpPr>
            <p:spPr bwMode="auto">
              <a:xfrm>
                <a:off x="-2052638" y="874712"/>
                <a:ext cx="33338" cy="333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06" name="Freeform 235"/>
              <p:cNvSpPr>
                <a:spLocks noEditPoints="1"/>
              </p:cNvSpPr>
              <p:nvPr/>
            </p:nvSpPr>
            <p:spPr bwMode="auto">
              <a:xfrm>
                <a:off x="-4738688" y="6694488"/>
                <a:ext cx="239713" cy="120650"/>
              </a:xfrm>
              <a:custGeom>
                <a:avLst/>
                <a:gdLst>
                  <a:gd name="T0" fmla="*/ 55 w 64"/>
                  <a:gd name="T1" fmla="*/ 23 h 32"/>
                  <a:gd name="T2" fmla="*/ 64 w 64"/>
                  <a:gd name="T3" fmla="*/ 12 h 32"/>
                  <a:gd name="T4" fmla="*/ 55 w 64"/>
                  <a:gd name="T5" fmla="*/ 1 h 32"/>
                  <a:gd name="T6" fmla="*/ 55 w 64"/>
                  <a:gd name="T7" fmla="*/ 6 h 32"/>
                  <a:gd name="T8" fmla="*/ 59 w 64"/>
                  <a:gd name="T9" fmla="*/ 12 h 32"/>
                  <a:gd name="T10" fmla="*/ 55 w 64"/>
                  <a:gd name="T11" fmla="*/ 18 h 32"/>
                  <a:gd name="T12" fmla="*/ 55 w 64"/>
                  <a:gd name="T13" fmla="*/ 23 h 32"/>
                  <a:gd name="T14" fmla="*/ 27 w 64"/>
                  <a:gd name="T15" fmla="*/ 32 h 32"/>
                  <a:gd name="T16" fmla="*/ 48 w 64"/>
                  <a:gd name="T17" fmla="*/ 22 h 32"/>
                  <a:gd name="T18" fmla="*/ 53 w 64"/>
                  <a:gd name="T19" fmla="*/ 23 h 32"/>
                  <a:gd name="T20" fmla="*/ 55 w 64"/>
                  <a:gd name="T21" fmla="*/ 23 h 32"/>
                  <a:gd name="T22" fmla="*/ 55 w 64"/>
                  <a:gd name="T23" fmla="*/ 18 h 32"/>
                  <a:gd name="T24" fmla="*/ 53 w 64"/>
                  <a:gd name="T25" fmla="*/ 18 h 32"/>
                  <a:gd name="T26" fmla="*/ 51 w 64"/>
                  <a:gd name="T27" fmla="*/ 18 h 32"/>
                  <a:gd name="T28" fmla="*/ 54 w 64"/>
                  <a:gd name="T29" fmla="*/ 5 h 32"/>
                  <a:gd name="T30" fmla="*/ 54 w 64"/>
                  <a:gd name="T31" fmla="*/ 5 h 32"/>
                  <a:gd name="T32" fmla="*/ 54 w 64"/>
                  <a:gd name="T33" fmla="*/ 5 h 32"/>
                  <a:gd name="T34" fmla="*/ 55 w 64"/>
                  <a:gd name="T35" fmla="*/ 6 h 32"/>
                  <a:gd name="T36" fmla="*/ 55 w 64"/>
                  <a:gd name="T37" fmla="*/ 1 h 32"/>
                  <a:gd name="T38" fmla="*/ 53 w 64"/>
                  <a:gd name="T39" fmla="*/ 0 h 32"/>
                  <a:gd name="T40" fmla="*/ 53 w 64"/>
                  <a:gd name="T41" fmla="*/ 0 h 32"/>
                  <a:gd name="T42" fmla="*/ 1 w 64"/>
                  <a:gd name="T43" fmla="*/ 0 h 32"/>
                  <a:gd name="T44" fmla="*/ 0 w 64"/>
                  <a:gd name="T45" fmla="*/ 5 h 32"/>
                  <a:gd name="T46" fmla="*/ 27 w 64"/>
                  <a:gd name="T47" fmla="*/ 3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4" h="32">
                    <a:moveTo>
                      <a:pt x="55" y="23"/>
                    </a:moveTo>
                    <a:cubicBezTo>
                      <a:pt x="60" y="22"/>
                      <a:pt x="64" y="17"/>
                      <a:pt x="64" y="12"/>
                    </a:cubicBezTo>
                    <a:cubicBezTo>
                      <a:pt x="64" y="6"/>
                      <a:pt x="60" y="2"/>
                      <a:pt x="55" y="1"/>
                    </a:cubicBezTo>
                    <a:cubicBezTo>
                      <a:pt x="55" y="6"/>
                      <a:pt x="55" y="6"/>
                      <a:pt x="55" y="6"/>
                    </a:cubicBezTo>
                    <a:cubicBezTo>
                      <a:pt x="57" y="7"/>
                      <a:pt x="59" y="9"/>
                      <a:pt x="59" y="12"/>
                    </a:cubicBezTo>
                    <a:cubicBezTo>
                      <a:pt x="59" y="14"/>
                      <a:pt x="57" y="17"/>
                      <a:pt x="55" y="18"/>
                    </a:cubicBezTo>
                    <a:lnTo>
                      <a:pt x="55" y="23"/>
                    </a:lnTo>
                    <a:close/>
                    <a:moveTo>
                      <a:pt x="27" y="32"/>
                    </a:moveTo>
                    <a:cubicBezTo>
                      <a:pt x="35" y="32"/>
                      <a:pt x="43" y="28"/>
                      <a:pt x="48" y="22"/>
                    </a:cubicBezTo>
                    <a:cubicBezTo>
                      <a:pt x="49" y="23"/>
                      <a:pt x="51" y="23"/>
                      <a:pt x="53" y="23"/>
                    </a:cubicBezTo>
                    <a:cubicBezTo>
                      <a:pt x="53" y="23"/>
                      <a:pt x="54" y="23"/>
                      <a:pt x="55" y="23"/>
                    </a:cubicBezTo>
                    <a:cubicBezTo>
                      <a:pt x="55" y="18"/>
                      <a:pt x="55" y="18"/>
                      <a:pt x="55" y="18"/>
                    </a:cubicBezTo>
                    <a:cubicBezTo>
                      <a:pt x="54" y="18"/>
                      <a:pt x="53" y="18"/>
                      <a:pt x="53" y="18"/>
                    </a:cubicBezTo>
                    <a:cubicBezTo>
                      <a:pt x="52" y="18"/>
                      <a:pt x="51" y="18"/>
                      <a:pt x="51" y="18"/>
                    </a:cubicBezTo>
                    <a:cubicBezTo>
                      <a:pt x="52" y="14"/>
                      <a:pt x="54" y="10"/>
                      <a:pt x="54" y="5"/>
                    </a:cubicBezTo>
                    <a:cubicBezTo>
                      <a:pt x="54" y="5"/>
                      <a:pt x="54" y="5"/>
                      <a:pt x="54" y="5"/>
                    </a:cubicBezTo>
                    <a:cubicBezTo>
                      <a:pt x="54" y="5"/>
                      <a:pt x="54" y="5"/>
                      <a:pt x="54" y="5"/>
                    </a:cubicBezTo>
                    <a:cubicBezTo>
                      <a:pt x="54" y="5"/>
                      <a:pt x="54" y="6"/>
                      <a:pt x="55" y="6"/>
                    </a:cubicBezTo>
                    <a:cubicBezTo>
                      <a:pt x="55" y="1"/>
                      <a:pt x="55" y="1"/>
                      <a:pt x="55" y="1"/>
                    </a:cubicBezTo>
                    <a:cubicBezTo>
                      <a:pt x="54" y="0"/>
                      <a:pt x="54" y="0"/>
                      <a:pt x="53" y="0"/>
                    </a:cubicBezTo>
                    <a:cubicBezTo>
                      <a:pt x="53" y="0"/>
                      <a:pt x="53" y="0"/>
                      <a:pt x="53" y="0"/>
                    </a:cubicBezTo>
                    <a:cubicBezTo>
                      <a:pt x="1" y="0"/>
                      <a:pt x="1" y="0"/>
                      <a:pt x="1" y="0"/>
                    </a:cubicBezTo>
                    <a:cubicBezTo>
                      <a:pt x="0" y="2"/>
                      <a:pt x="0" y="4"/>
                      <a:pt x="0" y="5"/>
                    </a:cubicBezTo>
                    <a:cubicBezTo>
                      <a:pt x="0" y="20"/>
                      <a:pt x="12" y="32"/>
                      <a:pt x="27"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07" name="Rectangle 236"/>
              <p:cNvSpPr>
                <a:spLocks noChangeArrowheads="1"/>
              </p:cNvSpPr>
              <p:nvPr/>
            </p:nvSpPr>
            <p:spPr bwMode="auto">
              <a:xfrm>
                <a:off x="-4738688" y="6826250"/>
                <a:ext cx="217488" cy="19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08" name="Freeform 237"/>
              <p:cNvSpPr>
                <a:spLocks/>
              </p:cNvSpPr>
              <p:nvPr/>
            </p:nvSpPr>
            <p:spPr bwMode="auto">
              <a:xfrm>
                <a:off x="-4689475" y="6589713"/>
                <a:ext cx="41275" cy="101600"/>
              </a:xfrm>
              <a:custGeom>
                <a:avLst/>
                <a:gdLst>
                  <a:gd name="T0" fmla="*/ 4 w 11"/>
                  <a:gd name="T1" fmla="*/ 20 h 27"/>
                  <a:gd name="T2" fmla="*/ 5 w 11"/>
                  <a:gd name="T3" fmla="*/ 25 h 27"/>
                  <a:gd name="T4" fmla="*/ 10 w 11"/>
                  <a:gd name="T5" fmla="*/ 16 h 27"/>
                  <a:gd name="T6" fmla="*/ 7 w 11"/>
                  <a:gd name="T7" fmla="*/ 11 h 27"/>
                  <a:gd name="T8" fmla="*/ 7 w 11"/>
                  <a:gd name="T9" fmla="*/ 7 h 27"/>
                  <a:gd name="T10" fmla="*/ 4 w 11"/>
                  <a:gd name="T11" fmla="*/ 2 h 27"/>
                  <a:gd name="T12" fmla="*/ 2 w 11"/>
                  <a:gd name="T13" fmla="*/ 11 h 27"/>
                  <a:gd name="T14" fmla="*/ 4 w 11"/>
                  <a:gd name="T15" fmla="*/ 20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27">
                    <a:moveTo>
                      <a:pt x="4" y="20"/>
                    </a:moveTo>
                    <a:cubicBezTo>
                      <a:pt x="1" y="21"/>
                      <a:pt x="2" y="27"/>
                      <a:pt x="5" y="25"/>
                    </a:cubicBezTo>
                    <a:cubicBezTo>
                      <a:pt x="9" y="24"/>
                      <a:pt x="11" y="20"/>
                      <a:pt x="10" y="16"/>
                    </a:cubicBezTo>
                    <a:cubicBezTo>
                      <a:pt x="9" y="14"/>
                      <a:pt x="8" y="13"/>
                      <a:pt x="7" y="11"/>
                    </a:cubicBezTo>
                    <a:cubicBezTo>
                      <a:pt x="7" y="10"/>
                      <a:pt x="6" y="8"/>
                      <a:pt x="7" y="7"/>
                    </a:cubicBezTo>
                    <a:cubicBezTo>
                      <a:pt x="10" y="5"/>
                      <a:pt x="7" y="0"/>
                      <a:pt x="4" y="2"/>
                    </a:cubicBezTo>
                    <a:cubicBezTo>
                      <a:pt x="1" y="4"/>
                      <a:pt x="0" y="8"/>
                      <a:pt x="2" y="11"/>
                    </a:cubicBezTo>
                    <a:cubicBezTo>
                      <a:pt x="2" y="13"/>
                      <a:pt x="6" y="19"/>
                      <a:pt x="4"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09" name="Freeform 238"/>
              <p:cNvSpPr>
                <a:spLocks/>
              </p:cNvSpPr>
              <p:nvPr/>
            </p:nvSpPr>
            <p:spPr bwMode="auto">
              <a:xfrm>
                <a:off x="-4633913" y="6589713"/>
                <a:ext cx="41275" cy="101600"/>
              </a:xfrm>
              <a:custGeom>
                <a:avLst/>
                <a:gdLst>
                  <a:gd name="T0" fmla="*/ 4 w 11"/>
                  <a:gd name="T1" fmla="*/ 20 h 27"/>
                  <a:gd name="T2" fmla="*/ 5 w 11"/>
                  <a:gd name="T3" fmla="*/ 25 h 27"/>
                  <a:gd name="T4" fmla="*/ 10 w 11"/>
                  <a:gd name="T5" fmla="*/ 16 h 27"/>
                  <a:gd name="T6" fmla="*/ 7 w 11"/>
                  <a:gd name="T7" fmla="*/ 11 h 27"/>
                  <a:gd name="T8" fmla="*/ 7 w 11"/>
                  <a:gd name="T9" fmla="*/ 7 h 27"/>
                  <a:gd name="T10" fmla="*/ 4 w 11"/>
                  <a:gd name="T11" fmla="*/ 2 h 27"/>
                  <a:gd name="T12" fmla="*/ 2 w 11"/>
                  <a:gd name="T13" fmla="*/ 11 h 27"/>
                  <a:gd name="T14" fmla="*/ 4 w 11"/>
                  <a:gd name="T15" fmla="*/ 20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27">
                    <a:moveTo>
                      <a:pt x="4" y="20"/>
                    </a:moveTo>
                    <a:cubicBezTo>
                      <a:pt x="1" y="21"/>
                      <a:pt x="2" y="27"/>
                      <a:pt x="5" y="25"/>
                    </a:cubicBezTo>
                    <a:cubicBezTo>
                      <a:pt x="9" y="24"/>
                      <a:pt x="11" y="20"/>
                      <a:pt x="10" y="16"/>
                    </a:cubicBezTo>
                    <a:cubicBezTo>
                      <a:pt x="9" y="14"/>
                      <a:pt x="8" y="13"/>
                      <a:pt x="7" y="11"/>
                    </a:cubicBezTo>
                    <a:cubicBezTo>
                      <a:pt x="7" y="10"/>
                      <a:pt x="6" y="8"/>
                      <a:pt x="7" y="7"/>
                    </a:cubicBezTo>
                    <a:cubicBezTo>
                      <a:pt x="10" y="5"/>
                      <a:pt x="7" y="0"/>
                      <a:pt x="4" y="2"/>
                    </a:cubicBezTo>
                    <a:cubicBezTo>
                      <a:pt x="1" y="4"/>
                      <a:pt x="0" y="8"/>
                      <a:pt x="2" y="11"/>
                    </a:cubicBezTo>
                    <a:cubicBezTo>
                      <a:pt x="2" y="13"/>
                      <a:pt x="6" y="19"/>
                      <a:pt x="4"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10" name="Oval 239"/>
              <p:cNvSpPr>
                <a:spLocks noChangeArrowheads="1"/>
              </p:cNvSpPr>
              <p:nvPr/>
            </p:nvSpPr>
            <p:spPr bwMode="auto">
              <a:xfrm>
                <a:off x="-1335088" y="2593975"/>
                <a:ext cx="22225" cy="269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11" name="Oval 240"/>
              <p:cNvSpPr>
                <a:spLocks noChangeArrowheads="1"/>
              </p:cNvSpPr>
              <p:nvPr/>
            </p:nvSpPr>
            <p:spPr bwMode="auto">
              <a:xfrm>
                <a:off x="-1312863" y="2568575"/>
                <a:ext cx="22225" cy="174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12" name="Oval 241"/>
              <p:cNvSpPr>
                <a:spLocks noChangeArrowheads="1"/>
              </p:cNvSpPr>
              <p:nvPr/>
            </p:nvSpPr>
            <p:spPr bwMode="auto">
              <a:xfrm>
                <a:off x="-1331913" y="2533650"/>
                <a:ext cx="14288" cy="158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13" name="Oval 242"/>
              <p:cNvSpPr>
                <a:spLocks noChangeArrowheads="1"/>
              </p:cNvSpPr>
              <p:nvPr/>
            </p:nvSpPr>
            <p:spPr bwMode="auto">
              <a:xfrm>
                <a:off x="-1335088" y="2478087"/>
                <a:ext cx="22225" cy="254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14" name="Freeform 243"/>
              <p:cNvSpPr>
                <a:spLocks noEditPoints="1"/>
              </p:cNvSpPr>
              <p:nvPr/>
            </p:nvSpPr>
            <p:spPr bwMode="auto">
              <a:xfrm>
                <a:off x="-1373188" y="2365375"/>
                <a:ext cx="127000" cy="285750"/>
              </a:xfrm>
              <a:custGeom>
                <a:avLst/>
                <a:gdLst>
                  <a:gd name="T0" fmla="*/ 19 w 34"/>
                  <a:gd name="T1" fmla="*/ 4 h 76"/>
                  <a:gd name="T2" fmla="*/ 18 w 34"/>
                  <a:gd name="T3" fmla="*/ 7 h 76"/>
                  <a:gd name="T4" fmla="*/ 18 w 34"/>
                  <a:gd name="T5" fmla="*/ 11 h 76"/>
                  <a:gd name="T6" fmla="*/ 16 w 34"/>
                  <a:gd name="T7" fmla="*/ 11 h 76"/>
                  <a:gd name="T8" fmla="*/ 16 w 34"/>
                  <a:gd name="T9" fmla="*/ 25 h 76"/>
                  <a:gd name="T10" fmla="*/ 18 w 34"/>
                  <a:gd name="T11" fmla="*/ 25 h 76"/>
                  <a:gd name="T12" fmla="*/ 18 w 34"/>
                  <a:gd name="T13" fmla="*/ 35 h 76"/>
                  <a:gd name="T14" fmla="*/ 18 w 34"/>
                  <a:gd name="T15" fmla="*/ 39 h 76"/>
                  <a:gd name="T16" fmla="*/ 21 w 34"/>
                  <a:gd name="T17" fmla="*/ 42 h 76"/>
                  <a:gd name="T18" fmla="*/ 21 w 34"/>
                  <a:gd name="T19" fmla="*/ 42 h 76"/>
                  <a:gd name="T20" fmla="*/ 24 w 34"/>
                  <a:gd name="T21" fmla="*/ 39 h 76"/>
                  <a:gd name="T22" fmla="*/ 24 w 34"/>
                  <a:gd name="T23" fmla="*/ 25 h 76"/>
                  <a:gd name="T24" fmla="*/ 26 w 34"/>
                  <a:gd name="T25" fmla="*/ 25 h 76"/>
                  <a:gd name="T26" fmla="*/ 26 w 34"/>
                  <a:gd name="T27" fmla="*/ 25 h 76"/>
                  <a:gd name="T28" fmla="*/ 26 w 34"/>
                  <a:gd name="T29" fmla="*/ 69 h 76"/>
                  <a:gd name="T30" fmla="*/ 16 w 34"/>
                  <a:gd name="T31" fmla="*/ 69 h 76"/>
                  <a:gd name="T32" fmla="*/ 16 w 34"/>
                  <a:gd name="T33" fmla="*/ 76 h 76"/>
                  <a:gd name="T34" fmla="*/ 32 w 34"/>
                  <a:gd name="T35" fmla="*/ 76 h 76"/>
                  <a:gd name="T36" fmla="*/ 32 w 34"/>
                  <a:gd name="T37" fmla="*/ 11 h 76"/>
                  <a:gd name="T38" fmla="*/ 24 w 34"/>
                  <a:gd name="T39" fmla="*/ 11 h 76"/>
                  <a:gd name="T40" fmla="*/ 24 w 34"/>
                  <a:gd name="T41" fmla="*/ 8 h 76"/>
                  <a:gd name="T42" fmla="*/ 31 w 34"/>
                  <a:gd name="T43" fmla="*/ 6 h 76"/>
                  <a:gd name="T44" fmla="*/ 34 w 34"/>
                  <a:gd name="T45" fmla="*/ 3 h 76"/>
                  <a:gd name="T46" fmla="*/ 30 w 34"/>
                  <a:gd name="T47" fmla="*/ 0 h 76"/>
                  <a:gd name="T48" fmla="*/ 21 w 34"/>
                  <a:gd name="T49" fmla="*/ 3 h 76"/>
                  <a:gd name="T50" fmla="*/ 19 w 34"/>
                  <a:gd name="T51" fmla="*/ 4 h 76"/>
                  <a:gd name="T52" fmla="*/ 16 w 34"/>
                  <a:gd name="T53" fmla="*/ 11 h 76"/>
                  <a:gd name="T54" fmla="*/ 0 w 34"/>
                  <a:gd name="T55" fmla="*/ 11 h 76"/>
                  <a:gd name="T56" fmla="*/ 0 w 34"/>
                  <a:gd name="T57" fmla="*/ 76 h 76"/>
                  <a:gd name="T58" fmla="*/ 16 w 34"/>
                  <a:gd name="T59" fmla="*/ 76 h 76"/>
                  <a:gd name="T60" fmla="*/ 16 w 34"/>
                  <a:gd name="T61" fmla="*/ 69 h 76"/>
                  <a:gd name="T62" fmla="*/ 7 w 34"/>
                  <a:gd name="T63" fmla="*/ 69 h 76"/>
                  <a:gd name="T64" fmla="*/ 7 w 34"/>
                  <a:gd name="T65" fmla="*/ 25 h 76"/>
                  <a:gd name="T66" fmla="*/ 16 w 34"/>
                  <a:gd name="T67" fmla="*/ 25 h 76"/>
                  <a:gd name="T68" fmla="*/ 16 w 34"/>
                  <a:gd name="T69" fmla="*/ 1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4" h="76">
                    <a:moveTo>
                      <a:pt x="19" y="4"/>
                    </a:moveTo>
                    <a:cubicBezTo>
                      <a:pt x="18" y="5"/>
                      <a:pt x="18" y="6"/>
                      <a:pt x="18" y="7"/>
                    </a:cubicBezTo>
                    <a:cubicBezTo>
                      <a:pt x="18" y="7"/>
                      <a:pt x="18" y="9"/>
                      <a:pt x="18" y="11"/>
                    </a:cubicBezTo>
                    <a:cubicBezTo>
                      <a:pt x="16" y="11"/>
                      <a:pt x="16" y="11"/>
                      <a:pt x="16" y="11"/>
                    </a:cubicBezTo>
                    <a:cubicBezTo>
                      <a:pt x="16" y="25"/>
                      <a:pt x="16" y="25"/>
                      <a:pt x="16" y="25"/>
                    </a:cubicBezTo>
                    <a:cubicBezTo>
                      <a:pt x="18" y="25"/>
                      <a:pt x="18" y="25"/>
                      <a:pt x="18" y="25"/>
                    </a:cubicBezTo>
                    <a:cubicBezTo>
                      <a:pt x="18" y="30"/>
                      <a:pt x="18" y="34"/>
                      <a:pt x="18" y="35"/>
                    </a:cubicBezTo>
                    <a:cubicBezTo>
                      <a:pt x="18" y="36"/>
                      <a:pt x="18" y="39"/>
                      <a:pt x="18" y="39"/>
                    </a:cubicBezTo>
                    <a:cubicBezTo>
                      <a:pt x="18" y="41"/>
                      <a:pt x="19" y="42"/>
                      <a:pt x="21" y="42"/>
                    </a:cubicBezTo>
                    <a:cubicBezTo>
                      <a:pt x="21" y="42"/>
                      <a:pt x="21" y="42"/>
                      <a:pt x="21" y="42"/>
                    </a:cubicBezTo>
                    <a:cubicBezTo>
                      <a:pt x="23" y="42"/>
                      <a:pt x="24" y="41"/>
                      <a:pt x="24" y="39"/>
                    </a:cubicBezTo>
                    <a:cubicBezTo>
                      <a:pt x="24" y="25"/>
                      <a:pt x="24" y="25"/>
                      <a:pt x="24" y="25"/>
                    </a:cubicBezTo>
                    <a:cubicBezTo>
                      <a:pt x="26" y="25"/>
                      <a:pt x="26" y="25"/>
                      <a:pt x="26" y="25"/>
                    </a:cubicBezTo>
                    <a:cubicBezTo>
                      <a:pt x="26" y="25"/>
                      <a:pt x="26" y="25"/>
                      <a:pt x="26" y="25"/>
                    </a:cubicBezTo>
                    <a:cubicBezTo>
                      <a:pt x="26" y="69"/>
                      <a:pt x="26" y="69"/>
                      <a:pt x="26" y="69"/>
                    </a:cubicBezTo>
                    <a:cubicBezTo>
                      <a:pt x="16" y="69"/>
                      <a:pt x="16" y="69"/>
                      <a:pt x="16" y="69"/>
                    </a:cubicBezTo>
                    <a:cubicBezTo>
                      <a:pt x="16" y="76"/>
                      <a:pt x="16" y="76"/>
                      <a:pt x="16" y="76"/>
                    </a:cubicBezTo>
                    <a:cubicBezTo>
                      <a:pt x="32" y="76"/>
                      <a:pt x="32" y="76"/>
                      <a:pt x="32" y="76"/>
                    </a:cubicBezTo>
                    <a:cubicBezTo>
                      <a:pt x="32" y="11"/>
                      <a:pt x="32" y="11"/>
                      <a:pt x="32" y="11"/>
                    </a:cubicBezTo>
                    <a:cubicBezTo>
                      <a:pt x="24" y="11"/>
                      <a:pt x="24" y="11"/>
                      <a:pt x="24" y="11"/>
                    </a:cubicBezTo>
                    <a:cubicBezTo>
                      <a:pt x="24" y="8"/>
                      <a:pt x="24" y="8"/>
                      <a:pt x="24" y="8"/>
                    </a:cubicBezTo>
                    <a:cubicBezTo>
                      <a:pt x="31" y="6"/>
                      <a:pt x="31" y="6"/>
                      <a:pt x="31" y="6"/>
                    </a:cubicBezTo>
                    <a:cubicBezTo>
                      <a:pt x="33" y="6"/>
                      <a:pt x="34" y="4"/>
                      <a:pt x="34" y="3"/>
                    </a:cubicBezTo>
                    <a:cubicBezTo>
                      <a:pt x="33" y="1"/>
                      <a:pt x="32" y="0"/>
                      <a:pt x="30" y="0"/>
                    </a:cubicBezTo>
                    <a:cubicBezTo>
                      <a:pt x="30" y="1"/>
                      <a:pt x="22" y="2"/>
                      <a:pt x="21" y="3"/>
                    </a:cubicBezTo>
                    <a:cubicBezTo>
                      <a:pt x="20" y="3"/>
                      <a:pt x="19" y="3"/>
                      <a:pt x="19" y="4"/>
                    </a:cubicBezTo>
                    <a:close/>
                    <a:moveTo>
                      <a:pt x="16" y="11"/>
                    </a:moveTo>
                    <a:cubicBezTo>
                      <a:pt x="0" y="11"/>
                      <a:pt x="0" y="11"/>
                      <a:pt x="0" y="11"/>
                    </a:cubicBezTo>
                    <a:cubicBezTo>
                      <a:pt x="0" y="76"/>
                      <a:pt x="0" y="76"/>
                      <a:pt x="0" y="76"/>
                    </a:cubicBezTo>
                    <a:cubicBezTo>
                      <a:pt x="16" y="76"/>
                      <a:pt x="16" y="76"/>
                      <a:pt x="16" y="76"/>
                    </a:cubicBezTo>
                    <a:cubicBezTo>
                      <a:pt x="16" y="69"/>
                      <a:pt x="16" y="69"/>
                      <a:pt x="16" y="69"/>
                    </a:cubicBezTo>
                    <a:cubicBezTo>
                      <a:pt x="7" y="69"/>
                      <a:pt x="7" y="69"/>
                      <a:pt x="7" y="69"/>
                    </a:cubicBezTo>
                    <a:cubicBezTo>
                      <a:pt x="7" y="25"/>
                      <a:pt x="7" y="25"/>
                      <a:pt x="7" y="25"/>
                    </a:cubicBezTo>
                    <a:cubicBezTo>
                      <a:pt x="16" y="25"/>
                      <a:pt x="16" y="25"/>
                      <a:pt x="16" y="25"/>
                    </a:cubicBezTo>
                    <a:lnTo>
                      <a:pt x="16"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15" name="Freeform 244"/>
              <p:cNvSpPr>
                <a:spLocks noEditPoints="1"/>
              </p:cNvSpPr>
              <p:nvPr/>
            </p:nvSpPr>
            <p:spPr bwMode="auto">
              <a:xfrm>
                <a:off x="-5715000" y="2214562"/>
                <a:ext cx="209550" cy="211138"/>
              </a:xfrm>
              <a:custGeom>
                <a:avLst/>
                <a:gdLst>
                  <a:gd name="T0" fmla="*/ 28 w 56"/>
                  <a:gd name="T1" fmla="*/ 56 h 56"/>
                  <a:gd name="T2" fmla="*/ 32 w 56"/>
                  <a:gd name="T3" fmla="*/ 56 h 56"/>
                  <a:gd name="T4" fmla="*/ 32 w 56"/>
                  <a:gd name="T5" fmla="*/ 51 h 56"/>
                  <a:gd name="T6" fmla="*/ 42 w 56"/>
                  <a:gd name="T7" fmla="*/ 48 h 56"/>
                  <a:gd name="T8" fmla="*/ 44 w 56"/>
                  <a:gd name="T9" fmla="*/ 51 h 56"/>
                  <a:gd name="T10" fmla="*/ 51 w 56"/>
                  <a:gd name="T11" fmla="*/ 44 h 56"/>
                  <a:gd name="T12" fmla="*/ 48 w 56"/>
                  <a:gd name="T13" fmla="*/ 42 h 56"/>
                  <a:gd name="T14" fmla="*/ 51 w 56"/>
                  <a:gd name="T15" fmla="*/ 32 h 56"/>
                  <a:gd name="T16" fmla="*/ 56 w 56"/>
                  <a:gd name="T17" fmla="*/ 32 h 56"/>
                  <a:gd name="T18" fmla="*/ 56 w 56"/>
                  <a:gd name="T19" fmla="*/ 24 h 56"/>
                  <a:gd name="T20" fmla="*/ 51 w 56"/>
                  <a:gd name="T21" fmla="*/ 24 h 56"/>
                  <a:gd name="T22" fmla="*/ 48 w 56"/>
                  <a:gd name="T23" fmla="*/ 14 h 56"/>
                  <a:gd name="T24" fmla="*/ 51 w 56"/>
                  <a:gd name="T25" fmla="*/ 11 h 56"/>
                  <a:gd name="T26" fmla="*/ 44 w 56"/>
                  <a:gd name="T27" fmla="*/ 5 h 56"/>
                  <a:gd name="T28" fmla="*/ 42 w 56"/>
                  <a:gd name="T29" fmla="*/ 8 h 56"/>
                  <a:gd name="T30" fmla="*/ 32 w 56"/>
                  <a:gd name="T31" fmla="*/ 4 h 56"/>
                  <a:gd name="T32" fmla="*/ 32 w 56"/>
                  <a:gd name="T33" fmla="*/ 0 h 56"/>
                  <a:gd name="T34" fmla="*/ 28 w 56"/>
                  <a:gd name="T35" fmla="*/ 0 h 56"/>
                  <a:gd name="T36" fmla="*/ 28 w 56"/>
                  <a:gd name="T37" fmla="*/ 10 h 56"/>
                  <a:gd name="T38" fmla="*/ 46 w 56"/>
                  <a:gd name="T39" fmla="*/ 28 h 56"/>
                  <a:gd name="T40" fmla="*/ 28 w 56"/>
                  <a:gd name="T41" fmla="*/ 46 h 56"/>
                  <a:gd name="T42" fmla="*/ 28 w 56"/>
                  <a:gd name="T43" fmla="*/ 56 h 56"/>
                  <a:gd name="T44" fmla="*/ 8 w 56"/>
                  <a:gd name="T45" fmla="*/ 42 h 56"/>
                  <a:gd name="T46" fmla="*/ 5 w 56"/>
                  <a:gd name="T47" fmla="*/ 44 h 56"/>
                  <a:gd name="T48" fmla="*/ 11 w 56"/>
                  <a:gd name="T49" fmla="*/ 51 h 56"/>
                  <a:gd name="T50" fmla="*/ 14 w 56"/>
                  <a:gd name="T51" fmla="*/ 48 h 56"/>
                  <a:gd name="T52" fmla="*/ 24 w 56"/>
                  <a:gd name="T53" fmla="*/ 51 h 56"/>
                  <a:gd name="T54" fmla="*/ 24 w 56"/>
                  <a:gd name="T55" fmla="*/ 56 h 56"/>
                  <a:gd name="T56" fmla="*/ 28 w 56"/>
                  <a:gd name="T57" fmla="*/ 56 h 56"/>
                  <a:gd name="T58" fmla="*/ 28 w 56"/>
                  <a:gd name="T59" fmla="*/ 46 h 56"/>
                  <a:gd name="T60" fmla="*/ 28 w 56"/>
                  <a:gd name="T61" fmla="*/ 46 h 56"/>
                  <a:gd name="T62" fmla="*/ 10 w 56"/>
                  <a:gd name="T63" fmla="*/ 28 h 56"/>
                  <a:gd name="T64" fmla="*/ 28 w 56"/>
                  <a:gd name="T65" fmla="*/ 10 h 56"/>
                  <a:gd name="T66" fmla="*/ 28 w 56"/>
                  <a:gd name="T67" fmla="*/ 10 h 56"/>
                  <a:gd name="T68" fmla="*/ 28 w 56"/>
                  <a:gd name="T69" fmla="*/ 10 h 56"/>
                  <a:gd name="T70" fmla="*/ 28 w 56"/>
                  <a:gd name="T71" fmla="*/ 0 h 56"/>
                  <a:gd name="T72" fmla="*/ 24 w 56"/>
                  <a:gd name="T73" fmla="*/ 0 h 56"/>
                  <a:gd name="T74" fmla="*/ 24 w 56"/>
                  <a:gd name="T75" fmla="*/ 4 h 56"/>
                  <a:gd name="T76" fmla="*/ 14 w 56"/>
                  <a:gd name="T77" fmla="*/ 8 h 56"/>
                  <a:gd name="T78" fmla="*/ 11 w 56"/>
                  <a:gd name="T79" fmla="*/ 5 h 56"/>
                  <a:gd name="T80" fmla="*/ 5 w 56"/>
                  <a:gd name="T81" fmla="*/ 11 h 56"/>
                  <a:gd name="T82" fmla="*/ 8 w 56"/>
                  <a:gd name="T83" fmla="*/ 14 h 56"/>
                  <a:gd name="T84" fmla="*/ 4 w 56"/>
                  <a:gd name="T85" fmla="*/ 24 h 56"/>
                  <a:gd name="T86" fmla="*/ 0 w 56"/>
                  <a:gd name="T87" fmla="*/ 24 h 56"/>
                  <a:gd name="T88" fmla="*/ 0 w 56"/>
                  <a:gd name="T89" fmla="*/ 32 h 56"/>
                  <a:gd name="T90" fmla="*/ 4 w 56"/>
                  <a:gd name="T91" fmla="*/ 32 h 56"/>
                  <a:gd name="T92" fmla="*/ 8 w 56"/>
                  <a:gd name="T93" fmla="*/ 42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6" h="56">
                    <a:moveTo>
                      <a:pt x="28" y="56"/>
                    </a:moveTo>
                    <a:cubicBezTo>
                      <a:pt x="32" y="56"/>
                      <a:pt x="32" y="56"/>
                      <a:pt x="32" y="56"/>
                    </a:cubicBezTo>
                    <a:cubicBezTo>
                      <a:pt x="32" y="51"/>
                      <a:pt x="32" y="51"/>
                      <a:pt x="32" y="51"/>
                    </a:cubicBezTo>
                    <a:cubicBezTo>
                      <a:pt x="36" y="51"/>
                      <a:pt x="39" y="50"/>
                      <a:pt x="42" y="48"/>
                    </a:cubicBezTo>
                    <a:cubicBezTo>
                      <a:pt x="44" y="51"/>
                      <a:pt x="44" y="51"/>
                      <a:pt x="44" y="51"/>
                    </a:cubicBezTo>
                    <a:cubicBezTo>
                      <a:pt x="51" y="44"/>
                      <a:pt x="51" y="44"/>
                      <a:pt x="51" y="44"/>
                    </a:cubicBezTo>
                    <a:cubicBezTo>
                      <a:pt x="48" y="42"/>
                      <a:pt x="48" y="42"/>
                      <a:pt x="48" y="42"/>
                    </a:cubicBezTo>
                    <a:cubicBezTo>
                      <a:pt x="50" y="39"/>
                      <a:pt x="51" y="36"/>
                      <a:pt x="51" y="32"/>
                    </a:cubicBezTo>
                    <a:cubicBezTo>
                      <a:pt x="56" y="32"/>
                      <a:pt x="56" y="32"/>
                      <a:pt x="56" y="32"/>
                    </a:cubicBezTo>
                    <a:cubicBezTo>
                      <a:pt x="56" y="24"/>
                      <a:pt x="56" y="24"/>
                      <a:pt x="56" y="24"/>
                    </a:cubicBezTo>
                    <a:cubicBezTo>
                      <a:pt x="51" y="24"/>
                      <a:pt x="51" y="24"/>
                      <a:pt x="51" y="24"/>
                    </a:cubicBezTo>
                    <a:cubicBezTo>
                      <a:pt x="51" y="20"/>
                      <a:pt x="50" y="17"/>
                      <a:pt x="48" y="14"/>
                    </a:cubicBezTo>
                    <a:cubicBezTo>
                      <a:pt x="51" y="11"/>
                      <a:pt x="51" y="11"/>
                      <a:pt x="51" y="11"/>
                    </a:cubicBezTo>
                    <a:cubicBezTo>
                      <a:pt x="44" y="5"/>
                      <a:pt x="44" y="5"/>
                      <a:pt x="44" y="5"/>
                    </a:cubicBezTo>
                    <a:cubicBezTo>
                      <a:pt x="42" y="8"/>
                      <a:pt x="42" y="8"/>
                      <a:pt x="42" y="8"/>
                    </a:cubicBezTo>
                    <a:cubicBezTo>
                      <a:pt x="39" y="6"/>
                      <a:pt x="36" y="5"/>
                      <a:pt x="32" y="4"/>
                    </a:cubicBezTo>
                    <a:cubicBezTo>
                      <a:pt x="32" y="0"/>
                      <a:pt x="32" y="0"/>
                      <a:pt x="32" y="0"/>
                    </a:cubicBezTo>
                    <a:cubicBezTo>
                      <a:pt x="28" y="0"/>
                      <a:pt x="28" y="0"/>
                      <a:pt x="28" y="0"/>
                    </a:cubicBezTo>
                    <a:cubicBezTo>
                      <a:pt x="28" y="10"/>
                      <a:pt x="28" y="10"/>
                      <a:pt x="28" y="10"/>
                    </a:cubicBezTo>
                    <a:cubicBezTo>
                      <a:pt x="38" y="10"/>
                      <a:pt x="46" y="18"/>
                      <a:pt x="46" y="28"/>
                    </a:cubicBezTo>
                    <a:cubicBezTo>
                      <a:pt x="46" y="38"/>
                      <a:pt x="38" y="46"/>
                      <a:pt x="28" y="46"/>
                    </a:cubicBezTo>
                    <a:lnTo>
                      <a:pt x="28" y="56"/>
                    </a:lnTo>
                    <a:close/>
                    <a:moveTo>
                      <a:pt x="8" y="42"/>
                    </a:moveTo>
                    <a:cubicBezTo>
                      <a:pt x="5" y="44"/>
                      <a:pt x="5" y="44"/>
                      <a:pt x="5" y="44"/>
                    </a:cubicBezTo>
                    <a:cubicBezTo>
                      <a:pt x="11" y="51"/>
                      <a:pt x="11" y="51"/>
                      <a:pt x="11" y="51"/>
                    </a:cubicBezTo>
                    <a:cubicBezTo>
                      <a:pt x="14" y="48"/>
                      <a:pt x="14" y="48"/>
                      <a:pt x="14" y="48"/>
                    </a:cubicBezTo>
                    <a:cubicBezTo>
                      <a:pt x="17" y="50"/>
                      <a:pt x="20" y="51"/>
                      <a:pt x="24" y="51"/>
                    </a:cubicBezTo>
                    <a:cubicBezTo>
                      <a:pt x="24" y="56"/>
                      <a:pt x="24" y="56"/>
                      <a:pt x="24" y="56"/>
                    </a:cubicBezTo>
                    <a:cubicBezTo>
                      <a:pt x="28" y="56"/>
                      <a:pt x="28" y="56"/>
                      <a:pt x="28" y="56"/>
                    </a:cubicBezTo>
                    <a:cubicBezTo>
                      <a:pt x="28" y="46"/>
                      <a:pt x="28" y="46"/>
                      <a:pt x="28" y="46"/>
                    </a:cubicBezTo>
                    <a:cubicBezTo>
                      <a:pt x="28" y="46"/>
                      <a:pt x="28" y="46"/>
                      <a:pt x="28" y="46"/>
                    </a:cubicBezTo>
                    <a:cubicBezTo>
                      <a:pt x="18" y="46"/>
                      <a:pt x="10" y="38"/>
                      <a:pt x="10" y="28"/>
                    </a:cubicBezTo>
                    <a:cubicBezTo>
                      <a:pt x="10" y="18"/>
                      <a:pt x="18" y="10"/>
                      <a:pt x="28" y="10"/>
                    </a:cubicBezTo>
                    <a:cubicBezTo>
                      <a:pt x="28" y="10"/>
                      <a:pt x="28" y="10"/>
                      <a:pt x="28" y="10"/>
                    </a:cubicBezTo>
                    <a:cubicBezTo>
                      <a:pt x="28" y="10"/>
                      <a:pt x="28" y="10"/>
                      <a:pt x="28" y="10"/>
                    </a:cubicBezTo>
                    <a:cubicBezTo>
                      <a:pt x="28" y="0"/>
                      <a:pt x="28" y="0"/>
                      <a:pt x="28" y="0"/>
                    </a:cubicBezTo>
                    <a:cubicBezTo>
                      <a:pt x="24" y="0"/>
                      <a:pt x="24" y="0"/>
                      <a:pt x="24" y="0"/>
                    </a:cubicBezTo>
                    <a:cubicBezTo>
                      <a:pt x="24" y="4"/>
                      <a:pt x="24" y="4"/>
                      <a:pt x="24" y="4"/>
                    </a:cubicBezTo>
                    <a:cubicBezTo>
                      <a:pt x="20" y="5"/>
                      <a:pt x="17" y="6"/>
                      <a:pt x="14" y="8"/>
                    </a:cubicBezTo>
                    <a:cubicBezTo>
                      <a:pt x="11" y="5"/>
                      <a:pt x="11" y="5"/>
                      <a:pt x="11" y="5"/>
                    </a:cubicBezTo>
                    <a:cubicBezTo>
                      <a:pt x="5" y="11"/>
                      <a:pt x="5" y="11"/>
                      <a:pt x="5" y="11"/>
                    </a:cubicBezTo>
                    <a:cubicBezTo>
                      <a:pt x="8" y="14"/>
                      <a:pt x="8" y="14"/>
                      <a:pt x="8" y="14"/>
                    </a:cubicBezTo>
                    <a:cubicBezTo>
                      <a:pt x="6" y="17"/>
                      <a:pt x="5" y="20"/>
                      <a:pt x="4" y="24"/>
                    </a:cubicBezTo>
                    <a:cubicBezTo>
                      <a:pt x="0" y="24"/>
                      <a:pt x="0" y="24"/>
                      <a:pt x="0" y="24"/>
                    </a:cubicBezTo>
                    <a:cubicBezTo>
                      <a:pt x="0" y="32"/>
                      <a:pt x="0" y="32"/>
                      <a:pt x="0" y="32"/>
                    </a:cubicBezTo>
                    <a:cubicBezTo>
                      <a:pt x="4" y="32"/>
                      <a:pt x="4" y="32"/>
                      <a:pt x="4" y="32"/>
                    </a:cubicBezTo>
                    <a:cubicBezTo>
                      <a:pt x="5" y="36"/>
                      <a:pt x="6" y="39"/>
                      <a:pt x="8" y="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16" name="Oval 245"/>
              <p:cNvSpPr>
                <a:spLocks noChangeArrowheads="1"/>
              </p:cNvSpPr>
              <p:nvPr/>
            </p:nvSpPr>
            <p:spPr bwMode="auto">
              <a:xfrm>
                <a:off x="-4352925" y="3479800"/>
                <a:ext cx="150813" cy="15081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17" name="Rectangle 246"/>
              <p:cNvSpPr>
                <a:spLocks noChangeArrowheads="1"/>
              </p:cNvSpPr>
              <p:nvPr/>
            </p:nvSpPr>
            <p:spPr bwMode="auto">
              <a:xfrm>
                <a:off x="-4284663" y="3443287"/>
                <a:ext cx="19050" cy="254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18" name="Rectangle 247"/>
              <p:cNvSpPr>
                <a:spLocks noChangeArrowheads="1"/>
              </p:cNvSpPr>
              <p:nvPr/>
            </p:nvSpPr>
            <p:spPr bwMode="auto">
              <a:xfrm>
                <a:off x="-4191000" y="3544887"/>
                <a:ext cx="26988" cy="17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19" name="Rectangle 248"/>
              <p:cNvSpPr>
                <a:spLocks noChangeArrowheads="1"/>
              </p:cNvSpPr>
              <p:nvPr/>
            </p:nvSpPr>
            <p:spPr bwMode="auto">
              <a:xfrm>
                <a:off x="-4284663" y="3641725"/>
                <a:ext cx="19050" cy="269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20" name="Rectangle 249"/>
              <p:cNvSpPr>
                <a:spLocks noChangeArrowheads="1"/>
              </p:cNvSpPr>
              <p:nvPr/>
            </p:nvSpPr>
            <p:spPr bwMode="auto">
              <a:xfrm>
                <a:off x="-4389438" y="3544887"/>
                <a:ext cx="25400" cy="17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21" name="Freeform 250"/>
              <p:cNvSpPr>
                <a:spLocks/>
              </p:cNvSpPr>
              <p:nvPr/>
            </p:nvSpPr>
            <p:spPr bwMode="auto">
              <a:xfrm>
                <a:off x="-4221163" y="3468687"/>
                <a:ext cx="30163" cy="30163"/>
              </a:xfrm>
              <a:custGeom>
                <a:avLst/>
                <a:gdLst>
                  <a:gd name="T0" fmla="*/ 19 w 19"/>
                  <a:gd name="T1" fmla="*/ 7 h 19"/>
                  <a:gd name="T2" fmla="*/ 7 w 19"/>
                  <a:gd name="T3" fmla="*/ 19 h 19"/>
                  <a:gd name="T4" fmla="*/ 0 w 19"/>
                  <a:gd name="T5" fmla="*/ 12 h 19"/>
                  <a:gd name="T6" fmla="*/ 12 w 19"/>
                  <a:gd name="T7" fmla="*/ 0 h 19"/>
                  <a:gd name="T8" fmla="*/ 19 w 19"/>
                  <a:gd name="T9" fmla="*/ 7 h 19"/>
                </a:gdLst>
                <a:ahLst/>
                <a:cxnLst>
                  <a:cxn ang="0">
                    <a:pos x="T0" y="T1"/>
                  </a:cxn>
                  <a:cxn ang="0">
                    <a:pos x="T2" y="T3"/>
                  </a:cxn>
                  <a:cxn ang="0">
                    <a:pos x="T4" y="T5"/>
                  </a:cxn>
                  <a:cxn ang="0">
                    <a:pos x="T6" y="T7"/>
                  </a:cxn>
                  <a:cxn ang="0">
                    <a:pos x="T8" y="T9"/>
                  </a:cxn>
                </a:cxnLst>
                <a:rect l="0" t="0" r="r" b="b"/>
                <a:pathLst>
                  <a:path w="19" h="19">
                    <a:moveTo>
                      <a:pt x="19" y="7"/>
                    </a:moveTo>
                    <a:lnTo>
                      <a:pt x="7" y="19"/>
                    </a:lnTo>
                    <a:lnTo>
                      <a:pt x="0" y="12"/>
                    </a:lnTo>
                    <a:lnTo>
                      <a:pt x="12" y="0"/>
                    </a:lnTo>
                    <a:lnTo>
                      <a:pt x="19"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22" name="Freeform 251"/>
              <p:cNvSpPr>
                <a:spLocks/>
              </p:cNvSpPr>
              <p:nvPr/>
            </p:nvSpPr>
            <p:spPr bwMode="auto">
              <a:xfrm>
                <a:off x="-4221163" y="3608387"/>
                <a:ext cx="30163" cy="33338"/>
              </a:xfrm>
              <a:custGeom>
                <a:avLst/>
                <a:gdLst>
                  <a:gd name="T0" fmla="*/ 7 w 19"/>
                  <a:gd name="T1" fmla="*/ 0 h 21"/>
                  <a:gd name="T2" fmla="*/ 19 w 19"/>
                  <a:gd name="T3" fmla="*/ 12 h 21"/>
                  <a:gd name="T4" fmla="*/ 12 w 19"/>
                  <a:gd name="T5" fmla="*/ 21 h 21"/>
                  <a:gd name="T6" fmla="*/ 0 w 19"/>
                  <a:gd name="T7" fmla="*/ 9 h 21"/>
                  <a:gd name="T8" fmla="*/ 7 w 19"/>
                  <a:gd name="T9" fmla="*/ 0 h 21"/>
                </a:gdLst>
                <a:ahLst/>
                <a:cxnLst>
                  <a:cxn ang="0">
                    <a:pos x="T0" y="T1"/>
                  </a:cxn>
                  <a:cxn ang="0">
                    <a:pos x="T2" y="T3"/>
                  </a:cxn>
                  <a:cxn ang="0">
                    <a:pos x="T4" y="T5"/>
                  </a:cxn>
                  <a:cxn ang="0">
                    <a:pos x="T6" y="T7"/>
                  </a:cxn>
                  <a:cxn ang="0">
                    <a:pos x="T8" y="T9"/>
                  </a:cxn>
                </a:cxnLst>
                <a:rect l="0" t="0" r="r" b="b"/>
                <a:pathLst>
                  <a:path w="19" h="21">
                    <a:moveTo>
                      <a:pt x="7" y="0"/>
                    </a:moveTo>
                    <a:lnTo>
                      <a:pt x="19" y="12"/>
                    </a:lnTo>
                    <a:lnTo>
                      <a:pt x="12" y="21"/>
                    </a:lnTo>
                    <a:lnTo>
                      <a:pt x="0" y="9"/>
                    </a:lnTo>
                    <a:lnTo>
                      <a:pt x="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23" name="Freeform 252"/>
              <p:cNvSpPr>
                <a:spLocks/>
              </p:cNvSpPr>
              <p:nvPr/>
            </p:nvSpPr>
            <p:spPr bwMode="auto">
              <a:xfrm>
                <a:off x="-4364038" y="3608387"/>
                <a:ext cx="34925" cy="33338"/>
              </a:xfrm>
              <a:custGeom>
                <a:avLst/>
                <a:gdLst>
                  <a:gd name="T0" fmla="*/ 12 w 22"/>
                  <a:gd name="T1" fmla="*/ 0 h 21"/>
                  <a:gd name="T2" fmla="*/ 22 w 22"/>
                  <a:gd name="T3" fmla="*/ 9 h 21"/>
                  <a:gd name="T4" fmla="*/ 10 w 22"/>
                  <a:gd name="T5" fmla="*/ 21 h 21"/>
                  <a:gd name="T6" fmla="*/ 0 w 22"/>
                  <a:gd name="T7" fmla="*/ 12 h 21"/>
                  <a:gd name="T8" fmla="*/ 12 w 22"/>
                  <a:gd name="T9" fmla="*/ 0 h 21"/>
                </a:gdLst>
                <a:ahLst/>
                <a:cxnLst>
                  <a:cxn ang="0">
                    <a:pos x="T0" y="T1"/>
                  </a:cxn>
                  <a:cxn ang="0">
                    <a:pos x="T2" y="T3"/>
                  </a:cxn>
                  <a:cxn ang="0">
                    <a:pos x="T4" y="T5"/>
                  </a:cxn>
                  <a:cxn ang="0">
                    <a:pos x="T6" y="T7"/>
                  </a:cxn>
                  <a:cxn ang="0">
                    <a:pos x="T8" y="T9"/>
                  </a:cxn>
                </a:cxnLst>
                <a:rect l="0" t="0" r="r" b="b"/>
                <a:pathLst>
                  <a:path w="22" h="21">
                    <a:moveTo>
                      <a:pt x="12" y="0"/>
                    </a:moveTo>
                    <a:lnTo>
                      <a:pt x="22" y="9"/>
                    </a:lnTo>
                    <a:lnTo>
                      <a:pt x="10" y="21"/>
                    </a:lnTo>
                    <a:lnTo>
                      <a:pt x="0" y="12"/>
                    </a:lnTo>
                    <a:lnTo>
                      <a:pt x="1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24" name="Freeform 253"/>
              <p:cNvSpPr>
                <a:spLocks/>
              </p:cNvSpPr>
              <p:nvPr/>
            </p:nvSpPr>
            <p:spPr bwMode="auto">
              <a:xfrm>
                <a:off x="-4364038" y="3468687"/>
                <a:ext cx="34925" cy="30163"/>
              </a:xfrm>
              <a:custGeom>
                <a:avLst/>
                <a:gdLst>
                  <a:gd name="T0" fmla="*/ 22 w 22"/>
                  <a:gd name="T1" fmla="*/ 12 h 19"/>
                  <a:gd name="T2" fmla="*/ 12 w 22"/>
                  <a:gd name="T3" fmla="*/ 19 h 19"/>
                  <a:gd name="T4" fmla="*/ 0 w 22"/>
                  <a:gd name="T5" fmla="*/ 7 h 19"/>
                  <a:gd name="T6" fmla="*/ 10 w 22"/>
                  <a:gd name="T7" fmla="*/ 0 h 19"/>
                  <a:gd name="T8" fmla="*/ 22 w 22"/>
                  <a:gd name="T9" fmla="*/ 12 h 19"/>
                </a:gdLst>
                <a:ahLst/>
                <a:cxnLst>
                  <a:cxn ang="0">
                    <a:pos x="T0" y="T1"/>
                  </a:cxn>
                  <a:cxn ang="0">
                    <a:pos x="T2" y="T3"/>
                  </a:cxn>
                  <a:cxn ang="0">
                    <a:pos x="T4" y="T5"/>
                  </a:cxn>
                  <a:cxn ang="0">
                    <a:pos x="T6" y="T7"/>
                  </a:cxn>
                  <a:cxn ang="0">
                    <a:pos x="T8" y="T9"/>
                  </a:cxn>
                </a:cxnLst>
                <a:rect l="0" t="0" r="r" b="b"/>
                <a:pathLst>
                  <a:path w="22" h="19">
                    <a:moveTo>
                      <a:pt x="22" y="12"/>
                    </a:moveTo>
                    <a:lnTo>
                      <a:pt x="12" y="19"/>
                    </a:lnTo>
                    <a:lnTo>
                      <a:pt x="0" y="7"/>
                    </a:lnTo>
                    <a:lnTo>
                      <a:pt x="10" y="0"/>
                    </a:lnTo>
                    <a:lnTo>
                      <a:pt x="22"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25" name="Freeform 254"/>
              <p:cNvSpPr>
                <a:spLocks/>
              </p:cNvSpPr>
              <p:nvPr/>
            </p:nvSpPr>
            <p:spPr bwMode="auto">
              <a:xfrm>
                <a:off x="-4251325" y="3446462"/>
                <a:ext cx="26988" cy="30163"/>
              </a:xfrm>
              <a:custGeom>
                <a:avLst/>
                <a:gdLst>
                  <a:gd name="T0" fmla="*/ 17 w 17"/>
                  <a:gd name="T1" fmla="*/ 5 h 19"/>
                  <a:gd name="T2" fmla="*/ 10 w 17"/>
                  <a:gd name="T3" fmla="*/ 19 h 19"/>
                  <a:gd name="T4" fmla="*/ 0 w 17"/>
                  <a:gd name="T5" fmla="*/ 17 h 19"/>
                  <a:gd name="T6" fmla="*/ 5 w 17"/>
                  <a:gd name="T7" fmla="*/ 0 h 19"/>
                  <a:gd name="T8" fmla="*/ 17 w 17"/>
                  <a:gd name="T9" fmla="*/ 5 h 19"/>
                </a:gdLst>
                <a:ahLst/>
                <a:cxnLst>
                  <a:cxn ang="0">
                    <a:pos x="T0" y="T1"/>
                  </a:cxn>
                  <a:cxn ang="0">
                    <a:pos x="T2" y="T3"/>
                  </a:cxn>
                  <a:cxn ang="0">
                    <a:pos x="T4" y="T5"/>
                  </a:cxn>
                  <a:cxn ang="0">
                    <a:pos x="T6" y="T7"/>
                  </a:cxn>
                  <a:cxn ang="0">
                    <a:pos x="T8" y="T9"/>
                  </a:cxn>
                </a:cxnLst>
                <a:rect l="0" t="0" r="r" b="b"/>
                <a:pathLst>
                  <a:path w="17" h="19">
                    <a:moveTo>
                      <a:pt x="17" y="5"/>
                    </a:moveTo>
                    <a:lnTo>
                      <a:pt x="10" y="19"/>
                    </a:lnTo>
                    <a:lnTo>
                      <a:pt x="0" y="17"/>
                    </a:lnTo>
                    <a:lnTo>
                      <a:pt x="5" y="0"/>
                    </a:lnTo>
                    <a:lnTo>
                      <a:pt x="17"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26" name="Freeform 255"/>
              <p:cNvSpPr>
                <a:spLocks/>
              </p:cNvSpPr>
              <p:nvPr/>
            </p:nvSpPr>
            <p:spPr bwMode="auto">
              <a:xfrm>
                <a:off x="-4198938" y="3578225"/>
                <a:ext cx="30163" cy="30163"/>
              </a:xfrm>
              <a:custGeom>
                <a:avLst/>
                <a:gdLst>
                  <a:gd name="T0" fmla="*/ 5 w 19"/>
                  <a:gd name="T1" fmla="*/ 0 h 19"/>
                  <a:gd name="T2" fmla="*/ 19 w 19"/>
                  <a:gd name="T3" fmla="*/ 7 h 19"/>
                  <a:gd name="T4" fmla="*/ 15 w 19"/>
                  <a:gd name="T5" fmla="*/ 19 h 19"/>
                  <a:gd name="T6" fmla="*/ 0 w 19"/>
                  <a:gd name="T7" fmla="*/ 12 h 19"/>
                  <a:gd name="T8" fmla="*/ 5 w 19"/>
                  <a:gd name="T9" fmla="*/ 0 h 19"/>
                </a:gdLst>
                <a:ahLst/>
                <a:cxnLst>
                  <a:cxn ang="0">
                    <a:pos x="T0" y="T1"/>
                  </a:cxn>
                  <a:cxn ang="0">
                    <a:pos x="T2" y="T3"/>
                  </a:cxn>
                  <a:cxn ang="0">
                    <a:pos x="T4" y="T5"/>
                  </a:cxn>
                  <a:cxn ang="0">
                    <a:pos x="T6" y="T7"/>
                  </a:cxn>
                  <a:cxn ang="0">
                    <a:pos x="T8" y="T9"/>
                  </a:cxn>
                </a:cxnLst>
                <a:rect l="0" t="0" r="r" b="b"/>
                <a:pathLst>
                  <a:path w="19" h="19">
                    <a:moveTo>
                      <a:pt x="5" y="0"/>
                    </a:moveTo>
                    <a:lnTo>
                      <a:pt x="19" y="7"/>
                    </a:lnTo>
                    <a:lnTo>
                      <a:pt x="15" y="19"/>
                    </a:lnTo>
                    <a:lnTo>
                      <a:pt x="0" y="12"/>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27" name="Freeform 256"/>
              <p:cNvSpPr>
                <a:spLocks/>
              </p:cNvSpPr>
              <p:nvPr/>
            </p:nvSpPr>
            <p:spPr bwMode="auto">
              <a:xfrm>
                <a:off x="-4329113" y="3630612"/>
                <a:ext cx="30163" cy="33338"/>
              </a:xfrm>
              <a:custGeom>
                <a:avLst/>
                <a:gdLst>
                  <a:gd name="T0" fmla="*/ 19 w 19"/>
                  <a:gd name="T1" fmla="*/ 5 h 21"/>
                  <a:gd name="T2" fmla="*/ 12 w 19"/>
                  <a:gd name="T3" fmla="*/ 21 h 21"/>
                  <a:gd name="T4" fmla="*/ 0 w 19"/>
                  <a:gd name="T5" fmla="*/ 17 h 21"/>
                  <a:gd name="T6" fmla="*/ 7 w 19"/>
                  <a:gd name="T7" fmla="*/ 0 h 21"/>
                  <a:gd name="T8" fmla="*/ 19 w 19"/>
                  <a:gd name="T9" fmla="*/ 5 h 21"/>
                </a:gdLst>
                <a:ahLst/>
                <a:cxnLst>
                  <a:cxn ang="0">
                    <a:pos x="T0" y="T1"/>
                  </a:cxn>
                  <a:cxn ang="0">
                    <a:pos x="T2" y="T3"/>
                  </a:cxn>
                  <a:cxn ang="0">
                    <a:pos x="T4" y="T5"/>
                  </a:cxn>
                  <a:cxn ang="0">
                    <a:pos x="T6" y="T7"/>
                  </a:cxn>
                  <a:cxn ang="0">
                    <a:pos x="T8" y="T9"/>
                  </a:cxn>
                </a:cxnLst>
                <a:rect l="0" t="0" r="r" b="b"/>
                <a:pathLst>
                  <a:path w="19" h="21">
                    <a:moveTo>
                      <a:pt x="19" y="5"/>
                    </a:moveTo>
                    <a:lnTo>
                      <a:pt x="12" y="21"/>
                    </a:lnTo>
                    <a:lnTo>
                      <a:pt x="0" y="17"/>
                    </a:lnTo>
                    <a:lnTo>
                      <a:pt x="7" y="0"/>
                    </a:lnTo>
                    <a:lnTo>
                      <a:pt x="19"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28" name="Freeform 257"/>
              <p:cNvSpPr>
                <a:spLocks/>
              </p:cNvSpPr>
              <p:nvPr/>
            </p:nvSpPr>
            <p:spPr bwMode="auto">
              <a:xfrm>
                <a:off x="-4386263" y="3503612"/>
                <a:ext cx="33338" cy="25400"/>
              </a:xfrm>
              <a:custGeom>
                <a:avLst/>
                <a:gdLst>
                  <a:gd name="T0" fmla="*/ 17 w 21"/>
                  <a:gd name="T1" fmla="*/ 16 h 16"/>
                  <a:gd name="T2" fmla="*/ 0 w 21"/>
                  <a:gd name="T3" fmla="*/ 11 h 16"/>
                  <a:gd name="T4" fmla="*/ 5 w 21"/>
                  <a:gd name="T5" fmla="*/ 0 h 16"/>
                  <a:gd name="T6" fmla="*/ 21 w 21"/>
                  <a:gd name="T7" fmla="*/ 7 h 16"/>
                  <a:gd name="T8" fmla="*/ 17 w 21"/>
                  <a:gd name="T9" fmla="*/ 16 h 16"/>
                </a:gdLst>
                <a:ahLst/>
                <a:cxnLst>
                  <a:cxn ang="0">
                    <a:pos x="T0" y="T1"/>
                  </a:cxn>
                  <a:cxn ang="0">
                    <a:pos x="T2" y="T3"/>
                  </a:cxn>
                  <a:cxn ang="0">
                    <a:pos x="T4" y="T5"/>
                  </a:cxn>
                  <a:cxn ang="0">
                    <a:pos x="T6" y="T7"/>
                  </a:cxn>
                  <a:cxn ang="0">
                    <a:pos x="T8" y="T9"/>
                  </a:cxn>
                </a:cxnLst>
                <a:rect l="0" t="0" r="r" b="b"/>
                <a:pathLst>
                  <a:path w="21" h="16">
                    <a:moveTo>
                      <a:pt x="17" y="16"/>
                    </a:moveTo>
                    <a:lnTo>
                      <a:pt x="0" y="11"/>
                    </a:lnTo>
                    <a:lnTo>
                      <a:pt x="5" y="0"/>
                    </a:lnTo>
                    <a:lnTo>
                      <a:pt x="21" y="7"/>
                    </a:lnTo>
                    <a:lnTo>
                      <a:pt x="17"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29" name="Freeform 258"/>
              <p:cNvSpPr>
                <a:spLocks/>
              </p:cNvSpPr>
              <p:nvPr/>
            </p:nvSpPr>
            <p:spPr bwMode="auto">
              <a:xfrm>
                <a:off x="-4198938" y="3503612"/>
                <a:ext cx="30163" cy="25400"/>
              </a:xfrm>
              <a:custGeom>
                <a:avLst/>
                <a:gdLst>
                  <a:gd name="T0" fmla="*/ 0 w 19"/>
                  <a:gd name="T1" fmla="*/ 7 h 16"/>
                  <a:gd name="T2" fmla="*/ 15 w 19"/>
                  <a:gd name="T3" fmla="*/ 0 h 16"/>
                  <a:gd name="T4" fmla="*/ 19 w 19"/>
                  <a:gd name="T5" fmla="*/ 11 h 16"/>
                  <a:gd name="T6" fmla="*/ 5 w 19"/>
                  <a:gd name="T7" fmla="*/ 16 h 16"/>
                  <a:gd name="T8" fmla="*/ 0 w 19"/>
                  <a:gd name="T9" fmla="*/ 7 h 16"/>
                </a:gdLst>
                <a:ahLst/>
                <a:cxnLst>
                  <a:cxn ang="0">
                    <a:pos x="T0" y="T1"/>
                  </a:cxn>
                  <a:cxn ang="0">
                    <a:pos x="T2" y="T3"/>
                  </a:cxn>
                  <a:cxn ang="0">
                    <a:pos x="T4" y="T5"/>
                  </a:cxn>
                  <a:cxn ang="0">
                    <a:pos x="T6" y="T7"/>
                  </a:cxn>
                  <a:cxn ang="0">
                    <a:pos x="T8" y="T9"/>
                  </a:cxn>
                </a:cxnLst>
                <a:rect l="0" t="0" r="r" b="b"/>
                <a:pathLst>
                  <a:path w="19" h="16">
                    <a:moveTo>
                      <a:pt x="0" y="7"/>
                    </a:moveTo>
                    <a:lnTo>
                      <a:pt x="15" y="0"/>
                    </a:lnTo>
                    <a:lnTo>
                      <a:pt x="19" y="11"/>
                    </a:lnTo>
                    <a:lnTo>
                      <a:pt x="5" y="16"/>
                    </a:lnTo>
                    <a:lnTo>
                      <a:pt x="0"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30" name="Freeform 259"/>
              <p:cNvSpPr>
                <a:spLocks/>
              </p:cNvSpPr>
              <p:nvPr/>
            </p:nvSpPr>
            <p:spPr bwMode="auto">
              <a:xfrm>
                <a:off x="-4251325" y="3630612"/>
                <a:ext cx="26988" cy="33338"/>
              </a:xfrm>
              <a:custGeom>
                <a:avLst/>
                <a:gdLst>
                  <a:gd name="T0" fmla="*/ 17 w 17"/>
                  <a:gd name="T1" fmla="*/ 17 h 21"/>
                  <a:gd name="T2" fmla="*/ 7 w 17"/>
                  <a:gd name="T3" fmla="*/ 21 h 21"/>
                  <a:gd name="T4" fmla="*/ 0 w 17"/>
                  <a:gd name="T5" fmla="*/ 5 h 21"/>
                  <a:gd name="T6" fmla="*/ 12 w 17"/>
                  <a:gd name="T7" fmla="*/ 0 h 21"/>
                  <a:gd name="T8" fmla="*/ 17 w 17"/>
                  <a:gd name="T9" fmla="*/ 17 h 21"/>
                </a:gdLst>
                <a:ahLst/>
                <a:cxnLst>
                  <a:cxn ang="0">
                    <a:pos x="T0" y="T1"/>
                  </a:cxn>
                  <a:cxn ang="0">
                    <a:pos x="T2" y="T3"/>
                  </a:cxn>
                  <a:cxn ang="0">
                    <a:pos x="T4" y="T5"/>
                  </a:cxn>
                  <a:cxn ang="0">
                    <a:pos x="T6" y="T7"/>
                  </a:cxn>
                  <a:cxn ang="0">
                    <a:pos x="T8" y="T9"/>
                  </a:cxn>
                </a:cxnLst>
                <a:rect l="0" t="0" r="r" b="b"/>
                <a:pathLst>
                  <a:path w="17" h="21">
                    <a:moveTo>
                      <a:pt x="17" y="17"/>
                    </a:moveTo>
                    <a:lnTo>
                      <a:pt x="7" y="21"/>
                    </a:lnTo>
                    <a:lnTo>
                      <a:pt x="0" y="5"/>
                    </a:lnTo>
                    <a:lnTo>
                      <a:pt x="12" y="0"/>
                    </a:lnTo>
                    <a:lnTo>
                      <a:pt x="17"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31" name="Freeform 260"/>
              <p:cNvSpPr>
                <a:spLocks/>
              </p:cNvSpPr>
              <p:nvPr/>
            </p:nvSpPr>
            <p:spPr bwMode="auto">
              <a:xfrm>
                <a:off x="-4386263" y="3578225"/>
                <a:ext cx="33338" cy="30163"/>
              </a:xfrm>
              <a:custGeom>
                <a:avLst/>
                <a:gdLst>
                  <a:gd name="T0" fmla="*/ 21 w 21"/>
                  <a:gd name="T1" fmla="*/ 12 h 19"/>
                  <a:gd name="T2" fmla="*/ 5 w 21"/>
                  <a:gd name="T3" fmla="*/ 19 h 19"/>
                  <a:gd name="T4" fmla="*/ 0 w 21"/>
                  <a:gd name="T5" fmla="*/ 7 h 19"/>
                  <a:gd name="T6" fmla="*/ 17 w 21"/>
                  <a:gd name="T7" fmla="*/ 0 h 19"/>
                  <a:gd name="T8" fmla="*/ 21 w 21"/>
                  <a:gd name="T9" fmla="*/ 12 h 19"/>
                </a:gdLst>
                <a:ahLst/>
                <a:cxnLst>
                  <a:cxn ang="0">
                    <a:pos x="T0" y="T1"/>
                  </a:cxn>
                  <a:cxn ang="0">
                    <a:pos x="T2" y="T3"/>
                  </a:cxn>
                  <a:cxn ang="0">
                    <a:pos x="T4" y="T5"/>
                  </a:cxn>
                  <a:cxn ang="0">
                    <a:pos x="T6" y="T7"/>
                  </a:cxn>
                  <a:cxn ang="0">
                    <a:pos x="T8" y="T9"/>
                  </a:cxn>
                </a:cxnLst>
                <a:rect l="0" t="0" r="r" b="b"/>
                <a:pathLst>
                  <a:path w="21" h="19">
                    <a:moveTo>
                      <a:pt x="21" y="12"/>
                    </a:moveTo>
                    <a:lnTo>
                      <a:pt x="5" y="19"/>
                    </a:lnTo>
                    <a:lnTo>
                      <a:pt x="0" y="7"/>
                    </a:lnTo>
                    <a:lnTo>
                      <a:pt x="17" y="0"/>
                    </a:lnTo>
                    <a:lnTo>
                      <a:pt x="21"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32" name="Freeform 261"/>
              <p:cNvSpPr>
                <a:spLocks/>
              </p:cNvSpPr>
              <p:nvPr/>
            </p:nvSpPr>
            <p:spPr bwMode="auto">
              <a:xfrm>
                <a:off x="-4329113" y="3446462"/>
                <a:ext cx="30163" cy="33338"/>
              </a:xfrm>
              <a:custGeom>
                <a:avLst/>
                <a:gdLst>
                  <a:gd name="T0" fmla="*/ 19 w 19"/>
                  <a:gd name="T1" fmla="*/ 17 h 21"/>
                  <a:gd name="T2" fmla="*/ 7 w 19"/>
                  <a:gd name="T3" fmla="*/ 21 h 21"/>
                  <a:gd name="T4" fmla="*/ 0 w 19"/>
                  <a:gd name="T5" fmla="*/ 5 h 21"/>
                  <a:gd name="T6" fmla="*/ 12 w 19"/>
                  <a:gd name="T7" fmla="*/ 0 h 21"/>
                  <a:gd name="T8" fmla="*/ 19 w 19"/>
                  <a:gd name="T9" fmla="*/ 17 h 21"/>
                </a:gdLst>
                <a:ahLst/>
                <a:cxnLst>
                  <a:cxn ang="0">
                    <a:pos x="T0" y="T1"/>
                  </a:cxn>
                  <a:cxn ang="0">
                    <a:pos x="T2" y="T3"/>
                  </a:cxn>
                  <a:cxn ang="0">
                    <a:pos x="T4" y="T5"/>
                  </a:cxn>
                  <a:cxn ang="0">
                    <a:pos x="T6" y="T7"/>
                  </a:cxn>
                  <a:cxn ang="0">
                    <a:pos x="T8" y="T9"/>
                  </a:cxn>
                </a:cxnLst>
                <a:rect l="0" t="0" r="r" b="b"/>
                <a:pathLst>
                  <a:path w="19" h="21">
                    <a:moveTo>
                      <a:pt x="19" y="17"/>
                    </a:moveTo>
                    <a:lnTo>
                      <a:pt x="7" y="21"/>
                    </a:lnTo>
                    <a:lnTo>
                      <a:pt x="0" y="5"/>
                    </a:lnTo>
                    <a:lnTo>
                      <a:pt x="12" y="0"/>
                    </a:lnTo>
                    <a:lnTo>
                      <a:pt x="19"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33" name="Freeform 262"/>
              <p:cNvSpPr>
                <a:spLocks noEditPoints="1"/>
              </p:cNvSpPr>
              <p:nvPr/>
            </p:nvSpPr>
            <p:spPr bwMode="auto">
              <a:xfrm>
                <a:off x="-4784725" y="457200"/>
                <a:ext cx="188913" cy="192088"/>
              </a:xfrm>
              <a:custGeom>
                <a:avLst/>
                <a:gdLst>
                  <a:gd name="T0" fmla="*/ 25 w 50"/>
                  <a:gd name="T1" fmla="*/ 51 h 51"/>
                  <a:gd name="T2" fmla="*/ 50 w 50"/>
                  <a:gd name="T3" fmla="*/ 25 h 51"/>
                  <a:gd name="T4" fmla="*/ 25 w 50"/>
                  <a:gd name="T5" fmla="*/ 0 h 51"/>
                  <a:gd name="T6" fmla="*/ 25 w 50"/>
                  <a:gd name="T7" fmla="*/ 0 h 51"/>
                  <a:gd name="T8" fmla="*/ 25 w 50"/>
                  <a:gd name="T9" fmla="*/ 18 h 51"/>
                  <a:gd name="T10" fmla="*/ 38 w 50"/>
                  <a:gd name="T11" fmla="*/ 13 h 51"/>
                  <a:gd name="T12" fmla="*/ 30 w 50"/>
                  <a:gd name="T13" fmla="*/ 30 h 51"/>
                  <a:gd name="T14" fmla="*/ 25 w 50"/>
                  <a:gd name="T15" fmla="*/ 33 h 51"/>
                  <a:gd name="T16" fmla="*/ 25 w 50"/>
                  <a:gd name="T17" fmla="*/ 51 h 51"/>
                  <a:gd name="T18" fmla="*/ 25 w 50"/>
                  <a:gd name="T19" fmla="*/ 0 h 51"/>
                  <a:gd name="T20" fmla="*/ 0 w 50"/>
                  <a:gd name="T21" fmla="*/ 25 h 51"/>
                  <a:gd name="T22" fmla="*/ 25 w 50"/>
                  <a:gd name="T23" fmla="*/ 51 h 51"/>
                  <a:gd name="T24" fmla="*/ 25 w 50"/>
                  <a:gd name="T25" fmla="*/ 33 h 51"/>
                  <a:gd name="T26" fmla="*/ 12 w 50"/>
                  <a:gd name="T27" fmla="*/ 38 h 51"/>
                  <a:gd name="T28" fmla="*/ 20 w 50"/>
                  <a:gd name="T29" fmla="*/ 20 h 51"/>
                  <a:gd name="T30" fmla="*/ 20 w 50"/>
                  <a:gd name="T31" fmla="*/ 20 h 51"/>
                  <a:gd name="T32" fmla="*/ 25 w 50"/>
                  <a:gd name="T33" fmla="*/ 18 h 51"/>
                  <a:gd name="T34" fmla="*/ 25 w 50"/>
                  <a:gd name="T35"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0" h="51">
                    <a:moveTo>
                      <a:pt x="25" y="51"/>
                    </a:moveTo>
                    <a:cubicBezTo>
                      <a:pt x="39" y="51"/>
                      <a:pt x="50" y="39"/>
                      <a:pt x="50" y="25"/>
                    </a:cubicBezTo>
                    <a:cubicBezTo>
                      <a:pt x="50" y="12"/>
                      <a:pt x="39" y="0"/>
                      <a:pt x="25" y="0"/>
                    </a:cubicBezTo>
                    <a:cubicBezTo>
                      <a:pt x="25" y="0"/>
                      <a:pt x="25" y="0"/>
                      <a:pt x="25" y="0"/>
                    </a:cubicBezTo>
                    <a:cubicBezTo>
                      <a:pt x="25" y="18"/>
                      <a:pt x="25" y="18"/>
                      <a:pt x="25" y="18"/>
                    </a:cubicBezTo>
                    <a:cubicBezTo>
                      <a:pt x="38" y="13"/>
                      <a:pt x="38" y="13"/>
                      <a:pt x="38" y="13"/>
                    </a:cubicBezTo>
                    <a:cubicBezTo>
                      <a:pt x="30" y="30"/>
                      <a:pt x="30" y="30"/>
                      <a:pt x="30" y="30"/>
                    </a:cubicBezTo>
                    <a:cubicBezTo>
                      <a:pt x="25" y="33"/>
                      <a:pt x="25" y="33"/>
                      <a:pt x="25" y="33"/>
                    </a:cubicBezTo>
                    <a:cubicBezTo>
                      <a:pt x="25" y="51"/>
                      <a:pt x="25" y="51"/>
                      <a:pt x="25" y="51"/>
                    </a:cubicBezTo>
                    <a:close/>
                    <a:moveTo>
                      <a:pt x="25" y="0"/>
                    </a:moveTo>
                    <a:cubicBezTo>
                      <a:pt x="11" y="0"/>
                      <a:pt x="0" y="12"/>
                      <a:pt x="0" y="25"/>
                    </a:cubicBezTo>
                    <a:cubicBezTo>
                      <a:pt x="0" y="39"/>
                      <a:pt x="11" y="51"/>
                      <a:pt x="25" y="51"/>
                    </a:cubicBezTo>
                    <a:cubicBezTo>
                      <a:pt x="25" y="33"/>
                      <a:pt x="25" y="33"/>
                      <a:pt x="25" y="33"/>
                    </a:cubicBezTo>
                    <a:cubicBezTo>
                      <a:pt x="12" y="38"/>
                      <a:pt x="12" y="38"/>
                      <a:pt x="12" y="38"/>
                    </a:cubicBezTo>
                    <a:cubicBezTo>
                      <a:pt x="20" y="20"/>
                      <a:pt x="20" y="20"/>
                      <a:pt x="20" y="20"/>
                    </a:cubicBezTo>
                    <a:cubicBezTo>
                      <a:pt x="20" y="20"/>
                      <a:pt x="20" y="20"/>
                      <a:pt x="20" y="20"/>
                    </a:cubicBezTo>
                    <a:cubicBezTo>
                      <a:pt x="25" y="18"/>
                      <a:pt x="25" y="18"/>
                      <a:pt x="25" y="18"/>
                    </a:cubicBez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34" name="Oval 263"/>
              <p:cNvSpPr>
                <a:spLocks noChangeArrowheads="1"/>
              </p:cNvSpPr>
              <p:nvPr/>
            </p:nvSpPr>
            <p:spPr bwMode="auto">
              <a:xfrm>
                <a:off x="-4702175" y="539750"/>
                <a:ext cx="23813" cy="2381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35" name="Freeform 264"/>
              <p:cNvSpPr>
                <a:spLocks noEditPoints="1"/>
              </p:cNvSpPr>
              <p:nvPr/>
            </p:nvSpPr>
            <p:spPr bwMode="auto">
              <a:xfrm>
                <a:off x="-2266950" y="1716087"/>
                <a:ext cx="225425" cy="225425"/>
              </a:xfrm>
              <a:custGeom>
                <a:avLst/>
                <a:gdLst>
                  <a:gd name="T0" fmla="*/ 30 w 60"/>
                  <a:gd name="T1" fmla="*/ 60 h 60"/>
                  <a:gd name="T2" fmla="*/ 35 w 60"/>
                  <a:gd name="T3" fmla="*/ 60 h 60"/>
                  <a:gd name="T4" fmla="*/ 35 w 60"/>
                  <a:gd name="T5" fmla="*/ 55 h 60"/>
                  <a:gd name="T6" fmla="*/ 45 w 60"/>
                  <a:gd name="T7" fmla="*/ 51 h 60"/>
                  <a:gd name="T8" fmla="*/ 48 w 60"/>
                  <a:gd name="T9" fmla="*/ 54 h 60"/>
                  <a:gd name="T10" fmla="*/ 55 w 60"/>
                  <a:gd name="T11" fmla="*/ 48 h 60"/>
                  <a:gd name="T12" fmla="*/ 52 w 60"/>
                  <a:gd name="T13" fmla="*/ 45 h 60"/>
                  <a:gd name="T14" fmla="*/ 56 w 60"/>
                  <a:gd name="T15" fmla="*/ 35 h 60"/>
                  <a:gd name="T16" fmla="*/ 60 w 60"/>
                  <a:gd name="T17" fmla="*/ 35 h 60"/>
                  <a:gd name="T18" fmla="*/ 60 w 60"/>
                  <a:gd name="T19" fmla="*/ 25 h 60"/>
                  <a:gd name="T20" fmla="*/ 56 w 60"/>
                  <a:gd name="T21" fmla="*/ 25 h 60"/>
                  <a:gd name="T22" fmla="*/ 52 w 60"/>
                  <a:gd name="T23" fmla="*/ 15 h 60"/>
                  <a:gd name="T24" fmla="*/ 55 w 60"/>
                  <a:gd name="T25" fmla="*/ 12 h 60"/>
                  <a:gd name="T26" fmla="*/ 48 w 60"/>
                  <a:gd name="T27" fmla="*/ 5 h 60"/>
                  <a:gd name="T28" fmla="*/ 45 w 60"/>
                  <a:gd name="T29" fmla="*/ 8 h 60"/>
                  <a:gd name="T30" fmla="*/ 35 w 60"/>
                  <a:gd name="T31" fmla="*/ 4 h 60"/>
                  <a:gd name="T32" fmla="*/ 35 w 60"/>
                  <a:gd name="T33" fmla="*/ 0 h 60"/>
                  <a:gd name="T34" fmla="*/ 30 w 60"/>
                  <a:gd name="T35" fmla="*/ 0 h 60"/>
                  <a:gd name="T36" fmla="*/ 30 w 60"/>
                  <a:gd name="T37" fmla="*/ 11 h 60"/>
                  <a:gd name="T38" fmla="*/ 30 w 60"/>
                  <a:gd name="T39" fmla="*/ 11 h 60"/>
                  <a:gd name="T40" fmla="*/ 49 w 60"/>
                  <a:gd name="T41" fmla="*/ 30 h 60"/>
                  <a:gd name="T42" fmla="*/ 30 w 60"/>
                  <a:gd name="T43" fmla="*/ 49 h 60"/>
                  <a:gd name="T44" fmla="*/ 30 w 60"/>
                  <a:gd name="T45" fmla="*/ 60 h 60"/>
                  <a:gd name="T46" fmla="*/ 9 w 60"/>
                  <a:gd name="T47" fmla="*/ 45 h 60"/>
                  <a:gd name="T48" fmla="*/ 6 w 60"/>
                  <a:gd name="T49" fmla="*/ 48 h 60"/>
                  <a:gd name="T50" fmla="*/ 12 w 60"/>
                  <a:gd name="T51" fmla="*/ 54 h 60"/>
                  <a:gd name="T52" fmla="*/ 15 w 60"/>
                  <a:gd name="T53" fmla="*/ 51 h 60"/>
                  <a:gd name="T54" fmla="*/ 25 w 60"/>
                  <a:gd name="T55" fmla="*/ 55 h 60"/>
                  <a:gd name="T56" fmla="*/ 25 w 60"/>
                  <a:gd name="T57" fmla="*/ 60 h 60"/>
                  <a:gd name="T58" fmla="*/ 30 w 60"/>
                  <a:gd name="T59" fmla="*/ 60 h 60"/>
                  <a:gd name="T60" fmla="*/ 30 w 60"/>
                  <a:gd name="T61" fmla="*/ 49 h 60"/>
                  <a:gd name="T62" fmla="*/ 11 w 60"/>
                  <a:gd name="T63" fmla="*/ 30 h 60"/>
                  <a:gd name="T64" fmla="*/ 30 w 60"/>
                  <a:gd name="T65" fmla="*/ 11 h 60"/>
                  <a:gd name="T66" fmla="*/ 30 w 60"/>
                  <a:gd name="T67" fmla="*/ 0 h 60"/>
                  <a:gd name="T68" fmla="*/ 25 w 60"/>
                  <a:gd name="T69" fmla="*/ 0 h 60"/>
                  <a:gd name="T70" fmla="*/ 25 w 60"/>
                  <a:gd name="T71" fmla="*/ 4 h 60"/>
                  <a:gd name="T72" fmla="*/ 15 w 60"/>
                  <a:gd name="T73" fmla="*/ 8 h 60"/>
                  <a:gd name="T74" fmla="*/ 12 w 60"/>
                  <a:gd name="T75" fmla="*/ 5 h 60"/>
                  <a:gd name="T76" fmla="*/ 6 w 60"/>
                  <a:gd name="T77" fmla="*/ 12 h 60"/>
                  <a:gd name="T78" fmla="*/ 9 w 60"/>
                  <a:gd name="T79" fmla="*/ 15 h 60"/>
                  <a:gd name="T80" fmla="*/ 5 w 60"/>
                  <a:gd name="T81" fmla="*/ 25 h 60"/>
                  <a:gd name="T82" fmla="*/ 0 w 60"/>
                  <a:gd name="T83" fmla="*/ 25 h 60"/>
                  <a:gd name="T84" fmla="*/ 0 w 60"/>
                  <a:gd name="T85" fmla="*/ 35 h 60"/>
                  <a:gd name="T86" fmla="*/ 5 w 60"/>
                  <a:gd name="T87" fmla="*/ 35 h 60"/>
                  <a:gd name="T88" fmla="*/ 9 w 60"/>
                  <a:gd name="T89" fmla="*/ 45 h 60"/>
                  <a:gd name="T90" fmla="*/ 30 w 60"/>
                  <a:gd name="T91" fmla="*/ 11 h 60"/>
                  <a:gd name="T92" fmla="*/ 30 w 60"/>
                  <a:gd name="T93" fmla="*/ 11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0" h="60">
                    <a:moveTo>
                      <a:pt x="30" y="60"/>
                    </a:moveTo>
                    <a:cubicBezTo>
                      <a:pt x="35" y="60"/>
                      <a:pt x="35" y="60"/>
                      <a:pt x="35" y="60"/>
                    </a:cubicBezTo>
                    <a:cubicBezTo>
                      <a:pt x="35" y="55"/>
                      <a:pt x="35" y="55"/>
                      <a:pt x="35" y="55"/>
                    </a:cubicBezTo>
                    <a:cubicBezTo>
                      <a:pt x="39" y="55"/>
                      <a:pt x="42" y="53"/>
                      <a:pt x="45" y="51"/>
                    </a:cubicBezTo>
                    <a:cubicBezTo>
                      <a:pt x="48" y="54"/>
                      <a:pt x="48" y="54"/>
                      <a:pt x="48" y="54"/>
                    </a:cubicBezTo>
                    <a:cubicBezTo>
                      <a:pt x="55" y="48"/>
                      <a:pt x="55" y="48"/>
                      <a:pt x="55" y="48"/>
                    </a:cubicBezTo>
                    <a:cubicBezTo>
                      <a:pt x="52" y="45"/>
                      <a:pt x="52" y="45"/>
                      <a:pt x="52" y="45"/>
                    </a:cubicBezTo>
                    <a:cubicBezTo>
                      <a:pt x="54" y="42"/>
                      <a:pt x="55" y="38"/>
                      <a:pt x="56" y="35"/>
                    </a:cubicBezTo>
                    <a:cubicBezTo>
                      <a:pt x="60" y="35"/>
                      <a:pt x="60" y="35"/>
                      <a:pt x="60" y="35"/>
                    </a:cubicBezTo>
                    <a:cubicBezTo>
                      <a:pt x="60" y="25"/>
                      <a:pt x="60" y="25"/>
                      <a:pt x="60" y="25"/>
                    </a:cubicBezTo>
                    <a:cubicBezTo>
                      <a:pt x="56" y="25"/>
                      <a:pt x="56" y="25"/>
                      <a:pt x="56" y="25"/>
                    </a:cubicBezTo>
                    <a:cubicBezTo>
                      <a:pt x="55" y="21"/>
                      <a:pt x="54" y="18"/>
                      <a:pt x="52" y="15"/>
                    </a:cubicBezTo>
                    <a:cubicBezTo>
                      <a:pt x="55" y="12"/>
                      <a:pt x="55" y="12"/>
                      <a:pt x="55" y="12"/>
                    </a:cubicBezTo>
                    <a:cubicBezTo>
                      <a:pt x="48" y="5"/>
                      <a:pt x="48" y="5"/>
                      <a:pt x="48" y="5"/>
                    </a:cubicBezTo>
                    <a:cubicBezTo>
                      <a:pt x="45" y="8"/>
                      <a:pt x="45" y="8"/>
                      <a:pt x="45" y="8"/>
                    </a:cubicBezTo>
                    <a:cubicBezTo>
                      <a:pt x="42" y="6"/>
                      <a:pt x="39" y="5"/>
                      <a:pt x="35" y="4"/>
                    </a:cubicBezTo>
                    <a:cubicBezTo>
                      <a:pt x="35" y="0"/>
                      <a:pt x="35" y="0"/>
                      <a:pt x="35" y="0"/>
                    </a:cubicBezTo>
                    <a:cubicBezTo>
                      <a:pt x="30" y="0"/>
                      <a:pt x="30" y="0"/>
                      <a:pt x="30" y="0"/>
                    </a:cubicBezTo>
                    <a:cubicBezTo>
                      <a:pt x="30" y="11"/>
                      <a:pt x="30" y="11"/>
                      <a:pt x="30" y="11"/>
                    </a:cubicBezTo>
                    <a:cubicBezTo>
                      <a:pt x="30" y="11"/>
                      <a:pt x="30" y="11"/>
                      <a:pt x="30" y="11"/>
                    </a:cubicBezTo>
                    <a:cubicBezTo>
                      <a:pt x="41" y="11"/>
                      <a:pt x="49" y="19"/>
                      <a:pt x="49" y="30"/>
                    </a:cubicBezTo>
                    <a:cubicBezTo>
                      <a:pt x="49" y="40"/>
                      <a:pt x="41" y="49"/>
                      <a:pt x="30" y="49"/>
                    </a:cubicBezTo>
                    <a:lnTo>
                      <a:pt x="30" y="60"/>
                    </a:lnTo>
                    <a:close/>
                    <a:moveTo>
                      <a:pt x="9" y="45"/>
                    </a:moveTo>
                    <a:cubicBezTo>
                      <a:pt x="6" y="48"/>
                      <a:pt x="6" y="48"/>
                      <a:pt x="6" y="48"/>
                    </a:cubicBezTo>
                    <a:cubicBezTo>
                      <a:pt x="12" y="54"/>
                      <a:pt x="12" y="54"/>
                      <a:pt x="12" y="54"/>
                    </a:cubicBezTo>
                    <a:cubicBezTo>
                      <a:pt x="15" y="51"/>
                      <a:pt x="15" y="51"/>
                      <a:pt x="15" y="51"/>
                    </a:cubicBezTo>
                    <a:cubicBezTo>
                      <a:pt x="18" y="53"/>
                      <a:pt x="22" y="55"/>
                      <a:pt x="25" y="55"/>
                    </a:cubicBezTo>
                    <a:cubicBezTo>
                      <a:pt x="25" y="60"/>
                      <a:pt x="25" y="60"/>
                      <a:pt x="25" y="60"/>
                    </a:cubicBezTo>
                    <a:cubicBezTo>
                      <a:pt x="30" y="60"/>
                      <a:pt x="30" y="60"/>
                      <a:pt x="30" y="60"/>
                    </a:cubicBezTo>
                    <a:cubicBezTo>
                      <a:pt x="30" y="49"/>
                      <a:pt x="30" y="49"/>
                      <a:pt x="30" y="49"/>
                    </a:cubicBezTo>
                    <a:cubicBezTo>
                      <a:pt x="20" y="49"/>
                      <a:pt x="11" y="40"/>
                      <a:pt x="11" y="30"/>
                    </a:cubicBezTo>
                    <a:cubicBezTo>
                      <a:pt x="11" y="19"/>
                      <a:pt x="20" y="11"/>
                      <a:pt x="30" y="11"/>
                    </a:cubicBezTo>
                    <a:cubicBezTo>
                      <a:pt x="30" y="0"/>
                      <a:pt x="30" y="0"/>
                      <a:pt x="30" y="0"/>
                    </a:cubicBezTo>
                    <a:cubicBezTo>
                      <a:pt x="25" y="0"/>
                      <a:pt x="25" y="0"/>
                      <a:pt x="25" y="0"/>
                    </a:cubicBezTo>
                    <a:cubicBezTo>
                      <a:pt x="25" y="4"/>
                      <a:pt x="25" y="4"/>
                      <a:pt x="25" y="4"/>
                    </a:cubicBezTo>
                    <a:cubicBezTo>
                      <a:pt x="22" y="5"/>
                      <a:pt x="18" y="6"/>
                      <a:pt x="15" y="8"/>
                    </a:cubicBezTo>
                    <a:cubicBezTo>
                      <a:pt x="12" y="5"/>
                      <a:pt x="12" y="5"/>
                      <a:pt x="12" y="5"/>
                    </a:cubicBezTo>
                    <a:cubicBezTo>
                      <a:pt x="6" y="12"/>
                      <a:pt x="6" y="12"/>
                      <a:pt x="6" y="12"/>
                    </a:cubicBezTo>
                    <a:cubicBezTo>
                      <a:pt x="9" y="15"/>
                      <a:pt x="9" y="15"/>
                      <a:pt x="9" y="15"/>
                    </a:cubicBezTo>
                    <a:cubicBezTo>
                      <a:pt x="7" y="18"/>
                      <a:pt x="5" y="21"/>
                      <a:pt x="5" y="25"/>
                    </a:cubicBezTo>
                    <a:cubicBezTo>
                      <a:pt x="0" y="25"/>
                      <a:pt x="0" y="25"/>
                      <a:pt x="0" y="25"/>
                    </a:cubicBezTo>
                    <a:cubicBezTo>
                      <a:pt x="0" y="35"/>
                      <a:pt x="0" y="35"/>
                      <a:pt x="0" y="35"/>
                    </a:cubicBezTo>
                    <a:cubicBezTo>
                      <a:pt x="5" y="35"/>
                      <a:pt x="5" y="35"/>
                      <a:pt x="5" y="35"/>
                    </a:cubicBezTo>
                    <a:cubicBezTo>
                      <a:pt x="5" y="38"/>
                      <a:pt x="7" y="42"/>
                      <a:pt x="9" y="45"/>
                    </a:cubicBezTo>
                    <a:close/>
                    <a:moveTo>
                      <a:pt x="30" y="11"/>
                    </a:moveTo>
                    <a:cubicBezTo>
                      <a:pt x="30" y="11"/>
                      <a:pt x="30" y="11"/>
                      <a:pt x="30"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36" name="Rectangle 265"/>
              <p:cNvSpPr>
                <a:spLocks noChangeArrowheads="1"/>
              </p:cNvSpPr>
              <p:nvPr/>
            </p:nvSpPr>
            <p:spPr bwMode="auto">
              <a:xfrm>
                <a:off x="-2805113" y="2324100"/>
                <a:ext cx="263525" cy="301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37" name="Freeform 266"/>
              <p:cNvSpPr>
                <a:spLocks noEditPoints="1"/>
              </p:cNvSpPr>
              <p:nvPr/>
            </p:nvSpPr>
            <p:spPr bwMode="auto">
              <a:xfrm>
                <a:off x="-2805113" y="2384425"/>
                <a:ext cx="263525" cy="104775"/>
              </a:xfrm>
              <a:custGeom>
                <a:avLst/>
                <a:gdLst>
                  <a:gd name="T0" fmla="*/ 140 w 166"/>
                  <a:gd name="T1" fmla="*/ 66 h 66"/>
                  <a:gd name="T2" fmla="*/ 166 w 166"/>
                  <a:gd name="T3" fmla="*/ 66 h 66"/>
                  <a:gd name="T4" fmla="*/ 166 w 166"/>
                  <a:gd name="T5" fmla="*/ 0 h 66"/>
                  <a:gd name="T6" fmla="*/ 140 w 166"/>
                  <a:gd name="T7" fmla="*/ 0 h 66"/>
                  <a:gd name="T8" fmla="*/ 140 w 166"/>
                  <a:gd name="T9" fmla="*/ 33 h 66"/>
                  <a:gd name="T10" fmla="*/ 140 w 166"/>
                  <a:gd name="T11" fmla="*/ 33 h 66"/>
                  <a:gd name="T12" fmla="*/ 152 w 166"/>
                  <a:gd name="T13" fmla="*/ 45 h 66"/>
                  <a:gd name="T14" fmla="*/ 140 w 166"/>
                  <a:gd name="T15" fmla="*/ 57 h 66"/>
                  <a:gd name="T16" fmla="*/ 140 w 166"/>
                  <a:gd name="T17" fmla="*/ 66 h 66"/>
                  <a:gd name="T18" fmla="*/ 0 w 166"/>
                  <a:gd name="T19" fmla="*/ 66 h 66"/>
                  <a:gd name="T20" fmla="*/ 140 w 166"/>
                  <a:gd name="T21" fmla="*/ 66 h 66"/>
                  <a:gd name="T22" fmla="*/ 140 w 166"/>
                  <a:gd name="T23" fmla="*/ 57 h 66"/>
                  <a:gd name="T24" fmla="*/ 128 w 166"/>
                  <a:gd name="T25" fmla="*/ 45 h 66"/>
                  <a:gd name="T26" fmla="*/ 140 w 166"/>
                  <a:gd name="T27" fmla="*/ 33 h 66"/>
                  <a:gd name="T28" fmla="*/ 140 w 166"/>
                  <a:gd name="T29" fmla="*/ 0 h 66"/>
                  <a:gd name="T30" fmla="*/ 0 w 166"/>
                  <a:gd name="T31" fmla="*/ 0 h 66"/>
                  <a:gd name="T32" fmla="*/ 0 w 166"/>
                  <a:gd name="T33" fmla="*/ 66 h 66"/>
                  <a:gd name="T34" fmla="*/ 0 w 166"/>
                  <a:gd name="T35" fmla="*/ 66 h 66"/>
                  <a:gd name="T36" fmla="*/ 140 w 166"/>
                  <a:gd name="T37" fmla="*/ 33 h 66"/>
                  <a:gd name="T38" fmla="*/ 140 w 166"/>
                  <a:gd name="T39" fmla="*/ 33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66" h="66">
                    <a:moveTo>
                      <a:pt x="140" y="66"/>
                    </a:moveTo>
                    <a:lnTo>
                      <a:pt x="166" y="66"/>
                    </a:lnTo>
                    <a:lnTo>
                      <a:pt x="166" y="0"/>
                    </a:lnTo>
                    <a:lnTo>
                      <a:pt x="140" y="0"/>
                    </a:lnTo>
                    <a:lnTo>
                      <a:pt x="140" y="33"/>
                    </a:lnTo>
                    <a:lnTo>
                      <a:pt x="140" y="33"/>
                    </a:lnTo>
                    <a:lnTo>
                      <a:pt x="152" y="45"/>
                    </a:lnTo>
                    <a:lnTo>
                      <a:pt x="140" y="57"/>
                    </a:lnTo>
                    <a:lnTo>
                      <a:pt x="140" y="66"/>
                    </a:lnTo>
                    <a:close/>
                    <a:moveTo>
                      <a:pt x="0" y="66"/>
                    </a:moveTo>
                    <a:lnTo>
                      <a:pt x="140" y="66"/>
                    </a:lnTo>
                    <a:lnTo>
                      <a:pt x="140" y="57"/>
                    </a:lnTo>
                    <a:lnTo>
                      <a:pt x="128" y="45"/>
                    </a:lnTo>
                    <a:lnTo>
                      <a:pt x="140" y="33"/>
                    </a:lnTo>
                    <a:lnTo>
                      <a:pt x="140" y="0"/>
                    </a:lnTo>
                    <a:lnTo>
                      <a:pt x="0" y="0"/>
                    </a:lnTo>
                    <a:lnTo>
                      <a:pt x="0" y="66"/>
                    </a:lnTo>
                    <a:lnTo>
                      <a:pt x="0" y="66"/>
                    </a:lnTo>
                    <a:close/>
                    <a:moveTo>
                      <a:pt x="140" y="33"/>
                    </a:moveTo>
                    <a:lnTo>
                      <a:pt x="140"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38" name="Freeform 267"/>
              <p:cNvSpPr>
                <a:spLocks noEditPoints="1"/>
              </p:cNvSpPr>
              <p:nvPr/>
            </p:nvSpPr>
            <p:spPr bwMode="auto">
              <a:xfrm>
                <a:off x="-2805113" y="2384425"/>
                <a:ext cx="263525" cy="104775"/>
              </a:xfrm>
              <a:custGeom>
                <a:avLst/>
                <a:gdLst>
                  <a:gd name="T0" fmla="*/ 140 w 166"/>
                  <a:gd name="T1" fmla="*/ 66 h 66"/>
                  <a:gd name="T2" fmla="*/ 166 w 166"/>
                  <a:gd name="T3" fmla="*/ 66 h 66"/>
                  <a:gd name="T4" fmla="*/ 166 w 166"/>
                  <a:gd name="T5" fmla="*/ 0 h 66"/>
                  <a:gd name="T6" fmla="*/ 140 w 166"/>
                  <a:gd name="T7" fmla="*/ 0 h 66"/>
                  <a:gd name="T8" fmla="*/ 140 w 166"/>
                  <a:gd name="T9" fmla="*/ 33 h 66"/>
                  <a:gd name="T10" fmla="*/ 140 w 166"/>
                  <a:gd name="T11" fmla="*/ 33 h 66"/>
                  <a:gd name="T12" fmla="*/ 152 w 166"/>
                  <a:gd name="T13" fmla="*/ 45 h 66"/>
                  <a:gd name="T14" fmla="*/ 140 w 166"/>
                  <a:gd name="T15" fmla="*/ 57 h 66"/>
                  <a:gd name="T16" fmla="*/ 140 w 166"/>
                  <a:gd name="T17" fmla="*/ 66 h 66"/>
                  <a:gd name="T18" fmla="*/ 0 w 166"/>
                  <a:gd name="T19" fmla="*/ 66 h 66"/>
                  <a:gd name="T20" fmla="*/ 140 w 166"/>
                  <a:gd name="T21" fmla="*/ 66 h 66"/>
                  <a:gd name="T22" fmla="*/ 140 w 166"/>
                  <a:gd name="T23" fmla="*/ 57 h 66"/>
                  <a:gd name="T24" fmla="*/ 128 w 166"/>
                  <a:gd name="T25" fmla="*/ 45 h 66"/>
                  <a:gd name="T26" fmla="*/ 140 w 166"/>
                  <a:gd name="T27" fmla="*/ 33 h 66"/>
                  <a:gd name="T28" fmla="*/ 140 w 166"/>
                  <a:gd name="T29" fmla="*/ 0 h 66"/>
                  <a:gd name="T30" fmla="*/ 0 w 166"/>
                  <a:gd name="T31" fmla="*/ 0 h 66"/>
                  <a:gd name="T32" fmla="*/ 0 w 166"/>
                  <a:gd name="T33" fmla="*/ 66 h 66"/>
                  <a:gd name="T34" fmla="*/ 0 w 166"/>
                  <a:gd name="T35" fmla="*/ 66 h 66"/>
                  <a:gd name="T36" fmla="*/ 140 w 166"/>
                  <a:gd name="T37" fmla="*/ 33 h 66"/>
                  <a:gd name="T38" fmla="*/ 140 w 166"/>
                  <a:gd name="T39" fmla="*/ 33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66" h="66">
                    <a:moveTo>
                      <a:pt x="140" y="66"/>
                    </a:moveTo>
                    <a:lnTo>
                      <a:pt x="166" y="66"/>
                    </a:lnTo>
                    <a:lnTo>
                      <a:pt x="166" y="0"/>
                    </a:lnTo>
                    <a:lnTo>
                      <a:pt x="140" y="0"/>
                    </a:lnTo>
                    <a:lnTo>
                      <a:pt x="140" y="33"/>
                    </a:lnTo>
                    <a:lnTo>
                      <a:pt x="140" y="33"/>
                    </a:lnTo>
                    <a:lnTo>
                      <a:pt x="152" y="45"/>
                    </a:lnTo>
                    <a:lnTo>
                      <a:pt x="140" y="57"/>
                    </a:lnTo>
                    <a:lnTo>
                      <a:pt x="140" y="66"/>
                    </a:lnTo>
                    <a:moveTo>
                      <a:pt x="0" y="66"/>
                    </a:moveTo>
                    <a:lnTo>
                      <a:pt x="140" y="66"/>
                    </a:lnTo>
                    <a:lnTo>
                      <a:pt x="140" y="57"/>
                    </a:lnTo>
                    <a:lnTo>
                      <a:pt x="128" y="45"/>
                    </a:lnTo>
                    <a:lnTo>
                      <a:pt x="140" y="33"/>
                    </a:lnTo>
                    <a:lnTo>
                      <a:pt x="140" y="0"/>
                    </a:lnTo>
                    <a:lnTo>
                      <a:pt x="0" y="0"/>
                    </a:lnTo>
                    <a:lnTo>
                      <a:pt x="0" y="66"/>
                    </a:lnTo>
                    <a:lnTo>
                      <a:pt x="0" y="66"/>
                    </a:lnTo>
                    <a:moveTo>
                      <a:pt x="140" y="33"/>
                    </a:moveTo>
                    <a:lnTo>
                      <a:pt x="140" y="3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grpSp>
        <p:grpSp>
          <p:nvGrpSpPr>
            <p:cNvPr id="19" name="Group 18"/>
            <p:cNvGrpSpPr>
              <a:grpSpLocks noChangeAspect="1"/>
            </p:cNvGrpSpPr>
            <p:nvPr/>
          </p:nvGrpSpPr>
          <p:grpSpPr>
            <a:xfrm flipH="1">
              <a:off x="1304746" y="2227041"/>
              <a:ext cx="2942450" cy="4115690"/>
              <a:chOff x="-7085012" y="-420688"/>
              <a:chExt cx="6362699" cy="9439276"/>
            </a:xfrm>
            <a:solidFill>
              <a:schemeClr val="bg1">
                <a:lumMod val="65000"/>
              </a:schemeClr>
            </a:solidFill>
          </p:grpSpPr>
          <p:sp>
            <p:nvSpPr>
              <p:cNvPr id="21" name="Freeform 271"/>
              <p:cNvSpPr>
                <a:spLocks/>
              </p:cNvSpPr>
              <p:nvPr/>
            </p:nvSpPr>
            <p:spPr bwMode="auto">
              <a:xfrm>
                <a:off x="-4905375" y="-222250"/>
                <a:ext cx="619125" cy="461963"/>
              </a:xfrm>
              <a:custGeom>
                <a:avLst/>
                <a:gdLst>
                  <a:gd name="T0" fmla="*/ 82 w 165"/>
                  <a:gd name="T1" fmla="*/ 0 h 123"/>
                  <a:gd name="T2" fmla="*/ 0 w 165"/>
                  <a:gd name="T3" fmla="*/ 83 h 123"/>
                  <a:gd name="T4" fmla="*/ 10 w 165"/>
                  <a:gd name="T5" fmla="*/ 122 h 123"/>
                  <a:gd name="T6" fmla="*/ 10 w 165"/>
                  <a:gd name="T7" fmla="*/ 100 h 123"/>
                  <a:gd name="T8" fmla="*/ 14 w 165"/>
                  <a:gd name="T9" fmla="*/ 89 h 123"/>
                  <a:gd name="T10" fmla="*/ 13 w 165"/>
                  <a:gd name="T11" fmla="*/ 83 h 123"/>
                  <a:gd name="T12" fmla="*/ 82 w 165"/>
                  <a:gd name="T13" fmla="*/ 13 h 123"/>
                  <a:gd name="T14" fmla="*/ 151 w 165"/>
                  <a:gd name="T15" fmla="*/ 83 h 123"/>
                  <a:gd name="T16" fmla="*/ 151 w 165"/>
                  <a:gd name="T17" fmla="*/ 90 h 123"/>
                  <a:gd name="T18" fmla="*/ 155 w 165"/>
                  <a:gd name="T19" fmla="*/ 100 h 123"/>
                  <a:gd name="T20" fmla="*/ 155 w 165"/>
                  <a:gd name="T21" fmla="*/ 123 h 123"/>
                  <a:gd name="T22" fmla="*/ 165 w 165"/>
                  <a:gd name="T23" fmla="*/ 83 h 123"/>
                  <a:gd name="T24" fmla="*/ 82 w 165"/>
                  <a:gd name="T25"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5" h="123">
                    <a:moveTo>
                      <a:pt x="82" y="0"/>
                    </a:moveTo>
                    <a:cubicBezTo>
                      <a:pt x="37" y="0"/>
                      <a:pt x="0" y="37"/>
                      <a:pt x="0" y="83"/>
                    </a:cubicBezTo>
                    <a:cubicBezTo>
                      <a:pt x="0" y="96"/>
                      <a:pt x="3" y="110"/>
                      <a:pt x="10" y="122"/>
                    </a:cubicBezTo>
                    <a:cubicBezTo>
                      <a:pt x="10" y="100"/>
                      <a:pt x="10" y="100"/>
                      <a:pt x="10" y="100"/>
                    </a:cubicBezTo>
                    <a:cubicBezTo>
                      <a:pt x="10" y="96"/>
                      <a:pt x="11" y="92"/>
                      <a:pt x="14" y="89"/>
                    </a:cubicBezTo>
                    <a:cubicBezTo>
                      <a:pt x="14" y="87"/>
                      <a:pt x="13" y="85"/>
                      <a:pt x="13" y="83"/>
                    </a:cubicBezTo>
                    <a:cubicBezTo>
                      <a:pt x="13" y="45"/>
                      <a:pt x="44" y="13"/>
                      <a:pt x="82" y="13"/>
                    </a:cubicBezTo>
                    <a:cubicBezTo>
                      <a:pt x="120" y="13"/>
                      <a:pt x="151" y="45"/>
                      <a:pt x="151" y="83"/>
                    </a:cubicBezTo>
                    <a:cubicBezTo>
                      <a:pt x="151" y="85"/>
                      <a:pt x="151" y="88"/>
                      <a:pt x="151" y="90"/>
                    </a:cubicBezTo>
                    <a:cubicBezTo>
                      <a:pt x="153" y="93"/>
                      <a:pt x="155" y="97"/>
                      <a:pt x="155" y="100"/>
                    </a:cubicBezTo>
                    <a:cubicBezTo>
                      <a:pt x="155" y="123"/>
                      <a:pt x="155" y="123"/>
                      <a:pt x="155" y="123"/>
                    </a:cubicBezTo>
                    <a:cubicBezTo>
                      <a:pt x="161" y="111"/>
                      <a:pt x="165" y="97"/>
                      <a:pt x="165" y="83"/>
                    </a:cubicBezTo>
                    <a:cubicBezTo>
                      <a:pt x="165" y="37"/>
                      <a:pt x="128" y="0"/>
                      <a:pt x="8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2" name="Freeform 272"/>
              <p:cNvSpPr>
                <a:spLocks/>
              </p:cNvSpPr>
              <p:nvPr/>
            </p:nvSpPr>
            <p:spPr bwMode="auto">
              <a:xfrm>
                <a:off x="-4852988" y="90487"/>
                <a:ext cx="138112" cy="247650"/>
              </a:xfrm>
              <a:custGeom>
                <a:avLst/>
                <a:gdLst>
                  <a:gd name="T0" fmla="*/ 1 w 37"/>
                  <a:gd name="T1" fmla="*/ 14 h 66"/>
                  <a:gd name="T2" fmla="*/ 0 w 37"/>
                  <a:gd name="T3" fmla="*/ 17 h 66"/>
                  <a:gd name="T4" fmla="*/ 0 w 37"/>
                  <a:gd name="T5" fmla="*/ 38 h 66"/>
                  <a:gd name="T6" fmla="*/ 0 w 37"/>
                  <a:gd name="T7" fmla="*/ 48 h 66"/>
                  <a:gd name="T8" fmla="*/ 26 w 37"/>
                  <a:gd name="T9" fmla="*/ 66 h 66"/>
                  <a:gd name="T10" fmla="*/ 37 w 37"/>
                  <a:gd name="T11" fmla="*/ 66 h 66"/>
                  <a:gd name="T12" fmla="*/ 37 w 37"/>
                  <a:gd name="T13" fmla="*/ 0 h 66"/>
                  <a:gd name="T14" fmla="*/ 26 w 37"/>
                  <a:gd name="T15" fmla="*/ 0 h 66"/>
                  <a:gd name="T16" fmla="*/ 1 w 37"/>
                  <a:gd name="T17" fmla="*/ 14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66">
                    <a:moveTo>
                      <a:pt x="1" y="14"/>
                    </a:moveTo>
                    <a:cubicBezTo>
                      <a:pt x="1" y="15"/>
                      <a:pt x="0" y="16"/>
                      <a:pt x="0" y="17"/>
                    </a:cubicBezTo>
                    <a:cubicBezTo>
                      <a:pt x="0" y="38"/>
                      <a:pt x="0" y="38"/>
                      <a:pt x="0" y="38"/>
                    </a:cubicBezTo>
                    <a:cubicBezTo>
                      <a:pt x="0" y="48"/>
                      <a:pt x="0" y="48"/>
                      <a:pt x="0" y="48"/>
                    </a:cubicBezTo>
                    <a:cubicBezTo>
                      <a:pt x="0" y="58"/>
                      <a:pt x="12" y="66"/>
                      <a:pt x="26" y="66"/>
                    </a:cubicBezTo>
                    <a:cubicBezTo>
                      <a:pt x="37" y="66"/>
                      <a:pt x="37" y="66"/>
                      <a:pt x="37" y="66"/>
                    </a:cubicBezTo>
                    <a:cubicBezTo>
                      <a:pt x="37" y="0"/>
                      <a:pt x="37" y="0"/>
                      <a:pt x="37" y="0"/>
                    </a:cubicBezTo>
                    <a:cubicBezTo>
                      <a:pt x="26" y="0"/>
                      <a:pt x="26" y="0"/>
                      <a:pt x="26" y="0"/>
                    </a:cubicBezTo>
                    <a:cubicBezTo>
                      <a:pt x="14" y="0"/>
                      <a:pt x="3" y="6"/>
                      <a:pt x="1"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3" name="Freeform 273"/>
              <p:cNvSpPr>
                <a:spLocks/>
              </p:cNvSpPr>
              <p:nvPr/>
            </p:nvSpPr>
            <p:spPr bwMode="auto">
              <a:xfrm>
                <a:off x="-4478338" y="90487"/>
                <a:ext cx="134937" cy="247650"/>
              </a:xfrm>
              <a:custGeom>
                <a:avLst/>
                <a:gdLst>
                  <a:gd name="T0" fmla="*/ 36 w 36"/>
                  <a:gd name="T1" fmla="*/ 48 h 66"/>
                  <a:gd name="T2" fmla="*/ 36 w 36"/>
                  <a:gd name="T3" fmla="*/ 38 h 66"/>
                  <a:gd name="T4" fmla="*/ 36 w 36"/>
                  <a:gd name="T5" fmla="*/ 17 h 66"/>
                  <a:gd name="T6" fmla="*/ 36 w 36"/>
                  <a:gd name="T7" fmla="*/ 15 h 66"/>
                  <a:gd name="T8" fmla="*/ 10 w 36"/>
                  <a:gd name="T9" fmla="*/ 0 h 66"/>
                  <a:gd name="T10" fmla="*/ 0 w 36"/>
                  <a:gd name="T11" fmla="*/ 0 h 66"/>
                  <a:gd name="T12" fmla="*/ 0 w 36"/>
                  <a:gd name="T13" fmla="*/ 66 h 66"/>
                  <a:gd name="T14" fmla="*/ 10 w 36"/>
                  <a:gd name="T15" fmla="*/ 66 h 66"/>
                  <a:gd name="T16" fmla="*/ 36 w 36"/>
                  <a:gd name="T17" fmla="*/ 48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 h="66">
                    <a:moveTo>
                      <a:pt x="36" y="48"/>
                    </a:moveTo>
                    <a:cubicBezTo>
                      <a:pt x="36" y="38"/>
                      <a:pt x="36" y="38"/>
                      <a:pt x="36" y="38"/>
                    </a:cubicBezTo>
                    <a:cubicBezTo>
                      <a:pt x="36" y="17"/>
                      <a:pt x="36" y="17"/>
                      <a:pt x="36" y="17"/>
                    </a:cubicBezTo>
                    <a:cubicBezTo>
                      <a:pt x="36" y="17"/>
                      <a:pt x="36" y="16"/>
                      <a:pt x="36" y="15"/>
                    </a:cubicBezTo>
                    <a:cubicBezTo>
                      <a:pt x="34" y="7"/>
                      <a:pt x="23" y="0"/>
                      <a:pt x="10" y="0"/>
                    </a:cubicBezTo>
                    <a:cubicBezTo>
                      <a:pt x="0" y="0"/>
                      <a:pt x="0" y="0"/>
                      <a:pt x="0" y="0"/>
                    </a:cubicBezTo>
                    <a:cubicBezTo>
                      <a:pt x="0" y="66"/>
                      <a:pt x="0" y="66"/>
                      <a:pt x="0" y="66"/>
                    </a:cubicBezTo>
                    <a:cubicBezTo>
                      <a:pt x="10" y="66"/>
                      <a:pt x="10" y="66"/>
                      <a:pt x="10" y="66"/>
                    </a:cubicBezTo>
                    <a:cubicBezTo>
                      <a:pt x="25" y="66"/>
                      <a:pt x="36" y="58"/>
                      <a:pt x="36" y="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4" name="Freeform 274"/>
              <p:cNvSpPr>
                <a:spLocks noEditPoints="1"/>
              </p:cNvSpPr>
              <p:nvPr/>
            </p:nvSpPr>
            <p:spPr bwMode="auto">
              <a:xfrm>
                <a:off x="-6126163" y="1309687"/>
                <a:ext cx="514350" cy="511175"/>
              </a:xfrm>
              <a:custGeom>
                <a:avLst/>
                <a:gdLst>
                  <a:gd name="T0" fmla="*/ 137 w 137"/>
                  <a:gd name="T1" fmla="*/ 68 h 136"/>
                  <a:gd name="T2" fmla="*/ 122 w 137"/>
                  <a:gd name="T3" fmla="*/ 64 h 136"/>
                  <a:gd name="T4" fmla="*/ 131 w 137"/>
                  <a:gd name="T5" fmla="*/ 64 h 136"/>
                  <a:gd name="T6" fmla="*/ 122 w 137"/>
                  <a:gd name="T7" fmla="*/ 72 h 136"/>
                  <a:gd name="T8" fmla="*/ 106 w 137"/>
                  <a:gd name="T9" fmla="*/ 125 h 136"/>
                  <a:gd name="T10" fmla="*/ 122 w 137"/>
                  <a:gd name="T11" fmla="*/ 72 h 136"/>
                  <a:gd name="T12" fmla="*/ 113 w 137"/>
                  <a:gd name="T13" fmla="*/ 64 h 136"/>
                  <a:gd name="T14" fmla="*/ 122 w 137"/>
                  <a:gd name="T15" fmla="*/ 25 h 136"/>
                  <a:gd name="T16" fmla="*/ 106 w 137"/>
                  <a:gd name="T17" fmla="*/ 25 h 136"/>
                  <a:gd name="T18" fmla="*/ 110 w 137"/>
                  <a:gd name="T19" fmla="*/ 21 h 136"/>
                  <a:gd name="T20" fmla="*/ 106 w 137"/>
                  <a:gd name="T21" fmla="*/ 36 h 136"/>
                  <a:gd name="T22" fmla="*/ 115 w 137"/>
                  <a:gd name="T23" fmla="*/ 109 h 136"/>
                  <a:gd name="T24" fmla="*/ 106 w 137"/>
                  <a:gd name="T25" fmla="*/ 111 h 136"/>
                  <a:gd name="T26" fmla="*/ 68 w 137"/>
                  <a:gd name="T27" fmla="*/ 136 h 136"/>
                  <a:gd name="T28" fmla="*/ 106 w 137"/>
                  <a:gd name="T29" fmla="*/ 111 h 136"/>
                  <a:gd name="T30" fmla="*/ 102 w 137"/>
                  <a:gd name="T31" fmla="*/ 97 h 136"/>
                  <a:gd name="T32" fmla="*/ 106 w 137"/>
                  <a:gd name="T33" fmla="*/ 100 h 136"/>
                  <a:gd name="T34" fmla="*/ 102 w 137"/>
                  <a:gd name="T35" fmla="*/ 39 h 136"/>
                  <a:gd name="T36" fmla="*/ 106 w 137"/>
                  <a:gd name="T37" fmla="*/ 25 h 136"/>
                  <a:gd name="T38" fmla="*/ 68 w 137"/>
                  <a:gd name="T39" fmla="*/ 0 h 136"/>
                  <a:gd name="T40" fmla="*/ 68 w 137"/>
                  <a:gd name="T41" fmla="*/ 5 h 136"/>
                  <a:gd name="T42" fmla="*/ 72 w 137"/>
                  <a:gd name="T43" fmla="*/ 24 h 136"/>
                  <a:gd name="T44" fmla="*/ 68 w 137"/>
                  <a:gd name="T45" fmla="*/ 63 h 136"/>
                  <a:gd name="T46" fmla="*/ 90 w 137"/>
                  <a:gd name="T47" fmla="*/ 42 h 136"/>
                  <a:gd name="T48" fmla="*/ 69 w 137"/>
                  <a:gd name="T49" fmla="*/ 74 h 136"/>
                  <a:gd name="T50" fmla="*/ 68 w 137"/>
                  <a:gd name="T51" fmla="*/ 112 h 136"/>
                  <a:gd name="T52" fmla="*/ 72 w 137"/>
                  <a:gd name="T53" fmla="*/ 131 h 136"/>
                  <a:gd name="T54" fmla="*/ 68 w 137"/>
                  <a:gd name="T55" fmla="*/ 131 h 136"/>
                  <a:gd name="T56" fmla="*/ 68 w 137"/>
                  <a:gd name="T57" fmla="*/ 0 h 136"/>
                  <a:gd name="T58" fmla="*/ 30 w 137"/>
                  <a:gd name="T59" fmla="*/ 25 h 136"/>
                  <a:gd name="T60" fmla="*/ 34 w 137"/>
                  <a:gd name="T61" fmla="*/ 39 h 136"/>
                  <a:gd name="T62" fmla="*/ 30 w 137"/>
                  <a:gd name="T63" fmla="*/ 100 h 136"/>
                  <a:gd name="T64" fmla="*/ 40 w 137"/>
                  <a:gd name="T65" fmla="*/ 102 h 136"/>
                  <a:gd name="T66" fmla="*/ 30 w 137"/>
                  <a:gd name="T67" fmla="*/ 125 h 136"/>
                  <a:gd name="T68" fmla="*/ 68 w 137"/>
                  <a:gd name="T69" fmla="*/ 131 h 136"/>
                  <a:gd name="T70" fmla="*/ 64 w 137"/>
                  <a:gd name="T71" fmla="*/ 112 h 136"/>
                  <a:gd name="T72" fmla="*/ 68 w 137"/>
                  <a:gd name="T73" fmla="*/ 74 h 136"/>
                  <a:gd name="T74" fmla="*/ 57 w 137"/>
                  <a:gd name="T75" fmla="*/ 52 h 136"/>
                  <a:gd name="T76" fmla="*/ 68 w 137"/>
                  <a:gd name="T77" fmla="*/ 63 h 136"/>
                  <a:gd name="T78" fmla="*/ 64 w 137"/>
                  <a:gd name="T79" fmla="*/ 24 h 136"/>
                  <a:gd name="T80" fmla="*/ 64 w 137"/>
                  <a:gd name="T81" fmla="*/ 5 h 136"/>
                  <a:gd name="T82" fmla="*/ 68 w 137"/>
                  <a:gd name="T83" fmla="*/ 0 h 136"/>
                  <a:gd name="T84" fmla="*/ 15 w 137"/>
                  <a:gd name="T85" fmla="*/ 25 h 136"/>
                  <a:gd name="T86" fmla="*/ 24 w 137"/>
                  <a:gd name="T87" fmla="*/ 64 h 136"/>
                  <a:gd name="T88" fmla="*/ 24 w 137"/>
                  <a:gd name="T89" fmla="*/ 72 h 136"/>
                  <a:gd name="T90" fmla="*/ 15 w 137"/>
                  <a:gd name="T91" fmla="*/ 111 h 136"/>
                  <a:gd name="T92" fmla="*/ 30 w 137"/>
                  <a:gd name="T93" fmla="*/ 111 h 136"/>
                  <a:gd name="T94" fmla="*/ 27 w 137"/>
                  <a:gd name="T95" fmla="*/ 115 h 136"/>
                  <a:gd name="T96" fmla="*/ 30 w 137"/>
                  <a:gd name="T97" fmla="*/ 100 h 136"/>
                  <a:gd name="T98" fmla="*/ 21 w 137"/>
                  <a:gd name="T99" fmla="*/ 27 h 136"/>
                  <a:gd name="T100" fmla="*/ 27 w 137"/>
                  <a:gd name="T101" fmla="*/ 21 h 136"/>
                  <a:gd name="T102" fmla="*/ 30 w 137"/>
                  <a:gd name="T103" fmla="*/ 11 h 136"/>
                  <a:gd name="T104" fmla="*/ 0 w 137"/>
                  <a:gd name="T105" fmla="*/ 68 h 136"/>
                  <a:gd name="T106" fmla="*/ 15 w 137"/>
                  <a:gd name="T107" fmla="*/ 72 h 136"/>
                  <a:gd name="T108" fmla="*/ 6 w 137"/>
                  <a:gd name="T109" fmla="*/ 64 h 136"/>
                  <a:gd name="T110" fmla="*/ 15 w 137"/>
                  <a:gd name="T111" fmla="*/ 25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37" h="136">
                    <a:moveTo>
                      <a:pt x="122" y="111"/>
                    </a:moveTo>
                    <a:cubicBezTo>
                      <a:pt x="131" y="99"/>
                      <a:pt x="137" y="84"/>
                      <a:pt x="137" y="68"/>
                    </a:cubicBezTo>
                    <a:cubicBezTo>
                      <a:pt x="137" y="52"/>
                      <a:pt x="131" y="37"/>
                      <a:pt x="122" y="25"/>
                    </a:cubicBezTo>
                    <a:cubicBezTo>
                      <a:pt x="122" y="64"/>
                      <a:pt x="122" y="64"/>
                      <a:pt x="122" y="64"/>
                    </a:cubicBezTo>
                    <a:cubicBezTo>
                      <a:pt x="131" y="64"/>
                      <a:pt x="131" y="64"/>
                      <a:pt x="131" y="64"/>
                    </a:cubicBezTo>
                    <a:cubicBezTo>
                      <a:pt x="131" y="64"/>
                      <a:pt x="131" y="64"/>
                      <a:pt x="131" y="64"/>
                    </a:cubicBezTo>
                    <a:cubicBezTo>
                      <a:pt x="131" y="72"/>
                      <a:pt x="131" y="72"/>
                      <a:pt x="131" y="72"/>
                    </a:cubicBezTo>
                    <a:cubicBezTo>
                      <a:pt x="122" y="72"/>
                      <a:pt x="122" y="72"/>
                      <a:pt x="122" y="72"/>
                    </a:cubicBezTo>
                    <a:lnTo>
                      <a:pt x="122" y="111"/>
                    </a:lnTo>
                    <a:close/>
                    <a:moveTo>
                      <a:pt x="106" y="125"/>
                    </a:moveTo>
                    <a:cubicBezTo>
                      <a:pt x="112" y="121"/>
                      <a:pt x="117" y="116"/>
                      <a:pt x="122" y="111"/>
                    </a:cubicBezTo>
                    <a:cubicBezTo>
                      <a:pt x="122" y="72"/>
                      <a:pt x="122" y="72"/>
                      <a:pt x="122" y="72"/>
                    </a:cubicBezTo>
                    <a:cubicBezTo>
                      <a:pt x="113" y="72"/>
                      <a:pt x="113" y="72"/>
                      <a:pt x="113" y="72"/>
                    </a:cubicBezTo>
                    <a:cubicBezTo>
                      <a:pt x="113" y="64"/>
                      <a:pt x="113" y="64"/>
                      <a:pt x="113" y="64"/>
                    </a:cubicBezTo>
                    <a:cubicBezTo>
                      <a:pt x="122" y="64"/>
                      <a:pt x="122" y="64"/>
                      <a:pt x="122" y="64"/>
                    </a:cubicBezTo>
                    <a:cubicBezTo>
                      <a:pt x="122" y="25"/>
                      <a:pt x="122" y="25"/>
                      <a:pt x="122" y="25"/>
                    </a:cubicBezTo>
                    <a:cubicBezTo>
                      <a:pt x="117" y="20"/>
                      <a:pt x="112" y="15"/>
                      <a:pt x="106" y="11"/>
                    </a:cubicBezTo>
                    <a:cubicBezTo>
                      <a:pt x="106" y="25"/>
                      <a:pt x="106" y="25"/>
                      <a:pt x="106" y="25"/>
                    </a:cubicBezTo>
                    <a:cubicBezTo>
                      <a:pt x="110" y="21"/>
                      <a:pt x="110" y="21"/>
                      <a:pt x="110" y="21"/>
                    </a:cubicBezTo>
                    <a:cubicBezTo>
                      <a:pt x="110" y="21"/>
                      <a:pt x="110" y="21"/>
                      <a:pt x="110" y="21"/>
                    </a:cubicBezTo>
                    <a:cubicBezTo>
                      <a:pt x="115" y="27"/>
                      <a:pt x="115" y="27"/>
                      <a:pt x="115" y="27"/>
                    </a:cubicBezTo>
                    <a:cubicBezTo>
                      <a:pt x="106" y="36"/>
                      <a:pt x="106" y="36"/>
                      <a:pt x="106" y="36"/>
                    </a:cubicBezTo>
                    <a:cubicBezTo>
                      <a:pt x="106" y="100"/>
                      <a:pt x="106" y="100"/>
                      <a:pt x="106" y="100"/>
                    </a:cubicBezTo>
                    <a:cubicBezTo>
                      <a:pt x="115" y="109"/>
                      <a:pt x="115" y="109"/>
                      <a:pt x="115" y="109"/>
                    </a:cubicBezTo>
                    <a:cubicBezTo>
                      <a:pt x="110" y="115"/>
                      <a:pt x="110" y="115"/>
                      <a:pt x="110" y="115"/>
                    </a:cubicBezTo>
                    <a:cubicBezTo>
                      <a:pt x="106" y="111"/>
                      <a:pt x="106" y="111"/>
                      <a:pt x="106" y="111"/>
                    </a:cubicBezTo>
                    <a:lnTo>
                      <a:pt x="106" y="125"/>
                    </a:lnTo>
                    <a:close/>
                    <a:moveTo>
                      <a:pt x="68" y="136"/>
                    </a:moveTo>
                    <a:cubicBezTo>
                      <a:pt x="82" y="136"/>
                      <a:pt x="95" y="132"/>
                      <a:pt x="106" y="125"/>
                    </a:cubicBezTo>
                    <a:cubicBezTo>
                      <a:pt x="106" y="111"/>
                      <a:pt x="106" y="111"/>
                      <a:pt x="106" y="111"/>
                    </a:cubicBezTo>
                    <a:cubicBezTo>
                      <a:pt x="97" y="102"/>
                      <a:pt x="97" y="102"/>
                      <a:pt x="97" y="102"/>
                    </a:cubicBezTo>
                    <a:cubicBezTo>
                      <a:pt x="102" y="97"/>
                      <a:pt x="102" y="97"/>
                      <a:pt x="102" y="97"/>
                    </a:cubicBezTo>
                    <a:cubicBezTo>
                      <a:pt x="102" y="97"/>
                      <a:pt x="102" y="97"/>
                      <a:pt x="102" y="97"/>
                    </a:cubicBezTo>
                    <a:cubicBezTo>
                      <a:pt x="106" y="100"/>
                      <a:pt x="106" y="100"/>
                      <a:pt x="106" y="100"/>
                    </a:cubicBezTo>
                    <a:cubicBezTo>
                      <a:pt x="106" y="36"/>
                      <a:pt x="106" y="36"/>
                      <a:pt x="106" y="36"/>
                    </a:cubicBezTo>
                    <a:cubicBezTo>
                      <a:pt x="102" y="39"/>
                      <a:pt x="102" y="39"/>
                      <a:pt x="102" y="39"/>
                    </a:cubicBezTo>
                    <a:cubicBezTo>
                      <a:pt x="97" y="34"/>
                      <a:pt x="97" y="34"/>
                      <a:pt x="97" y="34"/>
                    </a:cubicBezTo>
                    <a:cubicBezTo>
                      <a:pt x="106" y="25"/>
                      <a:pt x="106" y="25"/>
                      <a:pt x="106" y="25"/>
                    </a:cubicBezTo>
                    <a:cubicBezTo>
                      <a:pt x="106" y="11"/>
                      <a:pt x="106" y="11"/>
                      <a:pt x="106" y="11"/>
                    </a:cubicBezTo>
                    <a:cubicBezTo>
                      <a:pt x="95" y="4"/>
                      <a:pt x="82" y="0"/>
                      <a:pt x="68" y="0"/>
                    </a:cubicBezTo>
                    <a:cubicBezTo>
                      <a:pt x="68" y="0"/>
                      <a:pt x="68" y="0"/>
                      <a:pt x="68" y="0"/>
                    </a:cubicBezTo>
                    <a:cubicBezTo>
                      <a:pt x="68" y="5"/>
                      <a:pt x="68" y="5"/>
                      <a:pt x="68" y="5"/>
                    </a:cubicBezTo>
                    <a:cubicBezTo>
                      <a:pt x="72" y="5"/>
                      <a:pt x="72" y="5"/>
                      <a:pt x="72" y="5"/>
                    </a:cubicBezTo>
                    <a:cubicBezTo>
                      <a:pt x="72" y="24"/>
                      <a:pt x="72" y="24"/>
                      <a:pt x="72" y="24"/>
                    </a:cubicBezTo>
                    <a:cubicBezTo>
                      <a:pt x="68" y="24"/>
                      <a:pt x="68" y="24"/>
                      <a:pt x="68" y="24"/>
                    </a:cubicBezTo>
                    <a:cubicBezTo>
                      <a:pt x="68" y="63"/>
                      <a:pt x="68" y="63"/>
                      <a:pt x="68" y="63"/>
                    </a:cubicBezTo>
                    <a:cubicBezTo>
                      <a:pt x="69" y="63"/>
                      <a:pt x="69" y="63"/>
                      <a:pt x="69" y="63"/>
                    </a:cubicBezTo>
                    <a:cubicBezTo>
                      <a:pt x="90" y="42"/>
                      <a:pt x="90" y="42"/>
                      <a:pt x="90" y="42"/>
                    </a:cubicBezTo>
                    <a:cubicBezTo>
                      <a:pt x="96" y="48"/>
                      <a:pt x="96" y="48"/>
                      <a:pt x="96" y="48"/>
                    </a:cubicBezTo>
                    <a:cubicBezTo>
                      <a:pt x="69" y="74"/>
                      <a:pt x="69" y="74"/>
                      <a:pt x="69" y="74"/>
                    </a:cubicBezTo>
                    <a:cubicBezTo>
                      <a:pt x="68" y="74"/>
                      <a:pt x="68" y="74"/>
                      <a:pt x="68" y="74"/>
                    </a:cubicBezTo>
                    <a:cubicBezTo>
                      <a:pt x="68" y="112"/>
                      <a:pt x="68" y="112"/>
                      <a:pt x="68" y="112"/>
                    </a:cubicBezTo>
                    <a:cubicBezTo>
                      <a:pt x="72" y="112"/>
                      <a:pt x="72" y="112"/>
                      <a:pt x="72" y="112"/>
                    </a:cubicBezTo>
                    <a:cubicBezTo>
                      <a:pt x="72" y="131"/>
                      <a:pt x="72" y="131"/>
                      <a:pt x="72" y="131"/>
                    </a:cubicBezTo>
                    <a:cubicBezTo>
                      <a:pt x="72" y="131"/>
                      <a:pt x="72" y="131"/>
                      <a:pt x="72" y="131"/>
                    </a:cubicBezTo>
                    <a:cubicBezTo>
                      <a:pt x="68" y="131"/>
                      <a:pt x="68" y="131"/>
                      <a:pt x="68" y="131"/>
                    </a:cubicBezTo>
                    <a:cubicBezTo>
                      <a:pt x="68" y="136"/>
                      <a:pt x="68" y="136"/>
                      <a:pt x="68" y="136"/>
                    </a:cubicBezTo>
                    <a:close/>
                    <a:moveTo>
                      <a:pt x="68" y="0"/>
                    </a:moveTo>
                    <a:cubicBezTo>
                      <a:pt x="54" y="0"/>
                      <a:pt x="41" y="4"/>
                      <a:pt x="30" y="11"/>
                    </a:cubicBezTo>
                    <a:cubicBezTo>
                      <a:pt x="30" y="25"/>
                      <a:pt x="30" y="25"/>
                      <a:pt x="30" y="25"/>
                    </a:cubicBezTo>
                    <a:cubicBezTo>
                      <a:pt x="40" y="34"/>
                      <a:pt x="40" y="34"/>
                      <a:pt x="40" y="34"/>
                    </a:cubicBezTo>
                    <a:cubicBezTo>
                      <a:pt x="34" y="39"/>
                      <a:pt x="34" y="39"/>
                      <a:pt x="34" y="39"/>
                    </a:cubicBezTo>
                    <a:cubicBezTo>
                      <a:pt x="30" y="36"/>
                      <a:pt x="30" y="36"/>
                      <a:pt x="30" y="36"/>
                    </a:cubicBezTo>
                    <a:cubicBezTo>
                      <a:pt x="30" y="100"/>
                      <a:pt x="30" y="100"/>
                      <a:pt x="30" y="100"/>
                    </a:cubicBezTo>
                    <a:cubicBezTo>
                      <a:pt x="34" y="97"/>
                      <a:pt x="34" y="97"/>
                      <a:pt x="34" y="97"/>
                    </a:cubicBezTo>
                    <a:cubicBezTo>
                      <a:pt x="40" y="102"/>
                      <a:pt x="40" y="102"/>
                      <a:pt x="40" y="102"/>
                    </a:cubicBezTo>
                    <a:cubicBezTo>
                      <a:pt x="30" y="111"/>
                      <a:pt x="30" y="111"/>
                      <a:pt x="30" y="111"/>
                    </a:cubicBezTo>
                    <a:cubicBezTo>
                      <a:pt x="30" y="125"/>
                      <a:pt x="30" y="125"/>
                      <a:pt x="30" y="125"/>
                    </a:cubicBezTo>
                    <a:cubicBezTo>
                      <a:pt x="41" y="132"/>
                      <a:pt x="54" y="136"/>
                      <a:pt x="68" y="136"/>
                    </a:cubicBezTo>
                    <a:cubicBezTo>
                      <a:pt x="68" y="131"/>
                      <a:pt x="68" y="131"/>
                      <a:pt x="68" y="131"/>
                    </a:cubicBezTo>
                    <a:cubicBezTo>
                      <a:pt x="64" y="131"/>
                      <a:pt x="64" y="131"/>
                      <a:pt x="64" y="131"/>
                    </a:cubicBezTo>
                    <a:cubicBezTo>
                      <a:pt x="64" y="112"/>
                      <a:pt x="64" y="112"/>
                      <a:pt x="64" y="112"/>
                    </a:cubicBezTo>
                    <a:cubicBezTo>
                      <a:pt x="68" y="112"/>
                      <a:pt x="68" y="112"/>
                      <a:pt x="68" y="112"/>
                    </a:cubicBezTo>
                    <a:cubicBezTo>
                      <a:pt x="68" y="74"/>
                      <a:pt x="68" y="74"/>
                      <a:pt x="68" y="74"/>
                    </a:cubicBezTo>
                    <a:cubicBezTo>
                      <a:pt x="52" y="58"/>
                      <a:pt x="52" y="58"/>
                      <a:pt x="52" y="58"/>
                    </a:cubicBezTo>
                    <a:cubicBezTo>
                      <a:pt x="57" y="52"/>
                      <a:pt x="57" y="52"/>
                      <a:pt x="57" y="52"/>
                    </a:cubicBezTo>
                    <a:cubicBezTo>
                      <a:pt x="57" y="52"/>
                      <a:pt x="57" y="52"/>
                      <a:pt x="57" y="52"/>
                    </a:cubicBezTo>
                    <a:cubicBezTo>
                      <a:pt x="68" y="63"/>
                      <a:pt x="68" y="63"/>
                      <a:pt x="68" y="63"/>
                    </a:cubicBezTo>
                    <a:cubicBezTo>
                      <a:pt x="68" y="24"/>
                      <a:pt x="68" y="24"/>
                      <a:pt x="68" y="24"/>
                    </a:cubicBezTo>
                    <a:cubicBezTo>
                      <a:pt x="64" y="24"/>
                      <a:pt x="64" y="24"/>
                      <a:pt x="64" y="24"/>
                    </a:cubicBezTo>
                    <a:cubicBezTo>
                      <a:pt x="64" y="5"/>
                      <a:pt x="64" y="5"/>
                      <a:pt x="64" y="5"/>
                    </a:cubicBezTo>
                    <a:cubicBezTo>
                      <a:pt x="64" y="5"/>
                      <a:pt x="64" y="5"/>
                      <a:pt x="64" y="5"/>
                    </a:cubicBezTo>
                    <a:cubicBezTo>
                      <a:pt x="68" y="5"/>
                      <a:pt x="68" y="5"/>
                      <a:pt x="68" y="5"/>
                    </a:cubicBezTo>
                    <a:lnTo>
                      <a:pt x="68" y="0"/>
                    </a:lnTo>
                    <a:close/>
                    <a:moveTo>
                      <a:pt x="30" y="11"/>
                    </a:moveTo>
                    <a:cubicBezTo>
                      <a:pt x="25" y="15"/>
                      <a:pt x="19" y="20"/>
                      <a:pt x="15" y="25"/>
                    </a:cubicBezTo>
                    <a:cubicBezTo>
                      <a:pt x="15" y="64"/>
                      <a:pt x="15" y="64"/>
                      <a:pt x="15" y="64"/>
                    </a:cubicBezTo>
                    <a:cubicBezTo>
                      <a:pt x="24" y="64"/>
                      <a:pt x="24" y="64"/>
                      <a:pt x="24" y="64"/>
                    </a:cubicBezTo>
                    <a:cubicBezTo>
                      <a:pt x="24" y="64"/>
                      <a:pt x="24" y="64"/>
                      <a:pt x="24" y="64"/>
                    </a:cubicBezTo>
                    <a:cubicBezTo>
                      <a:pt x="24" y="72"/>
                      <a:pt x="24" y="72"/>
                      <a:pt x="24" y="72"/>
                    </a:cubicBezTo>
                    <a:cubicBezTo>
                      <a:pt x="15" y="72"/>
                      <a:pt x="15" y="72"/>
                      <a:pt x="15" y="72"/>
                    </a:cubicBezTo>
                    <a:cubicBezTo>
                      <a:pt x="15" y="111"/>
                      <a:pt x="15" y="111"/>
                      <a:pt x="15" y="111"/>
                    </a:cubicBezTo>
                    <a:cubicBezTo>
                      <a:pt x="19" y="116"/>
                      <a:pt x="25" y="121"/>
                      <a:pt x="30" y="125"/>
                    </a:cubicBezTo>
                    <a:cubicBezTo>
                      <a:pt x="30" y="111"/>
                      <a:pt x="30" y="111"/>
                      <a:pt x="30" y="111"/>
                    </a:cubicBezTo>
                    <a:cubicBezTo>
                      <a:pt x="27" y="115"/>
                      <a:pt x="27" y="115"/>
                      <a:pt x="27" y="115"/>
                    </a:cubicBezTo>
                    <a:cubicBezTo>
                      <a:pt x="27" y="115"/>
                      <a:pt x="27" y="115"/>
                      <a:pt x="27" y="115"/>
                    </a:cubicBezTo>
                    <a:cubicBezTo>
                      <a:pt x="21" y="109"/>
                      <a:pt x="21" y="109"/>
                      <a:pt x="21" y="109"/>
                    </a:cubicBezTo>
                    <a:cubicBezTo>
                      <a:pt x="30" y="100"/>
                      <a:pt x="30" y="100"/>
                      <a:pt x="30" y="100"/>
                    </a:cubicBezTo>
                    <a:cubicBezTo>
                      <a:pt x="30" y="36"/>
                      <a:pt x="30" y="36"/>
                      <a:pt x="30" y="36"/>
                    </a:cubicBezTo>
                    <a:cubicBezTo>
                      <a:pt x="21" y="27"/>
                      <a:pt x="21" y="27"/>
                      <a:pt x="21" y="27"/>
                    </a:cubicBezTo>
                    <a:cubicBezTo>
                      <a:pt x="27" y="21"/>
                      <a:pt x="27" y="21"/>
                      <a:pt x="27" y="21"/>
                    </a:cubicBezTo>
                    <a:cubicBezTo>
                      <a:pt x="27" y="21"/>
                      <a:pt x="27" y="21"/>
                      <a:pt x="27" y="21"/>
                    </a:cubicBezTo>
                    <a:cubicBezTo>
                      <a:pt x="30" y="25"/>
                      <a:pt x="30" y="25"/>
                      <a:pt x="30" y="25"/>
                    </a:cubicBezTo>
                    <a:lnTo>
                      <a:pt x="30" y="11"/>
                    </a:lnTo>
                    <a:close/>
                    <a:moveTo>
                      <a:pt x="15" y="25"/>
                    </a:moveTo>
                    <a:cubicBezTo>
                      <a:pt x="6" y="37"/>
                      <a:pt x="0" y="52"/>
                      <a:pt x="0" y="68"/>
                    </a:cubicBezTo>
                    <a:cubicBezTo>
                      <a:pt x="0" y="84"/>
                      <a:pt x="6" y="99"/>
                      <a:pt x="15" y="111"/>
                    </a:cubicBezTo>
                    <a:cubicBezTo>
                      <a:pt x="15" y="72"/>
                      <a:pt x="15" y="72"/>
                      <a:pt x="15" y="72"/>
                    </a:cubicBezTo>
                    <a:cubicBezTo>
                      <a:pt x="6" y="72"/>
                      <a:pt x="6" y="72"/>
                      <a:pt x="6" y="72"/>
                    </a:cubicBezTo>
                    <a:cubicBezTo>
                      <a:pt x="6" y="64"/>
                      <a:pt x="6" y="64"/>
                      <a:pt x="6" y="64"/>
                    </a:cubicBezTo>
                    <a:cubicBezTo>
                      <a:pt x="15" y="64"/>
                      <a:pt x="15" y="64"/>
                      <a:pt x="15" y="64"/>
                    </a:cubicBezTo>
                    <a:lnTo>
                      <a:pt x="15" y="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5" name="Freeform 275"/>
              <p:cNvSpPr>
                <a:spLocks/>
              </p:cNvSpPr>
              <p:nvPr/>
            </p:nvSpPr>
            <p:spPr bwMode="auto">
              <a:xfrm>
                <a:off x="-3414713" y="5214938"/>
                <a:ext cx="266700" cy="769938"/>
              </a:xfrm>
              <a:custGeom>
                <a:avLst/>
                <a:gdLst>
                  <a:gd name="T0" fmla="*/ 8 w 71"/>
                  <a:gd name="T1" fmla="*/ 24 h 205"/>
                  <a:gd name="T2" fmla="*/ 1 w 71"/>
                  <a:gd name="T3" fmla="*/ 49 h 205"/>
                  <a:gd name="T4" fmla="*/ 6 w 71"/>
                  <a:gd name="T5" fmla="*/ 71 h 205"/>
                  <a:gd name="T6" fmla="*/ 26 w 71"/>
                  <a:gd name="T7" fmla="*/ 93 h 205"/>
                  <a:gd name="T8" fmla="*/ 26 w 71"/>
                  <a:gd name="T9" fmla="*/ 205 h 205"/>
                  <a:gd name="T10" fmla="*/ 45 w 71"/>
                  <a:gd name="T11" fmla="*/ 205 h 205"/>
                  <a:gd name="T12" fmla="*/ 45 w 71"/>
                  <a:gd name="T13" fmla="*/ 93 h 205"/>
                  <a:gd name="T14" fmla="*/ 65 w 71"/>
                  <a:gd name="T15" fmla="*/ 71 h 205"/>
                  <a:gd name="T16" fmla="*/ 70 w 71"/>
                  <a:gd name="T17" fmla="*/ 49 h 205"/>
                  <a:gd name="T18" fmla="*/ 63 w 71"/>
                  <a:gd name="T19" fmla="*/ 24 h 205"/>
                  <a:gd name="T20" fmla="*/ 47 w 71"/>
                  <a:gd name="T21" fmla="*/ 0 h 205"/>
                  <a:gd name="T22" fmla="*/ 52 w 71"/>
                  <a:gd name="T23" fmla="*/ 48 h 205"/>
                  <a:gd name="T24" fmla="*/ 46 w 71"/>
                  <a:gd name="T25" fmla="*/ 48 h 205"/>
                  <a:gd name="T26" fmla="*/ 41 w 71"/>
                  <a:gd name="T27" fmla="*/ 0 h 205"/>
                  <a:gd name="T28" fmla="*/ 35 w 71"/>
                  <a:gd name="T29" fmla="*/ 0 h 205"/>
                  <a:gd name="T30" fmla="*/ 30 w 71"/>
                  <a:gd name="T31" fmla="*/ 0 h 205"/>
                  <a:gd name="T32" fmla="*/ 25 w 71"/>
                  <a:gd name="T33" fmla="*/ 48 h 205"/>
                  <a:gd name="T34" fmla="*/ 19 w 71"/>
                  <a:gd name="T35" fmla="*/ 48 h 205"/>
                  <a:gd name="T36" fmla="*/ 24 w 71"/>
                  <a:gd name="T37" fmla="*/ 0 h 205"/>
                  <a:gd name="T38" fmla="*/ 8 w 71"/>
                  <a:gd name="T39" fmla="*/ 24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1" h="205">
                    <a:moveTo>
                      <a:pt x="8" y="24"/>
                    </a:moveTo>
                    <a:cubicBezTo>
                      <a:pt x="5" y="32"/>
                      <a:pt x="2" y="40"/>
                      <a:pt x="1" y="49"/>
                    </a:cubicBezTo>
                    <a:cubicBezTo>
                      <a:pt x="0" y="57"/>
                      <a:pt x="2" y="63"/>
                      <a:pt x="6" y="71"/>
                    </a:cubicBezTo>
                    <a:cubicBezTo>
                      <a:pt x="10" y="78"/>
                      <a:pt x="17" y="88"/>
                      <a:pt x="26" y="93"/>
                    </a:cubicBezTo>
                    <a:cubicBezTo>
                      <a:pt x="26" y="205"/>
                      <a:pt x="26" y="205"/>
                      <a:pt x="26" y="205"/>
                    </a:cubicBezTo>
                    <a:cubicBezTo>
                      <a:pt x="45" y="205"/>
                      <a:pt x="45" y="205"/>
                      <a:pt x="45" y="205"/>
                    </a:cubicBezTo>
                    <a:cubicBezTo>
                      <a:pt x="45" y="93"/>
                      <a:pt x="45" y="93"/>
                      <a:pt x="45" y="93"/>
                    </a:cubicBezTo>
                    <a:cubicBezTo>
                      <a:pt x="54" y="88"/>
                      <a:pt x="61" y="78"/>
                      <a:pt x="65" y="71"/>
                    </a:cubicBezTo>
                    <a:cubicBezTo>
                      <a:pt x="69" y="63"/>
                      <a:pt x="71" y="57"/>
                      <a:pt x="70" y="49"/>
                    </a:cubicBezTo>
                    <a:cubicBezTo>
                      <a:pt x="69" y="40"/>
                      <a:pt x="66" y="32"/>
                      <a:pt x="63" y="24"/>
                    </a:cubicBezTo>
                    <a:cubicBezTo>
                      <a:pt x="60" y="17"/>
                      <a:pt x="56" y="1"/>
                      <a:pt x="47" y="0"/>
                    </a:cubicBezTo>
                    <a:cubicBezTo>
                      <a:pt x="52" y="48"/>
                      <a:pt x="52" y="48"/>
                      <a:pt x="52" y="48"/>
                    </a:cubicBezTo>
                    <a:cubicBezTo>
                      <a:pt x="46" y="48"/>
                      <a:pt x="46" y="48"/>
                      <a:pt x="46" y="48"/>
                    </a:cubicBezTo>
                    <a:cubicBezTo>
                      <a:pt x="41" y="0"/>
                      <a:pt x="41" y="0"/>
                      <a:pt x="41" y="0"/>
                    </a:cubicBezTo>
                    <a:cubicBezTo>
                      <a:pt x="35" y="0"/>
                      <a:pt x="35" y="0"/>
                      <a:pt x="35" y="0"/>
                    </a:cubicBezTo>
                    <a:cubicBezTo>
                      <a:pt x="30" y="0"/>
                      <a:pt x="30" y="0"/>
                      <a:pt x="30" y="0"/>
                    </a:cubicBezTo>
                    <a:cubicBezTo>
                      <a:pt x="25" y="48"/>
                      <a:pt x="25" y="48"/>
                      <a:pt x="25" y="48"/>
                    </a:cubicBezTo>
                    <a:cubicBezTo>
                      <a:pt x="19" y="48"/>
                      <a:pt x="19" y="48"/>
                      <a:pt x="19" y="48"/>
                    </a:cubicBezTo>
                    <a:cubicBezTo>
                      <a:pt x="24" y="0"/>
                      <a:pt x="24" y="0"/>
                      <a:pt x="24" y="0"/>
                    </a:cubicBezTo>
                    <a:cubicBezTo>
                      <a:pt x="15" y="1"/>
                      <a:pt x="11" y="17"/>
                      <a:pt x="8"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6" name="Freeform 276"/>
              <p:cNvSpPr>
                <a:spLocks/>
              </p:cNvSpPr>
              <p:nvPr/>
            </p:nvSpPr>
            <p:spPr bwMode="auto">
              <a:xfrm>
                <a:off x="-3028950" y="5214938"/>
                <a:ext cx="173037" cy="769938"/>
              </a:xfrm>
              <a:custGeom>
                <a:avLst/>
                <a:gdLst>
                  <a:gd name="T0" fmla="*/ 0 w 46"/>
                  <a:gd name="T1" fmla="*/ 57 h 205"/>
                  <a:gd name="T2" fmla="*/ 26 w 46"/>
                  <a:gd name="T3" fmla="*/ 114 h 205"/>
                  <a:gd name="T4" fmla="*/ 26 w 46"/>
                  <a:gd name="T5" fmla="*/ 205 h 205"/>
                  <a:gd name="T6" fmla="*/ 46 w 46"/>
                  <a:gd name="T7" fmla="*/ 205 h 205"/>
                  <a:gd name="T8" fmla="*/ 46 w 46"/>
                  <a:gd name="T9" fmla="*/ 0 h 205"/>
                  <a:gd name="T10" fmla="*/ 26 w 46"/>
                  <a:gd name="T11" fmla="*/ 0 h 205"/>
                  <a:gd name="T12" fmla="*/ 0 w 46"/>
                  <a:gd name="T13" fmla="*/ 57 h 205"/>
                </a:gdLst>
                <a:ahLst/>
                <a:cxnLst>
                  <a:cxn ang="0">
                    <a:pos x="T0" y="T1"/>
                  </a:cxn>
                  <a:cxn ang="0">
                    <a:pos x="T2" y="T3"/>
                  </a:cxn>
                  <a:cxn ang="0">
                    <a:pos x="T4" y="T5"/>
                  </a:cxn>
                  <a:cxn ang="0">
                    <a:pos x="T6" y="T7"/>
                  </a:cxn>
                  <a:cxn ang="0">
                    <a:pos x="T8" y="T9"/>
                  </a:cxn>
                  <a:cxn ang="0">
                    <a:pos x="T10" y="T11"/>
                  </a:cxn>
                  <a:cxn ang="0">
                    <a:pos x="T12" y="T13"/>
                  </a:cxn>
                </a:cxnLst>
                <a:rect l="0" t="0" r="r" b="b"/>
                <a:pathLst>
                  <a:path w="46" h="205">
                    <a:moveTo>
                      <a:pt x="0" y="57"/>
                    </a:moveTo>
                    <a:cubicBezTo>
                      <a:pt x="0" y="108"/>
                      <a:pt x="21" y="114"/>
                      <a:pt x="26" y="114"/>
                    </a:cubicBezTo>
                    <a:cubicBezTo>
                      <a:pt x="26" y="205"/>
                      <a:pt x="26" y="205"/>
                      <a:pt x="26" y="205"/>
                    </a:cubicBezTo>
                    <a:cubicBezTo>
                      <a:pt x="46" y="205"/>
                      <a:pt x="46" y="205"/>
                      <a:pt x="46" y="205"/>
                    </a:cubicBezTo>
                    <a:cubicBezTo>
                      <a:pt x="46" y="0"/>
                      <a:pt x="46" y="0"/>
                      <a:pt x="46" y="0"/>
                    </a:cubicBezTo>
                    <a:cubicBezTo>
                      <a:pt x="26" y="0"/>
                      <a:pt x="26" y="0"/>
                      <a:pt x="26" y="0"/>
                    </a:cubicBezTo>
                    <a:cubicBezTo>
                      <a:pt x="26" y="0"/>
                      <a:pt x="0" y="0"/>
                      <a:pt x="0"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7" name="Oval 277"/>
              <p:cNvSpPr>
                <a:spLocks noChangeArrowheads="1"/>
              </p:cNvSpPr>
              <p:nvPr/>
            </p:nvSpPr>
            <p:spPr bwMode="auto">
              <a:xfrm>
                <a:off x="-4083050" y="7588250"/>
                <a:ext cx="55562" cy="603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8" name="Oval 278"/>
              <p:cNvSpPr>
                <a:spLocks noChangeArrowheads="1"/>
              </p:cNvSpPr>
              <p:nvPr/>
            </p:nvSpPr>
            <p:spPr bwMode="auto">
              <a:xfrm>
                <a:off x="-4027488" y="7531100"/>
                <a:ext cx="46037" cy="412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9" name="Oval 279"/>
              <p:cNvSpPr>
                <a:spLocks noChangeArrowheads="1"/>
              </p:cNvSpPr>
              <p:nvPr/>
            </p:nvSpPr>
            <p:spPr bwMode="auto">
              <a:xfrm>
                <a:off x="-4071938" y="7453313"/>
                <a:ext cx="33337" cy="30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0" name="Oval 280"/>
              <p:cNvSpPr>
                <a:spLocks noChangeArrowheads="1"/>
              </p:cNvSpPr>
              <p:nvPr/>
            </p:nvSpPr>
            <p:spPr bwMode="auto">
              <a:xfrm>
                <a:off x="-4083050" y="7324725"/>
                <a:ext cx="55562" cy="603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1" name="Freeform 281"/>
              <p:cNvSpPr>
                <a:spLocks noEditPoints="1"/>
              </p:cNvSpPr>
              <p:nvPr/>
            </p:nvSpPr>
            <p:spPr bwMode="auto">
              <a:xfrm>
                <a:off x="-4162425" y="7070725"/>
                <a:ext cx="285750" cy="641350"/>
              </a:xfrm>
              <a:custGeom>
                <a:avLst/>
                <a:gdLst>
                  <a:gd name="T0" fmla="*/ 41 w 76"/>
                  <a:gd name="T1" fmla="*/ 9 h 171"/>
                  <a:gd name="T2" fmla="*/ 40 w 76"/>
                  <a:gd name="T3" fmla="*/ 15 h 171"/>
                  <a:gd name="T4" fmla="*/ 40 w 76"/>
                  <a:gd name="T5" fmla="*/ 26 h 171"/>
                  <a:gd name="T6" fmla="*/ 36 w 76"/>
                  <a:gd name="T7" fmla="*/ 26 h 171"/>
                  <a:gd name="T8" fmla="*/ 36 w 76"/>
                  <a:gd name="T9" fmla="*/ 56 h 171"/>
                  <a:gd name="T10" fmla="*/ 40 w 76"/>
                  <a:gd name="T11" fmla="*/ 56 h 171"/>
                  <a:gd name="T12" fmla="*/ 40 w 76"/>
                  <a:gd name="T13" fmla="*/ 79 h 171"/>
                  <a:gd name="T14" fmla="*/ 40 w 76"/>
                  <a:gd name="T15" fmla="*/ 89 h 171"/>
                  <a:gd name="T16" fmla="*/ 46 w 76"/>
                  <a:gd name="T17" fmla="*/ 96 h 171"/>
                  <a:gd name="T18" fmla="*/ 48 w 76"/>
                  <a:gd name="T19" fmla="*/ 96 h 171"/>
                  <a:gd name="T20" fmla="*/ 53 w 76"/>
                  <a:gd name="T21" fmla="*/ 89 h 171"/>
                  <a:gd name="T22" fmla="*/ 53 w 76"/>
                  <a:gd name="T23" fmla="*/ 56 h 171"/>
                  <a:gd name="T24" fmla="*/ 58 w 76"/>
                  <a:gd name="T25" fmla="*/ 56 h 171"/>
                  <a:gd name="T26" fmla="*/ 58 w 76"/>
                  <a:gd name="T27" fmla="*/ 56 h 171"/>
                  <a:gd name="T28" fmla="*/ 58 w 76"/>
                  <a:gd name="T29" fmla="*/ 156 h 171"/>
                  <a:gd name="T30" fmla="*/ 36 w 76"/>
                  <a:gd name="T31" fmla="*/ 156 h 171"/>
                  <a:gd name="T32" fmla="*/ 36 w 76"/>
                  <a:gd name="T33" fmla="*/ 171 h 171"/>
                  <a:gd name="T34" fmla="*/ 72 w 76"/>
                  <a:gd name="T35" fmla="*/ 171 h 171"/>
                  <a:gd name="T36" fmla="*/ 72 w 76"/>
                  <a:gd name="T37" fmla="*/ 26 h 171"/>
                  <a:gd name="T38" fmla="*/ 53 w 76"/>
                  <a:gd name="T39" fmla="*/ 26 h 171"/>
                  <a:gd name="T40" fmla="*/ 53 w 76"/>
                  <a:gd name="T41" fmla="*/ 18 h 171"/>
                  <a:gd name="T42" fmla="*/ 70 w 76"/>
                  <a:gd name="T43" fmla="*/ 14 h 171"/>
                  <a:gd name="T44" fmla="*/ 75 w 76"/>
                  <a:gd name="T45" fmla="*/ 6 h 171"/>
                  <a:gd name="T46" fmla="*/ 67 w 76"/>
                  <a:gd name="T47" fmla="*/ 1 h 171"/>
                  <a:gd name="T48" fmla="*/ 46 w 76"/>
                  <a:gd name="T49" fmla="*/ 6 h 171"/>
                  <a:gd name="T50" fmla="*/ 41 w 76"/>
                  <a:gd name="T51" fmla="*/ 9 h 171"/>
                  <a:gd name="T52" fmla="*/ 36 w 76"/>
                  <a:gd name="T53" fmla="*/ 26 h 171"/>
                  <a:gd name="T54" fmla="*/ 0 w 76"/>
                  <a:gd name="T55" fmla="*/ 26 h 171"/>
                  <a:gd name="T56" fmla="*/ 0 w 76"/>
                  <a:gd name="T57" fmla="*/ 171 h 171"/>
                  <a:gd name="T58" fmla="*/ 36 w 76"/>
                  <a:gd name="T59" fmla="*/ 171 h 171"/>
                  <a:gd name="T60" fmla="*/ 36 w 76"/>
                  <a:gd name="T61" fmla="*/ 156 h 171"/>
                  <a:gd name="T62" fmla="*/ 15 w 76"/>
                  <a:gd name="T63" fmla="*/ 156 h 171"/>
                  <a:gd name="T64" fmla="*/ 15 w 76"/>
                  <a:gd name="T65" fmla="*/ 56 h 171"/>
                  <a:gd name="T66" fmla="*/ 36 w 76"/>
                  <a:gd name="T67" fmla="*/ 56 h 171"/>
                  <a:gd name="T68" fmla="*/ 36 w 76"/>
                  <a:gd name="T69" fmla="*/ 26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6" h="171">
                    <a:moveTo>
                      <a:pt x="41" y="9"/>
                    </a:moveTo>
                    <a:cubicBezTo>
                      <a:pt x="40" y="10"/>
                      <a:pt x="40" y="13"/>
                      <a:pt x="40" y="15"/>
                    </a:cubicBezTo>
                    <a:cubicBezTo>
                      <a:pt x="40" y="15"/>
                      <a:pt x="40" y="19"/>
                      <a:pt x="40" y="26"/>
                    </a:cubicBezTo>
                    <a:cubicBezTo>
                      <a:pt x="36" y="26"/>
                      <a:pt x="36" y="26"/>
                      <a:pt x="36" y="26"/>
                    </a:cubicBezTo>
                    <a:cubicBezTo>
                      <a:pt x="36" y="56"/>
                      <a:pt x="36" y="56"/>
                      <a:pt x="36" y="56"/>
                    </a:cubicBezTo>
                    <a:cubicBezTo>
                      <a:pt x="40" y="56"/>
                      <a:pt x="40" y="56"/>
                      <a:pt x="40" y="56"/>
                    </a:cubicBezTo>
                    <a:cubicBezTo>
                      <a:pt x="40" y="68"/>
                      <a:pt x="40" y="78"/>
                      <a:pt x="40" y="79"/>
                    </a:cubicBezTo>
                    <a:cubicBezTo>
                      <a:pt x="40" y="81"/>
                      <a:pt x="40" y="89"/>
                      <a:pt x="40" y="89"/>
                    </a:cubicBezTo>
                    <a:cubicBezTo>
                      <a:pt x="40" y="93"/>
                      <a:pt x="42" y="96"/>
                      <a:pt x="46" y="96"/>
                    </a:cubicBezTo>
                    <a:cubicBezTo>
                      <a:pt x="47" y="96"/>
                      <a:pt x="47" y="96"/>
                      <a:pt x="48" y="96"/>
                    </a:cubicBezTo>
                    <a:cubicBezTo>
                      <a:pt x="51" y="95"/>
                      <a:pt x="53" y="92"/>
                      <a:pt x="53" y="89"/>
                    </a:cubicBezTo>
                    <a:cubicBezTo>
                      <a:pt x="53" y="56"/>
                      <a:pt x="53" y="56"/>
                      <a:pt x="53" y="56"/>
                    </a:cubicBezTo>
                    <a:cubicBezTo>
                      <a:pt x="58" y="56"/>
                      <a:pt x="58" y="56"/>
                      <a:pt x="58" y="56"/>
                    </a:cubicBezTo>
                    <a:cubicBezTo>
                      <a:pt x="58" y="56"/>
                      <a:pt x="58" y="56"/>
                      <a:pt x="58" y="56"/>
                    </a:cubicBezTo>
                    <a:cubicBezTo>
                      <a:pt x="58" y="156"/>
                      <a:pt x="58" y="156"/>
                      <a:pt x="58" y="156"/>
                    </a:cubicBezTo>
                    <a:cubicBezTo>
                      <a:pt x="36" y="156"/>
                      <a:pt x="36" y="156"/>
                      <a:pt x="36" y="156"/>
                    </a:cubicBezTo>
                    <a:cubicBezTo>
                      <a:pt x="36" y="171"/>
                      <a:pt x="36" y="171"/>
                      <a:pt x="36" y="171"/>
                    </a:cubicBezTo>
                    <a:cubicBezTo>
                      <a:pt x="72" y="171"/>
                      <a:pt x="72" y="171"/>
                      <a:pt x="72" y="171"/>
                    </a:cubicBezTo>
                    <a:cubicBezTo>
                      <a:pt x="72" y="26"/>
                      <a:pt x="72" y="26"/>
                      <a:pt x="72" y="26"/>
                    </a:cubicBezTo>
                    <a:cubicBezTo>
                      <a:pt x="53" y="26"/>
                      <a:pt x="53" y="26"/>
                      <a:pt x="53" y="26"/>
                    </a:cubicBezTo>
                    <a:cubicBezTo>
                      <a:pt x="53" y="18"/>
                      <a:pt x="53" y="18"/>
                      <a:pt x="53" y="18"/>
                    </a:cubicBezTo>
                    <a:cubicBezTo>
                      <a:pt x="70" y="14"/>
                      <a:pt x="70" y="14"/>
                      <a:pt x="70" y="14"/>
                    </a:cubicBezTo>
                    <a:cubicBezTo>
                      <a:pt x="74" y="13"/>
                      <a:pt x="76" y="10"/>
                      <a:pt x="75" y="6"/>
                    </a:cubicBezTo>
                    <a:cubicBezTo>
                      <a:pt x="75" y="3"/>
                      <a:pt x="71" y="0"/>
                      <a:pt x="67" y="1"/>
                    </a:cubicBezTo>
                    <a:cubicBezTo>
                      <a:pt x="66" y="1"/>
                      <a:pt x="48" y="5"/>
                      <a:pt x="46" y="6"/>
                    </a:cubicBezTo>
                    <a:cubicBezTo>
                      <a:pt x="44" y="6"/>
                      <a:pt x="42" y="7"/>
                      <a:pt x="41" y="9"/>
                    </a:cubicBezTo>
                    <a:close/>
                    <a:moveTo>
                      <a:pt x="36" y="26"/>
                    </a:moveTo>
                    <a:cubicBezTo>
                      <a:pt x="0" y="26"/>
                      <a:pt x="0" y="26"/>
                      <a:pt x="0" y="26"/>
                    </a:cubicBezTo>
                    <a:cubicBezTo>
                      <a:pt x="0" y="171"/>
                      <a:pt x="0" y="171"/>
                      <a:pt x="0" y="171"/>
                    </a:cubicBezTo>
                    <a:cubicBezTo>
                      <a:pt x="36" y="171"/>
                      <a:pt x="36" y="171"/>
                      <a:pt x="36" y="171"/>
                    </a:cubicBezTo>
                    <a:cubicBezTo>
                      <a:pt x="36" y="156"/>
                      <a:pt x="36" y="156"/>
                      <a:pt x="36" y="156"/>
                    </a:cubicBezTo>
                    <a:cubicBezTo>
                      <a:pt x="15" y="156"/>
                      <a:pt x="15" y="156"/>
                      <a:pt x="15" y="156"/>
                    </a:cubicBezTo>
                    <a:cubicBezTo>
                      <a:pt x="15" y="56"/>
                      <a:pt x="15" y="56"/>
                      <a:pt x="15" y="56"/>
                    </a:cubicBezTo>
                    <a:cubicBezTo>
                      <a:pt x="36" y="56"/>
                      <a:pt x="36" y="56"/>
                      <a:pt x="36" y="56"/>
                    </a:cubicBezTo>
                    <a:lnTo>
                      <a:pt x="36"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2" name="Freeform 282"/>
              <p:cNvSpPr>
                <a:spLocks/>
              </p:cNvSpPr>
              <p:nvPr/>
            </p:nvSpPr>
            <p:spPr bwMode="auto">
              <a:xfrm>
                <a:off x="-1938338" y="4310063"/>
                <a:ext cx="311150" cy="187325"/>
              </a:xfrm>
              <a:custGeom>
                <a:avLst/>
                <a:gdLst>
                  <a:gd name="T0" fmla="*/ 196 w 196"/>
                  <a:gd name="T1" fmla="*/ 0 h 118"/>
                  <a:gd name="T2" fmla="*/ 14 w 196"/>
                  <a:gd name="T3" fmla="*/ 0 h 118"/>
                  <a:gd name="T4" fmla="*/ 14 w 196"/>
                  <a:gd name="T5" fmla="*/ 36 h 118"/>
                  <a:gd name="T6" fmla="*/ 0 w 196"/>
                  <a:gd name="T7" fmla="*/ 36 h 118"/>
                  <a:gd name="T8" fmla="*/ 0 w 196"/>
                  <a:gd name="T9" fmla="*/ 85 h 118"/>
                  <a:gd name="T10" fmla="*/ 14 w 196"/>
                  <a:gd name="T11" fmla="*/ 85 h 118"/>
                  <a:gd name="T12" fmla="*/ 14 w 196"/>
                  <a:gd name="T13" fmla="*/ 118 h 118"/>
                  <a:gd name="T14" fmla="*/ 196 w 196"/>
                  <a:gd name="T15" fmla="*/ 118 h 118"/>
                  <a:gd name="T16" fmla="*/ 196 w 196"/>
                  <a:gd name="T17"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6" h="118">
                    <a:moveTo>
                      <a:pt x="196" y="0"/>
                    </a:moveTo>
                    <a:lnTo>
                      <a:pt x="14" y="0"/>
                    </a:lnTo>
                    <a:lnTo>
                      <a:pt x="14" y="36"/>
                    </a:lnTo>
                    <a:lnTo>
                      <a:pt x="0" y="36"/>
                    </a:lnTo>
                    <a:lnTo>
                      <a:pt x="0" y="85"/>
                    </a:lnTo>
                    <a:lnTo>
                      <a:pt x="14" y="85"/>
                    </a:lnTo>
                    <a:lnTo>
                      <a:pt x="14" y="118"/>
                    </a:lnTo>
                    <a:lnTo>
                      <a:pt x="196" y="118"/>
                    </a:lnTo>
                    <a:lnTo>
                      <a:pt x="19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3" name="Rectangle 283"/>
              <p:cNvSpPr>
                <a:spLocks noChangeArrowheads="1"/>
              </p:cNvSpPr>
              <p:nvPr/>
            </p:nvSpPr>
            <p:spPr bwMode="auto">
              <a:xfrm>
                <a:off x="-2190750" y="4227512"/>
                <a:ext cx="49212" cy="269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4" name="Oval 284"/>
              <p:cNvSpPr>
                <a:spLocks noChangeArrowheads="1"/>
              </p:cNvSpPr>
              <p:nvPr/>
            </p:nvSpPr>
            <p:spPr bwMode="auto">
              <a:xfrm>
                <a:off x="-2133600" y="4343400"/>
                <a:ext cx="96837" cy="1016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5" name="Freeform 285"/>
              <p:cNvSpPr>
                <a:spLocks noEditPoints="1"/>
              </p:cNvSpPr>
              <p:nvPr/>
            </p:nvSpPr>
            <p:spPr bwMode="auto">
              <a:xfrm>
                <a:off x="-2220913" y="4268787"/>
                <a:ext cx="263525" cy="506413"/>
              </a:xfrm>
              <a:custGeom>
                <a:avLst/>
                <a:gdLst>
                  <a:gd name="T0" fmla="*/ 36 w 70"/>
                  <a:gd name="T1" fmla="*/ 135 h 135"/>
                  <a:gd name="T2" fmla="*/ 70 w 70"/>
                  <a:gd name="T3" fmla="*/ 135 h 135"/>
                  <a:gd name="T4" fmla="*/ 70 w 70"/>
                  <a:gd name="T5" fmla="*/ 47 h 135"/>
                  <a:gd name="T6" fmla="*/ 70 w 70"/>
                  <a:gd name="T7" fmla="*/ 26 h 135"/>
                  <a:gd name="T8" fmla="*/ 70 w 70"/>
                  <a:gd name="T9" fmla="*/ 0 h 135"/>
                  <a:gd name="T10" fmla="*/ 36 w 70"/>
                  <a:gd name="T11" fmla="*/ 0 h 135"/>
                  <a:gd name="T12" fmla="*/ 36 w 70"/>
                  <a:gd name="T13" fmla="*/ 7 h 135"/>
                  <a:gd name="T14" fmla="*/ 36 w 70"/>
                  <a:gd name="T15" fmla="*/ 7 h 135"/>
                  <a:gd name="T16" fmla="*/ 62 w 70"/>
                  <a:gd name="T17" fmla="*/ 34 h 135"/>
                  <a:gd name="T18" fmla="*/ 36 w 70"/>
                  <a:gd name="T19" fmla="*/ 60 h 135"/>
                  <a:gd name="T20" fmla="*/ 36 w 70"/>
                  <a:gd name="T21" fmla="*/ 135 h 135"/>
                  <a:gd name="T22" fmla="*/ 0 w 70"/>
                  <a:gd name="T23" fmla="*/ 135 h 135"/>
                  <a:gd name="T24" fmla="*/ 36 w 70"/>
                  <a:gd name="T25" fmla="*/ 135 h 135"/>
                  <a:gd name="T26" fmla="*/ 36 w 70"/>
                  <a:gd name="T27" fmla="*/ 60 h 135"/>
                  <a:gd name="T28" fmla="*/ 9 w 70"/>
                  <a:gd name="T29" fmla="*/ 34 h 135"/>
                  <a:gd name="T30" fmla="*/ 36 w 70"/>
                  <a:gd name="T31" fmla="*/ 7 h 135"/>
                  <a:gd name="T32" fmla="*/ 36 w 70"/>
                  <a:gd name="T33" fmla="*/ 0 h 135"/>
                  <a:gd name="T34" fmla="*/ 0 w 70"/>
                  <a:gd name="T35" fmla="*/ 0 h 135"/>
                  <a:gd name="T36" fmla="*/ 0 w 70"/>
                  <a:gd name="T37" fmla="*/ 135 h 135"/>
                  <a:gd name="T38" fmla="*/ 36 w 70"/>
                  <a:gd name="T39" fmla="*/ 7 h 135"/>
                  <a:gd name="T40" fmla="*/ 36 w 70"/>
                  <a:gd name="T41"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 h="135">
                    <a:moveTo>
                      <a:pt x="36" y="135"/>
                    </a:moveTo>
                    <a:cubicBezTo>
                      <a:pt x="70" y="135"/>
                      <a:pt x="70" y="135"/>
                      <a:pt x="70" y="135"/>
                    </a:cubicBezTo>
                    <a:cubicBezTo>
                      <a:pt x="70" y="47"/>
                      <a:pt x="70" y="47"/>
                      <a:pt x="70" y="47"/>
                    </a:cubicBezTo>
                    <a:cubicBezTo>
                      <a:pt x="70" y="26"/>
                      <a:pt x="70" y="26"/>
                      <a:pt x="70" y="26"/>
                    </a:cubicBezTo>
                    <a:cubicBezTo>
                      <a:pt x="70" y="0"/>
                      <a:pt x="70" y="0"/>
                      <a:pt x="70" y="0"/>
                    </a:cubicBezTo>
                    <a:cubicBezTo>
                      <a:pt x="36" y="0"/>
                      <a:pt x="36" y="0"/>
                      <a:pt x="36" y="0"/>
                    </a:cubicBezTo>
                    <a:cubicBezTo>
                      <a:pt x="36" y="7"/>
                      <a:pt x="36" y="7"/>
                      <a:pt x="36" y="7"/>
                    </a:cubicBezTo>
                    <a:cubicBezTo>
                      <a:pt x="36" y="7"/>
                      <a:pt x="36" y="7"/>
                      <a:pt x="36" y="7"/>
                    </a:cubicBezTo>
                    <a:cubicBezTo>
                      <a:pt x="51" y="7"/>
                      <a:pt x="62" y="19"/>
                      <a:pt x="62" y="34"/>
                    </a:cubicBezTo>
                    <a:cubicBezTo>
                      <a:pt x="62" y="48"/>
                      <a:pt x="51" y="60"/>
                      <a:pt x="36" y="60"/>
                    </a:cubicBezTo>
                    <a:lnTo>
                      <a:pt x="36" y="135"/>
                    </a:lnTo>
                    <a:close/>
                    <a:moveTo>
                      <a:pt x="0" y="135"/>
                    </a:moveTo>
                    <a:cubicBezTo>
                      <a:pt x="36" y="135"/>
                      <a:pt x="36" y="135"/>
                      <a:pt x="36" y="135"/>
                    </a:cubicBezTo>
                    <a:cubicBezTo>
                      <a:pt x="36" y="60"/>
                      <a:pt x="36" y="60"/>
                      <a:pt x="36" y="60"/>
                    </a:cubicBezTo>
                    <a:cubicBezTo>
                      <a:pt x="21" y="60"/>
                      <a:pt x="9" y="48"/>
                      <a:pt x="9" y="34"/>
                    </a:cubicBezTo>
                    <a:cubicBezTo>
                      <a:pt x="9" y="19"/>
                      <a:pt x="21" y="7"/>
                      <a:pt x="36" y="7"/>
                    </a:cubicBezTo>
                    <a:cubicBezTo>
                      <a:pt x="36" y="0"/>
                      <a:pt x="36" y="0"/>
                      <a:pt x="36" y="0"/>
                    </a:cubicBezTo>
                    <a:cubicBezTo>
                      <a:pt x="0" y="0"/>
                      <a:pt x="0" y="0"/>
                      <a:pt x="0" y="0"/>
                    </a:cubicBezTo>
                    <a:cubicBezTo>
                      <a:pt x="0" y="135"/>
                      <a:pt x="0" y="135"/>
                      <a:pt x="0" y="135"/>
                    </a:cubicBezTo>
                    <a:close/>
                    <a:moveTo>
                      <a:pt x="36" y="7"/>
                    </a:moveTo>
                    <a:cubicBezTo>
                      <a:pt x="36" y="7"/>
                      <a:pt x="36" y="7"/>
                      <a:pt x="36" y="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6" name="Freeform 286"/>
              <p:cNvSpPr>
                <a:spLocks noEditPoints="1"/>
              </p:cNvSpPr>
              <p:nvPr/>
            </p:nvSpPr>
            <p:spPr bwMode="auto">
              <a:xfrm>
                <a:off x="-4286250" y="7899400"/>
                <a:ext cx="511175" cy="511175"/>
              </a:xfrm>
              <a:custGeom>
                <a:avLst/>
                <a:gdLst>
                  <a:gd name="T0" fmla="*/ 68 w 136"/>
                  <a:gd name="T1" fmla="*/ 136 h 136"/>
                  <a:gd name="T2" fmla="*/ 136 w 136"/>
                  <a:gd name="T3" fmla="*/ 68 h 136"/>
                  <a:gd name="T4" fmla="*/ 68 w 136"/>
                  <a:gd name="T5" fmla="*/ 0 h 136"/>
                  <a:gd name="T6" fmla="*/ 68 w 136"/>
                  <a:gd name="T7" fmla="*/ 0 h 136"/>
                  <a:gd name="T8" fmla="*/ 68 w 136"/>
                  <a:gd name="T9" fmla="*/ 48 h 136"/>
                  <a:gd name="T10" fmla="*/ 102 w 136"/>
                  <a:gd name="T11" fmla="*/ 33 h 136"/>
                  <a:gd name="T12" fmla="*/ 81 w 136"/>
                  <a:gd name="T13" fmla="*/ 81 h 136"/>
                  <a:gd name="T14" fmla="*/ 68 w 136"/>
                  <a:gd name="T15" fmla="*/ 87 h 136"/>
                  <a:gd name="T16" fmla="*/ 68 w 136"/>
                  <a:gd name="T17" fmla="*/ 136 h 136"/>
                  <a:gd name="T18" fmla="*/ 68 w 136"/>
                  <a:gd name="T19" fmla="*/ 0 h 136"/>
                  <a:gd name="T20" fmla="*/ 0 w 136"/>
                  <a:gd name="T21" fmla="*/ 68 h 136"/>
                  <a:gd name="T22" fmla="*/ 68 w 136"/>
                  <a:gd name="T23" fmla="*/ 136 h 136"/>
                  <a:gd name="T24" fmla="*/ 68 w 136"/>
                  <a:gd name="T25" fmla="*/ 87 h 136"/>
                  <a:gd name="T26" fmla="*/ 33 w 136"/>
                  <a:gd name="T27" fmla="*/ 103 h 136"/>
                  <a:gd name="T28" fmla="*/ 54 w 136"/>
                  <a:gd name="T29" fmla="*/ 54 h 136"/>
                  <a:gd name="T30" fmla="*/ 54 w 136"/>
                  <a:gd name="T31" fmla="*/ 54 h 136"/>
                  <a:gd name="T32" fmla="*/ 68 w 136"/>
                  <a:gd name="T33" fmla="*/ 48 h 136"/>
                  <a:gd name="T34" fmla="*/ 68 w 136"/>
                  <a:gd name="T35"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6" h="136">
                    <a:moveTo>
                      <a:pt x="68" y="136"/>
                    </a:moveTo>
                    <a:cubicBezTo>
                      <a:pt x="105" y="136"/>
                      <a:pt x="136" y="105"/>
                      <a:pt x="136" y="68"/>
                    </a:cubicBezTo>
                    <a:cubicBezTo>
                      <a:pt x="136" y="30"/>
                      <a:pt x="105" y="0"/>
                      <a:pt x="68" y="0"/>
                    </a:cubicBezTo>
                    <a:cubicBezTo>
                      <a:pt x="68" y="0"/>
                      <a:pt x="68" y="0"/>
                      <a:pt x="68" y="0"/>
                    </a:cubicBezTo>
                    <a:cubicBezTo>
                      <a:pt x="68" y="48"/>
                      <a:pt x="68" y="48"/>
                      <a:pt x="68" y="48"/>
                    </a:cubicBezTo>
                    <a:cubicBezTo>
                      <a:pt x="102" y="33"/>
                      <a:pt x="102" y="33"/>
                      <a:pt x="102" y="33"/>
                    </a:cubicBezTo>
                    <a:cubicBezTo>
                      <a:pt x="81" y="81"/>
                      <a:pt x="81" y="81"/>
                      <a:pt x="81" y="81"/>
                    </a:cubicBezTo>
                    <a:cubicBezTo>
                      <a:pt x="68" y="87"/>
                      <a:pt x="68" y="87"/>
                      <a:pt x="68" y="87"/>
                    </a:cubicBezTo>
                    <a:cubicBezTo>
                      <a:pt x="68" y="136"/>
                      <a:pt x="68" y="136"/>
                      <a:pt x="68" y="136"/>
                    </a:cubicBezTo>
                    <a:close/>
                    <a:moveTo>
                      <a:pt x="68" y="0"/>
                    </a:moveTo>
                    <a:cubicBezTo>
                      <a:pt x="30" y="0"/>
                      <a:pt x="0" y="30"/>
                      <a:pt x="0" y="68"/>
                    </a:cubicBezTo>
                    <a:cubicBezTo>
                      <a:pt x="0" y="105"/>
                      <a:pt x="30" y="136"/>
                      <a:pt x="68" y="136"/>
                    </a:cubicBezTo>
                    <a:cubicBezTo>
                      <a:pt x="68" y="87"/>
                      <a:pt x="68" y="87"/>
                      <a:pt x="68" y="87"/>
                    </a:cubicBezTo>
                    <a:cubicBezTo>
                      <a:pt x="33" y="103"/>
                      <a:pt x="33" y="103"/>
                      <a:pt x="33" y="103"/>
                    </a:cubicBezTo>
                    <a:cubicBezTo>
                      <a:pt x="54" y="54"/>
                      <a:pt x="54" y="54"/>
                      <a:pt x="54" y="54"/>
                    </a:cubicBezTo>
                    <a:cubicBezTo>
                      <a:pt x="54" y="54"/>
                      <a:pt x="54" y="54"/>
                      <a:pt x="54" y="54"/>
                    </a:cubicBezTo>
                    <a:cubicBezTo>
                      <a:pt x="68" y="48"/>
                      <a:pt x="68" y="48"/>
                      <a:pt x="68" y="48"/>
                    </a:cubicBezTo>
                    <a:lnTo>
                      <a:pt x="6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7" name="Oval 287"/>
              <p:cNvSpPr>
                <a:spLocks noChangeArrowheads="1"/>
              </p:cNvSpPr>
              <p:nvPr/>
            </p:nvSpPr>
            <p:spPr bwMode="auto">
              <a:xfrm>
                <a:off x="-4060825" y="8121650"/>
                <a:ext cx="60325" cy="603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8" name="Freeform 288"/>
              <p:cNvSpPr>
                <a:spLocks noEditPoints="1"/>
              </p:cNvSpPr>
              <p:nvPr/>
            </p:nvSpPr>
            <p:spPr bwMode="auto">
              <a:xfrm>
                <a:off x="-4921250" y="2854325"/>
                <a:ext cx="338137" cy="660400"/>
              </a:xfrm>
              <a:custGeom>
                <a:avLst/>
                <a:gdLst>
                  <a:gd name="T0" fmla="*/ 45 w 90"/>
                  <a:gd name="T1" fmla="*/ 176 h 176"/>
                  <a:gd name="T2" fmla="*/ 90 w 90"/>
                  <a:gd name="T3" fmla="*/ 176 h 176"/>
                  <a:gd name="T4" fmla="*/ 90 w 90"/>
                  <a:gd name="T5" fmla="*/ 0 h 176"/>
                  <a:gd name="T6" fmla="*/ 45 w 90"/>
                  <a:gd name="T7" fmla="*/ 0 h 176"/>
                  <a:gd name="T8" fmla="*/ 45 w 90"/>
                  <a:gd name="T9" fmla="*/ 10 h 176"/>
                  <a:gd name="T10" fmla="*/ 82 w 90"/>
                  <a:gd name="T11" fmla="*/ 10 h 176"/>
                  <a:gd name="T12" fmla="*/ 82 w 90"/>
                  <a:gd name="T13" fmla="*/ 44 h 176"/>
                  <a:gd name="T14" fmla="*/ 45 w 90"/>
                  <a:gd name="T15" fmla="*/ 44 h 176"/>
                  <a:gd name="T16" fmla="*/ 45 w 90"/>
                  <a:gd name="T17" fmla="*/ 51 h 176"/>
                  <a:gd name="T18" fmla="*/ 82 w 90"/>
                  <a:gd name="T19" fmla="*/ 51 h 176"/>
                  <a:gd name="T20" fmla="*/ 82 w 90"/>
                  <a:gd name="T21" fmla="*/ 85 h 176"/>
                  <a:gd name="T22" fmla="*/ 45 w 90"/>
                  <a:gd name="T23" fmla="*/ 85 h 176"/>
                  <a:gd name="T24" fmla="*/ 45 w 90"/>
                  <a:gd name="T25" fmla="*/ 99 h 176"/>
                  <a:gd name="T26" fmla="*/ 56 w 90"/>
                  <a:gd name="T27" fmla="*/ 110 h 176"/>
                  <a:gd name="T28" fmla="*/ 45 w 90"/>
                  <a:gd name="T29" fmla="*/ 121 h 176"/>
                  <a:gd name="T30" fmla="*/ 45 w 90"/>
                  <a:gd name="T31" fmla="*/ 138 h 176"/>
                  <a:gd name="T32" fmla="*/ 56 w 90"/>
                  <a:gd name="T33" fmla="*/ 149 h 176"/>
                  <a:gd name="T34" fmla="*/ 45 w 90"/>
                  <a:gd name="T35" fmla="*/ 160 h 176"/>
                  <a:gd name="T36" fmla="*/ 45 w 90"/>
                  <a:gd name="T37" fmla="*/ 176 h 176"/>
                  <a:gd name="T38" fmla="*/ 0 w 90"/>
                  <a:gd name="T39" fmla="*/ 176 h 176"/>
                  <a:gd name="T40" fmla="*/ 45 w 90"/>
                  <a:gd name="T41" fmla="*/ 176 h 176"/>
                  <a:gd name="T42" fmla="*/ 45 w 90"/>
                  <a:gd name="T43" fmla="*/ 160 h 176"/>
                  <a:gd name="T44" fmla="*/ 45 w 90"/>
                  <a:gd name="T45" fmla="*/ 160 h 176"/>
                  <a:gd name="T46" fmla="*/ 45 w 90"/>
                  <a:gd name="T47" fmla="*/ 160 h 176"/>
                  <a:gd name="T48" fmla="*/ 34 w 90"/>
                  <a:gd name="T49" fmla="*/ 149 h 176"/>
                  <a:gd name="T50" fmla="*/ 45 w 90"/>
                  <a:gd name="T51" fmla="*/ 138 h 176"/>
                  <a:gd name="T52" fmla="*/ 45 w 90"/>
                  <a:gd name="T53" fmla="*/ 138 h 176"/>
                  <a:gd name="T54" fmla="*/ 45 w 90"/>
                  <a:gd name="T55" fmla="*/ 121 h 176"/>
                  <a:gd name="T56" fmla="*/ 45 w 90"/>
                  <a:gd name="T57" fmla="*/ 121 h 176"/>
                  <a:gd name="T58" fmla="*/ 45 w 90"/>
                  <a:gd name="T59" fmla="*/ 121 h 176"/>
                  <a:gd name="T60" fmla="*/ 34 w 90"/>
                  <a:gd name="T61" fmla="*/ 110 h 176"/>
                  <a:gd name="T62" fmla="*/ 45 w 90"/>
                  <a:gd name="T63" fmla="*/ 99 h 176"/>
                  <a:gd name="T64" fmla="*/ 45 w 90"/>
                  <a:gd name="T65" fmla="*/ 99 h 176"/>
                  <a:gd name="T66" fmla="*/ 45 w 90"/>
                  <a:gd name="T67" fmla="*/ 85 h 176"/>
                  <a:gd name="T68" fmla="*/ 9 w 90"/>
                  <a:gd name="T69" fmla="*/ 85 h 176"/>
                  <a:gd name="T70" fmla="*/ 9 w 90"/>
                  <a:gd name="T71" fmla="*/ 51 h 176"/>
                  <a:gd name="T72" fmla="*/ 9 w 90"/>
                  <a:gd name="T73" fmla="*/ 51 h 176"/>
                  <a:gd name="T74" fmla="*/ 45 w 90"/>
                  <a:gd name="T75" fmla="*/ 51 h 176"/>
                  <a:gd name="T76" fmla="*/ 45 w 90"/>
                  <a:gd name="T77" fmla="*/ 44 h 176"/>
                  <a:gd name="T78" fmla="*/ 9 w 90"/>
                  <a:gd name="T79" fmla="*/ 44 h 176"/>
                  <a:gd name="T80" fmla="*/ 9 w 90"/>
                  <a:gd name="T81" fmla="*/ 10 h 176"/>
                  <a:gd name="T82" fmla="*/ 9 w 90"/>
                  <a:gd name="T83" fmla="*/ 10 h 176"/>
                  <a:gd name="T84" fmla="*/ 45 w 90"/>
                  <a:gd name="T85" fmla="*/ 10 h 176"/>
                  <a:gd name="T86" fmla="*/ 45 w 90"/>
                  <a:gd name="T87" fmla="*/ 0 h 176"/>
                  <a:gd name="T88" fmla="*/ 0 w 90"/>
                  <a:gd name="T89" fmla="*/ 0 h 176"/>
                  <a:gd name="T90" fmla="*/ 0 w 90"/>
                  <a:gd name="T91" fmla="*/ 176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0" h="176">
                    <a:moveTo>
                      <a:pt x="45" y="176"/>
                    </a:moveTo>
                    <a:cubicBezTo>
                      <a:pt x="90" y="176"/>
                      <a:pt x="90" y="176"/>
                      <a:pt x="90" y="176"/>
                    </a:cubicBezTo>
                    <a:cubicBezTo>
                      <a:pt x="90" y="0"/>
                      <a:pt x="90" y="0"/>
                      <a:pt x="90" y="0"/>
                    </a:cubicBezTo>
                    <a:cubicBezTo>
                      <a:pt x="45" y="0"/>
                      <a:pt x="45" y="0"/>
                      <a:pt x="45" y="0"/>
                    </a:cubicBezTo>
                    <a:cubicBezTo>
                      <a:pt x="45" y="10"/>
                      <a:pt x="45" y="10"/>
                      <a:pt x="45" y="10"/>
                    </a:cubicBezTo>
                    <a:cubicBezTo>
                      <a:pt x="82" y="10"/>
                      <a:pt x="82" y="10"/>
                      <a:pt x="82" y="10"/>
                    </a:cubicBezTo>
                    <a:cubicBezTo>
                      <a:pt x="82" y="44"/>
                      <a:pt x="82" y="44"/>
                      <a:pt x="82" y="44"/>
                    </a:cubicBezTo>
                    <a:cubicBezTo>
                      <a:pt x="45" y="44"/>
                      <a:pt x="45" y="44"/>
                      <a:pt x="45" y="44"/>
                    </a:cubicBezTo>
                    <a:cubicBezTo>
                      <a:pt x="45" y="51"/>
                      <a:pt x="45" y="51"/>
                      <a:pt x="45" y="51"/>
                    </a:cubicBezTo>
                    <a:cubicBezTo>
                      <a:pt x="82" y="51"/>
                      <a:pt x="82" y="51"/>
                      <a:pt x="82" y="51"/>
                    </a:cubicBezTo>
                    <a:cubicBezTo>
                      <a:pt x="82" y="85"/>
                      <a:pt x="82" y="85"/>
                      <a:pt x="82" y="85"/>
                    </a:cubicBezTo>
                    <a:cubicBezTo>
                      <a:pt x="45" y="85"/>
                      <a:pt x="45" y="85"/>
                      <a:pt x="45" y="85"/>
                    </a:cubicBezTo>
                    <a:cubicBezTo>
                      <a:pt x="45" y="99"/>
                      <a:pt x="45" y="99"/>
                      <a:pt x="45" y="99"/>
                    </a:cubicBezTo>
                    <a:cubicBezTo>
                      <a:pt x="51" y="99"/>
                      <a:pt x="56" y="104"/>
                      <a:pt x="56" y="110"/>
                    </a:cubicBezTo>
                    <a:cubicBezTo>
                      <a:pt x="56" y="116"/>
                      <a:pt x="51" y="121"/>
                      <a:pt x="45" y="121"/>
                    </a:cubicBezTo>
                    <a:cubicBezTo>
                      <a:pt x="45" y="138"/>
                      <a:pt x="45" y="138"/>
                      <a:pt x="45" y="138"/>
                    </a:cubicBezTo>
                    <a:cubicBezTo>
                      <a:pt x="51" y="138"/>
                      <a:pt x="56" y="143"/>
                      <a:pt x="56" y="149"/>
                    </a:cubicBezTo>
                    <a:cubicBezTo>
                      <a:pt x="56" y="155"/>
                      <a:pt x="51" y="160"/>
                      <a:pt x="45" y="160"/>
                    </a:cubicBezTo>
                    <a:lnTo>
                      <a:pt x="45" y="176"/>
                    </a:lnTo>
                    <a:close/>
                    <a:moveTo>
                      <a:pt x="0" y="176"/>
                    </a:moveTo>
                    <a:cubicBezTo>
                      <a:pt x="45" y="176"/>
                      <a:pt x="45" y="176"/>
                      <a:pt x="45" y="176"/>
                    </a:cubicBezTo>
                    <a:cubicBezTo>
                      <a:pt x="45" y="160"/>
                      <a:pt x="45" y="160"/>
                      <a:pt x="45" y="160"/>
                    </a:cubicBezTo>
                    <a:cubicBezTo>
                      <a:pt x="45" y="160"/>
                      <a:pt x="45" y="160"/>
                      <a:pt x="45" y="160"/>
                    </a:cubicBezTo>
                    <a:cubicBezTo>
                      <a:pt x="45" y="160"/>
                      <a:pt x="45" y="160"/>
                      <a:pt x="45" y="160"/>
                    </a:cubicBezTo>
                    <a:cubicBezTo>
                      <a:pt x="39" y="160"/>
                      <a:pt x="34" y="155"/>
                      <a:pt x="34" y="149"/>
                    </a:cubicBezTo>
                    <a:cubicBezTo>
                      <a:pt x="34" y="143"/>
                      <a:pt x="39" y="138"/>
                      <a:pt x="45" y="138"/>
                    </a:cubicBezTo>
                    <a:cubicBezTo>
                      <a:pt x="45" y="138"/>
                      <a:pt x="45" y="138"/>
                      <a:pt x="45" y="138"/>
                    </a:cubicBezTo>
                    <a:cubicBezTo>
                      <a:pt x="45" y="121"/>
                      <a:pt x="45" y="121"/>
                      <a:pt x="45" y="121"/>
                    </a:cubicBezTo>
                    <a:cubicBezTo>
                      <a:pt x="45" y="121"/>
                      <a:pt x="45" y="121"/>
                      <a:pt x="45" y="121"/>
                    </a:cubicBezTo>
                    <a:cubicBezTo>
                      <a:pt x="45" y="121"/>
                      <a:pt x="45" y="121"/>
                      <a:pt x="45" y="121"/>
                    </a:cubicBezTo>
                    <a:cubicBezTo>
                      <a:pt x="39" y="121"/>
                      <a:pt x="34" y="116"/>
                      <a:pt x="34" y="110"/>
                    </a:cubicBezTo>
                    <a:cubicBezTo>
                      <a:pt x="34" y="104"/>
                      <a:pt x="39" y="99"/>
                      <a:pt x="45" y="99"/>
                    </a:cubicBezTo>
                    <a:cubicBezTo>
                      <a:pt x="45" y="99"/>
                      <a:pt x="45" y="99"/>
                      <a:pt x="45" y="99"/>
                    </a:cubicBezTo>
                    <a:cubicBezTo>
                      <a:pt x="45" y="85"/>
                      <a:pt x="45" y="85"/>
                      <a:pt x="45" y="85"/>
                    </a:cubicBezTo>
                    <a:cubicBezTo>
                      <a:pt x="9" y="85"/>
                      <a:pt x="9" y="85"/>
                      <a:pt x="9" y="85"/>
                    </a:cubicBezTo>
                    <a:cubicBezTo>
                      <a:pt x="9" y="51"/>
                      <a:pt x="9" y="51"/>
                      <a:pt x="9" y="51"/>
                    </a:cubicBezTo>
                    <a:cubicBezTo>
                      <a:pt x="9" y="51"/>
                      <a:pt x="9" y="51"/>
                      <a:pt x="9" y="51"/>
                    </a:cubicBezTo>
                    <a:cubicBezTo>
                      <a:pt x="45" y="51"/>
                      <a:pt x="45" y="51"/>
                      <a:pt x="45" y="51"/>
                    </a:cubicBezTo>
                    <a:cubicBezTo>
                      <a:pt x="45" y="44"/>
                      <a:pt x="45" y="44"/>
                      <a:pt x="45" y="44"/>
                    </a:cubicBezTo>
                    <a:cubicBezTo>
                      <a:pt x="9" y="44"/>
                      <a:pt x="9" y="44"/>
                      <a:pt x="9" y="44"/>
                    </a:cubicBezTo>
                    <a:cubicBezTo>
                      <a:pt x="9" y="10"/>
                      <a:pt x="9" y="10"/>
                      <a:pt x="9" y="10"/>
                    </a:cubicBezTo>
                    <a:cubicBezTo>
                      <a:pt x="9" y="10"/>
                      <a:pt x="9" y="10"/>
                      <a:pt x="9" y="10"/>
                    </a:cubicBezTo>
                    <a:cubicBezTo>
                      <a:pt x="45" y="10"/>
                      <a:pt x="45" y="10"/>
                      <a:pt x="45" y="10"/>
                    </a:cubicBezTo>
                    <a:cubicBezTo>
                      <a:pt x="45" y="0"/>
                      <a:pt x="45" y="0"/>
                      <a:pt x="45" y="0"/>
                    </a:cubicBezTo>
                    <a:cubicBezTo>
                      <a:pt x="0" y="0"/>
                      <a:pt x="0" y="0"/>
                      <a:pt x="0" y="0"/>
                    </a:cubicBezTo>
                    <a:lnTo>
                      <a:pt x="0" y="1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9" name="Freeform 289"/>
              <p:cNvSpPr>
                <a:spLocks/>
              </p:cNvSpPr>
              <p:nvPr/>
            </p:nvSpPr>
            <p:spPr bwMode="auto">
              <a:xfrm>
                <a:off x="-4556125" y="2854325"/>
                <a:ext cx="141287" cy="660400"/>
              </a:xfrm>
              <a:custGeom>
                <a:avLst/>
                <a:gdLst>
                  <a:gd name="T0" fmla="*/ 89 w 89"/>
                  <a:gd name="T1" fmla="*/ 392 h 416"/>
                  <a:gd name="T2" fmla="*/ 89 w 89"/>
                  <a:gd name="T3" fmla="*/ 70 h 416"/>
                  <a:gd name="T4" fmla="*/ 0 w 89"/>
                  <a:gd name="T5" fmla="*/ 0 h 416"/>
                  <a:gd name="T6" fmla="*/ 0 w 89"/>
                  <a:gd name="T7" fmla="*/ 416 h 416"/>
                  <a:gd name="T8" fmla="*/ 89 w 89"/>
                  <a:gd name="T9" fmla="*/ 392 h 416"/>
                </a:gdLst>
                <a:ahLst/>
                <a:cxnLst>
                  <a:cxn ang="0">
                    <a:pos x="T0" y="T1"/>
                  </a:cxn>
                  <a:cxn ang="0">
                    <a:pos x="T2" y="T3"/>
                  </a:cxn>
                  <a:cxn ang="0">
                    <a:pos x="T4" y="T5"/>
                  </a:cxn>
                  <a:cxn ang="0">
                    <a:pos x="T6" y="T7"/>
                  </a:cxn>
                  <a:cxn ang="0">
                    <a:pos x="T8" y="T9"/>
                  </a:cxn>
                </a:cxnLst>
                <a:rect l="0" t="0" r="r" b="b"/>
                <a:pathLst>
                  <a:path w="89" h="416">
                    <a:moveTo>
                      <a:pt x="89" y="392"/>
                    </a:moveTo>
                    <a:lnTo>
                      <a:pt x="89" y="70"/>
                    </a:lnTo>
                    <a:lnTo>
                      <a:pt x="0" y="0"/>
                    </a:lnTo>
                    <a:lnTo>
                      <a:pt x="0" y="416"/>
                    </a:lnTo>
                    <a:lnTo>
                      <a:pt x="89" y="3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40" name="Rectangle 290"/>
              <p:cNvSpPr>
                <a:spLocks noChangeArrowheads="1"/>
              </p:cNvSpPr>
              <p:nvPr/>
            </p:nvSpPr>
            <p:spPr bwMode="auto">
              <a:xfrm>
                <a:off x="-4868863" y="2909887"/>
                <a:ext cx="236537" cy="904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41" name="Rectangle 291"/>
              <p:cNvSpPr>
                <a:spLocks noChangeArrowheads="1"/>
              </p:cNvSpPr>
              <p:nvPr/>
            </p:nvSpPr>
            <p:spPr bwMode="auto">
              <a:xfrm>
                <a:off x="-4868863" y="3063875"/>
                <a:ext cx="236537" cy="904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42" name="Freeform 292"/>
              <p:cNvSpPr>
                <a:spLocks noEditPoints="1"/>
              </p:cNvSpPr>
              <p:nvPr/>
            </p:nvSpPr>
            <p:spPr bwMode="auto">
              <a:xfrm>
                <a:off x="-2968625" y="346075"/>
                <a:ext cx="627062" cy="622300"/>
              </a:xfrm>
              <a:custGeom>
                <a:avLst/>
                <a:gdLst>
                  <a:gd name="T0" fmla="*/ 167 w 167"/>
                  <a:gd name="T1" fmla="*/ 0 h 166"/>
                  <a:gd name="T2" fmla="*/ 84 w 167"/>
                  <a:gd name="T3" fmla="*/ 0 h 166"/>
                  <a:gd name="T4" fmla="*/ 84 w 167"/>
                  <a:gd name="T5" fmla="*/ 13 h 166"/>
                  <a:gd name="T6" fmla="*/ 84 w 167"/>
                  <a:gd name="T7" fmla="*/ 13 h 166"/>
                  <a:gd name="T8" fmla="*/ 84 w 167"/>
                  <a:gd name="T9" fmla="*/ 13 h 166"/>
                  <a:gd name="T10" fmla="*/ 97 w 167"/>
                  <a:gd name="T11" fmla="*/ 26 h 166"/>
                  <a:gd name="T12" fmla="*/ 84 w 167"/>
                  <a:gd name="T13" fmla="*/ 39 h 166"/>
                  <a:gd name="T14" fmla="*/ 84 w 167"/>
                  <a:gd name="T15" fmla="*/ 39 h 166"/>
                  <a:gd name="T16" fmla="*/ 84 w 167"/>
                  <a:gd name="T17" fmla="*/ 51 h 166"/>
                  <a:gd name="T18" fmla="*/ 106 w 167"/>
                  <a:gd name="T19" fmla="*/ 51 h 166"/>
                  <a:gd name="T20" fmla="*/ 106 w 167"/>
                  <a:gd name="T21" fmla="*/ 63 h 166"/>
                  <a:gd name="T22" fmla="*/ 106 w 167"/>
                  <a:gd name="T23" fmla="*/ 63 h 166"/>
                  <a:gd name="T24" fmla="*/ 91 w 167"/>
                  <a:gd name="T25" fmla="*/ 63 h 166"/>
                  <a:gd name="T26" fmla="*/ 91 w 167"/>
                  <a:gd name="T27" fmla="*/ 140 h 166"/>
                  <a:gd name="T28" fmla="*/ 106 w 167"/>
                  <a:gd name="T29" fmla="*/ 140 h 166"/>
                  <a:gd name="T30" fmla="*/ 106 w 167"/>
                  <a:gd name="T31" fmla="*/ 152 h 166"/>
                  <a:gd name="T32" fmla="*/ 84 w 167"/>
                  <a:gd name="T33" fmla="*/ 152 h 166"/>
                  <a:gd name="T34" fmla="*/ 84 w 167"/>
                  <a:gd name="T35" fmla="*/ 166 h 166"/>
                  <a:gd name="T36" fmla="*/ 167 w 167"/>
                  <a:gd name="T37" fmla="*/ 166 h 166"/>
                  <a:gd name="T38" fmla="*/ 167 w 167"/>
                  <a:gd name="T39" fmla="*/ 0 h 166"/>
                  <a:gd name="T40" fmla="*/ 84 w 167"/>
                  <a:gd name="T41" fmla="*/ 0 h 166"/>
                  <a:gd name="T42" fmla="*/ 0 w 167"/>
                  <a:gd name="T43" fmla="*/ 0 h 166"/>
                  <a:gd name="T44" fmla="*/ 0 w 167"/>
                  <a:gd name="T45" fmla="*/ 166 h 166"/>
                  <a:gd name="T46" fmla="*/ 84 w 167"/>
                  <a:gd name="T47" fmla="*/ 166 h 166"/>
                  <a:gd name="T48" fmla="*/ 84 w 167"/>
                  <a:gd name="T49" fmla="*/ 152 h 166"/>
                  <a:gd name="T50" fmla="*/ 62 w 167"/>
                  <a:gd name="T51" fmla="*/ 152 h 166"/>
                  <a:gd name="T52" fmla="*/ 62 w 167"/>
                  <a:gd name="T53" fmla="*/ 140 h 166"/>
                  <a:gd name="T54" fmla="*/ 77 w 167"/>
                  <a:gd name="T55" fmla="*/ 140 h 166"/>
                  <a:gd name="T56" fmla="*/ 77 w 167"/>
                  <a:gd name="T57" fmla="*/ 63 h 166"/>
                  <a:gd name="T58" fmla="*/ 62 w 167"/>
                  <a:gd name="T59" fmla="*/ 63 h 166"/>
                  <a:gd name="T60" fmla="*/ 62 w 167"/>
                  <a:gd name="T61" fmla="*/ 51 h 166"/>
                  <a:gd name="T62" fmla="*/ 84 w 167"/>
                  <a:gd name="T63" fmla="*/ 51 h 166"/>
                  <a:gd name="T64" fmla="*/ 84 w 167"/>
                  <a:gd name="T65" fmla="*/ 39 h 166"/>
                  <a:gd name="T66" fmla="*/ 71 w 167"/>
                  <a:gd name="T67" fmla="*/ 26 h 166"/>
                  <a:gd name="T68" fmla="*/ 84 w 167"/>
                  <a:gd name="T69" fmla="*/ 13 h 166"/>
                  <a:gd name="T70" fmla="*/ 84 w 167"/>
                  <a:gd name="T71"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7" h="166">
                    <a:moveTo>
                      <a:pt x="167" y="0"/>
                    </a:moveTo>
                    <a:cubicBezTo>
                      <a:pt x="84" y="0"/>
                      <a:pt x="84" y="0"/>
                      <a:pt x="84" y="0"/>
                    </a:cubicBezTo>
                    <a:cubicBezTo>
                      <a:pt x="84" y="13"/>
                      <a:pt x="84" y="13"/>
                      <a:pt x="84" y="13"/>
                    </a:cubicBezTo>
                    <a:cubicBezTo>
                      <a:pt x="84" y="13"/>
                      <a:pt x="84" y="13"/>
                      <a:pt x="84" y="13"/>
                    </a:cubicBezTo>
                    <a:cubicBezTo>
                      <a:pt x="84" y="13"/>
                      <a:pt x="84" y="13"/>
                      <a:pt x="84" y="13"/>
                    </a:cubicBezTo>
                    <a:cubicBezTo>
                      <a:pt x="92" y="13"/>
                      <a:pt x="97" y="19"/>
                      <a:pt x="97" y="26"/>
                    </a:cubicBezTo>
                    <a:cubicBezTo>
                      <a:pt x="97" y="33"/>
                      <a:pt x="92" y="39"/>
                      <a:pt x="84" y="39"/>
                    </a:cubicBezTo>
                    <a:cubicBezTo>
                      <a:pt x="84" y="39"/>
                      <a:pt x="84" y="39"/>
                      <a:pt x="84" y="39"/>
                    </a:cubicBezTo>
                    <a:cubicBezTo>
                      <a:pt x="84" y="51"/>
                      <a:pt x="84" y="51"/>
                      <a:pt x="84" y="51"/>
                    </a:cubicBezTo>
                    <a:cubicBezTo>
                      <a:pt x="106" y="51"/>
                      <a:pt x="106" y="51"/>
                      <a:pt x="106" y="51"/>
                    </a:cubicBezTo>
                    <a:cubicBezTo>
                      <a:pt x="106" y="63"/>
                      <a:pt x="106" y="63"/>
                      <a:pt x="106" y="63"/>
                    </a:cubicBezTo>
                    <a:cubicBezTo>
                      <a:pt x="106" y="63"/>
                      <a:pt x="106" y="63"/>
                      <a:pt x="106" y="63"/>
                    </a:cubicBezTo>
                    <a:cubicBezTo>
                      <a:pt x="91" y="63"/>
                      <a:pt x="91" y="63"/>
                      <a:pt x="91" y="63"/>
                    </a:cubicBezTo>
                    <a:cubicBezTo>
                      <a:pt x="91" y="140"/>
                      <a:pt x="91" y="140"/>
                      <a:pt x="91" y="140"/>
                    </a:cubicBezTo>
                    <a:cubicBezTo>
                      <a:pt x="106" y="140"/>
                      <a:pt x="106" y="140"/>
                      <a:pt x="106" y="140"/>
                    </a:cubicBezTo>
                    <a:cubicBezTo>
                      <a:pt x="106" y="152"/>
                      <a:pt x="106" y="152"/>
                      <a:pt x="106" y="152"/>
                    </a:cubicBezTo>
                    <a:cubicBezTo>
                      <a:pt x="84" y="152"/>
                      <a:pt x="84" y="152"/>
                      <a:pt x="84" y="152"/>
                    </a:cubicBezTo>
                    <a:cubicBezTo>
                      <a:pt x="84" y="166"/>
                      <a:pt x="84" y="166"/>
                      <a:pt x="84" y="166"/>
                    </a:cubicBezTo>
                    <a:cubicBezTo>
                      <a:pt x="167" y="166"/>
                      <a:pt x="167" y="166"/>
                      <a:pt x="167" y="166"/>
                    </a:cubicBezTo>
                    <a:lnTo>
                      <a:pt x="167" y="0"/>
                    </a:lnTo>
                    <a:close/>
                    <a:moveTo>
                      <a:pt x="84" y="0"/>
                    </a:moveTo>
                    <a:cubicBezTo>
                      <a:pt x="0" y="0"/>
                      <a:pt x="0" y="0"/>
                      <a:pt x="0" y="0"/>
                    </a:cubicBezTo>
                    <a:cubicBezTo>
                      <a:pt x="0" y="166"/>
                      <a:pt x="0" y="166"/>
                      <a:pt x="0" y="166"/>
                    </a:cubicBezTo>
                    <a:cubicBezTo>
                      <a:pt x="84" y="166"/>
                      <a:pt x="84" y="166"/>
                      <a:pt x="84" y="166"/>
                    </a:cubicBezTo>
                    <a:cubicBezTo>
                      <a:pt x="84" y="152"/>
                      <a:pt x="84" y="152"/>
                      <a:pt x="84" y="152"/>
                    </a:cubicBezTo>
                    <a:cubicBezTo>
                      <a:pt x="62" y="152"/>
                      <a:pt x="62" y="152"/>
                      <a:pt x="62" y="152"/>
                    </a:cubicBezTo>
                    <a:cubicBezTo>
                      <a:pt x="62" y="140"/>
                      <a:pt x="62" y="140"/>
                      <a:pt x="62" y="140"/>
                    </a:cubicBezTo>
                    <a:cubicBezTo>
                      <a:pt x="77" y="140"/>
                      <a:pt x="77" y="140"/>
                      <a:pt x="77" y="140"/>
                    </a:cubicBezTo>
                    <a:cubicBezTo>
                      <a:pt x="77" y="63"/>
                      <a:pt x="77" y="63"/>
                      <a:pt x="77" y="63"/>
                    </a:cubicBezTo>
                    <a:cubicBezTo>
                      <a:pt x="62" y="63"/>
                      <a:pt x="62" y="63"/>
                      <a:pt x="62" y="63"/>
                    </a:cubicBezTo>
                    <a:cubicBezTo>
                      <a:pt x="62" y="51"/>
                      <a:pt x="62" y="51"/>
                      <a:pt x="62" y="51"/>
                    </a:cubicBezTo>
                    <a:cubicBezTo>
                      <a:pt x="84" y="51"/>
                      <a:pt x="84" y="51"/>
                      <a:pt x="84" y="51"/>
                    </a:cubicBezTo>
                    <a:cubicBezTo>
                      <a:pt x="84" y="39"/>
                      <a:pt x="84" y="39"/>
                      <a:pt x="84" y="39"/>
                    </a:cubicBezTo>
                    <a:cubicBezTo>
                      <a:pt x="77" y="39"/>
                      <a:pt x="71" y="33"/>
                      <a:pt x="71" y="26"/>
                    </a:cubicBezTo>
                    <a:cubicBezTo>
                      <a:pt x="71" y="19"/>
                      <a:pt x="77" y="13"/>
                      <a:pt x="84" y="13"/>
                    </a:cubicBezTo>
                    <a:lnTo>
                      <a:pt x="8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43" name="Freeform 293"/>
              <p:cNvSpPr>
                <a:spLocks/>
              </p:cNvSpPr>
              <p:nvPr/>
            </p:nvSpPr>
            <p:spPr bwMode="auto">
              <a:xfrm>
                <a:off x="-4448175" y="6721475"/>
                <a:ext cx="508000" cy="119063"/>
              </a:xfrm>
              <a:custGeom>
                <a:avLst/>
                <a:gdLst>
                  <a:gd name="T0" fmla="*/ 291 w 320"/>
                  <a:gd name="T1" fmla="*/ 47 h 75"/>
                  <a:gd name="T2" fmla="*/ 29 w 320"/>
                  <a:gd name="T3" fmla="*/ 47 h 75"/>
                  <a:gd name="T4" fmla="*/ 29 w 320"/>
                  <a:gd name="T5" fmla="*/ 0 h 75"/>
                  <a:gd name="T6" fmla="*/ 0 w 320"/>
                  <a:gd name="T7" fmla="*/ 0 h 75"/>
                  <a:gd name="T8" fmla="*/ 0 w 320"/>
                  <a:gd name="T9" fmla="*/ 75 h 75"/>
                  <a:gd name="T10" fmla="*/ 320 w 320"/>
                  <a:gd name="T11" fmla="*/ 75 h 75"/>
                  <a:gd name="T12" fmla="*/ 320 w 320"/>
                  <a:gd name="T13" fmla="*/ 0 h 75"/>
                  <a:gd name="T14" fmla="*/ 291 w 320"/>
                  <a:gd name="T15" fmla="*/ 0 h 75"/>
                  <a:gd name="T16" fmla="*/ 291 w 320"/>
                  <a:gd name="T17" fmla="*/ 4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0" h="75">
                    <a:moveTo>
                      <a:pt x="291" y="47"/>
                    </a:moveTo>
                    <a:lnTo>
                      <a:pt x="29" y="47"/>
                    </a:lnTo>
                    <a:lnTo>
                      <a:pt x="29" y="0"/>
                    </a:lnTo>
                    <a:lnTo>
                      <a:pt x="0" y="0"/>
                    </a:lnTo>
                    <a:lnTo>
                      <a:pt x="0" y="75"/>
                    </a:lnTo>
                    <a:lnTo>
                      <a:pt x="320" y="75"/>
                    </a:lnTo>
                    <a:lnTo>
                      <a:pt x="320" y="0"/>
                    </a:lnTo>
                    <a:lnTo>
                      <a:pt x="291" y="0"/>
                    </a:lnTo>
                    <a:lnTo>
                      <a:pt x="291" y="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44" name="Freeform 294"/>
              <p:cNvSpPr>
                <a:spLocks/>
              </p:cNvSpPr>
              <p:nvPr/>
            </p:nvSpPr>
            <p:spPr bwMode="auto">
              <a:xfrm>
                <a:off x="-4376738" y="6361113"/>
                <a:ext cx="376237" cy="401638"/>
              </a:xfrm>
              <a:custGeom>
                <a:avLst/>
                <a:gdLst>
                  <a:gd name="T0" fmla="*/ 40 w 237"/>
                  <a:gd name="T1" fmla="*/ 146 h 253"/>
                  <a:gd name="T2" fmla="*/ 40 w 237"/>
                  <a:gd name="T3" fmla="*/ 253 h 253"/>
                  <a:gd name="T4" fmla="*/ 194 w 237"/>
                  <a:gd name="T5" fmla="*/ 253 h 253"/>
                  <a:gd name="T6" fmla="*/ 194 w 237"/>
                  <a:gd name="T7" fmla="*/ 146 h 253"/>
                  <a:gd name="T8" fmla="*/ 237 w 237"/>
                  <a:gd name="T9" fmla="*/ 146 h 253"/>
                  <a:gd name="T10" fmla="*/ 118 w 237"/>
                  <a:gd name="T11" fmla="*/ 0 h 253"/>
                  <a:gd name="T12" fmla="*/ 0 w 237"/>
                  <a:gd name="T13" fmla="*/ 146 h 253"/>
                  <a:gd name="T14" fmla="*/ 40 w 237"/>
                  <a:gd name="T15" fmla="*/ 146 h 2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7" h="253">
                    <a:moveTo>
                      <a:pt x="40" y="146"/>
                    </a:moveTo>
                    <a:lnTo>
                      <a:pt x="40" y="253"/>
                    </a:lnTo>
                    <a:lnTo>
                      <a:pt x="194" y="253"/>
                    </a:lnTo>
                    <a:lnTo>
                      <a:pt x="194" y="146"/>
                    </a:lnTo>
                    <a:lnTo>
                      <a:pt x="237" y="146"/>
                    </a:lnTo>
                    <a:lnTo>
                      <a:pt x="118" y="0"/>
                    </a:lnTo>
                    <a:lnTo>
                      <a:pt x="0" y="146"/>
                    </a:lnTo>
                    <a:lnTo>
                      <a:pt x="40" y="14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45" name="Freeform 295"/>
              <p:cNvSpPr>
                <a:spLocks noEditPoints="1"/>
              </p:cNvSpPr>
              <p:nvPr/>
            </p:nvSpPr>
            <p:spPr bwMode="auto">
              <a:xfrm>
                <a:off x="-1371600" y="2965450"/>
                <a:ext cx="539750" cy="428625"/>
              </a:xfrm>
              <a:custGeom>
                <a:avLst/>
                <a:gdLst>
                  <a:gd name="T0" fmla="*/ 129 w 144"/>
                  <a:gd name="T1" fmla="*/ 25 h 114"/>
                  <a:gd name="T2" fmla="*/ 116 w 144"/>
                  <a:gd name="T3" fmla="*/ 26 h 114"/>
                  <a:gd name="T4" fmla="*/ 116 w 144"/>
                  <a:gd name="T5" fmla="*/ 32 h 114"/>
                  <a:gd name="T6" fmla="*/ 131 w 144"/>
                  <a:gd name="T7" fmla="*/ 64 h 114"/>
                  <a:gd name="T8" fmla="*/ 131 w 144"/>
                  <a:gd name="T9" fmla="*/ 79 h 114"/>
                  <a:gd name="T10" fmla="*/ 116 w 144"/>
                  <a:gd name="T11" fmla="*/ 114 h 114"/>
                  <a:gd name="T12" fmla="*/ 144 w 144"/>
                  <a:gd name="T13" fmla="*/ 107 h 114"/>
                  <a:gd name="T14" fmla="*/ 144 w 144"/>
                  <a:gd name="T15" fmla="*/ 41 h 114"/>
                  <a:gd name="T16" fmla="*/ 116 w 144"/>
                  <a:gd name="T17" fmla="*/ 0 h 114"/>
                  <a:gd name="T18" fmla="*/ 72 w 144"/>
                  <a:gd name="T19" fmla="*/ 9 h 114"/>
                  <a:gd name="T20" fmla="*/ 116 w 144"/>
                  <a:gd name="T21" fmla="*/ 26 h 114"/>
                  <a:gd name="T22" fmla="*/ 72 w 144"/>
                  <a:gd name="T23" fmla="*/ 91 h 114"/>
                  <a:gd name="T24" fmla="*/ 110 w 144"/>
                  <a:gd name="T25" fmla="*/ 107 h 114"/>
                  <a:gd name="T26" fmla="*/ 116 w 144"/>
                  <a:gd name="T27" fmla="*/ 114 h 114"/>
                  <a:gd name="T28" fmla="*/ 102 w 144"/>
                  <a:gd name="T29" fmla="*/ 79 h 114"/>
                  <a:gd name="T30" fmla="*/ 116 w 144"/>
                  <a:gd name="T31" fmla="*/ 64 h 114"/>
                  <a:gd name="T32" fmla="*/ 72 w 144"/>
                  <a:gd name="T33" fmla="*/ 32 h 114"/>
                  <a:gd name="T34" fmla="*/ 72 w 144"/>
                  <a:gd name="T35" fmla="*/ 0 h 114"/>
                  <a:gd name="T36" fmla="*/ 27 w 144"/>
                  <a:gd name="T37" fmla="*/ 1 h 114"/>
                  <a:gd name="T38" fmla="*/ 36 w 144"/>
                  <a:gd name="T39" fmla="*/ 9 h 114"/>
                  <a:gd name="T40" fmla="*/ 72 w 144"/>
                  <a:gd name="T41" fmla="*/ 9 h 114"/>
                  <a:gd name="T42" fmla="*/ 27 w 144"/>
                  <a:gd name="T43" fmla="*/ 114 h 114"/>
                  <a:gd name="T44" fmla="*/ 34 w 144"/>
                  <a:gd name="T45" fmla="*/ 107 h 114"/>
                  <a:gd name="T46" fmla="*/ 72 w 144"/>
                  <a:gd name="T47" fmla="*/ 91 h 114"/>
                  <a:gd name="T48" fmla="*/ 27 w 144"/>
                  <a:gd name="T49" fmla="*/ 32 h 114"/>
                  <a:gd name="T50" fmla="*/ 42 w 144"/>
                  <a:gd name="T51" fmla="*/ 64 h 114"/>
                  <a:gd name="T52" fmla="*/ 42 w 144"/>
                  <a:gd name="T53" fmla="*/ 79 h 114"/>
                  <a:gd name="T54" fmla="*/ 27 w 144"/>
                  <a:gd name="T55" fmla="*/ 114 h 114"/>
                  <a:gd name="T56" fmla="*/ 14 w 144"/>
                  <a:gd name="T57" fmla="*/ 25 h 114"/>
                  <a:gd name="T58" fmla="*/ 0 w 144"/>
                  <a:gd name="T59" fmla="*/ 87 h 114"/>
                  <a:gd name="T60" fmla="*/ 0 w 144"/>
                  <a:gd name="T61" fmla="*/ 107 h 114"/>
                  <a:gd name="T62" fmla="*/ 27 w 144"/>
                  <a:gd name="T63" fmla="*/ 114 h 114"/>
                  <a:gd name="T64" fmla="*/ 13 w 144"/>
                  <a:gd name="T65" fmla="*/ 79 h 114"/>
                  <a:gd name="T66" fmla="*/ 27 w 144"/>
                  <a:gd name="T67" fmla="*/ 64 h 114"/>
                  <a:gd name="T68" fmla="*/ 24 w 144"/>
                  <a:gd name="T69" fmla="*/ 32 h 114"/>
                  <a:gd name="T70" fmla="*/ 27 w 144"/>
                  <a:gd name="T71" fmla="*/ 1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44" h="114">
                    <a:moveTo>
                      <a:pt x="144" y="41"/>
                    </a:moveTo>
                    <a:cubicBezTo>
                      <a:pt x="129" y="25"/>
                      <a:pt x="129" y="25"/>
                      <a:pt x="129" y="25"/>
                    </a:cubicBezTo>
                    <a:cubicBezTo>
                      <a:pt x="116" y="1"/>
                      <a:pt x="116" y="1"/>
                      <a:pt x="116" y="1"/>
                    </a:cubicBezTo>
                    <a:cubicBezTo>
                      <a:pt x="116" y="26"/>
                      <a:pt x="116" y="26"/>
                      <a:pt x="116" y="26"/>
                    </a:cubicBezTo>
                    <a:cubicBezTo>
                      <a:pt x="120" y="32"/>
                      <a:pt x="120" y="32"/>
                      <a:pt x="120" y="32"/>
                    </a:cubicBezTo>
                    <a:cubicBezTo>
                      <a:pt x="116" y="32"/>
                      <a:pt x="116" y="32"/>
                      <a:pt x="116" y="32"/>
                    </a:cubicBezTo>
                    <a:cubicBezTo>
                      <a:pt x="116" y="64"/>
                      <a:pt x="116" y="64"/>
                      <a:pt x="116" y="64"/>
                    </a:cubicBezTo>
                    <a:cubicBezTo>
                      <a:pt x="131" y="64"/>
                      <a:pt x="131" y="64"/>
                      <a:pt x="131" y="64"/>
                    </a:cubicBezTo>
                    <a:cubicBezTo>
                      <a:pt x="131" y="79"/>
                      <a:pt x="131" y="79"/>
                      <a:pt x="131" y="79"/>
                    </a:cubicBezTo>
                    <a:cubicBezTo>
                      <a:pt x="131" y="79"/>
                      <a:pt x="131" y="79"/>
                      <a:pt x="131" y="79"/>
                    </a:cubicBezTo>
                    <a:cubicBezTo>
                      <a:pt x="116" y="79"/>
                      <a:pt x="116" y="79"/>
                      <a:pt x="116" y="79"/>
                    </a:cubicBezTo>
                    <a:cubicBezTo>
                      <a:pt x="116" y="114"/>
                      <a:pt x="116" y="114"/>
                      <a:pt x="116" y="114"/>
                    </a:cubicBezTo>
                    <a:cubicBezTo>
                      <a:pt x="137" y="114"/>
                      <a:pt x="137" y="114"/>
                      <a:pt x="137" y="114"/>
                    </a:cubicBezTo>
                    <a:cubicBezTo>
                      <a:pt x="141" y="114"/>
                      <a:pt x="144" y="111"/>
                      <a:pt x="144" y="107"/>
                    </a:cubicBezTo>
                    <a:cubicBezTo>
                      <a:pt x="144" y="91"/>
                      <a:pt x="144" y="91"/>
                      <a:pt x="144" y="91"/>
                    </a:cubicBezTo>
                    <a:lnTo>
                      <a:pt x="144" y="41"/>
                    </a:lnTo>
                    <a:close/>
                    <a:moveTo>
                      <a:pt x="116" y="1"/>
                    </a:moveTo>
                    <a:cubicBezTo>
                      <a:pt x="116" y="0"/>
                      <a:pt x="116" y="0"/>
                      <a:pt x="116" y="0"/>
                    </a:cubicBezTo>
                    <a:cubicBezTo>
                      <a:pt x="72" y="0"/>
                      <a:pt x="72" y="0"/>
                      <a:pt x="72" y="0"/>
                    </a:cubicBezTo>
                    <a:cubicBezTo>
                      <a:pt x="72" y="9"/>
                      <a:pt x="72" y="9"/>
                      <a:pt x="72" y="9"/>
                    </a:cubicBezTo>
                    <a:cubicBezTo>
                      <a:pt x="108" y="9"/>
                      <a:pt x="108" y="9"/>
                      <a:pt x="108" y="9"/>
                    </a:cubicBezTo>
                    <a:cubicBezTo>
                      <a:pt x="116" y="26"/>
                      <a:pt x="116" y="26"/>
                      <a:pt x="116" y="26"/>
                    </a:cubicBezTo>
                    <a:cubicBezTo>
                      <a:pt x="116" y="1"/>
                      <a:pt x="116" y="1"/>
                      <a:pt x="116" y="1"/>
                    </a:cubicBezTo>
                    <a:close/>
                    <a:moveTo>
                      <a:pt x="72" y="91"/>
                    </a:moveTo>
                    <a:cubicBezTo>
                      <a:pt x="110" y="91"/>
                      <a:pt x="110" y="91"/>
                      <a:pt x="110" y="91"/>
                    </a:cubicBezTo>
                    <a:cubicBezTo>
                      <a:pt x="110" y="107"/>
                      <a:pt x="110" y="107"/>
                      <a:pt x="110" y="107"/>
                    </a:cubicBezTo>
                    <a:cubicBezTo>
                      <a:pt x="110" y="111"/>
                      <a:pt x="112" y="114"/>
                      <a:pt x="116" y="114"/>
                    </a:cubicBezTo>
                    <a:cubicBezTo>
                      <a:pt x="116" y="114"/>
                      <a:pt x="116" y="114"/>
                      <a:pt x="116" y="114"/>
                    </a:cubicBezTo>
                    <a:cubicBezTo>
                      <a:pt x="116" y="79"/>
                      <a:pt x="116" y="79"/>
                      <a:pt x="116" y="79"/>
                    </a:cubicBezTo>
                    <a:cubicBezTo>
                      <a:pt x="102" y="79"/>
                      <a:pt x="102" y="79"/>
                      <a:pt x="102" y="79"/>
                    </a:cubicBezTo>
                    <a:cubicBezTo>
                      <a:pt x="102" y="64"/>
                      <a:pt x="102" y="64"/>
                      <a:pt x="102" y="64"/>
                    </a:cubicBezTo>
                    <a:cubicBezTo>
                      <a:pt x="116" y="64"/>
                      <a:pt x="116" y="64"/>
                      <a:pt x="116" y="64"/>
                    </a:cubicBezTo>
                    <a:cubicBezTo>
                      <a:pt x="116" y="32"/>
                      <a:pt x="116" y="32"/>
                      <a:pt x="116" y="32"/>
                    </a:cubicBezTo>
                    <a:cubicBezTo>
                      <a:pt x="72" y="32"/>
                      <a:pt x="72" y="32"/>
                      <a:pt x="72" y="32"/>
                    </a:cubicBezTo>
                    <a:lnTo>
                      <a:pt x="72" y="91"/>
                    </a:lnTo>
                    <a:close/>
                    <a:moveTo>
                      <a:pt x="72" y="0"/>
                    </a:moveTo>
                    <a:cubicBezTo>
                      <a:pt x="28" y="0"/>
                      <a:pt x="28" y="0"/>
                      <a:pt x="28" y="0"/>
                    </a:cubicBezTo>
                    <a:cubicBezTo>
                      <a:pt x="27" y="1"/>
                      <a:pt x="27" y="1"/>
                      <a:pt x="27" y="1"/>
                    </a:cubicBezTo>
                    <a:cubicBezTo>
                      <a:pt x="27" y="26"/>
                      <a:pt x="27" y="26"/>
                      <a:pt x="27" y="26"/>
                    </a:cubicBezTo>
                    <a:cubicBezTo>
                      <a:pt x="36" y="9"/>
                      <a:pt x="36" y="9"/>
                      <a:pt x="36" y="9"/>
                    </a:cubicBezTo>
                    <a:cubicBezTo>
                      <a:pt x="36" y="9"/>
                      <a:pt x="36" y="9"/>
                      <a:pt x="36" y="9"/>
                    </a:cubicBezTo>
                    <a:cubicBezTo>
                      <a:pt x="72" y="9"/>
                      <a:pt x="72" y="9"/>
                      <a:pt x="72" y="9"/>
                    </a:cubicBezTo>
                    <a:cubicBezTo>
                      <a:pt x="72" y="0"/>
                      <a:pt x="72" y="0"/>
                      <a:pt x="72" y="0"/>
                    </a:cubicBezTo>
                    <a:close/>
                    <a:moveTo>
                      <a:pt x="27" y="114"/>
                    </a:moveTo>
                    <a:cubicBezTo>
                      <a:pt x="28" y="114"/>
                      <a:pt x="28" y="114"/>
                      <a:pt x="28" y="114"/>
                    </a:cubicBezTo>
                    <a:cubicBezTo>
                      <a:pt x="31" y="114"/>
                      <a:pt x="34" y="111"/>
                      <a:pt x="34" y="107"/>
                    </a:cubicBezTo>
                    <a:cubicBezTo>
                      <a:pt x="34" y="91"/>
                      <a:pt x="34" y="91"/>
                      <a:pt x="34" y="91"/>
                    </a:cubicBezTo>
                    <a:cubicBezTo>
                      <a:pt x="72" y="91"/>
                      <a:pt x="72" y="91"/>
                      <a:pt x="72" y="91"/>
                    </a:cubicBezTo>
                    <a:cubicBezTo>
                      <a:pt x="72" y="32"/>
                      <a:pt x="72" y="32"/>
                      <a:pt x="72" y="32"/>
                    </a:cubicBezTo>
                    <a:cubicBezTo>
                      <a:pt x="27" y="32"/>
                      <a:pt x="27" y="32"/>
                      <a:pt x="27" y="32"/>
                    </a:cubicBezTo>
                    <a:cubicBezTo>
                      <a:pt x="27" y="64"/>
                      <a:pt x="27" y="64"/>
                      <a:pt x="27" y="64"/>
                    </a:cubicBezTo>
                    <a:cubicBezTo>
                      <a:pt x="42" y="64"/>
                      <a:pt x="42" y="64"/>
                      <a:pt x="42" y="64"/>
                    </a:cubicBezTo>
                    <a:cubicBezTo>
                      <a:pt x="42" y="79"/>
                      <a:pt x="42" y="79"/>
                      <a:pt x="42" y="79"/>
                    </a:cubicBezTo>
                    <a:cubicBezTo>
                      <a:pt x="42" y="79"/>
                      <a:pt x="42" y="79"/>
                      <a:pt x="42" y="79"/>
                    </a:cubicBezTo>
                    <a:cubicBezTo>
                      <a:pt x="27" y="79"/>
                      <a:pt x="27" y="79"/>
                      <a:pt x="27" y="79"/>
                    </a:cubicBezTo>
                    <a:lnTo>
                      <a:pt x="27" y="114"/>
                    </a:lnTo>
                    <a:close/>
                    <a:moveTo>
                      <a:pt x="27" y="1"/>
                    </a:moveTo>
                    <a:cubicBezTo>
                      <a:pt x="14" y="25"/>
                      <a:pt x="14" y="25"/>
                      <a:pt x="14" y="25"/>
                    </a:cubicBezTo>
                    <a:cubicBezTo>
                      <a:pt x="0" y="41"/>
                      <a:pt x="0" y="41"/>
                      <a:pt x="0" y="41"/>
                    </a:cubicBezTo>
                    <a:cubicBezTo>
                      <a:pt x="0" y="87"/>
                      <a:pt x="0" y="87"/>
                      <a:pt x="0" y="87"/>
                    </a:cubicBezTo>
                    <a:cubicBezTo>
                      <a:pt x="0" y="91"/>
                      <a:pt x="0" y="91"/>
                      <a:pt x="0" y="91"/>
                    </a:cubicBezTo>
                    <a:cubicBezTo>
                      <a:pt x="0" y="107"/>
                      <a:pt x="0" y="107"/>
                      <a:pt x="0" y="107"/>
                    </a:cubicBezTo>
                    <a:cubicBezTo>
                      <a:pt x="0" y="111"/>
                      <a:pt x="3" y="114"/>
                      <a:pt x="7" y="114"/>
                    </a:cubicBezTo>
                    <a:cubicBezTo>
                      <a:pt x="27" y="114"/>
                      <a:pt x="27" y="114"/>
                      <a:pt x="27" y="114"/>
                    </a:cubicBezTo>
                    <a:cubicBezTo>
                      <a:pt x="27" y="79"/>
                      <a:pt x="27" y="79"/>
                      <a:pt x="27" y="79"/>
                    </a:cubicBezTo>
                    <a:cubicBezTo>
                      <a:pt x="13" y="79"/>
                      <a:pt x="13" y="79"/>
                      <a:pt x="13" y="79"/>
                    </a:cubicBezTo>
                    <a:cubicBezTo>
                      <a:pt x="13" y="64"/>
                      <a:pt x="13" y="64"/>
                      <a:pt x="13" y="64"/>
                    </a:cubicBezTo>
                    <a:cubicBezTo>
                      <a:pt x="27" y="64"/>
                      <a:pt x="27" y="64"/>
                      <a:pt x="27" y="64"/>
                    </a:cubicBezTo>
                    <a:cubicBezTo>
                      <a:pt x="27" y="32"/>
                      <a:pt x="27" y="32"/>
                      <a:pt x="27" y="32"/>
                    </a:cubicBezTo>
                    <a:cubicBezTo>
                      <a:pt x="24" y="32"/>
                      <a:pt x="24" y="32"/>
                      <a:pt x="24" y="32"/>
                    </a:cubicBezTo>
                    <a:cubicBezTo>
                      <a:pt x="27" y="26"/>
                      <a:pt x="27" y="26"/>
                      <a:pt x="27" y="26"/>
                    </a:cubicBezTo>
                    <a:lnTo>
                      <a:pt x="2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46" name="Oval 296"/>
              <p:cNvSpPr>
                <a:spLocks noChangeArrowheads="1"/>
              </p:cNvSpPr>
              <p:nvPr/>
            </p:nvSpPr>
            <p:spPr bwMode="auto">
              <a:xfrm>
                <a:off x="-1338263" y="1347787"/>
                <a:ext cx="134937" cy="1349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47" name="Freeform 297"/>
              <p:cNvSpPr>
                <a:spLocks/>
              </p:cNvSpPr>
              <p:nvPr/>
            </p:nvSpPr>
            <p:spPr bwMode="auto">
              <a:xfrm>
                <a:off x="-1431925" y="1504950"/>
                <a:ext cx="319087" cy="500063"/>
              </a:xfrm>
              <a:custGeom>
                <a:avLst/>
                <a:gdLst>
                  <a:gd name="T0" fmla="*/ 33 w 201"/>
                  <a:gd name="T1" fmla="*/ 60 h 315"/>
                  <a:gd name="T2" fmla="*/ 45 w 201"/>
                  <a:gd name="T3" fmla="*/ 60 h 315"/>
                  <a:gd name="T4" fmla="*/ 45 w 201"/>
                  <a:gd name="T5" fmla="*/ 161 h 315"/>
                  <a:gd name="T6" fmla="*/ 45 w 201"/>
                  <a:gd name="T7" fmla="*/ 161 h 315"/>
                  <a:gd name="T8" fmla="*/ 45 w 201"/>
                  <a:gd name="T9" fmla="*/ 315 h 315"/>
                  <a:gd name="T10" fmla="*/ 95 w 201"/>
                  <a:gd name="T11" fmla="*/ 315 h 315"/>
                  <a:gd name="T12" fmla="*/ 95 w 201"/>
                  <a:gd name="T13" fmla="*/ 149 h 315"/>
                  <a:gd name="T14" fmla="*/ 109 w 201"/>
                  <a:gd name="T15" fmla="*/ 149 h 315"/>
                  <a:gd name="T16" fmla="*/ 109 w 201"/>
                  <a:gd name="T17" fmla="*/ 315 h 315"/>
                  <a:gd name="T18" fmla="*/ 158 w 201"/>
                  <a:gd name="T19" fmla="*/ 315 h 315"/>
                  <a:gd name="T20" fmla="*/ 158 w 201"/>
                  <a:gd name="T21" fmla="*/ 149 h 315"/>
                  <a:gd name="T22" fmla="*/ 158 w 201"/>
                  <a:gd name="T23" fmla="*/ 149 h 315"/>
                  <a:gd name="T24" fmla="*/ 158 w 201"/>
                  <a:gd name="T25" fmla="*/ 60 h 315"/>
                  <a:gd name="T26" fmla="*/ 170 w 201"/>
                  <a:gd name="T27" fmla="*/ 60 h 315"/>
                  <a:gd name="T28" fmla="*/ 170 w 201"/>
                  <a:gd name="T29" fmla="*/ 149 h 315"/>
                  <a:gd name="T30" fmla="*/ 201 w 201"/>
                  <a:gd name="T31" fmla="*/ 149 h 315"/>
                  <a:gd name="T32" fmla="*/ 201 w 201"/>
                  <a:gd name="T33" fmla="*/ 0 h 315"/>
                  <a:gd name="T34" fmla="*/ 0 w 201"/>
                  <a:gd name="T35" fmla="*/ 0 h 315"/>
                  <a:gd name="T36" fmla="*/ 0 w 201"/>
                  <a:gd name="T37" fmla="*/ 149 h 315"/>
                  <a:gd name="T38" fmla="*/ 33 w 201"/>
                  <a:gd name="T39" fmla="*/ 149 h 315"/>
                  <a:gd name="T40" fmla="*/ 33 w 201"/>
                  <a:gd name="T41" fmla="*/ 60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01" h="315">
                    <a:moveTo>
                      <a:pt x="33" y="60"/>
                    </a:moveTo>
                    <a:lnTo>
                      <a:pt x="45" y="60"/>
                    </a:lnTo>
                    <a:lnTo>
                      <a:pt x="45" y="161"/>
                    </a:lnTo>
                    <a:lnTo>
                      <a:pt x="45" y="161"/>
                    </a:lnTo>
                    <a:lnTo>
                      <a:pt x="45" y="315"/>
                    </a:lnTo>
                    <a:lnTo>
                      <a:pt x="95" y="315"/>
                    </a:lnTo>
                    <a:lnTo>
                      <a:pt x="95" y="149"/>
                    </a:lnTo>
                    <a:lnTo>
                      <a:pt x="109" y="149"/>
                    </a:lnTo>
                    <a:lnTo>
                      <a:pt x="109" y="315"/>
                    </a:lnTo>
                    <a:lnTo>
                      <a:pt x="158" y="315"/>
                    </a:lnTo>
                    <a:lnTo>
                      <a:pt x="158" y="149"/>
                    </a:lnTo>
                    <a:lnTo>
                      <a:pt x="158" y="149"/>
                    </a:lnTo>
                    <a:lnTo>
                      <a:pt x="158" y="60"/>
                    </a:lnTo>
                    <a:lnTo>
                      <a:pt x="170" y="60"/>
                    </a:lnTo>
                    <a:lnTo>
                      <a:pt x="170" y="149"/>
                    </a:lnTo>
                    <a:lnTo>
                      <a:pt x="201" y="149"/>
                    </a:lnTo>
                    <a:lnTo>
                      <a:pt x="201" y="0"/>
                    </a:lnTo>
                    <a:lnTo>
                      <a:pt x="0" y="0"/>
                    </a:lnTo>
                    <a:lnTo>
                      <a:pt x="0" y="149"/>
                    </a:lnTo>
                    <a:lnTo>
                      <a:pt x="33" y="149"/>
                    </a:lnTo>
                    <a:lnTo>
                      <a:pt x="33"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48" name="Oval 298"/>
              <p:cNvSpPr>
                <a:spLocks noChangeArrowheads="1"/>
              </p:cNvSpPr>
              <p:nvPr/>
            </p:nvSpPr>
            <p:spPr bwMode="auto">
              <a:xfrm>
                <a:off x="-973138" y="1347787"/>
                <a:ext cx="134937" cy="1349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49" name="Freeform 299"/>
              <p:cNvSpPr>
                <a:spLocks/>
              </p:cNvSpPr>
              <p:nvPr/>
            </p:nvSpPr>
            <p:spPr bwMode="auto">
              <a:xfrm>
                <a:off x="-1090613" y="1504950"/>
                <a:ext cx="368300" cy="500063"/>
              </a:xfrm>
              <a:custGeom>
                <a:avLst/>
                <a:gdLst>
                  <a:gd name="T0" fmla="*/ 199 w 232"/>
                  <a:gd name="T1" fmla="*/ 149 h 315"/>
                  <a:gd name="T2" fmla="*/ 232 w 232"/>
                  <a:gd name="T3" fmla="*/ 149 h 315"/>
                  <a:gd name="T4" fmla="*/ 192 w 232"/>
                  <a:gd name="T5" fmla="*/ 0 h 315"/>
                  <a:gd name="T6" fmla="*/ 43 w 232"/>
                  <a:gd name="T7" fmla="*/ 0 h 315"/>
                  <a:gd name="T8" fmla="*/ 0 w 232"/>
                  <a:gd name="T9" fmla="*/ 149 h 315"/>
                  <a:gd name="T10" fmla="*/ 31 w 232"/>
                  <a:gd name="T11" fmla="*/ 149 h 315"/>
                  <a:gd name="T12" fmla="*/ 57 w 232"/>
                  <a:gd name="T13" fmla="*/ 60 h 315"/>
                  <a:gd name="T14" fmla="*/ 66 w 232"/>
                  <a:gd name="T15" fmla="*/ 60 h 315"/>
                  <a:gd name="T16" fmla="*/ 24 w 232"/>
                  <a:gd name="T17" fmla="*/ 225 h 315"/>
                  <a:gd name="T18" fmla="*/ 59 w 232"/>
                  <a:gd name="T19" fmla="*/ 225 h 315"/>
                  <a:gd name="T20" fmla="*/ 59 w 232"/>
                  <a:gd name="T21" fmla="*/ 315 h 315"/>
                  <a:gd name="T22" fmla="*/ 109 w 232"/>
                  <a:gd name="T23" fmla="*/ 315 h 315"/>
                  <a:gd name="T24" fmla="*/ 109 w 232"/>
                  <a:gd name="T25" fmla="*/ 225 h 315"/>
                  <a:gd name="T26" fmla="*/ 123 w 232"/>
                  <a:gd name="T27" fmla="*/ 225 h 315"/>
                  <a:gd name="T28" fmla="*/ 123 w 232"/>
                  <a:gd name="T29" fmla="*/ 315 h 315"/>
                  <a:gd name="T30" fmla="*/ 173 w 232"/>
                  <a:gd name="T31" fmla="*/ 315 h 315"/>
                  <a:gd name="T32" fmla="*/ 173 w 232"/>
                  <a:gd name="T33" fmla="*/ 225 h 315"/>
                  <a:gd name="T34" fmla="*/ 208 w 232"/>
                  <a:gd name="T35" fmla="*/ 225 h 315"/>
                  <a:gd name="T36" fmla="*/ 163 w 232"/>
                  <a:gd name="T37" fmla="*/ 60 h 315"/>
                  <a:gd name="T38" fmla="*/ 175 w 232"/>
                  <a:gd name="T39" fmla="*/ 60 h 315"/>
                  <a:gd name="T40" fmla="*/ 199 w 232"/>
                  <a:gd name="T41" fmla="*/ 149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2" h="315">
                    <a:moveTo>
                      <a:pt x="199" y="149"/>
                    </a:moveTo>
                    <a:lnTo>
                      <a:pt x="232" y="149"/>
                    </a:lnTo>
                    <a:lnTo>
                      <a:pt x="192" y="0"/>
                    </a:lnTo>
                    <a:lnTo>
                      <a:pt x="43" y="0"/>
                    </a:lnTo>
                    <a:lnTo>
                      <a:pt x="0" y="149"/>
                    </a:lnTo>
                    <a:lnTo>
                      <a:pt x="31" y="149"/>
                    </a:lnTo>
                    <a:lnTo>
                      <a:pt x="57" y="60"/>
                    </a:lnTo>
                    <a:lnTo>
                      <a:pt x="66" y="60"/>
                    </a:lnTo>
                    <a:lnTo>
                      <a:pt x="24" y="225"/>
                    </a:lnTo>
                    <a:lnTo>
                      <a:pt x="59" y="225"/>
                    </a:lnTo>
                    <a:lnTo>
                      <a:pt x="59" y="315"/>
                    </a:lnTo>
                    <a:lnTo>
                      <a:pt x="109" y="315"/>
                    </a:lnTo>
                    <a:lnTo>
                      <a:pt x="109" y="225"/>
                    </a:lnTo>
                    <a:lnTo>
                      <a:pt x="123" y="225"/>
                    </a:lnTo>
                    <a:lnTo>
                      <a:pt x="123" y="315"/>
                    </a:lnTo>
                    <a:lnTo>
                      <a:pt x="173" y="315"/>
                    </a:lnTo>
                    <a:lnTo>
                      <a:pt x="173" y="225"/>
                    </a:lnTo>
                    <a:lnTo>
                      <a:pt x="208" y="225"/>
                    </a:lnTo>
                    <a:lnTo>
                      <a:pt x="163" y="60"/>
                    </a:lnTo>
                    <a:lnTo>
                      <a:pt x="175" y="60"/>
                    </a:lnTo>
                    <a:lnTo>
                      <a:pt x="199" y="1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50" name="Freeform 300"/>
              <p:cNvSpPr>
                <a:spLocks/>
              </p:cNvSpPr>
              <p:nvPr/>
            </p:nvSpPr>
            <p:spPr bwMode="auto">
              <a:xfrm>
                <a:off x="-1720850" y="701675"/>
                <a:ext cx="574675" cy="533400"/>
              </a:xfrm>
              <a:custGeom>
                <a:avLst/>
                <a:gdLst>
                  <a:gd name="T0" fmla="*/ 91 w 153"/>
                  <a:gd name="T1" fmla="*/ 71 h 142"/>
                  <a:gd name="T2" fmla="*/ 117 w 153"/>
                  <a:gd name="T3" fmla="*/ 50 h 142"/>
                  <a:gd name="T4" fmla="*/ 123 w 153"/>
                  <a:gd name="T5" fmla="*/ 50 h 142"/>
                  <a:gd name="T6" fmla="*/ 140 w 153"/>
                  <a:gd name="T7" fmla="*/ 63 h 142"/>
                  <a:gd name="T8" fmla="*/ 151 w 153"/>
                  <a:gd name="T9" fmla="*/ 58 h 142"/>
                  <a:gd name="T10" fmla="*/ 150 w 153"/>
                  <a:gd name="T11" fmla="*/ 35 h 142"/>
                  <a:gd name="T12" fmla="*/ 103 w 153"/>
                  <a:gd name="T13" fmla="*/ 5 h 142"/>
                  <a:gd name="T14" fmla="*/ 73 w 153"/>
                  <a:gd name="T15" fmla="*/ 32 h 142"/>
                  <a:gd name="T16" fmla="*/ 35 w 153"/>
                  <a:gd name="T17" fmla="*/ 20 h 142"/>
                  <a:gd name="T18" fmla="*/ 4 w 153"/>
                  <a:gd name="T19" fmla="*/ 67 h 142"/>
                  <a:gd name="T20" fmla="*/ 97 w 153"/>
                  <a:gd name="T21" fmla="*/ 142 h 142"/>
                  <a:gd name="T22" fmla="*/ 113 w 153"/>
                  <a:gd name="T23" fmla="*/ 128 h 142"/>
                  <a:gd name="T24" fmla="*/ 91 w 153"/>
                  <a:gd name="T25" fmla="*/ 71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3" h="142">
                    <a:moveTo>
                      <a:pt x="91" y="71"/>
                    </a:moveTo>
                    <a:cubicBezTo>
                      <a:pt x="93" y="58"/>
                      <a:pt x="104" y="50"/>
                      <a:pt x="117" y="50"/>
                    </a:cubicBezTo>
                    <a:cubicBezTo>
                      <a:pt x="119" y="50"/>
                      <a:pt x="121" y="50"/>
                      <a:pt x="123" y="50"/>
                    </a:cubicBezTo>
                    <a:cubicBezTo>
                      <a:pt x="130" y="52"/>
                      <a:pt x="136" y="57"/>
                      <a:pt x="140" y="63"/>
                    </a:cubicBezTo>
                    <a:cubicBezTo>
                      <a:pt x="143" y="60"/>
                      <a:pt x="147" y="59"/>
                      <a:pt x="151" y="58"/>
                    </a:cubicBezTo>
                    <a:cubicBezTo>
                      <a:pt x="153" y="44"/>
                      <a:pt x="150" y="35"/>
                      <a:pt x="150" y="35"/>
                    </a:cubicBezTo>
                    <a:cubicBezTo>
                      <a:pt x="145" y="13"/>
                      <a:pt x="124" y="0"/>
                      <a:pt x="103" y="5"/>
                    </a:cubicBezTo>
                    <a:cubicBezTo>
                      <a:pt x="88" y="8"/>
                      <a:pt x="77" y="18"/>
                      <a:pt x="73" y="32"/>
                    </a:cubicBezTo>
                    <a:cubicBezTo>
                      <a:pt x="64" y="21"/>
                      <a:pt x="49" y="16"/>
                      <a:pt x="35" y="20"/>
                    </a:cubicBezTo>
                    <a:cubicBezTo>
                      <a:pt x="13" y="24"/>
                      <a:pt x="0" y="46"/>
                      <a:pt x="4" y="67"/>
                    </a:cubicBezTo>
                    <a:cubicBezTo>
                      <a:pt x="4" y="67"/>
                      <a:pt x="13" y="120"/>
                      <a:pt x="97" y="142"/>
                    </a:cubicBezTo>
                    <a:cubicBezTo>
                      <a:pt x="103" y="138"/>
                      <a:pt x="109" y="133"/>
                      <a:pt x="113" y="128"/>
                    </a:cubicBezTo>
                    <a:cubicBezTo>
                      <a:pt x="84" y="99"/>
                      <a:pt x="90" y="73"/>
                      <a:pt x="91" y="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51" name="Freeform 301"/>
              <p:cNvSpPr>
                <a:spLocks/>
              </p:cNvSpPr>
              <p:nvPr/>
            </p:nvSpPr>
            <p:spPr bwMode="auto">
              <a:xfrm>
                <a:off x="-1390650" y="904875"/>
                <a:ext cx="341312" cy="288925"/>
              </a:xfrm>
              <a:custGeom>
                <a:avLst/>
                <a:gdLst>
                  <a:gd name="T0" fmla="*/ 71 w 91"/>
                  <a:gd name="T1" fmla="*/ 9 h 77"/>
                  <a:gd name="T2" fmla="*/ 66 w 91"/>
                  <a:gd name="T3" fmla="*/ 9 h 77"/>
                  <a:gd name="T4" fmla="*/ 62 w 91"/>
                  <a:gd name="T5" fmla="*/ 9 h 77"/>
                  <a:gd name="T6" fmla="*/ 50 w 91"/>
                  <a:gd name="T7" fmla="*/ 16 h 77"/>
                  <a:gd name="T8" fmla="*/ 34 w 91"/>
                  <a:gd name="T9" fmla="*/ 1 h 77"/>
                  <a:gd name="T10" fmla="*/ 29 w 91"/>
                  <a:gd name="T11" fmla="*/ 0 h 77"/>
                  <a:gd name="T12" fmla="*/ 7 w 91"/>
                  <a:gd name="T13" fmla="*/ 18 h 77"/>
                  <a:gd name="T14" fmla="*/ 29 w 91"/>
                  <a:gd name="T15" fmla="*/ 71 h 77"/>
                  <a:gd name="T16" fmla="*/ 36 w 91"/>
                  <a:gd name="T17" fmla="*/ 77 h 77"/>
                  <a:gd name="T18" fmla="*/ 88 w 91"/>
                  <a:gd name="T19" fmla="*/ 36 h 77"/>
                  <a:gd name="T20" fmla="*/ 71 w 91"/>
                  <a:gd name="T21" fmla="*/ 9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1" h="77">
                    <a:moveTo>
                      <a:pt x="71" y="9"/>
                    </a:moveTo>
                    <a:cubicBezTo>
                      <a:pt x="69" y="9"/>
                      <a:pt x="68" y="9"/>
                      <a:pt x="66" y="9"/>
                    </a:cubicBezTo>
                    <a:cubicBezTo>
                      <a:pt x="65" y="9"/>
                      <a:pt x="63" y="9"/>
                      <a:pt x="62" y="9"/>
                    </a:cubicBezTo>
                    <a:cubicBezTo>
                      <a:pt x="57" y="10"/>
                      <a:pt x="53" y="13"/>
                      <a:pt x="50" y="16"/>
                    </a:cubicBezTo>
                    <a:cubicBezTo>
                      <a:pt x="48" y="9"/>
                      <a:pt x="42" y="3"/>
                      <a:pt x="34" y="1"/>
                    </a:cubicBezTo>
                    <a:cubicBezTo>
                      <a:pt x="32" y="0"/>
                      <a:pt x="30" y="0"/>
                      <a:pt x="29" y="0"/>
                    </a:cubicBezTo>
                    <a:cubicBezTo>
                      <a:pt x="19" y="0"/>
                      <a:pt x="9" y="7"/>
                      <a:pt x="7" y="18"/>
                    </a:cubicBezTo>
                    <a:cubicBezTo>
                      <a:pt x="7" y="18"/>
                      <a:pt x="0" y="42"/>
                      <a:pt x="29" y="71"/>
                    </a:cubicBezTo>
                    <a:cubicBezTo>
                      <a:pt x="31" y="73"/>
                      <a:pt x="33" y="75"/>
                      <a:pt x="36" y="77"/>
                    </a:cubicBezTo>
                    <a:cubicBezTo>
                      <a:pt x="83" y="65"/>
                      <a:pt x="88" y="36"/>
                      <a:pt x="88" y="36"/>
                    </a:cubicBezTo>
                    <a:cubicBezTo>
                      <a:pt x="91" y="24"/>
                      <a:pt x="83" y="12"/>
                      <a:pt x="71"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52" name="Rectangle 302"/>
              <p:cNvSpPr>
                <a:spLocks noChangeArrowheads="1"/>
              </p:cNvSpPr>
              <p:nvPr/>
            </p:nvSpPr>
            <p:spPr bwMode="auto">
              <a:xfrm>
                <a:off x="-3956050" y="6067425"/>
                <a:ext cx="44450" cy="1158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53" name="Freeform 303"/>
              <p:cNvSpPr>
                <a:spLocks/>
              </p:cNvSpPr>
              <p:nvPr/>
            </p:nvSpPr>
            <p:spPr bwMode="auto">
              <a:xfrm>
                <a:off x="-3760788" y="6067425"/>
                <a:ext cx="192087" cy="115888"/>
              </a:xfrm>
              <a:custGeom>
                <a:avLst/>
                <a:gdLst>
                  <a:gd name="T0" fmla="*/ 121 w 121"/>
                  <a:gd name="T1" fmla="*/ 73 h 73"/>
                  <a:gd name="T2" fmla="*/ 121 w 121"/>
                  <a:gd name="T3" fmla="*/ 0 h 73"/>
                  <a:gd name="T4" fmla="*/ 73 w 121"/>
                  <a:gd name="T5" fmla="*/ 0 h 73"/>
                  <a:gd name="T6" fmla="*/ 0 w 121"/>
                  <a:gd name="T7" fmla="*/ 73 h 73"/>
                  <a:gd name="T8" fmla="*/ 121 w 121"/>
                  <a:gd name="T9" fmla="*/ 73 h 73"/>
                </a:gdLst>
                <a:ahLst/>
                <a:cxnLst>
                  <a:cxn ang="0">
                    <a:pos x="T0" y="T1"/>
                  </a:cxn>
                  <a:cxn ang="0">
                    <a:pos x="T2" y="T3"/>
                  </a:cxn>
                  <a:cxn ang="0">
                    <a:pos x="T4" y="T5"/>
                  </a:cxn>
                  <a:cxn ang="0">
                    <a:pos x="T6" y="T7"/>
                  </a:cxn>
                  <a:cxn ang="0">
                    <a:pos x="T8" y="T9"/>
                  </a:cxn>
                </a:cxnLst>
                <a:rect l="0" t="0" r="r" b="b"/>
                <a:pathLst>
                  <a:path w="121" h="73">
                    <a:moveTo>
                      <a:pt x="121" y="73"/>
                    </a:moveTo>
                    <a:lnTo>
                      <a:pt x="121" y="0"/>
                    </a:lnTo>
                    <a:lnTo>
                      <a:pt x="73" y="0"/>
                    </a:lnTo>
                    <a:lnTo>
                      <a:pt x="0" y="73"/>
                    </a:lnTo>
                    <a:lnTo>
                      <a:pt x="121" y="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54" name="Freeform 304"/>
              <p:cNvSpPr>
                <a:spLocks/>
              </p:cNvSpPr>
              <p:nvPr/>
            </p:nvSpPr>
            <p:spPr bwMode="auto">
              <a:xfrm>
                <a:off x="-3892550" y="6067425"/>
                <a:ext cx="128587" cy="115888"/>
              </a:xfrm>
              <a:custGeom>
                <a:avLst/>
                <a:gdLst>
                  <a:gd name="T0" fmla="*/ 81 w 81"/>
                  <a:gd name="T1" fmla="*/ 0 h 73"/>
                  <a:gd name="T2" fmla="*/ 0 w 81"/>
                  <a:gd name="T3" fmla="*/ 0 h 73"/>
                  <a:gd name="T4" fmla="*/ 0 w 81"/>
                  <a:gd name="T5" fmla="*/ 73 h 73"/>
                  <a:gd name="T6" fmla="*/ 7 w 81"/>
                  <a:gd name="T7" fmla="*/ 73 h 73"/>
                  <a:gd name="T8" fmla="*/ 81 w 81"/>
                  <a:gd name="T9" fmla="*/ 0 h 73"/>
                </a:gdLst>
                <a:ahLst/>
                <a:cxnLst>
                  <a:cxn ang="0">
                    <a:pos x="T0" y="T1"/>
                  </a:cxn>
                  <a:cxn ang="0">
                    <a:pos x="T2" y="T3"/>
                  </a:cxn>
                  <a:cxn ang="0">
                    <a:pos x="T4" y="T5"/>
                  </a:cxn>
                  <a:cxn ang="0">
                    <a:pos x="T6" y="T7"/>
                  </a:cxn>
                  <a:cxn ang="0">
                    <a:pos x="T8" y="T9"/>
                  </a:cxn>
                </a:cxnLst>
                <a:rect l="0" t="0" r="r" b="b"/>
                <a:pathLst>
                  <a:path w="81" h="73">
                    <a:moveTo>
                      <a:pt x="81" y="0"/>
                    </a:moveTo>
                    <a:lnTo>
                      <a:pt x="0" y="0"/>
                    </a:lnTo>
                    <a:lnTo>
                      <a:pt x="0" y="73"/>
                    </a:lnTo>
                    <a:lnTo>
                      <a:pt x="7" y="73"/>
                    </a:lnTo>
                    <a:lnTo>
                      <a:pt x="8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55" name="Freeform 305"/>
              <p:cNvSpPr>
                <a:spLocks noEditPoints="1"/>
              </p:cNvSpPr>
              <p:nvPr/>
            </p:nvSpPr>
            <p:spPr bwMode="auto">
              <a:xfrm>
                <a:off x="-4068763" y="5816600"/>
                <a:ext cx="612775" cy="614363"/>
              </a:xfrm>
              <a:custGeom>
                <a:avLst/>
                <a:gdLst>
                  <a:gd name="T0" fmla="*/ 94 w 163"/>
                  <a:gd name="T1" fmla="*/ 163 h 164"/>
                  <a:gd name="T2" fmla="*/ 163 w 163"/>
                  <a:gd name="T3" fmla="*/ 82 h 164"/>
                  <a:gd name="T4" fmla="*/ 94 w 163"/>
                  <a:gd name="T5" fmla="*/ 1 h 164"/>
                  <a:gd name="T6" fmla="*/ 94 w 163"/>
                  <a:gd name="T7" fmla="*/ 15 h 164"/>
                  <a:gd name="T8" fmla="*/ 125 w 163"/>
                  <a:gd name="T9" fmla="*/ 29 h 164"/>
                  <a:gd name="T10" fmla="*/ 94 w 163"/>
                  <a:gd name="T11" fmla="*/ 60 h 164"/>
                  <a:gd name="T12" fmla="*/ 94 w 163"/>
                  <a:gd name="T13" fmla="*/ 79 h 164"/>
                  <a:gd name="T14" fmla="*/ 107 w 163"/>
                  <a:gd name="T15" fmla="*/ 67 h 164"/>
                  <a:gd name="T16" fmla="*/ 109 w 163"/>
                  <a:gd name="T17" fmla="*/ 64 h 164"/>
                  <a:gd name="T18" fmla="*/ 111 w 163"/>
                  <a:gd name="T19" fmla="*/ 62 h 164"/>
                  <a:gd name="T20" fmla="*/ 134 w 163"/>
                  <a:gd name="T21" fmla="*/ 39 h 164"/>
                  <a:gd name="T22" fmla="*/ 150 w 163"/>
                  <a:gd name="T23" fmla="*/ 82 h 164"/>
                  <a:gd name="T24" fmla="*/ 150 w 163"/>
                  <a:gd name="T25" fmla="*/ 82 h 164"/>
                  <a:gd name="T26" fmla="*/ 94 w 163"/>
                  <a:gd name="T27" fmla="*/ 149 h 164"/>
                  <a:gd name="T28" fmla="*/ 94 w 163"/>
                  <a:gd name="T29" fmla="*/ 163 h 164"/>
                  <a:gd name="T30" fmla="*/ 81 w 163"/>
                  <a:gd name="T31" fmla="*/ 164 h 164"/>
                  <a:gd name="T32" fmla="*/ 94 w 163"/>
                  <a:gd name="T33" fmla="*/ 163 h 164"/>
                  <a:gd name="T34" fmla="*/ 94 w 163"/>
                  <a:gd name="T35" fmla="*/ 149 h 164"/>
                  <a:gd name="T36" fmla="*/ 81 w 163"/>
                  <a:gd name="T37" fmla="*/ 151 h 164"/>
                  <a:gd name="T38" fmla="*/ 38 w 163"/>
                  <a:gd name="T39" fmla="*/ 135 h 164"/>
                  <a:gd name="T40" fmla="*/ 71 w 163"/>
                  <a:gd name="T41" fmla="*/ 102 h 164"/>
                  <a:gd name="T42" fmla="*/ 73 w 163"/>
                  <a:gd name="T43" fmla="*/ 100 h 164"/>
                  <a:gd name="T44" fmla="*/ 76 w 163"/>
                  <a:gd name="T45" fmla="*/ 98 h 164"/>
                  <a:gd name="T46" fmla="*/ 94 w 163"/>
                  <a:gd name="T47" fmla="*/ 79 h 164"/>
                  <a:gd name="T48" fmla="*/ 94 w 163"/>
                  <a:gd name="T49" fmla="*/ 60 h 164"/>
                  <a:gd name="T50" fmla="*/ 92 w 163"/>
                  <a:gd name="T51" fmla="*/ 62 h 164"/>
                  <a:gd name="T52" fmla="*/ 90 w 163"/>
                  <a:gd name="T53" fmla="*/ 64 h 164"/>
                  <a:gd name="T54" fmla="*/ 87 w 163"/>
                  <a:gd name="T55" fmla="*/ 67 h 164"/>
                  <a:gd name="T56" fmla="*/ 56 w 163"/>
                  <a:gd name="T57" fmla="*/ 98 h 164"/>
                  <a:gd name="T58" fmla="*/ 54 w 163"/>
                  <a:gd name="T59" fmla="*/ 100 h 164"/>
                  <a:gd name="T60" fmla="*/ 52 w 163"/>
                  <a:gd name="T61" fmla="*/ 102 h 164"/>
                  <a:gd name="T62" fmla="*/ 29 w 163"/>
                  <a:gd name="T63" fmla="*/ 125 h 164"/>
                  <a:gd name="T64" fmla="*/ 13 w 163"/>
                  <a:gd name="T65" fmla="*/ 82 h 164"/>
                  <a:gd name="T66" fmla="*/ 81 w 163"/>
                  <a:gd name="T67" fmla="*/ 14 h 164"/>
                  <a:gd name="T68" fmla="*/ 81 w 163"/>
                  <a:gd name="T69" fmla="*/ 14 h 164"/>
                  <a:gd name="T70" fmla="*/ 94 w 163"/>
                  <a:gd name="T71" fmla="*/ 15 h 164"/>
                  <a:gd name="T72" fmla="*/ 94 w 163"/>
                  <a:gd name="T73" fmla="*/ 1 h 164"/>
                  <a:gd name="T74" fmla="*/ 81 w 163"/>
                  <a:gd name="T75" fmla="*/ 0 h 164"/>
                  <a:gd name="T76" fmla="*/ 0 w 163"/>
                  <a:gd name="T77" fmla="*/ 82 h 164"/>
                  <a:gd name="T78" fmla="*/ 81 w 163"/>
                  <a:gd name="T79" fmla="*/ 164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3" h="164">
                    <a:moveTo>
                      <a:pt x="94" y="163"/>
                    </a:moveTo>
                    <a:cubicBezTo>
                      <a:pt x="133" y="157"/>
                      <a:pt x="163" y="123"/>
                      <a:pt x="163" y="82"/>
                    </a:cubicBezTo>
                    <a:cubicBezTo>
                      <a:pt x="163" y="41"/>
                      <a:pt x="133" y="7"/>
                      <a:pt x="94" y="1"/>
                    </a:cubicBezTo>
                    <a:cubicBezTo>
                      <a:pt x="94" y="15"/>
                      <a:pt x="94" y="15"/>
                      <a:pt x="94" y="15"/>
                    </a:cubicBezTo>
                    <a:cubicBezTo>
                      <a:pt x="106" y="17"/>
                      <a:pt x="116" y="22"/>
                      <a:pt x="125" y="29"/>
                    </a:cubicBezTo>
                    <a:cubicBezTo>
                      <a:pt x="94" y="60"/>
                      <a:pt x="94" y="60"/>
                      <a:pt x="94" y="60"/>
                    </a:cubicBezTo>
                    <a:cubicBezTo>
                      <a:pt x="94" y="79"/>
                      <a:pt x="94" y="79"/>
                      <a:pt x="94" y="79"/>
                    </a:cubicBezTo>
                    <a:cubicBezTo>
                      <a:pt x="107" y="67"/>
                      <a:pt x="107" y="67"/>
                      <a:pt x="107" y="67"/>
                    </a:cubicBezTo>
                    <a:cubicBezTo>
                      <a:pt x="109" y="64"/>
                      <a:pt x="109" y="64"/>
                      <a:pt x="109" y="64"/>
                    </a:cubicBezTo>
                    <a:cubicBezTo>
                      <a:pt x="111" y="62"/>
                      <a:pt x="111" y="62"/>
                      <a:pt x="111" y="62"/>
                    </a:cubicBezTo>
                    <a:cubicBezTo>
                      <a:pt x="134" y="39"/>
                      <a:pt x="134" y="39"/>
                      <a:pt x="134" y="39"/>
                    </a:cubicBezTo>
                    <a:cubicBezTo>
                      <a:pt x="144" y="51"/>
                      <a:pt x="150" y="66"/>
                      <a:pt x="150" y="82"/>
                    </a:cubicBezTo>
                    <a:cubicBezTo>
                      <a:pt x="150" y="82"/>
                      <a:pt x="150" y="82"/>
                      <a:pt x="150" y="82"/>
                    </a:cubicBezTo>
                    <a:cubicBezTo>
                      <a:pt x="150" y="116"/>
                      <a:pt x="126" y="143"/>
                      <a:pt x="94" y="149"/>
                    </a:cubicBezTo>
                    <a:lnTo>
                      <a:pt x="94" y="163"/>
                    </a:lnTo>
                    <a:close/>
                    <a:moveTo>
                      <a:pt x="81" y="164"/>
                    </a:moveTo>
                    <a:cubicBezTo>
                      <a:pt x="86" y="164"/>
                      <a:pt x="90" y="164"/>
                      <a:pt x="94" y="163"/>
                    </a:cubicBezTo>
                    <a:cubicBezTo>
                      <a:pt x="94" y="149"/>
                      <a:pt x="94" y="149"/>
                      <a:pt x="94" y="149"/>
                    </a:cubicBezTo>
                    <a:cubicBezTo>
                      <a:pt x="90" y="150"/>
                      <a:pt x="86" y="151"/>
                      <a:pt x="81" y="151"/>
                    </a:cubicBezTo>
                    <a:cubicBezTo>
                      <a:pt x="65" y="151"/>
                      <a:pt x="50" y="145"/>
                      <a:pt x="38" y="135"/>
                    </a:cubicBezTo>
                    <a:cubicBezTo>
                      <a:pt x="71" y="102"/>
                      <a:pt x="71" y="102"/>
                      <a:pt x="71" y="102"/>
                    </a:cubicBezTo>
                    <a:cubicBezTo>
                      <a:pt x="73" y="100"/>
                      <a:pt x="73" y="100"/>
                      <a:pt x="73" y="100"/>
                    </a:cubicBezTo>
                    <a:cubicBezTo>
                      <a:pt x="76" y="98"/>
                      <a:pt x="76" y="98"/>
                      <a:pt x="76" y="98"/>
                    </a:cubicBezTo>
                    <a:cubicBezTo>
                      <a:pt x="94" y="79"/>
                      <a:pt x="94" y="79"/>
                      <a:pt x="94" y="79"/>
                    </a:cubicBezTo>
                    <a:cubicBezTo>
                      <a:pt x="94" y="60"/>
                      <a:pt x="94" y="60"/>
                      <a:pt x="94" y="60"/>
                    </a:cubicBezTo>
                    <a:cubicBezTo>
                      <a:pt x="92" y="62"/>
                      <a:pt x="92" y="62"/>
                      <a:pt x="92" y="62"/>
                    </a:cubicBezTo>
                    <a:cubicBezTo>
                      <a:pt x="90" y="64"/>
                      <a:pt x="90" y="64"/>
                      <a:pt x="90" y="64"/>
                    </a:cubicBezTo>
                    <a:cubicBezTo>
                      <a:pt x="87" y="67"/>
                      <a:pt x="87" y="67"/>
                      <a:pt x="87" y="67"/>
                    </a:cubicBezTo>
                    <a:cubicBezTo>
                      <a:pt x="56" y="98"/>
                      <a:pt x="56" y="98"/>
                      <a:pt x="56" y="98"/>
                    </a:cubicBezTo>
                    <a:cubicBezTo>
                      <a:pt x="54" y="100"/>
                      <a:pt x="54" y="100"/>
                      <a:pt x="54" y="100"/>
                    </a:cubicBezTo>
                    <a:cubicBezTo>
                      <a:pt x="52" y="102"/>
                      <a:pt x="52" y="102"/>
                      <a:pt x="52" y="102"/>
                    </a:cubicBezTo>
                    <a:cubicBezTo>
                      <a:pt x="29" y="125"/>
                      <a:pt x="29" y="125"/>
                      <a:pt x="29" y="125"/>
                    </a:cubicBezTo>
                    <a:cubicBezTo>
                      <a:pt x="19" y="114"/>
                      <a:pt x="13" y="99"/>
                      <a:pt x="13" y="82"/>
                    </a:cubicBezTo>
                    <a:cubicBezTo>
                      <a:pt x="13" y="45"/>
                      <a:pt x="44" y="14"/>
                      <a:pt x="81" y="14"/>
                    </a:cubicBezTo>
                    <a:cubicBezTo>
                      <a:pt x="81" y="14"/>
                      <a:pt x="81" y="14"/>
                      <a:pt x="81" y="14"/>
                    </a:cubicBezTo>
                    <a:cubicBezTo>
                      <a:pt x="86" y="14"/>
                      <a:pt x="90" y="14"/>
                      <a:pt x="94" y="15"/>
                    </a:cubicBezTo>
                    <a:cubicBezTo>
                      <a:pt x="94" y="1"/>
                      <a:pt x="94" y="1"/>
                      <a:pt x="94" y="1"/>
                    </a:cubicBezTo>
                    <a:cubicBezTo>
                      <a:pt x="90" y="1"/>
                      <a:pt x="86" y="0"/>
                      <a:pt x="81" y="0"/>
                    </a:cubicBezTo>
                    <a:cubicBezTo>
                      <a:pt x="36" y="0"/>
                      <a:pt x="0" y="37"/>
                      <a:pt x="0" y="82"/>
                    </a:cubicBezTo>
                    <a:cubicBezTo>
                      <a:pt x="0" y="128"/>
                      <a:pt x="36" y="164"/>
                      <a:pt x="81" y="1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56" name="Freeform 306"/>
              <p:cNvSpPr>
                <a:spLocks/>
              </p:cNvSpPr>
              <p:nvPr/>
            </p:nvSpPr>
            <p:spPr bwMode="auto">
              <a:xfrm>
                <a:off x="-1849438" y="8631238"/>
                <a:ext cx="128587" cy="120650"/>
              </a:xfrm>
              <a:custGeom>
                <a:avLst/>
                <a:gdLst>
                  <a:gd name="T0" fmla="*/ 24 w 34"/>
                  <a:gd name="T1" fmla="*/ 0 h 32"/>
                  <a:gd name="T2" fmla="*/ 0 w 34"/>
                  <a:gd name="T3" fmla="*/ 32 h 32"/>
                  <a:gd name="T4" fmla="*/ 16 w 34"/>
                  <a:gd name="T5" fmla="*/ 32 h 32"/>
                  <a:gd name="T6" fmla="*/ 34 w 34"/>
                  <a:gd name="T7" fmla="*/ 8 h 32"/>
                  <a:gd name="T8" fmla="*/ 24 w 34"/>
                  <a:gd name="T9" fmla="*/ 0 h 32"/>
                </a:gdLst>
                <a:ahLst/>
                <a:cxnLst>
                  <a:cxn ang="0">
                    <a:pos x="T0" y="T1"/>
                  </a:cxn>
                  <a:cxn ang="0">
                    <a:pos x="T2" y="T3"/>
                  </a:cxn>
                  <a:cxn ang="0">
                    <a:pos x="T4" y="T5"/>
                  </a:cxn>
                  <a:cxn ang="0">
                    <a:pos x="T6" y="T7"/>
                  </a:cxn>
                  <a:cxn ang="0">
                    <a:pos x="T8" y="T9"/>
                  </a:cxn>
                </a:cxnLst>
                <a:rect l="0" t="0" r="r" b="b"/>
                <a:pathLst>
                  <a:path w="34" h="32">
                    <a:moveTo>
                      <a:pt x="24" y="0"/>
                    </a:moveTo>
                    <a:cubicBezTo>
                      <a:pt x="0" y="32"/>
                      <a:pt x="0" y="32"/>
                      <a:pt x="0" y="32"/>
                    </a:cubicBezTo>
                    <a:cubicBezTo>
                      <a:pt x="16" y="32"/>
                      <a:pt x="16" y="32"/>
                      <a:pt x="16" y="32"/>
                    </a:cubicBezTo>
                    <a:cubicBezTo>
                      <a:pt x="34" y="8"/>
                      <a:pt x="34" y="8"/>
                      <a:pt x="34" y="8"/>
                    </a:cubicBezTo>
                    <a:cubicBezTo>
                      <a:pt x="30" y="7"/>
                      <a:pt x="26" y="4"/>
                      <a:pt x="2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57" name="Freeform 307"/>
              <p:cNvSpPr>
                <a:spLocks/>
              </p:cNvSpPr>
              <p:nvPr/>
            </p:nvSpPr>
            <p:spPr bwMode="auto">
              <a:xfrm>
                <a:off x="-1747838" y="8578850"/>
                <a:ext cx="68262" cy="68263"/>
              </a:xfrm>
              <a:custGeom>
                <a:avLst/>
                <a:gdLst>
                  <a:gd name="T0" fmla="*/ 9 w 18"/>
                  <a:gd name="T1" fmla="*/ 18 h 18"/>
                  <a:gd name="T2" fmla="*/ 10 w 18"/>
                  <a:gd name="T3" fmla="*/ 18 h 18"/>
                  <a:gd name="T4" fmla="*/ 11 w 18"/>
                  <a:gd name="T5" fmla="*/ 18 h 18"/>
                  <a:gd name="T6" fmla="*/ 18 w 18"/>
                  <a:gd name="T7" fmla="*/ 9 h 18"/>
                  <a:gd name="T8" fmla="*/ 18 w 18"/>
                  <a:gd name="T9" fmla="*/ 9 h 18"/>
                  <a:gd name="T10" fmla="*/ 18 w 18"/>
                  <a:gd name="T11" fmla="*/ 7 h 18"/>
                  <a:gd name="T12" fmla="*/ 9 w 18"/>
                  <a:gd name="T13" fmla="*/ 0 h 18"/>
                  <a:gd name="T14" fmla="*/ 7 w 18"/>
                  <a:gd name="T15" fmla="*/ 0 h 18"/>
                  <a:gd name="T16" fmla="*/ 0 w 18"/>
                  <a:gd name="T17" fmla="*/ 10 h 18"/>
                  <a:gd name="T18" fmla="*/ 0 w 18"/>
                  <a:gd name="T19" fmla="*/ 11 h 18"/>
                  <a:gd name="T20" fmla="*/ 9 w 18"/>
                  <a:gd name="T21"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8">
                    <a:moveTo>
                      <a:pt x="9" y="18"/>
                    </a:moveTo>
                    <a:cubicBezTo>
                      <a:pt x="9" y="18"/>
                      <a:pt x="10" y="18"/>
                      <a:pt x="10" y="18"/>
                    </a:cubicBezTo>
                    <a:cubicBezTo>
                      <a:pt x="10" y="18"/>
                      <a:pt x="11" y="18"/>
                      <a:pt x="11" y="18"/>
                    </a:cubicBezTo>
                    <a:cubicBezTo>
                      <a:pt x="15" y="17"/>
                      <a:pt x="18" y="13"/>
                      <a:pt x="18" y="9"/>
                    </a:cubicBezTo>
                    <a:cubicBezTo>
                      <a:pt x="18" y="9"/>
                      <a:pt x="18" y="9"/>
                      <a:pt x="18" y="9"/>
                    </a:cubicBezTo>
                    <a:cubicBezTo>
                      <a:pt x="18" y="8"/>
                      <a:pt x="18" y="8"/>
                      <a:pt x="18" y="7"/>
                    </a:cubicBezTo>
                    <a:cubicBezTo>
                      <a:pt x="17" y="3"/>
                      <a:pt x="13" y="0"/>
                      <a:pt x="9" y="0"/>
                    </a:cubicBezTo>
                    <a:cubicBezTo>
                      <a:pt x="8" y="0"/>
                      <a:pt x="8" y="0"/>
                      <a:pt x="7" y="0"/>
                    </a:cubicBezTo>
                    <a:cubicBezTo>
                      <a:pt x="3" y="1"/>
                      <a:pt x="0" y="6"/>
                      <a:pt x="0" y="10"/>
                    </a:cubicBezTo>
                    <a:cubicBezTo>
                      <a:pt x="0" y="11"/>
                      <a:pt x="0" y="11"/>
                      <a:pt x="0" y="11"/>
                    </a:cubicBezTo>
                    <a:cubicBezTo>
                      <a:pt x="1" y="15"/>
                      <a:pt x="5" y="18"/>
                      <a:pt x="9"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58" name="Freeform 308"/>
              <p:cNvSpPr>
                <a:spLocks/>
              </p:cNvSpPr>
              <p:nvPr/>
            </p:nvSpPr>
            <p:spPr bwMode="auto">
              <a:xfrm>
                <a:off x="-1624013" y="8631238"/>
                <a:ext cx="128587" cy="120650"/>
              </a:xfrm>
              <a:custGeom>
                <a:avLst/>
                <a:gdLst>
                  <a:gd name="T0" fmla="*/ 18 w 34"/>
                  <a:gd name="T1" fmla="*/ 32 h 32"/>
                  <a:gd name="T2" fmla="*/ 34 w 34"/>
                  <a:gd name="T3" fmla="*/ 32 h 32"/>
                  <a:gd name="T4" fmla="*/ 10 w 34"/>
                  <a:gd name="T5" fmla="*/ 0 h 32"/>
                  <a:gd name="T6" fmla="*/ 0 w 34"/>
                  <a:gd name="T7" fmla="*/ 8 h 32"/>
                  <a:gd name="T8" fmla="*/ 18 w 34"/>
                  <a:gd name="T9" fmla="*/ 32 h 32"/>
                </a:gdLst>
                <a:ahLst/>
                <a:cxnLst>
                  <a:cxn ang="0">
                    <a:pos x="T0" y="T1"/>
                  </a:cxn>
                  <a:cxn ang="0">
                    <a:pos x="T2" y="T3"/>
                  </a:cxn>
                  <a:cxn ang="0">
                    <a:pos x="T4" y="T5"/>
                  </a:cxn>
                  <a:cxn ang="0">
                    <a:pos x="T6" y="T7"/>
                  </a:cxn>
                  <a:cxn ang="0">
                    <a:pos x="T8" y="T9"/>
                  </a:cxn>
                </a:cxnLst>
                <a:rect l="0" t="0" r="r" b="b"/>
                <a:pathLst>
                  <a:path w="34" h="32">
                    <a:moveTo>
                      <a:pt x="18" y="32"/>
                    </a:moveTo>
                    <a:cubicBezTo>
                      <a:pt x="34" y="32"/>
                      <a:pt x="34" y="32"/>
                      <a:pt x="34" y="32"/>
                    </a:cubicBezTo>
                    <a:cubicBezTo>
                      <a:pt x="10" y="0"/>
                      <a:pt x="10" y="0"/>
                      <a:pt x="10" y="0"/>
                    </a:cubicBezTo>
                    <a:cubicBezTo>
                      <a:pt x="8" y="4"/>
                      <a:pt x="4" y="7"/>
                      <a:pt x="0" y="8"/>
                    </a:cubicBezTo>
                    <a:lnTo>
                      <a:pt x="18" y="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59" name="Freeform 309"/>
              <p:cNvSpPr>
                <a:spLocks/>
              </p:cNvSpPr>
              <p:nvPr/>
            </p:nvSpPr>
            <p:spPr bwMode="auto">
              <a:xfrm>
                <a:off x="-1665288" y="8578850"/>
                <a:ext cx="68262" cy="68263"/>
              </a:xfrm>
              <a:custGeom>
                <a:avLst/>
                <a:gdLst>
                  <a:gd name="T0" fmla="*/ 11 w 18"/>
                  <a:gd name="T1" fmla="*/ 0 h 18"/>
                  <a:gd name="T2" fmla="*/ 9 w 18"/>
                  <a:gd name="T3" fmla="*/ 0 h 18"/>
                  <a:gd name="T4" fmla="*/ 0 w 18"/>
                  <a:gd name="T5" fmla="*/ 7 h 18"/>
                  <a:gd name="T6" fmla="*/ 0 w 18"/>
                  <a:gd name="T7" fmla="*/ 9 h 18"/>
                  <a:gd name="T8" fmla="*/ 0 w 18"/>
                  <a:gd name="T9" fmla="*/ 9 h 18"/>
                  <a:gd name="T10" fmla="*/ 7 w 18"/>
                  <a:gd name="T11" fmla="*/ 18 h 18"/>
                  <a:gd name="T12" fmla="*/ 8 w 18"/>
                  <a:gd name="T13" fmla="*/ 18 h 18"/>
                  <a:gd name="T14" fmla="*/ 9 w 18"/>
                  <a:gd name="T15" fmla="*/ 18 h 18"/>
                  <a:gd name="T16" fmla="*/ 17 w 18"/>
                  <a:gd name="T17" fmla="*/ 11 h 18"/>
                  <a:gd name="T18" fmla="*/ 18 w 18"/>
                  <a:gd name="T19" fmla="*/ 10 h 18"/>
                  <a:gd name="T20" fmla="*/ 11 w 18"/>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8">
                    <a:moveTo>
                      <a:pt x="11" y="0"/>
                    </a:moveTo>
                    <a:cubicBezTo>
                      <a:pt x="10" y="0"/>
                      <a:pt x="10" y="0"/>
                      <a:pt x="9" y="0"/>
                    </a:cubicBezTo>
                    <a:cubicBezTo>
                      <a:pt x="5" y="0"/>
                      <a:pt x="1" y="3"/>
                      <a:pt x="0" y="7"/>
                    </a:cubicBezTo>
                    <a:cubicBezTo>
                      <a:pt x="0" y="8"/>
                      <a:pt x="0" y="8"/>
                      <a:pt x="0" y="9"/>
                    </a:cubicBezTo>
                    <a:cubicBezTo>
                      <a:pt x="0" y="9"/>
                      <a:pt x="0" y="9"/>
                      <a:pt x="0" y="9"/>
                    </a:cubicBezTo>
                    <a:cubicBezTo>
                      <a:pt x="0" y="13"/>
                      <a:pt x="3" y="17"/>
                      <a:pt x="7" y="18"/>
                    </a:cubicBezTo>
                    <a:cubicBezTo>
                      <a:pt x="7" y="18"/>
                      <a:pt x="8" y="18"/>
                      <a:pt x="8" y="18"/>
                    </a:cubicBezTo>
                    <a:cubicBezTo>
                      <a:pt x="8" y="18"/>
                      <a:pt x="9" y="18"/>
                      <a:pt x="9" y="18"/>
                    </a:cubicBezTo>
                    <a:cubicBezTo>
                      <a:pt x="13" y="18"/>
                      <a:pt x="17" y="15"/>
                      <a:pt x="17" y="11"/>
                    </a:cubicBezTo>
                    <a:cubicBezTo>
                      <a:pt x="18" y="11"/>
                      <a:pt x="18" y="11"/>
                      <a:pt x="18" y="10"/>
                    </a:cubicBezTo>
                    <a:cubicBezTo>
                      <a:pt x="18" y="6"/>
                      <a:pt x="15" y="1"/>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60" name="Freeform 310"/>
              <p:cNvSpPr>
                <a:spLocks/>
              </p:cNvSpPr>
              <p:nvPr/>
            </p:nvSpPr>
            <p:spPr bwMode="auto">
              <a:xfrm>
                <a:off x="-1905000" y="8767763"/>
                <a:ext cx="465137" cy="231775"/>
              </a:xfrm>
              <a:custGeom>
                <a:avLst/>
                <a:gdLst>
                  <a:gd name="T0" fmla="*/ 0 w 293"/>
                  <a:gd name="T1" fmla="*/ 0 h 146"/>
                  <a:gd name="T2" fmla="*/ 38 w 293"/>
                  <a:gd name="T3" fmla="*/ 146 h 146"/>
                  <a:gd name="T4" fmla="*/ 255 w 293"/>
                  <a:gd name="T5" fmla="*/ 146 h 146"/>
                  <a:gd name="T6" fmla="*/ 293 w 293"/>
                  <a:gd name="T7" fmla="*/ 0 h 146"/>
                  <a:gd name="T8" fmla="*/ 262 w 293"/>
                  <a:gd name="T9" fmla="*/ 0 h 146"/>
                  <a:gd name="T10" fmla="*/ 227 w 293"/>
                  <a:gd name="T11" fmla="*/ 0 h 146"/>
                  <a:gd name="T12" fmla="*/ 66 w 293"/>
                  <a:gd name="T13" fmla="*/ 0 h 146"/>
                  <a:gd name="T14" fmla="*/ 31 w 293"/>
                  <a:gd name="T15" fmla="*/ 0 h 146"/>
                  <a:gd name="T16" fmla="*/ 0 w 293"/>
                  <a:gd name="T17"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3" h="146">
                    <a:moveTo>
                      <a:pt x="0" y="0"/>
                    </a:moveTo>
                    <a:lnTo>
                      <a:pt x="38" y="146"/>
                    </a:lnTo>
                    <a:lnTo>
                      <a:pt x="255" y="146"/>
                    </a:lnTo>
                    <a:lnTo>
                      <a:pt x="293" y="0"/>
                    </a:lnTo>
                    <a:lnTo>
                      <a:pt x="262" y="0"/>
                    </a:lnTo>
                    <a:lnTo>
                      <a:pt x="227" y="0"/>
                    </a:lnTo>
                    <a:lnTo>
                      <a:pt x="66" y="0"/>
                    </a:lnTo>
                    <a:lnTo>
                      <a:pt x="31"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61" name="Oval 311"/>
              <p:cNvSpPr>
                <a:spLocks noChangeArrowheads="1"/>
              </p:cNvSpPr>
              <p:nvPr/>
            </p:nvSpPr>
            <p:spPr bwMode="auto">
              <a:xfrm>
                <a:off x="-6296025" y="3848100"/>
                <a:ext cx="123825" cy="1238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62" name="Freeform 312"/>
              <p:cNvSpPr>
                <a:spLocks noEditPoints="1"/>
              </p:cNvSpPr>
              <p:nvPr/>
            </p:nvSpPr>
            <p:spPr bwMode="auto">
              <a:xfrm>
                <a:off x="-6772275" y="4213225"/>
                <a:ext cx="269875" cy="269875"/>
              </a:xfrm>
              <a:custGeom>
                <a:avLst/>
                <a:gdLst>
                  <a:gd name="T0" fmla="*/ 36 w 72"/>
                  <a:gd name="T1" fmla="*/ 72 h 72"/>
                  <a:gd name="T2" fmla="*/ 72 w 72"/>
                  <a:gd name="T3" fmla="*/ 36 h 72"/>
                  <a:gd name="T4" fmla="*/ 36 w 72"/>
                  <a:gd name="T5" fmla="*/ 0 h 72"/>
                  <a:gd name="T6" fmla="*/ 36 w 72"/>
                  <a:gd name="T7" fmla="*/ 16 h 72"/>
                  <a:gd name="T8" fmla="*/ 56 w 72"/>
                  <a:gd name="T9" fmla="*/ 36 h 72"/>
                  <a:gd name="T10" fmla="*/ 36 w 72"/>
                  <a:gd name="T11" fmla="*/ 55 h 72"/>
                  <a:gd name="T12" fmla="*/ 36 w 72"/>
                  <a:gd name="T13" fmla="*/ 72 h 72"/>
                  <a:gd name="T14" fmla="*/ 36 w 72"/>
                  <a:gd name="T15" fmla="*/ 0 h 72"/>
                  <a:gd name="T16" fmla="*/ 0 w 72"/>
                  <a:gd name="T17" fmla="*/ 36 h 72"/>
                  <a:gd name="T18" fmla="*/ 36 w 72"/>
                  <a:gd name="T19" fmla="*/ 72 h 72"/>
                  <a:gd name="T20" fmla="*/ 36 w 72"/>
                  <a:gd name="T21" fmla="*/ 72 h 72"/>
                  <a:gd name="T22" fmla="*/ 36 w 72"/>
                  <a:gd name="T23" fmla="*/ 55 h 72"/>
                  <a:gd name="T24" fmla="*/ 36 w 72"/>
                  <a:gd name="T25" fmla="*/ 55 h 72"/>
                  <a:gd name="T26" fmla="*/ 36 w 72"/>
                  <a:gd name="T27" fmla="*/ 55 h 72"/>
                  <a:gd name="T28" fmla="*/ 17 w 72"/>
                  <a:gd name="T29" fmla="*/ 36 h 72"/>
                  <a:gd name="T30" fmla="*/ 36 w 72"/>
                  <a:gd name="T31" fmla="*/ 16 h 72"/>
                  <a:gd name="T32" fmla="*/ 36 w 72"/>
                  <a:gd name="T33" fmla="*/ 16 h 72"/>
                  <a:gd name="T34" fmla="*/ 36 w 72"/>
                  <a:gd name="T35"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2" h="72">
                    <a:moveTo>
                      <a:pt x="36" y="72"/>
                    </a:moveTo>
                    <a:cubicBezTo>
                      <a:pt x="56" y="72"/>
                      <a:pt x="72" y="56"/>
                      <a:pt x="72" y="36"/>
                    </a:cubicBezTo>
                    <a:cubicBezTo>
                      <a:pt x="72" y="16"/>
                      <a:pt x="56" y="0"/>
                      <a:pt x="36" y="0"/>
                    </a:cubicBezTo>
                    <a:cubicBezTo>
                      <a:pt x="36" y="16"/>
                      <a:pt x="36" y="16"/>
                      <a:pt x="36" y="16"/>
                    </a:cubicBezTo>
                    <a:cubicBezTo>
                      <a:pt x="47" y="16"/>
                      <a:pt x="56" y="25"/>
                      <a:pt x="56" y="36"/>
                    </a:cubicBezTo>
                    <a:cubicBezTo>
                      <a:pt x="56" y="46"/>
                      <a:pt x="47" y="55"/>
                      <a:pt x="36" y="55"/>
                    </a:cubicBezTo>
                    <a:lnTo>
                      <a:pt x="36" y="72"/>
                    </a:lnTo>
                    <a:close/>
                    <a:moveTo>
                      <a:pt x="36" y="0"/>
                    </a:moveTo>
                    <a:cubicBezTo>
                      <a:pt x="16" y="0"/>
                      <a:pt x="0" y="16"/>
                      <a:pt x="0" y="36"/>
                    </a:cubicBezTo>
                    <a:cubicBezTo>
                      <a:pt x="0" y="56"/>
                      <a:pt x="16" y="72"/>
                      <a:pt x="36" y="72"/>
                    </a:cubicBezTo>
                    <a:cubicBezTo>
                      <a:pt x="36" y="72"/>
                      <a:pt x="36" y="72"/>
                      <a:pt x="36" y="72"/>
                    </a:cubicBezTo>
                    <a:cubicBezTo>
                      <a:pt x="36" y="55"/>
                      <a:pt x="36" y="55"/>
                      <a:pt x="36" y="55"/>
                    </a:cubicBezTo>
                    <a:cubicBezTo>
                      <a:pt x="36" y="55"/>
                      <a:pt x="36" y="55"/>
                      <a:pt x="36" y="55"/>
                    </a:cubicBezTo>
                    <a:cubicBezTo>
                      <a:pt x="36" y="55"/>
                      <a:pt x="36" y="55"/>
                      <a:pt x="36" y="55"/>
                    </a:cubicBezTo>
                    <a:cubicBezTo>
                      <a:pt x="25" y="55"/>
                      <a:pt x="17" y="46"/>
                      <a:pt x="17" y="36"/>
                    </a:cubicBezTo>
                    <a:cubicBezTo>
                      <a:pt x="17" y="25"/>
                      <a:pt x="25" y="16"/>
                      <a:pt x="36" y="16"/>
                    </a:cubicBezTo>
                    <a:cubicBezTo>
                      <a:pt x="36" y="16"/>
                      <a:pt x="36" y="16"/>
                      <a:pt x="36" y="16"/>
                    </a:cubicBezTo>
                    <a:cubicBezTo>
                      <a:pt x="36" y="0"/>
                      <a:pt x="36" y="0"/>
                      <a:pt x="3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63" name="Freeform 313"/>
              <p:cNvSpPr>
                <a:spLocks/>
              </p:cNvSpPr>
              <p:nvPr/>
            </p:nvSpPr>
            <p:spPr bwMode="auto">
              <a:xfrm>
                <a:off x="-6794500" y="4148137"/>
                <a:ext cx="319087" cy="117475"/>
              </a:xfrm>
              <a:custGeom>
                <a:avLst/>
                <a:gdLst>
                  <a:gd name="T0" fmla="*/ 6 w 85"/>
                  <a:gd name="T1" fmla="*/ 30 h 31"/>
                  <a:gd name="T2" fmla="*/ 11 w 85"/>
                  <a:gd name="T3" fmla="*/ 28 h 31"/>
                  <a:gd name="T4" fmla="*/ 42 w 85"/>
                  <a:gd name="T5" fmla="*/ 11 h 31"/>
                  <a:gd name="T6" fmla="*/ 74 w 85"/>
                  <a:gd name="T7" fmla="*/ 28 h 31"/>
                  <a:gd name="T8" fmla="*/ 82 w 85"/>
                  <a:gd name="T9" fmla="*/ 29 h 31"/>
                  <a:gd name="T10" fmla="*/ 83 w 85"/>
                  <a:gd name="T11" fmla="*/ 22 h 31"/>
                  <a:gd name="T12" fmla="*/ 42 w 85"/>
                  <a:gd name="T13" fmla="*/ 0 h 31"/>
                  <a:gd name="T14" fmla="*/ 1 w 85"/>
                  <a:gd name="T15" fmla="*/ 22 h 31"/>
                  <a:gd name="T16" fmla="*/ 3 w 85"/>
                  <a:gd name="T17" fmla="*/ 29 h 31"/>
                  <a:gd name="T18" fmla="*/ 6 w 85"/>
                  <a:gd name="T19"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5" h="31">
                    <a:moveTo>
                      <a:pt x="6" y="30"/>
                    </a:moveTo>
                    <a:cubicBezTo>
                      <a:pt x="8" y="30"/>
                      <a:pt x="9" y="30"/>
                      <a:pt x="11" y="28"/>
                    </a:cubicBezTo>
                    <a:cubicBezTo>
                      <a:pt x="18" y="17"/>
                      <a:pt x="29" y="11"/>
                      <a:pt x="42" y="11"/>
                    </a:cubicBezTo>
                    <a:cubicBezTo>
                      <a:pt x="55" y="11"/>
                      <a:pt x="67" y="17"/>
                      <a:pt x="74" y="28"/>
                    </a:cubicBezTo>
                    <a:cubicBezTo>
                      <a:pt x="76" y="30"/>
                      <a:pt x="79" y="31"/>
                      <a:pt x="82" y="29"/>
                    </a:cubicBezTo>
                    <a:cubicBezTo>
                      <a:pt x="84" y="28"/>
                      <a:pt x="85" y="24"/>
                      <a:pt x="83" y="22"/>
                    </a:cubicBezTo>
                    <a:cubicBezTo>
                      <a:pt x="74" y="8"/>
                      <a:pt x="59" y="0"/>
                      <a:pt x="42" y="0"/>
                    </a:cubicBezTo>
                    <a:cubicBezTo>
                      <a:pt x="26" y="0"/>
                      <a:pt x="11" y="8"/>
                      <a:pt x="1" y="22"/>
                    </a:cubicBezTo>
                    <a:cubicBezTo>
                      <a:pt x="0" y="24"/>
                      <a:pt x="0" y="28"/>
                      <a:pt x="3" y="29"/>
                    </a:cubicBezTo>
                    <a:cubicBezTo>
                      <a:pt x="4" y="30"/>
                      <a:pt x="5" y="30"/>
                      <a:pt x="6"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64" name="Freeform 314"/>
              <p:cNvSpPr>
                <a:spLocks noEditPoints="1"/>
              </p:cNvSpPr>
              <p:nvPr/>
            </p:nvSpPr>
            <p:spPr bwMode="auto">
              <a:xfrm>
                <a:off x="-6284913" y="4213225"/>
                <a:ext cx="271462" cy="269875"/>
              </a:xfrm>
              <a:custGeom>
                <a:avLst/>
                <a:gdLst>
                  <a:gd name="T0" fmla="*/ 36 w 72"/>
                  <a:gd name="T1" fmla="*/ 0 h 72"/>
                  <a:gd name="T2" fmla="*/ 36 w 72"/>
                  <a:gd name="T3" fmla="*/ 0 h 72"/>
                  <a:gd name="T4" fmla="*/ 36 w 72"/>
                  <a:gd name="T5" fmla="*/ 16 h 72"/>
                  <a:gd name="T6" fmla="*/ 36 w 72"/>
                  <a:gd name="T7" fmla="*/ 16 h 72"/>
                  <a:gd name="T8" fmla="*/ 55 w 72"/>
                  <a:gd name="T9" fmla="*/ 36 h 72"/>
                  <a:gd name="T10" fmla="*/ 36 w 72"/>
                  <a:gd name="T11" fmla="*/ 55 h 72"/>
                  <a:gd name="T12" fmla="*/ 36 w 72"/>
                  <a:gd name="T13" fmla="*/ 55 h 72"/>
                  <a:gd name="T14" fmla="*/ 36 w 72"/>
                  <a:gd name="T15" fmla="*/ 55 h 72"/>
                  <a:gd name="T16" fmla="*/ 36 w 72"/>
                  <a:gd name="T17" fmla="*/ 72 h 72"/>
                  <a:gd name="T18" fmla="*/ 36 w 72"/>
                  <a:gd name="T19" fmla="*/ 72 h 72"/>
                  <a:gd name="T20" fmla="*/ 72 w 72"/>
                  <a:gd name="T21" fmla="*/ 36 h 72"/>
                  <a:gd name="T22" fmla="*/ 36 w 72"/>
                  <a:gd name="T23" fmla="*/ 0 h 72"/>
                  <a:gd name="T24" fmla="*/ 36 w 72"/>
                  <a:gd name="T25" fmla="*/ 0 h 72"/>
                  <a:gd name="T26" fmla="*/ 0 w 72"/>
                  <a:gd name="T27" fmla="*/ 36 h 72"/>
                  <a:gd name="T28" fmla="*/ 36 w 72"/>
                  <a:gd name="T29" fmla="*/ 72 h 72"/>
                  <a:gd name="T30" fmla="*/ 36 w 72"/>
                  <a:gd name="T31" fmla="*/ 55 h 72"/>
                  <a:gd name="T32" fmla="*/ 16 w 72"/>
                  <a:gd name="T33" fmla="*/ 36 h 72"/>
                  <a:gd name="T34" fmla="*/ 36 w 72"/>
                  <a:gd name="T35" fmla="*/ 16 h 72"/>
                  <a:gd name="T36" fmla="*/ 36 w 72"/>
                  <a:gd name="T37"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2" h="72">
                    <a:moveTo>
                      <a:pt x="36" y="0"/>
                    </a:moveTo>
                    <a:cubicBezTo>
                      <a:pt x="36" y="0"/>
                      <a:pt x="36" y="0"/>
                      <a:pt x="36" y="0"/>
                    </a:cubicBezTo>
                    <a:cubicBezTo>
                      <a:pt x="36" y="16"/>
                      <a:pt x="36" y="16"/>
                      <a:pt x="36" y="16"/>
                    </a:cubicBezTo>
                    <a:cubicBezTo>
                      <a:pt x="36" y="16"/>
                      <a:pt x="36" y="16"/>
                      <a:pt x="36" y="16"/>
                    </a:cubicBezTo>
                    <a:cubicBezTo>
                      <a:pt x="46" y="16"/>
                      <a:pt x="55" y="25"/>
                      <a:pt x="55" y="36"/>
                    </a:cubicBezTo>
                    <a:cubicBezTo>
                      <a:pt x="55" y="46"/>
                      <a:pt x="46" y="55"/>
                      <a:pt x="36" y="55"/>
                    </a:cubicBezTo>
                    <a:cubicBezTo>
                      <a:pt x="36" y="55"/>
                      <a:pt x="36" y="55"/>
                      <a:pt x="36" y="55"/>
                    </a:cubicBezTo>
                    <a:cubicBezTo>
                      <a:pt x="36" y="55"/>
                      <a:pt x="36" y="55"/>
                      <a:pt x="36" y="55"/>
                    </a:cubicBezTo>
                    <a:cubicBezTo>
                      <a:pt x="36" y="72"/>
                      <a:pt x="36" y="72"/>
                      <a:pt x="36" y="72"/>
                    </a:cubicBezTo>
                    <a:cubicBezTo>
                      <a:pt x="36" y="72"/>
                      <a:pt x="36" y="72"/>
                      <a:pt x="36" y="72"/>
                    </a:cubicBezTo>
                    <a:cubicBezTo>
                      <a:pt x="56" y="72"/>
                      <a:pt x="72" y="56"/>
                      <a:pt x="72" y="36"/>
                    </a:cubicBezTo>
                    <a:cubicBezTo>
                      <a:pt x="72" y="16"/>
                      <a:pt x="56" y="0"/>
                      <a:pt x="36" y="0"/>
                    </a:cubicBezTo>
                    <a:close/>
                    <a:moveTo>
                      <a:pt x="36" y="0"/>
                    </a:moveTo>
                    <a:cubicBezTo>
                      <a:pt x="16" y="0"/>
                      <a:pt x="0" y="16"/>
                      <a:pt x="0" y="36"/>
                    </a:cubicBezTo>
                    <a:cubicBezTo>
                      <a:pt x="0" y="56"/>
                      <a:pt x="16" y="72"/>
                      <a:pt x="36" y="72"/>
                    </a:cubicBezTo>
                    <a:cubicBezTo>
                      <a:pt x="36" y="55"/>
                      <a:pt x="36" y="55"/>
                      <a:pt x="36" y="55"/>
                    </a:cubicBezTo>
                    <a:cubicBezTo>
                      <a:pt x="25" y="55"/>
                      <a:pt x="16" y="46"/>
                      <a:pt x="16" y="36"/>
                    </a:cubicBezTo>
                    <a:cubicBezTo>
                      <a:pt x="16" y="25"/>
                      <a:pt x="25" y="16"/>
                      <a:pt x="36" y="16"/>
                    </a:cubicBezTo>
                    <a:lnTo>
                      <a:pt x="3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65" name="Freeform 315"/>
              <p:cNvSpPr>
                <a:spLocks/>
              </p:cNvSpPr>
              <p:nvPr/>
            </p:nvSpPr>
            <p:spPr bwMode="auto">
              <a:xfrm>
                <a:off x="-6310313" y="4148137"/>
                <a:ext cx="319087" cy="117475"/>
              </a:xfrm>
              <a:custGeom>
                <a:avLst/>
                <a:gdLst>
                  <a:gd name="T0" fmla="*/ 43 w 85"/>
                  <a:gd name="T1" fmla="*/ 0 h 31"/>
                  <a:gd name="T2" fmla="*/ 2 w 85"/>
                  <a:gd name="T3" fmla="*/ 22 h 31"/>
                  <a:gd name="T4" fmla="*/ 3 w 85"/>
                  <a:gd name="T5" fmla="*/ 29 h 31"/>
                  <a:gd name="T6" fmla="*/ 6 w 85"/>
                  <a:gd name="T7" fmla="*/ 30 h 31"/>
                  <a:gd name="T8" fmla="*/ 11 w 85"/>
                  <a:gd name="T9" fmla="*/ 28 h 31"/>
                  <a:gd name="T10" fmla="*/ 43 w 85"/>
                  <a:gd name="T11" fmla="*/ 11 h 31"/>
                  <a:gd name="T12" fmla="*/ 74 w 85"/>
                  <a:gd name="T13" fmla="*/ 28 h 31"/>
                  <a:gd name="T14" fmla="*/ 82 w 85"/>
                  <a:gd name="T15" fmla="*/ 29 h 31"/>
                  <a:gd name="T16" fmla="*/ 84 w 85"/>
                  <a:gd name="T17" fmla="*/ 22 h 31"/>
                  <a:gd name="T18" fmla="*/ 43 w 85"/>
                  <a:gd name="T19"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5" h="31">
                    <a:moveTo>
                      <a:pt x="43" y="0"/>
                    </a:moveTo>
                    <a:cubicBezTo>
                      <a:pt x="26" y="0"/>
                      <a:pt x="11" y="8"/>
                      <a:pt x="2" y="22"/>
                    </a:cubicBezTo>
                    <a:cubicBezTo>
                      <a:pt x="0" y="24"/>
                      <a:pt x="1" y="28"/>
                      <a:pt x="3" y="29"/>
                    </a:cubicBezTo>
                    <a:cubicBezTo>
                      <a:pt x="4" y="30"/>
                      <a:pt x="5" y="30"/>
                      <a:pt x="6" y="30"/>
                    </a:cubicBezTo>
                    <a:cubicBezTo>
                      <a:pt x="8" y="30"/>
                      <a:pt x="10" y="30"/>
                      <a:pt x="11" y="28"/>
                    </a:cubicBezTo>
                    <a:cubicBezTo>
                      <a:pt x="18" y="17"/>
                      <a:pt x="30" y="11"/>
                      <a:pt x="43" y="11"/>
                    </a:cubicBezTo>
                    <a:cubicBezTo>
                      <a:pt x="55" y="11"/>
                      <a:pt x="67" y="17"/>
                      <a:pt x="74" y="28"/>
                    </a:cubicBezTo>
                    <a:cubicBezTo>
                      <a:pt x="76" y="30"/>
                      <a:pt x="80" y="31"/>
                      <a:pt x="82" y="29"/>
                    </a:cubicBezTo>
                    <a:cubicBezTo>
                      <a:pt x="85" y="28"/>
                      <a:pt x="85" y="24"/>
                      <a:pt x="84" y="22"/>
                    </a:cubicBezTo>
                    <a:cubicBezTo>
                      <a:pt x="74" y="8"/>
                      <a:pt x="59" y="0"/>
                      <a:pt x="4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66" name="Freeform 316"/>
              <p:cNvSpPr>
                <a:spLocks/>
              </p:cNvSpPr>
              <p:nvPr/>
            </p:nvSpPr>
            <p:spPr bwMode="auto">
              <a:xfrm>
                <a:off x="-6546850" y="3919537"/>
                <a:ext cx="473075" cy="552450"/>
              </a:xfrm>
              <a:custGeom>
                <a:avLst/>
                <a:gdLst>
                  <a:gd name="T0" fmla="*/ 84 w 126"/>
                  <a:gd name="T1" fmla="*/ 54 h 147"/>
                  <a:gd name="T2" fmla="*/ 88 w 126"/>
                  <a:gd name="T3" fmla="*/ 54 h 147"/>
                  <a:gd name="T4" fmla="*/ 120 w 126"/>
                  <a:gd name="T5" fmla="*/ 40 h 147"/>
                  <a:gd name="T6" fmla="*/ 124 w 126"/>
                  <a:gd name="T7" fmla="*/ 30 h 147"/>
                  <a:gd name="T8" fmla="*/ 113 w 126"/>
                  <a:gd name="T9" fmla="*/ 26 h 147"/>
                  <a:gd name="T10" fmla="*/ 92 w 126"/>
                  <a:gd name="T11" fmla="*/ 36 h 147"/>
                  <a:gd name="T12" fmla="*/ 89 w 126"/>
                  <a:gd name="T13" fmla="*/ 36 h 147"/>
                  <a:gd name="T14" fmla="*/ 53 w 126"/>
                  <a:gd name="T15" fmla="*/ 1 h 147"/>
                  <a:gd name="T16" fmla="*/ 50 w 126"/>
                  <a:gd name="T17" fmla="*/ 1 h 147"/>
                  <a:gd name="T18" fmla="*/ 1 w 126"/>
                  <a:gd name="T19" fmla="*/ 50 h 147"/>
                  <a:gd name="T20" fmla="*/ 1 w 126"/>
                  <a:gd name="T21" fmla="*/ 53 h 147"/>
                  <a:gd name="T22" fmla="*/ 34 w 126"/>
                  <a:gd name="T23" fmla="*/ 82 h 147"/>
                  <a:gd name="T24" fmla="*/ 35 w 126"/>
                  <a:gd name="T25" fmla="*/ 86 h 147"/>
                  <a:gd name="T26" fmla="*/ 18 w 126"/>
                  <a:gd name="T27" fmla="*/ 123 h 147"/>
                  <a:gd name="T28" fmla="*/ 19 w 126"/>
                  <a:gd name="T29" fmla="*/ 127 h 147"/>
                  <a:gd name="T30" fmla="*/ 30 w 126"/>
                  <a:gd name="T31" fmla="*/ 143 h 147"/>
                  <a:gd name="T32" fmla="*/ 38 w 126"/>
                  <a:gd name="T33" fmla="*/ 147 h 147"/>
                  <a:gd name="T34" fmla="*/ 45 w 126"/>
                  <a:gd name="T35" fmla="*/ 145 h 147"/>
                  <a:gd name="T36" fmla="*/ 47 w 126"/>
                  <a:gd name="T37" fmla="*/ 130 h 147"/>
                  <a:gd name="T38" fmla="*/ 43 w 126"/>
                  <a:gd name="T39" fmla="*/ 125 h 147"/>
                  <a:gd name="T40" fmla="*/ 42 w 126"/>
                  <a:gd name="T41" fmla="*/ 120 h 147"/>
                  <a:gd name="T42" fmla="*/ 59 w 126"/>
                  <a:gd name="T43" fmla="*/ 81 h 147"/>
                  <a:gd name="T44" fmla="*/ 59 w 126"/>
                  <a:gd name="T45" fmla="*/ 77 h 147"/>
                  <a:gd name="T46" fmla="*/ 40 w 126"/>
                  <a:gd name="T47" fmla="*/ 59 h 147"/>
                  <a:gd name="T48" fmla="*/ 40 w 126"/>
                  <a:gd name="T49" fmla="*/ 55 h 147"/>
                  <a:gd name="T50" fmla="*/ 61 w 126"/>
                  <a:gd name="T51" fmla="*/ 35 h 147"/>
                  <a:gd name="T52" fmla="*/ 65 w 126"/>
                  <a:gd name="T53" fmla="*/ 35 h 147"/>
                  <a:gd name="T54" fmla="*/ 84 w 126"/>
                  <a:gd name="T55" fmla="*/ 54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26" h="147">
                    <a:moveTo>
                      <a:pt x="84" y="54"/>
                    </a:moveTo>
                    <a:cubicBezTo>
                      <a:pt x="85" y="55"/>
                      <a:pt x="87" y="55"/>
                      <a:pt x="88" y="54"/>
                    </a:cubicBezTo>
                    <a:cubicBezTo>
                      <a:pt x="120" y="40"/>
                      <a:pt x="120" y="40"/>
                      <a:pt x="120" y="40"/>
                    </a:cubicBezTo>
                    <a:cubicBezTo>
                      <a:pt x="124" y="38"/>
                      <a:pt x="126" y="34"/>
                      <a:pt x="124" y="30"/>
                    </a:cubicBezTo>
                    <a:cubicBezTo>
                      <a:pt x="122" y="26"/>
                      <a:pt x="117" y="24"/>
                      <a:pt x="113" y="26"/>
                    </a:cubicBezTo>
                    <a:cubicBezTo>
                      <a:pt x="92" y="36"/>
                      <a:pt x="92" y="36"/>
                      <a:pt x="92" y="36"/>
                    </a:cubicBezTo>
                    <a:cubicBezTo>
                      <a:pt x="91" y="37"/>
                      <a:pt x="89" y="37"/>
                      <a:pt x="89" y="36"/>
                    </a:cubicBezTo>
                    <a:cubicBezTo>
                      <a:pt x="53" y="1"/>
                      <a:pt x="53" y="1"/>
                      <a:pt x="53" y="1"/>
                    </a:cubicBezTo>
                    <a:cubicBezTo>
                      <a:pt x="52" y="0"/>
                      <a:pt x="51" y="0"/>
                      <a:pt x="50" y="1"/>
                    </a:cubicBezTo>
                    <a:cubicBezTo>
                      <a:pt x="1" y="50"/>
                      <a:pt x="1" y="50"/>
                      <a:pt x="1" y="50"/>
                    </a:cubicBezTo>
                    <a:cubicBezTo>
                      <a:pt x="0" y="51"/>
                      <a:pt x="0" y="52"/>
                      <a:pt x="1" y="53"/>
                    </a:cubicBezTo>
                    <a:cubicBezTo>
                      <a:pt x="7" y="59"/>
                      <a:pt x="27" y="76"/>
                      <a:pt x="34" y="82"/>
                    </a:cubicBezTo>
                    <a:cubicBezTo>
                      <a:pt x="35" y="83"/>
                      <a:pt x="36" y="85"/>
                      <a:pt x="35" y="86"/>
                    </a:cubicBezTo>
                    <a:cubicBezTo>
                      <a:pt x="18" y="123"/>
                      <a:pt x="18" y="123"/>
                      <a:pt x="18" y="123"/>
                    </a:cubicBezTo>
                    <a:cubicBezTo>
                      <a:pt x="18" y="124"/>
                      <a:pt x="18" y="126"/>
                      <a:pt x="19" y="127"/>
                    </a:cubicBezTo>
                    <a:cubicBezTo>
                      <a:pt x="30" y="143"/>
                      <a:pt x="30" y="143"/>
                      <a:pt x="30" y="143"/>
                    </a:cubicBezTo>
                    <a:cubicBezTo>
                      <a:pt x="32" y="145"/>
                      <a:pt x="35" y="147"/>
                      <a:pt x="38" y="147"/>
                    </a:cubicBezTo>
                    <a:cubicBezTo>
                      <a:pt x="40" y="147"/>
                      <a:pt x="42" y="146"/>
                      <a:pt x="45" y="145"/>
                    </a:cubicBezTo>
                    <a:cubicBezTo>
                      <a:pt x="49" y="141"/>
                      <a:pt x="50" y="135"/>
                      <a:pt x="47" y="130"/>
                    </a:cubicBezTo>
                    <a:cubicBezTo>
                      <a:pt x="43" y="125"/>
                      <a:pt x="43" y="125"/>
                      <a:pt x="43" y="125"/>
                    </a:cubicBezTo>
                    <a:cubicBezTo>
                      <a:pt x="42" y="124"/>
                      <a:pt x="42" y="122"/>
                      <a:pt x="42" y="120"/>
                    </a:cubicBezTo>
                    <a:cubicBezTo>
                      <a:pt x="59" y="81"/>
                      <a:pt x="59" y="81"/>
                      <a:pt x="59" y="81"/>
                    </a:cubicBezTo>
                    <a:cubicBezTo>
                      <a:pt x="60" y="79"/>
                      <a:pt x="60" y="78"/>
                      <a:pt x="59" y="77"/>
                    </a:cubicBezTo>
                    <a:cubicBezTo>
                      <a:pt x="55" y="73"/>
                      <a:pt x="45" y="63"/>
                      <a:pt x="40" y="59"/>
                    </a:cubicBezTo>
                    <a:cubicBezTo>
                      <a:pt x="39" y="58"/>
                      <a:pt x="39" y="56"/>
                      <a:pt x="40" y="55"/>
                    </a:cubicBezTo>
                    <a:cubicBezTo>
                      <a:pt x="61" y="35"/>
                      <a:pt x="61" y="35"/>
                      <a:pt x="61" y="35"/>
                    </a:cubicBezTo>
                    <a:cubicBezTo>
                      <a:pt x="62" y="34"/>
                      <a:pt x="64" y="34"/>
                      <a:pt x="65" y="35"/>
                    </a:cubicBezTo>
                    <a:lnTo>
                      <a:pt x="84" y="5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67" name="Freeform 317"/>
              <p:cNvSpPr>
                <a:spLocks/>
              </p:cNvSpPr>
              <p:nvPr/>
            </p:nvSpPr>
            <p:spPr bwMode="auto">
              <a:xfrm>
                <a:off x="-2870200" y="4178300"/>
                <a:ext cx="374650" cy="233363"/>
              </a:xfrm>
              <a:custGeom>
                <a:avLst/>
                <a:gdLst>
                  <a:gd name="T0" fmla="*/ 100 w 100"/>
                  <a:gd name="T1" fmla="*/ 62 h 62"/>
                  <a:gd name="T2" fmla="*/ 100 w 100"/>
                  <a:gd name="T3" fmla="*/ 19 h 62"/>
                  <a:gd name="T4" fmla="*/ 81 w 100"/>
                  <a:gd name="T5" fmla="*/ 0 h 62"/>
                  <a:gd name="T6" fmla="*/ 19 w 100"/>
                  <a:gd name="T7" fmla="*/ 0 h 62"/>
                  <a:gd name="T8" fmla="*/ 0 w 100"/>
                  <a:gd name="T9" fmla="*/ 19 h 62"/>
                  <a:gd name="T10" fmla="*/ 0 w 100"/>
                  <a:gd name="T11" fmla="*/ 43 h 62"/>
                  <a:gd name="T12" fmla="*/ 15 w 100"/>
                  <a:gd name="T13" fmla="*/ 43 h 62"/>
                  <a:gd name="T14" fmla="*/ 15 w 100"/>
                  <a:gd name="T15" fmla="*/ 19 h 62"/>
                  <a:gd name="T16" fmla="*/ 19 w 100"/>
                  <a:gd name="T17" fmla="*/ 15 h 62"/>
                  <a:gd name="T18" fmla="*/ 81 w 100"/>
                  <a:gd name="T19" fmla="*/ 15 h 62"/>
                  <a:gd name="T20" fmla="*/ 85 w 100"/>
                  <a:gd name="T21" fmla="*/ 19 h 62"/>
                  <a:gd name="T22" fmla="*/ 85 w 100"/>
                  <a:gd name="T23" fmla="*/ 62 h 62"/>
                  <a:gd name="T24" fmla="*/ 100 w 100"/>
                  <a:gd name="T25"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0" h="62">
                    <a:moveTo>
                      <a:pt x="100" y="62"/>
                    </a:moveTo>
                    <a:cubicBezTo>
                      <a:pt x="100" y="19"/>
                      <a:pt x="100" y="19"/>
                      <a:pt x="100" y="19"/>
                    </a:cubicBezTo>
                    <a:cubicBezTo>
                      <a:pt x="100" y="9"/>
                      <a:pt x="92" y="0"/>
                      <a:pt x="81" y="0"/>
                    </a:cubicBezTo>
                    <a:cubicBezTo>
                      <a:pt x="19" y="0"/>
                      <a:pt x="19" y="0"/>
                      <a:pt x="19" y="0"/>
                    </a:cubicBezTo>
                    <a:cubicBezTo>
                      <a:pt x="8" y="0"/>
                      <a:pt x="0" y="9"/>
                      <a:pt x="0" y="19"/>
                    </a:cubicBezTo>
                    <a:cubicBezTo>
                      <a:pt x="0" y="43"/>
                      <a:pt x="0" y="43"/>
                      <a:pt x="0" y="43"/>
                    </a:cubicBezTo>
                    <a:cubicBezTo>
                      <a:pt x="15" y="43"/>
                      <a:pt x="15" y="43"/>
                      <a:pt x="15" y="43"/>
                    </a:cubicBezTo>
                    <a:cubicBezTo>
                      <a:pt x="15" y="19"/>
                      <a:pt x="15" y="19"/>
                      <a:pt x="15" y="19"/>
                    </a:cubicBezTo>
                    <a:cubicBezTo>
                      <a:pt x="15" y="17"/>
                      <a:pt x="16" y="15"/>
                      <a:pt x="19" y="15"/>
                    </a:cubicBezTo>
                    <a:cubicBezTo>
                      <a:pt x="81" y="15"/>
                      <a:pt x="81" y="15"/>
                      <a:pt x="81" y="15"/>
                    </a:cubicBezTo>
                    <a:cubicBezTo>
                      <a:pt x="84" y="15"/>
                      <a:pt x="85" y="17"/>
                      <a:pt x="85" y="19"/>
                    </a:cubicBezTo>
                    <a:cubicBezTo>
                      <a:pt x="85" y="62"/>
                      <a:pt x="85" y="62"/>
                      <a:pt x="85" y="62"/>
                    </a:cubicBezTo>
                    <a:lnTo>
                      <a:pt x="100" y="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68" name="Freeform 318"/>
              <p:cNvSpPr>
                <a:spLocks noEditPoints="1"/>
              </p:cNvSpPr>
              <p:nvPr/>
            </p:nvSpPr>
            <p:spPr bwMode="auto">
              <a:xfrm>
                <a:off x="-2922588" y="4425950"/>
                <a:ext cx="476250" cy="271463"/>
              </a:xfrm>
              <a:custGeom>
                <a:avLst/>
                <a:gdLst>
                  <a:gd name="T0" fmla="*/ 99 w 127"/>
                  <a:gd name="T1" fmla="*/ 0 h 72"/>
                  <a:gd name="T2" fmla="*/ 64 w 127"/>
                  <a:gd name="T3" fmla="*/ 0 h 72"/>
                  <a:gd name="T4" fmla="*/ 64 w 127"/>
                  <a:gd name="T5" fmla="*/ 20 h 72"/>
                  <a:gd name="T6" fmla="*/ 75 w 127"/>
                  <a:gd name="T7" fmla="*/ 31 h 72"/>
                  <a:gd name="T8" fmla="*/ 68 w 127"/>
                  <a:gd name="T9" fmla="*/ 41 h 72"/>
                  <a:gd name="T10" fmla="*/ 68 w 127"/>
                  <a:gd name="T11" fmla="*/ 41 h 72"/>
                  <a:gd name="T12" fmla="*/ 68 w 127"/>
                  <a:gd name="T13" fmla="*/ 59 h 72"/>
                  <a:gd name="T14" fmla="*/ 64 w 127"/>
                  <a:gd name="T15" fmla="*/ 59 h 72"/>
                  <a:gd name="T16" fmla="*/ 64 w 127"/>
                  <a:gd name="T17" fmla="*/ 72 h 72"/>
                  <a:gd name="T18" fmla="*/ 127 w 127"/>
                  <a:gd name="T19" fmla="*/ 72 h 72"/>
                  <a:gd name="T20" fmla="*/ 127 w 127"/>
                  <a:gd name="T21" fmla="*/ 0 h 72"/>
                  <a:gd name="T22" fmla="*/ 114 w 127"/>
                  <a:gd name="T23" fmla="*/ 0 h 72"/>
                  <a:gd name="T24" fmla="*/ 99 w 127"/>
                  <a:gd name="T25" fmla="*/ 0 h 72"/>
                  <a:gd name="T26" fmla="*/ 64 w 127"/>
                  <a:gd name="T27" fmla="*/ 0 h 72"/>
                  <a:gd name="T28" fmla="*/ 0 w 127"/>
                  <a:gd name="T29" fmla="*/ 0 h 72"/>
                  <a:gd name="T30" fmla="*/ 0 w 127"/>
                  <a:gd name="T31" fmla="*/ 72 h 72"/>
                  <a:gd name="T32" fmla="*/ 64 w 127"/>
                  <a:gd name="T33" fmla="*/ 72 h 72"/>
                  <a:gd name="T34" fmla="*/ 64 w 127"/>
                  <a:gd name="T35" fmla="*/ 59 h 72"/>
                  <a:gd name="T36" fmla="*/ 59 w 127"/>
                  <a:gd name="T37" fmla="*/ 59 h 72"/>
                  <a:gd name="T38" fmla="*/ 59 w 127"/>
                  <a:gd name="T39" fmla="*/ 41 h 72"/>
                  <a:gd name="T40" fmla="*/ 52 w 127"/>
                  <a:gd name="T41" fmla="*/ 31 h 72"/>
                  <a:gd name="T42" fmla="*/ 64 w 127"/>
                  <a:gd name="T43" fmla="*/ 20 h 72"/>
                  <a:gd name="T44" fmla="*/ 64 w 127"/>
                  <a:gd name="T45" fmla="*/ 20 h 72"/>
                  <a:gd name="T46" fmla="*/ 64 w 127"/>
                  <a:gd name="T47"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7" h="72">
                    <a:moveTo>
                      <a:pt x="99" y="0"/>
                    </a:moveTo>
                    <a:cubicBezTo>
                      <a:pt x="64" y="0"/>
                      <a:pt x="64" y="0"/>
                      <a:pt x="64" y="0"/>
                    </a:cubicBezTo>
                    <a:cubicBezTo>
                      <a:pt x="64" y="20"/>
                      <a:pt x="64" y="20"/>
                      <a:pt x="64" y="20"/>
                    </a:cubicBezTo>
                    <a:cubicBezTo>
                      <a:pt x="70" y="20"/>
                      <a:pt x="75" y="25"/>
                      <a:pt x="75" y="31"/>
                    </a:cubicBezTo>
                    <a:cubicBezTo>
                      <a:pt x="75" y="36"/>
                      <a:pt x="72" y="40"/>
                      <a:pt x="68" y="41"/>
                    </a:cubicBezTo>
                    <a:cubicBezTo>
                      <a:pt x="68" y="41"/>
                      <a:pt x="68" y="41"/>
                      <a:pt x="68" y="41"/>
                    </a:cubicBezTo>
                    <a:cubicBezTo>
                      <a:pt x="68" y="59"/>
                      <a:pt x="68" y="59"/>
                      <a:pt x="68" y="59"/>
                    </a:cubicBezTo>
                    <a:cubicBezTo>
                      <a:pt x="64" y="59"/>
                      <a:pt x="64" y="59"/>
                      <a:pt x="64" y="59"/>
                    </a:cubicBezTo>
                    <a:cubicBezTo>
                      <a:pt x="64" y="72"/>
                      <a:pt x="64" y="72"/>
                      <a:pt x="64" y="72"/>
                    </a:cubicBezTo>
                    <a:cubicBezTo>
                      <a:pt x="127" y="72"/>
                      <a:pt x="127" y="72"/>
                      <a:pt x="127" y="72"/>
                    </a:cubicBezTo>
                    <a:cubicBezTo>
                      <a:pt x="127" y="0"/>
                      <a:pt x="127" y="0"/>
                      <a:pt x="127" y="0"/>
                    </a:cubicBezTo>
                    <a:cubicBezTo>
                      <a:pt x="114" y="0"/>
                      <a:pt x="114" y="0"/>
                      <a:pt x="114" y="0"/>
                    </a:cubicBezTo>
                    <a:lnTo>
                      <a:pt x="99" y="0"/>
                    </a:lnTo>
                    <a:close/>
                    <a:moveTo>
                      <a:pt x="64" y="0"/>
                    </a:moveTo>
                    <a:cubicBezTo>
                      <a:pt x="0" y="0"/>
                      <a:pt x="0" y="0"/>
                      <a:pt x="0" y="0"/>
                    </a:cubicBezTo>
                    <a:cubicBezTo>
                      <a:pt x="0" y="72"/>
                      <a:pt x="0" y="72"/>
                      <a:pt x="0" y="72"/>
                    </a:cubicBezTo>
                    <a:cubicBezTo>
                      <a:pt x="64" y="72"/>
                      <a:pt x="64" y="72"/>
                      <a:pt x="64" y="72"/>
                    </a:cubicBezTo>
                    <a:cubicBezTo>
                      <a:pt x="64" y="59"/>
                      <a:pt x="64" y="59"/>
                      <a:pt x="64" y="59"/>
                    </a:cubicBezTo>
                    <a:cubicBezTo>
                      <a:pt x="59" y="59"/>
                      <a:pt x="59" y="59"/>
                      <a:pt x="59" y="59"/>
                    </a:cubicBezTo>
                    <a:cubicBezTo>
                      <a:pt x="59" y="41"/>
                      <a:pt x="59" y="41"/>
                      <a:pt x="59" y="41"/>
                    </a:cubicBezTo>
                    <a:cubicBezTo>
                      <a:pt x="55" y="40"/>
                      <a:pt x="52" y="36"/>
                      <a:pt x="52" y="31"/>
                    </a:cubicBezTo>
                    <a:cubicBezTo>
                      <a:pt x="52" y="25"/>
                      <a:pt x="57" y="20"/>
                      <a:pt x="64" y="20"/>
                    </a:cubicBezTo>
                    <a:cubicBezTo>
                      <a:pt x="64" y="20"/>
                      <a:pt x="64" y="20"/>
                      <a:pt x="64" y="20"/>
                    </a:cubicBezTo>
                    <a:lnTo>
                      <a:pt x="6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69" name="Freeform 319"/>
              <p:cNvSpPr>
                <a:spLocks/>
              </p:cNvSpPr>
              <p:nvPr/>
            </p:nvSpPr>
            <p:spPr bwMode="auto">
              <a:xfrm>
                <a:off x="-7085012" y="3255962"/>
                <a:ext cx="687387" cy="644525"/>
              </a:xfrm>
              <a:custGeom>
                <a:avLst/>
                <a:gdLst>
                  <a:gd name="T0" fmla="*/ 26 w 183"/>
                  <a:gd name="T1" fmla="*/ 139 h 172"/>
                  <a:gd name="T2" fmla="*/ 76 w 183"/>
                  <a:gd name="T3" fmla="*/ 113 h 172"/>
                  <a:gd name="T4" fmla="*/ 85 w 183"/>
                  <a:gd name="T5" fmla="*/ 111 h 172"/>
                  <a:gd name="T6" fmla="*/ 86 w 183"/>
                  <a:gd name="T7" fmla="*/ 121 h 172"/>
                  <a:gd name="T8" fmla="*/ 85 w 183"/>
                  <a:gd name="T9" fmla="*/ 142 h 172"/>
                  <a:gd name="T10" fmla="*/ 84 w 183"/>
                  <a:gd name="T11" fmla="*/ 172 h 172"/>
                  <a:gd name="T12" fmla="*/ 99 w 183"/>
                  <a:gd name="T13" fmla="*/ 172 h 172"/>
                  <a:gd name="T14" fmla="*/ 98 w 183"/>
                  <a:gd name="T15" fmla="*/ 142 h 172"/>
                  <a:gd name="T16" fmla="*/ 97 w 183"/>
                  <a:gd name="T17" fmla="*/ 121 h 172"/>
                  <a:gd name="T18" fmla="*/ 97 w 183"/>
                  <a:gd name="T19" fmla="*/ 111 h 172"/>
                  <a:gd name="T20" fmla="*/ 106 w 183"/>
                  <a:gd name="T21" fmla="*/ 113 h 172"/>
                  <a:gd name="T22" fmla="*/ 156 w 183"/>
                  <a:gd name="T23" fmla="*/ 139 h 172"/>
                  <a:gd name="T24" fmla="*/ 176 w 183"/>
                  <a:gd name="T25" fmla="*/ 119 h 172"/>
                  <a:gd name="T26" fmla="*/ 164 w 183"/>
                  <a:gd name="T27" fmla="*/ 56 h 172"/>
                  <a:gd name="T28" fmla="*/ 102 w 183"/>
                  <a:gd name="T29" fmla="*/ 96 h 172"/>
                  <a:gd name="T30" fmla="*/ 99 w 183"/>
                  <a:gd name="T31" fmla="*/ 90 h 172"/>
                  <a:gd name="T32" fmla="*/ 110 w 183"/>
                  <a:gd name="T33" fmla="*/ 69 h 172"/>
                  <a:gd name="T34" fmla="*/ 131 w 183"/>
                  <a:gd name="T35" fmla="*/ 21 h 172"/>
                  <a:gd name="T36" fmla="*/ 91 w 183"/>
                  <a:gd name="T37" fmla="*/ 1 h 172"/>
                  <a:gd name="T38" fmla="*/ 52 w 183"/>
                  <a:gd name="T39" fmla="*/ 21 h 172"/>
                  <a:gd name="T40" fmla="*/ 72 w 183"/>
                  <a:gd name="T41" fmla="*/ 69 h 172"/>
                  <a:gd name="T42" fmla="*/ 83 w 183"/>
                  <a:gd name="T43" fmla="*/ 90 h 172"/>
                  <a:gd name="T44" fmla="*/ 81 w 183"/>
                  <a:gd name="T45" fmla="*/ 96 h 172"/>
                  <a:gd name="T46" fmla="*/ 19 w 183"/>
                  <a:gd name="T47" fmla="*/ 56 h 172"/>
                  <a:gd name="T48" fmla="*/ 6 w 183"/>
                  <a:gd name="T49" fmla="*/ 119 h 172"/>
                  <a:gd name="T50" fmla="*/ 26 w 183"/>
                  <a:gd name="T51" fmla="*/ 139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3" h="172">
                    <a:moveTo>
                      <a:pt x="26" y="139"/>
                    </a:moveTo>
                    <a:cubicBezTo>
                      <a:pt x="45" y="141"/>
                      <a:pt x="61" y="121"/>
                      <a:pt x="76" y="113"/>
                    </a:cubicBezTo>
                    <a:cubicBezTo>
                      <a:pt x="78" y="112"/>
                      <a:pt x="83" y="109"/>
                      <a:pt x="85" y="111"/>
                    </a:cubicBezTo>
                    <a:cubicBezTo>
                      <a:pt x="87" y="114"/>
                      <a:pt x="86" y="118"/>
                      <a:pt x="86" y="121"/>
                    </a:cubicBezTo>
                    <a:cubicBezTo>
                      <a:pt x="86" y="128"/>
                      <a:pt x="85" y="135"/>
                      <a:pt x="85" y="142"/>
                    </a:cubicBezTo>
                    <a:cubicBezTo>
                      <a:pt x="85" y="150"/>
                      <a:pt x="84" y="164"/>
                      <a:pt x="84" y="172"/>
                    </a:cubicBezTo>
                    <a:cubicBezTo>
                      <a:pt x="99" y="172"/>
                      <a:pt x="99" y="172"/>
                      <a:pt x="99" y="172"/>
                    </a:cubicBezTo>
                    <a:cubicBezTo>
                      <a:pt x="98" y="164"/>
                      <a:pt x="98" y="150"/>
                      <a:pt x="98" y="142"/>
                    </a:cubicBezTo>
                    <a:cubicBezTo>
                      <a:pt x="97" y="135"/>
                      <a:pt x="97" y="128"/>
                      <a:pt x="97" y="121"/>
                    </a:cubicBezTo>
                    <a:cubicBezTo>
                      <a:pt x="97" y="118"/>
                      <a:pt x="96" y="114"/>
                      <a:pt x="97" y="111"/>
                    </a:cubicBezTo>
                    <a:cubicBezTo>
                      <a:pt x="99" y="109"/>
                      <a:pt x="105" y="112"/>
                      <a:pt x="106" y="113"/>
                    </a:cubicBezTo>
                    <a:cubicBezTo>
                      <a:pt x="122" y="121"/>
                      <a:pt x="137" y="141"/>
                      <a:pt x="156" y="139"/>
                    </a:cubicBezTo>
                    <a:cubicBezTo>
                      <a:pt x="167" y="137"/>
                      <a:pt x="173" y="128"/>
                      <a:pt x="176" y="119"/>
                    </a:cubicBezTo>
                    <a:cubicBezTo>
                      <a:pt x="182" y="101"/>
                      <a:pt x="183" y="68"/>
                      <a:pt x="164" y="56"/>
                    </a:cubicBezTo>
                    <a:cubicBezTo>
                      <a:pt x="135" y="39"/>
                      <a:pt x="126" y="94"/>
                      <a:pt x="102" y="96"/>
                    </a:cubicBezTo>
                    <a:cubicBezTo>
                      <a:pt x="97" y="96"/>
                      <a:pt x="98" y="94"/>
                      <a:pt x="99" y="90"/>
                    </a:cubicBezTo>
                    <a:cubicBezTo>
                      <a:pt x="101" y="82"/>
                      <a:pt x="105" y="75"/>
                      <a:pt x="110" y="69"/>
                    </a:cubicBezTo>
                    <a:cubicBezTo>
                      <a:pt x="120" y="56"/>
                      <a:pt x="134" y="39"/>
                      <a:pt x="131" y="21"/>
                    </a:cubicBezTo>
                    <a:cubicBezTo>
                      <a:pt x="128" y="5"/>
                      <a:pt x="109" y="0"/>
                      <a:pt x="91" y="1"/>
                    </a:cubicBezTo>
                    <a:cubicBezTo>
                      <a:pt x="74" y="0"/>
                      <a:pt x="54" y="5"/>
                      <a:pt x="52" y="21"/>
                    </a:cubicBezTo>
                    <a:cubicBezTo>
                      <a:pt x="49" y="39"/>
                      <a:pt x="62" y="56"/>
                      <a:pt x="72" y="69"/>
                    </a:cubicBezTo>
                    <a:cubicBezTo>
                      <a:pt x="77" y="75"/>
                      <a:pt x="81" y="82"/>
                      <a:pt x="83" y="90"/>
                    </a:cubicBezTo>
                    <a:cubicBezTo>
                      <a:pt x="85" y="94"/>
                      <a:pt x="85" y="96"/>
                      <a:pt x="81" y="96"/>
                    </a:cubicBezTo>
                    <a:cubicBezTo>
                      <a:pt x="57" y="94"/>
                      <a:pt x="47" y="39"/>
                      <a:pt x="19" y="56"/>
                    </a:cubicBezTo>
                    <a:cubicBezTo>
                      <a:pt x="0" y="68"/>
                      <a:pt x="0" y="101"/>
                      <a:pt x="6" y="119"/>
                    </a:cubicBezTo>
                    <a:cubicBezTo>
                      <a:pt x="9" y="128"/>
                      <a:pt x="16" y="137"/>
                      <a:pt x="26" y="1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70" name="Freeform 320"/>
              <p:cNvSpPr>
                <a:spLocks/>
              </p:cNvSpPr>
              <p:nvPr/>
            </p:nvSpPr>
            <p:spPr bwMode="auto">
              <a:xfrm>
                <a:off x="-4222750" y="-420688"/>
                <a:ext cx="492125" cy="525463"/>
              </a:xfrm>
              <a:custGeom>
                <a:avLst/>
                <a:gdLst>
                  <a:gd name="T0" fmla="*/ 108 w 131"/>
                  <a:gd name="T1" fmla="*/ 96 h 140"/>
                  <a:gd name="T2" fmla="*/ 118 w 131"/>
                  <a:gd name="T3" fmla="*/ 91 h 140"/>
                  <a:gd name="T4" fmla="*/ 129 w 131"/>
                  <a:gd name="T5" fmla="*/ 87 h 140"/>
                  <a:gd name="T6" fmla="*/ 130 w 131"/>
                  <a:gd name="T7" fmla="*/ 70 h 140"/>
                  <a:gd name="T8" fmla="*/ 127 w 131"/>
                  <a:gd name="T9" fmla="*/ 41 h 140"/>
                  <a:gd name="T10" fmla="*/ 98 w 131"/>
                  <a:gd name="T11" fmla="*/ 66 h 140"/>
                  <a:gd name="T12" fmla="*/ 88 w 131"/>
                  <a:gd name="T13" fmla="*/ 76 h 140"/>
                  <a:gd name="T14" fmla="*/ 88 w 131"/>
                  <a:gd name="T15" fmla="*/ 65 h 140"/>
                  <a:gd name="T16" fmla="*/ 98 w 131"/>
                  <a:gd name="T17" fmla="*/ 46 h 140"/>
                  <a:gd name="T18" fmla="*/ 89 w 131"/>
                  <a:gd name="T19" fmla="*/ 28 h 140"/>
                  <a:gd name="T20" fmla="*/ 66 w 131"/>
                  <a:gd name="T21" fmla="*/ 1 h 140"/>
                  <a:gd name="T22" fmla="*/ 66 w 131"/>
                  <a:gd name="T23" fmla="*/ 0 h 140"/>
                  <a:gd name="T24" fmla="*/ 65 w 131"/>
                  <a:gd name="T25" fmla="*/ 0 h 140"/>
                  <a:gd name="T26" fmla="*/ 65 w 131"/>
                  <a:gd name="T27" fmla="*/ 0 h 140"/>
                  <a:gd name="T28" fmla="*/ 65 w 131"/>
                  <a:gd name="T29" fmla="*/ 1 h 140"/>
                  <a:gd name="T30" fmla="*/ 42 w 131"/>
                  <a:gd name="T31" fmla="*/ 28 h 140"/>
                  <a:gd name="T32" fmla="*/ 33 w 131"/>
                  <a:gd name="T33" fmla="*/ 46 h 140"/>
                  <a:gd name="T34" fmla="*/ 43 w 131"/>
                  <a:gd name="T35" fmla="*/ 65 h 140"/>
                  <a:gd name="T36" fmla="*/ 43 w 131"/>
                  <a:gd name="T37" fmla="*/ 76 h 140"/>
                  <a:gd name="T38" fmla="*/ 33 w 131"/>
                  <a:gd name="T39" fmla="*/ 66 h 140"/>
                  <a:gd name="T40" fmla="*/ 4 w 131"/>
                  <a:gd name="T41" fmla="*/ 41 h 140"/>
                  <a:gd name="T42" fmla="*/ 1 w 131"/>
                  <a:gd name="T43" fmla="*/ 70 h 140"/>
                  <a:gd name="T44" fmla="*/ 2 w 131"/>
                  <a:gd name="T45" fmla="*/ 87 h 140"/>
                  <a:gd name="T46" fmla="*/ 13 w 131"/>
                  <a:gd name="T47" fmla="*/ 91 h 140"/>
                  <a:gd name="T48" fmla="*/ 23 w 131"/>
                  <a:gd name="T49" fmla="*/ 96 h 140"/>
                  <a:gd name="T50" fmla="*/ 21 w 131"/>
                  <a:gd name="T51" fmla="*/ 103 h 140"/>
                  <a:gd name="T52" fmla="*/ 1 w 131"/>
                  <a:gd name="T53" fmla="*/ 96 h 140"/>
                  <a:gd name="T54" fmla="*/ 30 w 131"/>
                  <a:gd name="T55" fmla="*/ 137 h 140"/>
                  <a:gd name="T56" fmla="*/ 44 w 131"/>
                  <a:gd name="T57" fmla="*/ 135 h 140"/>
                  <a:gd name="T58" fmla="*/ 58 w 131"/>
                  <a:gd name="T59" fmla="*/ 126 h 140"/>
                  <a:gd name="T60" fmla="*/ 62 w 131"/>
                  <a:gd name="T61" fmla="*/ 124 h 140"/>
                  <a:gd name="T62" fmla="*/ 62 w 131"/>
                  <a:gd name="T63" fmla="*/ 118 h 140"/>
                  <a:gd name="T64" fmla="*/ 65 w 131"/>
                  <a:gd name="T65" fmla="*/ 62 h 140"/>
                  <a:gd name="T66" fmla="*/ 69 w 131"/>
                  <a:gd name="T67" fmla="*/ 118 h 140"/>
                  <a:gd name="T68" fmla="*/ 69 w 131"/>
                  <a:gd name="T69" fmla="*/ 124 h 140"/>
                  <a:gd name="T70" fmla="*/ 73 w 131"/>
                  <a:gd name="T71" fmla="*/ 126 h 140"/>
                  <a:gd name="T72" fmla="*/ 87 w 131"/>
                  <a:gd name="T73" fmla="*/ 135 h 140"/>
                  <a:gd name="T74" fmla="*/ 101 w 131"/>
                  <a:gd name="T75" fmla="*/ 137 h 140"/>
                  <a:gd name="T76" fmla="*/ 130 w 131"/>
                  <a:gd name="T77" fmla="*/ 96 h 140"/>
                  <a:gd name="T78" fmla="*/ 110 w 131"/>
                  <a:gd name="T79" fmla="*/ 103 h 140"/>
                  <a:gd name="T80" fmla="*/ 108 w 131"/>
                  <a:gd name="T81" fmla="*/ 96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1" h="140">
                    <a:moveTo>
                      <a:pt x="108" y="96"/>
                    </a:moveTo>
                    <a:cubicBezTo>
                      <a:pt x="111" y="94"/>
                      <a:pt x="114" y="93"/>
                      <a:pt x="118" y="91"/>
                    </a:cubicBezTo>
                    <a:cubicBezTo>
                      <a:pt x="121" y="90"/>
                      <a:pt x="125" y="89"/>
                      <a:pt x="129" y="87"/>
                    </a:cubicBezTo>
                    <a:cubicBezTo>
                      <a:pt x="130" y="81"/>
                      <a:pt x="131" y="76"/>
                      <a:pt x="130" y="70"/>
                    </a:cubicBezTo>
                    <a:cubicBezTo>
                      <a:pt x="129" y="60"/>
                      <a:pt x="127" y="51"/>
                      <a:pt x="127" y="41"/>
                    </a:cubicBezTo>
                    <a:cubicBezTo>
                      <a:pt x="115" y="48"/>
                      <a:pt x="101" y="52"/>
                      <a:pt x="98" y="66"/>
                    </a:cubicBezTo>
                    <a:cubicBezTo>
                      <a:pt x="97" y="69"/>
                      <a:pt x="93" y="79"/>
                      <a:pt x="88" y="76"/>
                    </a:cubicBezTo>
                    <a:cubicBezTo>
                      <a:pt x="84" y="73"/>
                      <a:pt x="86" y="68"/>
                      <a:pt x="88" y="65"/>
                    </a:cubicBezTo>
                    <a:cubicBezTo>
                      <a:pt x="92" y="59"/>
                      <a:pt x="98" y="54"/>
                      <a:pt x="98" y="46"/>
                    </a:cubicBezTo>
                    <a:cubicBezTo>
                      <a:pt x="98" y="39"/>
                      <a:pt x="93" y="33"/>
                      <a:pt x="89" y="28"/>
                    </a:cubicBezTo>
                    <a:cubicBezTo>
                      <a:pt x="82" y="19"/>
                      <a:pt x="73" y="11"/>
                      <a:pt x="66" y="1"/>
                    </a:cubicBezTo>
                    <a:cubicBezTo>
                      <a:pt x="66" y="0"/>
                      <a:pt x="66" y="0"/>
                      <a:pt x="66" y="0"/>
                    </a:cubicBezTo>
                    <a:cubicBezTo>
                      <a:pt x="66" y="0"/>
                      <a:pt x="66" y="0"/>
                      <a:pt x="65" y="0"/>
                    </a:cubicBezTo>
                    <a:cubicBezTo>
                      <a:pt x="65" y="0"/>
                      <a:pt x="65" y="0"/>
                      <a:pt x="65" y="0"/>
                    </a:cubicBezTo>
                    <a:cubicBezTo>
                      <a:pt x="65" y="1"/>
                      <a:pt x="65" y="1"/>
                      <a:pt x="65" y="1"/>
                    </a:cubicBezTo>
                    <a:cubicBezTo>
                      <a:pt x="58" y="11"/>
                      <a:pt x="49" y="19"/>
                      <a:pt x="42" y="28"/>
                    </a:cubicBezTo>
                    <a:cubicBezTo>
                      <a:pt x="38" y="33"/>
                      <a:pt x="33" y="39"/>
                      <a:pt x="33" y="46"/>
                    </a:cubicBezTo>
                    <a:cubicBezTo>
                      <a:pt x="33" y="54"/>
                      <a:pt x="39" y="59"/>
                      <a:pt x="43" y="65"/>
                    </a:cubicBezTo>
                    <a:cubicBezTo>
                      <a:pt x="45" y="68"/>
                      <a:pt x="47" y="73"/>
                      <a:pt x="43" y="76"/>
                    </a:cubicBezTo>
                    <a:cubicBezTo>
                      <a:pt x="38" y="79"/>
                      <a:pt x="34" y="69"/>
                      <a:pt x="33" y="66"/>
                    </a:cubicBezTo>
                    <a:cubicBezTo>
                      <a:pt x="30" y="52"/>
                      <a:pt x="16" y="48"/>
                      <a:pt x="4" y="41"/>
                    </a:cubicBezTo>
                    <a:cubicBezTo>
                      <a:pt x="4" y="51"/>
                      <a:pt x="2" y="60"/>
                      <a:pt x="1" y="70"/>
                    </a:cubicBezTo>
                    <a:cubicBezTo>
                      <a:pt x="0" y="76"/>
                      <a:pt x="1" y="81"/>
                      <a:pt x="2" y="87"/>
                    </a:cubicBezTo>
                    <a:cubicBezTo>
                      <a:pt x="6" y="89"/>
                      <a:pt x="10" y="90"/>
                      <a:pt x="13" y="91"/>
                    </a:cubicBezTo>
                    <a:cubicBezTo>
                      <a:pt x="17" y="93"/>
                      <a:pt x="20" y="94"/>
                      <a:pt x="23" y="96"/>
                    </a:cubicBezTo>
                    <a:cubicBezTo>
                      <a:pt x="26" y="98"/>
                      <a:pt x="26" y="104"/>
                      <a:pt x="21" y="103"/>
                    </a:cubicBezTo>
                    <a:cubicBezTo>
                      <a:pt x="14" y="102"/>
                      <a:pt x="8" y="95"/>
                      <a:pt x="1" y="96"/>
                    </a:cubicBezTo>
                    <a:cubicBezTo>
                      <a:pt x="4" y="114"/>
                      <a:pt x="13" y="130"/>
                      <a:pt x="30" y="137"/>
                    </a:cubicBezTo>
                    <a:cubicBezTo>
                      <a:pt x="36" y="140"/>
                      <a:pt x="39" y="139"/>
                      <a:pt x="44" y="135"/>
                    </a:cubicBezTo>
                    <a:cubicBezTo>
                      <a:pt x="49" y="131"/>
                      <a:pt x="52" y="127"/>
                      <a:pt x="58" y="126"/>
                    </a:cubicBezTo>
                    <a:cubicBezTo>
                      <a:pt x="60" y="126"/>
                      <a:pt x="62" y="127"/>
                      <a:pt x="62" y="124"/>
                    </a:cubicBezTo>
                    <a:cubicBezTo>
                      <a:pt x="62" y="122"/>
                      <a:pt x="62" y="120"/>
                      <a:pt x="62" y="118"/>
                    </a:cubicBezTo>
                    <a:cubicBezTo>
                      <a:pt x="63" y="97"/>
                      <a:pt x="65" y="84"/>
                      <a:pt x="65" y="62"/>
                    </a:cubicBezTo>
                    <a:cubicBezTo>
                      <a:pt x="66" y="84"/>
                      <a:pt x="68" y="97"/>
                      <a:pt x="69" y="118"/>
                    </a:cubicBezTo>
                    <a:cubicBezTo>
                      <a:pt x="69" y="120"/>
                      <a:pt x="69" y="122"/>
                      <a:pt x="69" y="124"/>
                    </a:cubicBezTo>
                    <a:cubicBezTo>
                      <a:pt x="69" y="127"/>
                      <a:pt x="71" y="126"/>
                      <a:pt x="73" y="126"/>
                    </a:cubicBezTo>
                    <a:cubicBezTo>
                      <a:pt x="79" y="127"/>
                      <a:pt x="82" y="131"/>
                      <a:pt x="87" y="135"/>
                    </a:cubicBezTo>
                    <a:cubicBezTo>
                      <a:pt x="92" y="139"/>
                      <a:pt x="95" y="140"/>
                      <a:pt x="101" y="137"/>
                    </a:cubicBezTo>
                    <a:cubicBezTo>
                      <a:pt x="118" y="130"/>
                      <a:pt x="127" y="114"/>
                      <a:pt x="130" y="96"/>
                    </a:cubicBezTo>
                    <a:cubicBezTo>
                      <a:pt x="123" y="95"/>
                      <a:pt x="117" y="102"/>
                      <a:pt x="110" y="103"/>
                    </a:cubicBezTo>
                    <a:cubicBezTo>
                      <a:pt x="105" y="104"/>
                      <a:pt x="105" y="98"/>
                      <a:pt x="108" y="9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71" name="Rectangle 321"/>
              <p:cNvSpPr>
                <a:spLocks noChangeArrowheads="1"/>
              </p:cNvSpPr>
              <p:nvPr/>
            </p:nvSpPr>
            <p:spPr bwMode="auto">
              <a:xfrm>
                <a:off x="-3994150" y="68262"/>
                <a:ext cx="34925" cy="1571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72" name="Freeform 322"/>
              <p:cNvSpPr>
                <a:spLocks noEditPoints="1"/>
              </p:cNvSpPr>
              <p:nvPr/>
            </p:nvSpPr>
            <p:spPr bwMode="auto">
              <a:xfrm>
                <a:off x="-3865563" y="8597900"/>
                <a:ext cx="577850" cy="420688"/>
              </a:xfrm>
              <a:custGeom>
                <a:avLst/>
                <a:gdLst>
                  <a:gd name="T0" fmla="*/ 103 w 154"/>
                  <a:gd name="T1" fmla="*/ 112 h 112"/>
                  <a:gd name="T2" fmla="*/ 154 w 154"/>
                  <a:gd name="T3" fmla="*/ 112 h 112"/>
                  <a:gd name="T4" fmla="*/ 154 w 154"/>
                  <a:gd name="T5" fmla="*/ 0 h 112"/>
                  <a:gd name="T6" fmla="*/ 103 w 154"/>
                  <a:gd name="T7" fmla="*/ 0 h 112"/>
                  <a:gd name="T8" fmla="*/ 103 w 154"/>
                  <a:gd name="T9" fmla="*/ 47 h 112"/>
                  <a:gd name="T10" fmla="*/ 140 w 154"/>
                  <a:gd name="T11" fmla="*/ 99 h 112"/>
                  <a:gd name="T12" fmla="*/ 103 w 154"/>
                  <a:gd name="T13" fmla="*/ 99 h 112"/>
                  <a:gd name="T14" fmla="*/ 103 w 154"/>
                  <a:gd name="T15" fmla="*/ 112 h 112"/>
                  <a:gd name="T16" fmla="*/ 70 w 154"/>
                  <a:gd name="T17" fmla="*/ 112 h 112"/>
                  <a:gd name="T18" fmla="*/ 103 w 154"/>
                  <a:gd name="T19" fmla="*/ 112 h 112"/>
                  <a:gd name="T20" fmla="*/ 103 w 154"/>
                  <a:gd name="T21" fmla="*/ 99 h 112"/>
                  <a:gd name="T22" fmla="*/ 80 w 154"/>
                  <a:gd name="T23" fmla="*/ 99 h 112"/>
                  <a:gd name="T24" fmla="*/ 78 w 154"/>
                  <a:gd name="T25" fmla="*/ 96 h 112"/>
                  <a:gd name="T26" fmla="*/ 70 w 154"/>
                  <a:gd name="T27" fmla="*/ 85 h 112"/>
                  <a:gd name="T28" fmla="*/ 70 w 154"/>
                  <a:gd name="T29" fmla="*/ 92 h 112"/>
                  <a:gd name="T30" fmla="*/ 75 w 154"/>
                  <a:gd name="T31" fmla="*/ 99 h 112"/>
                  <a:gd name="T32" fmla="*/ 70 w 154"/>
                  <a:gd name="T33" fmla="*/ 99 h 112"/>
                  <a:gd name="T34" fmla="*/ 70 w 154"/>
                  <a:gd name="T35" fmla="*/ 112 h 112"/>
                  <a:gd name="T36" fmla="*/ 103 w 154"/>
                  <a:gd name="T37" fmla="*/ 0 h 112"/>
                  <a:gd name="T38" fmla="*/ 70 w 154"/>
                  <a:gd name="T39" fmla="*/ 0 h 112"/>
                  <a:gd name="T40" fmla="*/ 70 w 154"/>
                  <a:gd name="T41" fmla="*/ 72 h 112"/>
                  <a:gd name="T42" fmla="*/ 95 w 154"/>
                  <a:gd name="T43" fmla="*/ 37 h 112"/>
                  <a:gd name="T44" fmla="*/ 95 w 154"/>
                  <a:gd name="T45" fmla="*/ 37 h 112"/>
                  <a:gd name="T46" fmla="*/ 103 w 154"/>
                  <a:gd name="T47" fmla="*/ 47 h 112"/>
                  <a:gd name="T48" fmla="*/ 103 w 154"/>
                  <a:gd name="T49" fmla="*/ 0 h 112"/>
                  <a:gd name="T50" fmla="*/ 44 w 154"/>
                  <a:gd name="T51" fmla="*/ 112 h 112"/>
                  <a:gd name="T52" fmla="*/ 70 w 154"/>
                  <a:gd name="T53" fmla="*/ 112 h 112"/>
                  <a:gd name="T54" fmla="*/ 70 w 154"/>
                  <a:gd name="T55" fmla="*/ 99 h 112"/>
                  <a:gd name="T56" fmla="*/ 51 w 154"/>
                  <a:gd name="T57" fmla="*/ 99 h 112"/>
                  <a:gd name="T58" fmla="*/ 44 w 154"/>
                  <a:gd name="T59" fmla="*/ 99 h 112"/>
                  <a:gd name="T60" fmla="*/ 44 w 154"/>
                  <a:gd name="T61" fmla="*/ 112 h 112"/>
                  <a:gd name="T62" fmla="*/ 70 w 154"/>
                  <a:gd name="T63" fmla="*/ 0 h 112"/>
                  <a:gd name="T64" fmla="*/ 44 w 154"/>
                  <a:gd name="T65" fmla="*/ 0 h 112"/>
                  <a:gd name="T66" fmla="*/ 44 w 154"/>
                  <a:gd name="T67" fmla="*/ 19 h 112"/>
                  <a:gd name="T68" fmla="*/ 47 w 154"/>
                  <a:gd name="T69" fmla="*/ 27 h 112"/>
                  <a:gd name="T70" fmla="*/ 44 w 154"/>
                  <a:gd name="T71" fmla="*/ 35 h 112"/>
                  <a:gd name="T72" fmla="*/ 44 w 154"/>
                  <a:gd name="T73" fmla="*/ 56 h 112"/>
                  <a:gd name="T74" fmla="*/ 44 w 154"/>
                  <a:gd name="T75" fmla="*/ 56 h 112"/>
                  <a:gd name="T76" fmla="*/ 63 w 154"/>
                  <a:gd name="T77" fmla="*/ 82 h 112"/>
                  <a:gd name="T78" fmla="*/ 70 w 154"/>
                  <a:gd name="T79" fmla="*/ 92 h 112"/>
                  <a:gd name="T80" fmla="*/ 70 w 154"/>
                  <a:gd name="T81" fmla="*/ 85 h 112"/>
                  <a:gd name="T82" fmla="*/ 66 w 154"/>
                  <a:gd name="T83" fmla="*/ 78 h 112"/>
                  <a:gd name="T84" fmla="*/ 70 w 154"/>
                  <a:gd name="T85" fmla="*/ 72 h 112"/>
                  <a:gd name="T86" fmla="*/ 70 w 154"/>
                  <a:gd name="T87" fmla="*/ 0 h 112"/>
                  <a:gd name="T88" fmla="*/ 0 w 154"/>
                  <a:gd name="T89" fmla="*/ 112 h 112"/>
                  <a:gd name="T90" fmla="*/ 44 w 154"/>
                  <a:gd name="T91" fmla="*/ 112 h 112"/>
                  <a:gd name="T92" fmla="*/ 44 w 154"/>
                  <a:gd name="T93" fmla="*/ 99 h 112"/>
                  <a:gd name="T94" fmla="*/ 13 w 154"/>
                  <a:gd name="T95" fmla="*/ 99 h 112"/>
                  <a:gd name="T96" fmla="*/ 13 w 154"/>
                  <a:gd name="T97" fmla="*/ 99 h 112"/>
                  <a:gd name="T98" fmla="*/ 44 w 154"/>
                  <a:gd name="T99" fmla="*/ 56 h 112"/>
                  <a:gd name="T100" fmla="*/ 44 w 154"/>
                  <a:gd name="T101" fmla="*/ 35 h 112"/>
                  <a:gd name="T102" fmla="*/ 35 w 154"/>
                  <a:gd name="T103" fmla="*/ 39 h 112"/>
                  <a:gd name="T104" fmla="*/ 22 w 154"/>
                  <a:gd name="T105" fmla="*/ 27 h 112"/>
                  <a:gd name="T106" fmla="*/ 35 w 154"/>
                  <a:gd name="T107" fmla="*/ 15 h 112"/>
                  <a:gd name="T108" fmla="*/ 35 w 154"/>
                  <a:gd name="T109" fmla="*/ 15 h 112"/>
                  <a:gd name="T110" fmla="*/ 44 w 154"/>
                  <a:gd name="T111" fmla="*/ 19 h 112"/>
                  <a:gd name="T112" fmla="*/ 44 w 154"/>
                  <a:gd name="T113" fmla="*/ 0 h 112"/>
                  <a:gd name="T114" fmla="*/ 0 w 154"/>
                  <a:gd name="T115" fmla="*/ 0 h 112"/>
                  <a:gd name="T116" fmla="*/ 0 w 154"/>
                  <a:gd name="T117" fmla="*/ 112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4" h="112">
                    <a:moveTo>
                      <a:pt x="103" y="112"/>
                    </a:moveTo>
                    <a:cubicBezTo>
                      <a:pt x="154" y="112"/>
                      <a:pt x="154" y="112"/>
                      <a:pt x="154" y="112"/>
                    </a:cubicBezTo>
                    <a:cubicBezTo>
                      <a:pt x="154" y="0"/>
                      <a:pt x="154" y="0"/>
                      <a:pt x="154" y="0"/>
                    </a:cubicBezTo>
                    <a:cubicBezTo>
                      <a:pt x="103" y="0"/>
                      <a:pt x="103" y="0"/>
                      <a:pt x="103" y="0"/>
                    </a:cubicBezTo>
                    <a:cubicBezTo>
                      <a:pt x="103" y="47"/>
                      <a:pt x="103" y="47"/>
                      <a:pt x="103" y="47"/>
                    </a:cubicBezTo>
                    <a:cubicBezTo>
                      <a:pt x="140" y="99"/>
                      <a:pt x="140" y="99"/>
                      <a:pt x="140" y="99"/>
                    </a:cubicBezTo>
                    <a:cubicBezTo>
                      <a:pt x="103" y="99"/>
                      <a:pt x="103" y="99"/>
                      <a:pt x="103" y="99"/>
                    </a:cubicBezTo>
                    <a:lnTo>
                      <a:pt x="103" y="112"/>
                    </a:lnTo>
                    <a:close/>
                    <a:moveTo>
                      <a:pt x="70" y="112"/>
                    </a:moveTo>
                    <a:cubicBezTo>
                      <a:pt x="103" y="112"/>
                      <a:pt x="103" y="112"/>
                      <a:pt x="103" y="112"/>
                    </a:cubicBezTo>
                    <a:cubicBezTo>
                      <a:pt x="103" y="99"/>
                      <a:pt x="103" y="99"/>
                      <a:pt x="103" y="99"/>
                    </a:cubicBezTo>
                    <a:cubicBezTo>
                      <a:pt x="80" y="99"/>
                      <a:pt x="80" y="99"/>
                      <a:pt x="80" y="99"/>
                    </a:cubicBezTo>
                    <a:cubicBezTo>
                      <a:pt x="78" y="96"/>
                      <a:pt x="78" y="96"/>
                      <a:pt x="78" y="96"/>
                    </a:cubicBezTo>
                    <a:cubicBezTo>
                      <a:pt x="70" y="85"/>
                      <a:pt x="70" y="85"/>
                      <a:pt x="70" y="85"/>
                    </a:cubicBezTo>
                    <a:cubicBezTo>
                      <a:pt x="70" y="92"/>
                      <a:pt x="70" y="92"/>
                      <a:pt x="70" y="92"/>
                    </a:cubicBezTo>
                    <a:cubicBezTo>
                      <a:pt x="75" y="99"/>
                      <a:pt x="75" y="99"/>
                      <a:pt x="75" y="99"/>
                    </a:cubicBezTo>
                    <a:cubicBezTo>
                      <a:pt x="70" y="99"/>
                      <a:pt x="70" y="99"/>
                      <a:pt x="70" y="99"/>
                    </a:cubicBezTo>
                    <a:cubicBezTo>
                      <a:pt x="70" y="112"/>
                      <a:pt x="70" y="112"/>
                      <a:pt x="70" y="112"/>
                    </a:cubicBezTo>
                    <a:close/>
                    <a:moveTo>
                      <a:pt x="103" y="0"/>
                    </a:moveTo>
                    <a:cubicBezTo>
                      <a:pt x="70" y="0"/>
                      <a:pt x="70" y="0"/>
                      <a:pt x="70" y="0"/>
                    </a:cubicBezTo>
                    <a:cubicBezTo>
                      <a:pt x="70" y="72"/>
                      <a:pt x="70" y="72"/>
                      <a:pt x="70" y="72"/>
                    </a:cubicBezTo>
                    <a:cubicBezTo>
                      <a:pt x="95" y="37"/>
                      <a:pt x="95" y="37"/>
                      <a:pt x="95" y="37"/>
                    </a:cubicBezTo>
                    <a:cubicBezTo>
                      <a:pt x="95" y="37"/>
                      <a:pt x="95" y="37"/>
                      <a:pt x="95" y="37"/>
                    </a:cubicBezTo>
                    <a:cubicBezTo>
                      <a:pt x="103" y="47"/>
                      <a:pt x="103" y="47"/>
                      <a:pt x="103" y="47"/>
                    </a:cubicBezTo>
                    <a:lnTo>
                      <a:pt x="103" y="0"/>
                    </a:lnTo>
                    <a:close/>
                    <a:moveTo>
                      <a:pt x="44" y="112"/>
                    </a:moveTo>
                    <a:cubicBezTo>
                      <a:pt x="70" y="112"/>
                      <a:pt x="70" y="112"/>
                      <a:pt x="70" y="112"/>
                    </a:cubicBezTo>
                    <a:cubicBezTo>
                      <a:pt x="70" y="99"/>
                      <a:pt x="70" y="99"/>
                      <a:pt x="70" y="99"/>
                    </a:cubicBezTo>
                    <a:cubicBezTo>
                      <a:pt x="51" y="99"/>
                      <a:pt x="51" y="99"/>
                      <a:pt x="51" y="99"/>
                    </a:cubicBezTo>
                    <a:cubicBezTo>
                      <a:pt x="44" y="99"/>
                      <a:pt x="44" y="99"/>
                      <a:pt x="44" y="99"/>
                    </a:cubicBezTo>
                    <a:cubicBezTo>
                      <a:pt x="44" y="112"/>
                      <a:pt x="44" y="112"/>
                      <a:pt x="44" y="112"/>
                    </a:cubicBezTo>
                    <a:close/>
                    <a:moveTo>
                      <a:pt x="70" y="0"/>
                    </a:moveTo>
                    <a:cubicBezTo>
                      <a:pt x="44" y="0"/>
                      <a:pt x="44" y="0"/>
                      <a:pt x="44" y="0"/>
                    </a:cubicBezTo>
                    <a:cubicBezTo>
                      <a:pt x="44" y="19"/>
                      <a:pt x="44" y="19"/>
                      <a:pt x="44" y="19"/>
                    </a:cubicBezTo>
                    <a:cubicBezTo>
                      <a:pt x="46" y="21"/>
                      <a:pt x="47" y="24"/>
                      <a:pt x="47" y="27"/>
                    </a:cubicBezTo>
                    <a:cubicBezTo>
                      <a:pt x="47" y="30"/>
                      <a:pt x="46" y="32"/>
                      <a:pt x="44" y="35"/>
                    </a:cubicBezTo>
                    <a:cubicBezTo>
                      <a:pt x="44" y="56"/>
                      <a:pt x="44" y="56"/>
                      <a:pt x="44" y="56"/>
                    </a:cubicBezTo>
                    <a:cubicBezTo>
                      <a:pt x="44" y="56"/>
                      <a:pt x="44" y="56"/>
                      <a:pt x="44" y="56"/>
                    </a:cubicBezTo>
                    <a:cubicBezTo>
                      <a:pt x="63" y="82"/>
                      <a:pt x="63" y="82"/>
                      <a:pt x="63" y="82"/>
                    </a:cubicBezTo>
                    <a:cubicBezTo>
                      <a:pt x="70" y="92"/>
                      <a:pt x="70" y="92"/>
                      <a:pt x="70" y="92"/>
                    </a:cubicBezTo>
                    <a:cubicBezTo>
                      <a:pt x="70" y="85"/>
                      <a:pt x="70" y="85"/>
                      <a:pt x="70" y="85"/>
                    </a:cubicBezTo>
                    <a:cubicBezTo>
                      <a:pt x="66" y="78"/>
                      <a:pt x="66" y="78"/>
                      <a:pt x="66" y="78"/>
                    </a:cubicBezTo>
                    <a:cubicBezTo>
                      <a:pt x="70" y="72"/>
                      <a:pt x="70" y="72"/>
                      <a:pt x="70" y="72"/>
                    </a:cubicBezTo>
                    <a:lnTo>
                      <a:pt x="70" y="0"/>
                    </a:lnTo>
                    <a:close/>
                    <a:moveTo>
                      <a:pt x="0" y="112"/>
                    </a:moveTo>
                    <a:cubicBezTo>
                      <a:pt x="44" y="112"/>
                      <a:pt x="44" y="112"/>
                      <a:pt x="44" y="112"/>
                    </a:cubicBezTo>
                    <a:cubicBezTo>
                      <a:pt x="44" y="99"/>
                      <a:pt x="44" y="99"/>
                      <a:pt x="44" y="99"/>
                    </a:cubicBezTo>
                    <a:cubicBezTo>
                      <a:pt x="13" y="99"/>
                      <a:pt x="13" y="99"/>
                      <a:pt x="13" y="99"/>
                    </a:cubicBezTo>
                    <a:cubicBezTo>
                      <a:pt x="13" y="99"/>
                      <a:pt x="13" y="99"/>
                      <a:pt x="13" y="99"/>
                    </a:cubicBezTo>
                    <a:cubicBezTo>
                      <a:pt x="44" y="56"/>
                      <a:pt x="44" y="56"/>
                      <a:pt x="44" y="56"/>
                    </a:cubicBezTo>
                    <a:cubicBezTo>
                      <a:pt x="44" y="35"/>
                      <a:pt x="44" y="35"/>
                      <a:pt x="44" y="35"/>
                    </a:cubicBezTo>
                    <a:cubicBezTo>
                      <a:pt x="42" y="37"/>
                      <a:pt x="38" y="39"/>
                      <a:pt x="35" y="39"/>
                    </a:cubicBezTo>
                    <a:cubicBezTo>
                      <a:pt x="28" y="39"/>
                      <a:pt x="22" y="34"/>
                      <a:pt x="22" y="27"/>
                    </a:cubicBezTo>
                    <a:cubicBezTo>
                      <a:pt x="22" y="20"/>
                      <a:pt x="28" y="15"/>
                      <a:pt x="35" y="15"/>
                    </a:cubicBezTo>
                    <a:cubicBezTo>
                      <a:pt x="35" y="15"/>
                      <a:pt x="35" y="15"/>
                      <a:pt x="35" y="15"/>
                    </a:cubicBezTo>
                    <a:cubicBezTo>
                      <a:pt x="38" y="15"/>
                      <a:pt x="42" y="17"/>
                      <a:pt x="44" y="19"/>
                    </a:cubicBezTo>
                    <a:cubicBezTo>
                      <a:pt x="44" y="0"/>
                      <a:pt x="44" y="0"/>
                      <a:pt x="44" y="0"/>
                    </a:cubicBezTo>
                    <a:cubicBezTo>
                      <a:pt x="0" y="0"/>
                      <a:pt x="0" y="0"/>
                      <a:pt x="0" y="0"/>
                    </a:cubicBezTo>
                    <a:lnTo>
                      <a:pt x="0" y="1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73" name="Freeform 323"/>
              <p:cNvSpPr>
                <a:spLocks noEditPoints="1"/>
              </p:cNvSpPr>
              <p:nvPr/>
            </p:nvSpPr>
            <p:spPr bwMode="auto">
              <a:xfrm>
                <a:off x="-5237163" y="4356100"/>
                <a:ext cx="585787" cy="561975"/>
              </a:xfrm>
              <a:custGeom>
                <a:avLst/>
                <a:gdLst>
                  <a:gd name="T0" fmla="*/ 80 w 156"/>
                  <a:gd name="T1" fmla="*/ 147 h 150"/>
                  <a:gd name="T2" fmla="*/ 107 w 156"/>
                  <a:gd name="T3" fmla="*/ 145 h 150"/>
                  <a:gd name="T4" fmla="*/ 133 w 156"/>
                  <a:gd name="T5" fmla="*/ 104 h 150"/>
                  <a:gd name="T6" fmla="*/ 156 w 156"/>
                  <a:gd name="T7" fmla="*/ 0 h 150"/>
                  <a:gd name="T8" fmla="*/ 80 w 156"/>
                  <a:gd name="T9" fmla="*/ 17 h 150"/>
                  <a:gd name="T10" fmla="*/ 80 w 156"/>
                  <a:gd name="T11" fmla="*/ 32 h 150"/>
                  <a:gd name="T12" fmla="*/ 136 w 156"/>
                  <a:gd name="T13" fmla="*/ 20 h 150"/>
                  <a:gd name="T14" fmla="*/ 119 w 156"/>
                  <a:gd name="T15" fmla="*/ 97 h 150"/>
                  <a:gd name="T16" fmla="*/ 105 w 156"/>
                  <a:gd name="T17" fmla="*/ 127 h 150"/>
                  <a:gd name="T18" fmla="*/ 80 w 156"/>
                  <a:gd name="T19" fmla="*/ 130 h 150"/>
                  <a:gd name="T20" fmla="*/ 80 w 156"/>
                  <a:gd name="T21" fmla="*/ 147 h 150"/>
                  <a:gd name="T22" fmla="*/ 80 w 156"/>
                  <a:gd name="T23" fmla="*/ 111 h 150"/>
                  <a:gd name="T24" fmla="*/ 80 w 156"/>
                  <a:gd name="T25" fmla="*/ 96 h 150"/>
                  <a:gd name="T26" fmla="*/ 107 w 156"/>
                  <a:gd name="T27" fmla="*/ 96 h 150"/>
                  <a:gd name="T28" fmla="*/ 103 w 156"/>
                  <a:gd name="T29" fmla="*/ 109 h 150"/>
                  <a:gd name="T30" fmla="*/ 96 w 156"/>
                  <a:gd name="T31" fmla="*/ 111 h 150"/>
                  <a:gd name="T32" fmla="*/ 80 w 156"/>
                  <a:gd name="T33" fmla="*/ 111 h 150"/>
                  <a:gd name="T34" fmla="*/ 80 w 156"/>
                  <a:gd name="T35" fmla="*/ 86 h 150"/>
                  <a:gd name="T36" fmla="*/ 80 w 156"/>
                  <a:gd name="T37" fmla="*/ 45 h 150"/>
                  <a:gd name="T38" fmla="*/ 88 w 156"/>
                  <a:gd name="T39" fmla="*/ 43 h 150"/>
                  <a:gd name="T40" fmla="*/ 88 w 156"/>
                  <a:gd name="T41" fmla="*/ 58 h 150"/>
                  <a:gd name="T42" fmla="*/ 105 w 156"/>
                  <a:gd name="T43" fmla="*/ 41 h 150"/>
                  <a:gd name="T44" fmla="*/ 121 w 156"/>
                  <a:gd name="T45" fmla="*/ 35 h 150"/>
                  <a:gd name="T46" fmla="*/ 115 w 156"/>
                  <a:gd name="T47" fmla="*/ 51 h 150"/>
                  <a:gd name="T48" fmla="*/ 98 w 156"/>
                  <a:gd name="T49" fmla="*/ 68 h 150"/>
                  <a:gd name="T50" fmla="*/ 113 w 156"/>
                  <a:gd name="T51" fmla="*/ 68 h 150"/>
                  <a:gd name="T52" fmla="*/ 109 w 156"/>
                  <a:gd name="T53" fmla="*/ 83 h 150"/>
                  <a:gd name="T54" fmla="*/ 96 w 156"/>
                  <a:gd name="T55" fmla="*/ 84 h 150"/>
                  <a:gd name="T56" fmla="*/ 82 w 156"/>
                  <a:gd name="T57" fmla="*/ 84 h 150"/>
                  <a:gd name="T58" fmla="*/ 80 w 156"/>
                  <a:gd name="T59" fmla="*/ 86 h 150"/>
                  <a:gd name="T60" fmla="*/ 19 w 156"/>
                  <a:gd name="T61" fmla="*/ 137 h 150"/>
                  <a:gd name="T62" fmla="*/ 24 w 156"/>
                  <a:gd name="T63" fmla="*/ 142 h 150"/>
                  <a:gd name="T64" fmla="*/ 50 w 156"/>
                  <a:gd name="T65" fmla="*/ 116 h 150"/>
                  <a:gd name="T66" fmla="*/ 80 w 156"/>
                  <a:gd name="T67" fmla="*/ 147 h 150"/>
                  <a:gd name="T68" fmla="*/ 80 w 156"/>
                  <a:gd name="T69" fmla="*/ 130 h 150"/>
                  <a:gd name="T70" fmla="*/ 67 w 156"/>
                  <a:gd name="T71" fmla="*/ 111 h 150"/>
                  <a:gd name="T72" fmla="*/ 80 w 156"/>
                  <a:gd name="T73" fmla="*/ 111 h 150"/>
                  <a:gd name="T74" fmla="*/ 80 w 156"/>
                  <a:gd name="T75" fmla="*/ 96 h 150"/>
                  <a:gd name="T76" fmla="*/ 70 w 156"/>
                  <a:gd name="T77" fmla="*/ 96 h 150"/>
                  <a:gd name="T78" fmla="*/ 80 w 156"/>
                  <a:gd name="T79" fmla="*/ 86 h 150"/>
                  <a:gd name="T80" fmla="*/ 80 w 156"/>
                  <a:gd name="T81" fmla="*/ 45 h 150"/>
                  <a:gd name="T82" fmla="*/ 73 w 156"/>
                  <a:gd name="T83" fmla="*/ 47 h 150"/>
                  <a:gd name="T84" fmla="*/ 72 w 156"/>
                  <a:gd name="T85" fmla="*/ 61 h 150"/>
                  <a:gd name="T86" fmla="*/ 72 w 156"/>
                  <a:gd name="T87" fmla="*/ 74 h 150"/>
                  <a:gd name="T88" fmla="*/ 60 w 156"/>
                  <a:gd name="T89" fmla="*/ 86 h 150"/>
                  <a:gd name="T90" fmla="*/ 60 w 156"/>
                  <a:gd name="T91" fmla="*/ 49 h 150"/>
                  <a:gd name="T92" fmla="*/ 47 w 156"/>
                  <a:gd name="T93" fmla="*/ 53 h 150"/>
                  <a:gd name="T94" fmla="*/ 45 w 156"/>
                  <a:gd name="T95" fmla="*/ 60 h 150"/>
                  <a:gd name="T96" fmla="*/ 45 w 156"/>
                  <a:gd name="T97" fmla="*/ 89 h 150"/>
                  <a:gd name="T98" fmla="*/ 29 w 156"/>
                  <a:gd name="T99" fmla="*/ 51 h 150"/>
                  <a:gd name="T100" fmla="*/ 29 w 156"/>
                  <a:gd name="T101" fmla="*/ 51 h 150"/>
                  <a:gd name="T102" fmla="*/ 59 w 156"/>
                  <a:gd name="T103" fmla="*/ 38 h 150"/>
                  <a:gd name="T104" fmla="*/ 80 w 156"/>
                  <a:gd name="T105" fmla="*/ 32 h 150"/>
                  <a:gd name="T106" fmla="*/ 80 w 156"/>
                  <a:gd name="T107" fmla="*/ 17 h 150"/>
                  <a:gd name="T108" fmla="*/ 52 w 156"/>
                  <a:gd name="T109" fmla="*/ 24 h 150"/>
                  <a:gd name="T110" fmla="*/ 11 w 156"/>
                  <a:gd name="T111" fmla="*/ 49 h 150"/>
                  <a:gd name="T112" fmla="*/ 40 w 156"/>
                  <a:gd name="T113" fmla="*/ 106 h 150"/>
                  <a:gd name="T114" fmla="*/ 14 w 156"/>
                  <a:gd name="T115" fmla="*/ 132 h 150"/>
                  <a:gd name="T116" fmla="*/ 19 w 156"/>
                  <a:gd name="T117" fmla="*/ 137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6" h="150">
                    <a:moveTo>
                      <a:pt x="80" y="147"/>
                    </a:moveTo>
                    <a:cubicBezTo>
                      <a:pt x="88" y="150"/>
                      <a:pt x="98" y="149"/>
                      <a:pt x="107" y="145"/>
                    </a:cubicBezTo>
                    <a:cubicBezTo>
                      <a:pt x="124" y="137"/>
                      <a:pt x="128" y="121"/>
                      <a:pt x="133" y="104"/>
                    </a:cubicBezTo>
                    <a:cubicBezTo>
                      <a:pt x="141" y="70"/>
                      <a:pt x="149" y="35"/>
                      <a:pt x="156" y="0"/>
                    </a:cubicBezTo>
                    <a:cubicBezTo>
                      <a:pt x="130" y="5"/>
                      <a:pt x="105" y="11"/>
                      <a:pt x="80" y="17"/>
                    </a:cubicBezTo>
                    <a:cubicBezTo>
                      <a:pt x="80" y="32"/>
                      <a:pt x="80" y="32"/>
                      <a:pt x="80" y="32"/>
                    </a:cubicBezTo>
                    <a:cubicBezTo>
                      <a:pt x="99" y="27"/>
                      <a:pt x="118" y="23"/>
                      <a:pt x="136" y="20"/>
                    </a:cubicBezTo>
                    <a:cubicBezTo>
                      <a:pt x="132" y="46"/>
                      <a:pt x="125" y="72"/>
                      <a:pt x="119" y="97"/>
                    </a:cubicBezTo>
                    <a:cubicBezTo>
                      <a:pt x="116" y="108"/>
                      <a:pt x="114" y="120"/>
                      <a:pt x="105" y="127"/>
                    </a:cubicBezTo>
                    <a:cubicBezTo>
                      <a:pt x="97" y="133"/>
                      <a:pt x="88" y="134"/>
                      <a:pt x="80" y="130"/>
                    </a:cubicBezTo>
                    <a:cubicBezTo>
                      <a:pt x="80" y="147"/>
                      <a:pt x="80" y="147"/>
                      <a:pt x="80" y="147"/>
                    </a:cubicBezTo>
                    <a:close/>
                    <a:moveTo>
                      <a:pt x="80" y="111"/>
                    </a:moveTo>
                    <a:cubicBezTo>
                      <a:pt x="80" y="96"/>
                      <a:pt x="80" y="96"/>
                      <a:pt x="80" y="96"/>
                    </a:cubicBezTo>
                    <a:cubicBezTo>
                      <a:pt x="107" y="96"/>
                      <a:pt x="107" y="96"/>
                      <a:pt x="107" y="96"/>
                    </a:cubicBezTo>
                    <a:cubicBezTo>
                      <a:pt x="106" y="100"/>
                      <a:pt x="104" y="105"/>
                      <a:pt x="103" y="109"/>
                    </a:cubicBezTo>
                    <a:cubicBezTo>
                      <a:pt x="102" y="112"/>
                      <a:pt x="99" y="111"/>
                      <a:pt x="96" y="111"/>
                    </a:cubicBezTo>
                    <a:cubicBezTo>
                      <a:pt x="80" y="111"/>
                      <a:pt x="80" y="111"/>
                      <a:pt x="80" y="111"/>
                    </a:cubicBezTo>
                    <a:close/>
                    <a:moveTo>
                      <a:pt x="80" y="86"/>
                    </a:moveTo>
                    <a:cubicBezTo>
                      <a:pt x="80" y="45"/>
                      <a:pt x="80" y="45"/>
                      <a:pt x="80" y="45"/>
                    </a:cubicBezTo>
                    <a:cubicBezTo>
                      <a:pt x="88" y="43"/>
                      <a:pt x="88" y="43"/>
                      <a:pt x="88" y="43"/>
                    </a:cubicBezTo>
                    <a:cubicBezTo>
                      <a:pt x="88" y="58"/>
                      <a:pt x="88" y="58"/>
                      <a:pt x="88" y="58"/>
                    </a:cubicBezTo>
                    <a:cubicBezTo>
                      <a:pt x="94" y="52"/>
                      <a:pt x="100" y="46"/>
                      <a:pt x="105" y="41"/>
                    </a:cubicBezTo>
                    <a:cubicBezTo>
                      <a:pt x="110" y="36"/>
                      <a:pt x="115" y="36"/>
                      <a:pt x="121" y="35"/>
                    </a:cubicBezTo>
                    <a:cubicBezTo>
                      <a:pt x="120" y="41"/>
                      <a:pt x="120" y="47"/>
                      <a:pt x="115" y="51"/>
                    </a:cubicBezTo>
                    <a:cubicBezTo>
                      <a:pt x="110" y="57"/>
                      <a:pt x="104" y="62"/>
                      <a:pt x="98" y="68"/>
                    </a:cubicBezTo>
                    <a:cubicBezTo>
                      <a:pt x="113" y="68"/>
                      <a:pt x="113" y="68"/>
                      <a:pt x="113" y="68"/>
                    </a:cubicBezTo>
                    <a:cubicBezTo>
                      <a:pt x="112" y="73"/>
                      <a:pt x="111" y="78"/>
                      <a:pt x="109" y="83"/>
                    </a:cubicBezTo>
                    <a:cubicBezTo>
                      <a:pt x="108" y="85"/>
                      <a:pt x="98" y="84"/>
                      <a:pt x="96" y="84"/>
                    </a:cubicBezTo>
                    <a:cubicBezTo>
                      <a:pt x="93" y="84"/>
                      <a:pt x="84" y="83"/>
                      <a:pt x="82" y="84"/>
                    </a:cubicBezTo>
                    <a:lnTo>
                      <a:pt x="80" y="86"/>
                    </a:lnTo>
                    <a:close/>
                    <a:moveTo>
                      <a:pt x="19" y="137"/>
                    </a:moveTo>
                    <a:cubicBezTo>
                      <a:pt x="24" y="142"/>
                      <a:pt x="24" y="142"/>
                      <a:pt x="24" y="142"/>
                    </a:cubicBezTo>
                    <a:cubicBezTo>
                      <a:pt x="50" y="116"/>
                      <a:pt x="50" y="116"/>
                      <a:pt x="50" y="116"/>
                    </a:cubicBezTo>
                    <a:cubicBezTo>
                      <a:pt x="54" y="131"/>
                      <a:pt x="66" y="143"/>
                      <a:pt x="80" y="147"/>
                    </a:cubicBezTo>
                    <a:cubicBezTo>
                      <a:pt x="80" y="130"/>
                      <a:pt x="80" y="130"/>
                      <a:pt x="80" y="130"/>
                    </a:cubicBezTo>
                    <a:cubicBezTo>
                      <a:pt x="73" y="127"/>
                      <a:pt x="67" y="120"/>
                      <a:pt x="67" y="111"/>
                    </a:cubicBezTo>
                    <a:cubicBezTo>
                      <a:pt x="80" y="111"/>
                      <a:pt x="80" y="111"/>
                      <a:pt x="80" y="111"/>
                    </a:cubicBezTo>
                    <a:cubicBezTo>
                      <a:pt x="80" y="96"/>
                      <a:pt x="80" y="96"/>
                      <a:pt x="80" y="96"/>
                    </a:cubicBezTo>
                    <a:cubicBezTo>
                      <a:pt x="70" y="96"/>
                      <a:pt x="70" y="96"/>
                      <a:pt x="70" y="96"/>
                    </a:cubicBezTo>
                    <a:cubicBezTo>
                      <a:pt x="80" y="86"/>
                      <a:pt x="80" y="86"/>
                      <a:pt x="80" y="86"/>
                    </a:cubicBezTo>
                    <a:cubicBezTo>
                      <a:pt x="80" y="45"/>
                      <a:pt x="80" y="45"/>
                      <a:pt x="80" y="45"/>
                    </a:cubicBezTo>
                    <a:cubicBezTo>
                      <a:pt x="73" y="47"/>
                      <a:pt x="73" y="47"/>
                      <a:pt x="73" y="47"/>
                    </a:cubicBezTo>
                    <a:cubicBezTo>
                      <a:pt x="71" y="48"/>
                      <a:pt x="72" y="59"/>
                      <a:pt x="72" y="61"/>
                    </a:cubicBezTo>
                    <a:cubicBezTo>
                      <a:pt x="72" y="63"/>
                      <a:pt x="74" y="72"/>
                      <a:pt x="72" y="74"/>
                    </a:cubicBezTo>
                    <a:cubicBezTo>
                      <a:pt x="68" y="78"/>
                      <a:pt x="64" y="82"/>
                      <a:pt x="60" y="86"/>
                    </a:cubicBezTo>
                    <a:cubicBezTo>
                      <a:pt x="60" y="49"/>
                      <a:pt x="60" y="49"/>
                      <a:pt x="60" y="49"/>
                    </a:cubicBezTo>
                    <a:cubicBezTo>
                      <a:pt x="56" y="50"/>
                      <a:pt x="51" y="52"/>
                      <a:pt x="47" y="53"/>
                    </a:cubicBezTo>
                    <a:cubicBezTo>
                      <a:pt x="44" y="54"/>
                      <a:pt x="45" y="57"/>
                      <a:pt x="45" y="60"/>
                    </a:cubicBezTo>
                    <a:cubicBezTo>
                      <a:pt x="45" y="70"/>
                      <a:pt x="45" y="80"/>
                      <a:pt x="45" y="89"/>
                    </a:cubicBezTo>
                    <a:cubicBezTo>
                      <a:pt x="26" y="88"/>
                      <a:pt x="17" y="66"/>
                      <a:pt x="29" y="51"/>
                    </a:cubicBezTo>
                    <a:cubicBezTo>
                      <a:pt x="29" y="51"/>
                      <a:pt x="29" y="51"/>
                      <a:pt x="29" y="51"/>
                    </a:cubicBezTo>
                    <a:cubicBezTo>
                      <a:pt x="36" y="42"/>
                      <a:pt x="48" y="40"/>
                      <a:pt x="59" y="38"/>
                    </a:cubicBezTo>
                    <a:cubicBezTo>
                      <a:pt x="66" y="36"/>
                      <a:pt x="73" y="34"/>
                      <a:pt x="80" y="32"/>
                    </a:cubicBezTo>
                    <a:cubicBezTo>
                      <a:pt x="80" y="17"/>
                      <a:pt x="80" y="17"/>
                      <a:pt x="80" y="17"/>
                    </a:cubicBezTo>
                    <a:cubicBezTo>
                      <a:pt x="71" y="19"/>
                      <a:pt x="62" y="21"/>
                      <a:pt x="52" y="24"/>
                    </a:cubicBezTo>
                    <a:cubicBezTo>
                      <a:pt x="36" y="28"/>
                      <a:pt x="19" y="32"/>
                      <a:pt x="11" y="49"/>
                    </a:cubicBezTo>
                    <a:cubicBezTo>
                      <a:pt x="0" y="73"/>
                      <a:pt x="16" y="100"/>
                      <a:pt x="40" y="106"/>
                    </a:cubicBezTo>
                    <a:cubicBezTo>
                      <a:pt x="14" y="132"/>
                      <a:pt x="14" y="132"/>
                      <a:pt x="14" y="132"/>
                    </a:cubicBezTo>
                    <a:lnTo>
                      <a:pt x="19" y="1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74" name="Freeform 324"/>
              <p:cNvSpPr>
                <a:spLocks/>
              </p:cNvSpPr>
              <p:nvPr/>
            </p:nvSpPr>
            <p:spPr bwMode="auto">
              <a:xfrm>
                <a:off x="-2674938" y="6529388"/>
                <a:ext cx="60325" cy="192088"/>
              </a:xfrm>
              <a:custGeom>
                <a:avLst/>
                <a:gdLst>
                  <a:gd name="T0" fmla="*/ 16 w 16"/>
                  <a:gd name="T1" fmla="*/ 51 h 51"/>
                  <a:gd name="T2" fmla="*/ 16 w 16"/>
                  <a:gd name="T3" fmla="*/ 0 h 51"/>
                  <a:gd name="T4" fmla="*/ 8 w 16"/>
                  <a:gd name="T5" fmla="*/ 0 h 51"/>
                  <a:gd name="T6" fmla="*/ 0 w 16"/>
                  <a:gd name="T7" fmla="*/ 0 h 51"/>
                  <a:gd name="T8" fmla="*/ 0 w 16"/>
                  <a:gd name="T9" fmla="*/ 51 h 51"/>
                  <a:gd name="T10" fmla="*/ 8 w 16"/>
                  <a:gd name="T11" fmla="*/ 51 h 51"/>
                  <a:gd name="T12" fmla="*/ 16 w 16"/>
                  <a:gd name="T13" fmla="*/ 51 h 51"/>
                </a:gdLst>
                <a:ahLst/>
                <a:cxnLst>
                  <a:cxn ang="0">
                    <a:pos x="T0" y="T1"/>
                  </a:cxn>
                  <a:cxn ang="0">
                    <a:pos x="T2" y="T3"/>
                  </a:cxn>
                  <a:cxn ang="0">
                    <a:pos x="T4" y="T5"/>
                  </a:cxn>
                  <a:cxn ang="0">
                    <a:pos x="T6" y="T7"/>
                  </a:cxn>
                  <a:cxn ang="0">
                    <a:pos x="T8" y="T9"/>
                  </a:cxn>
                  <a:cxn ang="0">
                    <a:pos x="T10" y="T11"/>
                  </a:cxn>
                  <a:cxn ang="0">
                    <a:pos x="T12" y="T13"/>
                  </a:cxn>
                </a:cxnLst>
                <a:rect l="0" t="0" r="r" b="b"/>
                <a:pathLst>
                  <a:path w="16" h="51">
                    <a:moveTo>
                      <a:pt x="16" y="51"/>
                    </a:moveTo>
                    <a:cubicBezTo>
                      <a:pt x="16" y="0"/>
                      <a:pt x="16" y="0"/>
                      <a:pt x="16" y="0"/>
                    </a:cubicBezTo>
                    <a:cubicBezTo>
                      <a:pt x="13" y="0"/>
                      <a:pt x="11" y="0"/>
                      <a:pt x="8" y="0"/>
                    </a:cubicBezTo>
                    <a:cubicBezTo>
                      <a:pt x="5" y="0"/>
                      <a:pt x="3" y="0"/>
                      <a:pt x="0" y="0"/>
                    </a:cubicBezTo>
                    <a:cubicBezTo>
                      <a:pt x="0" y="51"/>
                      <a:pt x="0" y="51"/>
                      <a:pt x="0" y="51"/>
                    </a:cubicBezTo>
                    <a:cubicBezTo>
                      <a:pt x="3" y="51"/>
                      <a:pt x="5" y="51"/>
                      <a:pt x="8" y="51"/>
                    </a:cubicBezTo>
                    <a:cubicBezTo>
                      <a:pt x="11" y="51"/>
                      <a:pt x="13" y="51"/>
                      <a:pt x="16"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75" name="Freeform 325"/>
              <p:cNvSpPr>
                <a:spLocks/>
              </p:cNvSpPr>
              <p:nvPr/>
            </p:nvSpPr>
            <p:spPr bwMode="auto">
              <a:xfrm>
                <a:off x="-2922588" y="6097588"/>
                <a:ext cx="555625" cy="412750"/>
              </a:xfrm>
              <a:custGeom>
                <a:avLst/>
                <a:gdLst>
                  <a:gd name="T0" fmla="*/ 148 w 148"/>
                  <a:gd name="T1" fmla="*/ 36 h 110"/>
                  <a:gd name="T2" fmla="*/ 138 w 148"/>
                  <a:gd name="T3" fmla="*/ 0 h 110"/>
                  <a:gd name="T4" fmla="*/ 106 w 148"/>
                  <a:gd name="T5" fmla="*/ 18 h 110"/>
                  <a:gd name="T6" fmla="*/ 74 w 148"/>
                  <a:gd name="T7" fmla="*/ 0 h 110"/>
                  <a:gd name="T8" fmla="*/ 42 w 148"/>
                  <a:gd name="T9" fmla="*/ 18 h 110"/>
                  <a:gd name="T10" fmla="*/ 10 w 148"/>
                  <a:gd name="T11" fmla="*/ 0 h 110"/>
                  <a:gd name="T12" fmla="*/ 0 w 148"/>
                  <a:gd name="T13" fmla="*/ 36 h 110"/>
                  <a:gd name="T14" fmla="*/ 66 w 148"/>
                  <a:gd name="T15" fmla="*/ 110 h 110"/>
                  <a:gd name="T16" fmla="*/ 74 w 148"/>
                  <a:gd name="T17" fmla="*/ 110 h 110"/>
                  <a:gd name="T18" fmla="*/ 82 w 148"/>
                  <a:gd name="T19" fmla="*/ 110 h 110"/>
                  <a:gd name="T20" fmla="*/ 148 w 148"/>
                  <a:gd name="T21" fmla="*/ 36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8" h="110">
                    <a:moveTo>
                      <a:pt x="148" y="36"/>
                    </a:moveTo>
                    <a:cubicBezTo>
                      <a:pt x="148" y="23"/>
                      <a:pt x="144" y="11"/>
                      <a:pt x="138" y="0"/>
                    </a:cubicBezTo>
                    <a:cubicBezTo>
                      <a:pt x="106" y="18"/>
                      <a:pt x="106" y="18"/>
                      <a:pt x="106" y="18"/>
                    </a:cubicBezTo>
                    <a:cubicBezTo>
                      <a:pt x="74" y="0"/>
                      <a:pt x="74" y="0"/>
                      <a:pt x="74" y="0"/>
                    </a:cubicBezTo>
                    <a:cubicBezTo>
                      <a:pt x="42" y="18"/>
                      <a:pt x="42" y="18"/>
                      <a:pt x="42" y="18"/>
                    </a:cubicBezTo>
                    <a:cubicBezTo>
                      <a:pt x="10" y="0"/>
                      <a:pt x="10" y="0"/>
                      <a:pt x="10" y="0"/>
                    </a:cubicBezTo>
                    <a:cubicBezTo>
                      <a:pt x="4" y="11"/>
                      <a:pt x="0" y="23"/>
                      <a:pt x="0" y="36"/>
                    </a:cubicBezTo>
                    <a:cubicBezTo>
                      <a:pt x="0" y="74"/>
                      <a:pt x="29" y="106"/>
                      <a:pt x="66" y="110"/>
                    </a:cubicBezTo>
                    <a:cubicBezTo>
                      <a:pt x="69" y="110"/>
                      <a:pt x="71" y="110"/>
                      <a:pt x="74" y="110"/>
                    </a:cubicBezTo>
                    <a:cubicBezTo>
                      <a:pt x="77" y="110"/>
                      <a:pt x="79" y="110"/>
                      <a:pt x="82" y="110"/>
                    </a:cubicBezTo>
                    <a:cubicBezTo>
                      <a:pt x="119" y="106"/>
                      <a:pt x="148" y="74"/>
                      <a:pt x="148"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76" name="Freeform 326"/>
              <p:cNvSpPr>
                <a:spLocks/>
              </p:cNvSpPr>
              <p:nvPr/>
            </p:nvSpPr>
            <p:spPr bwMode="auto">
              <a:xfrm>
                <a:off x="-2806700" y="6537325"/>
                <a:ext cx="115887" cy="115888"/>
              </a:xfrm>
              <a:custGeom>
                <a:avLst/>
                <a:gdLst>
                  <a:gd name="T0" fmla="*/ 30 w 31"/>
                  <a:gd name="T1" fmla="*/ 29 h 31"/>
                  <a:gd name="T2" fmla="*/ 23 w 31"/>
                  <a:gd name="T3" fmla="*/ 8 h 31"/>
                  <a:gd name="T4" fmla="*/ 2 w 31"/>
                  <a:gd name="T5" fmla="*/ 1 h 31"/>
                  <a:gd name="T6" fmla="*/ 8 w 31"/>
                  <a:gd name="T7" fmla="*/ 23 h 31"/>
                  <a:gd name="T8" fmla="*/ 30 w 31"/>
                  <a:gd name="T9" fmla="*/ 29 h 31"/>
                </a:gdLst>
                <a:ahLst/>
                <a:cxnLst>
                  <a:cxn ang="0">
                    <a:pos x="T0" y="T1"/>
                  </a:cxn>
                  <a:cxn ang="0">
                    <a:pos x="T2" y="T3"/>
                  </a:cxn>
                  <a:cxn ang="0">
                    <a:pos x="T4" y="T5"/>
                  </a:cxn>
                  <a:cxn ang="0">
                    <a:pos x="T6" y="T7"/>
                  </a:cxn>
                  <a:cxn ang="0">
                    <a:pos x="T8" y="T9"/>
                  </a:cxn>
                </a:cxnLst>
                <a:rect l="0" t="0" r="r" b="b"/>
                <a:pathLst>
                  <a:path w="31" h="31">
                    <a:moveTo>
                      <a:pt x="30" y="29"/>
                    </a:moveTo>
                    <a:cubicBezTo>
                      <a:pt x="31" y="22"/>
                      <a:pt x="29" y="14"/>
                      <a:pt x="23" y="8"/>
                    </a:cubicBezTo>
                    <a:cubicBezTo>
                      <a:pt x="17" y="2"/>
                      <a:pt x="9" y="0"/>
                      <a:pt x="2" y="1"/>
                    </a:cubicBezTo>
                    <a:cubicBezTo>
                      <a:pt x="0" y="9"/>
                      <a:pt x="3" y="17"/>
                      <a:pt x="8" y="23"/>
                    </a:cubicBezTo>
                    <a:cubicBezTo>
                      <a:pt x="14" y="28"/>
                      <a:pt x="22" y="31"/>
                      <a:pt x="30"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77" name="Freeform 327"/>
              <p:cNvSpPr>
                <a:spLocks/>
              </p:cNvSpPr>
              <p:nvPr/>
            </p:nvSpPr>
            <p:spPr bwMode="auto">
              <a:xfrm>
                <a:off x="-2600325" y="6537325"/>
                <a:ext cx="115887" cy="115888"/>
              </a:xfrm>
              <a:custGeom>
                <a:avLst/>
                <a:gdLst>
                  <a:gd name="T0" fmla="*/ 23 w 31"/>
                  <a:gd name="T1" fmla="*/ 23 h 31"/>
                  <a:gd name="T2" fmla="*/ 29 w 31"/>
                  <a:gd name="T3" fmla="*/ 1 h 31"/>
                  <a:gd name="T4" fmla="*/ 8 w 31"/>
                  <a:gd name="T5" fmla="*/ 8 h 31"/>
                  <a:gd name="T6" fmla="*/ 1 w 31"/>
                  <a:gd name="T7" fmla="*/ 29 h 31"/>
                  <a:gd name="T8" fmla="*/ 23 w 31"/>
                  <a:gd name="T9" fmla="*/ 23 h 31"/>
                </a:gdLst>
                <a:ahLst/>
                <a:cxnLst>
                  <a:cxn ang="0">
                    <a:pos x="T0" y="T1"/>
                  </a:cxn>
                  <a:cxn ang="0">
                    <a:pos x="T2" y="T3"/>
                  </a:cxn>
                  <a:cxn ang="0">
                    <a:pos x="T4" y="T5"/>
                  </a:cxn>
                  <a:cxn ang="0">
                    <a:pos x="T6" y="T7"/>
                  </a:cxn>
                  <a:cxn ang="0">
                    <a:pos x="T8" y="T9"/>
                  </a:cxn>
                </a:cxnLst>
                <a:rect l="0" t="0" r="r" b="b"/>
                <a:pathLst>
                  <a:path w="31" h="31">
                    <a:moveTo>
                      <a:pt x="23" y="23"/>
                    </a:moveTo>
                    <a:cubicBezTo>
                      <a:pt x="29" y="17"/>
                      <a:pt x="31" y="9"/>
                      <a:pt x="29" y="1"/>
                    </a:cubicBezTo>
                    <a:cubicBezTo>
                      <a:pt x="22" y="0"/>
                      <a:pt x="14" y="2"/>
                      <a:pt x="8" y="8"/>
                    </a:cubicBezTo>
                    <a:cubicBezTo>
                      <a:pt x="2" y="14"/>
                      <a:pt x="0" y="22"/>
                      <a:pt x="1" y="29"/>
                    </a:cubicBezTo>
                    <a:cubicBezTo>
                      <a:pt x="9" y="31"/>
                      <a:pt x="17" y="28"/>
                      <a:pt x="23"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78" name="Freeform 328"/>
              <p:cNvSpPr>
                <a:spLocks/>
              </p:cNvSpPr>
              <p:nvPr/>
            </p:nvSpPr>
            <p:spPr bwMode="auto">
              <a:xfrm>
                <a:off x="-2806700" y="6738938"/>
                <a:ext cx="322262" cy="95250"/>
              </a:xfrm>
              <a:custGeom>
                <a:avLst/>
                <a:gdLst>
                  <a:gd name="T0" fmla="*/ 51 w 86"/>
                  <a:gd name="T1" fmla="*/ 0 h 25"/>
                  <a:gd name="T2" fmla="*/ 43 w 86"/>
                  <a:gd name="T3" fmla="*/ 0 h 25"/>
                  <a:gd name="T4" fmla="*/ 35 w 86"/>
                  <a:gd name="T5" fmla="*/ 0 h 25"/>
                  <a:gd name="T6" fmla="*/ 0 w 86"/>
                  <a:gd name="T7" fmla="*/ 25 h 25"/>
                  <a:gd name="T8" fmla="*/ 86 w 86"/>
                  <a:gd name="T9" fmla="*/ 25 h 25"/>
                  <a:gd name="T10" fmla="*/ 51 w 86"/>
                  <a:gd name="T11" fmla="*/ 0 h 25"/>
                </a:gdLst>
                <a:ahLst/>
                <a:cxnLst>
                  <a:cxn ang="0">
                    <a:pos x="T0" y="T1"/>
                  </a:cxn>
                  <a:cxn ang="0">
                    <a:pos x="T2" y="T3"/>
                  </a:cxn>
                  <a:cxn ang="0">
                    <a:pos x="T4" y="T5"/>
                  </a:cxn>
                  <a:cxn ang="0">
                    <a:pos x="T6" y="T7"/>
                  </a:cxn>
                  <a:cxn ang="0">
                    <a:pos x="T8" y="T9"/>
                  </a:cxn>
                  <a:cxn ang="0">
                    <a:pos x="T10" y="T11"/>
                  </a:cxn>
                </a:cxnLst>
                <a:rect l="0" t="0" r="r" b="b"/>
                <a:pathLst>
                  <a:path w="86" h="25">
                    <a:moveTo>
                      <a:pt x="51" y="0"/>
                    </a:moveTo>
                    <a:cubicBezTo>
                      <a:pt x="48" y="0"/>
                      <a:pt x="46" y="0"/>
                      <a:pt x="43" y="0"/>
                    </a:cubicBezTo>
                    <a:cubicBezTo>
                      <a:pt x="40" y="0"/>
                      <a:pt x="38" y="0"/>
                      <a:pt x="35" y="0"/>
                    </a:cubicBezTo>
                    <a:cubicBezTo>
                      <a:pt x="15" y="2"/>
                      <a:pt x="0" y="13"/>
                      <a:pt x="0" y="25"/>
                    </a:cubicBezTo>
                    <a:cubicBezTo>
                      <a:pt x="86" y="25"/>
                      <a:pt x="86" y="25"/>
                      <a:pt x="86" y="25"/>
                    </a:cubicBezTo>
                    <a:cubicBezTo>
                      <a:pt x="86" y="13"/>
                      <a:pt x="71" y="2"/>
                      <a:pt x="5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79" name="Freeform 329"/>
              <p:cNvSpPr>
                <a:spLocks/>
              </p:cNvSpPr>
              <p:nvPr/>
            </p:nvSpPr>
            <p:spPr bwMode="auto">
              <a:xfrm>
                <a:off x="-5410200" y="3240087"/>
                <a:ext cx="323850" cy="244475"/>
              </a:xfrm>
              <a:custGeom>
                <a:avLst/>
                <a:gdLst>
                  <a:gd name="T0" fmla="*/ 43 w 86"/>
                  <a:gd name="T1" fmla="*/ 0 h 65"/>
                  <a:gd name="T2" fmla="*/ 0 w 86"/>
                  <a:gd name="T3" fmla="*/ 44 h 65"/>
                  <a:gd name="T4" fmla="*/ 5 w 86"/>
                  <a:gd name="T5" fmla="*/ 64 h 65"/>
                  <a:gd name="T6" fmla="*/ 5 w 86"/>
                  <a:gd name="T7" fmla="*/ 53 h 65"/>
                  <a:gd name="T8" fmla="*/ 7 w 86"/>
                  <a:gd name="T9" fmla="*/ 47 h 65"/>
                  <a:gd name="T10" fmla="*/ 7 w 86"/>
                  <a:gd name="T11" fmla="*/ 44 h 65"/>
                  <a:gd name="T12" fmla="*/ 43 w 86"/>
                  <a:gd name="T13" fmla="*/ 7 h 65"/>
                  <a:gd name="T14" fmla="*/ 79 w 86"/>
                  <a:gd name="T15" fmla="*/ 44 h 65"/>
                  <a:gd name="T16" fmla="*/ 79 w 86"/>
                  <a:gd name="T17" fmla="*/ 47 h 65"/>
                  <a:gd name="T18" fmla="*/ 80 w 86"/>
                  <a:gd name="T19" fmla="*/ 53 h 65"/>
                  <a:gd name="T20" fmla="*/ 80 w 86"/>
                  <a:gd name="T21" fmla="*/ 65 h 65"/>
                  <a:gd name="T22" fmla="*/ 86 w 86"/>
                  <a:gd name="T23" fmla="*/ 44 h 65"/>
                  <a:gd name="T24" fmla="*/ 43 w 86"/>
                  <a:gd name="T25"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6" h="65">
                    <a:moveTo>
                      <a:pt x="43" y="0"/>
                    </a:moveTo>
                    <a:cubicBezTo>
                      <a:pt x="19" y="0"/>
                      <a:pt x="0" y="20"/>
                      <a:pt x="0" y="44"/>
                    </a:cubicBezTo>
                    <a:cubicBezTo>
                      <a:pt x="0" y="51"/>
                      <a:pt x="1" y="58"/>
                      <a:pt x="5" y="64"/>
                    </a:cubicBezTo>
                    <a:cubicBezTo>
                      <a:pt x="5" y="53"/>
                      <a:pt x="5" y="53"/>
                      <a:pt x="5" y="53"/>
                    </a:cubicBezTo>
                    <a:cubicBezTo>
                      <a:pt x="5" y="51"/>
                      <a:pt x="6" y="49"/>
                      <a:pt x="7" y="47"/>
                    </a:cubicBezTo>
                    <a:cubicBezTo>
                      <a:pt x="7" y="46"/>
                      <a:pt x="7" y="45"/>
                      <a:pt x="7" y="44"/>
                    </a:cubicBezTo>
                    <a:cubicBezTo>
                      <a:pt x="7" y="24"/>
                      <a:pt x="23" y="7"/>
                      <a:pt x="43" y="7"/>
                    </a:cubicBezTo>
                    <a:cubicBezTo>
                      <a:pt x="63" y="7"/>
                      <a:pt x="79" y="24"/>
                      <a:pt x="79" y="44"/>
                    </a:cubicBezTo>
                    <a:cubicBezTo>
                      <a:pt x="79" y="45"/>
                      <a:pt x="79" y="46"/>
                      <a:pt x="79" y="47"/>
                    </a:cubicBezTo>
                    <a:cubicBezTo>
                      <a:pt x="80" y="49"/>
                      <a:pt x="80" y="51"/>
                      <a:pt x="80" y="53"/>
                    </a:cubicBezTo>
                    <a:cubicBezTo>
                      <a:pt x="80" y="65"/>
                      <a:pt x="80" y="65"/>
                      <a:pt x="80" y="65"/>
                    </a:cubicBezTo>
                    <a:cubicBezTo>
                      <a:pt x="84" y="58"/>
                      <a:pt x="86" y="51"/>
                      <a:pt x="86" y="44"/>
                    </a:cubicBezTo>
                    <a:cubicBezTo>
                      <a:pt x="86" y="20"/>
                      <a:pt x="67" y="0"/>
                      <a:pt x="4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80" name="Freeform 330"/>
              <p:cNvSpPr>
                <a:spLocks/>
              </p:cNvSpPr>
              <p:nvPr/>
            </p:nvSpPr>
            <p:spPr bwMode="auto">
              <a:xfrm>
                <a:off x="-5383213" y="3405187"/>
                <a:ext cx="71437" cy="128588"/>
              </a:xfrm>
              <a:custGeom>
                <a:avLst/>
                <a:gdLst>
                  <a:gd name="T0" fmla="*/ 0 w 19"/>
                  <a:gd name="T1" fmla="*/ 7 h 34"/>
                  <a:gd name="T2" fmla="*/ 0 w 19"/>
                  <a:gd name="T3" fmla="*/ 9 h 34"/>
                  <a:gd name="T4" fmla="*/ 0 w 19"/>
                  <a:gd name="T5" fmla="*/ 20 h 34"/>
                  <a:gd name="T6" fmla="*/ 0 w 19"/>
                  <a:gd name="T7" fmla="*/ 25 h 34"/>
                  <a:gd name="T8" fmla="*/ 13 w 19"/>
                  <a:gd name="T9" fmla="*/ 34 h 34"/>
                  <a:gd name="T10" fmla="*/ 19 w 19"/>
                  <a:gd name="T11" fmla="*/ 34 h 34"/>
                  <a:gd name="T12" fmla="*/ 19 w 19"/>
                  <a:gd name="T13" fmla="*/ 0 h 34"/>
                  <a:gd name="T14" fmla="*/ 13 w 19"/>
                  <a:gd name="T15" fmla="*/ 0 h 34"/>
                  <a:gd name="T16" fmla="*/ 0 w 19"/>
                  <a:gd name="T17" fmla="*/ 7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34">
                    <a:moveTo>
                      <a:pt x="0" y="7"/>
                    </a:moveTo>
                    <a:cubicBezTo>
                      <a:pt x="0" y="8"/>
                      <a:pt x="0" y="8"/>
                      <a:pt x="0" y="9"/>
                    </a:cubicBezTo>
                    <a:cubicBezTo>
                      <a:pt x="0" y="20"/>
                      <a:pt x="0" y="20"/>
                      <a:pt x="0" y="20"/>
                    </a:cubicBezTo>
                    <a:cubicBezTo>
                      <a:pt x="0" y="25"/>
                      <a:pt x="0" y="25"/>
                      <a:pt x="0" y="25"/>
                    </a:cubicBezTo>
                    <a:cubicBezTo>
                      <a:pt x="0" y="30"/>
                      <a:pt x="6" y="34"/>
                      <a:pt x="13" y="34"/>
                    </a:cubicBezTo>
                    <a:cubicBezTo>
                      <a:pt x="19" y="34"/>
                      <a:pt x="19" y="34"/>
                      <a:pt x="19" y="34"/>
                    </a:cubicBezTo>
                    <a:cubicBezTo>
                      <a:pt x="19" y="0"/>
                      <a:pt x="19" y="0"/>
                      <a:pt x="19" y="0"/>
                    </a:cubicBezTo>
                    <a:cubicBezTo>
                      <a:pt x="13" y="0"/>
                      <a:pt x="13" y="0"/>
                      <a:pt x="13" y="0"/>
                    </a:cubicBezTo>
                    <a:cubicBezTo>
                      <a:pt x="7" y="0"/>
                      <a:pt x="2" y="3"/>
                      <a:pt x="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81" name="Freeform 331"/>
              <p:cNvSpPr>
                <a:spLocks/>
              </p:cNvSpPr>
              <p:nvPr/>
            </p:nvSpPr>
            <p:spPr bwMode="auto">
              <a:xfrm>
                <a:off x="-5187950" y="3405187"/>
                <a:ext cx="71437" cy="128588"/>
              </a:xfrm>
              <a:custGeom>
                <a:avLst/>
                <a:gdLst>
                  <a:gd name="T0" fmla="*/ 19 w 19"/>
                  <a:gd name="T1" fmla="*/ 25 h 34"/>
                  <a:gd name="T2" fmla="*/ 19 w 19"/>
                  <a:gd name="T3" fmla="*/ 20 h 34"/>
                  <a:gd name="T4" fmla="*/ 19 w 19"/>
                  <a:gd name="T5" fmla="*/ 9 h 34"/>
                  <a:gd name="T6" fmla="*/ 19 w 19"/>
                  <a:gd name="T7" fmla="*/ 8 h 34"/>
                  <a:gd name="T8" fmla="*/ 6 w 19"/>
                  <a:gd name="T9" fmla="*/ 0 h 34"/>
                  <a:gd name="T10" fmla="*/ 0 w 19"/>
                  <a:gd name="T11" fmla="*/ 0 h 34"/>
                  <a:gd name="T12" fmla="*/ 0 w 19"/>
                  <a:gd name="T13" fmla="*/ 34 h 34"/>
                  <a:gd name="T14" fmla="*/ 6 w 19"/>
                  <a:gd name="T15" fmla="*/ 34 h 34"/>
                  <a:gd name="T16" fmla="*/ 19 w 19"/>
                  <a:gd name="T17" fmla="*/ 25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34">
                    <a:moveTo>
                      <a:pt x="19" y="25"/>
                    </a:moveTo>
                    <a:cubicBezTo>
                      <a:pt x="19" y="20"/>
                      <a:pt x="19" y="20"/>
                      <a:pt x="19" y="20"/>
                    </a:cubicBezTo>
                    <a:cubicBezTo>
                      <a:pt x="19" y="9"/>
                      <a:pt x="19" y="9"/>
                      <a:pt x="19" y="9"/>
                    </a:cubicBezTo>
                    <a:cubicBezTo>
                      <a:pt x="19" y="8"/>
                      <a:pt x="19" y="8"/>
                      <a:pt x="19" y="8"/>
                    </a:cubicBezTo>
                    <a:cubicBezTo>
                      <a:pt x="18" y="3"/>
                      <a:pt x="13" y="0"/>
                      <a:pt x="6" y="0"/>
                    </a:cubicBezTo>
                    <a:cubicBezTo>
                      <a:pt x="0" y="0"/>
                      <a:pt x="0" y="0"/>
                      <a:pt x="0" y="0"/>
                    </a:cubicBezTo>
                    <a:cubicBezTo>
                      <a:pt x="0" y="34"/>
                      <a:pt x="0" y="34"/>
                      <a:pt x="0" y="34"/>
                    </a:cubicBezTo>
                    <a:cubicBezTo>
                      <a:pt x="6" y="34"/>
                      <a:pt x="6" y="34"/>
                      <a:pt x="6" y="34"/>
                    </a:cubicBezTo>
                    <a:cubicBezTo>
                      <a:pt x="13" y="34"/>
                      <a:pt x="19" y="30"/>
                      <a:pt x="19"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grpSp>
        <p:sp>
          <p:nvSpPr>
            <p:cNvPr id="20" name="Rectangle 19"/>
            <p:cNvSpPr/>
            <p:nvPr/>
          </p:nvSpPr>
          <p:spPr>
            <a:xfrm flipH="1">
              <a:off x="2287181" y="2991124"/>
              <a:ext cx="697359" cy="1002038"/>
            </a:xfrm>
            <a:prstGeom prst="rect">
              <a:avLst/>
            </a:prstGeom>
          </p:spPr>
          <p:txBody>
            <a:bodyPr wrap="square">
              <a:spAutoFit/>
            </a:bodyPr>
            <a:lstStyle/>
            <a:p>
              <a:pPr algn="ctr" defTabSz="457200" fontAlgn="auto">
                <a:spcBef>
                  <a:spcPts val="0"/>
                </a:spcBef>
                <a:spcAft>
                  <a:spcPts val="0"/>
                </a:spcAft>
              </a:pPr>
              <a:r>
                <a:rPr lang="id-ID" sz="700" b="1" dirty="0">
                  <a:solidFill>
                    <a:prstClr val="white">
                      <a:lumMod val="75000"/>
                    </a:prstClr>
                  </a:solidFill>
                  <a:latin typeface="Roboto" panose="02000000000000000000" pitchFamily="2" charset="0"/>
                  <a:ea typeface="Roboto" panose="02000000000000000000" pitchFamily="2" charset="0"/>
                  <a:cs typeface="Simplified Arabic" panose="02020603050405020304" pitchFamily="18" charset="-78"/>
                </a:rPr>
                <a:t>Suitable for </a:t>
              </a:r>
              <a:r>
                <a:rPr lang="id-ID" sz="700" b="1" dirty="0" smtClean="0">
                  <a:solidFill>
                    <a:prstClr val="white">
                      <a:lumMod val="75000"/>
                    </a:prstClr>
                  </a:solidFill>
                  <a:latin typeface="Roboto" panose="02000000000000000000" pitchFamily="2" charset="0"/>
                  <a:ea typeface="Roboto" panose="02000000000000000000" pitchFamily="2" charset="0"/>
                  <a:cs typeface="Simplified Arabic" panose="02020603050405020304" pitchFamily="18" charset="-78"/>
                </a:rPr>
                <a:t> categories </a:t>
              </a:r>
              <a:r>
                <a:rPr lang="id-ID" sz="700" dirty="0">
                  <a:solidFill>
                    <a:prstClr val="white">
                      <a:lumMod val="75000"/>
                    </a:prstClr>
                  </a:solidFill>
                  <a:latin typeface="Roboto" panose="02000000000000000000" pitchFamily="2" charset="0"/>
                  <a:ea typeface="Roboto" panose="02000000000000000000" pitchFamily="2" charset="0"/>
                  <a:cs typeface="Simplified Arabic" panose="02020603050405020304" pitchFamily="18" charset="-78"/>
                </a:rPr>
                <a:t>business and personal presentation, eaque ipsa quae ab illo inventore veritatis et quasi architecto </a:t>
              </a:r>
              <a:r>
                <a:rPr lang="id-ID" sz="700" dirty="0" smtClean="0">
                  <a:solidFill>
                    <a:prstClr val="white">
                      <a:lumMod val="75000"/>
                    </a:prstClr>
                  </a:solidFill>
                  <a:latin typeface="Roboto" panose="02000000000000000000" pitchFamily="2" charset="0"/>
                  <a:ea typeface="Roboto" panose="02000000000000000000" pitchFamily="2" charset="0"/>
                  <a:cs typeface="Simplified Arabic" panose="02020603050405020304" pitchFamily="18" charset="-78"/>
                </a:rPr>
                <a:t>beatae</a:t>
              </a:r>
              <a:endParaRPr lang="id-ID" sz="700" dirty="0">
                <a:solidFill>
                  <a:prstClr val="white">
                    <a:lumMod val="75000"/>
                  </a:prstClr>
                </a:solidFill>
                <a:latin typeface="Roboto" panose="02000000000000000000" pitchFamily="2" charset="0"/>
                <a:ea typeface="Roboto" panose="02000000000000000000" pitchFamily="2" charset="0"/>
                <a:cs typeface="Simplified Arabic" panose="02020603050405020304" pitchFamily="18" charset="-78"/>
              </a:endParaRPr>
            </a:p>
          </p:txBody>
        </p:sp>
      </p:grpSp>
    </p:spTree>
    <p:extLst>
      <p:ext uri="{BB962C8B-B14F-4D97-AF65-F5344CB8AC3E}">
        <p14:creationId xmlns:p14="http://schemas.microsoft.com/office/powerpoint/2010/main" val="94083811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10">
                                            <p:txEl>
                                              <p:pRg st="0" end="0"/>
                                            </p:txEl>
                                          </p:spTgt>
                                        </p:tgtEl>
                                        <p:attrNameLst>
                                          <p:attrName>style.visibility</p:attrName>
                                        </p:attrNameLst>
                                      </p:cBhvr>
                                      <p:to>
                                        <p:strVal val="visible"/>
                                      </p:to>
                                    </p:set>
                                    <p:animEffect transition="in" filter="fade">
                                      <p:cBhvr>
                                        <p:cTn id="7" dur="500"/>
                                        <p:tgtEl>
                                          <p:spTgt spid="10">
                                            <p:txEl>
                                              <p:pRg st="0" end="0"/>
                                            </p:txEl>
                                          </p:spTgt>
                                        </p:tgtEl>
                                      </p:cBhvr>
                                    </p:animEffect>
                                  </p:childTnLst>
                                </p:cTn>
                              </p:par>
                              <p:par>
                                <p:cTn id="8" presetID="14" presetClass="entr" presetSubtype="10" fill="hold" nodeType="withEffect">
                                  <p:stCondLst>
                                    <p:cond delay="0"/>
                                  </p:stCondLst>
                                  <p:childTnLst>
                                    <p:set>
                                      <p:cBhvr>
                                        <p:cTn id="9" dur="1" fill="hold">
                                          <p:stCondLst>
                                            <p:cond delay="0"/>
                                          </p:stCondLst>
                                        </p:cTn>
                                        <p:tgtEl>
                                          <p:spTgt spid="342"/>
                                        </p:tgtEl>
                                        <p:attrNameLst>
                                          <p:attrName>style.visibility</p:attrName>
                                        </p:attrNameLst>
                                      </p:cBhvr>
                                      <p:to>
                                        <p:strVal val="visible"/>
                                      </p:to>
                                    </p:set>
                                    <p:animEffect transition="in" filter="randombar(horizontal)">
                                      <p:cBhvr>
                                        <p:cTn id="10" dur="500"/>
                                        <p:tgtEl>
                                          <p:spTgt spid="342"/>
                                        </p:tgtEl>
                                      </p:cBhvr>
                                    </p:animEffect>
                                  </p:childTnLst>
                                </p:cTn>
                              </p:par>
                              <p:par>
                                <p:cTn id="11" presetID="45" presetClass="entr" presetSubtype="0" fill="hold" grpId="0" nodeType="withEffect">
                                  <p:stCondLst>
                                    <p:cond delay="500"/>
                                  </p:stCondLst>
                                  <p:childTnLst>
                                    <p:set>
                                      <p:cBhvr>
                                        <p:cTn id="12" dur="1" fill="hold">
                                          <p:stCondLst>
                                            <p:cond delay="0"/>
                                          </p:stCondLst>
                                        </p:cTn>
                                        <p:tgtEl>
                                          <p:spTgt spid="10"/>
                                        </p:tgtEl>
                                        <p:attrNameLst>
                                          <p:attrName>style.visibility</p:attrName>
                                        </p:attrNameLst>
                                      </p:cBhvr>
                                      <p:to>
                                        <p:strVal val="visible"/>
                                      </p:to>
                                    </p:set>
                                    <p:animEffect transition="in" filter="fade">
                                      <p:cBhvr>
                                        <p:cTn id="13" dur="2250"/>
                                        <p:tgtEl>
                                          <p:spTgt spid="10"/>
                                        </p:tgtEl>
                                      </p:cBhvr>
                                    </p:animEffect>
                                    <p:anim calcmode="lin" valueType="num">
                                      <p:cBhvr>
                                        <p:cTn id="14" dur="2250" fill="hold"/>
                                        <p:tgtEl>
                                          <p:spTgt spid="10"/>
                                        </p:tgtEl>
                                        <p:attrNameLst>
                                          <p:attrName>ppt_w</p:attrName>
                                        </p:attrNameLst>
                                      </p:cBhvr>
                                      <p:tavLst>
                                        <p:tav tm="0" fmla="#ppt_w*sin(2.5*pi*$)">
                                          <p:val>
                                            <p:fltVal val="0"/>
                                          </p:val>
                                        </p:tav>
                                        <p:tav tm="100000">
                                          <p:val>
                                            <p:fltVal val="1"/>
                                          </p:val>
                                        </p:tav>
                                      </p:tavLst>
                                    </p:anim>
                                    <p:anim calcmode="lin" valueType="num">
                                      <p:cBhvr>
                                        <p:cTn id="15" dur="2250" fill="hold"/>
                                        <p:tgtEl>
                                          <p:spTgt spid="10"/>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Content Placeholder 2"/>
          <p:cNvSpPr txBox="1">
            <a:spLocks/>
          </p:cNvSpPr>
          <p:nvPr/>
        </p:nvSpPr>
        <p:spPr>
          <a:xfrm>
            <a:off x="3834997" y="2476396"/>
            <a:ext cx="7995327" cy="2777017"/>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ctr" fontAlgn="auto">
              <a:buClr>
                <a:srgbClr val="E84C22">
                  <a:lumMod val="75000"/>
                </a:srgbClr>
              </a:buClr>
            </a:pPr>
            <a:r>
              <a:rPr lang="ar-SA" sz="3200" b="1" dirty="0">
                <a:latin typeface="Roboto" panose="02000000000000000000" pitchFamily="2" charset="0"/>
                <a:ea typeface="Roboto" panose="02000000000000000000" pitchFamily="2" charset="0"/>
                <a:cs typeface="Simplified Arabic" panose="02020603050405020304" pitchFamily="18" charset="-78"/>
              </a:rPr>
              <a:t>ثم أن بُعد المعرفة "معرفة الماهية"، أصبح يضم أربع فئات، هي: المعرفة الحقيقية، والمعرفة المفهومية، والمعرفة الإجرائية، ومعرفة وراء المعرفية. وتضمن كل نوع من هذه المعارف الأربعة أجزاء منفصلة من المعلومات، وذلك على النحو الآتي:</a:t>
            </a:r>
            <a:endParaRPr lang="id-ID" sz="3200" b="1" dirty="0" smtClean="0">
              <a:latin typeface="Roboto" panose="02000000000000000000" pitchFamily="2" charset="0"/>
              <a:ea typeface="Roboto" panose="02000000000000000000" pitchFamily="2" charset="0"/>
            </a:endParaRPr>
          </a:p>
        </p:txBody>
      </p:sp>
      <p:grpSp>
        <p:nvGrpSpPr>
          <p:cNvPr id="342" name="Group 341"/>
          <p:cNvGrpSpPr>
            <a:grpSpLocks noChangeAspect="1"/>
          </p:cNvGrpSpPr>
          <p:nvPr/>
        </p:nvGrpSpPr>
        <p:grpSpPr>
          <a:xfrm>
            <a:off x="90463" y="1503991"/>
            <a:ext cx="3474618" cy="4803720"/>
            <a:chOff x="1270242" y="2227041"/>
            <a:chExt cx="2976954" cy="4115691"/>
          </a:xfrm>
        </p:grpSpPr>
        <p:grpSp>
          <p:nvGrpSpPr>
            <p:cNvPr id="17" name="Group 16"/>
            <p:cNvGrpSpPr/>
            <p:nvPr/>
          </p:nvGrpSpPr>
          <p:grpSpPr>
            <a:xfrm flipH="1">
              <a:off x="1437626" y="2230502"/>
              <a:ext cx="2634844" cy="4112230"/>
              <a:chOff x="-6707188" y="-431800"/>
              <a:chExt cx="5697538" cy="9431338"/>
            </a:xfrm>
            <a:solidFill>
              <a:schemeClr val="accent2"/>
            </a:solidFill>
          </p:grpSpPr>
          <p:sp>
            <p:nvSpPr>
              <p:cNvPr id="239" name="Freeform 5"/>
              <p:cNvSpPr>
                <a:spLocks/>
              </p:cNvSpPr>
              <p:nvPr/>
            </p:nvSpPr>
            <p:spPr bwMode="auto">
              <a:xfrm>
                <a:off x="-5016500" y="7881938"/>
                <a:ext cx="474663" cy="404813"/>
              </a:xfrm>
              <a:custGeom>
                <a:avLst/>
                <a:gdLst>
                  <a:gd name="T0" fmla="*/ 31 w 299"/>
                  <a:gd name="T1" fmla="*/ 255 h 255"/>
                  <a:gd name="T2" fmla="*/ 83 w 299"/>
                  <a:gd name="T3" fmla="*/ 198 h 255"/>
                  <a:gd name="T4" fmla="*/ 299 w 299"/>
                  <a:gd name="T5" fmla="*/ 198 h 255"/>
                  <a:gd name="T6" fmla="*/ 299 w 299"/>
                  <a:gd name="T7" fmla="*/ 139 h 255"/>
                  <a:gd name="T8" fmla="*/ 105 w 299"/>
                  <a:gd name="T9" fmla="*/ 139 h 255"/>
                  <a:gd name="T10" fmla="*/ 93 w 299"/>
                  <a:gd name="T11" fmla="*/ 139 h 255"/>
                  <a:gd name="T12" fmla="*/ 93 w 299"/>
                  <a:gd name="T13" fmla="*/ 130 h 255"/>
                  <a:gd name="T14" fmla="*/ 93 w 299"/>
                  <a:gd name="T15" fmla="*/ 0 h 255"/>
                  <a:gd name="T16" fmla="*/ 0 w 299"/>
                  <a:gd name="T17" fmla="*/ 0 h 255"/>
                  <a:gd name="T18" fmla="*/ 0 w 299"/>
                  <a:gd name="T19" fmla="*/ 198 h 255"/>
                  <a:gd name="T20" fmla="*/ 31 w 299"/>
                  <a:gd name="T21" fmla="*/ 198 h 255"/>
                  <a:gd name="T22" fmla="*/ 31 w 299"/>
                  <a:gd name="T23" fmla="*/ 255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9" h="255">
                    <a:moveTo>
                      <a:pt x="31" y="255"/>
                    </a:moveTo>
                    <a:lnTo>
                      <a:pt x="83" y="198"/>
                    </a:lnTo>
                    <a:lnTo>
                      <a:pt x="299" y="198"/>
                    </a:lnTo>
                    <a:lnTo>
                      <a:pt x="299" y="139"/>
                    </a:lnTo>
                    <a:lnTo>
                      <a:pt x="105" y="139"/>
                    </a:lnTo>
                    <a:lnTo>
                      <a:pt x="93" y="139"/>
                    </a:lnTo>
                    <a:lnTo>
                      <a:pt x="93" y="130"/>
                    </a:lnTo>
                    <a:lnTo>
                      <a:pt x="93" y="0"/>
                    </a:lnTo>
                    <a:lnTo>
                      <a:pt x="0" y="0"/>
                    </a:lnTo>
                    <a:lnTo>
                      <a:pt x="0" y="198"/>
                    </a:lnTo>
                    <a:lnTo>
                      <a:pt x="31" y="198"/>
                    </a:lnTo>
                    <a:lnTo>
                      <a:pt x="31" y="25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40" name="Freeform 6"/>
              <p:cNvSpPr>
                <a:spLocks/>
              </p:cNvSpPr>
              <p:nvPr/>
            </p:nvSpPr>
            <p:spPr bwMode="auto">
              <a:xfrm>
                <a:off x="-4849813" y="7756525"/>
                <a:ext cx="492125" cy="425450"/>
              </a:xfrm>
              <a:custGeom>
                <a:avLst/>
                <a:gdLst>
                  <a:gd name="T0" fmla="*/ 310 w 310"/>
                  <a:gd name="T1" fmla="*/ 0 h 268"/>
                  <a:gd name="T2" fmla="*/ 0 w 310"/>
                  <a:gd name="T3" fmla="*/ 0 h 268"/>
                  <a:gd name="T4" fmla="*/ 0 w 310"/>
                  <a:gd name="T5" fmla="*/ 79 h 268"/>
                  <a:gd name="T6" fmla="*/ 0 w 310"/>
                  <a:gd name="T7" fmla="*/ 209 h 268"/>
                  <a:gd name="T8" fmla="*/ 194 w 310"/>
                  <a:gd name="T9" fmla="*/ 209 h 268"/>
                  <a:gd name="T10" fmla="*/ 222 w 310"/>
                  <a:gd name="T11" fmla="*/ 209 h 268"/>
                  <a:gd name="T12" fmla="*/ 277 w 310"/>
                  <a:gd name="T13" fmla="*/ 268 h 268"/>
                  <a:gd name="T14" fmla="*/ 277 w 310"/>
                  <a:gd name="T15" fmla="*/ 209 h 268"/>
                  <a:gd name="T16" fmla="*/ 310 w 310"/>
                  <a:gd name="T17" fmla="*/ 209 h 268"/>
                  <a:gd name="T18" fmla="*/ 310 w 310"/>
                  <a:gd name="T19" fmla="*/ 0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0" h="268">
                    <a:moveTo>
                      <a:pt x="310" y="0"/>
                    </a:moveTo>
                    <a:lnTo>
                      <a:pt x="0" y="0"/>
                    </a:lnTo>
                    <a:lnTo>
                      <a:pt x="0" y="79"/>
                    </a:lnTo>
                    <a:lnTo>
                      <a:pt x="0" y="209"/>
                    </a:lnTo>
                    <a:lnTo>
                      <a:pt x="194" y="209"/>
                    </a:lnTo>
                    <a:lnTo>
                      <a:pt x="222" y="209"/>
                    </a:lnTo>
                    <a:lnTo>
                      <a:pt x="277" y="268"/>
                    </a:lnTo>
                    <a:lnTo>
                      <a:pt x="277" y="209"/>
                    </a:lnTo>
                    <a:lnTo>
                      <a:pt x="310" y="209"/>
                    </a:lnTo>
                    <a:lnTo>
                      <a:pt x="31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41" name="Freeform 7"/>
              <p:cNvSpPr>
                <a:spLocks/>
              </p:cNvSpPr>
              <p:nvPr/>
            </p:nvSpPr>
            <p:spPr bwMode="auto">
              <a:xfrm>
                <a:off x="-6127750" y="3248025"/>
                <a:ext cx="577850" cy="574675"/>
              </a:xfrm>
              <a:custGeom>
                <a:avLst/>
                <a:gdLst>
                  <a:gd name="T0" fmla="*/ 151 w 154"/>
                  <a:gd name="T1" fmla="*/ 59 h 153"/>
                  <a:gd name="T2" fmla="*/ 120 w 154"/>
                  <a:gd name="T3" fmla="*/ 72 h 153"/>
                  <a:gd name="T4" fmla="*/ 108 w 154"/>
                  <a:gd name="T5" fmla="*/ 72 h 153"/>
                  <a:gd name="T6" fmla="*/ 102 w 154"/>
                  <a:gd name="T7" fmla="*/ 57 h 153"/>
                  <a:gd name="T8" fmla="*/ 111 w 154"/>
                  <a:gd name="T9" fmla="*/ 49 h 153"/>
                  <a:gd name="T10" fmla="*/ 142 w 154"/>
                  <a:gd name="T11" fmla="*/ 36 h 153"/>
                  <a:gd name="T12" fmla="*/ 128 w 154"/>
                  <a:gd name="T13" fmla="*/ 19 h 153"/>
                  <a:gd name="T14" fmla="*/ 108 w 154"/>
                  <a:gd name="T15" fmla="*/ 11 h 153"/>
                  <a:gd name="T16" fmla="*/ 105 w 154"/>
                  <a:gd name="T17" fmla="*/ 35 h 153"/>
                  <a:gd name="T18" fmla="*/ 90 w 154"/>
                  <a:gd name="T19" fmla="*/ 57 h 153"/>
                  <a:gd name="T20" fmla="*/ 92 w 154"/>
                  <a:gd name="T21" fmla="*/ 34 h 153"/>
                  <a:gd name="T22" fmla="*/ 81 w 154"/>
                  <a:gd name="T23" fmla="*/ 27 h 153"/>
                  <a:gd name="T24" fmla="*/ 81 w 154"/>
                  <a:gd name="T25" fmla="*/ 15 h 153"/>
                  <a:gd name="T26" fmla="*/ 73 w 154"/>
                  <a:gd name="T27" fmla="*/ 15 h 153"/>
                  <a:gd name="T28" fmla="*/ 73 w 154"/>
                  <a:gd name="T29" fmla="*/ 27 h 153"/>
                  <a:gd name="T30" fmla="*/ 62 w 154"/>
                  <a:gd name="T31" fmla="*/ 34 h 153"/>
                  <a:gd name="T32" fmla="*/ 63 w 154"/>
                  <a:gd name="T33" fmla="*/ 57 h 153"/>
                  <a:gd name="T34" fmla="*/ 49 w 154"/>
                  <a:gd name="T35" fmla="*/ 35 h 153"/>
                  <a:gd name="T36" fmla="*/ 45 w 154"/>
                  <a:gd name="T37" fmla="*/ 11 h 153"/>
                  <a:gd name="T38" fmla="*/ 25 w 154"/>
                  <a:gd name="T39" fmla="*/ 19 h 153"/>
                  <a:gd name="T40" fmla="*/ 12 w 154"/>
                  <a:gd name="T41" fmla="*/ 36 h 153"/>
                  <a:gd name="T42" fmla="*/ 43 w 154"/>
                  <a:gd name="T43" fmla="*/ 49 h 153"/>
                  <a:gd name="T44" fmla="*/ 51 w 154"/>
                  <a:gd name="T45" fmla="*/ 57 h 153"/>
                  <a:gd name="T46" fmla="*/ 45 w 154"/>
                  <a:gd name="T47" fmla="*/ 72 h 153"/>
                  <a:gd name="T48" fmla="*/ 33 w 154"/>
                  <a:gd name="T49" fmla="*/ 72 h 153"/>
                  <a:gd name="T50" fmla="*/ 2 w 154"/>
                  <a:gd name="T51" fmla="*/ 59 h 153"/>
                  <a:gd name="T52" fmla="*/ 0 w 154"/>
                  <a:gd name="T53" fmla="*/ 81 h 153"/>
                  <a:gd name="T54" fmla="*/ 8 w 154"/>
                  <a:gd name="T55" fmla="*/ 100 h 153"/>
                  <a:gd name="T56" fmla="*/ 28 w 154"/>
                  <a:gd name="T57" fmla="*/ 86 h 153"/>
                  <a:gd name="T58" fmla="*/ 54 w 154"/>
                  <a:gd name="T59" fmla="*/ 81 h 153"/>
                  <a:gd name="T60" fmla="*/ 36 w 154"/>
                  <a:gd name="T61" fmla="*/ 96 h 153"/>
                  <a:gd name="T62" fmla="*/ 39 w 154"/>
                  <a:gd name="T63" fmla="*/ 108 h 153"/>
                  <a:gd name="T64" fmla="*/ 31 w 154"/>
                  <a:gd name="T65" fmla="*/ 116 h 153"/>
                  <a:gd name="T66" fmla="*/ 37 w 154"/>
                  <a:gd name="T67" fmla="*/ 122 h 153"/>
                  <a:gd name="T68" fmla="*/ 45 w 154"/>
                  <a:gd name="T69" fmla="*/ 114 h 153"/>
                  <a:gd name="T70" fmla="*/ 57 w 154"/>
                  <a:gd name="T71" fmla="*/ 117 h 153"/>
                  <a:gd name="T72" fmla="*/ 73 w 154"/>
                  <a:gd name="T73" fmla="*/ 100 h 153"/>
                  <a:gd name="T74" fmla="*/ 68 w 154"/>
                  <a:gd name="T75" fmla="*/ 125 h 153"/>
                  <a:gd name="T76" fmla="*/ 53 w 154"/>
                  <a:gd name="T77" fmla="*/ 145 h 153"/>
                  <a:gd name="T78" fmla="*/ 73 w 154"/>
                  <a:gd name="T79" fmla="*/ 153 h 153"/>
                  <a:gd name="T80" fmla="*/ 94 w 154"/>
                  <a:gd name="T81" fmla="*/ 151 h 153"/>
                  <a:gd name="T82" fmla="*/ 81 w 154"/>
                  <a:gd name="T83" fmla="*/ 120 h 153"/>
                  <a:gd name="T84" fmla="*/ 81 w 154"/>
                  <a:gd name="T85" fmla="*/ 108 h 153"/>
                  <a:gd name="T86" fmla="*/ 96 w 154"/>
                  <a:gd name="T87" fmla="*/ 102 h 153"/>
                  <a:gd name="T88" fmla="*/ 105 w 154"/>
                  <a:gd name="T89" fmla="*/ 110 h 153"/>
                  <a:gd name="T90" fmla="*/ 117 w 154"/>
                  <a:gd name="T91" fmla="*/ 141 h 153"/>
                  <a:gd name="T92" fmla="*/ 134 w 154"/>
                  <a:gd name="T93" fmla="*/ 128 h 153"/>
                  <a:gd name="T94" fmla="*/ 142 w 154"/>
                  <a:gd name="T95" fmla="*/ 108 h 153"/>
                  <a:gd name="T96" fmla="*/ 118 w 154"/>
                  <a:gd name="T97" fmla="*/ 104 h 153"/>
                  <a:gd name="T98" fmla="*/ 96 w 154"/>
                  <a:gd name="T99" fmla="*/ 90 h 153"/>
                  <a:gd name="T100" fmla="*/ 119 w 154"/>
                  <a:gd name="T101" fmla="*/ 92 h 153"/>
                  <a:gd name="T102" fmla="*/ 126 w 154"/>
                  <a:gd name="T103" fmla="*/ 81 h 153"/>
                  <a:gd name="T104" fmla="*/ 138 w 154"/>
                  <a:gd name="T105" fmla="*/ 81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54" h="153">
                    <a:moveTo>
                      <a:pt x="154" y="72"/>
                    </a:moveTo>
                    <a:cubicBezTo>
                      <a:pt x="138" y="72"/>
                      <a:pt x="138" y="72"/>
                      <a:pt x="138" y="72"/>
                    </a:cubicBezTo>
                    <a:cubicBezTo>
                      <a:pt x="151" y="59"/>
                      <a:pt x="151" y="59"/>
                      <a:pt x="151" y="59"/>
                    </a:cubicBezTo>
                    <a:cubicBezTo>
                      <a:pt x="145" y="53"/>
                      <a:pt x="145" y="53"/>
                      <a:pt x="145" y="53"/>
                    </a:cubicBezTo>
                    <a:cubicBezTo>
                      <a:pt x="126" y="72"/>
                      <a:pt x="126" y="72"/>
                      <a:pt x="126" y="72"/>
                    </a:cubicBezTo>
                    <a:cubicBezTo>
                      <a:pt x="120" y="72"/>
                      <a:pt x="120" y="72"/>
                      <a:pt x="120" y="72"/>
                    </a:cubicBezTo>
                    <a:cubicBezTo>
                      <a:pt x="125" y="67"/>
                      <a:pt x="125" y="67"/>
                      <a:pt x="125" y="67"/>
                    </a:cubicBezTo>
                    <a:cubicBezTo>
                      <a:pt x="119" y="61"/>
                      <a:pt x="119" y="61"/>
                      <a:pt x="119" y="61"/>
                    </a:cubicBezTo>
                    <a:cubicBezTo>
                      <a:pt x="108" y="72"/>
                      <a:pt x="108" y="72"/>
                      <a:pt x="108" y="72"/>
                    </a:cubicBezTo>
                    <a:cubicBezTo>
                      <a:pt x="100" y="72"/>
                      <a:pt x="100" y="72"/>
                      <a:pt x="100" y="72"/>
                    </a:cubicBezTo>
                    <a:cubicBezTo>
                      <a:pt x="99" y="69"/>
                      <a:pt x="98" y="66"/>
                      <a:pt x="96" y="63"/>
                    </a:cubicBezTo>
                    <a:cubicBezTo>
                      <a:pt x="102" y="57"/>
                      <a:pt x="102" y="57"/>
                      <a:pt x="102" y="57"/>
                    </a:cubicBezTo>
                    <a:cubicBezTo>
                      <a:pt x="118" y="57"/>
                      <a:pt x="118" y="57"/>
                      <a:pt x="118" y="57"/>
                    </a:cubicBezTo>
                    <a:cubicBezTo>
                      <a:pt x="118" y="49"/>
                      <a:pt x="118" y="49"/>
                      <a:pt x="118" y="49"/>
                    </a:cubicBezTo>
                    <a:cubicBezTo>
                      <a:pt x="111" y="49"/>
                      <a:pt x="111" y="49"/>
                      <a:pt x="111" y="49"/>
                    </a:cubicBezTo>
                    <a:cubicBezTo>
                      <a:pt x="114" y="45"/>
                      <a:pt x="114" y="45"/>
                      <a:pt x="114" y="45"/>
                    </a:cubicBezTo>
                    <a:cubicBezTo>
                      <a:pt x="142" y="45"/>
                      <a:pt x="142" y="45"/>
                      <a:pt x="142" y="45"/>
                    </a:cubicBezTo>
                    <a:cubicBezTo>
                      <a:pt x="142" y="36"/>
                      <a:pt x="142" y="36"/>
                      <a:pt x="142" y="36"/>
                    </a:cubicBezTo>
                    <a:cubicBezTo>
                      <a:pt x="123" y="36"/>
                      <a:pt x="123" y="36"/>
                      <a:pt x="123" y="36"/>
                    </a:cubicBezTo>
                    <a:cubicBezTo>
                      <a:pt x="134" y="25"/>
                      <a:pt x="134" y="25"/>
                      <a:pt x="134" y="25"/>
                    </a:cubicBezTo>
                    <a:cubicBezTo>
                      <a:pt x="128" y="19"/>
                      <a:pt x="128" y="19"/>
                      <a:pt x="128" y="19"/>
                    </a:cubicBezTo>
                    <a:cubicBezTo>
                      <a:pt x="117" y="30"/>
                      <a:pt x="117" y="30"/>
                      <a:pt x="117" y="30"/>
                    </a:cubicBezTo>
                    <a:cubicBezTo>
                      <a:pt x="117" y="11"/>
                      <a:pt x="117" y="11"/>
                      <a:pt x="117" y="11"/>
                    </a:cubicBezTo>
                    <a:cubicBezTo>
                      <a:pt x="108" y="11"/>
                      <a:pt x="108" y="11"/>
                      <a:pt x="108" y="11"/>
                    </a:cubicBezTo>
                    <a:cubicBezTo>
                      <a:pt x="108" y="39"/>
                      <a:pt x="108" y="39"/>
                      <a:pt x="108" y="39"/>
                    </a:cubicBezTo>
                    <a:cubicBezTo>
                      <a:pt x="105" y="43"/>
                      <a:pt x="105" y="43"/>
                      <a:pt x="105" y="43"/>
                    </a:cubicBezTo>
                    <a:cubicBezTo>
                      <a:pt x="105" y="35"/>
                      <a:pt x="105" y="35"/>
                      <a:pt x="105" y="35"/>
                    </a:cubicBezTo>
                    <a:cubicBezTo>
                      <a:pt x="96" y="35"/>
                      <a:pt x="96" y="35"/>
                      <a:pt x="96" y="35"/>
                    </a:cubicBezTo>
                    <a:cubicBezTo>
                      <a:pt x="96" y="51"/>
                      <a:pt x="96" y="51"/>
                      <a:pt x="96" y="51"/>
                    </a:cubicBezTo>
                    <a:cubicBezTo>
                      <a:pt x="90" y="57"/>
                      <a:pt x="90" y="57"/>
                      <a:pt x="90" y="57"/>
                    </a:cubicBezTo>
                    <a:cubicBezTo>
                      <a:pt x="87" y="55"/>
                      <a:pt x="84" y="54"/>
                      <a:pt x="81" y="53"/>
                    </a:cubicBezTo>
                    <a:cubicBezTo>
                      <a:pt x="81" y="45"/>
                      <a:pt x="81" y="45"/>
                      <a:pt x="81" y="45"/>
                    </a:cubicBezTo>
                    <a:cubicBezTo>
                      <a:pt x="92" y="34"/>
                      <a:pt x="92" y="34"/>
                      <a:pt x="92" y="34"/>
                    </a:cubicBezTo>
                    <a:cubicBezTo>
                      <a:pt x="86" y="28"/>
                      <a:pt x="86" y="28"/>
                      <a:pt x="86" y="28"/>
                    </a:cubicBezTo>
                    <a:cubicBezTo>
                      <a:pt x="81" y="33"/>
                      <a:pt x="81" y="33"/>
                      <a:pt x="81" y="33"/>
                    </a:cubicBezTo>
                    <a:cubicBezTo>
                      <a:pt x="81" y="27"/>
                      <a:pt x="81" y="27"/>
                      <a:pt x="81" y="27"/>
                    </a:cubicBezTo>
                    <a:cubicBezTo>
                      <a:pt x="100" y="8"/>
                      <a:pt x="100" y="8"/>
                      <a:pt x="100" y="8"/>
                    </a:cubicBezTo>
                    <a:cubicBezTo>
                      <a:pt x="94" y="2"/>
                      <a:pt x="94" y="2"/>
                      <a:pt x="94" y="2"/>
                    </a:cubicBezTo>
                    <a:cubicBezTo>
                      <a:pt x="81" y="15"/>
                      <a:pt x="81" y="15"/>
                      <a:pt x="81" y="15"/>
                    </a:cubicBezTo>
                    <a:cubicBezTo>
                      <a:pt x="81" y="0"/>
                      <a:pt x="81" y="0"/>
                      <a:pt x="81" y="0"/>
                    </a:cubicBezTo>
                    <a:cubicBezTo>
                      <a:pt x="73" y="0"/>
                      <a:pt x="73" y="0"/>
                      <a:pt x="73" y="0"/>
                    </a:cubicBezTo>
                    <a:cubicBezTo>
                      <a:pt x="73" y="15"/>
                      <a:pt x="73" y="15"/>
                      <a:pt x="73" y="15"/>
                    </a:cubicBezTo>
                    <a:cubicBezTo>
                      <a:pt x="59" y="2"/>
                      <a:pt x="59" y="2"/>
                      <a:pt x="59" y="2"/>
                    </a:cubicBezTo>
                    <a:cubicBezTo>
                      <a:pt x="53" y="8"/>
                      <a:pt x="53" y="8"/>
                      <a:pt x="53" y="8"/>
                    </a:cubicBezTo>
                    <a:cubicBezTo>
                      <a:pt x="73" y="27"/>
                      <a:pt x="73" y="27"/>
                      <a:pt x="73" y="27"/>
                    </a:cubicBezTo>
                    <a:cubicBezTo>
                      <a:pt x="73" y="33"/>
                      <a:pt x="73" y="33"/>
                      <a:pt x="73" y="33"/>
                    </a:cubicBezTo>
                    <a:cubicBezTo>
                      <a:pt x="68" y="28"/>
                      <a:pt x="68" y="28"/>
                      <a:pt x="68" y="28"/>
                    </a:cubicBezTo>
                    <a:cubicBezTo>
                      <a:pt x="62" y="34"/>
                      <a:pt x="62" y="34"/>
                      <a:pt x="62" y="34"/>
                    </a:cubicBezTo>
                    <a:cubicBezTo>
                      <a:pt x="73" y="45"/>
                      <a:pt x="73" y="45"/>
                      <a:pt x="73" y="45"/>
                    </a:cubicBezTo>
                    <a:cubicBezTo>
                      <a:pt x="73" y="53"/>
                      <a:pt x="73" y="53"/>
                      <a:pt x="73" y="53"/>
                    </a:cubicBezTo>
                    <a:cubicBezTo>
                      <a:pt x="69" y="54"/>
                      <a:pt x="66" y="55"/>
                      <a:pt x="63" y="57"/>
                    </a:cubicBezTo>
                    <a:cubicBezTo>
                      <a:pt x="57" y="51"/>
                      <a:pt x="57" y="51"/>
                      <a:pt x="57" y="51"/>
                    </a:cubicBezTo>
                    <a:cubicBezTo>
                      <a:pt x="57" y="35"/>
                      <a:pt x="57" y="35"/>
                      <a:pt x="57" y="35"/>
                    </a:cubicBezTo>
                    <a:cubicBezTo>
                      <a:pt x="49" y="35"/>
                      <a:pt x="49" y="35"/>
                      <a:pt x="49" y="35"/>
                    </a:cubicBezTo>
                    <a:cubicBezTo>
                      <a:pt x="49" y="43"/>
                      <a:pt x="49" y="43"/>
                      <a:pt x="49" y="43"/>
                    </a:cubicBezTo>
                    <a:cubicBezTo>
                      <a:pt x="45" y="39"/>
                      <a:pt x="45" y="39"/>
                      <a:pt x="45" y="39"/>
                    </a:cubicBezTo>
                    <a:cubicBezTo>
                      <a:pt x="45" y="11"/>
                      <a:pt x="45" y="11"/>
                      <a:pt x="45" y="11"/>
                    </a:cubicBezTo>
                    <a:cubicBezTo>
                      <a:pt x="37" y="11"/>
                      <a:pt x="37" y="11"/>
                      <a:pt x="37" y="11"/>
                    </a:cubicBezTo>
                    <a:cubicBezTo>
                      <a:pt x="37" y="30"/>
                      <a:pt x="37" y="30"/>
                      <a:pt x="37" y="30"/>
                    </a:cubicBezTo>
                    <a:cubicBezTo>
                      <a:pt x="25" y="19"/>
                      <a:pt x="25" y="19"/>
                      <a:pt x="25" y="19"/>
                    </a:cubicBezTo>
                    <a:cubicBezTo>
                      <a:pt x="19" y="25"/>
                      <a:pt x="19" y="25"/>
                      <a:pt x="19" y="25"/>
                    </a:cubicBezTo>
                    <a:cubicBezTo>
                      <a:pt x="31" y="36"/>
                      <a:pt x="31" y="36"/>
                      <a:pt x="31" y="36"/>
                    </a:cubicBezTo>
                    <a:cubicBezTo>
                      <a:pt x="12" y="36"/>
                      <a:pt x="12" y="36"/>
                      <a:pt x="12" y="36"/>
                    </a:cubicBezTo>
                    <a:cubicBezTo>
                      <a:pt x="12" y="45"/>
                      <a:pt x="12" y="45"/>
                      <a:pt x="12" y="45"/>
                    </a:cubicBezTo>
                    <a:cubicBezTo>
                      <a:pt x="39" y="45"/>
                      <a:pt x="39" y="45"/>
                      <a:pt x="39" y="45"/>
                    </a:cubicBezTo>
                    <a:cubicBezTo>
                      <a:pt x="43" y="49"/>
                      <a:pt x="43" y="49"/>
                      <a:pt x="43" y="49"/>
                    </a:cubicBezTo>
                    <a:cubicBezTo>
                      <a:pt x="36" y="49"/>
                      <a:pt x="36" y="49"/>
                      <a:pt x="36" y="49"/>
                    </a:cubicBezTo>
                    <a:cubicBezTo>
                      <a:pt x="36" y="57"/>
                      <a:pt x="36" y="57"/>
                      <a:pt x="36" y="57"/>
                    </a:cubicBezTo>
                    <a:cubicBezTo>
                      <a:pt x="51" y="57"/>
                      <a:pt x="51" y="57"/>
                      <a:pt x="51" y="57"/>
                    </a:cubicBezTo>
                    <a:cubicBezTo>
                      <a:pt x="57" y="63"/>
                      <a:pt x="57" y="63"/>
                      <a:pt x="57" y="63"/>
                    </a:cubicBezTo>
                    <a:cubicBezTo>
                      <a:pt x="55" y="66"/>
                      <a:pt x="54" y="69"/>
                      <a:pt x="54" y="72"/>
                    </a:cubicBezTo>
                    <a:cubicBezTo>
                      <a:pt x="45" y="72"/>
                      <a:pt x="45" y="72"/>
                      <a:pt x="45" y="72"/>
                    </a:cubicBezTo>
                    <a:cubicBezTo>
                      <a:pt x="34" y="61"/>
                      <a:pt x="34" y="61"/>
                      <a:pt x="34" y="61"/>
                    </a:cubicBezTo>
                    <a:cubicBezTo>
                      <a:pt x="28" y="67"/>
                      <a:pt x="28" y="67"/>
                      <a:pt x="28" y="67"/>
                    </a:cubicBezTo>
                    <a:cubicBezTo>
                      <a:pt x="33" y="72"/>
                      <a:pt x="33" y="72"/>
                      <a:pt x="33" y="72"/>
                    </a:cubicBezTo>
                    <a:cubicBezTo>
                      <a:pt x="28" y="72"/>
                      <a:pt x="28" y="72"/>
                      <a:pt x="28" y="72"/>
                    </a:cubicBezTo>
                    <a:cubicBezTo>
                      <a:pt x="8" y="53"/>
                      <a:pt x="8" y="53"/>
                      <a:pt x="8" y="53"/>
                    </a:cubicBezTo>
                    <a:cubicBezTo>
                      <a:pt x="2" y="59"/>
                      <a:pt x="2" y="59"/>
                      <a:pt x="2" y="59"/>
                    </a:cubicBezTo>
                    <a:cubicBezTo>
                      <a:pt x="16" y="72"/>
                      <a:pt x="16" y="72"/>
                      <a:pt x="16" y="72"/>
                    </a:cubicBezTo>
                    <a:cubicBezTo>
                      <a:pt x="0" y="72"/>
                      <a:pt x="0" y="72"/>
                      <a:pt x="0" y="72"/>
                    </a:cubicBezTo>
                    <a:cubicBezTo>
                      <a:pt x="0" y="81"/>
                      <a:pt x="0" y="81"/>
                      <a:pt x="0" y="81"/>
                    </a:cubicBezTo>
                    <a:cubicBezTo>
                      <a:pt x="16" y="81"/>
                      <a:pt x="16" y="81"/>
                      <a:pt x="16" y="81"/>
                    </a:cubicBezTo>
                    <a:cubicBezTo>
                      <a:pt x="2" y="94"/>
                      <a:pt x="2" y="94"/>
                      <a:pt x="2" y="94"/>
                    </a:cubicBezTo>
                    <a:cubicBezTo>
                      <a:pt x="8" y="100"/>
                      <a:pt x="8" y="100"/>
                      <a:pt x="8" y="100"/>
                    </a:cubicBezTo>
                    <a:cubicBezTo>
                      <a:pt x="28" y="81"/>
                      <a:pt x="28" y="81"/>
                      <a:pt x="28" y="81"/>
                    </a:cubicBezTo>
                    <a:cubicBezTo>
                      <a:pt x="33" y="81"/>
                      <a:pt x="33" y="81"/>
                      <a:pt x="33" y="81"/>
                    </a:cubicBezTo>
                    <a:cubicBezTo>
                      <a:pt x="28" y="86"/>
                      <a:pt x="28" y="86"/>
                      <a:pt x="28" y="86"/>
                    </a:cubicBezTo>
                    <a:cubicBezTo>
                      <a:pt x="34" y="92"/>
                      <a:pt x="34" y="92"/>
                      <a:pt x="34" y="92"/>
                    </a:cubicBezTo>
                    <a:cubicBezTo>
                      <a:pt x="45" y="81"/>
                      <a:pt x="45" y="81"/>
                      <a:pt x="45" y="81"/>
                    </a:cubicBezTo>
                    <a:cubicBezTo>
                      <a:pt x="54" y="81"/>
                      <a:pt x="54" y="81"/>
                      <a:pt x="54" y="81"/>
                    </a:cubicBezTo>
                    <a:cubicBezTo>
                      <a:pt x="54" y="84"/>
                      <a:pt x="55" y="87"/>
                      <a:pt x="57" y="90"/>
                    </a:cubicBezTo>
                    <a:cubicBezTo>
                      <a:pt x="51" y="96"/>
                      <a:pt x="51" y="96"/>
                      <a:pt x="51" y="96"/>
                    </a:cubicBezTo>
                    <a:cubicBezTo>
                      <a:pt x="36" y="96"/>
                      <a:pt x="36" y="96"/>
                      <a:pt x="36" y="96"/>
                    </a:cubicBezTo>
                    <a:cubicBezTo>
                      <a:pt x="36" y="104"/>
                      <a:pt x="36" y="104"/>
                      <a:pt x="36" y="104"/>
                    </a:cubicBezTo>
                    <a:cubicBezTo>
                      <a:pt x="43" y="104"/>
                      <a:pt x="43" y="104"/>
                      <a:pt x="43" y="104"/>
                    </a:cubicBezTo>
                    <a:cubicBezTo>
                      <a:pt x="39" y="108"/>
                      <a:pt x="39" y="108"/>
                      <a:pt x="39" y="108"/>
                    </a:cubicBezTo>
                    <a:cubicBezTo>
                      <a:pt x="12" y="108"/>
                      <a:pt x="12" y="108"/>
                      <a:pt x="12" y="108"/>
                    </a:cubicBezTo>
                    <a:cubicBezTo>
                      <a:pt x="12" y="116"/>
                      <a:pt x="12" y="116"/>
                      <a:pt x="12" y="116"/>
                    </a:cubicBezTo>
                    <a:cubicBezTo>
                      <a:pt x="31" y="116"/>
                      <a:pt x="31" y="116"/>
                      <a:pt x="31" y="116"/>
                    </a:cubicBezTo>
                    <a:cubicBezTo>
                      <a:pt x="19" y="128"/>
                      <a:pt x="19" y="128"/>
                      <a:pt x="19" y="128"/>
                    </a:cubicBezTo>
                    <a:cubicBezTo>
                      <a:pt x="25" y="134"/>
                      <a:pt x="25" y="134"/>
                      <a:pt x="25" y="134"/>
                    </a:cubicBezTo>
                    <a:cubicBezTo>
                      <a:pt x="37" y="122"/>
                      <a:pt x="37" y="122"/>
                      <a:pt x="37" y="122"/>
                    </a:cubicBezTo>
                    <a:cubicBezTo>
                      <a:pt x="37" y="141"/>
                      <a:pt x="37" y="141"/>
                      <a:pt x="37" y="141"/>
                    </a:cubicBezTo>
                    <a:cubicBezTo>
                      <a:pt x="45" y="141"/>
                      <a:pt x="45" y="141"/>
                      <a:pt x="45" y="141"/>
                    </a:cubicBezTo>
                    <a:cubicBezTo>
                      <a:pt x="45" y="114"/>
                      <a:pt x="45" y="114"/>
                      <a:pt x="45" y="114"/>
                    </a:cubicBezTo>
                    <a:cubicBezTo>
                      <a:pt x="49" y="110"/>
                      <a:pt x="49" y="110"/>
                      <a:pt x="49" y="110"/>
                    </a:cubicBezTo>
                    <a:cubicBezTo>
                      <a:pt x="49" y="117"/>
                      <a:pt x="49" y="117"/>
                      <a:pt x="49" y="117"/>
                    </a:cubicBezTo>
                    <a:cubicBezTo>
                      <a:pt x="57" y="117"/>
                      <a:pt x="57" y="117"/>
                      <a:pt x="57" y="117"/>
                    </a:cubicBezTo>
                    <a:cubicBezTo>
                      <a:pt x="57" y="102"/>
                      <a:pt x="57" y="102"/>
                      <a:pt x="57" y="102"/>
                    </a:cubicBezTo>
                    <a:cubicBezTo>
                      <a:pt x="63" y="96"/>
                      <a:pt x="63" y="96"/>
                      <a:pt x="63" y="96"/>
                    </a:cubicBezTo>
                    <a:cubicBezTo>
                      <a:pt x="66" y="98"/>
                      <a:pt x="69" y="99"/>
                      <a:pt x="73" y="100"/>
                    </a:cubicBezTo>
                    <a:cubicBezTo>
                      <a:pt x="73" y="108"/>
                      <a:pt x="73" y="108"/>
                      <a:pt x="73" y="108"/>
                    </a:cubicBezTo>
                    <a:cubicBezTo>
                      <a:pt x="62" y="119"/>
                      <a:pt x="62" y="119"/>
                      <a:pt x="62" y="119"/>
                    </a:cubicBezTo>
                    <a:cubicBezTo>
                      <a:pt x="68" y="125"/>
                      <a:pt x="68" y="125"/>
                      <a:pt x="68" y="125"/>
                    </a:cubicBezTo>
                    <a:cubicBezTo>
                      <a:pt x="73" y="120"/>
                      <a:pt x="73" y="120"/>
                      <a:pt x="73" y="120"/>
                    </a:cubicBezTo>
                    <a:cubicBezTo>
                      <a:pt x="73" y="125"/>
                      <a:pt x="73" y="125"/>
                      <a:pt x="73" y="125"/>
                    </a:cubicBezTo>
                    <a:cubicBezTo>
                      <a:pt x="53" y="145"/>
                      <a:pt x="53" y="145"/>
                      <a:pt x="53" y="145"/>
                    </a:cubicBezTo>
                    <a:cubicBezTo>
                      <a:pt x="59" y="151"/>
                      <a:pt x="59" y="151"/>
                      <a:pt x="59" y="151"/>
                    </a:cubicBezTo>
                    <a:cubicBezTo>
                      <a:pt x="73" y="137"/>
                      <a:pt x="73" y="137"/>
                      <a:pt x="73" y="137"/>
                    </a:cubicBezTo>
                    <a:cubicBezTo>
                      <a:pt x="73" y="153"/>
                      <a:pt x="73" y="153"/>
                      <a:pt x="73" y="153"/>
                    </a:cubicBezTo>
                    <a:cubicBezTo>
                      <a:pt x="81" y="153"/>
                      <a:pt x="81" y="153"/>
                      <a:pt x="81" y="153"/>
                    </a:cubicBezTo>
                    <a:cubicBezTo>
                      <a:pt x="81" y="137"/>
                      <a:pt x="81" y="137"/>
                      <a:pt x="81" y="137"/>
                    </a:cubicBezTo>
                    <a:cubicBezTo>
                      <a:pt x="94" y="151"/>
                      <a:pt x="94" y="151"/>
                      <a:pt x="94" y="151"/>
                    </a:cubicBezTo>
                    <a:cubicBezTo>
                      <a:pt x="100" y="145"/>
                      <a:pt x="100" y="145"/>
                      <a:pt x="100" y="145"/>
                    </a:cubicBezTo>
                    <a:cubicBezTo>
                      <a:pt x="81" y="125"/>
                      <a:pt x="81" y="125"/>
                      <a:pt x="81" y="125"/>
                    </a:cubicBezTo>
                    <a:cubicBezTo>
                      <a:pt x="81" y="120"/>
                      <a:pt x="81" y="120"/>
                      <a:pt x="81" y="120"/>
                    </a:cubicBezTo>
                    <a:cubicBezTo>
                      <a:pt x="86" y="125"/>
                      <a:pt x="86" y="125"/>
                      <a:pt x="86" y="125"/>
                    </a:cubicBezTo>
                    <a:cubicBezTo>
                      <a:pt x="92" y="119"/>
                      <a:pt x="92" y="119"/>
                      <a:pt x="92" y="119"/>
                    </a:cubicBezTo>
                    <a:cubicBezTo>
                      <a:pt x="81" y="108"/>
                      <a:pt x="81" y="108"/>
                      <a:pt x="81" y="108"/>
                    </a:cubicBezTo>
                    <a:cubicBezTo>
                      <a:pt x="81" y="100"/>
                      <a:pt x="81" y="100"/>
                      <a:pt x="81" y="100"/>
                    </a:cubicBezTo>
                    <a:cubicBezTo>
                      <a:pt x="84" y="99"/>
                      <a:pt x="87" y="98"/>
                      <a:pt x="90" y="96"/>
                    </a:cubicBezTo>
                    <a:cubicBezTo>
                      <a:pt x="96" y="102"/>
                      <a:pt x="96" y="102"/>
                      <a:pt x="96" y="102"/>
                    </a:cubicBezTo>
                    <a:cubicBezTo>
                      <a:pt x="96" y="117"/>
                      <a:pt x="96" y="117"/>
                      <a:pt x="96" y="117"/>
                    </a:cubicBezTo>
                    <a:cubicBezTo>
                      <a:pt x="105" y="117"/>
                      <a:pt x="105" y="117"/>
                      <a:pt x="105" y="117"/>
                    </a:cubicBezTo>
                    <a:cubicBezTo>
                      <a:pt x="105" y="110"/>
                      <a:pt x="105" y="110"/>
                      <a:pt x="105" y="110"/>
                    </a:cubicBezTo>
                    <a:cubicBezTo>
                      <a:pt x="108" y="114"/>
                      <a:pt x="108" y="114"/>
                      <a:pt x="108" y="114"/>
                    </a:cubicBezTo>
                    <a:cubicBezTo>
                      <a:pt x="108" y="141"/>
                      <a:pt x="108" y="141"/>
                      <a:pt x="108" y="141"/>
                    </a:cubicBezTo>
                    <a:cubicBezTo>
                      <a:pt x="117" y="141"/>
                      <a:pt x="117" y="141"/>
                      <a:pt x="117" y="141"/>
                    </a:cubicBezTo>
                    <a:cubicBezTo>
                      <a:pt x="117" y="122"/>
                      <a:pt x="117" y="122"/>
                      <a:pt x="117" y="122"/>
                    </a:cubicBezTo>
                    <a:cubicBezTo>
                      <a:pt x="128" y="134"/>
                      <a:pt x="128" y="134"/>
                      <a:pt x="128" y="134"/>
                    </a:cubicBezTo>
                    <a:cubicBezTo>
                      <a:pt x="134" y="128"/>
                      <a:pt x="134" y="128"/>
                      <a:pt x="134" y="128"/>
                    </a:cubicBezTo>
                    <a:cubicBezTo>
                      <a:pt x="123" y="116"/>
                      <a:pt x="123" y="116"/>
                      <a:pt x="123" y="116"/>
                    </a:cubicBezTo>
                    <a:cubicBezTo>
                      <a:pt x="142" y="116"/>
                      <a:pt x="142" y="116"/>
                      <a:pt x="142" y="116"/>
                    </a:cubicBezTo>
                    <a:cubicBezTo>
                      <a:pt x="142" y="108"/>
                      <a:pt x="142" y="108"/>
                      <a:pt x="142" y="108"/>
                    </a:cubicBezTo>
                    <a:cubicBezTo>
                      <a:pt x="114" y="108"/>
                      <a:pt x="114" y="108"/>
                      <a:pt x="114" y="108"/>
                    </a:cubicBezTo>
                    <a:cubicBezTo>
                      <a:pt x="111" y="104"/>
                      <a:pt x="111" y="104"/>
                      <a:pt x="111" y="104"/>
                    </a:cubicBezTo>
                    <a:cubicBezTo>
                      <a:pt x="118" y="104"/>
                      <a:pt x="118" y="104"/>
                      <a:pt x="118" y="104"/>
                    </a:cubicBezTo>
                    <a:cubicBezTo>
                      <a:pt x="118" y="96"/>
                      <a:pt x="118" y="96"/>
                      <a:pt x="118" y="96"/>
                    </a:cubicBezTo>
                    <a:cubicBezTo>
                      <a:pt x="102" y="96"/>
                      <a:pt x="102" y="96"/>
                      <a:pt x="102" y="96"/>
                    </a:cubicBezTo>
                    <a:cubicBezTo>
                      <a:pt x="96" y="90"/>
                      <a:pt x="96" y="90"/>
                      <a:pt x="96" y="90"/>
                    </a:cubicBezTo>
                    <a:cubicBezTo>
                      <a:pt x="98" y="87"/>
                      <a:pt x="99" y="84"/>
                      <a:pt x="100" y="81"/>
                    </a:cubicBezTo>
                    <a:cubicBezTo>
                      <a:pt x="108" y="81"/>
                      <a:pt x="108" y="81"/>
                      <a:pt x="108" y="81"/>
                    </a:cubicBezTo>
                    <a:cubicBezTo>
                      <a:pt x="119" y="92"/>
                      <a:pt x="119" y="92"/>
                      <a:pt x="119" y="92"/>
                    </a:cubicBezTo>
                    <a:cubicBezTo>
                      <a:pt x="125" y="86"/>
                      <a:pt x="125" y="86"/>
                      <a:pt x="125" y="86"/>
                    </a:cubicBezTo>
                    <a:cubicBezTo>
                      <a:pt x="120" y="81"/>
                      <a:pt x="120" y="81"/>
                      <a:pt x="120" y="81"/>
                    </a:cubicBezTo>
                    <a:cubicBezTo>
                      <a:pt x="126" y="81"/>
                      <a:pt x="126" y="81"/>
                      <a:pt x="126" y="81"/>
                    </a:cubicBezTo>
                    <a:cubicBezTo>
                      <a:pt x="145" y="100"/>
                      <a:pt x="145" y="100"/>
                      <a:pt x="145" y="100"/>
                    </a:cubicBezTo>
                    <a:cubicBezTo>
                      <a:pt x="151" y="94"/>
                      <a:pt x="151" y="94"/>
                      <a:pt x="151" y="94"/>
                    </a:cubicBezTo>
                    <a:cubicBezTo>
                      <a:pt x="138" y="81"/>
                      <a:pt x="138" y="81"/>
                      <a:pt x="138" y="81"/>
                    </a:cubicBezTo>
                    <a:cubicBezTo>
                      <a:pt x="154" y="81"/>
                      <a:pt x="154" y="81"/>
                      <a:pt x="154" y="81"/>
                    </a:cubicBezTo>
                    <a:lnTo>
                      <a:pt x="154" y="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42" name="Oval 8"/>
              <p:cNvSpPr>
                <a:spLocks noChangeArrowheads="1"/>
              </p:cNvSpPr>
              <p:nvPr/>
            </p:nvSpPr>
            <p:spPr bwMode="auto">
              <a:xfrm>
                <a:off x="-2798763" y="7035800"/>
                <a:ext cx="434975" cy="4365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43" name="Rectangle 9"/>
              <p:cNvSpPr>
                <a:spLocks noChangeArrowheads="1"/>
              </p:cNvSpPr>
              <p:nvPr/>
            </p:nvSpPr>
            <p:spPr bwMode="auto">
              <a:xfrm>
                <a:off x="-2606675" y="6927850"/>
                <a:ext cx="52388" cy="746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44" name="Rectangle 10"/>
              <p:cNvSpPr>
                <a:spLocks noChangeArrowheads="1"/>
              </p:cNvSpPr>
              <p:nvPr/>
            </p:nvSpPr>
            <p:spPr bwMode="auto">
              <a:xfrm>
                <a:off x="-2333625" y="7224713"/>
                <a:ext cx="79375" cy="555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45" name="Rectangle 11"/>
              <p:cNvSpPr>
                <a:spLocks noChangeArrowheads="1"/>
              </p:cNvSpPr>
              <p:nvPr/>
            </p:nvSpPr>
            <p:spPr bwMode="auto">
              <a:xfrm>
                <a:off x="-2606675" y="7502525"/>
                <a:ext cx="52388" cy="777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46" name="Rectangle 12"/>
              <p:cNvSpPr>
                <a:spLocks noChangeArrowheads="1"/>
              </p:cNvSpPr>
              <p:nvPr/>
            </p:nvSpPr>
            <p:spPr bwMode="auto">
              <a:xfrm>
                <a:off x="-2908300" y="7224713"/>
                <a:ext cx="79375" cy="555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47" name="Freeform 13"/>
              <p:cNvSpPr>
                <a:spLocks/>
              </p:cNvSpPr>
              <p:nvPr/>
            </p:nvSpPr>
            <p:spPr bwMode="auto">
              <a:xfrm>
                <a:off x="-2422525" y="7002463"/>
                <a:ext cx="93663" cy="93663"/>
              </a:xfrm>
              <a:custGeom>
                <a:avLst/>
                <a:gdLst>
                  <a:gd name="T0" fmla="*/ 59 w 59"/>
                  <a:gd name="T1" fmla="*/ 24 h 59"/>
                  <a:gd name="T2" fmla="*/ 23 w 59"/>
                  <a:gd name="T3" fmla="*/ 59 h 59"/>
                  <a:gd name="T4" fmla="*/ 0 w 59"/>
                  <a:gd name="T5" fmla="*/ 33 h 59"/>
                  <a:gd name="T6" fmla="*/ 33 w 59"/>
                  <a:gd name="T7" fmla="*/ 0 h 59"/>
                  <a:gd name="T8" fmla="*/ 59 w 59"/>
                  <a:gd name="T9" fmla="*/ 24 h 59"/>
                </a:gdLst>
                <a:ahLst/>
                <a:cxnLst>
                  <a:cxn ang="0">
                    <a:pos x="T0" y="T1"/>
                  </a:cxn>
                  <a:cxn ang="0">
                    <a:pos x="T2" y="T3"/>
                  </a:cxn>
                  <a:cxn ang="0">
                    <a:pos x="T4" y="T5"/>
                  </a:cxn>
                  <a:cxn ang="0">
                    <a:pos x="T6" y="T7"/>
                  </a:cxn>
                  <a:cxn ang="0">
                    <a:pos x="T8" y="T9"/>
                  </a:cxn>
                </a:cxnLst>
                <a:rect l="0" t="0" r="r" b="b"/>
                <a:pathLst>
                  <a:path w="59" h="59">
                    <a:moveTo>
                      <a:pt x="59" y="24"/>
                    </a:moveTo>
                    <a:lnTo>
                      <a:pt x="23" y="59"/>
                    </a:lnTo>
                    <a:lnTo>
                      <a:pt x="0" y="33"/>
                    </a:lnTo>
                    <a:lnTo>
                      <a:pt x="33" y="0"/>
                    </a:lnTo>
                    <a:lnTo>
                      <a:pt x="59"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48" name="Freeform 14"/>
              <p:cNvSpPr>
                <a:spLocks/>
              </p:cNvSpPr>
              <p:nvPr/>
            </p:nvSpPr>
            <p:spPr bwMode="auto">
              <a:xfrm>
                <a:off x="-2422525" y="7408863"/>
                <a:ext cx="93663" cy="93663"/>
              </a:xfrm>
              <a:custGeom>
                <a:avLst/>
                <a:gdLst>
                  <a:gd name="T0" fmla="*/ 23 w 59"/>
                  <a:gd name="T1" fmla="*/ 0 h 59"/>
                  <a:gd name="T2" fmla="*/ 59 w 59"/>
                  <a:gd name="T3" fmla="*/ 35 h 59"/>
                  <a:gd name="T4" fmla="*/ 33 w 59"/>
                  <a:gd name="T5" fmla="*/ 59 h 59"/>
                  <a:gd name="T6" fmla="*/ 0 w 59"/>
                  <a:gd name="T7" fmla="*/ 26 h 59"/>
                  <a:gd name="T8" fmla="*/ 23 w 59"/>
                  <a:gd name="T9" fmla="*/ 0 h 59"/>
                </a:gdLst>
                <a:ahLst/>
                <a:cxnLst>
                  <a:cxn ang="0">
                    <a:pos x="T0" y="T1"/>
                  </a:cxn>
                  <a:cxn ang="0">
                    <a:pos x="T2" y="T3"/>
                  </a:cxn>
                  <a:cxn ang="0">
                    <a:pos x="T4" y="T5"/>
                  </a:cxn>
                  <a:cxn ang="0">
                    <a:pos x="T6" y="T7"/>
                  </a:cxn>
                  <a:cxn ang="0">
                    <a:pos x="T8" y="T9"/>
                  </a:cxn>
                </a:cxnLst>
                <a:rect l="0" t="0" r="r" b="b"/>
                <a:pathLst>
                  <a:path w="59" h="59">
                    <a:moveTo>
                      <a:pt x="23" y="0"/>
                    </a:moveTo>
                    <a:lnTo>
                      <a:pt x="59" y="35"/>
                    </a:lnTo>
                    <a:lnTo>
                      <a:pt x="33" y="59"/>
                    </a:lnTo>
                    <a:lnTo>
                      <a:pt x="0" y="26"/>
                    </a:lnTo>
                    <a:lnTo>
                      <a:pt x="2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49" name="Freeform 15"/>
              <p:cNvSpPr>
                <a:spLocks/>
              </p:cNvSpPr>
              <p:nvPr/>
            </p:nvSpPr>
            <p:spPr bwMode="auto">
              <a:xfrm>
                <a:off x="-2832100" y="7408863"/>
                <a:ext cx="93663" cy="93663"/>
              </a:xfrm>
              <a:custGeom>
                <a:avLst/>
                <a:gdLst>
                  <a:gd name="T0" fmla="*/ 35 w 59"/>
                  <a:gd name="T1" fmla="*/ 0 h 59"/>
                  <a:gd name="T2" fmla="*/ 59 w 59"/>
                  <a:gd name="T3" fmla="*/ 26 h 59"/>
                  <a:gd name="T4" fmla="*/ 26 w 59"/>
                  <a:gd name="T5" fmla="*/ 59 h 59"/>
                  <a:gd name="T6" fmla="*/ 0 w 59"/>
                  <a:gd name="T7" fmla="*/ 35 h 59"/>
                  <a:gd name="T8" fmla="*/ 35 w 59"/>
                  <a:gd name="T9" fmla="*/ 0 h 59"/>
                </a:gdLst>
                <a:ahLst/>
                <a:cxnLst>
                  <a:cxn ang="0">
                    <a:pos x="T0" y="T1"/>
                  </a:cxn>
                  <a:cxn ang="0">
                    <a:pos x="T2" y="T3"/>
                  </a:cxn>
                  <a:cxn ang="0">
                    <a:pos x="T4" y="T5"/>
                  </a:cxn>
                  <a:cxn ang="0">
                    <a:pos x="T6" y="T7"/>
                  </a:cxn>
                  <a:cxn ang="0">
                    <a:pos x="T8" y="T9"/>
                  </a:cxn>
                </a:cxnLst>
                <a:rect l="0" t="0" r="r" b="b"/>
                <a:pathLst>
                  <a:path w="59" h="59">
                    <a:moveTo>
                      <a:pt x="35" y="0"/>
                    </a:moveTo>
                    <a:lnTo>
                      <a:pt x="59" y="26"/>
                    </a:lnTo>
                    <a:lnTo>
                      <a:pt x="26" y="59"/>
                    </a:lnTo>
                    <a:lnTo>
                      <a:pt x="0" y="35"/>
                    </a:lnTo>
                    <a:lnTo>
                      <a:pt x="3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50" name="Freeform 16"/>
              <p:cNvSpPr>
                <a:spLocks/>
              </p:cNvSpPr>
              <p:nvPr/>
            </p:nvSpPr>
            <p:spPr bwMode="auto">
              <a:xfrm>
                <a:off x="-2832100" y="7002463"/>
                <a:ext cx="93663" cy="93663"/>
              </a:xfrm>
              <a:custGeom>
                <a:avLst/>
                <a:gdLst>
                  <a:gd name="T0" fmla="*/ 59 w 59"/>
                  <a:gd name="T1" fmla="*/ 33 h 59"/>
                  <a:gd name="T2" fmla="*/ 35 w 59"/>
                  <a:gd name="T3" fmla="*/ 59 h 59"/>
                  <a:gd name="T4" fmla="*/ 0 w 59"/>
                  <a:gd name="T5" fmla="*/ 24 h 59"/>
                  <a:gd name="T6" fmla="*/ 26 w 59"/>
                  <a:gd name="T7" fmla="*/ 0 h 59"/>
                  <a:gd name="T8" fmla="*/ 59 w 59"/>
                  <a:gd name="T9" fmla="*/ 33 h 59"/>
                </a:gdLst>
                <a:ahLst/>
                <a:cxnLst>
                  <a:cxn ang="0">
                    <a:pos x="T0" y="T1"/>
                  </a:cxn>
                  <a:cxn ang="0">
                    <a:pos x="T2" y="T3"/>
                  </a:cxn>
                  <a:cxn ang="0">
                    <a:pos x="T4" y="T5"/>
                  </a:cxn>
                  <a:cxn ang="0">
                    <a:pos x="T6" y="T7"/>
                  </a:cxn>
                  <a:cxn ang="0">
                    <a:pos x="T8" y="T9"/>
                  </a:cxn>
                </a:cxnLst>
                <a:rect l="0" t="0" r="r" b="b"/>
                <a:pathLst>
                  <a:path w="59" h="59">
                    <a:moveTo>
                      <a:pt x="59" y="33"/>
                    </a:moveTo>
                    <a:lnTo>
                      <a:pt x="35" y="59"/>
                    </a:lnTo>
                    <a:lnTo>
                      <a:pt x="0" y="24"/>
                    </a:lnTo>
                    <a:lnTo>
                      <a:pt x="26" y="0"/>
                    </a:lnTo>
                    <a:lnTo>
                      <a:pt x="59"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51" name="Freeform 17"/>
              <p:cNvSpPr>
                <a:spLocks/>
              </p:cNvSpPr>
              <p:nvPr/>
            </p:nvSpPr>
            <p:spPr bwMode="auto">
              <a:xfrm>
                <a:off x="-2513013" y="6938963"/>
                <a:ext cx="82550" cy="93663"/>
              </a:xfrm>
              <a:custGeom>
                <a:avLst/>
                <a:gdLst>
                  <a:gd name="T0" fmla="*/ 52 w 52"/>
                  <a:gd name="T1" fmla="*/ 14 h 59"/>
                  <a:gd name="T2" fmla="*/ 33 w 52"/>
                  <a:gd name="T3" fmla="*/ 59 h 59"/>
                  <a:gd name="T4" fmla="*/ 0 w 52"/>
                  <a:gd name="T5" fmla="*/ 45 h 59"/>
                  <a:gd name="T6" fmla="*/ 19 w 52"/>
                  <a:gd name="T7" fmla="*/ 0 h 59"/>
                  <a:gd name="T8" fmla="*/ 52 w 52"/>
                  <a:gd name="T9" fmla="*/ 14 h 59"/>
                </a:gdLst>
                <a:ahLst/>
                <a:cxnLst>
                  <a:cxn ang="0">
                    <a:pos x="T0" y="T1"/>
                  </a:cxn>
                  <a:cxn ang="0">
                    <a:pos x="T2" y="T3"/>
                  </a:cxn>
                  <a:cxn ang="0">
                    <a:pos x="T4" y="T5"/>
                  </a:cxn>
                  <a:cxn ang="0">
                    <a:pos x="T6" y="T7"/>
                  </a:cxn>
                  <a:cxn ang="0">
                    <a:pos x="T8" y="T9"/>
                  </a:cxn>
                </a:cxnLst>
                <a:rect l="0" t="0" r="r" b="b"/>
                <a:pathLst>
                  <a:path w="52" h="59">
                    <a:moveTo>
                      <a:pt x="52" y="14"/>
                    </a:moveTo>
                    <a:lnTo>
                      <a:pt x="33" y="59"/>
                    </a:lnTo>
                    <a:lnTo>
                      <a:pt x="0" y="45"/>
                    </a:lnTo>
                    <a:lnTo>
                      <a:pt x="19" y="0"/>
                    </a:lnTo>
                    <a:lnTo>
                      <a:pt x="52"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52" name="Freeform 18"/>
              <p:cNvSpPr>
                <a:spLocks/>
              </p:cNvSpPr>
              <p:nvPr/>
            </p:nvSpPr>
            <p:spPr bwMode="auto">
              <a:xfrm>
                <a:off x="-2359025" y="7321550"/>
                <a:ext cx="90488" cy="79375"/>
              </a:xfrm>
              <a:custGeom>
                <a:avLst/>
                <a:gdLst>
                  <a:gd name="T0" fmla="*/ 12 w 57"/>
                  <a:gd name="T1" fmla="*/ 0 h 50"/>
                  <a:gd name="T2" fmla="*/ 57 w 57"/>
                  <a:gd name="T3" fmla="*/ 19 h 50"/>
                  <a:gd name="T4" fmla="*/ 45 w 57"/>
                  <a:gd name="T5" fmla="*/ 50 h 50"/>
                  <a:gd name="T6" fmla="*/ 0 w 57"/>
                  <a:gd name="T7" fmla="*/ 33 h 50"/>
                  <a:gd name="T8" fmla="*/ 12 w 57"/>
                  <a:gd name="T9" fmla="*/ 0 h 50"/>
                </a:gdLst>
                <a:ahLst/>
                <a:cxnLst>
                  <a:cxn ang="0">
                    <a:pos x="T0" y="T1"/>
                  </a:cxn>
                  <a:cxn ang="0">
                    <a:pos x="T2" y="T3"/>
                  </a:cxn>
                  <a:cxn ang="0">
                    <a:pos x="T4" y="T5"/>
                  </a:cxn>
                  <a:cxn ang="0">
                    <a:pos x="T6" y="T7"/>
                  </a:cxn>
                  <a:cxn ang="0">
                    <a:pos x="T8" y="T9"/>
                  </a:cxn>
                </a:cxnLst>
                <a:rect l="0" t="0" r="r" b="b"/>
                <a:pathLst>
                  <a:path w="57" h="50">
                    <a:moveTo>
                      <a:pt x="12" y="0"/>
                    </a:moveTo>
                    <a:lnTo>
                      <a:pt x="57" y="19"/>
                    </a:lnTo>
                    <a:lnTo>
                      <a:pt x="45" y="50"/>
                    </a:lnTo>
                    <a:lnTo>
                      <a:pt x="0" y="33"/>
                    </a:lnTo>
                    <a:lnTo>
                      <a:pt x="1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53" name="Freeform 19"/>
              <p:cNvSpPr>
                <a:spLocks/>
              </p:cNvSpPr>
              <p:nvPr/>
            </p:nvSpPr>
            <p:spPr bwMode="auto">
              <a:xfrm>
                <a:off x="-2730500" y="7472363"/>
                <a:ext cx="82550" cy="93663"/>
              </a:xfrm>
              <a:custGeom>
                <a:avLst/>
                <a:gdLst>
                  <a:gd name="T0" fmla="*/ 52 w 52"/>
                  <a:gd name="T1" fmla="*/ 14 h 59"/>
                  <a:gd name="T2" fmla="*/ 33 w 52"/>
                  <a:gd name="T3" fmla="*/ 59 h 59"/>
                  <a:gd name="T4" fmla="*/ 0 w 52"/>
                  <a:gd name="T5" fmla="*/ 45 h 59"/>
                  <a:gd name="T6" fmla="*/ 18 w 52"/>
                  <a:gd name="T7" fmla="*/ 0 h 59"/>
                  <a:gd name="T8" fmla="*/ 52 w 52"/>
                  <a:gd name="T9" fmla="*/ 14 h 59"/>
                </a:gdLst>
                <a:ahLst/>
                <a:cxnLst>
                  <a:cxn ang="0">
                    <a:pos x="T0" y="T1"/>
                  </a:cxn>
                  <a:cxn ang="0">
                    <a:pos x="T2" y="T3"/>
                  </a:cxn>
                  <a:cxn ang="0">
                    <a:pos x="T4" y="T5"/>
                  </a:cxn>
                  <a:cxn ang="0">
                    <a:pos x="T6" y="T7"/>
                  </a:cxn>
                  <a:cxn ang="0">
                    <a:pos x="T8" y="T9"/>
                  </a:cxn>
                </a:cxnLst>
                <a:rect l="0" t="0" r="r" b="b"/>
                <a:pathLst>
                  <a:path w="52" h="59">
                    <a:moveTo>
                      <a:pt x="52" y="14"/>
                    </a:moveTo>
                    <a:lnTo>
                      <a:pt x="33" y="59"/>
                    </a:lnTo>
                    <a:lnTo>
                      <a:pt x="0" y="45"/>
                    </a:lnTo>
                    <a:lnTo>
                      <a:pt x="18" y="0"/>
                    </a:lnTo>
                    <a:lnTo>
                      <a:pt x="52"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54" name="Freeform 20"/>
              <p:cNvSpPr>
                <a:spLocks/>
              </p:cNvSpPr>
              <p:nvPr/>
            </p:nvSpPr>
            <p:spPr bwMode="auto">
              <a:xfrm>
                <a:off x="-2892425" y="7104063"/>
                <a:ext cx="90488" cy="79375"/>
              </a:xfrm>
              <a:custGeom>
                <a:avLst/>
                <a:gdLst>
                  <a:gd name="T0" fmla="*/ 45 w 57"/>
                  <a:gd name="T1" fmla="*/ 50 h 50"/>
                  <a:gd name="T2" fmla="*/ 0 w 57"/>
                  <a:gd name="T3" fmla="*/ 31 h 50"/>
                  <a:gd name="T4" fmla="*/ 12 w 57"/>
                  <a:gd name="T5" fmla="*/ 0 h 50"/>
                  <a:gd name="T6" fmla="*/ 57 w 57"/>
                  <a:gd name="T7" fmla="*/ 19 h 50"/>
                  <a:gd name="T8" fmla="*/ 45 w 57"/>
                  <a:gd name="T9" fmla="*/ 50 h 50"/>
                </a:gdLst>
                <a:ahLst/>
                <a:cxnLst>
                  <a:cxn ang="0">
                    <a:pos x="T0" y="T1"/>
                  </a:cxn>
                  <a:cxn ang="0">
                    <a:pos x="T2" y="T3"/>
                  </a:cxn>
                  <a:cxn ang="0">
                    <a:pos x="T4" y="T5"/>
                  </a:cxn>
                  <a:cxn ang="0">
                    <a:pos x="T6" y="T7"/>
                  </a:cxn>
                  <a:cxn ang="0">
                    <a:pos x="T8" y="T9"/>
                  </a:cxn>
                </a:cxnLst>
                <a:rect l="0" t="0" r="r" b="b"/>
                <a:pathLst>
                  <a:path w="57" h="50">
                    <a:moveTo>
                      <a:pt x="45" y="50"/>
                    </a:moveTo>
                    <a:lnTo>
                      <a:pt x="0" y="31"/>
                    </a:lnTo>
                    <a:lnTo>
                      <a:pt x="12" y="0"/>
                    </a:lnTo>
                    <a:lnTo>
                      <a:pt x="57" y="19"/>
                    </a:lnTo>
                    <a:lnTo>
                      <a:pt x="45" y="5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55" name="Freeform 21"/>
              <p:cNvSpPr>
                <a:spLocks/>
              </p:cNvSpPr>
              <p:nvPr/>
            </p:nvSpPr>
            <p:spPr bwMode="auto">
              <a:xfrm>
                <a:off x="-2363788" y="7100888"/>
                <a:ext cx="95250" cy="82550"/>
              </a:xfrm>
              <a:custGeom>
                <a:avLst/>
                <a:gdLst>
                  <a:gd name="T0" fmla="*/ 0 w 60"/>
                  <a:gd name="T1" fmla="*/ 18 h 52"/>
                  <a:gd name="T2" fmla="*/ 45 w 60"/>
                  <a:gd name="T3" fmla="*/ 0 h 52"/>
                  <a:gd name="T4" fmla="*/ 60 w 60"/>
                  <a:gd name="T5" fmla="*/ 33 h 52"/>
                  <a:gd name="T6" fmla="*/ 15 w 60"/>
                  <a:gd name="T7" fmla="*/ 52 h 52"/>
                  <a:gd name="T8" fmla="*/ 0 w 60"/>
                  <a:gd name="T9" fmla="*/ 18 h 52"/>
                </a:gdLst>
                <a:ahLst/>
                <a:cxnLst>
                  <a:cxn ang="0">
                    <a:pos x="T0" y="T1"/>
                  </a:cxn>
                  <a:cxn ang="0">
                    <a:pos x="T2" y="T3"/>
                  </a:cxn>
                  <a:cxn ang="0">
                    <a:pos x="T4" y="T5"/>
                  </a:cxn>
                  <a:cxn ang="0">
                    <a:pos x="T6" y="T7"/>
                  </a:cxn>
                  <a:cxn ang="0">
                    <a:pos x="T8" y="T9"/>
                  </a:cxn>
                </a:cxnLst>
                <a:rect l="0" t="0" r="r" b="b"/>
                <a:pathLst>
                  <a:path w="60" h="52">
                    <a:moveTo>
                      <a:pt x="0" y="18"/>
                    </a:moveTo>
                    <a:lnTo>
                      <a:pt x="45" y="0"/>
                    </a:lnTo>
                    <a:lnTo>
                      <a:pt x="60" y="33"/>
                    </a:lnTo>
                    <a:lnTo>
                      <a:pt x="15" y="52"/>
                    </a:lnTo>
                    <a:lnTo>
                      <a:pt x="0"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56" name="Freeform 22"/>
              <p:cNvSpPr>
                <a:spLocks/>
              </p:cNvSpPr>
              <p:nvPr/>
            </p:nvSpPr>
            <p:spPr bwMode="auto">
              <a:xfrm>
                <a:off x="-2509838" y="7472363"/>
                <a:ext cx="79375" cy="93663"/>
              </a:xfrm>
              <a:custGeom>
                <a:avLst/>
                <a:gdLst>
                  <a:gd name="T0" fmla="*/ 50 w 50"/>
                  <a:gd name="T1" fmla="*/ 45 h 59"/>
                  <a:gd name="T2" fmla="*/ 19 w 50"/>
                  <a:gd name="T3" fmla="*/ 59 h 59"/>
                  <a:gd name="T4" fmla="*/ 0 w 50"/>
                  <a:gd name="T5" fmla="*/ 14 h 59"/>
                  <a:gd name="T6" fmla="*/ 31 w 50"/>
                  <a:gd name="T7" fmla="*/ 0 h 59"/>
                  <a:gd name="T8" fmla="*/ 50 w 50"/>
                  <a:gd name="T9" fmla="*/ 45 h 59"/>
                </a:gdLst>
                <a:ahLst/>
                <a:cxnLst>
                  <a:cxn ang="0">
                    <a:pos x="T0" y="T1"/>
                  </a:cxn>
                  <a:cxn ang="0">
                    <a:pos x="T2" y="T3"/>
                  </a:cxn>
                  <a:cxn ang="0">
                    <a:pos x="T4" y="T5"/>
                  </a:cxn>
                  <a:cxn ang="0">
                    <a:pos x="T6" y="T7"/>
                  </a:cxn>
                  <a:cxn ang="0">
                    <a:pos x="T8" y="T9"/>
                  </a:cxn>
                </a:cxnLst>
                <a:rect l="0" t="0" r="r" b="b"/>
                <a:pathLst>
                  <a:path w="50" h="59">
                    <a:moveTo>
                      <a:pt x="50" y="45"/>
                    </a:moveTo>
                    <a:lnTo>
                      <a:pt x="19" y="59"/>
                    </a:lnTo>
                    <a:lnTo>
                      <a:pt x="0" y="14"/>
                    </a:lnTo>
                    <a:lnTo>
                      <a:pt x="31" y="0"/>
                    </a:lnTo>
                    <a:lnTo>
                      <a:pt x="50" y="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57" name="Freeform 23"/>
              <p:cNvSpPr>
                <a:spLocks/>
              </p:cNvSpPr>
              <p:nvPr/>
            </p:nvSpPr>
            <p:spPr bwMode="auto">
              <a:xfrm>
                <a:off x="-2892425" y="7321550"/>
                <a:ext cx="93663" cy="82550"/>
              </a:xfrm>
              <a:custGeom>
                <a:avLst/>
                <a:gdLst>
                  <a:gd name="T0" fmla="*/ 59 w 59"/>
                  <a:gd name="T1" fmla="*/ 33 h 52"/>
                  <a:gd name="T2" fmla="*/ 14 w 59"/>
                  <a:gd name="T3" fmla="*/ 52 h 52"/>
                  <a:gd name="T4" fmla="*/ 0 w 59"/>
                  <a:gd name="T5" fmla="*/ 19 h 52"/>
                  <a:gd name="T6" fmla="*/ 45 w 59"/>
                  <a:gd name="T7" fmla="*/ 0 h 52"/>
                  <a:gd name="T8" fmla="*/ 59 w 59"/>
                  <a:gd name="T9" fmla="*/ 33 h 52"/>
                </a:gdLst>
                <a:ahLst/>
                <a:cxnLst>
                  <a:cxn ang="0">
                    <a:pos x="T0" y="T1"/>
                  </a:cxn>
                  <a:cxn ang="0">
                    <a:pos x="T2" y="T3"/>
                  </a:cxn>
                  <a:cxn ang="0">
                    <a:pos x="T4" y="T5"/>
                  </a:cxn>
                  <a:cxn ang="0">
                    <a:pos x="T6" y="T7"/>
                  </a:cxn>
                  <a:cxn ang="0">
                    <a:pos x="T8" y="T9"/>
                  </a:cxn>
                </a:cxnLst>
                <a:rect l="0" t="0" r="r" b="b"/>
                <a:pathLst>
                  <a:path w="59" h="52">
                    <a:moveTo>
                      <a:pt x="59" y="33"/>
                    </a:moveTo>
                    <a:lnTo>
                      <a:pt x="14" y="52"/>
                    </a:lnTo>
                    <a:lnTo>
                      <a:pt x="0" y="19"/>
                    </a:lnTo>
                    <a:lnTo>
                      <a:pt x="45" y="0"/>
                    </a:lnTo>
                    <a:lnTo>
                      <a:pt x="59"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58" name="Freeform 24"/>
              <p:cNvSpPr>
                <a:spLocks/>
              </p:cNvSpPr>
              <p:nvPr/>
            </p:nvSpPr>
            <p:spPr bwMode="auto">
              <a:xfrm>
                <a:off x="-2730500" y="6938963"/>
                <a:ext cx="77788" cy="93663"/>
              </a:xfrm>
              <a:custGeom>
                <a:avLst/>
                <a:gdLst>
                  <a:gd name="T0" fmla="*/ 49 w 49"/>
                  <a:gd name="T1" fmla="*/ 45 h 59"/>
                  <a:gd name="T2" fmla="*/ 18 w 49"/>
                  <a:gd name="T3" fmla="*/ 59 h 59"/>
                  <a:gd name="T4" fmla="*/ 0 w 49"/>
                  <a:gd name="T5" fmla="*/ 14 h 59"/>
                  <a:gd name="T6" fmla="*/ 30 w 49"/>
                  <a:gd name="T7" fmla="*/ 0 h 59"/>
                  <a:gd name="T8" fmla="*/ 49 w 49"/>
                  <a:gd name="T9" fmla="*/ 45 h 59"/>
                </a:gdLst>
                <a:ahLst/>
                <a:cxnLst>
                  <a:cxn ang="0">
                    <a:pos x="T0" y="T1"/>
                  </a:cxn>
                  <a:cxn ang="0">
                    <a:pos x="T2" y="T3"/>
                  </a:cxn>
                  <a:cxn ang="0">
                    <a:pos x="T4" y="T5"/>
                  </a:cxn>
                  <a:cxn ang="0">
                    <a:pos x="T6" y="T7"/>
                  </a:cxn>
                  <a:cxn ang="0">
                    <a:pos x="T8" y="T9"/>
                  </a:cxn>
                </a:cxnLst>
                <a:rect l="0" t="0" r="r" b="b"/>
                <a:pathLst>
                  <a:path w="49" h="59">
                    <a:moveTo>
                      <a:pt x="49" y="45"/>
                    </a:moveTo>
                    <a:lnTo>
                      <a:pt x="18" y="59"/>
                    </a:lnTo>
                    <a:lnTo>
                      <a:pt x="0" y="14"/>
                    </a:lnTo>
                    <a:lnTo>
                      <a:pt x="30" y="0"/>
                    </a:lnTo>
                    <a:lnTo>
                      <a:pt x="49" y="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59" name="Freeform 25"/>
              <p:cNvSpPr>
                <a:spLocks/>
              </p:cNvSpPr>
              <p:nvPr/>
            </p:nvSpPr>
            <p:spPr bwMode="auto">
              <a:xfrm>
                <a:off x="-2193925" y="3438525"/>
                <a:ext cx="465138" cy="417513"/>
              </a:xfrm>
              <a:custGeom>
                <a:avLst/>
                <a:gdLst>
                  <a:gd name="T0" fmla="*/ 13 w 124"/>
                  <a:gd name="T1" fmla="*/ 11 h 111"/>
                  <a:gd name="T2" fmla="*/ 1 w 124"/>
                  <a:gd name="T3" fmla="*/ 33 h 111"/>
                  <a:gd name="T4" fmla="*/ 0 w 124"/>
                  <a:gd name="T5" fmla="*/ 40 h 111"/>
                  <a:gd name="T6" fmla="*/ 0 w 124"/>
                  <a:gd name="T7" fmla="*/ 41 h 111"/>
                  <a:gd name="T8" fmla="*/ 0 w 124"/>
                  <a:gd name="T9" fmla="*/ 47 h 111"/>
                  <a:gd name="T10" fmla="*/ 1 w 124"/>
                  <a:gd name="T11" fmla="*/ 52 h 111"/>
                  <a:gd name="T12" fmla="*/ 5 w 124"/>
                  <a:gd name="T13" fmla="*/ 72 h 111"/>
                  <a:gd name="T14" fmla="*/ 19 w 124"/>
                  <a:gd name="T15" fmla="*/ 97 h 111"/>
                  <a:gd name="T16" fmla="*/ 19 w 124"/>
                  <a:gd name="T17" fmla="*/ 97 h 111"/>
                  <a:gd name="T18" fmla="*/ 27 w 124"/>
                  <a:gd name="T19" fmla="*/ 106 h 111"/>
                  <a:gd name="T20" fmla="*/ 30 w 124"/>
                  <a:gd name="T21" fmla="*/ 108 h 111"/>
                  <a:gd name="T22" fmla="*/ 43 w 124"/>
                  <a:gd name="T23" fmla="*/ 110 h 111"/>
                  <a:gd name="T24" fmla="*/ 44 w 124"/>
                  <a:gd name="T25" fmla="*/ 109 h 111"/>
                  <a:gd name="T26" fmla="*/ 50 w 124"/>
                  <a:gd name="T27" fmla="*/ 107 h 111"/>
                  <a:gd name="T28" fmla="*/ 54 w 124"/>
                  <a:gd name="T29" fmla="*/ 106 h 111"/>
                  <a:gd name="T30" fmla="*/ 62 w 124"/>
                  <a:gd name="T31" fmla="*/ 105 h 111"/>
                  <a:gd name="T32" fmla="*/ 62 w 124"/>
                  <a:gd name="T33" fmla="*/ 105 h 111"/>
                  <a:gd name="T34" fmla="*/ 70 w 124"/>
                  <a:gd name="T35" fmla="*/ 106 h 111"/>
                  <a:gd name="T36" fmla="*/ 74 w 124"/>
                  <a:gd name="T37" fmla="*/ 107 h 111"/>
                  <a:gd name="T38" fmla="*/ 81 w 124"/>
                  <a:gd name="T39" fmla="*/ 109 h 111"/>
                  <a:gd name="T40" fmla="*/ 81 w 124"/>
                  <a:gd name="T41" fmla="*/ 110 h 111"/>
                  <a:gd name="T42" fmla="*/ 94 w 124"/>
                  <a:gd name="T43" fmla="*/ 108 h 111"/>
                  <a:gd name="T44" fmla="*/ 97 w 124"/>
                  <a:gd name="T45" fmla="*/ 106 h 111"/>
                  <a:gd name="T46" fmla="*/ 105 w 124"/>
                  <a:gd name="T47" fmla="*/ 97 h 111"/>
                  <a:gd name="T48" fmla="*/ 105 w 124"/>
                  <a:gd name="T49" fmla="*/ 97 h 111"/>
                  <a:gd name="T50" fmla="*/ 119 w 124"/>
                  <a:gd name="T51" fmla="*/ 72 h 111"/>
                  <a:gd name="T52" fmla="*/ 124 w 124"/>
                  <a:gd name="T53" fmla="*/ 52 h 111"/>
                  <a:gd name="T54" fmla="*/ 124 w 124"/>
                  <a:gd name="T55" fmla="*/ 47 h 111"/>
                  <a:gd name="T56" fmla="*/ 124 w 124"/>
                  <a:gd name="T57" fmla="*/ 41 h 111"/>
                  <a:gd name="T58" fmla="*/ 124 w 124"/>
                  <a:gd name="T59" fmla="*/ 40 h 111"/>
                  <a:gd name="T60" fmla="*/ 123 w 124"/>
                  <a:gd name="T61" fmla="*/ 33 h 111"/>
                  <a:gd name="T62" fmla="*/ 111 w 124"/>
                  <a:gd name="T63" fmla="*/ 11 h 111"/>
                  <a:gd name="T64" fmla="*/ 109 w 124"/>
                  <a:gd name="T65" fmla="*/ 8 h 111"/>
                  <a:gd name="T66" fmla="*/ 91 w 124"/>
                  <a:gd name="T67" fmla="*/ 1 h 111"/>
                  <a:gd name="T68" fmla="*/ 72 w 124"/>
                  <a:gd name="T69" fmla="*/ 3 h 111"/>
                  <a:gd name="T70" fmla="*/ 62 w 124"/>
                  <a:gd name="T71" fmla="*/ 7 h 111"/>
                  <a:gd name="T72" fmla="*/ 52 w 124"/>
                  <a:gd name="T73" fmla="*/ 3 h 111"/>
                  <a:gd name="T74" fmla="*/ 33 w 124"/>
                  <a:gd name="T75" fmla="*/ 1 h 111"/>
                  <a:gd name="T76" fmla="*/ 15 w 124"/>
                  <a:gd name="T77" fmla="*/ 8 h 111"/>
                  <a:gd name="T78" fmla="*/ 13 w 124"/>
                  <a:gd name="T79" fmla="*/ 1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4" h="111">
                    <a:moveTo>
                      <a:pt x="13" y="11"/>
                    </a:moveTo>
                    <a:cubicBezTo>
                      <a:pt x="6" y="17"/>
                      <a:pt x="3" y="25"/>
                      <a:pt x="1" y="33"/>
                    </a:cubicBezTo>
                    <a:cubicBezTo>
                      <a:pt x="1" y="36"/>
                      <a:pt x="1" y="38"/>
                      <a:pt x="0" y="40"/>
                    </a:cubicBezTo>
                    <a:cubicBezTo>
                      <a:pt x="0" y="40"/>
                      <a:pt x="0" y="41"/>
                      <a:pt x="0" y="41"/>
                    </a:cubicBezTo>
                    <a:cubicBezTo>
                      <a:pt x="0" y="43"/>
                      <a:pt x="0" y="45"/>
                      <a:pt x="0" y="47"/>
                    </a:cubicBezTo>
                    <a:cubicBezTo>
                      <a:pt x="0" y="49"/>
                      <a:pt x="0" y="50"/>
                      <a:pt x="1" y="52"/>
                    </a:cubicBezTo>
                    <a:cubicBezTo>
                      <a:pt x="1" y="59"/>
                      <a:pt x="3" y="65"/>
                      <a:pt x="5" y="72"/>
                    </a:cubicBezTo>
                    <a:cubicBezTo>
                      <a:pt x="8" y="81"/>
                      <a:pt x="13" y="89"/>
                      <a:pt x="19" y="97"/>
                    </a:cubicBezTo>
                    <a:cubicBezTo>
                      <a:pt x="19" y="97"/>
                      <a:pt x="19" y="97"/>
                      <a:pt x="19" y="97"/>
                    </a:cubicBezTo>
                    <a:cubicBezTo>
                      <a:pt x="22" y="101"/>
                      <a:pt x="24" y="104"/>
                      <a:pt x="27" y="106"/>
                    </a:cubicBezTo>
                    <a:cubicBezTo>
                      <a:pt x="28" y="107"/>
                      <a:pt x="29" y="107"/>
                      <a:pt x="30" y="108"/>
                    </a:cubicBezTo>
                    <a:cubicBezTo>
                      <a:pt x="34" y="111"/>
                      <a:pt x="38" y="111"/>
                      <a:pt x="43" y="110"/>
                    </a:cubicBezTo>
                    <a:cubicBezTo>
                      <a:pt x="43" y="110"/>
                      <a:pt x="43" y="110"/>
                      <a:pt x="44" y="109"/>
                    </a:cubicBezTo>
                    <a:cubicBezTo>
                      <a:pt x="46" y="109"/>
                      <a:pt x="48" y="108"/>
                      <a:pt x="50" y="107"/>
                    </a:cubicBezTo>
                    <a:cubicBezTo>
                      <a:pt x="51" y="107"/>
                      <a:pt x="53" y="106"/>
                      <a:pt x="54" y="106"/>
                    </a:cubicBezTo>
                    <a:cubicBezTo>
                      <a:pt x="57" y="105"/>
                      <a:pt x="62" y="105"/>
                      <a:pt x="62" y="105"/>
                    </a:cubicBezTo>
                    <a:cubicBezTo>
                      <a:pt x="62" y="105"/>
                      <a:pt x="62" y="105"/>
                      <a:pt x="62" y="105"/>
                    </a:cubicBezTo>
                    <a:cubicBezTo>
                      <a:pt x="65" y="105"/>
                      <a:pt x="67" y="105"/>
                      <a:pt x="70" y="106"/>
                    </a:cubicBezTo>
                    <a:cubicBezTo>
                      <a:pt x="71" y="106"/>
                      <a:pt x="73" y="107"/>
                      <a:pt x="74" y="107"/>
                    </a:cubicBezTo>
                    <a:cubicBezTo>
                      <a:pt x="76" y="108"/>
                      <a:pt x="78" y="109"/>
                      <a:pt x="81" y="109"/>
                    </a:cubicBezTo>
                    <a:cubicBezTo>
                      <a:pt x="81" y="110"/>
                      <a:pt x="81" y="110"/>
                      <a:pt x="81" y="110"/>
                    </a:cubicBezTo>
                    <a:cubicBezTo>
                      <a:pt x="86" y="111"/>
                      <a:pt x="90" y="111"/>
                      <a:pt x="94" y="108"/>
                    </a:cubicBezTo>
                    <a:cubicBezTo>
                      <a:pt x="95" y="107"/>
                      <a:pt x="96" y="107"/>
                      <a:pt x="97" y="106"/>
                    </a:cubicBezTo>
                    <a:cubicBezTo>
                      <a:pt x="100" y="104"/>
                      <a:pt x="102" y="101"/>
                      <a:pt x="105" y="97"/>
                    </a:cubicBezTo>
                    <a:cubicBezTo>
                      <a:pt x="105" y="97"/>
                      <a:pt x="105" y="97"/>
                      <a:pt x="105" y="97"/>
                    </a:cubicBezTo>
                    <a:cubicBezTo>
                      <a:pt x="111" y="89"/>
                      <a:pt x="116" y="81"/>
                      <a:pt x="119" y="72"/>
                    </a:cubicBezTo>
                    <a:cubicBezTo>
                      <a:pt x="121" y="65"/>
                      <a:pt x="123" y="59"/>
                      <a:pt x="124" y="52"/>
                    </a:cubicBezTo>
                    <a:cubicBezTo>
                      <a:pt x="124" y="50"/>
                      <a:pt x="124" y="49"/>
                      <a:pt x="124" y="47"/>
                    </a:cubicBezTo>
                    <a:cubicBezTo>
                      <a:pt x="124" y="45"/>
                      <a:pt x="124" y="43"/>
                      <a:pt x="124" y="41"/>
                    </a:cubicBezTo>
                    <a:cubicBezTo>
                      <a:pt x="124" y="41"/>
                      <a:pt x="124" y="40"/>
                      <a:pt x="124" y="40"/>
                    </a:cubicBezTo>
                    <a:cubicBezTo>
                      <a:pt x="124" y="38"/>
                      <a:pt x="123" y="36"/>
                      <a:pt x="123" y="33"/>
                    </a:cubicBezTo>
                    <a:cubicBezTo>
                      <a:pt x="121" y="25"/>
                      <a:pt x="118" y="17"/>
                      <a:pt x="111" y="11"/>
                    </a:cubicBezTo>
                    <a:cubicBezTo>
                      <a:pt x="110" y="10"/>
                      <a:pt x="110" y="9"/>
                      <a:pt x="109" y="8"/>
                    </a:cubicBezTo>
                    <a:cubicBezTo>
                      <a:pt x="104" y="4"/>
                      <a:pt x="98" y="2"/>
                      <a:pt x="91" y="1"/>
                    </a:cubicBezTo>
                    <a:cubicBezTo>
                      <a:pt x="84" y="0"/>
                      <a:pt x="78" y="1"/>
                      <a:pt x="72" y="3"/>
                    </a:cubicBezTo>
                    <a:cubicBezTo>
                      <a:pt x="69" y="4"/>
                      <a:pt x="62" y="7"/>
                      <a:pt x="62" y="7"/>
                    </a:cubicBezTo>
                    <a:cubicBezTo>
                      <a:pt x="62" y="7"/>
                      <a:pt x="55" y="4"/>
                      <a:pt x="52" y="3"/>
                    </a:cubicBezTo>
                    <a:cubicBezTo>
                      <a:pt x="46" y="1"/>
                      <a:pt x="40" y="0"/>
                      <a:pt x="33" y="1"/>
                    </a:cubicBezTo>
                    <a:cubicBezTo>
                      <a:pt x="26" y="2"/>
                      <a:pt x="20" y="4"/>
                      <a:pt x="15" y="8"/>
                    </a:cubicBezTo>
                    <a:cubicBezTo>
                      <a:pt x="14" y="9"/>
                      <a:pt x="14" y="10"/>
                      <a:pt x="13"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60" name="Freeform 26"/>
              <p:cNvSpPr>
                <a:spLocks/>
              </p:cNvSpPr>
              <p:nvPr/>
            </p:nvSpPr>
            <p:spPr bwMode="auto">
              <a:xfrm>
                <a:off x="-2070100" y="3308350"/>
                <a:ext cx="109538" cy="127000"/>
              </a:xfrm>
              <a:custGeom>
                <a:avLst/>
                <a:gdLst>
                  <a:gd name="T0" fmla="*/ 9 w 29"/>
                  <a:gd name="T1" fmla="*/ 25 h 34"/>
                  <a:gd name="T2" fmla="*/ 21 w 29"/>
                  <a:gd name="T3" fmla="*/ 33 h 34"/>
                  <a:gd name="T4" fmla="*/ 28 w 29"/>
                  <a:gd name="T5" fmla="*/ 34 h 34"/>
                  <a:gd name="T6" fmla="*/ 29 w 29"/>
                  <a:gd name="T7" fmla="*/ 33 h 34"/>
                  <a:gd name="T8" fmla="*/ 23 w 29"/>
                  <a:gd name="T9" fmla="*/ 13 h 34"/>
                  <a:gd name="T10" fmla="*/ 2 w 29"/>
                  <a:gd name="T11" fmla="*/ 1 h 34"/>
                  <a:gd name="T12" fmla="*/ 1 w 29"/>
                  <a:gd name="T13" fmla="*/ 0 h 34"/>
                  <a:gd name="T14" fmla="*/ 0 w 29"/>
                  <a:gd name="T15" fmla="*/ 0 h 34"/>
                  <a:gd name="T16" fmla="*/ 0 w 29"/>
                  <a:gd name="T17" fmla="*/ 9 h 34"/>
                  <a:gd name="T18" fmla="*/ 9 w 29"/>
                  <a:gd name="T19" fmla="*/ 25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34">
                    <a:moveTo>
                      <a:pt x="9" y="25"/>
                    </a:moveTo>
                    <a:cubicBezTo>
                      <a:pt x="12" y="29"/>
                      <a:pt x="16" y="32"/>
                      <a:pt x="21" y="33"/>
                    </a:cubicBezTo>
                    <a:cubicBezTo>
                      <a:pt x="23" y="34"/>
                      <a:pt x="26" y="34"/>
                      <a:pt x="28" y="34"/>
                    </a:cubicBezTo>
                    <a:cubicBezTo>
                      <a:pt x="29" y="34"/>
                      <a:pt x="29" y="34"/>
                      <a:pt x="29" y="33"/>
                    </a:cubicBezTo>
                    <a:cubicBezTo>
                      <a:pt x="29" y="26"/>
                      <a:pt x="27" y="19"/>
                      <a:pt x="23" y="13"/>
                    </a:cubicBezTo>
                    <a:cubicBezTo>
                      <a:pt x="18" y="6"/>
                      <a:pt x="11" y="2"/>
                      <a:pt x="2" y="1"/>
                    </a:cubicBezTo>
                    <a:cubicBezTo>
                      <a:pt x="2" y="1"/>
                      <a:pt x="1" y="1"/>
                      <a:pt x="1" y="0"/>
                    </a:cubicBezTo>
                    <a:cubicBezTo>
                      <a:pt x="1" y="0"/>
                      <a:pt x="0" y="0"/>
                      <a:pt x="0" y="0"/>
                    </a:cubicBezTo>
                    <a:cubicBezTo>
                      <a:pt x="0" y="3"/>
                      <a:pt x="0" y="6"/>
                      <a:pt x="0" y="9"/>
                    </a:cubicBezTo>
                    <a:cubicBezTo>
                      <a:pt x="1" y="15"/>
                      <a:pt x="4" y="21"/>
                      <a:pt x="9"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61" name="Freeform 27"/>
              <p:cNvSpPr>
                <a:spLocks noEditPoints="1"/>
              </p:cNvSpPr>
              <p:nvPr/>
            </p:nvSpPr>
            <p:spPr bwMode="auto">
              <a:xfrm>
                <a:off x="-5324475" y="3683000"/>
                <a:ext cx="255588" cy="533400"/>
              </a:xfrm>
              <a:custGeom>
                <a:avLst/>
                <a:gdLst>
                  <a:gd name="T0" fmla="*/ 34 w 68"/>
                  <a:gd name="T1" fmla="*/ 122 h 142"/>
                  <a:gd name="T2" fmla="*/ 67 w 68"/>
                  <a:gd name="T3" fmla="*/ 138 h 142"/>
                  <a:gd name="T4" fmla="*/ 68 w 68"/>
                  <a:gd name="T5" fmla="*/ 138 h 142"/>
                  <a:gd name="T6" fmla="*/ 68 w 68"/>
                  <a:gd name="T7" fmla="*/ 31 h 142"/>
                  <a:gd name="T8" fmla="*/ 66 w 68"/>
                  <a:gd name="T9" fmla="*/ 15 h 142"/>
                  <a:gd name="T10" fmla="*/ 34 w 68"/>
                  <a:gd name="T11" fmla="*/ 0 h 142"/>
                  <a:gd name="T12" fmla="*/ 34 w 68"/>
                  <a:gd name="T13" fmla="*/ 19 h 142"/>
                  <a:gd name="T14" fmla="*/ 57 w 68"/>
                  <a:gd name="T15" fmla="*/ 23 h 142"/>
                  <a:gd name="T16" fmla="*/ 58 w 68"/>
                  <a:gd name="T17" fmla="*/ 26 h 142"/>
                  <a:gd name="T18" fmla="*/ 56 w 68"/>
                  <a:gd name="T19" fmla="*/ 27 h 142"/>
                  <a:gd name="T20" fmla="*/ 55 w 68"/>
                  <a:gd name="T21" fmla="*/ 27 h 142"/>
                  <a:gd name="T22" fmla="*/ 51 w 68"/>
                  <a:gd name="T23" fmla="*/ 25 h 142"/>
                  <a:gd name="T24" fmla="*/ 34 w 68"/>
                  <a:gd name="T25" fmla="*/ 23 h 142"/>
                  <a:gd name="T26" fmla="*/ 34 w 68"/>
                  <a:gd name="T27" fmla="*/ 38 h 142"/>
                  <a:gd name="T28" fmla="*/ 57 w 68"/>
                  <a:gd name="T29" fmla="*/ 43 h 142"/>
                  <a:gd name="T30" fmla="*/ 58 w 68"/>
                  <a:gd name="T31" fmla="*/ 45 h 142"/>
                  <a:gd name="T32" fmla="*/ 56 w 68"/>
                  <a:gd name="T33" fmla="*/ 46 h 142"/>
                  <a:gd name="T34" fmla="*/ 55 w 68"/>
                  <a:gd name="T35" fmla="*/ 46 h 142"/>
                  <a:gd name="T36" fmla="*/ 51 w 68"/>
                  <a:gd name="T37" fmla="*/ 44 h 142"/>
                  <a:gd name="T38" fmla="*/ 34 w 68"/>
                  <a:gd name="T39" fmla="*/ 42 h 142"/>
                  <a:gd name="T40" fmla="*/ 34 w 68"/>
                  <a:gd name="T41" fmla="*/ 57 h 142"/>
                  <a:gd name="T42" fmla="*/ 57 w 68"/>
                  <a:gd name="T43" fmla="*/ 62 h 142"/>
                  <a:gd name="T44" fmla="*/ 58 w 68"/>
                  <a:gd name="T45" fmla="*/ 64 h 142"/>
                  <a:gd name="T46" fmla="*/ 56 w 68"/>
                  <a:gd name="T47" fmla="*/ 65 h 142"/>
                  <a:gd name="T48" fmla="*/ 55 w 68"/>
                  <a:gd name="T49" fmla="*/ 65 h 142"/>
                  <a:gd name="T50" fmla="*/ 51 w 68"/>
                  <a:gd name="T51" fmla="*/ 63 h 142"/>
                  <a:gd name="T52" fmla="*/ 34 w 68"/>
                  <a:gd name="T53" fmla="*/ 61 h 142"/>
                  <a:gd name="T54" fmla="*/ 34 w 68"/>
                  <a:gd name="T55" fmla="*/ 122 h 142"/>
                  <a:gd name="T56" fmla="*/ 1 w 68"/>
                  <a:gd name="T57" fmla="*/ 138 h 142"/>
                  <a:gd name="T58" fmla="*/ 34 w 68"/>
                  <a:gd name="T59" fmla="*/ 122 h 142"/>
                  <a:gd name="T60" fmla="*/ 34 w 68"/>
                  <a:gd name="T61" fmla="*/ 61 h 142"/>
                  <a:gd name="T62" fmla="*/ 17 w 68"/>
                  <a:gd name="T63" fmla="*/ 63 h 142"/>
                  <a:gd name="T64" fmla="*/ 13 w 68"/>
                  <a:gd name="T65" fmla="*/ 65 h 142"/>
                  <a:gd name="T66" fmla="*/ 10 w 68"/>
                  <a:gd name="T67" fmla="*/ 64 h 142"/>
                  <a:gd name="T68" fmla="*/ 11 w 68"/>
                  <a:gd name="T69" fmla="*/ 62 h 142"/>
                  <a:gd name="T70" fmla="*/ 11 w 68"/>
                  <a:gd name="T71" fmla="*/ 62 h 142"/>
                  <a:gd name="T72" fmla="*/ 34 w 68"/>
                  <a:gd name="T73" fmla="*/ 57 h 142"/>
                  <a:gd name="T74" fmla="*/ 34 w 68"/>
                  <a:gd name="T75" fmla="*/ 42 h 142"/>
                  <a:gd name="T76" fmla="*/ 17 w 68"/>
                  <a:gd name="T77" fmla="*/ 44 h 142"/>
                  <a:gd name="T78" fmla="*/ 13 w 68"/>
                  <a:gd name="T79" fmla="*/ 46 h 142"/>
                  <a:gd name="T80" fmla="*/ 10 w 68"/>
                  <a:gd name="T81" fmla="*/ 45 h 142"/>
                  <a:gd name="T82" fmla="*/ 11 w 68"/>
                  <a:gd name="T83" fmla="*/ 43 h 142"/>
                  <a:gd name="T84" fmla="*/ 11 w 68"/>
                  <a:gd name="T85" fmla="*/ 43 h 142"/>
                  <a:gd name="T86" fmla="*/ 34 w 68"/>
                  <a:gd name="T87" fmla="*/ 38 h 142"/>
                  <a:gd name="T88" fmla="*/ 34 w 68"/>
                  <a:gd name="T89" fmla="*/ 23 h 142"/>
                  <a:gd name="T90" fmla="*/ 17 w 68"/>
                  <a:gd name="T91" fmla="*/ 25 h 142"/>
                  <a:gd name="T92" fmla="*/ 13 w 68"/>
                  <a:gd name="T93" fmla="*/ 27 h 142"/>
                  <a:gd name="T94" fmla="*/ 10 w 68"/>
                  <a:gd name="T95" fmla="*/ 26 h 142"/>
                  <a:gd name="T96" fmla="*/ 11 w 68"/>
                  <a:gd name="T97" fmla="*/ 23 h 142"/>
                  <a:gd name="T98" fmla="*/ 11 w 68"/>
                  <a:gd name="T99" fmla="*/ 23 h 142"/>
                  <a:gd name="T100" fmla="*/ 34 w 68"/>
                  <a:gd name="T101" fmla="*/ 19 h 142"/>
                  <a:gd name="T102" fmla="*/ 34 w 68"/>
                  <a:gd name="T103" fmla="*/ 0 h 142"/>
                  <a:gd name="T104" fmla="*/ 2 w 68"/>
                  <a:gd name="T105" fmla="*/ 15 h 142"/>
                  <a:gd name="T106" fmla="*/ 0 w 68"/>
                  <a:gd name="T107" fmla="*/ 31 h 142"/>
                  <a:gd name="T108" fmla="*/ 0 w 68"/>
                  <a:gd name="T109" fmla="*/ 138 h 142"/>
                  <a:gd name="T110" fmla="*/ 1 w 68"/>
                  <a:gd name="T111" fmla="*/ 138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8" h="142">
                    <a:moveTo>
                      <a:pt x="34" y="122"/>
                    </a:moveTo>
                    <a:cubicBezTo>
                      <a:pt x="50" y="122"/>
                      <a:pt x="63" y="126"/>
                      <a:pt x="67" y="138"/>
                    </a:cubicBezTo>
                    <a:cubicBezTo>
                      <a:pt x="68" y="142"/>
                      <a:pt x="68" y="142"/>
                      <a:pt x="68" y="138"/>
                    </a:cubicBezTo>
                    <a:cubicBezTo>
                      <a:pt x="68" y="116"/>
                      <a:pt x="68" y="53"/>
                      <a:pt x="68" y="31"/>
                    </a:cubicBezTo>
                    <a:cubicBezTo>
                      <a:pt x="68" y="26"/>
                      <a:pt x="68" y="19"/>
                      <a:pt x="66" y="15"/>
                    </a:cubicBezTo>
                    <a:cubicBezTo>
                      <a:pt x="62" y="3"/>
                      <a:pt x="49" y="0"/>
                      <a:pt x="34" y="0"/>
                    </a:cubicBezTo>
                    <a:cubicBezTo>
                      <a:pt x="34" y="19"/>
                      <a:pt x="34" y="19"/>
                      <a:pt x="34" y="19"/>
                    </a:cubicBezTo>
                    <a:cubicBezTo>
                      <a:pt x="44" y="19"/>
                      <a:pt x="51" y="21"/>
                      <a:pt x="57" y="23"/>
                    </a:cubicBezTo>
                    <a:cubicBezTo>
                      <a:pt x="58" y="24"/>
                      <a:pt x="58" y="25"/>
                      <a:pt x="58" y="26"/>
                    </a:cubicBezTo>
                    <a:cubicBezTo>
                      <a:pt x="58" y="27"/>
                      <a:pt x="57" y="27"/>
                      <a:pt x="56" y="27"/>
                    </a:cubicBezTo>
                    <a:cubicBezTo>
                      <a:pt x="56" y="27"/>
                      <a:pt x="56" y="27"/>
                      <a:pt x="55" y="27"/>
                    </a:cubicBezTo>
                    <a:cubicBezTo>
                      <a:pt x="54" y="26"/>
                      <a:pt x="52" y="26"/>
                      <a:pt x="51" y="25"/>
                    </a:cubicBezTo>
                    <a:cubicBezTo>
                      <a:pt x="46" y="24"/>
                      <a:pt x="41" y="23"/>
                      <a:pt x="34" y="23"/>
                    </a:cubicBezTo>
                    <a:cubicBezTo>
                      <a:pt x="34" y="38"/>
                      <a:pt x="34" y="38"/>
                      <a:pt x="34" y="38"/>
                    </a:cubicBezTo>
                    <a:cubicBezTo>
                      <a:pt x="44" y="38"/>
                      <a:pt x="51" y="40"/>
                      <a:pt x="57" y="43"/>
                    </a:cubicBezTo>
                    <a:cubicBezTo>
                      <a:pt x="58" y="43"/>
                      <a:pt x="58" y="44"/>
                      <a:pt x="58" y="45"/>
                    </a:cubicBezTo>
                    <a:cubicBezTo>
                      <a:pt x="58" y="46"/>
                      <a:pt x="57" y="46"/>
                      <a:pt x="56" y="46"/>
                    </a:cubicBezTo>
                    <a:cubicBezTo>
                      <a:pt x="56" y="46"/>
                      <a:pt x="56" y="46"/>
                      <a:pt x="55" y="46"/>
                    </a:cubicBezTo>
                    <a:cubicBezTo>
                      <a:pt x="54" y="45"/>
                      <a:pt x="52" y="45"/>
                      <a:pt x="51" y="44"/>
                    </a:cubicBezTo>
                    <a:cubicBezTo>
                      <a:pt x="46" y="43"/>
                      <a:pt x="41" y="42"/>
                      <a:pt x="34" y="42"/>
                    </a:cubicBezTo>
                    <a:cubicBezTo>
                      <a:pt x="34" y="57"/>
                      <a:pt x="34" y="57"/>
                      <a:pt x="34" y="57"/>
                    </a:cubicBezTo>
                    <a:cubicBezTo>
                      <a:pt x="44" y="57"/>
                      <a:pt x="51" y="59"/>
                      <a:pt x="57" y="62"/>
                    </a:cubicBezTo>
                    <a:cubicBezTo>
                      <a:pt x="58" y="62"/>
                      <a:pt x="58" y="63"/>
                      <a:pt x="58" y="64"/>
                    </a:cubicBezTo>
                    <a:cubicBezTo>
                      <a:pt x="58" y="65"/>
                      <a:pt x="57" y="65"/>
                      <a:pt x="56" y="65"/>
                    </a:cubicBezTo>
                    <a:cubicBezTo>
                      <a:pt x="56" y="65"/>
                      <a:pt x="56" y="65"/>
                      <a:pt x="55" y="65"/>
                    </a:cubicBezTo>
                    <a:cubicBezTo>
                      <a:pt x="54" y="64"/>
                      <a:pt x="52" y="64"/>
                      <a:pt x="51" y="63"/>
                    </a:cubicBezTo>
                    <a:cubicBezTo>
                      <a:pt x="46" y="62"/>
                      <a:pt x="41" y="61"/>
                      <a:pt x="34" y="61"/>
                    </a:cubicBezTo>
                    <a:lnTo>
                      <a:pt x="34" y="122"/>
                    </a:lnTo>
                    <a:close/>
                    <a:moveTo>
                      <a:pt x="1" y="138"/>
                    </a:moveTo>
                    <a:cubicBezTo>
                      <a:pt x="5" y="126"/>
                      <a:pt x="18" y="122"/>
                      <a:pt x="34" y="122"/>
                    </a:cubicBezTo>
                    <a:cubicBezTo>
                      <a:pt x="34" y="61"/>
                      <a:pt x="34" y="61"/>
                      <a:pt x="34" y="61"/>
                    </a:cubicBezTo>
                    <a:cubicBezTo>
                      <a:pt x="27" y="61"/>
                      <a:pt x="22" y="62"/>
                      <a:pt x="17" y="63"/>
                    </a:cubicBezTo>
                    <a:cubicBezTo>
                      <a:pt x="16" y="64"/>
                      <a:pt x="14" y="64"/>
                      <a:pt x="13" y="65"/>
                    </a:cubicBezTo>
                    <a:cubicBezTo>
                      <a:pt x="12" y="66"/>
                      <a:pt x="10" y="65"/>
                      <a:pt x="10" y="64"/>
                    </a:cubicBezTo>
                    <a:cubicBezTo>
                      <a:pt x="9" y="63"/>
                      <a:pt x="10" y="62"/>
                      <a:pt x="11" y="62"/>
                    </a:cubicBezTo>
                    <a:cubicBezTo>
                      <a:pt x="11" y="62"/>
                      <a:pt x="11" y="62"/>
                      <a:pt x="11" y="62"/>
                    </a:cubicBezTo>
                    <a:cubicBezTo>
                      <a:pt x="17" y="59"/>
                      <a:pt x="24" y="57"/>
                      <a:pt x="34" y="57"/>
                    </a:cubicBezTo>
                    <a:cubicBezTo>
                      <a:pt x="34" y="42"/>
                      <a:pt x="34" y="42"/>
                      <a:pt x="34" y="42"/>
                    </a:cubicBezTo>
                    <a:cubicBezTo>
                      <a:pt x="27" y="42"/>
                      <a:pt x="22" y="43"/>
                      <a:pt x="17" y="44"/>
                    </a:cubicBezTo>
                    <a:cubicBezTo>
                      <a:pt x="16" y="45"/>
                      <a:pt x="14" y="45"/>
                      <a:pt x="13" y="46"/>
                    </a:cubicBezTo>
                    <a:cubicBezTo>
                      <a:pt x="12" y="47"/>
                      <a:pt x="10" y="46"/>
                      <a:pt x="10" y="45"/>
                    </a:cubicBezTo>
                    <a:cubicBezTo>
                      <a:pt x="9" y="44"/>
                      <a:pt x="10" y="43"/>
                      <a:pt x="11" y="43"/>
                    </a:cubicBezTo>
                    <a:cubicBezTo>
                      <a:pt x="11" y="43"/>
                      <a:pt x="11" y="43"/>
                      <a:pt x="11" y="43"/>
                    </a:cubicBezTo>
                    <a:cubicBezTo>
                      <a:pt x="17" y="40"/>
                      <a:pt x="24" y="38"/>
                      <a:pt x="34" y="38"/>
                    </a:cubicBezTo>
                    <a:cubicBezTo>
                      <a:pt x="34" y="23"/>
                      <a:pt x="34" y="23"/>
                      <a:pt x="34" y="23"/>
                    </a:cubicBezTo>
                    <a:cubicBezTo>
                      <a:pt x="27" y="23"/>
                      <a:pt x="22" y="24"/>
                      <a:pt x="17" y="25"/>
                    </a:cubicBezTo>
                    <a:cubicBezTo>
                      <a:pt x="15" y="26"/>
                      <a:pt x="14" y="26"/>
                      <a:pt x="13" y="27"/>
                    </a:cubicBezTo>
                    <a:cubicBezTo>
                      <a:pt x="12" y="27"/>
                      <a:pt x="10" y="27"/>
                      <a:pt x="10" y="26"/>
                    </a:cubicBezTo>
                    <a:cubicBezTo>
                      <a:pt x="9" y="25"/>
                      <a:pt x="10" y="24"/>
                      <a:pt x="11" y="23"/>
                    </a:cubicBezTo>
                    <a:cubicBezTo>
                      <a:pt x="11" y="23"/>
                      <a:pt x="11" y="23"/>
                      <a:pt x="11" y="23"/>
                    </a:cubicBezTo>
                    <a:cubicBezTo>
                      <a:pt x="17" y="21"/>
                      <a:pt x="24" y="19"/>
                      <a:pt x="34" y="19"/>
                    </a:cubicBezTo>
                    <a:cubicBezTo>
                      <a:pt x="34" y="0"/>
                      <a:pt x="34" y="0"/>
                      <a:pt x="34" y="0"/>
                    </a:cubicBezTo>
                    <a:cubicBezTo>
                      <a:pt x="19" y="0"/>
                      <a:pt x="6" y="3"/>
                      <a:pt x="2" y="15"/>
                    </a:cubicBezTo>
                    <a:cubicBezTo>
                      <a:pt x="0" y="19"/>
                      <a:pt x="0" y="26"/>
                      <a:pt x="0" y="31"/>
                    </a:cubicBezTo>
                    <a:cubicBezTo>
                      <a:pt x="0" y="53"/>
                      <a:pt x="0" y="116"/>
                      <a:pt x="0" y="138"/>
                    </a:cubicBezTo>
                    <a:cubicBezTo>
                      <a:pt x="0" y="142"/>
                      <a:pt x="0" y="142"/>
                      <a:pt x="1" y="1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62" name="Freeform 28"/>
              <p:cNvSpPr>
                <a:spLocks noEditPoints="1"/>
              </p:cNvSpPr>
              <p:nvPr/>
            </p:nvSpPr>
            <p:spPr bwMode="auto">
              <a:xfrm>
                <a:off x="-5045075" y="3683000"/>
                <a:ext cx="250825" cy="533400"/>
              </a:xfrm>
              <a:custGeom>
                <a:avLst/>
                <a:gdLst>
                  <a:gd name="T0" fmla="*/ 67 w 67"/>
                  <a:gd name="T1" fmla="*/ 138 h 142"/>
                  <a:gd name="T2" fmla="*/ 66 w 67"/>
                  <a:gd name="T3" fmla="*/ 15 h 142"/>
                  <a:gd name="T4" fmla="*/ 33 w 67"/>
                  <a:gd name="T5" fmla="*/ 19 h 142"/>
                  <a:gd name="T6" fmla="*/ 57 w 67"/>
                  <a:gd name="T7" fmla="*/ 26 h 142"/>
                  <a:gd name="T8" fmla="*/ 56 w 67"/>
                  <a:gd name="T9" fmla="*/ 27 h 142"/>
                  <a:gd name="T10" fmla="*/ 50 w 67"/>
                  <a:gd name="T11" fmla="*/ 25 h 142"/>
                  <a:gd name="T12" fmla="*/ 33 w 67"/>
                  <a:gd name="T13" fmla="*/ 38 h 142"/>
                  <a:gd name="T14" fmla="*/ 57 w 67"/>
                  <a:gd name="T15" fmla="*/ 45 h 142"/>
                  <a:gd name="T16" fmla="*/ 56 w 67"/>
                  <a:gd name="T17" fmla="*/ 46 h 142"/>
                  <a:gd name="T18" fmla="*/ 50 w 67"/>
                  <a:gd name="T19" fmla="*/ 44 h 142"/>
                  <a:gd name="T20" fmla="*/ 33 w 67"/>
                  <a:gd name="T21" fmla="*/ 57 h 142"/>
                  <a:gd name="T22" fmla="*/ 57 w 67"/>
                  <a:gd name="T23" fmla="*/ 64 h 142"/>
                  <a:gd name="T24" fmla="*/ 56 w 67"/>
                  <a:gd name="T25" fmla="*/ 65 h 142"/>
                  <a:gd name="T26" fmla="*/ 50 w 67"/>
                  <a:gd name="T27" fmla="*/ 63 h 142"/>
                  <a:gd name="T28" fmla="*/ 33 w 67"/>
                  <a:gd name="T29" fmla="*/ 122 h 142"/>
                  <a:gd name="T30" fmla="*/ 66 w 67"/>
                  <a:gd name="T31" fmla="*/ 138 h 142"/>
                  <a:gd name="T32" fmla="*/ 33 w 67"/>
                  <a:gd name="T33" fmla="*/ 0 h 142"/>
                  <a:gd name="T34" fmla="*/ 0 w 67"/>
                  <a:gd name="T35" fmla="*/ 31 h 142"/>
                  <a:gd name="T36" fmla="*/ 1 w 67"/>
                  <a:gd name="T37" fmla="*/ 138 h 142"/>
                  <a:gd name="T38" fmla="*/ 33 w 67"/>
                  <a:gd name="T39" fmla="*/ 61 h 142"/>
                  <a:gd name="T40" fmla="*/ 17 w 67"/>
                  <a:gd name="T41" fmla="*/ 63 h 142"/>
                  <a:gd name="T42" fmla="*/ 9 w 67"/>
                  <a:gd name="T43" fmla="*/ 64 h 142"/>
                  <a:gd name="T44" fmla="*/ 33 w 67"/>
                  <a:gd name="T45" fmla="*/ 57 h 142"/>
                  <a:gd name="T46" fmla="*/ 33 w 67"/>
                  <a:gd name="T47" fmla="*/ 42 h 142"/>
                  <a:gd name="T48" fmla="*/ 17 w 67"/>
                  <a:gd name="T49" fmla="*/ 44 h 142"/>
                  <a:gd name="T50" fmla="*/ 9 w 67"/>
                  <a:gd name="T51" fmla="*/ 45 h 142"/>
                  <a:gd name="T52" fmla="*/ 33 w 67"/>
                  <a:gd name="T53" fmla="*/ 38 h 142"/>
                  <a:gd name="T54" fmla="*/ 33 w 67"/>
                  <a:gd name="T55" fmla="*/ 23 h 142"/>
                  <a:gd name="T56" fmla="*/ 17 w 67"/>
                  <a:gd name="T57" fmla="*/ 25 h 142"/>
                  <a:gd name="T58" fmla="*/ 9 w 67"/>
                  <a:gd name="T59" fmla="*/ 26 h 142"/>
                  <a:gd name="T60" fmla="*/ 33 w 67"/>
                  <a:gd name="T61" fmla="*/ 19 h 142"/>
                  <a:gd name="T62" fmla="*/ 33 w 67"/>
                  <a:gd name="T63"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7" h="142">
                    <a:moveTo>
                      <a:pt x="66" y="138"/>
                    </a:moveTo>
                    <a:cubicBezTo>
                      <a:pt x="67" y="142"/>
                      <a:pt x="67" y="142"/>
                      <a:pt x="67" y="138"/>
                    </a:cubicBezTo>
                    <a:cubicBezTo>
                      <a:pt x="67" y="116"/>
                      <a:pt x="67" y="53"/>
                      <a:pt x="67" y="31"/>
                    </a:cubicBezTo>
                    <a:cubicBezTo>
                      <a:pt x="67" y="26"/>
                      <a:pt x="67" y="19"/>
                      <a:pt x="66" y="15"/>
                    </a:cubicBezTo>
                    <a:cubicBezTo>
                      <a:pt x="62" y="3"/>
                      <a:pt x="49" y="0"/>
                      <a:pt x="33" y="0"/>
                    </a:cubicBezTo>
                    <a:cubicBezTo>
                      <a:pt x="33" y="19"/>
                      <a:pt x="33" y="19"/>
                      <a:pt x="33" y="19"/>
                    </a:cubicBezTo>
                    <a:cubicBezTo>
                      <a:pt x="43" y="19"/>
                      <a:pt x="51" y="21"/>
                      <a:pt x="57" y="23"/>
                    </a:cubicBezTo>
                    <a:cubicBezTo>
                      <a:pt x="58" y="24"/>
                      <a:pt x="58" y="25"/>
                      <a:pt x="57" y="26"/>
                    </a:cubicBezTo>
                    <a:cubicBezTo>
                      <a:pt x="57" y="26"/>
                      <a:pt x="57" y="26"/>
                      <a:pt x="57" y="26"/>
                    </a:cubicBezTo>
                    <a:cubicBezTo>
                      <a:pt x="57" y="27"/>
                      <a:pt x="56" y="27"/>
                      <a:pt x="56" y="27"/>
                    </a:cubicBezTo>
                    <a:cubicBezTo>
                      <a:pt x="55" y="27"/>
                      <a:pt x="55" y="27"/>
                      <a:pt x="55" y="27"/>
                    </a:cubicBezTo>
                    <a:cubicBezTo>
                      <a:pt x="53" y="26"/>
                      <a:pt x="52" y="26"/>
                      <a:pt x="50" y="25"/>
                    </a:cubicBezTo>
                    <a:cubicBezTo>
                      <a:pt x="46" y="24"/>
                      <a:pt x="40" y="23"/>
                      <a:pt x="33" y="23"/>
                    </a:cubicBezTo>
                    <a:cubicBezTo>
                      <a:pt x="33" y="38"/>
                      <a:pt x="33" y="38"/>
                      <a:pt x="33" y="38"/>
                    </a:cubicBezTo>
                    <a:cubicBezTo>
                      <a:pt x="43" y="38"/>
                      <a:pt x="51" y="40"/>
                      <a:pt x="57" y="43"/>
                    </a:cubicBezTo>
                    <a:cubicBezTo>
                      <a:pt x="58" y="43"/>
                      <a:pt x="58" y="44"/>
                      <a:pt x="57" y="45"/>
                    </a:cubicBezTo>
                    <a:cubicBezTo>
                      <a:pt x="57" y="45"/>
                      <a:pt x="57" y="45"/>
                      <a:pt x="57" y="45"/>
                    </a:cubicBezTo>
                    <a:cubicBezTo>
                      <a:pt x="57" y="46"/>
                      <a:pt x="56" y="46"/>
                      <a:pt x="56" y="46"/>
                    </a:cubicBezTo>
                    <a:cubicBezTo>
                      <a:pt x="55" y="46"/>
                      <a:pt x="55" y="46"/>
                      <a:pt x="55" y="46"/>
                    </a:cubicBezTo>
                    <a:cubicBezTo>
                      <a:pt x="53" y="45"/>
                      <a:pt x="52" y="45"/>
                      <a:pt x="50" y="44"/>
                    </a:cubicBezTo>
                    <a:cubicBezTo>
                      <a:pt x="46" y="43"/>
                      <a:pt x="40" y="42"/>
                      <a:pt x="33" y="42"/>
                    </a:cubicBezTo>
                    <a:cubicBezTo>
                      <a:pt x="33" y="57"/>
                      <a:pt x="33" y="57"/>
                      <a:pt x="33" y="57"/>
                    </a:cubicBezTo>
                    <a:cubicBezTo>
                      <a:pt x="43" y="57"/>
                      <a:pt x="51" y="59"/>
                      <a:pt x="57" y="62"/>
                    </a:cubicBezTo>
                    <a:cubicBezTo>
                      <a:pt x="58" y="62"/>
                      <a:pt x="58" y="63"/>
                      <a:pt x="57" y="64"/>
                    </a:cubicBezTo>
                    <a:cubicBezTo>
                      <a:pt x="57" y="64"/>
                      <a:pt x="57" y="64"/>
                      <a:pt x="57" y="64"/>
                    </a:cubicBezTo>
                    <a:cubicBezTo>
                      <a:pt x="57" y="65"/>
                      <a:pt x="56" y="65"/>
                      <a:pt x="56" y="65"/>
                    </a:cubicBezTo>
                    <a:cubicBezTo>
                      <a:pt x="55" y="65"/>
                      <a:pt x="55" y="65"/>
                      <a:pt x="55" y="65"/>
                    </a:cubicBezTo>
                    <a:cubicBezTo>
                      <a:pt x="53" y="64"/>
                      <a:pt x="52" y="64"/>
                      <a:pt x="50" y="63"/>
                    </a:cubicBezTo>
                    <a:cubicBezTo>
                      <a:pt x="46" y="62"/>
                      <a:pt x="40" y="61"/>
                      <a:pt x="33" y="61"/>
                    </a:cubicBezTo>
                    <a:cubicBezTo>
                      <a:pt x="33" y="122"/>
                      <a:pt x="33" y="122"/>
                      <a:pt x="33" y="122"/>
                    </a:cubicBezTo>
                    <a:cubicBezTo>
                      <a:pt x="33" y="122"/>
                      <a:pt x="33" y="122"/>
                      <a:pt x="33" y="122"/>
                    </a:cubicBezTo>
                    <a:cubicBezTo>
                      <a:pt x="49" y="122"/>
                      <a:pt x="62" y="126"/>
                      <a:pt x="66" y="138"/>
                    </a:cubicBezTo>
                    <a:close/>
                    <a:moveTo>
                      <a:pt x="33" y="0"/>
                    </a:moveTo>
                    <a:cubicBezTo>
                      <a:pt x="33" y="0"/>
                      <a:pt x="33" y="0"/>
                      <a:pt x="33" y="0"/>
                    </a:cubicBezTo>
                    <a:cubicBezTo>
                      <a:pt x="18" y="0"/>
                      <a:pt x="5" y="3"/>
                      <a:pt x="1" y="15"/>
                    </a:cubicBezTo>
                    <a:cubicBezTo>
                      <a:pt x="0" y="19"/>
                      <a:pt x="0" y="26"/>
                      <a:pt x="0" y="31"/>
                    </a:cubicBezTo>
                    <a:cubicBezTo>
                      <a:pt x="0" y="53"/>
                      <a:pt x="0" y="116"/>
                      <a:pt x="0" y="138"/>
                    </a:cubicBezTo>
                    <a:cubicBezTo>
                      <a:pt x="0" y="142"/>
                      <a:pt x="0" y="142"/>
                      <a:pt x="1" y="138"/>
                    </a:cubicBezTo>
                    <a:cubicBezTo>
                      <a:pt x="5" y="126"/>
                      <a:pt x="18" y="122"/>
                      <a:pt x="33" y="122"/>
                    </a:cubicBezTo>
                    <a:cubicBezTo>
                      <a:pt x="33" y="61"/>
                      <a:pt x="33" y="61"/>
                      <a:pt x="33" y="61"/>
                    </a:cubicBezTo>
                    <a:cubicBezTo>
                      <a:pt x="33" y="61"/>
                      <a:pt x="33" y="61"/>
                      <a:pt x="33" y="61"/>
                    </a:cubicBezTo>
                    <a:cubicBezTo>
                      <a:pt x="27" y="61"/>
                      <a:pt x="21" y="62"/>
                      <a:pt x="17" y="63"/>
                    </a:cubicBezTo>
                    <a:cubicBezTo>
                      <a:pt x="15" y="64"/>
                      <a:pt x="13" y="64"/>
                      <a:pt x="12" y="65"/>
                    </a:cubicBezTo>
                    <a:cubicBezTo>
                      <a:pt x="11" y="66"/>
                      <a:pt x="10" y="65"/>
                      <a:pt x="9" y="64"/>
                    </a:cubicBezTo>
                    <a:cubicBezTo>
                      <a:pt x="9" y="63"/>
                      <a:pt x="9" y="62"/>
                      <a:pt x="10" y="62"/>
                    </a:cubicBezTo>
                    <a:cubicBezTo>
                      <a:pt x="16" y="59"/>
                      <a:pt x="24" y="57"/>
                      <a:pt x="33" y="57"/>
                    </a:cubicBezTo>
                    <a:cubicBezTo>
                      <a:pt x="33" y="57"/>
                      <a:pt x="33" y="57"/>
                      <a:pt x="33" y="57"/>
                    </a:cubicBezTo>
                    <a:cubicBezTo>
                      <a:pt x="33" y="42"/>
                      <a:pt x="33" y="42"/>
                      <a:pt x="33" y="42"/>
                    </a:cubicBezTo>
                    <a:cubicBezTo>
                      <a:pt x="33" y="42"/>
                      <a:pt x="33" y="42"/>
                      <a:pt x="33" y="42"/>
                    </a:cubicBezTo>
                    <a:cubicBezTo>
                      <a:pt x="27" y="42"/>
                      <a:pt x="21" y="43"/>
                      <a:pt x="17" y="44"/>
                    </a:cubicBezTo>
                    <a:cubicBezTo>
                      <a:pt x="15" y="45"/>
                      <a:pt x="13" y="45"/>
                      <a:pt x="12" y="46"/>
                    </a:cubicBezTo>
                    <a:cubicBezTo>
                      <a:pt x="11" y="47"/>
                      <a:pt x="10" y="46"/>
                      <a:pt x="9" y="45"/>
                    </a:cubicBezTo>
                    <a:cubicBezTo>
                      <a:pt x="9" y="44"/>
                      <a:pt x="9" y="43"/>
                      <a:pt x="10" y="43"/>
                    </a:cubicBezTo>
                    <a:cubicBezTo>
                      <a:pt x="16" y="40"/>
                      <a:pt x="24" y="38"/>
                      <a:pt x="33" y="38"/>
                    </a:cubicBezTo>
                    <a:cubicBezTo>
                      <a:pt x="33" y="38"/>
                      <a:pt x="33" y="38"/>
                      <a:pt x="33" y="38"/>
                    </a:cubicBezTo>
                    <a:cubicBezTo>
                      <a:pt x="33" y="23"/>
                      <a:pt x="33" y="23"/>
                      <a:pt x="33" y="23"/>
                    </a:cubicBezTo>
                    <a:cubicBezTo>
                      <a:pt x="33" y="23"/>
                      <a:pt x="33" y="23"/>
                      <a:pt x="33" y="23"/>
                    </a:cubicBezTo>
                    <a:cubicBezTo>
                      <a:pt x="27" y="23"/>
                      <a:pt x="21" y="24"/>
                      <a:pt x="17" y="25"/>
                    </a:cubicBezTo>
                    <a:cubicBezTo>
                      <a:pt x="15" y="26"/>
                      <a:pt x="13" y="26"/>
                      <a:pt x="12" y="27"/>
                    </a:cubicBezTo>
                    <a:cubicBezTo>
                      <a:pt x="11" y="27"/>
                      <a:pt x="10" y="27"/>
                      <a:pt x="9" y="26"/>
                    </a:cubicBezTo>
                    <a:cubicBezTo>
                      <a:pt x="9" y="25"/>
                      <a:pt x="9" y="24"/>
                      <a:pt x="10" y="23"/>
                    </a:cubicBezTo>
                    <a:cubicBezTo>
                      <a:pt x="16" y="21"/>
                      <a:pt x="24" y="19"/>
                      <a:pt x="33" y="19"/>
                    </a:cubicBezTo>
                    <a:cubicBezTo>
                      <a:pt x="33" y="19"/>
                      <a:pt x="33" y="19"/>
                      <a:pt x="33" y="19"/>
                    </a:cubicBezTo>
                    <a:lnTo>
                      <a:pt x="3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63" name="Freeform 29"/>
              <p:cNvSpPr>
                <a:spLocks/>
              </p:cNvSpPr>
              <p:nvPr/>
            </p:nvSpPr>
            <p:spPr bwMode="auto">
              <a:xfrm>
                <a:off x="-3678238" y="7881938"/>
                <a:ext cx="288925" cy="555625"/>
              </a:xfrm>
              <a:custGeom>
                <a:avLst/>
                <a:gdLst>
                  <a:gd name="T0" fmla="*/ 77 w 77"/>
                  <a:gd name="T1" fmla="*/ 109 h 148"/>
                  <a:gd name="T2" fmla="*/ 77 w 77"/>
                  <a:gd name="T3" fmla="*/ 35 h 148"/>
                  <a:gd name="T4" fmla="*/ 45 w 77"/>
                  <a:gd name="T5" fmla="*/ 0 h 148"/>
                  <a:gd name="T6" fmla="*/ 31 w 77"/>
                  <a:gd name="T7" fmla="*/ 0 h 148"/>
                  <a:gd name="T8" fmla="*/ 0 w 77"/>
                  <a:gd name="T9" fmla="*/ 35 h 148"/>
                  <a:gd name="T10" fmla="*/ 0 w 77"/>
                  <a:gd name="T11" fmla="*/ 118 h 148"/>
                  <a:gd name="T12" fmla="*/ 29 w 77"/>
                  <a:gd name="T13" fmla="*/ 148 h 148"/>
                  <a:gd name="T14" fmla="*/ 30 w 77"/>
                  <a:gd name="T15" fmla="*/ 148 h 148"/>
                  <a:gd name="T16" fmla="*/ 60 w 77"/>
                  <a:gd name="T17" fmla="*/ 118 h 148"/>
                  <a:gd name="T18" fmla="*/ 60 w 77"/>
                  <a:gd name="T19" fmla="*/ 61 h 148"/>
                  <a:gd name="T20" fmla="*/ 40 w 77"/>
                  <a:gd name="T21" fmla="*/ 39 h 148"/>
                  <a:gd name="T22" fmla="*/ 37 w 77"/>
                  <a:gd name="T23" fmla="*/ 39 h 148"/>
                  <a:gd name="T24" fmla="*/ 17 w 77"/>
                  <a:gd name="T25" fmla="*/ 61 h 148"/>
                  <a:gd name="T26" fmla="*/ 17 w 77"/>
                  <a:gd name="T27" fmla="*/ 109 h 148"/>
                  <a:gd name="T28" fmla="*/ 29 w 77"/>
                  <a:gd name="T29" fmla="*/ 109 h 148"/>
                  <a:gd name="T30" fmla="*/ 29 w 77"/>
                  <a:gd name="T31" fmla="*/ 61 h 148"/>
                  <a:gd name="T32" fmla="*/ 37 w 77"/>
                  <a:gd name="T33" fmla="*/ 51 h 148"/>
                  <a:gd name="T34" fmla="*/ 40 w 77"/>
                  <a:gd name="T35" fmla="*/ 51 h 148"/>
                  <a:gd name="T36" fmla="*/ 49 w 77"/>
                  <a:gd name="T37" fmla="*/ 61 h 148"/>
                  <a:gd name="T38" fmla="*/ 49 w 77"/>
                  <a:gd name="T39" fmla="*/ 118 h 148"/>
                  <a:gd name="T40" fmla="*/ 30 w 77"/>
                  <a:gd name="T41" fmla="*/ 137 h 148"/>
                  <a:gd name="T42" fmla="*/ 16 w 77"/>
                  <a:gd name="T43" fmla="*/ 130 h 148"/>
                  <a:gd name="T44" fmla="*/ 11 w 77"/>
                  <a:gd name="T45" fmla="*/ 112 h 148"/>
                  <a:gd name="T46" fmla="*/ 11 w 77"/>
                  <a:gd name="T47" fmla="*/ 35 h 148"/>
                  <a:gd name="T48" fmla="*/ 31 w 77"/>
                  <a:gd name="T49" fmla="*/ 11 h 148"/>
                  <a:gd name="T50" fmla="*/ 45 w 77"/>
                  <a:gd name="T51" fmla="*/ 11 h 148"/>
                  <a:gd name="T52" fmla="*/ 66 w 77"/>
                  <a:gd name="T53" fmla="*/ 35 h 148"/>
                  <a:gd name="T54" fmla="*/ 66 w 77"/>
                  <a:gd name="T55" fmla="*/ 109 h 148"/>
                  <a:gd name="T56" fmla="*/ 77 w 77"/>
                  <a:gd name="T57" fmla="*/ 109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7" h="148">
                    <a:moveTo>
                      <a:pt x="77" y="109"/>
                    </a:moveTo>
                    <a:cubicBezTo>
                      <a:pt x="77" y="35"/>
                      <a:pt x="77" y="35"/>
                      <a:pt x="77" y="35"/>
                    </a:cubicBezTo>
                    <a:cubicBezTo>
                      <a:pt x="77" y="14"/>
                      <a:pt x="64" y="0"/>
                      <a:pt x="45" y="0"/>
                    </a:cubicBezTo>
                    <a:cubicBezTo>
                      <a:pt x="31" y="0"/>
                      <a:pt x="31" y="0"/>
                      <a:pt x="31" y="0"/>
                    </a:cubicBezTo>
                    <a:cubicBezTo>
                      <a:pt x="12" y="0"/>
                      <a:pt x="0" y="14"/>
                      <a:pt x="0" y="35"/>
                    </a:cubicBezTo>
                    <a:cubicBezTo>
                      <a:pt x="0" y="35"/>
                      <a:pt x="0" y="118"/>
                      <a:pt x="0" y="118"/>
                    </a:cubicBezTo>
                    <a:cubicBezTo>
                      <a:pt x="0" y="134"/>
                      <a:pt x="13" y="148"/>
                      <a:pt x="29" y="148"/>
                    </a:cubicBezTo>
                    <a:cubicBezTo>
                      <a:pt x="30" y="148"/>
                      <a:pt x="30" y="148"/>
                      <a:pt x="30" y="148"/>
                    </a:cubicBezTo>
                    <a:cubicBezTo>
                      <a:pt x="47" y="148"/>
                      <a:pt x="60" y="135"/>
                      <a:pt x="60" y="118"/>
                    </a:cubicBezTo>
                    <a:cubicBezTo>
                      <a:pt x="60" y="61"/>
                      <a:pt x="60" y="61"/>
                      <a:pt x="60" y="61"/>
                    </a:cubicBezTo>
                    <a:cubicBezTo>
                      <a:pt x="60" y="49"/>
                      <a:pt x="51" y="39"/>
                      <a:pt x="40" y="39"/>
                    </a:cubicBezTo>
                    <a:cubicBezTo>
                      <a:pt x="37" y="39"/>
                      <a:pt x="37" y="39"/>
                      <a:pt x="37" y="39"/>
                    </a:cubicBezTo>
                    <a:cubicBezTo>
                      <a:pt x="26" y="39"/>
                      <a:pt x="17" y="49"/>
                      <a:pt x="17" y="61"/>
                    </a:cubicBezTo>
                    <a:cubicBezTo>
                      <a:pt x="17" y="109"/>
                      <a:pt x="17" y="109"/>
                      <a:pt x="17" y="109"/>
                    </a:cubicBezTo>
                    <a:cubicBezTo>
                      <a:pt x="29" y="109"/>
                      <a:pt x="29" y="109"/>
                      <a:pt x="29" y="109"/>
                    </a:cubicBezTo>
                    <a:cubicBezTo>
                      <a:pt x="29" y="61"/>
                      <a:pt x="29" y="61"/>
                      <a:pt x="29" y="61"/>
                    </a:cubicBezTo>
                    <a:cubicBezTo>
                      <a:pt x="29" y="56"/>
                      <a:pt x="31" y="51"/>
                      <a:pt x="37" y="51"/>
                    </a:cubicBezTo>
                    <a:cubicBezTo>
                      <a:pt x="40" y="51"/>
                      <a:pt x="40" y="51"/>
                      <a:pt x="40" y="51"/>
                    </a:cubicBezTo>
                    <a:cubicBezTo>
                      <a:pt x="45" y="51"/>
                      <a:pt x="49" y="55"/>
                      <a:pt x="49" y="61"/>
                    </a:cubicBezTo>
                    <a:cubicBezTo>
                      <a:pt x="49" y="118"/>
                      <a:pt x="49" y="118"/>
                      <a:pt x="49" y="118"/>
                    </a:cubicBezTo>
                    <a:cubicBezTo>
                      <a:pt x="49" y="128"/>
                      <a:pt x="41" y="137"/>
                      <a:pt x="30" y="137"/>
                    </a:cubicBezTo>
                    <a:cubicBezTo>
                      <a:pt x="24" y="137"/>
                      <a:pt x="19" y="134"/>
                      <a:pt x="16" y="130"/>
                    </a:cubicBezTo>
                    <a:cubicBezTo>
                      <a:pt x="13" y="127"/>
                      <a:pt x="11" y="121"/>
                      <a:pt x="11" y="112"/>
                    </a:cubicBezTo>
                    <a:cubicBezTo>
                      <a:pt x="11" y="35"/>
                      <a:pt x="11" y="35"/>
                      <a:pt x="11" y="35"/>
                    </a:cubicBezTo>
                    <a:cubicBezTo>
                      <a:pt x="11" y="17"/>
                      <a:pt x="21" y="11"/>
                      <a:pt x="31" y="11"/>
                    </a:cubicBezTo>
                    <a:cubicBezTo>
                      <a:pt x="45" y="11"/>
                      <a:pt x="45" y="11"/>
                      <a:pt x="45" y="11"/>
                    </a:cubicBezTo>
                    <a:cubicBezTo>
                      <a:pt x="60" y="11"/>
                      <a:pt x="66" y="23"/>
                      <a:pt x="66" y="35"/>
                    </a:cubicBezTo>
                    <a:cubicBezTo>
                      <a:pt x="66" y="109"/>
                      <a:pt x="66" y="109"/>
                      <a:pt x="66" y="109"/>
                    </a:cubicBezTo>
                    <a:lnTo>
                      <a:pt x="77" y="10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64" name="Freeform 30"/>
              <p:cNvSpPr>
                <a:spLocks/>
              </p:cNvSpPr>
              <p:nvPr/>
            </p:nvSpPr>
            <p:spPr bwMode="auto">
              <a:xfrm>
                <a:off x="-4321175" y="4551363"/>
                <a:ext cx="312738" cy="311150"/>
              </a:xfrm>
              <a:custGeom>
                <a:avLst/>
                <a:gdLst>
                  <a:gd name="T0" fmla="*/ 39 w 83"/>
                  <a:gd name="T1" fmla="*/ 83 h 83"/>
                  <a:gd name="T2" fmla="*/ 41 w 83"/>
                  <a:gd name="T3" fmla="*/ 83 h 83"/>
                  <a:gd name="T4" fmla="*/ 83 w 83"/>
                  <a:gd name="T5" fmla="*/ 42 h 83"/>
                  <a:gd name="T6" fmla="*/ 41 w 83"/>
                  <a:gd name="T7" fmla="*/ 0 h 83"/>
                  <a:gd name="T8" fmla="*/ 0 w 83"/>
                  <a:gd name="T9" fmla="*/ 41 h 83"/>
                  <a:gd name="T10" fmla="*/ 23 w 83"/>
                  <a:gd name="T11" fmla="*/ 55 h 83"/>
                  <a:gd name="T12" fmla="*/ 39 w 83"/>
                  <a:gd name="T13" fmla="*/ 83 h 83"/>
                </a:gdLst>
                <a:ahLst/>
                <a:cxnLst>
                  <a:cxn ang="0">
                    <a:pos x="T0" y="T1"/>
                  </a:cxn>
                  <a:cxn ang="0">
                    <a:pos x="T2" y="T3"/>
                  </a:cxn>
                  <a:cxn ang="0">
                    <a:pos x="T4" y="T5"/>
                  </a:cxn>
                  <a:cxn ang="0">
                    <a:pos x="T6" y="T7"/>
                  </a:cxn>
                  <a:cxn ang="0">
                    <a:pos x="T8" y="T9"/>
                  </a:cxn>
                  <a:cxn ang="0">
                    <a:pos x="T10" y="T11"/>
                  </a:cxn>
                  <a:cxn ang="0">
                    <a:pos x="T12" y="T13"/>
                  </a:cxn>
                </a:cxnLst>
                <a:rect l="0" t="0" r="r" b="b"/>
                <a:pathLst>
                  <a:path w="83" h="83">
                    <a:moveTo>
                      <a:pt x="39" y="83"/>
                    </a:moveTo>
                    <a:cubicBezTo>
                      <a:pt x="40" y="83"/>
                      <a:pt x="40" y="83"/>
                      <a:pt x="41" y="83"/>
                    </a:cubicBezTo>
                    <a:cubicBezTo>
                      <a:pt x="64" y="83"/>
                      <a:pt x="83" y="65"/>
                      <a:pt x="83" y="42"/>
                    </a:cubicBezTo>
                    <a:cubicBezTo>
                      <a:pt x="83" y="19"/>
                      <a:pt x="64" y="0"/>
                      <a:pt x="41" y="0"/>
                    </a:cubicBezTo>
                    <a:cubicBezTo>
                      <a:pt x="19" y="0"/>
                      <a:pt x="0" y="18"/>
                      <a:pt x="0" y="41"/>
                    </a:cubicBezTo>
                    <a:cubicBezTo>
                      <a:pt x="8" y="44"/>
                      <a:pt x="16" y="49"/>
                      <a:pt x="23" y="55"/>
                    </a:cubicBezTo>
                    <a:cubicBezTo>
                      <a:pt x="31" y="63"/>
                      <a:pt x="36" y="73"/>
                      <a:pt x="39"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65" name="Freeform 31"/>
              <p:cNvSpPr>
                <a:spLocks/>
              </p:cNvSpPr>
              <p:nvPr/>
            </p:nvSpPr>
            <p:spPr bwMode="auto">
              <a:xfrm>
                <a:off x="-4208463" y="4464050"/>
                <a:ext cx="87313" cy="68263"/>
              </a:xfrm>
              <a:custGeom>
                <a:avLst/>
                <a:gdLst>
                  <a:gd name="T0" fmla="*/ 55 w 55"/>
                  <a:gd name="T1" fmla="*/ 43 h 43"/>
                  <a:gd name="T2" fmla="*/ 26 w 55"/>
                  <a:gd name="T3" fmla="*/ 0 h 43"/>
                  <a:gd name="T4" fmla="*/ 0 w 55"/>
                  <a:gd name="T5" fmla="*/ 43 h 43"/>
                  <a:gd name="T6" fmla="*/ 55 w 55"/>
                  <a:gd name="T7" fmla="*/ 43 h 43"/>
                </a:gdLst>
                <a:ahLst/>
                <a:cxnLst>
                  <a:cxn ang="0">
                    <a:pos x="T0" y="T1"/>
                  </a:cxn>
                  <a:cxn ang="0">
                    <a:pos x="T2" y="T3"/>
                  </a:cxn>
                  <a:cxn ang="0">
                    <a:pos x="T4" y="T5"/>
                  </a:cxn>
                  <a:cxn ang="0">
                    <a:pos x="T6" y="T7"/>
                  </a:cxn>
                </a:cxnLst>
                <a:rect l="0" t="0" r="r" b="b"/>
                <a:pathLst>
                  <a:path w="55" h="43">
                    <a:moveTo>
                      <a:pt x="55" y="43"/>
                    </a:moveTo>
                    <a:lnTo>
                      <a:pt x="26" y="0"/>
                    </a:lnTo>
                    <a:lnTo>
                      <a:pt x="0" y="43"/>
                    </a:lnTo>
                    <a:lnTo>
                      <a:pt x="55" y="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66" name="Freeform 32"/>
              <p:cNvSpPr>
                <a:spLocks/>
              </p:cNvSpPr>
              <p:nvPr/>
            </p:nvSpPr>
            <p:spPr bwMode="auto">
              <a:xfrm>
                <a:off x="-3989388" y="4664075"/>
                <a:ext cx="66675" cy="88900"/>
              </a:xfrm>
              <a:custGeom>
                <a:avLst/>
                <a:gdLst>
                  <a:gd name="T0" fmla="*/ 0 w 42"/>
                  <a:gd name="T1" fmla="*/ 56 h 56"/>
                  <a:gd name="T2" fmla="*/ 42 w 42"/>
                  <a:gd name="T3" fmla="*/ 28 h 56"/>
                  <a:gd name="T4" fmla="*/ 0 w 42"/>
                  <a:gd name="T5" fmla="*/ 0 h 56"/>
                  <a:gd name="T6" fmla="*/ 0 w 42"/>
                  <a:gd name="T7" fmla="*/ 56 h 56"/>
                </a:gdLst>
                <a:ahLst/>
                <a:cxnLst>
                  <a:cxn ang="0">
                    <a:pos x="T0" y="T1"/>
                  </a:cxn>
                  <a:cxn ang="0">
                    <a:pos x="T2" y="T3"/>
                  </a:cxn>
                  <a:cxn ang="0">
                    <a:pos x="T4" y="T5"/>
                  </a:cxn>
                  <a:cxn ang="0">
                    <a:pos x="T6" y="T7"/>
                  </a:cxn>
                </a:cxnLst>
                <a:rect l="0" t="0" r="r" b="b"/>
                <a:pathLst>
                  <a:path w="42" h="56">
                    <a:moveTo>
                      <a:pt x="0" y="56"/>
                    </a:moveTo>
                    <a:lnTo>
                      <a:pt x="42" y="28"/>
                    </a:lnTo>
                    <a:lnTo>
                      <a:pt x="0" y="0"/>
                    </a:lnTo>
                    <a:lnTo>
                      <a:pt x="0" y="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67" name="Freeform 33"/>
              <p:cNvSpPr>
                <a:spLocks/>
              </p:cNvSpPr>
              <p:nvPr/>
            </p:nvSpPr>
            <p:spPr bwMode="auto">
              <a:xfrm>
                <a:off x="-4384675" y="4664075"/>
                <a:ext cx="41275" cy="33338"/>
              </a:xfrm>
              <a:custGeom>
                <a:avLst/>
                <a:gdLst>
                  <a:gd name="T0" fmla="*/ 11 w 11"/>
                  <a:gd name="T1" fmla="*/ 0 h 9"/>
                  <a:gd name="T2" fmla="*/ 0 w 11"/>
                  <a:gd name="T3" fmla="*/ 8 h 9"/>
                  <a:gd name="T4" fmla="*/ 11 w 11"/>
                  <a:gd name="T5" fmla="*/ 9 h 9"/>
                  <a:gd name="T6" fmla="*/ 11 w 11"/>
                  <a:gd name="T7" fmla="*/ 0 h 9"/>
                </a:gdLst>
                <a:ahLst/>
                <a:cxnLst>
                  <a:cxn ang="0">
                    <a:pos x="T0" y="T1"/>
                  </a:cxn>
                  <a:cxn ang="0">
                    <a:pos x="T2" y="T3"/>
                  </a:cxn>
                  <a:cxn ang="0">
                    <a:pos x="T4" y="T5"/>
                  </a:cxn>
                  <a:cxn ang="0">
                    <a:pos x="T6" y="T7"/>
                  </a:cxn>
                </a:cxnLst>
                <a:rect l="0" t="0" r="r" b="b"/>
                <a:pathLst>
                  <a:path w="11" h="9">
                    <a:moveTo>
                      <a:pt x="11" y="0"/>
                    </a:moveTo>
                    <a:cubicBezTo>
                      <a:pt x="0" y="8"/>
                      <a:pt x="0" y="8"/>
                      <a:pt x="0" y="8"/>
                    </a:cubicBezTo>
                    <a:cubicBezTo>
                      <a:pt x="4" y="8"/>
                      <a:pt x="8" y="8"/>
                      <a:pt x="11" y="9"/>
                    </a:cubicBezTo>
                    <a:lnTo>
                      <a:pt x="1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68" name="Freeform 34"/>
              <p:cNvSpPr>
                <a:spLocks/>
              </p:cNvSpPr>
              <p:nvPr/>
            </p:nvSpPr>
            <p:spPr bwMode="auto">
              <a:xfrm>
                <a:off x="-4071938" y="4535488"/>
                <a:ext cx="77788" cy="79375"/>
              </a:xfrm>
              <a:custGeom>
                <a:avLst/>
                <a:gdLst>
                  <a:gd name="T0" fmla="*/ 0 w 49"/>
                  <a:gd name="T1" fmla="*/ 12 h 50"/>
                  <a:gd name="T2" fmla="*/ 37 w 49"/>
                  <a:gd name="T3" fmla="*/ 50 h 50"/>
                  <a:gd name="T4" fmla="*/ 49 w 49"/>
                  <a:gd name="T5" fmla="*/ 0 h 50"/>
                  <a:gd name="T6" fmla="*/ 0 w 49"/>
                  <a:gd name="T7" fmla="*/ 12 h 50"/>
                </a:gdLst>
                <a:ahLst/>
                <a:cxnLst>
                  <a:cxn ang="0">
                    <a:pos x="T0" y="T1"/>
                  </a:cxn>
                  <a:cxn ang="0">
                    <a:pos x="T2" y="T3"/>
                  </a:cxn>
                  <a:cxn ang="0">
                    <a:pos x="T4" y="T5"/>
                  </a:cxn>
                  <a:cxn ang="0">
                    <a:pos x="T6" y="T7"/>
                  </a:cxn>
                </a:cxnLst>
                <a:rect l="0" t="0" r="r" b="b"/>
                <a:pathLst>
                  <a:path w="49" h="50">
                    <a:moveTo>
                      <a:pt x="0" y="12"/>
                    </a:moveTo>
                    <a:lnTo>
                      <a:pt x="37" y="50"/>
                    </a:lnTo>
                    <a:lnTo>
                      <a:pt x="49" y="0"/>
                    </a:lnTo>
                    <a:lnTo>
                      <a:pt x="0"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69" name="Freeform 35"/>
              <p:cNvSpPr>
                <a:spLocks/>
              </p:cNvSpPr>
              <p:nvPr/>
            </p:nvSpPr>
            <p:spPr bwMode="auto">
              <a:xfrm>
                <a:off x="-4071938" y="4802188"/>
                <a:ext cx="77788" cy="79375"/>
              </a:xfrm>
              <a:custGeom>
                <a:avLst/>
                <a:gdLst>
                  <a:gd name="T0" fmla="*/ 37 w 49"/>
                  <a:gd name="T1" fmla="*/ 0 h 50"/>
                  <a:gd name="T2" fmla="*/ 0 w 49"/>
                  <a:gd name="T3" fmla="*/ 38 h 50"/>
                  <a:gd name="T4" fmla="*/ 49 w 49"/>
                  <a:gd name="T5" fmla="*/ 50 h 50"/>
                  <a:gd name="T6" fmla="*/ 37 w 49"/>
                  <a:gd name="T7" fmla="*/ 0 h 50"/>
                </a:gdLst>
                <a:ahLst/>
                <a:cxnLst>
                  <a:cxn ang="0">
                    <a:pos x="T0" y="T1"/>
                  </a:cxn>
                  <a:cxn ang="0">
                    <a:pos x="T2" y="T3"/>
                  </a:cxn>
                  <a:cxn ang="0">
                    <a:pos x="T4" y="T5"/>
                  </a:cxn>
                  <a:cxn ang="0">
                    <a:pos x="T6" y="T7"/>
                  </a:cxn>
                </a:cxnLst>
                <a:rect l="0" t="0" r="r" b="b"/>
                <a:pathLst>
                  <a:path w="49" h="50">
                    <a:moveTo>
                      <a:pt x="37" y="0"/>
                    </a:moveTo>
                    <a:lnTo>
                      <a:pt x="0" y="38"/>
                    </a:lnTo>
                    <a:lnTo>
                      <a:pt x="49" y="50"/>
                    </a:lnTo>
                    <a:lnTo>
                      <a:pt x="3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70" name="Freeform 36"/>
              <p:cNvSpPr>
                <a:spLocks/>
              </p:cNvSpPr>
              <p:nvPr/>
            </p:nvSpPr>
            <p:spPr bwMode="auto">
              <a:xfrm>
                <a:off x="-4340225" y="4535488"/>
                <a:ext cx="79375" cy="79375"/>
              </a:xfrm>
              <a:custGeom>
                <a:avLst/>
                <a:gdLst>
                  <a:gd name="T0" fmla="*/ 12 w 50"/>
                  <a:gd name="T1" fmla="*/ 50 h 50"/>
                  <a:gd name="T2" fmla="*/ 50 w 50"/>
                  <a:gd name="T3" fmla="*/ 12 h 50"/>
                  <a:gd name="T4" fmla="*/ 0 w 50"/>
                  <a:gd name="T5" fmla="*/ 0 h 50"/>
                  <a:gd name="T6" fmla="*/ 12 w 50"/>
                  <a:gd name="T7" fmla="*/ 50 h 50"/>
                </a:gdLst>
                <a:ahLst/>
                <a:cxnLst>
                  <a:cxn ang="0">
                    <a:pos x="T0" y="T1"/>
                  </a:cxn>
                  <a:cxn ang="0">
                    <a:pos x="T2" y="T3"/>
                  </a:cxn>
                  <a:cxn ang="0">
                    <a:pos x="T4" y="T5"/>
                  </a:cxn>
                  <a:cxn ang="0">
                    <a:pos x="T6" y="T7"/>
                  </a:cxn>
                </a:cxnLst>
                <a:rect l="0" t="0" r="r" b="b"/>
                <a:pathLst>
                  <a:path w="50" h="50">
                    <a:moveTo>
                      <a:pt x="12" y="50"/>
                    </a:moveTo>
                    <a:lnTo>
                      <a:pt x="50" y="12"/>
                    </a:lnTo>
                    <a:lnTo>
                      <a:pt x="0" y="0"/>
                    </a:lnTo>
                    <a:lnTo>
                      <a:pt x="12" y="5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71" name="Freeform 37"/>
              <p:cNvSpPr>
                <a:spLocks/>
              </p:cNvSpPr>
              <p:nvPr/>
            </p:nvSpPr>
            <p:spPr bwMode="auto">
              <a:xfrm>
                <a:off x="-4670425" y="4711700"/>
                <a:ext cx="684213" cy="417513"/>
              </a:xfrm>
              <a:custGeom>
                <a:avLst/>
                <a:gdLst>
                  <a:gd name="T0" fmla="*/ 149 w 182"/>
                  <a:gd name="T1" fmla="*/ 47 h 111"/>
                  <a:gd name="T2" fmla="*/ 145 w 182"/>
                  <a:gd name="T3" fmla="*/ 47 h 111"/>
                  <a:gd name="T4" fmla="*/ 129 w 182"/>
                  <a:gd name="T5" fmla="*/ 54 h 111"/>
                  <a:gd name="T6" fmla="*/ 128 w 182"/>
                  <a:gd name="T7" fmla="*/ 46 h 111"/>
                  <a:gd name="T8" fmla="*/ 126 w 182"/>
                  <a:gd name="T9" fmla="*/ 40 h 111"/>
                  <a:gd name="T10" fmla="*/ 93 w 182"/>
                  <a:gd name="T11" fmla="*/ 4 h 111"/>
                  <a:gd name="T12" fmla="*/ 87 w 182"/>
                  <a:gd name="T13" fmla="*/ 2 h 111"/>
                  <a:gd name="T14" fmla="*/ 73 w 182"/>
                  <a:gd name="T15" fmla="*/ 0 h 111"/>
                  <a:gd name="T16" fmla="*/ 71 w 182"/>
                  <a:gd name="T17" fmla="*/ 0 h 111"/>
                  <a:gd name="T18" fmla="*/ 17 w 182"/>
                  <a:gd name="T19" fmla="*/ 56 h 111"/>
                  <a:gd name="T20" fmla="*/ 20 w 182"/>
                  <a:gd name="T21" fmla="*/ 72 h 111"/>
                  <a:gd name="T22" fmla="*/ 0 w 182"/>
                  <a:gd name="T23" fmla="*/ 92 h 111"/>
                  <a:gd name="T24" fmla="*/ 20 w 182"/>
                  <a:gd name="T25" fmla="*/ 111 h 111"/>
                  <a:gd name="T26" fmla="*/ 73 w 182"/>
                  <a:gd name="T27" fmla="*/ 111 h 111"/>
                  <a:gd name="T28" fmla="*/ 75 w 182"/>
                  <a:gd name="T29" fmla="*/ 111 h 111"/>
                  <a:gd name="T30" fmla="*/ 149 w 182"/>
                  <a:gd name="T31" fmla="*/ 111 h 111"/>
                  <a:gd name="T32" fmla="*/ 182 w 182"/>
                  <a:gd name="T33" fmla="*/ 79 h 111"/>
                  <a:gd name="T34" fmla="*/ 149 w 182"/>
                  <a:gd name="T35" fmla="*/ 47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2" h="111">
                    <a:moveTo>
                      <a:pt x="149" y="47"/>
                    </a:moveTo>
                    <a:cubicBezTo>
                      <a:pt x="148" y="47"/>
                      <a:pt x="146" y="47"/>
                      <a:pt x="145" y="47"/>
                    </a:cubicBezTo>
                    <a:cubicBezTo>
                      <a:pt x="139" y="48"/>
                      <a:pt x="133" y="51"/>
                      <a:pt x="129" y="54"/>
                    </a:cubicBezTo>
                    <a:cubicBezTo>
                      <a:pt x="129" y="51"/>
                      <a:pt x="128" y="49"/>
                      <a:pt x="128" y="46"/>
                    </a:cubicBezTo>
                    <a:cubicBezTo>
                      <a:pt x="127" y="44"/>
                      <a:pt x="127" y="42"/>
                      <a:pt x="126" y="40"/>
                    </a:cubicBezTo>
                    <a:cubicBezTo>
                      <a:pt x="121" y="23"/>
                      <a:pt x="109" y="10"/>
                      <a:pt x="93" y="4"/>
                    </a:cubicBezTo>
                    <a:cubicBezTo>
                      <a:pt x="91" y="3"/>
                      <a:pt x="89" y="2"/>
                      <a:pt x="87" y="2"/>
                    </a:cubicBezTo>
                    <a:cubicBezTo>
                      <a:pt x="83" y="0"/>
                      <a:pt x="78" y="0"/>
                      <a:pt x="73" y="0"/>
                    </a:cubicBezTo>
                    <a:cubicBezTo>
                      <a:pt x="72" y="0"/>
                      <a:pt x="71" y="0"/>
                      <a:pt x="71" y="0"/>
                    </a:cubicBezTo>
                    <a:cubicBezTo>
                      <a:pt x="41" y="1"/>
                      <a:pt x="17" y="26"/>
                      <a:pt x="17" y="56"/>
                    </a:cubicBezTo>
                    <a:cubicBezTo>
                      <a:pt x="17" y="61"/>
                      <a:pt x="18" y="67"/>
                      <a:pt x="20" y="72"/>
                    </a:cubicBezTo>
                    <a:cubicBezTo>
                      <a:pt x="9" y="72"/>
                      <a:pt x="0" y="81"/>
                      <a:pt x="0" y="92"/>
                    </a:cubicBezTo>
                    <a:cubicBezTo>
                      <a:pt x="0" y="102"/>
                      <a:pt x="9" y="111"/>
                      <a:pt x="20" y="111"/>
                    </a:cubicBezTo>
                    <a:cubicBezTo>
                      <a:pt x="73" y="111"/>
                      <a:pt x="73" y="111"/>
                      <a:pt x="73" y="111"/>
                    </a:cubicBezTo>
                    <a:cubicBezTo>
                      <a:pt x="75" y="111"/>
                      <a:pt x="75" y="111"/>
                      <a:pt x="75" y="111"/>
                    </a:cubicBezTo>
                    <a:cubicBezTo>
                      <a:pt x="149" y="111"/>
                      <a:pt x="149" y="111"/>
                      <a:pt x="149" y="111"/>
                    </a:cubicBezTo>
                    <a:cubicBezTo>
                      <a:pt x="167" y="111"/>
                      <a:pt x="182" y="97"/>
                      <a:pt x="182" y="79"/>
                    </a:cubicBezTo>
                    <a:cubicBezTo>
                      <a:pt x="182" y="61"/>
                      <a:pt x="167" y="47"/>
                      <a:pt x="149" y="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72" name="Freeform 38"/>
              <p:cNvSpPr>
                <a:spLocks/>
              </p:cNvSpPr>
              <p:nvPr/>
            </p:nvSpPr>
            <p:spPr bwMode="auto">
              <a:xfrm>
                <a:off x="-5305425" y="5665788"/>
                <a:ext cx="473075" cy="288925"/>
              </a:xfrm>
              <a:custGeom>
                <a:avLst/>
                <a:gdLst>
                  <a:gd name="T0" fmla="*/ 14 w 126"/>
                  <a:gd name="T1" fmla="*/ 77 h 77"/>
                  <a:gd name="T2" fmla="*/ 46 w 126"/>
                  <a:gd name="T3" fmla="*/ 77 h 77"/>
                  <a:gd name="T4" fmla="*/ 89 w 126"/>
                  <a:gd name="T5" fmla="*/ 51 h 77"/>
                  <a:gd name="T6" fmla="*/ 123 w 126"/>
                  <a:gd name="T7" fmla="*/ 65 h 77"/>
                  <a:gd name="T8" fmla="*/ 123 w 126"/>
                  <a:gd name="T9" fmla="*/ 65 h 77"/>
                  <a:gd name="T10" fmla="*/ 126 w 126"/>
                  <a:gd name="T11" fmla="*/ 55 h 77"/>
                  <a:gd name="T12" fmla="*/ 104 w 126"/>
                  <a:gd name="T13" fmla="*/ 32 h 77"/>
                  <a:gd name="T14" fmla="*/ 89 w 126"/>
                  <a:gd name="T15" fmla="*/ 38 h 77"/>
                  <a:gd name="T16" fmla="*/ 51 w 126"/>
                  <a:gd name="T17" fmla="*/ 0 h 77"/>
                  <a:gd name="T18" fmla="*/ 12 w 126"/>
                  <a:gd name="T19" fmla="*/ 38 h 77"/>
                  <a:gd name="T20" fmla="*/ 14 w 126"/>
                  <a:gd name="T21" fmla="*/ 50 h 77"/>
                  <a:gd name="T22" fmla="*/ 0 w 126"/>
                  <a:gd name="T23" fmla="*/ 63 h 77"/>
                  <a:gd name="T24" fmla="*/ 14 w 126"/>
                  <a:gd name="T25"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6" h="77">
                    <a:moveTo>
                      <a:pt x="14" y="77"/>
                    </a:moveTo>
                    <a:cubicBezTo>
                      <a:pt x="46" y="77"/>
                      <a:pt x="46" y="77"/>
                      <a:pt x="46" y="77"/>
                    </a:cubicBezTo>
                    <a:cubicBezTo>
                      <a:pt x="54" y="62"/>
                      <a:pt x="70" y="51"/>
                      <a:pt x="89" y="51"/>
                    </a:cubicBezTo>
                    <a:cubicBezTo>
                      <a:pt x="102" y="51"/>
                      <a:pt x="114" y="56"/>
                      <a:pt x="123" y="65"/>
                    </a:cubicBezTo>
                    <a:cubicBezTo>
                      <a:pt x="123" y="65"/>
                      <a:pt x="123" y="65"/>
                      <a:pt x="123" y="65"/>
                    </a:cubicBezTo>
                    <a:cubicBezTo>
                      <a:pt x="125" y="62"/>
                      <a:pt x="126" y="59"/>
                      <a:pt x="126" y="55"/>
                    </a:cubicBezTo>
                    <a:cubicBezTo>
                      <a:pt x="126" y="42"/>
                      <a:pt x="116" y="32"/>
                      <a:pt x="104" y="32"/>
                    </a:cubicBezTo>
                    <a:cubicBezTo>
                      <a:pt x="98" y="32"/>
                      <a:pt x="93" y="34"/>
                      <a:pt x="89" y="38"/>
                    </a:cubicBezTo>
                    <a:cubicBezTo>
                      <a:pt x="89" y="16"/>
                      <a:pt x="72" y="0"/>
                      <a:pt x="51" y="0"/>
                    </a:cubicBezTo>
                    <a:cubicBezTo>
                      <a:pt x="29" y="0"/>
                      <a:pt x="12" y="17"/>
                      <a:pt x="12" y="38"/>
                    </a:cubicBezTo>
                    <a:cubicBezTo>
                      <a:pt x="12" y="42"/>
                      <a:pt x="13" y="46"/>
                      <a:pt x="14" y="50"/>
                    </a:cubicBezTo>
                    <a:cubicBezTo>
                      <a:pt x="6" y="50"/>
                      <a:pt x="0" y="56"/>
                      <a:pt x="0" y="63"/>
                    </a:cubicBezTo>
                    <a:cubicBezTo>
                      <a:pt x="0" y="71"/>
                      <a:pt x="6" y="77"/>
                      <a:pt x="14" y="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73" name="Freeform 39"/>
              <p:cNvSpPr>
                <a:spLocks/>
              </p:cNvSpPr>
              <p:nvPr/>
            </p:nvSpPr>
            <p:spPr bwMode="auto">
              <a:xfrm>
                <a:off x="-5184775" y="5872163"/>
                <a:ext cx="536575" cy="330200"/>
              </a:xfrm>
              <a:custGeom>
                <a:avLst/>
                <a:gdLst>
                  <a:gd name="T0" fmla="*/ 117 w 143"/>
                  <a:gd name="T1" fmla="*/ 38 h 88"/>
                  <a:gd name="T2" fmla="*/ 101 w 143"/>
                  <a:gd name="T3" fmla="*/ 44 h 88"/>
                  <a:gd name="T4" fmla="*/ 89 w 143"/>
                  <a:gd name="T5" fmla="*/ 14 h 88"/>
                  <a:gd name="T6" fmla="*/ 57 w 143"/>
                  <a:gd name="T7" fmla="*/ 0 h 88"/>
                  <a:gd name="T8" fmla="*/ 19 w 143"/>
                  <a:gd name="T9" fmla="*/ 22 h 88"/>
                  <a:gd name="T10" fmla="*/ 13 w 143"/>
                  <a:gd name="T11" fmla="*/ 44 h 88"/>
                  <a:gd name="T12" fmla="*/ 15 w 143"/>
                  <a:gd name="T13" fmla="*/ 57 h 88"/>
                  <a:gd name="T14" fmla="*/ 0 w 143"/>
                  <a:gd name="T15" fmla="*/ 73 h 88"/>
                  <a:gd name="T16" fmla="*/ 15 w 143"/>
                  <a:gd name="T17" fmla="*/ 88 h 88"/>
                  <a:gd name="T18" fmla="*/ 57 w 143"/>
                  <a:gd name="T19" fmla="*/ 88 h 88"/>
                  <a:gd name="T20" fmla="*/ 59 w 143"/>
                  <a:gd name="T21" fmla="*/ 88 h 88"/>
                  <a:gd name="T22" fmla="*/ 117 w 143"/>
                  <a:gd name="T23" fmla="*/ 88 h 88"/>
                  <a:gd name="T24" fmla="*/ 143 w 143"/>
                  <a:gd name="T25" fmla="*/ 63 h 88"/>
                  <a:gd name="T26" fmla="*/ 117 w 143"/>
                  <a:gd name="T27" fmla="*/ 3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3" h="88">
                    <a:moveTo>
                      <a:pt x="117" y="38"/>
                    </a:moveTo>
                    <a:cubicBezTo>
                      <a:pt x="111" y="38"/>
                      <a:pt x="105" y="40"/>
                      <a:pt x="101" y="44"/>
                    </a:cubicBezTo>
                    <a:cubicBezTo>
                      <a:pt x="101" y="32"/>
                      <a:pt x="96" y="22"/>
                      <a:pt x="89" y="14"/>
                    </a:cubicBezTo>
                    <a:cubicBezTo>
                      <a:pt x="81" y="6"/>
                      <a:pt x="69" y="0"/>
                      <a:pt x="57" y="0"/>
                    </a:cubicBezTo>
                    <a:cubicBezTo>
                      <a:pt x="41" y="0"/>
                      <a:pt x="27" y="9"/>
                      <a:pt x="19" y="22"/>
                    </a:cubicBezTo>
                    <a:cubicBezTo>
                      <a:pt x="15" y="29"/>
                      <a:pt x="13" y="36"/>
                      <a:pt x="13" y="44"/>
                    </a:cubicBezTo>
                    <a:cubicBezTo>
                      <a:pt x="13" y="49"/>
                      <a:pt x="13" y="53"/>
                      <a:pt x="15" y="57"/>
                    </a:cubicBezTo>
                    <a:cubicBezTo>
                      <a:pt x="6" y="58"/>
                      <a:pt x="0" y="64"/>
                      <a:pt x="0" y="73"/>
                    </a:cubicBezTo>
                    <a:cubicBezTo>
                      <a:pt x="0" y="81"/>
                      <a:pt x="6" y="88"/>
                      <a:pt x="15" y="88"/>
                    </a:cubicBezTo>
                    <a:cubicBezTo>
                      <a:pt x="57" y="88"/>
                      <a:pt x="57" y="88"/>
                      <a:pt x="57" y="88"/>
                    </a:cubicBezTo>
                    <a:cubicBezTo>
                      <a:pt x="59" y="88"/>
                      <a:pt x="59" y="88"/>
                      <a:pt x="59" y="88"/>
                    </a:cubicBezTo>
                    <a:cubicBezTo>
                      <a:pt x="117" y="88"/>
                      <a:pt x="117" y="88"/>
                      <a:pt x="117" y="88"/>
                    </a:cubicBezTo>
                    <a:cubicBezTo>
                      <a:pt x="131" y="88"/>
                      <a:pt x="143" y="77"/>
                      <a:pt x="143" y="63"/>
                    </a:cubicBezTo>
                    <a:cubicBezTo>
                      <a:pt x="143" y="49"/>
                      <a:pt x="131" y="38"/>
                      <a:pt x="117"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74" name="Freeform 40"/>
              <p:cNvSpPr>
                <a:spLocks/>
              </p:cNvSpPr>
              <p:nvPr/>
            </p:nvSpPr>
            <p:spPr bwMode="auto">
              <a:xfrm>
                <a:off x="-2963863" y="1122363"/>
                <a:ext cx="49213" cy="500063"/>
              </a:xfrm>
              <a:custGeom>
                <a:avLst/>
                <a:gdLst>
                  <a:gd name="T0" fmla="*/ 0 w 13"/>
                  <a:gd name="T1" fmla="*/ 0 h 133"/>
                  <a:gd name="T2" fmla="*/ 0 w 13"/>
                  <a:gd name="T3" fmla="*/ 133 h 133"/>
                  <a:gd name="T4" fmla="*/ 13 w 13"/>
                  <a:gd name="T5" fmla="*/ 133 h 133"/>
                  <a:gd name="T6" fmla="*/ 13 w 13"/>
                  <a:gd name="T7" fmla="*/ 0 h 133"/>
                  <a:gd name="T8" fmla="*/ 7 w 13"/>
                  <a:gd name="T9" fmla="*/ 1 h 133"/>
                  <a:gd name="T10" fmla="*/ 0 w 13"/>
                  <a:gd name="T11" fmla="*/ 0 h 133"/>
                </a:gdLst>
                <a:ahLst/>
                <a:cxnLst>
                  <a:cxn ang="0">
                    <a:pos x="T0" y="T1"/>
                  </a:cxn>
                  <a:cxn ang="0">
                    <a:pos x="T2" y="T3"/>
                  </a:cxn>
                  <a:cxn ang="0">
                    <a:pos x="T4" y="T5"/>
                  </a:cxn>
                  <a:cxn ang="0">
                    <a:pos x="T6" y="T7"/>
                  </a:cxn>
                  <a:cxn ang="0">
                    <a:pos x="T8" y="T9"/>
                  </a:cxn>
                  <a:cxn ang="0">
                    <a:pos x="T10" y="T11"/>
                  </a:cxn>
                </a:cxnLst>
                <a:rect l="0" t="0" r="r" b="b"/>
                <a:pathLst>
                  <a:path w="13" h="133">
                    <a:moveTo>
                      <a:pt x="0" y="0"/>
                    </a:moveTo>
                    <a:cubicBezTo>
                      <a:pt x="0" y="133"/>
                      <a:pt x="0" y="133"/>
                      <a:pt x="0" y="133"/>
                    </a:cubicBezTo>
                    <a:cubicBezTo>
                      <a:pt x="13" y="133"/>
                      <a:pt x="13" y="133"/>
                      <a:pt x="13" y="133"/>
                    </a:cubicBezTo>
                    <a:cubicBezTo>
                      <a:pt x="13" y="0"/>
                      <a:pt x="13" y="0"/>
                      <a:pt x="13" y="0"/>
                    </a:cubicBezTo>
                    <a:cubicBezTo>
                      <a:pt x="11" y="1"/>
                      <a:pt x="9" y="1"/>
                      <a:pt x="7" y="1"/>
                    </a:cubicBezTo>
                    <a:cubicBezTo>
                      <a:pt x="4" y="1"/>
                      <a:pt x="2"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75" name="Oval 41"/>
              <p:cNvSpPr>
                <a:spLocks noChangeArrowheads="1"/>
              </p:cNvSpPr>
              <p:nvPr/>
            </p:nvSpPr>
            <p:spPr bwMode="auto">
              <a:xfrm>
                <a:off x="-2979738" y="1031875"/>
                <a:ext cx="79375" cy="793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76" name="Rectangle 42"/>
              <p:cNvSpPr>
                <a:spLocks noChangeArrowheads="1"/>
              </p:cNvSpPr>
              <p:nvPr/>
            </p:nvSpPr>
            <p:spPr bwMode="auto">
              <a:xfrm>
                <a:off x="-2881313" y="1127125"/>
                <a:ext cx="431800" cy="3063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77" name="Rectangle 43"/>
              <p:cNvSpPr>
                <a:spLocks noChangeArrowheads="1"/>
              </p:cNvSpPr>
              <p:nvPr/>
            </p:nvSpPr>
            <p:spPr bwMode="auto">
              <a:xfrm>
                <a:off x="-1811338" y="168275"/>
                <a:ext cx="95250" cy="381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78" name="Freeform 44"/>
              <p:cNvSpPr>
                <a:spLocks noEditPoints="1"/>
              </p:cNvSpPr>
              <p:nvPr/>
            </p:nvSpPr>
            <p:spPr bwMode="auto">
              <a:xfrm>
                <a:off x="-2166938" y="220663"/>
                <a:ext cx="514350" cy="368300"/>
              </a:xfrm>
              <a:custGeom>
                <a:avLst/>
                <a:gdLst>
                  <a:gd name="T0" fmla="*/ 69 w 137"/>
                  <a:gd name="T1" fmla="*/ 98 h 98"/>
                  <a:gd name="T2" fmla="*/ 137 w 137"/>
                  <a:gd name="T3" fmla="*/ 98 h 98"/>
                  <a:gd name="T4" fmla="*/ 137 w 137"/>
                  <a:gd name="T5" fmla="*/ 0 h 98"/>
                  <a:gd name="T6" fmla="*/ 69 w 137"/>
                  <a:gd name="T7" fmla="*/ 0 h 98"/>
                  <a:gd name="T8" fmla="*/ 69 w 137"/>
                  <a:gd name="T9" fmla="*/ 11 h 98"/>
                  <a:gd name="T10" fmla="*/ 69 w 137"/>
                  <a:gd name="T11" fmla="*/ 11 h 98"/>
                  <a:gd name="T12" fmla="*/ 107 w 137"/>
                  <a:gd name="T13" fmla="*/ 49 h 98"/>
                  <a:gd name="T14" fmla="*/ 69 w 137"/>
                  <a:gd name="T15" fmla="*/ 87 h 98"/>
                  <a:gd name="T16" fmla="*/ 69 w 137"/>
                  <a:gd name="T17" fmla="*/ 98 h 98"/>
                  <a:gd name="T18" fmla="*/ 0 w 137"/>
                  <a:gd name="T19" fmla="*/ 98 h 98"/>
                  <a:gd name="T20" fmla="*/ 69 w 137"/>
                  <a:gd name="T21" fmla="*/ 98 h 98"/>
                  <a:gd name="T22" fmla="*/ 69 w 137"/>
                  <a:gd name="T23" fmla="*/ 87 h 98"/>
                  <a:gd name="T24" fmla="*/ 31 w 137"/>
                  <a:gd name="T25" fmla="*/ 49 h 98"/>
                  <a:gd name="T26" fmla="*/ 69 w 137"/>
                  <a:gd name="T27" fmla="*/ 11 h 98"/>
                  <a:gd name="T28" fmla="*/ 69 w 137"/>
                  <a:gd name="T29" fmla="*/ 0 h 98"/>
                  <a:gd name="T30" fmla="*/ 0 w 137"/>
                  <a:gd name="T31" fmla="*/ 0 h 98"/>
                  <a:gd name="T32" fmla="*/ 0 w 137"/>
                  <a:gd name="T33" fmla="*/ 98 h 98"/>
                  <a:gd name="T34" fmla="*/ 69 w 137"/>
                  <a:gd name="T35" fmla="*/ 11 h 98"/>
                  <a:gd name="T36" fmla="*/ 69 w 137"/>
                  <a:gd name="T37" fmla="*/ 11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7" h="98">
                    <a:moveTo>
                      <a:pt x="69" y="98"/>
                    </a:moveTo>
                    <a:cubicBezTo>
                      <a:pt x="137" y="98"/>
                      <a:pt x="137" y="98"/>
                      <a:pt x="137" y="98"/>
                    </a:cubicBezTo>
                    <a:cubicBezTo>
                      <a:pt x="137" y="0"/>
                      <a:pt x="137" y="0"/>
                      <a:pt x="137" y="0"/>
                    </a:cubicBezTo>
                    <a:cubicBezTo>
                      <a:pt x="69" y="0"/>
                      <a:pt x="69" y="0"/>
                      <a:pt x="69" y="0"/>
                    </a:cubicBezTo>
                    <a:cubicBezTo>
                      <a:pt x="69" y="11"/>
                      <a:pt x="69" y="11"/>
                      <a:pt x="69" y="11"/>
                    </a:cubicBezTo>
                    <a:cubicBezTo>
                      <a:pt x="69" y="11"/>
                      <a:pt x="69" y="11"/>
                      <a:pt x="69" y="11"/>
                    </a:cubicBezTo>
                    <a:cubicBezTo>
                      <a:pt x="90" y="11"/>
                      <a:pt x="107" y="28"/>
                      <a:pt x="107" y="49"/>
                    </a:cubicBezTo>
                    <a:cubicBezTo>
                      <a:pt x="107" y="70"/>
                      <a:pt x="90" y="87"/>
                      <a:pt x="69" y="87"/>
                    </a:cubicBezTo>
                    <a:lnTo>
                      <a:pt x="69" y="98"/>
                    </a:lnTo>
                    <a:close/>
                    <a:moveTo>
                      <a:pt x="0" y="98"/>
                    </a:moveTo>
                    <a:cubicBezTo>
                      <a:pt x="69" y="98"/>
                      <a:pt x="69" y="98"/>
                      <a:pt x="69" y="98"/>
                    </a:cubicBezTo>
                    <a:cubicBezTo>
                      <a:pt x="69" y="87"/>
                      <a:pt x="69" y="87"/>
                      <a:pt x="69" y="87"/>
                    </a:cubicBezTo>
                    <a:cubicBezTo>
                      <a:pt x="48" y="87"/>
                      <a:pt x="31" y="70"/>
                      <a:pt x="31" y="49"/>
                    </a:cubicBezTo>
                    <a:cubicBezTo>
                      <a:pt x="31" y="28"/>
                      <a:pt x="48" y="11"/>
                      <a:pt x="69" y="11"/>
                    </a:cubicBezTo>
                    <a:cubicBezTo>
                      <a:pt x="69" y="0"/>
                      <a:pt x="69" y="0"/>
                      <a:pt x="69" y="0"/>
                    </a:cubicBezTo>
                    <a:cubicBezTo>
                      <a:pt x="0" y="0"/>
                      <a:pt x="0" y="0"/>
                      <a:pt x="0" y="0"/>
                    </a:cubicBezTo>
                    <a:cubicBezTo>
                      <a:pt x="0" y="98"/>
                      <a:pt x="0" y="98"/>
                      <a:pt x="0" y="98"/>
                    </a:cubicBezTo>
                    <a:close/>
                    <a:moveTo>
                      <a:pt x="69" y="11"/>
                    </a:moveTo>
                    <a:cubicBezTo>
                      <a:pt x="69" y="11"/>
                      <a:pt x="69" y="11"/>
                      <a:pt x="69"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79" name="Oval 45"/>
              <p:cNvSpPr>
                <a:spLocks noChangeArrowheads="1"/>
              </p:cNvSpPr>
              <p:nvPr/>
            </p:nvSpPr>
            <p:spPr bwMode="auto">
              <a:xfrm>
                <a:off x="-2006600" y="307975"/>
                <a:ext cx="192088" cy="1952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80" name="Rectangle 46"/>
              <p:cNvSpPr>
                <a:spLocks noChangeArrowheads="1"/>
              </p:cNvSpPr>
              <p:nvPr/>
            </p:nvSpPr>
            <p:spPr bwMode="auto">
              <a:xfrm>
                <a:off x="-2509838" y="7775575"/>
                <a:ext cx="673100" cy="4286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81" name="Freeform 47"/>
              <p:cNvSpPr>
                <a:spLocks/>
              </p:cNvSpPr>
              <p:nvPr/>
            </p:nvSpPr>
            <p:spPr bwMode="auto">
              <a:xfrm>
                <a:off x="-2457450" y="8264525"/>
                <a:ext cx="106363" cy="66675"/>
              </a:xfrm>
              <a:custGeom>
                <a:avLst/>
                <a:gdLst>
                  <a:gd name="T0" fmla="*/ 2 w 28"/>
                  <a:gd name="T1" fmla="*/ 18 h 18"/>
                  <a:gd name="T2" fmla="*/ 3 w 28"/>
                  <a:gd name="T3" fmla="*/ 18 h 18"/>
                  <a:gd name="T4" fmla="*/ 26 w 28"/>
                  <a:gd name="T5" fmla="*/ 18 h 18"/>
                  <a:gd name="T6" fmla="*/ 26 w 28"/>
                  <a:gd name="T7" fmla="*/ 18 h 18"/>
                  <a:gd name="T8" fmla="*/ 28 w 28"/>
                  <a:gd name="T9" fmla="*/ 16 h 18"/>
                  <a:gd name="T10" fmla="*/ 28 w 28"/>
                  <a:gd name="T11" fmla="*/ 14 h 18"/>
                  <a:gd name="T12" fmla="*/ 14 w 28"/>
                  <a:gd name="T13" fmla="*/ 0 h 18"/>
                  <a:gd name="T14" fmla="*/ 0 w 28"/>
                  <a:gd name="T15" fmla="*/ 14 h 18"/>
                  <a:gd name="T16" fmla="*/ 0 w 28"/>
                  <a:gd name="T17" fmla="*/ 16 h 18"/>
                  <a:gd name="T18" fmla="*/ 2 w 28"/>
                  <a:gd name="T19"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18">
                    <a:moveTo>
                      <a:pt x="2" y="18"/>
                    </a:moveTo>
                    <a:cubicBezTo>
                      <a:pt x="2" y="18"/>
                      <a:pt x="3" y="18"/>
                      <a:pt x="3" y="18"/>
                    </a:cubicBezTo>
                    <a:cubicBezTo>
                      <a:pt x="26" y="18"/>
                      <a:pt x="26" y="18"/>
                      <a:pt x="26" y="18"/>
                    </a:cubicBezTo>
                    <a:cubicBezTo>
                      <a:pt x="26" y="18"/>
                      <a:pt x="26" y="18"/>
                      <a:pt x="26" y="18"/>
                    </a:cubicBezTo>
                    <a:cubicBezTo>
                      <a:pt x="27" y="17"/>
                      <a:pt x="28" y="16"/>
                      <a:pt x="28" y="16"/>
                    </a:cubicBezTo>
                    <a:cubicBezTo>
                      <a:pt x="28" y="15"/>
                      <a:pt x="28" y="15"/>
                      <a:pt x="28" y="14"/>
                    </a:cubicBezTo>
                    <a:cubicBezTo>
                      <a:pt x="28" y="6"/>
                      <a:pt x="22" y="0"/>
                      <a:pt x="14" y="0"/>
                    </a:cubicBezTo>
                    <a:cubicBezTo>
                      <a:pt x="6" y="0"/>
                      <a:pt x="0" y="6"/>
                      <a:pt x="0" y="14"/>
                    </a:cubicBezTo>
                    <a:cubicBezTo>
                      <a:pt x="0" y="15"/>
                      <a:pt x="0" y="15"/>
                      <a:pt x="0" y="16"/>
                    </a:cubicBezTo>
                    <a:cubicBezTo>
                      <a:pt x="1" y="16"/>
                      <a:pt x="2" y="17"/>
                      <a:pt x="2"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82" name="Freeform 48"/>
              <p:cNvSpPr>
                <a:spLocks/>
              </p:cNvSpPr>
              <p:nvPr/>
            </p:nvSpPr>
            <p:spPr bwMode="auto">
              <a:xfrm>
                <a:off x="-2227263" y="8264525"/>
                <a:ext cx="104775" cy="66675"/>
              </a:xfrm>
              <a:custGeom>
                <a:avLst/>
                <a:gdLst>
                  <a:gd name="T0" fmla="*/ 2 w 28"/>
                  <a:gd name="T1" fmla="*/ 18 h 18"/>
                  <a:gd name="T2" fmla="*/ 3 w 28"/>
                  <a:gd name="T3" fmla="*/ 18 h 18"/>
                  <a:gd name="T4" fmla="*/ 25 w 28"/>
                  <a:gd name="T5" fmla="*/ 18 h 18"/>
                  <a:gd name="T6" fmla="*/ 26 w 28"/>
                  <a:gd name="T7" fmla="*/ 18 h 18"/>
                  <a:gd name="T8" fmla="*/ 28 w 28"/>
                  <a:gd name="T9" fmla="*/ 16 h 18"/>
                  <a:gd name="T10" fmla="*/ 28 w 28"/>
                  <a:gd name="T11" fmla="*/ 14 h 18"/>
                  <a:gd name="T12" fmla="*/ 14 w 28"/>
                  <a:gd name="T13" fmla="*/ 0 h 18"/>
                  <a:gd name="T14" fmla="*/ 0 w 28"/>
                  <a:gd name="T15" fmla="*/ 14 h 18"/>
                  <a:gd name="T16" fmla="*/ 0 w 28"/>
                  <a:gd name="T17" fmla="*/ 16 h 18"/>
                  <a:gd name="T18" fmla="*/ 2 w 28"/>
                  <a:gd name="T19"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18">
                    <a:moveTo>
                      <a:pt x="2" y="18"/>
                    </a:moveTo>
                    <a:cubicBezTo>
                      <a:pt x="2" y="18"/>
                      <a:pt x="2" y="18"/>
                      <a:pt x="3" y="18"/>
                    </a:cubicBezTo>
                    <a:cubicBezTo>
                      <a:pt x="25" y="18"/>
                      <a:pt x="25" y="18"/>
                      <a:pt x="25" y="18"/>
                    </a:cubicBezTo>
                    <a:cubicBezTo>
                      <a:pt x="26" y="18"/>
                      <a:pt x="26" y="18"/>
                      <a:pt x="26" y="18"/>
                    </a:cubicBezTo>
                    <a:cubicBezTo>
                      <a:pt x="27" y="17"/>
                      <a:pt x="27" y="16"/>
                      <a:pt x="28" y="16"/>
                    </a:cubicBezTo>
                    <a:cubicBezTo>
                      <a:pt x="28" y="15"/>
                      <a:pt x="28" y="15"/>
                      <a:pt x="28" y="14"/>
                    </a:cubicBezTo>
                    <a:cubicBezTo>
                      <a:pt x="28" y="6"/>
                      <a:pt x="22" y="0"/>
                      <a:pt x="14" y="0"/>
                    </a:cubicBezTo>
                    <a:cubicBezTo>
                      <a:pt x="6" y="0"/>
                      <a:pt x="0" y="6"/>
                      <a:pt x="0" y="14"/>
                    </a:cubicBezTo>
                    <a:cubicBezTo>
                      <a:pt x="0" y="15"/>
                      <a:pt x="0" y="15"/>
                      <a:pt x="0" y="16"/>
                    </a:cubicBezTo>
                    <a:cubicBezTo>
                      <a:pt x="1" y="16"/>
                      <a:pt x="1" y="17"/>
                      <a:pt x="2"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83" name="Freeform 49"/>
              <p:cNvSpPr>
                <a:spLocks/>
              </p:cNvSpPr>
              <p:nvPr/>
            </p:nvSpPr>
            <p:spPr bwMode="auto">
              <a:xfrm>
                <a:off x="-1995488" y="8264525"/>
                <a:ext cx="106363" cy="66675"/>
              </a:xfrm>
              <a:custGeom>
                <a:avLst/>
                <a:gdLst>
                  <a:gd name="T0" fmla="*/ 2 w 28"/>
                  <a:gd name="T1" fmla="*/ 18 h 18"/>
                  <a:gd name="T2" fmla="*/ 24 w 28"/>
                  <a:gd name="T3" fmla="*/ 18 h 18"/>
                  <a:gd name="T4" fmla="*/ 25 w 28"/>
                  <a:gd name="T5" fmla="*/ 18 h 18"/>
                  <a:gd name="T6" fmla="*/ 28 w 28"/>
                  <a:gd name="T7" fmla="*/ 15 h 18"/>
                  <a:gd name="T8" fmla="*/ 28 w 28"/>
                  <a:gd name="T9" fmla="*/ 14 h 18"/>
                  <a:gd name="T10" fmla="*/ 14 w 28"/>
                  <a:gd name="T11" fmla="*/ 0 h 18"/>
                  <a:gd name="T12" fmla="*/ 0 w 28"/>
                  <a:gd name="T13" fmla="*/ 14 h 18"/>
                  <a:gd name="T14" fmla="*/ 0 w 28"/>
                  <a:gd name="T15" fmla="*/ 17 h 18"/>
                  <a:gd name="T16" fmla="*/ 1 w 28"/>
                  <a:gd name="T17" fmla="*/ 18 h 18"/>
                  <a:gd name="T18" fmla="*/ 2 w 28"/>
                  <a:gd name="T19"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18">
                    <a:moveTo>
                      <a:pt x="2" y="18"/>
                    </a:moveTo>
                    <a:cubicBezTo>
                      <a:pt x="24" y="18"/>
                      <a:pt x="24" y="18"/>
                      <a:pt x="24" y="18"/>
                    </a:cubicBezTo>
                    <a:cubicBezTo>
                      <a:pt x="25" y="18"/>
                      <a:pt x="25" y="18"/>
                      <a:pt x="25" y="18"/>
                    </a:cubicBezTo>
                    <a:cubicBezTo>
                      <a:pt x="26" y="17"/>
                      <a:pt x="27" y="16"/>
                      <a:pt x="28" y="15"/>
                    </a:cubicBezTo>
                    <a:cubicBezTo>
                      <a:pt x="28" y="15"/>
                      <a:pt x="28" y="14"/>
                      <a:pt x="28" y="14"/>
                    </a:cubicBezTo>
                    <a:cubicBezTo>
                      <a:pt x="28" y="6"/>
                      <a:pt x="22" y="0"/>
                      <a:pt x="14" y="0"/>
                    </a:cubicBezTo>
                    <a:cubicBezTo>
                      <a:pt x="6" y="0"/>
                      <a:pt x="0" y="6"/>
                      <a:pt x="0" y="14"/>
                    </a:cubicBezTo>
                    <a:cubicBezTo>
                      <a:pt x="0" y="15"/>
                      <a:pt x="0" y="16"/>
                      <a:pt x="0" y="17"/>
                    </a:cubicBezTo>
                    <a:cubicBezTo>
                      <a:pt x="0" y="17"/>
                      <a:pt x="1" y="17"/>
                      <a:pt x="1" y="18"/>
                    </a:cubicBezTo>
                    <a:cubicBezTo>
                      <a:pt x="1" y="18"/>
                      <a:pt x="1" y="18"/>
                      <a:pt x="2"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84" name="Freeform 50"/>
              <p:cNvSpPr>
                <a:spLocks/>
              </p:cNvSpPr>
              <p:nvPr/>
            </p:nvSpPr>
            <p:spPr bwMode="auto">
              <a:xfrm>
                <a:off x="-2513013" y="8331200"/>
                <a:ext cx="217488" cy="71438"/>
              </a:xfrm>
              <a:custGeom>
                <a:avLst/>
                <a:gdLst>
                  <a:gd name="T0" fmla="*/ 8 w 58"/>
                  <a:gd name="T1" fmla="*/ 0 h 19"/>
                  <a:gd name="T2" fmla="*/ 4 w 58"/>
                  <a:gd name="T3" fmla="*/ 1 h 19"/>
                  <a:gd name="T4" fmla="*/ 3 w 58"/>
                  <a:gd name="T5" fmla="*/ 12 h 19"/>
                  <a:gd name="T6" fmla="*/ 18 w 58"/>
                  <a:gd name="T7" fmla="*/ 19 h 19"/>
                  <a:gd name="T8" fmla="*/ 41 w 58"/>
                  <a:gd name="T9" fmla="*/ 19 h 19"/>
                  <a:gd name="T10" fmla="*/ 56 w 58"/>
                  <a:gd name="T11" fmla="*/ 12 h 19"/>
                  <a:gd name="T12" fmla="*/ 55 w 58"/>
                  <a:gd name="T13" fmla="*/ 1 h 19"/>
                  <a:gd name="T14" fmla="*/ 50 w 58"/>
                  <a:gd name="T15" fmla="*/ 0 h 19"/>
                  <a:gd name="T16" fmla="*/ 44 w 58"/>
                  <a:gd name="T17" fmla="*/ 2 h 19"/>
                  <a:gd name="T18" fmla="*/ 41 w 58"/>
                  <a:gd name="T19" fmla="*/ 4 h 19"/>
                  <a:gd name="T20" fmla="*/ 41 w 58"/>
                  <a:gd name="T21" fmla="*/ 4 h 19"/>
                  <a:gd name="T22" fmla="*/ 18 w 58"/>
                  <a:gd name="T23" fmla="*/ 4 h 19"/>
                  <a:gd name="T24" fmla="*/ 17 w 58"/>
                  <a:gd name="T25" fmla="*/ 4 h 19"/>
                  <a:gd name="T26" fmla="*/ 14 w 58"/>
                  <a:gd name="T27" fmla="*/ 2 h 19"/>
                  <a:gd name="T28" fmla="*/ 8 w 58"/>
                  <a:gd name="T2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8" h="19">
                    <a:moveTo>
                      <a:pt x="8" y="0"/>
                    </a:moveTo>
                    <a:cubicBezTo>
                      <a:pt x="7" y="0"/>
                      <a:pt x="5" y="0"/>
                      <a:pt x="4" y="1"/>
                    </a:cubicBezTo>
                    <a:cubicBezTo>
                      <a:pt x="1" y="4"/>
                      <a:pt x="0" y="9"/>
                      <a:pt x="3" y="12"/>
                    </a:cubicBezTo>
                    <a:cubicBezTo>
                      <a:pt x="7" y="16"/>
                      <a:pt x="12" y="19"/>
                      <a:pt x="18" y="19"/>
                    </a:cubicBezTo>
                    <a:cubicBezTo>
                      <a:pt x="41" y="19"/>
                      <a:pt x="41" y="19"/>
                      <a:pt x="41" y="19"/>
                    </a:cubicBezTo>
                    <a:cubicBezTo>
                      <a:pt x="46" y="19"/>
                      <a:pt x="52" y="16"/>
                      <a:pt x="56" y="12"/>
                    </a:cubicBezTo>
                    <a:cubicBezTo>
                      <a:pt x="58" y="9"/>
                      <a:pt x="58" y="4"/>
                      <a:pt x="55" y="1"/>
                    </a:cubicBezTo>
                    <a:cubicBezTo>
                      <a:pt x="53" y="0"/>
                      <a:pt x="52" y="0"/>
                      <a:pt x="50" y="0"/>
                    </a:cubicBezTo>
                    <a:cubicBezTo>
                      <a:pt x="48" y="0"/>
                      <a:pt x="46" y="1"/>
                      <a:pt x="44" y="2"/>
                    </a:cubicBezTo>
                    <a:cubicBezTo>
                      <a:pt x="43" y="3"/>
                      <a:pt x="42" y="4"/>
                      <a:pt x="41" y="4"/>
                    </a:cubicBezTo>
                    <a:cubicBezTo>
                      <a:pt x="41" y="4"/>
                      <a:pt x="41" y="4"/>
                      <a:pt x="41" y="4"/>
                    </a:cubicBezTo>
                    <a:cubicBezTo>
                      <a:pt x="18" y="4"/>
                      <a:pt x="18" y="4"/>
                      <a:pt x="18" y="4"/>
                    </a:cubicBezTo>
                    <a:cubicBezTo>
                      <a:pt x="18" y="4"/>
                      <a:pt x="18" y="4"/>
                      <a:pt x="17" y="4"/>
                    </a:cubicBezTo>
                    <a:cubicBezTo>
                      <a:pt x="16" y="4"/>
                      <a:pt x="15" y="3"/>
                      <a:pt x="14" y="2"/>
                    </a:cubicBezTo>
                    <a:cubicBezTo>
                      <a:pt x="13" y="1"/>
                      <a:pt x="11"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85" name="Freeform 51"/>
              <p:cNvSpPr>
                <a:spLocks/>
              </p:cNvSpPr>
              <p:nvPr/>
            </p:nvSpPr>
            <p:spPr bwMode="auto">
              <a:xfrm>
                <a:off x="-2284413" y="8331200"/>
                <a:ext cx="217488" cy="71438"/>
              </a:xfrm>
              <a:custGeom>
                <a:avLst/>
                <a:gdLst>
                  <a:gd name="T0" fmla="*/ 13 w 58"/>
                  <a:gd name="T1" fmla="*/ 2 h 19"/>
                  <a:gd name="T2" fmla="*/ 13 w 58"/>
                  <a:gd name="T3" fmla="*/ 2 h 19"/>
                  <a:gd name="T4" fmla="*/ 13 w 58"/>
                  <a:gd name="T5" fmla="*/ 1 h 19"/>
                  <a:gd name="T6" fmla="*/ 13 w 58"/>
                  <a:gd name="T7" fmla="*/ 1 h 19"/>
                  <a:gd name="T8" fmla="*/ 12 w 58"/>
                  <a:gd name="T9" fmla="*/ 1 h 19"/>
                  <a:gd name="T10" fmla="*/ 12 w 58"/>
                  <a:gd name="T11" fmla="*/ 1 h 19"/>
                  <a:gd name="T12" fmla="*/ 12 w 58"/>
                  <a:gd name="T13" fmla="*/ 0 h 19"/>
                  <a:gd name="T14" fmla="*/ 11 w 58"/>
                  <a:gd name="T15" fmla="*/ 0 h 19"/>
                  <a:gd name="T16" fmla="*/ 11 w 58"/>
                  <a:gd name="T17" fmla="*/ 0 h 19"/>
                  <a:gd name="T18" fmla="*/ 11 w 58"/>
                  <a:gd name="T19" fmla="*/ 0 h 19"/>
                  <a:gd name="T20" fmla="*/ 10 w 58"/>
                  <a:gd name="T21" fmla="*/ 0 h 19"/>
                  <a:gd name="T22" fmla="*/ 10 w 58"/>
                  <a:gd name="T23" fmla="*/ 0 h 19"/>
                  <a:gd name="T24" fmla="*/ 9 w 58"/>
                  <a:gd name="T25" fmla="*/ 0 h 19"/>
                  <a:gd name="T26" fmla="*/ 9 w 58"/>
                  <a:gd name="T27" fmla="*/ 0 h 19"/>
                  <a:gd name="T28" fmla="*/ 9 w 58"/>
                  <a:gd name="T29" fmla="*/ 0 h 19"/>
                  <a:gd name="T30" fmla="*/ 8 w 58"/>
                  <a:gd name="T31" fmla="*/ 0 h 19"/>
                  <a:gd name="T32" fmla="*/ 8 w 58"/>
                  <a:gd name="T33" fmla="*/ 0 h 19"/>
                  <a:gd name="T34" fmla="*/ 7 w 58"/>
                  <a:gd name="T35" fmla="*/ 0 h 19"/>
                  <a:gd name="T36" fmla="*/ 7 w 58"/>
                  <a:gd name="T37" fmla="*/ 0 h 19"/>
                  <a:gd name="T38" fmla="*/ 6 w 58"/>
                  <a:gd name="T39" fmla="*/ 0 h 19"/>
                  <a:gd name="T40" fmla="*/ 6 w 58"/>
                  <a:gd name="T41" fmla="*/ 0 h 19"/>
                  <a:gd name="T42" fmla="*/ 5 w 58"/>
                  <a:gd name="T43" fmla="*/ 1 h 19"/>
                  <a:gd name="T44" fmla="*/ 5 w 58"/>
                  <a:gd name="T45" fmla="*/ 1 h 19"/>
                  <a:gd name="T46" fmla="*/ 4 w 58"/>
                  <a:gd name="T47" fmla="*/ 1 h 19"/>
                  <a:gd name="T48" fmla="*/ 3 w 58"/>
                  <a:gd name="T49" fmla="*/ 12 h 19"/>
                  <a:gd name="T50" fmla="*/ 18 w 58"/>
                  <a:gd name="T51" fmla="*/ 19 h 19"/>
                  <a:gd name="T52" fmla="*/ 40 w 58"/>
                  <a:gd name="T53" fmla="*/ 19 h 19"/>
                  <a:gd name="T54" fmla="*/ 56 w 58"/>
                  <a:gd name="T55" fmla="*/ 12 h 19"/>
                  <a:gd name="T56" fmla="*/ 55 w 58"/>
                  <a:gd name="T57" fmla="*/ 1 h 19"/>
                  <a:gd name="T58" fmla="*/ 54 w 58"/>
                  <a:gd name="T59" fmla="*/ 1 h 19"/>
                  <a:gd name="T60" fmla="*/ 53 w 58"/>
                  <a:gd name="T61" fmla="*/ 1 h 19"/>
                  <a:gd name="T62" fmla="*/ 52 w 58"/>
                  <a:gd name="T63" fmla="*/ 0 h 19"/>
                  <a:gd name="T64" fmla="*/ 52 w 58"/>
                  <a:gd name="T65" fmla="*/ 0 h 19"/>
                  <a:gd name="T66" fmla="*/ 51 w 58"/>
                  <a:gd name="T67" fmla="*/ 0 h 19"/>
                  <a:gd name="T68" fmla="*/ 51 w 58"/>
                  <a:gd name="T69" fmla="*/ 0 h 19"/>
                  <a:gd name="T70" fmla="*/ 50 w 58"/>
                  <a:gd name="T71" fmla="*/ 0 h 19"/>
                  <a:gd name="T72" fmla="*/ 50 w 58"/>
                  <a:gd name="T73" fmla="*/ 0 h 19"/>
                  <a:gd name="T74" fmla="*/ 50 w 58"/>
                  <a:gd name="T75" fmla="*/ 0 h 19"/>
                  <a:gd name="T76" fmla="*/ 49 w 58"/>
                  <a:gd name="T77" fmla="*/ 0 h 19"/>
                  <a:gd name="T78" fmla="*/ 49 w 58"/>
                  <a:gd name="T79" fmla="*/ 0 h 19"/>
                  <a:gd name="T80" fmla="*/ 48 w 58"/>
                  <a:gd name="T81" fmla="*/ 0 h 19"/>
                  <a:gd name="T82" fmla="*/ 48 w 58"/>
                  <a:gd name="T83" fmla="*/ 0 h 19"/>
                  <a:gd name="T84" fmla="*/ 48 w 58"/>
                  <a:gd name="T85" fmla="*/ 0 h 19"/>
                  <a:gd name="T86" fmla="*/ 47 w 58"/>
                  <a:gd name="T87" fmla="*/ 0 h 19"/>
                  <a:gd name="T88" fmla="*/ 47 w 58"/>
                  <a:gd name="T89" fmla="*/ 0 h 19"/>
                  <a:gd name="T90" fmla="*/ 47 w 58"/>
                  <a:gd name="T91" fmla="*/ 0 h 19"/>
                  <a:gd name="T92" fmla="*/ 46 w 58"/>
                  <a:gd name="T93" fmla="*/ 1 h 19"/>
                  <a:gd name="T94" fmla="*/ 46 w 58"/>
                  <a:gd name="T95" fmla="*/ 1 h 19"/>
                  <a:gd name="T96" fmla="*/ 46 w 58"/>
                  <a:gd name="T97" fmla="*/ 1 h 19"/>
                  <a:gd name="T98" fmla="*/ 45 w 58"/>
                  <a:gd name="T99" fmla="*/ 1 h 19"/>
                  <a:gd name="T100" fmla="*/ 45 w 58"/>
                  <a:gd name="T101" fmla="*/ 2 h 19"/>
                  <a:gd name="T102" fmla="*/ 45 w 58"/>
                  <a:gd name="T103" fmla="*/ 2 h 19"/>
                  <a:gd name="T104" fmla="*/ 44 w 58"/>
                  <a:gd name="T105" fmla="*/ 2 h 19"/>
                  <a:gd name="T106" fmla="*/ 41 w 58"/>
                  <a:gd name="T107" fmla="*/ 4 h 19"/>
                  <a:gd name="T108" fmla="*/ 40 w 58"/>
                  <a:gd name="T109" fmla="*/ 4 h 19"/>
                  <a:gd name="T110" fmla="*/ 18 w 58"/>
                  <a:gd name="T111" fmla="*/ 4 h 19"/>
                  <a:gd name="T112" fmla="*/ 17 w 58"/>
                  <a:gd name="T113" fmla="*/ 4 h 19"/>
                  <a:gd name="T114" fmla="*/ 14 w 58"/>
                  <a:gd name="T115" fmla="*/ 2 h 19"/>
                  <a:gd name="T116" fmla="*/ 13 w 58"/>
                  <a:gd name="T117"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8" h="19">
                    <a:moveTo>
                      <a:pt x="13" y="2"/>
                    </a:moveTo>
                    <a:cubicBezTo>
                      <a:pt x="13" y="2"/>
                      <a:pt x="13" y="2"/>
                      <a:pt x="13" y="2"/>
                    </a:cubicBezTo>
                    <a:cubicBezTo>
                      <a:pt x="13" y="1"/>
                      <a:pt x="13" y="1"/>
                      <a:pt x="13" y="1"/>
                    </a:cubicBezTo>
                    <a:cubicBezTo>
                      <a:pt x="13" y="1"/>
                      <a:pt x="13" y="1"/>
                      <a:pt x="13" y="1"/>
                    </a:cubicBezTo>
                    <a:cubicBezTo>
                      <a:pt x="12" y="1"/>
                      <a:pt x="12" y="1"/>
                      <a:pt x="12" y="1"/>
                    </a:cubicBezTo>
                    <a:cubicBezTo>
                      <a:pt x="12" y="1"/>
                      <a:pt x="12" y="1"/>
                      <a:pt x="12" y="1"/>
                    </a:cubicBezTo>
                    <a:cubicBezTo>
                      <a:pt x="12" y="1"/>
                      <a:pt x="12" y="0"/>
                      <a:pt x="12" y="0"/>
                    </a:cubicBezTo>
                    <a:cubicBezTo>
                      <a:pt x="11" y="0"/>
                      <a:pt x="11" y="0"/>
                      <a:pt x="11" y="0"/>
                    </a:cubicBezTo>
                    <a:cubicBezTo>
                      <a:pt x="11" y="0"/>
                      <a:pt x="11" y="0"/>
                      <a:pt x="11" y="0"/>
                    </a:cubicBezTo>
                    <a:cubicBezTo>
                      <a:pt x="11" y="0"/>
                      <a:pt x="11" y="0"/>
                      <a:pt x="11" y="0"/>
                    </a:cubicBezTo>
                    <a:cubicBezTo>
                      <a:pt x="10" y="0"/>
                      <a:pt x="10" y="0"/>
                      <a:pt x="10" y="0"/>
                    </a:cubicBezTo>
                    <a:cubicBezTo>
                      <a:pt x="10" y="0"/>
                      <a:pt x="10" y="0"/>
                      <a:pt x="10" y="0"/>
                    </a:cubicBezTo>
                    <a:cubicBezTo>
                      <a:pt x="10" y="0"/>
                      <a:pt x="10" y="0"/>
                      <a:pt x="9" y="0"/>
                    </a:cubicBezTo>
                    <a:cubicBezTo>
                      <a:pt x="9" y="0"/>
                      <a:pt x="9" y="0"/>
                      <a:pt x="9" y="0"/>
                    </a:cubicBezTo>
                    <a:cubicBezTo>
                      <a:pt x="9" y="0"/>
                      <a:pt x="9" y="0"/>
                      <a:pt x="9" y="0"/>
                    </a:cubicBezTo>
                    <a:cubicBezTo>
                      <a:pt x="8" y="0"/>
                      <a:pt x="8" y="0"/>
                      <a:pt x="8" y="0"/>
                    </a:cubicBezTo>
                    <a:cubicBezTo>
                      <a:pt x="8" y="0"/>
                      <a:pt x="8" y="0"/>
                      <a:pt x="8" y="0"/>
                    </a:cubicBezTo>
                    <a:cubicBezTo>
                      <a:pt x="8" y="0"/>
                      <a:pt x="8" y="0"/>
                      <a:pt x="7" y="0"/>
                    </a:cubicBezTo>
                    <a:cubicBezTo>
                      <a:pt x="7" y="0"/>
                      <a:pt x="7" y="0"/>
                      <a:pt x="7" y="0"/>
                    </a:cubicBezTo>
                    <a:cubicBezTo>
                      <a:pt x="7" y="0"/>
                      <a:pt x="6" y="0"/>
                      <a:pt x="6" y="0"/>
                    </a:cubicBezTo>
                    <a:cubicBezTo>
                      <a:pt x="6" y="0"/>
                      <a:pt x="6" y="0"/>
                      <a:pt x="6" y="0"/>
                    </a:cubicBezTo>
                    <a:cubicBezTo>
                      <a:pt x="5" y="0"/>
                      <a:pt x="5" y="0"/>
                      <a:pt x="5" y="1"/>
                    </a:cubicBezTo>
                    <a:cubicBezTo>
                      <a:pt x="5" y="1"/>
                      <a:pt x="5" y="1"/>
                      <a:pt x="5" y="1"/>
                    </a:cubicBezTo>
                    <a:cubicBezTo>
                      <a:pt x="4" y="1"/>
                      <a:pt x="4" y="1"/>
                      <a:pt x="4" y="1"/>
                    </a:cubicBezTo>
                    <a:cubicBezTo>
                      <a:pt x="1" y="4"/>
                      <a:pt x="0" y="9"/>
                      <a:pt x="3" y="12"/>
                    </a:cubicBezTo>
                    <a:cubicBezTo>
                      <a:pt x="6" y="16"/>
                      <a:pt x="12" y="19"/>
                      <a:pt x="18" y="19"/>
                    </a:cubicBezTo>
                    <a:cubicBezTo>
                      <a:pt x="40" y="19"/>
                      <a:pt x="40" y="19"/>
                      <a:pt x="40" y="19"/>
                    </a:cubicBezTo>
                    <a:cubicBezTo>
                      <a:pt x="46" y="19"/>
                      <a:pt x="52" y="16"/>
                      <a:pt x="56" y="12"/>
                    </a:cubicBezTo>
                    <a:cubicBezTo>
                      <a:pt x="58" y="9"/>
                      <a:pt x="58" y="4"/>
                      <a:pt x="55" y="1"/>
                    </a:cubicBezTo>
                    <a:cubicBezTo>
                      <a:pt x="54" y="1"/>
                      <a:pt x="54" y="1"/>
                      <a:pt x="54" y="1"/>
                    </a:cubicBezTo>
                    <a:cubicBezTo>
                      <a:pt x="54" y="1"/>
                      <a:pt x="53" y="1"/>
                      <a:pt x="53" y="1"/>
                    </a:cubicBezTo>
                    <a:cubicBezTo>
                      <a:pt x="53" y="0"/>
                      <a:pt x="53" y="0"/>
                      <a:pt x="52" y="0"/>
                    </a:cubicBezTo>
                    <a:cubicBezTo>
                      <a:pt x="52" y="0"/>
                      <a:pt x="52" y="0"/>
                      <a:pt x="52" y="0"/>
                    </a:cubicBezTo>
                    <a:cubicBezTo>
                      <a:pt x="52" y="0"/>
                      <a:pt x="52" y="0"/>
                      <a:pt x="51" y="0"/>
                    </a:cubicBezTo>
                    <a:cubicBezTo>
                      <a:pt x="51" y="0"/>
                      <a:pt x="51" y="0"/>
                      <a:pt x="51" y="0"/>
                    </a:cubicBezTo>
                    <a:cubicBezTo>
                      <a:pt x="51" y="0"/>
                      <a:pt x="50" y="0"/>
                      <a:pt x="50" y="0"/>
                    </a:cubicBezTo>
                    <a:cubicBezTo>
                      <a:pt x="50" y="0"/>
                      <a:pt x="50" y="0"/>
                      <a:pt x="50" y="0"/>
                    </a:cubicBezTo>
                    <a:cubicBezTo>
                      <a:pt x="50" y="0"/>
                      <a:pt x="50" y="0"/>
                      <a:pt x="50" y="0"/>
                    </a:cubicBezTo>
                    <a:cubicBezTo>
                      <a:pt x="49" y="0"/>
                      <a:pt x="49" y="0"/>
                      <a:pt x="49" y="0"/>
                    </a:cubicBezTo>
                    <a:cubicBezTo>
                      <a:pt x="49" y="0"/>
                      <a:pt x="49" y="0"/>
                      <a:pt x="49" y="0"/>
                    </a:cubicBezTo>
                    <a:cubicBezTo>
                      <a:pt x="49" y="0"/>
                      <a:pt x="49" y="0"/>
                      <a:pt x="48" y="0"/>
                    </a:cubicBezTo>
                    <a:cubicBezTo>
                      <a:pt x="48" y="0"/>
                      <a:pt x="48" y="0"/>
                      <a:pt x="48" y="0"/>
                    </a:cubicBezTo>
                    <a:cubicBezTo>
                      <a:pt x="48" y="0"/>
                      <a:pt x="48" y="0"/>
                      <a:pt x="48" y="0"/>
                    </a:cubicBezTo>
                    <a:cubicBezTo>
                      <a:pt x="48" y="0"/>
                      <a:pt x="47" y="0"/>
                      <a:pt x="47" y="0"/>
                    </a:cubicBezTo>
                    <a:cubicBezTo>
                      <a:pt x="47" y="0"/>
                      <a:pt x="47" y="0"/>
                      <a:pt x="47" y="0"/>
                    </a:cubicBezTo>
                    <a:cubicBezTo>
                      <a:pt x="47" y="0"/>
                      <a:pt x="47" y="0"/>
                      <a:pt x="47" y="0"/>
                    </a:cubicBezTo>
                    <a:cubicBezTo>
                      <a:pt x="47" y="0"/>
                      <a:pt x="46" y="1"/>
                      <a:pt x="46" y="1"/>
                    </a:cubicBezTo>
                    <a:cubicBezTo>
                      <a:pt x="46" y="1"/>
                      <a:pt x="46" y="1"/>
                      <a:pt x="46" y="1"/>
                    </a:cubicBezTo>
                    <a:cubicBezTo>
                      <a:pt x="46" y="1"/>
                      <a:pt x="46" y="1"/>
                      <a:pt x="46" y="1"/>
                    </a:cubicBezTo>
                    <a:cubicBezTo>
                      <a:pt x="46" y="1"/>
                      <a:pt x="45" y="1"/>
                      <a:pt x="45" y="1"/>
                    </a:cubicBezTo>
                    <a:cubicBezTo>
                      <a:pt x="45" y="1"/>
                      <a:pt x="45" y="1"/>
                      <a:pt x="45" y="2"/>
                    </a:cubicBezTo>
                    <a:cubicBezTo>
                      <a:pt x="45" y="2"/>
                      <a:pt x="45" y="2"/>
                      <a:pt x="45" y="2"/>
                    </a:cubicBezTo>
                    <a:cubicBezTo>
                      <a:pt x="45" y="2"/>
                      <a:pt x="44" y="2"/>
                      <a:pt x="44" y="2"/>
                    </a:cubicBezTo>
                    <a:cubicBezTo>
                      <a:pt x="43" y="3"/>
                      <a:pt x="42" y="4"/>
                      <a:pt x="41" y="4"/>
                    </a:cubicBezTo>
                    <a:cubicBezTo>
                      <a:pt x="41" y="4"/>
                      <a:pt x="41" y="4"/>
                      <a:pt x="40" y="4"/>
                    </a:cubicBezTo>
                    <a:cubicBezTo>
                      <a:pt x="18" y="4"/>
                      <a:pt x="18" y="4"/>
                      <a:pt x="18" y="4"/>
                    </a:cubicBezTo>
                    <a:cubicBezTo>
                      <a:pt x="18" y="4"/>
                      <a:pt x="17" y="4"/>
                      <a:pt x="17" y="4"/>
                    </a:cubicBezTo>
                    <a:cubicBezTo>
                      <a:pt x="16" y="4"/>
                      <a:pt x="15" y="3"/>
                      <a:pt x="14" y="2"/>
                    </a:cubicBezTo>
                    <a:cubicBezTo>
                      <a:pt x="14" y="2"/>
                      <a:pt x="14" y="2"/>
                      <a:pt x="1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86" name="Freeform 52"/>
              <p:cNvSpPr>
                <a:spLocks/>
              </p:cNvSpPr>
              <p:nvPr/>
            </p:nvSpPr>
            <p:spPr bwMode="auto">
              <a:xfrm>
                <a:off x="-2054225" y="8331200"/>
                <a:ext cx="217488" cy="71438"/>
              </a:xfrm>
              <a:custGeom>
                <a:avLst/>
                <a:gdLst>
                  <a:gd name="T0" fmla="*/ 14 w 58"/>
                  <a:gd name="T1" fmla="*/ 2 h 19"/>
                  <a:gd name="T2" fmla="*/ 8 w 58"/>
                  <a:gd name="T3" fmla="*/ 0 h 19"/>
                  <a:gd name="T4" fmla="*/ 3 w 58"/>
                  <a:gd name="T5" fmla="*/ 1 h 19"/>
                  <a:gd name="T6" fmla="*/ 3 w 58"/>
                  <a:gd name="T7" fmla="*/ 12 h 19"/>
                  <a:gd name="T8" fmla="*/ 18 w 58"/>
                  <a:gd name="T9" fmla="*/ 19 h 19"/>
                  <a:gd name="T10" fmla="*/ 40 w 58"/>
                  <a:gd name="T11" fmla="*/ 19 h 19"/>
                  <a:gd name="T12" fmla="*/ 55 w 58"/>
                  <a:gd name="T13" fmla="*/ 12 h 19"/>
                  <a:gd name="T14" fmla="*/ 54 w 58"/>
                  <a:gd name="T15" fmla="*/ 1 h 19"/>
                  <a:gd name="T16" fmla="*/ 50 w 58"/>
                  <a:gd name="T17" fmla="*/ 0 h 19"/>
                  <a:gd name="T18" fmla="*/ 44 w 58"/>
                  <a:gd name="T19" fmla="*/ 2 h 19"/>
                  <a:gd name="T20" fmla="*/ 42 w 58"/>
                  <a:gd name="T21" fmla="*/ 4 h 19"/>
                  <a:gd name="T22" fmla="*/ 40 w 58"/>
                  <a:gd name="T23" fmla="*/ 4 h 19"/>
                  <a:gd name="T24" fmla="*/ 18 w 58"/>
                  <a:gd name="T25" fmla="*/ 4 h 19"/>
                  <a:gd name="T26" fmla="*/ 18 w 58"/>
                  <a:gd name="T27" fmla="*/ 4 h 19"/>
                  <a:gd name="T28" fmla="*/ 14 w 58"/>
                  <a:gd name="T29"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8" h="19">
                    <a:moveTo>
                      <a:pt x="14" y="2"/>
                    </a:moveTo>
                    <a:cubicBezTo>
                      <a:pt x="12" y="1"/>
                      <a:pt x="10" y="0"/>
                      <a:pt x="8" y="0"/>
                    </a:cubicBezTo>
                    <a:cubicBezTo>
                      <a:pt x="7" y="0"/>
                      <a:pt x="5" y="0"/>
                      <a:pt x="3" y="1"/>
                    </a:cubicBezTo>
                    <a:cubicBezTo>
                      <a:pt x="0" y="4"/>
                      <a:pt x="0" y="9"/>
                      <a:pt x="3" y="12"/>
                    </a:cubicBezTo>
                    <a:cubicBezTo>
                      <a:pt x="6" y="16"/>
                      <a:pt x="12" y="19"/>
                      <a:pt x="18" y="19"/>
                    </a:cubicBezTo>
                    <a:cubicBezTo>
                      <a:pt x="40" y="19"/>
                      <a:pt x="40" y="19"/>
                      <a:pt x="40" y="19"/>
                    </a:cubicBezTo>
                    <a:cubicBezTo>
                      <a:pt x="46" y="19"/>
                      <a:pt x="52" y="16"/>
                      <a:pt x="55" y="12"/>
                    </a:cubicBezTo>
                    <a:cubicBezTo>
                      <a:pt x="58" y="9"/>
                      <a:pt x="58" y="4"/>
                      <a:pt x="54" y="1"/>
                    </a:cubicBezTo>
                    <a:cubicBezTo>
                      <a:pt x="53" y="0"/>
                      <a:pt x="51" y="0"/>
                      <a:pt x="50" y="0"/>
                    </a:cubicBezTo>
                    <a:cubicBezTo>
                      <a:pt x="48" y="0"/>
                      <a:pt x="46" y="1"/>
                      <a:pt x="44" y="2"/>
                    </a:cubicBezTo>
                    <a:cubicBezTo>
                      <a:pt x="43" y="3"/>
                      <a:pt x="43" y="4"/>
                      <a:pt x="42" y="4"/>
                    </a:cubicBezTo>
                    <a:cubicBezTo>
                      <a:pt x="41" y="4"/>
                      <a:pt x="41" y="4"/>
                      <a:pt x="40" y="4"/>
                    </a:cubicBezTo>
                    <a:cubicBezTo>
                      <a:pt x="18" y="4"/>
                      <a:pt x="18" y="4"/>
                      <a:pt x="18" y="4"/>
                    </a:cubicBezTo>
                    <a:cubicBezTo>
                      <a:pt x="18" y="4"/>
                      <a:pt x="18" y="4"/>
                      <a:pt x="18" y="4"/>
                    </a:cubicBezTo>
                    <a:cubicBezTo>
                      <a:pt x="16" y="4"/>
                      <a:pt x="15" y="3"/>
                      <a:pt x="1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87" name="Freeform 53"/>
              <p:cNvSpPr>
                <a:spLocks/>
              </p:cNvSpPr>
              <p:nvPr/>
            </p:nvSpPr>
            <p:spPr bwMode="auto">
              <a:xfrm>
                <a:off x="-2949575" y="1719263"/>
                <a:ext cx="574675" cy="544513"/>
              </a:xfrm>
              <a:custGeom>
                <a:avLst/>
                <a:gdLst>
                  <a:gd name="T0" fmla="*/ 26 w 153"/>
                  <a:gd name="T1" fmla="*/ 145 h 145"/>
                  <a:gd name="T2" fmla="*/ 52 w 153"/>
                  <a:gd name="T3" fmla="*/ 119 h 145"/>
                  <a:gd name="T4" fmla="*/ 52 w 153"/>
                  <a:gd name="T5" fmla="*/ 119 h 145"/>
                  <a:gd name="T6" fmla="*/ 52 w 153"/>
                  <a:gd name="T7" fmla="*/ 33 h 145"/>
                  <a:gd name="T8" fmla="*/ 137 w 153"/>
                  <a:gd name="T9" fmla="*/ 33 h 145"/>
                  <a:gd name="T10" fmla="*/ 137 w 153"/>
                  <a:gd name="T11" fmla="*/ 94 h 145"/>
                  <a:gd name="T12" fmla="*/ 127 w 153"/>
                  <a:gd name="T13" fmla="*/ 93 h 145"/>
                  <a:gd name="T14" fmla="*/ 101 w 153"/>
                  <a:gd name="T15" fmla="*/ 119 h 145"/>
                  <a:gd name="T16" fmla="*/ 127 w 153"/>
                  <a:gd name="T17" fmla="*/ 145 h 145"/>
                  <a:gd name="T18" fmla="*/ 153 w 153"/>
                  <a:gd name="T19" fmla="*/ 119 h 145"/>
                  <a:gd name="T20" fmla="*/ 153 w 153"/>
                  <a:gd name="T21" fmla="*/ 119 h 145"/>
                  <a:gd name="T22" fmla="*/ 153 w 153"/>
                  <a:gd name="T23" fmla="*/ 119 h 145"/>
                  <a:gd name="T24" fmla="*/ 153 w 153"/>
                  <a:gd name="T25" fmla="*/ 33 h 145"/>
                  <a:gd name="T26" fmla="*/ 153 w 153"/>
                  <a:gd name="T27" fmla="*/ 0 h 145"/>
                  <a:gd name="T28" fmla="*/ 137 w 153"/>
                  <a:gd name="T29" fmla="*/ 0 h 145"/>
                  <a:gd name="T30" fmla="*/ 52 w 153"/>
                  <a:gd name="T31" fmla="*/ 0 h 145"/>
                  <a:gd name="T32" fmla="*/ 36 w 153"/>
                  <a:gd name="T33" fmla="*/ 0 h 145"/>
                  <a:gd name="T34" fmla="*/ 36 w 153"/>
                  <a:gd name="T35" fmla="*/ 33 h 145"/>
                  <a:gd name="T36" fmla="*/ 36 w 153"/>
                  <a:gd name="T37" fmla="*/ 94 h 145"/>
                  <a:gd name="T38" fmla="*/ 26 w 153"/>
                  <a:gd name="T39" fmla="*/ 93 h 145"/>
                  <a:gd name="T40" fmla="*/ 0 w 153"/>
                  <a:gd name="T41" fmla="*/ 119 h 145"/>
                  <a:gd name="T42" fmla="*/ 26 w 153"/>
                  <a:gd name="T43" fmla="*/ 145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3" h="145">
                    <a:moveTo>
                      <a:pt x="26" y="145"/>
                    </a:moveTo>
                    <a:cubicBezTo>
                      <a:pt x="40" y="145"/>
                      <a:pt x="52" y="133"/>
                      <a:pt x="52" y="119"/>
                    </a:cubicBezTo>
                    <a:cubicBezTo>
                      <a:pt x="52" y="119"/>
                      <a:pt x="52" y="119"/>
                      <a:pt x="52" y="119"/>
                    </a:cubicBezTo>
                    <a:cubicBezTo>
                      <a:pt x="52" y="33"/>
                      <a:pt x="52" y="33"/>
                      <a:pt x="52" y="33"/>
                    </a:cubicBezTo>
                    <a:cubicBezTo>
                      <a:pt x="137" y="33"/>
                      <a:pt x="137" y="33"/>
                      <a:pt x="137" y="33"/>
                    </a:cubicBezTo>
                    <a:cubicBezTo>
                      <a:pt x="137" y="94"/>
                      <a:pt x="137" y="94"/>
                      <a:pt x="137" y="94"/>
                    </a:cubicBezTo>
                    <a:cubicBezTo>
                      <a:pt x="134" y="93"/>
                      <a:pt x="130" y="93"/>
                      <a:pt x="127" y="93"/>
                    </a:cubicBezTo>
                    <a:cubicBezTo>
                      <a:pt x="112" y="93"/>
                      <a:pt x="101" y="104"/>
                      <a:pt x="101" y="119"/>
                    </a:cubicBezTo>
                    <a:cubicBezTo>
                      <a:pt x="101" y="133"/>
                      <a:pt x="112" y="145"/>
                      <a:pt x="127" y="145"/>
                    </a:cubicBezTo>
                    <a:cubicBezTo>
                      <a:pt x="141" y="145"/>
                      <a:pt x="153" y="133"/>
                      <a:pt x="153" y="119"/>
                    </a:cubicBezTo>
                    <a:cubicBezTo>
                      <a:pt x="153" y="119"/>
                      <a:pt x="153" y="119"/>
                      <a:pt x="153" y="119"/>
                    </a:cubicBezTo>
                    <a:cubicBezTo>
                      <a:pt x="153" y="119"/>
                      <a:pt x="153" y="119"/>
                      <a:pt x="153" y="119"/>
                    </a:cubicBezTo>
                    <a:cubicBezTo>
                      <a:pt x="153" y="33"/>
                      <a:pt x="153" y="33"/>
                      <a:pt x="153" y="33"/>
                    </a:cubicBezTo>
                    <a:cubicBezTo>
                      <a:pt x="153" y="0"/>
                      <a:pt x="153" y="0"/>
                      <a:pt x="153" y="0"/>
                    </a:cubicBezTo>
                    <a:cubicBezTo>
                      <a:pt x="137" y="0"/>
                      <a:pt x="137" y="0"/>
                      <a:pt x="137" y="0"/>
                    </a:cubicBezTo>
                    <a:cubicBezTo>
                      <a:pt x="52" y="0"/>
                      <a:pt x="52" y="0"/>
                      <a:pt x="52" y="0"/>
                    </a:cubicBezTo>
                    <a:cubicBezTo>
                      <a:pt x="36" y="0"/>
                      <a:pt x="36" y="0"/>
                      <a:pt x="36" y="0"/>
                    </a:cubicBezTo>
                    <a:cubicBezTo>
                      <a:pt x="36" y="33"/>
                      <a:pt x="36" y="33"/>
                      <a:pt x="36" y="33"/>
                    </a:cubicBezTo>
                    <a:cubicBezTo>
                      <a:pt x="36" y="94"/>
                      <a:pt x="36" y="94"/>
                      <a:pt x="36" y="94"/>
                    </a:cubicBezTo>
                    <a:cubicBezTo>
                      <a:pt x="33" y="93"/>
                      <a:pt x="29" y="93"/>
                      <a:pt x="26" y="93"/>
                    </a:cubicBezTo>
                    <a:cubicBezTo>
                      <a:pt x="11" y="93"/>
                      <a:pt x="0" y="104"/>
                      <a:pt x="0" y="119"/>
                    </a:cubicBezTo>
                    <a:cubicBezTo>
                      <a:pt x="0" y="133"/>
                      <a:pt x="11" y="145"/>
                      <a:pt x="26" y="1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88" name="Freeform 54"/>
              <p:cNvSpPr>
                <a:spLocks/>
              </p:cNvSpPr>
              <p:nvPr/>
            </p:nvSpPr>
            <p:spPr bwMode="auto">
              <a:xfrm>
                <a:off x="-1382713" y="8283575"/>
                <a:ext cx="195263" cy="63500"/>
              </a:xfrm>
              <a:custGeom>
                <a:avLst/>
                <a:gdLst>
                  <a:gd name="T0" fmla="*/ 3 w 123"/>
                  <a:gd name="T1" fmla="*/ 0 h 40"/>
                  <a:gd name="T2" fmla="*/ 0 w 123"/>
                  <a:gd name="T3" fmla="*/ 40 h 40"/>
                  <a:gd name="T4" fmla="*/ 123 w 123"/>
                  <a:gd name="T5" fmla="*/ 40 h 40"/>
                  <a:gd name="T6" fmla="*/ 121 w 123"/>
                  <a:gd name="T7" fmla="*/ 0 h 40"/>
                  <a:gd name="T8" fmla="*/ 3 w 123"/>
                  <a:gd name="T9" fmla="*/ 0 h 40"/>
                </a:gdLst>
                <a:ahLst/>
                <a:cxnLst>
                  <a:cxn ang="0">
                    <a:pos x="T0" y="T1"/>
                  </a:cxn>
                  <a:cxn ang="0">
                    <a:pos x="T2" y="T3"/>
                  </a:cxn>
                  <a:cxn ang="0">
                    <a:pos x="T4" y="T5"/>
                  </a:cxn>
                  <a:cxn ang="0">
                    <a:pos x="T6" y="T7"/>
                  </a:cxn>
                  <a:cxn ang="0">
                    <a:pos x="T8" y="T9"/>
                  </a:cxn>
                </a:cxnLst>
                <a:rect l="0" t="0" r="r" b="b"/>
                <a:pathLst>
                  <a:path w="123" h="40">
                    <a:moveTo>
                      <a:pt x="3" y="0"/>
                    </a:moveTo>
                    <a:lnTo>
                      <a:pt x="0" y="40"/>
                    </a:lnTo>
                    <a:lnTo>
                      <a:pt x="123" y="40"/>
                    </a:lnTo>
                    <a:lnTo>
                      <a:pt x="121" y="0"/>
                    </a:ln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89" name="Freeform 55"/>
              <p:cNvSpPr>
                <a:spLocks noEditPoints="1"/>
              </p:cNvSpPr>
              <p:nvPr/>
            </p:nvSpPr>
            <p:spPr bwMode="auto">
              <a:xfrm>
                <a:off x="-1555750" y="7926388"/>
                <a:ext cx="546100" cy="338138"/>
              </a:xfrm>
              <a:custGeom>
                <a:avLst/>
                <a:gdLst>
                  <a:gd name="T0" fmla="*/ 230 w 344"/>
                  <a:gd name="T1" fmla="*/ 213 h 213"/>
                  <a:gd name="T2" fmla="*/ 344 w 344"/>
                  <a:gd name="T3" fmla="*/ 213 h 213"/>
                  <a:gd name="T4" fmla="*/ 344 w 344"/>
                  <a:gd name="T5" fmla="*/ 0 h 213"/>
                  <a:gd name="T6" fmla="*/ 171 w 344"/>
                  <a:gd name="T7" fmla="*/ 0 h 213"/>
                  <a:gd name="T8" fmla="*/ 171 w 344"/>
                  <a:gd name="T9" fmla="*/ 26 h 213"/>
                  <a:gd name="T10" fmla="*/ 313 w 344"/>
                  <a:gd name="T11" fmla="*/ 26 h 213"/>
                  <a:gd name="T12" fmla="*/ 313 w 344"/>
                  <a:gd name="T13" fmla="*/ 187 h 213"/>
                  <a:gd name="T14" fmla="*/ 228 w 344"/>
                  <a:gd name="T15" fmla="*/ 187 h 213"/>
                  <a:gd name="T16" fmla="*/ 171 w 344"/>
                  <a:gd name="T17" fmla="*/ 187 h 213"/>
                  <a:gd name="T18" fmla="*/ 171 w 344"/>
                  <a:gd name="T19" fmla="*/ 213 h 213"/>
                  <a:gd name="T20" fmla="*/ 230 w 344"/>
                  <a:gd name="T21" fmla="*/ 213 h 213"/>
                  <a:gd name="T22" fmla="*/ 171 w 344"/>
                  <a:gd name="T23" fmla="*/ 0 h 213"/>
                  <a:gd name="T24" fmla="*/ 0 w 344"/>
                  <a:gd name="T25" fmla="*/ 0 h 213"/>
                  <a:gd name="T26" fmla="*/ 0 w 344"/>
                  <a:gd name="T27" fmla="*/ 213 h 213"/>
                  <a:gd name="T28" fmla="*/ 112 w 344"/>
                  <a:gd name="T29" fmla="*/ 213 h 213"/>
                  <a:gd name="T30" fmla="*/ 171 w 344"/>
                  <a:gd name="T31" fmla="*/ 213 h 213"/>
                  <a:gd name="T32" fmla="*/ 171 w 344"/>
                  <a:gd name="T33" fmla="*/ 187 h 213"/>
                  <a:gd name="T34" fmla="*/ 114 w 344"/>
                  <a:gd name="T35" fmla="*/ 187 h 213"/>
                  <a:gd name="T36" fmla="*/ 31 w 344"/>
                  <a:gd name="T37" fmla="*/ 187 h 213"/>
                  <a:gd name="T38" fmla="*/ 31 w 344"/>
                  <a:gd name="T39" fmla="*/ 187 h 213"/>
                  <a:gd name="T40" fmla="*/ 31 w 344"/>
                  <a:gd name="T41" fmla="*/ 26 h 213"/>
                  <a:gd name="T42" fmla="*/ 171 w 344"/>
                  <a:gd name="T43" fmla="*/ 26 h 213"/>
                  <a:gd name="T44" fmla="*/ 171 w 344"/>
                  <a:gd name="T45" fmla="*/ 0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44" h="213">
                    <a:moveTo>
                      <a:pt x="230" y="213"/>
                    </a:moveTo>
                    <a:lnTo>
                      <a:pt x="344" y="213"/>
                    </a:lnTo>
                    <a:lnTo>
                      <a:pt x="344" y="0"/>
                    </a:lnTo>
                    <a:lnTo>
                      <a:pt x="171" y="0"/>
                    </a:lnTo>
                    <a:lnTo>
                      <a:pt x="171" y="26"/>
                    </a:lnTo>
                    <a:lnTo>
                      <a:pt x="313" y="26"/>
                    </a:lnTo>
                    <a:lnTo>
                      <a:pt x="313" y="187"/>
                    </a:lnTo>
                    <a:lnTo>
                      <a:pt x="228" y="187"/>
                    </a:lnTo>
                    <a:lnTo>
                      <a:pt x="171" y="187"/>
                    </a:lnTo>
                    <a:lnTo>
                      <a:pt x="171" y="213"/>
                    </a:lnTo>
                    <a:lnTo>
                      <a:pt x="230" y="213"/>
                    </a:lnTo>
                    <a:close/>
                    <a:moveTo>
                      <a:pt x="171" y="0"/>
                    </a:moveTo>
                    <a:lnTo>
                      <a:pt x="0" y="0"/>
                    </a:lnTo>
                    <a:lnTo>
                      <a:pt x="0" y="213"/>
                    </a:lnTo>
                    <a:lnTo>
                      <a:pt x="112" y="213"/>
                    </a:lnTo>
                    <a:lnTo>
                      <a:pt x="171" y="213"/>
                    </a:lnTo>
                    <a:lnTo>
                      <a:pt x="171" y="187"/>
                    </a:lnTo>
                    <a:lnTo>
                      <a:pt x="114" y="187"/>
                    </a:lnTo>
                    <a:lnTo>
                      <a:pt x="31" y="187"/>
                    </a:lnTo>
                    <a:lnTo>
                      <a:pt x="31" y="187"/>
                    </a:lnTo>
                    <a:lnTo>
                      <a:pt x="31" y="26"/>
                    </a:lnTo>
                    <a:lnTo>
                      <a:pt x="171" y="26"/>
                    </a:lnTo>
                    <a:lnTo>
                      <a:pt x="17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90" name="Freeform 56"/>
              <p:cNvSpPr>
                <a:spLocks/>
              </p:cNvSpPr>
              <p:nvPr/>
            </p:nvSpPr>
            <p:spPr bwMode="auto">
              <a:xfrm>
                <a:off x="-1419225" y="8366125"/>
                <a:ext cx="269875" cy="25400"/>
              </a:xfrm>
              <a:custGeom>
                <a:avLst/>
                <a:gdLst>
                  <a:gd name="T0" fmla="*/ 0 w 170"/>
                  <a:gd name="T1" fmla="*/ 0 h 16"/>
                  <a:gd name="T2" fmla="*/ 0 w 170"/>
                  <a:gd name="T3" fmla="*/ 16 h 16"/>
                  <a:gd name="T4" fmla="*/ 170 w 170"/>
                  <a:gd name="T5" fmla="*/ 16 h 16"/>
                  <a:gd name="T6" fmla="*/ 170 w 170"/>
                  <a:gd name="T7" fmla="*/ 0 h 16"/>
                  <a:gd name="T8" fmla="*/ 146 w 170"/>
                  <a:gd name="T9" fmla="*/ 0 h 16"/>
                  <a:gd name="T10" fmla="*/ 23 w 170"/>
                  <a:gd name="T11" fmla="*/ 0 h 16"/>
                  <a:gd name="T12" fmla="*/ 0 w 170"/>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170" h="16">
                    <a:moveTo>
                      <a:pt x="0" y="0"/>
                    </a:moveTo>
                    <a:lnTo>
                      <a:pt x="0" y="16"/>
                    </a:lnTo>
                    <a:lnTo>
                      <a:pt x="170" y="16"/>
                    </a:lnTo>
                    <a:lnTo>
                      <a:pt x="170" y="0"/>
                    </a:lnTo>
                    <a:lnTo>
                      <a:pt x="146" y="0"/>
                    </a:lnTo>
                    <a:lnTo>
                      <a:pt x="23"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91" name="Freeform 57"/>
              <p:cNvSpPr>
                <a:spLocks noEditPoints="1"/>
              </p:cNvSpPr>
              <p:nvPr/>
            </p:nvSpPr>
            <p:spPr bwMode="auto">
              <a:xfrm>
                <a:off x="-4494213" y="8478838"/>
                <a:ext cx="233363" cy="520700"/>
              </a:xfrm>
              <a:custGeom>
                <a:avLst/>
                <a:gdLst>
                  <a:gd name="T0" fmla="*/ 31 w 62"/>
                  <a:gd name="T1" fmla="*/ 120 h 139"/>
                  <a:gd name="T2" fmla="*/ 31 w 62"/>
                  <a:gd name="T3" fmla="*/ 120 h 139"/>
                  <a:gd name="T4" fmla="*/ 60 w 62"/>
                  <a:gd name="T5" fmla="*/ 135 h 139"/>
                  <a:gd name="T6" fmla="*/ 61 w 62"/>
                  <a:gd name="T7" fmla="*/ 135 h 139"/>
                  <a:gd name="T8" fmla="*/ 61 w 62"/>
                  <a:gd name="T9" fmla="*/ 36 h 139"/>
                  <a:gd name="T10" fmla="*/ 60 w 62"/>
                  <a:gd name="T11" fmla="*/ 22 h 139"/>
                  <a:gd name="T12" fmla="*/ 52 w 62"/>
                  <a:gd name="T13" fmla="*/ 12 h 139"/>
                  <a:gd name="T14" fmla="*/ 52 w 62"/>
                  <a:gd name="T15" fmla="*/ 4 h 139"/>
                  <a:gd name="T16" fmla="*/ 52 w 62"/>
                  <a:gd name="T17" fmla="*/ 0 h 139"/>
                  <a:gd name="T18" fmla="*/ 48 w 62"/>
                  <a:gd name="T19" fmla="*/ 0 h 139"/>
                  <a:gd name="T20" fmla="*/ 31 w 62"/>
                  <a:gd name="T21" fmla="*/ 0 h 139"/>
                  <a:gd name="T22" fmla="*/ 31 w 62"/>
                  <a:gd name="T23" fmla="*/ 4 h 139"/>
                  <a:gd name="T24" fmla="*/ 48 w 62"/>
                  <a:gd name="T25" fmla="*/ 4 h 139"/>
                  <a:gd name="T26" fmla="*/ 48 w 62"/>
                  <a:gd name="T27" fmla="*/ 10 h 139"/>
                  <a:gd name="T28" fmla="*/ 48 w 62"/>
                  <a:gd name="T29" fmla="*/ 58 h 139"/>
                  <a:gd name="T30" fmla="*/ 31 w 62"/>
                  <a:gd name="T31" fmla="*/ 40 h 139"/>
                  <a:gd name="T32" fmla="*/ 31 w 62"/>
                  <a:gd name="T33" fmla="*/ 41 h 139"/>
                  <a:gd name="T34" fmla="*/ 31 w 62"/>
                  <a:gd name="T35" fmla="*/ 120 h 139"/>
                  <a:gd name="T36" fmla="*/ 1 w 62"/>
                  <a:gd name="T37" fmla="*/ 135 h 139"/>
                  <a:gd name="T38" fmla="*/ 31 w 62"/>
                  <a:gd name="T39" fmla="*/ 120 h 139"/>
                  <a:gd name="T40" fmla="*/ 31 w 62"/>
                  <a:gd name="T41" fmla="*/ 41 h 139"/>
                  <a:gd name="T42" fmla="*/ 13 w 62"/>
                  <a:gd name="T43" fmla="*/ 58 h 139"/>
                  <a:gd name="T44" fmla="*/ 13 w 62"/>
                  <a:gd name="T45" fmla="*/ 10 h 139"/>
                  <a:gd name="T46" fmla="*/ 13 w 62"/>
                  <a:gd name="T47" fmla="*/ 10 h 139"/>
                  <a:gd name="T48" fmla="*/ 13 w 62"/>
                  <a:gd name="T49" fmla="*/ 10 h 139"/>
                  <a:gd name="T50" fmla="*/ 13 w 62"/>
                  <a:gd name="T51" fmla="*/ 4 h 139"/>
                  <a:gd name="T52" fmla="*/ 31 w 62"/>
                  <a:gd name="T53" fmla="*/ 4 h 139"/>
                  <a:gd name="T54" fmla="*/ 31 w 62"/>
                  <a:gd name="T55" fmla="*/ 0 h 139"/>
                  <a:gd name="T56" fmla="*/ 13 w 62"/>
                  <a:gd name="T57" fmla="*/ 0 h 139"/>
                  <a:gd name="T58" fmla="*/ 9 w 62"/>
                  <a:gd name="T59" fmla="*/ 0 h 139"/>
                  <a:gd name="T60" fmla="*/ 9 w 62"/>
                  <a:gd name="T61" fmla="*/ 4 h 139"/>
                  <a:gd name="T62" fmla="*/ 9 w 62"/>
                  <a:gd name="T63" fmla="*/ 12 h 139"/>
                  <a:gd name="T64" fmla="*/ 1 w 62"/>
                  <a:gd name="T65" fmla="*/ 22 h 139"/>
                  <a:gd name="T66" fmla="*/ 0 w 62"/>
                  <a:gd name="T67" fmla="*/ 36 h 139"/>
                  <a:gd name="T68" fmla="*/ 0 w 62"/>
                  <a:gd name="T69" fmla="*/ 135 h 139"/>
                  <a:gd name="T70" fmla="*/ 1 w 62"/>
                  <a:gd name="T71" fmla="*/ 135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2" h="139">
                    <a:moveTo>
                      <a:pt x="31" y="120"/>
                    </a:moveTo>
                    <a:cubicBezTo>
                      <a:pt x="31" y="120"/>
                      <a:pt x="31" y="120"/>
                      <a:pt x="31" y="120"/>
                    </a:cubicBezTo>
                    <a:cubicBezTo>
                      <a:pt x="45" y="120"/>
                      <a:pt x="57" y="123"/>
                      <a:pt x="60" y="135"/>
                    </a:cubicBezTo>
                    <a:cubicBezTo>
                      <a:pt x="62" y="139"/>
                      <a:pt x="61" y="139"/>
                      <a:pt x="61" y="135"/>
                    </a:cubicBezTo>
                    <a:cubicBezTo>
                      <a:pt x="61" y="114"/>
                      <a:pt x="61" y="57"/>
                      <a:pt x="61" y="36"/>
                    </a:cubicBezTo>
                    <a:cubicBezTo>
                      <a:pt x="61" y="32"/>
                      <a:pt x="62" y="26"/>
                      <a:pt x="60" y="22"/>
                    </a:cubicBezTo>
                    <a:cubicBezTo>
                      <a:pt x="59" y="17"/>
                      <a:pt x="56" y="14"/>
                      <a:pt x="52" y="12"/>
                    </a:cubicBezTo>
                    <a:cubicBezTo>
                      <a:pt x="52" y="4"/>
                      <a:pt x="52" y="4"/>
                      <a:pt x="52" y="4"/>
                    </a:cubicBezTo>
                    <a:cubicBezTo>
                      <a:pt x="52" y="0"/>
                      <a:pt x="52" y="0"/>
                      <a:pt x="52" y="0"/>
                    </a:cubicBezTo>
                    <a:cubicBezTo>
                      <a:pt x="48" y="0"/>
                      <a:pt x="48" y="0"/>
                      <a:pt x="48" y="0"/>
                    </a:cubicBezTo>
                    <a:cubicBezTo>
                      <a:pt x="31" y="0"/>
                      <a:pt x="31" y="0"/>
                      <a:pt x="31" y="0"/>
                    </a:cubicBezTo>
                    <a:cubicBezTo>
                      <a:pt x="31" y="4"/>
                      <a:pt x="31" y="4"/>
                      <a:pt x="31" y="4"/>
                    </a:cubicBezTo>
                    <a:cubicBezTo>
                      <a:pt x="48" y="4"/>
                      <a:pt x="48" y="4"/>
                      <a:pt x="48" y="4"/>
                    </a:cubicBezTo>
                    <a:cubicBezTo>
                      <a:pt x="48" y="10"/>
                      <a:pt x="48" y="10"/>
                      <a:pt x="48" y="10"/>
                    </a:cubicBezTo>
                    <a:cubicBezTo>
                      <a:pt x="48" y="58"/>
                      <a:pt x="48" y="58"/>
                      <a:pt x="48" y="58"/>
                    </a:cubicBezTo>
                    <a:cubicBezTo>
                      <a:pt x="31" y="40"/>
                      <a:pt x="31" y="40"/>
                      <a:pt x="31" y="40"/>
                    </a:cubicBezTo>
                    <a:cubicBezTo>
                      <a:pt x="31" y="41"/>
                      <a:pt x="31" y="41"/>
                      <a:pt x="31" y="41"/>
                    </a:cubicBezTo>
                    <a:lnTo>
                      <a:pt x="31" y="120"/>
                    </a:lnTo>
                    <a:close/>
                    <a:moveTo>
                      <a:pt x="1" y="135"/>
                    </a:moveTo>
                    <a:cubicBezTo>
                      <a:pt x="4" y="123"/>
                      <a:pt x="16" y="120"/>
                      <a:pt x="31" y="120"/>
                    </a:cubicBezTo>
                    <a:cubicBezTo>
                      <a:pt x="31" y="41"/>
                      <a:pt x="31" y="41"/>
                      <a:pt x="31" y="41"/>
                    </a:cubicBezTo>
                    <a:cubicBezTo>
                      <a:pt x="13" y="58"/>
                      <a:pt x="13" y="58"/>
                      <a:pt x="13" y="58"/>
                    </a:cubicBezTo>
                    <a:cubicBezTo>
                      <a:pt x="13" y="10"/>
                      <a:pt x="13" y="10"/>
                      <a:pt x="13" y="10"/>
                    </a:cubicBezTo>
                    <a:cubicBezTo>
                      <a:pt x="13" y="10"/>
                      <a:pt x="13" y="10"/>
                      <a:pt x="13" y="10"/>
                    </a:cubicBezTo>
                    <a:cubicBezTo>
                      <a:pt x="13" y="10"/>
                      <a:pt x="13" y="10"/>
                      <a:pt x="13" y="10"/>
                    </a:cubicBezTo>
                    <a:cubicBezTo>
                      <a:pt x="13" y="4"/>
                      <a:pt x="13" y="4"/>
                      <a:pt x="13" y="4"/>
                    </a:cubicBezTo>
                    <a:cubicBezTo>
                      <a:pt x="31" y="4"/>
                      <a:pt x="31" y="4"/>
                      <a:pt x="31" y="4"/>
                    </a:cubicBezTo>
                    <a:cubicBezTo>
                      <a:pt x="31" y="0"/>
                      <a:pt x="31" y="0"/>
                      <a:pt x="31" y="0"/>
                    </a:cubicBezTo>
                    <a:cubicBezTo>
                      <a:pt x="13" y="0"/>
                      <a:pt x="13" y="0"/>
                      <a:pt x="13" y="0"/>
                    </a:cubicBezTo>
                    <a:cubicBezTo>
                      <a:pt x="9" y="0"/>
                      <a:pt x="9" y="0"/>
                      <a:pt x="9" y="0"/>
                    </a:cubicBezTo>
                    <a:cubicBezTo>
                      <a:pt x="9" y="4"/>
                      <a:pt x="9" y="4"/>
                      <a:pt x="9" y="4"/>
                    </a:cubicBezTo>
                    <a:cubicBezTo>
                      <a:pt x="9" y="12"/>
                      <a:pt x="9" y="12"/>
                      <a:pt x="9" y="12"/>
                    </a:cubicBezTo>
                    <a:cubicBezTo>
                      <a:pt x="5" y="14"/>
                      <a:pt x="2" y="17"/>
                      <a:pt x="1" y="22"/>
                    </a:cubicBezTo>
                    <a:cubicBezTo>
                      <a:pt x="0" y="26"/>
                      <a:pt x="0" y="32"/>
                      <a:pt x="0" y="36"/>
                    </a:cubicBezTo>
                    <a:cubicBezTo>
                      <a:pt x="0" y="57"/>
                      <a:pt x="0" y="114"/>
                      <a:pt x="0" y="135"/>
                    </a:cubicBezTo>
                    <a:cubicBezTo>
                      <a:pt x="0" y="139"/>
                      <a:pt x="0" y="139"/>
                      <a:pt x="1" y="1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92" name="Freeform 58"/>
              <p:cNvSpPr>
                <a:spLocks/>
              </p:cNvSpPr>
              <p:nvPr/>
            </p:nvSpPr>
            <p:spPr bwMode="auto">
              <a:xfrm>
                <a:off x="-4249738" y="8509000"/>
                <a:ext cx="236538" cy="490538"/>
              </a:xfrm>
              <a:custGeom>
                <a:avLst/>
                <a:gdLst>
                  <a:gd name="T0" fmla="*/ 2 w 63"/>
                  <a:gd name="T1" fmla="*/ 127 h 131"/>
                  <a:gd name="T2" fmla="*/ 32 w 63"/>
                  <a:gd name="T3" fmla="*/ 112 h 131"/>
                  <a:gd name="T4" fmla="*/ 61 w 63"/>
                  <a:gd name="T5" fmla="*/ 127 h 131"/>
                  <a:gd name="T6" fmla="*/ 62 w 63"/>
                  <a:gd name="T7" fmla="*/ 127 h 131"/>
                  <a:gd name="T8" fmla="*/ 62 w 63"/>
                  <a:gd name="T9" fmla="*/ 28 h 131"/>
                  <a:gd name="T10" fmla="*/ 61 w 63"/>
                  <a:gd name="T11" fmla="*/ 14 h 131"/>
                  <a:gd name="T12" fmla="*/ 32 w 63"/>
                  <a:gd name="T13" fmla="*/ 0 h 131"/>
                  <a:gd name="T14" fmla="*/ 2 w 63"/>
                  <a:gd name="T15" fmla="*/ 14 h 131"/>
                  <a:gd name="T16" fmla="*/ 1 w 63"/>
                  <a:gd name="T17" fmla="*/ 28 h 131"/>
                  <a:gd name="T18" fmla="*/ 1 w 63"/>
                  <a:gd name="T19" fmla="*/ 127 h 131"/>
                  <a:gd name="T20" fmla="*/ 2 w 63"/>
                  <a:gd name="T21" fmla="*/ 127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3" h="131">
                    <a:moveTo>
                      <a:pt x="2" y="127"/>
                    </a:moveTo>
                    <a:cubicBezTo>
                      <a:pt x="5" y="115"/>
                      <a:pt x="17" y="112"/>
                      <a:pt x="32" y="112"/>
                    </a:cubicBezTo>
                    <a:cubicBezTo>
                      <a:pt x="46" y="112"/>
                      <a:pt x="58" y="115"/>
                      <a:pt x="61" y="127"/>
                    </a:cubicBezTo>
                    <a:cubicBezTo>
                      <a:pt x="63" y="131"/>
                      <a:pt x="62" y="131"/>
                      <a:pt x="62" y="127"/>
                    </a:cubicBezTo>
                    <a:cubicBezTo>
                      <a:pt x="62" y="106"/>
                      <a:pt x="62" y="49"/>
                      <a:pt x="62" y="28"/>
                    </a:cubicBezTo>
                    <a:cubicBezTo>
                      <a:pt x="62" y="24"/>
                      <a:pt x="62" y="18"/>
                      <a:pt x="61" y="14"/>
                    </a:cubicBezTo>
                    <a:cubicBezTo>
                      <a:pt x="57" y="3"/>
                      <a:pt x="46" y="0"/>
                      <a:pt x="32" y="0"/>
                    </a:cubicBezTo>
                    <a:cubicBezTo>
                      <a:pt x="17" y="0"/>
                      <a:pt x="6" y="3"/>
                      <a:pt x="2" y="14"/>
                    </a:cubicBezTo>
                    <a:cubicBezTo>
                      <a:pt x="1" y="18"/>
                      <a:pt x="1" y="24"/>
                      <a:pt x="1" y="28"/>
                    </a:cubicBezTo>
                    <a:cubicBezTo>
                      <a:pt x="1" y="49"/>
                      <a:pt x="1" y="106"/>
                      <a:pt x="1" y="127"/>
                    </a:cubicBezTo>
                    <a:cubicBezTo>
                      <a:pt x="1" y="131"/>
                      <a:pt x="0" y="131"/>
                      <a:pt x="2" y="1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93" name="Freeform 59"/>
              <p:cNvSpPr>
                <a:spLocks noEditPoints="1"/>
              </p:cNvSpPr>
              <p:nvPr/>
            </p:nvSpPr>
            <p:spPr bwMode="auto">
              <a:xfrm>
                <a:off x="-1698625" y="3784600"/>
                <a:ext cx="444500" cy="447675"/>
              </a:xfrm>
              <a:custGeom>
                <a:avLst/>
                <a:gdLst>
                  <a:gd name="T0" fmla="*/ 59 w 118"/>
                  <a:gd name="T1" fmla="*/ 119 h 119"/>
                  <a:gd name="T2" fmla="*/ 68 w 118"/>
                  <a:gd name="T3" fmla="*/ 119 h 119"/>
                  <a:gd name="T4" fmla="*/ 68 w 118"/>
                  <a:gd name="T5" fmla="*/ 110 h 119"/>
                  <a:gd name="T6" fmla="*/ 88 w 118"/>
                  <a:gd name="T7" fmla="*/ 102 h 119"/>
                  <a:gd name="T8" fmla="*/ 94 w 118"/>
                  <a:gd name="T9" fmla="*/ 108 h 119"/>
                  <a:gd name="T10" fmla="*/ 108 w 118"/>
                  <a:gd name="T11" fmla="*/ 95 h 119"/>
                  <a:gd name="T12" fmla="*/ 101 w 118"/>
                  <a:gd name="T13" fmla="*/ 89 h 119"/>
                  <a:gd name="T14" fmla="*/ 109 w 118"/>
                  <a:gd name="T15" fmla="*/ 69 h 119"/>
                  <a:gd name="T16" fmla="*/ 118 w 118"/>
                  <a:gd name="T17" fmla="*/ 69 h 119"/>
                  <a:gd name="T18" fmla="*/ 118 w 118"/>
                  <a:gd name="T19" fmla="*/ 50 h 119"/>
                  <a:gd name="T20" fmla="*/ 109 w 118"/>
                  <a:gd name="T21" fmla="*/ 50 h 119"/>
                  <a:gd name="T22" fmla="*/ 101 w 118"/>
                  <a:gd name="T23" fmla="*/ 31 h 119"/>
                  <a:gd name="T24" fmla="*/ 108 w 118"/>
                  <a:gd name="T25" fmla="*/ 24 h 119"/>
                  <a:gd name="T26" fmla="*/ 94 w 118"/>
                  <a:gd name="T27" fmla="*/ 11 h 119"/>
                  <a:gd name="T28" fmla="*/ 88 w 118"/>
                  <a:gd name="T29" fmla="*/ 17 h 119"/>
                  <a:gd name="T30" fmla="*/ 68 w 118"/>
                  <a:gd name="T31" fmla="*/ 9 h 119"/>
                  <a:gd name="T32" fmla="*/ 68 w 118"/>
                  <a:gd name="T33" fmla="*/ 0 h 119"/>
                  <a:gd name="T34" fmla="*/ 59 w 118"/>
                  <a:gd name="T35" fmla="*/ 0 h 119"/>
                  <a:gd name="T36" fmla="*/ 59 w 118"/>
                  <a:gd name="T37" fmla="*/ 22 h 119"/>
                  <a:gd name="T38" fmla="*/ 97 w 118"/>
                  <a:gd name="T39" fmla="*/ 60 h 119"/>
                  <a:gd name="T40" fmla="*/ 59 w 118"/>
                  <a:gd name="T41" fmla="*/ 97 h 119"/>
                  <a:gd name="T42" fmla="*/ 59 w 118"/>
                  <a:gd name="T43" fmla="*/ 119 h 119"/>
                  <a:gd name="T44" fmla="*/ 17 w 118"/>
                  <a:gd name="T45" fmla="*/ 89 h 119"/>
                  <a:gd name="T46" fmla="*/ 11 w 118"/>
                  <a:gd name="T47" fmla="*/ 95 h 119"/>
                  <a:gd name="T48" fmla="*/ 24 w 118"/>
                  <a:gd name="T49" fmla="*/ 108 h 119"/>
                  <a:gd name="T50" fmla="*/ 30 w 118"/>
                  <a:gd name="T51" fmla="*/ 102 h 119"/>
                  <a:gd name="T52" fmla="*/ 50 w 118"/>
                  <a:gd name="T53" fmla="*/ 110 h 119"/>
                  <a:gd name="T54" fmla="*/ 50 w 118"/>
                  <a:gd name="T55" fmla="*/ 119 h 119"/>
                  <a:gd name="T56" fmla="*/ 59 w 118"/>
                  <a:gd name="T57" fmla="*/ 119 h 119"/>
                  <a:gd name="T58" fmla="*/ 59 w 118"/>
                  <a:gd name="T59" fmla="*/ 97 h 119"/>
                  <a:gd name="T60" fmla="*/ 59 w 118"/>
                  <a:gd name="T61" fmla="*/ 97 h 119"/>
                  <a:gd name="T62" fmla="*/ 21 w 118"/>
                  <a:gd name="T63" fmla="*/ 60 h 119"/>
                  <a:gd name="T64" fmla="*/ 59 w 118"/>
                  <a:gd name="T65" fmla="*/ 22 h 119"/>
                  <a:gd name="T66" fmla="*/ 59 w 118"/>
                  <a:gd name="T67" fmla="*/ 22 h 119"/>
                  <a:gd name="T68" fmla="*/ 59 w 118"/>
                  <a:gd name="T69" fmla="*/ 22 h 119"/>
                  <a:gd name="T70" fmla="*/ 59 w 118"/>
                  <a:gd name="T71" fmla="*/ 0 h 119"/>
                  <a:gd name="T72" fmla="*/ 50 w 118"/>
                  <a:gd name="T73" fmla="*/ 0 h 119"/>
                  <a:gd name="T74" fmla="*/ 50 w 118"/>
                  <a:gd name="T75" fmla="*/ 9 h 119"/>
                  <a:gd name="T76" fmla="*/ 30 w 118"/>
                  <a:gd name="T77" fmla="*/ 17 h 119"/>
                  <a:gd name="T78" fmla="*/ 24 w 118"/>
                  <a:gd name="T79" fmla="*/ 11 h 119"/>
                  <a:gd name="T80" fmla="*/ 11 w 118"/>
                  <a:gd name="T81" fmla="*/ 24 h 119"/>
                  <a:gd name="T82" fmla="*/ 17 w 118"/>
                  <a:gd name="T83" fmla="*/ 31 h 119"/>
                  <a:gd name="T84" fmla="*/ 9 w 118"/>
                  <a:gd name="T85" fmla="*/ 50 h 119"/>
                  <a:gd name="T86" fmla="*/ 0 w 118"/>
                  <a:gd name="T87" fmla="*/ 50 h 119"/>
                  <a:gd name="T88" fmla="*/ 0 w 118"/>
                  <a:gd name="T89" fmla="*/ 69 h 119"/>
                  <a:gd name="T90" fmla="*/ 9 w 118"/>
                  <a:gd name="T91" fmla="*/ 69 h 119"/>
                  <a:gd name="T92" fmla="*/ 17 w 118"/>
                  <a:gd name="T93" fmla="*/ 89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8" h="119">
                    <a:moveTo>
                      <a:pt x="59" y="119"/>
                    </a:moveTo>
                    <a:cubicBezTo>
                      <a:pt x="68" y="119"/>
                      <a:pt x="68" y="119"/>
                      <a:pt x="68" y="119"/>
                    </a:cubicBezTo>
                    <a:cubicBezTo>
                      <a:pt x="68" y="110"/>
                      <a:pt x="68" y="110"/>
                      <a:pt x="68" y="110"/>
                    </a:cubicBezTo>
                    <a:cubicBezTo>
                      <a:pt x="76" y="109"/>
                      <a:pt x="82" y="106"/>
                      <a:pt x="88" y="102"/>
                    </a:cubicBezTo>
                    <a:cubicBezTo>
                      <a:pt x="94" y="108"/>
                      <a:pt x="94" y="108"/>
                      <a:pt x="94" y="108"/>
                    </a:cubicBezTo>
                    <a:cubicBezTo>
                      <a:pt x="108" y="95"/>
                      <a:pt x="108" y="95"/>
                      <a:pt x="108" y="95"/>
                    </a:cubicBezTo>
                    <a:cubicBezTo>
                      <a:pt x="101" y="89"/>
                      <a:pt x="101" y="89"/>
                      <a:pt x="101" y="89"/>
                    </a:cubicBezTo>
                    <a:cubicBezTo>
                      <a:pt x="105" y="83"/>
                      <a:pt x="108" y="76"/>
                      <a:pt x="109" y="69"/>
                    </a:cubicBezTo>
                    <a:cubicBezTo>
                      <a:pt x="118" y="69"/>
                      <a:pt x="118" y="69"/>
                      <a:pt x="118" y="69"/>
                    </a:cubicBezTo>
                    <a:cubicBezTo>
                      <a:pt x="118" y="50"/>
                      <a:pt x="118" y="50"/>
                      <a:pt x="118" y="50"/>
                    </a:cubicBezTo>
                    <a:cubicBezTo>
                      <a:pt x="109" y="50"/>
                      <a:pt x="109" y="50"/>
                      <a:pt x="109" y="50"/>
                    </a:cubicBezTo>
                    <a:cubicBezTo>
                      <a:pt x="108" y="43"/>
                      <a:pt x="105" y="36"/>
                      <a:pt x="101" y="31"/>
                    </a:cubicBezTo>
                    <a:cubicBezTo>
                      <a:pt x="108" y="24"/>
                      <a:pt x="108" y="24"/>
                      <a:pt x="108" y="24"/>
                    </a:cubicBezTo>
                    <a:cubicBezTo>
                      <a:pt x="94" y="11"/>
                      <a:pt x="94" y="11"/>
                      <a:pt x="94" y="11"/>
                    </a:cubicBezTo>
                    <a:cubicBezTo>
                      <a:pt x="88" y="17"/>
                      <a:pt x="88" y="17"/>
                      <a:pt x="88" y="17"/>
                    </a:cubicBezTo>
                    <a:cubicBezTo>
                      <a:pt x="82" y="13"/>
                      <a:pt x="76" y="11"/>
                      <a:pt x="68" y="9"/>
                    </a:cubicBezTo>
                    <a:cubicBezTo>
                      <a:pt x="68" y="0"/>
                      <a:pt x="68" y="0"/>
                      <a:pt x="68" y="0"/>
                    </a:cubicBezTo>
                    <a:cubicBezTo>
                      <a:pt x="59" y="0"/>
                      <a:pt x="59" y="0"/>
                      <a:pt x="59" y="0"/>
                    </a:cubicBezTo>
                    <a:cubicBezTo>
                      <a:pt x="59" y="22"/>
                      <a:pt x="59" y="22"/>
                      <a:pt x="59" y="22"/>
                    </a:cubicBezTo>
                    <a:cubicBezTo>
                      <a:pt x="80" y="22"/>
                      <a:pt x="97" y="39"/>
                      <a:pt x="97" y="60"/>
                    </a:cubicBezTo>
                    <a:cubicBezTo>
                      <a:pt x="97" y="81"/>
                      <a:pt x="80" y="97"/>
                      <a:pt x="59" y="97"/>
                    </a:cubicBezTo>
                    <a:lnTo>
                      <a:pt x="59" y="119"/>
                    </a:lnTo>
                    <a:close/>
                    <a:moveTo>
                      <a:pt x="17" y="89"/>
                    </a:moveTo>
                    <a:cubicBezTo>
                      <a:pt x="11" y="95"/>
                      <a:pt x="11" y="95"/>
                      <a:pt x="11" y="95"/>
                    </a:cubicBezTo>
                    <a:cubicBezTo>
                      <a:pt x="24" y="108"/>
                      <a:pt x="24" y="108"/>
                      <a:pt x="24" y="108"/>
                    </a:cubicBezTo>
                    <a:cubicBezTo>
                      <a:pt x="30" y="102"/>
                      <a:pt x="30" y="102"/>
                      <a:pt x="30" y="102"/>
                    </a:cubicBezTo>
                    <a:cubicBezTo>
                      <a:pt x="36" y="106"/>
                      <a:pt x="42" y="109"/>
                      <a:pt x="50" y="110"/>
                    </a:cubicBezTo>
                    <a:cubicBezTo>
                      <a:pt x="50" y="119"/>
                      <a:pt x="50" y="119"/>
                      <a:pt x="50" y="119"/>
                    </a:cubicBezTo>
                    <a:cubicBezTo>
                      <a:pt x="59" y="119"/>
                      <a:pt x="59" y="119"/>
                      <a:pt x="59" y="119"/>
                    </a:cubicBezTo>
                    <a:cubicBezTo>
                      <a:pt x="59" y="97"/>
                      <a:pt x="59" y="97"/>
                      <a:pt x="59" y="97"/>
                    </a:cubicBezTo>
                    <a:cubicBezTo>
                      <a:pt x="59" y="97"/>
                      <a:pt x="59" y="97"/>
                      <a:pt x="59" y="97"/>
                    </a:cubicBezTo>
                    <a:cubicBezTo>
                      <a:pt x="38" y="97"/>
                      <a:pt x="21" y="81"/>
                      <a:pt x="21" y="60"/>
                    </a:cubicBezTo>
                    <a:cubicBezTo>
                      <a:pt x="21" y="39"/>
                      <a:pt x="38" y="22"/>
                      <a:pt x="59" y="22"/>
                    </a:cubicBezTo>
                    <a:cubicBezTo>
                      <a:pt x="59" y="22"/>
                      <a:pt x="59" y="22"/>
                      <a:pt x="59" y="22"/>
                    </a:cubicBezTo>
                    <a:cubicBezTo>
                      <a:pt x="59" y="22"/>
                      <a:pt x="59" y="22"/>
                      <a:pt x="59" y="22"/>
                    </a:cubicBezTo>
                    <a:cubicBezTo>
                      <a:pt x="59" y="0"/>
                      <a:pt x="59" y="0"/>
                      <a:pt x="59" y="0"/>
                    </a:cubicBezTo>
                    <a:cubicBezTo>
                      <a:pt x="50" y="0"/>
                      <a:pt x="50" y="0"/>
                      <a:pt x="50" y="0"/>
                    </a:cubicBezTo>
                    <a:cubicBezTo>
                      <a:pt x="50" y="9"/>
                      <a:pt x="50" y="9"/>
                      <a:pt x="50" y="9"/>
                    </a:cubicBezTo>
                    <a:cubicBezTo>
                      <a:pt x="42" y="11"/>
                      <a:pt x="36" y="13"/>
                      <a:pt x="30" y="17"/>
                    </a:cubicBezTo>
                    <a:cubicBezTo>
                      <a:pt x="24" y="11"/>
                      <a:pt x="24" y="11"/>
                      <a:pt x="24" y="11"/>
                    </a:cubicBezTo>
                    <a:cubicBezTo>
                      <a:pt x="11" y="24"/>
                      <a:pt x="11" y="24"/>
                      <a:pt x="11" y="24"/>
                    </a:cubicBezTo>
                    <a:cubicBezTo>
                      <a:pt x="17" y="31"/>
                      <a:pt x="17" y="31"/>
                      <a:pt x="17" y="31"/>
                    </a:cubicBezTo>
                    <a:cubicBezTo>
                      <a:pt x="13" y="36"/>
                      <a:pt x="10" y="43"/>
                      <a:pt x="9" y="50"/>
                    </a:cubicBezTo>
                    <a:cubicBezTo>
                      <a:pt x="0" y="50"/>
                      <a:pt x="0" y="50"/>
                      <a:pt x="0" y="50"/>
                    </a:cubicBezTo>
                    <a:cubicBezTo>
                      <a:pt x="0" y="69"/>
                      <a:pt x="0" y="69"/>
                      <a:pt x="0" y="69"/>
                    </a:cubicBezTo>
                    <a:cubicBezTo>
                      <a:pt x="9" y="69"/>
                      <a:pt x="9" y="69"/>
                      <a:pt x="9" y="69"/>
                    </a:cubicBezTo>
                    <a:cubicBezTo>
                      <a:pt x="10" y="76"/>
                      <a:pt x="13" y="83"/>
                      <a:pt x="17" y="8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94" name="Freeform 60"/>
              <p:cNvSpPr>
                <a:spLocks noEditPoints="1"/>
              </p:cNvSpPr>
              <p:nvPr/>
            </p:nvSpPr>
            <p:spPr bwMode="auto">
              <a:xfrm>
                <a:off x="-1355725" y="3586163"/>
                <a:ext cx="300038" cy="300038"/>
              </a:xfrm>
              <a:custGeom>
                <a:avLst/>
                <a:gdLst>
                  <a:gd name="T0" fmla="*/ 74 w 80"/>
                  <a:gd name="T1" fmla="*/ 33 h 80"/>
                  <a:gd name="T2" fmla="*/ 80 w 80"/>
                  <a:gd name="T3" fmla="*/ 31 h 80"/>
                  <a:gd name="T4" fmla="*/ 74 w 80"/>
                  <a:gd name="T5" fmla="*/ 17 h 80"/>
                  <a:gd name="T6" fmla="*/ 68 w 80"/>
                  <a:gd name="T7" fmla="*/ 20 h 80"/>
                  <a:gd name="T8" fmla="*/ 60 w 80"/>
                  <a:gd name="T9" fmla="*/ 11 h 80"/>
                  <a:gd name="T10" fmla="*/ 62 w 80"/>
                  <a:gd name="T11" fmla="*/ 5 h 80"/>
                  <a:gd name="T12" fmla="*/ 48 w 80"/>
                  <a:gd name="T13" fmla="*/ 0 h 80"/>
                  <a:gd name="T14" fmla="*/ 46 w 80"/>
                  <a:gd name="T15" fmla="*/ 5 h 80"/>
                  <a:gd name="T16" fmla="*/ 40 w 80"/>
                  <a:gd name="T17" fmla="*/ 5 h 80"/>
                  <a:gd name="T18" fmla="*/ 40 w 80"/>
                  <a:gd name="T19" fmla="*/ 16 h 80"/>
                  <a:gd name="T20" fmla="*/ 62 w 80"/>
                  <a:gd name="T21" fmla="*/ 31 h 80"/>
                  <a:gd name="T22" fmla="*/ 49 w 80"/>
                  <a:gd name="T23" fmla="*/ 61 h 80"/>
                  <a:gd name="T24" fmla="*/ 49 w 80"/>
                  <a:gd name="T25" fmla="*/ 61 h 80"/>
                  <a:gd name="T26" fmla="*/ 40 w 80"/>
                  <a:gd name="T27" fmla="*/ 63 h 80"/>
                  <a:gd name="T28" fmla="*/ 40 w 80"/>
                  <a:gd name="T29" fmla="*/ 63 h 80"/>
                  <a:gd name="T30" fmla="*/ 40 w 80"/>
                  <a:gd name="T31" fmla="*/ 75 h 80"/>
                  <a:gd name="T32" fmla="*/ 46 w 80"/>
                  <a:gd name="T33" fmla="*/ 74 h 80"/>
                  <a:gd name="T34" fmla="*/ 49 w 80"/>
                  <a:gd name="T35" fmla="*/ 80 h 80"/>
                  <a:gd name="T36" fmla="*/ 63 w 80"/>
                  <a:gd name="T37" fmla="*/ 74 h 80"/>
                  <a:gd name="T38" fmla="*/ 60 w 80"/>
                  <a:gd name="T39" fmla="*/ 68 h 80"/>
                  <a:gd name="T40" fmla="*/ 69 w 80"/>
                  <a:gd name="T41" fmla="*/ 60 h 80"/>
                  <a:gd name="T42" fmla="*/ 74 w 80"/>
                  <a:gd name="T43" fmla="*/ 62 h 80"/>
                  <a:gd name="T44" fmla="*/ 80 w 80"/>
                  <a:gd name="T45" fmla="*/ 48 h 80"/>
                  <a:gd name="T46" fmla="*/ 74 w 80"/>
                  <a:gd name="T47" fmla="*/ 46 h 80"/>
                  <a:gd name="T48" fmla="*/ 74 w 80"/>
                  <a:gd name="T49" fmla="*/ 33 h 80"/>
                  <a:gd name="T50" fmla="*/ 40 w 80"/>
                  <a:gd name="T51" fmla="*/ 5 h 80"/>
                  <a:gd name="T52" fmla="*/ 33 w 80"/>
                  <a:gd name="T53" fmla="*/ 5 h 80"/>
                  <a:gd name="T54" fmla="*/ 31 w 80"/>
                  <a:gd name="T55" fmla="*/ 0 h 80"/>
                  <a:gd name="T56" fmla="*/ 17 w 80"/>
                  <a:gd name="T57" fmla="*/ 6 h 80"/>
                  <a:gd name="T58" fmla="*/ 20 w 80"/>
                  <a:gd name="T59" fmla="*/ 11 h 80"/>
                  <a:gd name="T60" fmla="*/ 11 w 80"/>
                  <a:gd name="T61" fmla="*/ 20 h 80"/>
                  <a:gd name="T62" fmla="*/ 5 w 80"/>
                  <a:gd name="T63" fmla="*/ 18 h 80"/>
                  <a:gd name="T64" fmla="*/ 0 w 80"/>
                  <a:gd name="T65" fmla="*/ 32 h 80"/>
                  <a:gd name="T66" fmla="*/ 5 w 80"/>
                  <a:gd name="T67" fmla="*/ 34 h 80"/>
                  <a:gd name="T68" fmla="*/ 6 w 80"/>
                  <a:gd name="T69" fmla="*/ 46 h 80"/>
                  <a:gd name="T70" fmla="*/ 0 w 80"/>
                  <a:gd name="T71" fmla="*/ 49 h 80"/>
                  <a:gd name="T72" fmla="*/ 6 w 80"/>
                  <a:gd name="T73" fmla="*/ 62 h 80"/>
                  <a:gd name="T74" fmla="*/ 11 w 80"/>
                  <a:gd name="T75" fmla="*/ 60 h 80"/>
                  <a:gd name="T76" fmla="*/ 20 w 80"/>
                  <a:gd name="T77" fmla="*/ 69 h 80"/>
                  <a:gd name="T78" fmla="*/ 18 w 80"/>
                  <a:gd name="T79" fmla="*/ 74 h 80"/>
                  <a:gd name="T80" fmla="*/ 32 w 80"/>
                  <a:gd name="T81" fmla="*/ 80 h 80"/>
                  <a:gd name="T82" fmla="*/ 34 w 80"/>
                  <a:gd name="T83" fmla="*/ 74 h 80"/>
                  <a:gd name="T84" fmla="*/ 40 w 80"/>
                  <a:gd name="T85" fmla="*/ 75 h 80"/>
                  <a:gd name="T86" fmla="*/ 40 w 80"/>
                  <a:gd name="T87" fmla="*/ 63 h 80"/>
                  <a:gd name="T88" fmla="*/ 18 w 80"/>
                  <a:gd name="T89" fmla="*/ 49 h 80"/>
                  <a:gd name="T90" fmla="*/ 31 w 80"/>
                  <a:gd name="T91" fmla="*/ 18 h 80"/>
                  <a:gd name="T92" fmla="*/ 40 w 80"/>
                  <a:gd name="T93" fmla="*/ 16 h 80"/>
                  <a:gd name="T94" fmla="*/ 40 w 80"/>
                  <a:gd name="T95" fmla="*/ 16 h 80"/>
                  <a:gd name="T96" fmla="*/ 40 w 80"/>
                  <a:gd name="T97" fmla="*/ 5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0" h="80">
                    <a:moveTo>
                      <a:pt x="74" y="33"/>
                    </a:moveTo>
                    <a:cubicBezTo>
                      <a:pt x="80" y="31"/>
                      <a:pt x="80" y="31"/>
                      <a:pt x="80" y="31"/>
                    </a:cubicBezTo>
                    <a:cubicBezTo>
                      <a:pt x="74" y="17"/>
                      <a:pt x="74" y="17"/>
                      <a:pt x="74" y="17"/>
                    </a:cubicBezTo>
                    <a:cubicBezTo>
                      <a:pt x="68" y="20"/>
                      <a:pt x="68" y="20"/>
                      <a:pt x="68" y="20"/>
                    </a:cubicBezTo>
                    <a:cubicBezTo>
                      <a:pt x="66" y="16"/>
                      <a:pt x="63" y="13"/>
                      <a:pt x="60" y="11"/>
                    </a:cubicBezTo>
                    <a:cubicBezTo>
                      <a:pt x="62" y="5"/>
                      <a:pt x="62" y="5"/>
                      <a:pt x="62" y="5"/>
                    </a:cubicBezTo>
                    <a:cubicBezTo>
                      <a:pt x="48" y="0"/>
                      <a:pt x="48" y="0"/>
                      <a:pt x="48" y="0"/>
                    </a:cubicBezTo>
                    <a:cubicBezTo>
                      <a:pt x="46" y="5"/>
                      <a:pt x="46" y="5"/>
                      <a:pt x="46" y="5"/>
                    </a:cubicBezTo>
                    <a:cubicBezTo>
                      <a:pt x="44" y="5"/>
                      <a:pt x="42" y="5"/>
                      <a:pt x="40" y="5"/>
                    </a:cubicBezTo>
                    <a:cubicBezTo>
                      <a:pt x="40" y="16"/>
                      <a:pt x="40" y="16"/>
                      <a:pt x="40" y="16"/>
                    </a:cubicBezTo>
                    <a:cubicBezTo>
                      <a:pt x="49" y="16"/>
                      <a:pt x="58" y="22"/>
                      <a:pt x="62" y="31"/>
                    </a:cubicBezTo>
                    <a:cubicBezTo>
                      <a:pt x="67" y="43"/>
                      <a:pt x="61" y="56"/>
                      <a:pt x="49" y="61"/>
                    </a:cubicBezTo>
                    <a:cubicBezTo>
                      <a:pt x="49" y="61"/>
                      <a:pt x="49" y="61"/>
                      <a:pt x="49" y="61"/>
                    </a:cubicBezTo>
                    <a:cubicBezTo>
                      <a:pt x="46" y="63"/>
                      <a:pt x="43" y="63"/>
                      <a:pt x="40" y="63"/>
                    </a:cubicBezTo>
                    <a:cubicBezTo>
                      <a:pt x="40" y="63"/>
                      <a:pt x="40" y="63"/>
                      <a:pt x="40" y="63"/>
                    </a:cubicBezTo>
                    <a:cubicBezTo>
                      <a:pt x="40" y="75"/>
                      <a:pt x="40" y="75"/>
                      <a:pt x="40" y="75"/>
                    </a:cubicBezTo>
                    <a:cubicBezTo>
                      <a:pt x="42" y="75"/>
                      <a:pt x="44" y="75"/>
                      <a:pt x="46" y="74"/>
                    </a:cubicBezTo>
                    <a:cubicBezTo>
                      <a:pt x="49" y="80"/>
                      <a:pt x="49" y="80"/>
                      <a:pt x="49" y="80"/>
                    </a:cubicBezTo>
                    <a:cubicBezTo>
                      <a:pt x="63" y="74"/>
                      <a:pt x="63" y="74"/>
                      <a:pt x="63" y="74"/>
                    </a:cubicBezTo>
                    <a:cubicBezTo>
                      <a:pt x="60" y="68"/>
                      <a:pt x="60" y="68"/>
                      <a:pt x="60" y="68"/>
                    </a:cubicBezTo>
                    <a:cubicBezTo>
                      <a:pt x="64" y="66"/>
                      <a:pt x="67" y="63"/>
                      <a:pt x="69" y="60"/>
                    </a:cubicBezTo>
                    <a:cubicBezTo>
                      <a:pt x="74" y="62"/>
                      <a:pt x="74" y="62"/>
                      <a:pt x="74" y="62"/>
                    </a:cubicBezTo>
                    <a:cubicBezTo>
                      <a:pt x="80" y="48"/>
                      <a:pt x="80" y="48"/>
                      <a:pt x="80" y="48"/>
                    </a:cubicBezTo>
                    <a:cubicBezTo>
                      <a:pt x="74" y="46"/>
                      <a:pt x="74" y="46"/>
                      <a:pt x="74" y="46"/>
                    </a:cubicBezTo>
                    <a:cubicBezTo>
                      <a:pt x="75" y="42"/>
                      <a:pt x="75" y="37"/>
                      <a:pt x="74" y="33"/>
                    </a:cubicBezTo>
                    <a:close/>
                    <a:moveTo>
                      <a:pt x="40" y="5"/>
                    </a:moveTo>
                    <a:cubicBezTo>
                      <a:pt x="38" y="5"/>
                      <a:pt x="36" y="5"/>
                      <a:pt x="33" y="5"/>
                    </a:cubicBezTo>
                    <a:cubicBezTo>
                      <a:pt x="31" y="0"/>
                      <a:pt x="31" y="0"/>
                      <a:pt x="31" y="0"/>
                    </a:cubicBezTo>
                    <a:cubicBezTo>
                      <a:pt x="17" y="6"/>
                      <a:pt x="17" y="6"/>
                      <a:pt x="17" y="6"/>
                    </a:cubicBezTo>
                    <a:cubicBezTo>
                      <a:pt x="20" y="11"/>
                      <a:pt x="20" y="11"/>
                      <a:pt x="20" y="11"/>
                    </a:cubicBezTo>
                    <a:cubicBezTo>
                      <a:pt x="16" y="14"/>
                      <a:pt x="13" y="17"/>
                      <a:pt x="11" y="20"/>
                    </a:cubicBezTo>
                    <a:cubicBezTo>
                      <a:pt x="5" y="18"/>
                      <a:pt x="5" y="18"/>
                      <a:pt x="5" y="18"/>
                    </a:cubicBezTo>
                    <a:cubicBezTo>
                      <a:pt x="0" y="32"/>
                      <a:pt x="0" y="32"/>
                      <a:pt x="0" y="32"/>
                    </a:cubicBezTo>
                    <a:cubicBezTo>
                      <a:pt x="5" y="34"/>
                      <a:pt x="5" y="34"/>
                      <a:pt x="5" y="34"/>
                    </a:cubicBezTo>
                    <a:cubicBezTo>
                      <a:pt x="5" y="38"/>
                      <a:pt x="5" y="42"/>
                      <a:pt x="6" y="46"/>
                    </a:cubicBezTo>
                    <a:cubicBezTo>
                      <a:pt x="0" y="49"/>
                      <a:pt x="0" y="49"/>
                      <a:pt x="0" y="49"/>
                    </a:cubicBezTo>
                    <a:cubicBezTo>
                      <a:pt x="6" y="62"/>
                      <a:pt x="6" y="62"/>
                      <a:pt x="6" y="62"/>
                    </a:cubicBezTo>
                    <a:cubicBezTo>
                      <a:pt x="11" y="60"/>
                      <a:pt x="11" y="60"/>
                      <a:pt x="11" y="60"/>
                    </a:cubicBezTo>
                    <a:cubicBezTo>
                      <a:pt x="14" y="63"/>
                      <a:pt x="17" y="66"/>
                      <a:pt x="20" y="69"/>
                    </a:cubicBezTo>
                    <a:cubicBezTo>
                      <a:pt x="18" y="74"/>
                      <a:pt x="18" y="74"/>
                      <a:pt x="18" y="74"/>
                    </a:cubicBezTo>
                    <a:cubicBezTo>
                      <a:pt x="32" y="80"/>
                      <a:pt x="32" y="80"/>
                      <a:pt x="32" y="80"/>
                    </a:cubicBezTo>
                    <a:cubicBezTo>
                      <a:pt x="34" y="74"/>
                      <a:pt x="34" y="74"/>
                      <a:pt x="34" y="74"/>
                    </a:cubicBezTo>
                    <a:cubicBezTo>
                      <a:pt x="36" y="75"/>
                      <a:pt x="38" y="75"/>
                      <a:pt x="40" y="75"/>
                    </a:cubicBezTo>
                    <a:cubicBezTo>
                      <a:pt x="40" y="63"/>
                      <a:pt x="40" y="63"/>
                      <a:pt x="40" y="63"/>
                    </a:cubicBezTo>
                    <a:cubicBezTo>
                      <a:pt x="31" y="63"/>
                      <a:pt x="22" y="58"/>
                      <a:pt x="18" y="49"/>
                    </a:cubicBezTo>
                    <a:cubicBezTo>
                      <a:pt x="13" y="37"/>
                      <a:pt x="19" y="23"/>
                      <a:pt x="31" y="18"/>
                    </a:cubicBezTo>
                    <a:cubicBezTo>
                      <a:pt x="34" y="17"/>
                      <a:pt x="37" y="16"/>
                      <a:pt x="40" y="16"/>
                    </a:cubicBezTo>
                    <a:cubicBezTo>
                      <a:pt x="40" y="16"/>
                      <a:pt x="40" y="16"/>
                      <a:pt x="40" y="16"/>
                    </a:cubicBezTo>
                    <a:lnTo>
                      <a:pt x="4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95" name="Rectangle 61"/>
              <p:cNvSpPr>
                <a:spLocks noChangeArrowheads="1"/>
              </p:cNvSpPr>
              <p:nvPr/>
            </p:nvSpPr>
            <p:spPr bwMode="auto">
              <a:xfrm>
                <a:off x="-3163888" y="6438900"/>
                <a:ext cx="82550" cy="5492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96" name="Rectangle 62"/>
              <p:cNvSpPr>
                <a:spLocks noChangeArrowheads="1"/>
              </p:cNvSpPr>
              <p:nvPr/>
            </p:nvSpPr>
            <p:spPr bwMode="auto">
              <a:xfrm>
                <a:off x="-3282950" y="6740525"/>
                <a:ext cx="82550" cy="2476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97" name="Rectangle 63"/>
              <p:cNvSpPr>
                <a:spLocks noChangeArrowheads="1"/>
              </p:cNvSpPr>
              <p:nvPr/>
            </p:nvSpPr>
            <p:spPr bwMode="auto">
              <a:xfrm>
                <a:off x="-3403600" y="6521450"/>
                <a:ext cx="82550" cy="4667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98" name="Rectangle 64"/>
              <p:cNvSpPr>
                <a:spLocks noChangeArrowheads="1"/>
              </p:cNvSpPr>
              <p:nvPr/>
            </p:nvSpPr>
            <p:spPr bwMode="auto">
              <a:xfrm>
                <a:off x="-3524250" y="6669088"/>
                <a:ext cx="82550" cy="3190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99" name="Rectangle 65"/>
              <p:cNvSpPr>
                <a:spLocks noChangeArrowheads="1"/>
              </p:cNvSpPr>
              <p:nvPr/>
            </p:nvSpPr>
            <p:spPr bwMode="auto">
              <a:xfrm>
                <a:off x="-3644900" y="6615113"/>
                <a:ext cx="82550" cy="3730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00" name="Rectangle 66"/>
              <p:cNvSpPr>
                <a:spLocks noChangeArrowheads="1"/>
              </p:cNvSpPr>
              <p:nvPr/>
            </p:nvSpPr>
            <p:spPr bwMode="auto">
              <a:xfrm>
                <a:off x="-3163888" y="6375400"/>
                <a:ext cx="82550" cy="381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01" name="Rectangle 67"/>
              <p:cNvSpPr>
                <a:spLocks noChangeArrowheads="1"/>
              </p:cNvSpPr>
              <p:nvPr/>
            </p:nvSpPr>
            <p:spPr bwMode="auto">
              <a:xfrm>
                <a:off x="-3403600" y="6461125"/>
                <a:ext cx="82550" cy="381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02" name="Rectangle 68"/>
              <p:cNvSpPr>
                <a:spLocks noChangeArrowheads="1"/>
              </p:cNvSpPr>
              <p:nvPr/>
            </p:nvSpPr>
            <p:spPr bwMode="auto">
              <a:xfrm>
                <a:off x="-3524250" y="6608763"/>
                <a:ext cx="82550" cy="365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03" name="Rectangle 69"/>
              <p:cNvSpPr>
                <a:spLocks noChangeArrowheads="1"/>
              </p:cNvSpPr>
              <p:nvPr/>
            </p:nvSpPr>
            <p:spPr bwMode="auto">
              <a:xfrm>
                <a:off x="-3644900" y="6556375"/>
                <a:ext cx="82550" cy="365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04" name="Rectangle 70"/>
              <p:cNvSpPr>
                <a:spLocks noChangeArrowheads="1"/>
              </p:cNvSpPr>
              <p:nvPr/>
            </p:nvSpPr>
            <p:spPr bwMode="auto">
              <a:xfrm>
                <a:off x="-3282950" y="6680200"/>
                <a:ext cx="82550" cy="365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05" name="Freeform 71"/>
              <p:cNvSpPr>
                <a:spLocks/>
              </p:cNvSpPr>
              <p:nvPr/>
            </p:nvSpPr>
            <p:spPr bwMode="auto">
              <a:xfrm>
                <a:off x="-4775200" y="2060575"/>
                <a:ext cx="560388" cy="331788"/>
              </a:xfrm>
              <a:custGeom>
                <a:avLst/>
                <a:gdLst>
                  <a:gd name="T0" fmla="*/ 84 w 149"/>
                  <a:gd name="T1" fmla="*/ 0 h 88"/>
                  <a:gd name="T2" fmla="*/ 84 w 149"/>
                  <a:gd name="T3" fmla="*/ 15 h 88"/>
                  <a:gd name="T4" fmla="*/ 0 w 149"/>
                  <a:gd name="T5" fmla="*/ 88 h 88"/>
                  <a:gd name="T6" fmla="*/ 84 w 149"/>
                  <a:gd name="T7" fmla="*/ 71 h 88"/>
                  <a:gd name="T8" fmla="*/ 84 w 149"/>
                  <a:gd name="T9" fmla="*/ 86 h 88"/>
                  <a:gd name="T10" fmla="*/ 149 w 149"/>
                  <a:gd name="T11" fmla="*/ 43 h 88"/>
                  <a:gd name="T12" fmla="*/ 84 w 149"/>
                  <a:gd name="T13" fmla="*/ 0 h 88"/>
                </a:gdLst>
                <a:ahLst/>
                <a:cxnLst>
                  <a:cxn ang="0">
                    <a:pos x="T0" y="T1"/>
                  </a:cxn>
                  <a:cxn ang="0">
                    <a:pos x="T2" y="T3"/>
                  </a:cxn>
                  <a:cxn ang="0">
                    <a:pos x="T4" y="T5"/>
                  </a:cxn>
                  <a:cxn ang="0">
                    <a:pos x="T6" y="T7"/>
                  </a:cxn>
                  <a:cxn ang="0">
                    <a:pos x="T8" y="T9"/>
                  </a:cxn>
                  <a:cxn ang="0">
                    <a:pos x="T10" y="T11"/>
                  </a:cxn>
                  <a:cxn ang="0">
                    <a:pos x="T12" y="T13"/>
                  </a:cxn>
                </a:cxnLst>
                <a:rect l="0" t="0" r="r" b="b"/>
                <a:pathLst>
                  <a:path w="149" h="88">
                    <a:moveTo>
                      <a:pt x="84" y="0"/>
                    </a:moveTo>
                    <a:cubicBezTo>
                      <a:pt x="84" y="15"/>
                      <a:pt x="84" y="15"/>
                      <a:pt x="84" y="15"/>
                    </a:cubicBezTo>
                    <a:cubicBezTo>
                      <a:pt x="9" y="15"/>
                      <a:pt x="0" y="88"/>
                      <a:pt x="0" y="88"/>
                    </a:cubicBezTo>
                    <a:cubicBezTo>
                      <a:pt x="0" y="88"/>
                      <a:pt x="23" y="71"/>
                      <a:pt x="84" y="71"/>
                    </a:cubicBezTo>
                    <a:cubicBezTo>
                      <a:pt x="84" y="86"/>
                      <a:pt x="84" y="86"/>
                      <a:pt x="84" y="86"/>
                    </a:cubicBezTo>
                    <a:cubicBezTo>
                      <a:pt x="149" y="43"/>
                      <a:pt x="149" y="43"/>
                      <a:pt x="149" y="43"/>
                    </a:cubicBezTo>
                    <a:lnTo>
                      <a:pt x="8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06" name="Freeform 72"/>
              <p:cNvSpPr>
                <a:spLocks/>
              </p:cNvSpPr>
              <p:nvPr/>
            </p:nvSpPr>
            <p:spPr bwMode="auto">
              <a:xfrm>
                <a:off x="-4832350" y="2354263"/>
                <a:ext cx="557213" cy="330200"/>
              </a:xfrm>
              <a:custGeom>
                <a:avLst/>
                <a:gdLst>
                  <a:gd name="T0" fmla="*/ 65 w 148"/>
                  <a:gd name="T1" fmla="*/ 88 h 88"/>
                  <a:gd name="T2" fmla="*/ 65 w 148"/>
                  <a:gd name="T3" fmla="*/ 73 h 88"/>
                  <a:gd name="T4" fmla="*/ 148 w 148"/>
                  <a:gd name="T5" fmla="*/ 0 h 88"/>
                  <a:gd name="T6" fmla="*/ 65 w 148"/>
                  <a:gd name="T7" fmla="*/ 17 h 88"/>
                  <a:gd name="T8" fmla="*/ 65 w 148"/>
                  <a:gd name="T9" fmla="*/ 2 h 88"/>
                  <a:gd name="T10" fmla="*/ 0 w 148"/>
                  <a:gd name="T11" fmla="*/ 45 h 88"/>
                  <a:gd name="T12" fmla="*/ 65 w 148"/>
                  <a:gd name="T13" fmla="*/ 88 h 88"/>
                </a:gdLst>
                <a:ahLst/>
                <a:cxnLst>
                  <a:cxn ang="0">
                    <a:pos x="T0" y="T1"/>
                  </a:cxn>
                  <a:cxn ang="0">
                    <a:pos x="T2" y="T3"/>
                  </a:cxn>
                  <a:cxn ang="0">
                    <a:pos x="T4" y="T5"/>
                  </a:cxn>
                  <a:cxn ang="0">
                    <a:pos x="T6" y="T7"/>
                  </a:cxn>
                  <a:cxn ang="0">
                    <a:pos x="T8" y="T9"/>
                  </a:cxn>
                  <a:cxn ang="0">
                    <a:pos x="T10" y="T11"/>
                  </a:cxn>
                  <a:cxn ang="0">
                    <a:pos x="T12" y="T13"/>
                  </a:cxn>
                </a:cxnLst>
                <a:rect l="0" t="0" r="r" b="b"/>
                <a:pathLst>
                  <a:path w="148" h="88">
                    <a:moveTo>
                      <a:pt x="65" y="88"/>
                    </a:moveTo>
                    <a:cubicBezTo>
                      <a:pt x="65" y="73"/>
                      <a:pt x="65" y="73"/>
                      <a:pt x="65" y="73"/>
                    </a:cubicBezTo>
                    <a:cubicBezTo>
                      <a:pt x="140" y="73"/>
                      <a:pt x="148" y="0"/>
                      <a:pt x="148" y="0"/>
                    </a:cubicBezTo>
                    <a:cubicBezTo>
                      <a:pt x="148" y="0"/>
                      <a:pt x="126" y="17"/>
                      <a:pt x="65" y="17"/>
                    </a:cubicBezTo>
                    <a:cubicBezTo>
                      <a:pt x="65" y="2"/>
                      <a:pt x="65" y="2"/>
                      <a:pt x="65" y="2"/>
                    </a:cubicBezTo>
                    <a:cubicBezTo>
                      <a:pt x="0" y="45"/>
                      <a:pt x="0" y="45"/>
                      <a:pt x="0" y="45"/>
                    </a:cubicBezTo>
                    <a:lnTo>
                      <a:pt x="65" y="8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07" name="Freeform 73"/>
              <p:cNvSpPr>
                <a:spLocks noEditPoints="1"/>
              </p:cNvSpPr>
              <p:nvPr/>
            </p:nvSpPr>
            <p:spPr bwMode="auto">
              <a:xfrm>
                <a:off x="-2119313" y="1884363"/>
                <a:ext cx="703263" cy="698500"/>
              </a:xfrm>
              <a:custGeom>
                <a:avLst/>
                <a:gdLst>
                  <a:gd name="T0" fmla="*/ 140 w 187"/>
                  <a:gd name="T1" fmla="*/ 174 h 186"/>
                  <a:gd name="T2" fmla="*/ 174 w 187"/>
                  <a:gd name="T3" fmla="*/ 140 h 186"/>
                  <a:gd name="T4" fmla="*/ 185 w 187"/>
                  <a:gd name="T5" fmla="*/ 112 h 186"/>
                  <a:gd name="T6" fmla="*/ 185 w 187"/>
                  <a:gd name="T7" fmla="*/ 74 h 186"/>
                  <a:gd name="T8" fmla="*/ 174 w 187"/>
                  <a:gd name="T9" fmla="*/ 47 h 186"/>
                  <a:gd name="T10" fmla="*/ 140 w 187"/>
                  <a:gd name="T11" fmla="*/ 12 h 186"/>
                  <a:gd name="T12" fmla="*/ 128 w 187"/>
                  <a:gd name="T13" fmla="*/ 6 h 186"/>
                  <a:gd name="T14" fmla="*/ 100 w 187"/>
                  <a:gd name="T15" fmla="*/ 0 h 186"/>
                  <a:gd name="T16" fmla="*/ 104 w 187"/>
                  <a:gd name="T17" fmla="*/ 9 h 186"/>
                  <a:gd name="T18" fmla="*/ 115 w 187"/>
                  <a:gd name="T19" fmla="*/ 9 h 186"/>
                  <a:gd name="T20" fmla="*/ 126 w 187"/>
                  <a:gd name="T21" fmla="*/ 12 h 186"/>
                  <a:gd name="T22" fmla="*/ 123 w 187"/>
                  <a:gd name="T23" fmla="*/ 14 h 186"/>
                  <a:gd name="T24" fmla="*/ 108 w 187"/>
                  <a:gd name="T25" fmla="*/ 20 h 186"/>
                  <a:gd name="T26" fmla="*/ 110 w 187"/>
                  <a:gd name="T27" fmla="*/ 29 h 186"/>
                  <a:gd name="T28" fmla="*/ 119 w 187"/>
                  <a:gd name="T29" fmla="*/ 36 h 186"/>
                  <a:gd name="T30" fmla="*/ 132 w 187"/>
                  <a:gd name="T31" fmla="*/ 18 h 186"/>
                  <a:gd name="T32" fmla="*/ 142 w 187"/>
                  <a:gd name="T33" fmla="*/ 21 h 186"/>
                  <a:gd name="T34" fmla="*/ 150 w 187"/>
                  <a:gd name="T35" fmla="*/ 25 h 186"/>
                  <a:gd name="T36" fmla="*/ 154 w 187"/>
                  <a:gd name="T37" fmla="*/ 38 h 186"/>
                  <a:gd name="T38" fmla="*/ 151 w 187"/>
                  <a:gd name="T39" fmla="*/ 45 h 186"/>
                  <a:gd name="T40" fmla="*/ 146 w 187"/>
                  <a:gd name="T41" fmla="*/ 40 h 186"/>
                  <a:gd name="T42" fmla="*/ 135 w 187"/>
                  <a:gd name="T43" fmla="*/ 41 h 186"/>
                  <a:gd name="T44" fmla="*/ 143 w 187"/>
                  <a:gd name="T45" fmla="*/ 46 h 186"/>
                  <a:gd name="T46" fmla="*/ 123 w 187"/>
                  <a:gd name="T47" fmla="*/ 54 h 186"/>
                  <a:gd name="T48" fmla="*/ 113 w 187"/>
                  <a:gd name="T49" fmla="*/ 60 h 186"/>
                  <a:gd name="T50" fmla="*/ 101 w 187"/>
                  <a:gd name="T51" fmla="*/ 72 h 186"/>
                  <a:gd name="T52" fmla="*/ 108 w 187"/>
                  <a:gd name="T53" fmla="*/ 110 h 186"/>
                  <a:gd name="T54" fmla="*/ 118 w 187"/>
                  <a:gd name="T55" fmla="*/ 113 h 186"/>
                  <a:gd name="T56" fmla="*/ 129 w 187"/>
                  <a:gd name="T57" fmla="*/ 116 h 186"/>
                  <a:gd name="T58" fmla="*/ 146 w 187"/>
                  <a:gd name="T59" fmla="*/ 126 h 186"/>
                  <a:gd name="T60" fmla="*/ 155 w 187"/>
                  <a:gd name="T61" fmla="*/ 135 h 186"/>
                  <a:gd name="T62" fmla="*/ 169 w 187"/>
                  <a:gd name="T63" fmla="*/ 139 h 186"/>
                  <a:gd name="T64" fmla="*/ 107 w 187"/>
                  <a:gd name="T65" fmla="*/ 163 h 186"/>
                  <a:gd name="T66" fmla="*/ 1 w 187"/>
                  <a:gd name="T67" fmla="*/ 79 h 186"/>
                  <a:gd name="T68" fmla="*/ 3 w 187"/>
                  <a:gd name="T69" fmla="*/ 116 h 186"/>
                  <a:gd name="T70" fmla="*/ 20 w 187"/>
                  <a:gd name="T71" fmla="*/ 151 h 186"/>
                  <a:gd name="T72" fmla="*/ 59 w 187"/>
                  <a:gd name="T73" fmla="*/ 180 h 186"/>
                  <a:gd name="T74" fmla="*/ 95 w 187"/>
                  <a:gd name="T75" fmla="*/ 148 h 186"/>
                  <a:gd name="T76" fmla="*/ 92 w 187"/>
                  <a:gd name="T77" fmla="*/ 133 h 186"/>
                  <a:gd name="T78" fmla="*/ 97 w 187"/>
                  <a:gd name="T79" fmla="*/ 119 h 186"/>
                  <a:gd name="T80" fmla="*/ 85 w 187"/>
                  <a:gd name="T81" fmla="*/ 115 h 186"/>
                  <a:gd name="T82" fmla="*/ 73 w 187"/>
                  <a:gd name="T83" fmla="*/ 107 h 186"/>
                  <a:gd name="T84" fmla="*/ 54 w 187"/>
                  <a:gd name="T85" fmla="*/ 99 h 186"/>
                  <a:gd name="T86" fmla="*/ 45 w 187"/>
                  <a:gd name="T87" fmla="*/ 83 h 186"/>
                  <a:gd name="T88" fmla="*/ 41 w 187"/>
                  <a:gd name="T89" fmla="*/ 81 h 186"/>
                  <a:gd name="T90" fmla="*/ 40 w 187"/>
                  <a:gd name="T91" fmla="*/ 84 h 186"/>
                  <a:gd name="T92" fmla="*/ 34 w 187"/>
                  <a:gd name="T93" fmla="*/ 69 h 186"/>
                  <a:gd name="T94" fmla="*/ 34 w 187"/>
                  <a:gd name="T95" fmla="*/ 53 h 186"/>
                  <a:gd name="T96" fmla="*/ 41 w 187"/>
                  <a:gd name="T97" fmla="*/ 36 h 186"/>
                  <a:gd name="T98" fmla="*/ 40 w 187"/>
                  <a:gd name="T99" fmla="*/ 26 h 186"/>
                  <a:gd name="T100" fmla="*/ 84 w 187"/>
                  <a:gd name="T101" fmla="*/ 7 h 186"/>
                  <a:gd name="T102" fmla="*/ 100 w 187"/>
                  <a:gd name="T103" fmla="*/ 0 h 186"/>
                  <a:gd name="T104" fmla="*/ 58 w 187"/>
                  <a:gd name="T105" fmla="*/ 7 h 186"/>
                  <a:gd name="T106" fmla="*/ 27 w 187"/>
                  <a:gd name="T107" fmla="*/ 27 h 186"/>
                  <a:gd name="T108" fmla="*/ 6 w 187"/>
                  <a:gd name="T109" fmla="*/ 59 h 186"/>
                  <a:gd name="T110" fmla="*/ 99 w 187"/>
                  <a:gd name="T111" fmla="*/ 117 h 186"/>
                  <a:gd name="T112" fmla="*/ 86 w 187"/>
                  <a:gd name="T113" fmla="*/ 103 h 186"/>
                  <a:gd name="T114" fmla="*/ 83 w 187"/>
                  <a:gd name="T115" fmla="*/ 94 h 186"/>
                  <a:gd name="T116" fmla="*/ 67 w 187"/>
                  <a:gd name="T117" fmla="*/ 97 h 186"/>
                  <a:gd name="T118" fmla="*/ 75 w 187"/>
                  <a:gd name="T119" fmla="*/ 77 h 186"/>
                  <a:gd name="T120" fmla="*/ 92 w 187"/>
                  <a:gd name="T121" fmla="*/ 77 h 186"/>
                  <a:gd name="T122" fmla="*/ 97 w 187"/>
                  <a:gd name="T123" fmla="*/ 77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7" h="186">
                    <a:moveTo>
                      <a:pt x="100" y="186"/>
                    </a:moveTo>
                    <a:cubicBezTo>
                      <a:pt x="105" y="186"/>
                      <a:pt x="109" y="185"/>
                      <a:pt x="114" y="184"/>
                    </a:cubicBezTo>
                    <a:cubicBezTo>
                      <a:pt x="117" y="183"/>
                      <a:pt x="120" y="183"/>
                      <a:pt x="123" y="182"/>
                    </a:cubicBezTo>
                    <a:cubicBezTo>
                      <a:pt x="125" y="181"/>
                      <a:pt x="126" y="181"/>
                      <a:pt x="128" y="180"/>
                    </a:cubicBezTo>
                    <a:cubicBezTo>
                      <a:pt x="130" y="179"/>
                      <a:pt x="133" y="178"/>
                      <a:pt x="136" y="176"/>
                    </a:cubicBezTo>
                    <a:cubicBezTo>
                      <a:pt x="137" y="176"/>
                      <a:pt x="139" y="175"/>
                      <a:pt x="140" y="174"/>
                    </a:cubicBezTo>
                    <a:cubicBezTo>
                      <a:pt x="146" y="171"/>
                      <a:pt x="151" y="167"/>
                      <a:pt x="156" y="162"/>
                    </a:cubicBezTo>
                    <a:cubicBezTo>
                      <a:pt x="157" y="161"/>
                      <a:pt x="158" y="160"/>
                      <a:pt x="159" y="159"/>
                    </a:cubicBezTo>
                    <a:cubicBezTo>
                      <a:pt x="160" y="158"/>
                      <a:pt x="161" y="157"/>
                      <a:pt x="162" y="156"/>
                    </a:cubicBezTo>
                    <a:cubicBezTo>
                      <a:pt x="164" y="154"/>
                      <a:pt x="165" y="152"/>
                      <a:pt x="167" y="151"/>
                    </a:cubicBezTo>
                    <a:cubicBezTo>
                      <a:pt x="169" y="148"/>
                      <a:pt x="171" y="145"/>
                      <a:pt x="173" y="142"/>
                    </a:cubicBezTo>
                    <a:cubicBezTo>
                      <a:pt x="173" y="141"/>
                      <a:pt x="174" y="140"/>
                      <a:pt x="174" y="140"/>
                    </a:cubicBezTo>
                    <a:cubicBezTo>
                      <a:pt x="175" y="138"/>
                      <a:pt x="176" y="137"/>
                      <a:pt x="177" y="136"/>
                    </a:cubicBezTo>
                    <a:cubicBezTo>
                      <a:pt x="177" y="135"/>
                      <a:pt x="177" y="134"/>
                      <a:pt x="178" y="134"/>
                    </a:cubicBezTo>
                    <a:cubicBezTo>
                      <a:pt x="178" y="132"/>
                      <a:pt x="179" y="131"/>
                      <a:pt x="179" y="129"/>
                    </a:cubicBezTo>
                    <a:cubicBezTo>
                      <a:pt x="180" y="128"/>
                      <a:pt x="181" y="127"/>
                      <a:pt x="181" y="125"/>
                    </a:cubicBezTo>
                    <a:cubicBezTo>
                      <a:pt x="182" y="122"/>
                      <a:pt x="183" y="119"/>
                      <a:pt x="184" y="116"/>
                    </a:cubicBezTo>
                    <a:cubicBezTo>
                      <a:pt x="184" y="115"/>
                      <a:pt x="185" y="113"/>
                      <a:pt x="185" y="112"/>
                    </a:cubicBezTo>
                    <a:cubicBezTo>
                      <a:pt x="185" y="110"/>
                      <a:pt x="185" y="109"/>
                      <a:pt x="186" y="107"/>
                    </a:cubicBezTo>
                    <a:cubicBezTo>
                      <a:pt x="186" y="106"/>
                      <a:pt x="186" y="104"/>
                      <a:pt x="186" y="103"/>
                    </a:cubicBezTo>
                    <a:cubicBezTo>
                      <a:pt x="187" y="99"/>
                      <a:pt x="187" y="96"/>
                      <a:pt x="187" y="93"/>
                    </a:cubicBezTo>
                    <a:cubicBezTo>
                      <a:pt x="187" y="90"/>
                      <a:pt x="187" y="87"/>
                      <a:pt x="186" y="83"/>
                    </a:cubicBezTo>
                    <a:cubicBezTo>
                      <a:pt x="186" y="82"/>
                      <a:pt x="186" y="80"/>
                      <a:pt x="186" y="79"/>
                    </a:cubicBezTo>
                    <a:cubicBezTo>
                      <a:pt x="185" y="77"/>
                      <a:pt x="185" y="76"/>
                      <a:pt x="185" y="74"/>
                    </a:cubicBezTo>
                    <a:cubicBezTo>
                      <a:pt x="185" y="73"/>
                      <a:pt x="184" y="71"/>
                      <a:pt x="184" y="70"/>
                    </a:cubicBezTo>
                    <a:cubicBezTo>
                      <a:pt x="183" y="67"/>
                      <a:pt x="182" y="64"/>
                      <a:pt x="181" y="61"/>
                    </a:cubicBezTo>
                    <a:cubicBezTo>
                      <a:pt x="181" y="60"/>
                      <a:pt x="181" y="60"/>
                      <a:pt x="180" y="59"/>
                    </a:cubicBezTo>
                    <a:cubicBezTo>
                      <a:pt x="179" y="57"/>
                      <a:pt x="179" y="55"/>
                      <a:pt x="178" y="53"/>
                    </a:cubicBezTo>
                    <a:cubicBezTo>
                      <a:pt x="177" y="52"/>
                      <a:pt x="177" y="51"/>
                      <a:pt x="177" y="51"/>
                    </a:cubicBezTo>
                    <a:cubicBezTo>
                      <a:pt x="176" y="49"/>
                      <a:pt x="175" y="48"/>
                      <a:pt x="174" y="47"/>
                    </a:cubicBezTo>
                    <a:cubicBezTo>
                      <a:pt x="172" y="43"/>
                      <a:pt x="170" y="39"/>
                      <a:pt x="167" y="35"/>
                    </a:cubicBezTo>
                    <a:cubicBezTo>
                      <a:pt x="165" y="34"/>
                      <a:pt x="164" y="32"/>
                      <a:pt x="162" y="30"/>
                    </a:cubicBezTo>
                    <a:cubicBezTo>
                      <a:pt x="161" y="29"/>
                      <a:pt x="160" y="28"/>
                      <a:pt x="159" y="27"/>
                    </a:cubicBezTo>
                    <a:cubicBezTo>
                      <a:pt x="158" y="26"/>
                      <a:pt x="157" y="25"/>
                      <a:pt x="156" y="24"/>
                    </a:cubicBezTo>
                    <a:cubicBezTo>
                      <a:pt x="154" y="22"/>
                      <a:pt x="152" y="20"/>
                      <a:pt x="149" y="18"/>
                    </a:cubicBezTo>
                    <a:cubicBezTo>
                      <a:pt x="146" y="16"/>
                      <a:pt x="143" y="14"/>
                      <a:pt x="140" y="12"/>
                    </a:cubicBezTo>
                    <a:cubicBezTo>
                      <a:pt x="139" y="11"/>
                      <a:pt x="137" y="11"/>
                      <a:pt x="136" y="10"/>
                    </a:cubicBezTo>
                    <a:cubicBezTo>
                      <a:pt x="135" y="10"/>
                      <a:pt x="135" y="9"/>
                      <a:pt x="134" y="9"/>
                    </a:cubicBezTo>
                    <a:cubicBezTo>
                      <a:pt x="133" y="9"/>
                      <a:pt x="133" y="8"/>
                      <a:pt x="132" y="8"/>
                    </a:cubicBezTo>
                    <a:cubicBezTo>
                      <a:pt x="131" y="8"/>
                      <a:pt x="131" y="8"/>
                      <a:pt x="131" y="7"/>
                    </a:cubicBezTo>
                    <a:cubicBezTo>
                      <a:pt x="130" y="7"/>
                      <a:pt x="129" y="7"/>
                      <a:pt x="128" y="6"/>
                    </a:cubicBezTo>
                    <a:cubicBezTo>
                      <a:pt x="128" y="6"/>
                      <a:pt x="128" y="6"/>
                      <a:pt x="128" y="6"/>
                    </a:cubicBezTo>
                    <a:cubicBezTo>
                      <a:pt x="126" y="6"/>
                      <a:pt x="125" y="5"/>
                      <a:pt x="124" y="5"/>
                    </a:cubicBezTo>
                    <a:cubicBezTo>
                      <a:pt x="124" y="5"/>
                      <a:pt x="124" y="5"/>
                      <a:pt x="123" y="5"/>
                    </a:cubicBezTo>
                    <a:cubicBezTo>
                      <a:pt x="121" y="4"/>
                      <a:pt x="118" y="3"/>
                      <a:pt x="115" y="2"/>
                    </a:cubicBezTo>
                    <a:cubicBezTo>
                      <a:pt x="114" y="2"/>
                      <a:pt x="113" y="2"/>
                      <a:pt x="112" y="2"/>
                    </a:cubicBezTo>
                    <a:cubicBezTo>
                      <a:pt x="111" y="1"/>
                      <a:pt x="111" y="1"/>
                      <a:pt x="110" y="1"/>
                    </a:cubicBezTo>
                    <a:cubicBezTo>
                      <a:pt x="107" y="1"/>
                      <a:pt x="103" y="0"/>
                      <a:pt x="100" y="0"/>
                    </a:cubicBezTo>
                    <a:cubicBezTo>
                      <a:pt x="100" y="5"/>
                      <a:pt x="100" y="5"/>
                      <a:pt x="100" y="5"/>
                    </a:cubicBezTo>
                    <a:cubicBezTo>
                      <a:pt x="104" y="5"/>
                      <a:pt x="107" y="6"/>
                      <a:pt x="111" y="6"/>
                    </a:cubicBezTo>
                    <a:cubicBezTo>
                      <a:pt x="111" y="7"/>
                      <a:pt x="110" y="7"/>
                      <a:pt x="109" y="7"/>
                    </a:cubicBezTo>
                    <a:cubicBezTo>
                      <a:pt x="109" y="7"/>
                      <a:pt x="108" y="8"/>
                      <a:pt x="108" y="8"/>
                    </a:cubicBezTo>
                    <a:cubicBezTo>
                      <a:pt x="106" y="8"/>
                      <a:pt x="104" y="8"/>
                      <a:pt x="103" y="8"/>
                    </a:cubicBezTo>
                    <a:cubicBezTo>
                      <a:pt x="103" y="8"/>
                      <a:pt x="104" y="9"/>
                      <a:pt x="104" y="9"/>
                    </a:cubicBezTo>
                    <a:cubicBezTo>
                      <a:pt x="106" y="10"/>
                      <a:pt x="107" y="10"/>
                      <a:pt x="109" y="10"/>
                    </a:cubicBezTo>
                    <a:cubicBezTo>
                      <a:pt x="110" y="10"/>
                      <a:pt x="111" y="10"/>
                      <a:pt x="112" y="9"/>
                    </a:cubicBezTo>
                    <a:cubicBezTo>
                      <a:pt x="112" y="9"/>
                      <a:pt x="112" y="8"/>
                      <a:pt x="113" y="8"/>
                    </a:cubicBezTo>
                    <a:cubicBezTo>
                      <a:pt x="113" y="7"/>
                      <a:pt x="113" y="7"/>
                      <a:pt x="114" y="7"/>
                    </a:cubicBezTo>
                    <a:cubicBezTo>
                      <a:pt x="115" y="7"/>
                      <a:pt x="116" y="7"/>
                      <a:pt x="117" y="8"/>
                    </a:cubicBezTo>
                    <a:cubicBezTo>
                      <a:pt x="116" y="8"/>
                      <a:pt x="115" y="8"/>
                      <a:pt x="115" y="9"/>
                    </a:cubicBezTo>
                    <a:cubicBezTo>
                      <a:pt x="116" y="10"/>
                      <a:pt x="118" y="9"/>
                      <a:pt x="118" y="8"/>
                    </a:cubicBezTo>
                    <a:cubicBezTo>
                      <a:pt x="119" y="8"/>
                      <a:pt x="119" y="8"/>
                      <a:pt x="119" y="8"/>
                    </a:cubicBezTo>
                    <a:cubicBezTo>
                      <a:pt x="120" y="9"/>
                      <a:pt x="122" y="9"/>
                      <a:pt x="123" y="10"/>
                    </a:cubicBezTo>
                    <a:cubicBezTo>
                      <a:pt x="125" y="11"/>
                      <a:pt x="127" y="11"/>
                      <a:pt x="129" y="12"/>
                    </a:cubicBezTo>
                    <a:cubicBezTo>
                      <a:pt x="129" y="12"/>
                      <a:pt x="128" y="13"/>
                      <a:pt x="128" y="13"/>
                    </a:cubicBezTo>
                    <a:cubicBezTo>
                      <a:pt x="127" y="13"/>
                      <a:pt x="127" y="12"/>
                      <a:pt x="126" y="12"/>
                    </a:cubicBezTo>
                    <a:cubicBezTo>
                      <a:pt x="126" y="13"/>
                      <a:pt x="127" y="13"/>
                      <a:pt x="128" y="14"/>
                    </a:cubicBezTo>
                    <a:cubicBezTo>
                      <a:pt x="129" y="15"/>
                      <a:pt x="129" y="15"/>
                      <a:pt x="130" y="16"/>
                    </a:cubicBezTo>
                    <a:cubicBezTo>
                      <a:pt x="129" y="18"/>
                      <a:pt x="128" y="16"/>
                      <a:pt x="126" y="16"/>
                    </a:cubicBezTo>
                    <a:cubicBezTo>
                      <a:pt x="125" y="16"/>
                      <a:pt x="123" y="19"/>
                      <a:pt x="122" y="16"/>
                    </a:cubicBezTo>
                    <a:cubicBezTo>
                      <a:pt x="122" y="15"/>
                      <a:pt x="123" y="15"/>
                      <a:pt x="124" y="14"/>
                    </a:cubicBezTo>
                    <a:cubicBezTo>
                      <a:pt x="123" y="14"/>
                      <a:pt x="123" y="14"/>
                      <a:pt x="123" y="14"/>
                    </a:cubicBezTo>
                    <a:cubicBezTo>
                      <a:pt x="122" y="14"/>
                      <a:pt x="122" y="15"/>
                      <a:pt x="121" y="15"/>
                    </a:cubicBezTo>
                    <a:cubicBezTo>
                      <a:pt x="121" y="15"/>
                      <a:pt x="120" y="16"/>
                      <a:pt x="119" y="16"/>
                    </a:cubicBezTo>
                    <a:cubicBezTo>
                      <a:pt x="119" y="16"/>
                      <a:pt x="118" y="16"/>
                      <a:pt x="117" y="16"/>
                    </a:cubicBezTo>
                    <a:cubicBezTo>
                      <a:pt x="116" y="16"/>
                      <a:pt x="115" y="17"/>
                      <a:pt x="114" y="18"/>
                    </a:cubicBezTo>
                    <a:cubicBezTo>
                      <a:pt x="113" y="18"/>
                      <a:pt x="113" y="18"/>
                      <a:pt x="112" y="18"/>
                    </a:cubicBezTo>
                    <a:cubicBezTo>
                      <a:pt x="111" y="18"/>
                      <a:pt x="110" y="19"/>
                      <a:pt x="108" y="20"/>
                    </a:cubicBezTo>
                    <a:cubicBezTo>
                      <a:pt x="107" y="20"/>
                      <a:pt x="106" y="21"/>
                      <a:pt x="105" y="22"/>
                    </a:cubicBezTo>
                    <a:cubicBezTo>
                      <a:pt x="104" y="22"/>
                      <a:pt x="103" y="24"/>
                      <a:pt x="103" y="24"/>
                    </a:cubicBezTo>
                    <a:cubicBezTo>
                      <a:pt x="103" y="25"/>
                      <a:pt x="105" y="25"/>
                      <a:pt x="105" y="25"/>
                    </a:cubicBezTo>
                    <a:cubicBezTo>
                      <a:pt x="105" y="26"/>
                      <a:pt x="104" y="27"/>
                      <a:pt x="104" y="27"/>
                    </a:cubicBezTo>
                    <a:cubicBezTo>
                      <a:pt x="105" y="28"/>
                      <a:pt x="106" y="27"/>
                      <a:pt x="107" y="27"/>
                    </a:cubicBezTo>
                    <a:cubicBezTo>
                      <a:pt x="108" y="27"/>
                      <a:pt x="109" y="29"/>
                      <a:pt x="110" y="29"/>
                    </a:cubicBezTo>
                    <a:cubicBezTo>
                      <a:pt x="111" y="30"/>
                      <a:pt x="112" y="30"/>
                      <a:pt x="113" y="31"/>
                    </a:cubicBezTo>
                    <a:cubicBezTo>
                      <a:pt x="115" y="31"/>
                      <a:pt x="116" y="30"/>
                      <a:pt x="117" y="31"/>
                    </a:cubicBezTo>
                    <a:cubicBezTo>
                      <a:pt x="117" y="32"/>
                      <a:pt x="115" y="33"/>
                      <a:pt x="115" y="33"/>
                    </a:cubicBezTo>
                    <a:cubicBezTo>
                      <a:pt x="116" y="34"/>
                      <a:pt x="115" y="35"/>
                      <a:pt x="115" y="36"/>
                    </a:cubicBezTo>
                    <a:cubicBezTo>
                      <a:pt x="115" y="36"/>
                      <a:pt x="115" y="37"/>
                      <a:pt x="116" y="38"/>
                    </a:cubicBezTo>
                    <a:cubicBezTo>
                      <a:pt x="117" y="38"/>
                      <a:pt x="119" y="37"/>
                      <a:pt x="119" y="36"/>
                    </a:cubicBezTo>
                    <a:cubicBezTo>
                      <a:pt x="120" y="34"/>
                      <a:pt x="119" y="33"/>
                      <a:pt x="120" y="32"/>
                    </a:cubicBezTo>
                    <a:cubicBezTo>
                      <a:pt x="125" y="32"/>
                      <a:pt x="129" y="30"/>
                      <a:pt x="129" y="25"/>
                    </a:cubicBezTo>
                    <a:cubicBezTo>
                      <a:pt x="129" y="24"/>
                      <a:pt x="128" y="24"/>
                      <a:pt x="128" y="23"/>
                    </a:cubicBezTo>
                    <a:cubicBezTo>
                      <a:pt x="129" y="23"/>
                      <a:pt x="130" y="22"/>
                      <a:pt x="130" y="21"/>
                    </a:cubicBezTo>
                    <a:cubicBezTo>
                      <a:pt x="130" y="21"/>
                      <a:pt x="131" y="20"/>
                      <a:pt x="131" y="20"/>
                    </a:cubicBezTo>
                    <a:cubicBezTo>
                      <a:pt x="131" y="19"/>
                      <a:pt x="132" y="18"/>
                      <a:pt x="132" y="18"/>
                    </a:cubicBezTo>
                    <a:cubicBezTo>
                      <a:pt x="132" y="18"/>
                      <a:pt x="132" y="18"/>
                      <a:pt x="132" y="18"/>
                    </a:cubicBezTo>
                    <a:cubicBezTo>
                      <a:pt x="133" y="18"/>
                      <a:pt x="133" y="18"/>
                      <a:pt x="134" y="18"/>
                    </a:cubicBezTo>
                    <a:cubicBezTo>
                      <a:pt x="134" y="18"/>
                      <a:pt x="135" y="19"/>
                      <a:pt x="136" y="19"/>
                    </a:cubicBezTo>
                    <a:cubicBezTo>
                      <a:pt x="137" y="19"/>
                      <a:pt x="137" y="18"/>
                      <a:pt x="138" y="18"/>
                    </a:cubicBezTo>
                    <a:cubicBezTo>
                      <a:pt x="139" y="19"/>
                      <a:pt x="139" y="20"/>
                      <a:pt x="140" y="20"/>
                    </a:cubicBezTo>
                    <a:cubicBezTo>
                      <a:pt x="141" y="21"/>
                      <a:pt x="142" y="21"/>
                      <a:pt x="142" y="21"/>
                    </a:cubicBezTo>
                    <a:cubicBezTo>
                      <a:pt x="142" y="22"/>
                      <a:pt x="141" y="22"/>
                      <a:pt x="141" y="23"/>
                    </a:cubicBezTo>
                    <a:cubicBezTo>
                      <a:pt x="141" y="23"/>
                      <a:pt x="141" y="23"/>
                      <a:pt x="141" y="23"/>
                    </a:cubicBezTo>
                    <a:cubicBezTo>
                      <a:pt x="141" y="24"/>
                      <a:pt x="142" y="25"/>
                      <a:pt x="142" y="25"/>
                    </a:cubicBezTo>
                    <a:cubicBezTo>
                      <a:pt x="143" y="25"/>
                      <a:pt x="144" y="25"/>
                      <a:pt x="145" y="25"/>
                    </a:cubicBezTo>
                    <a:cubicBezTo>
                      <a:pt x="146" y="24"/>
                      <a:pt x="146" y="23"/>
                      <a:pt x="147" y="23"/>
                    </a:cubicBezTo>
                    <a:cubicBezTo>
                      <a:pt x="148" y="24"/>
                      <a:pt x="149" y="24"/>
                      <a:pt x="150" y="25"/>
                    </a:cubicBezTo>
                    <a:cubicBezTo>
                      <a:pt x="150" y="26"/>
                      <a:pt x="150" y="26"/>
                      <a:pt x="150" y="26"/>
                    </a:cubicBezTo>
                    <a:cubicBezTo>
                      <a:pt x="150" y="27"/>
                      <a:pt x="150" y="28"/>
                      <a:pt x="150" y="29"/>
                    </a:cubicBezTo>
                    <a:cubicBezTo>
                      <a:pt x="150" y="31"/>
                      <a:pt x="152" y="31"/>
                      <a:pt x="153" y="32"/>
                    </a:cubicBezTo>
                    <a:cubicBezTo>
                      <a:pt x="154" y="32"/>
                      <a:pt x="154" y="33"/>
                      <a:pt x="154" y="33"/>
                    </a:cubicBezTo>
                    <a:cubicBezTo>
                      <a:pt x="155" y="34"/>
                      <a:pt x="155" y="34"/>
                      <a:pt x="155" y="34"/>
                    </a:cubicBezTo>
                    <a:cubicBezTo>
                      <a:pt x="155" y="36"/>
                      <a:pt x="154" y="36"/>
                      <a:pt x="154" y="38"/>
                    </a:cubicBezTo>
                    <a:cubicBezTo>
                      <a:pt x="154" y="39"/>
                      <a:pt x="153" y="39"/>
                      <a:pt x="153" y="40"/>
                    </a:cubicBezTo>
                    <a:cubicBezTo>
                      <a:pt x="153" y="41"/>
                      <a:pt x="155" y="40"/>
                      <a:pt x="156" y="41"/>
                    </a:cubicBezTo>
                    <a:cubicBezTo>
                      <a:pt x="156" y="42"/>
                      <a:pt x="156" y="43"/>
                      <a:pt x="155" y="44"/>
                    </a:cubicBezTo>
                    <a:cubicBezTo>
                      <a:pt x="156" y="44"/>
                      <a:pt x="156" y="46"/>
                      <a:pt x="155" y="46"/>
                    </a:cubicBezTo>
                    <a:cubicBezTo>
                      <a:pt x="154" y="46"/>
                      <a:pt x="154" y="45"/>
                      <a:pt x="153" y="45"/>
                    </a:cubicBezTo>
                    <a:cubicBezTo>
                      <a:pt x="152" y="45"/>
                      <a:pt x="152" y="45"/>
                      <a:pt x="151" y="45"/>
                    </a:cubicBezTo>
                    <a:cubicBezTo>
                      <a:pt x="151" y="45"/>
                      <a:pt x="150" y="44"/>
                      <a:pt x="150" y="44"/>
                    </a:cubicBezTo>
                    <a:cubicBezTo>
                      <a:pt x="148" y="44"/>
                      <a:pt x="147" y="45"/>
                      <a:pt x="146" y="44"/>
                    </a:cubicBezTo>
                    <a:cubicBezTo>
                      <a:pt x="147" y="42"/>
                      <a:pt x="149" y="41"/>
                      <a:pt x="151" y="39"/>
                    </a:cubicBezTo>
                    <a:cubicBezTo>
                      <a:pt x="151" y="39"/>
                      <a:pt x="152" y="39"/>
                      <a:pt x="152" y="38"/>
                    </a:cubicBezTo>
                    <a:cubicBezTo>
                      <a:pt x="151" y="37"/>
                      <a:pt x="150" y="38"/>
                      <a:pt x="149" y="38"/>
                    </a:cubicBezTo>
                    <a:cubicBezTo>
                      <a:pt x="148" y="39"/>
                      <a:pt x="147" y="39"/>
                      <a:pt x="146" y="40"/>
                    </a:cubicBezTo>
                    <a:cubicBezTo>
                      <a:pt x="145" y="40"/>
                      <a:pt x="142" y="39"/>
                      <a:pt x="141" y="40"/>
                    </a:cubicBezTo>
                    <a:cubicBezTo>
                      <a:pt x="141" y="41"/>
                      <a:pt x="143" y="40"/>
                      <a:pt x="142" y="42"/>
                    </a:cubicBezTo>
                    <a:cubicBezTo>
                      <a:pt x="142" y="42"/>
                      <a:pt x="141" y="42"/>
                      <a:pt x="141" y="41"/>
                    </a:cubicBezTo>
                    <a:cubicBezTo>
                      <a:pt x="140" y="41"/>
                      <a:pt x="140" y="40"/>
                      <a:pt x="140" y="40"/>
                    </a:cubicBezTo>
                    <a:cubicBezTo>
                      <a:pt x="140" y="40"/>
                      <a:pt x="138" y="39"/>
                      <a:pt x="137" y="40"/>
                    </a:cubicBezTo>
                    <a:cubicBezTo>
                      <a:pt x="136" y="40"/>
                      <a:pt x="135" y="40"/>
                      <a:pt x="135" y="41"/>
                    </a:cubicBezTo>
                    <a:cubicBezTo>
                      <a:pt x="136" y="42"/>
                      <a:pt x="138" y="41"/>
                      <a:pt x="138" y="42"/>
                    </a:cubicBezTo>
                    <a:cubicBezTo>
                      <a:pt x="138" y="43"/>
                      <a:pt x="136" y="44"/>
                      <a:pt x="136" y="46"/>
                    </a:cubicBezTo>
                    <a:cubicBezTo>
                      <a:pt x="136" y="46"/>
                      <a:pt x="137" y="47"/>
                      <a:pt x="138" y="47"/>
                    </a:cubicBezTo>
                    <a:cubicBezTo>
                      <a:pt x="138" y="48"/>
                      <a:pt x="139" y="47"/>
                      <a:pt x="139" y="47"/>
                    </a:cubicBezTo>
                    <a:cubicBezTo>
                      <a:pt x="140" y="47"/>
                      <a:pt x="140" y="48"/>
                      <a:pt x="140" y="48"/>
                    </a:cubicBezTo>
                    <a:cubicBezTo>
                      <a:pt x="141" y="47"/>
                      <a:pt x="142" y="46"/>
                      <a:pt x="143" y="46"/>
                    </a:cubicBezTo>
                    <a:cubicBezTo>
                      <a:pt x="144" y="48"/>
                      <a:pt x="142" y="48"/>
                      <a:pt x="140" y="49"/>
                    </a:cubicBezTo>
                    <a:cubicBezTo>
                      <a:pt x="139" y="49"/>
                      <a:pt x="137" y="50"/>
                      <a:pt x="135" y="50"/>
                    </a:cubicBezTo>
                    <a:cubicBezTo>
                      <a:pt x="135" y="51"/>
                      <a:pt x="132" y="53"/>
                      <a:pt x="132" y="51"/>
                    </a:cubicBezTo>
                    <a:cubicBezTo>
                      <a:pt x="132" y="50"/>
                      <a:pt x="133" y="50"/>
                      <a:pt x="133" y="49"/>
                    </a:cubicBezTo>
                    <a:cubicBezTo>
                      <a:pt x="132" y="49"/>
                      <a:pt x="130" y="50"/>
                      <a:pt x="129" y="50"/>
                    </a:cubicBezTo>
                    <a:cubicBezTo>
                      <a:pt x="127" y="51"/>
                      <a:pt x="124" y="51"/>
                      <a:pt x="123" y="54"/>
                    </a:cubicBezTo>
                    <a:cubicBezTo>
                      <a:pt x="123" y="54"/>
                      <a:pt x="123" y="55"/>
                      <a:pt x="123" y="55"/>
                    </a:cubicBezTo>
                    <a:cubicBezTo>
                      <a:pt x="123" y="56"/>
                      <a:pt x="121" y="56"/>
                      <a:pt x="121" y="56"/>
                    </a:cubicBezTo>
                    <a:cubicBezTo>
                      <a:pt x="120" y="56"/>
                      <a:pt x="119" y="57"/>
                      <a:pt x="118" y="57"/>
                    </a:cubicBezTo>
                    <a:cubicBezTo>
                      <a:pt x="118" y="57"/>
                      <a:pt x="117" y="57"/>
                      <a:pt x="117" y="57"/>
                    </a:cubicBezTo>
                    <a:cubicBezTo>
                      <a:pt x="116" y="58"/>
                      <a:pt x="116" y="59"/>
                      <a:pt x="115" y="59"/>
                    </a:cubicBezTo>
                    <a:cubicBezTo>
                      <a:pt x="114" y="60"/>
                      <a:pt x="114" y="60"/>
                      <a:pt x="113" y="60"/>
                    </a:cubicBezTo>
                    <a:cubicBezTo>
                      <a:pt x="113" y="61"/>
                      <a:pt x="113" y="62"/>
                      <a:pt x="112" y="62"/>
                    </a:cubicBezTo>
                    <a:cubicBezTo>
                      <a:pt x="111" y="62"/>
                      <a:pt x="111" y="62"/>
                      <a:pt x="110" y="62"/>
                    </a:cubicBezTo>
                    <a:cubicBezTo>
                      <a:pt x="110" y="63"/>
                      <a:pt x="111" y="65"/>
                      <a:pt x="110" y="66"/>
                    </a:cubicBezTo>
                    <a:cubicBezTo>
                      <a:pt x="109" y="67"/>
                      <a:pt x="108" y="68"/>
                      <a:pt x="106" y="69"/>
                    </a:cubicBezTo>
                    <a:cubicBezTo>
                      <a:pt x="105" y="69"/>
                      <a:pt x="105" y="69"/>
                      <a:pt x="103" y="70"/>
                    </a:cubicBezTo>
                    <a:cubicBezTo>
                      <a:pt x="103" y="70"/>
                      <a:pt x="102" y="71"/>
                      <a:pt x="101" y="72"/>
                    </a:cubicBezTo>
                    <a:cubicBezTo>
                      <a:pt x="101" y="72"/>
                      <a:pt x="100" y="72"/>
                      <a:pt x="100" y="73"/>
                    </a:cubicBezTo>
                    <a:cubicBezTo>
                      <a:pt x="100" y="116"/>
                      <a:pt x="100" y="116"/>
                      <a:pt x="100" y="116"/>
                    </a:cubicBezTo>
                    <a:cubicBezTo>
                      <a:pt x="100" y="116"/>
                      <a:pt x="101" y="115"/>
                      <a:pt x="101" y="115"/>
                    </a:cubicBezTo>
                    <a:cubicBezTo>
                      <a:pt x="102" y="114"/>
                      <a:pt x="102" y="113"/>
                      <a:pt x="103" y="112"/>
                    </a:cubicBezTo>
                    <a:cubicBezTo>
                      <a:pt x="104" y="112"/>
                      <a:pt x="105" y="112"/>
                      <a:pt x="106" y="111"/>
                    </a:cubicBezTo>
                    <a:cubicBezTo>
                      <a:pt x="107" y="111"/>
                      <a:pt x="107" y="111"/>
                      <a:pt x="108" y="110"/>
                    </a:cubicBezTo>
                    <a:cubicBezTo>
                      <a:pt x="108" y="110"/>
                      <a:pt x="109" y="109"/>
                      <a:pt x="109" y="110"/>
                    </a:cubicBezTo>
                    <a:cubicBezTo>
                      <a:pt x="110" y="111"/>
                      <a:pt x="108" y="111"/>
                      <a:pt x="109" y="112"/>
                    </a:cubicBezTo>
                    <a:cubicBezTo>
                      <a:pt x="110" y="113"/>
                      <a:pt x="111" y="111"/>
                      <a:pt x="112" y="111"/>
                    </a:cubicBezTo>
                    <a:cubicBezTo>
                      <a:pt x="112" y="111"/>
                      <a:pt x="114" y="111"/>
                      <a:pt x="114" y="112"/>
                    </a:cubicBezTo>
                    <a:cubicBezTo>
                      <a:pt x="115" y="112"/>
                      <a:pt x="115" y="113"/>
                      <a:pt x="116" y="113"/>
                    </a:cubicBezTo>
                    <a:cubicBezTo>
                      <a:pt x="117" y="113"/>
                      <a:pt x="117" y="113"/>
                      <a:pt x="118" y="113"/>
                    </a:cubicBezTo>
                    <a:cubicBezTo>
                      <a:pt x="119" y="113"/>
                      <a:pt x="120" y="114"/>
                      <a:pt x="121" y="114"/>
                    </a:cubicBezTo>
                    <a:cubicBezTo>
                      <a:pt x="122" y="114"/>
                      <a:pt x="122" y="113"/>
                      <a:pt x="123" y="113"/>
                    </a:cubicBezTo>
                    <a:cubicBezTo>
                      <a:pt x="125" y="112"/>
                      <a:pt x="125" y="113"/>
                      <a:pt x="126" y="114"/>
                    </a:cubicBezTo>
                    <a:cubicBezTo>
                      <a:pt x="127" y="114"/>
                      <a:pt x="127" y="113"/>
                      <a:pt x="128" y="113"/>
                    </a:cubicBezTo>
                    <a:cubicBezTo>
                      <a:pt x="127" y="114"/>
                      <a:pt x="128" y="115"/>
                      <a:pt x="128" y="115"/>
                    </a:cubicBezTo>
                    <a:cubicBezTo>
                      <a:pt x="129" y="116"/>
                      <a:pt x="128" y="116"/>
                      <a:pt x="129" y="116"/>
                    </a:cubicBezTo>
                    <a:cubicBezTo>
                      <a:pt x="129" y="117"/>
                      <a:pt x="130" y="117"/>
                      <a:pt x="131" y="117"/>
                    </a:cubicBezTo>
                    <a:cubicBezTo>
                      <a:pt x="132" y="118"/>
                      <a:pt x="132" y="119"/>
                      <a:pt x="133" y="120"/>
                    </a:cubicBezTo>
                    <a:cubicBezTo>
                      <a:pt x="134" y="121"/>
                      <a:pt x="135" y="122"/>
                      <a:pt x="136" y="122"/>
                    </a:cubicBezTo>
                    <a:cubicBezTo>
                      <a:pt x="137" y="122"/>
                      <a:pt x="138" y="121"/>
                      <a:pt x="139" y="121"/>
                    </a:cubicBezTo>
                    <a:cubicBezTo>
                      <a:pt x="141" y="122"/>
                      <a:pt x="143" y="123"/>
                      <a:pt x="144" y="124"/>
                    </a:cubicBezTo>
                    <a:cubicBezTo>
                      <a:pt x="145" y="124"/>
                      <a:pt x="146" y="125"/>
                      <a:pt x="146" y="126"/>
                    </a:cubicBezTo>
                    <a:cubicBezTo>
                      <a:pt x="146" y="126"/>
                      <a:pt x="146" y="127"/>
                      <a:pt x="146" y="127"/>
                    </a:cubicBezTo>
                    <a:cubicBezTo>
                      <a:pt x="147" y="129"/>
                      <a:pt x="148" y="129"/>
                      <a:pt x="148" y="131"/>
                    </a:cubicBezTo>
                    <a:cubicBezTo>
                      <a:pt x="148" y="132"/>
                      <a:pt x="149" y="132"/>
                      <a:pt x="149" y="133"/>
                    </a:cubicBezTo>
                    <a:cubicBezTo>
                      <a:pt x="150" y="133"/>
                      <a:pt x="151" y="134"/>
                      <a:pt x="151" y="134"/>
                    </a:cubicBezTo>
                    <a:cubicBezTo>
                      <a:pt x="152" y="134"/>
                      <a:pt x="152" y="134"/>
                      <a:pt x="152" y="134"/>
                    </a:cubicBezTo>
                    <a:cubicBezTo>
                      <a:pt x="154" y="134"/>
                      <a:pt x="154" y="134"/>
                      <a:pt x="155" y="135"/>
                    </a:cubicBezTo>
                    <a:cubicBezTo>
                      <a:pt x="156" y="135"/>
                      <a:pt x="157" y="135"/>
                      <a:pt x="157" y="135"/>
                    </a:cubicBezTo>
                    <a:cubicBezTo>
                      <a:pt x="158" y="136"/>
                      <a:pt x="158" y="137"/>
                      <a:pt x="158" y="137"/>
                    </a:cubicBezTo>
                    <a:cubicBezTo>
                      <a:pt x="159" y="137"/>
                      <a:pt x="160" y="137"/>
                      <a:pt x="160" y="137"/>
                    </a:cubicBezTo>
                    <a:cubicBezTo>
                      <a:pt x="161" y="137"/>
                      <a:pt x="163" y="138"/>
                      <a:pt x="164" y="138"/>
                    </a:cubicBezTo>
                    <a:cubicBezTo>
                      <a:pt x="164" y="138"/>
                      <a:pt x="165" y="138"/>
                      <a:pt x="165" y="138"/>
                    </a:cubicBezTo>
                    <a:cubicBezTo>
                      <a:pt x="167" y="138"/>
                      <a:pt x="168" y="139"/>
                      <a:pt x="169" y="139"/>
                    </a:cubicBezTo>
                    <a:cubicBezTo>
                      <a:pt x="156" y="159"/>
                      <a:pt x="137" y="173"/>
                      <a:pt x="114" y="179"/>
                    </a:cubicBezTo>
                    <a:cubicBezTo>
                      <a:pt x="114" y="178"/>
                      <a:pt x="114" y="177"/>
                      <a:pt x="114" y="176"/>
                    </a:cubicBezTo>
                    <a:cubicBezTo>
                      <a:pt x="114" y="174"/>
                      <a:pt x="114" y="173"/>
                      <a:pt x="114" y="171"/>
                    </a:cubicBezTo>
                    <a:cubicBezTo>
                      <a:pt x="113" y="170"/>
                      <a:pt x="113" y="168"/>
                      <a:pt x="113" y="167"/>
                    </a:cubicBezTo>
                    <a:cubicBezTo>
                      <a:pt x="112" y="166"/>
                      <a:pt x="110" y="165"/>
                      <a:pt x="109" y="164"/>
                    </a:cubicBezTo>
                    <a:cubicBezTo>
                      <a:pt x="108" y="164"/>
                      <a:pt x="107" y="163"/>
                      <a:pt x="107" y="163"/>
                    </a:cubicBezTo>
                    <a:cubicBezTo>
                      <a:pt x="105" y="162"/>
                      <a:pt x="102" y="161"/>
                      <a:pt x="101" y="159"/>
                    </a:cubicBezTo>
                    <a:cubicBezTo>
                      <a:pt x="101" y="159"/>
                      <a:pt x="101" y="158"/>
                      <a:pt x="101" y="157"/>
                    </a:cubicBezTo>
                    <a:cubicBezTo>
                      <a:pt x="100" y="157"/>
                      <a:pt x="100" y="156"/>
                      <a:pt x="100" y="156"/>
                    </a:cubicBezTo>
                    <a:lnTo>
                      <a:pt x="100" y="186"/>
                    </a:lnTo>
                    <a:close/>
                    <a:moveTo>
                      <a:pt x="2" y="74"/>
                    </a:moveTo>
                    <a:cubicBezTo>
                      <a:pt x="2" y="76"/>
                      <a:pt x="1" y="77"/>
                      <a:pt x="1" y="79"/>
                    </a:cubicBezTo>
                    <a:cubicBezTo>
                      <a:pt x="1" y="80"/>
                      <a:pt x="1" y="82"/>
                      <a:pt x="0" y="83"/>
                    </a:cubicBezTo>
                    <a:cubicBezTo>
                      <a:pt x="0" y="87"/>
                      <a:pt x="0" y="90"/>
                      <a:pt x="0" y="93"/>
                    </a:cubicBezTo>
                    <a:cubicBezTo>
                      <a:pt x="0" y="96"/>
                      <a:pt x="0" y="99"/>
                      <a:pt x="0" y="103"/>
                    </a:cubicBezTo>
                    <a:cubicBezTo>
                      <a:pt x="1" y="104"/>
                      <a:pt x="1" y="106"/>
                      <a:pt x="1" y="107"/>
                    </a:cubicBezTo>
                    <a:cubicBezTo>
                      <a:pt x="1" y="109"/>
                      <a:pt x="2" y="110"/>
                      <a:pt x="2" y="112"/>
                    </a:cubicBezTo>
                    <a:cubicBezTo>
                      <a:pt x="2" y="113"/>
                      <a:pt x="3" y="115"/>
                      <a:pt x="3" y="116"/>
                    </a:cubicBezTo>
                    <a:cubicBezTo>
                      <a:pt x="4" y="119"/>
                      <a:pt x="5" y="122"/>
                      <a:pt x="6" y="125"/>
                    </a:cubicBezTo>
                    <a:cubicBezTo>
                      <a:pt x="6" y="127"/>
                      <a:pt x="7" y="128"/>
                      <a:pt x="7" y="129"/>
                    </a:cubicBezTo>
                    <a:cubicBezTo>
                      <a:pt x="8" y="131"/>
                      <a:pt x="9" y="132"/>
                      <a:pt x="9" y="134"/>
                    </a:cubicBezTo>
                    <a:cubicBezTo>
                      <a:pt x="10" y="134"/>
                      <a:pt x="10" y="135"/>
                      <a:pt x="10" y="136"/>
                    </a:cubicBezTo>
                    <a:cubicBezTo>
                      <a:pt x="11" y="137"/>
                      <a:pt x="12" y="138"/>
                      <a:pt x="12" y="140"/>
                    </a:cubicBezTo>
                    <a:cubicBezTo>
                      <a:pt x="15" y="143"/>
                      <a:pt x="17" y="147"/>
                      <a:pt x="20" y="151"/>
                    </a:cubicBezTo>
                    <a:cubicBezTo>
                      <a:pt x="21" y="152"/>
                      <a:pt x="23" y="154"/>
                      <a:pt x="24" y="156"/>
                    </a:cubicBezTo>
                    <a:cubicBezTo>
                      <a:pt x="25" y="157"/>
                      <a:pt x="26" y="158"/>
                      <a:pt x="27" y="159"/>
                    </a:cubicBezTo>
                    <a:cubicBezTo>
                      <a:pt x="28" y="160"/>
                      <a:pt x="29" y="161"/>
                      <a:pt x="31" y="162"/>
                    </a:cubicBezTo>
                    <a:cubicBezTo>
                      <a:pt x="36" y="167"/>
                      <a:pt x="41" y="171"/>
                      <a:pt x="47" y="174"/>
                    </a:cubicBezTo>
                    <a:cubicBezTo>
                      <a:pt x="48" y="175"/>
                      <a:pt x="50" y="176"/>
                      <a:pt x="51" y="176"/>
                    </a:cubicBezTo>
                    <a:cubicBezTo>
                      <a:pt x="54" y="178"/>
                      <a:pt x="56" y="179"/>
                      <a:pt x="59" y="180"/>
                    </a:cubicBezTo>
                    <a:cubicBezTo>
                      <a:pt x="61" y="181"/>
                      <a:pt x="62" y="181"/>
                      <a:pt x="63" y="182"/>
                    </a:cubicBezTo>
                    <a:cubicBezTo>
                      <a:pt x="73" y="185"/>
                      <a:pt x="83" y="186"/>
                      <a:pt x="93" y="186"/>
                    </a:cubicBezTo>
                    <a:cubicBezTo>
                      <a:pt x="96" y="186"/>
                      <a:pt x="98" y="186"/>
                      <a:pt x="100" y="186"/>
                    </a:cubicBezTo>
                    <a:cubicBezTo>
                      <a:pt x="100" y="156"/>
                      <a:pt x="100" y="156"/>
                      <a:pt x="100" y="156"/>
                    </a:cubicBezTo>
                    <a:cubicBezTo>
                      <a:pt x="99" y="156"/>
                      <a:pt x="99" y="155"/>
                      <a:pt x="99" y="154"/>
                    </a:cubicBezTo>
                    <a:cubicBezTo>
                      <a:pt x="97" y="153"/>
                      <a:pt x="96" y="150"/>
                      <a:pt x="95" y="148"/>
                    </a:cubicBezTo>
                    <a:cubicBezTo>
                      <a:pt x="95" y="147"/>
                      <a:pt x="94" y="146"/>
                      <a:pt x="93" y="145"/>
                    </a:cubicBezTo>
                    <a:cubicBezTo>
                      <a:pt x="93" y="145"/>
                      <a:pt x="92" y="144"/>
                      <a:pt x="91" y="144"/>
                    </a:cubicBezTo>
                    <a:cubicBezTo>
                      <a:pt x="91" y="143"/>
                      <a:pt x="90" y="142"/>
                      <a:pt x="91" y="141"/>
                    </a:cubicBezTo>
                    <a:cubicBezTo>
                      <a:pt x="91" y="140"/>
                      <a:pt x="93" y="139"/>
                      <a:pt x="93" y="138"/>
                    </a:cubicBezTo>
                    <a:cubicBezTo>
                      <a:pt x="93" y="138"/>
                      <a:pt x="92" y="137"/>
                      <a:pt x="91" y="136"/>
                    </a:cubicBezTo>
                    <a:cubicBezTo>
                      <a:pt x="91" y="135"/>
                      <a:pt x="92" y="134"/>
                      <a:pt x="92" y="133"/>
                    </a:cubicBezTo>
                    <a:cubicBezTo>
                      <a:pt x="92" y="132"/>
                      <a:pt x="93" y="132"/>
                      <a:pt x="93" y="131"/>
                    </a:cubicBezTo>
                    <a:cubicBezTo>
                      <a:pt x="93" y="131"/>
                      <a:pt x="94" y="131"/>
                      <a:pt x="94" y="130"/>
                    </a:cubicBezTo>
                    <a:cubicBezTo>
                      <a:pt x="95" y="130"/>
                      <a:pt x="95" y="129"/>
                      <a:pt x="95" y="129"/>
                    </a:cubicBezTo>
                    <a:cubicBezTo>
                      <a:pt x="96" y="128"/>
                      <a:pt x="97" y="127"/>
                      <a:pt x="98" y="126"/>
                    </a:cubicBezTo>
                    <a:cubicBezTo>
                      <a:pt x="98" y="126"/>
                      <a:pt x="98" y="122"/>
                      <a:pt x="98" y="121"/>
                    </a:cubicBezTo>
                    <a:cubicBezTo>
                      <a:pt x="98" y="120"/>
                      <a:pt x="97" y="119"/>
                      <a:pt x="97" y="119"/>
                    </a:cubicBezTo>
                    <a:cubicBezTo>
                      <a:pt x="96" y="117"/>
                      <a:pt x="96" y="116"/>
                      <a:pt x="95" y="116"/>
                    </a:cubicBezTo>
                    <a:cubicBezTo>
                      <a:pt x="94" y="116"/>
                      <a:pt x="93" y="117"/>
                      <a:pt x="93" y="117"/>
                    </a:cubicBezTo>
                    <a:cubicBezTo>
                      <a:pt x="93" y="118"/>
                      <a:pt x="93" y="119"/>
                      <a:pt x="92" y="119"/>
                    </a:cubicBezTo>
                    <a:cubicBezTo>
                      <a:pt x="91" y="119"/>
                      <a:pt x="91" y="118"/>
                      <a:pt x="89" y="118"/>
                    </a:cubicBezTo>
                    <a:cubicBezTo>
                      <a:pt x="89" y="117"/>
                      <a:pt x="88" y="117"/>
                      <a:pt x="88" y="117"/>
                    </a:cubicBezTo>
                    <a:cubicBezTo>
                      <a:pt x="87" y="117"/>
                      <a:pt x="86" y="115"/>
                      <a:pt x="85" y="115"/>
                    </a:cubicBezTo>
                    <a:cubicBezTo>
                      <a:pt x="84" y="114"/>
                      <a:pt x="84" y="115"/>
                      <a:pt x="83" y="114"/>
                    </a:cubicBezTo>
                    <a:cubicBezTo>
                      <a:pt x="83" y="113"/>
                      <a:pt x="83" y="112"/>
                      <a:pt x="83" y="112"/>
                    </a:cubicBezTo>
                    <a:cubicBezTo>
                      <a:pt x="82" y="111"/>
                      <a:pt x="81" y="109"/>
                      <a:pt x="80" y="108"/>
                    </a:cubicBezTo>
                    <a:cubicBezTo>
                      <a:pt x="79" y="108"/>
                      <a:pt x="78" y="108"/>
                      <a:pt x="77" y="108"/>
                    </a:cubicBezTo>
                    <a:cubicBezTo>
                      <a:pt x="76" y="107"/>
                      <a:pt x="76" y="107"/>
                      <a:pt x="75" y="107"/>
                    </a:cubicBezTo>
                    <a:cubicBezTo>
                      <a:pt x="74" y="107"/>
                      <a:pt x="74" y="107"/>
                      <a:pt x="73" y="107"/>
                    </a:cubicBezTo>
                    <a:cubicBezTo>
                      <a:pt x="71" y="106"/>
                      <a:pt x="70" y="102"/>
                      <a:pt x="68" y="103"/>
                    </a:cubicBezTo>
                    <a:cubicBezTo>
                      <a:pt x="67" y="103"/>
                      <a:pt x="66" y="104"/>
                      <a:pt x="65" y="104"/>
                    </a:cubicBezTo>
                    <a:cubicBezTo>
                      <a:pt x="64" y="104"/>
                      <a:pt x="62" y="103"/>
                      <a:pt x="61" y="102"/>
                    </a:cubicBezTo>
                    <a:cubicBezTo>
                      <a:pt x="60" y="102"/>
                      <a:pt x="58" y="101"/>
                      <a:pt x="57" y="101"/>
                    </a:cubicBezTo>
                    <a:cubicBezTo>
                      <a:pt x="57" y="100"/>
                      <a:pt x="56" y="100"/>
                      <a:pt x="55" y="99"/>
                    </a:cubicBezTo>
                    <a:cubicBezTo>
                      <a:pt x="55" y="99"/>
                      <a:pt x="54" y="99"/>
                      <a:pt x="54" y="99"/>
                    </a:cubicBezTo>
                    <a:cubicBezTo>
                      <a:pt x="53" y="99"/>
                      <a:pt x="52" y="98"/>
                      <a:pt x="51" y="97"/>
                    </a:cubicBezTo>
                    <a:cubicBezTo>
                      <a:pt x="51" y="97"/>
                      <a:pt x="50" y="96"/>
                      <a:pt x="50" y="95"/>
                    </a:cubicBezTo>
                    <a:cubicBezTo>
                      <a:pt x="50" y="95"/>
                      <a:pt x="51" y="94"/>
                      <a:pt x="51" y="93"/>
                    </a:cubicBezTo>
                    <a:cubicBezTo>
                      <a:pt x="51" y="91"/>
                      <a:pt x="49" y="89"/>
                      <a:pt x="48" y="88"/>
                    </a:cubicBezTo>
                    <a:cubicBezTo>
                      <a:pt x="47" y="87"/>
                      <a:pt x="46" y="86"/>
                      <a:pt x="45" y="85"/>
                    </a:cubicBezTo>
                    <a:cubicBezTo>
                      <a:pt x="45" y="84"/>
                      <a:pt x="45" y="84"/>
                      <a:pt x="45" y="83"/>
                    </a:cubicBezTo>
                    <a:cubicBezTo>
                      <a:pt x="45" y="83"/>
                      <a:pt x="44" y="82"/>
                      <a:pt x="44" y="81"/>
                    </a:cubicBezTo>
                    <a:cubicBezTo>
                      <a:pt x="43" y="80"/>
                      <a:pt x="42" y="79"/>
                      <a:pt x="42" y="78"/>
                    </a:cubicBezTo>
                    <a:cubicBezTo>
                      <a:pt x="42" y="77"/>
                      <a:pt x="42" y="76"/>
                      <a:pt x="42" y="75"/>
                    </a:cubicBezTo>
                    <a:cubicBezTo>
                      <a:pt x="41" y="73"/>
                      <a:pt x="38" y="74"/>
                      <a:pt x="39" y="76"/>
                    </a:cubicBezTo>
                    <a:cubicBezTo>
                      <a:pt x="39" y="77"/>
                      <a:pt x="40" y="78"/>
                      <a:pt x="40" y="79"/>
                    </a:cubicBezTo>
                    <a:cubicBezTo>
                      <a:pt x="40" y="79"/>
                      <a:pt x="40" y="80"/>
                      <a:pt x="41" y="81"/>
                    </a:cubicBezTo>
                    <a:cubicBezTo>
                      <a:pt x="41" y="82"/>
                      <a:pt x="42" y="82"/>
                      <a:pt x="42" y="83"/>
                    </a:cubicBezTo>
                    <a:cubicBezTo>
                      <a:pt x="42" y="85"/>
                      <a:pt x="42" y="86"/>
                      <a:pt x="43" y="87"/>
                    </a:cubicBezTo>
                    <a:cubicBezTo>
                      <a:pt x="43" y="88"/>
                      <a:pt x="44" y="88"/>
                      <a:pt x="44" y="89"/>
                    </a:cubicBezTo>
                    <a:cubicBezTo>
                      <a:pt x="43" y="90"/>
                      <a:pt x="42" y="89"/>
                      <a:pt x="42" y="88"/>
                    </a:cubicBezTo>
                    <a:cubicBezTo>
                      <a:pt x="41" y="88"/>
                      <a:pt x="40" y="87"/>
                      <a:pt x="40" y="86"/>
                    </a:cubicBezTo>
                    <a:cubicBezTo>
                      <a:pt x="40" y="86"/>
                      <a:pt x="40" y="85"/>
                      <a:pt x="40" y="84"/>
                    </a:cubicBezTo>
                    <a:cubicBezTo>
                      <a:pt x="40" y="83"/>
                      <a:pt x="37" y="83"/>
                      <a:pt x="37" y="81"/>
                    </a:cubicBezTo>
                    <a:cubicBezTo>
                      <a:pt x="37" y="81"/>
                      <a:pt x="38" y="80"/>
                      <a:pt x="38" y="80"/>
                    </a:cubicBezTo>
                    <a:cubicBezTo>
                      <a:pt x="38" y="79"/>
                      <a:pt x="37" y="78"/>
                      <a:pt x="37" y="77"/>
                    </a:cubicBezTo>
                    <a:cubicBezTo>
                      <a:pt x="36" y="76"/>
                      <a:pt x="36" y="75"/>
                      <a:pt x="36" y="74"/>
                    </a:cubicBezTo>
                    <a:cubicBezTo>
                      <a:pt x="36" y="73"/>
                      <a:pt x="36" y="72"/>
                      <a:pt x="36" y="71"/>
                    </a:cubicBezTo>
                    <a:cubicBezTo>
                      <a:pt x="36" y="70"/>
                      <a:pt x="35" y="69"/>
                      <a:pt x="34" y="69"/>
                    </a:cubicBezTo>
                    <a:cubicBezTo>
                      <a:pt x="33" y="69"/>
                      <a:pt x="32" y="69"/>
                      <a:pt x="32" y="68"/>
                    </a:cubicBezTo>
                    <a:cubicBezTo>
                      <a:pt x="32" y="67"/>
                      <a:pt x="31" y="66"/>
                      <a:pt x="31" y="65"/>
                    </a:cubicBezTo>
                    <a:cubicBezTo>
                      <a:pt x="31" y="64"/>
                      <a:pt x="31" y="63"/>
                      <a:pt x="31" y="62"/>
                    </a:cubicBezTo>
                    <a:cubicBezTo>
                      <a:pt x="31" y="60"/>
                      <a:pt x="31" y="59"/>
                      <a:pt x="31" y="58"/>
                    </a:cubicBezTo>
                    <a:cubicBezTo>
                      <a:pt x="32" y="57"/>
                      <a:pt x="33" y="56"/>
                      <a:pt x="33" y="55"/>
                    </a:cubicBezTo>
                    <a:cubicBezTo>
                      <a:pt x="34" y="55"/>
                      <a:pt x="34" y="54"/>
                      <a:pt x="34" y="53"/>
                    </a:cubicBezTo>
                    <a:cubicBezTo>
                      <a:pt x="35" y="52"/>
                      <a:pt x="36" y="51"/>
                      <a:pt x="37" y="49"/>
                    </a:cubicBezTo>
                    <a:cubicBezTo>
                      <a:pt x="39" y="48"/>
                      <a:pt x="40" y="47"/>
                      <a:pt x="40" y="45"/>
                    </a:cubicBezTo>
                    <a:cubicBezTo>
                      <a:pt x="41" y="44"/>
                      <a:pt x="41" y="43"/>
                      <a:pt x="41" y="43"/>
                    </a:cubicBezTo>
                    <a:cubicBezTo>
                      <a:pt x="41" y="42"/>
                      <a:pt x="39" y="41"/>
                      <a:pt x="39" y="40"/>
                    </a:cubicBezTo>
                    <a:cubicBezTo>
                      <a:pt x="39" y="39"/>
                      <a:pt x="40" y="39"/>
                      <a:pt x="41" y="38"/>
                    </a:cubicBezTo>
                    <a:cubicBezTo>
                      <a:pt x="41" y="38"/>
                      <a:pt x="41" y="37"/>
                      <a:pt x="41" y="36"/>
                    </a:cubicBezTo>
                    <a:cubicBezTo>
                      <a:pt x="41" y="35"/>
                      <a:pt x="40" y="34"/>
                      <a:pt x="41" y="33"/>
                    </a:cubicBezTo>
                    <a:cubicBezTo>
                      <a:pt x="41" y="33"/>
                      <a:pt x="42" y="32"/>
                      <a:pt x="41" y="31"/>
                    </a:cubicBezTo>
                    <a:cubicBezTo>
                      <a:pt x="41" y="30"/>
                      <a:pt x="40" y="32"/>
                      <a:pt x="39" y="31"/>
                    </a:cubicBezTo>
                    <a:cubicBezTo>
                      <a:pt x="38" y="31"/>
                      <a:pt x="39" y="30"/>
                      <a:pt x="39" y="29"/>
                    </a:cubicBezTo>
                    <a:cubicBezTo>
                      <a:pt x="39" y="28"/>
                      <a:pt x="39" y="28"/>
                      <a:pt x="39" y="28"/>
                    </a:cubicBezTo>
                    <a:cubicBezTo>
                      <a:pt x="39" y="27"/>
                      <a:pt x="40" y="26"/>
                      <a:pt x="40" y="26"/>
                    </a:cubicBezTo>
                    <a:cubicBezTo>
                      <a:pt x="39" y="26"/>
                      <a:pt x="39" y="25"/>
                      <a:pt x="38" y="24"/>
                    </a:cubicBezTo>
                    <a:cubicBezTo>
                      <a:pt x="49" y="15"/>
                      <a:pt x="63" y="9"/>
                      <a:pt x="78" y="6"/>
                    </a:cubicBezTo>
                    <a:cubicBezTo>
                      <a:pt x="78" y="6"/>
                      <a:pt x="78" y="6"/>
                      <a:pt x="78" y="6"/>
                    </a:cubicBezTo>
                    <a:cubicBezTo>
                      <a:pt x="78" y="6"/>
                      <a:pt x="78" y="7"/>
                      <a:pt x="78" y="7"/>
                    </a:cubicBezTo>
                    <a:cubicBezTo>
                      <a:pt x="79" y="6"/>
                      <a:pt x="80" y="7"/>
                      <a:pt x="81" y="7"/>
                    </a:cubicBezTo>
                    <a:cubicBezTo>
                      <a:pt x="82" y="7"/>
                      <a:pt x="83" y="6"/>
                      <a:pt x="84" y="7"/>
                    </a:cubicBezTo>
                    <a:cubicBezTo>
                      <a:pt x="86" y="7"/>
                      <a:pt x="88" y="9"/>
                      <a:pt x="90" y="8"/>
                    </a:cubicBezTo>
                    <a:cubicBezTo>
                      <a:pt x="90" y="7"/>
                      <a:pt x="90" y="7"/>
                      <a:pt x="90" y="6"/>
                    </a:cubicBezTo>
                    <a:cubicBezTo>
                      <a:pt x="91" y="6"/>
                      <a:pt x="91" y="5"/>
                      <a:pt x="91" y="5"/>
                    </a:cubicBezTo>
                    <a:cubicBezTo>
                      <a:pt x="92" y="5"/>
                      <a:pt x="93" y="5"/>
                      <a:pt x="93" y="5"/>
                    </a:cubicBezTo>
                    <a:cubicBezTo>
                      <a:pt x="96" y="5"/>
                      <a:pt x="98" y="5"/>
                      <a:pt x="100" y="5"/>
                    </a:cubicBezTo>
                    <a:cubicBezTo>
                      <a:pt x="100" y="0"/>
                      <a:pt x="100" y="0"/>
                      <a:pt x="100" y="0"/>
                    </a:cubicBezTo>
                    <a:cubicBezTo>
                      <a:pt x="98" y="0"/>
                      <a:pt x="97" y="0"/>
                      <a:pt x="95" y="0"/>
                    </a:cubicBezTo>
                    <a:cubicBezTo>
                      <a:pt x="94" y="0"/>
                      <a:pt x="94" y="0"/>
                      <a:pt x="93" y="0"/>
                    </a:cubicBezTo>
                    <a:cubicBezTo>
                      <a:pt x="92" y="0"/>
                      <a:pt x="91" y="0"/>
                      <a:pt x="90" y="0"/>
                    </a:cubicBezTo>
                    <a:cubicBezTo>
                      <a:pt x="81" y="0"/>
                      <a:pt x="72" y="2"/>
                      <a:pt x="63" y="5"/>
                    </a:cubicBezTo>
                    <a:cubicBezTo>
                      <a:pt x="62" y="5"/>
                      <a:pt x="61" y="6"/>
                      <a:pt x="59" y="6"/>
                    </a:cubicBezTo>
                    <a:cubicBezTo>
                      <a:pt x="59" y="6"/>
                      <a:pt x="58" y="6"/>
                      <a:pt x="58" y="7"/>
                    </a:cubicBezTo>
                    <a:cubicBezTo>
                      <a:pt x="57" y="7"/>
                      <a:pt x="56" y="7"/>
                      <a:pt x="55" y="8"/>
                    </a:cubicBezTo>
                    <a:cubicBezTo>
                      <a:pt x="54" y="9"/>
                      <a:pt x="52" y="9"/>
                      <a:pt x="51" y="10"/>
                    </a:cubicBezTo>
                    <a:cubicBezTo>
                      <a:pt x="49" y="11"/>
                      <a:pt x="48" y="11"/>
                      <a:pt x="47" y="12"/>
                    </a:cubicBezTo>
                    <a:cubicBezTo>
                      <a:pt x="42" y="15"/>
                      <a:pt x="37" y="19"/>
                      <a:pt x="32" y="22"/>
                    </a:cubicBezTo>
                    <a:cubicBezTo>
                      <a:pt x="32" y="23"/>
                      <a:pt x="31" y="23"/>
                      <a:pt x="31" y="24"/>
                    </a:cubicBezTo>
                    <a:cubicBezTo>
                      <a:pt x="29" y="25"/>
                      <a:pt x="28" y="26"/>
                      <a:pt x="27" y="27"/>
                    </a:cubicBezTo>
                    <a:cubicBezTo>
                      <a:pt x="26" y="28"/>
                      <a:pt x="25" y="29"/>
                      <a:pt x="24" y="30"/>
                    </a:cubicBezTo>
                    <a:cubicBezTo>
                      <a:pt x="23" y="32"/>
                      <a:pt x="21" y="34"/>
                      <a:pt x="20" y="35"/>
                    </a:cubicBezTo>
                    <a:cubicBezTo>
                      <a:pt x="17" y="39"/>
                      <a:pt x="15" y="43"/>
                      <a:pt x="12" y="47"/>
                    </a:cubicBezTo>
                    <a:cubicBezTo>
                      <a:pt x="12" y="48"/>
                      <a:pt x="11" y="49"/>
                      <a:pt x="10" y="51"/>
                    </a:cubicBezTo>
                    <a:cubicBezTo>
                      <a:pt x="10" y="51"/>
                      <a:pt x="10" y="52"/>
                      <a:pt x="9" y="53"/>
                    </a:cubicBezTo>
                    <a:cubicBezTo>
                      <a:pt x="8" y="55"/>
                      <a:pt x="7" y="57"/>
                      <a:pt x="6" y="59"/>
                    </a:cubicBezTo>
                    <a:cubicBezTo>
                      <a:pt x="6" y="60"/>
                      <a:pt x="6" y="60"/>
                      <a:pt x="6" y="61"/>
                    </a:cubicBezTo>
                    <a:cubicBezTo>
                      <a:pt x="5" y="64"/>
                      <a:pt x="4" y="67"/>
                      <a:pt x="3" y="70"/>
                    </a:cubicBezTo>
                    <a:cubicBezTo>
                      <a:pt x="3" y="71"/>
                      <a:pt x="2" y="73"/>
                      <a:pt x="2" y="74"/>
                    </a:cubicBezTo>
                    <a:close/>
                    <a:moveTo>
                      <a:pt x="100" y="73"/>
                    </a:moveTo>
                    <a:cubicBezTo>
                      <a:pt x="100" y="116"/>
                      <a:pt x="100" y="116"/>
                      <a:pt x="100" y="116"/>
                    </a:cubicBezTo>
                    <a:cubicBezTo>
                      <a:pt x="100" y="117"/>
                      <a:pt x="99" y="117"/>
                      <a:pt x="99" y="117"/>
                    </a:cubicBezTo>
                    <a:cubicBezTo>
                      <a:pt x="98" y="117"/>
                      <a:pt x="97" y="116"/>
                      <a:pt x="96" y="115"/>
                    </a:cubicBezTo>
                    <a:cubicBezTo>
                      <a:pt x="94" y="114"/>
                      <a:pt x="93" y="116"/>
                      <a:pt x="91" y="116"/>
                    </a:cubicBezTo>
                    <a:cubicBezTo>
                      <a:pt x="89" y="116"/>
                      <a:pt x="87" y="113"/>
                      <a:pt x="87" y="112"/>
                    </a:cubicBezTo>
                    <a:cubicBezTo>
                      <a:pt x="87" y="111"/>
                      <a:pt x="88" y="109"/>
                      <a:pt x="88" y="108"/>
                    </a:cubicBezTo>
                    <a:cubicBezTo>
                      <a:pt x="88" y="107"/>
                      <a:pt x="88" y="106"/>
                      <a:pt x="88" y="105"/>
                    </a:cubicBezTo>
                    <a:cubicBezTo>
                      <a:pt x="88" y="104"/>
                      <a:pt x="87" y="103"/>
                      <a:pt x="86" y="103"/>
                    </a:cubicBezTo>
                    <a:cubicBezTo>
                      <a:pt x="84" y="103"/>
                      <a:pt x="82" y="104"/>
                      <a:pt x="79" y="103"/>
                    </a:cubicBezTo>
                    <a:cubicBezTo>
                      <a:pt x="79" y="102"/>
                      <a:pt x="80" y="102"/>
                      <a:pt x="80" y="101"/>
                    </a:cubicBezTo>
                    <a:cubicBezTo>
                      <a:pt x="80" y="101"/>
                      <a:pt x="80" y="100"/>
                      <a:pt x="80" y="100"/>
                    </a:cubicBezTo>
                    <a:cubicBezTo>
                      <a:pt x="81" y="99"/>
                      <a:pt x="81" y="99"/>
                      <a:pt x="82" y="98"/>
                    </a:cubicBezTo>
                    <a:cubicBezTo>
                      <a:pt x="82" y="97"/>
                      <a:pt x="82" y="97"/>
                      <a:pt x="82" y="96"/>
                    </a:cubicBezTo>
                    <a:cubicBezTo>
                      <a:pt x="82" y="95"/>
                      <a:pt x="83" y="95"/>
                      <a:pt x="83" y="94"/>
                    </a:cubicBezTo>
                    <a:cubicBezTo>
                      <a:pt x="83" y="94"/>
                      <a:pt x="83" y="93"/>
                      <a:pt x="82" y="93"/>
                    </a:cubicBezTo>
                    <a:cubicBezTo>
                      <a:pt x="80" y="93"/>
                      <a:pt x="79" y="93"/>
                      <a:pt x="78" y="93"/>
                    </a:cubicBezTo>
                    <a:cubicBezTo>
                      <a:pt x="76" y="94"/>
                      <a:pt x="77" y="97"/>
                      <a:pt x="75" y="98"/>
                    </a:cubicBezTo>
                    <a:cubicBezTo>
                      <a:pt x="74" y="98"/>
                      <a:pt x="73" y="98"/>
                      <a:pt x="72" y="98"/>
                    </a:cubicBezTo>
                    <a:cubicBezTo>
                      <a:pt x="71" y="98"/>
                      <a:pt x="70" y="99"/>
                      <a:pt x="70" y="99"/>
                    </a:cubicBezTo>
                    <a:cubicBezTo>
                      <a:pt x="69" y="99"/>
                      <a:pt x="67" y="98"/>
                      <a:pt x="67" y="97"/>
                    </a:cubicBezTo>
                    <a:cubicBezTo>
                      <a:pt x="66" y="97"/>
                      <a:pt x="65" y="94"/>
                      <a:pt x="65" y="94"/>
                    </a:cubicBezTo>
                    <a:cubicBezTo>
                      <a:pt x="64" y="91"/>
                      <a:pt x="65" y="88"/>
                      <a:pt x="66" y="86"/>
                    </a:cubicBezTo>
                    <a:cubicBezTo>
                      <a:pt x="66" y="86"/>
                      <a:pt x="67" y="85"/>
                      <a:pt x="67" y="85"/>
                    </a:cubicBezTo>
                    <a:cubicBezTo>
                      <a:pt x="67" y="84"/>
                      <a:pt x="67" y="83"/>
                      <a:pt x="67" y="82"/>
                    </a:cubicBezTo>
                    <a:cubicBezTo>
                      <a:pt x="68" y="81"/>
                      <a:pt x="69" y="80"/>
                      <a:pt x="71" y="79"/>
                    </a:cubicBezTo>
                    <a:cubicBezTo>
                      <a:pt x="72" y="79"/>
                      <a:pt x="73" y="77"/>
                      <a:pt x="75" y="77"/>
                    </a:cubicBezTo>
                    <a:cubicBezTo>
                      <a:pt x="76" y="77"/>
                      <a:pt x="77" y="78"/>
                      <a:pt x="78" y="78"/>
                    </a:cubicBezTo>
                    <a:cubicBezTo>
                      <a:pt x="79" y="78"/>
                      <a:pt x="79" y="78"/>
                      <a:pt x="80" y="78"/>
                    </a:cubicBezTo>
                    <a:cubicBezTo>
                      <a:pt x="82" y="79"/>
                      <a:pt x="82" y="77"/>
                      <a:pt x="84" y="76"/>
                    </a:cubicBezTo>
                    <a:cubicBezTo>
                      <a:pt x="85" y="76"/>
                      <a:pt x="87" y="76"/>
                      <a:pt x="88" y="76"/>
                    </a:cubicBezTo>
                    <a:cubicBezTo>
                      <a:pt x="89" y="76"/>
                      <a:pt x="90" y="77"/>
                      <a:pt x="90" y="77"/>
                    </a:cubicBezTo>
                    <a:cubicBezTo>
                      <a:pt x="91" y="77"/>
                      <a:pt x="92" y="77"/>
                      <a:pt x="92" y="77"/>
                    </a:cubicBezTo>
                    <a:cubicBezTo>
                      <a:pt x="93" y="77"/>
                      <a:pt x="94" y="78"/>
                      <a:pt x="94" y="79"/>
                    </a:cubicBezTo>
                    <a:cubicBezTo>
                      <a:pt x="94" y="80"/>
                      <a:pt x="93" y="81"/>
                      <a:pt x="93" y="82"/>
                    </a:cubicBezTo>
                    <a:cubicBezTo>
                      <a:pt x="94" y="83"/>
                      <a:pt x="96" y="83"/>
                      <a:pt x="97" y="83"/>
                    </a:cubicBezTo>
                    <a:cubicBezTo>
                      <a:pt x="98" y="83"/>
                      <a:pt x="98" y="81"/>
                      <a:pt x="97" y="80"/>
                    </a:cubicBezTo>
                    <a:cubicBezTo>
                      <a:pt x="97" y="80"/>
                      <a:pt x="98" y="79"/>
                      <a:pt x="97" y="79"/>
                    </a:cubicBezTo>
                    <a:cubicBezTo>
                      <a:pt x="97" y="78"/>
                      <a:pt x="97" y="78"/>
                      <a:pt x="97" y="77"/>
                    </a:cubicBezTo>
                    <a:cubicBezTo>
                      <a:pt x="97" y="75"/>
                      <a:pt x="98" y="74"/>
                      <a:pt x="100" y="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08" name="Freeform 74"/>
              <p:cNvSpPr>
                <a:spLocks/>
              </p:cNvSpPr>
              <p:nvPr/>
            </p:nvSpPr>
            <p:spPr bwMode="auto">
              <a:xfrm>
                <a:off x="-4767263" y="6270625"/>
                <a:ext cx="231775" cy="228600"/>
              </a:xfrm>
              <a:custGeom>
                <a:avLst/>
                <a:gdLst>
                  <a:gd name="T0" fmla="*/ 14 w 62"/>
                  <a:gd name="T1" fmla="*/ 56 h 61"/>
                  <a:gd name="T2" fmla="*/ 31 w 62"/>
                  <a:gd name="T3" fmla="*/ 61 h 61"/>
                  <a:gd name="T4" fmla="*/ 62 w 62"/>
                  <a:gd name="T5" fmla="*/ 31 h 61"/>
                  <a:gd name="T6" fmla="*/ 31 w 62"/>
                  <a:gd name="T7" fmla="*/ 0 h 61"/>
                  <a:gd name="T8" fmla="*/ 0 w 62"/>
                  <a:gd name="T9" fmla="*/ 26 h 61"/>
                  <a:gd name="T10" fmla="*/ 31 w 62"/>
                  <a:gd name="T11" fmla="*/ 26 h 61"/>
                  <a:gd name="T12" fmla="*/ 41 w 62"/>
                  <a:gd name="T13" fmla="*/ 26 h 61"/>
                  <a:gd name="T14" fmla="*/ 34 w 62"/>
                  <a:gd name="T15" fmla="*/ 34 h 61"/>
                  <a:gd name="T16" fmla="*/ 14 w 62"/>
                  <a:gd name="T17" fmla="*/ 56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 h="61">
                    <a:moveTo>
                      <a:pt x="14" y="56"/>
                    </a:moveTo>
                    <a:cubicBezTo>
                      <a:pt x="19" y="60"/>
                      <a:pt x="25" y="61"/>
                      <a:pt x="31" y="61"/>
                    </a:cubicBezTo>
                    <a:cubicBezTo>
                      <a:pt x="48" y="61"/>
                      <a:pt x="62" y="48"/>
                      <a:pt x="62" y="31"/>
                    </a:cubicBezTo>
                    <a:cubicBezTo>
                      <a:pt x="62" y="14"/>
                      <a:pt x="48" y="0"/>
                      <a:pt x="31" y="0"/>
                    </a:cubicBezTo>
                    <a:cubicBezTo>
                      <a:pt x="15" y="0"/>
                      <a:pt x="3" y="11"/>
                      <a:pt x="0" y="26"/>
                    </a:cubicBezTo>
                    <a:cubicBezTo>
                      <a:pt x="31" y="26"/>
                      <a:pt x="31" y="26"/>
                      <a:pt x="31" y="26"/>
                    </a:cubicBezTo>
                    <a:cubicBezTo>
                      <a:pt x="41" y="26"/>
                      <a:pt x="41" y="26"/>
                      <a:pt x="41" y="26"/>
                    </a:cubicBezTo>
                    <a:cubicBezTo>
                      <a:pt x="34" y="34"/>
                      <a:pt x="34" y="34"/>
                      <a:pt x="34" y="34"/>
                    </a:cubicBezTo>
                    <a:lnTo>
                      <a:pt x="14" y="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09" name="Freeform 75"/>
              <p:cNvSpPr>
                <a:spLocks/>
              </p:cNvSpPr>
              <p:nvPr/>
            </p:nvSpPr>
            <p:spPr bwMode="auto">
              <a:xfrm>
                <a:off x="-5129213" y="6386513"/>
                <a:ext cx="477838" cy="447675"/>
              </a:xfrm>
              <a:custGeom>
                <a:avLst/>
                <a:gdLst>
                  <a:gd name="T0" fmla="*/ 57 w 127"/>
                  <a:gd name="T1" fmla="*/ 63 h 119"/>
                  <a:gd name="T2" fmla="*/ 57 w 127"/>
                  <a:gd name="T3" fmla="*/ 67 h 119"/>
                  <a:gd name="T4" fmla="*/ 57 w 127"/>
                  <a:gd name="T5" fmla="*/ 70 h 119"/>
                  <a:gd name="T6" fmla="*/ 57 w 127"/>
                  <a:gd name="T7" fmla="*/ 109 h 119"/>
                  <a:gd name="T8" fmla="*/ 42 w 127"/>
                  <a:gd name="T9" fmla="*/ 119 h 119"/>
                  <a:gd name="T10" fmla="*/ 83 w 127"/>
                  <a:gd name="T11" fmla="*/ 119 h 119"/>
                  <a:gd name="T12" fmla="*/ 70 w 127"/>
                  <a:gd name="T13" fmla="*/ 109 h 119"/>
                  <a:gd name="T14" fmla="*/ 70 w 127"/>
                  <a:gd name="T15" fmla="*/ 70 h 119"/>
                  <a:gd name="T16" fmla="*/ 70 w 127"/>
                  <a:gd name="T17" fmla="*/ 67 h 119"/>
                  <a:gd name="T18" fmla="*/ 70 w 127"/>
                  <a:gd name="T19" fmla="*/ 63 h 119"/>
                  <a:gd name="T20" fmla="*/ 106 w 127"/>
                  <a:gd name="T21" fmla="*/ 23 h 119"/>
                  <a:gd name="T22" fmla="*/ 127 w 127"/>
                  <a:gd name="T23" fmla="*/ 0 h 119"/>
                  <a:gd name="T24" fmla="*/ 96 w 127"/>
                  <a:gd name="T25" fmla="*/ 0 h 119"/>
                  <a:gd name="T26" fmla="*/ 0 w 127"/>
                  <a:gd name="T27" fmla="*/ 0 h 119"/>
                  <a:gd name="T28" fmla="*/ 57 w 127"/>
                  <a:gd name="T29" fmla="*/ 63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7" h="119">
                    <a:moveTo>
                      <a:pt x="57" y="63"/>
                    </a:moveTo>
                    <a:cubicBezTo>
                      <a:pt x="57" y="67"/>
                      <a:pt x="57" y="67"/>
                      <a:pt x="57" y="67"/>
                    </a:cubicBezTo>
                    <a:cubicBezTo>
                      <a:pt x="57" y="70"/>
                      <a:pt x="57" y="70"/>
                      <a:pt x="57" y="70"/>
                    </a:cubicBezTo>
                    <a:cubicBezTo>
                      <a:pt x="57" y="109"/>
                      <a:pt x="57" y="109"/>
                      <a:pt x="57" y="109"/>
                    </a:cubicBezTo>
                    <a:cubicBezTo>
                      <a:pt x="48" y="110"/>
                      <a:pt x="42" y="114"/>
                      <a:pt x="42" y="119"/>
                    </a:cubicBezTo>
                    <a:cubicBezTo>
                      <a:pt x="83" y="119"/>
                      <a:pt x="83" y="119"/>
                      <a:pt x="83" y="119"/>
                    </a:cubicBezTo>
                    <a:cubicBezTo>
                      <a:pt x="83" y="114"/>
                      <a:pt x="78" y="110"/>
                      <a:pt x="70" y="109"/>
                    </a:cubicBezTo>
                    <a:cubicBezTo>
                      <a:pt x="70" y="70"/>
                      <a:pt x="70" y="70"/>
                      <a:pt x="70" y="70"/>
                    </a:cubicBezTo>
                    <a:cubicBezTo>
                      <a:pt x="70" y="67"/>
                      <a:pt x="70" y="67"/>
                      <a:pt x="70" y="67"/>
                    </a:cubicBezTo>
                    <a:cubicBezTo>
                      <a:pt x="70" y="63"/>
                      <a:pt x="70" y="63"/>
                      <a:pt x="70" y="63"/>
                    </a:cubicBezTo>
                    <a:cubicBezTo>
                      <a:pt x="106" y="23"/>
                      <a:pt x="106" y="23"/>
                      <a:pt x="106" y="23"/>
                    </a:cubicBezTo>
                    <a:cubicBezTo>
                      <a:pt x="127" y="0"/>
                      <a:pt x="127" y="0"/>
                      <a:pt x="127" y="0"/>
                    </a:cubicBezTo>
                    <a:cubicBezTo>
                      <a:pt x="96" y="0"/>
                      <a:pt x="96" y="0"/>
                      <a:pt x="96" y="0"/>
                    </a:cubicBezTo>
                    <a:cubicBezTo>
                      <a:pt x="0" y="0"/>
                      <a:pt x="0" y="0"/>
                      <a:pt x="0" y="0"/>
                    </a:cubicBezTo>
                    <a:lnTo>
                      <a:pt x="57" y="6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10" name="Freeform 76"/>
              <p:cNvSpPr>
                <a:spLocks/>
              </p:cNvSpPr>
              <p:nvPr/>
            </p:nvSpPr>
            <p:spPr bwMode="auto">
              <a:xfrm>
                <a:off x="-2576513" y="8853488"/>
                <a:ext cx="539750" cy="142875"/>
              </a:xfrm>
              <a:custGeom>
                <a:avLst/>
                <a:gdLst>
                  <a:gd name="T0" fmla="*/ 222 w 340"/>
                  <a:gd name="T1" fmla="*/ 45 h 90"/>
                  <a:gd name="T2" fmla="*/ 118 w 340"/>
                  <a:gd name="T3" fmla="*/ 45 h 90"/>
                  <a:gd name="T4" fmla="*/ 118 w 340"/>
                  <a:gd name="T5" fmla="*/ 0 h 90"/>
                  <a:gd name="T6" fmla="*/ 0 w 340"/>
                  <a:gd name="T7" fmla="*/ 0 h 90"/>
                  <a:gd name="T8" fmla="*/ 0 w 340"/>
                  <a:gd name="T9" fmla="*/ 90 h 90"/>
                  <a:gd name="T10" fmla="*/ 340 w 340"/>
                  <a:gd name="T11" fmla="*/ 90 h 90"/>
                  <a:gd name="T12" fmla="*/ 340 w 340"/>
                  <a:gd name="T13" fmla="*/ 0 h 90"/>
                  <a:gd name="T14" fmla="*/ 222 w 340"/>
                  <a:gd name="T15" fmla="*/ 0 h 90"/>
                  <a:gd name="T16" fmla="*/ 222 w 340"/>
                  <a:gd name="T17" fmla="*/ 45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0" h="90">
                    <a:moveTo>
                      <a:pt x="222" y="45"/>
                    </a:moveTo>
                    <a:lnTo>
                      <a:pt x="118" y="45"/>
                    </a:lnTo>
                    <a:lnTo>
                      <a:pt x="118" y="0"/>
                    </a:lnTo>
                    <a:lnTo>
                      <a:pt x="0" y="0"/>
                    </a:lnTo>
                    <a:lnTo>
                      <a:pt x="0" y="90"/>
                    </a:lnTo>
                    <a:lnTo>
                      <a:pt x="340" y="90"/>
                    </a:lnTo>
                    <a:lnTo>
                      <a:pt x="340" y="0"/>
                    </a:lnTo>
                    <a:lnTo>
                      <a:pt x="222" y="0"/>
                    </a:lnTo>
                    <a:lnTo>
                      <a:pt x="222" y="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11" name="Rectangle 77"/>
              <p:cNvSpPr>
                <a:spLocks noChangeArrowheads="1"/>
              </p:cNvSpPr>
              <p:nvPr/>
            </p:nvSpPr>
            <p:spPr bwMode="auto">
              <a:xfrm>
                <a:off x="-2359025" y="8853488"/>
                <a:ext cx="104775" cy="412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12" name="Freeform 78"/>
              <p:cNvSpPr>
                <a:spLocks noEditPoints="1"/>
              </p:cNvSpPr>
              <p:nvPr/>
            </p:nvSpPr>
            <p:spPr bwMode="auto">
              <a:xfrm>
                <a:off x="-2576513" y="8537575"/>
                <a:ext cx="539750" cy="285750"/>
              </a:xfrm>
              <a:custGeom>
                <a:avLst/>
                <a:gdLst>
                  <a:gd name="T0" fmla="*/ 253 w 340"/>
                  <a:gd name="T1" fmla="*/ 0 h 180"/>
                  <a:gd name="T2" fmla="*/ 170 w 340"/>
                  <a:gd name="T3" fmla="*/ 0 h 180"/>
                  <a:gd name="T4" fmla="*/ 170 w 340"/>
                  <a:gd name="T5" fmla="*/ 31 h 180"/>
                  <a:gd name="T6" fmla="*/ 224 w 340"/>
                  <a:gd name="T7" fmla="*/ 31 h 180"/>
                  <a:gd name="T8" fmla="*/ 224 w 340"/>
                  <a:gd name="T9" fmla="*/ 67 h 180"/>
                  <a:gd name="T10" fmla="*/ 170 w 340"/>
                  <a:gd name="T11" fmla="*/ 67 h 180"/>
                  <a:gd name="T12" fmla="*/ 170 w 340"/>
                  <a:gd name="T13" fmla="*/ 180 h 180"/>
                  <a:gd name="T14" fmla="*/ 222 w 340"/>
                  <a:gd name="T15" fmla="*/ 180 h 180"/>
                  <a:gd name="T16" fmla="*/ 340 w 340"/>
                  <a:gd name="T17" fmla="*/ 180 h 180"/>
                  <a:gd name="T18" fmla="*/ 340 w 340"/>
                  <a:gd name="T19" fmla="*/ 67 h 180"/>
                  <a:gd name="T20" fmla="*/ 253 w 340"/>
                  <a:gd name="T21" fmla="*/ 67 h 180"/>
                  <a:gd name="T22" fmla="*/ 253 w 340"/>
                  <a:gd name="T23" fmla="*/ 0 h 180"/>
                  <a:gd name="T24" fmla="*/ 170 w 340"/>
                  <a:gd name="T25" fmla="*/ 0 h 180"/>
                  <a:gd name="T26" fmla="*/ 87 w 340"/>
                  <a:gd name="T27" fmla="*/ 0 h 180"/>
                  <a:gd name="T28" fmla="*/ 87 w 340"/>
                  <a:gd name="T29" fmla="*/ 67 h 180"/>
                  <a:gd name="T30" fmla="*/ 0 w 340"/>
                  <a:gd name="T31" fmla="*/ 67 h 180"/>
                  <a:gd name="T32" fmla="*/ 0 w 340"/>
                  <a:gd name="T33" fmla="*/ 180 h 180"/>
                  <a:gd name="T34" fmla="*/ 118 w 340"/>
                  <a:gd name="T35" fmla="*/ 180 h 180"/>
                  <a:gd name="T36" fmla="*/ 170 w 340"/>
                  <a:gd name="T37" fmla="*/ 180 h 180"/>
                  <a:gd name="T38" fmla="*/ 170 w 340"/>
                  <a:gd name="T39" fmla="*/ 67 h 180"/>
                  <a:gd name="T40" fmla="*/ 116 w 340"/>
                  <a:gd name="T41" fmla="*/ 67 h 180"/>
                  <a:gd name="T42" fmla="*/ 116 w 340"/>
                  <a:gd name="T43" fmla="*/ 67 h 180"/>
                  <a:gd name="T44" fmla="*/ 116 w 340"/>
                  <a:gd name="T45" fmla="*/ 31 h 180"/>
                  <a:gd name="T46" fmla="*/ 170 w 340"/>
                  <a:gd name="T47" fmla="*/ 31 h 180"/>
                  <a:gd name="T48" fmla="*/ 170 w 340"/>
                  <a:gd name="T49" fmla="*/ 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40" h="180">
                    <a:moveTo>
                      <a:pt x="253" y="0"/>
                    </a:moveTo>
                    <a:lnTo>
                      <a:pt x="170" y="0"/>
                    </a:lnTo>
                    <a:lnTo>
                      <a:pt x="170" y="31"/>
                    </a:lnTo>
                    <a:lnTo>
                      <a:pt x="224" y="31"/>
                    </a:lnTo>
                    <a:lnTo>
                      <a:pt x="224" y="67"/>
                    </a:lnTo>
                    <a:lnTo>
                      <a:pt x="170" y="67"/>
                    </a:lnTo>
                    <a:lnTo>
                      <a:pt x="170" y="180"/>
                    </a:lnTo>
                    <a:lnTo>
                      <a:pt x="222" y="180"/>
                    </a:lnTo>
                    <a:lnTo>
                      <a:pt x="340" y="180"/>
                    </a:lnTo>
                    <a:lnTo>
                      <a:pt x="340" y="67"/>
                    </a:lnTo>
                    <a:lnTo>
                      <a:pt x="253" y="67"/>
                    </a:lnTo>
                    <a:lnTo>
                      <a:pt x="253" y="0"/>
                    </a:lnTo>
                    <a:close/>
                    <a:moveTo>
                      <a:pt x="170" y="0"/>
                    </a:moveTo>
                    <a:lnTo>
                      <a:pt x="87" y="0"/>
                    </a:lnTo>
                    <a:lnTo>
                      <a:pt x="87" y="67"/>
                    </a:lnTo>
                    <a:lnTo>
                      <a:pt x="0" y="67"/>
                    </a:lnTo>
                    <a:lnTo>
                      <a:pt x="0" y="180"/>
                    </a:lnTo>
                    <a:lnTo>
                      <a:pt x="118" y="180"/>
                    </a:lnTo>
                    <a:lnTo>
                      <a:pt x="170" y="180"/>
                    </a:lnTo>
                    <a:lnTo>
                      <a:pt x="170" y="67"/>
                    </a:lnTo>
                    <a:lnTo>
                      <a:pt x="116" y="67"/>
                    </a:lnTo>
                    <a:lnTo>
                      <a:pt x="116" y="67"/>
                    </a:lnTo>
                    <a:lnTo>
                      <a:pt x="116" y="31"/>
                    </a:lnTo>
                    <a:lnTo>
                      <a:pt x="170" y="31"/>
                    </a:lnTo>
                    <a:lnTo>
                      <a:pt x="17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13" name="Freeform 79"/>
              <p:cNvSpPr>
                <a:spLocks/>
              </p:cNvSpPr>
              <p:nvPr/>
            </p:nvSpPr>
            <p:spPr bwMode="auto">
              <a:xfrm>
                <a:off x="-6281738" y="1944688"/>
                <a:ext cx="393700" cy="349250"/>
              </a:xfrm>
              <a:custGeom>
                <a:avLst/>
                <a:gdLst>
                  <a:gd name="T0" fmla="*/ 0 w 248"/>
                  <a:gd name="T1" fmla="*/ 88 h 220"/>
                  <a:gd name="T2" fmla="*/ 0 w 248"/>
                  <a:gd name="T3" fmla="*/ 189 h 220"/>
                  <a:gd name="T4" fmla="*/ 5 w 248"/>
                  <a:gd name="T5" fmla="*/ 189 h 220"/>
                  <a:gd name="T6" fmla="*/ 40 w 248"/>
                  <a:gd name="T7" fmla="*/ 189 h 220"/>
                  <a:gd name="T8" fmla="*/ 50 w 248"/>
                  <a:gd name="T9" fmla="*/ 189 h 220"/>
                  <a:gd name="T10" fmla="*/ 50 w 248"/>
                  <a:gd name="T11" fmla="*/ 199 h 220"/>
                  <a:gd name="T12" fmla="*/ 50 w 248"/>
                  <a:gd name="T13" fmla="*/ 220 h 220"/>
                  <a:gd name="T14" fmla="*/ 64 w 248"/>
                  <a:gd name="T15" fmla="*/ 220 h 220"/>
                  <a:gd name="T16" fmla="*/ 64 w 248"/>
                  <a:gd name="T17" fmla="*/ 199 h 220"/>
                  <a:gd name="T18" fmla="*/ 64 w 248"/>
                  <a:gd name="T19" fmla="*/ 189 h 220"/>
                  <a:gd name="T20" fmla="*/ 73 w 248"/>
                  <a:gd name="T21" fmla="*/ 189 h 220"/>
                  <a:gd name="T22" fmla="*/ 109 w 248"/>
                  <a:gd name="T23" fmla="*/ 189 h 220"/>
                  <a:gd name="T24" fmla="*/ 118 w 248"/>
                  <a:gd name="T25" fmla="*/ 189 h 220"/>
                  <a:gd name="T26" fmla="*/ 118 w 248"/>
                  <a:gd name="T27" fmla="*/ 199 h 220"/>
                  <a:gd name="T28" fmla="*/ 118 w 248"/>
                  <a:gd name="T29" fmla="*/ 220 h 220"/>
                  <a:gd name="T30" fmla="*/ 130 w 248"/>
                  <a:gd name="T31" fmla="*/ 220 h 220"/>
                  <a:gd name="T32" fmla="*/ 130 w 248"/>
                  <a:gd name="T33" fmla="*/ 199 h 220"/>
                  <a:gd name="T34" fmla="*/ 130 w 248"/>
                  <a:gd name="T35" fmla="*/ 189 h 220"/>
                  <a:gd name="T36" fmla="*/ 139 w 248"/>
                  <a:gd name="T37" fmla="*/ 189 h 220"/>
                  <a:gd name="T38" fmla="*/ 175 w 248"/>
                  <a:gd name="T39" fmla="*/ 189 h 220"/>
                  <a:gd name="T40" fmla="*/ 184 w 248"/>
                  <a:gd name="T41" fmla="*/ 189 h 220"/>
                  <a:gd name="T42" fmla="*/ 184 w 248"/>
                  <a:gd name="T43" fmla="*/ 199 h 220"/>
                  <a:gd name="T44" fmla="*/ 184 w 248"/>
                  <a:gd name="T45" fmla="*/ 220 h 220"/>
                  <a:gd name="T46" fmla="*/ 199 w 248"/>
                  <a:gd name="T47" fmla="*/ 220 h 220"/>
                  <a:gd name="T48" fmla="*/ 199 w 248"/>
                  <a:gd name="T49" fmla="*/ 199 h 220"/>
                  <a:gd name="T50" fmla="*/ 199 w 248"/>
                  <a:gd name="T51" fmla="*/ 189 h 220"/>
                  <a:gd name="T52" fmla="*/ 208 w 248"/>
                  <a:gd name="T53" fmla="*/ 189 h 220"/>
                  <a:gd name="T54" fmla="*/ 241 w 248"/>
                  <a:gd name="T55" fmla="*/ 189 h 220"/>
                  <a:gd name="T56" fmla="*/ 248 w 248"/>
                  <a:gd name="T57" fmla="*/ 189 h 220"/>
                  <a:gd name="T58" fmla="*/ 248 w 248"/>
                  <a:gd name="T59" fmla="*/ 88 h 220"/>
                  <a:gd name="T60" fmla="*/ 232 w 248"/>
                  <a:gd name="T61" fmla="*/ 88 h 220"/>
                  <a:gd name="T62" fmla="*/ 232 w 248"/>
                  <a:gd name="T63" fmla="*/ 109 h 220"/>
                  <a:gd name="T64" fmla="*/ 208 w 248"/>
                  <a:gd name="T65" fmla="*/ 109 h 220"/>
                  <a:gd name="T66" fmla="*/ 208 w 248"/>
                  <a:gd name="T67" fmla="*/ 88 h 220"/>
                  <a:gd name="T68" fmla="*/ 184 w 248"/>
                  <a:gd name="T69" fmla="*/ 88 h 220"/>
                  <a:gd name="T70" fmla="*/ 184 w 248"/>
                  <a:gd name="T71" fmla="*/ 109 h 220"/>
                  <a:gd name="T72" fmla="*/ 161 w 248"/>
                  <a:gd name="T73" fmla="*/ 109 h 220"/>
                  <a:gd name="T74" fmla="*/ 161 w 248"/>
                  <a:gd name="T75" fmla="*/ 88 h 220"/>
                  <a:gd name="T76" fmla="*/ 139 w 248"/>
                  <a:gd name="T77" fmla="*/ 88 h 220"/>
                  <a:gd name="T78" fmla="*/ 139 w 248"/>
                  <a:gd name="T79" fmla="*/ 0 h 220"/>
                  <a:gd name="T80" fmla="*/ 109 w 248"/>
                  <a:gd name="T81" fmla="*/ 0 h 220"/>
                  <a:gd name="T82" fmla="*/ 109 w 248"/>
                  <a:gd name="T83" fmla="*/ 88 h 220"/>
                  <a:gd name="T84" fmla="*/ 87 w 248"/>
                  <a:gd name="T85" fmla="*/ 88 h 220"/>
                  <a:gd name="T86" fmla="*/ 87 w 248"/>
                  <a:gd name="T87" fmla="*/ 109 h 220"/>
                  <a:gd name="T88" fmla="*/ 64 w 248"/>
                  <a:gd name="T89" fmla="*/ 109 h 220"/>
                  <a:gd name="T90" fmla="*/ 64 w 248"/>
                  <a:gd name="T91" fmla="*/ 88 h 220"/>
                  <a:gd name="T92" fmla="*/ 40 w 248"/>
                  <a:gd name="T93" fmla="*/ 88 h 220"/>
                  <a:gd name="T94" fmla="*/ 40 w 248"/>
                  <a:gd name="T95" fmla="*/ 109 h 220"/>
                  <a:gd name="T96" fmla="*/ 16 w 248"/>
                  <a:gd name="T97" fmla="*/ 109 h 220"/>
                  <a:gd name="T98" fmla="*/ 16 w 248"/>
                  <a:gd name="T99" fmla="*/ 88 h 220"/>
                  <a:gd name="T100" fmla="*/ 0 w 248"/>
                  <a:gd name="T101" fmla="*/ 88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48" h="220">
                    <a:moveTo>
                      <a:pt x="0" y="88"/>
                    </a:moveTo>
                    <a:lnTo>
                      <a:pt x="0" y="189"/>
                    </a:lnTo>
                    <a:lnTo>
                      <a:pt x="5" y="189"/>
                    </a:lnTo>
                    <a:lnTo>
                      <a:pt x="40" y="189"/>
                    </a:lnTo>
                    <a:lnTo>
                      <a:pt x="50" y="189"/>
                    </a:lnTo>
                    <a:lnTo>
                      <a:pt x="50" y="199"/>
                    </a:lnTo>
                    <a:lnTo>
                      <a:pt x="50" y="220"/>
                    </a:lnTo>
                    <a:lnTo>
                      <a:pt x="64" y="220"/>
                    </a:lnTo>
                    <a:lnTo>
                      <a:pt x="64" y="199"/>
                    </a:lnTo>
                    <a:lnTo>
                      <a:pt x="64" y="189"/>
                    </a:lnTo>
                    <a:lnTo>
                      <a:pt x="73" y="189"/>
                    </a:lnTo>
                    <a:lnTo>
                      <a:pt x="109" y="189"/>
                    </a:lnTo>
                    <a:lnTo>
                      <a:pt x="118" y="189"/>
                    </a:lnTo>
                    <a:lnTo>
                      <a:pt x="118" y="199"/>
                    </a:lnTo>
                    <a:lnTo>
                      <a:pt x="118" y="220"/>
                    </a:lnTo>
                    <a:lnTo>
                      <a:pt x="130" y="220"/>
                    </a:lnTo>
                    <a:lnTo>
                      <a:pt x="130" y="199"/>
                    </a:lnTo>
                    <a:lnTo>
                      <a:pt x="130" y="189"/>
                    </a:lnTo>
                    <a:lnTo>
                      <a:pt x="139" y="189"/>
                    </a:lnTo>
                    <a:lnTo>
                      <a:pt x="175" y="189"/>
                    </a:lnTo>
                    <a:lnTo>
                      <a:pt x="184" y="189"/>
                    </a:lnTo>
                    <a:lnTo>
                      <a:pt x="184" y="199"/>
                    </a:lnTo>
                    <a:lnTo>
                      <a:pt x="184" y="220"/>
                    </a:lnTo>
                    <a:lnTo>
                      <a:pt x="199" y="220"/>
                    </a:lnTo>
                    <a:lnTo>
                      <a:pt x="199" y="199"/>
                    </a:lnTo>
                    <a:lnTo>
                      <a:pt x="199" y="189"/>
                    </a:lnTo>
                    <a:lnTo>
                      <a:pt x="208" y="189"/>
                    </a:lnTo>
                    <a:lnTo>
                      <a:pt x="241" y="189"/>
                    </a:lnTo>
                    <a:lnTo>
                      <a:pt x="248" y="189"/>
                    </a:lnTo>
                    <a:lnTo>
                      <a:pt x="248" y="88"/>
                    </a:lnTo>
                    <a:lnTo>
                      <a:pt x="232" y="88"/>
                    </a:lnTo>
                    <a:lnTo>
                      <a:pt x="232" y="109"/>
                    </a:lnTo>
                    <a:lnTo>
                      <a:pt x="208" y="109"/>
                    </a:lnTo>
                    <a:lnTo>
                      <a:pt x="208" y="88"/>
                    </a:lnTo>
                    <a:lnTo>
                      <a:pt x="184" y="88"/>
                    </a:lnTo>
                    <a:lnTo>
                      <a:pt x="184" y="109"/>
                    </a:lnTo>
                    <a:lnTo>
                      <a:pt x="161" y="109"/>
                    </a:lnTo>
                    <a:lnTo>
                      <a:pt x="161" y="88"/>
                    </a:lnTo>
                    <a:lnTo>
                      <a:pt x="139" y="88"/>
                    </a:lnTo>
                    <a:lnTo>
                      <a:pt x="139" y="0"/>
                    </a:lnTo>
                    <a:lnTo>
                      <a:pt x="109" y="0"/>
                    </a:lnTo>
                    <a:lnTo>
                      <a:pt x="109" y="88"/>
                    </a:lnTo>
                    <a:lnTo>
                      <a:pt x="87" y="88"/>
                    </a:lnTo>
                    <a:lnTo>
                      <a:pt x="87" y="109"/>
                    </a:lnTo>
                    <a:lnTo>
                      <a:pt x="64" y="109"/>
                    </a:lnTo>
                    <a:lnTo>
                      <a:pt x="64" y="88"/>
                    </a:lnTo>
                    <a:lnTo>
                      <a:pt x="40" y="88"/>
                    </a:lnTo>
                    <a:lnTo>
                      <a:pt x="40" y="109"/>
                    </a:lnTo>
                    <a:lnTo>
                      <a:pt x="16" y="109"/>
                    </a:lnTo>
                    <a:lnTo>
                      <a:pt x="16" y="88"/>
                    </a:lnTo>
                    <a:lnTo>
                      <a:pt x="0" y="8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14" name="Freeform 80"/>
              <p:cNvSpPr>
                <a:spLocks/>
              </p:cNvSpPr>
              <p:nvPr/>
            </p:nvSpPr>
            <p:spPr bwMode="auto">
              <a:xfrm>
                <a:off x="-6361113" y="2260600"/>
                <a:ext cx="552450" cy="285750"/>
              </a:xfrm>
              <a:custGeom>
                <a:avLst/>
                <a:gdLst>
                  <a:gd name="T0" fmla="*/ 348 w 348"/>
                  <a:gd name="T1" fmla="*/ 0 h 180"/>
                  <a:gd name="T2" fmla="*/ 324 w 348"/>
                  <a:gd name="T3" fmla="*/ 0 h 180"/>
                  <a:gd name="T4" fmla="*/ 324 w 348"/>
                  <a:gd name="T5" fmla="*/ 31 h 180"/>
                  <a:gd name="T6" fmla="*/ 298 w 348"/>
                  <a:gd name="T7" fmla="*/ 31 h 180"/>
                  <a:gd name="T8" fmla="*/ 291 w 348"/>
                  <a:gd name="T9" fmla="*/ 31 h 180"/>
                  <a:gd name="T10" fmla="*/ 291 w 348"/>
                  <a:gd name="T11" fmla="*/ 0 h 180"/>
                  <a:gd name="T12" fmla="*/ 258 w 348"/>
                  <a:gd name="T13" fmla="*/ 0 h 180"/>
                  <a:gd name="T14" fmla="*/ 258 w 348"/>
                  <a:gd name="T15" fmla="*/ 31 h 180"/>
                  <a:gd name="T16" fmla="*/ 225 w 348"/>
                  <a:gd name="T17" fmla="*/ 31 h 180"/>
                  <a:gd name="T18" fmla="*/ 225 w 348"/>
                  <a:gd name="T19" fmla="*/ 0 h 180"/>
                  <a:gd name="T20" fmla="*/ 189 w 348"/>
                  <a:gd name="T21" fmla="*/ 0 h 180"/>
                  <a:gd name="T22" fmla="*/ 189 w 348"/>
                  <a:gd name="T23" fmla="*/ 31 h 180"/>
                  <a:gd name="T24" fmla="*/ 159 w 348"/>
                  <a:gd name="T25" fmla="*/ 31 h 180"/>
                  <a:gd name="T26" fmla="*/ 159 w 348"/>
                  <a:gd name="T27" fmla="*/ 0 h 180"/>
                  <a:gd name="T28" fmla="*/ 123 w 348"/>
                  <a:gd name="T29" fmla="*/ 0 h 180"/>
                  <a:gd name="T30" fmla="*/ 123 w 348"/>
                  <a:gd name="T31" fmla="*/ 31 h 180"/>
                  <a:gd name="T32" fmla="*/ 90 w 348"/>
                  <a:gd name="T33" fmla="*/ 31 h 180"/>
                  <a:gd name="T34" fmla="*/ 90 w 348"/>
                  <a:gd name="T35" fmla="*/ 0 h 180"/>
                  <a:gd name="T36" fmla="*/ 55 w 348"/>
                  <a:gd name="T37" fmla="*/ 0 h 180"/>
                  <a:gd name="T38" fmla="*/ 55 w 348"/>
                  <a:gd name="T39" fmla="*/ 31 h 180"/>
                  <a:gd name="T40" fmla="*/ 50 w 348"/>
                  <a:gd name="T41" fmla="*/ 31 h 180"/>
                  <a:gd name="T42" fmla="*/ 24 w 348"/>
                  <a:gd name="T43" fmla="*/ 31 h 180"/>
                  <a:gd name="T44" fmla="*/ 24 w 348"/>
                  <a:gd name="T45" fmla="*/ 0 h 180"/>
                  <a:gd name="T46" fmla="*/ 0 w 348"/>
                  <a:gd name="T47" fmla="*/ 0 h 180"/>
                  <a:gd name="T48" fmla="*/ 0 w 348"/>
                  <a:gd name="T49" fmla="*/ 180 h 180"/>
                  <a:gd name="T50" fmla="*/ 133 w 348"/>
                  <a:gd name="T51" fmla="*/ 180 h 180"/>
                  <a:gd name="T52" fmla="*/ 133 w 348"/>
                  <a:gd name="T53" fmla="*/ 109 h 180"/>
                  <a:gd name="T54" fmla="*/ 225 w 348"/>
                  <a:gd name="T55" fmla="*/ 109 h 180"/>
                  <a:gd name="T56" fmla="*/ 225 w 348"/>
                  <a:gd name="T57" fmla="*/ 180 h 180"/>
                  <a:gd name="T58" fmla="*/ 348 w 348"/>
                  <a:gd name="T59" fmla="*/ 180 h 180"/>
                  <a:gd name="T60" fmla="*/ 348 w 348"/>
                  <a:gd name="T61" fmla="*/ 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48" h="180">
                    <a:moveTo>
                      <a:pt x="348" y="0"/>
                    </a:moveTo>
                    <a:lnTo>
                      <a:pt x="324" y="0"/>
                    </a:lnTo>
                    <a:lnTo>
                      <a:pt x="324" y="31"/>
                    </a:lnTo>
                    <a:lnTo>
                      <a:pt x="298" y="31"/>
                    </a:lnTo>
                    <a:lnTo>
                      <a:pt x="291" y="31"/>
                    </a:lnTo>
                    <a:lnTo>
                      <a:pt x="291" y="0"/>
                    </a:lnTo>
                    <a:lnTo>
                      <a:pt x="258" y="0"/>
                    </a:lnTo>
                    <a:lnTo>
                      <a:pt x="258" y="31"/>
                    </a:lnTo>
                    <a:lnTo>
                      <a:pt x="225" y="31"/>
                    </a:lnTo>
                    <a:lnTo>
                      <a:pt x="225" y="0"/>
                    </a:lnTo>
                    <a:lnTo>
                      <a:pt x="189" y="0"/>
                    </a:lnTo>
                    <a:lnTo>
                      <a:pt x="189" y="31"/>
                    </a:lnTo>
                    <a:lnTo>
                      <a:pt x="159" y="31"/>
                    </a:lnTo>
                    <a:lnTo>
                      <a:pt x="159" y="0"/>
                    </a:lnTo>
                    <a:lnTo>
                      <a:pt x="123" y="0"/>
                    </a:lnTo>
                    <a:lnTo>
                      <a:pt x="123" y="31"/>
                    </a:lnTo>
                    <a:lnTo>
                      <a:pt x="90" y="31"/>
                    </a:lnTo>
                    <a:lnTo>
                      <a:pt x="90" y="0"/>
                    </a:lnTo>
                    <a:lnTo>
                      <a:pt x="55" y="0"/>
                    </a:lnTo>
                    <a:lnTo>
                      <a:pt x="55" y="31"/>
                    </a:lnTo>
                    <a:lnTo>
                      <a:pt x="50" y="31"/>
                    </a:lnTo>
                    <a:lnTo>
                      <a:pt x="24" y="31"/>
                    </a:lnTo>
                    <a:lnTo>
                      <a:pt x="24" y="0"/>
                    </a:lnTo>
                    <a:lnTo>
                      <a:pt x="0" y="0"/>
                    </a:lnTo>
                    <a:lnTo>
                      <a:pt x="0" y="180"/>
                    </a:lnTo>
                    <a:lnTo>
                      <a:pt x="133" y="180"/>
                    </a:lnTo>
                    <a:lnTo>
                      <a:pt x="133" y="109"/>
                    </a:lnTo>
                    <a:lnTo>
                      <a:pt x="225" y="109"/>
                    </a:lnTo>
                    <a:lnTo>
                      <a:pt x="225" y="180"/>
                    </a:lnTo>
                    <a:lnTo>
                      <a:pt x="348" y="180"/>
                    </a:lnTo>
                    <a:lnTo>
                      <a:pt x="3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15" name="Freeform 81"/>
              <p:cNvSpPr>
                <a:spLocks/>
              </p:cNvSpPr>
              <p:nvPr/>
            </p:nvSpPr>
            <p:spPr bwMode="auto">
              <a:xfrm>
                <a:off x="-6034088" y="1955800"/>
                <a:ext cx="157163" cy="101600"/>
              </a:xfrm>
              <a:custGeom>
                <a:avLst/>
                <a:gdLst>
                  <a:gd name="T0" fmla="*/ 0 w 99"/>
                  <a:gd name="T1" fmla="*/ 0 h 64"/>
                  <a:gd name="T2" fmla="*/ 0 w 99"/>
                  <a:gd name="T3" fmla="*/ 64 h 64"/>
                  <a:gd name="T4" fmla="*/ 99 w 99"/>
                  <a:gd name="T5" fmla="*/ 33 h 64"/>
                  <a:gd name="T6" fmla="*/ 0 w 99"/>
                  <a:gd name="T7" fmla="*/ 0 h 64"/>
                </a:gdLst>
                <a:ahLst/>
                <a:cxnLst>
                  <a:cxn ang="0">
                    <a:pos x="T0" y="T1"/>
                  </a:cxn>
                  <a:cxn ang="0">
                    <a:pos x="T2" y="T3"/>
                  </a:cxn>
                  <a:cxn ang="0">
                    <a:pos x="T4" y="T5"/>
                  </a:cxn>
                  <a:cxn ang="0">
                    <a:pos x="T6" y="T7"/>
                  </a:cxn>
                </a:cxnLst>
                <a:rect l="0" t="0" r="r" b="b"/>
                <a:pathLst>
                  <a:path w="99" h="64">
                    <a:moveTo>
                      <a:pt x="0" y="0"/>
                    </a:moveTo>
                    <a:lnTo>
                      <a:pt x="0" y="64"/>
                    </a:lnTo>
                    <a:lnTo>
                      <a:pt x="99" y="3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16" name="Freeform 82"/>
              <p:cNvSpPr>
                <a:spLocks/>
              </p:cNvSpPr>
              <p:nvPr/>
            </p:nvSpPr>
            <p:spPr bwMode="auto">
              <a:xfrm>
                <a:off x="-2108200" y="6784975"/>
                <a:ext cx="576263" cy="588963"/>
              </a:xfrm>
              <a:custGeom>
                <a:avLst/>
                <a:gdLst>
                  <a:gd name="T0" fmla="*/ 77 w 153"/>
                  <a:gd name="T1" fmla="*/ 0 h 157"/>
                  <a:gd name="T2" fmla="*/ 60 w 153"/>
                  <a:gd name="T3" fmla="*/ 34 h 157"/>
                  <a:gd name="T4" fmla="*/ 60 w 153"/>
                  <a:gd name="T5" fmla="*/ 58 h 157"/>
                  <a:gd name="T6" fmla="*/ 0 w 153"/>
                  <a:gd name="T7" fmla="*/ 83 h 157"/>
                  <a:gd name="T8" fmla="*/ 0 w 153"/>
                  <a:gd name="T9" fmla="*/ 100 h 157"/>
                  <a:gd name="T10" fmla="*/ 60 w 153"/>
                  <a:gd name="T11" fmla="*/ 88 h 157"/>
                  <a:gd name="T12" fmla="*/ 60 w 153"/>
                  <a:gd name="T13" fmla="*/ 122 h 157"/>
                  <a:gd name="T14" fmla="*/ 34 w 153"/>
                  <a:gd name="T15" fmla="*/ 140 h 157"/>
                  <a:gd name="T16" fmla="*/ 34 w 153"/>
                  <a:gd name="T17" fmla="*/ 157 h 157"/>
                  <a:gd name="T18" fmla="*/ 76 w 153"/>
                  <a:gd name="T19" fmla="*/ 142 h 157"/>
                  <a:gd name="T20" fmla="*/ 118 w 153"/>
                  <a:gd name="T21" fmla="*/ 157 h 157"/>
                  <a:gd name="T22" fmla="*/ 118 w 153"/>
                  <a:gd name="T23" fmla="*/ 140 h 157"/>
                  <a:gd name="T24" fmla="*/ 94 w 153"/>
                  <a:gd name="T25" fmla="*/ 122 h 157"/>
                  <a:gd name="T26" fmla="*/ 94 w 153"/>
                  <a:gd name="T27" fmla="*/ 88 h 157"/>
                  <a:gd name="T28" fmla="*/ 153 w 153"/>
                  <a:gd name="T29" fmla="*/ 100 h 157"/>
                  <a:gd name="T30" fmla="*/ 153 w 153"/>
                  <a:gd name="T31" fmla="*/ 83 h 157"/>
                  <a:gd name="T32" fmla="*/ 94 w 153"/>
                  <a:gd name="T33" fmla="*/ 58 h 157"/>
                  <a:gd name="T34" fmla="*/ 94 w 153"/>
                  <a:gd name="T35" fmla="*/ 34 h 157"/>
                  <a:gd name="T36" fmla="*/ 77 w 153"/>
                  <a:gd name="T37"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3" h="157">
                    <a:moveTo>
                      <a:pt x="77" y="0"/>
                    </a:moveTo>
                    <a:cubicBezTo>
                      <a:pt x="67" y="0"/>
                      <a:pt x="60" y="24"/>
                      <a:pt x="60" y="34"/>
                    </a:cubicBezTo>
                    <a:cubicBezTo>
                      <a:pt x="60" y="58"/>
                      <a:pt x="60" y="58"/>
                      <a:pt x="60" y="58"/>
                    </a:cubicBezTo>
                    <a:cubicBezTo>
                      <a:pt x="0" y="83"/>
                      <a:pt x="0" y="83"/>
                      <a:pt x="0" y="83"/>
                    </a:cubicBezTo>
                    <a:cubicBezTo>
                      <a:pt x="0" y="100"/>
                      <a:pt x="0" y="100"/>
                      <a:pt x="0" y="100"/>
                    </a:cubicBezTo>
                    <a:cubicBezTo>
                      <a:pt x="60" y="88"/>
                      <a:pt x="60" y="88"/>
                      <a:pt x="60" y="88"/>
                    </a:cubicBezTo>
                    <a:cubicBezTo>
                      <a:pt x="60" y="122"/>
                      <a:pt x="60" y="122"/>
                      <a:pt x="60" y="122"/>
                    </a:cubicBezTo>
                    <a:cubicBezTo>
                      <a:pt x="34" y="140"/>
                      <a:pt x="34" y="140"/>
                      <a:pt x="34" y="140"/>
                    </a:cubicBezTo>
                    <a:cubicBezTo>
                      <a:pt x="34" y="157"/>
                      <a:pt x="34" y="157"/>
                      <a:pt x="34" y="157"/>
                    </a:cubicBezTo>
                    <a:cubicBezTo>
                      <a:pt x="76" y="142"/>
                      <a:pt x="76" y="142"/>
                      <a:pt x="76" y="142"/>
                    </a:cubicBezTo>
                    <a:cubicBezTo>
                      <a:pt x="118" y="157"/>
                      <a:pt x="118" y="157"/>
                      <a:pt x="118" y="157"/>
                    </a:cubicBezTo>
                    <a:cubicBezTo>
                      <a:pt x="118" y="140"/>
                      <a:pt x="118" y="140"/>
                      <a:pt x="118" y="140"/>
                    </a:cubicBezTo>
                    <a:cubicBezTo>
                      <a:pt x="94" y="122"/>
                      <a:pt x="94" y="122"/>
                      <a:pt x="94" y="122"/>
                    </a:cubicBezTo>
                    <a:cubicBezTo>
                      <a:pt x="94" y="88"/>
                      <a:pt x="94" y="88"/>
                      <a:pt x="94" y="88"/>
                    </a:cubicBezTo>
                    <a:cubicBezTo>
                      <a:pt x="153" y="100"/>
                      <a:pt x="153" y="100"/>
                      <a:pt x="153" y="100"/>
                    </a:cubicBezTo>
                    <a:cubicBezTo>
                      <a:pt x="153" y="83"/>
                      <a:pt x="153" y="83"/>
                      <a:pt x="153" y="83"/>
                    </a:cubicBezTo>
                    <a:cubicBezTo>
                      <a:pt x="94" y="58"/>
                      <a:pt x="94" y="58"/>
                      <a:pt x="94" y="58"/>
                    </a:cubicBezTo>
                    <a:cubicBezTo>
                      <a:pt x="94" y="34"/>
                      <a:pt x="94" y="34"/>
                      <a:pt x="94" y="34"/>
                    </a:cubicBezTo>
                    <a:cubicBezTo>
                      <a:pt x="94" y="24"/>
                      <a:pt x="86" y="0"/>
                      <a:pt x="7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17" name="Freeform 83"/>
              <p:cNvSpPr>
                <a:spLocks/>
              </p:cNvSpPr>
              <p:nvPr/>
            </p:nvSpPr>
            <p:spPr bwMode="auto">
              <a:xfrm>
                <a:off x="-4557713" y="641350"/>
                <a:ext cx="571500" cy="150813"/>
              </a:xfrm>
              <a:custGeom>
                <a:avLst/>
                <a:gdLst>
                  <a:gd name="T0" fmla="*/ 50 w 360"/>
                  <a:gd name="T1" fmla="*/ 95 h 95"/>
                  <a:gd name="T2" fmla="*/ 57 w 360"/>
                  <a:gd name="T3" fmla="*/ 95 h 95"/>
                  <a:gd name="T4" fmla="*/ 303 w 360"/>
                  <a:gd name="T5" fmla="*/ 95 h 95"/>
                  <a:gd name="T6" fmla="*/ 308 w 360"/>
                  <a:gd name="T7" fmla="*/ 95 h 95"/>
                  <a:gd name="T8" fmla="*/ 360 w 360"/>
                  <a:gd name="T9" fmla="*/ 0 h 95"/>
                  <a:gd name="T10" fmla="*/ 358 w 360"/>
                  <a:gd name="T11" fmla="*/ 0 h 95"/>
                  <a:gd name="T12" fmla="*/ 306 w 360"/>
                  <a:gd name="T13" fmla="*/ 0 h 95"/>
                  <a:gd name="T14" fmla="*/ 263 w 360"/>
                  <a:gd name="T15" fmla="*/ 0 h 95"/>
                  <a:gd name="T16" fmla="*/ 97 w 360"/>
                  <a:gd name="T17" fmla="*/ 0 h 95"/>
                  <a:gd name="T18" fmla="*/ 55 w 360"/>
                  <a:gd name="T19" fmla="*/ 0 h 95"/>
                  <a:gd name="T20" fmla="*/ 0 w 360"/>
                  <a:gd name="T21" fmla="*/ 0 h 95"/>
                  <a:gd name="T22" fmla="*/ 50 w 360"/>
                  <a:gd name="T23" fmla="*/ 95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0" h="95">
                    <a:moveTo>
                      <a:pt x="50" y="95"/>
                    </a:moveTo>
                    <a:lnTo>
                      <a:pt x="57" y="95"/>
                    </a:lnTo>
                    <a:lnTo>
                      <a:pt x="303" y="95"/>
                    </a:lnTo>
                    <a:lnTo>
                      <a:pt x="308" y="95"/>
                    </a:lnTo>
                    <a:lnTo>
                      <a:pt x="360" y="0"/>
                    </a:lnTo>
                    <a:lnTo>
                      <a:pt x="358" y="0"/>
                    </a:lnTo>
                    <a:lnTo>
                      <a:pt x="306" y="0"/>
                    </a:lnTo>
                    <a:lnTo>
                      <a:pt x="263" y="0"/>
                    </a:lnTo>
                    <a:lnTo>
                      <a:pt x="97" y="0"/>
                    </a:lnTo>
                    <a:lnTo>
                      <a:pt x="55" y="0"/>
                    </a:lnTo>
                    <a:lnTo>
                      <a:pt x="0" y="0"/>
                    </a:lnTo>
                    <a:lnTo>
                      <a:pt x="50" y="9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18" name="Freeform 84"/>
              <p:cNvSpPr>
                <a:spLocks/>
              </p:cNvSpPr>
              <p:nvPr/>
            </p:nvSpPr>
            <p:spPr bwMode="auto">
              <a:xfrm>
                <a:off x="-4557713" y="676275"/>
                <a:ext cx="568325" cy="269875"/>
              </a:xfrm>
              <a:custGeom>
                <a:avLst/>
                <a:gdLst>
                  <a:gd name="T0" fmla="*/ 0 w 151"/>
                  <a:gd name="T1" fmla="*/ 72 h 72"/>
                  <a:gd name="T2" fmla="*/ 151 w 151"/>
                  <a:gd name="T3" fmla="*/ 72 h 72"/>
                  <a:gd name="T4" fmla="*/ 151 w 151"/>
                  <a:gd name="T5" fmla="*/ 0 h 72"/>
                  <a:gd name="T6" fmla="*/ 134 w 151"/>
                  <a:gd name="T7" fmla="*/ 33 h 72"/>
                  <a:gd name="T8" fmla="*/ 133 w 151"/>
                  <a:gd name="T9" fmla="*/ 36 h 72"/>
                  <a:gd name="T10" fmla="*/ 130 w 151"/>
                  <a:gd name="T11" fmla="*/ 36 h 72"/>
                  <a:gd name="T12" fmla="*/ 125 w 151"/>
                  <a:gd name="T13" fmla="*/ 36 h 72"/>
                  <a:gd name="T14" fmla="*/ 87 w 151"/>
                  <a:gd name="T15" fmla="*/ 36 h 72"/>
                  <a:gd name="T16" fmla="*/ 88 w 151"/>
                  <a:gd name="T17" fmla="*/ 37 h 72"/>
                  <a:gd name="T18" fmla="*/ 86 w 151"/>
                  <a:gd name="T19" fmla="*/ 44 h 72"/>
                  <a:gd name="T20" fmla="*/ 76 w 151"/>
                  <a:gd name="T21" fmla="*/ 49 h 72"/>
                  <a:gd name="T22" fmla="*/ 66 w 151"/>
                  <a:gd name="T23" fmla="*/ 44 h 72"/>
                  <a:gd name="T24" fmla="*/ 64 w 151"/>
                  <a:gd name="T25" fmla="*/ 37 h 72"/>
                  <a:gd name="T26" fmla="*/ 64 w 151"/>
                  <a:gd name="T27" fmla="*/ 36 h 72"/>
                  <a:gd name="T28" fmla="*/ 27 w 151"/>
                  <a:gd name="T29" fmla="*/ 36 h 72"/>
                  <a:gd name="T30" fmla="*/ 21 w 151"/>
                  <a:gd name="T31" fmla="*/ 36 h 72"/>
                  <a:gd name="T32" fmla="*/ 18 w 151"/>
                  <a:gd name="T33" fmla="*/ 36 h 72"/>
                  <a:gd name="T34" fmla="*/ 16 w 151"/>
                  <a:gd name="T35" fmla="*/ 33 h 72"/>
                  <a:gd name="T36" fmla="*/ 0 w 151"/>
                  <a:gd name="T37" fmla="*/ 0 h 72"/>
                  <a:gd name="T38" fmla="*/ 0 w 151"/>
                  <a:gd name="T39" fmla="*/ 7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1" h="72">
                    <a:moveTo>
                      <a:pt x="0" y="72"/>
                    </a:moveTo>
                    <a:cubicBezTo>
                      <a:pt x="151" y="72"/>
                      <a:pt x="151" y="72"/>
                      <a:pt x="151" y="72"/>
                    </a:cubicBezTo>
                    <a:cubicBezTo>
                      <a:pt x="151" y="0"/>
                      <a:pt x="151" y="0"/>
                      <a:pt x="151" y="0"/>
                    </a:cubicBezTo>
                    <a:cubicBezTo>
                      <a:pt x="134" y="33"/>
                      <a:pt x="134" y="33"/>
                      <a:pt x="134" y="33"/>
                    </a:cubicBezTo>
                    <a:cubicBezTo>
                      <a:pt x="133" y="36"/>
                      <a:pt x="133" y="36"/>
                      <a:pt x="133" y="36"/>
                    </a:cubicBezTo>
                    <a:cubicBezTo>
                      <a:pt x="130" y="36"/>
                      <a:pt x="130" y="36"/>
                      <a:pt x="130" y="36"/>
                    </a:cubicBezTo>
                    <a:cubicBezTo>
                      <a:pt x="125" y="36"/>
                      <a:pt x="125" y="36"/>
                      <a:pt x="125" y="36"/>
                    </a:cubicBezTo>
                    <a:cubicBezTo>
                      <a:pt x="87" y="36"/>
                      <a:pt x="87" y="36"/>
                      <a:pt x="87" y="36"/>
                    </a:cubicBezTo>
                    <a:cubicBezTo>
                      <a:pt x="88" y="36"/>
                      <a:pt x="88" y="37"/>
                      <a:pt x="88" y="37"/>
                    </a:cubicBezTo>
                    <a:cubicBezTo>
                      <a:pt x="88" y="40"/>
                      <a:pt x="87" y="42"/>
                      <a:pt x="86" y="44"/>
                    </a:cubicBezTo>
                    <a:cubicBezTo>
                      <a:pt x="84" y="47"/>
                      <a:pt x="80" y="49"/>
                      <a:pt x="76" y="49"/>
                    </a:cubicBezTo>
                    <a:cubicBezTo>
                      <a:pt x="72" y="49"/>
                      <a:pt x="68" y="47"/>
                      <a:pt x="66" y="44"/>
                    </a:cubicBezTo>
                    <a:cubicBezTo>
                      <a:pt x="65" y="42"/>
                      <a:pt x="64" y="40"/>
                      <a:pt x="64" y="37"/>
                    </a:cubicBezTo>
                    <a:cubicBezTo>
                      <a:pt x="64" y="37"/>
                      <a:pt x="64" y="36"/>
                      <a:pt x="64" y="36"/>
                    </a:cubicBezTo>
                    <a:cubicBezTo>
                      <a:pt x="27" y="36"/>
                      <a:pt x="27" y="36"/>
                      <a:pt x="27" y="36"/>
                    </a:cubicBezTo>
                    <a:cubicBezTo>
                      <a:pt x="21" y="36"/>
                      <a:pt x="21" y="36"/>
                      <a:pt x="21" y="36"/>
                    </a:cubicBezTo>
                    <a:cubicBezTo>
                      <a:pt x="18" y="36"/>
                      <a:pt x="18" y="36"/>
                      <a:pt x="18" y="36"/>
                    </a:cubicBezTo>
                    <a:cubicBezTo>
                      <a:pt x="16" y="33"/>
                      <a:pt x="16" y="33"/>
                      <a:pt x="16" y="33"/>
                    </a:cubicBezTo>
                    <a:cubicBezTo>
                      <a:pt x="0" y="0"/>
                      <a:pt x="0" y="0"/>
                      <a:pt x="0" y="0"/>
                    </a:cubicBezTo>
                    <a:lnTo>
                      <a:pt x="0" y="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19" name="Freeform 85"/>
              <p:cNvSpPr>
                <a:spLocks/>
              </p:cNvSpPr>
              <p:nvPr/>
            </p:nvSpPr>
            <p:spPr bwMode="auto">
              <a:xfrm>
                <a:off x="-4470400" y="439738"/>
                <a:ext cx="398463" cy="184150"/>
              </a:xfrm>
              <a:custGeom>
                <a:avLst/>
                <a:gdLst>
                  <a:gd name="T0" fmla="*/ 106 w 106"/>
                  <a:gd name="T1" fmla="*/ 49 h 49"/>
                  <a:gd name="T2" fmla="*/ 106 w 106"/>
                  <a:gd name="T3" fmla="*/ 21 h 49"/>
                  <a:gd name="T4" fmla="*/ 85 w 106"/>
                  <a:gd name="T5" fmla="*/ 0 h 49"/>
                  <a:gd name="T6" fmla="*/ 20 w 106"/>
                  <a:gd name="T7" fmla="*/ 0 h 49"/>
                  <a:gd name="T8" fmla="*/ 0 w 106"/>
                  <a:gd name="T9" fmla="*/ 21 h 49"/>
                  <a:gd name="T10" fmla="*/ 0 w 106"/>
                  <a:gd name="T11" fmla="*/ 49 h 49"/>
                  <a:gd name="T12" fmla="*/ 18 w 106"/>
                  <a:gd name="T13" fmla="*/ 49 h 49"/>
                  <a:gd name="T14" fmla="*/ 18 w 106"/>
                  <a:gd name="T15" fmla="*/ 21 h 49"/>
                  <a:gd name="T16" fmla="*/ 20 w 106"/>
                  <a:gd name="T17" fmla="*/ 18 h 49"/>
                  <a:gd name="T18" fmla="*/ 85 w 106"/>
                  <a:gd name="T19" fmla="*/ 18 h 49"/>
                  <a:gd name="T20" fmla="*/ 88 w 106"/>
                  <a:gd name="T21" fmla="*/ 21 h 49"/>
                  <a:gd name="T22" fmla="*/ 88 w 106"/>
                  <a:gd name="T23" fmla="*/ 49 h 49"/>
                  <a:gd name="T24" fmla="*/ 106 w 106"/>
                  <a:gd name="T25"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6" h="49">
                    <a:moveTo>
                      <a:pt x="106" y="49"/>
                    </a:moveTo>
                    <a:cubicBezTo>
                      <a:pt x="106" y="21"/>
                      <a:pt x="106" y="21"/>
                      <a:pt x="106" y="21"/>
                    </a:cubicBezTo>
                    <a:cubicBezTo>
                      <a:pt x="106" y="10"/>
                      <a:pt x="97" y="0"/>
                      <a:pt x="85" y="0"/>
                    </a:cubicBezTo>
                    <a:cubicBezTo>
                      <a:pt x="20" y="0"/>
                      <a:pt x="20" y="0"/>
                      <a:pt x="20" y="0"/>
                    </a:cubicBezTo>
                    <a:cubicBezTo>
                      <a:pt x="9" y="0"/>
                      <a:pt x="0" y="10"/>
                      <a:pt x="0" y="21"/>
                    </a:cubicBezTo>
                    <a:cubicBezTo>
                      <a:pt x="0" y="49"/>
                      <a:pt x="0" y="49"/>
                      <a:pt x="0" y="49"/>
                    </a:cubicBezTo>
                    <a:cubicBezTo>
                      <a:pt x="18" y="49"/>
                      <a:pt x="18" y="49"/>
                      <a:pt x="18" y="49"/>
                    </a:cubicBezTo>
                    <a:cubicBezTo>
                      <a:pt x="18" y="21"/>
                      <a:pt x="18" y="21"/>
                      <a:pt x="18" y="21"/>
                    </a:cubicBezTo>
                    <a:cubicBezTo>
                      <a:pt x="18" y="20"/>
                      <a:pt x="19" y="18"/>
                      <a:pt x="20" y="18"/>
                    </a:cubicBezTo>
                    <a:cubicBezTo>
                      <a:pt x="85" y="18"/>
                      <a:pt x="85" y="18"/>
                      <a:pt x="85" y="18"/>
                    </a:cubicBezTo>
                    <a:cubicBezTo>
                      <a:pt x="87" y="18"/>
                      <a:pt x="88" y="20"/>
                      <a:pt x="88" y="21"/>
                    </a:cubicBezTo>
                    <a:cubicBezTo>
                      <a:pt x="88" y="49"/>
                      <a:pt x="88" y="49"/>
                      <a:pt x="88" y="49"/>
                    </a:cubicBezTo>
                    <a:lnTo>
                      <a:pt x="106"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20" name="Freeform 86"/>
              <p:cNvSpPr>
                <a:spLocks noEditPoints="1"/>
              </p:cNvSpPr>
              <p:nvPr/>
            </p:nvSpPr>
            <p:spPr bwMode="auto">
              <a:xfrm>
                <a:off x="-5534025" y="1603375"/>
                <a:ext cx="706438" cy="706438"/>
              </a:xfrm>
              <a:custGeom>
                <a:avLst/>
                <a:gdLst>
                  <a:gd name="T0" fmla="*/ 94 w 188"/>
                  <a:gd name="T1" fmla="*/ 188 h 188"/>
                  <a:gd name="T2" fmla="*/ 188 w 188"/>
                  <a:gd name="T3" fmla="*/ 94 h 188"/>
                  <a:gd name="T4" fmla="*/ 94 w 188"/>
                  <a:gd name="T5" fmla="*/ 0 h 188"/>
                  <a:gd name="T6" fmla="*/ 94 w 188"/>
                  <a:gd name="T7" fmla="*/ 67 h 188"/>
                  <a:gd name="T8" fmla="*/ 121 w 188"/>
                  <a:gd name="T9" fmla="*/ 94 h 188"/>
                  <a:gd name="T10" fmla="*/ 94 w 188"/>
                  <a:gd name="T11" fmla="*/ 121 h 188"/>
                  <a:gd name="T12" fmla="*/ 94 w 188"/>
                  <a:gd name="T13" fmla="*/ 188 h 188"/>
                  <a:gd name="T14" fmla="*/ 94 w 188"/>
                  <a:gd name="T15" fmla="*/ 0 h 188"/>
                  <a:gd name="T16" fmla="*/ 0 w 188"/>
                  <a:gd name="T17" fmla="*/ 94 h 188"/>
                  <a:gd name="T18" fmla="*/ 94 w 188"/>
                  <a:gd name="T19" fmla="*/ 188 h 188"/>
                  <a:gd name="T20" fmla="*/ 94 w 188"/>
                  <a:gd name="T21" fmla="*/ 188 h 188"/>
                  <a:gd name="T22" fmla="*/ 94 w 188"/>
                  <a:gd name="T23" fmla="*/ 121 h 188"/>
                  <a:gd name="T24" fmla="*/ 94 w 188"/>
                  <a:gd name="T25" fmla="*/ 121 h 188"/>
                  <a:gd name="T26" fmla="*/ 94 w 188"/>
                  <a:gd name="T27" fmla="*/ 121 h 188"/>
                  <a:gd name="T28" fmla="*/ 67 w 188"/>
                  <a:gd name="T29" fmla="*/ 94 h 188"/>
                  <a:gd name="T30" fmla="*/ 94 w 188"/>
                  <a:gd name="T31" fmla="*/ 67 h 188"/>
                  <a:gd name="T32" fmla="*/ 94 w 188"/>
                  <a:gd name="T33" fmla="*/ 67 h 188"/>
                  <a:gd name="T34" fmla="*/ 94 w 188"/>
                  <a:gd name="T3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8" h="188">
                    <a:moveTo>
                      <a:pt x="94" y="188"/>
                    </a:moveTo>
                    <a:cubicBezTo>
                      <a:pt x="146" y="188"/>
                      <a:pt x="188" y="146"/>
                      <a:pt x="188" y="94"/>
                    </a:cubicBezTo>
                    <a:cubicBezTo>
                      <a:pt x="188" y="42"/>
                      <a:pt x="146" y="0"/>
                      <a:pt x="94" y="0"/>
                    </a:cubicBezTo>
                    <a:cubicBezTo>
                      <a:pt x="94" y="67"/>
                      <a:pt x="94" y="67"/>
                      <a:pt x="94" y="67"/>
                    </a:cubicBezTo>
                    <a:cubicBezTo>
                      <a:pt x="109" y="67"/>
                      <a:pt x="121" y="79"/>
                      <a:pt x="121" y="94"/>
                    </a:cubicBezTo>
                    <a:cubicBezTo>
                      <a:pt x="121" y="109"/>
                      <a:pt x="109" y="121"/>
                      <a:pt x="94" y="121"/>
                    </a:cubicBezTo>
                    <a:lnTo>
                      <a:pt x="94" y="188"/>
                    </a:lnTo>
                    <a:close/>
                    <a:moveTo>
                      <a:pt x="94" y="0"/>
                    </a:moveTo>
                    <a:cubicBezTo>
                      <a:pt x="42" y="0"/>
                      <a:pt x="0" y="42"/>
                      <a:pt x="0" y="94"/>
                    </a:cubicBezTo>
                    <a:cubicBezTo>
                      <a:pt x="0" y="146"/>
                      <a:pt x="42" y="188"/>
                      <a:pt x="94" y="188"/>
                    </a:cubicBezTo>
                    <a:cubicBezTo>
                      <a:pt x="94" y="188"/>
                      <a:pt x="94" y="188"/>
                      <a:pt x="94" y="188"/>
                    </a:cubicBezTo>
                    <a:cubicBezTo>
                      <a:pt x="94" y="121"/>
                      <a:pt x="94" y="121"/>
                      <a:pt x="94" y="121"/>
                    </a:cubicBezTo>
                    <a:cubicBezTo>
                      <a:pt x="94" y="121"/>
                      <a:pt x="94" y="121"/>
                      <a:pt x="94" y="121"/>
                    </a:cubicBezTo>
                    <a:cubicBezTo>
                      <a:pt x="94" y="121"/>
                      <a:pt x="94" y="121"/>
                      <a:pt x="94" y="121"/>
                    </a:cubicBezTo>
                    <a:cubicBezTo>
                      <a:pt x="79" y="121"/>
                      <a:pt x="67" y="109"/>
                      <a:pt x="67" y="94"/>
                    </a:cubicBezTo>
                    <a:cubicBezTo>
                      <a:pt x="67" y="79"/>
                      <a:pt x="79" y="67"/>
                      <a:pt x="94" y="67"/>
                    </a:cubicBezTo>
                    <a:cubicBezTo>
                      <a:pt x="94" y="67"/>
                      <a:pt x="94" y="67"/>
                      <a:pt x="94" y="67"/>
                    </a:cubicBezTo>
                    <a:cubicBezTo>
                      <a:pt x="94" y="0"/>
                      <a:pt x="94" y="0"/>
                      <a:pt x="9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21" name="Freeform 87"/>
              <p:cNvSpPr>
                <a:spLocks noEditPoints="1"/>
              </p:cNvSpPr>
              <p:nvPr/>
            </p:nvSpPr>
            <p:spPr bwMode="auto">
              <a:xfrm>
                <a:off x="-5264150" y="1873250"/>
                <a:ext cx="165100" cy="165100"/>
              </a:xfrm>
              <a:custGeom>
                <a:avLst/>
                <a:gdLst>
                  <a:gd name="T0" fmla="*/ 22 w 44"/>
                  <a:gd name="T1" fmla="*/ 44 h 44"/>
                  <a:gd name="T2" fmla="*/ 44 w 44"/>
                  <a:gd name="T3" fmla="*/ 22 h 44"/>
                  <a:gd name="T4" fmla="*/ 22 w 44"/>
                  <a:gd name="T5" fmla="*/ 0 h 44"/>
                  <a:gd name="T6" fmla="*/ 22 w 44"/>
                  <a:gd name="T7" fmla="*/ 6 h 44"/>
                  <a:gd name="T8" fmla="*/ 38 w 44"/>
                  <a:gd name="T9" fmla="*/ 22 h 44"/>
                  <a:gd name="T10" fmla="*/ 22 w 44"/>
                  <a:gd name="T11" fmla="*/ 37 h 44"/>
                  <a:gd name="T12" fmla="*/ 22 w 44"/>
                  <a:gd name="T13" fmla="*/ 44 h 44"/>
                  <a:gd name="T14" fmla="*/ 22 w 44"/>
                  <a:gd name="T15" fmla="*/ 0 h 44"/>
                  <a:gd name="T16" fmla="*/ 0 w 44"/>
                  <a:gd name="T17" fmla="*/ 22 h 44"/>
                  <a:gd name="T18" fmla="*/ 22 w 44"/>
                  <a:gd name="T19" fmla="*/ 44 h 44"/>
                  <a:gd name="T20" fmla="*/ 22 w 44"/>
                  <a:gd name="T21" fmla="*/ 44 h 44"/>
                  <a:gd name="T22" fmla="*/ 22 w 44"/>
                  <a:gd name="T23" fmla="*/ 37 h 44"/>
                  <a:gd name="T24" fmla="*/ 22 w 44"/>
                  <a:gd name="T25" fmla="*/ 37 h 44"/>
                  <a:gd name="T26" fmla="*/ 22 w 44"/>
                  <a:gd name="T27" fmla="*/ 37 h 44"/>
                  <a:gd name="T28" fmla="*/ 7 w 44"/>
                  <a:gd name="T29" fmla="*/ 22 h 44"/>
                  <a:gd name="T30" fmla="*/ 22 w 44"/>
                  <a:gd name="T31" fmla="*/ 6 h 44"/>
                  <a:gd name="T32" fmla="*/ 22 w 44"/>
                  <a:gd name="T33" fmla="*/ 6 h 44"/>
                  <a:gd name="T34" fmla="*/ 22 w 44"/>
                  <a:gd name="T35"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4" h="44">
                    <a:moveTo>
                      <a:pt x="22" y="44"/>
                    </a:moveTo>
                    <a:cubicBezTo>
                      <a:pt x="34" y="44"/>
                      <a:pt x="44" y="34"/>
                      <a:pt x="44" y="22"/>
                    </a:cubicBezTo>
                    <a:cubicBezTo>
                      <a:pt x="44" y="10"/>
                      <a:pt x="34" y="0"/>
                      <a:pt x="22" y="0"/>
                    </a:cubicBezTo>
                    <a:cubicBezTo>
                      <a:pt x="22" y="6"/>
                      <a:pt x="22" y="6"/>
                      <a:pt x="22" y="6"/>
                    </a:cubicBezTo>
                    <a:cubicBezTo>
                      <a:pt x="31" y="6"/>
                      <a:pt x="38" y="13"/>
                      <a:pt x="38" y="22"/>
                    </a:cubicBezTo>
                    <a:cubicBezTo>
                      <a:pt x="38" y="30"/>
                      <a:pt x="31" y="37"/>
                      <a:pt x="22" y="37"/>
                    </a:cubicBezTo>
                    <a:lnTo>
                      <a:pt x="22" y="44"/>
                    </a:lnTo>
                    <a:close/>
                    <a:moveTo>
                      <a:pt x="22" y="0"/>
                    </a:moveTo>
                    <a:cubicBezTo>
                      <a:pt x="10" y="0"/>
                      <a:pt x="0" y="10"/>
                      <a:pt x="0" y="22"/>
                    </a:cubicBezTo>
                    <a:cubicBezTo>
                      <a:pt x="0" y="34"/>
                      <a:pt x="10" y="44"/>
                      <a:pt x="22" y="44"/>
                    </a:cubicBezTo>
                    <a:cubicBezTo>
                      <a:pt x="22" y="44"/>
                      <a:pt x="22" y="44"/>
                      <a:pt x="22" y="44"/>
                    </a:cubicBezTo>
                    <a:cubicBezTo>
                      <a:pt x="22" y="37"/>
                      <a:pt x="22" y="37"/>
                      <a:pt x="22" y="37"/>
                    </a:cubicBezTo>
                    <a:cubicBezTo>
                      <a:pt x="22" y="37"/>
                      <a:pt x="22" y="37"/>
                      <a:pt x="22" y="37"/>
                    </a:cubicBezTo>
                    <a:cubicBezTo>
                      <a:pt x="22" y="37"/>
                      <a:pt x="22" y="37"/>
                      <a:pt x="22" y="37"/>
                    </a:cubicBezTo>
                    <a:cubicBezTo>
                      <a:pt x="14" y="37"/>
                      <a:pt x="7" y="30"/>
                      <a:pt x="7" y="22"/>
                    </a:cubicBezTo>
                    <a:cubicBezTo>
                      <a:pt x="7" y="13"/>
                      <a:pt x="14" y="6"/>
                      <a:pt x="22" y="6"/>
                    </a:cubicBezTo>
                    <a:cubicBezTo>
                      <a:pt x="22" y="6"/>
                      <a:pt x="22" y="6"/>
                      <a:pt x="22" y="6"/>
                    </a:cubicBezTo>
                    <a:cubicBezTo>
                      <a:pt x="22" y="0"/>
                      <a:pt x="22" y="0"/>
                      <a:pt x="2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22" name="Freeform 88"/>
              <p:cNvSpPr>
                <a:spLocks/>
              </p:cNvSpPr>
              <p:nvPr/>
            </p:nvSpPr>
            <p:spPr bwMode="auto">
              <a:xfrm>
                <a:off x="-5448300" y="26988"/>
                <a:ext cx="538163" cy="550863"/>
              </a:xfrm>
              <a:custGeom>
                <a:avLst/>
                <a:gdLst>
                  <a:gd name="T0" fmla="*/ 140 w 143"/>
                  <a:gd name="T1" fmla="*/ 103 h 147"/>
                  <a:gd name="T2" fmla="*/ 112 w 143"/>
                  <a:gd name="T3" fmla="*/ 75 h 147"/>
                  <a:gd name="T4" fmla="*/ 107 w 143"/>
                  <a:gd name="T5" fmla="*/ 70 h 147"/>
                  <a:gd name="T6" fmla="*/ 79 w 143"/>
                  <a:gd name="T7" fmla="*/ 37 h 147"/>
                  <a:gd name="T8" fmla="*/ 67 w 143"/>
                  <a:gd name="T9" fmla="*/ 10 h 147"/>
                  <a:gd name="T10" fmla="*/ 52 w 143"/>
                  <a:gd name="T11" fmla="*/ 9 h 147"/>
                  <a:gd name="T12" fmla="*/ 47 w 143"/>
                  <a:gd name="T13" fmla="*/ 21 h 147"/>
                  <a:gd name="T14" fmla="*/ 55 w 143"/>
                  <a:gd name="T15" fmla="*/ 42 h 147"/>
                  <a:gd name="T16" fmla="*/ 56 w 143"/>
                  <a:gd name="T17" fmla="*/ 56 h 147"/>
                  <a:gd name="T18" fmla="*/ 13 w 143"/>
                  <a:gd name="T19" fmla="*/ 56 h 147"/>
                  <a:gd name="T20" fmla="*/ 3 w 143"/>
                  <a:gd name="T21" fmla="*/ 71 h 147"/>
                  <a:gd name="T22" fmla="*/ 25 w 143"/>
                  <a:gd name="T23" fmla="*/ 131 h 147"/>
                  <a:gd name="T24" fmla="*/ 34 w 143"/>
                  <a:gd name="T25" fmla="*/ 137 h 147"/>
                  <a:gd name="T26" fmla="*/ 85 w 143"/>
                  <a:gd name="T27" fmla="*/ 137 h 147"/>
                  <a:gd name="T28" fmla="*/ 97 w 143"/>
                  <a:gd name="T29" fmla="*/ 142 h 147"/>
                  <a:gd name="T30" fmla="*/ 99 w 143"/>
                  <a:gd name="T31" fmla="*/ 144 h 147"/>
                  <a:gd name="T32" fmla="*/ 108 w 143"/>
                  <a:gd name="T33" fmla="*/ 144 h 147"/>
                  <a:gd name="T34" fmla="*/ 140 w 143"/>
                  <a:gd name="T35" fmla="*/ 112 h 147"/>
                  <a:gd name="T36" fmla="*/ 140 w 143"/>
                  <a:gd name="T37" fmla="*/ 103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3" h="147">
                    <a:moveTo>
                      <a:pt x="140" y="103"/>
                    </a:moveTo>
                    <a:cubicBezTo>
                      <a:pt x="112" y="75"/>
                      <a:pt x="112" y="75"/>
                      <a:pt x="112" y="75"/>
                    </a:cubicBezTo>
                    <a:cubicBezTo>
                      <a:pt x="109" y="72"/>
                      <a:pt x="107" y="70"/>
                      <a:pt x="107" y="70"/>
                    </a:cubicBezTo>
                    <a:cubicBezTo>
                      <a:pt x="107" y="70"/>
                      <a:pt x="96" y="48"/>
                      <a:pt x="79" y="37"/>
                    </a:cubicBezTo>
                    <a:cubicBezTo>
                      <a:pt x="63" y="27"/>
                      <a:pt x="67" y="18"/>
                      <a:pt x="67" y="10"/>
                    </a:cubicBezTo>
                    <a:cubicBezTo>
                      <a:pt x="67" y="2"/>
                      <a:pt x="58" y="0"/>
                      <a:pt x="52" y="9"/>
                    </a:cubicBezTo>
                    <a:cubicBezTo>
                      <a:pt x="49" y="11"/>
                      <a:pt x="47" y="17"/>
                      <a:pt x="47" y="21"/>
                    </a:cubicBezTo>
                    <a:cubicBezTo>
                      <a:pt x="45" y="32"/>
                      <a:pt x="53" y="38"/>
                      <a:pt x="55" y="42"/>
                    </a:cubicBezTo>
                    <a:cubicBezTo>
                      <a:pt x="57" y="45"/>
                      <a:pt x="58" y="50"/>
                      <a:pt x="56" y="56"/>
                    </a:cubicBezTo>
                    <a:cubicBezTo>
                      <a:pt x="13" y="56"/>
                      <a:pt x="13" y="56"/>
                      <a:pt x="13" y="56"/>
                    </a:cubicBezTo>
                    <a:cubicBezTo>
                      <a:pt x="5" y="56"/>
                      <a:pt x="0" y="63"/>
                      <a:pt x="3" y="71"/>
                    </a:cubicBezTo>
                    <a:cubicBezTo>
                      <a:pt x="25" y="131"/>
                      <a:pt x="25" y="131"/>
                      <a:pt x="25" y="131"/>
                    </a:cubicBezTo>
                    <a:cubicBezTo>
                      <a:pt x="26" y="134"/>
                      <a:pt x="30" y="137"/>
                      <a:pt x="34" y="137"/>
                    </a:cubicBezTo>
                    <a:cubicBezTo>
                      <a:pt x="85" y="137"/>
                      <a:pt x="85" y="137"/>
                      <a:pt x="85" y="137"/>
                    </a:cubicBezTo>
                    <a:cubicBezTo>
                      <a:pt x="89" y="137"/>
                      <a:pt x="94" y="139"/>
                      <a:pt x="97" y="142"/>
                    </a:cubicBezTo>
                    <a:cubicBezTo>
                      <a:pt x="99" y="144"/>
                      <a:pt x="99" y="144"/>
                      <a:pt x="99" y="144"/>
                    </a:cubicBezTo>
                    <a:cubicBezTo>
                      <a:pt x="102" y="147"/>
                      <a:pt x="106" y="147"/>
                      <a:pt x="108" y="144"/>
                    </a:cubicBezTo>
                    <a:cubicBezTo>
                      <a:pt x="140" y="112"/>
                      <a:pt x="140" y="112"/>
                      <a:pt x="140" y="112"/>
                    </a:cubicBezTo>
                    <a:cubicBezTo>
                      <a:pt x="143" y="110"/>
                      <a:pt x="143" y="106"/>
                      <a:pt x="140" y="1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23" name="Freeform 89"/>
              <p:cNvSpPr>
                <a:spLocks/>
              </p:cNvSpPr>
              <p:nvPr/>
            </p:nvSpPr>
            <p:spPr bwMode="auto">
              <a:xfrm>
                <a:off x="-5038725" y="454025"/>
                <a:ext cx="176213" cy="173038"/>
              </a:xfrm>
              <a:custGeom>
                <a:avLst/>
                <a:gdLst>
                  <a:gd name="T0" fmla="*/ 22 w 111"/>
                  <a:gd name="T1" fmla="*/ 109 h 109"/>
                  <a:gd name="T2" fmla="*/ 0 w 111"/>
                  <a:gd name="T3" fmla="*/ 90 h 109"/>
                  <a:gd name="T4" fmla="*/ 90 w 111"/>
                  <a:gd name="T5" fmla="*/ 0 h 109"/>
                  <a:gd name="T6" fmla="*/ 111 w 111"/>
                  <a:gd name="T7" fmla="*/ 21 h 109"/>
                  <a:gd name="T8" fmla="*/ 22 w 111"/>
                  <a:gd name="T9" fmla="*/ 109 h 109"/>
                </a:gdLst>
                <a:ahLst/>
                <a:cxnLst>
                  <a:cxn ang="0">
                    <a:pos x="T0" y="T1"/>
                  </a:cxn>
                  <a:cxn ang="0">
                    <a:pos x="T2" y="T3"/>
                  </a:cxn>
                  <a:cxn ang="0">
                    <a:pos x="T4" y="T5"/>
                  </a:cxn>
                  <a:cxn ang="0">
                    <a:pos x="T6" y="T7"/>
                  </a:cxn>
                  <a:cxn ang="0">
                    <a:pos x="T8" y="T9"/>
                  </a:cxn>
                </a:cxnLst>
                <a:rect l="0" t="0" r="r" b="b"/>
                <a:pathLst>
                  <a:path w="111" h="109">
                    <a:moveTo>
                      <a:pt x="22" y="109"/>
                    </a:moveTo>
                    <a:lnTo>
                      <a:pt x="0" y="90"/>
                    </a:lnTo>
                    <a:lnTo>
                      <a:pt x="90" y="0"/>
                    </a:lnTo>
                    <a:lnTo>
                      <a:pt x="111" y="21"/>
                    </a:lnTo>
                    <a:lnTo>
                      <a:pt x="22" y="10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24" name="Freeform 90"/>
              <p:cNvSpPr>
                <a:spLocks noEditPoints="1"/>
              </p:cNvSpPr>
              <p:nvPr/>
            </p:nvSpPr>
            <p:spPr bwMode="auto">
              <a:xfrm>
                <a:off x="-2584450" y="5384800"/>
                <a:ext cx="552450" cy="514350"/>
              </a:xfrm>
              <a:custGeom>
                <a:avLst/>
                <a:gdLst>
                  <a:gd name="T0" fmla="*/ 132 w 147"/>
                  <a:gd name="T1" fmla="*/ 22 h 137"/>
                  <a:gd name="T2" fmla="*/ 110 w 147"/>
                  <a:gd name="T3" fmla="*/ 0 h 137"/>
                  <a:gd name="T4" fmla="*/ 73 w 147"/>
                  <a:gd name="T5" fmla="*/ 0 h 137"/>
                  <a:gd name="T6" fmla="*/ 73 w 147"/>
                  <a:gd name="T7" fmla="*/ 18 h 137"/>
                  <a:gd name="T8" fmla="*/ 110 w 147"/>
                  <a:gd name="T9" fmla="*/ 18 h 137"/>
                  <a:gd name="T10" fmla="*/ 115 w 147"/>
                  <a:gd name="T11" fmla="*/ 22 h 137"/>
                  <a:gd name="T12" fmla="*/ 115 w 147"/>
                  <a:gd name="T13" fmla="*/ 59 h 137"/>
                  <a:gd name="T14" fmla="*/ 73 w 147"/>
                  <a:gd name="T15" fmla="*/ 59 h 137"/>
                  <a:gd name="T16" fmla="*/ 73 w 147"/>
                  <a:gd name="T17" fmla="*/ 76 h 137"/>
                  <a:gd name="T18" fmla="*/ 73 w 147"/>
                  <a:gd name="T19" fmla="*/ 76 h 137"/>
                  <a:gd name="T20" fmla="*/ 87 w 147"/>
                  <a:gd name="T21" fmla="*/ 89 h 137"/>
                  <a:gd name="T22" fmla="*/ 81 w 147"/>
                  <a:gd name="T23" fmla="*/ 100 h 137"/>
                  <a:gd name="T24" fmla="*/ 79 w 147"/>
                  <a:gd name="T25" fmla="*/ 101 h 137"/>
                  <a:gd name="T26" fmla="*/ 79 w 147"/>
                  <a:gd name="T27" fmla="*/ 118 h 137"/>
                  <a:gd name="T28" fmla="*/ 79 w 147"/>
                  <a:gd name="T29" fmla="*/ 121 h 137"/>
                  <a:gd name="T30" fmla="*/ 79 w 147"/>
                  <a:gd name="T31" fmla="*/ 121 h 137"/>
                  <a:gd name="T32" fmla="*/ 73 w 147"/>
                  <a:gd name="T33" fmla="*/ 121 h 137"/>
                  <a:gd name="T34" fmla="*/ 73 w 147"/>
                  <a:gd name="T35" fmla="*/ 137 h 137"/>
                  <a:gd name="T36" fmla="*/ 147 w 147"/>
                  <a:gd name="T37" fmla="*/ 137 h 137"/>
                  <a:gd name="T38" fmla="*/ 147 w 147"/>
                  <a:gd name="T39" fmla="*/ 59 h 137"/>
                  <a:gd name="T40" fmla="*/ 132 w 147"/>
                  <a:gd name="T41" fmla="*/ 59 h 137"/>
                  <a:gd name="T42" fmla="*/ 132 w 147"/>
                  <a:gd name="T43" fmla="*/ 22 h 137"/>
                  <a:gd name="T44" fmla="*/ 73 w 147"/>
                  <a:gd name="T45" fmla="*/ 0 h 137"/>
                  <a:gd name="T46" fmla="*/ 37 w 147"/>
                  <a:gd name="T47" fmla="*/ 0 h 137"/>
                  <a:gd name="T48" fmla="*/ 15 w 147"/>
                  <a:gd name="T49" fmla="*/ 22 h 137"/>
                  <a:gd name="T50" fmla="*/ 15 w 147"/>
                  <a:gd name="T51" fmla="*/ 59 h 137"/>
                  <a:gd name="T52" fmla="*/ 0 w 147"/>
                  <a:gd name="T53" fmla="*/ 59 h 137"/>
                  <a:gd name="T54" fmla="*/ 0 w 147"/>
                  <a:gd name="T55" fmla="*/ 137 h 137"/>
                  <a:gd name="T56" fmla="*/ 73 w 147"/>
                  <a:gd name="T57" fmla="*/ 137 h 137"/>
                  <a:gd name="T58" fmla="*/ 73 w 147"/>
                  <a:gd name="T59" fmla="*/ 121 h 137"/>
                  <a:gd name="T60" fmla="*/ 67 w 147"/>
                  <a:gd name="T61" fmla="*/ 121 h 137"/>
                  <a:gd name="T62" fmla="*/ 67 w 147"/>
                  <a:gd name="T63" fmla="*/ 118 h 137"/>
                  <a:gd name="T64" fmla="*/ 67 w 147"/>
                  <a:gd name="T65" fmla="*/ 101 h 137"/>
                  <a:gd name="T66" fmla="*/ 66 w 147"/>
                  <a:gd name="T67" fmla="*/ 100 h 137"/>
                  <a:gd name="T68" fmla="*/ 60 w 147"/>
                  <a:gd name="T69" fmla="*/ 89 h 137"/>
                  <a:gd name="T70" fmla="*/ 73 w 147"/>
                  <a:gd name="T71" fmla="*/ 76 h 137"/>
                  <a:gd name="T72" fmla="*/ 73 w 147"/>
                  <a:gd name="T73" fmla="*/ 59 h 137"/>
                  <a:gd name="T74" fmla="*/ 32 w 147"/>
                  <a:gd name="T75" fmla="*/ 59 h 137"/>
                  <a:gd name="T76" fmla="*/ 32 w 147"/>
                  <a:gd name="T77" fmla="*/ 59 h 137"/>
                  <a:gd name="T78" fmla="*/ 32 w 147"/>
                  <a:gd name="T79" fmla="*/ 22 h 137"/>
                  <a:gd name="T80" fmla="*/ 37 w 147"/>
                  <a:gd name="T81" fmla="*/ 18 h 137"/>
                  <a:gd name="T82" fmla="*/ 73 w 147"/>
                  <a:gd name="T83" fmla="*/ 18 h 137"/>
                  <a:gd name="T84" fmla="*/ 73 w 147"/>
                  <a:gd name="T8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7" h="137">
                    <a:moveTo>
                      <a:pt x="132" y="22"/>
                    </a:moveTo>
                    <a:cubicBezTo>
                      <a:pt x="132" y="10"/>
                      <a:pt x="122" y="0"/>
                      <a:pt x="110" y="0"/>
                    </a:cubicBezTo>
                    <a:cubicBezTo>
                      <a:pt x="73" y="0"/>
                      <a:pt x="73" y="0"/>
                      <a:pt x="73" y="0"/>
                    </a:cubicBezTo>
                    <a:cubicBezTo>
                      <a:pt x="73" y="18"/>
                      <a:pt x="73" y="18"/>
                      <a:pt x="73" y="18"/>
                    </a:cubicBezTo>
                    <a:cubicBezTo>
                      <a:pt x="110" y="18"/>
                      <a:pt x="110" y="18"/>
                      <a:pt x="110" y="18"/>
                    </a:cubicBezTo>
                    <a:cubicBezTo>
                      <a:pt x="113" y="18"/>
                      <a:pt x="115" y="20"/>
                      <a:pt x="115" y="22"/>
                    </a:cubicBezTo>
                    <a:cubicBezTo>
                      <a:pt x="115" y="59"/>
                      <a:pt x="115" y="59"/>
                      <a:pt x="115" y="59"/>
                    </a:cubicBezTo>
                    <a:cubicBezTo>
                      <a:pt x="73" y="59"/>
                      <a:pt x="73" y="59"/>
                      <a:pt x="73" y="59"/>
                    </a:cubicBezTo>
                    <a:cubicBezTo>
                      <a:pt x="73" y="76"/>
                      <a:pt x="73" y="76"/>
                      <a:pt x="73" y="76"/>
                    </a:cubicBezTo>
                    <a:cubicBezTo>
                      <a:pt x="73" y="76"/>
                      <a:pt x="73" y="76"/>
                      <a:pt x="73" y="76"/>
                    </a:cubicBezTo>
                    <a:cubicBezTo>
                      <a:pt x="81" y="76"/>
                      <a:pt x="87" y="82"/>
                      <a:pt x="87" y="89"/>
                    </a:cubicBezTo>
                    <a:cubicBezTo>
                      <a:pt x="87" y="94"/>
                      <a:pt x="84" y="98"/>
                      <a:pt x="81" y="100"/>
                    </a:cubicBezTo>
                    <a:cubicBezTo>
                      <a:pt x="80" y="101"/>
                      <a:pt x="80" y="101"/>
                      <a:pt x="79" y="101"/>
                    </a:cubicBezTo>
                    <a:cubicBezTo>
                      <a:pt x="79" y="118"/>
                      <a:pt x="79" y="118"/>
                      <a:pt x="79" y="118"/>
                    </a:cubicBezTo>
                    <a:cubicBezTo>
                      <a:pt x="79" y="121"/>
                      <a:pt x="79" y="121"/>
                      <a:pt x="79" y="121"/>
                    </a:cubicBezTo>
                    <a:cubicBezTo>
                      <a:pt x="79" y="121"/>
                      <a:pt x="79" y="121"/>
                      <a:pt x="79" y="121"/>
                    </a:cubicBezTo>
                    <a:cubicBezTo>
                      <a:pt x="73" y="121"/>
                      <a:pt x="73" y="121"/>
                      <a:pt x="73" y="121"/>
                    </a:cubicBezTo>
                    <a:cubicBezTo>
                      <a:pt x="73" y="137"/>
                      <a:pt x="73" y="137"/>
                      <a:pt x="73" y="137"/>
                    </a:cubicBezTo>
                    <a:cubicBezTo>
                      <a:pt x="147" y="137"/>
                      <a:pt x="147" y="137"/>
                      <a:pt x="147" y="137"/>
                    </a:cubicBezTo>
                    <a:cubicBezTo>
                      <a:pt x="147" y="59"/>
                      <a:pt x="147" y="59"/>
                      <a:pt x="147" y="59"/>
                    </a:cubicBezTo>
                    <a:cubicBezTo>
                      <a:pt x="132" y="59"/>
                      <a:pt x="132" y="59"/>
                      <a:pt x="132" y="59"/>
                    </a:cubicBezTo>
                    <a:lnTo>
                      <a:pt x="132" y="22"/>
                    </a:lnTo>
                    <a:close/>
                    <a:moveTo>
                      <a:pt x="73" y="0"/>
                    </a:moveTo>
                    <a:cubicBezTo>
                      <a:pt x="37" y="0"/>
                      <a:pt x="37" y="0"/>
                      <a:pt x="37" y="0"/>
                    </a:cubicBezTo>
                    <a:cubicBezTo>
                      <a:pt x="24" y="0"/>
                      <a:pt x="15" y="10"/>
                      <a:pt x="15" y="22"/>
                    </a:cubicBezTo>
                    <a:cubicBezTo>
                      <a:pt x="15" y="59"/>
                      <a:pt x="15" y="59"/>
                      <a:pt x="15" y="59"/>
                    </a:cubicBezTo>
                    <a:cubicBezTo>
                      <a:pt x="0" y="59"/>
                      <a:pt x="0" y="59"/>
                      <a:pt x="0" y="59"/>
                    </a:cubicBezTo>
                    <a:cubicBezTo>
                      <a:pt x="0" y="137"/>
                      <a:pt x="0" y="137"/>
                      <a:pt x="0" y="137"/>
                    </a:cubicBezTo>
                    <a:cubicBezTo>
                      <a:pt x="73" y="137"/>
                      <a:pt x="73" y="137"/>
                      <a:pt x="73" y="137"/>
                    </a:cubicBezTo>
                    <a:cubicBezTo>
                      <a:pt x="73" y="121"/>
                      <a:pt x="73" y="121"/>
                      <a:pt x="73" y="121"/>
                    </a:cubicBezTo>
                    <a:cubicBezTo>
                      <a:pt x="67" y="121"/>
                      <a:pt x="67" y="121"/>
                      <a:pt x="67" y="121"/>
                    </a:cubicBezTo>
                    <a:cubicBezTo>
                      <a:pt x="67" y="118"/>
                      <a:pt x="67" y="118"/>
                      <a:pt x="67" y="118"/>
                    </a:cubicBezTo>
                    <a:cubicBezTo>
                      <a:pt x="67" y="101"/>
                      <a:pt x="67" y="101"/>
                      <a:pt x="67" y="101"/>
                    </a:cubicBezTo>
                    <a:cubicBezTo>
                      <a:pt x="67" y="101"/>
                      <a:pt x="66" y="101"/>
                      <a:pt x="66" y="100"/>
                    </a:cubicBezTo>
                    <a:cubicBezTo>
                      <a:pt x="62" y="98"/>
                      <a:pt x="60" y="94"/>
                      <a:pt x="60" y="89"/>
                    </a:cubicBezTo>
                    <a:cubicBezTo>
                      <a:pt x="60" y="82"/>
                      <a:pt x="66" y="76"/>
                      <a:pt x="73" y="76"/>
                    </a:cubicBezTo>
                    <a:cubicBezTo>
                      <a:pt x="73" y="59"/>
                      <a:pt x="73" y="59"/>
                      <a:pt x="73" y="59"/>
                    </a:cubicBezTo>
                    <a:cubicBezTo>
                      <a:pt x="32" y="59"/>
                      <a:pt x="32" y="59"/>
                      <a:pt x="32" y="59"/>
                    </a:cubicBezTo>
                    <a:cubicBezTo>
                      <a:pt x="32" y="59"/>
                      <a:pt x="32" y="59"/>
                      <a:pt x="32" y="59"/>
                    </a:cubicBezTo>
                    <a:cubicBezTo>
                      <a:pt x="32" y="22"/>
                      <a:pt x="32" y="22"/>
                      <a:pt x="32" y="22"/>
                    </a:cubicBezTo>
                    <a:cubicBezTo>
                      <a:pt x="32" y="20"/>
                      <a:pt x="34" y="18"/>
                      <a:pt x="37" y="18"/>
                    </a:cubicBezTo>
                    <a:cubicBezTo>
                      <a:pt x="73" y="18"/>
                      <a:pt x="73" y="18"/>
                      <a:pt x="73" y="18"/>
                    </a:cubicBezTo>
                    <a:lnTo>
                      <a:pt x="7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25" name="Freeform 91"/>
              <p:cNvSpPr>
                <a:spLocks/>
              </p:cNvSpPr>
              <p:nvPr/>
            </p:nvSpPr>
            <p:spPr bwMode="auto">
              <a:xfrm>
                <a:off x="-3670300" y="-409575"/>
                <a:ext cx="588963" cy="495300"/>
              </a:xfrm>
              <a:custGeom>
                <a:avLst/>
                <a:gdLst>
                  <a:gd name="T0" fmla="*/ 105 w 157"/>
                  <a:gd name="T1" fmla="*/ 0 h 132"/>
                  <a:gd name="T2" fmla="*/ 56 w 157"/>
                  <a:gd name="T3" fmla="*/ 0 h 132"/>
                  <a:gd name="T4" fmla="*/ 0 w 157"/>
                  <a:gd name="T5" fmla="*/ 47 h 132"/>
                  <a:gd name="T6" fmla="*/ 15 w 157"/>
                  <a:gd name="T7" fmla="*/ 69 h 132"/>
                  <a:gd name="T8" fmla="*/ 35 w 157"/>
                  <a:gd name="T9" fmla="*/ 49 h 132"/>
                  <a:gd name="T10" fmla="*/ 35 w 157"/>
                  <a:gd name="T11" fmla="*/ 132 h 132"/>
                  <a:gd name="T12" fmla="*/ 79 w 157"/>
                  <a:gd name="T13" fmla="*/ 132 h 132"/>
                  <a:gd name="T14" fmla="*/ 122 w 157"/>
                  <a:gd name="T15" fmla="*/ 132 h 132"/>
                  <a:gd name="T16" fmla="*/ 122 w 157"/>
                  <a:gd name="T17" fmla="*/ 49 h 132"/>
                  <a:gd name="T18" fmla="*/ 142 w 157"/>
                  <a:gd name="T19" fmla="*/ 69 h 132"/>
                  <a:gd name="T20" fmla="*/ 157 w 157"/>
                  <a:gd name="T21" fmla="*/ 47 h 132"/>
                  <a:gd name="T22" fmla="*/ 105 w 157"/>
                  <a:gd name="T23"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7" h="132">
                    <a:moveTo>
                      <a:pt x="105" y="0"/>
                    </a:moveTo>
                    <a:cubicBezTo>
                      <a:pt x="97" y="14"/>
                      <a:pt x="64" y="14"/>
                      <a:pt x="56" y="0"/>
                    </a:cubicBezTo>
                    <a:cubicBezTo>
                      <a:pt x="56" y="0"/>
                      <a:pt x="8" y="27"/>
                      <a:pt x="0" y="47"/>
                    </a:cubicBezTo>
                    <a:cubicBezTo>
                      <a:pt x="15" y="69"/>
                      <a:pt x="15" y="69"/>
                      <a:pt x="15" y="69"/>
                    </a:cubicBezTo>
                    <a:cubicBezTo>
                      <a:pt x="15" y="69"/>
                      <a:pt x="29" y="54"/>
                      <a:pt x="35" y="49"/>
                    </a:cubicBezTo>
                    <a:cubicBezTo>
                      <a:pt x="35" y="132"/>
                      <a:pt x="35" y="132"/>
                      <a:pt x="35" y="132"/>
                    </a:cubicBezTo>
                    <a:cubicBezTo>
                      <a:pt x="79" y="132"/>
                      <a:pt x="79" y="132"/>
                      <a:pt x="79" y="132"/>
                    </a:cubicBezTo>
                    <a:cubicBezTo>
                      <a:pt x="122" y="132"/>
                      <a:pt x="122" y="132"/>
                      <a:pt x="122" y="132"/>
                    </a:cubicBezTo>
                    <a:cubicBezTo>
                      <a:pt x="122" y="49"/>
                      <a:pt x="122" y="49"/>
                      <a:pt x="122" y="49"/>
                    </a:cubicBezTo>
                    <a:cubicBezTo>
                      <a:pt x="128" y="54"/>
                      <a:pt x="142" y="69"/>
                      <a:pt x="142" y="69"/>
                    </a:cubicBezTo>
                    <a:cubicBezTo>
                      <a:pt x="157" y="47"/>
                      <a:pt x="157" y="47"/>
                      <a:pt x="157" y="47"/>
                    </a:cubicBezTo>
                    <a:cubicBezTo>
                      <a:pt x="149" y="27"/>
                      <a:pt x="105" y="0"/>
                      <a:pt x="10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26" name="Freeform 92"/>
              <p:cNvSpPr>
                <a:spLocks/>
              </p:cNvSpPr>
              <p:nvPr/>
            </p:nvSpPr>
            <p:spPr bwMode="auto">
              <a:xfrm>
                <a:off x="-3452813" y="-431800"/>
                <a:ext cx="165100" cy="49213"/>
              </a:xfrm>
              <a:custGeom>
                <a:avLst/>
                <a:gdLst>
                  <a:gd name="T0" fmla="*/ 22 w 44"/>
                  <a:gd name="T1" fmla="*/ 13 h 13"/>
                  <a:gd name="T2" fmla="*/ 44 w 44"/>
                  <a:gd name="T3" fmla="*/ 4 h 13"/>
                  <a:gd name="T4" fmla="*/ 43 w 44"/>
                  <a:gd name="T5" fmla="*/ 1 h 13"/>
                  <a:gd name="T6" fmla="*/ 40 w 44"/>
                  <a:gd name="T7" fmla="*/ 2 h 13"/>
                  <a:gd name="T8" fmla="*/ 22 w 44"/>
                  <a:gd name="T9" fmla="*/ 8 h 13"/>
                  <a:gd name="T10" fmla="*/ 5 w 44"/>
                  <a:gd name="T11" fmla="*/ 2 h 13"/>
                  <a:gd name="T12" fmla="*/ 2 w 44"/>
                  <a:gd name="T13" fmla="*/ 1 h 13"/>
                  <a:gd name="T14" fmla="*/ 1 w 44"/>
                  <a:gd name="T15" fmla="*/ 4 h 13"/>
                  <a:gd name="T16" fmla="*/ 22 w 44"/>
                  <a:gd name="T1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13">
                    <a:moveTo>
                      <a:pt x="22" y="13"/>
                    </a:moveTo>
                    <a:cubicBezTo>
                      <a:pt x="32" y="13"/>
                      <a:pt x="41" y="9"/>
                      <a:pt x="44" y="4"/>
                    </a:cubicBezTo>
                    <a:cubicBezTo>
                      <a:pt x="44" y="3"/>
                      <a:pt x="44" y="1"/>
                      <a:pt x="43" y="1"/>
                    </a:cubicBezTo>
                    <a:cubicBezTo>
                      <a:pt x="42" y="0"/>
                      <a:pt x="40" y="0"/>
                      <a:pt x="40" y="2"/>
                    </a:cubicBezTo>
                    <a:cubicBezTo>
                      <a:pt x="38" y="5"/>
                      <a:pt x="31" y="8"/>
                      <a:pt x="22" y="8"/>
                    </a:cubicBezTo>
                    <a:cubicBezTo>
                      <a:pt x="13" y="8"/>
                      <a:pt x="7" y="5"/>
                      <a:pt x="5" y="2"/>
                    </a:cubicBezTo>
                    <a:cubicBezTo>
                      <a:pt x="4" y="0"/>
                      <a:pt x="3" y="0"/>
                      <a:pt x="2" y="1"/>
                    </a:cubicBezTo>
                    <a:cubicBezTo>
                      <a:pt x="0" y="1"/>
                      <a:pt x="0" y="3"/>
                      <a:pt x="1" y="4"/>
                    </a:cubicBezTo>
                    <a:cubicBezTo>
                      <a:pt x="4" y="9"/>
                      <a:pt x="12" y="13"/>
                      <a:pt x="22"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27" name="Freeform 93"/>
              <p:cNvSpPr>
                <a:spLocks/>
              </p:cNvSpPr>
              <p:nvPr/>
            </p:nvSpPr>
            <p:spPr bwMode="auto">
              <a:xfrm>
                <a:off x="-3986213" y="5511800"/>
                <a:ext cx="187325" cy="211138"/>
              </a:xfrm>
              <a:custGeom>
                <a:avLst/>
                <a:gdLst>
                  <a:gd name="T0" fmla="*/ 32 w 50"/>
                  <a:gd name="T1" fmla="*/ 0 h 56"/>
                  <a:gd name="T2" fmla="*/ 13 w 50"/>
                  <a:gd name="T3" fmla="*/ 15 h 56"/>
                  <a:gd name="T4" fmla="*/ 6 w 50"/>
                  <a:gd name="T5" fmla="*/ 17 h 56"/>
                  <a:gd name="T6" fmla="*/ 6 w 50"/>
                  <a:gd name="T7" fmla="*/ 17 h 56"/>
                  <a:gd name="T8" fmla="*/ 13 w 50"/>
                  <a:gd name="T9" fmla="*/ 51 h 56"/>
                  <a:gd name="T10" fmla="*/ 44 w 50"/>
                  <a:gd name="T11" fmla="*/ 35 h 56"/>
                  <a:gd name="T12" fmla="*/ 37 w 50"/>
                  <a:gd name="T13" fmla="*/ 2 h 56"/>
                  <a:gd name="T14" fmla="*/ 32 w 50"/>
                  <a:gd name="T15" fmla="*/ 0 h 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 h="56">
                    <a:moveTo>
                      <a:pt x="32" y="0"/>
                    </a:moveTo>
                    <a:cubicBezTo>
                      <a:pt x="28" y="7"/>
                      <a:pt x="21" y="12"/>
                      <a:pt x="13" y="15"/>
                    </a:cubicBezTo>
                    <a:cubicBezTo>
                      <a:pt x="11" y="16"/>
                      <a:pt x="9" y="16"/>
                      <a:pt x="6" y="17"/>
                    </a:cubicBezTo>
                    <a:cubicBezTo>
                      <a:pt x="6" y="17"/>
                      <a:pt x="6" y="17"/>
                      <a:pt x="6" y="17"/>
                    </a:cubicBezTo>
                    <a:cubicBezTo>
                      <a:pt x="0" y="31"/>
                      <a:pt x="3" y="46"/>
                      <a:pt x="13" y="51"/>
                    </a:cubicBezTo>
                    <a:cubicBezTo>
                      <a:pt x="24" y="56"/>
                      <a:pt x="38" y="49"/>
                      <a:pt x="44" y="35"/>
                    </a:cubicBezTo>
                    <a:cubicBezTo>
                      <a:pt x="50" y="21"/>
                      <a:pt x="47" y="6"/>
                      <a:pt x="37" y="2"/>
                    </a:cubicBezTo>
                    <a:cubicBezTo>
                      <a:pt x="35" y="1"/>
                      <a:pt x="34" y="0"/>
                      <a:pt x="3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28" name="Freeform 94"/>
              <p:cNvSpPr>
                <a:spLocks/>
              </p:cNvSpPr>
              <p:nvPr/>
            </p:nvSpPr>
            <p:spPr bwMode="auto">
              <a:xfrm>
                <a:off x="-4222750" y="5264150"/>
                <a:ext cx="379413" cy="300038"/>
              </a:xfrm>
              <a:custGeom>
                <a:avLst/>
                <a:gdLst>
                  <a:gd name="T0" fmla="*/ 35 w 101"/>
                  <a:gd name="T1" fmla="*/ 73 h 80"/>
                  <a:gd name="T2" fmla="*/ 73 w 101"/>
                  <a:gd name="T3" fmla="*/ 76 h 80"/>
                  <a:gd name="T4" fmla="*/ 75 w 101"/>
                  <a:gd name="T5" fmla="*/ 76 h 80"/>
                  <a:gd name="T6" fmla="*/ 89 w 101"/>
                  <a:gd name="T7" fmla="*/ 66 h 80"/>
                  <a:gd name="T8" fmla="*/ 93 w 101"/>
                  <a:gd name="T9" fmla="*/ 60 h 80"/>
                  <a:gd name="T10" fmla="*/ 66 w 101"/>
                  <a:gd name="T11" fmla="*/ 7 h 80"/>
                  <a:gd name="T12" fmla="*/ 26 w 101"/>
                  <a:gd name="T13" fmla="*/ 4 h 80"/>
                  <a:gd name="T14" fmla="*/ 8 w 101"/>
                  <a:gd name="T15" fmla="*/ 20 h 80"/>
                  <a:gd name="T16" fmla="*/ 35 w 101"/>
                  <a:gd name="T17" fmla="*/ 73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80">
                    <a:moveTo>
                      <a:pt x="35" y="73"/>
                    </a:moveTo>
                    <a:cubicBezTo>
                      <a:pt x="48" y="79"/>
                      <a:pt x="62" y="80"/>
                      <a:pt x="73" y="76"/>
                    </a:cubicBezTo>
                    <a:cubicBezTo>
                      <a:pt x="74" y="76"/>
                      <a:pt x="74" y="76"/>
                      <a:pt x="75" y="76"/>
                    </a:cubicBezTo>
                    <a:cubicBezTo>
                      <a:pt x="80" y="74"/>
                      <a:pt x="85" y="71"/>
                      <a:pt x="89" y="66"/>
                    </a:cubicBezTo>
                    <a:cubicBezTo>
                      <a:pt x="91" y="64"/>
                      <a:pt x="92" y="62"/>
                      <a:pt x="93" y="60"/>
                    </a:cubicBezTo>
                    <a:cubicBezTo>
                      <a:pt x="101" y="42"/>
                      <a:pt x="89" y="18"/>
                      <a:pt x="66" y="7"/>
                    </a:cubicBezTo>
                    <a:cubicBezTo>
                      <a:pt x="52" y="1"/>
                      <a:pt x="38" y="0"/>
                      <a:pt x="26" y="4"/>
                    </a:cubicBezTo>
                    <a:cubicBezTo>
                      <a:pt x="18" y="7"/>
                      <a:pt x="12" y="13"/>
                      <a:pt x="8" y="20"/>
                    </a:cubicBezTo>
                    <a:cubicBezTo>
                      <a:pt x="0" y="38"/>
                      <a:pt x="12" y="62"/>
                      <a:pt x="35" y="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29" name="Freeform 95"/>
              <p:cNvSpPr>
                <a:spLocks/>
              </p:cNvSpPr>
              <p:nvPr/>
            </p:nvSpPr>
            <p:spPr bwMode="auto">
              <a:xfrm>
                <a:off x="-3752850" y="5448300"/>
                <a:ext cx="220663" cy="165100"/>
              </a:xfrm>
              <a:custGeom>
                <a:avLst/>
                <a:gdLst>
                  <a:gd name="T0" fmla="*/ 54 w 59"/>
                  <a:gd name="T1" fmla="*/ 31 h 44"/>
                  <a:gd name="T2" fmla="*/ 38 w 59"/>
                  <a:gd name="T3" fmla="*/ 0 h 44"/>
                  <a:gd name="T4" fmla="*/ 38 w 59"/>
                  <a:gd name="T5" fmla="*/ 0 h 44"/>
                  <a:gd name="T6" fmla="*/ 31 w 59"/>
                  <a:gd name="T7" fmla="*/ 3 h 44"/>
                  <a:gd name="T8" fmla="*/ 7 w 59"/>
                  <a:gd name="T9" fmla="*/ 4 h 44"/>
                  <a:gd name="T10" fmla="*/ 5 w 59"/>
                  <a:gd name="T11" fmla="*/ 8 h 44"/>
                  <a:gd name="T12" fmla="*/ 21 w 59"/>
                  <a:gd name="T13" fmla="*/ 38 h 44"/>
                  <a:gd name="T14" fmla="*/ 54 w 59"/>
                  <a:gd name="T15" fmla="*/ 31 h 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9" h="44">
                    <a:moveTo>
                      <a:pt x="54" y="31"/>
                    </a:moveTo>
                    <a:cubicBezTo>
                      <a:pt x="59" y="20"/>
                      <a:pt x="52" y="7"/>
                      <a:pt x="38" y="0"/>
                    </a:cubicBezTo>
                    <a:cubicBezTo>
                      <a:pt x="38" y="0"/>
                      <a:pt x="38" y="0"/>
                      <a:pt x="38" y="0"/>
                    </a:cubicBezTo>
                    <a:cubicBezTo>
                      <a:pt x="36" y="1"/>
                      <a:pt x="33" y="2"/>
                      <a:pt x="31" y="3"/>
                    </a:cubicBezTo>
                    <a:cubicBezTo>
                      <a:pt x="23" y="6"/>
                      <a:pt x="15" y="6"/>
                      <a:pt x="7" y="4"/>
                    </a:cubicBezTo>
                    <a:cubicBezTo>
                      <a:pt x="6" y="5"/>
                      <a:pt x="6" y="6"/>
                      <a:pt x="5" y="8"/>
                    </a:cubicBezTo>
                    <a:cubicBezTo>
                      <a:pt x="0" y="18"/>
                      <a:pt x="7" y="32"/>
                      <a:pt x="21" y="38"/>
                    </a:cubicBezTo>
                    <a:cubicBezTo>
                      <a:pt x="34" y="44"/>
                      <a:pt x="49" y="41"/>
                      <a:pt x="54"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30" name="Freeform 96"/>
              <p:cNvSpPr>
                <a:spLocks/>
              </p:cNvSpPr>
              <p:nvPr/>
            </p:nvSpPr>
            <p:spPr bwMode="auto">
              <a:xfrm>
                <a:off x="-3824288" y="5106988"/>
                <a:ext cx="330200" cy="344488"/>
              </a:xfrm>
              <a:custGeom>
                <a:avLst/>
                <a:gdLst>
                  <a:gd name="T0" fmla="*/ 64 w 88"/>
                  <a:gd name="T1" fmla="*/ 4 h 92"/>
                  <a:gd name="T2" fmla="*/ 40 w 88"/>
                  <a:gd name="T3" fmla="*/ 3 h 92"/>
                  <a:gd name="T4" fmla="*/ 11 w 88"/>
                  <a:gd name="T5" fmla="*/ 31 h 92"/>
                  <a:gd name="T6" fmla="*/ 24 w 88"/>
                  <a:gd name="T7" fmla="*/ 89 h 92"/>
                  <a:gd name="T8" fmla="*/ 31 w 88"/>
                  <a:gd name="T9" fmla="*/ 91 h 92"/>
                  <a:gd name="T10" fmla="*/ 48 w 88"/>
                  <a:gd name="T11" fmla="*/ 89 h 92"/>
                  <a:gd name="T12" fmla="*/ 50 w 88"/>
                  <a:gd name="T13" fmla="*/ 89 h 92"/>
                  <a:gd name="T14" fmla="*/ 77 w 88"/>
                  <a:gd name="T15" fmla="*/ 62 h 92"/>
                  <a:gd name="T16" fmla="*/ 64 w 88"/>
                  <a:gd name="T17" fmla="*/ 4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8" h="92">
                    <a:moveTo>
                      <a:pt x="64" y="4"/>
                    </a:moveTo>
                    <a:cubicBezTo>
                      <a:pt x="57" y="0"/>
                      <a:pt x="48" y="0"/>
                      <a:pt x="40" y="3"/>
                    </a:cubicBezTo>
                    <a:cubicBezTo>
                      <a:pt x="29" y="7"/>
                      <a:pt x="18" y="17"/>
                      <a:pt x="11" y="31"/>
                    </a:cubicBezTo>
                    <a:cubicBezTo>
                      <a:pt x="0" y="54"/>
                      <a:pt x="6" y="80"/>
                      <a:pt x="24" y="89"/>
                    </a:cubicBezTo>
                    <a:cubicBezTo>
                      <a:pt x="27" y="90"/>
                      <a:pt x="29" y="90"/>
                      <a:pt x="31" y="91"/>
                    </a:cubicBezTo>
                    <a:cubicBezTo>
                      <a:pt x="37" y="92"/>
                      <a:pt x="43" y="91"/>
                      <a:pt x="48" y="89"/>
                    </a:cubicBezTo>
                    <a:cubicBezTo>
                      <a:pt x="49" y="89"/>
                      <a:pt x="49" y="89"/>
                      <a:pt x="50" y="89"/>
                    </a:cubicBezTo>
                    <a:cubicBezTo>
                      <a:pt x="61" y="84"/>
                      <a:pt x="71" y="75"/>
                      <a:pt x="77" y="62"/>
                    </a:cubicBezTo>
                    <a:cubicBezTo>
                      <a:pt x="88" y="38"/>
                      <a:pt x="82" y="12"/>
                      <a:pt x="64"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31" name="Freeform 97"/>
              <p:cNvSpPr>
                <a:spLocks/>
              </p:cNvSpPr>
              <p:nvPr/>
            </p:nvSpPr>
            <p:spPr bwMode="auto">
              <a:xfrm>
                <a:off x="-3944938" y="5203825"/>
                <a:ext cx="225425" cy="439738"/>
              </a:xfrm>
              <a:custGeom>
                <a:avLst/>
                <a:gdLst>
                  <a:gd name="T0" fmla="*/ 30 w 60"/>
                  <a:gd name="T1" fmla="*/ 6 h 117"/>
                  <a:gd name="T2" fmla="*/ 25 w 60"/>
                  <a:gd name="T3" fmla="*/ 3 h 117"/>
                  <a:gd name="T4" fmla="*/ 21 w 60"/>
                  <a:gd name="T5" fmla="*/ 17 h 117"/>
                  <a:gd name="T6" fmla="*/ 19 w 60"/>
                  <a:gd name="T7" fmla="*/ 17 h 117"/>
                  <a:gd name="T8" fmla="*/ 17 w 60"/>
                  <a:gd name="T9" fmla="*/ 18 h 117"/>
                  <a:gd name="T10" fmla="*/ 5 w 60"/>
                  <a:gd name="T11" fmla="*/ 11 h 117"/>
                  <a:gd name="T12" fmla="*/ 3 w 60"/>
                  <a:gd name="T13" fmla="*/ 15 h 117"/>
                  <a:gd name="T14" fmla="*/ 14 w 60"/>
                  <a:gd name="T15" fmla="*/ 23 h 117"/>
                  <a:gd name="T16" fmla="*/ 15 w 60"/>
                  <a:gd name="T17" fmla="*/ 26 h 117"/>
                  <a:gd name="T18" fmla="*/ 20 w 60"/>
                  <a:gd name="T19" fmla="*/ 41 h 117"/>
                  <a:gd name="T20" fmla="*/ 26 w 60"/>
                  <a:gd name="T21" fmla="*/ 59 h 117"/>
                  <a:gd name="T22" fmla="*/ 45 w 60"/>
                  <a:gd name="T23" fmla="*/ 112 h 117"/>
                  <a:gd name="T24" fmla="*/ 54 w 60"/>
                  <a:gd name="T25" fmla="*/ 116 h 117"/>
                  <a:gd name="T26" fmla="*/ 59 w 60"/>
                  <a:gd name="T27" fmla="*/ 107 h 117"/>
                  <a:gd name="T28" fmla="*/ 40 w 60"/>
                  <a:gd name="T29" fmla="*/ 55 h 117"/>
                  <a:gd name="T30" fmla="*/ 33 w 60"/>
                  <a:gd name="T31" fmla="*/ 37 h 117"/>
                  <a:gd name="T32" fmla="*/ 28 w 60"/>
                  <a:gd name="T33" fmla="*/ 21 h 117"/>
                  <a:gd name="T34" fmla="*/ 26 w 60"/>
                  <a:gd name="T35" fmla="*/ 19 h 117"/>
                  <a:gd name="T36" fmla="*/ 30 w 60"/>
                  <a:gd name="T37" fmla="*/ 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0" h="117">
                    <a:moveTo>
                      <a:pt x="30" y="6"/>
                    </a:moveTo>
                    <a:cubicBezTo>
                      <a:pt x="31" y="3"/>
                      <a:pt x="27" y="0"/>
                      <a:pt x="25" y="3"/>
                    </a:cubicBezTo>
                    <a:cubicBezTo>
                      <a:pt x="23" y="8"/>
                      <a:pt x="22" y="12"/>
                      <a:pt x="21" y="17"/>
                    </a:cubicBezTo>
                    <a:cubicBezTo>
                      <a:pt x="20" y="17"/>
                      <a:pt x="20" y="17"/>
                      <a:pt x="19" y="17"/>
                    </a:cubicBezTo>
                    <a:cubicBezTo>
                      <a:pt x="18" y="17"/>
                      <a:pt x="17" y="18"/>
                      <a:pt x="17" y="18"/>
                    </a:cubicBezTo>
                    <a:cubicBezTo>
                      <a:pt x="13" y="15"/>
                      <a:pt x="10" y="12"/>
                      <a:pt x="5" y="11"/>
                    </a:cubicBezTo>
                    <a:cubicBezTo>
                      <a:pt x="2" y="9"/>
                      <a:pt x="0" y="14"/>
                      <a:pt x="3" y="15"/>
                    </a:cubicBezTo>
                    <a:cubicBezTo>
                      <a:pt x="7" y="17"/>
                      <a:pt x="11" y="20"/>
                      <a:pt x="14" y="23"/>
                    </a:cubicBezTo>
                    <a:cubicBezTo>
                      <a:pt x="14" y="24"/>
                      <a:pt x="14" y="25"/>
                      <a:pt x="15" y="26"/>
                    </a:cubicBezTo>
                    <a:cubicBezTo>
                      <a:pt x="20" y="41"/>
                      <a:pt x="20" y="41"/>
                      <a:pt x="20" y="41"/>
                    </a:cubicBezTo>
                    <a:cubicBezTo>
                      <a:pt x="26" y="59"/>
                      <a:pt x="26" y="59"/>
                      <a:pt x="26" y="59"/>
                    </a:cubicBezTo>
                    <a:cubicBezTo>
                      <a:pt x="45" y="112"/>
                      <a:pt x="45" y="112"/>
                      <a:pt x="45" y="112"/>
                    </a:cubicBezTo>
                    <a:cubicBezTo>
                      <a:pt x="47" y="116"/>
                      <a:pt x="51" y="117"/>
                      <a:pt x="54" y="116"/>
                    </a:cubicBezTo>
                    <a:cubicBezTo>
                      <a:pt x="58" y="115"/>
                      <a:pt x="60" y="111"/>
                      <a:pt x="59" y="107"/>
                    </a:cubicBezTo>
                    <a:cubicBezTo>
                      <a:pt x="40" y="55"/>
                      <a:pt x="40" y="55"/>
                      <a:pt x="40" y="55"/>
                    </a:cubicBezTo>
                    <a:cubicBezTo>
                      <a:pt x="33" y="37"/>
                      <a:pt x="33" y="37"/>
                      <a:pt x="33" y="37"/>
                    </a:cubicBezTo>
                    <a:cubicBezTo>
                      <a:pt x="28" y="21"/>
                      <a:pt x="28" y="21"/>
                      <a:pt x="28" y="21"/>
                    </a:cubicBezTo>
                    <a:cubicBezTo>
                      <a:pt x="27" y="20"/>
                      <a:pt x="27" y="19"/>
                      <a:pt x="26" y="19"/>
                    </a:cubicBezTo>
                    <a:cubicBezTo>
                      <a:pt x="26" y="14"/>
                      <a:pt x="28" y="10"/>
                      <a:pt x="30"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32" name="Freeform 98"/>
              <p:cNvSpPr>
                <a:spLocks/>
              </p:cNvSpPr>
              <p:nvPr/>
            </p:nvSpPr>
            <p:spPr bwMode="auto">
              <a:xfrm>
                <a:off x="-6589713" y="4914900"/>
                <a:ext cx="206375" cy="307975"/>
              </a:xfrm>
              <a:custGeom>
                <a:avLst/>
                <a:gdLst>
                  <a:gd name="T0" fmla="*/ 130 w 130"/>
                  <a:gd name="T1" fmla="*/ 35 h 194"/>
                  <a:gd name="T2" fmla="*/ 99 w 130"/>
                  <a:gd name="T3" fmla="*/ 35 h 194"/>
                  <a:gd name="T4" fmla="*/ 116 w 130"/>
                  <a:gd name="T5" fmla="*/ 0 h 194"/>
                  <a:gd name="T6" fmla="*/ 73 w 130"/>
                  <a:gd name="T7" fmla="*/ 0 h 194"/>
                  <a:gd name="T8" fmla="*/ 68 w 130"/>
                  <a:gd name="T9" fmla="*/ 0 h 194"/>
                  <a:gd name="T10" fmla="*/ 49 w 130"/>
                  <a:gd name="T11" fmla="*/ 0 h 194"/>
                  <a:gd name="T12" fmla="*/ 9 w 130"/>
                  <a:gd name="T13" fmla="*/ 83 h 194"/>
                  <a:gd name="T14" fmla="*/ 45 w 130"/>
                  <a:gd name="T15" fmla="*/ 83 h 194"/>
                  <a:gd name="T16" fmla="*/ 0 w 130"/>
                  <a:gd name="T17" fmla="*/ 194 h 194"/>
                  <a:gd name="T18" fmla="*/ 130 w 130"/>
                  <a:gd name="T19" fmla="*/ 3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0" h="194">
                    <a:moveTo>
                      <a:pt x="130" y="35"/>
                    </a:moveTo>
                    <a:lnTo>
                      <a:pt x="99" y="35"/>
                    </a:lnTo>
                    <a:lnTo>
                      <a:pt x="116" y="0"/>
                    </a:lnTo>
                    <a:lnTo>
                      <a:pt x="73" y="0"/>
                    </a:lnTo>
                    <a:lnTo>
                      <a:pt x="68" y="0"/>
                    </a:lnTo>
                    <a:lnTo>
                      <a:pt x="49" y="0"/>
                    </a:lnTo>
                    <a:lnTo>
                      <a:pt x="9" y="83"/>
                    </a:lnTo>
                    <a:lnTo>
                      <a:pt x="45" y="83"/>
                    </a:lnTo>
                    <a:lnTo>
                      <a:pt x="0" y="194"/>
                    </a:lnTo>
                    <a:lnTo>
                      <a:pt x="130"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33" name="Freeform 99"/>
              <p:cNvSpPr>
                <a:spLocks/>
              </p:cNvSpPr>
              <p:nvPr/>
            </p:nvSpPr>
            <p:spPr bwMode="auto">
              <a:xfrm>
                <a:off x="-6707188" y="4551363"/>
                <a:ext cx="563563" cy="344488"/>
              </a:xfrm>
              <a:custGeom>
                <a:avLst/>
                <a:gdLst>
                  <a:gd name="T0" fmla="*/ 0 w 150"/>
                  <a:gd name="T1" fmla="*/ 76 h 92"/>
                  <a:gd name="T2" fmla="*/ 16 w 150"/>
                  <a:gd name="T3" fmla="*/ 92 h 92"/>
                  <a:gd name="T4" fmla="*/ 54 w 150"/>
                  <a:gd name="T5" fmla="*/ 92 h 92"/>
                  <a:gd name="T6" fmla="*/ 60 w 150"/>
                  <a:gd name="T7" fmla="*/ 92 h 92"/>
                  <a:gd name="T8" fmla="*/ 62 w 150"/>
                  <a:gd name="T9" fmla="*/ 92 h 92"/>
                  <a:gd name="T10" fmla="*/ 83 w 150"/>
                  <a:gd name="T11" fmla="*/ 92 h 92"/>
                  <a:gd name="T12" fmla="*/ 124 w 150"/>
                  <a:gd name="T13" fmla="*/ 92 h 92"/>
                  <a:gd name="T14" fmla="*/ 150 w 150"/>
                  <a:gd name="T15" fmla="*/ 66 h 92"/>
                  <a:gd name="T16" fmla="*/ 124 w 150"/>
                  <a:gd name="T17" fmla="*/ 39 h 92"/>
                  <a:gd name="T18" fmla="*/ 106 w 150"/>
                  <a:gd name="T19" fmla="*/ 45 h 92"/>
                  <a:gd name="T20" fmla="*/ 60 w 150"/>
                  <a:gd name="T21" fmla="*/ 0 h 92"/>
                  <a:gd name="T22" fmla="*/ 14 w 150"/>
                  <a:gd name="T23" fmla="*/ 46 h 92"/>
                  <a:gd name="T24" fmla="*/ 16 w 150"/>
                  <a:gd name="T25" fmla="*/ 60 h 92"/>
                  <a:gd name="T26" fmla="*/ 0 w 150"/>
                  <a:gd name="T27" fmla="*/ 7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0" h="92">
                    <a:moveTo>
                      <a:pt x="0" y="76"/>
                    </a:moveTo>
                    <a:cubicBezTo>
                      <a:pt x="0" y="85"/>
                      <a:pt x="7" y="92"/>
                      <a:pt x="16" y="92"/>
                    </a:cubicBezTo>
                    <a:cubicBezTo>
                      <a:pt x="54" y="92"/>
                      <a:pt x="54" y="92"/>
                      <a:pt x="54" y="92"/>
                    </a:cubicBezTo>
                    <a:cubicBezTo>
                      <a:pt x="60" y="92"/>
                      <a:pt x="60" y="92"/>
                      <a:pt x="60" y="92"/>
                    </a:cubicBezTo>
                    <a:cubicBezTo>
                      <a:pt x="62" y="92"/>
                      <a:pt x="62" y="92"/>
                      <a:pt x="62" y="92"/>
                    </a:cubicBezTo>
                    <a:cubicBezTo>
                      <a:pt x="83" y="92"/>
                      <a:pt x="83" y="92"/>
                      <a:pt x="83" y="92"/>
                    </a:cubicBezTo>
                    <a:cubicBezTo>
                      <a:pt x="124" y="92"/>
                      <a:pt x="124" y="92"/>
                      <a:pt x="124" y="92"/>
                    </a:cubicBezTo>
                    <a:cubicBezTo>
                      <a:pt x="138" y="92"/>
                      <a:pt x="150" y="80"/>
                      <a:pt x="150" y="66"/>
                    </a:cubicBezTo>
                    <a:cubicBezTo>
                      <a:pt x="150" y="51"/>
                      <a:pt x="138" y="39"/>
                      <a:pt x="124" y="39"/>
                    </a:cubicBezTo>
                    <a:cubicBezTo>
                      <a:pt x="117" y="39"/>
                      <a:pt x="111" y="41"/>
                      <a:pt x="106" y="45"/>
                    </a:cubicBezTo>
                    <a:cubicBezTo>
                      <a:pt x="106" y="20"/>
                      <a:pt x="85" y="0"/>
                      <a:pt x="60" y="0"/>
                    </a:cubicBezTo>
                    <a:cubicBezTo>
                      <a:pt x="34" y="0"/>
                      <a:pt x="14" y="21"/>
                      <a:pt x="14" y="46"/>
                    </a:cubicBezTo>
                    <a:cubicBezTo>
                      <a:pt x="14" y="51"/>
                      <a:pt x="14" y="55"/>
                      <a:pt x="16" y="60"/>
                    </a:cubicBezTo>
                    <a:cubicBezTo>
                      <a:pt x="7" y="60"/>
                      <a:pt x="0" y="67"/>
                      <a:pt x="0"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34" name="Freeform 100"/>
              <p:cNvSpPr>
                <a:spLocks noEditPoints="1"/>
              </p:cNvSpPr>
              <p:nvPr/>
            </p:nvSpPr>
            <p:spPr bwMode="auto">
              <a:xfrm>
                <a:off x="-2974975" y="3567113"/>
                <a:ext cx="649288" cy="322263"/>
              </a:xfrm>
              <a:custGeom>
                <a:avLst/>
                <a:gdLst>
                  <a:gd name="T0" fmla="*/ 149 w 173"/>
                  <a:gd name="T1" fmla="*/ 61 h 86"/>
                  <a:gd name="T2" fmla="*/ 173 w 173"/>
                  <a:gd name="T3" fmla="*/ 31 h 86"/>
                  <a:gd name="T4" fmla="*/ 149 w 173"/>
                  <a:gd name="T5" fmla="*/ 1 h 86"/>
                  <a:gd name="T6" fmla="*/ 149 w 173"/>
                  <a:gd name="T7" fmla="*/ 15 h 86"/>
                  <a:gd name="T8" fmla="*/ 160 w 173"/>
                  <a:gd name="T9" fmla="*/ 31 h 86"/>
                  <a:gd name="T10" fmla="*/ 149 w 173"/>
                  <a:gd name="T11" fmla="*/ 47 h 86"/>
                  <a:gd name="T12" fmla="*/ 149 w 173"/>
                  <a:gd name="T13" fmla="*/ 61 h 86"/>
                  <a:gd name="T14" fmla="*/ 73 w 173"/>
                  <a:gd name="T15" fmla="*/ 86 h 86"/>
                  <a:gd name="T16" fmla="*/ 130 w 173"/>
                  <a:gd name="T17" fmla="*/ 59 h 86"/>
                  <a:gd name="T18" fmla="*/ 143 w 173"/>
                  <a:gd name="T19" fmla="*/ 61 h 86"/>
                  <a:gd name="T20" fmla="*/ 149 w 173"/>
                  <a:gd name="T21" fmla="*/ 61 h 86"/>
                  <a:gd name="T22" fmla="*/ 149 w 173"/>
                  <a:gd name="T23" fmla="*/ 47 h 86"/>
                  <a:gd name="T24" fmla="*/ 143 w 173"/>
                  <a:gd name="T25" fmla="*/ 48 h 86"/>
                  <a:gd name="T26" fmla="*/ 137 w 173"/>
                  <a:gd name="T27" fmla="*/ 47 h 86"/>
                  <a:gd name="T28" fmla="*/ 145 w 173"/>
                  <a:gd name="T29" fmla="*/ 14 h 86"/>
                  <a:gd name="T30" fmla="*/ 145 w 173"/>
                  <a:gd name="T31" fmla="*/ 14 h 86"/>
                  <a:gd name="T32" fmla="*/ 145 w 173"/>
                  <a:gd name="T33" fmla="*/ 14 h 86"/>
                  <a:gd name="T34" fmla="*/ 149 w 173"/>
                  <a:gd name="T35" fmla="*/ 15 h 86"/>
                  <a:gd name="T36" fmla="*/ 149 w 173"/>
                  <a:gd name="T37" fmla="*/ 1 h 86"/>
                  <a:gd name="T38" fmla="*/ 144 w 173"/>
                  <a:gd name="T39" fmla="*/ 0 h 86"/>
                  <a:gd name="T40" fmla="*/ 144 w 173"/>
                  <a:gd name="T41" fmla="*/ 0 h 86"/>
                  <a:gd name="T42" fmla="*/ 2 w 173"/>
                  <a:gd name="T43" fmla="*/ 0 h 86"/>
                  <a:gd name="T44" fmla="*/ 0 w 173"/>
                  <a:gd name="T45" fmla="*/ 14 h 86"/>
                  <a:gd name="T46" fmla="*/ 73 w 173"/>
                  <a:gd name="T47"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73" h="86">
                    <a:moveTo>
                      <a:pt x="149" y="61"/>
                    </a:moveTo>
                    <a:cubicBezTo>
                      <a:pt x="163" y="58"/>
                      <a:pt x="173" y="46"/>
                      <a:pt x="173" y="31"/>
                    </a:cubicBezTo>
                    <a:cubicBezTo>
                      <a:pt x="173" y="16"/>
                      <a:pt x="163" y="4"/>
                      <a:pt x="149" y="1"/>
                    </a:cubicBezTo>
                    <a:cubicBezTo>
                      <a:pt x="149" y="15"/>
                      <a:pt x="149" y="15"/>
                      <a:pt x="149" y="15"/>
                    </a:cubicBezTo>
                    <a:cubicBezTo>
                      <a:pt x="155" y="17"/>
                      <a:pt x="160" y="23"/>
                      <a:pt x="160" y="31"/>
                    </a:cubicBezTo>
                    <a:cubicBezTo>
                      <a:pt x="160" y="38"/>
                      <a:pt x="155" y="45"/>
                      <a:pt x="149" y="47"/>
                    </a:cubicBezTo>
                    <a:lnTo>
                      <a:pt x="149" y="61"/>
                    </a:lnTo>
                    <a:close/>
                    <a:moveTo>
                      <a:pt x="73" y="86"/>
                    </a:moveTo>
                    <a:cubicBezTo>
                      <a:pt x="96" y="86"/>
                      <a:pt x="117" y="75"/>
                      <a:pt x="130" y="59"/>
                    </a:cubicBezTo>
                    <a:cubicBezTo>
                      <a:pt x="134" y="60"/>
                      <a:pt x="138" y="61"/>
                      <a:pt x="143" y="61"/>
                    </a:cubicBezTo>
                    <a:cubicBezTo>
                      <a:pt x="145" y="61"/>
                      <a:pt x="147" y="61"/>
                      <a:pt x="149" y="61"/>
                    </a:cubicBezTo>
                    <a:cubicBezTo>
                      <a:pt x="149" y="47"/>
                      <a:pt x="149" y="47"/>
                      <a:pt x="149" y="47"/>
                    </a:cubicBezTo>
                    <a:cubicBezTo>
                      <a:pt x="147" y="48"/>
                      <a:pt x="145" y="48"/>
                      <a:pt x="143" y="48"/>
                    </a:cubicBezTo>
                    <a:cubicBezTo>
                      <a:pt x="141" y="48"/>
                      <a:pt x="139" y="48"/>
                      <a:pt x="137" y="47"/>
                    </a:cubicBezTo>
                    <a:cubicBezTo>
                      <a:pt x="142" y="37"/>
                      <a:pt x="145" y="26"/>
                      <a:pt x="145" y="14"/>
                    </a:cubicBezTo>
                    <a:cubicBezTo>
                      <a:pt x="145" y="14"/>
                      <a:pt x="145" y="14"/>
                      <a:pt x="145" y="14"/>
                    </a:cubicBezTo>
                    <a:cubicBezTo>
                      <a:pt x="145" y="14"/>
                      <a:pt x="145" y="14"/>
                      <a:pt x="145" y="14"/>
                    </a:cubicBezTo>
                    <a:cubicBezTo>
                      <a:pt x="146" y="14"/>
                      <a:pt x="148" y="14"/>
                      <a:pt x="149" y="15"/>
                    </a:cubicBezTo>
                    <a:cubicBezTo>
                      <a:pt x="149" y="1"/>
                      <a:pt x="149" y="1"/>
                      <a:pt x="149" y="1"/>
                    </a:cubicBezTo>
                    <a:cubicBezTo>
                      <a:pt x="147" y="1"/>
                      <a:pt x="146" y="0"/>
                      <a:pt x="144" y="0"/>
                    </a:cubicBezTo>
                    <a:cubicBezTo>
                      <a:pt x="144" y="0"/>
                      <a:pt x="144" y="0"/>
                      <a:pt x="144" y="0"/>
                    </a:cubicBezTo>
                    <a:cubicBezTo>
                      <a:pt x="2" y="0"/>
                      <a:pt x="2" y="0"/>
                      <a:pt x="2" y="0"/>
                    </a:cubicBezTo>
                    <a:cubicBezTo>
                      <a:pt x="1" y="5"/>
                      <a:pt x="0" y="9"/>
                      <a:pt x="0" y="14"/>
                    </a:cubicBezTo>
                    <a:cubicBezTo>
                      <a:pt x="0" y="54"/>
                      <a:pt x="33" y="86"/>
                      <a:pt x="73" y="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35" name="Rectangle 101"/>
              <p:cNvSpPr>
                <a:spLocks noChangeArrowheads="1"/>
              </p:cNvSpPr>
              <p:nvPr/>
            </p:nvSpPr>
            <p:spPr bwMode="auto">
              <a:xfrm>
                <a:off x="-2974975" y="3919538"/>
                <a:ext cx="588963" cy="492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36" name="Freeform 102"/>
              <p:cNvSpPr>
                <a:spLocks/>
              </p:cNvSpPr>
              <p:nvPr/>
            </p:nvSpPr>
            <p:spPr bwMode="auto">
              <a:xfrm>
                <a:off x="-2840038" y="3281363"/>
                <a:ext cx="104775" cy="266700"/>
              </a:xfrm>
              <a:custGeom>
                <a:avLst/>
                <a:gdLst>
                  <a:gd name="T0" fmla="*/ 10 w 28"/>
                  <a:gd name="T1" fmla="*/ 54 h 71"/>
                  <a:gd name="T2" fmla="*/ 14 w 28"/>
                  <a:gd name="T3" fmla="*/ 68 h 71"/>
                  <a:gd name="T4" fmla="*/ 26 w 28"/>
                  <a:gd name="T5" fmla="*/ 44 h 71"/>
                  <a:gd name="T6" fmla="*/ 19 w 28"/>
                  <a:gd name="T7" fmla="*/ 29 h 71"/>
                  <a:gd name="T8" fmla="*/ 18 w 28"/>
                  <a:gd name="T9" fmla="*/ 18 h 71"/>
                  <a:gd name="T10" fmla="*/ 11 w 28"/>
                  <a:gd name="T11" fmla="*/ 5 h 71"/>
                  <a:gd name="T12" fmla="*/ 3 w 28"/>
                  <a:gd name="T13" fmla="*/ 30 h 71"/>
                  <a:gd name="T14" fmla="*/ 10 w 28"/>
                  <a:gd name="T15" fmla="*/ 54 h 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71">
                    <a:moveTo>
                      <a:pt x="10" y="54"/>
                    </a:moveTo>
                    <a:cubicBezTo>
                      <a:pt x="1" y="57"/>
                      <a:pt x="5" y="71"/>
                      <a:pt x="14" y="68"/>
                    </a:cubicBezTo>
                    <a:cubicBezTo>
                      <a:pt x="25" y="65"/>
                      <a:pt x="28" y="54"/>
                      <a:pt x="26" y="44"/>
                    </a:cubicBezTo>
                    <a:cubicBezTo>
                      <a:pt x="24" y="38"/>
                      <a:pt x="21" y="34"/>
                      <a:pt x="19" y="29"/>
                    </a:cubicBezTo>
                    <a:cubicBezTo>
                      <a:pt x="17" y="26"/>
                      <a:pt x="15" y="20"/>
                      <a:pt x="18" y="18"/>
                    </a:cubicBezTo>
                    <a:cubicBezTo>
                      <a:pt x="26" y="13"/>
                      <a:pt x="19" y="0"/>
                      <a:pt x="11" y="5"/>
                    </a:cubicBezTo>
                    <a:cubicBezTo>
                      <a:pt x="2" y="11"/>
                      <a:pt x="0" y="21"/>
                      <a:pt x="3" y="30"/>
                    </a:cubicBezTo>
                    <a:cubicBezTo>
                      <a:pt x="4" y="34"/>
                      <a:pt x="17" y="52"/>
                      <a:pt x="10" y="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37" name="Freeform 103"/>
              <p:cNvSpPr>
                <a:spLocks/>
              </p:cNvSpPr>
              <p:nvPr/>
            </p:nvSpPr>
            <p:spPr bwMode="auto">
              <a:xfrm>
                <a:off x="-2686050" y="3281363"/>
                <a:ext cx="104775" cy="266700"/>
              </a:xfrm>
              <a:custGeom>
                <a:avLst/>
                <a:gdLst>
                  <a:gd name="T0" fmla="*/ 10 w 28"/>
                  <a:gd name="T1" fmla="*/ 54 h 71"/>
                  <a:gd name="T2" fmla="*/ 14 w 28"/>
                  <a:gd name="T3" fmla="*/ 68 h 71"/>
                  <a:gd name="T4" fmla="*/ 25 w 28"/>
                  <a:gd name="T5" fmla="*/ 44 h 71"/>
                  <a:gd name="T6" fmla="*/ 18 w 28"/>
                  <a:gd name="T7" fmla="*/ 29 h 71"/>
                  <a:gd name="T8" fmla="*/ 18 w 28"/>
                  <a:gd name="T9" fmla="*/ 18 h 71"/>
                  <a:gd name="T10" fmla="*/ 10 w 28"/>
                  <a:gd name="T11" fmla="*/ 5 h 71"/>
                  <a:gd name="T12" fmla="*/ 3 w 28"/>
                  <a:gd name="T13" fmla="*/ 30 h 71"/>
                  <a:gd name="T14" fmla="*/ 10 w 28"/>
                  <a:gd name="T15" fmla="*/ 54 h 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71">
                    <a:moveTo>
                      <a:pt x="10" y="54"/>
                    </a:moveTo>
                    <a:cubicBezTo>
                      <a:pt x="1" y="57"/>
                      <a:pt x="5" y="71"/>
                      <a:pt x="14" y="68"/>
                    </a:cubicBezTo>
                    <a:cubicBezTo>
                      <a:pt x="24" y="65"/>
                      <a:pt x="28" y="54"/>
                      <a:pt x="25" y="44"/>
                    </a:cubicBezTo>
                    <a:cubicBezTo>
                      <a:pt x="24" y="38"/>
                      <a:pt x="21" y="34"/>
                      <a:pt x="18" y="29"/>
                    </a:cubicBezTo>
                    <a:cubicBezTo>
                      <a:pt x="17" y="26"/>
                      <a:pt x="14" y="20"/>
                      <a:pt x="18" y="18"/>
                    </a:cubicBezTo>
                    <a:cubicBezTo>
                      <a:pt x="26" y="13"/>
                      <a:pt x="19" y="0"/>
                      <a:pt x="10" y="5"/>
                    </a:cubicBezTo>
                    <a:cubicBezTo>
                      <a:pt x="2" y="11"/>
                      <a:pt x="0" y="21"/>
                      <a:pt x="3" y="30"/>
                    </a:cubicBezTo>
                    <a:cubicBezTo>
                      <a:pt x="4" y="34"/>
                      <a:pt x="16" y="52"/>
                      <a:pt x="10" y="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38" name="Freeform 104"/>
              <p:cNvSpPr>
                <a:spLocks/>
              </p:cNvSpPr>
              <p:nvPr/>
            </p:nvSpPr>
            <p:spPr bwMode="auto">
              <a:xfrm>
                <a:off x="-5267325" y="5068888"/>
                <a:ext cx="266700" cy="431800"/>
              </a:xfrm>
              <a:custGeom>
                <a:avLst/>
                <a:gdLst>
                  <a:gd name="T0" fmla="*/ 168 w 168"/>
                  <a:gd name="T1" fmla="*/ 158 h 272"/>
                  <a:gd name="T2" fmla="*/ 168 w 168"/>
                  <a:gd name="T3" fmla="*/ 0 h 272"/>
                  <a:gd name="T4" fmla="*/ 85 w 168"/>
                  <a:gd name="T5" fmla="*/ 0 h 272"/>
                  <a:gd name="T6" fmla="*/ 0 w 168"/>
                  <a:gd name="T7" fmla="*/ 218 h 272"/>
                  <a:gd name="T8" fmla="*/ 123 w 168"/>
                  <a:gd name="T9" fmla="*/ 272 h 272"/>
                  <a:gd name="T10" fmla="*/ 168 w 168"/>
                  <a:gd name="T11" fmla="*/ 158 h 272"/>
                </a:gdLst>
                <a:ahLst/>
                <a:cxnLst>
                  <a:cxn ang="0">
                    <a:pos x="T0" y="T1"/>
                  </a:cxn>
                  <a:cxn ang="0">
                    <a:pos x="T2" y="T3"/>
                  </a:cxn>
                  <a:cxn ang="0">
                    <a:pos x="T4" y="T5"/>
                  </a:cxn>
                  <a:cxn ang="0">
                    <a:pos x="T6" y="T7"/>
                  </a:cxn>
                  <a:cxn ang="0">
                    <a:pos x="T8" y="T9"/>
                  </a:cxn>
                  <a:cxn ang="0">
                    <a:pos x="T10" y="T11"/>
                  </a:cxn>
                </a:cxnLst>
                <a:rect l="0" t="0" r="r" b="b"/>
                <a:pathLst>
                  <a:path w="168" h="272">
                    <a:moveTo>
                      <a:pt x="168" y="158"/>
                    </a:moveTo>
                    <a:lnTo>
                      <a:pt x="168" y="0"/>
                    </a:lnTo>
                    <a:lnTo>
                      <a:pt x="85" y="0"/>
                    </a:lnTo>
                    <a:lnTo>
                      <a:pt x="0" y="218"/>
                    </a:lnTo>
                    <a:lnTo>
                      <a:pt x="123" y="272"/>
                    </a:lnTo>
                    <a:lnTo>
                      <a:pt x="168"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39" name="Freeform 105"/>
              <p:cNvSpPr>
                <a:spLocks/>
              </p:cNvSpPr>
              <p:nvPr/>
            </p:nvSpPr>
            <p:spPr bwMode="auto">
              <a:xfrm>
                <a:off x="-4986338" y="5068888"/>
                <a:ext cx="49213" cy="134938"/>
              </a:xfrm>
              <a:custGeom>
                <a:avLst/>
                <a:gdLst>
                  <a:gd name="T0" fmla="*/ 0 w 13"/>
                  <a:gd name="T1" fmla="*/ 36 h 36"/>
                  <a:gd name="T2" fmla="*/ 13 w 13"/>
                  <a:gd name="T3" fmla="*/ 2 h 36"/>
                  <a:gd name="T4" fmla="*/ 13 w 13"/>
                  <a:gd name="T5" fmla="*/ 0 h 36"/>
                  <a:gd name="T6" fmla="*/ 0 w 13"/>
                  <a:gd name="T7" fmla="*/ 0 h 36"/>
                  <a:gd name="T8" fmla="*/ 0 w 13"/>
                  <a:gd name="T9" fmla="*/ 36 h 36"/>
                </a:gdLst>
                <a:ahLst/>
                <a:cxnLst>
                  <a:cxn ang="0">
                    <a:pos x="T0" y="T1"/>
                  </a:cxn>
                  <a:cxn ang="0">
                    <a:pos x="T2" y="T3"/>
                  </a:cxn>
                  <a:cxn ang="0">
                    <a:pos x="T4" y="T5"/>
                  </a:cxn>
                  <a:cxn ang="0">
                    <a:pos x="T6" y="T7"/>
                  </a:cxn>
                  <a:cxn ang="0">
                    <a:pos x="T8" y="T9"/>
                  </a:cxn>
                </a:cxnLst>
                <a:rect l="0" t="0" r="r" b="b"/>
                <a:pathLst>
                  <a:path w="13" h="36">
                    <a:moveTo>
                      <a:pt x="0" y="36"/>
                    </a:moveTo>
                    <a:cubicBezTo>
                      <a:pt x="12" y="30"/>
                      <a:pt x="13" y="14"/>
                      <a:pt x="13" y="2"/>
                    </a:cubicBezTo>
                    <a:cubicBezTo>
                      <a:pt x="13" y="1"/>
                      <a:pt x="13" y="1"/>
                      <a:pt x="13" y="0"/>
                    </a:cubicBezTo>
                    <a:cubicBezTo>
                      <a:pt x="0" y="0"/>
                      <a:pt x="0" y="0"/>
                      <a:pt x="0" y="0"/>
                    </a:cubicBezTo>
                    <a:lnTo>
                      <a:pt x="0"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40" name="Freeform 106"/>
              <p:cNvSpPr>
                <a:spLocks/>
              </p:cNvSpPr>
              <p:nvPr/>
            </p:nvSpPr>
            <p:spPr bwMode="auto">
              <a:xfrm>
                <a:off x="-4986338" y="5068888"/>
                <a:ext cx="266700" cy="431800"/>
              </a:xfrm>
              <a:custGeom>
                <a:avLst/>
                <a:gdLst>
                  <a:gd name="T0" fmla="*/ 17 w 71"/>
                  <a:gd name="T1" fmla="*/ 0 h 115"/>
                  <a:gd name="T2" fmla="*/ 17 w 71"/>
                  <a:gd name="T3" fmla="*/ 2 h 115"/>
                  <a:gd name="T4" fmla="*/ 0 w 71"/>
                  <a:gd name="T5" fmla="*/ 41 h 115"/>
                  <a:gd name="T6" fmla="*/ 0 w 71"/>
                  <a:gd name="T7" fmla="*/ 67 h 115"/>
                  <a:gd name="T8" fmla="*/ 20 w 71"/>
                  <a:gd name="T9" fmla="*/ 115 h 115"/>
                  <a:gd name="T10" fmla="*/ 71 w 71"/>
                  <a:gd name="T11" fmla="*/ 92 h 115"/>
                  <a:gd name="T12" fmla="*/ 35 w 71"/>
                  <a:gd name="T13" fmla="*/ 0 h 115"/>
                  <a:gd name="T14" fmla="*/ 17 w 71"/>
                  <a:gd name="T15" fmla="*/ 0 h 1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 h="115">
                    <a:moveTo>
                      <a:pt x="17" y="0"/>
                    </a:moveTo>
                    <a:cubicBezTo>
                      <a:pt x="17" y="1"/>
                      <a:pt x="17" y="1"/>
                      <a:pt x="17" y="2"/>
                    </a:cubicBezTo>
                    <a:cubicBezTo>
                      <a:pt x="17" y="16"/>
                      <a:pt x="15" y="34"/>
                      <a:pt x="0" y="41"/>
                    </a:cubicBezTo>
                    <a:cubicBezTo>
                      <a:pt x="0" y="67"/>
                      <a:pt x="0" y="67"/>
                      <a:pt x="0" y="67"/>
                    </a:cubicBezTo>
                    <a:cubicBezTo>
                      <a:pt x="20" y="115"/>
                      <a:pt x="20" y="115"/>
                      <a:pt x="20" y="115"/>
                    </a:cubicBezTo>
                    <a:cubicBezTo>
                      <a:pt x="71" y="92"/>
                      <a:pt x="71" y="92"/>
                      <a:pt x="71" y="92"/>
                    </a:cubicBezTo>
                    <a:cubicBezTo>
                      <a:pt x="35" y="0"/>
                      <a:pt x="35" y="0"/>
                      <a:pt x="35" y="0"/>
                    </a:cubicBezTo>
                    <a:lnTo>
                      <a:pt x="1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41" name="Freeform 107"/>
              <p:cNvSpPr>
                <a:spLocks/>
              </p:cNvSpPr>
              <p:nvPr/>
            </p:nvSpPr>
            <p:spPr bwMode="auto">
              <a:xfrm>
                <a:off x="-5132388" y="5019675"/>
                <a:ext cx="277813" cy="38100"/>
              </a:xfrm>
              <a:custGeom>
                <a:avLst/>
                <a:gdLst>
                  <a:gd name="T0" fmla="*/ 175 w 175"/>
                  <a:gd name="T1" fmla="*/ 0 h 24"/>
                  <a:gd name="T2" fmla="*/ 0 w 175"/>
                  <a:gd name="T3" fmla="*/ 0 h 24"/>
                  <a:gd name="T4" fmla="*/ 0 w 175"/>
                  <a:gd name="T5" fmla="*/ 24 h 24"/>
                  <a:gd name="T6" fmla="*/ 83 w 175"/>
                  <a:gd name="T7" fmla="*/ 24 h 24"/>
                  <a:gd name="T8" fmla="*/ 92 w 175"/>
                  <a:gd name="T9" fmla="*/ 24 h 24"/>
                  <a:gd name="T10" fmla="*/ 175 w 175"/>
                  <a:gd name="T11" fmla="*/ 24 h 24"/>
                  <a:gd name="T12" fmla="*/ 175 w 175"/>
                  <a:gd name="T13" fmla="*/ 0 h 24"/>
                </a:gdLst>
                <a:ahLst/>
                <a:cxnLst>
                  <a:cxn ang="0">
                    <a:pos x="T0" y="T1"/>
                  </a:cxn>
                  <a:cxn ang="0">
                    <a:pos x="T2" y="T3"/>
                  </a:cxn>
                  <a:cxn ang="0">
                    <a:pos x="T4" y="T5"/>
                  </a:cxn>
                  <a:cxn ang="0">
                    <a:pos x="T6" y="T7"/>
                  </a:cxn>
                  <a:cxn ang="0">
                    <a:pos x="T8" y="T9"/>
                  </a:cxn>
                  <a:cxn ang="0">
                    <a:pos x="T10" y="T11"/>
                  </a:cxn>
                  <a:cxn ang="0">
                    <a:pos x="T12" y="T13"/>
                  </a:cxn>
                </a:cxnLst>
                <a:rect l="0" t="0" r="r" b="b"/>
                <a:pathLst>
                  <a:path w="175" h="24">
                    <a:moveTo>
                      <a:pt x="175" y="0"/>
                    </a:moveTo>
                    <a:lnTo>
                      <a:pt x="0" y="0"/>
                    </a:lnTo>
                    <a:lnTo>
                      <a:pt x="0" y="24"/>
                    </a:lnTo>
                    <a:lnTo>
                      <a:pt x="83" y="24"/>
                    </a:lnTo>
                    <a:lnTo>
                      <a:pt x="92" y="24"/>
                    </a:lnTo>
                    <a:lnTo>
                      <a:pt x="175" y="24"/>
                    </a:lnTo>
                    <a:lnTo>
                      <a:pt x="17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grpSp>
        <p:grpSp>
          <p:nvGrpSpPr>
            <p:cNvPr id="18" name="Group 17"/>
            <p:cNvGrpSpPr/>
            <p:nvPr/>
          </p:nvGrpSpPr>
          <p:grpSpPr>
            <a:xfrm flipH="1">
              <a:off x="1270242" y="2289337"/>
              <a:ext cx="2798558" cy="4053395"/>
              <a:chOff x="-6699250" y="-300038"/>
              <a:chExt cx="6051550" cy="9296401"/>
            </a:xfrm>
            <a:solidFill>
              <a:schemeClr val="accent4">
                <a:lumMod val="75000"/>
              </a:schemeClr>
            </a:solidFill>
          </p:grpSpPr>
          <p:sp>
            <p:nvSpPr>
              <p:cNvPr id="82" name="Freeform 111"/>
              <p:cNvSpPr>
                <a:spLocks/>
              </p:cNvSpPr>
              <p:nvPr/>
            </p:nvSpPr>
            <p:spPr bwMode="auto">
              <a:xfrm>
                <a:off x="-4589463" y="3746500"/>
                <a:ext cx="450850" cy="615950"/>
              </a:xfrm>
              <a:custGeom>
                <a:avLst/>
                <a:gdLst>
                  <a:gd name="T0" fmla="*/ 65 w 120"/>
                  <a:gd name="T1" fmla="*/ 31 h 164"/>
                  <a:gd name="T2" fmla="*/ 65 w 120"/>
                  <a:gd name="T3" fmla="*/ 31 h 164"/>
                  <a:gd name="T4" fmla="*/ 65 w 120"/>
                  <a:gd name="T5" fmla="*/ 131 h 164"/>
                  <a:gd name="T6" fmla="*/ 44 w 120"/>
                  <a:gd name="T7" fmla="*/ 153 h 164"/>
                  <a:gd name="T8" fmla="*/ 15 w 120"/>
                  <a:gd name="T9" fmla="*/ 137 h 164"/>
                  <a:gd name="T10" fmla="*/ 20 w 120"/>
                  <a:gd name="T11" fmla="*/ 137 h 164"/>
                  <a:gd name="T12" fmla="*/ 20 w 120"/>
                  <a:gd name="T13" fmla="*/ 129 h 164"/>
                  <a:gd name="T14" fmla="*/ 0 w 120"/>
                  <a:gd name="T15" fmla="*/ 129 h 164"/>
                  <a:gd name="T16" fmla="*/ 0 w 120"/>
                  <a:gd name="T17" fmla="*/ 137 h 164"/>
                  <a:gd name="T18" fmla="*/ 6 w 120"/>
                  <a:gd name="T19" fmla="*/ 137 h 164"/>
                  <a:gd name="T20" fmla="*/ 41 w 120"/>
                  <a:gd name="T21" fmla="*/ 163 h 164"/>
                  <a:gd name="T22" fmla="*/ 75 w 120"/>
                  <a:gd name="T23" fmla="*/ 129 h 164"/>
                  <a:gd name="T24" fmla="*/ 74 w 120"/>
                  <a:gd name="T25" fmla="*/ 31 h 164"/>
                  <a:gd name="T26" fmla="*/ 92 w 120"/>
                  <a:gd name="T27" fmla="*/ 10 h 164"/>
                  <a:gd name="T28" fmla="*/ 110 w 120"/>
                  <a:gd name="T29" fmla="*/ 32 h 164"/>
                  <a:gd name="T30" fmla="*/ 110 w 120"/>
                  <a:gd name="T31" fmla="*/ 142 h 164"/>
                  <a:gd name="T32" fmla="*/ 120 w 120"/>
                  <a:gd name="T33" fmla="*/ 142 h 164"/>
                  <a:gd name="T34" fmla="*/ 119 w 120"/>
                  <a:gd name="T35" fmla="*/ 30 h 164"/>
                  <a:gd name="T36" fmla="*/ 93 w 120"/>
                  <a:gd name="T37" fmla="*/ 1 h 164"/>
                  <a:gd name="T38" fmla="*/ 65 w 120"/>
                  <a:gd name="T39" fmla="*/ 31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0" h="164">
                    <a:moveTo>
                      <a:pt x="65" y="31"/>
                    </a:moveTo>
                    <a:cubicBezTo>
                      <a:pt x="65" y="31"/>
                      <a:pt x="65" y="31"/>
                      <a:pt x="65" y="31"/>
                    </a:cubicBezTo>
                    <a:cubicBezTo>
                      <a:pt x="65" y="31"/>
                      <a:pt x="65" y="130"/>
                      <a:pt x="65" y="131"/>
                    </a:cubicBezTo>
                    <a:cubicBezTo>
                      <a:pt x="65" y="142"/>
                      <a:pt x="55" y="150"/>
                      <a:pt x="44" y="153"/>
                    </a:cubicBezTo>
                    <a:cubicBezTo>
                      <a:pt x="34" y="156"/>
                      <a:pt x="13" y="151"/>
                      <a:pt x="15" y="137"/>
                    </a:cubicBezTo>
                    <a:cubicBezTo>
                      <a:pt x="20" y="137"/>
                      <a:pt x="20" y="137"/>
                      <a:pt x="20" y="137"/>
                    </a:cubicBezTo>
                    <a:cubicBezTo>
                      <a:pt x="20" y="129"/>
                      <a:pt x="20" y="129"/>
                      <a:pt x="20" y="129"/>
                    </a:cubicBezTo>
                    <a:cubicBezTo>
                      <a:pt x="0" y="129"/>
                      <a:pt x="0" y="129"/>
                      <a:pt x="0" y="129"/>
                    </a:cubicBezTo>
                    <a:cubicBezTo>
                      <a:pt x="0" y="137"/>
                      <a:pt x="0" y="137"/>
                      <a:pt x="0" y="137"/>
                    </a:cubicBezTo>
                    <a:cubicBezTo>
                      <a:pt x="6" y="137"/>
                      <a:pt x="6" y="137"/>
                      <a:pt x="6" y="137"/>
                    </a:cubicBezTo>
                    <a:cubicBezTo>
                      <a:pt x="5" y="155"/>
                      <a:pt x="25" y="164"/>
                      <a:pt x="41" y="163"/>
                    </a:cubicBezTo>
                    <a:cubicBezTo>
                      <a:pt x="59" y="162"/>
                      <a:pt x="75" y="146"/>
                      <a:pt x="75" y="129"/>
                    </a:cubicBezTo>
                    <a:cubicBezTo>
                      <a:pt x="75" y="127"/>
                      <a:pt x="74" y="32"/>
                      <a:pt x="74" y="31"/>
                    </a:cubicBezTo>
                    <a:cubicBezTo>
                      <a:pt x="74" y="21"/>
                      <a:pt x="80" y="10"/>
                      <a:pt x="92" y="10"/>
                    </a:cubicBezTo>
                    <a:cubicBezTo>
                      <a:pt x="104" y="10"/>
                      <a:pt x="110" y="21"/>
                      <a:pt x="110" y="32"/>
                    </a:cubicBezTo>
                    <a:cubicBezTo>
                      <a:pt x="110" y="33"/>
                      <a:pt x="110" y="142"/>
                      <a:pt x="110" y="142"/>
                    </a:cubicBezTo>
                    <a:cubicBezTo>
                      <a:pt x="110" y="148"/>
                      <a:pt x="120" y="148"/>
                      <a:pt x="120" y="142"/>
                    </a:cubicBezTo>
                    <a:cubicBezTo>
                      <a:pt x="120" y="142"/>
                      <a:pt x="120" y="31"/>
                      <a:pt x="119" y="30"/>
                    </a:cubicBezTo>
                    <a:cubicBezTo>
                      <a:pt x="119" y="15"/>
                      <a:pt x="108" y="2"/>
                      <a:pt x="93" y="1"/>
                    </a:cubicBezTo>
                    <a:cubicBezTo>
                      <a:pt x="76" y="0"/>
                      <a:pt x="65" y="15"/>
                      <a:pt x="65"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83" name="Freeform 112"/>
              <p:cNvSpPr>
                <a:spLocks/>
              </p:cNvSpPr>
              <p:nvPr/>
            </p:nvSpPr>
            <p:spPr bwMode="auto">
              <a:xfrm>
                <a:off x="-4645025" y="3894137"/>
                <a:ext cx="187325" cy="319088"/>
              </a:xfrm>
              <a:custGeom>
                <a:avLst/>
                <a:gdLst>
                  <a:gd name="T0" fmla="*/ 15 w 50"/>
                  <a:gd name="T1" fmla="*/ 85 h 85"/>
                  <a:gd name="T2" fmla="*/ 35 w 50"/>
                  <a:gd name="T3" fmla="*/ 85 h 85"/>
                  <a:gd name="T4" fmla="*/ 41 w 50"/>
                  <a:gd name="T5" fmla="*/ 85 h 85"/>
                  <a:gd name="T6" fmla="*/ 50 w 50"/>
                  <a:gd name="T7" fmla="*/ 0 h 85"/>
                  <a:gd name="T8" fmla="*/ 25 w 50"/>
                  <a:gd name="T9" fmla="*/ 7 h 85"/>
                  <a:gd name="T10" fmla="*/ 0 w 50"/>
                  <a:gd name="T11" fmla="*/ 0 h 85"/>
                  <a:gd name="T12" fmla="*/ 8 w 50"/>
                  <a:gd name="T13" fmla="*/ 85 h 85"/>
                  <a:gd name="T14" fmla="*/ 15 w 50"/>
                  <a:gd name="T15" fmla="*/ 85 h 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 h="85">
                    <a:moveTo>
                      <a:pt x="15" y="85"/>
                    </a:moveTo>
                    <a:cubicBezTo>
                      <a:pt x="35" y="85"/>
                      <a:pt x="35" y="85"/>
                      <a:pt x="35" y="85"/>
                    </a:cubicBezTo>
                    <a:cubicBezTo>
                      <a:pt x="41" y="85"/>
                      <a:pt x="41" y="85"/>
                      <a:pt x="41" y="85"/>
                    </a:cubicBezTo>
                    <a:cubicBezTo>
                      <a:pt x="50" y="0"/>
                      <a:pt x="50" y="0"/>
                      <a:pt x="50" y="0"/>
                    </a:cubicBezTo>
                    <a:cubicBezTo>
                      <a:pt x="43" y="4"/>
                      <a:pt x="34" y="7"/>
                      <a:pt x="25" y="7"/>
                    </a:cubicBezTo>
                    <a:cubicBezTo>
                      <a:pt x="16" y="7"/>
                      <a:pt x="7" y="4"/>
                      <a:pt x="0" y="0"/>
                    </a:cubicBezTo>
                    <a:cubicBezTo>
                      <a:pt x="8" y="85"/>
                      <a:pt x="8" y="85"/>
                      <a:pt x="8" y="85"/>
                    </a:cubicBezTo>
                    <a:lnTo>
                      <a:pt x="15" y="8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84" name="Freeform 113"/>
              <p:cNvSpPr>
                <a:spLocks/>
              </p:cNvSpPr>
              <p:nvPr/>
            </p:nvSpPr>
            <p:spPr bwMode="auto">
              <a:xfrm>
                <a:off x="-4672013" y="3690937"/>
                <a:ext cx="236538" cy="209550"/>
              </a:xfrm>
              <a:custGeom>
                <a:avLst/>
                <a:gdLst>
                  <a:gd name="T0" fmla="*/ 0 w 63"/>
                  <a:gd name="T1" fmla="*/ 32 h 56"/>
                  <a:gd name="T2" fmla="*/ 3 w 63"/>
                  <a:gd name="T3" fmla="*/ 44 h 56"/>
                  <a:gd name="T4" fmla="*/ 5 w 63"/>
                  <a:gd name="T5" fmla="*/ 46 h 56"/>
                  <a:gd name="T6" fmla="*/ 7 w 63"/>
                  <a:gd name="T7" fmla="*/ 48 h 56"/>
                  <a:gd name="T8" fmla="*/ 7 w 63"/>
                  <a:gd name="T9" fmla="*/ 48 h 56"/>
                  <a:gd name="T10" fmla="*/ 7 w 63"/>
                  <a:gd name="T11" fmla="*/ 49 h 56"/>
                  <a:gd name="T12" fmla="*/ 31 w 63"/>
                  <a:gd name="T13" fmla="*/ 56 h 56"/>
                  <a:gd name="T14" fmla="*/ 32 w 63"/>
                  <a:gd name="T15" fmla="*/ 56 h 56"/>
                  <a:gd name="T16" fmla="*/ 32 w 63"/>
                  <a:gd name="T17" fmla="*/ 56 h 56"/>
                  <a:gd name="T18" fmla="*/ 56 w 63"/>
                  <a:gd name="T19" fmla="*/ 49 h 56"/>
                  <a:gd name="T20" fmla="*/ 57 w 63"/>
                  <a:gd name="T21" fmla="*/ 48 h 56"/>
                  <a:gd name="T22" fmla="*/ 57 w 63"/>
                  <a:gd name="T23" fmla="*/ 48 h 56"/>
                  <a:gd name="T24" fmla="*/ 59 w 63"/>
                  <a:gd name="T25" fmla="*/ 46 h 56"/>
                  <a:gd name="T26" fmla="*/ 60 w 63"/>
                  <a:gd name="T27" fmla="*/ 44 h 56"/>
                  <a:gd name="T28" fmla="*/ 63 w 63"/>
                  <a:gd name="T29" fmla="*/ 32 h 56"/>
                  <a:gd name="T30" fmla="*/ 32 w 63"/>
                  <a:gd name="T31" fmla="*/ 0 h 56"/>
                  <a:gd name="T32" fmla="*/ 0 w 63"/>
                  <a:gd name="T33" fmla="*/ 32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3" h="56">
                    <a:moveTo>
                      <a:pt x="0" y="32"/>
                    </a:moveTo>
                    <a:cubicBezTo>
                      <a:pt x="0" y="36"/>
                      <a:pt x="1" y="40"/>
                      <a:pt x="3" y="44"/>
                    </a:cubicBezTo>
                    <a:cubicBezTo>
                      <a:pt x="4" y="45"/>
                      <a:pt x="4" y="45"/>
                      <a:pt x="5" y="46"/>
                    </a:cubicBezTo>
                    <a:cubicBezTo>
                      <a:pt x="6" y="47"/>
                      <a:pt x="6" y="48"/>
                      <a:pt x="7" y="48"/>
                    </a:cubicBezTo>
                    <a:cubicBezTo>
                      <a:pt x="7" y="48"/>
                      <a:pt x="7" y="48"/>
                      <a:pt x="7" y="48"/>
                    </a:cubicBezTo>
                    <a:cubicBezTo>
                      <a:pt x="7" y="48"/>
                      <a:pt x="7" y="49"/>
                      <a:pt x="7" y="49"/>
                    </a:cubicBezTo>
                    <a:cubicBezTo>
                      <a:pt x="14" y="53"/>
                      <a:pt x="22" y="56"/>
                      <a:pt x="31" y="56"/>
                    </a:cubicBezTo>
                    <a:cubicBezTo>
                      <a:pt x="32" y="56"/>
                      <a:pt x="32" y="56"/>
                      <a:pt x="32" y="56"/>
                    </a:cubicBezTo>
                    <a:cubicBezTo>
                      <a:pt x="32" y="56"/>
                      <a:pt x="32" y="56"/>
                      <a:pt x="32" y="56"/>
                    </a:cubicBezTo>
                    <a:cubicBezTo>
                      <a:pt x="41" y="56"/>
                      <a:pt x="50" y="53"/>
                      <a:pt x="56" y="49"/>
                    </a:cubicBezTo>
                    <a:cubicBezTo>
                      <a:pt x="57" y="49"/>
                      <a:pt x="57" y="48"/>
                      <a:pt x="57" y="48"/>
                    </a:cubicBezTo>
                    <a:cubicBezTo>
                      <a:pt x="57" y="48"/>
                      <a:pt x="57" y="48"/>
                      <a:pt x="57" y="48"/>
                    </a:cubicBezTo>
                    <a:cubicBezTo>
                      <a:pt x="58" y="48"/>
                      <a:pt x="58" y="47"/>
                      <a:pt x="59" y="46"/>
                    </a:cubicBezTo>
                    <a:cubicBezTo>
                      <a:pt x="59" y="45"/>
                      <a:pt x="60" y="45"/>
                      <a:pt x="60" y="44"/>
                    </a:cubicBezTo>
                    <a:cubicBezTo>
                      <a:pt x="62" y="40"/>
                      <a:pt x="63" y="36"/>
                      <a:pt x="63" y="32"/>
                    </a:cubicBezTo>
                    <a:cubicBezTo>
                      <a:pt x="63" y="14"/>
                      <a:pt x="49" y="0"/>
                      <a:pt x="32" y="0"/>
                    </a:cubicBezTo>
                    <a:cubicBezTo>
                      <a:pt x="15" y="0"/>
                      <a:pt x="0" y="14"/>
                      <a:pt x="0"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85" name="Freeform 114"/>
              <p:cNvSpPr>
                <a:spLocks noEditPoints="1"/>
              </p:cNvSpPr>
              <p:nvPr/>
            </p:nvSpPr>
            <p:spPr bwMode="auto">
              <a:xfrm>
                <a:off x="-5145088" y="806450"/>
                <a:ext cx="442913" cy="500063"/>
              </a:xfrm>
              <a:custGeom>
                <a:avLst/>
                <a:gdLst>
                  <a:gd name="T0" fmla="*/ 260 w 279"/>
                  <a:gd name="T1" fmla="*/ 315 h 315"/>
                  <a:gd name="T2" fmla="*/ 260 w 279"/>
                  <a:gd name="T3" fmla="*/ 0 h 315"/>
                  <a:gd name="T4" fmla="*/ 244 w 279"/>
                  <a:gd name="T5" fmla="*/ 36 h 315"/>
                  <a:gd name="T6" fmla="*/ 244 w 279"/>
                  <a:gd name="T7" fmla="*/ 64 h 315"/>
                  <a:gd name="T8" fmla="*/ 260 w 279"/>
                  <a:gd name="T9" fmla="*/ 119 h 315"/>
                  <a:gd name="T10" fmla="*/ 260 w 279"/>
                  <a:gd name="T11" fmla="*/ 142 h 315"/>
                  <a:gd name="T12" fmla="*/ 244 w 279"/>
                  <a:gd name="T13" fmla="*/ 197 h 315"/>
                  <a:gd name="T14" fmla="*/ 244 w 279"/>
                  <a:gd name="T15" fmla="*/ 225 h 315"/>
                  <a:gd name="T16" fmla="*/ 260 w 279"/>
                  <a:gd name="T17" fmla="*/ 279 h 315"/>
                  <a:gd name="T18" fmla="*/ 140 w 279"/>
                  <a:gd name="T19" fmla="*/ 230 h 315"/>
                  <a:gd name="T20" fmla="*/ 227 w 279"/>
                  <a:gd name="T21" fmla="*/ 315 h 315"/>
                  <a:gd name="T22" fmla="*/ 244 w 279"/>
                  <a:gd name="T23" fmla="*/ 279 h 315"/>
                  <a:gd name="T24" fmla="*/ 227 w 279"/>
                  <a:gd name="T25" fmla="*/ 249 h 315"/>
                  <a:gd name="T26" fmla="*/ 227 w 279"/>
                  <a:gd name="T27" fmla="*/ 225 h 315"/>
                  <a:gd name="T28" fmla="*/ 244 w 279"/>
                  <a:gd name="T29" fmla="*/ 197 h 315"/>
                  <a:gd name="T30" fmla="*/ 227 w 279"/>
                  <a:gd name="T31" fmla="*/ 142 h 315"/>
                  <a:gd name="T32" fmla="*/ 244 w 279"/>
                  <a:gd name="T33" fmla="*/ 119 h 315"/>
                  <a:gd name="T34" fmla="*/ 227 w 279"/>
                  <a:gd name="T35" fmla="*/ 88 h 315"/>
                  <a:gd name="T36" fmla="*/ 227 w 279"/>
                  <a:gd name="T37" fmla="*/ 64 h 315"/>
                  <a:gd name="T38" fmla="*/ 244 w 279"/>
                  <a:gd name="T39" fmla="*/ 36 h 315"/>
                  <a:gd name="T40" fmla="*/ 227 w 279"/>
                  <a:gd name="T41" fmla="*/ 0 h 315"/>
                  <a:gd name="T42" fmla="*/ 140 w 279"/>
                  <a:gd name="T43" fmla="*/ 83 h 315"/>
                  <a:gd name="T44" fmla="*/ 206 w 279"/>
                  <a:gd name="T45" fmla="*/ 114 h 315"/>
                  <a:gd name="T46" fmla="*/ 140 w 279"/>
                  <a:gd name="T47" fmla="*/ 230 h 315"/>
                  <a:gd name="T48" fmla="*/ 36 w 279"/>
                  <a:gd name="T49" fmla="*/ 12 h 315"/>
                  <a:gd name="T50" fmla="*/ 52 w 279"/>
                  <a:gd name="T51" fmla="*/ 64 h 315"/>
                  <a:gd name="T52" fmla="*/ 36 w 279"/>
                  <a:gd name="T53" fmla="*/ 88 h 315"/>
                  <a:gd name="T54" fmla="*/ 52 w 279"/>
                  <a:gd name="T55" fmla="*/ 119 h 315"/>
                  <a:gd name="T56" fmla="*/ 52 w 279"/>
                  <a:gd name="T57" fmla="*/ 142 h 315"/>
                  <a:gd name="T58" fmla="*/ 36 w 279"/>
                  <a:gd name="T59" fmla="*/ 171 h 315"/>
                  <a:gd name="T60" fmla="*/ 52 w 279"/>
                  <a:gd name="T61" fmla="*/ 225 h 315"/>
                  <a:gd name="T62" fmla="*/ 36 w 279"/>
                  <a:gd name="T63" fmla="*/ 249 h 315"/>
                  <a:gd name="T64" fmla="*/ 52 w 279"/>
                  <a:gd name="T65" fmla="*/ 279 h 315"/>
                  <a:gd name="T66" fmla="*/ 52 w 279"/>
                  <a:gd name="T67" fmla="*/ 303 h 315"/>
                  <a:gd name="T68" fmla="*/ 74 w 279"/>
                  <a:gd name="T69" fmla="*/ 230 h 315"/>
                  <a:gd name="T70" fmla="*/ 74 w 279"/>
                  <a:gd name="T71" fmla="*/ 199 h 315"/>
                  <a:gd name="T72" fmla="*/ 140 w 279"/>
                  <a:gd name="T73" fmla="*/ 83 h 315"/>
                  <a:gd name="T74" fmla="*/ 52 w 279"/>
                  <a:gd name="T75" fmla="*/ 0 h 315"/>
                  <a:gd name="T76" fmla="*/ 21 w 279"/>
                  <a:gd name="T77" fmla="*/ 0 h 315"/>
                  <a:gd name="T78" fmla="*/ 21 w 279"/>
                  <a:gd name="T79" fmla="*/ 315 h 315"/>
                  <a:gd name="T80" fmla="*/ 36 w 279"/>
                  <a:gd name="T81" fmla="*/ 279 h 315"/>
                  <a:gd name="T82" fmla="*/ 36 w 279"/>
                  <a:gd name="T83" fmla="*/ 249 h 315"/>
                  <a:gd name="T84" fmla="*/ 21 w 279"/>
                  <a:gd name="T85" fmla="*/ 197 h 315"/>
                  <a:gd name="T86" fmla="*/ 21 w 279"/>
                  <a:gd name="T87" fmla="*/ 171 h 315"/>
                  <a:gd name="T88" fmla="*/ 36 w 279"/>
                  <a:gd name="T89" fmla="*/ 119 h 315"/>
                  <a:gd name="T90" fmla="*/ 36 w 279"/>
                  <a:gd name="T91" fmla="*/ 88 h 315"/>
                  <a:gd name="T92" fmla="*/ 21 w 279"/>
                  <a:gd name="T93" fmla="*/ 36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9" h="315">
                    <a:moveTo>
                      <a:pt x="244" y="303"/>
                    </a:moveTo>
                    <a:lnTo>
                      <a:pt x="260" y="303"/>
                    </a:lnTo>
                    <a:lnTo>
                      <a:pt x="260" y="315"/>
                    </a:lnTo>
                    <a:lnTo>
                      <a:pt x="279" y="315"/>
                    </a:lnTo>
                    <a:lnTo>
                      <a:pt x="279" y="0"/>
                    </a:lnTo>
                    <a:lnTo>
                      <a:pt x="260" y="0"/>
                    </a:lnTo>
                    <a:lnTo>
                      <a:pt x="260" y="12"/>
                    </a:lnTo>
                    <a:lnTo>
                      <a:pt x="244" y="12"/>
                    </a:lnTo>
                    <a:lnTo>
                      <a:pt x="244" y="36"/>
                    </a:lnTo>
                    <a:lnTo>
                      <a:pt x="260" y="36"/>
                    </a:lnTo>
                    <a:lnTo>
                      <a:pt x="260" y="64"/>
                    </a:lnTo>
                    <a:lnTo>
                      <a:pt x="244" y="64"/>
                    </a:lnTo>
                    <a:lnTo>
                      <a:pt x="244" y="88"/>
                    </a:lnTo>
                    <a:lnTo>
                      <a:pt x="260" y="88"/>
                    </a:lnTo>
                    <a:lnTo>
                      <a:pt x="260" y="119"/>
                    </a:lnTo>
                    <a:lnTo>
                      <a:pt x="244" y="119"/>
                    </a:lnTo>
                    <a:lnTo>
                      <a:pt x="244" y="142"/>
                    </a:lnTo>
                    <a:lnTo>
                      <a:pt x="260" y="142"/>
                    </a:lnTo>
                    <a:lnTo>
                      <a:pt x="260" y="171"/>
                    </a:lnTo>
                    <a:lnTo>
                      <a:pt x="244" y="171"/>
                    </a:lnTo>
                    <a:lnTo>
                      <a:pt x="244" y="197"/>
                    </a:lnTo>
                    <a:lnTo>
                      <a:pt x="260" y="197"/>
                    </a:lnTo>
                    <a:lnTo>
                      <a:pt x="260" y="225"/>
                    </a:lnTo>
                    <a:lnTo>
                      <a:pt x="244" y="225"/>
                    </a:lnTo>
                    <a:lnTo>
                      <a:pt x="244" y="249"/>
                    </a:lnTo>
                    <a:lnTo>
                      <a:pt x="260" y="249"/>
                    </a:lnTo>
                    <a:lnTo>
                      <a:pt x="260" y="279"/>
                    </a:lnTo>
                    <a:lnTo>
                      <a:pt x="244" y="279"/>
                    </a:lnTo>
                    <a:lnTo>
                      <a:pt x="244" y="303"/>
                    </a:lnTo>
                    <a:close/>
                    <a:moveTo>
                      <a:pt x="140" y="230"/>
                    </a:moveTo>
                    <a:lnTo>
                      <a:pt x="206" y="230"/>
                    </a:lnTo>
                    <a:lnTo>
                      <a:pt x="206" y="315"/>
                    </a:lnTo>
                    <a:lnTo>
                      <a:pt x="227" y="315"/>
                    </a:lnTo>
                    <a:lnTo>
                      <a:pt x="227" y="303"/>
                    </a:lnTo>
                    <a:lnTo>
                      <a:pt x="244" y="303"/>
                    </a:lnTo>
                    <a:lnTo>
                      <a:pt x="244" y="279"/>
                    </a:lnTo>
                    <a:lnTo>
                      <a:pt x="227" y="279"/>
                    </a:lnTo>
                    <a:lnTo>
                      <a:pt x="227" y="249"/>
                    </a:lnTo>
                    <a:lnTo>
                      <a:pt x="227" y="249"/>
                    </a:lnTo>
                    <a:lnTo>
                      <a:pt x="244" y="249"/>
                    </a:lnTo>
                    <a:lnTo>
                      <a:pt x="244" y="225"/>
                    </a:lnTo>
                    <a:lnTo>
                      <a:pt x="227" y="225"/>
                    </a:lnTo>
                    <a:lnTo>
                      <a:pt x="227" y="197"/>
                    </a:lnTo>
                    <a:lnTo>
                      <a:pt x="227" y="197"/>
                    </a:lnTo>
                    <a:lnTo>
                      <a:pt x="244" y="197"/>
                    </a:lnTo>
                    <a:lnTo>
                      <a:pt x="244" y="171"/>
                    </a:lnTo>
                    <a:lnTo>
                      <a:pt x="227" y="171"/>
                    </a:lnTo>
                    <a:lnTo>
                      <a:pt x="227" y="142"/>
                    </a:lnTo>
                    <a:lnTo>
                      <a:pt x="227" y="142"/>
                    </a:lnTo>
                    <a:lnTo>
                      <a:pt x="244" y="142"/>
                    </a:lnTo>
                    <a:lnTo>
                      <a:pt x="244" y="119"/>
                    </a:lnTo>
                    <a:lnTo>
                      <a:pt x="227" y="119"/>
                    </a:lnTo>
                    <a:lnTo>
                      <a:pt x="227" y="88"/>
                    </a:lnTo>
                    <a:lnTo>
                      <a:pt x="227" y="88"/>
                    </a:lnTo>
                    <a:lnTo>
                      <a:pt x="244" y="88"/>
                    </a:lnTo>
                    <a:lnTo>
                      <a:pt x="244" y="64"/>
                    </a:lnTo>
                    <a:lnTo>
                      <a:pt x="227" y="64"/>
                    </a:lnTo>
                    <a:lnTo>
                      <a:pt x="227" y="36"/>
                    </a:lnTo>
                    <a:lnTo>
                      <a:pt x="227" y="36"/>
                    </a:lnTo>
                    <a:lnTo>
                      <a:pt x="244" y="36"/>
                    </a:lnTo>
                    <a:lnTo>
                      <a:pt x="244" y="12"/>
                    </a:lnTo>
                    <a:lnTo>
                      <a:pt x="227" y="12"/>
                    </a:lnTo>
                    <a:lnTo>
                      <a:pt x="227" y="0"/>
                    </a:lnTo>
                    <a:lnTo>
                      <a:pt x="206" y="0"/>
                    </a:lnTo>
                    <a:lnTo>
                      <a:pt x="206" y="83"/>
                    </a:lnTo>
                    <a:lnTo>
                      <a:pt x="140" y="83"/>
                    </a:lnTo>
                    <a:lnTo>
                      <a:pt x="140" y="114"/>
                    </a:lnTo>
                    <a:lnTo>
                      <a:pt x="206" y="114"/>
                    </a:lnTo>
                    <a:lnTo>
                      <a:pt x="206" y="114"/>
                    </a:lnTo>
                    <a:lnTo>
                      <a:pt x="206" y="199"/>
                    </a:lnTo>
                    <a:lnTo>
                      <a:pt x="140" y="199"/>
                    </a:lnTo>
                    <a:lnTo>
                      <a:pt x="140" y="230"/>
                    </a:lnTo>
                    <a:close/>
                    <a:moveTo>
                      <a:pt x="52" y="0"/>
                    </a:moveTo>
                    <a:lnTo>
                      <a:pt x="52" y="12"/>
                    </a:lnTo>
                    <a:lnTo>
                      <a:pt x="36" y="12"/>
                    </a:lnTo>
                    <a:lnTo>
                      <a:pt x="36" y="36"/>
                    </a:lnTo>
                    <a:lnTo>
                      <a:pt x="52" y="36"/>
                    </a:lnTo>
                    <a:lnTo>
                      <a:pt x="52" y="64"/>
                    </a:lnTo>
                    <a:lnTo>
                      <a:pt x="52" y="64"/>
                    </a:lnTo>
                    <a:lnTo>
                      <a:pt x="36" y="64"/>
                    </a:lnTo>
                    <a:lnTo>
                      <a:pt x="36" y="88"/>
                    </a:lnTo>
                    <a:lnTo>
                      <a:pt x="52" y="88"/>
                    </a:lnTo>
                    <a:lnTo>
                      <a:pt x="52" y="119"/>
                    </a:lnTo>
                    <a:lnTo>
                      <a:pt x="52" y="119"/>
                    </a:lnTo>
                    <a:lnTo>
                      <a:pt x="36" y="119"/>
                    </a:lnTo>
                    <a:lnTo>
                      <a:pt x="36" y="142"/>
                    </a:lnTo>
                    <a:lnTo>
                      <a:pt x="52" y="142"/>
                    </a:lnTo>
                    <a:lnTo>
                      <a:pt x="52" y="171"/>
                    </a:lnTo>
                    <a:lnTo>
                      <a:pt x="52" y="171"/>
                    </a:lnTo>
                    <a:lnTo>
                      <a:pt x="36" y="171"/>
                    </a:lnTo>
                    <a:lnTo>
                      <a:pt x="36" y="197"/>
                    </a:lnTo>
                    <a:lnTo>
                      <a:pt x="52" y="197"/>
                    </a:lnTo>
                    <a:lnTo>
                      <a:pt x="52" y="225"/>
                    </a:lnTo>
                    <a:lnTo>
                      <a:pt x="52" y="225"/>
                    </a:lnTo>
                    <a:lnTo>
                      <a:pt x="36" y="225"/>
                    </a:lnTo>
                    <a:lnTo>
                      <a:pt x="36" y="249"/>
                    </a:lnTo>
                    <a:lnTo>
                      <a:pt x="52" y="249"/>
                    </a:lnTo>
                    <a:lnTo>
                      <a:pt x="52" y="279"/>
                    </a:lnTo>
                    <a:lnTo>
                      <a:pt x="52" y="279"/>
                    </a:lnTo>
                    <a:lnTo>
                      <a:pt x="36" y="279"/>
                    </a:lnTo>
                    <a:lnTo>
                      <a:pt x="36" y="303"/>
                    </a:lnTo>
                    <a:lnTo>
                      <a:pt x="52" y="303"/>
                    </a:lnTo>
                    <a:lnTo>
                      <a:pt x="52" y="315"/>
                    </a:lnTo>
                    <a:lnTo>
                      <a:pt x="74" y="315"/>
                    </a:lnTo>
                    <a:lnTo>
                      <a:pt x="74" y="230"/>
                    </a:lnTo>
                    <a:lnTo>
                      <a:pt x="140" y="230"/>
                    </a:lnTo>
                    <a:lnTo>
                      <a:pt x="140" y="199"/>
                    </a:lnTo>
                    <a:lnTo>
                      <a:pt x="74" y="199"/>
                    </a:lnTo>
                    <a:lnTo>
                      <a:pt x="74" y="114"/>
                    </a:lnTo>
                    <a:lnTo>
                      <a:pt x="140" y="114"/>
                    </a:lnTo>
                    <a:lnTo>
                      <a:pt x="140" y="83"/>
                    </a:lnTo>
                    <a:lnTo>
                      <a:pt x="74" y="83"/>
                    </a:lnTo>
                    <a:lnTo>
                      <a:pt x="74" y="0"/>
                    </a:lnTo>
                    <a:lnTo>
                      <a:pt x="52" y="0"/>
                    </a:lnTo>
                    <a:close/>
                    <a:moveTo>
                      <a:pt x="36" y="12"/>
                    </a:moveTo>
                    <a:lnTo>
                      <a:pt x="21" y="12"/>
                    </a:lnTo>
                    <a:lnTo>
                      <a:pt x="21" y="0"/>
                    </a:lnTo>
                    <a:lnTo>
                      <a:pt x="0" y="0"/>
                    </a:lnTo>
                    <a:lnTo>
                      <a:pt x="0" y="315"/>
                    </a:lnTo>
                    <a:lnTo>
                      <a:pt x="21" y="315"/>
                    </a:lnTo>
                    <a:lnTo>
                      <a:pt x="21" y="303"/>
                    </a:lnTo>
                    <a:lnTo>
                      <a:pt x="36" y="303"/>
                    </a:lnTo>
                    <a:lnTo>
                      <a:pt x="36" y="279"/>
                    </a:lnTo>
                    <a:lnTo>
                      <a:pt x="21" y="279"/>
                    </a:lnTo>
                    <a:lnTo>
                      <a:pt x="21" y="249"/>
                    </a:lnTo>
                    <a:lnTo>
                      <a:pt x="36" y="249"/>
                    </a:lnTo>
                    <a:lnTo>
                      <a:pt x="36" y="225"/>
                    </a:lnTo>
                    <a:lnTo>
                      <a:pt x="21" y="225"/>
                    </a:lnTo>
                    <a:lnTo>
                      <a:pt x="21" y="197"/>
                    </a:lnTo>
                    <a:lnTo>
                      <a:pt x="36" y="197"/>
                    </a:lnTo>
                    <a:lnTo>
                      <a:pt x="36" y="171"/>
                    </a:lnTo>
                    <a:lnTo>
                      <a:pt x="21" y="171"/>
                    </a:lnTo>
                    <a:lnTo>
                      <a:pt x="21" y="142"/>
                    </a:lnTo>
                    <a:lnTo>
                      <a:pt x="36" y="142"/>
                    </a:lnTo>
                    <a:lnTo>
                      <a:pt x="36" y="119"/>
                    </a:lnTo>
                    <a:lnTo>
                      <a:pt x="21" y="119"/>
                    </a:lnTo>
                    <a:lnTo>
                      <a:pt x="21" y="88"/>
                    </a:lnTo>
                    <a:lnTo>
                      <a:pt x="36" y="88"/>
                    </a:lnTo>
                    <a:lnTo>
                      <a:pt x="36" y="64"/>
                    </a:lnTo>
                    <a:lnTo>
                      <a:pt x="21" y="64"/>
                    </a:lnTo>
                    <a:lnTo>
                      <a:pt x="21" y="36"/>
                    </a:lnTo>
                    <a:lnTo>
                      <a:pt x="36" y="36"/>
                    </a:lnTo>
                    <a:lnTo>
                      <a:pt x="36"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86" name="Freeform 115"/>
              <p:cNvSpPr>
                <a:spLocks/>
              </p:cNvSpPr>
              <p:nvPr/>
            </p:nvSpPr>
            <p:spPr bwMode="auto">
              <a:xfrm>
                <a:off x="-968375" y="8429625"/>
                <a:ext cx="101600" cy="127000"/>
              </a:xfrm>
              <a:custGeom>
                <a:avLst/>
                <a:gdLst>
                  <a:gd name="T0" fmla="*/ 64 w 64"/>
                  <a:gd name="T1" fmla="*/ 0 h 80"/>
                  <a:gd name="T2" fmla="*/ 0 w 64"/>
                  <a:gd name="T3" fmla="*/ 0 h 80"/>
                  <a:gd name="T4" fmla="*/ 0 w 64"/>
                  <a:gd name="T5" fmla="*/ 28 h 80"/>
                  <a:gd name="T6" fmla="*/ 64 w 64"/>
                  <a:gd name="T7" fmla="*/ 80 h 80"/>
                  <a:gd name="T8" fmla="*/ 64 w 64"/>
                  <a:gd name="T9" fmla="*/ 0 h 80"/>
                </a:gdLst>
                <a:ahLst/>
                <a:cxnLst>
                  <a:cxn ang="0">
                    <a:pos x="T0" y="T1"/>
                  </a:cxn>
                  <a:cxn ang="0">
                    <a:pos x="T2" y="T3"/>
                  </a:cxn>
                  <a:cxn ang="0">
                    <a:pos x="T4" y="T5"/>
                  </a:cxn>
                  <a:cxn ang="0">
                    <a:pos x="T6" y="T7"/>
                  </a:cxn>
                  <a:cxn ang="0">
                    <a:pos x="T8" y="T9"/>
                  </a:cxn>
                </a:cxnLst>
                <a:rect l="0" t="0" r="r" b="b"/>
                <a:pathLst>
                  <a:path w="64" h="80">
                    <a:moveTo>
                      <a:pt x="64" y="0"/>
                    </a:moveTo>
                    <a:lnTo>
                      <a:pt x="0" y="0"/>
                    </a:lnTo>
                    <a:lnTo>
                      <a:pt x="0" y="28"/>
                    </a:lnTo>
                    <a:lnTo>
                      <a:pt x="64" y="80"/>
                    </a:lnTo>
                    <a:lnTo>
                      <a:pt x="6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87" name="Freeform 116"/>
              <p:cNvSpPr>
                <a:spLocks/>
              </p:cNvSpPr>
              <p:nvPr/>
            </p:nvSpPr>
            <p:spPr bwMode="auto">
              <a:xfrm>
                <a:off x="-1282700" y="8537575"/>
                <a:ext cx="415925" cy="406400"/>
              </a:xfrm>
              <a:custGeom>
                <a:avLst/>
                <a:gdLst>
                  <a:gd name="T0" fmla="*/ 262 w 262"/>
                  <a:gd name="T1" fmla="*/ 135 h 256"/>
                  <a:gd name="T2" fmla="*/ 262 w 262"/>
                  <a:gd name="T3" fmla="*/ 107 h 256"/>
                  <a:gd name="T4" fmla="*/ 198 w 262"/>
                  <a:gd name="T5" fmla="*/ 55 h 256"/>
                  <a:gd name="T6" fmla="*/ 130 w 262"/>
                  <a:gd name="T7" fmla="*/ 0 h 256"/>
                  <a:gd name="T8" fmla="*/ 0 w 262"/>
                  <a:gd name="T9" fmla="*/ 107 h 256"/>
                  <a:gd name="T10" fmla="*/ 0 w 262"/>
                  <a:gd name="T11" fmla="*/ 256 h 256"/>
                  <a:gd name="T12" fmla="*/ 83 w 262"/>
                  <a:gd name="T13" fmla="*/ 256 h 256"/>
                  <a:gd name="T14" fmla="*/ 83 w 262"/>
                  <a:gd name="T15" fmla="*/ 109 h 256"/>
                  <a:gd name="T16" fmla="*/ 180 w 262"/>
                  <a:gd name="T17" fmla="*/ 109 h 256"/>
                  <a:gd name="T18" fmla="*/ 180 w 262"/>
                  <a:gd name="T19" fmla="*/ 256 h 256"/>
                  <a:gd name="T20" fmla="*/ 262 w 262"/>
                  <a:gd name="T21" fmla="*/ 256 h 256"/>
                  <a:gd name="T22" fmla="*/ 262 w 262"/>
                  <a:gd name="T23" fmla="*/ 135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2" h="256">
                    <a:moveTo>
                      <a:pt x="262" y="135"/>
                    </a:moveTo>
                    <a:lnTo>
                      <a:pt x="262" y="107"/>
                    </a:lnTo>
                    <a:lnTo>
                      <a:pt x="198" y="55"/>
                    </a:lnTo>
                    <a:lnTo>
                      <a:pt x="130" y="0"/>
                    </a:lnTo>
                    <a:lnTo>
                      <a:pt x="0" y="107"/>
                    </a:lnTo>
                    <a:lnTo>
                      <a:pt x="0" y="256"/>
                    </a:lnTo>
                    <a:lnTo>
                      <a:pt x="83" y="256"/>
                    </a:lnTo>
                    <a:lnTo>
                      <a:pt x="83" y="109"/>
                    </a:lnTo>
                    <a:lnTo>
                      <a:pt x="180" y="109"/>
                    </a:lnTo>
                    <a:lnTo>
                      <a:pt x="180" y="256"/>
                    </a:lnTo>
                    <a:lnTo>
                      <a:pt x="262" y="256"/>
                    </a:lnTo>
                    <a:lnTo>
                      <a:pt x="262" y="1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88" name="Freeform 117"/>
              <p:cNvSpPr>
                <a:spLocks/>
              </p:cNvSpPr>
              <p:nvPr/>
            </p:nvSpPr>
            <p:spPr bwMode="auto">
              <a:xfrm>
                <a:off x="-1384300" y="8407400"/>
                <a:ext cx="619125" cy="319088"/>
              </a:xfrm>
              <a:custGeom>
                <a:avLst/>
                <a:gdLst>
                  <a:gd name="T0" fmla="*/ 64 w 390"/>
                  <a:gd name="T1" fmla="*/ 177 h 201"/>
                  <a:gd name="T2" fmla="*/ 194 w 390"/>
                  <a:gd name="T3" fmla="*/ 68 h 201"/>
                  <a:gd name="T4" fmla="*/ 262 w 390"/>
                  <a:gd name="T5" fmla="*/ 123 h 201"/>
                  <a:gd name="T6" fmla="*/ 326 w 390"/>
                  <a:gd name="T7" fmla="*/ 177 h 201"/>
                  <a:gd name="T8" fmla="*/ 357 w 390"/>
                  <a:gd name="T9" fmla="*/ 201 h 201"/>
                  <a:gd name="T10" fmla="*/ 390 w 390"/>
                  <a:gd name="T11" fmla="*/ 158 h 201"/>
                  <a:gd name="T12" fmla="*/ 326 w 390"/>
                  <a:gd name="T13" fmla="*/ 108 h 201"/>
                  <a:gd name="T14" fmla="*/ 262 w 390"/>
                  <a:gd name="T15" fmla="*/ 56 h 201"/>
                  <a:gd name="T16" fmla="*/ 194 w 390"/>
                  <a:gd name="T17" fmla="*/ 0 h 201"/>
                  <a:gd name="T18" fmla="*/ 0 w 390"/>
                  <a:gd name="T19" fmla="*/ 158 h 201"/>
                  <a:gd name="T20" fmla="*/ 33 w 390"/>
                  <a:gd name="T21" fmla="*/ 201 h 201"/>
                  <a:gd name="T22" fmla="*/ 64 w 390"/>
                  <a:gd name="T23" fmla="*/ 177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90" h="201">
                    <a:moveTo>
                      <a:pt x="64" y="177"/>
                    </a:moveTo>
                    <a:lnTo>
                      <a:pt x="194" y="68"/>
                    </a:lnTo>
                    <a:lnTo>
                      <a:pt x="262" y="123"/>
                    </a:lnTo>
                    <a:lnTo>
                      <a:pt x="326" y="177"/>
                    </a:lnTo>
                    <a:lnTo>
                      <a:pt x="357" y="201"/>
                    </a:lnTo>
                    <a:lnTo>
                      <a:pt x="390" y="158"/>
                    </a:lnTo>
                    <a:lnTo>
                      <a:pt x="326" y="108"/>
                    </a:lnTo>
                    <a:lnTo>
                      <a:pt x="262" y="56"/>
                    </a:lnTo>
                    <a:lnTo>
                      <a:pt x="194" y="0"/>
                    </a:lnTo>
                    <a:lnTo>
                      <a:pt x="0" y="158"/>
                    </a:lnTo>
                    <a:lnTo>
                      <a:pt x="33" y="201"/>
                    </a:lnTo>
                    <a:lnTo>
                      <a:pt x="64" y="17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89" name="Freeform 118"/>
              <p:cNvSpPr>
                <a:spLocks/>
              </p:cNvSpPr>
              <p:nvPr/>
            </p:nvSpPr>
            <p:spPr bwMode="auto">
              <a:xfrm>
                <a:off x="-3157538" y="8669338"/>
                <a:ext cx="157163" cy="312738"/>
              </a:xfrm>
              <a:custGeom>
                <a:avLst/>
                <a:gdLst>
                  <a:gd name="T0" fmla="*/ 0 w 99"/>
                  <a:gd name="T1" fmla="*/ 197 h 197"/>
                  <a:gd name="T2" fmla="*/ 99 w 99"/>
                  <a:gd name="T3" fmla="*/ 78 h 197"/>
                  <a:gd name="T4" fmla="*/ 0 w 99"/>
                  <a:gd name="T5" fmla="*/ 0 h 197"/>
                  <a:gd name="T6" fmla="*/ 0 w 99"/>
                  <a:gd name="T7" fmla="*/ 197 h 197"/>
                </a:gdLst>
                <a:ahLst/>
                <a:cxnLst>
                  <a:cxn ang="0">
                    <a:pos x="T0" y="T1"/>
                  </a:cxn>
                  <a:cxn ang="0">
                    <a:pos x="T2" y="T3"/>
                  </a:cxn>
                  <a:cxn ang="0">
                    <a:pos x="T4" y="T5"/>
                  </a:cxn>
                  <a:cxn ang="0">
                    <a:pos x="T6" y="T7"/>
                  </a:cxn>
                </a:cxnLst>
                <a:rect l="0" t="0" r="r" b="b"/>
                <a:pathLst>
                  <a:path w="99" h="197">
                    <a:moveTo>
                      <a:pt x="0" y="197"/>
                    </a:moveTo>
                    <a:lnTo>
                      <a:pt x="99" y="78"/>
                    </a:lnTo>
                    <a:lnTo>
                      <a:pt x="0" y="0"/>
                    </a:lnTo>
                    <a:lnTo>
                      <a:pt x="0" y="19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90" name="Freeform 119"/>
              <p:cNvSpPr>
                <a:spLocks/>
              </p:cNvSpPr>
              <p:nvPr/>
            </p:nvSpPr>
            <p:spPr bwMode="auto">
              <a:xfrm>
                <a:off x="-2781300" y="8669338"/>
                <a:ext cx="157163" cy="312738"/>
              </a:xfrm>
              <a:custGeom>
                <a:avLst/>
                <a:gdLst>
                  <a:gd name="T0" fmla="*/ 99 w 99"/>
                  <a:gd name="T1" fmla="*/ 197 h 197"/>
                  <a:gd name="T2" fmla="*/ 99 w 99"/>
                  <a:gd name="T3" fmla="*/ 0 h 197"/>
                  <a:gd name="T4" fmla="*/ 0 w 99"/>
                  <a:gd name="T5" fmla="*/ 78 h 197"/>
                  <a:gd name="T6" fmla="*/ 99 w 99"/>
                  <a:gd name="T7" fmla="*/ 197 h 197"/>
                </a:gdLst>
                <a:ahLst/>
                <a:cxnLst>
                  <a:cxn ang="0">
                    <a:pos x="T0" y="T1"/>
                  </a:cxn>
                  <a:cxn ang="0">
                    <a:pos x="T2" y="T3"/>
                  </a:cxn>
                  <a:cxn ang="0">
                    <a:pos x="T4" y="T5"/>
                  </a:cxn>
                  <a:cxn ang="0">
                    <a:pos x="T6" y="T7"/>
                  </a:cxn>
                </a:cxnLst>
                <a:rect l="0" t="0" r="r" b="b"/>
                <a:pathLst>
                  <a:path w="99" h="197">
                    <a:moveTo>
                      <a:pt x="99" y="197"/>
                    </a:moveTo>
                    <a:lnTo>
                      <a:pt x="99" y="0"/>
                    </a:lnTo>
                    <a:lnTo>
                      <a:pt x="0" y="78"/>
                    </a:lnTo>
                    <a:lnTo>
                      <a:pt x="99" y="19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91" name="Freeform 120"/>
              <p:cNvSpPr>
                <a:spLocks/>
              </p:cNvSpPr>
              <p:nvPr/>
            </p:nvSpPr>
            <p:spPr bwMode="auto">
              <a:xfrm>
                <a:off x="-2624138" y="8993188"/>
                <a:ext cx="0" cy="3175"/>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92" name="Freeform 121"/>
              <p:cNvSpPr>
                <a:spLocks/>
              </p:cNvSpPr>
              <p:nvPr/>
            </p:nvSpPr>
            <p:spPr bwMode="auto">
              <a:xfrm>
                <a:off x="-3157538" y="8993188"/>
                <a:ext cx="3175" cy="3175"/>
              </a:xfrm>
              <a:custGeom>
                <a:avLst/>
                <a:gdLst>
                  <a:gd name="T0" fmla="*/ 0 w 2"/>
                  <a:gd name="T1" fmla="*/ 2 h 2"/>
                  <a:gd name="T2" fmla="*/ 2 w 2"/>
                  <a:gd name="T3" fmla="*/ 2 h 2"/>
                  <a:gd name="T4" fmla="*/ 0 w 2"/>
                  <a:gd name="T5" fmla="*/ 0 h 2"/>
                  <a:gd name="T6" fmla="*/ 0 w 2"/>
                  <a:gd name="T7" fmla="*/ 2 h 2"/>
                </a:gdLst>
                <a:ahLst/>
                <a:cxnLst>
                  <a:cxn ang="0">
                    <a:pos x="T0" y="T1"/>
                  </a:cxn>
                  <a:cxn ang="0">
                    <a:pos x="T2" y="T3"/>
                  </a:cxn>
                  <a:cxn ang="0">
                    <a:pos x="T4" y="T5"/>
                  </a:cxn>
                  <a:cxn ang="0">
                    <a:pos x="T6" y="T7"/>
                  </a:cxn>
                </a:cxnLst>
                <a:rect l="0" t="0" r="r" b="b"/>
                <a:pathLst>
                  <a:path w="2" h="2">
                    <a:moveTo>
                      <a:pt x="0" y="2"/>
                    </a:moveTo>
                    <a:lnTo>
                      <a:pt x="2" y="2"/>
                    </a:lnTo>
                    <a:lnTo>
                      <a:pt x="0" y="0"/>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93" name="Freeform 122"/>
              <p:cNvSpPr>
                <a:spLocks/>
              </p:cNvSpPr>
              <p:nvPr/>
            </p:nvSpPr>
            <p:spPr bwMode="auto">
              <a:xfrm>
                <a:off x="-3146425" y="8804275"/>
                <a:ext cx="514350" cy="192088"/>
              </a:xfrm>
              <a:custGeom>
                <a:avLst/>
                <a:gdLst>
                  <a:gd name="T0" fmla="*/ 324 w 324"/>
                  <a:gd name="T1" fmla="*/ 121 h 121"/>
                  <a:gd name="T2" fmla="*/ 322 w 324"/>
                  <a:gd name="T3" fmla="*/ 119 h 121"/>
                  <a:gd name="T4" fmla="*/ 222 w 324"/>
                  <a:gd name="T5" fmla="*/ 0 h 121"/>
                  <a:gd name="T6" fmla="*/ 161 w 324"/>
                  <a:gd name="T7" fmla="*/ 50 h 121"/>
                  <a:gd name="T8" fmla="*/ 99 w 324"/>
                  <a:gd name="T9" fmla="*/ 0 h 121"/>
                  <a:gd name="T10" fmla="*/ 0 w 324"/>
                  <a:gd name="T11" fmla="*/ 119 h 121"/>
                  <a:gd name="T12" fmla="*/ 0 w 324"/>
                  <a:gd name="T13" fmla="*/ 121 h 121"/>
                  <a:gd name="T14" fmla="*/ 324 w 324"/>
                  <a:gd name="T15" fmla="*/ 121 h 1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4" h="121">
                    <a:moveTo>
                      <a:pt x="324" y="121"/>
                    </a:moveTo>
                    <a:lnTo>
                      <a:pt x="322" y="119"/>
                    </a:lnTo>
                    <a:lnTo>
                      <a:pt x="222" y="0"/>
                    </a:lnTo>
                    <a:lnTo>
                      <a:pt x="161" y="50"/>
                    </a:lnTo>
                    <a:lnTo>
                      <a:pt x="99" y="0"/>
                    </a:lnTo>
                    <a:lnTo>
                      <a:pt x="0" y="119"/>
                    </a:lnTo>
                    <a:lnTo>
                      <a:pt x="0" y="121"/>
                    </a:lnTo>
                    <a:lnTo>
                      <a:pt x="324" y="1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94" name="Freeform 123"/>
              <p:cNvSpPr>
                <a:spLocks/>
              </p:cNvSpPr>
              <p:nvPr/>
            </p:nvSpPr>
            <p:spPr bwMode="auto">
              <a:xfrm>
                <a:off x="-3146425" y="8658225"/>
                <a:ext cx="511175" cy="206375"/>
              </a:xfrm>
              <a:custGeom>
                <a:avLst/>
                <a:gdLst>
                  <a:gd name="T0" fmla="*/ 97 w 322"/>
                  <a:gd name="T1" fmla="*/ 78 h 130"/>
                  <a:gd name="T2" fmla="*/ 102 w 322"/>
                  <a:gd name="T3" fmla="*/ 81 h 130"/>
                  <a:gd name="T4" fmla="*/ 107 w 322"/>
                  <a:gd name="T5" fmla="*/ 85 h 130"/>
                  <a:gd name="T6" fmla="*/ 161 w 322"/>
                  <a:gd name="T7" fmla="*/ 130 h 130"/>
                  <a:gd name="T8" fmla="*/ 218 w 322"/>
                  <a:gd name="T9" fmla="*/ 85 h 130"/>
                  <a:gd name="T10" fmla="*/ 220 w 322"/>
                  <a:gd name="T11" fmla="*/ 81 h 130"/>
                  <a:gd name="T12" fmla="*/ 225 w 322"/>
                  <a:gd name="T13" fmla="*/ 78 h 130"/>
                  <a:gd name="T14" fmla="*/ 322 w 322"/>
                  <a:gd name="T15" fmla="*/ 0 h 130"/>
                  <a:gd name="T16" fmla="*/ 0 w 322"/>
                  <a:gd name="T17" fmla="*/ 0 h 130"/>
                  <a:gd name="T18" fmla="*/ 97 w 322"/>
                  <a:gd name="T19" fmla="*/ 78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2" h="130">
                    <a:moveTo>
                      <a:pt x="97" y="78"/>
                    </a:moveTo>
                    <a:lnTo>
                      <a:pt x="102" y="81"/>
                    </a:lnTo>
                    <a:lnTo>
                      <a:pt x="107" y="85"/>
                    </a:lnTo>
                    <a:lnTo>
                      <a:pt x="161" y="130"/>
                    </a:lnTo>
                    <a:lnTo>
                      <a:pt x="218" y="85"/>
                    </a:lnTo>
                    <a:lnTo>
                      <a:pt x="220" y="81"/>
                    </a:lnTo>
                    <a:lnTo>
                      <a:pt x="225" y="78"/>
                    </a:lnTo>
                    <a:lnTo>
                      <a:pt x="322" y="0"/>
                    </a:lnTo>
                    <a:lnTo>
                      <a:pt x="0" y="0"/>
                    </a:lnTo>
                    <a:lnTo>
                      <a:pt x="97" y="7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95" name="Freeform 124"/>
              <p:cNvSpPr>
                <a:spLocks/>
              </p:cNvSpPr>
              <p:nvPr/>
            </p:nvSpPr>
            <p:spPr bwMode="auto">
              <a:xfrm>
                <a:off x="-2200275" y="1177925"/>
                <a:ext cx="549275" cy="338138"/>
              </a:xfrm>
              <a:custGeom>
                <a:avLst/>
                <a:gdLst>
                  <a:gd name="T0" fmla="*/ 146 w 146"/>
                  <a:gd name="T1" fmla="*/ 74 h 90"/>
                  <a:gd name="T2" fmla="*/ 130 w 146"/>
                  <a:gd name="T3" fmla="*/ 58 h 90"/>
                  <a:gd name="T4" fmla="*/ 132 w 146"/>
                  <a:gd name="T5" fmla="*/ 45 h 90"/>
                  <a:gd name="T6" fmla="*/ 87 w 146"/>
                  <a:gd name="T7" fmla="*/ 0 h 90"/>
                  <a:gd name="T8" fmla="*/ 43 w 146"/>
                  <a:gd name="T9" fmla="*/ 44 h 90"/>
                  <a:gd name="T10" fmla="*/ 26 w 146"/>
                  <a:gd name="T11" fmla="*/ 38 h 90"/>
                  <a:gd name="T12" fmla="*/ 0 w 146"/>
                  <a:gd name="T13" fmla="*/ 64 h 90"/>
                  <a:gd name="T14" fmla="*/ 26 w 146"/>
                  <a:gd name="T15" fmla="*/ 90 h 90"/>
                  <a:gd name="T16" fmla="*/ 85 w 146"/>
                  <a:gd name="T17" fmla="*/ 90 h 90"/>
                  <a:gd name="T18" fmla="*/ 87 w 146"/>
                  <a:gd name="T19" fmla="*/ 90 h 90"/>
                  <a:gd name="T20" fmla="*/ 130 w 146"/>
                  <a:gd name="T21" fmla="*/ 90 h 90"/>
                  <a:gd name="T22" fmla="*/ 146 w 146"/>
                  <a:gd name="T23" fmla="*/ 74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6" h="90">
                    <a:moveTo>
                      <a:pt x="146" y="74"/>
                    </a:moveTo>
                    <a:cubicBezTo>
                      <a:pt x="146" y="65"/>
                      <a:pt x="139" y="58"/>
                      <a:pt x="130" y="58"/>
                    </a:cubicBezTo>
                    <a:cubicBezTo>
                      <a:pt x="132" y="54"/>
                      <a:pt x="132" y="50"/>
                      <a:pt x="132" y="45"/>
                    </a:cubicBezTo>
                    <a:cubicBezTo>
                      <a:pt x="132" y="20"/>
                      <a:pt x="112" y="0"/>
                      <a:pt x="87" y="0"/>
                    </a:cubicBezTo>
                    <a:cubicBezTo>
                      <a:pt x="63" y="0"/>
                      <a:pt x="43" y="20"/>
                      <a:pt x="43" y="44"/>
                    </a:cubicBezTo>
                    <a:cubicBezTo>
                      <a:pt x="38" y="40"/>
                      <a:pt x="32" y="38"/>
                      <a:pt x="26" y="38"/>
                    </a:cubicBezTo>
                    <a:cubicBezTo>
                      <a:pt x="12" y="38"/>
                      <a:pt x="0" y="50"/>
                      <a:pt x="0" y="64"/>
                    </a:cubicBezTo>
                    <a:cubicBezTo>
                      <a:pt x="0" y="78"/>
                      <a:pt x="12" y="90"/>
                      <a:pt x="26" y="90"/>
                    </a:cubicBezTo>
                    <a:cubicBezTo>
                      <a:pt x="85" y="90"/>
                      <a:pt x="85" y="90"/>
                      <a:pt x="85" y="90"/>
                    </a:cubicBezTo>
                    <a:cubicBezTo>
                      <a:pt x="87" y="90"/>
                      <a:pt x="87" y="90"/>
                      <a:pt x="87" y="90"/>
                    </a:cubicBezTo>
                    <a:cubicBezTo>
                      <a:pt x="130" y="90"/>
                      <a:pt x="130" y="90"/>
                      <a:pt x="130" y="90"/>
                    </a:cubicBezTo>
                    <a:cubicBezTo>
                      <a:pt x="139" y="90"/>
                      <a:pt x="146" y="83"/>
                      <a:pt x="146" y="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96" name="Rectangle 125"/>
              <p:cNvSpPr>
                <a:spLocks noChangeArrowheads="1"/>
              </p:cNvSpPr>
              <p:nvPr/>
            </p:nvSpPr>
            <p:spPr bwMode="auto">
              <a:xfrm>
                <a:off x="-2120900" y="1546225"/>
                <a:ext cx="44450" cy="1063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97" name="Rectangle 126"/>
              <p:cNvSpPr>
                <a:spLocks noChangeArrowheads="1"/>
              </p:cNvSpPr>
              <p:nvPr/>
            </p:nvSpPr>
            <p:spPr bwMode="auto">
              <a:xfrm>
                <a:off x="-2008188" y="1603375"/>
                <a:ext cx="49213" cy="1047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98" name="Rectangle 127"/>
              <p:cNvSpPr>
                <a:spLocks noChangeArrowheads="1"/>
              </p:cNvSpPr>
              <p:nvPr/>
            </p:nvSpPr>
            <p:spPr bwMode="auto">
              <a:xfrm>
                <a:off x="-1892300" y="1546225"/>
                <a:ext cx="46038" cy="1063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99" name="Rectangle 128"/>
              <p:cNvSpPr>
                <a:spLocks noChangeArrowheads="1"/>
              </p:cNvSpPr>
              <p:nvPr/>
            </p:nvSpPr>
            <p:spPr bwMode="auto">
              <a:xfrm>
                <a:off x="-1779588" y="1603375"/>
                <a:ext cx="49213" cy="1047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00" name="Freeform 129"/>
              <p:cNvSpPr>
                <a:spLocks/>
              </p:cNvSpPr>
              <p:nvPr/>
            </p:nvSpPr>
            <p:spPr bwMode="auto">
              <a:xfrm>
                <a:off x="-1843088" y="2755900"/>
                <a:ext cx="469900" cy="387350"/>
              </a:xfrm>
              <a:custGeom>
                <a:avLst/>
                <a:gdLst>
                  <a:gd name="T0" fmla="*/ 241 w 296"/>
                  <a:gd name="T1" fmla="*/ 0 h 244"/>
                  <a:gd name="T2" fmla="*/ 107 w 296"/>
                  <a:gd name="T3" fmla="*/ 137 h 244"/>
                  <a:gd name="T4" fmla="*/ 55 w 296"/>
                  <a:gd name="T5" fmla="*/ 85 h 244"/>
                  <a:gd name="T6" fmla="*/ 0 w 296"/>
                  <a:gd name="T7" fmla="*/ 139 h 244"/>
                  <a:gd name="T8" fmla="*/ 52 w 296"/>
                  <a:gd name="T9" fmla="*/ 189 h 244"/>
                  <a:gd name="T10" fmla="*/ 107 w 296"/>
                  <a:gd name="T11" fmla="*/ 244 h 244"/>
                  <a:gd name="T12" fmla="*/ 159 w 296"/>
                  <a:gd name="T13" fmla="*/ 189 h 244"/>
                  <a:gd name="T14" fmla="*/ 296 w 296"/>
                  <a:gd name="T15" fmla="*/ 54 h 244"/>
                  <a:gd name="T16" fmla="*/ 241 w 296"/>
                  <a:gd name="T17" fmla="*/ 0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6" h="244">
                    <a:moveTo>
                      <a:pt x="241" y="0"/>
                    </a:moveTo>
                    <a:lnTo>
                      <a:pt x="107" y="137"/>
                    </a:lnTo>
                    <a:lnTo>
                      <a:pt x="55" y="85"/>
                    </a:lnTo>
                    <a:lnTo>
                      <a:pt x="0" y="139"/>
                    </a:lnTo>
                    <a:lnTo>
                      <a:pt x="52" y="189"/>
                    </a:lnTo>
                    <a:lnTo>
                      <a:pt x="107" y="244"/>
                    </a:lnTo>
                    <a:lnTo>
                      <a:pt x="159" y="189"/>
                    </a:lnTo>
                    <a:lnTo>
                      <a:pt x="296" y="54"/>
                    </a:lnTo>
                    <a:lnTo>
                      <a:pt x="24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01" name="Freeform 130"/>
              <p:cNvSpPr>
                <a:spLocks/>
              </p:cNvSpPr>
              <p:nvPr/>
            </p:nvSpPr>
            <p:spPr bwMode="auto">
              <a:xfrm>
                <a:off x="-5813425" y="2943225"/>
                <a:ext cx="560388" cy="131763"/>
              </a:xfrm>
              <a:custGeom>
                <a:avLst/>
                <a:gdLst>
                  <a:gd name="T0" fmla="*/ 353 w 353"/>
                  <a:gd name="T1" fmla="*/ 0 h 83"/>
                  <a:gd name="T2" fmla="*/ 322 w 353"/>
                  <a:gd name="T3" fmla="*/ 0 h 83"/>
                  <a:gd name="T4" fmla="*/ 322 w 353"/>
                  <a:gd name="T5" fmla="*/ 52 h 83"/>
                  <a:gd name="T6" fmla="*/ 33 w 353"/>
                  <a:gd name="T7" fmla="*/ 52 h 83"/>
                  <a:gd name="T8" fmla="*/ 33 w 353"/>
                  <a:gd name="T9" fmla="*/ 0 h 83"/>
                  <a:gd name="T10" fmla="*/ 0 w 353"/>
                  <a:gd name="T11" fmla="*/ 0 h 83"/>
                  <a:gd name="T12" fmla="*/ 0 w 353"/>
                  <a:gd name="T13" fmla="*/ 83 h 83"/>
                  <a:gd name="T14" fmla="*/ 353 w 353"/>
                  <a:gd name="T15" fmla="*/ 83 h 83"/>
                  <a:gd name="T16" fmla="*/ 353 w 353"/>
                  <a:gd name="T17"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3" h="83">
                    <a:moveTo>
                      <a:pt x="353" y="0"/>
                    </a:moveTo>
                    <a:lnTo>
                      <a:pt x="322" y="0"/>
                    </a:lnTo>
                    <a:lnTo>
                      <a:pt x="322" y="52"/>
                    </a:lnTo>
                    <a:lnTo>
                      <a:pt x="33" y="52"/>
                    </a:lnTo>
                    <a:lnTo>
                      <a:pt x="33" y="0"/>
                    </a:lnTo>
                    <a:lnTo>
                      <a:pt x="0" y="0"/>
                    </a:lnTo>
                    <a:lnTo>
                      <a:pt x="0" y="83"/>
                    </a:lnTo>
                    <a:lnTo>
                      <a:pt x="353" y="83"/>
                    </a:lnTo>
                    <a:lnTo>
                      <a:pt x="35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02" name="Freeform 131"/>
              <p:cNvSpPr>
                <a:spLocks/>
              </p:cNvSpPr>
              <p:nvPr/>
            </p:nvSpPr>
            <p:spPr bwMode="auto">
              <a:xfrm>
                <a:off x="-5734050" y="2544762"/>
                <a:ext cx="412750" cy="439738"/>
              </a:xfrm>
              <a:custGeom>
                <a:avLst/>
                <a:gdLst>
                  <a:gd name="T0" fmla="*/ 45 w 260"/>
                  <a:gd name="T1" fmla="*/ 116 h 277"/>
                  <a:gd name="T2" fmla="*/ 0 w 260"/>
                  <a:gd name="T3" fmla="*/ 116 h 277"/>
                  <a:gd name="T4" fmla="*/ 130 w 260"/>
                  <a:gd name="T5" fmla="*/ 277 h 277"/>
                  <a:gd name="T6" fmla="*/ 260 w 260"/>
                  <a:gd name="T7" fmla="*/ 116 h 277"/>
                  <a:gd name="T8" fmla="*/ 215 w 260"/>
                  <a:gd name="T9" fmla="*/ 116 h 277"/>
                  <a:gd name="T10" fmla="*/ 215 w 260"/>
                  <a:gd name="T11" fmla="*/ 0 h 277"/>
                  <a:gd name="T12" fmla="*/ 45 w 260"/>
                  <a:gd name="T13" fmla="*/ 0 h 277"/>
                  <a:gd name="T14" fmla="*/ 45 w 260"/>
                  <a:gd name="T15" fmla="*/ 116 h 2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0" h="277">
                    <a:moveTo>
                      <a:pt x="45" y="116"/>
                    </a:moveTo>
                    <a:lnTo>
                      <a:pt x="0" y="116"/>
                    </a:lnTo>
                    <a:lnTo>
                      <a:pt x="130" y="277"/>
                    </a:lnTo>
                    <a:lnTo>
                      <a:pt x="260" y="116"/>
                    </a:lnTo>
                    <a:lnTo>
                      <a:pt x="215" y="116"/>
                    </a:lnTo>
                    <a:lnTo>
                      <a:pt x="215" y="0"/>
                    </a:lnTo>
                    <a:lnTo>
                      <a:pt x="45" y="0"/>
                    </a:lnTo>
                    <a:lnTo>
                      <a:pt x="45" y="1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03" name="Freeform 132"/>
              <p:cNvSpPr>
                <a:spLocks noEditPoints="1"/>
              </p:cNvSpPr>
              <p:nvPr/>
            </p:nvSpPr>
            <p:spPr bwMode="auto">
              <a:xfrm>
                <a:off x="-3600450" y="4483100"/>
                <a:ext cx="566738" cy="566738"/>
              </a:xfrm>
              <a:custGeom>
                <a:avLst/>
                <a:gdLst>
                  <a:gd name="T0" fmla="*/ 76 w 151"/>
                  <a:gd name="T1" fmla="*/ 151 h 151"/>
                  <a:gd name="T2" fmla="*/ 151 w 151"/>
                  <a:gd name="T3" fmla="*/ 75 h 151"/>
                  <a:gd name="T4" fmla="*/ 76 w 151"/>
                  <a:gd name="T5" fmla="*/ 0 h 151"/>
                  <a:gd name="T6" fmla="*/ 76 w 151"/>
                  <a:gd name="T7" fmla="*/ 8 h 151"/>
                  <a:gd name="T8" fmla="*/ 82 w 151"/>
                  <a:gd name="T9" fmla="*/ 8 h 151"/>
                  <a:gd name="T10" fmla="*/ 82 w 151"/>
                  <a:gd name="T11" fmla="*/ 75 h 151"/>
                  <a:gd name="T12" fmla="*/ 76 w 151"/>
                  <a:gd name="T13" fmla="*/ 75 h 151"/>
                  <a:gd name="T14" fmla="*/ 76 w 151"/>
                  <a:gd name="T15" fmla="*/ 123 h 151"/>
                  <a:gd name="T16" fmla="*/ 124 w 151"/>
                  <a:gd name="T17" fmla="*/ 75 h 151"/>
                  <a:gd name="T18" fmla="*/ 98 w 151"/>
                  <a:gd name="T19" fmla="*/ 32 h 151"/>
                  <a:gd name="T20" fmla="*/ 103 w 151"/>
                  <a:gd name="T21" fmla="*/ 21 h 151"/>
                  <a:gd name="T22" fmla="*/ 136 w 151"/>
                  <a:gd name="T23" fmla="*/ 75 h 151"/>
                  <a:gd name="T24" fmla="*/ 76 w 151"/>
                  <a:gd name="T25" fmla="*/ 135 h 151"/>
                  <a:gd name="T26" fmla="*/ 76 w 151"/>
                  <a:gd name="T27" fmla="*/ 151 h 151"/>
                  <a:gd name="T28" fmla="*/ 76 w 151"/>
                  <a:gd name="T29" fmla="*/ 135 h 151"/>
                  <a:gd name="T30" fmla="*/ 76 w 151"/>
                  <a:gd name="T31" fmla="*/ 135 h 151"/>
                  <a:gd name="T32" fmla="*/ 76 w 151"/>
                  <a:gd name="T33" fmla="*/ 0 h 151"/>
                  <a:gd name="T34" fmla="*/ 0 w 151"/>
                  <a:gd name="T35" fmla="*/ 75 h 151"/>
                  <a:gd name="T36" fmla="*/ 76 w 151"/>
                  <a:gd name="T37" fmla="*/ 151 h 151"/>
                  <a:gd name="T38" fmla="*/ 76 w 151"/>
                  <a:gd name="T39" fmla="*/ 135 h 151"/>
                  <a:gd name="T40" fmla="*/ 76 w 151"/>
                  <a:gd name="T41" fmla="*/ 135 h 151"/>
                  <a:gd name="T42" fmla="*/ 15 w 151"/>
                  <a:gd name="T43" fmla="*/ 75 h 151"/>
                  <a:gd name="T44" fmla="*/ 49 w 151"/>
                  <a:gd name="T45" fmla="*/ 21 h 151"/>
                  <a:gd name="T46" fmla="*/ 54 w 151"/>
                  <a:gd name="T47" fmla="*/ 32 h 151"/>
                  <a:gd name="T48" fmla="*/ 28 w 151"/>
                  <a:gd name="T49" fmla="*/ 75 h 151"/>
                  <a:gd name="T50" fmla="*/ 76 w 151"/>
                  <a:gd name="T51" fmla="*/ 123 h 151"/>
                  <a:gd name="T52" fmla="*/ 76 w 151"/>
                  <a:gd name="T53" fmla="*/ 75 h 151"/>
                  <a:gd name="T54" fmla="*/ 70 w 151"/>
                  <a:gd name="T55" fmla="*/ 75 h 151"/>
                  <a:gd name="T56" fmla="*/ 70 w 151"/>
                  <a:gd name="T57" fmla="*/ 8 h 151"/>
                  <a:gd name="T58" fmla="*/ 70 w 151"/>
                  <a:gd name="T59" fmla="*/ 8 h 151"/>
                  <a:gd name="T60" fmla="*/ 76 w 151"/>
                  <a:gd name="T61" fmla="*/ 8 h 151"/>
                  <a:gd name="T62" fmla="*/ 76 w 151"/>
                  <a:gd name="T63" fmla="*/ 0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1" h="151">
                    <a:moveTo>
                      <a:pt x="76" y="151"/>
                    </a:moveTo>
                    <a:cubicBezTo>
                      <a:pt x="118" y="151"/>
                      <a:pt x="151" y="117"/>
                      <a:pt x="151" y="75"/>
                    </a:cubicBezTo>
                    <a:cubicBezTo>
                      <a:pt x="151" y="33"/>
                      <a:pt x="118" y="0"/>
                      <a:pt x="76" y="0"/>
                    </a:cubicBezTo>
                    <a:cubicBezTo>
                      <a:pt x="76" y="8"/>
                      <a:pt x="76" y="8"/>
                      <a:pt x="76" y="8"/>
                    </a:cubicBezTo>
                    <a:cubicBezTo>
                      <a:pt x="82" y="8"/>
                      <a:pt x="82" y="8"/>
                      <a:pt x="82" y="8"/>
                    </a:cubicBezTo>
                    <a:cubicBezTo>
                      <a:pt x="82" y="75"/>
                      <a:pt x="82" y="75"/>
                      <a:pt x="82" y="75"/>
                    </a:cubicBezTo>
                    <a:cubicBezTo>
                      <a:pt x="76" y="75"/>
                      <a:pt x="76" y="75"/>
                      <a:pt x="76" y="75"/>
                    </a:cubicBezTo>
                    <a:cubicBezTo>
                      <a:pt x="76" y="123"/>
                      <a:pt x="76" y="123"/>
                      <a:pt x="76" y="123"/>
                    </a:cubicBezTo>
                    <a:cubicBezTo>
                      <a:pt x="102" y="123"/>
                      <a:pt x="124" y="101"/>
                      <a:pt x="124" y="75"/>
                    </a:cubicBezTo>
                    <a:cubicBezTo>
                      <a:pt x="124" y="57"/>
                      <a:pt x="114" y="41"/>
                      <a:pt x="98" y="32"/>
                    </a:cubicBezTo>
                    <a:cubicBezTo>
                      <a:pt x="103" y="21"/>
                      <a:pt x="103" y="21"/>
                      <a:pt x="103" y="21"/>
                    </a:cubicBezTo>
                    <a:cubicBezTo>
                      <a:pt x="124" y="32"/>
                      <a:pt x="136" y="52"/>
                      <a:pt x="136" y="75"/>
                    </a:cubicBezTo>
                    <a:cubicBezTo>
                      <a:pt x="136" y="108"/>
                      <a:pt x="109" y="135"/>
                      <a:pt x="76" y="135"/>
                    </a:cubicBezTo>
                    <a:cubicBezTo>
                      <a:pt x="76" y="151"/>
                      <a:pt x="76" y="151"/>
                      <a:pt x="76" y="151"/>
                    </a:cubicBezTo>
                    <a:close/>
                    <a:moveTo>
                      <a:pt x="76" y="135"/>
                    </a:moveTo>
                    <a:cubicBezTo>
                      <a:pt x="76" y="135"/>
                      <a:pt x="76" y="135"/>
                      <a:pt x="76" y="135"/>
                    </a:cubicBezTo>
                    <a:moveTo>
                      <a:pt x="76" y="0"/>
                    </a:moveTo>
                    <a:cubicBezTo>
                      <a:pt x="34" y="0"/>
                      <a:pt x="0" y="33"/>
                      <a:pt x="0" y="75"/>
                    </a:cubicBezTo>
                    <a:cubicBezTo>
                      <a:pt x="0" y="117"/>
                      <a:pt x="34" y="151"/>
                      <a:pt x="76" y="151"/>
                    </a:cubicBezTo>
                    <a:cubicBezTo>
                      <a:pt x="76" y="135"/>
                      <a:pt x="76" y="135"/>
                      <a:pt x="76" y="135"/>
                    </a:cubicBezTo>
                    <a:cubicBezTo>
                      <a:pt x="76" y="135"/>
                      <a:pt x="76" y="135"/>
                      <a:pt x="76" y="135"/>
                    </a:cubicBezTo>
                    <a:cubicBezTo>
                      <a:pt x="43" y="135"/>
                      <a:pt x="15" y="108"/>
                      <a:pt x="15" y="75"/>
                    </a:cubicBezTo>
                    <a:cubicBezTo>
                      <a:pt x="15" y="52"/>
                      <a:pt x="28" y="32"/>
                      <a:pt x="49" y="21"/>
                    </a:cubicBezTo>
                    <a:cubicBezTo>
                      <a:pt x="54" y="32"/>
                      <a:pt x="54" y="32"/>
                      <a:pt x="54" y="32"/>
                    </a:cubicBezTo>
                    <a:cubicBezTo>
                      <a:pt x="38" y="41"/>
                      <a:pt x="28" y="57"/>
                      <a:pt x="28" y="75"/>
                    </a:cubicBezTo>
                    <a:cubicBezTo>
                      <a:pt x="28" y="101"/>
                      <a:pt x="49" y="123"/>
                      <a:pt x="76" y="123"/>
                    </a:cubicBezTo>
                    <a:cubicBezTo>
                      <a:pt x="76" y="75"/>
                      <a:pt x="76" y="75"/>
                      <a:pt x="76" y="75"/>
                    </a:cubicBezTo>
                    <a:cubicBezTo>
                      <a:pt x="70" y="75"/>
                      <a:pt x="70" y="75"/>
                      <a:pt x="70" y="75"/>
                    </a:cubicBezTo>
                    <a:cubicBezTo>
                      <a:pt x="70" y="8"/>
                      <a:pt x="70" y="8"/>
                      <a:pt x="70" y="8"/>
                    </a:cubicBezTo>
                    <a:cubicBezTo>
                      <a:pt x="70" y="8"/>
                      <a:pt x="70" y="8"/>
                      <a:pt x="70" y="8"/>
                    </a:cubicBezTo>
                    <a:cubicBezTo>
                      <a:pt x="76" y="8"/>
                      <a:pt x="76" y="8"/>
                      <a:pt x="76" y="8"/>
                    </a:cubicBezTo>
                    <a:lnTo>
                      <a:pt x="7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04" name="Oval 133"/>
              <p:cNvSpPr>
                <a:spLocks noChangeArrowheads="1"/>
              </p:cNvSpPr>
              <p:nvPr/>
            </p:nvSpPr>
            <p:spPr bwMode="auto">
              <a:xfrm>
                <a:off x="-3303588" y="7318375"/>
                <a:ext cx="165100" cy="1651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05" name="Freeform 134"/>
              <p:cNvSpPr>
                <a:spLocks noEditPoints="1"/>
              </p:cNvSpPr>
              <p:nvPr/>
            </p:nvSpPr>
            <p:spPr bwMode="auto">
              <a:xfrm>
                <a:off x="-3379788" y="7239000"/>
                <a:ext cx="312738" cy="458788"/>
              </a:xfrm>
              <a:custGeom>
                <a:avLst/>
                <a:gdLst>
                  <a:gd name="T0" fmla="*/ 83 w 83"/>
                  <a:gd name="T1" fmla="*/ 0 h 122"/>
                  <a:gd name="T2" fmla="*/ 42 w 83"/>
                  <a:gd name="T3" fmla="*/ 0 h 122"/>
                  <a:gd name="T4" fmla="*/ 42 w 83"/>
                  <a:gd name="T5" fmla="*/ 10 h 122"/>
                  <a:gd name="T6" fmla="*/ 42 w 83"/>
                  <a:gd name="T7" fmla="*/ 10 h 122"/>
                  <a:gd name="T8" fmla="*/ 74 w 83"/>
                  <a:gd name="T9" fmla="*/ 43 h 122"/>
                  <a:gd name="T10" fmla="*/ 42 w 83"/>
                  <a:gd name="T11" fmla="*/ 75 h 122"/>
                  <a:gd name="T12" fmla="*/ 42 w 83"/>
                  <a:gd name="T13" fmla="*/ 75 h 122"/>
                  <a:gd name="T14" fmla="*/ 42 w 83"/>
                  <a:gd name="T15" fmla="*/ 75 h 122"/>
                  <a:gd name="T16" fmla="*/ 42 w 83"/>
                  <a:gd name="T17" fmla="*/ 89 h 122"/>
                  <a:gd name="T18" fmla="*/ 42 w 83"/>
                  <a:gd name="T19" fmla="*/ 89 h 122"/>
                  <a:gd name="T20" fmla="*/ 53 w 83"/>
                  <a:gd name="T21" fmla="*/ 100 h 122"/>
                  <a:gd name="T22" fmla="*/ 42 w 83"/>
                  <a:gd name="T23" fmla="*/ 111 h 122"/>
                  <a:gd name="T24" fmla="*/ 42 w 83"/>
                  <a:gd name="T25" fmla="*/ 111 h 122"/>
                  <a:gd name="T26" fmla="*/ 42 w 83"/>
                  <a:gd name="T27" fmla="*/ 111 h 122"/>
                  <a:gd name="T28" fmla="*/ 42 w 83"/>
                  <a:gd name="T29" fmla="*/ 122 h 122"/>
                  <a:gd name="T30" fmla="*/ 83 w 83"/>
                  <a:gd name="T31" fmla="*/ 122 h 122"/>
                  <a:gd name="T32" fmla="*/ 83 w 83"/>
                  <a:gd name="T33" fmla="*/ 0 h 122"/>
                  <a:gd name="T34" fmla="*/ 42 w 83"/>
                  <a:gd name="T35" fmla="*/ 0 h 122"/>
                  <a:gd name="T36" fmla="*/ 0 w 83"/>
                  <a:gd name="T37" fmla="*/ 0 h 122"/>
                  <a:gd name="T38" fmla="*/ 0 w 83"/>
                  <a:gd name="T39" fmla="*/ 122 h 122"/>
                  <a:gd name="T40" fmla="*/ 42 w 83"/>
                  <a:gd name="T41" fmla="*/ 122 h 122"/>
                  <a:gd name="T42" fmla="*/ 42 w 83"/>
                  <a:gd name="T43" fmla="*/ 111 h 122"/>
                  <a:gd name="T44" fmla="*/ 31 w 83"/>
                  <a:gd name="T45" fmla="*/ 100 h 122"/>
                  <a:gd name="T46" fmla="*/ 42 w 83"/>
                  <a:gd name="T47" fmla="*/ 89 h 122"/>
                  <a:gd name="T48" fmla="*/ 42 w 83"/>
                  <a:gd name="T49" fmla="*/ 75 h 122"/>
                  <a:gd name="T50" fmla="*/ 10 w 83"/>
                  <a:gd name="T51" fmla="*/ 43 h 122"/>
                  <a:gd name="T52" fmla="*/ 42 w 83"/>
                  <a:gd name="T53" fmla="*/ 10 h 122"/>
                  <a:gd name="T54" fmla="*/ 42 w 83"/>
                  <a:gd name="T55" fmla="*/ 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3" h="122">
                    <a:moveTo>
                      <a:pt x="83" y="0"/>
                    </a:moveTo>
                    <a:cubicBezTo>
                      <a:pt x="42" y="0"/>
                      <a:pt x="42" y="0"/>
                      <a:pt x="42" y="0"/>
                    </a:cubicBezTo>
                    <a:cubicBezTo>
                      <a:pt x="42" y="10"/>
                      <a:pt x="42" y="10"/>
                      <a:pt x="42" y="10"/>
                    </a:cubicBezTo>
                    <a:cubicBezTo>
                      <a:pt x="42" y="10"/>
                      <a:pt x="42" y="10"/>
                      <a:pt x="42" y="10"/>
                    </a:cubicBezTo>
                    <a:cubicBezTo>
                      <a:pt x="60" y="10"/>
                      <a:pt x="74" y="25"/>
                      <a:pt x="74" y="43"/>
                    </a:cubicBezTo>
                    <a:cubicBezTo>
                      <a:pt x="74" y="60"/>
                      <a:pt x="60" y="75"/>
                      <a:pt x="42" y="75"/>
                    </a:cubicBezTo>
                    <a:cubicBezTo>
                      <a:pt x="42" y="75"/>
                      <a:pt x="42" y="75"/>
                      <a:pt x="42" y="75"/>
                    </a:cubicBezTo>
                    <a:cubicBezTo>
                      <a:pt x="42" y="75"/>
                      <a:pt x="42" y="75"/>
                      <a:pt x="42" y="75"/>
                    </a:cubicBezTo>
                    <a:cubicBezTo>
                      <a:pt x="42" y="89"/>
                      <a:pt x="42" y="89"/>
                      <a:pt x="42" y="89"/>
                    </a:cubicBezTo>
                    <a:cubicBezTo>
                      <a:pt x="42" y="89"/>
                      <a:pt x="42" y="89"/>
                      <a:pt x="42" y="89"/>
                    </a:cubicBezTo>
                    <a:cubicBezTo>
                      <a:pt x="48" y="89"/>
                      <a:pt x="53" y="94"/>
                      <a:pt x="53" y="100"/>
                    </a:cubicBezTo>
                    <a:cubicBezTo>
                      <a:pt x="53" y="106"/>
                      <a:pt x="48" y="111"/>
                      <a:pt x="42" y="111"/>
                    </a:cubicBezTo>
                    <a:cubicBezTo>
                      <a:pt x="42" y="111"/>
                      <a:pt x="42" y="111"/>
                      <a:pt x="42" y="111"/>
                    </a:cubicBezTo>
                    <a:cubicBezTo>
                      <a:pt x="42" y="111"/>
                      <a:pt x="42" y="111"/>
                      <a:pt x="42" y="111"/>
                    </a:cubicBezTo>
                    <a:cubicBezTo>
                      <a:pt x="42" y="122"/>
                      <a:pt x="42" y="122"/>
                      <a:pt x="42" y="122"/>
                    </a:cubicBezTo>
                    <a:cubicBezTo>
                      <a:pt x="83" y="122"/>
                      <a:pt x="83" y="122"/>
                      <a:pt x="83" y="122"/>
                    </a:cubicBezTo>
                    <a:lnTo>
                      <a:pt x="83" y="0"/>
                    </a:lnTo>
                    <a:close/>
                    <a:moveTo>
                      <a:pt x="42" y="0"/>
                    </a:moveTo>
                    <a:cubicBezTo>
                      <a:pt x="0" y="0"/>
                      <a:pt x="0" y="0"/>
                      <a:pt x="0" y="0"/>
                    </a:cubicBezTo>
                    <a:cubicBezTo>
                      <a:pt x="0" y="122"/>
                      <a:pt x="0" y="122"/>
                      <a:pt x="0" y="122"/>
                    </a:cubicBezTo>
                    <a:cubicBezTo>
                      <a:pt x="42" y="122"/>
                      <a:pt x="42" y="122"/>
                      <a:pt x="42" y="122"/>
                    </a:cubicBezTo>
                    <a:cubicBezTo>
                      <a:pt x="42" y="111"/>
                      <a:pt x="42" y="111"/>
                      <a:pt x="42" y="111"/>
                    </a:cubicBezTo>
                    <a:cubicBezTo>
                      <a:pt x="36" y="111"/>
                      <a:pt x="31" y="106"/>
                      <a:pt x="31" y="100"/>
                    </a:cubicBezTo>
                    <a:cubicBezTo>
                      <a:pt x="31" y="94"/>
                      <a:pt x="36" y="89"/>
                      <a:pt x="42" y="89"/>
                    </a:cubicBezTo>
                    <a:cubicBezTo>
                      <a:pt x="42" y="75"/>
                      <a:pt x="42" y="75"/>
                      <a:pt x="42" y="75"/>
                    </a:cubicBezTo>
                    <a:cubicBezTo>
                      <a:pt x="24" y="75"/>
                      <a:pt x="10" y="60"/>
                      <a:pt x="10" y="43"/>
                    </a:cubicBezTo>
                    <a:cubicBezTo>
                      <a:pt x="10" y="25"/>
                      <a:pt x="24" y="10"/>
                      <a:pt x="42" y="10"/>
                    </a:cubicBezTo>
                    <a:lnTo>
                      <a:pt x="4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06" name="Freeform 135"/>
              <p:cNvSpPr>
                <a:spLocks/>
              </p:cNvSpPr>
              <p:nvPr/>
            </p:nvSpPr>
            <p:spPr bwMode="auto">
              <a:xfrm>
                <a:off x="-3698875" y="7189788"/>
                <a:ext cx="63500" cy="30163"/>
              </a:xfrm>
              <a:custGeom>
                <a:avLst/>
                <a:gdLst>
                  <a:gd name="T0" fmla="*/ 17 w 17"/>
                  <a:gd name="T1" fmla="*/ 6 h 8"/>
                  <a:gd name="T2" fmla="*/ 10 w 17"/>
                  <a:gd name="T3" fmla="*/ 0 h 8"/>
                  <a:gd name="T4" fmla="*/ 7 w 17"/>
                  <a:gd name="T5" fmla="*/ 0 h 8"/>
                  <a:gd name="T6" fmla="*/ 0 w 17"/>
                  <a:gd name="T7" fmla="*/ 6 h 8"/>
                  <a:gd name="T8" fmla="*/ 0 w 17"/>
                  <a:gd name="T9" fmla="*/ 8 h 8"/>
                  <a:gd name="T10" fmla="*/ 16 w 17"/>
                  <a:gd name="T11" fmla="*/ 8 h 8"/>
                  <a:gd name="T12" fmla="*/ 17 w 17"/>
                  <a:gd name="T13" fmla="*/ 6 h 8"/>
                </a:gdLst>
                <a:ahLst/>
                <a:cxnLst>
                  <a:cxn ang="0">
                    <a:pos x="T0" y="T1"/>
                  </a:cxn>
                  <a:cxn ang="0">
                    <a:pos x="T2" y="T3"/>
                  </a:cxn>
                  <a:cxn ang="0">
                    <a:pos x="T4" y="T5"/>
                  </a:cxn>
                  <a:cxn ang="0">
                    <a:pos x="T6" y="T7"/>
                  </a:cxn>
                  <a:cxn ang="0">
                    <a:pos x="T8" y="T9"/>
                  </a:cxn>
                  <a:cxn ang="0">
                    <a:pos x="T10" y="T11"/>
                  </a:cxn>
                  <a:cxn ang="0">
                    <a:pos x="T12" y="T13"/>
                  </a:cxn>
                </a:cxnLst>
                <a:rect l="0" t="0" r="r" b="b"/>
                <a:pathLst>
                  <a:path w="17" h="8">
                    <a:moveTo>
                      <a:pt x="17" y="6"/>
                    </a:moveTo>
                    <a:cubicBezTo>
                      <a:pt x="17" y="3"/>
                      <a:pt x="14" y="0"/>
                      <a:pt x="10" y="0"/>
                    </a:cubicBezTo>
                    <a:cubicBezTo>
                      <a:pt x="7" y="0"/>
                      <a:pt x="7" y="0"/>
                      <a:pt x="7" y="0"/>
                    </a:cubicBezTo>
                    <a:cubicBezTo>
                      <a:pt x="3" y="0"/>
                      <a:pt x="0" y="3"/>
                      <a:pt x="0" y="6"/>
                    </a:cubicBezTo>
                    <a:cubicBezTo>
                      <a:pt x="0" y="7"/>
                      <a:pt x="0" y="8"/>
                      <a:pt x="0" y="8"/>
                    </a:cubicBezTo>
                    <a:cubicBezTo>
                      <a:pt x="16" y="8"/>
                      <a:pt x="16" y="8"/>
                      <a:pt x="16" y="8"/>
                    </a:cubicBezTo>
                    <a:cubicBezTo>
                      <a:pt x="17" y="8"/>
                      <a:pt x="17" y="7"/>
                      <a:pt x="17"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07" name="Freeform 136"/>
              <p:cNvSpPr>
                <a:spLocks noEditPoints="1"/>
              </p:cNvSpPr>
              <p:nvPr/>
            </p:nvSpPr>
            <p:spPr bwMode="auto">
              <a:xfrm>
                <a:off x="-3735388" y="7239000"/>
                <a:ext cx="311150" cy="458788"/>
              </a:xfrm>
              <a:custGeom>
                <a:avLst/>
                <a:gdLst>
                  <a:gd name="T0" fmla="*/ 42 w 83"/>
                  <a:gd name="T1" fmla="*/ 122 h 122"/>
                  <a:gd name="T2" fmla="*/ 83 w 83"/>
                  <a:gd name="T3" fmla="*/ 122 h 122"/>
                  <a:gd name="T4" fmla="*/ 83 w 83"/>
                  <a:gd name="T5" fmla="*/ 0 h 122"/>
                  <a:gd name="T6" fmla="*/ 42 w 83"/>
                  <a:gd name="T7" fmla="*/ 0 h 122"/>
                  <a:gd name="T8" fmla="*/ 42 w 83"/>
                  <a:gd name="T9" fmla="*/ 10 h 122"/>
                  <a:gd name="T10" fmla="*/ 42 w 83"/>
                  <a:gd name="T11" fmla="*/ 10 h 122"/>
                  <a:gd name="T12" fmla="*/ 42 w 83"/>
                  <a:gd name="T13" fmla="*/ 10 h 122"/>
                  <a:gd name="T14" fmla="*/ 74 w 83"/>
                  <a:gd name="T15" fmla="*/ 43 h 122"/>
                  <a:gd name="T16" fmla="*/ 42 w 83"/>
                  <a:gd name="T17" fmla="*/ 75 h 122"/>
                  <a:gd name="T18" fmla="*/ 42 w 83"/>
                  <a:gd name="T19" fmla="*/ 75 h 122"/>
                  <a:gd name="T20" fmla="*/ 42 w 83"/>
                  <a:gd name="T21" fmla="*/ 89 h 122"/>
                  <a:gd name="T22" fmla="*/ 42 w 83"/>
                  <a:gd name="T23" fmla="*/ 89 h 122"/>
                  <a:gd name="T24" fmla="*/ 53 w 83"/>
                  <a:gd name="T25" fmla="*/ 100 h 122"/>
                  <a:gd name="T26" fmla="*/ 42 w 83"/>
                  <a:gd name="T27" fmla="*/ 111 h 122"/>
                  <a:gd name="T28" fmla="*/ 42 w 83"/>
                  <a:gd name="T29" fmla="*/ 111 h 122"/>
                  <a:gd name="T30" fmla="*/ 42 w 83"/>
                  <a:gd name="T31" fmla="*/ 111 h 122"/>
                  <a:gd name="T32" fmla="*/ 42 w 83"/>
                  <a:gd name="T33" fmla="*/ 122 h 122"/>
                  <a:gd name="T34" fmla="*/ 0 w 83"/>
                  <a:gd name="T35" fmla="*/ 122 h 122"/>
                  <a:gd name="T36" fmla="*/ 42 w 83"/>
                  <a:gd name="T37" fmla="*/ 122 h 122"/>
                  <a:gd name="T38" fmla="*/ 42 w 83"/>
                  <a:gd name="T39" fmla="*/ 111 h 122"/>
                  <a:gd name="T40" fmla="*/ 31 w 83"/>
                  <a:gd name="T41" fmla="*/ 100 h 122"/>
                  <a:gd name="T42" fmla="*/ 42 w 83"/>
                  <a:gd name="T43" fmla="*/ 89 h 122"/>
                  <a:gd name="T44" fmla="*/ 42 w 83"/>
                  <a:gd name="T45" fmla="*/ 75 h 122"/>
                  <a:gd name="T46" fmla="*/ 9 w 83"/>
                  <a:gd name="T47" fmla="*/ 43 h 122"/>
                  <a:gd name="T48" fmla="*/ 42 w 83"/>
                  <a:gd name="T49" fmla="*/ 10 h 122"/>
                  <a:gd name="T50" fmla="*/ 42 w 83"/>
                  <a:gd name="T51" fmla="*/ 0 h 122"/>
                  <a:gd name="T52" fmla="*/ 20 w 83"/>
                  <a:gd name="T53" fmla="*/ 0 h 122"/>
                  <a:gd name="T54" fmla="*/ 16 w 83"/>
                  <a:gd name="T55" fmla="*/ 0 h 122"/>
                  <a:gd name="T56" fmla="*/ 0 w 83"/>
                  <a:gd name="T57" fmla="*/ 0 h 122"/>
                  <a:gd name="T58" fmla="*/ 0 w 83"/>
                  <a:gd name="T59"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3" h="122">
                    <a:moveTo>
                      <a:pt x="42" y="122"/>
                    </a:moveTo>
                    <a:cubicBezTo>
                      <a:pt x="83" y="122"/>
                      <a:pt x="83" y="122"/>
                      <a:pt x="83" y="122"/>
                    </a:cubicBezTo>
                    <a:cubicBezTo>
                      <a:pt x="83" y="0"/>
                      <a:pt x="83" y="0"/>
                      <a:pt x="83" y="0"/>
                    </a:cubicBezTo>
                    <a:cubicBezTo>
                      <a:pt x="42" y="0"/>
                      <a:pt x="42" y="0"/>
                      <a:pt x="42" y="0"/>
                    </a:cubicBezTo>
                    <a:cubicBezTo>
                      <a:pt x="42" y="10"/>
                      <a:pt x="42" y="10"/>
                      <a:pt x="42" y="10"/>
                    </a:cubicBezTo>
                    <a:cubicBezTo>
                      <a:pt x="42" y="10"/>
                      <a:pt x="42" y="10"/>
                      <a:pt x="42" y="10"/>
                    </a:cubicBezTo>
                    <a:cubicBezTo>
                      <a:pt x="42" y="10"/>
                      <a:pt x="42" y="10"/>
                      <a:pt x="42" y="10"/>
                    </a:cubicBezTo>
                    <a:cubicBezTo>
                      <a:pt x="60" y="10"/>
                      <a:pt x="74" y="25"/>
                      <a:pt x="74" y="43"/>
                    </a:cubicBezTo>
                    <a:cubicBezTo>
                      <a:pt x="74" y="60"/>
                      <a:pt x="60" y="75"/>
                      <a:pt x="42" y="75"/>
                    </a:cubicBezTo>
                    <a:cubicBezTo>
                      <a:pt x="42" y="75"/>
                      <a:pt x="42" y="75"/>
                      <a:pt x="42" y="75"/>
                    </a:cubicBezTo>
                    <a:cubicBezTo>
                      <a:pt x="42" y="89"/>
                      <a:pt x="42" y="89"/>
                      <a:pt x="42" y="89"/>
                    </a:cubicBezTo>
                    <a:cubicBezTo>
                      <a:pt x="42" y="89"/>
                      <a:pt x="42" y="89"/>
                      <a:pt x="42" y="89"/>
                    </a:cubicBezTo>
                    <a:cubicBezTo>
                      <a:pt x="48" y="89"/>
                      <a:pt x="53" y="94"/>
                      <a:pt x="53" y="100"/>
                    </a:cubicBezTo>
                    <a:cubicBezTo>
                      <a:pt x="53" y="106"/>
                      <a:pt x="48" y="111"/>
                      <a:pt x="42" y="111"/>
                    </a:cubicBezTo>
                    <a:cubicBezTo>
                      <a:pt x="42" y="111"/>
                      <a:pt x="42" y="111"/>
                      <a:pt x="42" y="111"/>
                    </a:cubicBezTo>
                    <a:cubicBezTo>
                      <a:pt x="42" y="111"/>
                      <a:pt x="42" y="111"/>
                      <a:pt x="42" y="111"/>
                    </a:cubicBezTo>
                    <a:lnTo>
                      <a:pt x="42" y="122"/>
                    </a:lnTo>
                    <a:close/>
                    <a:moveTo>
                      <a:pt x="0" y="122"/>
                    </a:moveTo>
                    <a:cubicBezTo>
                      <a:pt x="42" y="122"/>
                      <a:pt x="42" y="122"/>
                      <a:pt x="42" y="122"/>
                    </a:cubicBezTo>
                    <a:cubicBezTo>
                      <a:pt x="42" y="111"/>
                      <a:pt x="42" y="111"/>
                      <a:pt x="42" y="111"/>
                    </a:cubicBezTo>
                    <a:cubicBezTo>
                      <a:pt x="36" y="111"/>
                      <a:pt x="31" y="106"/>
                      <a:pt x="31" y="100"/>
                    </a:cubicBezTo>
                    <a:cubicBezTo>
                      <a:pt x="31" y="94"/>
                      <a:pt x="36" y="89"/>
                      <a:pt x="42" y="89"/>
                    </a:cubicBezTo>
                    <a:cubicBezTo>
                      <a:pt x="42" y="75"/>
                      <a:pt x="42" y="75"/>
                      <a:pt x="42" y="75"/>
                    </a:cubicBezTo>
                    <a:cubicBezTo>
                      <a:pt x="24" y="75"/>
                      <a:pt x="9" y="60"/>
                      <a:pt x="9" y="43"/>
                    </a:cubicBezTo>
                    <a:cubicBezTo>
                      <a:pt x="9" y="25"/>
                      <a:pt x="24" y="10"/>
                      <a:pt x="42" y="10"/>
                    </a:cubicBezTo>
                    <a:cubicBezTo>
                      <a:pt x="42" y="0"/>
                      <a:pt x="42" y="0"/>
                      <a:pt x="42" y="0"/>
                    </a:cubicBezTo>
                    <a:cubicBezTo>
                      <a:pt x="20" y="0"/>
                      <a:pt x="20" y="0"/>
                      <a:pt x="20" y="0"/>
                    </a:cubicBezTo>
                    <a:cubicBezTo>
                      <a:pt x="16" y="0"/>
                      <a:pt x="16" y="0"/>
                      <a:pt x="16" y="0"/>
                    </a:cubicBezTo>
                    <a:cubicBezTo>
                      <a:pt x="0" y="0"/>
                      <a:pt x="0" y="0"/>
                      <a:pt x="0" y="0"/>
                    </a:cubicBezTo>
                    <a:lnTo>
                      <a:pt x="0" y="1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08" name="Oval 137"/>
              <p:cNvSpPr>
                <a:spLocks noChangeArrowheads="1"/>
              </p:cNvSpPr>
              <p:nvPr/>
            </p:nvSpPr>
            <p:spPr bwMode="auto">
              <a:xfrm>
                <a:off x="-3660775" y="7318375"/>
                <a:ext cx="165100" cy="1651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09" name="Freeform 138"/>
              <p:cNvSpPr>
                <a:spLocks noEditPoints="1"/>
              </p:cNvSpPr>
              <p:nvPr/>
            </p:nvSpPr>
            <p:spPr bwMode="auto">
              <a:xfrm>
                <a:off x="-6011863" y="4824413"/>
                <a:ext cx="563563" cy="525463"/>
              </a:xfrm>
              <a:custGeom>
                <a:avLst/>
                <a:gdLst>
                  <a:gd name="T0" fmla="*/ 141 w 150"/>
                  <a:gd name="T1" fmla="*/ 140 h 140"/>
                  <a:gd name="T2" fmla="*/ 141 w 150"/>
                  <a:gd name="T3" fmla="*/ 129 h 140"/>
                  <a:gd name="T4" fmla="*/ 150 w 150"/>
                  <a:gd name="T5" fmla="*/ 22 h 140"/>
                  <a:gd name="T6" fmla="*/ 131 w 150"/>
                  <a:gd name="T7" fmla="*/ 38 h 140"/>
                  <a:gd name="T8" fmla="*/ 131 w 150"/>
                  <a:gd name="T9" fmla="*/ 55 h 140"/>
                  <a:gd name="T10" fmla="*/ 131 w 150"/>
                  <a:gd name="T11" fmla="*/ 67 h 140"/>
                  <a:gd name="T12" fmla="*/ 131 w 150"/>
                  <a:gd name="T13" fmla="*/ 84 h 140"/>
                  <a:gd name="T14" fmla="*/ 65 w 150"/>
                  <a:gd name="T15" fmla="*/ 7 h 140"/>
                  <a:gd name="T16" fmla="*/ 63 w 150"/>
                  <a:gd name="T17" fmla="*/ 9 h 140"/>
                  <a:gd name="T18" fmla="*/ 63 w 150"/>
                  <a:gd name="T19" fmla="*/ 129 h 140"/>
                  <a:gd name="T20" fmla="*/ 122 w 150"/>
                  <a:gd name="T21" fmla="*/ 129 h 140"/>
                  <a:gd name="T22" fmla="*/ 131 w 150"/>
                  <a:gd name="T23" fmla="*/ 140 h 140"/>
                  <a:gd name="T24" fmla="*/ 123 w 150"/>
                  <a:gd name="T25" fmla="*/ 75 h 140"/>
                  <a:gd name="T26" fmla="*/ 131 w 150"/>
                  <a:gd name="T27" fmla="*/ 55 h 140"/>
                  <a:gd name="T28" fmla="*/ 123 w 150"/>
                  <a:gd name="T29" fmla="*/ 47 h 140"/>
                  <a:gd name="T30" fmla="*/ 131 w 150"/>
                  <a:gd name="T31" fmla="*/ 22 h 140"/>
                  <a:gd name="T32" fmla="*/ 63 w 150"/>
                  <a:gd name="T33" fmla="*/ 35 h 140"/>
                  <a:gd name="T34" fmla="*/ 108 w 150"/>
                  <a:gd name="T35" fmla="*/ 115 h 140"/>
                  <a:gd name="T36" fmla="*/ 63 w 150"/>
                  <a:gd name="T37" fmla="*/ 115 h 140"/>
                  <a:gd name="T38" fmla="*/ 131 w 150"/>
                  <a:gd name="T39" fmla="*/ 67 h 140"/>
                  <a:gd name="T40" fmla="*/ 63 w 150"/>
                  <a:gd name="T41" fmla="*/ 5 h 140"/>
                  <a:gd name="T42" fmla="*/ 33 w 150"/>
                  <a:gd name="T43" fmla="*/ 20 h 140"/>
                  <a:gd name="T44" fmla="*/ 0 w 150"/>
                  <a:gd name="T45" fmla="*/ 7 h 140"/>
                  <a:gd name="T46" fmla="*/ 20 w 150"/>
                  <a:gd name="T47" fmla="*/ 22 h 140"/>
                  <a:gd name="T48" fmla="*/ 3 w 150"/>
                  <a:gd name="T49" fmla="*/ 129 h 140"/>
                  <a:gd name="T50" fmla="*/ 14 w 150"/>
                  <a:gd name="T51" fmla="*/ 129 h 140"/>
                  <a:gd name="T52" fmla="*/ 33 w 150"/>
                  <a:gd name="T53" fmla="*/ 140 h 140"/>
                  <a:gd name="T54" fmla="*/ 33 w 150"/>
                  <a:gd name="T55" fmla="*/ 129 h 140"/>
                  <a:gd name="T56" fmla="*/ 63 w 150"/>
                  <a:gd name="T57" fmla="*/ 115 h 140"/>
                  <a:gd name="T58" fmla="*/ 17 w 150"/>
                  <a:gd name="T59" fmla="*/ 35 h 140"/>
                  <a:gd name="T60" fmla="*/ 63 w 150"/>
                  <a:gd name="T61" fmla="*/ 22 h 140"/>
                  <a:gd name="T62" fmla="*/ 46 w 150"/>
                  <a:gd name="T63" fmla="*/ 21 h 140"/>
                  <a:gd name="T64" fmla="*/ 63 w 150"/>
                  <a:gd name="T65" fmla="*/ 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0" h="140">
                    <a:moveTo>
                      <a:pt x="131" y="140"/>
                    </a:moveTo>
                    <a:cubicBezTo>
                      <a:pt x="141" y="140"/>
                      <a:pt x="141" y="140"/>
                      <a:pt x="141" y="140"/>
                    </a:cubicBezTo>
                    <a:cubicBezTo>
                      <a:pt x="141" y="129"/>
                      <a:pt x="141" y="129"/>
                      <a:pt x="141" y="129"/>
                    </a:cubicBezTo>
                    <a:cubicBezTo>
                      <a:pt x="141" y="129"/>
                      <a:pt x="141" y="129"/>
                      <a:pt x="141" y="129"/>
                    </a:cubicBezTo>
                    <a:cubicBezTo>
                      <a:pt x="150" y="129"/>
                      <a:pt x="150" y="129"/>
                      <a:pt x="150" y="129"/>
                    </a:cubicBezTo>
                    <a:cubicBezTo>
                      <a:pt x="150" y="22"/>
                      <a:pt x="150" y="22"/>
                      <a:pt x="150" y="22"/>
                    </a:cubicBezTo>
                    <a:cubicBezTo>
                      <a:pt x="131" y="22"/>
                      <a:pt x="131" y="22"/>
                      <a:pt x="131" y="22"/>
                    </a:cubicBezTo>
                    <a:cubicBezTo>
                      <a:pt x="131" y="38"/>
                      <a:pt x="131" y="38"/>
                      <a:pt x="131" y="38"/>
                    </a:cubicBezTo>
                    <a:cubicBezTo>
                      <a:pt x="136" y="38"/>
                      <a:pt x="140" y="42"/>
                      <a:pt x="140" y="47"/>
                    </a:cubicBezTo>
                    <a:cubicBezTo>
                      <a:pt x="140" y="51"/>
                      <a:pt x="136" y="55"/>
                      <a:pt x="131" y="55"/>
                    </a:cubicBezTo>
                    <a:cubicBezTo>
                      <a:pt x="131" y="67"/>
                      <a:pt x="131" y="67"/>
                      <a:pt x="131" y="67"/>
                    </a:cubicBezTo>
                    <a:cubicBezTo>
                      <a:pt x="131" y="67"/>
                      <a:pt x="131" y="67"/>
                      <a:pt x="131" y="67"/>
                    </a:cubicBezTo>
                    <a:cubicBezTo>
                      <a:pt x="136" y="67"/>
                      <a:pt x="140" y="71"/>
                      <a:pt x="140" y="75"/>
                    </a:cubicBezTo>
                    <a:cubicBezTo>
                      <a:pt x="140" y="80"/>
                      <a:pt x="136" y="84"/>
                      <a:pt x="131" y="84"/>
                    </a:cubicBezTo>
                    <a:lnTo>
                      <a:pt x="131" y="140"/>
                    </a:lnTo>
                    <a:close/>
                    <a:moveTo>
                      <a:pt x="65" y="7"/>
                    </a:moveTo>
                    <a:cubicBezTo>
                      <a:pt x="63" y="5"/>
                      <a:pt x="63" y="5"/>
                      <a:pt x="63" y="5"/>
                    </a:cubicBezTo>
                    <a:cubicBezTo>
                      <a:pt x="63" y="9"/>
                      <a:pt x="63" y="9"/>
                      <a:pt x="63" y="9"/>
                    </a:cubicBezTo>
                    <a:cubicBezTo>
                      <a:pt x="65" y="7"/>
                      <a:pt x="65" y="7"/>
                      <a:pt x="65" y="7"/>
                    </a:cubicBezTo>
                    <a:close/>
                    <a:moveTo>
                      <a:pt x="63" y="129"/>
                    </a:moveTo>
                    <a:cubicBezTo>
                      <a:pt x="122" y="129"/>
                      <a:pt x="122" y="129"/>
                      <a:pt x="122" y="129"/>
                    </a:cubicBezTo>
                    <a:cubicBezTo>
                      <a:pt x="122" y="129"/>
                      <a:pt x="122" y="129"/>
                      <a:pt x="122" y="129"/>
                    </a:cubicBezTo>
                    <a:cubicBezTo>
                      <a:pt x="122" y="140"/>
                      <a:pt x="122" y="140"/>
                      <a:pt x="122" y="140"/>
                    </a:cubicBezTo>
                    <a:cubicBezTo>
                      <a:pt x="131" y="140"/>
                      <a:pt x="131" y="140"/>
                      <a:pt x="131" y="140"/>
                    </a:cubicBezTo>
                    <a:cubicBezTo>
                      <a:pt x="131" y="84"/>
                      <a:pt x="131" y="84"/>
                      <a:pt x="131" y="84"/>
                    </a:cubicBezTo>
                    <a:cubicBezTo>
                      <a:pt x="127" y="84"/>
                      <a:pt x="123" y="80"/>
                      <a:pt x="123" y="75"/>
                    </a:cubicBezTo>
                    <a:cubicBezTo>
                      <a:pt x="123" y="71"/>
                      <a:pt x="127" y="67"/>
                      <a:pt x="131" y="67"/>
                    </a:cubicBezTo>
                    <a:cubicBezTo>
                      <a:pt x="131" y="55"/>
                      <a:pt x="131" y="55"/>
                      <a:pt x="131" y="55"/>
                    </a:cubicBezTo>
                    <a:cubicBezTo>
                      <a:pt x="127" y="55"/>
                      <a:pt x="123" y="51"/>
                      <a:pt x="123" y="47"/>
                    </a:cubicBezTo>
                    <a:cubicBezTo>
                      <a:pt x="123" y="47"/>
                      <a:pt x="123" y="47"/>
                      <a:pt x="123" y="47"/>
                    </a:cubicBezTo>
                    <a:cubicBezTo>
                      <a:pt x="123" y="42"/>
                      <a:pt x="127" y="38"/>
                      <a:pt x="131" y="38"/>
                    </a:cubicBezTo>
                    <a:cubicBezTo>
                      <a:pt x="131" y="22"/>
                      <a:pt x="131" y="22"/>
                      <a:pt x="131" y="22"/>
                    </a:cubicBezTo>
                    <a:cubicBezTo>
                      <a:pt x="63" y="22"/>
                      <a:pt x="63" y="22"/>
                      <a:pt x="63" y="22"/>
                    </a:cubicBezTo>
                    <a:cubicBezTo>
                      <a:pt x="63" y="35"/>
                      <a:pt x="63" y="35"/>
                      <a:pt x="63" y="35"/>
                    </a:cubicBezTo>
                    <a:cubicBezTo>
                      <a:pt x="108" y="35"/>
                      <a:pt x="108" y="35"/>
                      <a:pt x="108" y="35"/>
                    </a:cubicBezTo>
                    <a:cubicBezTo>
                      <a:pt x="108" y="115"/>
                      <a:pt x="108" y="115"/>
                      <a:pt x="108" y="115"/>
                    </a:cubicBezTo>
                    <a:cubicBezTo>
                      <a:pt x="108" y="115"/>
                      <a:pt x="108" y="115"/>
                      <a:pt x="108" y="115"/>
                    </a:cubicBezTo>
                    <a:cubicBezTo>
                      <a:pt x="63" y="115"/>
                      <a:pt x="63" y="115"/>
                      <a:pt x="63" y="115"/>
                    </a:cubicBezTo>
                    <a:cubicBezTo>
                      <a:pt x="63" y="129"/>
                      <a:pt x="63" y="129"/>
                      <a:pt x="63" y="129"/>
                    </a:cubicBezTo>
                    <a:close/>
                    <a:moveTo>
                      <a:pt x="131" y="67"/>
                    </a:moveTo>
                    <a:cubicBezTo>
                      <a:pt x="131" y="67"/>
                      <a:pt x="131" y="67"/>
                      <a:pt x="131" y="67"/>
                    </a:cubicBezTo>
                    <a:moveTo>
                      <a:pt x="63" y="5"/>
                    </a:moveTo>
                    <a:cubicBezTo>
                      <a:pt x="59" y="0"/>
                      <a:pt x="59" y="0"/>
                      <a:pt x="59" y="0"/>
                    </a:cubicBezTo>
                    <a:cubicBezTo>
                      <a:pt x="33" y="20"/>
                      <a:pt x="33" y="20"/>
                      <a:pt x="33" y="20"/>
                    </a:cubicBezTo>
                    <a:cubicBezTo>
                      <a:pt x="6" y="0"/>
                      <a:pt x="6" y="0"/>
                      <a:pt x="6" y="0"/>
                    </a:cubicBezTo>
                    <a:cubicBezTo>
                      <a:pt x="0" y="7"/>
                      <a:pt x="0" y="7"/>
                      <a:pt x="0" y="7"/>
                    </a:cubicBezTo>
                    <a:cubicBezTo>
                      <a:pt x="19" y="21"/>
                      <a:pt x="19" y="21"/>
                      <a:pt x="19" y="21"/>
                    </a:cubicBezTo>
                    <a:cubicBezTo>
                      <a:pt x="20" y="22"/>
                      <a:pt x="20" y="22"/>
                      <a:pt x="20" y="22"/>
                    </a:cubicBezTo>
                    <a:cubicBezTo>
                      <a:pt x="3" y="22"/>
                      <a:pt x="3" y="22"/>
                      <a:pt x="3" y="22"/>
                    </a:cubicBezTo>
                    <a:cubicBezTo>
                      <a:pt x="3" y="129"/>
                      <a:pt x="3" y="129"/>
                      <a:pt x="3" y="129"/>
                    </a:cubicBezTo>
                    <a:cubicBezTo>
                      <a:pt x="14" y="129"/>
                      <a:pt x="14" y="129"/>
                      <a:pt x="14" y="129"/>
                    </a:cubicBezTo>
                    <a:cubicBezTo>
                      <a:pt x="14" y="129"/>
                      <a:pt x="14" y="129"/>
                      <a:pt x="14" y="129"/>
                    </a:cubicBezTo>
                    <a:cubicBezTo>
                      <a:pt x="14" y="140"/>
                      <a:pt x="14" y="140"/>
                      <a:pt x="14" y="140"/>
                    </a:cubicBezTo>
                    <a:cubicBezTo>
                      <a:pt x="33" y="140"/>
                      <a:pt x="33" y="140"/>
                      <a:pt x="33" y="140"/>
                    </a:cubicBezTo>
                    <a:cubicBezTo>
                      <a:pt x="33" y="129"/>
                      <a:pt x="33" y="129"/>
                      <a:pt x="33" y="129"/>
                    </a:cubicBezTo>
                    <a:cubicBezTo>
                      <a:pt x="33" y="129"/>
                      <a:pt x="33" y="129"/>
                      <a:pt x="33" y="129"/>
                    </a:cubicBezTo>
                    <a:cubicBezTo>
                      <a:pt x="63" y="129"/>
                      <a:pt x="63" y="129"/>
                      <a:pt x="63" y="129"/>
                    </a:cubicBezTo>
                    <a:cubicBezTo>
                      <a:pt x="63" y="115"/>
                      <a:pt x="63" y="115"/>
                      <a:pt x="63" y="115"/>
                    </a:cubicBezTo>
                    <a:cubicBezTo>
                      <a:pt x="17" y="115"/>
                      <a:pt x="17" y="115"/>
                      <a:pt x="17" y="115"/>
                    </a:cubicBezTo>
                    <a:cubicBezTo>
                      <a:pt x="17" y="35"/>
                      <a:pt x="17" y="35"/>
                      <a:pt x="17" y="35"/>
                    </a:cubicBezTo>
                    <a:cubicBezTo>
                      <a:pt x="63" y="35"/>
                      <a:pt x="63" y="35"/>
                      <a:pt x="63" y="35"/>
                    </a:cubicBezTo>
                    <a:cubicBezTo>
                      <a:pt x="63" y="22"/>
                      <a:pt x="63" y="22"/>
                      <a:pt x="63" y="22"/>
                    </a:cubicBezTo>
                    <a:cubicBezTo>
                      <a:pt x="45" y="22"/>
                      <a:pt x="45" y="22"/>
                      <a:pt x="45" y="22"/>
                    </a:cubicBezTo>
                    <a:cubicBezTo>
                      <a:pt x="46" y="21"/>
                      <a:pt x="46" y="21"/>
                      <a:pt x="46" y="21"/>
                    </a:cubicBezTo>
                    <a:cubicBezTo>
                      <a:pt x="63" y="9"/>
                      <a:pt x="63" y="9"/>
                      <a:pt x="63" y="9"/>
                    </a:cubicBezTo>
                    <a:lnTo>
                      <a:pt x="63"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10" name="Freeform 139"/>
              <p:cNvSpPr>
                <a:spLocks/>
              </p:cNvSpPr>
              <p:nvPr/>
            </p:nvSpPr>
            <p:spPr bwMode="auto">
              <a:xfrm>
                <a:off x="-5461000" y="509587"/>
                <a:ext cx="60325" cy="57150"/>
              </a:xfrm>
              <a:custGeom>
                <a:avLst/>
                <a:gdLst>
                  <a:gd name="T0" fmla="*/ 0 w 16"/>
                  <a:gd name="T1" fmla="*/ 8 h 15"/>
                  <a:gd name="T2" fmla="*/ 3 w 16"/>
                  <a:gd name="T3" fmla="*/ 10 h 15"/>
                  <a:gd name="T4" fmla="*/ 11 w 16"/>
                  <a:gd name="T5" fmla="*/ 15 h 15"/>
                  <a:gd name="T6" fmla="*/ 16 w 16"/>
                  <a:gd name="T7" fmla="*/ 6 h 15"/>
                  <a:gd name="T8" fmla="*/ 4 w 16"/>
                  <a:gd name="T9" fmla="*/ 0 h 15"/>
                  <a:gd name="T10" fmla="*/ 0 w 16"/>
                  <a:gd name="T11" fmla="*/ 8 h 15"/>
                </a:gdLst>
                <a:ahLst/>
                <a:cxnLst>
                  <a:cxn ang="0">
                    <a:pos x="T0" y="T1"/>
                  </a:cxn>
                  <a:cxn ang="0">
                    <a:pos x="T2" y="T3"/>
                  </a:cxn>
                  <a:cxn ang="0">
                    <a:pos x="T4" y="T5"/>
                  </a:cxn>
                  <a:cxn ang="0">
                    <a:pos x="T6" y="T7"/>
                  </a:cxn>
                  <a:cxn ang="0">
                    <a:pos x="T8" y="T9"/>
                  </a:cxn>
                  <a:cxn ang="0">
                    <a:pos x="T10" y="T11"/>
                  </a:cxn>
                </a:cxnLst>
                <a:rect l="0" t="0" r="r" b="b"/>
                <a:pathLst>
                  <a:path w="16" h="15">
                    <a:moveTo>
                      <a:pt x="0" y="8"/>
                    </a:moveTo>
                    <a:cubicBezTo>
                      <a:pt x="1" y="8"/>
                      <a:pt x="2" y="9"/>
                      <a:pt x="3" y="10"/>
                    </a:cubicBezTo>
                    <a:cubicBezTo>
                      <a:pt x="6" y="11"/>
                      <a:pt x="9" y="13"/>
                      <a:pt x="11" y="15"/>
                    </a:cubicBezTo>
                    <a:cubicBezTo>
                      <a:pt x="16" y="6"/>
                      <a:pt x="16" y="6"/>
                      <a:pt x="16" y="6"/>
                    </a:cubicBezTo>
                    <a:cubicBezTo>
                      <a:pt x="4" y="0"/>
                      <a:pt x="4" y="0"/>
                      <a:pt x="4" y="0"/>
                    </a:cubicBezTo>
                    <a:lnTo>
                      <a:pt x="0"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11" name="Freeform 140"/>
              <p:cNvSpPr>
                <a:spLocks/>
              </p:cNvSpPr>
              <p:nvPr/>
            </p:nvSpPr>
            <p:spPr bwMode="auto">
              <a:xfrm>
                <a:off x="-5892800" y="841375"/>
                <a:ext cx="312738" cy="228600"/>
              </a:xfrm>
              <a:custGeom>
                <a:avLst/>
                <a:gdLst>
                  <a:gd name="T0" fmla="*/ 21 w 83"/>
                  <a:gd name="T1" fmla="*/ 58 h 61"/>
                  <a:gd name="T2" fmla="*/ 36 w 83"/>
                  <a:gd name="T3" fmla="*/ 61 h 61"/>
                  <a:gd name="T4" fmla="*/ 45 w 83"/>
                  <a:gd name="T5" fmla="*/ 60 h 61"/>
                  <a:gd name="T6" fmla="*/ 64 w 83"/>
                  <a:gd name="T7" fmla="*/ 45 h 61"/>
                  <a:gd name="T8" fmla="*/ 83 w 83"/>
                  <a:gd name="T9" fmla="*/ 9 h 61"/>
                  <a:gd name="T10" fmla="*/ 76 w 83"/>
                  <a:gd name="T11" fmla="*/ 2 h 61"/>
                  <a:gd name="T12" fmla="*/ 72 w 83"/>
                  <a:gd name="T13" fmla="*/ 0 h 61"/>
                  <a:gd name="T14" fmla="*/ 52 w 83"/>
                  <a:gd name="T15" fmla="*/ 38 h 61"/>
                  <a:gd name="T16" fmla="*/ 27 w 83"/>
                  <a:gd name="T17" fmla="*/ 46 h 61"/>
                  <a:gd name="T18" fmla="*/ 20 w 83"/>
                  <a:gd name="T19" fmla="*/ 21 h 61"/>
                  <a:gd name="T20" fmla="*/ 8 w 83"/>
                  <a:gd name="T21" fmla="*/ 15 h 61"/>
                  <a:gd name="T22" fmla="*/ 21 w 83"/>
                  <a:gd name="T23" fmla="*/ 58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3" h="61">
                    <a:moveTo>
                      <a:pt x="21" y="58"/>
                    </a:moveTo>
                    <a:cubicBezTo>
                      <a:pt x="26" y="60"/>
                      <a:pt x="31" y="61"/>
                      <a:pt x="36" y="61"/>
                    </a:cubicBezTo>
                    <a:cubicBezTo>
                      <a:pt x="39" y="61"/>
                      <a:pt x="42" y="61"/>
                      <a:pt x="45" y="60"/>
                    </a:cubicBezTo>
                    <a:cubicBezTo>
                      <a:pt x="53" y="57"/>
                      <a:pt x="60" y="52"/>
                      <a:pt x="64" y="45"/>
                    </a:cubicBezTo>
                    <a:cubicBezTo>
                      <a:pt x="83" y="9"/>
                      <a:pt x="83" y="9"/>
                      <a:pt x="83" y="9"/>
                    </a:cubicBezTo>
                    <a:cubicBezTo>
                      <a:pt x="81" y="6"/>
                      <a:pt x="79" y="3"/>
                      <a:pt x="76" y="2"/>
                    </a:cubicBezTo>
                    <a:cubicBezTo>
                      <a:pt x="74" y="1"/>
                      <a:pt x="73" y="1"/>
                      <a:pt x="72" y="0"/>
                    </a:cubicBezTo>
                    <a:cubicBezTo>
                      <a:pt x="52" y="38"/>
                      <a:pt x="52" y="38"/>
                      <a:pt x="52" y="38"/>
                    </a:cubicBezTo>
                    <a:cubicBezTo>
                      <a:pt x="47" y="47"/>
                      <a:pt x="36" y="51"/>
                      <a:pt x="27" y="46"/>
                    </a:cubicBezTo>
                    <a:cubicBezTo>
                      <a:pt x="19" y="41"/>
                      <a:pt x="15" y="30"/>
                      <a:pt x="20" y="21"/>
                    </a:cubicBezTo>
                    <a:cubicBezTo>
                      <a:pt x="8" y="15"/>
                      <a:pt x="8" y="15"/>
                      <a:pt x="8" y="15"/>
                    </a:cubicBezTo>
                    <a:cubicBezTo>
                      <a:pt x="0" y="30"/>
                      <a:pt x="6" y="50"/>
                      <a:pt x="21" y="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12" name="Freeform 141"/>
              <p:cNvSpPr>
                <a:spLocks/>
              </p:cNvSpPr>
              <p:nvPr/>
            </p:nvSpPr>
            <p:spPr bwMode="auto">
              <a:xfrm>
                <a:off x="-5832475" y="533400"/>
                <a:ext cx="541338" cy="454025"/>
              </a:xfrm>
              <a:custGeom>
                <a:avLst/>
                <a:gdLst>
                  <a:gd name="T0" fmla="*/ 108 w 144"/>
                  <a:gd name="T1" fmla="*/ 13 h 121"/>
                  <a:gd name="T2" fmla="*/ 100 w 144"/>
                  <a:gd name="T3" fmla="*/ 7 h 121"/>
                  <a:gd name="T4" fmla="*/ 97 w 144"/>
                  <a:gd name="T5" fmla="*/ 6 h 121"/>
                  <a:gd name="T6" fmla="*/ 68 w 144"/>
                  <a:gd name="T7" fmla="*/ 0 h 121"/>
                  <a:gd name="T8" fmla="*/ 8 w 144"/>
                  <a:gd name="T9" fmla="*/ 36 h 121"/>
                  <a:gd name="T10" fmla="*/ 1 w 144"/>
                  <a:gd name="T11" fmla="*/ 61 h 121"/>
                  <a:gd name="T12" fmla="*/ 0 w 144"/>
                  <a:gd name="T13" fmla="*/ 65 h 121"/>
                  <a:gd name="T14" fmla="*/ 1 w 144"/>
                  <a:gd name="T15" fmla="*/ 67 h 121"/>
                  <a:gd name="T16" fmla="*/ 3 w 144"/>
                  <a:gd name="T17" fmla="*/ 66 h 121"/>
                  <a:gd name="T18" fmla="*/ 6 w 144"/>
                  <a:gd name="T19" fmla="*/ 63 h 121"/>
                  <a:gd name="T20" fmla="*/ 18 w 144"/>
                  <a:gd name="T21" fmla="*/ 59 h 121"/>
                  <a:gd name="T22" fmla="*/ 27 w 144"/>
                  <a:gd name="T23" fmla="*/ 61 h 121"/>
                  <a:gd name="T24" fmla="*/ 37 w 144"/>
                  <a:gd name="T25" fmla="*/ 79 h 121"/>
                  <a:gd name="T26" fmla="*/ 37 w 144"/>
                  <a:gd name="T27" fmla="*/ 83 h 121"/>
                  <a:gd name="T28" fmla="*/ 41 w 144"/>
                  <a:gd name="T29" fmla="*/ 81 h 121"/>
                  <a:gd name="T30" fmla="*/ 52 w 144"/>
                  <a:gd name="T31" fmla="*/ 77 h 121"/>
                  <a:gd name="T32" fmla="*/ 58 w 144"/>
                  <a:gd name="T33" fmla="*/ 78 h 121"/>
                  <a:gd name="T34" fmla="*/ 62 w 144"/>
                  <a:gd name="T35" fmla="*/ 80 h 121"/>
                  <a:gd name="T36" fmla="*/ 69 w 144"/>
                  <a:gd name="T37" fmla="*/ 87 h 121"/>
                  <a:gd name="T38" fmla="*/ 72 w 144"/>
                  <a:gd name="T39" fmla="*/ 98 h 121"/>
                  <a:gd name="T40" fmla="*/ 72 w 144"/>
                  <a:gd name="T41" fmla="*/ 102 h 121"/>
                  <a:gd name="T42" fmla="*/ 75 w 144"/>
                  <a:gd name="T43" fmla="*/ 100 h 121"/>
                  <a:gd name="T44" fmla="*/ 87 w 144"/>
                  <a:gd name="T45" fmla="*/ 96 h 121"/>
                  <a:gd name="T46" fmla="*/ 96 w 144"/>
                  <a:gd name="T47" fmla="*/ 98 h 121"/>
                  <a:gd name="T48" fmla="*/ 107 w 144"/>
                  <a:gd name="T49" fmla="*/ 116 h 121"/>
                  <a:gd name="T50" fmla="*/ 108 w 144"/>
                  <a:gd name="T51" fmla="*/ 121 h 121"/>
                  <a:gd name="T52" fmla="*/ 111 w 144"/>
                  <a:gd name="T53" fmla="*/ 119 h 121"/>
                  <a:gd name="T54" fmla="*/ 128 w 144"/>
                  <a:gd name="T55" fmla="*/ 99 h 121"/>
                  <a:gd name="T56" fmla="*/ 108 w 144"/>
                  <a:gd name="T57" fmla="*/ 13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4" h="121">
                    <a:moveTo>
                      <a:pt x="108" y="13"/>
                    </a:moveTo>
                    <a:cubicBezTo>
                      <a:pt x="106" y="11"/>
                      <a:pt x="103" y="9"/>
                      <a:pt x="100" y="7"/>
                    </a:cubicBezTo>
                    <a:cubicBezTo>
                      <a:pt x="99" y="7"/>
                      <a:pt x="98" y="6"/>
                      <a:pt x="97" y="6"/>
                    </a:cubicBezTo>
                    <a:cubicBezTo>
                      <a:pt x="88" y="2"/>
                      <a:pt x="78" y="0"/>
                      <a:pt x="68" y="0"/>
                    </a:cubicBezTo>
                    <a:cubicBezTo>
                      <a:pt x="44" y="0"/>
                      <a:pt x="20" y="13"/>
                      <a:pt x="8" y="36"/>
                    </a:cubicBezTo>
                    <a:cubicBezTo>
                      <a:pt x="4" y="44"/>
                      <a:pt x="2" y="52"/>
                      <a:pt x="1" y="61"/>
                    </a:cubicBezTo>
                    <a:cubicBezTo>
                      <a:pt x="1" y="62"/>
                      <a:pt x="0" y="64"/>
                      <a:pt x="0" y="65"/>
                    </a:cubicBezTo>
                    <a:cubicBezTo>
                      <a:pt x="0" y="66"/>
                      <a:pt x="1" y="67"/>
                      <a:pt x="1" y="67"/>
                    </a:cubicBezTo>
                    <a:cubicBezTo>
                      <a:pt x="2" y="67"/>
                      <a:pt x="2" y="67"/>
                      <a:pt x="3" y="66"/>
                    </a:cubicBezTo>
                    <a:cubicBezTo>
                      <a:pt x="4" y="65"/>
                      <a:pt x="5" y="64"/>
                      <a:pt x="6" y="63"/>
                    </a:cubicBezTo>
                    <a:cubicBezTo>
                      <a:pt x="10" y="60"/>
                      <a:pt x="14" y="59"/>
                      <a:pt x="18" y="59"/>
                    </a:cubicBezTo>
                    <a:cubicBezTo>
                      <a:pt x="21" y="59"/>
                      <a:pt x="24" y="60"/>
                      <a:pt x="27" y="61"/>
                    </a:cubicBezTo>
                    <a:cubicBezTo>
                      <a:pt x="34" y="65"/>
                      <a:pt x="37" y="72"/>
                      <a:pt x="37" y="79"/>
                    </a:cubicBezTo>
                    <a:cubicBezTo>
                      <a:pt x="37" y="82"/>
                      <a:pt x="37" y="83"/>
                      <a:pt x="37" y="83"/>
                    </a:cubicBezTo>
                    <a:cubicBezTo>
                      <a:pt x="38" y="83"/>
                      <a:pt x="39" y="82"/>
                      <a:pt x="41" y="81"/>
                    </a:cubicBezTo>
                    <a:cubicBezTo>
                      <a:pt x="44" y="79"/>
                      <a:pt x="48" y="77"/>
                      <a:pt x="52" y="77"/>
                    </a:cubicBezTo>
                    <a:cubicBezTo>
                      <a:pt x="54" y="77"/>
                      <a:pt x="56" y="78"/>
                      <a:pt x="58" y="78"/>
                    </a:cubicBezTo>
                    <a:cubicBezTo>
                      <a:pt x="59" y="79"/>
                      <a:pt x="61" y="79"/>
                      <a:pt x="62" y="80"/>
                    </a:cubicBezTo>
                    <a:cubicBezTo>
                      <a:pt x="65" y="81"/>
                      <a:pt x="67" y="84"/>
                      <a:pt x="69" y="87"/>
                    </a:cubicBezTo>
                    <a:cubicBezTo>
                      <a:pt x="71" y="90"/>
                      <a:pt x="72" y="94"/>
                      <a:pt x="72" y="98"/>
                    </a:cubicBezTo>
                    <a:cubicBezTo>
                      <a:pt x="72" y="100"/>
                      <a:pt x="72" y="102"/>
                      <a:pt x="72" y="102"/>
                    </a:cubicBezTo>
                    <a:cubicBezTo>
                      <a:pt x="73" y="102"/>
                      <a:pt x="74" y="101"/>
                      <a:pt x="75" y="100"/>
                    </a:cubicBezTo>
                    <a:cubicBezTo>
                      <a:pt x="79" y="97"/>
                      <a:pt x="83" y="96"/>
                      <a:pt x="87" y="96"/>
                    </a:cubicBezTo>
                    <a:cubicBezTo>
                      <a:pt x="90" y="96"/>
                      <a:pt x="93" y="97"/>
                      <a:pt x="96" y="98"/>
                    </a:cubicBezTo>
                    <a:cubicBezTo>
                      <a:pt x="103" y="102"/>
                      <a:pt x="107" y="109"/>
                      <a:pt x="107" y="116"/>
                    </a:cubicBezTo>
                    <a:cubicBezTo>
                      <a:pt x="107" y="119"/>
                      <a:pt x="107" y="121"/>
                      <a:pt x="108" y="121"/>
                    </a:cubicBezTo>
                    <a:cubicBezTo>
                      <a:pt x="109" y="121"/>
                      <a:pt x="110" y="120"/>
                      <a:pt x="111" y="119"/>
                    </a:cubicBezTo>
                    <a:cubicBezTo>
                      <a:pt x="118" y="114"/>
                      <a:pt x="124" y="107"/>
                      <a:pt x="128" y="99"/>
                    </a:cubicBezTo>
                    <a:cubicBezTo>
                      <a:pt x="144" y="69"/>
                      <a:pt x="135" y="32"/>
                      <a:pt x="108"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13" name="Freeform 142"/>
              <p:cNvSpPr>
                <a:spLocks noEditPoints="1"/>
              </p:cNvSpPr>
              <p:nvPr/>
            </p:nvSpPr>
            <p:spPr bwMode="auto">
              <a:xfrm>
                <a:off x="-4886325" y="6961188"/>
                <a:ext cx="582613" cy="563563"/>
              </a:xfrm>
              <a:custGeom>
                <a:avLst/>
                <a:gdLst>
                  <a:gd name="T0" fmla="*/ 64 w 155"/>
                  <a:gd name="T1" fmla="*/ 117 h 150"/>
                  <a:gd name="T2" fmla="*/ 94 w 155"/>
                  <a:gd name="T3" fmla="*/ 108 h 150"/>
                  <a:gd name="T4" fmla="*/ 136 w 155"/>
                  <a:gd name="T5" fmla="*/ 150 h 150"/>
                  <a:gd name="T6" fmla="*/ 155 w 155"/>
                  <a:gd name="T7" fmla="*/ 131 h 150"/>
                  <a:gd name="T8" fmla="*/ 113 w 155"/>
                  <a:gd name="T9" fmla="*/ 89 h 150"/>
                  <a:gd name="T10" fmla="*/ 105 w 155"/>
                  <a:gd name="T11" fmla="*/ 17 h 150"/>
                  <a:gd name="T12" fmla="*/ 64 w 155"/>
                  <a:gd name="T13" fmla="*/ 0 h 150"/>
                  <a:gd name="T14" fmla="*/ 64 w 155"/>
                  <a:gd name="T15" fmla="*/ 23 h 150"/>
                  <a:gd name="T16" fmla="*/ 75 w 155"/>
                  <a:gd name="T17" fmla="*/ 23 h 150"/>
                  <a:gd name="T18" fmla="*/ 75 w 155"/>
                  <a:gd name="T19" fmla="*/ 47 h 150"/>
                  <a:gd name="T20" fmla="*/ 99 w 155"/>
                  <a:gd name="T21" fmla="*/ 47 h 150"/>
                  <a:gd name="T22" fmla="*/ 99 w 155"/>
                  <a:gd name="T23" fmla="*/ 70 h 150"/>
                  <a:gd name="T24" fmla="*/ 75 w 155"/>
                  <a:gd name="T25" fmla="*/ 70 h 150"/>
                  <a:gd name="T26" fmla="*/ 75 w 155"/>
                  <a:gd name="T27" fmla="*/ 94 h 150"/>
                  <a:gd name="T28" fmla="*/ 64 w 155"/>
                  <a:gd name="T29" fmla="*/ 94 h 150"/>
                  <a:gd name="T30" fmla="*/ 64 w 155"/>
                  <a:gd name="T31" fmla="*/ 117 h 150"/>
                  <a:gd name="T32" fmla="*/ 22 w 155"/>
                  <a:gd name="T33" fmla="*/ 100 h 150"/>
                  <a:gd name="T34" fmla="*/ 64 w 155"/>
                  <a:gd name="T35" fmla="*/ 117 h 150"/>
                  <a:gd name="T36" fmla="*/ 64 w 155"/>
                  <a:gd name="T37" fmla="*/ 94 h 150"/>
                  <a:gd name="T38" fmla="*/ 53 w 155"/>
                  <a:gd name="T39" fmla="*/ 94 h 150"/>
                  <a:gd name="T40" fmla="*/ 53 w 155"/>
                  <a:gd name="T41" fmla="*/ 70 h 150"/>
                  <a:gd name="T42" fmla="*/ 28 w 155"/>
                  <a:gd name="T43" fmla="*/ 70 h 150"/>
                  <a:gd name="T44" fmla="*/ 28 w 155"/>
                  <a:gd name="T45" fmla="*/ 47 h 150"/>
                  <a:gd name="T46" fmla="*/ 28 w 155"/>
                  <a:gd name="T47" fmla="*/ 47 h 150"/>
                  <a:gd name="T48" fmla="*/ 53 w 155"/>
                  <a:gd name="T49" fmla="*/ 47 h 150"/>
                  <a:gd name="T50" fmla="*/ 53 w 155"/>
                  <a:gd name="T51" fmla="*/ 23 h 150"/>
                  <a:gd name="T52" fmla="*/ 64 w 155"/>
                  <a:gd name="T53" fmla="*/ 23 h 150"/>
                  <a:gd name="T54" fmla="*/ 64 w 155"/>
                  <a:gd name="T55" fmla="*/ 0 h 150"/>
                  <a:gd name="T56" fmla="*/ 22 w 155"/>
                  <a:gd name="T57" fmla="*/ 17 h 150"/>
                  <a:gd name="T58" fmla="*/ 22 w 155"/>
                  <a:gd name="T59" fmla="*/ 10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55" h="150">
                    <a:moveTo>
                      <a:pt x="64" y="117"/>
                    </a:moveTo>
                    <a:cubicBezTo>
                      <a:pt x="74" y="117"/>
                      <a:pt x="85" y="114"/>
                      <a:pt x="94" y="108"/>
                    </a:cubicBezTo>
                    <a:cubicBezTo>
                      <a:pt x="136" y="150"/>
                      <a:pt x="136" y="150"/>
                      <a:pt x="136" y="150"/>
                    </a:cubicBezTo>
                    <a:cubicBezTo>
                      <a:pt x="155" y="131"/>
                      <a:pt x="155" y="131"/>
                      <a:pt x="155" y="131"/>
                    </a:cubicBezTo>
                    <a:cubicBezTo>
                      <a:pt x="113" y="89"/>
                      <a:pt x="113" y="89"/>
                      <a:pt x="113" y="89"/>
                    </a:cubicBezTo>
                    <a:cubicBezTo>
                      <a:pt x="127" y="67"/>
                      <a:pt x="124" y="37"/>
                      <a:pt x="105" y="17"/>
                    </a:cubicBezTo>
                    <a:cubicBezTo>
                      <a:pt x="94" y="6"/>
                      <a:pt x="79" y="0"/>
                      <a:pt x="64" y="0"/>
                    </a:cubicBezTo>
                    <a:cubicBezTo>
                      <a:pt x="64" y="23"/>
                      <a:pt x="64" y="23"/>
                      <a:pt x="64" y="23"/>
                    </a:cubicBezTo>
                    <a:cubicBezTo>
                      <a:pt x="75" y="23"/>
                      <a:pt x="75" y="23"/>
                      <a:pt x="75" y="23"/>
                    </a:cubicBezTo>
                    <a:cubicBezTo>
                      <a:pt x="75" y="47"/>
                      <a:pt x="75" y="47"/>
                      <a:pt x="75" y="47"/>
                    </a:cubicBezTo>
                    <a:cubicBezTo>
                      <a:pt x="99" y="47"/>
                      <a:pt x="99" y="47"/>
                      <a:pt x="99" y="47"/>
                    </a:cubicBezTo>
                    <a:cubicBezTo>
                      <a:pt x="99" y="70"/>
                      <a:pt x="99" y="70"/>
                      <a:pt x="99" y="70"/>
                    </a:cubicBezTo>
                    <a:cubicBezTo>
                      <a:pt x="75" y="70"/>
                      <a:pt x="75" y="70"/>
                      <a:pt x="75" y="70"/>
                    </a:cubicBezTo>
                    <a:cubicBezTo>
                      <a:pt x="75" y="94"/>
                      <a:pt x="75" y="94"/>
                      <a:pt x="75" y="94"/>
                    </a:cubicBezTo>
                    <a:cubicBezTo>
                      <a:pt x="64" y="94"/>
                      <a:pt x="64" y="94"/>
                      <a:pt x="64" y="94"/>
                    </a:cubicBezTo>
                    <a:lnTo>
                      <a:pt x="64" y="117"/>
                    </a:lnTo>
                    <a:close/>
                    <a:moveTo>
                      <a:pt x="22" y="100"/>
                    </a:moveTo>
                    <a:cubicBezTo>
                      <a:pt x="34" y="111"/>
                      <a:pt x="49" y="117"/>
                      <a:pt x="64" y="117"/>
                    </a:cubicBezTo>
                    <a:cubicBezTo>
                      <a:pt x="64" y="94"/>
                      <a:pt x="64" y="94"/>
                      <a:pt x="64" y="94"/>
                    </a:cubicBezTo>
                    <a:cubicBezTo>
                      <a:pt x="53" y="94"/>
                      <a:pt x="53" y="94"/>
                      <a:pt x="53" y="94"/>
                    </a:cubicBezTo>
                    <a:cubicBezTo>
                      <a:pt x="53" y="70"/>
                      <a:pt x="53" y="70"/>
                      <a:pt x="53" y="70"/>
                    </a:cubicBezTo>
                    <a:cubicBezTo>
                      <a:pt x="28" y="70"/>
                      <a:pt x="28" y="70"/>
                      <a:pt x="28" y="70"/>
                    </a:cubicBezTo>
                    <a:cubicBezTo>
                      <a:pt x="28" y="47"/>
                      <a:pt x="28" y="47"/>
                      <a:pt x="28" y="47"/>
                    </a:cubicBezTo>
                    <a:cubicBezTo>
                      <a:pt x="28" y="47"/>
                      <a:pt x="28" y="47"/>
                      <a:pt x="28" y="47"/>
                    </a:cubicBezTo>
                    <a:cubicBezTo>
                      <a:pt x="53" y="47"/>
                      <a:pt x="53" y="47"/>
                      <a:pt x="53" y="47"/>
                    </a:cubicBezTo>
                    <a:cubicBezTo>
                      <a:pt x="53" y="23"/>
                      <a:pt x="53" y="23"/>
                      <a:pt x="53" y="23"/>
                    </a:cubicBezTo>
                    <a:cubicBezTo>
                      <a:pt x="64" y="23"/>
                      <a:pt x="64" y="23"/>
                      <a:pt x="64" y="23"/>
                    </a:cubicBezTo>
                    <a:cubicBezTo>
                      <a:pt x="64" y="0"/>
                      <a:pt x="64" y="0"/>
                      <a:pt x="64" y="0"/>
                    </a:cubicBezTo>
                    <a:cubicBezTo>
                      <a:pt x="49" y="0"/>
                      <a:pt x="34" y="6"/>
                      <a:pt x="22" y="17"/>
                    </a:cubicBezTo>
                    <a:cubicBezTo>
                      <a:pt x="0" y="40"/>
                      <a:pt x="0" y="77"/>
                      <a:pt x="22"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14" name="Freeform 143"/>
              <p:cNvSpPr>
                <a:spLocks/>
              </p:cNvSpPr>
              <p:nvPr/>
            </p:nvSpPr>
            <p:spPr bwMode="auto">
              <a:xfrm>
                <a:off x="-6264275" y="5621338"/>
                <a:ext cx="153988" cy="195263"/>
              </a:xfrm>
              <a:custGeom>
                <a:avLst/>
                <a:gdLst>
                  <a:gd name="T0" fmla="*/ 0 w 41"/>
                  <a:gd name="T1" fmla="*/ 0 h 52"/>
                  <a:gd name="T2" fmla="*/ 16 w 41"/>
                  <a:gd name="T3" fmla="*/ 52 h 52"/>
                  <a:gd name="T4" fmla="*/ 41 w 41"/>
                  <a:gd name="T5" fmla="*/ 0 h 52"/>
                  <a:gd name="T6" fmla="*/ 0 w 41"/>
                  <a:gd name="T7" fmla="*/ 0 h 52"/>
                </a:gdLst>
                <a:ahLst/>
                <a:cxnLst>
                  <a:cxn ang="0">
                    <a:pos x="T0" y="T1"/>
                  </a:cxn>
                  <a:cxn ang="0">
                    <a:pos x="T2" y="T3"/>
                  </a:cxn>
                  <a:cxn ang="0">
                    <a:pos x="T4" y="T5"/>
                  </a:cxn>
                  <a:cxn ang="0">
                    <a:pos x="T6" y="T7"/>
                  </a:cxn>
                </a:cxnLst>
                <a:rect l="0" t="0" r="r" b="b"/>
                <a:pathLst>
                  <a:path w="41" h="52">
                    <a:moveTo>
                      <a:pt x="0" y="0"/>
                    </a:moveTo>
                    <a:cubicBezTo>
                      <a:pt x="1" y="21"/>
                      <a:pt x="7" y="39"/>
                      <a:pt x="16" y="52"/>
                    </a:cubicBezTo>
                    <a:cubicBezTo>
                      <a:pt x="30" y="39"/>
                      <a:pt x="39" y="21"/>
                      <a:pt x="4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15" name="Freeform 144"/>
              <p:cNvSpPr>
                <a:spLocks/>
              </p:cNvSpPr>
              <p:nvPr/>
            </p:nvSpPr>
            <p:spPr bwMode="auto">
              <a:xfrm>
                <a:off x="-6264275" y="5380038"/>
                <a:ext cx="153988" cy="192088"/>
              </a:xfrm>
              <a:custGeom>
                <a:avLst/>
                <a:gdLst>
                  <a:gd name="T0" fmla="*/ 16 w 41"/>
                  <a:gd name="T1" fmla="*/ 0 h 51"/>
                  <a:gd name="T2" fmla="*/ 0 w 41"/>
                  <a:gd name="T3" fmla="*/ 51 h 51"/>
                  <a:gd name="T4" fmla="*/ 41 w 41"/>
                  <a:gd name="T5" fmla="*/ 51 h 51"/>
                  <a:gd name="T6" fmla="*/ 16 w 41"/>
                  <a:gd name="T7" fmla="*/ 0 h 51"/>
                </a:gdLst>
                <a:ahLst/>
                <a:cxnLst>
                  <a:cxn ang="0">
                    <a:pos x="T0" y="T1"/>
                  </a:cxn>
                  <a:cxn ang="0">
                    <a:pos x="T2" y="T3"/>
                  </a:cxn>
                  <a:cxn ang="0">
                    <a:pos x="T4" y="T5"/>
                  </a:cxn>
                  <a:cxn ang="0">
                    <a:pos x="T6" y="T7"/>
                  </a:cxn>
                </a:cxnLst>
                <a:rect l="0" t="0" r="r" b="b"/>
                <a:pathLst>
                  <a:path w="41" h="51">
                    <a:moveTo>
                      <a:pt x="16" y="0"/>
                    </a:moveTo>
                    <a:cubicBezTo>
                      <a:pt x="7" y="12"/>
                      <a:pt x="1" y="30"/>
                      <a:pt x="0" y="51"/>
                    </a:cubicBezTo>
                    <a:cubicBezTo>
                      <a:pt x="41" y="51"/>
                      <a:pt x="41" y="51"/>
                      <a:pt x="41" y="51"/>
                    </a:cubicBezTo>
                    <a:cubicBezTo>
                      <a:pt x="39" y="31"/>
                      <a:pt x="30" y="13"/>
                      <a:pt x="1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16" name="Freeform 145"/>
              <p:cNvSpPr>
                <a:spLocks/>
              </p:cNvSpPr>
              <p:nvPr/>
            </p:nvSpPr>
            <p:spPr bwMode="auto">
              <a:xfrm>
                <a:off x="-6380163" y="5302250"/>
                <a:ext cx="134938" cy="269875"/>
              </a:xfrm>
              <a:custGeom>
                <a:avLst/>
                <a:gdLst>
                  <a:gd name="T0" fmla="*/ 0 w 36"/>
                  <a:gd name="T1" fmla="*/ 0 h 72"/>
                  <a:gd name="T2" fmla="*/ 0 w 36"/>
                  <a:gd name="T3" fmla="*/ 72 h 72"/>
                  <a:gd name="T4" fmla="*/ 18 w 36"/>
                  <a:gd name="T5" fmla="*/ 72 h 72"/>
                  <a:gd name="T6" fmla="*/ 36 w 36"/>
                  <a:gd name="T7" fmla="*/ 12 h 72"/>
                  <a:gd name="T8" fmla="*/ 0 w 36"/>
                  <a:gd name="T9" fmla="*/ 0 h 72"/>
                </a:gdLst>
                <a:ahLst/>
                <a:cxnLst>
                  <a:cxn ang="0">
                    <a:pos x="T0" y="T1"/>
                  </a:cxn>
                  <a:cxn ang="0">
                    <a:pos x="T2" y="T3"/>
                  </a:cxn>
                  <a:cxn ang="0">
                    <a:pos x="T4" y="T5"/>
                  </a:cxn>
                  <a:cxn ang="0">
                    <a:pos x="T6" y="T7"/>
                  </a:cxn>
                  <a:cxn ang="0">
                    <a:pos x="T8" y="T9"/>
                  </a:cxn>
                </a:cxnLst>
                <a:rect l="0" t="0" r="r" b="b"/>
                <a:pathLst>
                  <a:path w="36" h="72">
                    <a:moveTo>
                      <a:pt x="0" y="0"/>
                    </a:moveTo>
                    <a:cubicBezTo>
                      <a:pt x="0" y="72"/>
                      <a:pt x="0" y="72"/>
                      <a:pt x="0" y="72"/>
                    </a:cubicBezTo>
                    <a:cubicBezTo>
                      <a:pt x="18" y="72"/>
                      <a:pt x="18" y="72"/>
                      <a:pt x="18" y="72"/>
                    </a:cubicBezTo>
                    <a:cubicBezTo>
                      <a:pt x="19" y="48"/>
                      <a:pt x="26" y="27"/>
                      <a:pt x="36" y="12"/>
                    </a:cubicBezTo>
                    <a:cubicBezTo>
                      <a:pt x="26" y="6"/>
                      <a:pt x="13"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17" name="Freeform 146"/>
              <p:cNvSpPr>
                <a:spLocks/>
              </p:cNvSpPr>
              <p:nvPr/>
            </p:nvSpPr>
            <p:spPr bwMode="auto">
              <a:xfrm>
                <a:off x="-6569075" y="5621338"/>
                <a:ext cx="139700" cy="269875"/>
              </a:xfrm>
              <a:custGeom>
                <a:avLst/>
                <a:gdLst>
                  <a:gd name="T0" fmla="*/ 37 w 37"/>
                  <a:gd name="T1" fmla="*/ 72 h 72"/>
                  <a:gd name="T2" fmla="*/ 37 w 37"/>
                  <a:gd name="T3" fmla="*/ 0 h 72"/>
                  <a:gd name="T4" fmla="*/ 18 w 37"/>
                  <a:gd name="T5" fmla="*/ 0 h 72"/>
                  <a:gd name="T6" fmla="*/ 0 w 37"/>
                  <a:gd name="T7" fmla="*/ 59 h 72"/>
                  <a:gd name="T8" fmla="*/ 37 w 37"/>
                  <a:gd name="T9" fmla="*/ 72 h 72"/>
                </a:gdLst>
                <a:ahLst/>
                <a:cxnLst>
                  <a:cxn ang="0">
                    <a:pos x="T0" y="T1"/>
                  </a:cxn>
                  <a:cxn ang="0">
                    <a:pos x="T2" y="T3"/>
                  </a:cxn>
                  <a:cxn ang="0">
                    <a:pos x="T4" y="T5"/>
                  </a:cxn>
                  <a:cxn ang="0">
                    <a:pos x="T6" y="T7"/>
                  </a:cxn>
                  <a:cxn ang="0">
                    <a:pos x="T8" y="T9"/>
                  </a:cxn>
                </a:cxnLst>
                <a:rect l="0" t="0" r="r" b="b"/>
                <a:pathLst>
                  <a:path w="37" h="72">
                    <a:moveTo>
                      <a:pt x="37" y="72"/>
                    </a:moveTo>
                    <a:cubicBezTo>
                      <a:pt x="37" y="0"/>
                      <a:pt x="37" y="0"/>
                      <a:pt x="37" y="0"/>
                    </a:cubicBezTo>
                    <a:cubicBezTo>
                      <a:pt x="18" y="0"/>
                      <a:pt x="18" y="0"/>
                      <a:pt x="18" y="0"/>
                    </a:cubicBezTo>
                    <a:cubicBezTo>
                      <a:pt x="17" y="24"/>
                      <a:pt x="10" y="45"/>
                      <a:pt x="0" y="59"/>
                    </a:cubicBezTo>
                    <a:cubicBezTo>
                      <a:pt x="11" y="67"/>
                      <a:pt x="23" y="71"/>
                      <a:pt x="37" y="7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18" name="Freeform 147"/>
              <p:cNvSpPr>
                <a:spLocks/>
              </p:cNvSpPr>
              <p:nvPr/>
            </p:nvSpPr>
            <p:spPr bwMode="auto">
              <a:xfrm>
                <a:off x="-6569075" y="5302250"/>
                <a:ext cx="139700" cy="269875"/>
              </a:xfrm>
              <a:custGeom>
                <a:avLst/>
                <a:gdLst>
                  <a:gd name="T0" fmla="*/ 18 w 37"/>
                  <a:gd name="T1" fmla="*/ 72 h 72"/>
                  <a:gd name="T2" fmla="*/ 37 w 37"/>
                  <a:gd name="T3" fmla="*/ 72 h 72"/>
                  <a:gd name="T4" fmla="*/ 37 w 37"/>
                  <a:gd name="T5" fmla="*/ 0 h 72"/>
                  <a:gd name="T6" fmla="*/ 0 w 37"/>
                  <a:gd name="T7" fmla="*/ 13 h 72"/>
                  <a:gd name="T8" fmla="*/ 18 w 37"/>
                  <a:gd name="T9" fmla="*/ 72 h 72"/>
                </a:gdLst>
                <a:ahLst/>
                <a:cxnLst>
                  <a:cxn ang="0">
                    <a:pos x="T0" y="T1"/>
                  </a:cxn>
                  <a:cxn ang="0">
                    <a:pos x="T2" y="T3"/>
                  </a:cxn>
                  <a:cxn ang="0">
                    <a:pos x="T4" y="T5"/>
                  </a:cxn>
                  <a:cxn ang="0">
                    <a:pos x="T6" y="T7"/>
                  </a:cxn>
                  <a:cxn ang="0">
                    <a:pos x="T8" y="T9"/>
                  </a:cxn>
                </a:cxnLst>
                <a:rect l="0" t="0" r="r" b="b"/>
                <a:pathLst>
                  <a:path w="37" h="72">
                    <a:moveTo>
                      <a:pt x="18" y="72"/>
                    </a:moveTo>
                    <a:cubicBezTo>
                      <a:pt x="37" y="72"/>
                      <a:pt x="37" y="72"/>
                      <a:pt x="37" y="72"/>
                    </a:cubicBezTo>
                    <a:cubicBezTo>
                      <a:pt x="37" y="0"/>
                      <a:pt x="37" y="0"/>
                      <a:pt x="37" y="0"/>
                    </a:cubicBezTo>
                    <a:cubicBezTo>
                      <a:pt x="23" y="1"/>
                      <a:pt x="11" y="6"/>
                      <a:pt x="0" y="13"/>
                    </a:cubicBezTo>
                    <a:cubicBezTo>
                      <a:pt x="10" y="28"/>
                      <a:pt x="17" y="48"/>
                      <a:pt x="18" y="7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19" name="Freeform 148"/>
              <p:cNvSpPr>
                <a:spLocks/>
              </p:cNvSpPr>
              <p:nvPr/>
            </p:nvSpPr>
            <p:spPr bwMode="auto">
              <a:xfrm>
                <a:off x="-6699250" y="5621338"/>
                <a:ext cx="149225" cy="190500"/>
              </a:xfrm>
              <a:custGeom>
                <a:avLst/>
                <a:gdLst>
                  <a:gd name="T0" fmla="*/ 25 w 40"/>
                  <a:gd name="T1" fmla="*/ 51 h 51"/>
                  <a:gd name="T2" fmla="*/ 40 w 40"/>
                  <a:gd name="T3" fmla="*/ 0 h 51"/>
                  <a:gd name="T4" fmla="*/ 0 w 40"/>
                  <a:gd name="T5" fmla="*/ 0 h 51"/>
                  <a:gd name="T6" fmla="*/ 25 w 40"/>
                  <a:gd name="T7" fmla="*/ 51 h 51"/>
                </a:gdLst>
                <a:ahLst/>
                <a:cxnLst>
                  <a:cxn ang="0">
                    <a:pos x="T0" y="T1"/>
                  </a:cxn>
                  <a:cxn ang="0">
                    <a:pos x="T2" y="T3"/>
                  </a:cxn>
                  <a:cxn ang="0">
                    <a:pos x="T4" y="T5"/>
                  </a:cxn>
                  <a:cxn ang="0">
                    <a:pos x="T6" y="T7"/>
                  </a:cxn>
                </a:cxnLst>
                <a:rect l="0" t="0" r="r" b="b"/>
                <a:pathLst>
                  <a:path w="40" h="51">
                    <a:moveTo>
                      <a:pt x="25" y="51"/>
                    </a:moveTo>
                    <a:cubicBezTo>
                      <a:pt x="33" y="38"/>
                      <a:pt x="39" y="21"/>
                      <a:pt x="40" y="0"/>
                    </a:cubicBezTo>
                    <a:cubicBezTo>
                      <a:pt x="0" y="0"/>
                      <a:pt x="0" y="0"/>
                      <a:pt x="0" y="0"/>
                    </a:cubicBezTo>
                    <a:cubicBezTo>
                      <a:pt x="1" y="20"/>
                      <a:pt x="11" y="38"/>
                      <a:pt x="25"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20" name="Freeform 149"/>
              <p:cNvSpPr>
                <a:spLocks/>
              </p:cNvSpPr>
              <p:nvPr/>
            </p:nvSpPr>
            <p:spPr bwMode="auto">
              <a:xfrm>
                <a:off x="-6699250" y="5380038"/>
                <a:ext cx="149225" cy="192088"/>
              </a:xfrm>
              <a:custGeom>
                <a:avLst/>
                <a:gdLst>
                  <a:gd name="T0" fmla="*/ 25 w 40"/>
                  <a:gd name="T1" fmla="*/ 0 h 51"/>
                  <a:gd name="T2" fmla="*/ 0 w 40"/>
                  <a:gd name="T3" fmla="*/ 51 h 51"/>
                  <a:gd name="T4" fmla="*/ 40 w 40"/>
                  <a:gd name="T5" fmla="*/ 51 h 51"/>
                  <a:gd name="T6" fmla="*/ 25 w 40"/>
                  <a:gd name="T7" fmla="*/ 0 h 51"/>
                </a:gdLst>
                <a:ahLst/>
                <a:cxnLst>
                  <a:cxn ang="0">
                    <a:pos x="T0" y="T1"/>
                  </a:cxn>
                  <a:cxn ang="0">
                    <a:pos x="T2" y="T3"/>
                  </a:cxn>
                  <a:cxn ang="0">
                    <a:pos x="T4" y="T5"/>
                  </a:cxn>
                  <a:cxn ang="0">
                    <a:pos x="T6" y="T7"/>
                  </a:cxn>
                </a:cxnLst>
                <a:rect l="0" t="0" r="r" b="b"/>
                <a:pathLst>
                  <a:path w="40" h="51">
                    <a:moveTo>
                      <a:pt x="25" y="0"/>
                    </a:moveTo>
                    <a:cubicBezTo>
                      <a:pt x="11" y="13"/>
                      <a:pt x="1" y="31"/>
                      <a:pt x="0" y="51"/>
                    </a:cubicBezTo>
                    <a:cubicBezTo>
                      <a:pt x="40" y="51"/>
                      <a:pt x="40" y="51"/>
                      <a:pt x="40" y="51"/>
                    </a:cubicBezTo>
                    <a:cubicBezTo>
                      <a:pt x="39" y="31"/>
                      <a:pt x="33" y="13"/>
                      <a:pt x="2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21" name="Freeform 150"/>
              <p:cNvSpPr>
                <a:spLocks/>
              </p:cNvSpPr>
              <p:nvPr/>
            </p:nvSpPr>
            <p:spPr bwMode="auto">
              <a:xfrm>
                <a:off x="-6380163" y="5621338"/>
                <a:ext cx="134938" cy="269875"/>
              </a:xfrm>
              <a:custGeom>
                <a:avLst/>
                <a:gdLst>
                  <a:gd name="T0" fmla="*/ 0 w 36"/>
                  <a:gd name="T1" fmla="*/ 72 h 72"/>
                  <a:gd name="T2" fmla="*/ 36 w 36"/>
                  <a:gd name="T3" fmla="*/ 60 h 72"/>
                  <a:gd name="T4" fmla="*/ 18 w 36"/>
                  <a:gd name="T5" fmla="*/ 0 h 72"/>
                  <a:gd name="T6" fmla="*/ 0 w 36"/>
                  <a:gd name="T7" fmla="*/ 0 h 72"/>
                  <a:gd name="T8" fmla="*/ 0 w 36"/>
                  <a:gd name="T9" fmla="*/ 72 h 72"/>
                </a:gdLst>
                <a:ahLst/>
                <a:cxnLst>
                  <a:cxn ang="0">
                    <a:pos x="T0" y="T1"/>
                  </a:cxn>
                  <a:cxn ang="0">
                    <a:pos x="T2" y="T3"/>
                  </a:cxn>
                  <a:cxn ang="0">
                    <a:pos x="T4" y="T5"/>
                  </a:cxn>
                  <a:cxn ang="0">
                    <a:pos x="T6" y="T7"/>
                  </a:cxn>
                  <a:cxn ang="0">
                    <a:pos x="T8" y="T9"/>
                  </a:cxn>
                </a:cxnLst>
                <a:rect l="0" t="0" r="r" b="b"/>
                <a:pathLst>
                  <a:path w="36" h="72">
                    <a:moveTo>
                      <a:pt x="0" y="72"/>
                    </a:moveTo>
                    <a:cubicBezTo>
                      <a:pt x="13" y="71"/>
                      <a:pt x="26" y="67"/>
                      <a:pt x="36" y="60"/>
                    </a:cubicBezTo>
                    <a:cubicBezTo>
                      <a:pt x="26" y="45"/>
                      <a:pt x="19" y="24"/>
                      <a:pt x="18" y="0"/>
                    </a:cubicBezTo>
                    <a:cubicBezTo>
                      <a:pt x="0" y="0"/>
                      <a:pt x="0" y="0"/>
                      <a:pt x="0" y="0"/>
                    </a:cubicBezTo>
                    <a:lnTo>
                      <a:pt x="0" y="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22" name="Freeform 151"/>
              <p:cNvSpPr>
                <a:spLocks noEditPoints="1"/>
              </p:cNvSpPr>
              <p:nvPr/>
            </p:nvSpPr>
            <p:spPr bwMode="auto">
              <a:xfrm>
                <a:off x="-2324100" y="5951538"/>
                <a:ext cx="582613" cy="712788"/>
              </a:xfrm>
              <a:custGeom>
                <a:avLst/>
                <a:gdLst>
                  <a:gd name="T0" fmla="*/ 108 w 155"/>
                  <a:gd name="T1" fmla="*/ 175 h 190"/>
                  <a:gd name="T2" fmla="*/ 155 w 155"/>
                  <a:gd name="T3" fmla="*/ 190 h 190"/>
                  <a:gd name="T4" fmla="*/ 108 w 155"/>
                  <a:gd name="T5" fmla="*/ 109 h 190"/>
                  <a:gd name="T6" fmla="*/ 98 w 155"/>
                  <a:gd name="T7" fmla="*/ 92 h 190"/>
                  <a:gd name="T8" fmla="*/ 89 w 155"/>
                  <a:gd name="T9" fmla="*/ 132 h 190"/>
                  <a:gd name="T10" fmla="*/ 93 w 155"/>
                  <a:gd name="T11" fmla="*/ 144 h 190"/>
                  <a:gd name="T12" fmla="*/ 89 w 155"/>
                  <a:gd name="T13" fmla="*/ 140 h 190"/>
                  <a:gd name="T14" fmla="*/ 96 w 155"/>
                  <a:gd name="T15" fmla="*/ 161 h 190"/>
                  <a:gd name="T16" fmla="*/ 89 w 155"/>
                  <a:gd name="T17" fmla="*/ 175 h 190"/>
                  <a:gd name="T18" fmla="*/ 89 w 155"/>
                  <a:gd name="T19" fmla="*/ 175 h 190"/>
                  <a:gd name="T20" fmla="*/ 77 w 155"/>
                  <a:gd name="T21" fmla="*/ 161 h 190"/>
                  <a:gd name="T22" fmla="*/ 89 w 155"/>
                  <a:gd name="T23" fmla="*/ 50 h 190"/>
                  <a:gd name="T24" fmla="*/ 82 w 155"/>
                  <a:gd name="T25" fmla="*/ 28 h 190"/>
                  <a:gd name="T26" fmla="*/ 77 w 155"/>
                  <a:gd name="T27" fmla="*/ 56 h 190"/>
                  <a:gd name="T28" fmla="*/ 77 w 155"/>
                  <a:gd name="T29" fmla="*/ 92 h 190"/>
                  <a:gd name="T30" fmla="*/ 85 w 155"/>
                  <a:gd name="T31" fmla="*/ 109 h 190"/>
                  <a:gd name="T32" fmla="*/ 77 w 155"/>
                  <a:gd name="T33" fmla="*/ 129 h 190"/>
                  <a:gd name="T34" fmla="*/ 89 w 155"/>
                  <a:gd name="T35" fmla="*/ 154 h 190"/>
                  <a:gd name="T36" fmla="*/ 84 w 155"/>
                  <a:gd name="T37" fmla="*/ 136 h 190"/>
                  <a:gd name="T38" fmla="*/ 89 w 155"/>
                  <a:gd name="T39" fmla="*/ 50 h 190"/>
                  <a:gd name="T40" fmla="*/ 77 w 155"/>
                  <a:gd name="T41" fmla="*/ 175 h 190"/>
                  <a:gd name="T42" fmla="*/ 77 w 155"/>
                  <a:gd name="T43" fmla="*/ 161 h 190"/>
                  <a:gd name="T44" fmla="*/ 77 w 155"/>
                  <a:gd name="T45" fmla="*/ 161 h 190"/>
                  <a:gd name="T46" fmla="*/ 66 w 155"/>
                  <a:gd name="T47" fmla="*/ 175 h 190"/>
                  <a:gd name="T48" fmla="*/ 77 w 155"/>
                  <a:gd name="T49" fmla="*/ 0 h 190"/>
                  <a:gd name="T50" fmla="*/ 70 w 155"/>
                  <a:gd name="T51" fmla="*/ 28 h 190"/>
                  <a:gd name="T52" fmla="*/ 66 w 155"/>
                  <a:gd name="T53" fmla="*/ 132 h 190"/>
                  <a:gd name="T54" fmla="*/ 66 w 155"/>
                  <a:gd name="T55" fmla="*/ 140 h 190"/>
                  <a:gd name="T56" fmla="*/ 77 w 155"/>
                  <a:gd name="T57" fmla="*/ 143 h 190"/>
                  <a:gd name="T58" fmla="*/ 77 w 155"/>
                  <a:gd name="T59" fmla="*/ 129 h 190"/>
                  <a:gd name="T60" fmla="*/ 68 w 155"/>
                  <a:gd name="T61" fmla="*/ 119 h 190"/>
                  <a:gd name="T62" fmla="*/ 77 w 155"/>
                  <a:gd name="T63" fmla="*/ 109 h 190"/>
                  <a:gd name="T64" fmla="*/ 77 w 155"/>
                  <a:gd name="T65" fmla="*/ 109 h 190"/>
                  <a:gd name="T66" fmla="*/ 77 w 155"/>
                  <a:gd name="T67" fmla="*/ 92 h 190"/>
                  <a:gd name="T68" fmla="*/ 77 w 155"/>
                  <a:gd name="T69" fmla="*/ 56 h 190"/>
                  <a:gd name="T70" fmla="*/ 77 w 155"/>
                  <a:gd name="T71" fmla="*/ 56 h 190"/>
                  <a:gd name="T72" fmla="*/ 0 w 155"/>
                  <a:gd name="T73" fmla="*/ 190 h 190"/>
                  <a:gd name="T74" fmla="*/ 47 w 155"/>
                  <a:gd name="T75" fmla="*/ 175 h 190"/>
                  <a:gd name="T76" fmla="*/ 66 w 155"/>
                  <a:gd name="T77" fmla="*/ 161 h 190"/>
                  <a:gd name="T78" fmla="*/ 66 w 155"/>
                  <a:gd name="T79" fmla="*/ 154 h 190"/>
                  <a:gd name="T80" fmla="*/ 62 w 155"/>
                  <a:gd name="T81" fmla="*/ 144 h 190"/>
                  <a:gd name="T82" fmla="*/ 65 w 155"/>
                  <a:gd name="T83" fmla="*/ 131 h 190"/>
                  <a:gd name="T84" fmla="*/ 66 w 155"/>
                  <a:gd name="T85" fmla="*/ 50 h 190"/>
                  <a:gd name="T86" fmla="*/ 47 w 155"/>
                  <a:gd name="T87" fmla="*/ 92 h 190"/>
                  <a:gd name="T88" fmla="*/ 52 w 155"/>
                  <a:gd name="T89" fmla="*/ 109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5" h="190">
                    <a:moveTo>
                      <a:pt x="89" y="175"/>
                    </a:moveTo>
                    <a:cubicBezTo>
                      <a:pt x="108" y="175"/>
                      <a:pt x="108" y="175"/>
                      <a:pt x="108" y="175"/>
                    </a:cubicBezTo>
                    <a:cubicBezTo>
                      <a:pt x="124" y="190"/>
                      <a:pt x="124" y="190"/>
                      <a:pt x="124" y="190"/>
                    </a:cubicBezTo>
                    <a:cubicBezTo>
                      <a:pt x="155" y="190"/>
                      <a:pt x="155" y="190"/>
                      <a:pt x="155" y="190"/>
                    </a:cubicBezTo>
                    <a:cubicBezTo>
                      <a:pt x="130" y="177"/>
                      <a:pt x="114" y="142"/>
                      <a:pt x="103" y="109"/>
                    </a:cubicBezTo>
                    <a:cubicBezTo>
                      <a:pt x="108" y="109"/>
                      <a:pt x="108" y="109"/>
                      <a:pt x="108" y="109"/>
                    </a:cubicBezTo>
                    <a:cubicBezTo>
                      <a:pt x="108" y="92"/>
                      <a:pt x="108" y="92"/>
                      <a:pt x="108" y="92"/>
                    </a:cubicBezTo>
                    <a:cubicBezTo>
                      <a:pt x="98" y="92"/>
                      <a:pt x="98" y="92"/>
                      <a:pt x="98" y="92"/>
                    </a:cubicBezTo>
                    <a:cubicBezTo>
                      <a:pt x="94" y="77"/>
                      <a:pt x="91" y="62"/>
                      <a:pt x="89" y="50"/>
                    </a:cubicBezTo>
                    <a:cubicBezTo>
                      <a:pt x="89" y="132"/>
                      <a:pt x="89" y="132"/>
                      <a:pt x="89" y="132"/>
                    </a:cubicBezTo>
                    <a:cubicBezTo>
                      <a:pt x="89" y="131"/>
                      <a:pt x="89" y="131"/>
                      <a:pt x="89" y="131"/>
                    </a:cubicBezTo>
                    <a:cubicBezTo>
                      <a:pt x="90" y="135"/>
                      <a:pt x="92" y="140"/>
                      <a:pt x="93" y="144"/>
                    </a:cubicBezTo>
                    <a:cubicBezTo>
                      <a:pt x="93" y="144"/>
                      <a:pt x="93" y="144"/>
                      <a:pt x="93" y="144"/>
                    </a:cubicBezTo>
                    <a:cubicBezTo>
                      <a:pt x="89" y="140"/>
                      <a:pt x="89" y="140"/>
                      <a:pt x="89" y="140"/>
                    </a:cubicBezTo>
                    <a:cubicBezTo>
                      <a:pt x="89" y="154"/>
                      <a:pt x="89" y="154"/>
                      <a:pt x="89" y="154"/>
                    </a:cubicBezTo>
                    <a:cubicBezTo>
                      <a:pt x="96" y="161"/>
                      <a:pt x="96" y="161"/>
                      <a:pt x="96" y="161"/>
                    </a:cubicBezTo>
                    <a:cubicBezTo>
                      <a:pt x="89" y="161"/>
                      <a:pt x="89" y="161"/>
                      <a:pt x="89" y="161"/>
                    </a:cubicBezTo>
                    <a:lnTo>
                      <a:pt x="89" y="175"/>
                    </a:lnTo>
                    <a:close/>
                    <a:moveTo>
                      <a:pt x="77" y="175"/>
                    </a:moveTo>
                    <a:cubicBezTo>
                      <a:pt x="89" y="175"/>
                      <a:pt x="89" y="175"/>
                      <a:pt x="89" y="175"/>
                    </a:cubicBezTo>
                    <a:cubicBezTo>
                      <a:pt x="89" y="161"/>
                      <a:pt x="89" y="161"/>
                      <a:pt x="89" y="161"/>
                    </a:cubicBezTo>
                    <a:cubicBezTo>
                      <a:pt x="77" y="161"/>
                      <a:pt x="77" y="161"/>
                      <a:pt x="77" y="161"/>
                    </a:cubicBezTo>
                    <a:cubicBezTo>
                      <a:pt x="77" y="175"/>
                      <a:pt x="77" y="175"/>
                      <a:pt x="77" y="175"/>
                    </a:cubicBezTo>
                    <a:close/>
                    <a:moveTo>
                      <a:pt x="89" y="50"/>
                    </a:moveTo>
                    <a:cubicBezTo>
                      <a:pt x="86" y="37"/>
                      <a:pt x="85" y="28"/>
                      <a:pt x="85" y="28"/>
                    </a:cubicBezTo>
                    <a:cubicBezTo>
                      <a:pt x="82" y="28"/>
                      <a:pt x="82" y="28"/>
                      <a:pt x="82" y="28"/>
                    </a:cubicBezTo>
                    <a:cubicBezTo>
                      <a:pt x="77" y="0"/>
                      <a:pt x="77" y="0"/>
                      <a:pt x="77" y="0"/>
                    </a:cubicBezTo>
                    <a:cubicBezTo>
                      <a:pt x="77" y="56"/>
                      <a:pt x="77" y="56"/>
                      <a:pt x="77" y="56"/>
                    </a:cubicBezTo>
                    <a:cubicBezTo>
                      <a:pt x="77" y="57"/>
                      <a:pt x="79" y="84"/>
                      <a:pt x="81" y="92"/>
                    </a:cubicBezTo>
                    <a:cubicBezTo>
                      <a:pt x="77" y="92"/>
                      <a:pt x="77" y="92"/>
                      <a:pt x="77" y="92"/>
                    </a:cubicBezTo>
                    <a:cubicBezTo>
                      <a:pt x="77" y="109"/>
                      <a:pt x="77" y="109"/>
                      <a:pt x="77" y="109"/>
                    </a:cubicBezTo>
                    <a:cubicBezTo>
                      <a:pt x="85" y="109"/>
                      <a:pt x="85" y="109"/>
                      <a:pt x="85" y="109"/>
                    </a:cubicBezTo>
                    <a:cubicBezTo>
                      <a:pt x="85" y="109"/>
                      <a:pt x="85" y="113"/>
                      <a:pt x="87" y="119"/>
                    </a:cubicBezTo>
                    <a:cubicBezTo>
                      <a:pt x="77" y="129"/>
                      <a:pt x="77" y="129"/>
                      <a:pt x="77" y="129"/>
                    </a:cubicBezTo>
                    <a:cubicBezTo>
                      <a:pt x="77" y="143"/>
                      <a:pt x="77" y="143"/>
                      <a:pt x="77" y="143"/>
                    </a:cubicBezTo>
                    <a:cubicBezTo>
                      <a:pt x="89" y="154"/>
                      <a:pt x="89" y="154"/>
                      <a:pt x="89" y="154"/>
                    </a:cubicBezTo>
                    <a:cubicBezTo>
                      <a:pt x="89" y="140"/>
                      <a:pt x="89" y="140"/>
                      <a:pt x="89" y="140"/>
                    </a:cubicBezTo>
                    <a:cubicBezTo>
                      <a:pt x="84" y="136"/>
                      <a:pt x="84" y="136"/>
                      <a:pt x="84" y="136"/>
                    </a:cubicBezTo>
                    <a:cubicBezTo>
                      <a:pt x="89" y="132"/>
                      <a:pt x="89" y="132"/>
                      <a:pt x="89" y="132"/>
                    </a:cubicBezTo>
                    <a:lnTo>
                      <a:pt x="89" y="50"/>
                    </a:lnTo>
                    <a:close/>
                    <a:moveTo>
                      <a:pt x="66" y="175"/>
                    </a:moveTo>
                    <a:cubicBezTo>
                      <a:pt x="77" y="175"/>
                      <a:pt x="77" y="175"/>
                      <a:pt x="77" y="175"/>
                    </a:cubicBezTo>
                    <a:cubicBezTo>
                      <a:pt x="77" y="175"/>
                      <a:pt x="77" y="175"/>
                      <a:pt x="77" y="175"/>
                    </a:cubicBezTo>
                    <a:cubicBezTo>
                      <a:pt x="77" y="161"/>
                      <a:pt x="77" y="161"/>
                      <a:pt x="77" y="161"/>
                    </a:cubicBezTo>
                    <a:cubicBezTo>
                      <a:pt x="77" y="161"/>
                      <a:pt x="77" y="161"/>
                      <a:pt x="77" y="161"/>
                    </a:cubicBezTo>
                    <a:cubicBezTo>
                      <a:pt x="77" y="161"/>
                      <a:pt x="77" y="161"/>
                      <a:pt x="77" y="161"/>
                    </a:cubicBezTo>
                    <a:cubicBezTo>
                      <a:pt x="66" y="161"/>
                      <a:pt x="66" y="161"/>
                      <a:pt x="66" y="161"/>
                    </a:cubicBezTo>
                    <a:cubicBezTo>
                      <a:pt x="66" y="175"/>
                      <a:pt x="66" y="175"/>
                      <a:pt x="66" y="175"/>
                    </a:cubicBezTo>
                    <a:close/>
                    <a:moveTo>
                      <a:pt x="77" y="0"/>
                    </a:moveTo>
                    <a:cubicBezTo>
                      <a:pt x="77" y="0"/>
                      <a:pt x="77" y="0"/>
                      <a:pt x="77" y="0"/>
                    </a:cubicBezTo>
                    <a:cubicBezTo>
                      <a:pt x="72" y="28"/>
                      <a:pt x="72" y="28"/>
                      <a:pt x="72" y="28"/>
                    </a:cubicBezTo>
                    <a:cubicBezTo>
                      <a:pt x="70" y="28"/>
                      <a:pt x="70" y="28"/>
                      <a:pt x="70" y="28"/>
                    </a:cubicBezTo>
                    <a:cubicBezTo>
                      <a:pt x="70" y="28"/>
                      <a:pt x="69" y="37"/>
                      <a:pt x="66" y="50"/>
                    </a:cubicBezTo>
                    <a:cubicBezTo>
                      <a:pt x="66" y="132"/>
                      <a:pt x="66" y="132"/>
                      <a:pt x="66" y="132"/>
                    </a:cubicBezTo>
                    <a:cubicBezTo>
                      <a:pt x="70" y="136"/>
                      <a:pt x="70" y="136"/>
                      <a:pt x="70" y="136"/>
                    </a:cubicBezTo>
                    <a:cubicBezTo>
                      <a:pt x="66" y="140"/>
                      <a:pt x="66" y="140"/>
                      <a:pt x="66" y="140"/>
                    </a:cubicBezTo>
                    <a:cubicBezTo>
                      <a:pt x="66" y="154"/>
                      <a:pt x="66" y="154"/>
                      <a:pt x="66" y="154"/>
                    </a:cubicBezTo>
                    <a:cubicBezTo>
                      <a:pt x="77" y="143"/>
                      <a:pt x="77" y="143"/>
                      <a:pt x="77" y="143"/>
                    </a:cubicBezTo>
                    <a:cubicBezTo>
                      <a:pt x="77" y="143"/>
                      <a:pt x="77" y="143"/>
                      <a:pt x="77" y="143"/>
                    </a:cubicBezTo>
                    <a:cubicBezTo>
                      <a:pt x="77" y="129"/>
                      <a:pt x="77" y="129"/>
                      <a:pt x="77" y="129"/>
                    </a:cubicBezTo>
                    <a:cubicBezTo>
                      <a:pt x="77" y="129"/>
                      <a:pt x="77" y="129"/>
                      <a:pt x="77" y="129"/>
                    </a:cubicBezTo>
                    <a:cubicBezTo>
                      <a:pt x="68" y="119"/>
                      <a:pt x="68" y="119"/>
                      <a:pt x="68" y="119"/>
                    </a:cubicBezTo>
                    <a:cubicBezTo>
                      <a:pt x="69" y="113"/>
                      <a:pt x="70" y="109"/>
                      <a:pt x="70" y="109"/>
                    </a:cubicBezTo>
                    <a:cubicBezTo>
                      <a:pt x="77" y="109"/>
                      <a:pt x="77" y="109"/>
                      <a:pt x="77" y="109"/>
                    </a:cubicBezTo>
                    <a:cubicBezTo>
                      <a:pt x="77" y="109"/>
                      <a:pt x="77" y="109"/>
                      <a:pt x="77" y="109"/>
                    </a:cubicBezTo>
                    <a:cubicBezTo>
                      <a:pt x="77" y="109"/>
                      <a:pt x="77" y="109"/>
                      <a:pt x="77" y="109"/>
                    </a:cubicBezTo>
                    <a:cubicBezTo>
                      <a:pt x="77" y="92"/>
                      <a:pt x="77" y="92"/>
                      <a:pt x="77" y="92"/>
                    </a:cubicBezTo>
                    <a:cubicBezTo>
                      <a:pt x="77" y="92"/>
                      <a:pt x="77" y="92"/>
                      <a:pt x="77" y="92"/>
                    </a:cubicBezTo>
                    <a:cubicBezTo>
                      <a:pt x="74" y="92"/>
                      <a:pt x="74" y="92"/>
                      <a:pt x="74" y="92"/>
                    </a:cubicBezTo>
                    <a:cubicBezTo>
                      <a:pt x="76" y="84"/>
                      <a:pt x="77" y="56"/>
                      <a:pt x="77" y="56"/>
                    </a:cubicBezTo>
                    <a:cubicBezTo>
                      <a:pt x="77" y="56"/>
                      <a:pt x="77" y="56"/>
                      <a:pt x="77" y="56"/>
                    </a:cubicBezTo>
                    <a:cubicBezTo>
                      <a:pt x="77" y="56"/>
                      <a:pt x="77" y="56"/>
                      <a:pt x="77" y="56"/>
                    </a:cubicBezTo>
                    <a:lnTo>
                      <a:pt x="77" y="0"/>
                    </a:lnTo>
                    <a:close/>
                    <a:moveTo>
                      <a:pt x="0" y="190"/>
                    </a:moveTo>
                    <a:cubicBezTo>
                      <a:pt x="31" y="190"/>
                      <a:pt x="31" y="190"/>
                      <a:pt x="31" y="190"/>
                    </a:cubicBezTo>
                    <a:cubicBezTo>
                      <a:pt x="47" y="175"/>
                      <a:pt x="47" y="175"/>
                      <a:pt x="47" y="175"/>
                    </a:cubicBezTo>
                    <a:cubicBezTo>
                      <a:pt x="66" y="175"/>
                      <a:pt x="66" y="175"/>
                      <a:pt x="66" y="175"/>
                    </a:cubicBezTo>
                    <a:cubicBezTo>
                      <a:pt x="66" y="161"/>
                      <a:pt x="66" y="161"/>
                      <a:pt x="66" y="161"/>
                    </a:cubicBezTo>
                    <a:cubicBezTo>
                      <a:pt x="59" y="161"/>
                      <a:pt x="59" y="161"/>
                      <a:pt x="59" y="161"/>
                    </a:cubicBezTo>
                    <a:cubicBezTo>
                      <a:pt x="66" y="154"/>
                      <a:pt x="66" y="154"/>
                      <a:pt x="66" y="154"/>
                    </a:cubicBezTo>
                    <a:cubicBezTo>
                      <a:pt x="66" y="140"/>
                      <a:pt x="66" y="140"/>
                      <a:pt x="66" y="140"/>
                    </a:cubicBezTo>
                    <a:cubicBezTo>
                      <a:pt x="62" y="144"/>
                      <a:pt x="62" y="144"/>
                      <a:pt x="62" y="144"/>
                    </a:cubicBezTo>
                    <a:cubicBezTo>
                      <a:pt x="63" y="140"/>
                      <a:pt x="64" y="135"/>
                      <a:pt x="65" y="131"/>
                    </a:cubicBezTo>
                    <a:cubicBezTo>
                      <a:pt x="65" y="131"/>
                      <a:pt x="65" y="131"/>
                      <a:pt x="65" y="131"/>
                    </a:cubicBezTo>
                    <a:cubicBezTo>
                      <a:pt x="66" y="132"/>
                      <a:pt x="66" y="132"/>
                      <a:pt x="66" y="132"/>
                    </a:cubicBezTo>
                    <a:cubicBezTo>
                      <a:pt x="66" y="50"/>
                      <a:pt x="66" y="50"/>
                      <a:pt x="66" y="50"/>
                    </a:cubicBezTo>
                    <a:cubicBezTo>
                      <a:pt x="64" y="62"/>
                      <a:pt x="61" y="77"/>
                      <a:pt x="57" y="92"/>
                    </a:cubicBezTo>
                    <a:cubicBezTo>
                      <a:pt x="47" y="92"/>
                      <a:pt x="47" y="92"/>
                      <a:pt x="47" y="92"/>
                    </a:cubicBezTo>
                    <a:cubicBezTo>
                      <a:pt x="47" y="109"/>
                      <a:pt x="47" y="109"/>
                      <a:pt x="47" y="109"/>
                    </a:cubicBezTo>
                    <a:cubicBezTo>
                      <a:pt x="52" y="109"/>
                      <a:pt x="52" y="109"/>
                      <a:pt x="52" y="109"/>
                    </a:cubicBezTo>
                    <a:cubicBezTo>
                      <a:pt x="41" y="142"/>
                      <a:pt x="25" y="177"/>
                      <a:pt x="0" y="1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23" name="Freeform 152"/>
              <p:cNvSpPr>
                <a:spLocks/>
              </p:cNvSpPr>
              <p:nvPr/>
            </p:nvSpPr>
            <p:spPr bwMode="auto">
              <a:xfrm>
                <a:off x="-1196975" y="2162175"/>
                <a:ext cx="233363" cy="668338"/>
              </a:xfrm>
              <a:custGeom>
                <a:avLst/>
                <a:gdLst>
                  <a:gd name="T0" fmla="*/ 8 w 62"/>
                  <a:gd name="T1" fmla="*/ 21 h 178"/>
                  <a:gd name="T2" fmla="*/ 1 w 62"/>
                  <a:gd name="T3" fmla="*/ 43 h 178"/>
                  <a:gd name="T4" fmla="*/ 6 w 62"/>
                  <a:gd name="T5" fmla="*/ 62 h 178"/>
                  <a:gd name="T6" fmla="*/ 23 w 62"/>
                  <a:gd name="T7" fmla="*/ 82 h 178"/>
                  <a:gd name="T8" fmla="*/ 23 w 62"/>
                  <a:gd name="T9" fmla="*/ 178 h 178"/>
                  <a:gd name="T10" fmla="*/ 40 w 62"/>
                  <a:gd name="T11" fmla="*/ 178 h 178"/>
                  <a:gd name="T12" fmla="*/ 40 w 62"/>
                  <a:gd name="T13" fmla="*/ 82 h 178"/>
                  <a:gd name="T14" fmla="*/ 57 w 62"/>
                  <a:gd name="T15" fmla="*/ 62 h 178"/>
                  <a:gd name="T16" fmla="*/ 61 w 62"/>
                  <a:gd name="T17" fmla="*/ 43 h 178"/>
                  <a:gd name="T18" fmla="*/ 55 w 62"/>
                  <a:gd name="T19" fmla="*/ 21 h 178"/>
                  <a:gd name="T20" fmla="*/ 41 w 62"/>
                  <a:gd name="T21" fmla="*/ 1 h 178"/>
                  <a:gd name="T22" fmla="*/ 46 w 62"/>
                  <a:gd name="T23" fmla="*/ 42 h 178"/>
                  <a:gd name="T24" fmla="*/ 40 w 62"/>
                  <a:gd name="T25" fmla="*/ 42 h 178"/>
                  <a:gd name="T26" fmla="*/ 36 w 62"/>
                  <a:gd name="T27" fmla="*/ 0 h 178"/>
                  <a:gd name="T28" fmla="*/ 31 w 62"/>
                  <a:gd name="T29" fmla="*/ 0 h 178"/>
                  <a:gd name="T30" fmla="*/ 27 w 62"/>
                  <a:gd name="T31" fmla="*/ 0 h 178"/>
                  <a:gd name="T32" fmla="*/ 22 w 62"/>
                  <a:gd name="T33" fmla="*/ 42 h 178"/>
                  <a:gd name="T34" fmla="*/ 17 w 62"/>
                  <a:gd name="T35" fmla="*/ 42 h 178"/>
                  <a:gd name="T36" fmla="*/ 21 w 62"/>
                  <a:gd name="T37" fmla="*/ 1 h 178"/>
                  <a:gd name="T38" fmla="*/ 8 w 62"/>
                  <a:gd name="T39" fmla="*/ 21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2" h="178">
                    <a:moveTo>
                      <a:pt x="8" y="21"/>
                    </a:moveTo>
                    <a:cubicBezTo>
                      <a:pt x="5" y="29"/>
                      <a:pt x="2" y="36"/>
                      <a:pt x="1" y="43"/>
                    </a:cubicBezTo>
                    <a:cubicBezTo>
                      <a:pt x="0" y="51"/>
                      <a:pt x="2" y="56"/>
                      <a:pt x="6" y="62"/>
                    </a:cubicBezTo>
                    <a:cubicBezTo>
                      <a:pt x="9" y="68"/>
                      <a:pt x="15" y="77"/>
                      <a:pt x="23" y="82"/>
                    </a:cubicBezTo>
                    <a:cubicBezTo>
                      <a:pt x="23" y="178"/>
                      <a:pt x="23" y="178"/>
                      <a:pt x="23" y="178"/>
                    </a:cubicBezTo>
                    <a:cubicBezTo>
                      <a:pt x="40" y="178"/>
                      <a:pt x="40" y="178"/>
                      <a:pt x="40" y="178"/>
                    </a:cubicBezTo>
                    <a:cubicBezTo>
                      <a:pt x="40" y="82"/>
                      <a:pt x="40" y="82"/>
                      <a:pt x="40" y="82"/>
                    </a:cubicBezTo>
                    <a:cubicBezTo>
                      <a:pt x="47" y="78"/>
                      <a:pt x="53" y="68"/>
                      <a:pt x="57" y="62"/>
                    </a:cubicBezTo>
                    <a:cubicBezTo>
                      <a:pt x="60" y="56"/>
                      <a:pt x="62" y="51"/>
                      <a:pt x="61" y="43"/>
                    </a:cubicBezTo>
                    <a:cubicBezTo>
                      <a:pt x="60" y="36"/>
                      <a:pt x="57" y="29"/>
                      <a:pt x="55" y="21"/>
                    </a:cubicBezTo>
                    <a:cubicBezTo>
                      <a:pt x="53" y="16"/>
                      <a:pt x="49" y="2"/>
                      <a:pt x="41" y="1"/>
                    </a:cubicBezTo>
                    <a:cubicBezTo>
                      <a:pt x="46" y="42"/>
                      <a:pt x="46" y="42"/>
                      <a:pt x="46" y="42"/>
                    </a:cubicBezTo>
                    <a:cubicBezTo>
                      <a:pt x="40" y="42"/>
                      <a:pt x="40" y="42"/>
                      <a:pt x="40" y="42"/>
                    </a:cubicBezTo>
                    <a:cubicBezTo>
                      <a:pt x="36" y="0"/>
                      <a:pt x="36" y="0"/>
                      <a:pt x="36" y="0"/>
                    </a:cubicBezTo>
                    <a:cubicBezTo>
                      <a:pt x="31" y="0"/>
                      <a:pt x="31" y="0"/>
                      <a:pt x="31" y="0"/>
                    </a:cubicBezTo>
                    <a:cubicBezTo>
                      <a:pt x="27" y="0"/>
                      <a:pt x="27" y="0"/>
                      <a:pt x="27" y="0"/>
                    </a:cubicBezTo>
                    <a:cubicBezTo>
                      <a:pt x="22" y="42"/>
                      <a:pt x="22" y="42"/>
                      <a:pt x="22" y="42"/>
                    </a:cubicBezTo>
                    <a:cubicBezTo>
                      <a:pt x="17" y="42"/>
                      <a:pt x="17" y="42"/>
                      <a:pt x="17" y="42"/>
                    </a:cubicBezTo>
                    <a:cubicBezTo>
                      <a:pt x="21" y="1"/>
                      <a:pt x="21" y="1"/>
                      <a:pt x="21" y="1"/>
                    </a:cubicBezTo>
                    <a:cubicBezTo>
                      <a:pt x="14" y="2"/>
                      <a:pt x="10" y="16"/>
                      <a:pt x="8"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24" name="Freeform 153"/>
              <p:cNvSpPr>
                <a:spLocks/>
              </p:cNvSpPr>
              <p:nvPr/>
            </p:nvSpPr>
            <p:spPr bwMode="auto">
              <a:xfrm>
                <a:off x="-892175" y="2151062"/>
                <a:ext cx="244475" cy="679450"/>
              </a:xfrm>
              <a:custGeom>
                <a:avLst/>
                <a:gdLst>
                  <a:gd name="T0" fmla="*/ 41 w 65"/>
                  <a:gd name="T1" fmla="*/ 181 h 181"/>
                  <a:gd name="T2" fmla="*/ 41 w 65"/>
                  <a:gd name="T3" fmla="*/ 86 h 181"/>
                  <a:gd name="T4" fmla="*/ 65 w 65"/>
                  <a:gd name="T5" fmla="*/ 48 h 181"/>
                  <a:gd name="T6" fmla="*/ 33 w 65"/>
                  <a:gd name="T7" fmla="*/ 0 h 181"/>
                  <a:gd name="T8" fmla="*/ 0 w 65"/>
                  <a:gd name="T9" fmla="*/ 48 h 181"/>
                  <a:gd name="T10" fmla="*/ 24 w 65"/>
                  <a:gd name="T11" fmla="*/ 86 h 181"/>
                  <a:gd name="T12" fmla="*/ 24 w 65"/>
                  <a:gd name="T13" fmla="*/ 181 h 181"/>
                  <a:gd name="T14" fmla="*/ 41 w 65"/>
                  <a:gd name="T15" fmla="*/ 181 h 1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5" h="181">
                    <a:moveTo>
                      <a:pt x="41" y="181"/>
                    </a:moveTo>
                    <a:cubicBezTo>
                      <a:pt x="41" y="86"/>
                      <a:pt x="41" y="86"/>
                      <a:pt x="41" y="86"/>
                    </a:cubicBezTo>
                    <a:cubicBezTo>
                      <a:pt x="55" y="82"/>
                      <a:pt x="65" y="66"/>
                      <a:pt x="65" y="48"/>
                    </a:cubicBezTo>
                    <a:cubicBezTo>
                      <a:pt x="65" y="26"/>
                      <a:pt x="51" y="0"/>
                      <a:pt x="33" y="0"/>
                    </a:cubicBezTo>
                    <a:cubicBezTo>
                      <a:pt x="15" y="0"/>
                      <a:pt x="0" y="26"/>
                      <a:pt x="0" y="48"/>
                    </a:cubicBezTo>
                    <a:cubicBezTo>
                      <a:pt x="0" y="66"/>
                      <a:pt x="10" y="82"/>
                      <a:pt x="24" y="86"/>
                    </a:cubicBezTo>
                    <a:cubicBezTo>
                      <a:pt x="24" y="181"/>
                      <a:pt x="24" y="181"/>
                      <a:pt x="24" y="181"/>
                    </a:cubicBezTo>
                    <a:lnTo>
                      <a:pt x="41" y="18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25" name="Freeform 154"/>
              <p:cNvSpPr>
                <a:spLocks noEditPoints="1"/>
              </p:cNvSpPr>
              <p:nvPr/>
            </p:nvSpPr>
            <p:spPr bwMode="auto">
              <a:xfrm>
                <a:off x="-3724275" y="806450"/>
                <a:ext cx="581025" cy="147638"/>
              </a:xfrm>
              <a:custGeom>
                <a:avLst/>
                <a:gdLst>
                  <a:gd name="T0" fmla="*/ 182 w 366"/>
                  <a:gd name="T1" fmla="*/ 76 h 93"/>
                  <a:gd name="T2" fmla="*/ 314 w 366"/>
                  <a:gd name="T3" fmla="*/ 76 h 93"/>
                  <a:gd name="T4" fmla="*/ 324 w 366"/>
                  <a:gd name="T5" fmla="*/ 93 h 93"/>
                  <a:gd name="T6" fmla="*/ 366 w 366"/>
                  <a:gd name="T7" fmla="*/ 93 h 93"/>
                  <a:gd name="T8" fmla="*/ 298 w 366"/>
                  <a:gd name="T9" fmla="*/ 0 h 93"/>
                  <a:gd name="T10" fmla="*/ 255 w 366"/>
                  <a:gd name="T11" fmla="*/ 0 h 93"/>
                  <a:gd name="T12" fmla="*/ 265 w 366"/>
                  <a:gd name="T13" fmla="*/ 12 h 93"/>
                  <a:gd name="T14" fmla="*/ 182 w 366"/>
                  <a:gd name="T15" fmla="*/ 12 h 93"/>
                  <a:gd name="T16" fmla="*/ 182 w 366"/>
                  <a:gd name="T17" fmla="*/ 36 h 93"/>
                  <a:gd name="T18" fmla="*/ 284 w 366"/>
                  <a:gd name="T19" fmla="*/ 36 h 93"/>
                  <a:gd name="T20" fmla="*/ 295 w 366"/>
                  <a:gd name="T21" fmla="*/ 52 h 93"/>
                  <a:gd name="T22" fmla="*/ 182 w 366"/>
                  <a:gd name="T23" fmla="*/ 52 h 93"/>
                  <a:gd name="T24" fmla="*/ 182 w 366"/>
                  <a:gd name="T25" fmla="*/ 76 h 93"/>
                  <a:gd name="T26" fmla="*/ 52 w 366"/>
                  <a:gd name="T27" fmla="*/ 76 h 93"/>
                  <a:gd name="T28" fmla="*/ 182 w 366"/>
                  <a:gd name="T29" fmla="*/ 76 h 93"/>
                  <a:gd name="T30" fmla="*/ 182 w 366"/>
                  <a:gd name="T31" fmla="*/ 52 h 93"/>
                  <a:gd name="T32" fmla="*/ 71 w 366"/>
                  <a:gd name="T33" fmla="*/ 52 h 93"/>
                  <a:gd name="T34" fmla="*/ 82 w 366"/>
                  <a:gd name="T35" fmla="*/ 36 h 93"/>
                  <a:gd name="T36" fmla="*/ 82 w 366"/>
                  <a:gd name="T37" fmla="*/ 36 h 93"/>
                  <a:gd name="T38" fmla="*/ 182 w 366"/>
                  <a:gd name="T39" fmla="*/ 36 h 93"/>
                  <a:gd name="T40" fmla="*/ 182 w 366"/>
                  <a:gd name="T41" fmla="*/ 12 h 93"/>
                  <a:gd name="T42" fmla="*/ 101 w 366"/>
                  <a:gd name="T43" fmla="*/ 12 h 93"/>
                  <a:gd name="T44" fmla="*/ 111 w 366"/>
                  <a:gd name="T45" fmla="*/ 0 h 93"/>
                  <a:gd name="T46" fmla="*/ 68 w 366"/>
                  <a:gd name="T47" fmla="*/ 0 h 93"/>
                  <a:gd name="T48" fmla="*/ 0 w 366"/>
                  <a:gd name="T49" fmla="*/ 93 h 93"/>
                  <a:gd name="T50" fmla="*/ 42 w 366"/>
                  <a:gd name="T51" fmla="*/ 93 h 93"/>
                  <a:gd name="T52" fmla="*/ 52 w 366"/>
                  <a:gd name="T53" fmla="*/ 76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66" h="93">
                    <a:moveTo>
                      <a:pt x="182" y="76"/>
                    </a:moveTo>
                    <a:lnTo>
                      <a:pt x="314" y="76"/>
                    </a:lnTo>
                    <a:lnTo>
                      <a:pt x="324" y="93"/>
                    </a:lnTo>
                    <a:lnTo>
                      <a:pt x="366" y="93"/>
                    </a:lnTo>
                    <a:lnTo>
                      <a:pt x="298" y="0"/>
                    </a:lnTo>
                    <a:lnTo>
                      <a:pt x="255" y="0"/>
                    </a:lnTo>
                    <a:lnTo>
                      <a:pt x="265" y="12"/>
                    </a:lnTo>
                    <a:lnTo>
                      <a:pt x="182" y="12"/>
                    </a:lnTo>
                    <a:lnTo>
                      <a:pt x="182" y="36"/>
                    </a:lnTo>
                    <a:lnTo>
                      <a:pt x="284" y="36"/>
                    </a:lnTo>
                    <a:lnTo>
                      <a:pt x="295" y="52"/>
                    </a:lnTo>
                    <a:lnTo>
                      <a:pt x="182" y="52"/>
                    </a:lnTo>
                    <a:lnTo>
                      <a:pt x="182" y="76"/>
                    </a:lnTo>
                    <a:close/>
                    <a:moveTo>
                      <a:pt x="52" y="76"/>
                    </a:moveTo>
                    <a:lnTo>
                      <a:pt x="182" y="76"/>
                    </a:lnTo>
                    <a:lnTo>
                      <a:pt x="182" y="52"/>
                    </a:lnTo>
                    <a:lnTo>
                      <a:pt x="71" y="52"/>
                    </a:lnTo>
                    <a:lnTo>
                      <a:pt x="82" y="36"/>
                    </a:lnTo>
                    <a:lnTo>
                      <a:pt x="82" y="36"/>
                    </a:lnTo>
                    <a:lnTo>
                      <a:pt x="182" y="36"/>
                    </a:lnTo>
                    <a:lnTo>
                      <a:pt x="182" y="12"/>
                    </a:lnTo>
                    <a:lnTo>
                      <a:pt x="101" y="12"/>
                    </a:lnTo>
                    <a:lnTo>
                      <a:pt x="111" y="0"/>
                    </a:lnTo>
                    <a:lnTo>
                      <a:pt x="68" y="0"/>
                    </a:lnTo>
                    <a:lnTo>
                      <a:pt x="0" y="93"/>
                    </a:lnTo>
                    <a:lnTo>
                      <a:pt x="42" y="93"/>
                    </a:lnTo>
                    <a:lnTo>
                      <a:pt x="52" y="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26" name="Freeform 155"/>
              <p:cNvSpPr>
                <a:spLocks noEditPoints="1"/>
              </p:cNvSpPr>
              <p:nvPr/>
            </p:nvSpPr>
            <p:spPr bwMode="auto">
              <a:xfrm>
                <a:off x="-3694113" y="239712"/>
                <a:ext cx="533400" cy="549275"/>
              </a:xfrm>
              <a:custGeom>
                <a:avLst/>
                <a:gdLst>
                  <a:gd name="T0" fmla="*/ 281 w 336"/>
                  <a:gd name="T1" fmla="*/ 0 h 346"/>
                  <a:gd name="T2" fmla="*/ 310 w 336"/>
                  <a:gd name="T3" fmla="*/ 73 h 346"/>
                  <a:gd name="T4" fmla="*/ 310 w 336"/>
                  <a:gd name="T5" fmla="*/ 241 h 346"/>
                  <a:gd name="T6" fmla="*/ 281 w 336"/>
                  <a:gd name="T7" fmla="*/ 275 h 346"/>
                  <a:gd name="T8" fmla="*/ 310 w 336"/>
                  <a:gd name="T9" fmla="*/ 305 h 346"/>
                  <a:gd name="T10" fmla="*/ 281 w 336"/>
                  <a:gd name="T11" fmla="*/ 305 h 346"/>
                  <a:gd name="T12" fmla="*/ 336 w 336"/>
                  <a:gd name="T13" fmla="*/ 346 h 346"/>
                  <a:gd name="T14" fmla="*/ 336 w 336"/>
                  <a:gd name="T15" fmla="*/ 0 h 346"/>
                  <a:gd name="T16" fmla="*/ 168 w 336"/>
                  <a:gd name="T17" fmla="*/ 0 h 346"/>
                  <a:gd name="T18" fmla="*/ 267 w 336"/>
                  <a:gd name="T19" fmla="*/ 24 h 346"/>
                  <a:gd name="T20" fmla="*/ 168 w 336"/>
                  <a:gd name="T21" fmla="*/ 45 h 346"/>
                  <a:gd name="T22" fmla="*/ 281 w 336"/>
                  <a:gd name="T23" fmla="*/ 73 h 346"/>
                  <a:gd name="T24" fmla="*/ 281 w 336"/>
                  <a:gd name="T25" fmla="*/ 0 h 346"/>
                  <a:gd name="T26" fmla="*/ 281 w 336"/>
                  <a:gd name="T27" fmla="*/ 346 h 346"/>
                  <a:gd name="T28" fmla="*/ 250 w 336"/>
                  <a:gd name="T29" fmla="*/ 305 h 346"/>
                  <a:gd name="T30" fmla="*/ 281 w 336"/>
                  <a:gd name="T31" fmla="*/ 275 h 346"/>
                  <a:gd name="T32" fmla="*/ 168 w 336"/>
                  <a:gd name="T33" fmla="*/ 241 h 346"/>
                  <a:gd name="T34" fmla="*/ 168 w 336"/>
                  <a:gd name="T35" fmla="*/ 0 h 346"/>
                  <a:gd name="T36" fmla="*/ 56 w 336"/>
                  <a:gd name="T37" fmla="*/ 73 h 346"/>
                  <a:gd name="T38" fmla="*/ 168 w 336"/>
                  <a:gd name="T39" fmla="*/ 45 h 346"/>
                  <a:gd name="T40" fmla="*/ 71 w 336"/>
                  <a:gd name="T41" fmla="*/ 24 h 346"/>
                  <a:gd name="T42" fmla="*/ 168 w 336"/>
                  <a:gd name="T43" fmla="*/ 24 h 346"/>
                  <a:gd name="T44" fmla="*/ 168 w 336"/>
                  <a:gd name="T45" fmla="*/ 0 h 346"/>
                  <a:gd name="T46" fmla="*/ 168 w 336"/>
                  <a:gd name="T47" fmla="*/ 346 h 346"/>
                  <a:gd name="T48" fmla="*/ 56 w 336"/>
                  <a:gd name="T49" fmla="*/ 241 h 346"/>
                  <a:gd name="T50" fmla="*/ 85 w 336"/>
                  <a:gd name="T51" fmla="*/ 275 h 346"/>
                  <a:gd name="T52" fmla="*/ 85 w 336"/>
                  <a:gd name="T53" fmla="*/ 305 h 346"/>
                  <a:gd name="T54" fmla="*/ 56 w 336"/>
                  <a:gd name="T55" fmla="*/ 346 h 346"/>
                  <a:gd name="T56" fmla="*/ 0 w 336"/>
                  <a:gd name="T57" fmla="*/ 0 h 346"/>
                  <a:gd name="T58" fmla="*/ 56 w 336"/>
                  <a:gd name="T59" fmla="*/ 346 h 346"/>
                  <a:gd name="T60" fmla="*/ 26 w 336"/>
                  <a:gd name="T61" fmla="*/ 305 h 346"/>
                  <a:gd name="T62" fmla="*/ 56 w 336"/>
                  <a:gd name="T63" fmla="*/ 275 h 346"/>
                  <a:gd name="T64" fmla="*/ 26 w 336"/>
                  <a:gd name="T65" fmla="*/ 241 h 346"/>
                  <a:gd name="T66" fmla="*/ 56 w 336"/>
                  <a:gd name="T67" fmla="*/ 73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36" h="346">
                    <a:moveTo>
                      <a:pt x="336" y="0"/>
                    </a:moveTo>
                    <a:lnTo>
                      <a:pt x="281" y="0"/>
                    </a:lnTo>
                    <a:lnTo>
                      <a:pt x="281" y="73"/>
                    </a:lnTo>
                    <a:lnTo>
                      <a:pt x="310" y="73"/>
                    </a:lnTo>
                    <a:lnTo>
                      <a:pt x="310" y="241"/>
                    </a:lnTo>
                    <a:lnTo>
                      <a:pt x="310" y="241"/>
                    </a:lnTo>
                    <a:lnTo>
                      <a:pt x="281" y="241"/>
                    </a:lnTo>
                    <a:lnTo>
                      <a:pt x="281" y="275"/>
                    </a:lnTo>
                    <a:lnTo>
                      <a:pt x="310" y="275"/>
                    </a:lnTo>
                    <a:lnTo>
                      <a:pt x="310" y="305"/>
                    </a:lnTo>
                    <a:lnTo>
                      <a:pt x="310" y="305"/>
                    </a:lnTo>
                    <a:lnTo>
                      <a:pt x="281" y="305"/>
                    </a:lnTo>
                    <a:lnTo>
                      <a:pt x="281" y="346"/>
                    </a:lnTo>
                    <a:lnTo>
                      <a:pt x="336" y="346"/>
                    </a:lnTo>
                    <a:lnTo>
                      <a:pt x="336" y="0"/>
                    </a:lnTo>
                    <a:lnTo>
                      <a:pt x="336" y="0"/>
                    </a:lnTo>
                    <a:close/>
                    <a:moveTo>
                      <a:pt x="281" y="0"/>
                    </a:moveTo>
                    <a:lnTo>
                      <a:pt x="168" y="0"/>
                    </a:lnTo>
                    <a:lnTo>
                      <a:pt x="168" y="24"/>
                    </a:lnTo>
                    <a:lnTo>
                      <a:pt x="267" y="24"/>
                    </a:lnTo>
                    <a:lnTo>
                      <a:pt x="267" y="45"/>
                    </a:lnTo>
                    <a:lnTo>
                      <a:pt x="168" y="45"/>
                    </a:lnTo>
                    <a:lnTo>
                      <a:pt x="168" y="73"/>
                    </a:lnTo>
                    <a:lnTo>
                      <a:pt x="281" y="73"/>
                    </a:lnTo>
                    <a:lnTo>
                      <a:pt x="281" y="0"/>
                    </a:lnTo>
                    <a:lnTo>
                      <a:pt x="281" y="0"/>
                    </a:lnTo>
                    <a:close/>
                    <a:moveTo>
                      <a:pt x="168" y="346"/>
                    </a:moveTo>
                    <a:lnTo>
                      <a:pt x="281" y="346"/>
                    </a:lnTo>
                    <a:lnTo>
                      <a:pt x="281" y="305"/>
                    </a:lnTo>
                    <a:lnTo>
                      <a:pt x="250" y="305"/>
                    </a:lnTo>
                    <a:lnTo>
                      <a:pt x="250" y="275"/>
                    </a:lnTo>
                    <a:lnTo>
                      <a:pt x="281" y="275"/>
                    </a:lnTo>
                    <a:lnTo>
                      <a:pt x="281" y="241"/>
                    </a:lnTo>
                    <a:lnTo>
                      <a:pt x="168" y="241"/>
                    </a:lnTo>
                    <a:lnTo>
                      <a:pt x="168" y="346"/>
                    </a:lnTo>
                    <a:close/>
                    <a:moveTo>
                      <a:pt x="168" y="0"/>
                    </a:moveTo>
                    <a:lnTo>
                      <a:pt x="56" y="0"/>
                    </a:lnTo>
                    <a:lnTo>
                      <a:pt x="56" y="73"/>
                    </a:lnTo>
                    <a:lnTo>
                      <a:pt x="168" y="73"/>
                    </a:lnTo>
                    <a:lnTo>
                      <a:pt x="168" y="45"/>
                    </a:lnTo>
                    <a:lnTo>
                      <a:pt x="71" y="45"/>
                    </a:lnTo>
                    <a:lnTo>
                      <a:pt x="71" y="24"/>
                    </a:lnTo>
                    <a:lnTo>
                      <a:pt x="71" y="24"/>
                    </a:lnTo>
                    <a:lnTo>
                      <a:pt x="168" y="24"/>
                    </a:lnTo>
                    <a:lnTo>
                      <a:pt x="168" y="0"/>
                    </a:lnTo>
                    <a:lnTo>
                      <a:pt x="168" y="0"/>
                    </a:lnTo>
                    <a:close/>
                    <a:moveTo>
                      <a:pt x="56" y="346"/>
                    </a:moveTo>
                    <a:lnTo>
                      <a:pt x="168" y="346"/>
                    </a:lnTo>
                    <a:lnTo>
                      <a:pt x="168" y="241"/>
                    </a:lnTo>
                    <a:lnTo>
                      <a:pt x="56" y="241"/>
                    </a:lnTo>
                    <a:lnTo>
                      <a:pt x="56" y="275"/>
                    </a:lnTo>
                    <a:lnTo>
                      <a:pt x="85" y="275"/>
                    </a:lnTo>
                    <a:lnTo>
                      <a:pt x="85" y="305"/>
                    </a:lnTo>
                    <a:lnTo>
                      <a:pt x="85" y="305"/>
                    </a:lnTo>
                    <a:lnTo>
                      <a:pt x="56" y="305"/>
                    </a:lnTo>
                    <a:lnTo>
                      <a:pt x="56" y="346"/>
                    </a:lnTo>
                    <a:close/>
                    <a:moveTo>
                      <a:pt x="56" y="0"/>
                    </a:moveTo>
                    <a:lnTo>
                      <a:pt x="0" y="0"/>
                    </a:lnTo>
                    <a:lnTo>
                      <a:pt x="0" y="346"/>
                    </a:lnTo>
                    <a:lnTo>
                      <a:pt x="56" y="346"/>
                    </a:lnTo>
                    <a:lnTo>
                      <a:pt x="56" y="305"/>
                    </a:lnTo>
                    <a:lnTo>
                      <a:pt x="26" y="305"/>
                    </a:lnTo>
                    <a:lnTo>
                      <a:pt x="26" y="275"/>
                    </a:lnTo>
                    <a:lnTo>
                      <a:pt x="56" y="275"/>
                    </a:lnTo>
                    <a:lnTo>
                      <a:pt x="56" y="241"/>
                    </a:lnTo>
                    <a:lnTo>
                      <a:pt x="26" y="241"/>
                    </a:lnTo>
                    <a:lnTo>
                      <a:pt x="26" y="73"/>
                    </a:lnTo>
                    <a:lnTo>
                      <a:pt x="56" y="73"/>
                    </a:lnTo>
                    <a:lnTo>
                      <a:pt x="5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27" name="Rectangle 156"/>
              <p:cNvSpPr>
                <a:spLocks noChangeArrowheads="1"/>
              </p:cNvSpPr>
              <p:nvPr/>
            </p:nvSpPr>
            <p:spPr bwMode="auto">
              <a:xfrm>
                <a:off x="-2574925" y="4899025"/>
                <a:ext cx="558800" cy="650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28" name="Freeform 157"/>
              <p:cNvSpPr>
                <a:spLocks noEditPoints="1"/>
              </p:cNvSpPr>
              <p:nvPr/>
            </p:nvSpPr>
            <p:spPr bwMode="auto">
              <a:xfrm>
                <a:off x="-2574925" y="5030788"/>
                <a:ext cx="558800" cy="225425"/>
              </a:xfrm>
              <a:custGeom>
                <a:avLst/>
                <a:gdLst>
                  <a:gd name="T0" fmla="*/ 298 w 352"/>
                  <a:gd name="T1" fmla="*/ 142 h 142"/>
                  <a:gd name="T2" fmla="*/ 352 w 352"/>
                  <a:gd name="T3" fmla="*/ 142 h 142"/>
                  <a:gd name="T4" fmla="*/ 352 w 352"/>
                  <a:gd name="T5" fmla="*/ 0 h 142"/>
                  <a:gd name="T6" fmla="*/ 298 w 352"/>
                  <a:gd name="T7" fmla="*/ 0 h 142"/>
                  <a:gd name="T8" fmla="*/ 298 w 352"/>
                  <a:gd name="T9" fmla="*/ 69 h 142"/>
                  <a:gd name="T10" fmla="*/ 298 w 352"/>
                  <a:gd name="T11" fmla="*/ 69 h 142"/>
                  <a:gd name="T12" fmla="*/ 324 w 352"/>
                  <a:gd name="T13" fmla="*/ 95 h 142"/>
                  <a:gd name="T14" fmla="*/ 298 w 352"/>
                  <a:gd name="T15" fmla="*/ 121 h 142"/>
                  <a:gd name="T16" fmla="*/ 298 w 352"/>
                  <a:gd name="T17" fmla="*/ 142 h 142"/>
                  <a:gd name="T18" fmla="*/ 0 w 352"/>
                  <a:gd name="T19" fmla="*/ 142 h 142"/>
                  <a:gd name="T20" fmla="*/ 298 w 352"/>
                  <a:gd name="T21" fmla="*/ 142 h 142"/>
                  <a:gd name="T22" fmla="*/ 298 w 352"/>
                  <a:gd name="T23" fmla="*/ 121 h 142"/>
                  <a:gd name="T24" fmla="*/ 272 w 352"/>
                  <a:gd name="T25" fmla="*/ 95 h 142"/>
                  <a:gd name="T26" fmla="*/ 298 w 352"/>
                  <a:gd name="T27" fmla="*/ 69 h 142"/>
                  <a:gd name="T28" fmla="*/ 298 w 352"/>
                  <a:gd name="T29" fmla="*/ 0 h 142"/>
                  <a:gd name="T30" fmla="*/ 0 w 352"/>
                  <a:gd name="T31" fmla="*/ 0 h 142"/>
                  <a:gd name="T32" fmla="*/ 0 w 352"/>
                  <a:gd name="T33" fmla="*/ 142 h 142"/>
                  <a:gd name="T34" fmla="*/ 0 w 352"/>
                  <a:gd name="T35" fmla="*/ 142 h 142"/>
                  <a:gd name="T36" fmla="*/ 298 w 352"/>
                  <a:gd name="T37" fmla="*/ 69 h 142"/>
                  <a:gd name="T38" fmla="*/ 298 w 352"/>
                  <a:gd name="T39" fmla="*/ 69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52" h="142">
                    <a:moveTo>
                      <a:pt x="298" y="142"/>
                    </a:moveTo>
                    <a:lnTo>
                      <a:pt x="352" y="142"/>
                    </a:lnTo>
                    <a:lnTo>
                      <a:pt x="352" y="0"/>
                    </a:lnTo>
                    <a:lnTo>
                      <a:pt x="298" y="0"/>
                    </a:lnTo>
                    <a:lnTo>
                      <a:pt x="298" y="69"/>
                    </a:lnTo>
                    <a:lnTo>
                      <a:pt x="298" y="69"/>
                    </a:lnTo>
                    <a:lnTo>
                      <a:pt x="324" y="95"/>
                    </a:lnTo>
                    <a:lnTo>
                      <a:pt x="298" y="121"/>
                    </a:lnTo>
                    <a:lnTo>
                      <a:pt x="298" y="142"/>
                    </a:lnTo>
                    <a:close/>
                    <a:moveTo>
                      <a:pt x="0" y="142"/>
                    </a:moveTo>
                    <a:lnTo>
                      <a:pt x="298" y="142"/>
                    </a:lnTo>
                    <a:lnTo>
                      <a:pt x="298" y="121"/>
                    </a:lnTo>
                    <a:lnTo>
                      <a:pt x="272" y="95"/>
                    </a:lnTo>
                    <a:lnTo>
                      <a:pt x="298" y="69"/>
                    </a:lnTo>
                    <a:lnTo>
                      <a:pt x="298" y="0"/>
                    </a:lnTo>
                    <a:lnTo>
                      <a:pt x="0" y="0"/>
                    </a:lnTo>
                    <a:lnTo>
                      <a:pt x="0" y="142"/>
                    </a:lnTo>
                    <a:lnTo>
                      <a:pt x="0" y="142"/>
                    </a:lnTo>
                    <a:close/>
                    <a:moveTo>
                      <a:pt x="298" y="69"/>
                    </a:moveTo>
                    <a:lnTo>
                      <a:pt x="298" y="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29" name="Freeform 158"/>
              <p:cNvSpPr>
                <a:spLocks noEditPoints="1"/>
              </p:cNvSpPr>
              <p:nvPr/>
            </p:nvSpPr>
            <p:spPr bwMode="auto">
              <a:xfrm>
                <a:off x="-2574925" y="5030788"/>
                <a:ext cx="558800" cy="225425"/>
              </a:xfrm>
              <a:custGeom>
                <a:avLst/>
                <a:gdLst>
                  <a:gd name="T0" fmla="*/ 298 w 352"/>
                  <a:gd name="T1" fmla="*/ 142 h 142"/>
                  <a:gd name="T2" fmla="*/ 352 w 352"/>
                  <a:gd name="T3" fmla="*/ 142 h 142"/>
                  <a:gd name="T4" fmla="*/ 352 w 352"/>
                  <a:gd name="T5" fmla="*/ 0 h 142"/>
                  <a:gd name="T6" fmla="*/ 298 w 352"/>
                  <a:gd name="T7" fmla="*/ 0 h 142"/>
                  <a:gd name="T8" fmla="*/ 298 w 352"/>
                  <a:gd name="T9" fmla="*/ 69 h 142"/>
                  <a:gd name="T10" fmla="*/ 298 w 352"/>
                  <a:gd name="T11" fmla="*/ 69 h 142"/>
                  <a:gd name="T12" fmla="*/ 324 w 352"/>
                  <a:gd name="T13" fmla="*/ 95 h 142"/>
                  <a:gd name="T14" fmla="*/ 298 w 352"/>
                  <a:gd name="T15" fmla="*/ 121 h 142"/>
                  <a:gd name="T16" fmla="*/ 298 w 352"/>
                  <a:gd name="T17" fmla="*/ 142 h 142"/>
                  <a:gd name="T18" fmla="*/ 0 w 352"/>
                  <a:gd name="T19" fmla="*/ 142 h 142"/>
                  <a:gd name="T20" fmla="*/ 298 w 352"/>
                  <a:gd name="T21" fmla="*/ 142 h 142"/>
                  <a:gd name="T22" fmla="*/ 298 w 352"/>
                  <a:gd name="T23" fmla="*/ 121 h 142"/>
                  <a:gd name="T24" fmla="*/ 272 w 352"/>
                  <a:gd name="T25" fmla="*/ 95 h 142"/>
                  <a:gd name="T26" fmla="*/ 298 w 352"/>
                  <a:gd name="T27" fmla="*/ 69 h 142"/>
                  <a:gd name="T28" fmla="*/ 298 w 352"/>
                  <a:gd name="T29" fmla="*/ 0 h 142"/>
                  <a:gd name="T30" fmla="*/ 0 w 352"/>
                  <a:gd name="T31" fmla="*/ 0 h 142"/>
                  <a:gd name="T32" fmla="*/ 0 w 352"/>
                  <a:gd name="T33" fmla="*/ 142 h 142"/>
                  <a:gd name="T34" fmla="*/ 0 w 352"/>
                  <a:gd name="T35" fmla="*/ 142 h 142"/>
                  <a:gd name="T36" fmla="*/ 298 w 352"/>
                  <a:gd name="T37" fmla="*/ 69 h 142"/>
                  <a:gd name="T38" fmla="*/ 298 w 352"/>
                  <a:gd name="T39" fmla="*/ 69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52" h="142">
                    <a:moveTo>
                      <a:pt x="298" y="142"/>
                    </a:moveTo>
                    <a:lnTo>
                      <a:pt x="352" y="142"/>
                    </a:lnTo>
                    <a:lnTo>
                      <a:pt x="352" y="0"/>
                    </a:lnTo>
                    <a:lnTo>
                      <a:pt x="298" y="0"/>
                    </a:lnTo>
                    <a:lnTo>
                      <a:pt x="298" y="69"/>
                    </a:lnTo>
                    <a:lnTo>
                      <a:pt x="298" y="69"/>
                    </a:lnTo>
                    <a:lnTo>
                      <a:pt x="324" y="95"/>
                    </a:lnTo>
                    <a:lnTo>
                      <a:pt x="298" y="121"/>
                    </a:lnTo>
                    <a:lnTo>
                      <a:pt x="298" y="142"/>
                    </a:lnTo>
                    <a:moveTo>
                      <a:pt x="0" y="142"/>
                    </a:moveTo>
                    <a:lnTo>
                      <a:pt x="298" y="142"/>
                    </a:lnTo>
                    <a:lnTo>
                      <a:pt x="298" y="121"/>
                    </a:lnTo>
                    <a:lnTo>
                      <a:pt x="272" y="95"/>
                    </a:lnTo>
                    <a:lnTo>
                      <a:pt x="298" y="69"/>
                    </a:lnTo>
                    <a:lnTo>
                      <a:pt x="298" y="0"/>
                    </a:lnTo>
                    <a:lnTo>
                      <a:pt x="0" y="0"/>
                    </a:lnTo>
                    <a:lnTo>
                      <a:pt x="0" y="142"/>
                    </a:lnTo>
                    <a:lnTo>
                      <a:pt x="0" y="142"/>
                    </a:lnTo>
                    <a:moveTo>
                      <a:pt x="298" y="69"/>
                    </a:moveTo>
                    <a:lnTo>
                      <a:pt x="298" y="6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30" name="Freeform 159"/>
              <p:cNvSpPr>
                <a:spLocks noEditPoints="1"/>
              </p:cNvSpPr>
              <p:nvPr/>
            </p:nvSpPr>
            <p:spPr bwMode="auto">
              <a:xfrm>
                <a:off x="-3187700" y="7847013"/>
                <a:ext cx="525463" cy="327025"/>
              </a:xfrm>
              <a:custGeom>
                <a:avLst/>
                <a:gdLst>
                  <a:gd name="T0" fmla="*/ 260 w 331"/>
                  <a:gd name="T1" fmla="*/ 206 h 206"/>
                  <a:gd name="T2" fmla="*/ 331 w 331"/>
                  <a:gd name="T3" fmla="*/ 206 h 206"/>
                  <a:gd name="T4" fmla="*/ 331 w 331"/>
                  <a:gd name="T5" fmla="*/ 114 h 206"/>
                  <a:gd name="T6" fmla="*/ 291 w 331"/>
                  <a:gd name="T7" fmla="*/ 114 h 206"/>
                  <a:gd name="T8" fmla="*/ 291 w 331"/>
                  <a:gd name="T9" fmla="*/ 0 h 206"/>
                  <a:gd name="T10" fmla="*/ 260 w 331"/>
                  <a:gd name="T11" fmla="*/ 0 h 206"/>
                  <a:gd name="T12" fmla="*/ 260 w 331"/>
                  <a:gd name="T13" fmla="*/ 144 h 206"/>
                  <a:gd name="T14" fmla="*/ 289 w 331"/>
                  <a:gd name="T15" fmla="*/ 144 h 206"/>
                  <a:gd name="T16" fmla="*/ 289 w 331"/>
                  <a:gd name="T17" fmla="*/ 185 h 206"/>
                  <a:gd name="T18" fmla="*/ 289 w 331"/>
                  <a:gd name="T19" fmla="*/ 185 h 206"/>
                  <a:gd name="T20" fmla="*/ 260 w 331"/>
                  <a:gd name="T21" fmla="*/ 185 h 206"/>
                  <a:gd name="T22" fmla="*/ 260 w 331"/>
                  <a:gd name="T23" fmla="*/ 206 h 206"/>
                  <a:gd name="T24" fmla="*/ 215 w 331"/>
                  <a:gd name="T25" fmla="*/ 0 h 206"/>
                  <a:gd name="T26" fmla="*/ 215 w 331"/>
                  <a:gd name="T27" fmla="*/ 114 h 206"/>
                  <a:gd name="T28" fmla="*/ 166 w 331"/>
                  <a:gd name="T29" fmla="*/ 114 h 206"/>
                  <a:gd name="T30" fmla="*/ 166 w 331"/>
                  <a:gd name="T31" fmla="*/ 144 h 206"/>
                  <a:gd name="T32" fmla="*/ 194 w 331"/>
                  <a:gd name="T33" fmla="*/ 144 h 206"/>
                  <a:gd name="T34" fmla="*/ 194 w 331"/>
                  <a:gd name="T35" fmla="*/ 185 h 206"/>
                  <a:gd name="T36" fmla="*/ 194 w 331"/>
                  <a:gd name="T37" fmla="*/ 185 h 206"/>
                  <a:gd name="T38" fmla="*/ 166 w 331"/>
                  <a:gd name="T39" fmla="*/ 185 h 206"/>
                  <a:gd name="T40" fmla="*/ 166 w 331"/>
                  <a:gd name="T41" fmla="*/ 206 h 206"/>
                  <a:gd name="T42" fmla="*/ 260 w 331"/>
                  <a:gd name="T43" fmla="*/ 206 h 206"/>
                  <a:gd name="T44" fmla="*/ 260 w 331"/>
                  <a:gd name="T45" fmla="*/ 185 h 206"/>
                  <a:gd name="T46" fmla="*/ 232 w 331"/>
                  <a:gd name="T47" fmla="*/ 185 h 206"/>
                  <a:gd name="T48" fmla="*/ 232 w 331"/>
                  <a:gd name="T49" fmla="*/ 144 h 206"/>
                  <a:gd name="T50" fmla="*/ 260 w 331"/>
                  <a:gd name="T51" fmla="*/ 144 h 206"/>
                  <a:gd name="T52" fmla="*/ 260 w 331"/>
                  <a:gd name="T53" fmla="*/ 0 h 206"/>
                  <a:gd name="T54" fmla="*/ 215 w 331"/>
                  <a:gd name="T55" fmla="*/ 0 h 206"/>
                  <a:gd name="T56" fmla="*/ 166 w 331"/>
                  <a:gd name="T57" fmla="*/ 114 h 206"/>
                  <a:gd name="T58" fmla="*/ 71 w 331"/>
                  <a:gd name="T59" fmla="*/ 114 h 206"/>
                  <a:gd name="T60" fmla="*/ 71 w 331"/>
                  <a:gd name="T61" fmla="*/ 144 h 206"/>
                  <a:gd name="T62" fmla="*/ 99 w 331"/>
                  <a:gd name="T63" fmla="*/ 144 h 206"/>
                  <a:gd name="T64" fmla="*/ 99 w 331"/>
                  <a:gd name="T65" fmla="*/ 185 h 206"/>
                  <a:gd name="T66" fmla="*/ 99 w 331"/>
                  <a:gd name="T67" fmla="*/ 185 h 206"/>
                  <a:gd name="T68" fmla="*/ 71 w 331"/>
                  <a:gd name="T69" fmla="*/ 185 h 206"/>
                  <a:gd name="T70" fmla="*/ 71 w 331"/>
                  <a:gd name="T71" fmla="*/ 206 h 206"/>
                  <a:gd name="T72" fmla="*/ 166 w 331"/>
                  <a:gd name="T73" fmla="*/ 206 h 206"/>
                  <a:gd name="T74" fmla="*/ 166 w 331"/>
                  <a:gd name="T75" fmla="*/ 185 h 206"/>
                  <a:gd name="T76" fmla="*/ 137 w 331"/>
                  <a:gd name="T77" fmla="*/ 185 h 206"/>
                  <a:gd name="T78" fmla="*/ 137 w 331"/>
                  <a:gd name="T79" fmla="*/ 144 h 206"/>
                  <a:gd name="T80" fmla="*/ 166 w 331"/>
                  <a:gd name="T81" fmla="*/ 144 h 206"/>
                  <a:gd name="T82" fmla="*/ 166 w 331"/>
                  <a:gd name="T83" fmla="*/ 114 h 206"/>
                  <a:gd name="T84" fmla="*/ 71 w 331"/>
                  <a:gd name="T85" fmla="*/ 114 h 206"/>
                  <a:gd name="T86" fmla="*/ 0 w 331"/>
                  <a:gd name="T87" fmla="*/ 114 h 206"/>
                  <a:gd name="T88" fmla="*/ 0 w 331"/>
                  <a:gd name="T89" fmla="*/ 206 h 206"/>
                  <a:gd name="T90" fmla="*/ 71 w 331"/>
                  <a:gd name="T91" fmla="*/ 206 h 206"/>
                  <a:gd name="T92" fmla="*/ 71 w 331"/>
                  <a:gd name="T93" fmla="*/ 185 h 206"/>
                  <a:gd name="T94" fmla="*/ 43 w 331"/>
                  <a:gd name="T95" fmla="*/ 185 h 206"/>
                  <a:gd name="T96" fmla="*/ 43 w 331"/>
                  <a:gd name="T97" fmla="*/ 144 h 206"/>
                  <a:gd name="T98" fmla="*/ 71 w 331"/>
                  <a:gd name="T99" fmla="*/ 144 h 206"/>
                  <a:gd name="T100" fmla="*/ 71 w 331"/>
                  <a:gd name="T101" fmla="*/ 114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31" h="206">
                    <a:moveTo>
                      <a:pt x="260" y="206"/>
                    </a:moveTo>
                    <a:lnTo>
                      <a:pt x="331" y="206"/>
                    </a:lnTo>
                    <a:lnTo>
                      <a:pt x="331" y="114"/>
                    </a:lnTo>
                    <a:lnTo>
                      <a:pt x="291" y="114"/>
                    </a:lnTo>
                    <a:lnTo>
                      <a:pt x="291" y="0"/>
                    </a:lnTo>
                    <a:lnTo>
                      <a:pt x="260" y="0"/>
                    </a:lnTo>
                    <a:lnTo>
                      <a:pt x="260" y="144"/>
                    </a:lnTo>
                    <a:lnTo>
                      <a:pt x="289" y="144"/>
                    </a:lnTo>
                    <a:lnTo>
                      <a:pt x="289" y="185"/>
                    </a:lnTo>
                    <a:lnTo>
                      <a:pt x="289" y="185"/>
                    </a:lnTo>
                    <a:lnTo>
                      <a:pt x="260" y="185"/>
                    </a:lnTo>
                    <a:lnTo>
                      <a:pt x="260" y="206"/>
                    </a:lnTo>
                    <a:close/>
                    <a:moveTo>
                      <a:pt x="215" y="0"/>
                    </a:moveTo>
                    <a:lnTo>
                      <a:pt x="215" y="114"/>
                    </a:lnTo>
                    <a:lnTo>
                      <a:pt x="166" y="114"/>
                    </a:lnTo>
                    <a:lnTo>
                      <a:pt x="166" y="144"/>
                    </a:lnTo>
                    <a:lnTo>
                      <a:pt x="194" y="144"/>
                    </a:lnTo>
                    <a:lnTo>
                      <a:pt x="194" y="185"/>
                    </a:lnTo>
                    <a:lnTo>
                      <a:pt x="194" y="185"/>
                    </a:lnTo>
                    <a:lnTo>
                      <a:pt x="166" y="185"/>
                    </a:lnTo>
                    <a:lnTo>
                      <a:pt x="166" y="206"/>
                    </a:lnTo>
                    <a:lnTo>
                      <a:pt x="260" y="206"/>
                    </a:lnTo>
                    <a:lnTo>
                      <a:pt x="260" y="185"/>
                    </a:lnTo>
                    <a:lnTo>
                      <a:pt x="232" y="185"/>
                    </a:lnTo>
                    <a:lnTo>
                      <a:pt x="232" y="144"/>
                    </a:lnTo>
                    <a:lnTo>
                      <a:pt x="260" y="144"/>
                    </a:lnTo>
                    <a:lnTo>
                      <a:pt x="260" y="0"/>
                    </a:lnTo>
                    <a:lnTo>
                      <a:pt x="215" y="0"/>
                    </a:lnTo>
                    <a:close/>
                    <a:moveTo>
                      <a:pt x="166" y="114"/>
                    </a:moveTo>
                    <a:lnTo>
                      <a:pt x="71" y="114"/>
                    </a:lnTo>
                    <a:lnTo>
                      <a:pt x="71" y="144"/>
                    </a:lnTo>
                    <a:lnTo>
                      <a:pt x="99" y="144"/>
                    </a:lnTo>
                    <a:lnTo>
                      <a:pt x="99" y="185"/>
                    </a:lnTo>
                    <a:lnTo>
                      <a:pt x="99" y="185"/>
                    </a:lnTo>
                    <a:lnTo>
                      <a:pt x="71" y="185"/>
                    </a:lnTo>
                    <a:lnTo>
                      <a:pt x="71" y="206"/>
                    </a:lnTo>
                    <a:lnTo>
                      <a:pt x="166" y="206"/>
                    </a:lnTo>
                    <a:lnTo>
                      <a:pt x="166" y="185"/>
                    </a:lnTo>
                    <a:lnTo>
                      <a:pt x="137" y="185"/>
                    </a:lnTo>
                    <a:lnTo>
                      <a:pt x="137" y="144"/>
                    </a:lnTo>
                    <a:lnTo>
                      <a:pt x="166" y="144"/>
                    </a:lnTo>
                    <a:lnTo>
                      <a:pt x="166" y="114"/>
                    </a:lnTo>
                    <a:close/>
                    <a:moveTo>
                      <a:pt x="71" y="114"/>
                    </a:moveTo>
                    <a:lnTo>
                      <a:pt x="0" y="114"/>
                    </a:lnTo>
                    <a:lnTo>
                      <a:pt x="0" y="206"/>
                    </a:lnTo>
                    <a:lnTo>
                      <a:pt x="71" y="206"/>
                    </a:lnTo>
                    <a:lnTo>
                      <a:pt x="71" y="185"/>
                    </a:lnTo>
                    <a:lnTo>
                      <a:pt x="43" y="185"/>
                    </a:lnTo>
                    <a:lnTo>
                      <a:pt x="43" y="144"/>
                    </a:lnTo>
                    <a:lnTo>
                      <a:pt x="71" y="144"/>
                    </a:lnTo>
                    <a:lnTo>
                      <a:pt x="71"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31" name="Freeform 160"/>
              <p:cNvSpPr>
                <a:spLocks/>
              </p:cNvSpPr>
              <p:nvPr/>
            </p:nvSpPr>
            <p:spPr bwMode="auto">
              <a:xfrm>
                <a:off x="-3311525" y="8193088"/>
                <a:ext cx="709613" cy="228600"/>
              </a:xfrm>
              <a:custGeom>
                <a:avLst/>
                <a:gdLst>
                  <a:gd name="T0" fmla="*/ 431 w 447"/>
                  <a:gd name="T1" fmla="*/ 144 h 144"/>
                  <a:gd name="T2" fmla="*/ 447 w 447"/>
                  <a:gd name="T3" fmla="*/ 0 h 144"/>
                  <a:gd name="T4" fmla="*/ 0 w 447"/>
                  <a:gd name="T5" fmla="*/ 0 h 144"/>
                  <a:gd name="T6" fmla="*/ 50 w 447"/>
                  <a:gd name="T7" fmla="*/ 144 h 144"/>
                  <a:gd name="T8" fmla="*/ 431 w 447"/>
                  <a:gd name="T9" fmla="*/ 144 h 144"/>
                </a:gdLst>
                <a:ahLst/>
                <a:cxnLst>
                  <a:cxn ang="0">
                    <a:pos x="T0" y="T1"/>
                  </a:cxn>
                  <a:cxn ang="0">
                    <a:pos x="T2" y="T3"/>
                  </a:cxn>
                  <a:cxn ang="0">
                    <a:pos x="T4" y="T5"/>
                  </a:cxn>
                  <a:cxn ang="0">
                    <a:pos x="T6" y="T7"/>
                  </a:cxn>
                  <a:cxn ang="0">
                    <a:pos x="T8" y="T9"/>
                  </a:cxn>
                </a:cxnLst>
                <a:rect l="0" t="0" r="r" b="b"/>
                <a:pathLst>
                  <a:path w="447" h="144">
                    <a:moveTo>
                      <a:pt x="431" y="144"/>
                    </a:moveTo>
                    <a:lnTo>
                      <a:pt x="447" y="0"/>
                    </a:lnTo>
                    <a:lnTo>
                      <a:pt x="0" y="0"/>
                    </a:lnTo>
                    <a:lnTo>
                      <a:pt x="50" y="144"/>
                    </a:lnTo>
                    <a:lnTo>
                      <a:pt x="431" y="1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32" name="Oval 161"/>
              <p:cNvSpPr>
                <a:spLocks noChangeArrowheads="1"/>
              </p:cNvSpPr>
              <p:nvPr/>
            </p:nvSpPr>
            <p:spPr bwMode="auto">
              <a:xfrm>
                <a:off x="-4468813" y="1171575"/>
                <a:ext cx="153988" cy="1539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33" name="Freeform 162"/>
              <p:cNvSpPr>
                <a:spLocks/>
              </p:cNvSpPr>
              <p:nvPr/>
            </p:nvSpPr>
            <p:spPr bwMode="auto">
              <a:xfrm>
                <a:off x="-4867275" y="1314450"/>
                <a:ext cx="725488" cy="561975"/>
              </a:xfrm>
              <a:custGeom>
                <a:avLst/>
                <a:gdLst>
                  <a:gd name="T0" fmla="*/ 367 w 457"/>
                  <a:gd name="T1" fmla="*/ 73 h 354"/>
                  <a:gd name="T2" fmla="*/ 315 w 457"/>
                  <a:gd name="T3" fmla="*/ 33 h 354"/>
                  <a:gd name="T4" fmla="*/ 230 w 457"/>
                  <a:gd name="T5" fmla="*/ 0 h 354"/>
                  <a:gd name="T6" fmla="*/ 126 w 457"/>
                  <a:gd name="T7" fmla="*/ 0 h 354"/>
                  <a:gd name="T8" fmla="*/ 74 w 457"/>
                  <a:gd name="T9" fmla="*/ 113 h 354"/>
                  <a:gd name="T10" fmla="*/ 62 w 457"/>
                  <a:gd name="T11" fmla="*/ 108 h 354"/>
                  <a:gd name="T12" fmla="*/ 55 w 457"/>
                  <a:gd name="T13" fmla="*/ 120 h 354"/>
                  <a:gd name="T14" fmla="*/ 55 w 457"/>
                  <a:gd name="T15" fmla="*/ 125 h 354"/>
                  <a:gd name="T16" fmla="*/ 52 w 457"/>
                  <a:gd name="T17" fmla="*/ 130 h 354"/>
                  <a:gd name="T18" fmla="*/ 36 w 457"/>
                  <a:gd name="T19" fmla="*/ 125 h 354"/>
                  <a:gd name="T20" fmla="*/ 0 w 457"/>
                  <a:gd name="T21" fmla="*/ 210 h 354"/>
                  <a:gd name="T22" fmla="*/ 83 w 457"/>
                  <a:gd name="T23" fmla="*/ 246 h 354"/>
                  <a:gd name="T24" fmla="*/ 90 w 457"/>
                  <a:gd name="T25" fmla="*/ 250 h 354"/>
                  <a:gd name="T26" fmla="*/ 93 w 457"/>
                  <a:gd name="T27" fmla="*/ 246 h 354"/>
                  <a:gd name="T28" fmla="*/ 128 w 457"/>
                  <a:gd name="T29" fmla="*/ 163 h 354"/>
                  <a:gd name="T30" fmla="*/ 112 w 457"/>
                  <a:gd name="T31" fmla="*/ 156 h 354"/>
                  <a:gd name="T32" fmla="*/ 114 w 457"/>
                  <a:gd name="T33" fmla="*/ 151 h 354"/>
                  <a:gd name="T34" fmla="*/ 116 w 457"/>
                  <a:gd name="T35" fmla="*/ 146 h 354"/>
                  <a:gd name="T36" fmla="*/ 121 w 457"/>
                  <a:gd name="T37" fmla="*/ 134 h 354"/>
                  <a:gd name="T38" fmla="*/ 107 w 457"/>
                  <a:gd name="T39" fmla="*/ 127 h 354"/>
                  <a:gd name="T40" fmla="*/ 147 w 457"/>
                  <a:gd name="T41" fmla="*/ 35 h 354"/>
                  <a:gd name="T42" fmla="*/ 218 w 457"/>
                  <a:gd name="T43" fmla="*/ 35 h 354"/>
                  <a:gd name="T44" fmla="*/ 171 w 457"/>
                  <a:gd name="T45" fmla="*/ 168 h 354"/>
                  <a:gd name="T46" fmla="*/ 159 w 457"/>
                  <a:gd name="T47" fmla="*/ 241 h 354"/>
                  <a:gd name="T48" fmla="*/ 138 w 457"/>
                  <a:gd name="T49" fmla="*/ 243 h 354"/>
                  <a:gd name="T50" fmla="*/ 128 w 457"/>
                  <a:gd name="T51" fmla="*/ 265 h 354"/>
                  <a:gd name="T52" fmla="*/ 123 w 457"/>
                  <a:gd name="T53" fmla="*/ 274 h 354"/>
                  <a:gd name="T54" fmla="*/ 114 w 457"/>
                  <a:gd name="T55" fmla="*/ 269 h 354"/>
                  <a:gd name="T56" fmla="*/ 62 w 457"/>
                  <a:gd name="T57" fmla="*/ 248 h 354"/>
                  <a:gd name="T58" fmla="*/ 52 w 457"/>
                  <a:gd name="T59" fmla="*/ 248 h 354"/>
                  <a:gd name="T60" fmla="*/ 57 w 457"/>
                  <a:gd name="T61" fmla="*/ 295 h 354"/>
                  <a:gd name="T62" fmla="*/ 199 w 457"/>
                  <a:gd name="T63" fmla="*/ 286 h 354"/>
                  <a:gd name="T64" fmla="*/ 213 w 457"/>
                  <a:gd name="T65" fmla="*/ 198 h 354"/>
                  <a:gd name="T66" fmla="*/ 218 w 457"/>
                  <a:gd name="T67" fmla="*/ 201 h 354"/>
                  <a:gd name="T68" fmla="*/ 272 w 457"/>
                  <a:gd name="T69" fmla="*/ 243 h 354"/>
                  <a:gd name="T70" fmla="*/ 280 w 457"/>
                  <a:gd name="T71" fmla="*/ 354 h 354"/>
                  <a:gd name="T72" fmla="*/ 327 w 457"/>
                  <a:gd name="T73" fmla="*/ 352 h 354"/>
                  <a:gd name="T74" fmla="*/ 320 w 457"/>
                  <a:gd name="T75" fmla="*/ 217 h 354"/>
                  <a:gd name="T76" fmla="*/ 251 w 457"/>
                  <a:gd name="T77" fmla="*/ 168 h 354"/>
                  <a:gd name="T78" fmla="*/ 301 w 457"/>
                  <a:gd name="T79" fmla="*/ 66 h 354"/>
                  <a:gd name="T80" fmla="*/ 367 w 457"/>
                  <a:gd name="T81" fmla="*/ 118 h 354"/>
                  <a:gd name="T82" fmla="*/ 457 w 457"/>
                  <a:gd name="T83" fmla="*/ 42 h 354"/>
                  <a:gd name="T84" fmla="*/ 433 w 457"/>
                  <a:gd name="T85" fmla="*/ 14 h 354"/>
                  <a:gd name="T86" fmla="*/ 367 w 457"/>
                  <a:gd name="T87" fmla="*/ 73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57" h="354">
                    <a:moveTo>
                      <a:pt x="367" y="73"/>
                    </a:moveTo>
                    <a:lnTo>
                      <a:pt x="315" y="33"/>
                    </a:lnTo>
                    <a:lnTo>
                      <a:pt x="230" y="0"/>
                    </a:lnTo>
                    <a:lnTo>
                      <a:pt x="126" y="0"/>
                    </a:lnTo>
                    <a:lnTo>
                      <a:pt x="74" y="113"/>
                    </a:lnTo>
                    <a:lnTo>
                      <a:pt x="62" y="108"/>
                    </a:lnTo>
                    <a:lnTo>
                      <a:pt x="55" y="120"/>
                    </a:lnTo>
                    <a:lnTo>
                      <a:pt x="55" y="125"/>
                    </a:lnTo>
                    <a:lnTo>
                      <a:pt x="52" y="130"/>
                    </a:lnTo>
                    <a:lnTo>
                      <a:pt x="36" y="125"/>
                    </a:lnTo>
                    <a:lnTo>
                      <a:pt x="0" y="210"/>
                    </a:lnTo>
                    <a:lnTo>
                      <a:pt x="83" y="246"/>
                    </a:lnTo>
                    <a:lnTo>
                      <a:pt x="90" y="250"/>
                    </a:lnTo>
                    <a:lnTo>
                      <a:pt x="93" y="246"/>
                    </a:lnTo>
                    <a:lnTo>
                      <a:pt x="128" y="163"/>
                    </a:lnTo>
                    <a:lnTo>
                      <a:pt x="112" y="156"/>
                    </a:lnTo>
                    <a:lnTo>
                      <a:pt x="114" y="151"/>
                    </a:lnTo>
                    <a:lnTo>
                      <a:pt x="116" y="146"/>
                    </a:lnTo>
                    <a:lnTo>
                      <a:pt x="121" y="134"/>
                    </a:lnTo>
                    <a:lnTo>
                      <a:pt x="107" y="127"/>
                    </a:lnTo>
                    <a:lnTo>
                      <a:pt x="147" y="35"/>
                    </a:lnTo>
                    <a:lnTo>
                      <a:pt x="218" y="35"/>
                    </a:lnTo>
                    <a:lnTo>
                      <a:pt x="171" y="168"/>
                    </a:lnTo>
                    <a:lnTo>
                      <a:pt x="159" y="241"/>
                    </a:lnTo>
                    <a:lnTo>
                      <a:pt x="138" y="243"/>
                    </a:lnTo>
                    <a:lnTo>
                      <a:pt x="128" y="265"/>
                    </a:lnTo>
                    <a:lnTo>
                      <a:pt x="123" y="274"/>
                    </a:lnTo>
                    <a:lnTo>
                      <a:pt x="114" y="269"/>
                    </a:lnTo>
                    <a:lnTo>
                      <a:pt x="62" y="248"/>
                    </a:lnTo>
                    <a:lnTo>
                      <a:pt x="52" y="248"/>
                    </a:lnTo>
                    <a:lnTo>
                      <a:pt x="57" y="295"/>
                    </a:lnTo>
                    <a:lnTo>
                      <a:pt x="199" y="286"/>
                    </a:lnTo>
                    <a:lnTo>
                      <a:pt x="213" y="198"/>
                    </a:lnTo>
                    <a:lnTo>
                      <a:pt x="218" y="201"/>
                    </a:lnTo>
                    <a:lnTo>
                      <a:pt x="272" y="243"/>
                    </a:lnTo>
                    <a:lnTo>
                      <a:pt x="280" y="354"/>
                    </a:lnTo>
                    <a:lnTo>
                      <a:pt x="327" y="352"/>
                    </a:lnTo>
                    <a:lnTo>
                      <a:pt x="320" y="217"/>
                    </a:lnTo>
                    <a:lnTo>
                      <a:pt x="251" y="168"/>
                    </a:lnTo>
                    <a:lnTo>
                      <a:pt x="301" y="66"/>
                    </a:lnTo>
                    <a:lnTo>
                      <a:pt x="367" y="118"/>
                    </a:lnTo>
                    <a:lnTo>
                      <a:pt x="457" y="42"/>
                    </a:lnTo>
                    <a:lnTo>
                      <a:pt x="433" y="14"/>
                    </a:lnTo>
                    <a:lnTo>
                      <a:pt x="367" y="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34" name="Freeform 163"/>
              <p:cNvSpPr>
                <a:spLocks/>
              </p:cNvSpPr>
              <p:nvPr/>
            </p:nvSpPr>
            <p:spPr bwMode="auto">
              <a:xfrm>
                <a:off x="-4911725" y="1493837"/>
                <a:ext cx="82550" cy="146050"/>
              </a:xfrm>
              <a:custGeom>
                <a:avLst/>
                <a:gdLst>
                  <a:gd name="T0" fmla="*/ 0 w 52"/>
                  <a:gd name="T1" fmla="*/ 88 h 92"/>
                  <a:gd name="T2" fmla="*/ 38 w 52"/>
                  <a:gd name="T3" fmla="*/ 0 h 92"/>
                  <a:gd name="T4" fmla="*/ 52 w 52"/>
                  <a:gd name="T5" fmla="*/ 7 h 92"/>
                  <a:gd name="T6" fmla="*/ 16 w 52"/>
                  <a:gd name="T7" fmla="*/ 92 h 92"/>
                  <a:gd name="T8" fmla="*/ 0 w 52"/>
                  <a:gd name="T9" fmla="*/ 88 h 92"/>
                </a:gdLst>
                <a:ahLst/>
                <a:cxnLst>
                  <a:cxn ang="0">
                    <a:pos x="T0" y="T1"/>
                  </a:cxn>
                  <a:cxn ang="0">
                    <a:pos x="T2" y="T3"/>
                  </a:cxn>
                  <a:cxn ang="0">
                    <a:pos x="T4" y="T5"/>
                  </a:cxn>
                  <a:cxn ang="0">
                    <a:pos x="T6" y="T7"/>
                  </a:cxn>
                  <a:cxn ang="0">
                    <a:pos x="T8" y="T9"/>
                  </a:cxn>
                </a:cxnLst>
                <a:rect l="0" t="0" r="r" b="b"/>
                <a:pathLst>
                  <a:path w="52" h="92">
                    <a:moveTo>
                      <a:pt x="0" y="88"/>
                    </a:moveTo>
                    <a:lnTo>
                      <a:pt x="38" y="0"/>
                    </a:lnTo>
                    <a:lnTo>
                      <a:pt x="52" y="7"/>
                    </a:lnTo>
                    <a:lnTo>
                      <a:pt x="16" y="92"/>
                    </a:lnTo>
                    <a:lnTo>
                      <a:pt x="0" y="8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35" name="Freeform 164"/>
              <p:cNvSpPr>
                <a:spLocks/>
              </p:cNvSpPr>
              <p:nvPr/>
            </p:nvSpPr>
            <p:spPr bwMode="auto">
              <a:xfrm>
                <a:off x="-4705350" y="1581150"/>
                <a:ext cx="82550" cy="146050"/>
              </a:xfrm>
              <a:custGeom>
                <a:avLst/>
                <a:gdLst>
                  <a:gd name="T0" fmla="*/ 24 w 52"/>
                  <a:gd name="T1" fmla="*/ 75 h 92"/>
                  <a:gd name="T2" fmla="*/ 52 w 52"/>
                  <a:gd name="T3" fmla="*/ 7 h 92"/>
                  <a:gd name="T4" fmla="*/ 38 w 52"/>
                  <a:gd name="T5" fmla="*/ 0 h 92"/>
                  <a:gd name="T6" fmla="*/ 5 w 52"/>
                  <a:gd name="T7" fmla="*/ 78 h 92"/>
                  <a:gd name="T8" fmla="*/ 0 w 52"/>
                  <a:gd name="T9" fmla="*/ 87 h 92"/>
                  <a:gd name="T10" fmla="*/ 17 w 52"/>
                  <a:gd name="T11" fmla="*/ 92 h 92"/>
                  <a:gd name="T12" fmla="*/ 24 w 52"/>
                  <a:gd name="T13" fmla="*/ 75 h 92"/>
                </a:gdLst>
                <a:ahLst/>
                <a:cxnLst>
                  <a:cxn ang="0">
                    <a:pos x="T0" y="T1"/>
                  </a:cxn>
                  <a:cxn ang="0">
                    <a:pos x="T2" y="T3"/>
                  </a:cxn>
                  <a:cxn ang="0">
                    <a:pos x="T4" y="T5"/>
                  </a:cxn>
                  <a:cxn ang="0">
                    <a:pos x="T6" y="T7"/>
                  </a:cxn>
                  <a:cxn ang="0">
                    <a:pos x="T8" y="T9"/>
                  </a:cxn>
                  <a:cxn ang="0">
                    <a:pos x="T10" y="T11"/>
                  </a:cxn>
                  <a:cxn ang="0">
                    <a:pos x="T12" y="T13"/>
                  </a:cxn>
                </a:cxnLst>
                <a:rect l="0" t="0" r="r" b="b"/>
                <a:pathLst>
                  <a:path w="52" h="92">
                    <a:moveTo>
                      <a:pt x="24" y="75"/>
                    </a:moveTo>
                    <a:lnTo>
                      <a:pt x="52" y="7"/>
                    </a:lnTo>
                    <a:lnTo>
                      <a:pt x="38" y="0"/>
                    </a:lnTo>
                    <a:lnTo>
                      <a:pt x="5" y="78"/>
                    </a:lnTo>
                    <a:lnTo>
                      <a:pt x="0" y="87"/>
                    </a:lnTo>
                    <a:lnTo>
                      <a:pt x="17" y="92"/>
                    </a:lnTo>
                    <a:lnTo>
                      <a:pt x="24" y="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36" name="Freeform 165"/>
              <p:cNvSpPr>
                <a:spLocks noEditPoints="1"/>
              </p:cNvSpPr>
              <p:nvPr/>
            </p:nvSpPr>
            <p:spPr bwMode="auto">
              <a:xfrm>
                <a:off x="-5821363" y="4024312"/>
                <a:ext cx="368300" cy="585788"/>
              </a:xfrm>
              <a:custGeom>
                <a:avLst/>
                <a:gdLst>
                  <a:gd name="T0" fmla="*/ 232 w 232"/>
                  <a:gd name="T1" fmla="*/ 369 h 369"/>
                  <a:gd name="T2" fmla="*/ 206 w 232"/>
                  <a:gd name="T3" fmla="*/ 7 h 369"/>
                  <a:gd name="T4" fmla="*/ 185 w 232"/>
                  <a:gd name="T5" fmla="*/ 0 h 369"/>
                  <a:gd name="T6" fmla="*/ 206 w 232"/>
                  <a:gd name="T7" fmla="*/ 29 h 369"/>
                  <a:gd name="T8" fmla="*/ 206 w 232"/>
                  <a:gd name="T9" fmla="*/ 239 h 369"/>
                  <a:gd name="T10" fmla="*/ 185 w 232"/>
                  <a:gd name="T11" fmla="*/ 265 h 369"/>
                  <a:gd name="T12" fmla="*/ 206 w 232"/>
                  <a:gd name="T13" fmla="*/ 296 h 369"/>
                  <a:gd name="T14" fmla="*/ 185 w 232"/>
                  <a:gd name="T15" fmla="*/ 296 h 369"/>
                  <a:gd name="T16" fmla="*/ 206 w 232"/>
                  <a:gd name="T17" fmla="*/ 317 h 369"/>
                  <a:gd name="T18" fmla="*/ 206 w 232"/>
                  <a:gd name="T19" fmla="*/ 346 h 369"/>
                  <a:gd name="T20" fmla="*/ 185 w 232"/>
                  <a:gd name="T21" fmla="*/ 369 h 369"/>
                  <a:gd name="T22" fmla="*/ 161 w 232"/>
                  <a:gd name="T23" fmla="*/ 7 h 369"/>
                  <a:gd name="T24" fmla="*/ 116 w 232"/>
                  <a:gd name="T25" fmla="*/ 29 h 369"/>
                  <a:gd name="T26" fmla="*/ 185 w 232"/>
                  <a:gd name="T27" fmla="*/ 0 h 369"/>
                  <a:gd name="T28" fmla="*/ 161 w 232"/>
                  <a:gd name="T29" fmla="*/ 0 h 369"/>
                  <a:gd name="T30" fmla="*/ 185 w 232"/>
                  <a:gd name="T31" fmla="*/ 369 h 369"/>
                  <a:gd name="T32" fmla="*/ 161 w 232"/>
                  <a:gd name="T33" fmla="*/ 346 h 369"/>
                  <a:gd name="T34" fmla="*/ 185 w 232"/>
                  <a:gd name="T35" fmla="*/ 317 h 369"/>
                  <a:gd name="T36" fmla="*/ 161 w 232"/>
                  <a:gd name="T37" fmla="*/ 296 h 369"/>
                  <a:gd name="T38" fmla="*/ 185 w 232"/>
                  <a:gd name="T39" fmla="*/ 265 h 369"/>
                  <a:gd name="T40" fmla="*/ 116 w 232"/>
                  <a:gd name="T41" fmla="*/ 239 h 369"/>
                  <a:gd name="T42" fmla="*/ 138 w 232"/>
                  <a:gd name="T43" fmla="*/ 265 h 369"/>
                  <a:gd name="T44" fmla="*/ 138 w 232"/>
                  <a:gd name="T45" fmla="*/ 296 h 369"/>
                  <a:gd name="T46" fmla="*/ 116 w 232"/>
                  <a:gd name="T47" fmla="*/ 317 h 369"/>
                  <a:gd name="T48" fmla="*/ 138 w 232"/>
                  <a:gd name="T49" fmla="*/ 346 h 369"/>
                  <a:gd name="T50" fmla="*/ 116 w 232"/>
                  <a:gd name="T51" fmla="*/ 346 h 369"/>
                  <a:gd name="T52" fmla="*/ 116 w 232"/>
                  <a:gd name="T53" fmla="*/ 7 h 369"/>
                  <a:gd name="T54" fmla="*/ 48 w 232"/>
                  <a:gd name="T55" fmla="*/ 29 h 369"/>
                  <a:gd name="T56" fmla="*/ 116 w 232"/>
                  <a:gd name="T57" fmla="*/ 7 h 369"/>
                  <a:gd name="T58" fmla="*/ 48 w 232"/>
                  <a:gd name="T59" fmla="*/ 369 h 369"/>
                  <a:gd name="T60" fmla="*/ 116 w 232"/>
                  <a:gd name="T61" fmla="*/ 346 h 369"/>
                  <a:gd name="T62" fmla="*/ 93 w 232"/>
                  <a:gd name="T63" fmla="*/ 317 h 369"/>
                  <a:gd name="T64" fmla="*/ 116 w 232"/>
                  <a:gd name="T65" fmla="*/ 296 h 369"/>
                  <a:gd name="T66" fmla="*/ 93 w 232"/>
                  <a:gd name="T67" fmla="*/ 265 h 369"/>
                  <a:gd name="T68" fmla="*/ 116 w 232"/>
                  <a:gd name="T69" fmla="*/ 239 h 369"/>
                  <a:gd name="T70" fmla="*/ 48 w 232"/>
                  <a:gd name="T71" fmla="*/ 265 h 369"/>
                  <a:gd name="T72" fmla="*/ 69 w 232"/>
                  <a:gd name="T73" fmla="*/ 296 h 369"/>
                  <a:gd name="T74" fmla="*/ 48 w 232"/>
                  <a:gd name="T75" fmla="*/ 296 h 369"/>
                  <a:gd name="T76" fmla="*/ 69 w 232"/>
                  <a:gd name="T77" fmla="*/ 317 h 369"/>
                  <a:gd name="T78" fmla="*/ 69 w 232"/>
                  <a:gd name="T79" fmla="*/ 346 h 369"/>
                  <a:gd name="T80" fmla="*/ 48 w 232"/>
                  <a:gd name="T81" fmla="*/ 369 h 369"/>
                  <a:gd name="T82" fmla="*/ 0 w 232"/>
                  <a:gd name="T83" fmla="*/ 7 h 369"/>
                  <a:gd name="T84" fmla="*/ 48 w 232"/>
                  <a:gd name="T85" fmla="*/ 369 h 369"/>
                  <a:gd name="T86" fmla="*/ 26 w 232"/>
                  <a:gd name="T87" fmla="*/ 346 h 369"/>
                  <a:gd name="T88" fmla="*/ 48 w 232"/>
                  <a:gd name="T89" fmla="*/ 317 h 369"/>
                  <a:gd name="T90" fmla="*/ 26 w 232"/>
                  <a:gd name="T91" fmla="*/ 296 h 369"/>
                  <a:gd name="T92" fmla="*/ 48 w 232"/>
                  <a:gd name="T93" fmla="*/ 265 h 369"/>
                  <a:gd name="T94" fmla="*/ 26 w 232"/>
                  <a:gd name="T95" fmla="*/ 239 h 369"/>
                  <a:gd name="T96" fmla="*/ 48 w 232"/>
                  <a:gd name="T97" fmla="*/ 29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32" h="369">
                    <a:moveTo>
                      <a:pt x="185" y="369"/>
                    </a:moveTo>
                    <a:lnTo>
                      <a:pt x="232" y="369"/>
                    </a:lnTo>
                    <a:lnTo>
                      <a:pt x="232" y="7"/>
                    </a:lnTo>
                    <a:lnTo>
                      <a:pt x="206" y="7"/>
                    </a:lnTo>
                    <a:lnTo>
                      <a:pt x="206" y="0"/>
                    </a:lnTo>
                    <a:lnTo>
                      <a:pt x="185" y="0"/>
                    </a:lnTo>
                    <a:lnTo>
                      <a:pt x="185" y="29"/>
                    </a:lnTo>
                    <a:lnTo>
                      <a:pt x="206" y="29"/>
                    </a:lnTo>
                    <a:lnTo>
                      <a:pt x="206" y="239"/>
                    </a:lnTo>
                    <a:lnTo>
                      <a:pt x="206" y="239"/>
                    </a:lnTo>
                    <a:lnTo>
                      <a:pt x="185" y="239"/>
                    </a:lnTo>
                    <a:lnTo>
                      <a:pt x="185" y="265"/>
                    </a:lnTo>
                    <a:lnTo>
                      <a:pt x="206" y="265"/>
                    </a:lnTo>
                    <a:lnTo>
                      <a:pt x="206" y="296"/>
                    </a:lnTo>
                    <a:lnTo>
                      <a:pt x="206" y="296"/>
                    </a:lnTo>
                    <a:lnTo>
                      <a:pt x="185" y="296"/>
                    </a:lnTo>
                    <a:lnTo>
                      <a:pt x="185" y="317"/>
                    </a:lnTo>
                    <a:lnTo>
                      <a:pt x="206" y="317"/>
                    </a:lnTo>
                    <a:lnTo>
                      <a:pt x="206" y="346"/>
                    </a:lnTo>
                    <a:lnTo>
                      <a:pt x="206" y="346"/>
                    </a:lnTo>
                    <a:lnTo>
                      <a:pt x="185" y="346"/>
                    </a:lnTo>
                    <a:lnTo>
                      <a:pt x="185" y="369"/>
                    </a:lnTo>
                    <a:close/>
                    <a:moveTo>
                      <a:pt x="161" y="0"/>
                    </a:moveTo>
                    <a:lnTo>
                      <a:pt x="161" y="7"/>
                    </a:lnTo>
                    <a:lnTo>
                      <a:pt x="116" y="7"/>
                    </a:lnTo>
                    <a:lnTo>
                      <a:pt x="116" y="29"/>
                    </a:lnTo>
                    <a:lnTo>
                      <a:pt x="185" y="29"/>
                    </a:lnTo>
                    <a:lnTo>
                      <a:pt x="185" y="0"/>
                    </a:lnTo>
                    <a:lnTo>
                      <a:pt x="161" y="0"/>
                    </a:lnTo>
                    <a:lnTo>
                      <a:pt x="161" y="0"/>
                    </a:lnTo>
                    <a:close/>
                    <a:moveTo>
                      <a:pt x="116" y="369"/>
                    </a:moveTo>
                    <a:lnTo>
                      <a:pt x="185" y="369"/>
                    </a:lnTo>
                    <a:lnTo>
                      <a:pt x="185" y="346"/>
                    </a:lnTo>
                    <a:lnTo>
                      <a:pt x="161" y="346"/>
                    </a:lnTo>
                    <a:lnTo>
                      <a:pt x="161" y="317"/>
                    </a:lnTo>
                    <a:lnTo>
                      <a:pt x="185" y="317"/>
                    </a:lnTo>
                    <a:lnTo>
                      <a:pt x="185" y="296"/>
                    </a:lnTo>
                    <a:lnTo>
                      <a:pt x="161" y="296"/>
                    </a:lnTo>
                    <a:lnTo>
                      <a:pt x="161" y="265"/>
                    </a:lnTo>
                    <a:lnTo>
                      <a:pt x="185" y="265"/>
                    </a:lnTo>
                    <a:lnTo>
                      <a:pt x="185" y="239"/>
                    </a:lnTo>
                    <a:lnTo>
                      <a:pt x="116" y="239"/>
                    </a:lnTo>
                    <a:lnTo>
                      <a:pt x="116" y="265"/>
                    </a:lnTo>
                    <a:lnTo>
                      <a:pt x="138" y="265"/>
                    </a:lnTo>
                    <a:lnTo>
                      <a:pt x="138" y="296"/>
                    </a:lnTo>
                    <a:lnTo>
                      <a:pt x="138" y="296"/>
                    </a:lnTo>
                    <a:lnTo>
                      <a:pt x="116" y="296"/>
                    </a:lnTo>
                    <a:lnTo>
                      <a:pt x="116" y="317"/>
                    </a:lnTo>
                    <a:lnTo>
                      <a:pt x="138" y="317"/>
                    </a:lnTo>
                    <a:lnTo>
                      <a:pt x="138" y="346"/>
                    </a:lnTo>
                    <a:lnTo>
                      <a:pt x="138" y="346"/>
                    </a:lnTo>
                    <a:lnTo>
                      <a:pt x="116" y="346"/>
                    </a:lnTo>
                    <a:lnTo>
                      <a:pt x="116" y="369"/>
                    </a:lnTo>
                    <a:close/>
                    <a:moveTo>
                      <a:pt x="116" y="7"/>
                    </a:moveTo>
                    <a:lnTo>
                      <a:pt x="48" y="7"/>
                    </a:lnTo>
                    <a:lnTo>
                      <a:pt x="48" y="29"/>
                    </a:lnTo>
                    <a:lnTo>
                      <a:pt x="116" y="29"/>
                    </a:lnTo>
                    <a:lnTo>
                      <a:pt x="116" y="7"/>
                    </a:lnTo>
                    <a:lnTo>
                      <a:pt x="116" y="7"/>
                    </a:lnTo>
                    <a:close/>
                    <a:moveTo>
                      <a:pt x="48" y="369"/>
                    </a:moveTo>
                    <a:lnTo>
                      <a:pt x="116" y="369"/>
                    </a:lnTo>
                    <a:lnTo>
                      <a:pt x="116" y="346"/>
                    </a:lnTo>
                    <a:lnTo>
                      <a:pt x="93" y="346"/>
                    </a:lnTo>
                    <a:lnTo>
                      <a:pt x="93" y="317"/>
                    </a:lnTo>
                    <a:lnTo>
                      <a:pt x="116" y="317"/>
                    </a:lnTo>
                    <a:lnTo>
                      <a:pt x="116" y="296"/>
                    </a:lnTo>
                    <a:lnTo>
                      <a:pt x="93" y="296"/>
                    </a:lnTo>
                    <a:lnTo>
                      <a:pt x="93" y="265"/>
                    </a:lnTo>
                    <a:lnTo>
                      <a:pt x="116" y="265"/>
                    </a:lnTo>
                    <a:lnTo>
                      <a:pt x="116" y="239"/>
                    </a:lnTo>
                    <a:lnTo>
                      <a:pt x="48" y="239"/>
                    </a:lnTo>
                    <a:lnTo>
                      <a:pt x="48" y="265"/>
                    </a:lnTo>
                    <a:lnTo>
                      <a:pt x="69" y="265"/>
                    </a:lnTo>
                    <a:lnTo>
                      <a:pt x="69" y="296"/>
                    </a:lnTo>
                    <a:lnTo>
                      <a:pt x="69" y="296"/>
                    </a:lnTo>
                    <a:lnTo>
                      <a:pt x="48" y="296"/>
                    </a:lnTo>
                    <a:lnTo>
                      <a:pt x="48" y="317"/>
                    </a:lnTo>
                    <a:lnTo>
                      <a:pt x="69" y="317"/>
                    </a:lnTo>
                    <a:lnTo>
                      <a:pt x="69" y="346"/>
                    </a:lnTo>
                    <a:lnTo>
                      <a:pt x="69" y="346"/>
                    </a:lnTo>
                    <a:lnTo>
                      <a:pt x="48" y="346"/>
                    </a:lnTo>
                    <a:lnTo>
                      <a:pt x="48" y="369"/>
                    </a:lnTo>
                    <a:close/>
                    <a:moveTo>
                      <a:pt x="48" y="7"/>
                    </a:moveTo>
                    <a:lnTo>
                      <a:pt x="0" y="7"/>
                    </a:lnTo>
                    <a:lnTo>
                      <a:pt x="0" y="369"/>
                    </a:lnTo>
                    <a:lnTo>
                      <a:pt x="48" y="369"/>
                    </a:lnTo>
                    <a:lnTo>
                      <a:pt x="48" y="346"/>
                    </a:lnTo>
                    <a:lnTo>
                      <a:pt x="26" y="346"/>
                    </a:lnTo>
                    <a:lnTo>
                      <a:pt x="26" y="317"/>
                    </a:lnTo>
                    <a:lnTo>
                      <a:pt x="48" y="317"/>
                    </a:lnTo>
                    <a:lnTo>
                      <a:pt x="48" y="296"/>
                    </a:lnTo>
                    <a:lnTo>
                      <a:pt x="26" y="296"/>
                    </a:lnTo>
                    <a:lnTo>
                      <a:pt x="26" y="265"/>
                    </a:lnTo>
                    <a:lnTo>
                      <a:pt x="48" y="265"/>
                    </a:lnTo>
                    <a:lnTo>
                      <a:pt x="48" y="239"/>
                    </a:lnTo>
                    <a:lnTo>
                      <a:pt x="26" y="239"/>
                    </a:lnTo>
                    <a:lnTo>
                      <a:pt x="26" y="29"/>
                    </a:lnTo>
                    <a:lnTo>
                      <a:pt x="48" y="29"/>
                    </a:lnTo>
                    <a:lnTo>
                      <a:pt x="48"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37" name="Freeform 166"/>
              <p:cNvSpPr>
                <a:spLocks/>
              </p:cNvSpPr>
              <p:nvPr/>
            </p:nvSpPr>
            <p:spPr bwMode="auto">
              <a:xfrm>
                <a:off x="-2863850" y="-300038"/>
                <a:ext cx="254000" cy="112713"/>
              </a:xfrm>
              <a:custGeom>
                <a:avLst/>
                <a:gdLst>
                  <a:gd name="T0" fmla="*/ 0 w 160"/>
                  <a:gd name="T1" fmla="*/ 40 h 71"/>
                  <a:gd name="T2" fmla="*/ 61 w 160"/>
                  <a:gd name="T3" fmla="*/ 71 h 71"/>
                  <a:gd name="T4" fmla="*/ 160 w 160"/>
                  <a:gd name="T5" fmla="*/ 71 h 71"/>
                  <a:gd name="T6" fmla="*/ 18 w 160"/>
                  <a:gd name="T7" fmla="*/ 0 h 71"/>
                  <a:gd name="T8" fmla="*/ 0 w 160"/>
                  <a:gd name="T9" fmla="*/ 40 h 71"/>
                </a:gdLst>
                <a:ahLst/>
                <a:cxnLst>
                  <a:cxn ang="0">
                    <a:pos x="T0" y="T1"/>
                  </a:cxn>
                  <a:cxn ang="0">
                    <a:pos x="T2" y="T3"/>
                  </a:cxn>
                  <a:cxn ang="0">
                    <a:pos x="T4" y="T5"/>
                  </a:cxn>
                  <a:cxn ang="0">
                    <a:pos x="T6" y="T7"/>
                  </a:cxn>
                  <a:cxn ang="0">
                    <a:pos x="T8" y="T9"/>
                  </a:cxn>
                </a:cxnLst>
                <a:rect l="0" t="0" r="r" b="b"/>
                <a:pathLst>
                  <a:path w="160" h="71">
                    <a:moveTo>
                      <a:pt x="0" y="40"/>
                    </a:moveTo>
                    <a:lnTo>
                      <a:pt x="61" y="71"/>
                    </a:lnTo>
                    <a:lnTo>
                      <a:pt x="160" y="71"/>
                    </a:lnTo>
                    <a:lnTo>
                      <a:pt x="18" y="0"/>
                    </a:lnTo>
                    <a:lnTo>
                      <a:pt x="0" y="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38" name="Freeform 167"/>
              <p:cNvSpPr>
                <a:spLocks noEditPoints="1"/>
              </p:cNvSpPr>
              <p:nvPr/>
            </p:nvSpPr>
            <p:spPr bwMode="auto">
              <a:xfrm>
                <a:off x="-2863850" y="-169863"/>
                <a:ext cx="615950" cy="307975"/>
              </a:xfrm>
              <a:custGeom>
                <a:avLst/>
                <a:gdLst>
                  <a:gd name="T0" fmla="*/ 156 w 388"/>
                  <a:gd name="T1" fmla="*/ 194 h 194"/>
                  <a:gd name="T2" fmla="*/ 312 w 388"/>
                  <a:gd name="T3" fmla="*/ 194 h 194"/>
                  <a:gd name="T4" fmla="*/ 312 w 388"/>
                  <a:gd name="T5" fmla="*/ 156 h 194"/>
                  <a:gd name="T6" fmla="*/ 388 w 388"/>
                  <a:gd name="T7" fmla="*/ 156 h 194"/>
                  <a:gd name="T8" fmla="*/ 388 w 388"/>
                  <a:gd name="T9" fmla="*/ 38 h 194"/>
                  <a:gd name="T10" fmla="*/ 312 w 388"/>
                  <a:gd name="T11" fmla="*/ 38 h 194"/>
                  <a:gd name="T12" fmla="*/ 312 w 388"/>
                  <a:gd name="T13" fmla="*/ 0 h 194"/>
                  <a:gd name="T14" fmla="*/ 182 w 388"/>
                  <a:gd name="T15" fmla="*/ 0 h 194"/>
                  <a:gd name="T16" fmla="*/ 156 w 388"/>
                  <a:gd name="T17" fmla="*/ 0 h 194"/>
                  <a:gd name="T18" fmla="*/ 156 w 388"/>
                  <a:gd name="T19" fmla="*/ 76 h 194"/>
                  <a:gd name="T20" fmla="*/ 234 w 388"/>
                  <a:gd name="T21" fmla="*/ 76 h 194"/>
                  <a:gd name="T22" fmla="*/ 234 w 388"/>
                  <a:gd name="T23" fmla="*/ 119 h 194"/>
                  <a:gd name="T24" fmla="*/ 156 w 388"/>
                  <a:gd name="T25" fmla="*/ 119 h 194"/>
                  <a:gd name="T26" fmla="*/ 156 w 388"/>
                  <a:gd name="T27" fmla="*/ 194 h 194"/>
                  <a:gd name="T28" fmla="*/ 0 w 388"/>
                  <a:gd name="T29" fmla="*/ 194 h 194"/>
                  <a:gd name="T30" fmla="*/ 156 w 388"/>
                  <a:gd name="T31" fmla="*/ 194 h 194"/>
                  <a:gd name="T32" fmla="*/ 156 w 388"/>
                  <a:gd name="T33" fmla="*/ 119 h 194"/>
                  <a:gd name="T34" fmla="*/ 78 w 388"/>
                  <a:gd name="T35" fmla="*/ 119 h 194"/>
                  <a:gd name="T36" fmla="*/ 78 w 388"/>
                  <a:gd name="T37" fmla="*/ 76 h 194"/>
                  <a:gd name="T38" fmla="*/ 78 w 388"/>
                  <a:gd name="T39" fmla="*/ 76 h 194"/>
                  <a:gd name="T40" fmla="*/ 156 w 388"/>
                  <a:gd name="T41" fmla="*/ 76 h 194"/>
                  <a:gd name="T42" fmla="*/ 156 w 388"/>
                  <a:gd name="T43" fmla="*/ 0 h 194"/>
                  <a:gd name="T44" fmla="*/ 82 w 388"/>
                  <a:gd name="T45" fmla="*/ 0 h 194"/>
                  <a:gd name="T46" fmla="*/ 0 w 388"/>
                  <a:gd name="T47" fmla="*/ 0 h 194"/>
                  <a:gd name="T48" fmla="*/ 0 w 388"/>
                  <a:gd name="T49" fmla="*/ 19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8" h="194">
                    <a:moveTo>
                      <a:pt x="156" y="194"/>
                    </a:moveTo>
                    <a:lnTo>
                      <a:pt x="312" y="194"/>
                    </a:lnTo>
                    <a:lnTo>
                      <a:pt x="312" y="156"/>
                    </a:lnTo>
                    <a:lnTo>
                      <a:pt x="388" y="156"/>
                    </a:lnTo>
                    <a:lnTo>
                      <a:pt x="388" y="38"/>
                    </a:lnTo>
                    <a:lnTo>
                      <a:pt x="312" y="38"/>
                    </a:lnTo>
                    <a:lnTo>
                      <a:pt x="312" y="0"/>
                    </a:lnTo>
                    <a:lnTo>
                      <a:pt x="182" y="0"/>
                    </a:lnTo>
                    <a:lnTo>
                      <a:pt x="156" y="0"/>
                    </a:lnTo>
                    <a:lnTo>
                      <a:pt x="156" y="76"/>
                    </a:lnTo>
                    <a:lnTo>
                      <a:pt x="234" y="76"/>
                    </a:lnTo>
                    <a:lnTo>
                      <a:pt x="234" y="119"/>
                    </a:lnTo>
                    <a:lnTo>
                      <a:pt x="156" y="119"/>
                    </a:lnTo>
                    <a:lnTo>
                      <a:pt x="156" y="194"/>
                    </a:lnTo>
                    <a:close/>
                    <a:moveTo>
                      <a:pt x="0" y="194"/>
                    </a:moveTo>
                    <a:lnTo>
                      <a:pt x="156" y="194"/>
                    </a:lnTo>
                    <a:lnTo>
                      <a:pt x="156" y="119"/>
                    </a:lnTo>
                    <a:lnTo>
                      <a:pt x="78" y="119"/>
                    </a:lnTo>
                    <a:lnTo>
                      <a:pt x="78" y="76"/>
                    </a:lnTo>
                    <a:lnTo>
                      <a:pt x="78" y="76"/>
                    </a:lnTo>
                    <a:lnTo>
                      <a:pt x="156" y="76"/>
                    </a:lnTo>
                    <a:lnTo>
                      <a:pt x="156" y="0"/>
                    </a:lnTo>
                    <a:lnTo>
                      <a:pt x="82" y="0"/>
                    </a:lnTo>
                    <a:lnTo>
                      <a:pt x="0" y="0"/>
                    </a:lnTo>
                    <a:lnTo>
                      <a:pt x="0" y="19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39" name="Freeform 168"/>
              <p:cNvSpPr>
                <a:spLocks noEditPoints="1"/>
              </p:cNvSpPr>
              <p:nvPr/>
            </p:nvSpPr>
            <p:spPr bwMode="auto">
              <a:xfrm>
                <a:off x="-5205413" y="8448675"/>
                <a:ext cx="444500" cy="349250"/>
              </a:xfrm>
              <a:custGeom>
                <a:avLst/>
                <a:gdLst>
                  <a:gd name="T0" fmla="*/ 93 w 118"/>
                  <a:gd name="T1" fmla="*/ 93 h 93"/>
                  <a:gd name="T2" fmla="*/ 93 w 118"/>
                  <a:gd name="T3" fmla="*/ 61 h 93"/>
                  <a:gd name="T4" fmla="*/ 109 w 118"/>
                  <a:gd name="T5" fmla="*/ 47 h 93"/>
                  <a:gd name="T6" fmla="*/ 118 w 118"/>
                  <a:gd name="T7" fmla="*/ 47 h 93"/>
                  <a:gd name="T8" fmla="*/ 118 w 118"/>
                  <a:gd name="T9" fmla="*/ 12 h 93"/>
                  <a:gd name="T10" fmla="*/ 105 w 118"/>
                  <a:gd name="T11" fmla="*/ 0 h 93"/>
                  <a:gd name="T12" fmla="*/ 76 w 118"/>
                  <a:gd name="T13" fmla="*/ 0 h 93"/>
                  <a:gd name="T14" fmla="*/ 76 w 118"/>
                  <a:gd name="T15" fmla="*/ 15 h 93"/>
                  <a:gd name="T16" fmla="*/ 87 w 118"/>
                  <a:gd name="T17" fmla="*/ 25 h 93"/>
                  <a:gd name="T18" fmla="*/ 76 w 118"/>
                  <a:gd name="T19" fmla="*/ 36 h 93"/>
                  <a:gd name="T20" fmla="*/ 76 w 118"/>
                  <a:gd name="T21" fmla="*/ 43 h 93"/>
                  <a:gd name="T22" fmla="*/ 87 w 118"/>
                  <a:gd name="T23" fmla="*/ 53 h 93"/>
                  <a:gd name="T24" fmla="*/ 76 w 118"/>
                  <a:gd name="T25" fmla="*/ 64 h 93"/>
                  <a:gd name="T26" fmla="*/ 76 w 118"/>
                  <a:gd name="T27" fmla="*/ 93 h 93"/>
                  <a:gd name="T28" fmla="*/ 93 w 118"/>
                  <a:gd name="T29" fmla="*/ 93 h 93"/>
                  <a:gd name="T30" fmla="*/ 76 w 118"/>
                  <a:gd name="T31" fmla="*/ 0 h 93"/>
                  <a:gd name="T32" fmla="*/ 42 w 118"/>
                  <a:gd name="T33" fmla="*/ 0 h 93"/>
                  <a:gd name="T34" fmla="*/ 42 w 118"/>
                  <a:gd name="T35" fmla="*/ 15 h 93"/>
                  <a:gd name="T36" fmla="*/ 42 w 118"/>
                  <a:gd name="T37" fmla="*/ 15 h 93"/>
                  <a:gd name="T38" fmla="*/ 53 w 118"/>
                  <a:gd name="T39" fmla="*/ 25 h 93"/>
                  <a:gd name="T40" fmla="*/ 42 w 118"/>
                  <a:gd name="T41" fmla="*/ 36 h 93"/>
                  <a:gd name="T42" fmla="*/ 42 w 118"/>
                  <a:gd name="T43" fmla="*/ 43 h 93"/>
                  <a:gd name="T44" fmla="*/ 42 w 118"/>
                  <a:gd name="T45" fmla="*/ 43 h 93"/>
                  <a:gd name="T46" fmla="*/ 53 w 118"/>
                  <a:gd name="T47" fmla="*/ 53 h 93"/>
                  <a:gd name="T48" fmla="*/ 42 w 118"/>
                  <a:gd name="T49" fmla="*/ 64 h 93"/>
                  <a:gd name="T50" fmla="*/ 42 w 118"/>
                  <a:gd name="T51" fmla="*/ 93 h 93"/>
                  <a:gd name="T52" fmla="*/ 76 w 118"/>
                  <a:gd name="T53" fmla="*/ 93 h 93"/>
                  <a:gd name="T54" fmla="*/ 76 w 118"/>
                  <a:gd name="T55" fmla="*/ 64 h 93"/>
                  <a:gd name="T56" fmla="*/ 76 w 118"/>
                  <a:gd name="T57" fmla="*/ 64 h 93"/>
                  <a:gd name="T58" fmla="*/ 65 w 118"/>
                  <a:gd name="T59" fmla="*/ 53 h 93"/>
                  <a:gd name="T60" fmla="*/ 76 w 118"/>
                  <a:gd name="T61" fmla="*/ 43 h 93"/>
                  <a:gd name="T62" fmla="*/ 76 w 118"/>
                  <a:gd name="T63" fmla="*/ 43 h 93"/>
                  <a:gd name="T64" fmla="*/ 76 w 118"/>
                  <a:gd name="T65" fmla="*/ 43 h 93"/>
                  <a:gd name="T66" fmla="*/ 76 w 118"/>
                  <a:gd name="T67" fmla="*/ 36 h 93"/>
                  <a:gd name="T68" fmla="*/ 76 w 118"/>
                  <a:gd name="T69" fmla="*/ 36 h 93"/>
                  <a:gd name="T70" fmla="*/ 65 w 118"/>
                  <a:gd name="T71" fmla="*/ 25 h 93"/>
                  <a:gd name="T72" fmla="*/ 76 w 118"/>
                  <a:gd name="T73" fmla="*/ 15 h 93"/>
                  <a:gd name="T74" fmla="*/ 76 w 118"/>
                  <a:gd name="T75" fmla="*/ 15 h 93"/>
                  <a:gd name="T76" fmla="*/ 76 w 118"/>
                  <a:gd name="T77" fmla="*/ 15 h 93"/>
                  <a:gd name="T78" fmla="*/ 76 w 118"/>
                  <a:gd name="T79" fmla="*/ 0 h 93"/>
                  <a:gd name="T80" fmla="*/ 42 w 118"/>
                  <a:gd name="T81" fmla="*/ 0 h 93"/>
                  <a:gd name="T82" fmla="*/ 13 w 118"/>
                  <a:gd name="T83" fmla="*/ 0 h 93"/>
                  <a:gd name="T84" fmla="*/ 0 w 118"/>
                  <a:gd name="T85" fmla="*/ 12 h 93"/>
                  <a:gd name="T86" fmla="*/ 0 w 118"/>
                  <a:gd name="T87" fmla="*/ 47 h 93"/>
                  <a:gd name="T88" fmla="*/ 10 w 118"/>
                  <a:gd name="T89" fmla="*/ 47 h 93"/>
                  <a:gd name="T90" fmla="*/ 25 w 118"/>
                  <a:gd name="T91" fmla="*/ 61 h 93"/>
                  <a:gd name="T92" fmla="*/ 25 w 118"/>
                  <a:gd name="T93" fmla="*/ 93 h 93"/>
                  <a:gd name="T94" fmla="*/ 42 w 118"/>
                  <a:gd name="T95" fmla="*/ 93 h 93"/>
                  <a:gd name="T96" fmla="*/ 42 w 118"/>
                  <a:gd name="T97" fmla="*/ 64 h 93"/>
                  <a:gd name="T98" fmla="*/ 32 w 118"/>
                  <a:gd name="T99" fmla="*/ 53 h 93"/>
                  <a:gd name="T100" fmla="*/ 42 w 118"/>
                  <a:gd name="T101" fmla="*/ 43 h 93"/>
                  <a:gd name="T102" fmla="*/ 42 w 118"/>
                  <a:gd name="T103" fmla="*/ 36 h 93"/>
                  <a:gd name="T104" fmla="*/ 32 w 118"/>
                  <a:gd name="T105" fmla="*/ 25 h 93"/>
                  <a:gd name="T106" fmla="*/ 42 w 118"/>
                  <a:gd name="T107" fmla="*/ 15 h 93"/>
                  <a:gd name="T108" fmla="*/ 42 w 118"/>
                  <a:gd name="T109" fmla="*/ 0 h 93"/>
                  <a:gd name="T110" fmla="*/ 42 w 118"/>
                  <a:gd name="T111" fmla="*/ 15 h 93"/>
                  <a:gd name="T112" fmla="*/ 42 w 118"/>
                  <a:gd name="T113" fmla="*/ 15 h 93"/>
                  <a:gd name="T114" fmla="*/ 42 w 118"/>
                  <a:gd name="T115" fmla="*/ 43 h 93"/>
                  <a:gd name="T116" fmla="*/ 42 w 118"/>
                  <a:gd name="T117" fmla="*/ 4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8" h="93">
                    <a:moveTo>
                      <a:pt x="93" y="93"/>
                    </a:moveTo>
                    <a:cubicBezTo>
                      <a:pt x="93" y="61"/>
                      <a:pt x="93" y="61"/>
                      <a:pt x="93" y="61"/>
                    </a:cubicBezTo>
                    <a:cubicBezTo>
                      <a:pt x="93" y="52"/>
                      <a:pt x="99" y="47"/>
                      <a:pt x="109" y="47"/>
                    </a:cubicBezTo>
                    <a:cubicBezTo>
                      <a:pt x="118" y="47"/>
                      <a:pt x="118" y="47"/>
                      <a:pt x="118" y="47"/>
                    </a:cubicBezTo>
                    <a:cubicBezTo>
                      <a:pt x="118" y="12"/>
                      <a:pt x="118" y="12"/>
                      <a:pt x="118" y="12"/>
                    </a:cubicBezTo>
                    <a:cubicBezTo>
                      <a:pt x="118" y="5"/>
                      <a:pt x="112" y="0"/>
                      <a:pt x="105" y="0"/>
                    </a:cubicBezTo>
                    <a:cubicBezTo>
                      <a:pt x="76" y="0"/>
                      <a:pt x="76" y="0"/>
                      <a:pt x="76" y="0"/>
                    </a:cubicBezTo>
                    <a:cubicBezTo>
                      <a:pt x="76" y="15"/>
                      <a:pt x="76" y="15"/>
                      <a:pt x="76" y="15"/>
                    </a:cubicBezTo>
                    <a:cubicBezTo>
                      <a:pt x="82" y="15"/>
                      <a:pt x="87" y="19"/>
                      <a:pt x="87" y="25"/>
                    </a:cubicBezTo>
                    <a:cubicBezTo>
                      <a:pt x="87" y="31"/>
                      <a:pt x="82" y="36"/>
                      <a:pt x="76" y="36"/>
                    </a:cubicBezTo>
                    <a:cubicBezTo>
                      <a:pt x="76" y="43"/>
                      <a:pt x="76" y="43"/>
                      <a:pt x="76" y="43"/>
                    </a:cubicBezTo>
                    <a:cubicBezTo>
                      <a:pt x="82" y="43"/>
                      <a:pt x="87" y="47"/>
                      <a:pt x="87" y="53"/>
                    </a:cubicBezTo>
                    <a:cubicBezTo>
                      <a:pt x="87" y="59"/>
                      <a:pt x="82" y="64"/>
                      <a:pt x="76" y="64"/>
                    </a:cubicBezTo>
                    <a:cubicBezTo>
                      <a:pt x="76" y="93"/>
                      <a:pt x="76" y="93"/>
                      <a:pt x="76" y="93"/>
                    </a:cubicBezTo>
                    <a:lnTo>
                      <a:pt x="93" y="93"/>
                    </a:lnTo>
                    <a:close/>
                    <a:moveTo>
                      <a:pt x="76" y="0"/>
                    </a:moveTo>
                    <a:cubicBezTo>
                      <a:pt x="42" y="0"/>
                      <a:pt x="42" y="0"/>
                      <a:pt x="42" y="0"/>
                    </a:cubicBezTo>
                    <a:cubicBezTo>
                      <a:pt x="42" y="15"/>
                      <a:pt x="42" y="15"/>
                      <a:pt x="42" y="15"/>
                    </a:cubicBezTo>
                    <a:cubicBezTo>
                      <a:pt x="42" y="15"/>
                      <a:pt x="42" y="15"/>
                      <a:pt x="42" y="15"/>
                    </a:cubicBezTo>
                    <a:cubicBezTo>
                      <a:pt x="48" y="15"/>
                      <a:pt x="53" y="19"/>
                      <a:pt x="53" y="25"/>
                    </a:cubicBezTo>
                    <a:cubicBezTo>
                      <a:pt x="53" y="31"/>
                      <a:pt x="48" y="36"/>
                      <a:pt x="42" y="36"/>
                    </a:cubicBezTo>
                    <a:cubicBezTo>
                      <a:pt x="42" y="43"/>
                      <a:pt x="42" y="43"/>
                      <a:pt x="42" y="43"/>
                    </a:cubicBezTo>
                    <a:cubicBezTo>
                      <a:pt x="42" y="43"/>
                      <a:pt x="42" y="43"/>
                      <a:pt x="42" y="43"/>
                    </a:cubicBezTo>
                    <a:cubicBezTo>
                      <a:pt x="48" y="43"/>
                      <a:pt x="53" y="47"/>
                      <a:pt x="53" y="53"/>
                    </a:cubicBezTo>
                    <a:cubicBezTo>
                      <a:pt x="53" y="59"/>
                      <a:pt x="48" y="64"/>
                      <a:pt x="42" y="64"/>
                    </a:cubicBezTo>
                    <a:cubicBezTo>
                      <a:pt x="42" y="93"/>
                      <a:pt x="42" y="93"/>
                      <a:pt x="42" y="93"/>
                    </a:cubicBezTo>
                    <a:cubicBezTo>
                      <a:pt x="76" y="93"/>
                      <a:pt x="76" y="93"/>
                      <a:pt x="76" y="93"/>
                    </a:cubicBezTo>
                    <a:cubicBezTo>
                      <a:pt x="76" y="64"/>
                      <a:pt x="76" y="64"/>
                      <a:pt x="76" y="64"/>
                    </a:cubicBezTo>
                    <a:cubicBezTo>
                      <a:pt x="76" y="64"/>
                      <a:pt x="76" y="64"/>
                      <a:pt x="76" y="64"/>
                    </a:cubicBezTo>
                    <a:cubicBezTo>
                      <a:pt x="70" y="64"/>
                      <a:pt x="65" y="59"/>
                      <a:pt x="65" y="53"/>
                    </a:cubicBezTo>
                    <a:cubicBezTo>
                      <a:pt x="65" y="47"/>
                      <a:pt x="70" y="43"/>
                      <a:pt x="76" y="43"/>
                    </a:cubicBezTo>
                    <a:cubicBezTo>
                      <a:pt x="76" y="43"/>
                      <a:pt x="76" y="43"/>
                      <a:pt x="76" y="43"/>
                    </a:cubicBezTo>
                    <a:cubicBezTo>
                      <a:pt x="76" y="43"/>
                      <a:pt x="76" y="43"/>
                      <a:pt x="76" y="43"/>
                    </a:cubicBezTo>
                    <a:cubicBezTo>
                      <a:pt x="76" y="36"/>
                      <a:pt x="76" y="36"/>
                      <a:pt x="76" y="36"/>
                    </a:cubicBezTo>
                    <a:cubicBezTo>
                      <a:pt x="76" y="36"/>
                      <a:pt x="76" y="36"/>
                      <a:pt x="76" y="36"/>
                    </a:cubicBezTo>
                    <a:cubicBezTo>
                      <a:pt x="70" y="36"/>
                      <a:pt x="65" y="31"/>
                      <a:pt x="65" y="25"/>
                    </a:cubicBezTo>
                    <a:cubicBezTo>
                      <a:pt x="65" y="19"/>
                      <a:pt x="70" y="15"/>
                      <a:pt x="76" y="15"/>
                    </a:cubicBezTo>
                    <a:cubicBezTo>
                      <a:pt x="76" y="15"/>
                      <a:pt x="76" y="15"/>
                      <a:pt x="76" y="15"/>
                    </a:cubicBezTo>
                    <a:cubicBezTo>
                      <a:pt x="76" y="15"/>
                      <a:pt x="76" y="15"/>
                      <a:pt x="76" y="15"/>
                    </a:cubicBezTo>
                    <a:lnTo>
                      <a:pt x="76" y="0"/>
                    </a:lnTo>
                    <a:close/>
                    <a:moveTo>
                      <a:pt x="42" y="0"/>
                    </a:moveTo>
                    <a:cubicBezTo>
                      <a:pt x="13" y="0"/>
                      <a:pt x="13" y="0"/>
                      <a:pt x="13" y="0"/>
                    </a:cubicBezTo>
                    <a:cubicBezTo>
                      <a:pt x="6" y="0"/>
                      <a:pt x="0" y="5"/>
                      <a:pt x="0" y="12"/>
                    </a:cubicBezTo>
                    <a:cubicBezTo>
                      <a:pt x="0" y="47"/>
                      <a:pt x="0" y="47"/>
                      <a:pt x="0" y="47"/>
                    </a:cubicBezTo>
                    <a:cubicBezTo>
                      <a:pt x="10" y="47"/>
                      <a:pt x="10" y="47"/>
                      <a:pt x="10" y="47"/>
                    </a:cubicBezTo>
                    <a:cubicBezTo>
                      <a:pt x="20" y="47"/>
                      <a:pt x="25" y="52"/>
                      <a:pt x="25" y="61"/>
                    </a:cubicBezTo>
                    <a:cubicBezTo>
                      <a:pt x="25" y="93"/>
                      <a:pt x="25" y="93"/>
                      <a:pt x="25" y="93"/>
                    </a:cubicBezTo>
                    <a:cubicBezTo>
                      <a:pt x="42" y="93"/>
                      <a:pt x="42" y="93"/>
                      <a:pt x="42" y="93"/>
                    </a:cubicBezTo>
                    <a:cubicBezTo>
                      <a:pt x="42" y="64"/>
                      <a:pt x="42" y="64"/>
                      <a:pt x="42" y="64"/>
                    </a:cubicBezTo>
                    <a:cubicBezTo>
                      <a:pt x="36" y="64"/>
                      <a:pt x="32" y="59"/>
                      <a:pt x="32" y="53"/>
                    </a:cubicBezTo>
                    <a:cubicBezTo>
                      <a:pt x="32" y="47"/>
                      <a:pt x="36" y="43"/>
                      <a:pt x="42" y="43"/>
                    </a:cubicBezTo>
                    <a:cubicBezTo>
                      <a:pt x="42" y="36"/>
                      <a:pt x="42" y="36"/>
                      <a:pt x="42" y="36"/>
                    </a:cubicBezTo>
                    <a:cubicBezTo>
                      <a:pt x="36" y="36"/>
                      <a:pt x="32" y="31"/>
                      <a:pt x="32" y="25"/>
                    </a:cubicBezTo>
                    <a:cubicBezTo>
                      <a:pt x="32" y="19"/>
                      <a:pt x="36" y="15"/>
                      <a:pt x="42" y="15"/>
                    </a:cubicBezTo>
                    <a:cubicBezTo>
                      <a:pt x="42" y="0"/>
                      <a:pt x="42" y="0"/>
                      <a:pt x="42" y="0"/>
                    </a:cubicBezTo>
                    <a:close/>
                    <a:moveTo>
                      <a:pt x="42" y="15"/>
                    </a:moveTo>
                    <a:cubicBezTo>
                      <a:pt x="42" y="15"/>
                      <a:pt x="42" y="15"/>
                      <a:pt x="42" y="15"/>
                    </a:cubicBezTo>
                    <a:close/>
                    <a:moveTo>
                      <a:pt x="42" y="43"/>
                    </a:moveTo>
                    <a:cubicBezTo>
                      <a:pt x="42" y="43"/>
                      <a:pt x="42" y="43"/>
                      <a:pt x="42" y="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40" name="Freeform 169"/>
              <p:cNvSpPr>
                <a:spLocks/>
              </p:cNvSpPr>
              <p:nvPr/>
            </p:nvSpPr>
            <p:spPr bwMode="auto">
              <a:xfrm>
                <a:off x="-5283200" y="8639175"/>
                <a:ext cx="600075" cy="319088"/>
              </a:xfrm>
              <a:custGeom>
                <a:avLst/>
                <a:gdLst>
                  <a:gd name="T0" fmla="*/ 150 w 160"/>
                  <a:gd name="T1" fmla="*/ 0 h 85"/>
                  <a:gd name="T2" fmla="*/ 139 w 160"/>
                  <a:gd name="T3" fmla="*/ 0 h 85"/>
                  <a:gd name="T4" fmla="*/ 130 w 160"/>
                  <a:gd name="T5" fmla="*/ 0 h 85"/>
                  <a:gd name="T6" fmla="*/ 119 w 160"/>
                  <a:gd name="T7" fmla="*/ 10 h 85"/>
                  <a:gd name="T8" fmla="*/ 119 w 160"/>
                  <a:gd name="T9" fmla="*/ 47 h 85"/>
                  <a:gd name="T10" fmla="*/ 42 w 160"/>
                  <a:gd name="T11" fmla="*/ 47 h 85"/>
                  <a:gd name="T12" fmla="*/ 42 w 160"/>
                  <a:gd name="T13" fmla="*/ 10 h 85"/>
                  <a:gd name="T14" fmla="*/ 31 w 160"/>
                  <a:gd name="T15" fmla="*/ 0 h 85"/>
                  <a:gd name="T16" fmla="*/ 21 w 160"/>
                  <a:gd name="T17" fmla="*/ 0 h 85"/>
                  <a:gd name="T18" fmla="*/ 11 w 160"/>
                  <a:gd name="T19" fmla="*/ 0 h 85"/>
                  <a:gd name="T20" fmla="*/ 0 w 160"/>
                  <a:gd name="T21" fmla="*/ 10 h 85"/>
                  <a:gd name="T22" fmla="*/ 0 w 160"/>
                  <a:gd name="T23" fmla="*/ 63 h 85"/>
                  <a:gd name="T24" fmla="*/ 15 w 160"/>
                  <a:gd name="T25" fmla="*/ 79 h 85"/>
                  <a:gd name="T26" fmla="*/ 16 w 160"/>
                  <a:gd name="T27" fmla="*/ 80 h 85"/>
                  <a:gd name="T28" fmla="*/ 17 w 160"/>
                  <a:gd name="T29" fmla="*/ 83 h 85"/>
                  <a:gd name="T30" fmla="*/ 22 w 160"/>
                  <a:gd name="T31" fmla="*/ 85 h 85"/>
                  <a:gd name="T32" fmla="*/ 25 w 160"/>
                  <a:gd name="T33" fmla="*/ 85 h 85"/>
                  <a:gd name="T34" fmla="*/ 30 w 160"/>
                  <a:gd name="T35" fmla="*/ 83 h 85"/>
                  <a:gd name="T36" fmla="*/ 31 w 160"/>
                  <a:gd name="T37" fmla="*/ 80 h 85"/>
                  <a:gd name="T38" fmla="*/ 31 w 160"/>
                  <a:gd name="T39" fmla="*/ 79 h 85"/>
                  <a:gd name="T40" fmla="*/ 129 w 160"/>
                  <a:gd name="T41" fmla="*/ 79 h 85"/>
                  <a:gd name="T42" fmla="*/ 129 w 160"/>
                  <a:gd name="T43" fmla="*/ 80 h 85"/>
                  <a:gd name="T44" fmla="*/ 130 w 160"/>
                  <a:gd name="T45" fmla="*/ 83 h 85"/>
                  <a:gd name="T46" fmla="*/ 135 w 160"/>
                  <a:gd name="T47" fmla="*/ 85 h 85"/>
                  <a:gd name="T48" fmla="*/ 138 w 160"/>
                  <a:gd name="T49" fmla="*/ 85 h 85"/>
                  <a:gd name="T50" fmla="*/ 143 w 160"/>
                  <a:gd name="T51" fmla="*/ 83 h 85"/>
                  <a:gd name="T52" fmla="*/ 144 w 160"/>
                  <a:gd name="T53" fmla="*/ 80 h 85"/>
                  <a:gd name="T54" fmla="*/ 145 w 160"/>
                  <a:gd name="T55" fmla="*/ 79 h 85"/>
                  <a:gd name="T56" fmla="*/ 150 w 160"/>
                  <a:gd name="T57" fmla="*/ 79 h 85"/>
                  <a:gd name="T58" fmla="*/ 160 w 160"/>
                  <a:gd name="T59" fmla="*/ 63 h 85"/>
                  <a:gd name="T60" fmla="*/ 160 w 160"/>
                  <a:gd name="T61" fmla="*/ 10 h 85"/>
                  <a:gd name="T62" fmla="*/ 150 w 160"/>
                  <a:gd name="T6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0" h="85">
                    <a:moveTo>
                      <a:pt x="150" y="0"/>
                    </a:moveTo>
                    <a:cubicBezTo>
                      <a:pt x="139" y="0"/>
                      <a:pt x="139" y="0"/>
                      <a:pt x="139" y="0"/>
                    </a:cubicBezTo>
                    <a:cubicBezTo>
                      <a:pt x="130" y="0"/>
                      <a:pt x="130" y="0"/>
                      <a:pt x="130" y="0"/>
                    </a:cubicBezTo>
                    <a:cubicBezTo>
                      <a:pt x="122" y="0"/>
                      <a:pt x="119" y="3"/>
                      <a:pt x="119" y="10"/>
                    </a:cubicBezTo>
                    <a:cubicBezTo>
                      <a:pt x="119" y="47"/>
                      <a:pt x="119" y="47"/>
                      <a:pt x="119" y="47"/>
                    </a:cubicBezTo>
                    <a:cubicBezTo>
                      <a:pt x="42" y="47"/>
                      <a:pt x="42" y="47"/>
                      <a:pt x="42" y="47"/>
                    </a:cubicBezTo>
                    <a:cubicBezTo>
                      <a:pt x="42" y="10"/>
                      <a:pt x="42" y="10"/>
                      <a:pt x="42" y="10"/>
                    </a:cubicBezTo>
                    <a:cubicBezTo>
                      <a:pt x="42" y="3"/>
                      <a:pt x="38" y="0"/>
                      <a:pt x="31" y="0"/>
                    </a:cubicBezTo>
                    <a:cubicBezTo>
                      <a:pt x="21" y="0"/>
                      <a:pt x="21" y="0"/>
                      <a:pt x="21" y="0"/>
                    </a:cubicBezTo>
                    <a:cubicBezTo>
                      <a:pt x="11" y="0"/>
                      <a:pt x="11" y="0"/>
                      <a:pt x="11" y="0"/>
                    </a:cubicBezTo>
                    <a:cubicBezTo>
                      <a:pt x="4" y="0"/>
                      <a:pt x="0" y="3"/>
                      <a:pt x="0" y="10"/>
                    </a:cubicBezTo>
                    <a:cubicBezTo>
                      <a:pt x="0" y="63"/>
                      <a:pt x="0" y="63"/>
                      <a:pt x="0" y="63"/>
                    </a:cubicBezTo>
                    <a:cubicBezTo>
                      <a:pt x="0" y="70"/>
                      <a:pt x="8" y="79"/>
                      <a:pt x="15" y="79"/>
                    </a:cubicBezTo>
                    <a:cubicBezTo>
                      <a:pt x="15" y="79"/>
                      <a:pt x="16" y="80"/>
                      <a:pt x="16" y="80"/>
                    </a:cubicBezTo>
                    <a:cubicBezTo>
                      <a:pt x="16" y="81"/>
                      <a:pt x="16" y="82"/>
                      <a:pt x="17" y="83"/>
                    </a:cubicBezTo>
                    <a:cubicBezTo>
                      <a:pt x="18" y="84"/>
                      <a:pt x="20" y="85"/>
                      <a:pt x="22" y="85"/>
                    </a:cubicBezTo>
                    <a:cubicBezTo>
                      <a:pt x="25" y="85"/>
                      <a:pt x="25" y="85"/>
                      <a:pt x="25" y="85"/>
                    </a:cubicBezTo>
                    <a:cubicBezTo>
                      <a:pt x="27" y="85"/>
                      <a:pt x="29" y="84"/>
                      <a:pt x="30" y="83"/>
                    </a:cubicBezTo>
                    <a:cubicBezTo>
                      <a:pt x="31" y="82"/>
                      <a:pt x="31" y="81"/>
                      <a:pt x="31" y="80"/>
                    </a:cubicBezTo>
                    <a:cubicBezTo>
                      <a:pt x="31" y="80"/>
                      <a:pt x="31" y="79"/>
                      <a:pt x="31" y="79"/>
                    </a:cubicBezTo>
                    <a:cubicBezTo>
                      <a:pt x="129" y="79"/>
                      <a:pt x="129" y="79"/>
                      <a:pt x="129" y="79"/>
                    </a:cubicBezTo>
                    <a:cubicBezTo>
                      <a:pt x="129" y="79"/>
                      <a:pt x="129" y="80"/>
                      <a:pt x="129" y="80"/>
                    </a:cubicBezTo>
                    <a:cubicBezTo>
                      <a:pt x="129" y="81"/>
                      <a:pt x="130" y="82"/>
                      <a:pt x="130" y="83"/>
                    </a:cubicBezTo>
                    <a:cubicBezTo>
                      <a:pt x="131" y="84"/>
                      <a:pt x="133" y="85"/>
                      <a:pt x="135" y="85"/>
                    </a:cubicBezTo>
                    <a:cubicBezTo>
                      <a:pt x="138" y="85"/>
                      <a:pt x="138" y="85"/>
                      <a:pt x="138" y="85"/>
                    </a:cubicBezTo>
                    <a:cubicBezTo>
                      <a:pt x="140" y="85"/>
                      <a:pt x="142" y="84"/>
                      <a:pt x="143" y="83"/>
                    </a:cubicBezTo>
                    <a:cubicBezTo>
                      <a:pt x="144" y="82"/>
                      <a:pt x="144" y="81"/>
                      <a:pt x="144" y="80"/>
                    </a:cubicBezTo>
                    <a:cubicBezTo>
                      <a:pt x="145" y="80"/>
                      <a:pt x="145" y="79"/>
                      <a:pt x="145" y="79"/>
                    </a:cubicBezTo>
                    <a:cubicBezTo>
                      <a:pt x="150" y="79"/>
                      <a:pt x="150" y="79"/>
                      <a:pt x="150" y="79"/>
                    </a:cubicBezTo>
                    <a:cubicBezTo>
                      <a:pt x="157" y="79"/>
                      <a:pt x="160" y="70"/>
                      <a:pt x="160" y="63"/>
                    </a:cubicBezTo>
                    <a:cubicBezTo>
                      <a:pt x="160" y="10"/>
                      <a:pt x="160" y="10"/>
                      <a:pt x="160" y="10"/>
                    </a:cubicBezTo>
                    <a:cubicBezTo>
                      <a:pt x="160" y="3"/>
                      <a:pt x="157" y="0"/>
                      <a:pt x="15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41" name="Oval 170"/>
              <p:cNvSpPr>
                <a:spLocks noChangeArrowheads="1"/>
              </p:cNvSpPr>
              <p:nvPr/>
            </p:nvSpPr>
            <p:spPr bwMode="auto">
              <a:xfrm>
                <a:off x="-5068888" y="8520113"/>
                <a:ext cx="47625" cy="476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42" name="Oval 171"/>
              <p:cNvSpPr>
                <a:spLocks noChangeArrowheads="1"/>
              </p:cNvSpPr>
              <p:nvPr/>
            </p:nvSpPr>
            <p:spPr bwMode="auto">
              <a:xfrm>
                <a:off x="-4941888" y="8520113"/>
                <a:ext cx="44450" cy="476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43" name="Oval 172"/>
              <p:cNvSpPr>
                <a:spLocks noChangeArrowheads="1"/>
              </p:cNvSpPr>
              <p:nvPr/>
            </p:nvSpPr>
            <p:spPr bwMode="auto">
              <a:xfrm>
                <a:off x="-5068888" y="8624888"/>
                <a:ext cx="47625" cy="4921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44" name="Oval 173"/>
              <p:cNvSpPr>
                <a:spLocks noChangeArrowheads="1"/>
              </p:cNvSpPr>
              <p:nvPr/>
            </p:nvSpPr>
            <p:spPr bwMode="auto">
              <a:xfrm>
                <a:off x="-4941888" y="8624888"/>
                <a:ext cx="44450" cy="4921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45" name="Freeform 174"/>
              <p:cNvSpPr>
                <a:spLocks noEditPoints="1"/>
              </p:cNvSpPr>
              <p:nvPr/>
            </p:nvSpPr>
            <p:spPr bwMode="auto">
              <a:xfrm>
                <a:off x="-2709863" y="2819400"/>
                <a:ext cx="728663" cy="338138"/>
              </a:xfrm>
              <a:custGeom>
                <a:avLst/>
                <a:gdLst>
                  <a:gd name="T0" fmla="*/ 409 w 459"/>
                  <a:gd name="T1" fmla="*/ 0 h 213"/>
                  <a:gd name="T2" fmla="*/ 409 w 459"/>
                  <a:gd name="T3" fmla="*/ 71 h 213"/>
                  <a:gd name="T4" fmla="*/ 409 w 459"/>
                  <a:gd name="T5" fmla="*/ 71 h 213"/>
                  <a:gd name="T6" fmla="*/ 409 w 459"/>
                  <a:gd name="T7" fmla="*/ 31 h 213"/>
                  <a:gd name="T8" fmla="*/ 397 w 459"/>
                  <a:gd name="T9" fmla="*/ 90 h 213"/>
                  <a:gd name="T10" fmla="*/ 378 w 459"/>
                  <a:gd name="T11" fmla="*/ 154 h 213"/>
                  <a:gd name="T12" fmla="*/ 378 w 459"/>
                  <a:gd name="T13" fmla="*/ 194 h 213"/>
                  <a:gd name="T14" fmla="*/ 378 w 459"/>
                  <a:gd name="T15" fmla="*/ 194 h 213"/>
                  <a:gd name="T16" fmla="*/ 378 w 459"/>
                  <a:gd name="T17" fmla="*/ 0 h 213"/>
                  <a:gd name="T18" fmla="*/ 369 w 459"/>
                  <a:gd name="T19" fmla="*/ 71 h 213"/>
                  <a:gd name="T20" fmla="*/ 378 w 459"/>
                  <a:gd name="T21" fmla="*/ 130 h 213"/>
                  <a:gd name="T22" fmla="*/ 378 w 459"/>
                  <a:gd name="T23" fmla="*/ 0 h 213"/>
                  <a:gd name="T24" fmla="*/ 317 w 459"/>
                  <a:gd name="T25" fmla="*/ 194 h 213"/>
                  <a:gd name="T26" fmla="*/ 317 w 459"/>
                  <a:gd name="T27" fmla="*/ 0 h 213"/>
                  <a:gd name="T28" fmla="*/ 317 w 459"/>
                  <a:gd name="T29" fmla="*/ 130 h 213"/>
                  <a:gd name="T30" fmla="*/ 328 w 459"/>
                  <a:gd name="T31" fmla="*/ 71 h 213"/>
                  <a:gd name="T32" fmla="*/ 347 w 459"/>
                  <a:gd name="T33" fmla="*/ 0 h 213"/>
                  <a:gd name="T34" fmla="*/ 288 w 459"/>
                  <a:gd name="T35" fmla="*/ 194 h 213"/>
                  <a:gd name="T36" fmla="*/ 288 w 459"/>
                  <a:gd name="T37" fmla="*/ 0 h 213"/>
                  <a:gd name="T38" fmla="*/ 288 w 459"/>
                  <a:gd name="T39" fmla="*/ 71 h 213"/>
                  <a:gd name="T40" fmla="*/ 298 w 459"/>
                  <a:gd name="T41" fmla="*/ 130 h 213"/>
                  <a:gd name="T42" fmla="*/ 317 w 459"/>
                  <a:gd name="T43" fmla="*/ 0 h 213"/>
                  <a:gd name="T44" fmla="*/ 257 w 459"/>
                  <a:gd name="T45" fmla="*/ 194 h 213"/>
                  <a:gd name="T46" fmla="*/ 257 w 459"/>
                  <a:gd name="T47" fmla="*/ 0 h 213"/>
                  <a:gd name="T48" fmla="*/ 257 w 459"/>
                  <a:gd name="T49" fmla="*/ 130 h 213"/>
                  <a:gd name="T50" fmla="*/ 267 w 459"/>
                  <a:gd name="T51" fmla="*/ 71 h 213"/>
                  <a:gd name="T52" fmla="*/ 288 w 459"/>
                  <a:gd name="T53" fmla="*/ 0 h 213"/>
                  <a:gd name="T54" fmla="*/ 227 w 459"/>
                  <a:gd name="T55" fmla="*/ 194 h 213"/>
                  <a:gd name="T56" fmla="*/ 227 w 459"/>
                  <a:gd name="T57" fmla="*/ 0 h 213"/>
                  <a:gd name="T58" fmla="*/ 227 w 459"/>
                  <a:gd name="T59" fmla="*/ 71 h 213"/>
                  <a:gd name="T60" fmla="*/ 239 w 459"/>
                  <a:gd name="T61" fmla="*/ 130 h 213"/>
                  <a:gd name="T62" fmla="*/ 257 w 459"/>
                  <a:gd name="T63" fmla="*/ 0 h 213"/>
                  <a:gd name="T64" fmla="*/ 198 w 459"/>
                  <a:gd name="T65" fmla="*/ 194 h 213"/>
                  <a:gd name="T66" fmla="*/ 198 w 459"/>
                  <a:gd name="T67" fmla="*/ 0 h 213"/>
                  <a:gd name="T68" fmla="*/ 198 w 459"/>
                  <a:gd name="T69" fmla="*/ 130 h 213"/>
                  <a:gd name="T70" fmla="*/ 208 w 459"/>
                  <a:gd name="T71" fmla="*/ 71 h 213"/>
                  <a:gd name="T72" fmla="*/ 227 w 459"/>
                  <a:gd name="T73" fmla="*/ 0 h 213"/>
                  <a:gd name="T74" fmla="*/ 168 w 459"/>
                  <a:gd name="T75" fmla="*/ 194 h 213"/>
                  <a:gd name="T76" fmla="*/ 168 w 459"/>
                  <a:gd name="T77" fmla="*/ 0 h 213"/>
                  <a:gd name="T78" fmla="*/ 168 w 459"/>
                  <a:gd name="T79" fmla="*/ 71 h 213"/>
                  <a:gd name="T80" fmla="*/ 177 w 459"/>
                  <a:gd name="T81" fmla="*/ 130 h 213"/>
                  <a:gd name="T82" fmla="*/ 198 w 459"/>
                  <a:gd name="T83" fmla="*/ 0 h 213"/>
                  <a:gd name="T84" fmla="*/ 137 w 459"/>
                  <a:gd name="T85" fmla="*/ 194 h 213"/>
                  <a:gd name="T86" fmla="*/ 137 w 459"/>
                  <a:gd name="T87" fmla="*/ 0 h 213"/>
                  <a:gd name="T88" fmla="*/ 137 w 459"/>
                  <a:gd name="T89" fmla="*/ 130 h 213"/>
                  <a:gd name="T90" fmla="*/ 146 w 459"/>
                  <a:gd name="T91" fmla="*/ 71 h 213"/>
                  <a:gd name="T92" fmla="*/ 168 w 459"/>
                  <a:gd name="T93" fmla="*/ 0 h 213"/>
                  <a:gd name="T94" fmla="*/ 106 w 459"/>
                  <a:gd name="T95" fmla="*/ 194 h 213"/>
                  <a:gd name="T96" fmla="*/ 106 w 459"/>
                  <a:gd name="T97" fmla="*/ 0 h 213"/>
                  <a:gd name="T98" fmla="*/ 106 w 459"/>
                  <a:gd name="T99" fmla="*/ 71 h 213"/>
                  <a:gd name="T100" fmla="*/ 118 w 459"/>
                  <a:gd name="T101" fmla="*/ 130 h 213"/>
                  <a:gd name="T102" fmla="*/ 137 w 459"/>
                  <a:gd name="T103" fmla="*/ 0 h 213"/>
                  <a:gd name="T104" fmla="*/ 78 w 459"/>
                  <a:gd name="T105" fmla="*/ 194 h 213"/>
                  <a:gd name="T106" fmla="*/ 78 w 459"/>
                  <a:gd name="T107" fmla="*/ 0 h 213"/>
                  <a:gd name="T108" fmla="*/ 78 w 459"/>
                  <a:gd name="T109" fmla="*/ 130 h 213"/>
                  <a:gd name="T110" fmla="*/ 87 w 459"/>
                  <a:gd name="T111" fmla="*/ 71 h 213"/>
                  <a:gd name="T112" fmla="*/ 106 w 459"/>
                  <a:gd name="T113" fmla="*/ 0 h 213"/>
                  <a:gd name="T114" fmla="*/ 78 w 459"/>
                  <a:gd name="T115" fmla="*/ 154 h 213"/>
                  <a:gd name="T116" fmla="*/ 56 w 459"/>
                  <a:gd name="T117" fmla="*/ 90 h 213"/>
                  <a:gd name="T118" fmla="*/ 47 w 459"/>
                  <a:gd name="T119" fmla="*/ 31 h 213"/>
                  <a:gd name="T120" fmla="*/ 47 w 459"/>
                  <a:gd name="T121" fmla="*/ 213 h 213"/>
                  <a:gd name="T122" fmla="*/ 26 w 459"/>
                  <a:gd name="T123" fmla="*/ 71 h 213"/>
                  <a:gd name="T124" fmla="*/ 47 w 459"/>
                  <a:gd name="T125" fmla="*/ 0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59" h="213">
                    <a:moveTo>
                      <a:pt x="409" y="213"/>
                    </a:moveTo>
                    <a:lnTo>
                      <a:pt x="459" y="213"/>
                    </a:lnTo>
                    <a:lnTo>
                      <a:pt x="459" y="0"/>
                    </a:lnTo>
                    <a:lnTo>
                      <a:pt x="409" y="0"/>
                    </a:lnTo>
                    <a:lnTo>
                      <a:pt x="409" y="31"/>
                    </a:lnTo>
                    <a:lnTo>
                      <a:pt x="428" y="31"/>
                    </a:lnTo>
                    <a:lnTo>
                      <a:pt x="428" y="71"/>
                    </a:lnTo>
                    <a:lnTo>
                      <a:pt x="409" y="71"/>
                    </a:lnTo>
                    <a:lnTo>
                      <a:pt x="409" y="213"/>
                    </a:lnTo>
                    <a:close/>
                    <a:moveTo>
                      <a:pt x="378" y="213"/>
                    </a:moveTo>
                    <a:lnTo>
                      <a:pt x="409" y="213"/>
                    </a:lnTo>
                    <a:lnTo>
                      <a:pt x="409" y="71"/>
                    </a:lnTo>
                    <a:lnTo>
                      <a:pt x="388" y="71"/>
                    </a:lnTo>
                    <a:lnTo>
                      <a:pt x="388" y="31"/>
                    </a:lnTo>
                    <a:lnTo>
                      <a:pt x="388" y="31"/>
                    </a:lnTo>
                    <a:lnTo>
                      <a:pt x="409" y="31"/>
                    </a:lnTo>
                    <a:lnTo>
                      <a:pt x="409" y="0"/>
                    </a:lnTo>
                    <a:lnTo>
                      <a:pt x="378" y="0"/>
                    </a:lnTo>
                    <a:lnTo>
                      <a:pt x="378" y="90"/>
                    </a:lnTo>
                    <a:lnTo>
                      <a:pt x="397" y="90"/>
                    </a:lnTo>
                    <a:lnTo>
                      <a:pt x="397" y="130"/>
                    </a:lnTo>
                    <a:lnTo>
                      <a:pt x="397" y="130"/>
                    </a:lnTo>
                    <a:lnTo>
                      <a:pt x="378" y="130"/>
                    </a:lnTo>
                    <a:lnTo>
                      <a:pt x="378" y="154"/>
                    </a:lnTo>
                    <a:lnTo>
                      <a:pt x="378" y="154"/>
                    </a:lnTo>
                    <a:lnTo>
                      <a:pt x="378" y="194"/>
                    </a:lnTo>
                    <a:lnTo>
                      <a:pt x="378" y="194"/>
                    </a:lnTo>
                    <a:lnTo>
                      <a:pt x="378" y="194"/>
                    </a:lnTo>
                    <a:lnTo>
                      <a:pt x="378" y="213"/>
                    </a:lnTo>
                    <a:close/>
                    <a:moveTo>
                      <a:pt x="347" y="213"/>
                    </a:moveTo>
                    <a:lnTo>
                      <a:pt x="378" y="213"/>
                    </a:lnTo>
                    <a:lnTo>
                      <a:pt x="378" y="194"/>
                    </a:lnTo>
                    <a:lnTo>
                      <a:pt x="347" y="194"/>
                    </a:lnTo>
                    <a:lnTo>
                      <a:pt x="347" y="213"/>
                    </a:lnTo>
                    <a:lnTo>
                      <a:pt x="347" y="213"/>
                    </a:lnTo>
                    <a:close/>
                    <a:moveTo>
                      <a:pt x="378" y="0"/>
                    </a:moveTo>
                    <a:lnTo>
                      <a:pt x="347" y="0"/>
                    </a:lnTo>
                    <a:lnTo>
                      <a:pt x="347" y="31"/>
                    </a:lnTo>
                    <a:lnTo>
                      <a:pt x="369" y="31"/>
                    </a:lnTo>
                    <a:lnTo>
                      <a:pt x="369" y="71"/>
                    </a:lnTo>
                    <a:lnTo>
                      <a:pt x="347" y="71"/>
                    </a:lnTo>
                    <a:lnTo>
                      <a:pt x="347" y="154"/>
                    </a:lnTo>
                    <a:lnTo>
                      <a:pt x="378" y="154"/>
                    </a:lnTo>
                    <a:lnTo>
                      <a:pt x="378" y="130"/>
                    </a:lnTo>
                    <a:lnTo>
                      <a:pt x="357" y="130"/>
                    </a:lnTo>
                    <a:lnTo>
                      <a:pt x="357" y="90"/>
                    </a:lnTo>
                    <a:lnTo>
                      <a:pt x="378" y="90"/>
                    </a:lnTo>
                    <a:lnTo>
                      <a:pt x="378" y="0"/>
                    </a:lnTo>
                    <a:close/>
                    <a:moveTo>
                      <a:pt x="317" y="213"/>
                    </a:moveTo>
                    <a:lnTo>
                      <a:pt x="347" y="213"/>
                    </a:lnTo>
                    <a:lnTo>
                      <a:pt x="347" y="194"/>
                    </a:lnTo>
                    <a:lnTo>
                      <a:pt x="317" y="194"/>
                    </a:lnTo>
                    <a:lnTo>
                      <a:pt x="317" y="213"/>
                    </a:lnTo>
                    <a:lnTo>
                      <a:pt x="317" y="213"/>
                    </a:lnTo>
                    <a:close/>
                    <a:moveTo>
                      <a:pt x="347" y="0"/>
                    </a:moveTo>
                    <a:lnTo>
                      <a:pt x="317" y="0"/>
                    </a:lnTo>
                    <a:lnTo>
                      <a:pt x="317" y="90"/>
                    </a:lnTo>
                    <a:lnTo>
                      <a:pt x="338" y="90"/>
                    </a:lnTo>
                    <a:lnTo>
                      <a:pt x="338" y="130"/>
                    </a:lnTo>
                    <a:lnTo>
                      <a:pt x="317" y="130"/>
                    </a:lnTo>
                    <a:lnTo>
                      <a:pt x="317" y="154"/>
                    </a:lnTo>
                    <a:lnTo>
                      <a:pt x="347" y="154"/>
                    </a:lnTo>
                    <a:lnTo>
                      <a:pt x="347" y="71"/>
                    </a:lnTo>
                    <a:lnTo>
                      <a:pt x="328" y="71"/>
                    </a:lnTo>
                    <a:lnTo>
                      <a:pt x="328" y="31"/>
                    </a:lnTo>
                    <a:lnTo>
                      <a:pt x="328" y="31"/>
                    </a:lnTo>
                    <a:lnTo>
                      <a:pt x="347" y="31"/>
                    </a:lnTo>
                    <a:lnTo>
                      <a:pt x="347" y="0"/>
                    </a:lnTo>
                    <a:close/>
                    <a:moveTo>
                      <a:pt x="288" y="213"/>
                    </a:moveTo>
                    <a:lnTo>
                      <a:pt x="317" y="213"/>
                    </a:lnTo>
                    <a:lnTo>
                      <a:pt x="317" y="194"/>
                    </a:lnTo>
                    <a:lnTo>
                      <a:pt x="288" y="194"/>
                    </a:lnTo>
                    <a:lnTo>
                      <a:pt x="288" y="213"/>
                    </a:lnTo>
                    <a:lnTo>
                      <a:pt x="288" y="213"/>
                    </a:lnTo>
                    <a:close/>
                    <a:moveTo>
                      <a:pt x="317" y="0"/>
                    </a:moveTo>
                    <a:lnTo>
                      <a:pt x="288" y="0"/>
                    </a:lnTo>
                    <a:lnTo>
                      <a:pt x="288" y="31"/>
                    </a:lnTo>
                    <a:lnTo>
                      <a:pt x="307" y="31"/>
                    </a:lnTo>
                    <a:lnTo>
                      <a:pt x="307" y="71"/>
                    </a:lnTo>
                    <a:lnTo>
                      <a:pt x="288" y="71"/>
                    </a:lnTo>
                    <a:lnTo>
                      <a:pt x="288" y="154"/>
                    </a:lnTo>
                    <a:lnTo>
                      <a:pt x="317" y="154"/>
                    </a:lnTo>
                    <a:lnTo>
                      <a:pt x="317" y="130"/>
                    </a:lnTo>
                    <a:lnTo>
                      <a:pt x="298" y="130"/>
                    </a:lnTo>
                    <a:lnTo>
                      <a:pt x="298" y="130"/>
                    </a:lnTo>
                    <a:lnTo>
                      <a:pt x="298" y="90"/>
                    </a:lnTo>
                    <a:lnTo>
                      <a:pt x="317" y="90"/>
                    </a:lnTo>
                    <a:lnTo>
                      <a:pt x="317" y="0"/>
                    </a:lnTo>
                    <a:close/>
                    <a:moveTo>
                      <a:pt x="257" y="213"/>
                    </a:moveTo>
                    <a:lnTo>
                      <a:pt x="288" y="213"/>
                    </a:lnTo>
                    <a:lnTo>
                      <a:pt x="288" y="194"/>
                    </a:lnTo>
                    <a:lnTo>
                      <a:pt x="257" y="194"/>
                    </a:lnTo>
                    <a:lnTo>
                      <a:pt x="257" y="213"/>
                    </a:lnTo>
                    <a:lnTo>
                      <a:pt x="257" y="213"/>
                    </a:lnTo>
                    <a:close/>
                    <a:moveTo>
                      <a:pt x="288" y="0"/>
                    </a:moveTo>
                    <a:lnTo>
                      <a:pt x="257" y="0"/>
                    </a:lnTo>
                    <a:lnTo>
                      <a:pt x="257" y="90"/>
                    </a:lnTo>
                    <a:lnTo>
                      <a:pt x="276" y="90"/>
                    </a:lnTo>
                    <a:lnTo>
                      <a:pt x="276" y="130"/>
                    </a:lnTo>
                    <a:lnTo>
                      <a:pt x="257" y="130"/>
                    </a:lnTo>
                    <a:lnTo>
                      <a:pt x="257" y="154"/>
                    </a:lnTo>
                    <a:lnTo>
                      <a:pt x="288" y="154"/>
                    </a:lnTo>
                    <a:lnTo>
                      <a:pt x="288" y="71"/>
                    </a:lnTo>
                    <a:lnTo>
                      <a:pt x="267" y="71"/>
                    </a:lnTo>
                    <a:lnTo>
                      <a:pt x="267" y="31"/>
                    </a:lnTo>
                    <a:lnTo>
                      <a:pt x="267" y="31"/>
                    </a:lnTo>
                    <a:lnTo>
                      <a:pt x="288" y="31"/>
                    </a:lnTo>
                    <a:lnTo>
                      <a:pt x="288" y="0"/>
                    </a:lnTo>
                    <a:close/>
                    <a:moveTo>
                      <a:pt x="227" y="213"/>
                    </a:moveTo>
                    <a:lnTo>
                      <a:pt x="257" y="213"/>
                    </a:lnTo>
                    <a:lnTo>
                      <a:pt x="257" y="194"/>
                    </a:lnTo>
                    <a:lnTo>
                      <a:pt x="227" y="194"/>
                    </a:lnTo>
                    <a:lnTo>
                      <a:pt x="227" y="213"/>
                    </a:lnTo>
                    <a:lnTo>
                      <a:pt x="227" y="213"/>
                    </a:lnTo>
                    <a:close/>
                    <a:moveTo>
                      <a:pt x="257" y="0"/>
                    </a:moveTo>
                    <a:lnTo>
                      <a:pt x="227" y="0"/>
                    </a:lnTo>
                    <a:lnTo>
                      <a:pt x="227" y="31"/>
                    </a:lnTo>
                    <a:lnTo>
                      <a:pt x="248" y="31"/>
                    </a:lnTo>
                    <a:lnTo>
                      <a:pt x="248" y="71"/>
                    </a:lnTo>
                    <a:lnTo>
                      <a:pt x="227" y="71"/>
                    </a:lnTo>
                    <a:lnTo>
                      <a:pt x="227" y="154"/>
                    </a:lnTo>
                    <a:lnTo>
                      <a:pt x="257" y="154"/>
                    </a:lnTo>
                    <a:lnTo>
                      <a:pt x="257" y="130"/>
                    </a:lnTo>
                    <a:lnTo>
                      <a:pt x="239" y="130"/>
                    </a:lnTo>
                    <a:lnTo>
                      <a:pt x="239" y="130"/>
                    </a:lnTo>
                    <a:lnTo>
                      <a:pt x="239" y="90"/>
                    </a:lnTo>
                    <a:lnTo>
                      <a:pt x="257" y="90"/>
                    </a:lnTo>
                    <a:lnTo>
                      <a:pt x="257" y="0"/>
                    </a:lnTo>
                    <a:close/>
                    <a:moveTo>
                      <a:pt x="198" y="213"/>
                    </a:moveTo>
                    <a:lnTo>
                      <a:pt x="227" y="213"/>
                    </a:lnTo>
                    <a:lnTo>
                      <a:pt x="227" y="194"/>
                    </a:lnTo>
                    <a:lnTo>
                      <a:pt x="198" y="194"/>
                    </a:lnTo>
                    <a:lnTo>
                      <a:pt x="198" y="213"/>
                    </a:lnTo>
                    <a:lnTo>
                      <a:pt x="198" y="213"/>
                    </a:lnTo>
                    <a:close/>
                    <a:moveTo>
                      <a:pt x="227" y="0"/>
                    </a:moveTo>
                    <a:lnTo>
                      <a:pt x="198" y="0"/>
                    </a:lnTo>
                    <a:lnTo>
                      <a:pt x="198" y="90"/>
                    </a:lnTo>
                    <a:lnTo>
                      <a:pt x="217" y="90"/>
                    </a:lnTo>
                    <a:lnTo>
                      <a:pt x="217" y="130"/>
                    </a:lnTo>
                    <a:lnTo>
                      <a:pt x="198" y="130"/>
                    </a:lnTo>
                    <a:lnTo>
                      <a:pt x="198" y="154"/>
                    </a:lnTo>
                    <a:lnTo>
                      <a:pt x="227" y="154"/>
                    </a:lnTo>
                    <a:lnTo>
                      <a:pt x="227" y="71"/>
                    </a:lnTo>
                    <a:lnTo>
                      <a:pt x="208" y="71"/>
                    </a:lnTo>
                    <a:lnTo>
                      <a:pt x="208" y="31"/>
                    </a:lnTo>
                    <a:lnTo>
                      <a:pt x="208" y="31"/>
                    </a:lnTo>
                    <a:lnTo>
                      <a:pt x="227" y="31"/>
                    </a:lnTo>
                    <a:lnTo>
                      <a:pt x="227" y="0"/>
                    </a:lnTo>
                    <a:close/>
                    <a:moveTo>
                      <a:pt x="168" y="213"/>
                    </a:moveTo>
                    <a:lnTo>
                      <a:pt x="198" y="213"/>
                    </a:lnTo>
                    <a:lnTo>
                      <a:pt x="198" y="194"/>
                    </a:lnTo>
                    <a:lnTo>
                      <a:pt x="168" y="194"/>
                    </a:lnTo>
                    <a:lnTo>
                      <a:pt x="168" y="213"/>
                    </a:lnTo>
                    <a:lnTo>
                      <a:pt x="168" y="213"/>
                    </a:lnTo>
                    <a:close/>
                    <a:moveTo>
                      <a:pt x="198" y="0"/>
                    </a:moveTo>
                    <a:lnTo>
                      <a:pt x="168" y="0"/>
                    </a:lnTo>
                    <a:lnTo>
                      <a:pt x="168" y="31"/>
                    </a:lnTo>
                    <a:lnTo>
                      <a:pt x="186" y="31"/>
                    </a:lnTo>
                    <a:lnTo>
                      <a:pt x="186" y="71"/>
                    </a:lnTo>
                    <a:lnTo>
                      <a:pt x="168" y="71"/>
                    </a:lnTo>
                    <a:lnTo>
                      <a:pt x="168" y="154"/>
                    </a:lnTo>
                    <a:lnTo>
                      <a:pt x="198" y="154"/>
                    </a:lnTo>
                    <a:lnTo>
                      <a:pt x="198" y="130"/>
                    </a:lnTo>
                    <a:lnTo>
                      <a:pt x="177" y="130"/>
                    </a:lnTo>
                    <a:lnTo>
                      <a:pt x="177" y="130"/>
                    </a:lnTo>
                    <a:lnTo>
                      <a:pt x="177" y="90"/>
                    </a:lnTo>
                    <a:lnTo>
                      <a:pt x="198" y="90"/>
                    </a:lnTo>
                    <a:lnTo>
                      <a:pt x="198" y="0"/>
                    </a:lnTo>
                    <a:close/>
                    <a:moveTo>
                      <a:pt x="137" y="213"/>
                    </a:moveTo>
                    <a:lnTo>
                      <a:pt x="168" y="213"/>
                    </a:lnTo>
                    <a:lnTo>
                      <a:pt x="168" y="194"/>
                    </a:lnTo>
                    <a:lnTo>
                      <a:pt x="137" y="194"/>
                    </a:lnTo>
                    <a:lnTo>
                      <a:pt x="137" y="213"/>
                    </a:lnTo>
                    <a:lnTo>
                      <a:pt x="137" y="213"/>
                    </a:lnTo>
                    <a:close/>
                    <a:moveTo>
                      <a:pt x="168" y="0"/>
                    </a:moveTo>
                    <a:lnTo>
                      <a:pt x="137" y="0"/>
                    </a:lnTo>
                    <a:lnTo>
                      <a:pt x="137" y="90"/>
                    </a:lnTo>
                    <a:lnTo>
                      <a:pt x="158" y="90"/>
                    </a:lnTo>
                    <a:lnTo>
                      <a:pt x="158" y="130"/>
                    </a:lnTo>
                    <a:lnTo>
                      <a:pt x="137" y="130"/>
                    </a:lnTo>
                    <a:lnTo>
                      <a:pt x="137" y="154"/>
                    </a:lnTo>
                    <a:lnTo>
                      <a:pt x="168" y="154"/>
                    </a:lnTo>
                    <a:lnTo>
                      <a:pt x="168" y="71"/>
                    </a:lnTo>
                    <a:lnTo>
                      <a:pt x="146" y="71"/>
                    </a:lnTo>
                    <a:lnTo>
                      <a:pt x="146" y="31"/>
                    </a:lnTo>
                    <a:lnTo>
                      <a:pt x="146" y="31"/>
                    </a:lnTo>
                    <a:lnTo>
                      <a:pt x="168" y="31"/>
                    </a:lnTo>
                    <a:lnTo>
                      <a:pt x="168" y="0"/>
                    </a:lnTo>
                    <a:close/>
                    <a:moveTo>
                      <a:pt x="106" y="213"/>
                    </a:moveTo>
                    <a:lnTo>
                      <a:pt x="137" y="213"/>
                    </a:lnTo>
                    <a:lnTo>
                      <a:pt x="137" y="194"/>
                    </a:lnTo>
                    <a:lnTo>
                      <a:pt x="106" y="194"/>
                    </a:lnTo>
                    <a:lnTo>
                      <a:pt x="106" y="213"/>
                    </a:lnTo>
                    <a:lnTo>
                      <a:pt x="106" y="213"/>
                    </a:lnTo>
                    <a:close/>
                    <a:moveTo>
                      <a:pt x="137" y="0"/>
                    </a:moveTo>
                    <a:lnTo>
                      <a:pt x="106" y="0"/>
                    </a:lnTo>
                    <a:lnTo>
                      <a:pt x="106" y="31"/>
                    </a:lnTo>
                    <a:lnTo>
                      <a:pt x="127" y="31"/>
                    </a:lnTo>
                    <a:lnTo>
                      <a:pt x="127" y="71"/>
                    </a:lnTo>
                    <a:lnTo>
                      <a:pt x="106" y="71"/>
                    </a:lnTo>
                    <a:lnTo>
                      <a:pt x="106" y="154"/>
                    </a:lnTo>
                    <a:lnTo>
                      <a:pt x="137" y="154"/>
                    </a:lnTo>
                    <a:lnTo>
                      <a:pt x="137" y="130"/>
                    </a:lnTo>
                    <a:lnTo>
                      <a:pt x="118" y="130"/>
                    </a:lnTo>
                    <a:lnTo>
                      <a:pt x="118" y="130"/>
                    </a:lnTo>
                    <a:lnTo>
                      <a:pt x="118" y="90"/>
                    </a:lnTo>
                    <a:lnTo>
                      <a:pt x="137" y="90"/>
                    </a:lnTo>
                    <a:lnTo>
                      <a:pt x="137" y="0"/>
                    </a:lnTo>
                    <a:close/>
                    <a:moveTo>
                      <a:pt x="78" y="213"/>
                    </a:moveTo>
                    <a:lnTo>
                      <a:pt x="106" y="213"/>
                    </a:lnTo>
                    <a:lnTo>
                      <a:pt x="106" y="194"/>
                    </a:lnTo>
                    <a:lnTo>
                      <a:pt x="78" y="194"/>
                    </a:lnTo>
                    <a:lnTo>
                      <a:pt x="78" y="213"/>
                    </a:lnTo>
                    <a:lnTo>
                      <a:pt x="78" y="213"/>
                    </a:lnTo>
                    <a:close/>
                    <a:moveTo>
                      <a:pt x="106" y="0"/>
                    </a:moveTo>
                    <a:lnTo>
                      <a:pt x="78" y="0"/>
                    </a:lnTo>
                    <a:lnTo>
                      <a:pt x="78" y="90"/>
                    </a:lnTo>
                    <a:lnTo>
                      <a:pt x="97" y="90"/>
                    </a:lnTo>
                    <a:lnTo>
                      <a:pt x="97" y="130"/>
                    </a:lnTo>
                    <a:lnTo>
                      <a:pt x="78" y="130"/>
                    </a:lnTo>
                    <a:lnTo>
                      <a:pt x="78" y="154"/>
                    </a:lnTo>
                    <a:lnTo>
                      <a:pt x="106" y="154"/>
                    </a:lnTo>
                    <a:lnTo>
                      <a:pt x="106" y="71"/>
                    </a:lnTo>
                    <a:lnTo>
                      <a:pt x="87" y="71"/>
                    </a:lnTo>
                    <a:lnTo>
                      <a:pt x="87" y="31"/>
                    </a:lnTo>
                    <a:lnTo>
                      <a:pt x="87" y="31"/>
                    </a:lnTo>
                    <a:lnTo>
                      <a:pt x="106" y="31"/>
                    </a:lnTo>
                    <a:lnTo>
                      <a:pt x="106" y="0"/>
                    </a:lnTo>
                    <a:close/>
                    <a:moveTo>
                      <a:pt x="47" y="213"/>
                    </a:moveTo>
                    <a:lnTo>
                      <a:pt x="78" y="213"/>
                    </a:lnTo>
                    <a:lnTo>
                      <a:pt x="78" y="194"/>
                    </a:lnTo>
                    <a:lnTo>
                      <a:pt x="78" y="154"/>
                    </a:lnTo>
                    <a:lnTo>
                      <a:pt x="78" y="130"/>
                    </a:lnTo>
                    <a:lnTo>
                      <a:pt x="56" y="130"/>
                    </a:lnTo>
                    <a:lnTo>
                      <a:pt x="56" y="130"/>
                    </a:lnTo>
                    <a:lnTo>
                      <a:pt x="56" y="90"/>
                    </a:lnTo>
                    <a:lnTo>
                      <a:pt x="78" y="90"/>
                    </a:lnTo>
                    <a:lnTo>
                      <a:pt x="78" y="0"/>
                    </a:lnTo>
                    <a:lnTo>
                      <a:pt x="47" y="0"/>
                    </a:lnTo>
                    <a:lnTo>
                      <a:pt x="47" y="31"/>
                    </a:lnTo>
                    <a:lnTo>
                      <a:pt x="66" y="31"/>
                    </a:lnTo>
                    <a:lnTo>
                      <a:pt x="66" y="71"/>
                    </a:lnTo>
                    <a:lnTo>
                      <a:pt x="47" y="71"/>
                    </a:lnTo>
                    <a:lnTo>
                      <a:pt x="47" y="213"/>
                    </a:lnTo>
                    <a:close/>
                    <a:moveTo>
                      <a:pt x="0" y="213"/>
                    </a:moveTo>
                    <a:lnTo>
                      <a:pt x="47" y="213"/>
                    </a:lnTo>
                    <a:lnTo>
                      <a:pt x="47" y="71"/>
                    </a:lnTo>
                    <a:lnTo>
                      <a:pt x="26" y="71"/>
                    </a:lnTo>
                    <a:lnTo>
                      <a:pt x="26" y="31"/>
                    </a:lnTo>
                    <a:lnTo>
                      <a:pt x="26" y="31"/>
                    </a:lnTo>
                    <a:lnTo>
                      <a:pt x="47" y="31"/>
                    </a:lnTo>
                    <a:lnTo>
                      <a:pt x="47" y="0"/>
                    </a:lnTo>
                    <a:lnTo>
                      <a:pt x="0" y="0"/>
                    </a:lnTo>
                    <a:lnTo>
                      <a:pt x="0" y="2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46" name="Freeform 175"/>
              <p:cNvSpPr>
                <a:spLocks/>
              </p:cNvSpPr>
              <p:nvPr/>
            </p:nvSpPr>
            <p:spPr bwMode="auto">
              <a:xfrm>
                <a:off x="-2574925" y="2665412"/>
                <a:ext cx="420688" cy="101600"/>
              </a:xfrm>
              <a:custGeom>
                <a:avLst/>
                <a:gdLst>
                  <a:gd name="T0" fmla="*/ 0 w 112"/>
                  <a:gd name="T1" fmla="*/ 13 h 27"/>
                  <a:gd name="T2" fmla="*/ 8 w 112"/>
                  <a:gd name="T3" fmla="*/ 27 h 27"/>
                  <a:gd name="T4" fmla="*/ 56 w 112"/>
                  <a:gd name="T5" fmla="*/ 16 h 27"/>
                  <a:gd name="T6" fmla="*/ 104 w 112"/>
                  <a:gd name="T7" fmla="*/ 27 h 27"/>
                  <a:gd name="T8" fmla="*/ 112 w 112"/>
                  <a:gd name="T9" fmla="*/ 13 h 27"/>
                  <a:gd name="T10" fmla="*/ 56 w 112"/>
                  <a:gd name="T11" fmla="*/ 0 h 27"/>
                  <a:gd name="T12" fmla="*/ 0 w 112"/>
                  <a:gd name="T13" fmla="*/ 13 h 27"/>
                </a:gdLst>
                <a:ahLst/>
                <a:cxnLst>
                  <a:cxn ang="0">
                    <a:pos x="T0" y="T1"/>
                  </a:cxn>
                  <a:cxn ang="0">
                    <a:pos x="T2" y="T3"/>
                  </a:cxn>
                  <a:cxn ang="0">
                    <a:pos x="T4" y="T5"/>
                  </a:cxn>
                  <a:cxn ang="0">
                    <a:pos x="T6" y="T7"/>
                  </a:cxn>
                  <a:cxn ang="0">
                    <a:pos x="T8" y="T9"/>
                  </a:cxn>
                  <a:cxn ang="0">
                    <a:pos x="T10" y="T11"/>
                  </a:cxn>
                  <a:cxn ang="0">
                    <a:pos x="T12" y="T13"/>
                  </a:cxn>
                </a:cxnLst>
                <a:rect l="0" t="0" r="r" b="b"/>
                <a:pathLst>
                  <a:path w="112" h="27">
                    <a:moveTo>
                      <a:pt x="0" y="13"/>
                    </a:moveTo>
                    <a:cubicBezTo>
                      <a:pt x="8" y="27"/>
                      <a:pt x="8" y="27"/>
                      <a:pt x="8" y="27"/>
                    </a:cubicBezTo>
                    <a:cubicBezTo>
                      <a:pt x="21" y="20"/>
                      <a:pt x="38" y="16"/>
                      <a:pt x="56" y="16"/>
                    </a:cubicBezTo>
                    <a:cubicBezTo>
                      <a:pt x="74" y="16"/>
                      <a:pt x="91" y="20"/>
                      <a:pt x="104" y="27"/>
                    </a:cubicBezTo>
                    <a:cubicBezTo>
                      <a:pt x="112" y="13"/>
                      <a:pt x="112" y="13"/>
                      <a:pt x="112" y="13"/>
                    </a:cubicBezTo>
                    <a:cubicBezTo>
                      <a:pt x="96" y="5"/>
                      <a:pt x="76" y="0"/>
                      <a:pt x="56" y="0"/>
                    </a:cubicBezTo>
                    <a:cubicBezTo>
                      <a:pt x="36" y="0"/>
                      <a:pt x="16" y="5"/>
                      <a:pt x="0"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47" name="Freeform 176"/>
              <p:cNvSpPr>
                <a:spLocks/>
              </p:cNvSpPr>
              <p:nvPr/>
            </p:nvSpPr>
            <p:spPr bwMode="auto">
              <a:xfrm>
                <a:off x="-2646363" y="2552700"/>
                <a:ext cx="563563" cy="117475"/>
              </a:xfrm>
              <a:custGeom>
                <a:avLst/>
                <a:gdLst>
                  <a:gd name="T0" fmla="*/ 150 w 150"/>
                  <a:gd name="T1" fmla="*/ 17 h 31"/>
                  <a:gd name="T2" fmla="*/ 75 w 150"/>
                  <a:gd name="T3" fmla="*/ 0 h 31"/>
                  <a:gd name="T4" fmla="*/ 0 w 150"/>
                  <a:gd name="T5" fmla="*/ 17 h 31"/>
                  <a:gd name="T6" fmla="*/ 8 w 150"/>
                  <a:gd name="T7" fmla="*/ 31 h 31"/>
                  <a:gd name="T8" fmla="*/ 75 w 150"/>
                  <a:gd name="T9" fmla="*/ 15 h 31"/>
                  <a:gd name="T10" fmla="*/ 142 w 150"/>
                  <a:gd name="T11" fmla="*/ 31 h 31"/>
                  <a:gd name="T12" fmla="*/ 150 w 150"/>
                  <a:gd name="T13" fmla="*/ 17 h 31"/>
                </a:gdLst>
                <a:ahLst/>
                <a:cxnLst>
                  <a:cxn ang="0">
                    <a:pos x="T0" y="T1"/>
                  </a:cxn>
                  <a:cxn ang="0">
                    <a:pos x="T2" y="T3"/>
                  </a:cxn>
                  <a:cxn ang="0">
                    <a:pos x="T4" y="T5"/>
                  </a:cxn>
                  <a:cxn ang="0">
                    <a:pos x="T6" y="T7"/>
                  </a:cxn>
                  <a:cxn ang="0">
                    <a:pos x="T8" y="T9"/>
                  </a:cxn>
                  <a:cxn ang="0">
                    <a:pos x="T10" y="T11"/>
                  </a:cxn>
                  <a:cxn ang="0">
                    <a:pos x="T12" y="T13"/>
                  </a:cxn>
                </a:cxnLst>
                <a:rect l="0" t="0" r="r" b="b"/>
                <a:pathLst>
                  <a:path w="150" h="31">
                    <a:moveTo>
                      <a:pt x="150" y="17"/>
                    </a:moveTo>
                    <a:cubicBezTo>
                      <a:pt x="129" y="6"/>
                      <a:pt x="102" y="0"/>
                      <a:pt x="75" y="0"/>
                    </a:cubicBezTo>
                    <a:cubicBezTo>
                      <a:pt x="48" y="0"/>
                      <a:pt x="21" y="6"/>
                      <a:pt x="0" y="17"/>
                    </a:cubicBezTo>
                    <a:cubicBezTo>
                      <a:pt x="8" y="31"/>
                      <a:pt x="8" y="31"/>
                      <a:pt x="8" y="31"/>
                    </a:cubicBezTo>
                    <a:cubicBezTo>
                      <a:pt x="27" y="21"/>
                      <a:pt x="50" y="15"/>
                      <a:pt x="75" y="15"/>
                    </a:cubicBezTo>
                    <a:cubicBezTo>
                      <a:pt x="100" y="15"/>
                      <a:pt x="123" y="21"/>
                      <a:pt x="142" y="31"/>
                    </a:cubicBezTo>
                    <a:lnTo>
                      <a:pt x="150"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48" name="Freeform 177"/>
              <p:cNvSpPr>
                <a:spLocks/>
              </p:cNvSpPr>
              <p:nvPr/>
            </p:nvSpPr>
            <p:spPr bwMode="auto">
              <a:xfrm>
                <a:off x="-4422775" y="5965825"/>
                <a:ext cx="130175" cy="195263"/>
              </a:xfrm>
              <a:custGeom>
                <a:avLst/>
                <a:gdLst>
                  <a:gd name="T0" fmla="*/ 25 w 35"/>
                  <a:gd name="T1" fmla="*/ 49 h 52"/>
                  <a:gd name="T2" fmla="*/ 30 w 35"/>
                  <a:gd name="T3" fmla="*/ 41 h 52"/>
                  <a:gd name="T4" fmla="*/ 10 w 35"/>
                  <a:gd name="T5" fmla="*/ 8 h 52"/>
                  <a:gd name="T6" fmla="*/ 5 w 35"/>
                  <a:gd name="T7" fmla="*/ 0 h 52"/>
                  <a:gd name="T8" fmla="*/ 0 w 35"/>
                  <a:gd name="T9" fmla="*/ 9 h 52"/>
                  <a:gd name="T10" fmla="*/ 25 w 35"/>
                  <a:gd name="T11" fmla="*/ 49 h 52"/>
                </a:gdLst>
                <a:ahLst/>
                <a:cxnLst>
                  <a:cxn ang="0">
                    <a:pos x="T0" y="T1"/>
                  </a:cxn>
                  <a:cxn ang="0">
                    <a:pos x="T2" y="T3"/>
                  </a:cxn>
                  <a:cxn ang="0">
                    <a:pos x="T4" y="T5"/>
                  </a:cxn>
                  <a:cxn ang="0">
                    <a:pos x="T6" y="T7"/>
                  </a:cxn>
                  <a:cxn ang="0">
                    <a:pos x="T8" y="T9"/>
                  </a:cxn>
                  <a:cxn ang="0">
                    <a:pos x="T10" y="T11"/>
                  </a:cxn>
                </a:cxnLst>
                <a:rect l="0" t="0" r="r" b="b"/>
                <a:pathLst>
                  <a:path w="35" h="52">
                    <a:moveTo>
                      <a:pt x="25" y="49"/>
                    </a:moveTo>
                    <a:cubicBezTo>
                      <a:pt x="31" y="52"/>
                      <a:pt x="35" y="44"/>
                      <a:pt x="30" y="41"/>
                    </a:cubicBezTo>
                    <a:cubicBezTo>
                      <a:pt x="18" y="34"/>
                      <a:pt x="10" y="21"/>
                      <a:pt x="10" y="8"/>
                    </a:cubicBezTo>
                    <a:cubicBezTo>
                      <a:pt x="8" y="5"/>
                      <a:pt x="6" y="3"/>
                      <a:pt x="5" y="0"/>
                    </a:cubicBezTo>
                    <a:cubicBezTo>
                      <a:pt x="4" y="3"/>
                      <a:pt x="2" y="6"/>
                      <a:pt x="0" y="9"/>
                    </a:cubicBezTo>
                    <a:cubicBezTo>
                      <a:pt x="1" y="25"/>
                      <a:pt x="11" y="41"/>
                      <a:pt x="25"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49" name="Freeform 178"/>
              <p:cNvSpPr>
                <a:spLocks/>
              </p:cNvSpPr>
              <p:nvPr/>
            </p:nvSpPr>
            <p:spPr bwMode="auto">
              <a:xfrm>
                <a:off x="-4333875" y="5613400"/>
                <a:ext cx="206375" cy="198438"/>
              </a:xfrm>
              <a:custGeom>
                <a:avLst/>
                <a:gdLst>
                  <a:gd name="T0" fmla="*/ 50 w 55"/>
                  <a:gd name="T1" fmla="*/ 17 h 53"/>
                  <a:gd name="T2" fmla="*/ 26 w 55"/>
                  <a:gd name="T3" fmla="*/ 0 h 53"/>
                  <a:gd name="T4" fmla="*/ 20 w 55"/>
                  <a:gd name="T5" fmla="*/ 1 h 53"/>
                  <a:gd name="T6" fmla="*/ 0 w 55"/>
                  <a:gd name="T7" fmla="*/ 13 h 53"/>
                  <a:gd name="T8" fmla="*/ 6 w 55"/>
                  <a:gd name="T9" fmla="*/ 18 h 53"/>
                  <a:gd name="T10" fmla="*/ 16 w 55"/>
                  <a:gd name="T11" fmla="*/ 14 h 53"/>
                  <a:gd name="T12" fmla="*/ 20 w 55"/>
                  <a:gd name="T13" fmla="*/ 14 h 53"/>
                  <a:gd name="T14" fmla="*/ 34 w 55"/>
                  <a:gd name="T15" fmla="*/ 23 h 53"/>
                  <a:gd name="T16" fmla="*/ 26 w 55"/>
                  <a:gd name="T17" fmla="*/ 41 h 53"/>
                  <a:gd name="T18" fmla="*/ 15 w 55"/>
                  <a:gd name="T19" fmla="*/ 45 h 53"/>
                  <a:gd name="T20" fmla="*/ 14 w 55"/>
                  <a:gd name="T21" fmla="*/ 52 h 53"/>
                  <a:gd name="T22" fmla="*/ 21 w 55"/>
                  <a:gd name="T23" fmla="*/ 53 h 53"/>
                  <a:gd name="T24" fmla="*/ 38 w 55"/>
                  <a:gd name="T25" fmla="*/ 49 h 53"/>
                  <a:gd name="T26" fmla="*/ 50 w 55"/>
                  <a:gd name="T27" fmla="*/ 1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5" h="53">
                    <a:moveTo>
                      <a:pt x="50" y="17"/>
                    </a:moveTo>
                    <a:cubicBezTo>
                      <a:pt x="46" y="6"/>
                      <a:pt x="36" y="0"/>
                      <a:pt x="26" y="0"/>
                    </a:cubicBezTo>
                    <a:cubicBezTo>
                      <a:pt x="24" y="0"/>
                      <a:pt x="22" y="0"/>
                      <a:pt x="20" y="1"/>
                    </a:cubicBezTo>
                    <a:cubicBezTo>
                      <a:pt x="13" y="2"/>
                      <a:pt x="6" y="7"/>
                      <a:pt x="0" y="13"/>
                    </a:cubicBezTo>
                    <a:cubicBezTo>
                      <a:pt x="2" y="15"/>
                      <a:pt x="4" y="17"/>
                      <a:pt x="6" y="18"/>
                    </a:cubicBezTo>
                    <a:cubicBezTo>
                      <a:pt x="9" y="16"/>
                      <a:pt x="13" y="15"/>
                      <a:pt x="16" y="14"/>
                    </a:cubicBezTo>
                    <a:cubicBezTo>
                      <a:pt x="17" y="14"/>
                      <a:pt x="18" y="14"/>
                      <a:pt x="20" y="14"/>
                    </a:cubicBezTo>
                    <a:cubicBezTo>
                      <a:pt x="26" y="14"/>
                      <a:pt x="32" y="17"/>
                      <a:pt x="34" y="23"/>
                    </a:cubicBezTo>
                    <a:cubicBezTo>
                      <a:pt x="36" y="30"/>
                      <a:pt x="33" y="37"/>
                      <a:pt x="26" y="41"/>
                    </a:cubicBezTo>
                    <a:cubicBezTo>
                      <a:pt x="23" y="43"/>
                      <a:pt x="19" y="44"/>
                      <a:pt x="15" y="45"/>
                    </a:cubicBezTo>
                    <a:cubicBezTo>
                      <a:pt x="15" y="47"/>
                      <a:pt x="15" y="50"/>
                      <a:pt x="14" y="52"/>
                    </a:cubicBezTo>
                    <a:cubicBezTo>
                      <a:pt x="16" y="53"/>
                      <a:pt x="19" y="53"/>
                      <a:pt x="21" y="53"/>
                    </a:cubicBezTo>
                    <a:cubicBezTo>
                      <a:pt x="27" y="53"/>
                      <a:pt x="33" y="52"/>
                      <a:pt x="38" y="49"/>
                    </a:cubicBezTo>
                    <a:cubicBezTo>
                      <a:pt x="49" y="43"/>
                      <a:pt x="55" y="29"/>
                      <a:pt x="50"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50" name="Freeform 179"/>
              <p:cNvSpPr>
                <a:spLocks/>
              </p:cNvSpPr>
              <p:nvPr/>
            </p:nvSpPr>
            <p:spPr bwMode="auto">
              <a:xfrm>
                <a:off x="-4521200" y="5489575"/>
                <a:ext cx="198438" cy="176213"/>
              </a:xfrm>
              <a:custGeom>
                <a:avLst/>
                <a:gdLst>
                  <a:gd name="T0" fmla="*/ 52 w 53"/>
                  <a:gd name="T1" fmla="*/ 22 h 47"/>
                  <a:gd name="T2" fmla="*/ 27 w 53"/>
                  <a:gd name="T3" fmla="*/ 0 h 47"/>
                  <a:gd name="T4" fmla="*/ 25 w 53"/>
                  <a:gd name="T5" fmla="*/ 1 h 47"/>
                  <a:gd name="T6" fmla="*/ 1 w 53"/>
                  <a:gd name="T7" fmla="*/ 24 h 47"/>
                  <a:gd name="T8" fmla="*/ 7 w 53"/>
                  <a:gd name="T9" fmla="*/ 47 h 47"/>
                  <a:gd name="T10" fmla="*/ 13 w 53"/>
                  <a:gd name="T11" fmla="*/ 43 h 47"/>
                  <a:gd name="T12" fmla="*/ 12 w 53"/>
                  <a:gd name="T13" fmla="*/ 32 h 47"/>
                  <a:gd name="T14" fmla="*/ 26 w 53"/>
                  <a:gd name="T15" fmla="*/ 18 h 47"/>
                  <a:gd name="T16" fmla="*/ 27 w 53"/>
                  <a:gd name="T17" fmla="*/ 18 h 47"/>
                  <a:gd name="T18" fmla="*/ 41 w 53"/>
                  <a:gd name="T19" fmla="*/ 31 h 47"/>
                  <a:gd name="T20" fmla="*/ 41 w 53"/>
                  <a:gd name="T21" fmla="*/ 42 h 47"/>
                  <a:gd name="T22" fmla="*/ 48 w 53"/>
                  <a:gd name="T23" fmla="*/ 45 h 47"/>
                  <a:gd name="T24" fmla="*/ 52 w 53"/>
                  <a:gd name="T25" fmla="*/ 2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3" h="47">
                    <a:moveTo>
                      <a:pt x="52" y="22"/>
                    </a:moveTo>
                    <a:cubicBezTo>
                      <a:pt x="50" y="10"/>
                      <a:pt x="40" y="0"/>
                      <a:pt x="27" y="0"/>
                    </a:cubicBezTo>
                    <a:cubicBezTo>
                      <a:pt x="26" y="0"/>
                      <a:pt x="26" y="0"/>
                      <a:pt x="25" y="1"/>
                    </a:cubicBezTo>
                    <a:cubicBezTo>
                      <a:pt x="12" y="1"/>
                      <a:pt x="2" y="12"/>
                      <a:pt x="1" y="24"/>
                    </a:cubicBezTo>
                    <a:cubicBezTo>
                      <a:pt x="0" y="32"/>
                      <a:pt x="2" y="40"/>
                      <a:pt x="7" y="47"/>
                    </a:cubicBezTo>
                    <a:cubicBezTo>
                      <a:pt x="9" y="46"/>
                      <a:pt x="11" y="44"/>
                      <a:pt x="13" y="43"/>
                    </a:cubicBezTo>
                    <a:cubicBezTo>
                      <a:pt x="12" y="39"/>
                      <a:pt x="12" y="35"/>
                      <a:pt x="12" y="32"/>
                    </a:cubicBezTo>
                    <a:cubicBezTo>
                      <a:pt x="13" y="24"/>
                      <a:pt x="19" y="18"/>
                      <a:pt x="26" y="18"/>
                    </a:cubicBezTo>
                    <a:cubicBezTo>
                      <a:pt x="26" y="18"/>
                      <a:pt x="26" y="18"/>
                      <a:pt x="27" y="18"/>
                    </a:cubicBezTo>
                    <a:cubicBezTo>
                      <a:pt x="34" y="18"/>
                      <a:pt x="39" y="23"/>
                      <a:pt x="41" y="31"/>
                    </a:cubicBezTo>
                    <a:cubicBezTo>
                      <a:pt x="42" y="34"/>
                      <a:pt x="42" y="38"/>
                      <a:pt x="41" y="42"/>
                    </a:cubicBezTo>
                    <a:cubicBezTo>
                      <a:pt x="44" y="43"/>
                      <a:pt x="46" y="44"/>
                      <a:pt x="48" y="45"/>
                    </a:cubicBezTo>
                    <a:cubicBezTo>
                      <a:pt x="52" y="37"/>
                      <a:pt x="53" y="29"/>
                      <a:pt x="52"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51" name="Freeform 180"/>
              <p:cNvSpPr>
                <a:spLocks/>
              </p:cNvSpPr>
              <p:nvPr/>
            </p:nvSpPr>
            <p:spPr bwMode="auto">
              <a:xfrm>
                <a:off x="-4452938" y="5737225"/>
                <a:ext cx="77788" cy="79375"/>
              </a:xfrm>
              <a:custGeom>
                <a:avLst/>
                <a:gdLst>
                  <a:gd name="T0" fmla="*/ 11 w 21"/>
                  <a:gd name="T1" fmla="*/ 0 h 21"/>
                  <a:gd name="T2" fmla="*/ 11 w 21"/>
                  <a:gd name="T3" fmla="*/ 0 h 21"/>
                  <a:gd name="T4" fmla="*/ 0 w 21"/>
                  <a:gd name="T5" fmla="*/ 10 h 21"/>
                  <a:gd name="T6" fmla="*/ 11 w 21"/>
                  <a:gd name="T7" fmla="*/ 21 h 21"/>
                  <a:gd name="T8" fmla="*/ 11 w 21"/>
                  <a:gd name="T9" fmla="*/ 21 h 21"/>
                  <a:gd name="T10" fmla="*/ 21 w 21"/>
                  <a:gd name="T11" fmla="*/ 10 h 21"/>
                  <a:gd name="T12" fmla="*/ 11 w 21"/>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21" h="21">
                    <a:moveTo>
                      <a:pt x="11" y="0"/>
                    </a:moveTo>
                    <a:cubicBezTo>
                      <a:pt x="11" y="0"/>
                      <a:pt x="11" y="0"/>
                      <a:pt x="11" y="0"/>
                    </a:cubicBezTo>
                    <a:cubicBezTo>
                      <a:pt x="5" y="0"/>
                      <a:pt x="1" y="4"/>
                      <a:pt x="0" y="10"/>
                    </a:cubicBezTo>
                    <a:cubicBezTo>
                      <a:pt x="0" y="16"/>
                      <a:pt x="5" y="20"/>
                      <a:pt x="11" y="21"/>
                    </a:cubicBezTo>
                    <a:cubicBezTo>
                      <a:pt x="11" y="21"/>
                      <a:pt x="11" y="21"/>
                      <a:pt x="11" y="21"/>
                    </a:cubicBezTo>
                    <a:cubicBezTo>
                      <a:pt x="16" y="21"/>
                      <a:pt x="21" y="16"/>
                      <a:pt x="21" y="10"/>
                    </a:cubicBezTo>
                    <a:cubicBezTo>
                      <a:pt x="21" y="5"/>
                      <a:pt x="17" y="0"/>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52" name="Freeform 181"/>
              <p:cNvSpPr>
                <a:spLocks noEditPoints="1"/>
              </p:cNvSpPr>
              <p:nvPr/>
            </p:nvSpPr>
            <p:spPr bwMode="auto">
              <a:xfrm>
                <a:off x="-4532313" y="5654675"/>
                <a:ext cx="239713" cy="239713"/>
              </a:xfrm>
              <a:custGeom>
                <a:avLst/>
                <a:gdLst>
                  <a:gd name="T0" fmla="*/ 33 w 64"/>
                  <a:gd name="T1" fmla="*/ 0 h 64"/>
                  <a:gd name="T2" fmla="*/ 32 w 64"/>
                  <a:gd name="T3" fmla="*/ 0 h 64"/>
                  <a:gd name="T4" fmla="*/ 32 w 64"/>
                  <a:gd name="T5" fmla="*/ 11 h 64"/>
                  <a:gd name="T6" fmla="*/ 32 w 64"/>
                  <a:gd name="T7" fmla="*/ 11 h 64"/>
                  <a:gd name="T8" fmla="*/ 53 w 64"/>
                  <a:gd name="T9" fmla="*/ 33 h 64"/>
                  <a:gd name="T10" fmla="*/ 53 w 64"/>
                  <a:gd name="T11" fmla="*/ 33 h 64"/>
                  <a:gd name="T12" fmla="*/ 32 w 64"/>
                  <a:gd name="T13" fmla="*/ 53 h 64"/>
                  <a:gd name="T14" fmla="*/ 32 w 64"/>
                  <a:gd name="T15" fmla="*/ 53 h 64"/>
                  <a:gd name="T16" fmla="*/ 32 w 64"/>
                  <a:gd name="T17" fmla="*/ 64 h 64"/>
                  <a:gd name="T18" fmla="*/ 32 w 64"/>
                  <a:gd name="T19" fmla="*/ 64 h 64"/>
                  <a:gd name="T20" fmla="*/ 64 w 64"/>
                  <a:gd name="T21" fmla="*/ 33 h 64"/>
                  <a:gd name="T22" fmla="*/ 33 w 64"/>
                  <a:gd name="T23" fmla="*/ 0 h 64"/>
                  <a:gd name="T24" fmla="*/ 32 w 64"/>
                  <a:gd name="T25" fmla="*/ 0 h 64"/>
                  <a:gd name="T26" fmla="*/ 32 w 64"/>
                  <a:gd name="T27" fmla="*/ 0 h 64"/>
                  <a:gd name="T28" fmla="*/ 0 w 64"/>
                  <a:gd name="T29" fmla="*/ 31 h 64"/>
                  <a:gd name="T30" fmla="*/ 31 w 64"/>
                  <a:gd name="T31" fmla="*/ 64 h 64"/>
                  <a:gd name="T32" fmla="*/ 32 w 64"/>
                  <a:gd name="T33" fmla="*/ 64 h 64"/>
                  <a:gd name="T34" fmla="*/ 32 w 64"/>
                  <a:gd name="T35" fmla="*/ 53 h 64"/>
                  <a:gd name="T36" fmla="*/ 31 w 64"/>
                  <a:gd name="T37" fmla="*/ 53 h 64"/>
                  <a:gd name="T38" fmla="*/ 11 w 64"/>
                  <a:gd name="T39" fmla="*/ 32 h 64"/>
                  <a:gd name="T40" fmla="*/ 32 w 64"/>
                  <a:gd name="T41" fmla="*/ 11 h 64"/>
                  <a:gd name="T42" fmla="*/ 32 w 64"/>
                  <a:gd name="T43" fmla="*/ 11 h 64"/>
                  <a:gd name="T44" fmla="*/ 32 w 64"/>
                  <a:gd name="T45"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4" h="64">
                    <a:moveTo>
                      <a:pt x="33" y="0"/>
                    </a:moveTo>
                    <a:cubicBezTo>
                      <a:pt x="32" y="0"/>
                      <a:pt x="32" y="0"/>
                      <a:pt x="32" y="0"/>
                    </a:cubicBezTo>
                    <a:cubicBezTo>
                      <a:pt x="32" y="11"/>
                      <a:pt x="32" y="11"/>
                      <a:pt x="32" y="11"/>
                    </a:cubicBezTo>
                    <a:cubicBezTo>
                      <a:pt x="32" y="11"/>
                      <a:pt x="32" y="11"/>
                      <a:pt x="32" y="11"/>
                    </a:cubicBezTo>
                    <a:cubicBezTo>
                      <a:pt x="44" y="11"/>
                      <a:pt x="53" y="21"/>
                      <a:pt x="53" y="33"/>
                    </a:cubicBezTo>
                    <a:cubicBezTo>
                      <a:pt x="53" y="33"/>
                      <a:pt x="53" y="33"/>
                      <a:pt x="53" y="33"/>
                    </a:cubicBezTo>
                    <a:cubicBezTo>
                      <a:pt x="53" y="44"/>
                      <a:pt x="43" y="53"/>
                      <a:pt x="32" y="53"/>
                    </a:cubicBezTo>
                    <a:cubicBezTo>
                      <a:pt x="32" y="53"/>
                      <a:pt x="32" y="53"/>
                      <a:pt x="32" y="53"/>
                    </a:cubicBezTo>
                    <a:cubicBezTo>
                      <a:pt x="32" y="64"/>
                      <a:pt x="32" y="64"/>
                      <a:pt x="32" y="64"/>
                    </a:cubicBezTo>
                    <a:cubicBezTo>
                      <a:pt x="32" y="64"/>
                      <a:pt x="32" y="64"/>
                      <a:pt x="32" y="64"/>
                    </a:cubicBezTo>
                    <a:cubicBezTo>
                      <a:pt x="49" y="64"/>
                      <a:pt x="63" y="50"/>
                      <a:pt x="64" y="33"/>
                    </a:cubicBezTo>
                    <a:cubicBezTo>
                      <a:pt x="64" y="15"/>
                      <a:pt x="50" y="1"/>
                      <a:pt x="33" y="0"/>
                    </a:cubicBezTo>
                    <a:close/>
                    <a:moveTo>
                      <a:pt x="32" y="0"/>
                    </a:moveTo>
                    <a:cubicBezTo>
                      <a:pt x="32" y="0"/>
                      <a:pt x="32" y="0"/>
                      <a:pt x="32" y="0"/>
                    </a:cubicBezTo>
                    <a:cubicBezTo>
                      <a:pt x="15" y="0"/>
                      <a:pt x="1" y="14"/>
                      <a:pt x="0" y="31"/>
                    </a:cubicBezTo>
                    <a:cubicBezTo>
                      <a:pt x="0" y="49"/>
                      <a:pt x="14" y="64"/>
                      <a:pt x="31" y="64"/>
                    </a:cubicBezTo>
                    <a:cubicBezTo>
                      <a:pt x="31" y="64"/>
                      <a:pt x="32" y="64"/>
                      <a:pt x="32" y="64"/>
                    </a:cubicBezTo>
                    <a:cubicBezTo>
                      <a:pt x="32" y="53"/>
                      <a:pt x="32" y="53"/>
                      <a:pt x="32" y="53"/>
                    </a:cubicBezTo>
                    <a:cubicBezTo>
                      <a:pt x="31" y="53"/>
                      <a:pt x="31" y="53"/>
                      <a:pt x="31" y="53"/>
                    </a:cubicBezTo>
                    <a:cubicBezTo>
                      <a:pt x="20" y="53"/>
                      <a:pt x="10" y="43"/>
                      <a:pt x="11" y="32"/>
                    </a:cubicBezTo>
                    <a:cubicBezTo>
                      <a:pt x="11" y="20"/>
                      <a:pt x="20" y="11"/>
                      <a:pt x="32" y="11"/>
                    </a:cubicBezTo>
                    <a:cubicBezTo>
                      <a:pt x="32" y="11"/>
                      <a:pt x="32" y="11"/>
                      <a:pt x="32" y="11"/>
                    </a:cubicBezTo>
                    <a:lnTo>
                      <a:pt x="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53" name="Freeform 182"/>
              <p:cNvSpPr>
                <a:spLocks/>
              </p:cNvSpPr>
              <p:nvPr/>
            </p:nvSpPr>
            <p:spPr bwMode="auto">
              <a:xfrm>
                <a:off x="-4625975" y="5827713"/>
                <a:ext cx="214313" cy="201613"/>
              </a:xfrm>
              <a:custGeom>
                <a:avLst/>
                <a:gdLst>
                  <a:gd name="T0" fmla="*/ 27 w 57"/>
                  <a:gd name="T1" fmla="*/ 7 h 54"/>
                  <a:gd name="T2" fmla="*/ 23 w 57"/>
                  <a:gd name="T3" fmla="*/ 0 h 54"/>
                  <a:gd name="T4" fmla="*/ 5 w 57"/>
                  <a:gd name="T5" fmla="*/ 17 h 54"/>
                  <a:gd name="T6" fmla="*/ 15 w 57"/>
                  <a:gd name="T7" fmla="*/ 50 h 54"/>
                  <a:gd name="T8" fmla="*/ 29 w 57"/>
                  <a:gd name="T9" fmla="*/ 54 h 54"/>
                  <a:gd name="T10" fmla="*/ 48 w 57"/>
                  <a:gd name="T11" fmla="*/ 46 h 54"/>
                  <a:gd name="T12" fmla="*/ 57 w 57"/>
                  <a:gd name="T13" fmla="*/ 23 h 54"/>
                  <a:gd name="T14" fmla="*/ 56 w 57"/>
                  <a:gd name="T15" fmla="*/ 23 h 54"/>
                  <a:gd name="T16" fmla="*/ 56 w 57"/>
                  <a:gd name="T17" fmla="*/ 23 h 54"/>
                  <a:gd name="T18" fmla="*/ 50 w 57"/>
                  <a:gd name="T19" fmla="*/ 22 h 54"/>
                  <a:gd name="T20" fmla="*/ 44 w 57"/>
                  <a:gd name="T21" fmla="*/ 32 h 54"/>
                  <a:gd name="T22" fmla="*/ 31 w 57"/>
                  <a:gd name="T23" fmla="*/ 38 h 54"/>
                  <a:gd name="T24" fmla="*/ 24 w 57"/>
                  <a:gd name="T25" fmla="*/ 36 h 54"/>
                  <a:gd name="T26" fmla="*/ 20 w 57"/>
                  <a:gd name="T27" fmla="*/ 16 h 54"/>
                  <a:gd name="T28" fmla="*/ 27 w 57"/>
                  <a:gd name="T29" fmla="*/ 7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7" h="54">
                    <a:moveTo>
                      <a:pt x="27" y="7"/>
                    </a:moveTo>
                    <a:cubicBezTo>
                      <a:pt x="25" y="5"/>
                      <a:pt x="24" y="2"/>
                      <a:pt x="23" y="0"/>
                    </a:cubicBezTo>
                    <a:cubicBezTo>
                      <a:pt x="15" y="5"/>
                      <a:pt x="9" y="10"/>
                      <a:pt x="5" y="17"/>
                    </a:cubicBezTo>
                    <a:cubicBezTo>
                      <a:pt x="0" y="28"/>
                      <a:pt x="3" y="43"/>
                      <a:pt x="15" y="50"/>
                    </a:cubicBezTo>
                    <a:cubicBezTo>
                      <a:pt x="19" y="53"/>
                      <a:pt x="24" y="54"/>
                      <a:pt x="29" y="54"/>
                    </a:cubicBezTo>
                    <a:cubicBezTo>
                      <a:pt x="36" y="54"/>
                      <a:pt x="43" y="51"/>
                      <a:pt x="48" y="46"/>
                    </a:cubicBezTo>
                    <a:cubicBezTo>
                      <a:pt x="54" y="40"/>
                      <a:pt x="56" y="32"/>
                      <a:pt x="57" y="23"/>
                    </a:cubicBezTo>
                    <a:cubicBezTo>
                      <a:pt x="57" y="23"/>
                      <a:pt x="56" y="23"/>
                      <a:pt x="56" y="23"/>
                    </a:cubicBezTo>
                    <a:cubicBezTo>
                      <a:pt x="56" y="23"/>
                      <a:pt x="56" y="23"/>
                      <a:pt x="56" y="23"/>
                    </a:cubicBezTo>
                    <a:cubicBezTo>
                      <a:pt x="54" y="23"/>
                      <a:pt x="52" y="22"/>
                      <a:pt x="50" y="22"/>
                    </a:cubicBezTo>
                    <a:cubicBezTo>
                      <a:pt x="48" y="26"/>
                      <a:pt x="46" y="30"/>
                      <a:pt x="44" y="32"/>
                    </a:cubicBezTo>
                    <a:cubicBezTo>
                      <a:pt x="40" y="36"/>
                      <a:pt x="36" y="38"/>
                      <a:pt x="31" y="38"/>
                    </a:cubicBezTo>
                    <a:cubicBezTo>
                      <a:pt x="29" y="38"/>
                      <a:pt x="26" y="37"/>
                      <a:pt x="24" y="36"/>
                    </a:cubicBezTo>
                    <a:cubicBezTo>
                      <a:pt x="18" y="32"/>
                      <a:pt x="16" y="24"/>
                      <a:pt x="20" y="16"/>
                    </a:cubicBezTo>
                    <a:cubicBezTo>
                      <a:pt x="21" y="13"/>
                      <a:pt x="23" y="10"/>
                      <a:pt x="27"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54" name="Freeform 183"/>
              <p:cNvSpPr>
                <a:spLocks/>
              </p:cNvSpPr>
              <p:nvPr/>
            </p:nvSpPr>
            <p:spPr bwMode="auto">
              <a:xfrm>
                <a:off x="-4405313" y="5816600"/>
                <a:ext cx="219075" cy="206375"/>
              </a:xfrm>
              <a:custGeom>
                <a:avLst/>
                <a:gdLst>
                  <a:gd name="T0" fmla="*/ 45 w 58"/>
                  <a:gd name="T1" fmla="*/ 49 h 55"/>
                  <a:gd name="T2" fmla="*/ 51 w 58"/>
                  <a:gd name="T3" fmla="*/ 16 h 55"/>
                  <a:gd name="T4" fmla="*/ 33 w 58"/>
                  <a:gd name="T5" fmla="*/ 0 h 55"/>
                  <a:gd name="T6" fmla="*/ 30 w 58"/>
                  <a:gd name="T7" fmla="*/ 7 h 55"/>
                  <a:gd name="T8" fmla="*/ 37 w 58"/>
                  <a:gd name="T9" fmla="*/ 16 h 55"/>
                  <a:gd name="T10" fmla="*/ 34 w 58"/>
                  <a:gd name="T11" fmla="*/ 36 h 55"/>
                  <a:gd name="T12" fmla="*/ 26 w 58"/>
                  <a:gd name="T13" fmla="*/ 39 h 55"/>
                  <a:gd name="T14" fmla="*/ 15 w 58"/>
                  <a:gd name="T15" fmla="*/ 34 h 55"/>
                  <a:gd name="T16" fmla="*/ 7 w 58"/>
                  <a:gd name="T17" fmla="*/ 24 h 55"/>
                  <a:gd name="T18" fmla="*/ 0 w 58"/>
                  <a:gd name="T19" fmla="*/ 26 h 55"/>
                  <a:gd name="T20" fmla="*/ 3 w 58"/>
                  <a:gd name="T21" fmla="*/ 37 h 55"/>
                  <a:gd name="T22" fmla="*/ 5 w 58"/>
                  <a:gd name="T23" fmla="*/ 39 h 55"/>
                  <a:gd name="T24" fmla="*/ 11 w 58"/>
                  <a:gd name="T25" fmla="*/ 48 h 55"/>
                  <a:gd name="T26" fmla="*/ 29 w 58"/>
                  <a:gd name="T27" fmla="*/ 55 h 55"/>
                  <a:gd name="T28" fmla="*/ 45 w 58"/>
                  <a:gd name="T29" fmla="*/ 49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8" h="55">
                    <a:moveTo>
                      <a:pt x="45" y="49"/>
                    </a:moveTo>
                    <a:cubicBezTo>
                      <a:pt x="56" y="41"/>
                      <a:pt x="58" y="26"/>
                      <a:pt x="51" y="16"/>
                    </a:cubicBezTo>
                    <a:cubicBezTo>
                      <a:pt x="47" y="9"/>
                      <a:pt x="41" y="4"/>
                      <a:pt x="33" y="0"/>
                    </a:cubicBezTo>
                    <a:cubicBezTo>
                      <a:pt x="32" y="3"/>
                      <a:pt x="31" y="5"/>
                      <a:pt x="30" y="7"/>
                    </a:cubicBezTo>
                    <a:cubicBezTo>
                      <a:pt x="33" y="10"/>
                      <a:pt x="35" y="13"/>
                      <a:pt x="37" y="16"/>
                    </a:cubicBezTo>
                    <a:cubicBezTo>
                      <a:pt x="41" y="23"/>
                      <a:pt x="40" y="31"/>
                      <a:pt x="34" y="36"/>
                    </a:cubicBezTo>
                    <a:cubicBezTo>
                      <a:pt x="32" y="38"/>
                      <a:pt x="29" y="39"/>
                      <a:pt x="26" y="39"/>
                    </a:cubicBezTo>
                    <a:cubicBezTo>
                      <a:pt x="22" y="39"/>
                      <a:pt x="18" y="37"/>
                      <a:pt x="15" y="34"/>
                    </a:cubicBezTo>
                    <a:cubicBezTo>
                      <a:pt x="12" y="32"/>
                      <a:pt x="9" y="28"/>
                      <a:pt x="7" y="24"/>
                    </a:cubicBezTo>
                    <a:cubicBezTo>
                      <a:pt x="5" y="25"/>
                      <a:pt x="3" y="25"/>
                      <a:pt x="0" y="26"/>
                    </a:cubicBezTo>
                    <a:cubicBezTo>
                      <a:pt x="1" y="30"/>
                      <a:pt x="2" y="33"/>
                      <a:pt x="3" y="37"/>
                    </a:cubicBezTo>
                    <a:cubicBezTo>
                      <a:pt x="4" y="38"/>
                      <a:pt x="4" y="38"/>
                      <a:pt x="5" y="39"/>
                    </a:cubicBezTo>
                    <a:cubicBezTo>
                      <a:pt x="6" y="43"/>
                      <a:pt x="8" y="45"/>
                      <a:pt x="11" y="48"/>
                    </a:cubicBezTo>
                    <a:cubicBezTo>
                      <a:pt x="16" y="52"/>
                      <a:pt x="22" y="55"/>
                      <a:pt x="29" y="55"/>
                    </a:cubicBezTo>
                    <a:cubicBezTo>
                      <a:pt x="34" y="55"/>
                      <a:pt x="40" y="53"/>
                      <a:pt x="45"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55" name="Freeform 184"/>
              <p:cNvSpPr>
                <a:spLocks/>
              </p:cNvSpPr>
              <p:nvPr/>
            </p:nvSpPr>
            <p:spPr bwMode="auto">
              <a:xfrm>
                <a:off x="-4702175" y="5627688"/>
                <a:ext cx="200025" cy="200025"/>
              </a:xfrm>
              <a:custGeom>
                <a:avLst/>
                <a:gdLst>
                  <a:gd name="T0" fmla="*/ 18 w 53"/>
                  <a:gd name="T1" fmla="*/ 50 h 53"/>
                  <a:gd name="T2" fmla="*/ 31 w 53"/>
                  <a:gd name="T3" fmla="*/ 53 h 53"/>
                  <a:gd name="T4" fmla="*/ 43 w 53"/>
                  <a:gd name="T5" fmla="*/ 51 h 53"/>
                  <a:gd name="T6" fmla="*/ 41 w 53"/>
                  <a:gd name="T7" fmla="*/ 44 h 53"/>
                  <a:gd name="T8" fmla="*/ 29 w 53"/>
                  <a:gd name="T9" fmla="*/ 41 h 53"/>
                  <a:gd name="T10" fmla="*/ 20 w 53"/>
                  <a:gd name="T11" fmla="*/ 24 h 53"/>
                  <a:gd name="T12" fmla="*/ 35 w 53"/>
                  <a:gd name="T13" fmla="*/ 13 h 53"/>
                  <a:gd name="T14" fmla="*/ 37 w 53"/>
                  <a:gd name="T15" fmla="*/ 14 h 53"/>
                  <a:gd name="T16" fmla="*/ 48 w 53"/>
                  <a:gd name="T17" fmla="*/ 17 h 53"/>
                  <a:gd name="T18" fmla="*/ 53 w 53"/>
                  <a:gd name="T19" fmla="*/ 12 h 53"/>
                  <a:gd name="T20" fmla="*/ 31 w 53"/>
                  <a:gd name="T21" fmla="*/ 0 h 53"/>
                  <a:gd name="T22" fmla="*/ 28 w 53"/>
                  <a:gd name="T23" fmla="*/ 0 h 53"/>
                  <a:gd name="T24" fmla="*/ 3 w 53"/>
                  <a:gd name="T25" fmla="*/ 19 h 53"/>
                  <a:gd name="T26" fmla="*/ 18 w 53"/>
                  <a:gd name="T27" fmla="*/ 5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 h="53">
                    <a:moveTo>
                      <a:pt x="18" y="50"/>
                    </a:moveTo>
                    <a:cubicBezTo>
                      <a:pt x="22" y="52"/>
                      <a:pt x="26" y="53"/>
                      <a:pt x="31" y="53"/>
                    </a:cubicBezTo>
                    <a:cubicBezTo>
                      <a:pt x="35" y="53"/>
                      <a:pt x="39" y="52"/>
                      <a:pt x="43" y="51"/>
                    </a:cubicBezTo>
                    <a:cubicBezTo>
                      <a:pt x="42" y="49"/>
                      <a:pt x="41" y="47"/>
                      <a:pt x="41" y="44"/>
                    </a:cubicBezTo>
                    <a:cubicBezTo>
                      <a:pt x="36" y="44"/>
                      <a:pt x="32" y="43"/>
                      <a:pt x="29" y="41"/>
                    </a:cubicBezTo>
                    <a:cubicBezTo>
                      <a:pt x="22" y="38"/>
                      <a:pt x="18" y="31"/>
                      <a:pt x="20" y="24"/>
                    </a:cubicBezTo>
                    <a:cubicBezTo>
                      <a:pt x="22" y="17"/>
                      <a:pt x="28" y="13"/>
                      <a:pt x="35" y="13"/>
                    </a:cubicBezTo>
                    <a:cubicBezTo>
                      <a:pt x="35" y="13"/>
                      <a:pt x="36" y="13"/>
                      <a:pt x="37" y="14"/>
                    </a:cubicBezTo>
                    <a:cubicBezTo>
                      <a:pt x="40" y="14"/>
                      <a:pt x="44" y="15"/>
                      <a:pt x="48" y="17"/>
                    </a:cubicBezTo>
                    <a:cubicBezTo>
                      <a:pt x="49" y="15"/>
                      <a:pt x="51" y="13"/>
                      <a:pt x="53" y="12"/>
                    </a:cubicBezTo>
                    <a:cubicBezTo>
                      <a:pt x="46" y="6"/>
                      <a:pt x="39" y="1"/>
                      <a:pt x="31" y="0"/>
                    </a:cubicBezTo>
                    <a:cubicBezTo>
                      <a:pt x="30" y="0"/>
                      <a:pt x="29" y="0"/>
                      <a:pt x="28" y="0"/>
                    </a:cubicBezTo>
                    <a:cubicBezTo>
                      <a:pt x="17" y="0"/>
                      <a:pt x="6" y="8"/>
                      <a:pt x="3" y="19"/>
                    </a:cubicBezTo>
                    <a:cubicBezTo>
                      <a:pt x="0" y="32"/>
                      <a:pt x="7" y="45"/>
                      <a:pt x="18" y="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56" name="Freeform 185"/>
              <p:cNvSpPr>
                <a:spLocks/>
              </p:cNvSpPr>
              <p:nvPr/>
            </p:nvSpPr>
            <p:spPr bwMode="auto">
              <a:xfrm>
                <a:off x="-5780088" y="5470525"/>
                <a:ext cx="142875" cy="247650"/>
              </a:xfrm>
              <a:custGeom>
                <a:avLst/>
                <a:gdLst>
                  <a:gd name="T0" fmla="*/ 38 w 38"/>
                  <a:gd name="T1" fmla="*/ 33 h 66"/>
                  <a:gd name="T2" fmla="*/ 19 w 38"/>
                  <a:gd name="T3" fmla="*/ 0 h 66"/>
                  <a:gd name="T4" fmla="*/ 0 w 38"/>
                  <a:gd name="T5" fmla="*/ 33 h 66"/>
                  <a:gd name="T6" fmla="*/ 19 w 38"/>
                  <a:gd name="T7" fmla="*/ 66 h 66"/>
                  <a:gd name="T8" fmla="*/ 38 w 38"/>
                  <a:gd name="T9" fmla="*/ 33 h 66"/>
                </a:gdLst>
                <a:ahLst/>
                <a:cxnLst>
                  <a:cxn ang="0">
                    <a:pos x="T0" y="T1"/>
                  </a:cxn>
                  <a:cxn ang="0">
                    <a:pos x="T2" y="T3"/>
                  </a:cxn>
                  <a:cxn ang="0">
                    <a:pos x="T4" y="T5"/>
                  </a:cxn>
                  <a:cxn ang="0">
                    <a:pos x="T6" y="T7"/>
                  </a:cxn>
                  <a:cxn ang="0">
                    <a:pos x="T8" y="T9"/>
                  </a:cxn>
                </a:cxnLst>
                <a:rect l="0" t="0" r="r" b="b"/>
                <a:pathLst>
                  <a:path w="38" h="66">
                    <a:moveTo>
                      <a:pt x="38" y="33"/>
                    </a:moveTo>
                    <a:cubicBezTo>
                      <a:pt x="38" y="21"/>
                      <a:pt x="31" y="5"/>
                      <a:pt x="19" y="0"/>
                    </a:cubicBezTo>
                    <a:cubicBezTo>
                      <a:pt x="8" y="5"/>
                      <a:pt x="0" y="21"/>
                      <a:pt x="0" y="33"/>
                    </a:cubicBezTo>
                    <a:cubicBezTo>
                      <a:pt x="0" y="45"/>
                      <a:pt x="8" y="62"/>
                      <a:pt x="19" y="66"/>
                    </a:cubicBezTo>
                    <a:cubicBezTo>
                      <a:pt x="31" y="62"/>
                      <a:pt x="38" y="45"/>
                      <a:pt x="38"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57" name="Freeform 186"/>
              <p:cNvSpPr>
                <a:spLocks/>
              </p:cNvSpPr>
              <p:nvPr/>
            </p:nvSpPr>
            <p:spPr bwMode="auto">
              <a:xfrm>
                <a:off x="-5678488" y="5627688"/>
                <a:ext cx="230188" cy="184150"/>
              </a:xfrm>
              <a:custGeom>
                <a:avLst/>
                <a:gdLst>
                  <a:gd name="T0" fmla="*/ 1 w 61"/>
                  <a:gd name="T1" fmla="*/ 41 h 49"/>
                  <a:gd name="T2" fmla="*/ 40 w 61"/>
                  <a:gd name="T3" fmla="*/ 41 h 49"/>
                  <a:gd name="T4" fmla="*/ 59 w 61"/>
                  <a:gd name="T5" fmla="*/ 8 h 49"/>
                  <a:gd name="T6" fmla="*/ 21 w 61"/>
                  <a:gd name="T7" fmla="*/ 8 h 49"/>
                  <a:gd name="T8" fmla="*/ 1 w 61"/>
                  <a:gd name="T9" fmla="*/ 41 h 49"/>
                </a:gdLst>
                <a:ahLst/>
                <a:cxnLst>
                  <a:cxn ang="0">
                    <a:pos x="T0" y="T1"/>
                  </a:cxn>
                  <a:cxn ang="0">
                    <a:pos x="T2" y="T3"/>
                  </a:cxn>
                  <a:cxn ang="0">
                    <a:pos x="T4" y="T5"/>
                  </a:cxn>
                  <a:cxn ang="0">
                    <a:pos x="T6" y="T7"/>
                  </a:cxn>
                  <a:cxn ang="0">
                    <a:pos x="T8" y="T9"/>
                  </a:cxn>
                </a:cxnLst>
                <a:rect l="0" t="0" r="r" b="b"/>
                <a:pathLst>
                  <a:path w="61" h="49">
                    <a:moveTo>
                      <a:pt x="1" y="41"/>
                    </a:moveTo>
                    <a:cubicBezTo>
                      <a:pt x="11" y="49"/>
                      <a:pt x="30" y="47"/>
                      <a:pt x="40" y="41"/>
                    </a:cubicBezTo>
                    <a:cubicBezTo>
                      <a:pt x="50" y="35"/>
                      <a:pt x="61" y="21"/>
                      <a:pt x="59" y="8"/>
                    </a:cubicBezTo>
                    <a:cubicBezTo>
                      <a:pt x="50" y="0"/>
                      <a:pt x="31" y="2"/>
                      <a:pt x="21" y="8"/>
                    </a:cubicBezTo>
                    <a:cubicBezTo>
                      <a:pt x="11" y="14"/>
                      <a:pt x="0" y="28"/>
                      <a:pt x="1"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58" name="Freeform 187"/>
              <p:cNvSpPr>
                <a:spLocks/>
              </p:cNvSpPr>
              <p:nvPr/>
            </p:nvSpPr>
            <p:spPr bwMode="auto">
              <a:xfrm>
                <a:off x="-5678488" y="5811838"/>
                <a:ext cx="230188" cy="180975"/>
              </a:xfrm>
              <a:custGeom>
                <a:avLst/>
                <a:gdLst>
                  <a:gd name="T0" fmla="*/ 40 w 61"/>
                  <a:gd name="T1" fmla="*/ 40 h 48"/>
                  <a:gd name="T2" fmla="*/ 59 w 61"/>
                  <a:gd name="T3" fmla="*/ 8 h 48"/>
                  <a:gd name="T4" fmla="*/ 21 w 61"/>
                  <a:gd name="T5" fmla="*/ 7 h 48"/>
                  <a:gd name="T6" fmla="*/ 1 w 61"/>
                  <a:gd name="T7" fmla="*/ 40 h 48"/>
                  <a:gd name="T8" fmla="*/ 40 w 61"/>
                  <a:gd name="T9" fmla="*/ 40 h 48"/>
                </a:gdLst>
                <a:ahLst/>
                <a:cxnLst>
                  <a:cxn ang="0">
                    <a:pos x="T0" y="T1"/>
                  </a:cxn>
                  <a:cxn ang="0">
                    <a:pos x="T2" y="T3"/>
                  </a:cxn>
                  <a:cxn ang="0">
                    <a:pos x="T4" y="T5"/>
                  </a:cxn>
                  <a:cxn ang="0">
                    <a:pos x="T6" y="T7"/>
                  </a:cxn>
                  <a:cxn ang="0">
                    <a:pos x="T8" y="T9"/>
                  </a:cxn>
                </a:cxnLst>
                <a:rect l="0" t="0" r="r" b="b"/>
                <a:pathLst>
                  <a:path w="61" h="48">
                    <a:moveTo>
                      <a:pt x="40" y="40"/>
                    </a:moveTo>
                    <a:cubicBezTo>
                      <a:pt x="50" y="35"/>
                      <a:pt x="61" y="20"/>
                      <a:pt x="59" y="8"/>
                    </a:cubicBezTo>
                    <a:cubicBezTo>
                      <a:pt x="50" y="0"/>
                      <a:pt x="31" y="1"/>
                      <a:pt x="21" y="7"/>
                    </a:cubicBezTo>
                    <a:cubicBezTo>
                      <a:pt x="11" y="13"/>
                      <a:pt x="0" y="28"/>
                      <a:pt x="1" y="40"/>
                    </a:cubicBezTo>
                    <a:cubicBezTo>
                      <a:pt x="11" y="48"/>
                      <a:pt x="29" y="46"/>
                      <a:pt x="40"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59" name="Freeform 188"/>
              <p:cNvSpPr>
                <a:spLocks/>
              </p:cNvSpPr>
              <p:nvPr/>
            </p:nvSpPr>
            <p:spPr bwMode="auto">
              <a:xfrm>
                <a:off x="-5964238" y="5627688"/>
                <a:ext cx="230188" cy="184150"/>
              </a:xfrm>
              <a:custGeom>
                <a:avLst/>
                <a:gdLst>
                  <a:gd name="T0" fmla="*/ 21 w 61"/>
                  <a:gd name="T1" fmla="*/ 41 h 49"/>
                  <a:gd name="T2" fmla="*/ 59 w 61"/>
                  <a:gd name="T3" fmla="*/ 41 h 49"/>
                  <a:gd name="T4" fmla="*/ 39 w 61"/>
                  <a:gd name="T5" fmla="*/ 8 h 49"/>
                  <a:gd name="T6" fmla="*/ 1 w 61"/>
                  <a:gd name="T7" fmla="*/ 8 h 49"/>
                  <a:gd name="T8" fmla="*/ 21 w 61"/>
                  <a:gd name="T9" fmla="*/ 41 h 49"/>
                </a:gdLst>
                <a:ahLst/>
                <a:cxnLst>
                  <a:cxn ang="0">
                    <a:pos x="T0" y="T1"/>
                  </a:cxn>
                  <a:cxn ang="0">
                    <a:pos x="T2" y="T3"/>
                  </a:cxn>
                  <a:cxn ang="0">
                    <a:pos x="T4" y="T5"/>
                  </a:cxn>
                  <a:cxn ang="0">
                    <a:pos x="T6" y="T7"/>
                  </a:cxn>
                  <a:cxn ang="0">
                    <a:pos x="T8" y="T9"/>
                  </a:cxn>
                </a:cxnLst>
                <a:rect l="0" t="0" r="r" b="b"/>
                <a:pathLst>
                  <a:path w="61" h="49">
                    <a:moveTo>
                      <a:pt x="21" y="41"/>
                    </a:moveTo>
                    <a:cubicBezTo>
                      <a:pt x="31" y="47"/>
                      <a:pt x="49" y="49"/>
                      <a:pt x="59" y="41"/>
                    </a:cubicBezTo>
                    <a:cubicBezTo>
                      <a:pt x="61" y="28"/>
                      <a:pt x="50" y="14"/>
                      <a:pt x="39" y="8"/>
                    </a:cubicBezTo>
                    <a:cubicBezTo>
                      <a:pt x="29" y="2"/>
                      <a:pt x="11" y="0"/>
                      <a:pt x="1" y="8"/>
                    </a:cubicBezTo>
                    <a:cubicBezTo>
                      <a:pt x="0" y="21"/>
                      <a:pt x="11" y="35"/>
                      <a:pt x="21"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60" name="Freeform 189"/>
              <p:cNvSpPr>
                <a:spLocks/>
              </p:cNvSpPr>
              <p:nvPr/>
            </p:nvSpPr>
            <p:spPr bwMode="auto">
              <a:xfrm>
                <a:off x="-5964238" y="5811838"/>
                <a:ext cx="230188" cy="180975"/>
              </a:xfrm>
              <a:custGeom>
                <a:avLst/>
                <a:gdLst>
                  <a:gd name="T0" fmla="*/ 21 w 61"/>
                  <a:gd name="T1" fmla="*/ 40 h 48"/>
                  <a:gd name="T2" fmla="*/ 59 w 61"/>
                  <a:gd name="T3" fmla="*/ 40 h 48"/>
                  <a:gd name="T4" fmla="*/ 39 w 61"/>
                  <a:gd name="T5" fmla="*/ 7 h 48"/>
                  <a:gd name="T6" fmla="*/ 1 w 61"/>
                  <a:gd name="T7" fmla="*/ 8 h 48"/>
                  <a:gd name="T8" fmla="*/ 21 w 61"/>
                  <a:gd name="T9" fmla="*/ 40 h 48"/>
                </a:gdLst>
                <a:ahLst/>
                <a:cxnLst>
                  <a:cxn ang="0">
                    <a:pos x="T0" y="T1"/>
                  </a:cxn>
                  <a:cxn ang="0">
                    <a:pos x="T2" y="T3"/>
                  </a:cxn>
                  <a:cxn ang="0">
                    <a:pos x="T4" y="T5"/>
                  </a:cxn>
                  <a:cxn ang="0">
                    <a:pos x="T6" y="T7"/>
                  </a:cxn>
                  <a:cxn ang="0">
                    <a:pos x="T8" y="T9"/>
                  </a:cxn>
                </a:cxnLst>
                <a:rect l="0" t="0" r="r" b="b"/>
                <a:pathLst>
                  <a:path w="61" h="48">
                    <a:moveTo>
                      <a:pt x="21" y="40"/>
                    </a:moveTo>
                    <a:cubicBezTo>
                      <a:pt x="31" y="46"/>
                      <a:pt x="49" y="48"/>
                      <a:pt x="59" y="40"/>
                    </a:cubicBezTo>
                    <a:cubicBezTo>
                      <a:pt x="61" y="28"/>
                      <a:pt x="50" y="13"/>
                      <a:pt x="39" y="7"/>
                    </a:cubicBezTo>
                    <a:cubicBezTo>
                      <a:pt x="29" y="1"/>
                      <a:pt x="11" y="0"/>
                      <a:pt x="1" y="8"/>
                    </a:cubicBezTo>
                    <a:cubicBezTo>
                      <a:pt x="0" y="20"/>
                      <a:pt x="11" y="35"/>
                      <a:pt x="21"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61" name="Freeform 190"/>
              <p:cNvSpPr>
                <a:spLocks/>
              </p:cNvSpPr>
              <p:nvPr/>
            </p:nvSpPr>
            <p:spPr bwMode="auto">
              <a:xfrm>
                <a:off x="-5719763" y="5748338"/>
                <a:ext cx="26988" cy="288925"/>
              </a:xfrm>
              <a:custGeom>
                <a:avLst/>
                <a:gdLst>
                  <a:gd name="T0" fmla="*/ 0 w 7"/>
                  <a:gd name="T1" fmla="*/ 2 h 77"/>
                  <a:gd name="T2" fmla="*/ 0 w 7"/>
                  <a:gd name="T3" fmla="*/ 74 h 77"/>
                  <a:gd name="T4" fmla="*/ 3 w 7"/>
                  <a:gd name="T5" fmla="*/ 77 h 77"/>
                  <a:gd name="T6" fmla="*/ 7 w 7"/>
                  <a:gd name="T7" fmla="*/ 74 h 77"/>
                  <a:gd name="T8" fmla="*/ 7 w 7"/>
                  <a:gd name="T9" fmla="*/ 2 h 77"/>
                  <a:gd name="T10" fmla="*/ 3 w 7"/>
                  <a:gd name="T11" fmla="*/ 0 h 77"/>
                  <a:gd name="T12" fmla="*/ 0 w 7"/>
                  <a:gd name="T13" fmla="*/ 2 h 77"/>
                </a:gdLst>
                <a:ahLst/>
                <a:cxnLst>
                  <a:cxn ang="0">
                    <a:pos x="T0" y="T1"/>
                  </a:cxn>
                  <a:cxn ang="0">
                    <a:pos x="T2" y="T3"/>
                  </a:cxn>
                  <a:cxn ang="0">
                    <a:pos x="T4" y="T5"/>
                  </a:cxn>
                  <a:cxn ang="0">
                    <a:pos x="T6" y="T7"/>
                  </a:cxn>
                  <a:cxn ang="0">
                    <a:pos x="T8" y="T9"/>
                  </a:cxn>
                  <a:cxn ang="0">
                    <a:pos x="T10" y="T11"/>
                  </a:cxn>
                  <a:cxn ang="0">
                    <a:pos x="T12" y="T13"/>
                  </a:cxn>
                </a:cxnLst>
                <a:rect l="0" t="0" r="r" b="b"/>
                <a:pathLst>
                  <a:path w="7" h="77">
                    <a:moveTo>
                      <a:pt x="0" y="2"/>
                    </a:moveTo>
                    <a:cubicBezTo>
                      <a:pt x="0" y="74"/>
                      <a:pt x="0" y="74"/>
                      <a:pt x="0" y="74"/>
                    </a:cubicBezTo>
                    <a:cubicBezTo>
                      <a:pt x="0" y="76"/>
                      <a:pt x="1" y="77"/>
                      <a:pt x="3" y="77"/>
                    </a:cubicBezTo>
                    <a:cubicBezTo>
                      <a:pt x="5" y="77"/>
                      <a:pt x="7" y="76"/>
                      <a:pt x="7" y="74"/>
                    </a:cubicBezTo>
                    <a:cubicBezTo>
                      <a:pt x="7" y="2"/>
                      <a:pt x="7" y="2"/>
                      <a:pt x="7" y="2"/>
                    </a:cubicBezTo>
                    <a:cubicBezTo>
                      <a:pt x="7" y="1"/>
                      <a:pt x="5" y="0"/>
                      <a:pt x="3" y="0"/>
                    </a:cubicBezTo>
                    <a:cubicBezTo>
                      <a:pt x="1"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62" name="Freeform 191"/>
              <p:cNvSpPr>
                <a:spLocks/>
              </p:cNvSpPr>
              <p:nvPr/>
            </p:nvSpPr>
            <p:spPr bwMode="auto">
              <a:xfrm>
                <a:off x="-6415088" y="3071812"/>
                <a:ext cx="49213" cy="247650"/>
              </a:xfrm>
              <a:custGeom>
                <a:avLst/>
                <a:gdLst>
                  <a:gd name="T0" fmla="*/ 13 w 13"/>
                  <a:gd name="T1" fmla="*/ 1 h 66"/>
                  <a:gd name="T2" fmla="*/ 7 w 13"/>
                  <a:gd name="T3" fmla="*/ 0 h 66"/>
                  <a:gd name="T4" fmla="*/ 7 w 13"/>
                  <a:gd name="T5" fmla="*/ 0 h 66"/>
                  <a:gd name="T6" fmla="*/ 0 w 13"/>
                  <a:gd name="T7" fmla="*/ 2 h 66"/>
                  <a:gd name="T8" fmla="*/ 0 w 13"/>
                  <a:gd name="T9" fmla="*/ 66 h 66"/>
                  <a:gd name="T10" fmla="*/ 13 w 13"/>
                  <a:gd name="T11" fmla="*/ 66 h 66"/>
                  <a:gd name="T12" fmla="*/ 13 w 13"/>
                  <a:gd name="T13" fmla="*/ 1 h 66"/>
                </a:gdLst>
                <a:ahLst/>
                <a:cxnLst>
                  <a:cxn ang="0">
                    <a:pos x="T0" y="T1"/>
                  </a:cxn>
                  <a:cxn ang="0">
                    <a:pos x="T2" y="T3"/>
                  </a:cxn>
                  <a:cxn ang="0">
                    <a:pos x="T4" y="T5"/>
                  </a:cxn>
                  <a:cxn ang="0">
                    <a:pos x="T6" y="T7"/>
                  </a:cxn>
                  <a:cxn ang="0">
                    <a:pos x="T8" y="T9"/>
                  </a:cxn>
                  <a:cxn ang="0">
                    <a:pos x="T10" y="T11"/>
                  </a:cxn>
                  <a:cxn ang="0">
                    <a:pos x="T12" y="T13"/>
                  </a:cxn>
                </a:cxnLst>
                <a:rect l="0" t="0" r="r" b="b"/>
                <a:pathLst>
                  <a:path w="13" h="66">
                    <a:moveTo>
                      <a:pt x="13" y="1"/>
                    </a:moveTo>
                    <a:cubicBezTo>
                      <a:pt x="11" y="1"/>
                      <a:pt x="9" y="0"/>
                      <a:pt x="7" y="0"/>
                    </a:cubicBezTo>
                    <a:cubicBezTo>
                      <a:pt x="7" y="0"/>
                      <a:pt x="7" y="0"/>
                      <a:pt x="7" y="0"/>
                    </a:cubicBezTo>
                    <a:cubicBezTo>
                      <a:pt x="4" y="0"/>
                      <a:pt x="2" y="1"/>
                      <a:pt x="0" y="2"/>
                    </a:cubicBezTo>
                    <a:cubicBezTo>
                      <a:pt x="0" y="66"/>
                      <a:pt x="0" y="66"/>
                      <a:pt x="0" y="66"/>
                    </a:cubicBezTo>
                    <a:cubicBezTo>
                      <a:pt x="13" y="66"/>
                      <a:pt x="13" y="66"/>
                      <a:pt x="13" y="66"/>
                    </a:cubicBezTo>
                    <a:lnTo>
                      <a:pt x="1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63" name="Freeform 192"/>
              <p:cNvSpPr>
                <a:spLocks/>
              </p:cNvSpPr>
              <p:nvPr/>
            </p:nvSpPr>
            <p:spPr bwMode="auto">
              <a:xfrm>
                <a:off x="-6415088" y="2725737"/>
                <a:ext cx="49213" cy="33338"/>
              </a:xfrm>
              <a:custGeom>
                <a:avLst/>
                <a:gdLst>
                  <a:gd name="T0" fmla="*/ 8 w 13"/>
                  <a:gd name="T1" fmla="*/ 9 h 9"/>
                  <a:gd name="T2" fmla="*/ 9 w 13"/>
                  <a:gd name="T3" fmla="*/ 9 h 9"/>
                  <a:gd name="T4" fmla="*/ 13 w 13"/>
                  <a:gd name="T5" fmla="*/ 9 h 9"/>
                  <a:gd name="T6" fmla="*/ 13 w 13"/>
                  <a:gd name="T7" fmla="*/ 0 h 9"/>
                  <a:gd name="T8" fmla="*/ 0 w 13"/>
                  <a:gd name="T9" fmla="*/ 0 h 9"/>
                  <a:gd name="T10" fmla="*/ 0 w 13"/>
                  <a:gd name="T11" fmla="*/ 9 h 9"/>
                  <a:gd name="T12" fmla="*/ 8 w 13"/>
                  <a:gd name="T13" fmla="*/ 9 h 9"/>
                </a:gdLst>
                <a:ahLst/>
                <a:cxnLst>
                  <a:cxn ang="0">
                    <a:pos x="T0" y="T1"/>
                  </a:cxn>
                  <a:cxn ang="0">
                    <a:pos x="T2" y="T3"/>
                  </a:cxn>
                  <a:cxn ang="0">
                    <a:pos x="T4" y="T5"/>
                  </a:cxn>
                  <a:cxn ang="0">
                    <a:pos x="T6" y="T7"/>
                  </a:cxn>
                  <a:cxn ang="0">
                    <a:pos x="T8" y="T9"/>
                  </a:cxn>
                  <a:cxn ang="0">
                    <a:pos x="T10" y="T11"/>
                  </a:cxn>
                  <a:cxn ang="0">
                    <a:pos x="T12" y="T13"/>
                  </a:cxn>
                </a:cxnLst>
                <a:rect l="0" t="0" r="r" b="b"/>
                <a:pathLst>
                  <a:path w="13" h="9">
                    <a:moveTo>
                      <a:pt x="8" y="9"/>
                    </a:moveTo>
                    <a:cubicBezTo>
                      <a:pt x="8" y="9"/>
                      <a:pt x="9" y="9"/>
                      <a:pt x="9" y="9"/>
                    </a:cubicBezTo>
                    <a:cubicBezTo>
                      <a:pt x="10" y="9"/>
                      <a:pt x="12" y="9"/>
                      <a:pt x="13" y="9"/>
                    </a:cubicBezTo>
                    <a:cubicBezTo>
                      <a:pt x="13" y="0"/>
                      <a:pt x="13" y="0"/>
                      <a:pt x="13" y="0"/>
                    </a:cubicBezTo>
                    <a:cubicBezTo>
                      <a:pt x="0" y="0"/>
                      <a:pt x="0" y="0"/>
                      <a:pt x="0" y="0"/>
                    </a:cubicBezTo>
                    <a:cubicBezTo>
                      <a:pt x="0" y="9"/>
                      <a:pt x="0" y="9"/>
                      <a:pt x="0" y="9"/>
                    </a:cubicBezTo>
                    <a:cubicBezTo>
                      <a:pt x="2" y="9"/>
                      <a:pt x="5" y="9"/>
                      <a:pt x="8"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64" name="Freeform 193"/>
              <p:cNvSpPr>
                <a:spLocks/>
              </p:cNvSpPr>
              <p:nvPr/>
            </p:nvSpPr>
            <p:spPr bwMode="auto">
              <a:xfrm>
                <a:off x="-6616700" y="2774950"/>
                <a:ext cx="465138" cy="344488"/>
              </a:xfrm>
              <a:custGeom>
                <a:avLst/>
                <a:gdLst>
                  <a:gd name="T0" fmla="*/ 67 w 124"/>
                  <a:gd name="T1" fmla="*/ 0 h 92"/>
                  <a:gd name="T2" fmla="*/ 63 w 124"/>
                  <a:gd name="T3" fmla="*/ 0 h 92"/>
                  <a:gd name="T4" fmla="*/ 62 w 124"/>
                  <a:gd name="T5" fmla="*/ 0 h 92"/>
                  <a:gd name="T6" fmla="*/ 54 w 124"/>
                  <a:gd name="T7" fmla="*/ 1 h 92"/>
                  <a:gd name="T8" fmla="*/ 0 w 124"/>
                  <a:gd name="T9" fmla="*/ 60 h 92"/>
                  <a:gd name="T10" fmla="*/ 4 w 124"/>
                  <a:gd name="T11" fmla="*/ 84 h 92"/>
                  <a:gd name="T12" fmla="*/ 6 w 124"/>
                  <a:gd name="T13" fmla="*/ 87 h 92"/>
                  <a:gd name="T14" fmla="*/ 9 w 124"/>
                  <a:gd name="T15" fmla="*/ 83 h 92"/>
                  <a:gd name="T16" fmla="*/ 25 w 124"/>
                  <a:gd name="T17" fmla="*/ 74 h 92"/>
                  <a:gd name="T18" fmla="*/ 25 w 124"/>
                  <a:gd name="T19" fmla="*/ 74 h 92"/>
                  <a:gd name="T20" fmla="*/ 41 w 124"/>
                  <a:gd name="T21" fmla="*/ 84 h 92"/>
                  <a:gd name="T22" fmla="*/ 43 w 124"/>
                  <a:gd name="T23" fmla="*/ 87 h 92"/>
                  <a:gd name="T24" fmla="*/ 45 w 124"/>
                  <a:gd name="T25" fmla="*/ 84 h 92"/>
                  <a:gd name="T26" fmla="*/ 54 w 124"/>
                  <a:gd name="T27" fmla="*/ 76 h 92"/>
                  <a:gd name="T28" fmla="*/ 61 w 124"/>
                  <a:gd name="T29" fmla="*/ 75 h 92"/>
                  <a:gd name="T30" fmla="*/ 61 w 124"/>
                  <a:gd name="T31" fmla="*/ 75 h 92"/>
                  <a:gd name="T32" fmla="*/ 67 w 124"/>
                  <a:gd name="T33" fmla="*/ 76 h 92"/>
                  <a:gd name="T34" fmla="*/ 77 w 124"/>
                  <a:gd name="T35" fmla="*/ 85 h 92"/>
                  <a:gd name="T36" fmla="*/ 79 w 124"/>
                  <a:gd name="T37" fmla="*/ 88 h 92"/>
                  <a:gd name="T38" fmla="*/ 81 w 124"/>
                  <a:gd name="T39" fmla="*/ 85 h 92"/>
                  <a:gd name="T40" fmla="*/ 96 w 124"/>
                  <a:gd name="T41" fmla="*/ 75 h 92"/>
                  <a:gd name="T42" fmla="*/ 97 w 124"/>
                  <a:gd name="T43" fmla="*/ 75 h 92"/>
                  <a:gd name="T44" fmla="*/ 112 w 124"/>
                  <a:gd name="T45" fmla="*/ 86 h 92"/>
                  <a:gd name="T46" fmla="*/ 114 w 124"/>
                  <a:gd name="T47" fmla="*/ 90 h 92"/>
                  <a:gd name="T48" fmla="*/ 115 w 124"/>
                  <a:gd name="T49" fmla="*/ 92 h 92"/>
                  <a:gd name="T50" fmla="*/ 116 w 124"/>
                  <a:gd name="T51" fmla="*/ 90 h 92"/>
                  <a:gd name="T52" fmla="*/ 118 w 124"/>
                  <a:gd name="T53" fmla="*/ 87 h 92"/>
                  <a:gd name="T54" fmla="*/ 123 w 124"/>
                  <a:gd name="T55" fmla="*/ 63 h 92"/>
                  <a:gd name="T56" fmla="*/ 67 w 124"/>
                  <a:gd name="T57"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24" h="92">
                    <a:moveTo>
                      <a:pt x="67" y="0"/>
                    </a:moveTo>
                    <a:cubicBezTo>
                      <a:pt x="66" y="0"/>
                      <a:pt x="64" y="0"/>
                      <a:pt x="63" y="0"/>
                    </a:cubicBezTo>
                    <a:cubicBezTo>
                      <a:pt x="62" y="0"/>
                      <a:pt x="62" y="0"/>
                      <a:pt x="62" y="0"/>
                    </a:cubicBezTo>
                    <a:cubicBezTo>
                      <a:pt x="59" y="0"/>
                      <a:pt x="56" y="0"/>
                      <a:pt x="54" y="1"/>
                    </a:cubicBezTo>
                    <a:cubicBezTo>
                      <a:pt x="24" y="4"/>
                      <a:pt x="1" y="29"/>
                      <a:pt x="0" y="60"/>
                    </a:cubicBezTo>
                    <a:cubicBezTo>
                      <a:pt x="0" y="69"/>
                      <a:pt x="1" y="76"/>
                      <a:pt x="4" y="84"/>
                    </a:cubicBezTo>
                    <a:cubicBezTo>
                      <a:pt x="4" y="86"/>
                      <a:pt x="5" y="87"/>
                      <a:pt x="6" y="87"/>
                    </a:cubicBezTo>
                    <a:cubicBezTo>
                      <a:pt x="7" y="87"/>
                      <a:pt x="8" y="85"/>
                      <a:pt x="9" y="83"/>
                    </a:cubicBezTo>
                    <a:cubicBezTo>
                      <a:pt x="12" y="78"/>
                      <a:pt x="18" y="74"/>
                      <a:pt x="25" y="74"/>
                    </a:cubicBezTo>
                    <a:cubicBezTo>
                      <a:pt x="25" y="74"/>
                      <a:pt x="25" y="74"/>
                      <a:pt x="25" y="74"/>
                    </a:cubicBezTo>
                    <a:cubicBezTo>
                      <a:pt x="32" y="74"/>
                      <a:pt x="38" y="78"/>
                      <a:pt x="41" y="84"/>
                    </a:cubicBezTo>
                    <a:cubicBezTo>
                      <a:pt x="42" y="86"/>
                      <a:pt x="42" y="87"/>
                      <a:pt x="43" y="87"/>
                    </a:cubicBezTo>
                    <a:cubicBezTo>
                      <a:pt x="43" y="87"/>
                      <a:pt x="44" y="86"/>
                      <a:pt x="45" y="84"/>
                    </a:cubicBezTo>
                    <a:cubicBezTo>
                      <a:pt x="47" y="80"/>
                      <a:pt x="50" y="77"/>
                      <a:pt x="54" y="76"/>
                    </a:cubicBezTo>
                    <a:cubicBezTo>
                      <a:pt x="56" y="75"/>
                      <a:pt x="58" y="75"/>
                      <a:pt x="61" y="75"/>
                    </a:cubicBezTo>
                    <a:cubicBezTo>
                      <a:pt x="61" y="75"/>
                      <a:pt x="61" y="75"/>
                      <a:pt x="61" y="75"/>
                    </a:cubicBezTo>
                    <a:cubicBezTo>
                      <a:pt x="63" y="75"/>
                      <a:pt x="65" y="75"/>
                      <a:pt x="67" y="76"/>
                    </a:cubicBezTo>
                    <a:cubicBezTo>
                      <a:pt x="71" y="77"/>
                      <a:pt x="75" y="81"/>
                      <a:pt x="77" y="85"/>
                    </a:cubicBezTo>
                    <a:cubicBezTo>
                      <a:pt x="78" y="87"/>
                      <a:pt x="78" y="88"/>
                      <a:pt x="79" y="88"/>
                    </a:cubicBezTo>
                    <a:cubicBezTo>
                      <a:pt x="79" y="88"/>
                      <a:pt x="80" y="87"/>
                      <a:pt x="81" y="85"/>
                    </a:cubicBezTo>
                    <a:cubicBezTo>
                      <a:pt x="84" y="79"/>
                      <a:pt x="89" y="75"/>
                      <a:pt x="96" y="75"/>
                    </a:cubicBezTo>
                    <a:cubicBezTo>
                      <a:pt x="96" y="75"/>
                      <a:pt x="97" y="75"/>
                      <a:pt x="97" y="75"/>
                    </a:cubicBezTo>
                    <a:cubicBezTo>
                      <a:pt x="104" y="76"/>
                      <a:pt x="110" y="80"/>
                      <a:pt x="112" y="86"/>
                    </a:cubicBezTo>
                    <a:cubicBezTo>
                      <a:pt x="113" y="87"/>
                      <a:pt x="113" y="89"/>
                      <a:pt x="114" y="90"/>
                    </a:cubicBezTo>
                    <a:cubicBezTo>
                      <a:pt x="114" y="91"/>
                      <a:pt x="114" y="92"/>
                      <a:pt x="115" y="92"/>
                    </a:cubicBezTo>
                    <a:cubicBezTo>
                      <a:pt x="115" y="92"/>
                      <a:pt x="116" y="91"/>
                      <a:pt x="116" y="90"/>
                    </a:cubicBezTo>
                    <a:cubicBezTo>
                      <a:pt x="117" y="89"/>
                      <a:pt x="117" y="88"/>
                      <a:pt x="118" y="87"/>
                    </a:cubicBezTo>
                    <a:cubicBezTo>
                      <a:pt x="121" y="79"/>
                      <a:pt x="123" y="72"/>
                      <a:pt x="123" y="63"/>
                    </a:cubicBezTo>
                    <a:cubicBezTo>
                      <a:pt x="124" y="31"/>
                      <a:pt x="99" y="3"/>
                      <a:pt x="6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65" name="Freeform 194"/>
              <p:cNvSpPr>
                <a:spLocks/>
              </p:cNvSpPr>
              <p:nvPr/>
            </p:nvSpPr>
            <p:spPr bwMode="auto">
              <a:xfrm>
                <a:off x="-1455738" y="7662863"/>
                <a:ext cx="179388" cy="131763"/>
              </a:xfrm>
              <a:custGeom>
                <a:avLst/>
                <a:gdLst>
                  <a:gd name="T0" fmla="*/ 31 w 48"/>
                  <a:gd name="T1" fmla="*/ 11 h 35"/>
                  <a:gd name="T2" fmla="*/ 42 w 48"/>
                  <a:gd name="T3" fmla="*/ 3 h 35"/>
                  <a:gd name="T4" fmla="*/ 48 w 48"/>
                  <a:gd name="T5" fmla="*/ 1 h 35"/>
                  <a:gd name="T6" fmla="*/ 28 w 48"/>
                  <a:gd name="T7" fmla="*/ 3 h 35"/>
                  <a:gd name="T8" fmla="*/ 15 w 48"/>
                  <a:gd name="T9" fmla="*/ 13 h 35"/>
                  <a:gd name="T10" fmla="*/ 10 w 48"/>
                  <a:gd name="T11" fmla="*/ 23 h 35"/>
                  <a:gd name="T12" fmla="*/ 0 w 48"/>
                  <a:gd name="T13" fmla="*/ 35 h 35"/>
                  <a:gd name="T14" fmla="*/ 16 w 48"/>
                  <a:gd name="T15" fmla="*/ 28 h 35"/>
                  <a:gd name="T16" fmla="*/ 31 w 48"/>
                  <a:gd name="T17" fmla="*/ 1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35">
                    <a:moveTo>
                      <a:pt x="31" y="11"/>
                    </a:moveTo>
                    <a:cubicBezTo>
                      <a:pt x="34" y="7"/>
                      <a:pt x="38" y="5"/>
                      <a:pt x="42" y="3"/>
                    </a:cubicBezTo>
                    <a:cubicBezTo>
                      <a:pt x="43" y="3"/>
                      <a:pt x="46" y="1"/>
                      <a:pt x="48" y="1"/>
                    </a:cubicBezTo>
                    <a:cubicBezTo>
                      <a:pt x="41" y="1"/>
                      <a:pt x="34" y="0"/>
                      <a:pt x="28" y="3"/>
                    </a:cubicBezTo>
                    <a:cubicBezTo>
                      <a:pt x="23" y="5"/>
                      <a:pt x="19" y="9"/>
                      <a:pt x="15" y="13"/>
                    </a:cubicBezTo>
                    <a:cubicBezTo>
                      <a:pt x="13" y="16"/>
                      <a:pt x="11" y="20"/>
                      <a:pt x="10" y="23"/>
                    </a:cubicBezTo>
                    <a:cubicBezTo>
                      <a:pt x="7" y="27"/>
                      <a:pt x="5" y="33"/>
                      <a:pt x="0" y="35"/>
                    </a:cubicBezTo>
                    <a:cubicBezTo>
                      <a:pt x="6" y="34"/>
                      <a:pt x="12" y="31"/>
                      <a:pt x="16" y="28"/>
                    </a:cubicBezTo>
                    <a:cubicBezTo>
                      <a:pt x="22" y="23"/>
                      <a:pt x="26" y="16"/>
                      <a:pt x="31"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66" name="Freeform 195"/>
              <p:cNvSpPr>
                <a:spLocks/>
              </p:cNvSpPr>
              <p:nvPr/>
            </p:nvSpPr>
            <p:spPr bwMode="auto">
              <a:xfrm>
                <a:off x="-1444625" y="7667625"/>
                <a:ext cx="236538" cy="160338"/>
              </a:xfrm>
              <a:custGeom>
                <a:avLst/>
                <a:gdLst>
                  <a:gd name="T0" fmla="*/ 41 w 63"/>
                  <a:gd name="T1" fmla="*/ 5 h 43"/>
                  <a:gd name="T2" fmla="*/ 26 w 63"/>
                  <a:gd name="T3" fmla="*/ 19 h 43"/>
                  <a:gd name="T4" fmla="*/ 14 w 63"/>
                  <a:gd name="T5" fmla="*/ 31 h 43"/>
                  <a:gd name="T6" fmla="*/ 0 w 63"/>
                  <a:gd name="T7" fmla="*/ 36 h 43"/>
                  <a:gd name="T8" fmla="*/ 35 w 63"/>
                  <a:gd name="T9" fmla="*/ 36 h 43"/>
                  <a:gd name="T10" fmla="*/ 53 w 63"/>
                  <a:gd name="T11" fmla="*/ 11 h 43"/>
                  <a:gd name="T12" fmla="*/ 60 w 63"/>
                  <a:gd name="T13" fmla="*/ 3 h 43"/>
                  <a:gd name="T14" fmla="*/ 63 w 63"/>
                  <a:gd name="T15" fmla="*/ 1 h 43"/>
                  <a:gd name="T16" fmla="*/ 41 w 63"/>
                  <a:gd name="T17" fmla="*/ 5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3" h="43">
                    <a:moveTo>
                      <a:pt x="41" y="5"/>
                    </a:moveTo>
                    <a:cubicBezTo>
                      <a:pt x="34" y="8"/>
                      <a:pt x="30" y="13"/>
                      <a:pt x="26" y="19"/>
                    </a:cubicBezTo>
                    <a:cubicBezTo>
                      <a:pt x="22" y="23"/>
                      <a:pt x="18" y="28"/>
                      <a:pt x="14" y="31"/>
                    </a:cubicBezTo>
                    <a:cubicBezTo>
                      <a:pt x="10" y="33"/>
                      <a:pt x="5" y="36"/>
                      <a:pt x="0" y="36"/>
                    </a:cubicBezTo>
                    <a:cubicBezTo>
                      <a:pt x="11" y="43"/>
                      <a:pt x="24" y="42"/>
                      <a:pt x="35" y="36"/>
                    </a:cubicBezTo>
                    <a:cubicBezTo>
                      <a:pt x="44" y="30"/>
                      <a:pt x="48" y="20"/>
                      <a:pt x="53" y="11"/>
                    </a:cubicBezTo>
                    <a:cubicBezTo>
                      <a:pt x="55" y="8"/>
                      <a:pt x="57" y="6"/>
                      <a:pt x="60" y="3"/>
                    </a:cubicBezTo>
                    <a:cubicBezTo>
                      <a:pt x="60" y="3"/>
                      <a:pt x="62" y="1"/>
                      <a:pt x="63" y="1"/>
                    </a:cubicBezTo>
                    <a:cubicBezTo>
                      <a:pt x="56" y="0"/>
                      <a:pt x="48" y="1"/>
                      <a:pt x="4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67" name="Freeform 196"/>
              <p:cNvSpPr>
                <a:spLocks/>
              </p:cNvSpPr>
              <p:nvPr/>
            </p:nvSpPr>
            <p:spPr bwMode="auto">
              <a:xfrm>
                <a:off x="-1455738" y="7532688"/>
                <a:ext cx="153988" cy="107950"/>
              </a:xfrm>
              <a:custGeom>
                <a:avLst/>
                <a:gdLst>
                  <a:gd name="T0" fmla="*/ 13 w 41"/>
                  <a:gd name="T1" fmla="*/ 11 h 29"/>
                  <a:gd name="T2" fmla="*/ 8 w 41"/>
                  <a:gd name="T3" fmla="*/ 19 h 29"/>
                  <a:gd name="T4" fmla="*/ 0 w 41"/>
                  <a:gd name="T5" fmla="*/ 29 h 29"/>
                  <a:gd name="T6" fmla="*/ 14 w 41"/>
                  <a:gd name="T7" fmla="*/ 23 h 29"/>
                  <a:gd name="T8" fmla="*/ 27 w 41"/>
                  <a:gd name="T9" fmla="*/ 9 h 29"/>
                  <a:gd name="T10" fmla="*/ 36 w 41"/>
                  <a:gd name="T11" fmla="*/ 2 h 29"/>
                  <a:gd name="T12" fmla="*/ 41 w 41"/>
                  <a:gd name="T13" fmla="*/ 1 h 29"/>
                  <a:gd name="T14" fmla="*/ 24 w 41"/>
                  <a:gd name="T15" fmla="*/ 2 h 29"/>
                  <a:gd name="T16" fmla="*/ 13 w 41"/>
                  <a:gd name="T17" fmla="*/ 11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 h="29">
                    <a:moveTo>
                      <a:pt x="13" y="11"/>
                    </a:moveTo>
                    <a:cubicBezTo>
                      <a:pt x="11" y="14"/>
                      <a:pt x="10" y="16"/>
                      <a:pt x="8" y="19"/>
                    </a:cubicBezTo>
                    <a:cubicBezTo>
                      <a:pt x="7" y="23"/>
                      <a:pt x="4" y="28"/>
                      <a:pt x="0" y="29"/>
                    </a:cubicBezTo>
                    <a:cubicBezTo>
                      <a:pt x="5" y="29"/>
                      <a:pt x="10" y="26"/>
                      <a:pt x="14" y="23"/>
                    </a:cubicBezTo>
                    <a:cubicBezTo>
                      <a:pt x="19" y="19"/>
                      <a:pt x="22" y="13"/>
                      <a:pt x="27" y="9"/>
                    </a:cubicBezTo>
                    <a:cubicBezTo>
                      <a:pt x="29" y="6"/>
                      <a:pt x="33" y="4"/>
                      <a:pt x="36" y="2"/>
                    </a:cubicBezTo>
                    <a:cubicBezTo>
                      <a:pt x="37" y="2"/>
                      <a:pt x="40" y="0"/>
                      <a:pt x="41" y="1"/>
                    </a:cubicBezTo>
                    <a:cubicBezTo>
                      <a:pt x="36" y="0"/>
                      <a:pt x="30" y="0"/>
                      <a:pt x="24" y="2"/>
                    </a:cubicBezTo>
                    <a:cubicBezTo>
                      <a:pt x="20" y="4"/>
                      <a:pt x="16" y="7"/>
                      <a:pt x="13"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68" name="Freeform 197"/>
              <p:cNvSpPr>
                <a:spLocks/>
              </p:cNvSpPr>
              <p:nvPr/>
            </p:nvSpPr>
            <p:spPr bwMode="auto">
              <a:xfrm>
                <a:off x="-1444625" y="7535863"/>
                <a:ext cx="203200" cy="134938"/>
              </a:xfrm>
              <a:custGeom>
                <a:avLst/>
                <a:gdLst>
                  <a:gd name="T0" fmla="*/ 51 w 54"/>
                  <a:gd name="T1" fmla="*/ 2 h 36"/>
                  <a:gd name="T2" fmla="*/ 54 w 54"/>
                  <a:gd name="T3" fmla="*/ 0 h 36"/>
                  <a:gd name="T4" fmla="*/ 35 w 54"/>
                  <a:gd name="T5" fmla="*/ 4 h 36"/>
                  <a:gd name="T6" fmla="*/ 22 w 54"/>
                  <a:gd name="T7" fmla="*/ 15 h 36"/>
                  <a:gd name="T8" fmla="*/ 12 w 54"/>
                  <a:gd name="T9" fmla="*/ 26 h 36"/>
                  <a:gd name="T10" fmla="*/ 0 w 54"/>
                  <a:gd name="T11" fmla="*/ 30 h 36"/>
                  <a:gd name="T12" fmla="*/ 30 w 54"/>
                  <a:gd name="T13" fmla="*/ 30 h 36"/>
                  <a:gd name="T14" fmla="*/ 46 w 54"/>
                  <a:gd name="T15" fmla="*/ 9 h 36"/>
                  <a:gd name="T16" fmla="*/ 51 w 54"/>
                  <a:gd name="T17" fmla="*/ 2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36">
                    <a:moveTo>
                      <a:pt x="51" y="2"/>
                    </a:moveTo>
                    <a:cubicBezTo>
                      <a:pt x="52" y="2"/>
                      <a:pt x="53" y="0"/>
                      <a:pt x="54" y="0"/>
                    </a:cubicBezTo>
                    <a:cubicBezTo>
                      <a:pt x="48" y="0"/>
                      <a:pt x="41" y="0"/>
                      <a:pt x="35" y="4"/>
                    </a:cubicBezTo>
                    <a:cubicBezTo>
                      <a:pt x="29" y="7"/>
                      <a:pt x="26" y="10"/>
                      <a:pt x="22" y="15"/>
                    </a:cubicBezTo>
                    <a:cubicBezTo>
                      <a:pt x="19" y="19"/>
                      <a:pt x="16" y="23"/>
                      <a:pt x="12" y="26"/>
                    </a:cubicBezTo>
                    <a:cubicBezTo>
                      <a:pt x="9" y="28"/>
                      <a:pt x="4" y="30"/>
                      <a:pt x="0" y="30"/>
                    </a:cubicBezTo>
                    <a:cubicBezTo>
                      <a:pt x="9" y="36"/>
                      <a:pt x="21" y="36"/>
                      <a:pt x="30" y="30"/>
                    </a:cubicBezTo>
                    <a:cubicBezTo>
                      <a:pt x="38" y="25"/>
                      <a:pt x="41" y="17"/>
                      <a:pt x="46" y="9"/>
                    </a:cubicBezTo>
                    <a:cubicBezTo>
                      <a:pt x="47" y="7"/>
                      <a:pt x="49" y="4"/>
                      <a:pt x="5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69" name="Freeform 198"/>
              <p:cNvSpPr>
                <a:spLocks/>
              </p:cNvSpPr>
              <p:nvPr/>
            </p:nvSpPr>
            <p:spPr bwMode="auto">
              <a:xfrm>
                <a:off x="-1655763" y="7662863"/>
                <a:ext cx="180975" cy="131763"/>
              </a:xfrm>
              <a:custGeom>
                <a:avLst/>
                <a:gdLst>
                  <a:gd name="T0" fmla="*/ 17 w 48"/>
                  <a:gd name="T1" fmla="*/ 11 h 35"/>
                  <a:gd name="T2" fmla="*/ 32 w 48"/>
                  <a:gd name="T3" fmla="*/ 28 h 35"/>
                  <a:gd name="T4" fmla="*/ 48 w 48"/>
                  <a:gd name="T5" fmla="*/ 35 h 35"/>
                  <a:gd name="T6" fmla="*/ 38 w 48"/>
                  <a:gd name="T7" fmla="*/ 23 h 35"/>
                  <a:gd name="T8" fmla="*/ 33 w 48"/>
                  <a:gd name="T9" fmla="*/ 13 h 35"/>
                  <a:gd name="T10" fmla="*/ 20 w 48"/>
                  <a:gd name="T11" fmla="*/ 3 h 35"/>
                  <a:gd name="T12" fmla="*/ 0 w 48"/>
                  <a:gd name="T13" fmla="*/ 1 h 35"/>
                  <a:gd name="T14" fmla="*/ 6 w 48"/>
                  <a:gd name="T15" fmla="*/ 3 h 35"/>
                  <a:gd name="T16" fmla="*/ 17 w 48"/>
                  <a:gd name="T17" fmla="*/ 1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35">
                    <a:moveTo>
                      <a:pt x="17" y="11"/>
                    </a:moveTo>
                    <a:cubicBezTo>
                      <a:pt x="22" y="16"/>
                      <a:pt x="26" y="23"/>
                      <a:pt x="32" y="28"/>
                    </a:cubicBezTo>
                    <a:cubicBezTo>
                      <a:pt x="36" y="31"/>
                      <a:pt x="42" y="34"/>
                      <a:pt x="48" y="35"/>
                    </a:cubicBezTo>
                    <a:cubicBezTo>
                      <a:pt x="44" y="33"/>
                      <a:pt x="41" y="27"/>
                      <a:pt x="38" y="23"/>
                    </a:cubicBezTo>
                    <a:cubicBezTo>
                      <a:pt x="37" y="20"/>
                      <a:pt x="35" y="16"/>
                      <a:pt x="33" y="13"/>
                    </a:cubicBezTo>
                    <a:cubicBezTo>
                      <a:pt x="30" y="9"/>
                      <a:pt x="25" y="5"/>
                      <a:pt x="20" y="3"/>
                    </a:cubicBezTo>
                    <a:cubicBezTo>
                      <a:pt x="14" y="0"/>
                      <a:pt x="7" y="1"/>
                      <a:pt x="0" y="1"/>
                    </a:cubicBezTo>
                    <a:cubicBezTo>
                      <a:pt x="2" y="1"/>
                      <a:pt x="5" y="3"/>
                      <a:pt x="6" y="3"/>
                    </a:cubicBezTo>
                    <a:cubicBezTo>
                      <a:pt x="10" y="5"/>
                      <a:pt x="14" y="7"/>
                      <a:pt x="17"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70" name="Freeform 199"/>
              <p:cNvSpPr>
                <a:spLocks/>
              </p:cNvSpPr>
              <p:nvPr/>
            </p:nvSpPr>
            <p:spPr bwMode="auto">
              <a:xfrm>
                <a:off x="-1722438" y="7667625"/>
                <a:ext cx="236538" cy="160338"/>
              </a:xfrm>
              <a:custGeom>
                <a:avLst/>
                <a:gdLst>
                  <a:gd name="T0" fmla="*/ 10 w 63"/>
                  <a:gd name="T1" fmla="*/ 11 h 43"/>
                  <a:gd name="T2" fmla="*/ 28 w 63"/>
                  <a:gd name="T3" fmla="*/ 36 h 43"/>
                  <a:gd name="T4" fmla="*/ 63 w 63"/>
                  <a:gd name="T5" fmla="*/ 36 h 43"/>
                  <a:gd name="T6" fmla="*/ 49 w 63"/>
                  <a:gd name="T7" fmla="*/ 31 h 43"/>
                  <a:gd name="T8" fmla="*/ 37 w 63"/>
                  <a:gd name="T9" fmla="*/ 19 h 43"/>
                  <a:gd name="T10" fmla="*/ 22 w 63"/>
                  <a:gd name="T11" fmla="*/ 5 h 43"/>
                  <a:gd name="T12" fmla="*/ 0 w 63"/>
                  <a:gd name="T13" fmla="*/ 1 h 43"/>
                  <a:gd name="T14" fmla="*/ 3 w 63"/>
                  <a:gd name="T15" fmla="*/ 3 h 43"/>
                  <a:gd name="T16" fmla="*/ 10 w 63"/>
                  <a:gd name="T17" fmla="*/ 11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3" h="43">
                    <a:moveTo>
                      <a:pt x="10" y="11"/>
                    </a:moveTo>
                    <a:cubicBezTo>
                      <a:pt x="15" y="20"/>
                      <a:pt x="19" y="30"/>
                      <a:pt x="28" y="36"/>
                    </a:cubicBezTo>
                    <a:cubicBezTo>
                      <a:pt x="39" y="42"/>
                      <a:pt x="52" y="43"/>
                      <a:pt x="63" y="36"/>
                    </a:cubicBezTo>
                    <a:cubicBezTo>
                      <a:pt x="58" y="36"/>
                      <a:pt x="53" y="33"/>
                      <a:pt x="49" y="31"/>
                    </a:cubicBezTo>
                    <a:cubicBezTo>
                      <a:pt x="45" y="28"/>
                      <a:pt x="41" y="23"/>
                      <a:pt x="37" y="19"/>
                    </a:cubicBezTo>
                    <a:cubicBezTo>
                      <a:pt x="33" y="13"/>
                      <a:pt x="29" y="8"/>
                      <a:pt x="22" y="5"/>
                    </a:cubicBezTo>
                    <a:cubicBezTo>
                      <a:pt x="15" y="1"/>
                      <a:pt x="7" y="0"/>
                      <a:pt x="0" y="1"/>
                    </a:cubicBezTo>
                    <a:cubicBezTo>
                      <a:pt x="1" y="1"/>
                      <a:pt x="3" y="3"/>
                      <a:pt x="3" y="3"/>
                    </a:cubicBezTo>
                    <a:cubicBezTo>
                      <a:pt x="6" y="6"/>
                      <a:pt x="8" y="8"/>
                      <a:pt x="10"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71" name="Freeform 200"/>
              <p:cNvSpPr>
                <a:spLocks/>
              </p:cNvSpPr>
              <p:nvPr/>
            </p:nvSpPr>
            <p:spPr bwMode="auto">
              <a:xfrm>
                <a:off x="-1628775" y="7532688"/>
                <a:ext cx="153988" cy="107950"/>
              </a:xfrm>
              <a:custGeom>
                <a:avLst/>
                <a:gdLst>
                  <a:gd name="T0" fmla="*/ 17 w 41"/>
                  <a:gd name="T1" fmla="*/ 2 h 29"/>
                  <a:gd name="T2" fmla="*/ 0 w 41"/>
                  <a:gd name="T3" fmla="*/ 1 h 29"/>
                  <a:gd name="T4" fmla="*/ 5 w 41"/>
                  <a:gd name="T5" fmla="*/ 2 h 29"/>
                  <a:gd name="T6" fmla="*/ 14 w 41"/>
                  <a:gd name="T7" fmla="*/ 9 h 29"/>
                  <a:gd name="T8" fmla="*/ 27 w 41"/>
                  <a:gd name="T9" fmla="*/ 23 h 29"/>
                  <a:gd name="T10" fmla="*/ 41 w 41"/>
                  <a:gd name="T11" fmla="*/ 29 h 29"/>
                  <a:gd name="T12" fmla="*/ 33 w 41"/>
                  <a:gd name="T13" fmla="*/ 19 h 29"/>
                  <a:gd name="T14" fmla="*/ 28 w 41"/>
                  <a:gd name="T15" fmla="*/ 11 h 29"/>
                  <a:gd name="T16" fmla="*/ 17 w 41"/>
                  <a:gd name="T17" fmla="*/ 2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 h="29">
                    <a:moveTo>
                      <a:pt x="17" y="2"/>
                    </a:moveTo>
                    <a:cubicBezTo>
                      <a:pt x="11" y="0"/>
                      <a:pt x="6" y="0"/>
                      <a:pt x="0" y="1"/>
                    </a:cubicBezTo>
                    <a:cubicBezTo>
                      <a:pt x="1" y="0"/>
                      <a:pt x="4" y="2"/>
                      <a:pt x="5" y="2"/>
                    </a:cubicBezTo>
                    <a:cubicBezTo>
                      <a:pt x="8" y="4"/>
                      <a:pt x="12" y="6"/>
                      <a:pt x="14" y="9"/>
                    </a:cubicBezTo>
                    <a:cubicBezTo>
                      <a:pt x="19" y="13"/>
                      <a:pt x="22" y="19"/>
                      <a:pt x="27" y="23"/>
                    </a:cubicBezTo>
                    <a:cubicBezTo>
                      <a:pt x="31" y="26"/>
                      <a:pt x="36" y="29"/>
                      <a:pt x="41" y="29"/>
                    </a:cubicBezTo>
                    <a:cubicBezTo>
                      <a:pt x="37" y="28"/>
                      <a:pt x="34" y="23"/>
                      <a:pt x="33" y="19"/>
                    </a:cubicBezTo>
                    <a:cubicBezTo>
                      <a:pt x="31" y="16"/>
                      <a:pt x="30" y="14"/>
                      <a:pt x="28" y="11"/>
                    </a:cubicBezTo>
                    <a:cubicBezTo>
                      <a:pt x="25" y="7"/>
                      <a:pt x="21" y="4"/>
                      <a:pt x="1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72" name="Freeform 201"/>
              <p:cNvSpPr>
                <a:spLocks/>
              </p:cNvSpPr>
              <p:nvPr/>
            </p:nvSpPr>
            <p:spPr bwMode="auto">
              <a:xfrm>
                <a:off x="-1689100" y="7535863"/>
                <a:ext cx="203200" cy="134938"/>
              </a:xfrm>
              <a:custGeom>
                <a:avLst/>
                <a:gdLst>
                  <a:gd name="T0" fmla="*/ 0 w 54"/>
                  <a:gd name="T1" fmla="*/ 0 h 36"/>
                  <a:gd name="T2" fmla="*/ 3 w 54"/>
                  <a:gd name="T3" fmla="*/ 2 h 36"/>
                  <a:gd name="T4" fmla="*/ 9 w 54"/>
                  <a:gd name="T5" fmla="*/ 9 h 36"/>
                  <a:gd name="T6" fmla="*/ 24 w 54"/>
                  <a:gd name="T7" fmla="*/ 30 h 36"/>
                  <a:gd name="T8" fmla="*/ 54 w 54"/>
                  <a:gd name="T9" fmla="*/ 30 h 36"/>
                  <a:gd name="T10" fmla="*/ 42 w 54"/>
                  <a:gd name="T11" fmla="*/ 26 h 36"/>
                  <a:gd name="T12" fmla="*/ 32 w 54"/>
                  <a:gd name="T13" fmla="*/ 15 h 36"/>
                  <a:gd name="T14" fmla="*/ 19 w 54"/>
                  <a:gd name="T15" fmla="*/ 4 h 36"/>
                  <a:gd name="T16" fmla="*/ 0 w 54"/>
                  <a:gd name="T17"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36">
                    <a:moveTo>
                      <a:pt x="0" y="0"/>
                    </a:moveTo>
                    <a:cubicBezTo>
                      <a:pt x="1" y="0"/>
                      <a:pt x="2" y="2"/>
                      <a:pt x="3" y="2"/>
                    </a:cubicBezTo>
                    <a:cubicBezTo>
                      <a:pt x="5" y="4"/>
                      <a:pt x="7" y="7"/>
                      <a:pt x="9" y="9"/>
                    </a:cubicBezTo>
                    <a:cubicBezTo>
                      <a:pt x="13" y="17"/>
                      <a:pt x="16" y="25"/>
                      <a:pt x="24" y="30"/>
                    </a:cubicBezTo>
                    <a:cubicBezTo>
                      <a:pt x="33" y="36"/>
                      <a:pt x="45" y="36"/>
                      <a:pt x="54" y="30"/>
                    </a:cubicBezTo>
                    <a:cubicBezTo>
                      <a:pt x="50" y="30"/>
                      <a:pt x="45" y="28"/>
                      <a:pt x="42" y="26"/>
                    </a:cubicBezTo>
                    <a:cubicBezTo>
                      <a:pt x="38" y="23"/>
                      <a:pt x="35" y="19"/>
                      <a:pt x="32" y="15"/>
                    </a:cubicBezTo>
                    <a:cubicBezTo>
                      <a:pt x="28" y="10"/>
                      <a:pt x="25" y="7"/>
                      <a:pt x="19" y="4"/>
                    </a:cubicBezTo>
                    <a:cubicBezTo>
                      <a:pt x="13" y="0"/>
                      <a:pt x="7"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73" name="Freeform 202"/>
              <p:cNvSpPr>
                <a:spLocks/>
              </p:cNvSpPr>
              <p:nvPr/>
            </p:nvSpPr>
            <p:spPr bwMode="auto">
              <a:xfrm>
                <a:off x="-1466850" y="7437438"/>
                <a:ext cx="82550" cy="173038"/>
              </a:xfrm>
              <a:custGeom>
                <a:avLst/>
                <a:gdLst>
                  <a:gd name="T0" fmla="*/ 14 w 22"/>
                  <a:gd name="T1" fmla="*/ 15 h 46"/>
                  <a:gd name="T2" fmla="*/ 3 w 22"/>
                  <a:gd name="T3" fmla="*/ 31 h 46"/>
                  <a:gd name="T4" fmla="*/ 0 w 22"/>
                  <a:gd name="T5" fmla="*/ 46 h 46"/>
                  <a:gd name="T6" fmla="*/ 8 w 22"/>
                  <a:gd name="T7" fmla="*/ 35 h 46"/>
                  <a:gd name="T8" fmla="*/ 15 w 22"/>
                  <a:gd name="T9" fmla="*/ 29 h 46"/>
                  <a:gd name="T10" fmla="*/ 22 w 22"/>
                  <a:gd name="T11" fmla="*/ 16 h 46"/>
                  <a:gd name="T12" fmla="*/ 19 w 22"/>
                  <a:gd name="T13" fmla="*/ 0 h 46"/>
                  <a:gd name="T14" fmla="*/ 18 w 22"/>
                  <a:gd name="T15" fmla="*/ 5 h 46"/>
                  <a:gd name="T16" fmla="*/ 14 w 22"/>
                  <a:gd name="T17" fmla="*/ 15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46">
                    <a:moveTo>
                      <a:pt x="14" y="15"/>
                    </a:moveTo>
                    <a:cubicBezTo>
                      <a:pt x="11" y="21"/>
                      <a:pt x="6" y="25"/>
                      <a:pt x="3" y="31"/>
                    </a:cubicBezTo>
                    <a:cubicBezTo>
                      <a:pt x="1" y="35"/>
                      <a:pt x="0" y="41"/>
                      <a:pt x="0" y="46"/>
                    </a:cubicBezTo>
                    <a:cubicBezTo>
                      <a:pt x="1" y="42"/>
                      <a:pt x="5" y="38"/>
                      <a:pt x="8" y="35"/>
                    </a:cubicBezTo>
                    <a:cubicBezTo>
                      <a:pt x="10" y="33"/>
                      <a:pt x="13" y="31"/>
                      <a:pt x="15" y="29"/>
                    </a:cubicBezTo>
                    <a:cubicBezTo>
                      <a:pt x="18" y="25"/>
                      <a:pt x="21" y="21"/>
                      <a:pt x="22" y="16"/>
                    </a:cubicBezTo>
                    <a:cubicBezTo>
                      <a:pt x="22" y="11"/>
                      <a:pt x="21" y="5"/>
                      <a:pt x="19" y="0"/>
                    </a:cubicBezTo>
                    <a:cubicBezTo>
                      <a:pt x="20" y="1"/>
                      <a:pt x="19" y="3"/>
                      <a:pt x="18" y="5"/>
                    </a:cubicBezTo>
                    <a:cubicBezTo>
                      <a:pt x="18" y="8"/>
                      <a:pt x="17" y="12"/>
                      <a:pt x="14"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74" name="Freeform 203"/>
              <p:cNvSpPr>
                <a:spLocks/>
              </p:cNvSpPr>
              <p:nvPr/>
            </p:nvSpPr>
            <p:spPr bwMode="auto">
              <a:xfrm>
                <a:off x="-1516063" y="7381875"/>
                <a:ext cx="112713" cy="220663"/>
              </a:xfrm>
              <a:custGeom>
                <a:avLst/>
                <a:gdLst>
                  <a:gd name="T0" fmla="*/ 10 w 30"/>
                  <a:gd name="T1" fmla="*/ 59 h 59"/>
                  <a:gd name="T2" fmla="*/ 12 w 30"/>
                  <a:gd name="T3" fmla="*/ 46 h 59"/>
                  <a:gd name="T4" fmla="*/ 20 w 30"/>
                  <a:gd name="T5" fmla="*/ 34 h 59"/>
                  <a:gd name="T6" fmla="*/ 28 w 30"/>
                  <a:gd name="T7" fmla="*/ 19 h 59"/>
                  <a:gd name="T8" fmla="*/ 27 w 30"/>
                  <a:gd name="T9" fmla="*/ 0 h 59"/>
                  <a:gd name="T10" fmla="*/ 26 w 30"/>
                  <a:gd name="T11" fmla="*/ 3 h 59"/>
                  <a:gd name="T12" fmla="*/ 21 w 30"/>
                  <a:gd name="T13" fmla="*/ 10 h 59"/>
                  <a:gd name="T14" fmla="*/ 3 w 30"/>
                  <a:gd name="T15" fmla="*/ 30 h 59"/>
                  <a:gd name="T16" fmla="*/ 10 w 30"/>
                  <a:gd name="T17" fmla="*/ 5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59">
                    <a:moveTo>
                      <a:pt x="10" y="59"/>
                    </a:moveTo>
                    <a:cubicBezTo>
                      <a:pt x="9" y="55"/>
                      <a:pt x="10" y="50"/>
                      <a:pt x="12" y="46"/>
                    </a:cubicBezTo>
                    <a:cubicBezTo>
                      <a:pt x="13" y="42"/>
                      <a:pt x="17" y="38"/>
                      <a:pt x="20" y="34"/>
                    </a:cubicBezTo>
                    <a:cubicBezTo>
                      <a:pt x="24" y="30"/>
                      <a:pt x="27" y="25"/>
                      <a:pt x="28" y="19"/>
                    </a:cubicBezTo>
                    <a:cubicBezTo>
                      <a:pt x="30" y="13"/>
                      <a:pt x="29" y="6"/>
                      <a:pt x="27" y="0"/>
                    </a:cubicBezTo>
                    <a:cubicBezTo>
                      <a:pt x="28" y="0"/>
                      <a:pt x="26" y="2"/>
                      <a:pt x="26" y="3"/>
                    </a:cubicBezTo>
                    <a:cubicBezTo>
                      <a:pt x="25" y="6"/>
                      <a:pt x="23" y="8"/>
                      <a:pt x="21" y="10"/>
                    </a:cubicBezTo>
                    <a:cubicBezTo>
                      <a:pt x="14" y="16"/>
                      <a:pt x="6" y="21"/>
                      <a:pt x="3" y="30"/>
                    </a:cubicBezTo>
                    <a:cubicBezTo>
                      <a:pt x="0" y="40"/>
                      <a:pt x="2" y="51"/>
                      <a:pt x="10"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75" name="Freeform 204"/>
              <p:cNvSpPr>
                <a:spLocks noEditPoints="1"/>
              </p:cNvSpPr>
              <p:nvPr/>
            </p:nvSpPr>
            <p:spPr bwMode="auto">
              <a:xfrm>
                <a:off x="-5208588" y="2486025"/>
                <a:ext cx="269875" cy="212725"/>
              </a:xfrm>
              <a:custGeom>
                <a:avLst/>
                <a:gdLst>
                  <a:gd name="T0" fmla="*/ 65 w 72"/>
                  <a:gd name="T1" fmla="*/ 13 h 57"/>
                  <a:gd name="T2" fmla="*/ 58 w 72"/>
                  <a:gd name="T3" fmla="*/ 13 h 57"/>
                  <a:gd name="T4" fmla="*/ 58 w 72"/>
                  <a:gd name="T5" fmla="*/ 16 h 57"/>
                  <a:gd name="T6" fmla="*/ 66 w 72"/>
                  <a:gd name="T7" fmla="*/ 32 h 57"/>
                  <a:gd name="T8" fmla="*/ 66 w 72"/>
                  <a:gd name="T9" fmla="*/ 40 h 57"/>
                  <a:gd name="T10" fmla="*/ 58 w 72"/>
                  <a:gd name="T11" fmla="*/ 57 h 57"/>
                  <a:gd name="T12" fmla="*/ 72 w 72"/>
                  <a:gd name="T13" fmla="*/ 53 h 57"/>
                  <a:gd name="T14" fmla="*/ 72 w 72"/>
                  <a:gd name="T15" fmla="*/ 20 h 57"/>
                  <a:gd name="T16" fmla="*/ 58 w 72"/>
                  <a:gd name="T17" fmla="*/ 0 h 57"/>
                  <a:gd name="T18" fmla="*/ 36 w 72"/>
                  <a:gd name="T19" fmla="*/ 4 h 57"/>
                  <a:gd name="T20" fmla="*/ 58 w 72"/>
                  <a:gd name="T21" fmla="*/ 13 h 57"/>
                  <a:gd name="T22" fmla="*/ 36 w 72"/>
                  <a:gd name="T23" fmla="*/ 45 h 57"/>
                  <a:gd name="T24" fmla="*/ 55 w 72"/>
                  <a:gd name="T25" fmla="*/ 53 h 57"/>
                  <a:gd name="T26" fmla="*/ 58 w 72"/>
                  <a:gd name="T27" fmla="*/ 57 h 57"/>
                  <a:gd name="T28" fmla="*/ 51 w 72"/>
                  <a:gd name="T29" fmla="*/ 40 h 57"/>
                  <a:gd name="T30" fmla="*/ 58 w 72"/>
                  <a:gd name="T31" fmla="*/ 32 h 57"/>
                  <a:gd name="T32" fmla="*/ 36 w 72"/>
                  <a:gd name="T33" fmla="*/ 16 h 57"/>
                  <a:gd name="T34" fmla="*/ 36 w 72"/>
                  <a:gd name="T35" fmla="*/ 0 h 57"/>
                  <a:gd name="T36" fmla="*/ 14 w 72"/>
                  <a:gd name="T37" fmla="*/ 0 h 57"/>
                  <a:gd name="T38" fmla="*/ 18 w 72"/>
                  <a:gd name="T39" fmla="*/ 4 h 57"/>
                  <a:gd name="T40" fmla="*/ 36 w 72"/>
                  <a:gd name="T41" fmla="*/ 4 h 57"/>
                  <a:gd name="T42" fmla="*/ 14 w 72"/>
                  <a:gd name="T43" fmla="*/ 57 h 57"/>
                  <a:gd name="T44" fmla="*/ 17 w 72"/>
                  <a:gd name="T45" fmla="*/ 53 h 57"/>
                  <a:gd name="T46" fmla="*/ 36 w 72"/>
                  <a:gd name="T47" fmla="*/ 45 h 57"/>
                  <a:gd name="T48" fmla="*/ 14 w 72"/>
                  <a:gd name="T49" fmla="*/ 16 h 57"/>
                  <a:gd name="T50" fmla="*/ 21 w 72"/>
                  <a:gd name="T51" fmla="*/ 32 h 57"/>
                  <a:gd name="T52" fmla="*/ 21 w 72"/>
                  <a:gd name="T53" fmla="*/ 40 h 57"/>
                  <a:gd name="T54" fmla="*/ 14 w 72"/>
                  <a:gd name="T55" fmla="*/ 57 h 57"/>
                  <a:gd name="T56" fmla="*/ 7 w 72"/>
                  <a:gd name="T57" fmla="*/ 13 h 57"/>
                  <a:gd name="T58" fmla="*/ 0 w 72"/>
                  <a:gd name="T59" fmla="*/ 44 h 57"/>
                  <a:gd name="T60" fmla="*/ 0 w 72"/>
                  <a:gd name="T61" fmla="*/ 53 h 57"/>
                  <a:gd name="T62" fmla="*/ 14 w 72"/>
                  <a:gd name="T63" fmla="*/ 57 h 57"/>
                  <a:gd name="T64" fmla="*/ 7 w 72"/>
                  <a:gd name="T65" fmla="*/ 40 h 57"/>
                  <a:gd name="T66" fmla="*/ 14 w 72"/>
                  <a:gd name="T67" fmla="*/ 32 h 57"/>
                  <a:gd name="T68" fmla="*/ 12 w 72"/>
                  <a:gd name="T69" fmla="*/ 16 h 57"/>
                  <a:gd name="T70" fmla="*/ 14 w 72"/>
                  <a:gd name="T71"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2" h="57">
                    <a:moveTo>
                      <a:pt x="72" y="20"/>
                    </a:moveTo>
                    <a:cubicBezTo>
                      <a:pt x="65" y="13"/>
                      <a:pt x="65" y="13"/>
                      <a:pt x="65" y="13"/>
                    </a:cubicBezTo>
                    <a:cubicBezTo>
                      <a:pt x="58" y="0"/>
                      <a:pt x="58" y="0"/>
                      <a:pt x="58" y="0"/>
                    </a:cubicBezTo>
                    <a:cubicBezTo>
                      <a:pt x="58" y="13"/>
                      <a:pt x="58" y="13"/>
                      <a:pt x="58" y="13"/>
                    </a:cubicBezTo>
                    <a:cubicBezTo>
                      <a:pt x="60" y="16"/>
                      <a:pt x="60" y="16"/>
                      <a:pt x="60" y="16"/>
                    </a:cubicBezTo>
                    <a:cubicBezTo>
                      <a:pt x="58" y="16"/>
                      <a:pt x="58" y="16"/>
                      <a:pt x="58" y="16"/>
                    </a:cubicBezTo>
                    <a:cubicBezTo>
                      <a:pt x="58" y="32"/>
                      <a:pt x="58" y="32"/>
                      <a:pt x="58" y="32"/>
                    </a:cubicBezTo>
                    <a:cubicBezTo>
                      <a:pt x="66" y="32"/>
                      <a:pt x="66" y="32"/>
                      <a:pt x="66" y="32"/>
                    </a:cubicBezTo>
                    <a:cubicBezTo>
                      <a:pt x="66" y="40"/>
                      <a:pt x="66" y="40"/>
                      <a:pt x="66" y="40"/>
                    </a:cubicBezTo>
                    <a:cubicBezTo>
                      <a:pt x="66" y="40"/>
                      <a:pt x="66" y="40"/>
                      <a:pt x="66" y="40"/>
                    </a:cubicBezTo>
                    <a:cubicBezTo>
                      <a:pt x="58" y="40"/>
                      <a:pt x="58" y="40"/>
                      <a:pt x="58" y="40"/>
                    </a:cubicBezTo>
                    <a:cubicBezTo>
                      <a:pt x="58" y="57"/>
                      <a:pt x="58" y="57"/>
                      <a:pt x="58" y="57"/>
                    </a:cubicBezTo>
                    <a:cubicBezTo>
                      <a:pt x="69" y="57"/>
                      <a:pt x="69" y="57"/>
                      <a:pt x="69" y="57"/>
                    </a:cubicBezTo>
                    <a:cubicBezTo>
                      <a:pt x="71" y="57"/>
                      <a:pt x="72" y="55"/>
                      <a:pt x="72" y="53"/>
                    </a:cubicBezTo>
                    <a:cubicBezTo>
                      <a:pt x="72" y="45"/>
                      <a:pt x="72" y="45"/>
                      <a:pt x="72" y="45"/>
                    </a:cubicBezTo>
                    <a:lnTo>
                      <a:pt x="72" y="20"/>
                    </a:lnTo>
                    <a:close/>
                    <a:moveTo>
                      <a:pt x="58" y="0"/>
                    </a:moveTo>
                    <a:cubicBezTo>
                      <a:pt x="58" y="0"/>
                      <a:pt x="58" y="0"/>
                      <a:pt x="58" y="0"/>
                    </a:cubicBezTo>
                    <a:cubicBezTo>
                      <a:pt x="36" y="0"/>
                      <a:pt x="36" y="0"/>
                      <a:pt x="36" y="0"/>
                    </a:cubicBezTo>
                    <a:cubicBezTo>
                      <a:pt x="36" y="4"/>
                      <a:pt x="36" y="4"/>
                      <a:pt x="36" y="4"/>
                    </a:cubicBezTo>
                    <a:cubicBezTo>
                      <a:pt x="54" y="4"/>
                      <a:pt x="54" y="4"/>
                      <a:pt x="54" y="4"/>
                    </a:cubicBezTo>
                    <a:cubicBezTo>
                      <a:pt x="58" y="13"/>
                      <a:pt x="58" y="13"/>
                      <a:pt x="58" y="13"/>
                    </a:cubicBezTo>
                    <a:cubicBezTo>
                      <a:pt x="58" y="0"/>
                      <a:pt x="58" y="0"/>
                      <a:pt x="58" y="0"/>
                    </a:cubicBezTo>
                    <a:close/>
                    <a:moveTo>
                      <a:pt x="36" y="45"/>
                    </a:moveTo>
                    <a:cubicBezTo>
                      <a:pt x="55" y="45"/>
                      <a:pt x="55" y="45"/>
                      <a:pt x="55" y="45"/>
                    </a:cubicBezTo>
                    <a:cubicBezTo>
                      <a:pt x="55" y="53"/>
                      <a:pt x="55" y="53"/>
                      <a:pt x="55" y="53"/>
                    </a:cubicBezTo>
                    <a:cubicBezTo>
                      <a:pt x="55" y="55"/>
                      <a:pt x="56" y="57"/>
                      <a:pt x="58" y="57"/>
                    </a:cubicBezTo>
                    <a:cubicBezTo>
                      <a:pt x="58" y="57"/>
                      <a:pt x="58" y="57"/>
                      <a:pt x="58" y="57"/>
                    </a:cubicBezTo>
                    <a:cubicBezTo>
                      <a:pt x="58" y="40"/>
                      <a:pt x="58" y="40"/>
                      <a:pt x="58" y="40"/>
                    </a:cubicBezTo>
                    <a:cubicBezTo>
                      <a:pt x="51" y="40"/>
                      <a:pt x="51" y="40"/>
                      <a:pt x="51" y="40"/>
                    </a:cubicBezTo>
                    <a:cubicBezTo>
                      <a:pt x="51" y="32"/>
                      <a:pt x="51" y="32"/>
                      <a:pt x="51" y="32"/>
                    </a:cubicBezTo>
                    <a:cubicBezTo>
                      <a:pt x="58" y="32"/>
                      <a:pt x="58" y="32"/>
                      <a:pt x="58" y="32"/>
                    </a:cubicBezTo>
                    <a:cubicBezTo>
                      <a:pt x="58" y="16"/>
                      <a:pt x="58" y="16"/>
                      <a:pt x="58" y="16"/>
                    </a:cubicBezTo>
                    <a:cubicBezTo>
                      <a:pt x="36" y="16"/>
                      <a:pt x="36" y="16"/>
                      <a:pt x="36" y="16"/>
                    </a:cubicBezTo>
                    <a:lnTo>
                      <a:pt x="36" y="45"/>
                    </a:lnTo>
                    <a:close/>
                    <a:moveTo>
                      <a:pt x="36" y="0"/>
                    </a:moveTo>
                    <a:cubicBezTo>
                      <a:pt x="14" y="0"/>
                      <a:pt x="14" y="0"/>
                      <a:pt x="14" y="0"/>
                    </a:cubicBezTo>
                    <a:cubicBezTo>
                      <a:pt x="14" y="0"/>
                      <a:pt x="14" y="0"/>
                      <a:pt x="14" y="0"/>
                    </a:cubicBezTo>
                    <a:cubicBezTo>
                      <a:pt x="14" y="13"/>
                      <a:pt x="14" y="13"/>
                      <a:pt x="14" y="13"/>
                    </a:cubicBezTo>
                    <a:cubicBezTo>
                      <a:pt x="18" y="4"/>
                      <a:pt x="18" y="4"/>
                      <a:pt x="18" y="4"/>
                    </a:cubicBezTo>
                    <a:cubicBezTo>
                      <a:pt x="18" y="4"/>
                      <a:pt x="18" y="4"/>
                      <a:pt x="18" y="4"/>
                    </a:cubicBezTo>
                    <a:cubicBezTo>
                      <a:pt x="36" y="4"/>
                      <a:pt x="36" y="4"/>
                      <a:pt x="36" y="4"/>
                    </a:cubicBezTo>
                    <a:cubicBezTo>
                      <a:pt x="36" y="0"/>
                      <a:pt x="36" y="0"/>
                      <a:pt x="36" y="0"/>
                    </a:cubicBezTo>
                    <a:close/>
                    <a:moveTo>
                      <a:pt x="14" y="57"/>
                    </a:moveTo>
                    <a:cubicBezTo>
                      <a:pt x="14" y="57"/>
                      <a:pt x="14" y="57"/>
                      <a:pt x="14" y="57"/>
                    </a:cubicBezTo>
                    <a:cubicBezTo>
                      <a:pt x="16" y="57"/>
                      <a:pt x="17" y="55"/>
                      <a:pt x="17" y="53"/>
                    </a:cubicBezTo>
                    <a:cubicBezTo>
                      <a:pt x="17" y="45"/>
                      <a:pt x="17" y="45"/>
                      <a:pt x="17" y="45"/>
                    </a:cubicBezTo>
                    <a:cubicBezTo>
                      <a:pt x="36" y="45"/>
                      <a:pt x="36" y="45"/>
                      <a:pt x="36" y="45"/>
                    </a:cubicBezTo>
                    <a:cubicBezTo>
                      <a:pt x="36" y="16"/>
                      <a:pt x="36" y="16"/>
                      <a:pt x="36" y="16"/>
                    </a:cubicBezTo>
                    <a:cubicBezTo>
                      <a:pt x="14" y="16"/>
                      <a:pt x="14" y="16"/>
                      <a:pt x="14" y="16"/>
                    </a:cubicBezTo>
                    <a:cubicBezTo>
                      <a:pt x="14" y="32"/>
                      <a:pt x="14" y="32"/>
                      <a:pt x="14" y="32"/>
                    </a:cubicBezTo>
                    <a:cubicBezTo>
                      <a:pt x="21" y="32"/>
                      <a:pt x="21" y="32"/>
                      <a:pt x="21" y="32"/>
                    </a:cubicBezTo>
                    <a:cubicBezTo>
                      <a:pt x="21" y="40"/>
                      <a:pt x="21" y="40"/>
                      <a:pt x="21" y="40"/>
                    </a:cubicBezTo>
                    <a:cubicBezTo>
                      <a:pt x="21" y="40"/>
                      <a:pt x="21" y="40"/>
                      <a:pt x="21" y="40"/>
                    </a:cubicBezTo>
                    <a:cubicBezTo>
                      <a:pt x="14" y="40"/>
                      <a:pt x="14" y="40"/>
                      <a:pt x="14" y="40"/>
                    </a:cubicBezTo>
                    <a:lnTo>
                      <a:pt x="14" y="57"/>
                    </a:lnTo>
                    <a:close/>
                    <a:moveTo>
                      <a:pt x="14" y="0"/>
                    </a:moveTo>
                    <a:cubicBezTo>
                      <a:pt x="7" y="13"/>
                      <a:pt x="7" y="13"/>
                      <a:pt x="7" y="13"/>
                    </a:cubicBezTo>
                    <a:cubicBezTo>
                      <a:pt x="0" y="20"/>
                      <a:pt x="0" y="20"/>
                      <a:pt x="0" y="20"/>
                    </a:cubicBezTo>
                    <a:cubicBezTo>
                      <a:pt x="0" y="44"/>
                      <a:pt x="0" y="44"/>
                      <a:pt x="0" y="44"/>
                    </a:cubicBezTo>
                    <a:cubicBezTo>
                      <a:pt x="0" y="45"/>
                      <a:pt x="0" y="45"/>
                      <a:pt x="0" y="45"/>
                    </a:cubicBezTo>
                    <a:cubicBezTo>
                      <a:pt x="0" y="53"/>
                      <a:pt x="0" y="53"/>
                      <a:pt x="0" y="53"/>
                    </a:cubicBezTo>
                    <a:cubicBezTo>
                      <a:pt x="0" y="55"/>
                      <a:pt x="2" y="57"/>
                      <a:pt x="3" y="57"/>
                    </a:cubicBezTo>
                    <a:cubicBezTo>
                      <a:pt x="14" y="57"/>
                      <a:pt x="14" y="57"/>
                      <a:pt x="14" y="57"/>
                    </a:cubicBezTo>
                    <a:cubicBezTo>
                      <a:pt x="14" y="40"/>
                      <a:pt x="14" y="40"/>
                      <a:pt x="14" y="40"/>
                    </a:cubicBezTo>
                    <a:cubicBezTo>
                      <a:pt x="7" y="40"/>
                      <a:pt x="7" y="40"/>
                      <a:pt x="7" y="40"/>
                    </a:cubicBezTo>
                    <a:cubicBezTo>
                      <a:pt x="7" y="32"/>
                      <a:pt x="7" y="32"/>
                      <a:pt x="7" y="32"/>
                    </a:cubicBezTo>
                    <a:cubicBezTo>
                      <a:pt x="14" y="32"/>
                      <a:pt x="14" y="32"/>
                      <a:pt x="14" y="32"/>
                    </a:cubicBezTo>
                    <a:cubicBezTo>
                      <a:pt x="14" y="16"/>
                      <a:pt x="14" y="16"/>
                      <a:pt x="14" y="16"/>
                    </a:cubicBezTo>
                    <a:cubicBezTo>
                      <a:pt x="12" y="16"/>
                      <a:pt x="12" y="16"/>
                      <a:pt x="12" y="16"/>
                    </a:cubicBezTo>
                    <a:cubicBezTo>
                      <a:pt x="14" y="13"/>
                      <a:pt x="14" y="13"/>
                      <a:pt x="14" y="13"/>
                    </a:cubicBezTo>
                    <a:lnTo>
                      <a:pt x="1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76" name="Freeform 205"/>
              <p:cNvSpPr>
                <a:spLocks/>
              </p:cNvSpPr>
              <p:nvPr/>
            </p:nvSpPr>
            <p:spPr bwMode="auto">
              <a:xfrm>
                <a:off x="-5395913" y="1295400"/>
                <a:ext cx="112713" cy="77788"/>
              </a:xfrm>
              <a:custGeom>
                <a:avLst/>
                <a:gdLst>
                  <a:gd name="T0" fmla="*/ 19 w 30"/>
                  <a:gd name="T1" fmla="*/ 6 h 21"/>
                  <a:gd name="T2" fmla="*/ 26 w 30"/>
                  <a:gd name="T3" fmla="*/ 2 h 21"/>
                  <a:gd name="T4" fmla="*/ 30 w 30"/>
                  <a:gd name="T5" fmla="*/ 1 h 21"/>
                  <a:gd name="T6" fmla="*/ 18 w 30"/>
                  <a:gd name="T7" fmla="*/ 2 h 21"/>
                  <a:gd name="T8" fmla="*/ 9 w 30"/>
                  <a:gd name="T9" fmla="*/ 8 h 21"/>
                  <a:gd name="T10" fmla="*/ 6 w 30"/>
                  <a:gd name="T11" fmla="*/ 14 h 21"/>
                  <a:gd name="T12" fmla="*/ 0 w 30"/>
                  <a:gd name="T13" fmla="*/ 21 h 21"/>
                  <a:gd name="T14" fmla="*/ 10 w 30"/>
                  <a:gd name="T15" fmla="*/ 17 h 21"/>
                  <a:gd name="T16" fmla="*/ 19 w 30"/>
                  <a:gd name="T17" fmla="*/ 6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21">
                    <a:moveTo>
                      <a:pt x="19" y="6"/>
                    </a:moveTo>
                    <a:cubicBezTo>
                      <a:pt x="21" y="4"/>
                      <a:pt x="24" y="3"/>
                      <a:pt x="26" y="2"/>
                    </a:cubicBezTo>
                    <a:cubicBezTo>
                      <a:pt x="27" y="2"/>
                      <a:pt x="29" y="1"/>
                      <a:pt x="30" y="1"/>
                    </a:cubicBezTo>
                    <a:cubicBezTo>
                      <a:pt x="26" y="0"/>
                      <a:pt x="21" y="0"/>
                      <a:pt x="18" y="2"/>
                    </a:cubicBezTo>
                    <a:cubicBezTo>
                      <a:pt x="14" y="3"/>
                      <a:pt x="11" y="5"/>
                      <a:pt x="9" y="8"/>
                    </a:cubicBezTo>
                    <a:cubicBezTo>
                      <a:pt x="8" y="10"/>
                      <a:pt x="7" y="12"/>
                      <a:pt x="6" y="14"/>
                    </a:cubicBezTo>
                    <a:cubicBezTo>
                      <a:pt x="5" y="17"/>
                      <a:pt x="3" y="20"/>
                      <a:pt x="0" y="21"/>
                    </a:cubicBezTo>
                    <a:cubicBezTo>
                      <a:pt x="4" y="21"/>
                      <a:pt x="7" y="19"/>
                      <a:pt x="10" y="17"/>
                    </a:cubicBezTo>
                    <a:cubicBezTo>
                      <a:pt x="14" y="14"/>
                      <a:pt x="16" y="10"/>
                      <a:pt x="19"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77" name="Freeform 206"/>
              <p:cNvSpPr>
                <a:spLocks/>
              </p:cNvSpPr>
              <p:nvPr/>
            </p:nvSpPr>
            <p:spPr bwMode="auto">
              <a:xfrm>
                <a:off x="-5389563" y="1298575"/>
                <a:ext cx="147638" cy="98425"/>
              </a:xfrm>
              <a:custGeom>
                <a:avLst/>
                <a:gdLst>
                  <a:gd name="T0" fmla="*/ 25 w 39"/>
                  <a:gd name="T1" fmla="*/ 3 h 26"/>
                  <a:gd name="T2" fmla="*/ 16 w 39"/>
                  <a:gd name="T3" fmla="*/ 11 h 26"/>
                  <a:gd name="T4" fmla="*/ 8 w 39"/>
                  <a:gd name="T5" fmla="*/ 19 h 26"/>
                  <a:gd name="T6" fmla="*/ 0 w 39"/>
                  <a:gd name="T7" fmla="*/ 22 h 26"/>
                  <a:gd name="T8" fmla="*/ 21 w 39"/>
                  <a:gd name="T9" fmla="*/ 22 h 26"/>
                  <a:gd name="T10" fmla="*/ 33 w 39"/>
                  <a:gd name="T11" fmla="*/ 7 h 26"/>
                  <a:gd name="T12" fmla="*/ 37 w 39"/>
                  <a:gd name="T13" fmla="*/ 2 h 26"/>
                  <a:gd name="T14" fmla="*/ 39 w 39"/>
                  <a:gd name="T15" fmla="*/ 0 h 26"/>
                  <a:gd name="T16" fmla="*/ 25 w 39"/>
                  <a:gd name="T17" fmla="*/ 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26">
                    <a:moveTo>
                      <a:pt x="25" y="3"/>
                    </a:moveTo>
                    <a:cubicBezTo>
                      <a:pt x="21" y="5"/>
                      <a:pt x="19" y="8"/>
                      <a:pt x="16" y="11"/>
                    </a:cubicBezTo>
                    <a:cubicBezTo>
                      <a:pt x="14" y="14"/>
                      <a:pt x="11" y="17"/>
                      <a:pt x="8" y="19"/>
                    </a:cubicBezTo>
                    <a:cubicBezTo>
                      <a:pt x="6" y="20"/>
                      <a:pt x="3" y="22"/>
                      <a:pt x="0" y="22"/>
                    </a:cubicBezTo>
                    <a:cubicBezTo>
                      <a:pt x="7" y="26"/>
                      <a:pt x="15" y="26"/>
                      <a:pt x="21" y="22"/>
                    </a:cubicBezTo>
                    <a:cubicBezTo>
                      <a:pt x="27" y="18"/>
                      <a:pt x="30" y="12"/>
                      <a:pt x="33" y="7"/>
                    </a:cubicBezTo>
                    <a:cubicBezTo>
                      <a:pt x="34" y="5"/>
                      <a:pt x="35" y="3"/>
                      <a:pt x="37" y="2"/>
                    </a:cubicBezTo>
                    <a:cubicBezTo>
                      <a:pt x="37" y="1"/>
                      <a:pt x="39" y="0"/>
                      <a:pt x="39" y="0"/>
                    </a:cubicBezTo>
                    <a:cubicBezTo>
                      <a:pt x="34" y="0"/>
                      <a:pt x="30" y="0"/>
                      <a:pt x="25"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78" name="Freeform 207"/>
              <p:cNvSpPr>
                <a:spLocks/>
              </p:cNvSpPr>
              <p:nvPr/>
            </p:nvSpPr>
            <p:spPr bwMode="auto">
              <a:xfrm>
                <a:off x="-5395913" y="1212850"/>
                <a:ext cx="93663" cy="66675"/>
              </a:xfrm>
              <a:custGeom>
                <a:avLst/>
                <a:gdLst>
                  <a:gd name="T0" fmla="*/ 8 w 25"/>
                  <a:gd name="T1" fmla="*/ 7 h 18"/>
                  <a:gd name="T2" fmla="*/ 5 w 25"/>
                  <a:gd name="T3" fmla="*/ 12 h 18"/>
                  <a:gd name="T4" fmla="*/ 0 w 25"/>
                  <a:gd name="T5" fmla="*/ 18 h 18"/>
                  <a:gd name="T6" fmla="*/ 9 w 25"/>
                  <a:gd name="T7" fmla="*/ 15 h 18"/>
                  <a:gd name="T8" fmla="*/ 17 w 25"/>
                  <a:gd name="T9" fmla="*/ 5 h 18"/>
                  <a:gd name="T10" fmla="*/ 22 w 25"/>
                  <a:gd name="T11" fmla="*/ 2 h 18"/>
                  <a:gd name="T12" fmla="*/ 25 w 25"/>
                  <a:gd name="T13" fmla="*/ 1 h 18"/>
                  <a:gd name="T14" fmla="*/ 15 w 25"/>
                  <a:gd name="T15" fmla="*/ 1 h 18"/>
                  <a:gd name="T16" fmla="*/ 8 w 25"/>
                  <a:gd name="T17" fmla="*/ 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18">
                    <a:moveTo>
                      <a:pt x="8" y="7"/>
                    </a:moveTo>
                    <a:cubicBezTo>
                      <a:pt x="7" y="9"/>
                      <a:pt x="6" y="10"/>
                      <a:pt x="5" y="12"/>
                    </a:cubicBezTo>
                    <a:cubicBezTo>
                      <a:pt x="4" y="14"/>
                      <a:pt x="3" y="17"/>
                      <a:pt x="0" y="18"/>
                    </a:cubicBezTo>
                    <a:cubicBezTo>
                      <a:pt x="3" y="18"/>
                      <a:pt x="6" y="17"/>
                      <a:pt x="9" y="15"/>
                    </a:cubicBezTo>
                    <a:cubicBezTo>
                      <a:pt x="12" y="12"/>
                      <a:pt x="14" y="8"/>
                      <a:pt x="17" y="5"/>
                    </a:cubicBezTo>
                    <a:cubicBezTo>
                      <a:pt x="18" y="4"/>
                      <a:pt x="20" y="3"/>
                      <a:pt x="22" y="2"/>
                    </a:cubicBezTo>
                    <a:cubicBezTo>
                      <a:pt x="23" y="1"/>
                      <a:pt x="25" y="0"/>
                      <a:pt x="25" y="1"/>
                    </a:cubicBezTo>
                    <a:cubicBezTo>
                      <a:pt x="22" y="0"/>
                      <a:pt x="18" y="0"/>
                      <a:pt x="15" y="1"/>
                    </a:cubicBezTo>
                    <a:cubicBezTo>
                      <a:pt x="12" y="2"/>
                      <a:pt x="10" y="5"/>
                      <a:pt x="8"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79" name="Freeform 208"/>
              <p:cNvSpPr>
                <a:spLocks/>
              </p:cNvSpPr>
              <p:nvPr/>
            </p:nvSpPr>
            <p:spPr bwMode="auto">
              <a:xfrm>
                <a:off x="-5389563" y="1216025"/>
                <a:ext cx="123825" cy="82550"/>
              </a:xfrm>
              <a:custGeom>
                <a:avLst/>
                <a:gdLst>
                  <a:gd name="T0" fmla="*/ 32 w 33"/>
                  <a:gd name="T1" fmla="*/ 1 h 22"/>
                  <a:gd name="T2" fmla="*/ 33 w 33"/>
                  <a:gd name="T3" fmla="*/ 0 h 22"/>
                  <a:gd name="T4" fmla="*/ 22 w 33"/>
                  <a:gd name="T5" fmla="*/ 2 h 22"/>
                  <a:gd name="T6" fmla="*/ 13 w 33"/>
                  <a:gd name="T7" fmla="*/ 9 h 22"/>
                  <a:gd name="T8" fmla="*/ 7 w 33"/>
                  <a:gd name="T9" fmla="*/ 16 h 22"/>
                  <a:gd name="T10" fmla="*/ 0 w 33"/>
                  <a:gd name="T11" fmla="*/ 19 h 22"/>
                  <a:gd name="T12" fmla="*/ 18 w 33"/>
                  <a:gd name="T13" fmla="*/ 19 h 22"/>
                  <a:gd name="T14" fmla="*/ 28 w 33"/>
                  <a:gd name="T15" fmla="*/ 5 h 22"/>
                  <a:gd name="T16" fmla="*/ 32 w 33"/>
                  <a:gd name="T17" fmla="*/ 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22">
                    <a:moveTo>
                      <a:pt x="32" y="1"/>
                    </a:moveTo>
                    <a:cubicBezTo>
                      <a:pt x="32" y="1"/>
                      <a:pt x="33" y="0"/>
                      <a:pt x="33" y="0"/>
                    </a:cubicBezTo>
                    <a:cubicBezTo>
                      <a:pt x="29" y="0"/>
                      <a:pt x="25" y="0"/>
                      <a:pt x="22" y="2"/>
                    </a:cubicBezTo>
                    <a:cubicBezTo>
                      <a:pt x="18" y="4"/>
                      <a:pt x="16" y="6"/>
                      <a:pt x="13" y="9"/>
                    </a:cubicBezTo>
                    <a:cubicBezTo>
                      <a:pt x="12" y="12"/>
                      <a:pt x="10" y="14"/>
                      <a:pt x="7" y="16"/>
                    </a:cubicBezTo>
                    <a:cubicBezTo>
                      <a:pt x="5" y="17"/>
                      <a:pt x="2" y="19"/>
                      <a:pt x="0" y="19"/>
                    </a:cubicBezTo>
                    <a:cubicBezTo>
                      <a:pt x="6" y="22"/>
                      <a:pt x="13" y="22"/>
                      <a:pt x="18" y="19"/>
                    </a:cubicBezTo>
                    <a:cubicBezTo>
                      <a:pt x="23" y="16"/>
                      <a:pt x="25" y="10"/>
                      <a:pt x="28" y="5"/>
                    </a:cubicBezTo>
                    <a:cubicBezTo>
                      <a:pt x="29" y="4"/>
                      <a:pt x="30" y="2"/>
                      <a:pt x="3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80" name="Freeform 209"/>
              <p:cNvSpPr>
                <a:spLocks/>
              </p:cNvSpPr>
              <p:nvPr/>
            </p:nvSpPr>
            <p:spPr bwMode="auto">
              <a:xfrm>
                <a:off x="-5519738" y="1295400"/>
                <a:ext cx="112713" cy="77788"/>
              </a:xfrm>
              <a:custGeom>
                <a:avLst/>
                <a:gdLst>
                  <a:gd name="T0" fmla="*/ 11 w 30"/>
                  <a:gd name="T1" fmla="*/ 6 h 21"/>
                  <a:gd name="T2" fmla="*/ 20 w 30"/>
                  <a:gd name="T3" fmla="*/ 17 h 21"/>
                  <a:gd name="T4" fmla="*/ 30 w 30"/>
                  <a:gd name="T5" fmla="*/ 21 h 21"/>
                  <a:gd name="T6" fmla="*/ 24 w 30"/>
                  <a:gd name="T7" fmla="*/ 14 h 21"/>
                  <a:gd name="T8" fmla="*/ 20 w 30"/>
                  <a:gd name="T9" fmla="*/ 8 h 21"/>
                  <a:gd name="T10" fmla="*/ 12 w 30"/>
                  <a:gd name="T11" fmla="*/ 2 h 21"/>
                  <a:gd name="T12" fmla="*/ 0 w 30"/>
                  <a:gd name="T13" fmla="*/ 1 h 21"/>
                  <a:gd name="T14" fmla="*/ 4 w 30"/>
                  <a:gd name="T15" fmla="*/ 2 h 21"/>
                  <a:gd name="T16" fmla="*/ 11 w 30"/>
                  <a:gd name="T17" fmla="*/ 6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21">
                    <a:moveTo>
                      <a:pt x="11" y="6"/>
                    </a:moveTo>
                    <a:cubicBezTo>
                      <a:pt x="14" y="10"/>
                      <a:pt x="16" y="14"/>
                      <a:pt x="20" y="17"/>
                    </a:cubicBezTo>
                    <a:cubicBezTo>
                      <a:pt x="23" y="19"/>
                      <a:pt x="26" y="21"/>
                      <a:pt x="30" y="21"/>
                    </a:cubicBezTo>
                    <a:cubicBezTo>
                      <a:pt x="27" y="20"/>
                      <a:pt x="25" y="17"/>
                      <a:pt x="24" y="14"/>
                    </a:cubicBezTo>
                    <a:cubicBezTo>
                      <a:pt x="23" y="12"/>
                      <a:pt x="22" y="10"/>
                      <a:pt x="20" y="8"/>
                    </a:cubicBezTo>
                    <a:cubicBezTo>
                      <a:pt x="18" y="5"/>
                      <a:pt x="16" y="3"/>
                      <a:pt x="12" y="2"/>
                    </a:cubicBezTo>
                    <a:cubicBezTo>
                      <a:pt x="8" y="0"/>
                      <a:pt x="4" y="0"/>
                      <a:pt x="0" y="1"/>
                    </a:cubicBezTo>
                    <a:cubicBezTo>
                      <a:pt x="1" y="1"/>
                      <a:pt x="3" y="2"/>
                      <a:pt x="4" y="2"/>
                    </a:cubicBezTo>
                    <a:cubicBezTo>
                      <a:pt x="6" y="3"/>
                      <a:pt x="9" y="4"/>
                      <a:pt x="11"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81" name="Freeform 210"/>
              <p:cNvSpPr>
                <a:spLocks/>
              </p:cNvSpPr>
              <p:nvPr/>
            </p:nvSpPr>
            <p:spPr bwMode="auto">
              <a:xfrm>
                <a:off x="-5561013" y="1298575"/>
                <a:ext cx="146050" cy="98425"/>
              </a:xfrm>
              <a:custGeom>
                <a:avLst/>
                <a:gdLst>
                  <a:gd name="T0" fmla="*/ 6 w 39"/>
                  <a:gd name="T1" fmla="*/ 7 h 26"/>
                  <a:gd name="T2" fmla="*/ 17 w 39"/>
                  <a:gd name="T3" fmla="*/ 22 h 26"/>
                  <a:gd name="T4" fmla="*/ 39 w 39"/>
                  <a:gd name="T5" fmla="*/ 22 h 26"/>
                  <a:gd name="T6" fmla="*/ 30 w 39"/>
                  <a:gd name="T7" fmla="*/ 19 h 26"/>
                  <a:gd name="T8" fmla="*/ 23 w 39"/>
                  <a:gd name="T9" fmla="*/ 11 h 26"/>
                  <a:gd name="T10" fmla="*/ 13 w 39"/>
                  <a:gd name="T11" fmla="*/ 3 h 26"/>
                  <a:gd name="T12" fmla="*/ 0 w 39"/>
                  <a:gd name="T13" fmla="*/ 0 h 26"/>
                  <a:gd name="T14" fmla="*/ 2 w 39"/>
                  <a:gd name="T15" fmla="*/ 2 h 26"/>
                  <a:gd name="T16" fmla="*/ 6 w 39"/>
                  <a:gd name="T17" fmla="*/ 7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26">
                    <a:moveTo>
                      <a:pt x="6" y="7"/>
                    </a:moveTo>
                    <a:cubicBezTo>
                      <a:pt x="9" y="12"/>
                      <a:pt x="11" y="18"/>
                      <a:pt x="17" y="22"/>
                    </a:cubicBezTo>
                    <a:cubicBezTo>
                      <a:pt x="24" y="26"/>
                      <a:pt x="32" y="26"/>
                      <a:pt x="39" y="22"/>
                    </a:cubicBezTo>
                    <a:cubicBezTo>
                      <a:pt x="36" y="22"/>
                      <a:pt x="33" y="20"/>
                      <a:pt x="30" y="19"/>
                    </a:cubicBezTo>
                    <a:cubicBezTo>
                      <a:pt x="28" y="17"/>
                      <a:pt x="25" y="14"/>
                      <a:pt x="23" y="11"/>
                    </a:cubicBezTo>
                    <a:cubicBezTo>
                      <a:pt x="20" y="8"/>
                      <a:pt x="18" y="5"/>
                      <a:pt x="13" y="3"/>
                    </a:cubicBezTo>
                    <a:cubicBezTo>
                      <a:pt x="9" y="0"/>
                      <a:pt x="4" y="0"/>
                      <a:pt x="0" y="0"/>
                    </a:cubicBezTo>
                    <a:cubicBezTo>
                      <a:pt x="0" y="0"/>
                      <a:pt x="1" y="1"/>
                      <a:pt x="2" y="2"/>
                    </a:cubicBezTo>
                    <a:cubicBezTo>
                      <a:pt x="3" y="3"/>
                      <a:pt x="5" y="5"/>
                      <a:pt x="6"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82" name="Freeform 211"/>
              <p:cNvSpPr>
                <a:spLocks/>
              </p:cNvSpPr>
              <p:nvPr/>
            </p:nvSpPr>
            <p:spPr bwMode="auto">
              <a:xfrm>
                <a:off x="-5505450" y="1212850"/>
                <a:ext cx="98425" cy="66675"/>
              </a:xfrm>
              <a:custGeom>
                <a:avLst/>
                <a:gdLst>
                  <a:gd name="T0" fmla="*/ 11 w 26"/>
                  <a:gd name="T1" fmla="*/ 1 h 18"/>
                  <a:gd name="T2" fmla="*/ 0 w 26"/>
                  <a:gd name="T3" fmla="*/ 1 h 18"/>
                  <a:gd name="T4" fmla="*/ 3 w 26"/>
                  <a:gd name="T5" fmla="*/ 2 h 18"/>
                  <a:gd name="T6" fmla="*/ 9 w 26"/>
                  <a:gd name="T7" fmla="*/ 5 h 18"/>
                  <a:gd name="T8" fmla="*/ 17 w 26"/>
                  <a:gd name="T9" fmla="*/ 15 h 18"/>
                  <a:gd name="T10" fmla="*/ 26 w 26"/>
                  <a:gd name="T11" fmla="*/ 18 h 18"/>
                  <a:gd name="T12" fmla="*/ 21 w 26"/>
                  <a:gd name="T13" fmla="*/ 12 h 18"/>
                  <a:gd name="T14" fmla="*/ 18 w 26"/>
                  <a:gd name="T15" fmla="*/ 7 h 18"/>
                  <a:gd name="T16" fmla="*/ 11 w 26"/>
                  <a:gd name="T17"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18">
                    <a:moveTo>
                      <a:pt x="11" y="1"/>
                    </a:moveTo>
                    <a:cubicBezTo>
                      <a:pt x="7" y="0"/>
                      <a:pt x="4" y="0"/>
                      <a:pt x="0" y="1"/>
                    </a:cubicBezTo>
                    <a:cubicBezTo>
                      <a:pt x="1" y="0"/>
                      <a:pt x="3" y="1"/>
                      <a:pt x="3" y="2"/>
                    </a:cubicBezTo>
                    <a:cubicBezTo>
                      <a:pt x="5" y="3"/>
                      <a:pt x="8" y="4"/>
                      <a:pt x="9" y="5"/>
                    </a:cubicBezTo>
                    <a:cubicBezTo>
                      <a:pt x="12" y="8"/>
                      <a:pt x="14" y="12"/>
                      <a:pt x="17" y="15"/>
                    </a:cubicBezTo>
                    <a:cubicBezTo>
                      <a:pt x="20" y="17"/>
                      <a:pt x="23" y="18"/>
                      <a:pt x="26" y="18"/>
                    </a:cubicBezTo>
                    <a:cubicBezTo>
                      <a:pt x="23" y="17"/>
                      <a:pt x="22" y="14"/>
                      <a:pt x="21" y="12"/>
                    </a:cubicBezTo>
                    <a:cubicBezTo>
                      <a:pt x="20" y="10"/>
                      <a:pt x="19" y="9"/>
                      <a:pt x="18" y="7"/>
                    </a:cubicBezTo>
                    <a:cubicBezTo>
                      <a:pt x="16" y="5"/>
                      <a:pt x="14" y="2"/>
                      <a:pt x="1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83" name="Freeform 212"/>
              <p:cNvSpPr>
                <a:spLocks/>
              </p:cNvSpPr>
              <p:nvPr/>
            </p:nvSpPr>
            <p:spPr bwMode="auto">
              <a:xfrm>
                <a:off x="-5543550" y="1216025"/>
                <a:ext cx="128588" cy="82550"/>
              </a:xfrm>
              <a:custGeom>
                <a:avLst/>
                <a:gdLst>
                  <a:gd name="T0" fmla="*/ 0 w 34"/>
                  <a:gd name="T1" fmla="*/ 0 h 22"/>
                  <a:gd name="T2" fmla="*/ 2 w 34"/>
                  <a:gd name="T3" fmla="*/ 1 h 22"/>
                  <a:gd name="T4" fmla="*/ 6 w 34"/>
                  <a:gd name="T5" fmla="*/ 5 h 22"/>
                  <a:gd name="T6" fmla="*/ 16 w 34"/>
                  <a:gd name="T7" fmla="*/ 19 h 22"/>
                  <a:gd name="T8" fmla="*/ 34 w 34"/>
                  <a:gd name="T9" fmla="*/ 19 h 22"/>
                  <a:gd name="T10" fmla="*/ 27 w 34"/>
                  <a:gd name="T11" fmla="*/ 16 h 22"/>
                  <a:gd name="T12" fmla="*/ 20 w 34"/>
                  <a:gd name="T13" fmla="*/ 9 h 22"/>
                  <a:gd name="T14" fmla="*/ 12 w 34"/>
                  <a:gd name="T15" fmla="*/ 2 h 22"/>
                  <a:gd name="T16" fmla="*/ 0 w 34"/>
                  <a:gd name="T1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22">
                    <a:moveTo>
                      <a:pt x="0" y="0"/>
                    </a:moveTo>
                    <a:cubicBezTo>
                      <a:pt x="1" y="0"/>
                      <a:pt x="2" y="1"/>
                      <a:pt x="2" y="1"/>
                    </a:cubicBezTo>
                    <a:cubicBezTo>
                      <a:pt x="4" y="2"/>
                      <a:pt x="5" y="4"/>
                      <a:pt x="6" y="5"/>
                    </a:cubicBezTo>
                    <a:cubicBezTo>
                      <a:pt x="9" y="10"/>
                      <a:pt x="10" y="16"/>
                      <a:pt x="16" y="19"/>
                    </a:cubicBezTo>
                    <a:cubicBezTo>
                      <a:pt x="21" y="22"/>
                      <a:pt x="28" y="22"/>
                      <a:pt x="34" y="19"/>
                    </a:cubicBezTo>
                    <a:cubicBezTo>
                      <a:pt x="31" y="19"/>
                      <a:pt x="29" y="17"/>
                      <a:pt x="27" y="16"/>
                    </a:cubicBezTo>
                    <a:cubicBezTo>
                      <a:pt x="24" y="14"/>
                      <a:pt x="22" y="12"/>
                      <a:pt x="20" y="9"/>
                    </a:cubicBezTo>
                    <a:cubicBezTo>
                      <a:pt x="18" y="6"/>
                      <a:pt x="16" y="4"/>
                      <a:pt x="12" y="2"/>
                    </a:cubicBezTo>
                    <a:cubicBezTo>
                      <a:pt x="9" y="0"/>
                      <a:pt x="4"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84" name="Freeform 213"/>
              <p:cNvSpPr>
                <a:spLocks/>
              </p:cNvSpPr>
              <p:nvPr/>
            </p:nvSpPr>
            <p:spPr bwMode="auto">
              <a:xfrm>
                <a:off x="-5403850" y="1152525"/>
                <a:ext cx="52388" cy="109538"/>
              </a:xfrm>
              <a:custGeom>
                <a:avLst/>
                <a:gdLst>
                  <a:gd name="T0" fmla="*/ 9 w 14"/>
                  <a:gd name="T1" fmla="*/ 10 h 29"/>
                  <a:gd name="T2" fmla="*/ 2 w 14"/>
                  <a:gd name="T3" fmla="*/ 20 h 29"/>
                  <a:gd name="T4" fmla="*/ 0 w 14"/>
                  <a:gd name="T5" fmla="*/ 29 h 29"/>
                  <a:gd name="T6" fmla="*/ 5 w 14"/>
                  <a:gd name="T7" fmla="*/ 23 h 29"/>
                  <a:gd name="T8" fmla="*/ 9 w 14"/>
                  <a:gd name="T9" fmla="*/ 19 h 29"/>
                  <a:gd name="T10" fmla="*/ 13 w 14"/>
                  <a:gd name="T11" fmla="*/ 11 h 29"/>
                  <a:gd name="T12" fmla="*/ 12 w 14"/>
                  <a:gd name="T13" fmla="*/ 0 h 29"/>
                  <a:gd name="T14" fmla="*/ 12 w 14"/>
                  <a:gd name="T15" fmla="*/ 4 h 29"/>
                  <a:gd name="T16" fmla="*/ 9 w 14"/>
                  <a:gd name="T17" fmla="*/ 1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29">
                    <a:moveTo>
                      <a:pt x="9" y="10"/>
                    </a:moveTo>
                    <a:cubicBezTo>
                      <a:pt x="7" y="13"/>
                      <a:pt x="4" y="16"/>
                      <a:pt x="2" y="20"/>
                    </a:cubicBezTo>
                    <a:cubicBezTo>
                      <a:pt x="1" y="23"/>
                      <a:pt x="0" y="26"/>
                      <a:pt x="0" y="29"/>
                    </a:cubicBezTo>
                    <a:cubicBezTo>
                      <a:pt x="0" y="26"/>
                      <a:pt x="3" y="24"/>
                      <a:pt x="5" y="23"/>
                    </a:cubicBezTo>
                    <a:cubicBezTo>
                      <a:pt x="7" y="21"/>
                      <a:pt x="8" y="20"/>
                      <a:pt x="9" y="19"/>
                    </a:cubicBezTo>
                    <a:cubicBezTo>
                      <a:pt x="11" y="16"/>
                      <a:pt x="13" y="14"/>
                      <a:pt x="13" y="11"/>
                    </a:cubicBezTo>
                    <a:cubicBezTo>
                      <a:pt x="14" y="7"/>
                      <a:pt x="13" y="4"/>
                      <a:pt x="12" y="0"/>
                    </a:cubicBezTo>
                    <a:cubicBezTo>
                      <a:pt x="12" y="1"/>
                      <a:pt x="12" y="3"/>
                      <a:pt x="12" y="4"/>
                    </a:cubicBezTo>
                    <a:cubicBezTo>
                      <a:pt x="11" y="6"/>
                      <a:pt x="10" y="8"/>
                      <a:pt x="9"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85" name="Freeform 214"/>
              <p:cNvSpPr>
                <a:spLocks/>
              </p:cNvSpPr>
              <p:nvPr/>
            </p:nvSpPr>
            <p:spPr bwMode="auto">
              <a:xfrm>
                <a:off x="-5434013" y="1119187"/>
                <a:ext cx="71438" cy="138113"/>
              </a:xfrm>
              <a:custGeom>
                <a:avLst/>
                <a:gdLst>
                  <a:gd name="T0" fmla="*/ 6 w 19"/>
                  <a:gd name="T1" fmla="*/ 37 h 37"/>
                  <a:gd name="T2" fmla="*/ 7 w 19"/>
                  <a:gd name="T3" fmla="*/ 29 h 37"/>
                  <a:gd name="T4" fmla="*/ 12 w 19"/>
                  <a:gd name="T5" fmla="*/ 22 h 37"/>
                  <a:gd name="T6" fmla="*/ 18 w 19"/>
                  <a:gd name="T7" fmla="*/ 12 h 37"/>
                  <a:gd name="T8" fmla="*/ 17 w 19"/>
                  <a:gd name="T9" fmla="*/ 0 h 37"/>
                  <a:gd name="T10" fmla="*/ 16 w 19"/>
                  <a:gd name="T11" fmla="*/ 2 h 37"/>
                  <a:gd name="T12" fmla="*/ 13 w 19"/>
                  <a:gd name="T13" fmla="*/ 6 h 37"/>
                  <a:gd name="T14" fmla="*/ 2 w 19"/>
                  <a:gd name="T15" fmla="*/ 19 h 37"/>
                  <a:gd name="T16" fmla="*/ 6 w 19"/>
                  <a:gd name="T17"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37">
                    <a:moveTo>
                      <a:pt x="6" y="37"/>
                    </a:moveTo>
                    <a:cubicBezTo>
                      <a:pt x="6" y="34"/>
                      <a:pt x="6" y="31"/>
                      <a:pt x="7" y="29"/>
                    </a:cubicBezTo>
                    <a:cubicBezTo>
                      <a:pt x="8" y="26"/>
                      <a:pt x="10" y="24"/>
                      <a:pt x="12" y="22"/>
                    </a:cubicBezTo>
                    <a:cubicBezTo>
                      <a:pt x="15" y="19"/>
                      <a:pt x="17" y="16"/>
                      <a:pt x="18" y="12"/>
                    </a:cubicBezTo>
                    <a:cubicBezTo>
                      <a:pt x="19" y="8"/>
                      <a:pt x="18" y="4"/>
                      <a:pt x="17" y="0"/>
                    </a:cubicBezTo>
                    <a:cubicBezTo>
                      <a:pt x="17" y="1"/>
                      <a:pt x="16" y="2"/>
                      <a:pt x="16" y="2"/>
                    </a:cubicBezTo>
                    <a:cubicBezTo>
                      <a:pt x="15" y="4"/>
                      <a:pt x="14" y="5"/>
                      <a:pt x="13" y="6"/>
                    </a:cubicBezTo>
                    <a:cubicBezTo>
                      <a:pt x="9" y="10"/>
                      <a:pt x="4" y="13"/>
                      <a:pt x="2" y="19"/>
                    </a:cubicBezTo>
                    <a:cubicBezTo>
                      <a:pt x="0" y="25"/>
                      <a:pt x="1" y="32"/>
                      <a:pt x="6" y="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86" name="Freeform 215"/>
              <p:cNvSpPr>
                <a:spLocks noEditPoints="1"/>
              </p:cNvSpPr>
              <p:nvPr/>
            </p:nvSpPr>
            <p:spPr bwMode="auto">
              <a:xfrm>
                <a:off x="-2192338" y="7464425"/>
                <a:ext cx="206375" cy="206375"/>
              </a:xfrm>
              <a:custGeom>
                <a:avLst/>
                <a:gdLst>
                  <a:gd name="T0" fmla="*/ 41 w 55"/>
                  <a:gd name="T1" fmla="*/ 51 h 55"/>
                  <a:gd name="T2" fmla="*/ 52 w 55"/>
                  <a:gd name="T3" fmla="*/ 41 h 55"/>
                  <a:gd name="T4" fmla="*/ 55 w 55"/>
                  <a:gd name="T5" fmla="*/ 33 h 55"/>
                  <a:gd name="T6" fmla="*/ 55 w 55"/>
                  <a:gd name="T7" fmla="*/ 22 h 55"/>
                  <a:gd name="T8" fmla="*/ 52 w 55"/>
                  <a:gd name="T9" fmla="*/ 14 h 55"/>
                  <a:gd name="T10" fmla="*/ 41 w 55"/>
                  <a:gd name="T11" fmla="*/ 4 h 55"/>
                  <a:gd name="T12" fmla="*/ 38 w 55"/>
                  <a:gd name="T13" fmla="*/ 2 h 55"/>
                  <a:gd name="T14" fmla="*/ 30 w 55"/>
                  <a:gd name="T15" fmla="*/ 0 h 55"/>
                  <a:gd name="T16" fmla="*/ 31 w 55"/>
                  <a:gd name="T17" fmla="*/ 3 h 55"/>
                  <a:gd name="T18" fmla="*/ 34 w 55"/>
                  <a:gd name="T19" fmla="*/ 3 h 55"/>
                  <a:gd name="T20" fmla="*/ 37 w 55"/>
                  <a:gd name="T21" fmla="*/ 4 h 55"/>
                  <a:gd name="T22" fmla="*/ 36 w 55"/>
                  <a:gd name="T23" fmla="*/ 5 h 55"/>
                  <a:gd name="T24" fmla="*/ 32 w 55"/>
                  <a:gd name="T25" fmla="*/ 6 h 55"/>
                  <a:gd name="T26" fmla="*/ 33 w 55"/>
                  <a:gd name="T27" fmla="*/ 9 h 55"/>
                  <a:gd name="T28" fmla="*/ 35 w 55"/>
                  <a:gd name="T29" fmla="*/ 11 h 55"/>
                  <a:gd name="T30" fmla="*/ 39 w 55"/>
                  <a:gd name="T31" fmla="*/ 6 h 55"/>
                  <a:gd name="T32" fmla="*/ 42 w 55"/>
                  <a:gd name="T33" fmla="*/ 7 h 55"/>
                  <a:gd name="T34" fmla="*/ 44 w 55"/>
                  <a:gd name="T35" fmla="*/ 8 h 55"/>
                  <a:gd name="T36" fmla="*/ 46 w 55"/>
                  <a:gd name="T37" fmla="*/ 12 h 55"/>
                  <a:gd name="T38" fmla="*/ 45 w 55"/>
                  <a:gd name="T39" fmla="*/ 13 h 55"/>
                  <a:gd name="T40" fmla="*/ 43 w 55"/>
                  <a:gd name="T41" fmla="*/ 12 h 55"/>
                  <a:gd name="T42" fmla="*/ 40 w 55"/>
                  <a:gd name="T43" fmla="*/ 13 h 55"/>
                  <a:gd name="T44" fmla="*/ 42 w 55"/>
                  <a:gd name="T45" fmla="*/ 14 h 55"/>
                  <a:gd name="T46" fmla="*/ 37 w 55"/>
                  <a:gd name="T47" fmla="*/ 16 h 55"/>
                  <a:gd name="T48" fmla="*/ 34 w 55"/>
                  <a:gd name="T49" fmla="*/ 18 h 55"/>
                  <a:gd name="T50" fmla="*/ 30 w 55"/>
                  <a:gd name="T51" fmla="*/ 21 h 55"/>
                  <a:gd name="T52" fmla="*/ 32 w 55"/>
                  <a:gd name="T53" fmla="*/ 33 h 55"/>
                  <a:gd name="T54" fmla="*/ 35 w 55"/>
                  <a:gd name="T55" fmla="*/ 34 h 55"/>
                  <a:gd name="T56" fmla="*/ 38 w 55"/>
                  <a:gd name="T57" fmla="*/ 35 h 55"/>
                  <a:gd name="T58" fmla="*/ 43 w 55"/>
                  <a:gd name="T59" fmla="*/ 37 h 55"/>
                  <a:gd name="T60" fmla="*/ 46 w 55"/>
                  <a:gd name="T61" fmla="*/ 40 h 55"/>
                  <a:gd name="T62" fmla="*/ 50 w 55"/>
                  <a:gd name="T63" fmla="*/ 41 h 55"/>
                  <a:gd name="T64" fmla="*/ 32 w 55"/>
                  <a:gd name="T65" fmla="*/ 48 h 55"/>
                  <a:gd name="T66" fmla="*/ 1 w 55"/>
                  <a:gd name="T67" fmla="*/ 24 h 55"/>
                  <a:gd name="T68" fmla="*/ 1 w 55"/>
                  <a:gd name="T69" fmla="*/ 35 h 55"/>
                  <a:gd name="T70" fmla="*/ 6 w 55"/>
                  <a:gd name="T71" fmla="*/ 45 h 55"/>
                  <a:gd name="T72" fmla="*/ 18 w 55"/>
                  <a:gd name="T73" fmla="*/ 53 h 55"/>
                  <a:gd name="T74" fmla="*/ 28 w 55"/>
                  <a:gd name="T75" fmla="*/ 44 h 55"/>
                  <a:gd name="T76" fmla="*/ 27 w 55"/>
                  <a:gd name="T77" fmla="*/ 39 h 55"/>
                  <a:gd name="T78" fmla="*/ 29 w 55"/>
                  <a:gd name="T79" fmla="*/ 35 h 55"/>
                  <a:gd name="T80" fmla="*/ 25 w 55"/>
                  <a:gd name="T81" fmla="*/ 34 h 55"/>
                  <a:gd name="T82" fmla="*/ 22 w 55"/>
                  <a:gd name="T83" fmla="*/ 32 h 55"/>
                  <a:gd name="T84" fmla="*/ 16 w 55"/>
                  <a:gd name="T85" fmla="*/ 29 h 55"/>
                  <a:gd name="T86" fmla="*/ 14 w 55"/>
                  <a:gd name="T87" fmla="*/ 25 h 55"/>
                  <a:gd name="T88" fmla="*/ 12 w 55"/>
                  <a:gd name="T89" fmla="*/ 24 h 55"/>
                  <a:gd name="T90" fmla="*/ 12 w 55"/>
                  <a:gd name="T91" fmla="*/ 25 h 55"/>
                  <a:gd name="T92" fmla="*/ 10 w 55"/>
                  <a:gd name="T93" fmla="*/ 21 h 55"/>
                  <a:gd name="T94" fmla="*/ 10 w 55"/>
                  <a:gd name="T95" fmla="*/ 16 h 55"/>
                  <a:gd name="T96" fmla="*/ 12 w 55"/>
                  <a:gd name="T97" fmla="*/ 11 h 55"/>
                  <a:gd name="T98" fmla="*/ 12 w 55"/>
                  <a:gd name="T99" fmla="*/ 8 h 55"/>
                  <a:gd name="T100" fmla="*/ 25 w 55"/>
                  <a:gd name="T101" fmla="*/ 2 h 55"/>
                  <a:gd name="T102" fmla="*/ 30 w 55"/>
                  <a:gd name="T103" fmla="*/ 0 h 55"/>
                  <a:gd name="T104" fmla="*/ 17 w 55"/>
                  <a:gd name="T105" fmla="*/ 2 h 55"/>
                  <a:gd name="T106" fmla="*/ 8 w 55"/>
                  <a:gd name="T107" fmla="*/ 8 h 55"/>
                  <a:gd name="T108" fmla="*/ 2 w 55"/>
                  <a:gd name="T109" fmla="*/ 18 h 55"/>
                  <a:gd name="T110" fmla="*/ 29 w 55"/>
                  <a:gd name="T111" fmla="*/ 35 h 55"/>
                  <a:gd name="T112" fmla="*/ 26 w 55"/>
                  <a:gd name="T113" fmla="*/ 31 h 55"/>
                  <a:gd name="T114" fmla="*/ 25 w 55"/>
                  <a:gd name="T115" fmla="*/ 28 h 55"/>
                  <a:gd name="T116" fmla="*/ 20 w 55"/>
                  <a:gd name="T117" fmla="*/ 29 h 55"/>
                  <a:gd name="T118" fmla="*/ 22 w 55"/>
                  <a:gd name="T119" fmla="*/ 23 h 55"/>
                  <a:gd name="T120" fmla="*/ 27 w 55"/>
                  <a:gd name="T121" fmla="*/ 23 h 55"/>
                  <a:gd name="T122" fmla="*/ 29 w 55"/>
                  <a:gd name="T123" fmla="*/ 2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5" h="55">
                    <a:moveTo>
                      <a:pt x="30" y="55"/>
                    </a:moveTo>
                    <a:cubicBezTo>
                      <a:pt x="31" y="55"/>
                      <a:pt x="33" y="55"/>
                      <a:pt x="34" y="54"/>
                    </a:cubicBezTo>
                    <a:cubicBezTo>
                      <a:pt x="35" y="54"/>
                      <a:pt x="36" y="54"/>
                      <a:pt x="37" y="54"/>
                    </a:cubicBezTo>
                    <a:cubicBezTo>
                      <a:pt x="37" y="54"/>
                      <a:pt x="37" y="53"/>
                      <a:pt x="38" y="53"/>
                    </a:cubicBezTo>
                    <a:cubicBezTo>
                      <a:pt x="39" y="53"/>
                      <a:pt x="39" y="53"/>
                      <a:pt x="40" y="52"/>
                    </a:cubicBezTo>
                    <a:cubicBezTo>
                      <a:pt x="41" y="52"/>
                      <a:pt x="41" y="52"/>
                      <a:pt x="41" y="51"/>
                    </a:cubicBezTo>
                    <a:cubicBezTo>
                      <a:pt x="43" y="50"/>
                      <a:pt x="45" y="49"/>
                      <a:pt x="46" y="48"/>
                    </a:cubicBezTo>
                    <a:cubicBezTo>
                      <a:pt x="47" y="48"/>
                      <a:pt x="47" y="47"/>
                      <a:pt x="47" y="47"/>
                    </a:cubicBezTo>
                    <a:cubicBezTo>
                      <a:pt x="47" y="47"/>
                      <a:pt x="48" y="46"/>
                      <a:pt x="48" y="46"/>
                    </a:cubicBezTo>
                    <a:cubicBezTo>
                      <a:pt x="49" y="46"/>
                      <a:pt x="49" y="45"/>
                      <a:pt x="49" y="45"/>
                    </a:cubicBezTo>
                    <a:cubicBezTo>
                      <a:pt x="50" y="44"/>
                      <a:pt x="51" y="43"/>
                      <a:pt x="51" y="42"/>
                    </a:cubicBezTo>
                    <a:cubicBezTo>
                      <a:pt x="51" y="42"/>
                      <a:pt x="51" y="42"/>
                      <a:pt x="52" y="41"/>
                    </a:cubicBezTo>
                    <a:cubicBezTo>
                      <a:pt x="52" y="41"/>
                      <a:pt x="52" y="41"/>
                      <a:pt x="52" y="40"/>
                    </a:cubicBezTo>
                    <a:cubicBezTo>
                      <a:pt x="52" y="40"/>
                      <a:pt x="52" y="40"/>
                      <a:pt x="53" y="40"/>
                    </a:cubicBezTo>
                    <a:cubicBezTo>
                      <a:pt x="53" y="39"/>
                      <a:pt x="53" y="39"/>
                      <a:pt x="53" y="38"/>
                    </a:cubicBezTo>
                    <a:cubicBezTo>
                      <a:pt x="53" y="38"/>
                      <a:pt x="53" y="38"/>
                      <a:pt x="54" y="37"/>
                    </a:cubicBezTo>
                    <a:cubicBezTo>
                      <a:pt x="54" y="36"/>
                      <a:pt x="54" y="35"/>
                      <a:pt x="54" y="35"/>
                    </a:cubicBezTo>
                    <a:cubicBezTo>
                      <a:pt x="54" y="34"/>
                      <a:pt x="55" y="34"/>
                      <a:pt x="55" y="33"/>
                    </a:cubicBezTo>
                    <a:cubicBezTo>
                      <a:pt x="55" y="33"/>
                      <a:pt x="55" y="32"/>
                      <a:pt x="55" y="32"/>
                    </a:cubicBezTo>
                    <a:cubicBezTo>
                      <a:pt x="55" y="31"/>
                      <a:pt x="55" y="31"/>
                      <a:pt x="55" y="30"/>
                    </a:cubicBezTo>
                    <a:cubicBezTo>
                      <a:pt x="55" y="30"/>
                      <a:pt x="55" y="29"/>
                      <a:pt x="55" y="28"/>
                    </a:cubicBezTo>
                    <a:cubicBezTo>
                      <a:pt x="55" y="27"/>
                      <a:pt x="55" y="26"/>
                      <a:pt x="55" y="25"/>
                    </a:cubicBezTo>
                    <a:cubicBezTo>
                      <a:pt x="55" y="24"/>
                      <a:pt x="55" y="24"/>
                      <a:pt x="55" y="24"/>
                    </a:cubicBezTo>
                    <a:cubicBezTo>
                      <a:pt x="55" y="23"/>
                      <a:pt x="55" y="23"/>
                      <a:pt x="55" y="22"/>
                    </a:cubicBezTo>
                    <a:cubicBezTo>
                      <a:pt x="55" y="22"/>
                      <a:pt x="54" y="21"/>
                      <a:pt x="54" y="21"/>
                    </a:cubicBezTo>
                    <a:cubicBezTo>
                      <a:pt x="54" y="20"/>
                      <a:pt x="54" y="19"/>
                      <a:pt x="54" y="18"/>
                    </a:cubicBezTo>
                    <a:cubicBezTo>
                      <a:pt x="53" y="18"/>
                      <a:pt x="53" y="18"/>
                      <a:pt x="53" y="18"/>
                    </a:cubicBezTo>
                    <a:cubicBezTo>
                      <a:pt x="53" y="17"/>
                      <a:pt x="53" y="16"/>
                      <a:pt x="53" y="16"/>
                    </a:cubicBezTo>
                    <a:cubicBezTo>
                      <a:pt x="52" y="16"/>
                      <a:pt x="52" y="15"/>
                      <a:pt x="52" y="15"/>
                    </a:cubicBezTo>
                    <a:cubicBezTo>
                      <a:pt x="52" y="15"/>
                      <a:pt x="52" y="14"/>
                      <a:pt x="52" y="14"/>
                    </a:cubicBezTo>
                    <a:cubicBezTo>
                      <a:pt x="51" y="13"/>
                      <a:pt x="50" y="12"/>
                      <a:pt x="49" y="11"/>
                    </a:cubicBezTo>
                    <a:cubicBezTo>
                      <a:pt x="49" y="10"/>
                      <a:pt x="49" y="10"/>
                      <a:pt x="48" y="9"/>
                    </a:cubicBezTo>
                    <a:cubicBezTo>
                      <a:pt x="48" y="9"/>
                      <a:pt x="47" y="9"/>
                      <a:pt x="47" y="8"/>
                    </a:cubicBezTo>
                    <a:cubicBezTo>
                      <a:pt x="47" y="8"/>
                      <a:pt x="47" y="8"/>
                      <a:pt x="46" y="7"/>
                    </a:cubicBezTo>
                    <a:cubicBezTo>
                      <a:pt x="46" y="7"/>
                      <a:pt x="45" y="6"/>
                      <a:pt x="44" y="6"/>
                    </a:cubicBezTo>
                    <a:cubicBezTo>
                      <a:pt x="43" y="5"/>
                      <a:pt x="42" y="4"/>
                      <a:pt x="41" y="4"/>
                    </a:cubicBezTo>
                    <a:cubicBezTo>
                      <a:pt x="41" y="4"/>
                      <a:pt x="41" y="3"/>
                      <a:pt x="40" y="3"/>
                    </a:cubicBezTo>
                    <a:cubicBezTo>
                      <a:pt x="40" y="3"/>
                      <a:pt x="40" y="3"/>
                      <a:pt x="40" y="3"/>
                    </a:cubicBezTo>
                    <a:cubicBezTo>
                      <a:pt x="40" y="3"/>
                      <a:pt x="39" y="3"/>
                      <a:pt x="39" y="3"/>
                    </a:cubicBezTo>
                    <a:cubicBezTo>
                      <a:pt x="39" y="3"/>
                      <a:pt x="39" y="3"/>
                      <a:pt x="39" y="3"/>
                    </a:cubicBezTo>
                    <a:cubicBezTo>
                      <a:pt x="38" y="2"/>
                      <a:pt x="38" y="2"/>
                      <a:pt x="38" y="2"/>
                    </a:cubicBezTo>
                    <a:cubicBezTo>
                      <a:pt x="38" y="2"/>
                      <a:pt x="38" y="2"/>
                      <a:pt x="38" y="2"/>
                    </a:cubicBezTo>
                    <a:cubicBezTo>
                      <a:pt x="37" y="2"/>
                      <a:pt x="37" y="2"/>
                      <a:pt x="37" y="2"/>
                    </a:cubicBezTo>
                    <a:cubicBezTo>
                      <a:pt x="37" y="2"/>
                      <a:pt x="37" y="2"/>
                      <a:pt x="37" y="2"/>
                    </a:cubicBezTo>
                    <a:cubicBezTo>
                      <a:pt x="36" y="1"/>
                      <a:pt x="35" y="1"/>
                      <a:pt x="34" y="1"/>
                    </a:cubicBezTo>
                    <a:cubicBezTo>
                      <a:pt x="34" y="1"/>
                      <a:pt x="34" y="1"/>
                      <a:pt x="33" y="1"/>
                    </a:cubicBezTo>
                    <a:cubicBezTo>
                      <a:pt x="33" y="1"/>
                      <a:pt x="33" y="1"/>
                      <a:pt x="33" y="1"/>
                    </a:cubicBezTo>
                    <a:cubicBezTo>
                      <a:pt x="32" y="1"/>
                      <a:pt x="31" y="0"/>
                      <a:pt x="30" y="0"/>
                    </a:cubicBezTo>
                    <a:cubicBezTo>
                      <a:pt x="30" y="2"/>
                      <a:pt x="30" y="2"/>
                      <a:pt x="30" y="2"/>
                    </a:cubicBezTo>
                    <a:cubicBezTo>
                      <a:pt x="31" y="2"/>
                      <a:pt x="32" y="2"/>
                      <a:pt x="33" y="2"/>
                    </a:cubicBezTo>
                    <a:cubicBezTo>
                      <a:pt x="33" y="2"/>
                      <a:pt x="33" y="2"/>
                      <a:pt x="32" y="2"/>
                    </a:cubicBezTo>
                    <a:cubicBezTo>
                      <a:pt x="32" y="3"/>
                      <a:pt x="32" y="3"/>
                      <a:pt x="32" y="3"/>
                    </a:cubicBezTo>
                    <a:cubicBezTo>
                      <a:pt x="32" y="3"/>
                      <a:pt x="31" y="3"/>
                      <a:pt x="31" y="3"/>
                    </a:cubicBezTo>
                    <a:cubicBezTo>
                      <a:pt x="31" y="3"/>
                      <a:pt x="31" y="3"/>
                      <a:pt x="31" y="3"/>
                    </a:cubicBezTo>
                    <a:cubicBezTo>
                      <a:pt x="31" y="3"/>
                      <a:pt x="32" y="3"/>
                      <a:pt x="32" y="3"/>
                    </a:cubicBezTo>
                    <a:cubicBezTo>
                      <a:pt x="33" y="3"/>
                      <a:pt x="33" y="3"/>
                      <a:pt x="33" y="3"/>
                    </a:cubicBezTo>
                    <a:cubicBezTo>
                      <a:pt x="33" y="3"/>
                      <a:pt x="33" y="3"/>
                      <a:pt x="34" y="3"/>
                    </a:cubicBezTo>
                    <a:cubicBezTo>
                      <a:pt x="34" y="3"/>
                      <a:pt x="34" y="2"/>
                      <a:pt x="34" y="2"/>
                    </a:cubicBezTo>
                    <a:cubicBezTo>
                      <a:pt x="34" y="2"/>
                      <a:pt x="34" y="3"/>
                      <a:pt x="35" y="3"/>
                    </a:cubicBezTo>
                    <a:cubicBezTo>
                      <a:pt x="35" y="3"/>
                      <a:pt x="34" y="3"/>
                      <a:pt x="34" y="3"/>
                    </a:cubicBezTo>
                    <a:cubicBezTo>
                      <a:pt x="34" y="3"/>
                      <a:pt x="35" y="3"/>
                      <a:pt x="35" y="3"/>
                    </a:cubicBezTo>
                    <a:cubicBezTo>
                      <a:pt x="35" y="3"/>
                      <a:pt x="35" y="3"/>
                      <a:pt x="35" y="3"/>
                    </a:cubicBezTo>
                    <a:cubicBezTo>
                      <a:pt x="36" y="3"/>
                      <a:pt x="36" y="3"/>
                      <a:pt x="37" y="3"/>
                    </a:cubicBezTo>
                    <a:cubicBezTo>
                      <a:pt x="37" y="3"/>
                      <a:pt x="38" y="4"/>
                      <a:pt x="38" y="4"/>
                    </a:cubicBezTo>
                    <a:cubicBezTo>
                      <a:pt x="38" y="4"/>
                      <a:pt x="38" y="4"/>
                      <a:pt x="38" y="4"/>
                    </a:cubicBezTo>
                    <a:cubicBezTo>
                      <a:pt x="38" y="4"/>
                      <a:pt x="38" y="4"/>
                      <a:pt x="37" y="4"/>
                    </a:cubicBezTo>
                    <a:cubicBezTo>
                      <a:pt x="37" y="4"/>
                      <a:pt x="38" y="4"/>
                      <a:pt x="38" y="4"/>
                    </a:cubicBezTo>
                    <a:cubicBezTo>
                      <a:pt x="38" y="5"/>
                      <a:pt x="38" y="5"/>
                      <a:pt x="38" y="5"/>
                    </a:cubicBezTo>
                    <a:cubicBezTo>
                      <a:pt x="38" y="6"/>
                      <a:pt x="38" y="5"/>
                      <a:pt x="37" y="5"/>
                    </a:cubicBezTo>
                    <a:cubicBezTo>
                      <a:pt x="37" y="5"/>
                      <a:pt x="36" y="6"/>
                      <a:pt x="36" y="5"/>
                    </a:cubicBezTo>
                    <a:cubicBezTo>
                      <a:pt x="36" y="5"/>
                      <a:pt x="37" y="5"/>
                      <a:pt x="37" y="4"/>
                    </a:cubicBezTo>
                    <a:cubicBezTo>
                      <a:pt x="37" y="4"/>
                      <a:pt x="37" y="4"/>
                      <a:pt x="36" y="5"/>
                    </a:cubicBezTo>
                    <a:cubicBezTo>
                      <a:pt x="36" y="5"/>
                      <a:pt x="36" y="5"/>
                      <a:pt x="36" y="5"/>
                    </a:cubicBezTo>
                    <a:cubicBezTo>
                      <a:pt x="36" y="5"/>
                      <a:pt x="36" y="5"/>
                      <a:pt x="35" y="5"/>
                    </a:cubicBezTo>
                    <a:cubicBezTo>
                      <a:pt x="35" y="5"/>
                      <a:pt x="35" y="5"/>
                      <a:pt x="35" y="5"/>
                    </a:cubicBezTo>
                    <a:cubicBezTo>
                      <a:pt x="34" y="5"/>
                      <a:pt x="34" y="5"/>
                      <a:pt x="34" y="6"/>
                    </a:cubicBezTo>
                    <a:cubicBezTo>
                      <a:pt x="34" y="6"/>
                      <a:pt x="34" y="6"/>
                      <a:pt x="33" y="6"/>
                    </a:cubicBezTo>
                    <a:cubicBezTo>
                      <a:pt x="33" y="6"/>
                      <a:pt x="33" y="6"/>
                      <a:pt x="32" y="6"/>
                    </a:cubicBezTo>
                    <a:cubicBezTo>
                      <a:pt x="32" y="6"/>
                      <a:pt x="31" y="7"/>
                      <a:pt x="31" y="7"/>
                    </a:cubicBezTo>
                    <a:cubicBezTo>
                      <a:pt x="31" y="7"/>
                      <a:pt x="31" y="7"/>
                      <a:pt x="31" y="7"/>
                    </a:cubicBezTo>
                    <a:cubicBezTo>
                      <a:pt x="31" y="8"/>
                      <a:pt x="31" y="8"/>
                      <a:pt x="31" y="8"/>
                    </a:cubicBezTo>
                    <a:cubicBezTo>
                      <a:pt x="31" y="8"/>
                      <a:pt x="31" y="8"/>
                      <a:pt x="31" y="8"/>
                    </a:cubicBezTo>
                    <a:cubicBezTo>
                      <a:pt x="31" y="8"/>
                      <a:pt x="31" y="8"/>
                      <a:pt x="32" y="8"/>
                    </a:cubicBezTo>
                    <a:cubicBezTo>
                      <a:pt x="32" y="8"/>
                      <a:pt x="32" y="9"/>
                      <a:pt x="33" y="9"/>
                    </a:cubicBezTo>
                    <a:cubicBezTo>
                      <a:pt x="33" y="9"/>
                      <a:pt x="33" y="9"/>
                      <a:pt x="34" y="9"/>
                    </a:cubicBezTo>
                    <a:cubicBezTo>
                      <a:pt x="34" y="9"/>
                      <a:pt x="35" y="9"/>
                      <a:pt x="35" y="10"/>
                    </a:cubicBezTo>
                    <a:cubicBezTo>
                      <a:pt x="35" y="10"/>
                      <a:pt x="34" y="10"/>
                      <a:pt x="34" y="10"/>
                    </a:cubicBezTo>
                    <a:cubicBezTo>
                      <a:pt x="34" y="10"/>
                      <a:pt x="34" y="11"/>
                      <a:pt x="34" y="11"/>
                    </a:cubicBezTo>
                    <a:cubicBezTo>
                      <a:pt x="34" y="11"/>
                      <a:pt x="34" y="11"/>
                      <a:pt x="35" y="11"/>
                    </a:cubicBezTo>
                    <a:cubicBezTo>
                      <a:pt x="35" y="11"/>
                      <a:pt x="35" y="11"/>
                      <a:pt x="35" y="11"/>
                    </a:cubicBezTo>
                    <a:cubicBezTo>
                      <a:pt x="36" y="10"/>
                      <a:pt x="35" y="10"/>
                      <a:pt x="36" y="10"/>
                    </a:cubicBezTo>
                    <a:cubicBezTo>
                      <a:pt x="37" y="10"/>
                      <a:pt x="38" y="9"/>
                      <a:pt x="38" y="8"/>
                    </a:cubicBezTo>
                    <a:cubicBezTo>
                      <a:pt x="38" y="8"/>
                      <a:pt x="38" y="7"/>
                      <a:pt x="38" y="7"/>
                    </a:cubicBezTo>
                    <a:cubicBezTo>
                      <a:pt x="38" y="7"/>
                      <a:pt x="39" y="7"/>
                      <a:pt x="38" y="7"/>
                    </a:cubicBezTo>
                    <a:cubicBezTo>
                      <a:pt x="39" y="6"/>
                      <a:pt x="39" y="6"/>
                      <a:pt x="39" y="6"/>
                    </a:cubicBezTo>
                    <a:cubicBezTo>
                      <a:pt x="39" y="6"/>
                      <a:pt x="39" y="6"/>
                      <a:pt x="39" y="6"/>
                    </a:cubicBezTo>
                    <a:cubicBezTo>
                      <a:pt x="39" y="6"/>
                      <a:pt x="39" y="6"/>
                      <a:pt x="39" y="6"/>
                    </a:cubicBezTo>
                    <a:cubicBezTo>
                      <a:pt x="39" y="6"/>
                      <a:pt x="40" y="6"/>
                      <a:pt x="40" y="6"/>
                    </a:cubicBezTo>
                    <a:cubicBezTo>
                      <a:pt x="40" y="6"/>
                      <a:pt x="40" y="6"/>
                      <a:pt x="40" y="6"/>
                    </a:cubicBezTo>
                    <a:cubicBezTo>
                      <a:pt x="41" y="6"/>
                      <a:pt x="41" y="6"/>
                      <a:pt x="41" y="6"/>
                    </a:cubicBezTo>
                    <a:cubicBezTo>
                      <a:pt x="41" y="6"/>
                      <a:pt x="41" y="6"/>
                      <a:pt x="42" y="6"/>
                    </a:cubicBezTo>
                    <a:cubicBezTo>
                      <a:pt x="42" y="6"/>
                      <a:pt x="42" y="6"/>
                      <a:pt x="42" y="7"/>
                    </a:cubicBezTo>
                    <a:cubicBezTo>
                      <a:pt x="42" y="7"/>
                      <a:pt x="42" y="7"/>
                      <a:pt x="42" y="7"/>
                    </a:cubicBezTo>
                    <a:cubicBezTo>
                      <a:pt x="42" y="7"/>
                      <a:pt x="42" y="7"/>
                      <a:pt x="42" y="7"/>
                    </a:cubicBezTo>
                    <a:cubicBezTo>
                      <a:pt x="42" y="8"/>
                      <a:pt x="42" y="8"/>
                      <a:pt x="42" y="8"/>
                    </a:cubicBezTo>
                    <a:cubicBezTo>
                      <a:pt x="42" y="8"/>
                      <a:pt x="43" y="8"/>
                      <a:pt x="43" y="8"/>
                    </a:cubicBezTo>
                    <a:cubicBezTo>
                      <a:pt x="43" y="7"/>
                      <a:pt x="43" y="7"/>
                      <a:pt x="44" y="7"/>
                    </a:cubicBezTo>
                    <a:cubicBezTo>
                      <a:pt x="44" y="7"/>
                      <a:pt x="44" y="8"/>
                      <a:pt x="44" y="8"/>
                    </a:cubicBezTo>
                    <a:cubicBezTo>
                      <a:pt x="44" y="8"/>
                      <a:pt x="44" y="8"/>
                      <a:pt x="44" y="8"/>
                    </a:cubicBezTo>
                    <a:cubicBezTo>
                      <a:pt x="45" y="8"/>
                      <a:pt x="44" y="9"/>
                      <a:pt x="44" y="9"/>
                    </a:cubicBezTo>
                    <a:cubicBezTo>
                      <a:pt x="44" y="9"/>
                      <a:pt x="45" y="9"/>
                      <a:pt x="45" y="10"/>
                    </a:cubicBezTo>
                    <a:cubicBezTo>
                      <a:pt x="46" y="10"/>
                      <a:pt x="46" y="10"/>
                      <a:pt x="46" y="10"/>
                    </a:cubicBezTo>
                    <a:cubicBezTo>
                      <a:pt x="46" y="10"/>
                      <a:pt x="46" y="10"/>
                      <a:pt x="46" y="10"/>
                    </a:cubicBezTo>
                    <a:cubicBezTo>
                      <a:pt x="46" y="11"/>
                      <a:pt x="46" y="11"/>
                      <a:pt x="46" y="12"/>
                    </a:cubicBezTo>
                    <a:cubicBezTo>
                      <a:pt x="45" y="12"/>
                      <a:pt x="45" y="12"/>
                      <a:pt x="45" y="12"/>
                    </a:cubicBezTo>
                    <a:cubicBezTo>
                      <a:pt x="45" y="13"/>
                      <a:pt x="46" y="12"/>
                      <a:pt x="46" y="13"/>
                    </a:cubicBezTo>
                    <a:cubicBezTo>
                      <a:pt x="46" y="13"/>
                      <a:pt x="46" y="13"/>
                      <a:pt x="46" y="13"/>
                    </a:cubicBezTo>
                    <a:cubicBezTo>
                      <a:pt x="46" y="13"/>
                      <a:pt x="46" y="14"/>
                      <a:pt x="46" y="14"/>
                    </a:cubicBezTo>
                    <a:cubicBezTo>
                      <a:pt x="46" y="14"/>
                      <a:pt x="46" y="14"/>
                      <a:pt x="45" y="14"/>
                    </a:cubicBezTo>
                    <a:cubicBezTo>
                      <a:pt x="45" y="13"/>
                      <a:pt x="45" y="14"/>
                      <a:pt x="45" y="13"/>
                    </a:cubicBezTo>
                    <a:cubicBezTo>
                      <a:pt x="45" y="13"/>
                      <a:pt x="44" y="13"/>
                      <a:pt x="44" y="13"/>
                    </a:cubicBezTo>
                    <a:cubicBezTo>
                      <a:pt x="44" y="13"/>
                      <a:pt x="44" y="13"/>
                      <a:pt x="43" y="13"/>
                    </a:cubicBezTo>
                    <a:cubicBezTo>
                      <a:pt x="44" y="13"/>
                      <a:pt x="44" y="12"/>
                      <a:pt x="45" y="12"/>
                    </a:cubicBezTo>
                    <a:cubicBezTo>
                      <a:pt x="45" y="12"/>
                      <a:pt x="45" y="12"/>
                      <a:pt x="45" y="11"/>
                    </a:cubicBezTo>
                    <a:cubicBezTo>
                      <a:pt x="45" y="11"/>
                      <a:pt x="44" y="11"/>
                      <a:pt x="44" y="12"/>
                    </a:cubicBezTo>
                    <a:cubicBezTo>
                      <a:pt x="44" y="12"/>
                      <a:pt x="44" y="12"/>
                      <a:pt x="43" y="12"/>
                    </a:cubicBezTo>
                    <a:cubicBezTo>
                      <a:pt x="43" y="12"/>
                      <a:pt x="42" y="12"/>
                      <a:pt x="42" y="12"/>
                    </a:cubicBezTo>
                    <a:cubicBezTo>
                      <a:pt x="42" y="12"/>
                      <a:pt x="42" y="12"/>
                      <a:pt x="42" y="13"/>
                    </a:cubicBezTo>
                    <a:cubicBezTo>
                      <a:pt x="42" y="13"/>
                      <a:pt x="42" y="13"/>
                      <a:pt x="42" y="13"/>
                    </a:cubicBezTo>
                    <a:cubicBezTo>
                      <a:pt x="42" y="12"/>
                      <a:pt x="42" y="12"/>
                      <a:pt x="42" y="12"/>
                    </a:cubicBezTo>
                    <a:cubicBezTo>
                      <a:pt x="41" y="12"/>
                      <a:pt x="41" y="12"/>
                      <a:pt x="41" y="12"/>
                    </a:cubicBezTo>
                    <a:cubicBezTo>
                      <a:pt x="40" y="12"/>
                      <a:pt x="40" y="12"/>
                      <a:pt x="40" y="13"/>
                    </a:cubicBezTo>
                    <a:cubicBezTo>
                      <a:pt x="40" y="13"/>
                      <a:pt x="41" y="12"/>
                      <a:pt x="41" y="13"/>
                    </a:cubicBezTo>
                    <a:cubicBezTo>
                      <a:pt x="41" y="13"/>
                      <a:pt x="40" y="13"/>
                      <a:pt x="40" y="14"/>
                    </a:cubicBezTo>
                    <a:cubicBezTo>
                      <a:pt x="40" y="14"/>
                      <a:pt x="41" y="14"/>
                      <a:pt x="41" y="14"/>
                    </a:cubicBezTo>
                    <a:cubicBezTo>
                      <a:pt x="41" y="14"/>
                      <a:pt x="41" y="14"/>
                      <a:pt x="41" y="14"/>
                    </a:cubicBezTo>
                    <a:cubicBezTo>
                      <a:pt x="41" y="14"/>
                      <a:pt x="41" y="14"/>
                      <a:pt x="42" y="14"/>
                    </a:cubicBezTo>
                    <a:cubicBezTo>
                      <a:pt x="42" y="14"/>
                      <a:pt x="42" y="14"/>
                      <a:pt x="42" y="14"/>
                    </a:cubicBezTo>
                    <a:cubicBezTo>
                      <a:pt x="43" y="14"/>
                      <a:pt x="42" y="15"/>
                      <a:pt x="42" y="15"/>
                    </a:cubicBezTo>
                    <a:cubicBezTo>
                      <a:pt x="41" y="15"/>
                      <a:pt x="40" y="15"/>
                      <a:pt x="40" y="15"/>
                    </a:cubicBezTo>
                    <a:cubicBezTo>
                      <a:pt x="40" y="15"/>
                      <a:pt x="39" y="16"/>
                      <a:pt x="39" y="15"/>
                    </a:cubicBezTo>
                    <a:cubicBezTo>
                      <a:pt x="39" y="15"/>
                      <a:pt x="39" y="15"/>
                      <a:pt x="40" y="15"/>
                    </a:cubicBezTo>
                    <a:cubicBezTo>
                      <a:pt x="39" y="15"/>
                      <a:pt x="39" y="15"/>
                      <a:pt x="38" y="15"/>
                    </a:cubicBezTo>
                    <a:cubicBezTo>
                      <a:pt x="38" y="15"/>
                      <a:pt x="37" y="15"/>
                      <a:pt x="37" y="16"/>
                    </a:cubicBezTo>
                    <a:cubicBezTo>
                      <a:pt x="36" y="16"/>
                      <a:pt x="37" y="17"/>
                      <a:pt x="36" y="17"/>
                    </a:cubicBezTo>
                    <a:cubicBezTo>
                      <a:pt x="36" y="17"/>
                      <a:pt x="36" y="17"/>
                      <a:pt x="36" y="17"/>
                    </a:cubicBezTo>
                    <a:cubicBezTo>
                      <a:pt x="36" y="17"/>
                      <a:pt x="35" y="17"/>
                      <a:pt x="35" y="17"/>
                    </a:cubicBezTo>
                    <a:cubicBezTo>
                      <a:pt x="35" y="17"/>
                      <a:pt x="35" y="17"/>
                      <a:pt x="35" y="17"/>
                    </a:cubicBezTo>
                    <a:cubicBezTo>
                      <a:pt x="34" y="17"/>
                      <a:pt x="34" y="18"/>
                      <a:pt x="34" y="18"/>
                    </a:cubicBezTo>
                    <a:cubicBezTo>
                      <a:pt x="34" y="18"/>
                      <a:pt x="34" y="18"/>
                      <a:pt x="34" y="18"/>
                    </a:cubicBezTo>
                    <a:cubicBezTo>
                      <a:pt x="34" y="18"/>
                      <a:pt x="33" y="19"/>
                      <a:pt x="33" y="19"/>
                    </a:cubicBezTo>
                    <a:cubicBezTo>
                      <a:pt x="33" y="19"/>
                      <a:pt x="33" y="18"/>
                      <a:pt x="33" y="19"/>
                    </a:cubicBezTo>
                    <a:cubicBezTo>
                      <a:pt x="33" y="19"/>
                      <a:pt x="33" y="19"/>
                      <a:pt x="33" y="20"/>
                    </a:cubicBezTo>
                    <a:cubicBezTo>
                      <a:pt x="32" y="20"/>
                      <a:pt x="32" y="20"/>
                      <a:pt x="32" y="21"/>
                    </a:cubicBezTo>
                    <a:cubicBezTo>
                      <a:pt x="31" y="21"/>
                      <a:pt x="31" y="21"/>
                      <a:pt x="31" y="21"/>
                    </a:cubicBezTo>
                    <a:cubicBezTo>
                      <a:pt x="31" y="21"/>
                      <a:pt x="30" y="21"/>
                      <a:pt x="30" y="21"/>
                    </a:cubicBezTo>
                    <a:cubicBezTo>
                      <a:pt x="30" y="21"/>
                      <a:pt x="30" y="22"/>
                      <a:pt x="30" y="22"/>
                    </a:cubicBezTo>
                    <a:cubicBezTo>
                      <a:pt x="30" y="34"/>
                      <a:pt x="30" y="34"/>
                      <a:pt x="30" y="34"/>
                    </a:cubicBezTo>
                    <a:cubicBezTo>
                      <a:pt x="30" y="34"/>
                      <a:pt x="30" y="34"/>
                      <a:pt x="30" y="34"/>
                    </a:cubicBezTo>
                    <a:cubicBezTo>
                      <a:pt x="30" y="34"/>
                      <a:pt x="30" y="33"/>
                      <a:pt x="31" y="33"/>
                    </a:cubicBezTo>
                    <a:cubicBezTo>
                      <a:pt x="31" y="33"/>
                      <a:pt x="31" y="33"/>
                      <a:pt x="32" y="33"/>
                    </a:cubicBezTo>
                    <a:cubicBezTo>
                      <a:pt x="32" y="33"/>
                      <a:pt x="32" y="33"/>
                      <a:pt x="32" y="33"/>
                    </a:cubicBezTo>
                    <a:cubicBezTo>
                      <a:pt x="32" y="33"/>
                      <a:pt x="32" y="32"/>
                      <a:pt x="32" y="33"/>
                    </a:cubicBezTo>
                    <a:cubicBezTo>
                      <a:pt x="33" y="33"/>
                      <a:pt x="32" y="33"/>
                      <a:pt x="32" y="33"/>
                    </a:cubicBezTo>
                    <a:cubicBezTo>
                      <a:pt x="33" y="33"/>
                      <a:pt x="33" y="33"/>
                      <a:pt x="33" y="33"/>
                    </a:cubicBezTo>
                    <a:cubicBezTo>
                      <a:pt x="33" y="33"/>
                      <a:pt x="34" y="33"/>
                      <a:pt x="34" y="33"/>
                    </a:cubicBezTo>
                    <a:cubicBezTo>
                      <a:pt x="34" y="33"/>
                      <a:pt x="34" y="33"/>
                      <a:pt x="34" y="34"/>
                    </a:cubicBezTo>
                    <a:cubicBezTo>
                      <a:pt x="35" y="34"/>
                      <a:pt x="35" y="33"/>
                      <a:pt x="35" y="34"/>
                    </a:cubicBezTo>
                    <a:cubicBezTo>
                      <a:pt x="35" y="34"/>
                      <a:pt x="36" y="34"/>
                      <a:pt x="36" y="34"/>
                    </a:cubicBezTo>
                    <a:cubicBezTo>
                      <a:pt x="36" y="34"/>
                      <a:pt x="36" y="33"/>
                      <a:pt x="36" y="33"/>
                    </a:cubicBezTo>
                    <a:cubicBezTo>
                      <a:pt x="37" y="33"/>
                      <a:pt x="37" y="34"/>
                      <a:pt x="37" y="34"/>
                    </a:cubicBezTo>
                    <a:cubicBezTo>
                      <a:pt x="38" y="34"/>
                      <a:pt x="38" y="34"/>
                      <a:pt x="38" y="34"/>
                    </a:cubicBezTo>
                    <a:cubicBezTo>
                      <a:pt x="38" y="34"/>
                      <a:pt x="38" y="34"/>
                      <a:pt x="38" y="34"/>
                    </a:cubicBezTo>
                    <a:cubicBezTo>
                      <a:pt x="38" y="34"/>
                      <a:pt x="38" y="34"/>
                      <a:pt x="38" y="35"/>
                    </a:cubicBezTo>
                    <a:cubicBezTo>
                      <a:pt x="38" y="35"/>
                      <a:pt x="39" y="35"/>
                      <a:pt x="39" y="35"/>
                    </a:cubicBezTo>
                    <a:cubicBezTo>
                      <a:pt x="39" y="35"/>
                      <a:pt x="39" y="35"/>
                      <a:pt x="39" y="35"/>
                    </a:cubicBezTo>
                    <a:cubicBezTo>
                      <a:pt x="40" y="36"/>
                      <a:pt x="40" y="36"/>
                      <a:pt x="40" y="36"/>
                    </a:cubicBezTo>
                    <a:cubicBezTo>
                      <a:pt x="41" y="36"/>
                      <a:pt x="41" y="36"/>
                      <a:pt x="41" y="36"/>
                    </a:cubicBezTo>
                    <a:cubicBezTo>
                      <a:pt x="42" y="36"/>
                      <a:pt x="42" y="36"/>
                      <a:pt x="43" y="37"/>
                    </a:cubicBezTo>
                    <a:cubicBezTo>
                      <a:pt x="43" y="37"/>
                      <a:pt x="43" y="37"/>
                      <a:pt x="43" y="37"/>
                    </a:cubicBezTo>
                    <a:cubicBezTo>
                      <a:pt x="43" y="37"/>
                      <a:pt x="43" y="38"/>
                      <a:pt x="43" y="38"/>
                    </a:cubicBezTo>
                    <a:cubicBezTo>
                      <a:pt x="43" y="38"/>
                      <a:pt x="44" y="38"/>
                      <a:pt x="44" y="39"/>
                    </a:cubicBezTo>
                    <a:cubicBezTo>
                      <a:pt x="44" y="39"/>
                      <a:pt x="44" y="39"/>
                      <a:pt x="44" y="39"/>
                    </a:cubicBezTo>
                    <a:cubicBezTo>
                      <a:pt x="44" y="39"/>
                      <a:pt x="45" y="40"/>
                      <a:pt x="45" y="40"/>
                    </a:cubicBezTo>
                    <a:cubicBezTo>
                      <a:pt x="45" y="40"/>
                      <a:pt x="45" y="40"/>
                      <a:pt x="45" y="40"/>
                    </a:cubicBezTo>
                    <a:cubicBezTo>
                      <a:pt x="45" y="40"/>
                      <a:pt x="46" y="40"/>
                      <a:pt x="46" y="40"/>
                    </a:cubicBezTo>
                    <a:cubicBezTo>
                      <a:pt x="46" y="40"/>
                      <a:pt x="46" y="40"/>
                      <a:pt x="47" y="40"/>
                    </a:cubicBezTo>
                    <a:cubicBezTo>
                      <a:pt x="47" y="40"/>
                      <a:pt x="47" y="41"/>
                      <a:pt x="47" y="41"/>
                    </a:cubicBezTo>
                    <a:cubicBezTo>
                      <a:pt x="47" y="41"/>
                      <a:pt x="47" y="41"/>
                      <a:pt x="47" y="41"/>
                    </a:cubicBezTo>
                    <a:cubicBezTo>
                      <a:pt x="48" y="41"/>
                      <a:pt x="48" y="41"/>
                      <a:pt x="48" y="41"/>
                    </a:cubicBezTo>
                    <a:cubicBezTo>
                      <a:pt x="49" y="41"/>
                      <a:pt x="49" y="41"/>
                      <a:pt x="49" y="41"/>
                    </a:cubicBezTo>
                    <a:cubicBezTo>
                      <a:pt x="49" y="41"/>
                      <a:pt x="50" y="41"/>
                      <a:pt x="50" y="41"/>
                    </a:cubicBezTo>
                    <a:cubicBezTo>
                      <a:pt x="46" y="47"/>
                      <a:pt x="41" y="51"/>
                      <a:pt x="34" y="53"/>
                    </a:cubicBezTo>
                    <a:cubicBezTo>
                      <a:pt x="34" y="53"/>
                      <a:pt x="34" y="52"/>
                      <a:pt x="34" y="52"/>
                    </a:cubicBezTo>
                    <a:cubicBezTo>
                      <a:pt x="34" y="52"/>
                      <a:pt x="34" y="51"/>
                      <a:pt x="34" y="51"/>
                    </a:cubicBezTo>
                    <a:cubicBezTo>
                      <a:pt x="34" y="50"/>
                      <a:pt x="34" y="50"/>
                      <a:pt x="33" y="49"/>
                    </a:cubicBezTo>
                    <a:cubicBezTo>
                      <a:pt x="33" y="49"/>
                      <a:pt x="33" y="49"/>
                      <a:pt x="32" y="49"/>
                    </a:cubicBezTo>
                    <a:cubicBezTo>
                      <a:pt x="32" y="48"/>
                      <a:pt x="32" y="48"/>
                      <a:pt x="32" y="48"/>
                    </a:cubicBezTo>
                    <a:cubicBezTo>
                      <a:pt x="31" y="48"/>
                      <a:pt x="30" y="48"/>
                      <a:pt x="30" y="47"/>
                    </a:cubicBezTo>
                    <a:cubicBezTo>
                      <a:pt x="30" y="47"/>
                      <a:pt x="30" y="47"/>
                      <a:pt x="30" y="47"/>
                    </a:cubicBezTo>
                    <a:cubicBezTo>
                      <a:pt x="30" y="46"/>
                      <a:pt x="30" y="46"/>
                      <a:pt x="30" y="46"/>
                    </a:cubicBezTo>
                    <a:lnTo>
                      <a:pt x="30" y="55"/>
                    </a:lnTo>
                    <a:close/>
                    <a:moveTo>
                      <a:pt x="1" y="22"/>
                    </a:moveTo>
                    <a:cubicBezTo>
                      <a:pt x="1" y="23"/>
                      <a:pt x="1" y="23"/>
                      <a:pt x="1" y="24"/>
                    </a:cubicBezTo>
                    <a:cubicBezTo>
                      <a:pt x="1" y="24"/>
                      <a:pt x="1" y="24"/>
                      <a:pt x="1" y="25"/>
                    </a:cubicBezTo>
                    <a:cubicBezTo>
                      <a:pt x="0" y="26"/>
                      <a:pt x="0" y="27"/>
                      <a:pt x="0" y="28"/>
                    </a:cubicBezTo>
                    <a:cubicBezTo>
                      <a:pt x="0" y="29"/>
                      <a:pt x="0" y="30"/>
                      <a:pt x="1" y="30"/>
                    </a:cubicBezTo>
                    <a:cubicBezTo>
                      <a:pt x="1" y="31"/>
                      <a:pt x="1" y="31"/>
                      <a:pt x="1" y="32"/>
                    </a:cubicBezTo>
                    <a:cubicBezTo>
                      <a:pt x="1" y="32"/>
                      <a:pt x="1" y="33"/>
                      <a:pt x="1" y="33"/>
                    </a:cubicBezTo>
                    <a:cubicBezTo>
                      <a:pt x="1" y="34"/>
                      <a:pt x="1" y="34"/>
                      <a:pt x="1" y="35"/>
                    </a:cubicBezTo>
                    <a:cubicBezTo>
                      <a:pt x="1" y="35"/>
                      <a:pt x="2" y="36"/>
                      <a:pt x="2" y="37"/>
                    </a:cubicBezTo>
                    <a:cubicBezTo>
                      <a:pt x="2" y="38"/>
                      <a:pt x="2" y="38"/>
                      <a:pt x="3" y="38"/>
                    </a:cubicBezTo>
                    <a:cubicBezTo>
                      <a:pt x="3" y="39"/>
                      <a:pt x="3" y="39"/>
                      <a:pt x="3" y="40"/>
                    </a:cubicBezTo>
                    <a:cubicBezTo>
                      <a:pt x="3" y="40"/>
                      <a:pt x="3" y="40"/>
                      <a:pt x="3" y="40"/>
                    </a:cubicBezTo>
                    <a:cubicBezTo>
                      <a:pt x="4" y="41"/>
                      <a:pt x="4" y="41"/>
                      <a:pt x="4" y="41"/>
                    </a:cubicBezTo>
                    <a:cubicBezTo>
                      <a:pt x="5" y="42"/>
                      <a:pt x="5" y="44"/>
                      <a:pt x="6" y="45"/>
                    </a:cubicBezTo>
                    <a:cubicBezTo>
                      <a:pt x="7" y="45"/>
                      <a:pt x="7" y="46"/>
                      <a:pt x="7" y="46"/>
                    </a:cubicBezTo>
                    <a:cubicBezTo>
                      <a:pt x="8" y="46"/>
                      <a:pt x="8" y="47"/>
                      <a:pt x="8" y="47"/>
                    </a:cubicBezTo>
                    <a:cubicBezTo>
                      <a:pt x="9" y="47"/>
                      <a:pt x="9" y="48"/>
                      <a:pt x="9" y="48"/>
                    </a:cubicBezTo>
                    <a:cubicBezTo>
                      <a:pt x="11" y="49"/>
                      <a:pt x="12" y="50"/>
                      <a:pt x="14" y="51"/>
                    </a:cubicBezTo>
                    <a:cubicBezTo>
                      <a:pt x="15" y="52"/>
                      <a:pt x="15" y="52"/>
                      <a:pt x="15" y="52"/>
                    </a:cubicBezTo>
                    <a:cubicBezTo>
                      <a:pt x="16" y="53"/>
                      <a:pt x="17" y="53"/>
                      <a:pt x="18" y="53"/>
                    </a:cubicBezTo>
                    <a:cubicBezTo>
                      <a:pt x="18" y="53"/>
                      <a:pt x="19" y="54"/>
                      <a:pt x="19" y="54"/>
                    </a:cubicBezTo>
                    <a:cubicBezTo>
                      <a:pt x="22" y="55"/>
                      <a:pt x="25" y="55"/>
                      <a:pt x="28" y="55"/>
                    </a:cubicBezTo>
                    <a:cubicBezTo>
                      <a:pt x="28" y="55"/>
                      <a:pt x="29" y="55"/>
                      <a:pt x="30" y="55"/>
                    </a:cubicBezTo>
                    <a:cubicBezTo>
                      <a:pt x="30" y="46"/>
                      <a:pt x="30" y="46"/>
                      <a:pt x="30" y="46"/>
                    </a:cubicBezTo>
                    <a:cubicBezTo>
                      <a:pt x="30" y="46"/>
                      <a:pt x="29" y="46"/>
                      <a:pt x="29" y="46"/>
                    </a:cubicBezTo>
                    <a:cubicBezTo>
                      <a:pt x="29" y="45"/>
                      <a:pt x="29" y="44"/>
                      <a:pt x="28" y="44"/>
                    </a:cubicBezTo>
                    <a:cubicBezTo>
                      <a:pt x="28" y="44"/>
                      <a:pt x="28" y="43"/>
                      <a:pt x="28" y="43"/>
                    </a:cubicBezTo>
                    <a:cubicBezTo>
                      <a:pt x="28" y="43"/>
                      <a:pt x="27" y="43"/>
                      <a:pt x="27" y="43"/>
                    </a:cubicBezTo>
                    <a:cubicBezTo>
                      <a:pt x="27" y="42"/>
                      <a:pt x="27" y="42"/>
                      <a:pt x="27" y="42"/>
                    </a:cubicBezTo>
                    <a:cubicBezTo>
                      <a:pt x="27" y="41"/>
                      <a:pt x="28" y="41"/>
                      <a:pt x="28" y="41"/>
                    </a:cubicBezTo>
                    <a:cubicBezTo>
                      <a:pt x="28" y="41"/>
                      <a:pt x="27" y="41"/>
                      <a:pt x="27" y="40"/>
                    </a:cubicBezTo>
                    <a:cubicBezTo>
                      <a:pt x="27" y="40"/>
                      <a:pt x="27" y="40"/>
                      <a:pt x="27" y="39"/>
                    </a:cubicBezTo>
                    <a:cubicBezTo>
                      <a:pt x="28" y="39"/>
                      <a:pt x="28" y="39"/>
                      <a:pt x="28" y="39"/>
                    </a:cubicBezTo>
                    <a:cubicBezTo>
                      <a:pt x="28" y="39"/>
                      <a:pt x="28" y="39"/>
                      <a:pt x="28" y="39"/>
                    </a:cubicBezTo>
                    <a:cubicBezTo>
                      <a:pt x="28" y="38"/>
                      <a:pt x="28" y="38"/>
                      <a:pt x="28" y="38"/>
                    </a:cubicBezTo>
                    <a:cubicBezTo>
                      <a:pt x="29" y="38"/>
                      <a:pt x="29" y="38"/>
                      <a:pt x="29" y="37"/>
                    </a:cubicBezTo>
                    <a:cubicBezTo>
                      <a:pt x="29" y="37"/>
                      <a:pt x="29" y="36"/>
                      <a:pt x="29" y="36"/>
                    </a:cubicBezTo>
                    <a:cubicBezTo>
                      <a:pt x="29" y="36"/>
                      <a:pt x="29" y="35"/>
                      <a:pt x="29" y="35"/>
                    </a:cubicBezTo>
                    <a:cubicBezTo>
                      <a:pt x="29" y="35"/>
                      <a:pt x="29" y="34"/>
                      <a:pt x="28" y="34"/>
                    </a:cubicBezTo>
                    <a:cubicBezTo>
                      <a:pt x="28" y="34"/>
                      <a:pt x="28" y="35"/>
                      <a:pt x="28" y="35"/>
                    </a:cubicBezTo>
                    <a:cubicBezTo>
                      <a:pt x="28" y="35"/>
                      <a:pt x="28" y="35"/>
                      <a:pt x="27" y="35"/>
                    </a:cubicBezTo>
                    <a:cubicBezTo>
                      <a:pt x="27" y="35"/>
                      <a:pt x="27" y="35"/>
                      <a:pt x="27" y="35"/>
                    </a:cubicBezTo>
                    <a:cubicBezTo>
                      <a:pt x="26" y="35"/>
                      <a:pt x="26" y="35"/>
                      <a:pt x="26" y="35"/>
                    </a:cubicBezTo>
                    <a:cubicBezTo>
                      <a:pt x="26" y="35"/>
                      <a:pt x="26" y="34"/>
                      <a:pt x="25" y="34"/>
                    </a:cubicBezTo>
                    <a:cubicBezTo>
                      <a:pt x="25" y="34"/>
                      <a:pt x="25" y="34"/>
                      <a:pt x="25" y="34"/>
                    </a:cubicBezTo>
                    <a:cubicBezTo>
                      <a:pt x="25" y="34"/>
                      <a:pt x="25" y="33"/>
                      <a:pt x="25" y="33"/>
                    </a:cubicBezTo>
                    <a:cubicBezTo>
                      <a:pt x="24" y="33"/>
                      <a:pt x="24" y="32"/>
                      <a:pt x="24" y="32"/>
                    </a:cubicBezTo>
                    <a:cubicBezTo>
                      <a:pt x="24" y="32"/>
                      <a:pt x="23" y="32"/>
                      <a:pt x="23" y="32"/>
                    </a:cubicBezTo>
                    <a:cubicBezTo>
                      <a:pt x="23" y="32"/>
                      <a:pt x="23" y="32"/>
                      <a:pt x="22" y="32"/>
                    </a:cubicBezTo>
                    <a:cubicBezTo>
                      <a:pt x="22" y="32"/>
                      <a:pt x="22" y="32"/>
                      <a:pt x="22" y="32"/>
                    </a:cubicBezTo>
                    <a:cubicBezTo>
                      <a:pt x="21" y="31"/>
                      <a:pt x="21" y="30"/>
                      <a:pt x="20" y="30"/>
                    </a:cubicBezTo>
                    <a:cubicBezTo>
                      <a:pt x="20" y="30"/>
                      <a:pt x="20" y="31"/>
                      <a:pt x="19" y="31"/>
                    </a:cubicBezTo>
                    <a:cubicBezTo>
                      <a:pt x="19" y="31"/>
                      <a:pt x="19" y="31"/>
                      <a:pt x="18" y="30"/>
                    </a:cubicBezTo>
                    <a:cubicBezTo>
                      <a:pt x="18" y="30"/>
                      <a:pt x="18" y="30"/>
                      <a:pt x="17" y="30"/>
                    </a:cubicBezTo>
                    <a:cubicBezTo>
                      <a:pt x="17" y="30"/>
                      <a:pt x="17" y="30"/>
                      <a:pt x="17" y="30"/>
                    </a:cubicBezTo>
                    <a:cubicBezTo>
                      <a:pt x="16" y="29"/>
                      <a:pt x="16" y="29"/>
                      <a:pt x="16" y="29"/>
                    </a:cubicBezTo>
                    <a:cubicBezTo>
                      <a:pt x="16" y="29"/>
                      <a:pt x="16" y="29"/>
                      <a:pt x="15" y="29"/>
                    </a:cubicBezTo>
                    <a:cubicBezTo>
                      <a:pt x="15" y="29"/>
                      <a:pt x="15" y="29"/>
                      <a:pt x="15" y="28"/>
                    </a:cubicBezTo>
                    <a:cubicBezTo>
                      <a:pt x="15" y="28"/>
                      <a:pt x="15" y="28"/>
                      <a:pt x="15" y="28"/>
                    </a:cubicBezTo>
                    <a:cubicBezTo>
                      <a:pt x="15" y="27"/>
                      <a:pt x="15" y="27"/>
                      <a:pt x="14" y="26"/>
                    </a:cubicBezTo>
                    <a:cubicBezTo>
                      <a:pt x="14" y="26"/>
                      <a:pt x="14" y="26"/>
                      <a:pt x="14" y="25"/>
                    </a:cubicBezTo>
                    <a:cubicBezTo>
                      <a:pt x="14" y="25"/>
                      <a:pt x="14" y="25"/>
                      <a:pt x="14" y="25"/>
                    </a:cubicBezTo>
                    <a:cubicBezTo>
                      <a:pt x="14" y="25"/>
                      <a:pt x="13" y="24"/>
                      <a:pt x="13" y="24"/>
                    </a:cubicBezTo>
                    <a:cubicBezTo>
                      <a:pt x="13" y="24"/>
                      <a:pt x="13" y="24"/>
                      <a:pt x="13" y="23"/>
                    </a:cubicBezTo>
                    <a:cubicBezTo>
                      <a:pt x="13" y="23"/>
                      <a:pt x="13" y="23"/>
                      <a:pt x="13" y="22"/>
                    </a:cubicBezTo>
                    <a:cubicBezTo>
                      <a:pt x="12" y="22"/>
                      <a:pt x="12" y="22"/>
                      <a:pt x="12" y="23"/>
                    </a:cubicBezTo>
                    <a:cubicBezTo>
                      <a:pt x="12" y="23"/>
                      <a:pt x="12" y="23"/>
                      <a:pt x="12" y="23"/>
                    </a:cubicBezTo>
                    <a:cubicBezTo>
                      <a:pt x="12" y="24"/>
                      <a:pt x="12" y="24"/>
                      <a:pt x="12" y="24"/>
                    </a:cubicBezTo>
                    <a:cubicBezTo>
                      <a:pt x="12" y="24"/>
                      <a:pt x="13" y="25"/>
                      <a:pt x="13" y="25"/>
                    </a:cubicBezTo>
                    <a:cubicBezTo>
                      <a:pt x="13" y="25"/>
                      <a:pt x="13" y="26"/>
                      <a:pt x="13" y="26"/>
                    </a:cubicBezTo>
                    <a:cubicBezTo>
                      <a:pt x="13" y="26"/>
                      <a:pt x="13" y="26"/>
                      <a:pt x="13" y="27"/>
                    </a:cubicBezTo>
                    <a:cubicBezTo>
                      <a:pt x="13" y="27"/>
                      <a:pt x="13" y="26"/>
                      <a:pt x="13" y="26"/>
                    </a:cubicBezTo>
                    <a:cubicBezTo>
                      <a:pt x="13" y="26"/>
                      <a:pt x="12" y="26"/>
                      <a:pt x="12" y="26"/>
                    </a:cubicBezTo>
                    <a:cubicBezTo>
                      <a:pt x="12" y="26"/>
                      <a:pt x="12" y="25"/>
                      <a:pt x="12" y="25"/>
                    </a:cubicBezTo>
                    <a:cubicBezTo>
                      <a:pt x="12" y="25"/>
                      <a:pt x="11" y="25"/>
                      <a:pt x="11" y="24"/>
                    </a:cubicBezTo>
                    <a:cubicBezTo>
                      <a:pt x="11" y="24"/>
                      <a:pt x="12" y="24"/>
                      <a:pt x="12" y="24"/>
                    </a:cubicBezTo>
                    <a:cubicBezTo>
                      <a:pt x="12" y="23"/>
                      <a:pt x="11" y="23"/>
                      <a:pt x="11" y="23"/>
                    </a:cubicBezTo>
                    <a:cubicBezTo>
                      <a:pt x="11" y="23"/>
                      <a:pt x="11" y="22"/>
                      <a:pt x="11" y="22"/>
                    </a:cubicBezTo>
                    <a:cubicBezTo>
                      <a:pt x="11" y="22"/>
                      <a:pt x="11" y="21"/>
                      <a:pt x="11" y="21"/>
                    </a:cubicBezTo>
                    <a:cubicBezTo>
                      <a:pt x="11" y="21"/>
                      <a:pt x="11" y="21"/>
                      <a:pt x="10" y="21"/>
                    </a:cubicBezTo>
                    <a:cubicBezTo>
                      <a:pt x="10" y="21"/>
                      <a:pt x="10" y="21"/>
                      <a:pt x="10" y="20"/>
                    </a:cubicBezTo>
                    <a:cubicBezTo>
                      <a:pt x="10" y="20"/>
                      <a:pt x="10" y="20"/>
                      <a:pt x="10" y="20"/>
                    </a:cubicBezTo>
                    <a:cubicBezTo>
                      <a:pt x="10" y="19"/>
                      <a:pt x="10" y="19"/>
                      <a:pt x="10" y="18"/>
                    </a:cubicBezTo>
                    <a:cubicBezTo>
                      <a:pt x="10" y="18"/>
                      <a:pt x="9" y="18"/>
                      <a:pt x="10" y="17"/>
                    </a:cubicBezTo>
                    <a:cubicBezTo>
                      <a:pt x="10" y="17"/>
                      <a:pt x="10" y="17"/>
                      <a:pt x="10" y="17"/>
                    </a:cubicBezTo>
                    <a:cubicBezTo>
                      <a:pt x="10" y="16"/>
                      <a:pt x="10" y="16"/>
                      <a:pt x="10" y="16"/>
                    </a:cubicBezTo>
                    <a:cubicBezTo>
                      <a:pt x="11" y="16"/>
                      <a:pt x="11" y="15"/>
                      <a:pt x="11" y="15"/>
                    </a:cubicBezTo>
                    <a:cubicBezTo>
                      <a:pt x="12" y="14"/>
                      <a:pt x="12" y="14"/>
                      <a:pt x="12" y="14"/>
                    </a:cubicBezTo>
                    <a:cubicBezTo>
                      <a:pt x="12" y="13"/>
                      <a:pt x="12" y="13"/>
                      <a:pt x="12" y="13"/>
                    </a:cubicBezTo>
                    <a:cubicBezTo>
                      <a:pt x="12" y="13"/>
                      <a:pt x="12" y="12"/>
                      <a:pt x="12" y="12"/>
                    </a:cubicBezTo>
                    <a:cubicBezTo>
                      <a:pt x="12" y="12"/>
                      <a:pt x="12" y="12"/>
                      <a:pt x="12" y="12"/>
                    </a:cubicBezTo>
                    <a:cubicBezTo>
                      <a:pt x="12" y="11"/>
                      <a:pt x="12" y="11"/>
                      <a:pt x="12" y="11"/>
                    </a:cubicBezTo>
                    <a:cubicBezTo>
                      <a:pt x="12" y="11"/>
                      <a:pt x="12" y="10"/>
                      <a:pt x="12" y="10"/>
                    </a:cubicBezTo>
                    <a:cubicBezTo>
                      <a:pt x="12" y="10"/>
                      <a:pt x="13" y="10"/>
                      <a:pt x="13" y="10"/>
                    </a:cubicBezTo>
                    <a:cubicBezTo>
                      <a:pt x="12" y="9"/>
                      <a:pt x="12" y="10"/>
                      <a:pt x="12" y="10"/>
                    </a:cubicBezTo>
                    <a:cubicBezTo>
                      <a:pt x="12" y="9"/>
                      <a:pt x="12" y="9"/>
                      <a:pt x="12" y="9"/>
                    </a:cubicBezTo>
                    <a:cubicBezTo>
                      <a:pt x="12" y="9"/>
                      <a:pt x="12" y="9"/>
                      <a:pt x="12" y="8"/>
                    </a:cubicBezTo>
                    <a:cubicBezTo>
                      <a:pt x="12" y="8"/>
                      <a:pt x="12" y="8"/>
                      <a:pt x="12" y="8"/>
                    </a:cubicBezTo>
                    <a:cubicBezTo>
                      <a:pt x="12" y="8"/>
                      <a:pt x="12" y="8"/>
                      <a:pt x="12" y="7"/>
                    </a:cubicBezTo>
                    <a:cubicBezTo>
                      <a:pt x="15" y="5"/>
                      <a:pt x="19" y="3"/>
                      <a:pt x="23" y="2"/>
                    </a:cubicBezTo>
                    <a:cubicBezTo>
                      <a:pt x="23" y="2"/>
                      <a:pt x="23" y="2"/>
                      <a:pt x="23" y="2"/>
                    </a:cubicBezTo>
                    <a:cubicBezTo>
                      <a:pt x="23" y="2"/>
                      <a:pt x="23" y="2"/>
                      <a:pt x="23" y="2"/>
                    </a:cubicBezTo>
                    <a:cubicBezTo>
                      <a:pt x="24" y="2"/>
                      <a:pt x="24" y="2"/>
                      <a:pt x="24" y="2"/>
                    </a:cubicBezTo>
                    <a:cubicBezTo>
                      <a:pt x="24" y="2"/>
                      <a:pt x="25" y="2"/>
                      <a:pt x="25" y="2"/>
                    </a:cubicBezTo>
                    <a:cubicBezTo>
                      <a:pt x="26" y="2"/>
                      <a:pt x="26" y="3"/>
                      <a:pt x="27" y="3"/>
                    </a:cubicBezTo>
                    <a:cubicBezTo>
                      <a:pt x="27" y="3"/>
                      <a:pt x="27" y="2"/>
                      <a:pt x="27" y="2"/>
                    </a:cubicBezTo>
                    <a:cubicBezTo>
                      <a:pt x="27" y="2"/>
                      <a:pt x="27" y="2"/>
                      <a:pt x="27" y="2"/>
                    </a:cubicBezTo>
                    <a:cubicBezTo>
                      <a:pt x="27" y="2"/>
                      <a:pt x="28" y="2"/>
                      <a:pt x="28" y="2"/>
                    </a:cubicBezTo>
                    <a:cubicBezTo>
                      <a:pt x="28" y="2"/>
                      <a:pt x="29" y="2"/>
                      <a:pt x="30" y="2"/>
                    </a:cubicBezTo>
                    <a:cubicBezTo>
                      <a:pt x="30" y="0"/>
                      <a:pt x="30" y="0"/>
                      <a:pt x="30" y="0"/>
                    </a:cubicBezTo>
                    <a:cubicBezTo>
                      <a:pt x="29" y="0"/>
                      <a:pt x="29" y="0"/>
                      <a:pt x="28" y="0"/>
                    </a:cubicBezTo>
                    <a:cubicBezTo>
                      <a:pt x="28" y="0"/>
                      <a:pt x="28" y="0"/>
                      <a:pt x="28" y="0"/>
                    </a:cubicBezTo>
                    <a:cubicBezTo>
                      <a:pt x="28" y="0"/>
                      <a:pt x="27" y="0"/>
                      <a:pt x="27" y="0"/>
                    </a:cubicBezTo>
                    <a:cubicBezTo>
                      <a:pt x="24" y="0"/>
                      <a:pt x="22" y="1"/>
                      <a:pt x="19" y="2"/>
                    </a:cubicBezTo>
                    <a:cubicBezTo>
                      <a:pt x="19" y="2"/>
                      <a:pt x="18" y="2"/>
                      <a:pt x="18" y="2"/>
                    </a:cubicBezTo>
                    <a:cubicBezTo>
                      <a:pt x="18" y="2"/>
                      <a:pt x="17" y="2"/>
                      <a:pt x="17" y="2"/>
                    </a:cubicBezTo>
                    <a:cubicBezTo>
                      <a:pt x="17" y="2"/>
                      <a:pt x="17" y="3"/>
                      <a:pt x="17" y="3"/>
                    </a:cubicBezTo>
                    <a:cubicBezTo>
                      <a:pt x="16" y="3"/>
                      <a:pt x="16" y="3"/>
                      <a:pt x="15" y="3"/>
                    </a:cubicBezTo>
                    <a:cubicBezTo>
                      <a:pt x="15" y="3"/>
                      <a:pt x="15" y="4"/>
                      <a:pt x="14" y="4"/>
                    </a:cubicBezTo>
                    <a:cubicBezTo>
                      <a:pt x="13" y="5"/>
                      <a:pt x="11" y="6"/>
                      <a:pt x="10" y="7"/>
                    </a:cubicBezTo>
                    <a:cubicBezTo>
                      <a:pt x="10" y="7"/>
                      <a:pt x="10" y="7"/>
                      <a:pt x="9" y="7"/>
                    </a:cubicBezTo>
                    <a:cubicBezTo>
                      <a:pt x="9" y="8"/>
                      <a:pt x="9" y="8"/>
                      <a:pt x="8" y="8"/>
                    </a:cubicBezTo>
                    <a:cubicBezTo>
                      <a:pt x="8" y="9"/>
                      <a:pt x="8" y="9"/>
                      <a:pt x="7" y="9"/>
                    </a:cubicBezTo>
                    <a:cubicBezTo>
                      <a:pt x="7" y="10"/>
                      <a:pt x="7" y="10"/>
                      <a:pt x="6" y="11"/>
                    </a:cubicBezTo>
                    <a:cubicBezTo>
                      <a:pt x="5" y="12"/>
                      <a:pt x="5" y="13"/>
                      <a:pt x="4" y="14"/>
                    </a:cubicBezTo>
                    <a:cubicBezTo>
                      <a:pt x="4" y="14"/>
                      <a:pt x="4" y="15"/>
                      <a:pt x="3" y="15"/>
                    </a:cubicBezTo>
                    <a:cubicBezTo>
                      <a:pt x="3" y="15"/>
                      <a:pt x="3" y="16"/>
                      <a:pt x="3" y="16"/>
                    </a:cubicBezTo>
                    <a:cubicBezTo>
                      <a:pt x="3" y="16"/>
                      <a:pt x="3" y="17"/>
                      <a:pt x="2" y="18"/>
                    </a:cubicBezTo>
                    <a:cubicBezTo>
                      <a:pt x="2" y="18"/>
                      <a:pt x="2" y="18"/>
                      <a:pt x="2" y="18"/>
                    </a:cubicBezTo>
                    <a:cubicBezTo>
                      <a:pt x="2" y="19"/>
                      <a:pt x="1" y="20"/>
                      <a:pt x="1" y="21"/>
                    </a:cubicBezTo>
                    <a:cubicBezTo>
                      <a:pt x="1" y="21"/>
                      <a:pt x="1" y="22"/>
                      <a:pt x="1" y="22"/>
                    </a:cubicBezTo>
                    <a:close/>
                    <a:moveTo>
                      <a:pt x="30" y="22"/>
                    </a:moveTo>
                    <a:cubicBezTo>
                      <a:pt x="30" y="34"/>
                      <a:pt x="30" y="34"/>
                      <a:pt x="30" y="34"/>
                    </a:cubicBezTo>
                    <a:cubicBezTo>
                      <a:pt x="30" y="35"/>
                      <a:pt x="30" y="35"/>
                      <a:pt x="29" y="35"/>
                    </a:cubicBezTo>
                    <a:cubicBezTo>
                      <a:pt x="29" y="35"/>
                      <a:pt x="29" y="34"/>
                      <a:pt x="29" y="34"/>
                    </a:cubicBezTo>
                    <a:cubicBezTo>
                      <a:pt x="28" y="34"/>
                      <a:pt x="28" y="34"/>
                      <a:pt x="27" y="34"/>
                    </a:cubicBezTo>
                    <a:cubicBezTo>
                      <a:pt x="27" y="34"/>
                      <a:pt x="26" y="34"/>
                      <a:pt x="26" y="33"/>
                    </a:cubicBezTo>
                    <a:cubicBezTo>
                      <a:pt x="26" y="33"/>
                      <a:pt x="26" y="32"/>
                      <a:pt x="26" y="32"/>
                    </a:cubicBezTo>
                    <a:cubicBezTo>
                      <a:pt x="26" y="32"/>
                      <a:pt x="26" y="32"/>
                      <a:pt x="26" y="31"/>
                    </a:cubicBezTo>
                    <a:cubicBezTo>
                      <a:pt x="26" y="31"/>
                      <a:pt x="26" y="31"/>
                      <a:pt x="26" y="31"/>
                    </a:cubicBezTo>
                    <a:cubicBezTo>
                      <a:pt x="25" y="31"/>
                      <a:pt x="24" y="31"/>
                      <a:pt x="24" y="31"/>
                    </a:cubicBezTo>
                    <a:cubicBezTo>
                      <a:pt x="24" y="30"/>
                      <a:pt x="24" y="30"/>
                      <a:pt x="24" y="30"/>
                    </a:cubicBezTo>
                    <a:cubicBezTo>
                      <a:pt x="24" y="30"/>
                      <a:pt x="24" y="30"/>
                      <a:pt x="24" y="30"/>
                    </a:cubicBezTo>
                    <a:cubicBezTo>
                      <a:pt x="24" y="29"/>
                      <a:pt x="24" y="29"/>
                      <a:pt x="24" y="29"/>
                    </a:cubicBezTo>
                    <a:cubicBezTo>
                      <a:pt x="24" y="29"/>
                      <a:pt x="24" y="29"/>
                      <a:pt x="24" y="29"/>
                    </a:cubicBezTo>
                    <a:cubicBezTo>
                      <a:pt x="25" y="28"/>
                      <a:pt x="25" y="28"/>
                      <a:pt x="25" y="28"/>
                    </a:cubicBezTo>
                    <a:cubicBezTo>
                      <a:pt x="25" y="28"/>
                      <a:pt x="25" y="28"/>
                      <a:pt x="24" y="28"/>
                    </a:cubicBezTo>
                    <a:cubicBezTo>
                      <a:pt x="24" y="28"/>
                      <a:pt x="24" y="28"/>
                      <a:pt x="23" y="28"/>
                    </a:cubicBezTo>
                    <a:cubicBezTo>
                      <a:pt x="23" y="28"/>
                      <a:pt x="23" y="29"/>
                      <a:pt x="22" y="29"/>
                    </a:cubicBezTo>
                    <a:cubicBezTo>
                      <a:pt x="22" y="29"/>
                      <a:pt x="22" y="29"/>
                      <a:pt x="21" y="29"/>
                    </a:cubicBezTo>
                    <a:cubicBezTo>
                      <a:pt x="21" y="29"/>
                      <a:pt x="21" y="29"/>
                      <a:pt x="21" y="29"/>
                    </a:cubicBezTo>
                    <a:cubicBezTo>
                      <a:pt x="21" y="29"/>
                      <a:pt x="20" y="29"/>
                      <a:pt x="20" y="29"/>
                    </a:cubicBezTo>
                    <a:cubicBezTo>
                      <a:pt x="20" y="29"/>
                      <a:pt x="19" y="28"/>
                      <a:pt x="19" y="28"/>
                    </a:cubicBezTo>
                    <a:cubicBezTo>
                      <a:pt x="19" y="27"/>
                      <a:pt x="19" y="26"/>
                      <a:pt x="20" y="26"/>
                    </a:cubicBezTo>
                    <a:cubicBezTo>
                      <a:pt x="20" y="26"/>
                      <a:pt x="20" y="25"/>
                      <a:pt x="20" y="25"/>
                    </a:cubicBezTo>
                    <a:cubicBezTo>
                      <a:pt x="20" y="25"/>
                      <a:pt x="20" y="25"/>
                      <a:pt x="20" y="25"/>
                    </a:cubicBezTo>
                    <a:cubicBezTo>
                      <a:pt x="20" y="24"/>
                      <a:pt x="21" y="24"/>
                      <a:pt x="21" y="24"/>
                    </a:cubicBezTo>
                    <a:cubicBezTo>
                      <a:pt x="22" y="23"/>
                      <a:pt x="22" y="23"/>
                      <a:pt x="22" y="23"/>
                    </a:cubicBezTo>
                    <a:cubicBezTo>
                      <a:pt x="23" y="23"/>
                      <a:pt x="23" y="23"/>
                      <a:pt x="23" y="23"/>
                    </a:cubicBezTo>
                    <a:cubicBezTo>
                      <a:pt x="24" y="23"/>
                      <a:pt x="24" y="23"/>
                      <a:pt x="24" y="23"/>
                    </a:cubicBezTo>
                    <a:cubicBezTo>
                      <a:pt x="24" y="23"/>
                      <a:pt x="25" y="23"/>
                      <a:pt x="25" y="23"/>
                    </a:cubicBezTo>
                    <a:cubicBezTo>
                      <a:pt x="25" y="23"/>
                      <a:pt x="26" y="23"/>
                      <a:pt x="26" y="23"/>
                    </a:cubicBezTo>
                    <a:cubicBezTo>
                      <a:pt x="26" y="23"/>
                      <a:pt x="27" y="23"/>
                      <a:pt x="27" y="23"/>
                    </a:cubicBezTo>
                    <a:cubicBezTo>
                      <a:pt x="27" y="23"/>
                      <a:pt x="27" y="23"/>
                      <a:pt x="27" y="23"/>
                    </a:cubicBezTo>
                    <a:cubicBezTo>
                      <a:pt x="28" y="23"/>
                      <a:pt x="28" y="23"/>
                      <a:pt x="28" y="24"/>
                    </a:cubicBezTo>
                    <a:cubicBezTo>
                      <a:pt x="28" y="24"/>
                      <a:pt x="28" y="24"/>
                      <a:pt x="28" y="24"/>
                    </a:cubicBezTo>
                    <a:cubicBezTo>
                      <a:pt x="28" y="25"/>
                      <a:pt x="29" y="25"/>
                      <a:pt x="29" y="25"/>
                    </a:cubicBezTo>
                    <a:cubicBezTo>
                      <a:pt x="29" y="25"/>
                      <a:pt x="29" y="24"/>
                      <a:pt x="29" y="24"/>
                    </a:cubicBezTo>
                    <a:cubicBezTo>
                      <a:pt x="29" y="24"/>
                      <a:pt x="29" y="24"/>
                      <a:pt x="29" y="24"/>
                    </a:cubicBezTo>
                    <a:cubicBezTo>
                      <a:pt x="29" y="23"/>
                      <a:pt x="29" y="23"/>
                      <a:pt x="29" y="23"/>
                    </a:cubicBezTo>
                    <a:cubicBezTo>
                      <a:pt x="29" y="22"/>
                      <a:pt x="29" y="22"/>
                      <a:pt x="30"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87" name="Freeform 216"/>
              <p:cNvSpPr>
                <a:spLocks/>
              </p:cNvSpPr>
              <p:nvPr/>
            </p:nvSpPr>
            <p:spPr bwMode="auto">
              <a:xfrm>
                <a:off x="-3289300" y="6083300"/>
                <a:ext cx="203200" cy="179388"/>
              </a:xfrm>
              <a:custGeom>
                <a:avLst/>
                <a:gdLst>
                  <a:gd name="T0" fmla="*/ 6 w 54"/>
                  <a:gd name="T1" fmla="*/ 5 h 48"/>
                  <a:gd name="T2" fmla="*/ 1 w 54"/>
                  <a:gd name="T3" fmla="*/ 15 h 48"/>
                  <a:gd name="T4" fmla="*/ 0 w 54"/>
                  <a:gd name="T5" fmla="*/ 18 h 48"/>
                  <a:gd name="T6" fmla="*/ 0 w 54"/>
                  <a:gd name="T7" fmla="*/ 18 h 48"/>
                  <a:gd name="T8" fmla="*/ 0 w 54"/>
                  <a:gd name="T9" fmla="*/ 21 h 48"/>
                  <a:gd name="T10" fmla="*/ 1 w 54"/>
                  <a:gd name="T11" fmla="*/ 23 h 48"/>
                  <a:gd name="T12" fmla="*/ 3 w 54"/>
                  <a:gd name="T13" fmla="*/ 32 h 48"/>
                  <a:gd name="T14" fmla="*/ 8 w 54"/>
                  <a:gd name="T15" fmla="*/ 42 h 48"/>
                  <a:gd name="T16" fmla="*/ 9 w 54"/>
                  <a:gd name="T17" fmla="*/ 43 h 48"/>
                  <a:gd name="T18" fmla="*/ 12 w 54"/>
                  <a:gd name="T19" fmla="*/ 46 h 48"/>
                  <a:gd name="T20" fmla="*/ 13 w 54"/>
                  <a:gd name="T21" fmla="*/ 47 h 48"/>
                  <a:gd name="T22" fmla="*/ 19 w 54"/>
                  <a:gd name="T23" fmla="*/ 48 h 48"/>
                  <a:gd name="T24" fmla="*/ 19 w 54"/>
                  <a:gd name="T25" fmla="*/ 48 h 48"/>
                  <a:gd name="T26" fmla="*/ 22 w 54"/>
                  <a:gd name="T27" fmla="*/ 47 h 48"/>
                  <a:gd name="T28" fmla="*/ 24 w 54"/>
                  <a:gd name="T29" fmla="*/ 46 h 48"/>
                  <a:gd name="T30" fmla="*/ 27 w 54"/>
                  <a:gd name="T31" fmla="*/ 46 h 48"/>
                  <a:gd name="T32" fmla="*/ 27 w 54"/>
                  <a:gd name="T33" fmla="*/ 46 h 48"/>
                  <a:gd name="T34" fmla="*/ 30 w 54"/>
                  <a:gd name="T35" fmla="*/ 46 h 48"/>
                  <a:gd name="T36" fmla="*/ 32 w 54"/>
                  <a:gd name="T37" fmla="*/ 47 h 48"/>
                  <a:gd name="T38" fmla="*/ 35 w 54"/>
                  <a:gd name="T39" fmla="*/ 48 h 48"/>
                  <a:gd name="T40" fmla="*/ 35 w 54"/>
                  <a:gd name="T41" fmla="*/ 48 h 48"/>
                  <a:gd name="T42" fmla="*/ 41 w 54"/>
                  <a:gd name="T43" fmla="*/ 47 h 48"/>
                  <a:gd name="T44" fmla="*/ 42 w 54"/>
                  <a:gd name="T45" fmla="*/ 46 h 48"/>
                  <a:gd name="T46" fmla="*/ 45 w 54"/>
                  <a:gd name="T47" fmla="*/ 43 h 48"/>
                  <a:gd name="T48" fmla="*/ 46 w 54"/>
                  <a:gd name="T49" fmla="*/ 42 h 48"/>
                  <a:gd name="T50" fmla="*/ 51 w 54"/>
                  <a:gd name="T51" fmla="*/ 32 h 48"/>
                  <a:gd name="T52" fmla="*/ 53 w 54"/>
                  <a:gd name="T53" fmla="*/ 23 h 48"/>
                  <a:gd name="T54" fmla="*/ 54 w 54"/>
                  <a:gd name="T55" fmla="*/ 21 h 48"/>
                  <a:gd name="T56" fmla="*/ 54 w 54"/>
                  <a:gd name="T57" fmla="*/ 18 h 48"/>
                  <a:gd name="T58" fmla="*/ 54 w 54"/>
                  <a:gd name="T59" fmla="*/ 18 h 48"/>
                  <a:gd name="T60" fmla="*/ 53 w 54"/>
                  <a:gd name="T61" fmla="*/ 15 h 48"/>
                  <a:gd name="T62" fmla="*/ 48 w 54"/>
                  <a:gd name="T63" fmla="*/ 5 h 48"/>
                  <a:gd name="T64" fmla="*/ 47 w 54"/>
                  <a:gd name="T65" fmla="*/ 4 h 48"/>
                  <a:gd name="T66" fmla="*/ 40 w 54"/>
                  <a:gd name="T67" fmla="*/ 1 h 48"/>
                  <a:gd name="T68" fmla="*/ 31 w 54"/>
                  <a:gd name="T69" fmla="*/ 2 h 48"/>
                  <a:gd name="T70" fmla="*/ 27 w 54"/>
                  <a:gd name="T71" fmla="*/ 4 h 48"/>
                  <a:gd name="T72" fmla="*/ 23 w 54"/>
                  <a:gd name="T73" fmla="*/ 2 h 48"/>
                  <a:gd name="T74" fmla="*/ 14 w 54"/>
                  <a:gd name="T75" fmla="*/ 1 h 48"/>
                  <a:gd name="T76" fmla="*/ 7 w 54"/>
                  <a:gd name="T77" fmla="*/ 4 h 48"/>
                  <a:gd name="T78" fmla="*/ 6 w 54"/>
                  <a:gd name="T79" fmla="*/ 5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4" h="48">
                    <a:moveTo>
                      <a:pt x="6" y="5"/>
                    </a:moveTo>
                    <a:cubicBezTo>
                      <a:pt x="3" y="8"/>
                      <a:pt x="1" y="11"/>
                      <a:pt x="1" y="15"/>
                    </a:cubicBezTo>
                    <a:cubicBezTo>
                      <a:pt x="1" y="16"/>
                      <a:pt x="1" y="17"/>
                      <a:pt x="0" y="18"/>
                    </a:cubicBezTo>
                    <a:cubicBezTo>
                      <a:pt x="0" y="18"/>
                      <a:pt x="0" y="18"/>
                      <a:pt x="0" y="18"/>
                    </a:cubicBezTo>
                    <a:cubicBezTo>
                      <a:pt x="0" y="19"/>
                      <a:pt x="0" y="20"/>
                      <a:pt x="0" y="21"/>
                    </a:cubicBezTo>
                    <a:cubicBezTo>
                      <a:pt x="0" y="22"/>
                      <a:pt x="1" y="22"/>
                      <a:pt x="1" y="23"/>
                    </a:cubicBezTo>
                    <a:cubicBezTo>
                      <a:pt x="1" y="26"/>
                      <a:pt x="2" y="29"/>
                      <a:pt x="3" y="32"/>
                    </a:cubicBezTo>
                    <a:cubicBezTo>
                      <a:pt x="4" y="35"/>
                      <a:pt x="6" y="39"/>
                      <a:pt x="8" y="42"/>
                    </a:cubicBezTo>
                    <a:cubicBezTo>
                      <a:pt x="8" y="42"/>
                      <a:pt x="9" y="42"/>
                      <a:pt x="9" y="43"/>
                    </a:cubicBezTo>
                    <a:cubicBezTo>
                      <a:pt x="10" y="44"/>
                      <a:pt x="11" y="45"/>
                      <a:pt x="12" y="46"/>
                    </a:cubicBezTo>
                    <a:cubicBezTo>
                      <a:pt x="12" y="47"/>
                      <a:pt x="13" y="47"/>
                      <a:pt x="13" y="47"/>
                    </a:cubicBezTo>
                    <a:cubicBezTo>
                      <a:pt x="15" y="48"/>
                      <a:pt x="17" y="48"/>
                      <a:pt x="19" y="48"/>
                    </a:cubicBezTo>
                    <a:cubicBezTo>
                      <a:pt x="19" y="48"/>
                      <a:pt x="19" y="48"/>
                      <a:pt x="19" y="48"/>
                    </a:cubicBezTo>
                    <a:cubicBezTo>
                      <a:pt x="20" y="47"/>
                      <a:pt x="21" y="47"/>
                      <a:pt x="22" y="47"/>
                    </a:cubicBezTo>
                    <a:cubicBezTo>
                      <a:pt x="22" y="47"/>
                      <a:pt x="23" y="46"/>
                      <a:pt x="24" y="46"/>
                    </a:cubicBezTo>
                    <a:cubicBezTo>
                      <a:pt x="25" y="46"/>
                      <a:pt x="27" y="46"/>
                      <a:pt x="27" y="46"/>
                    </a:cubicBezTo>
                    <a:cubicBezTo>
                      <a:pt x="27" y="46"/>
                      <a:pt x="27" y="46"/>
                      <a:pt x="27" y="46"/>
                    </a:cubicBezTo>
                    <a:cubicBezTo>
                      <a:pt x="28" y="46"/>
                      <a:pt x="29" y="46"/>
                      <a:pt x="30" y="46"/>
                    </a:cubicBezTo>
                    <a:cubicBezTo>
                      <a:pt x="31" y="46"/>
                      <a:pt x="32" y="47"/>
                      <a:pt x="32" y="47"/>
                    </a:cubicBezTo>
                    <a:cubicBezTo>
                      <a:pt x="33" y="47"/>
                      <a:pt x="34" y="47"/>
                      <a:pt x="35" y="48"/>
                    </a:cubicBezTo>
                    <a:cubicBezTo>
                      <a:pt x="35" y="48"/>
                      <a:pt x="35" y="48"/>
                      <a:pt x="35" y="48"/>
                    </a:cubicBezTo>
                    <a:cubicBezTo>
                      <a:pt x="37" y="48"/>
                      <a:pt x="39" y="48"/>
                      <a:pt x="41" y="47"/>
                    </a:cubicBezTo>
                    <a:cubicBezTo>
                      <a:pt x="41" y="47"/>
                      <a:pt x="42" y="47"/>
                      <a:pt x="42" y="46"/>
                    </a:cubicBezTo>
                    <a:cubicBezTo>
                      <a:pt x="43" y="45"/>
                      <a:pt x="44" y="44"/>
                      <a:pt x="45" y="43"/>
                    </a:cubicBezTo>
                    <a:cubicBezTo>
                      <a:pt x="46" y="42"/>
                      <a:pt x="46" y="42"/>
                      <a:pt x="46" y="42"/>
                    </a:cubicBezTo>
                    <a:cubicBezTo>
                      <a:pt x="48" y="39"/>
                      <a:pt x="50" y="35"/>
                      <a:pt x="51" y="32"/>
                    </a:cubicBezTo>
                    <a:cubicBezTo>
                      <a:pt x="52" y="29"/>
                      <a:pt x="53" y="26"/>
                      <a:pt x="53" y="23"/>
                    </a:cubicBezTo>
                    <a:cubicBezTo>
                      <a:pt x="54" y="22"/>
                      <a:pt x="54" y="22"/>
                      <a:pt x="54" y="21"/>
                    </a:cubicBezTo>
                    <a:cubicBezTo>
                      <a:pt x="54" y="20"/>
                      <a:pt x="54" y="19"/>
                      <a:pt x="54" y="18"/>
                    </a:cubicBezTo>
                    <a:cubicBezTo>
                      <a:pt x="54" y="18"/>
                      <a:pt x="54" y="18"/>
                      <a:pt x="54" y="18"/>
                    </a:cubicBezTo>
                    <a:cubicBezTo>
                      <a:pt x="53" y="17"/>
                      <a:pt x="53" y="16"/>
                      <a:pt x="53" y="15"/>
                    </a:cubicBezTo>
                    <a:cubicBezTo>
                      <a:pt x="53" y="11"/>
                      <a:pt x="51" y="8"/>
                      <a:pt x="48" y="5"/>
                    </a:cubicBezTo>
                    <a:cubicBezTo>
                      <a:pt x="48" y="5"/>
                      <a:pt x="47" y="4"/>
                      <a:pt x="47" y="4"/>
                    </a:cubicBezTo>
                    <a:cubicBezTo>
                      <a:pt x="45" y="2"/>
                      <a:pt x="42" y="1"/>
                      <a:pt x="40" y="1"/>
                    </a:cubicBezTo>
                    <a:cubicBezTo>
                      <a:pt x="37" y="0"/>
                      <a:pt x="34" y="1"/>
                      <a:pt x="31" y="2"/>
                    </a:cubicBezTo>
                    <a:cubicBezTo>
                      <a:pt x="30" y="3"/>
                      <a:pt x="27" y="4"/>
                      <a:pt x="27" y="4"/>
                    </a:cubicBezTo>
                    <a:cubicBezTo>
                      <a:pt x="27" y="4"/>
                      <a:pt x="24" y="3"/>
                      <a:pt x="23" y="2"/>
                    </a:cubicBezTo>
                    <a:cubicBezTo>
                      <a:pt x="20" y="1"/>
                      <a:pt x="17" y="0"/>
                      <a:pt x="14" y="1"/>
                    </a:cubicBezTo>
                    <a:cubicBezTo>
                      <a:pt x="12" y="1"/>
                      <a:pt x="9" y="2"/>
                      <a:pt x="7" y="4"/>
                    </a:cubicBezTo>
                    <a:cubicBezTo>
                      <a:pt x="7" y="4"/>
                      <a:pt x="6" y="5"/>
                      <a:pt x="6"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88" name="Freeform 217"/>
              <p:cNvSpPr>
                <a:spLocks/>
              </p:cNvSpPr>
              <p:nvPr/>
            </p:nvSpPr>
            <p:spPr bwMode="auto">
              <a:xfrm>
                <a:off x="-3236913" y="6029325"/>
                <a:ext cx="49213" cy="53975"/>
              </a:xfrm>
              <a:custGeom>
                <a:avLst/>
                <a:gdLst>
                  <a:gd name="T0" fmla="*/ 4 w 13"/>
                  <a:gd name="T1" fmla="*/ 10 h 14"/>
                  <a:gd name="T2" fmla="*/ 10 w 13"/>
                  <a:gd name="T3" fmla="*/ 14 h 14"/>
                  <a:gd name="T4" fmla="*/ 13 w 13"/>
                  <a:gd name="T5" fmla="*/ 14 h 14"/>
                  <a:gd name="T6" fmla="*/ 13 w 13"/>
                  <a:gd name="T7" fmla="*/ 14 h 14"/>
                  <a:gd name="T8" fmla="*/ 10 w 13"/>
                  <a:gd name="T9" fmla="*/ 5 h 14"/>
                  <a:gd name="T10" fmla="*/ 1 w 13"/>
                  <a:gd name="T11" fmla="*/ 0 h 14"/>
                  <a:gd name="T12" fmla="*/ 1 w 13"/>
                  <a:gd name="T13" fmla="*/ 0 h 14"/>
                  <a:gd name="T14" fmla="*/ 0 w 13"/>
                  <a:gd name="T15" fmla="*/ 0 h 14"/>
                  <a:gd name="T16" fmla="*/ 1 w 13"/>
                  <a:gd name="T17" fmla="*/ 3 h 14"/>
                  <a:gd name="T18" fmla="*/ 4 w 13"/>
                  <a:gd name="T19" fmla="*/ 1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14">
                    <a:moveTo>
                      <a:pt x="4" y="10"/>
                    </a:moveTo>
                    <a:cubicBezTo>
                      <a:pt x="6" y="12"/>
                      <a:pt x="7" y="13"/>
                      <a:pt x="10" y="14"/>
                    </a:cubicBezTo>
                    <a:cubicBezTo>
                      <a:pt x="11" y="14"/>
                      <a:pt x="12" y="14"/>
                      <a:pt x="13" y="14"/>
                    </a:cubicBezTo>
                    <a:cubicBezTo>
                      <a:pt x="13" y="14"/>
                      <a:pt x="13" y="14"/>
                      <a:pt x="13" y="14"/>
                    </a:cubicBezTo>
                    <a:cubicBezTo>
                      <a:pt x="13" y="11"/>
                      <a:pt x="12" y="8"/>
                      <a:pt x="10" y="5"/>
                    </a:cubicBezTo>
                    <a:cubicBezTo>
                      <a:pt x="8" y="2"/>
                      <a:pt x="5" y="1"/>
                      <a:pt x="1" y="0"/>
                    </a:cubicBezTo>
                    <a:cubicBezTo>
                      <a:pt x="1" y="0"/>
                      <a:pt x="1" y="0"/>
                      <a:pt x="1" y="0"/>
                    </a:cubicBezTo>
                    <a:cubicBezTo>
                      <a:pt x="1" y="0"/>
                      <a:pt x="1" y="0"/>
                      <a:pt x="0" y="0"/>
                    </a:cubicBezTo>
                    <a:cubicBezTo>
                      <a:pt x="0" y="1"/>
                      <a:pt x="0" y="2"/>
                      <a:pt x="1" y="3"/>
                    </a:cubicBezTo>
                    <a:cubicBezTo>
                      <a:pt x="1" y="6"/>
                      <a:pt x="2" y="8"/>
                      <a:pt x="4"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89" name="Rectangle 218"/>
              <p:cNvSpPr>
                <a:spLocks noChangeArrowheads="1"/>
              </p:cNvSpPr>
              <p:nvPr/>
            </p:nvSpPr>
            <p:spPr bwMode="auto">
              <a:xfrm>
                <a:off x="-5945188" y="2657475"/>
                <a:ext cx="41275" cy="19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90" name="Freeform 219"/>
              <p:cNvSpPr>
                <a:spLocks noEditPoints="1"/>
              </p:cNvSpPr>
              <p:nvPr/>
            </p:nvSpPr>
            <p:spPr bwMode="auto">
              <a:xfrm>
                <a:off x="-6099175" y="2684462"/>
                <a:ext cx="222250" cy="157163"/>
              </a:xfrm>
              <a:custGeom>
                <a:avLst/>
                <a:gdLst>
                  <a:gd name="T0" fmla="*/ 30 w 59"/>
                  <a:gd name="T1" fmla="*/ 42 h 42"/>
                  <a:gd name="T2" fmla="*/ 59 w 59"/>
                  <a:gd name="T3" fmla="*/ 42 h 42"/>
                  <a:gd name="T4" fmla="*/ 59 w 59"/>
                  <a:gd name="T5" fmla="*/ 0 h 42"/>
                  <a:gd name="T6" fmla="*/ 30 w 59"/>
                  <a:gd name="T7" fmla="*/ 0 h 42"/>
                  <a:gd name="T8" fmla="*/ 30 w 59"/>
                  <a:gd name="T9" fmla="*/ 4 h 42"/>
                  <a:gd name="T10" fmla="*/ 46 w 59"/>
                  <a:gd name="T11" fmla="*/ 21 h 42"/>
                  <a:gd name="T12" fmla="*/ 30 w 59"/>
                  <a:gd name="T13" fmla="*/ 37 h 42"/>
                  <a:gd name="T14" fmla="*/ 30 w 59"/>
                  <a:gd name="T15" fmla="*/ 42 h 42"/>
                  <a:gd name="T16" fmla="*/ 0 w 59"/>
                  <a:gd name="T17" fmla="*/ 42 h 42"/>
                  <a:gd name="T18" fmla="*/ 30 w 59"/>
                  <a:gd name="T19" fmla="*/ 42 h 42"/>
                  <a:gd name="T20" fmla="*/ 30 w 59"/>
                  <a:gd name="T21" fmla="*/ 37 h 42"/>
                  <a:gd name="T22" fmla="*/ 30 w 59"/>
                  <a:gd name="T23" fmla="*/ 37 h 42"/>
                  <a:gd name="T24" fmla="*/ 13 w 59"/>
                  <a:gd name="T25" fmla="*/ 21 h 42"/>
                  <a:gd name="T26" fmla="*/ 30 w 59"/>
                  <a:gd name="T27" fmla="*/ 4 h 42"/>
                  <a:gd name="T28" fmla="*/ 30 w 59"/>
                  <a:gd name="T29" fmla="*/ 4 h 42"/>
                  <a:gd name="T30" fmla="*/ 30 w 59"/>
                  <a:gd name="T31" fmla="*/ 4 h 42"/>
                  <a:gd name="T32" fmla="*/ 30 w 59"/>
                  <a:gd name="T33" fmla="*/ 0 h 42"/>
                  <a:gd name="T34" fmla="*/ 0 w 59"/>
                  <a:gd name="T35" fmla="*/ 0 h 42"/>
                  <a:gd name="T36" fmla="*/ 0 w 59"/>
                  <a:gd name="T37"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9" h="42">
                    <a:moveTo>
                      <a:pt x="30" y="42"/>
                    </a:moveTo>
                    <a:cubicBezTo>
                      <a:pt x="59" y="42"/>
                      <a:pt x="59" y="42"/>
                      <a:pt x="59" y="42"/>
                    </a:cubicBezTo>
                    <a:cubicBezTo>
                      <a:pt x="59" y="0"/>
                      <a:pt x="59" y="0"/>
                      <a:pt x="59" y="0"/>
                    </a:cubicBezTo>
                    <a:cubicBezTo>
                      <a:pt x="30" y="0"/>
                      <a:pt x="30" y="0"/>
                      <a:pt x="30" y="0"/>
                    </a:cubicBezTo>
                    <a:cubicBezTo>
                      <a:pt x="30" y="4"/>
                      <a:pt x="30" y="4"/>
                      <a:pt x="30" y="4"/>
                    </a:cubicBezTo>
                    <a:cubicBezTo>
                      <a:pt x="39" y="4"/>
                      <a:pt x="46" y="12"/>
                      <a:pt x="46" y="21"/>
                    </a:cubicBezTo>
                    <a:cubicBezTo>
                      <a:pt x="46" y="30"/>
                      <a:pt x="39" y="37"/>
                      <a:pt x="30" y="37"/>
                    </a:cubicBezTo>
                    <a:lnTo>
                      <a:pt x="30" y="42"/>
                    </a:lnTo>
                    <a:close/>
                    <a:moveTo>
                      <a:pt x="0" y="42"/>
                    </a:moveTo>
                    <a:cubicBezTo>
                      <a:pt x="30" y="42"/>
                      <a:pt x="30" y="42"/>
                      <a:pt x="30" y="42"/>
                    </a:cubicBezTo>
                    <a:cubicBezTo>
                      <a:pt x="30" y="37"/>
                      <a:pt x="30" y="37"/>
                      <a:pt x="30" y="37"/>
                    </a:cubicBezTo>
                    <a:cubicBezTo>
                      <a:pt x="30" y="37"/>
                      <a:pt x="30" y="37"/>
                      <a:pt x="30" y="37"/>
                    </a:cubicBezTo>
                    <a:cubicBezTo>
                      <a:pt x="21" y="37"/>
                      <a:pt x="13" y="30"/>
                      <a:pt x="13" y="21"/>
                    </a:cubicBezTo>
                    <a:cubicBezTo>
                      <a:pt x="13" y="12"/>
                      <a:pt x="21" y="4"/>
                      <a:pt x="30" y="4"/>
                    </a:cubicBezTo>
                    <a:cubicBezTo>
                      <a:pt x="30" y="4"/>
                      <a:pt x="30" y="4"/>
                      <a:pt x="30" y="4"/>
                    </a:cubicBezTo>
                    <a:cubicBezTo>
                      <a:pt x="30" y="4"/>
                      <a:pt x="30" y="4"/>
                      <a:pt x="30" y="4"/>
                    </a:cubicBezTo>
                    <a:cubicBezTo>
                      <a:pt x="30" y="0"/>
                      <a:pt x="30" y="0"/>
                      <a:pt x="30" y="0"/>
                    </a:cubicBezTo>
                    <a:cubicBezTo>
                      <a:pt x="0" y="0"/>
                      <a:pt x="0" y="0"/>
                      <a:pt x="0" y="0"/>
                    </a:cubicBezTo>
                    <a:lnTo>
                      <a:pt x="0" y="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91" name="Oval 220"/>
              <p:cNvSpPr>
                <a:spLocks noChangeArrowheads="1"/>
              </p:cNvSpPr>
              <p:nvPr/>
            </p:nvSpPr>
            <p:spPr bwMode="auto">
              <a:xfrm>
                <a:off x="-6027738" y="2722562"/>
                <a:ext cx="82550" cy="825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92" name="Freeform 221"/>
              <p:cNvSpPr>
                <a:spLocks noEditPoints="1"/>
              </p:cNvSpPr>
              <p:nvPr/>
            </p:nvSpPr>
            <p:spPr bwMode="auto">
              <a:xfrm>
                <a:off x="-3995738" y="285750"/>
                <a:ext cx="192088" cy="190500"/>
              </a:xfrm>
              <a:custGeom>
                <a:avLst/>
                <a:gdLst>
                  <a:gd name="T0" fmla="*/ 26 w 51"/>
                  <a:gd name="T1" fmla="*/ 51 h 51"/>
                  <a:gd name="T2" fmla="*/ 51 w 51"/>
                  <a:gd name="T3" fmla="*/ 25 h 51"/>
                  <a:gd name="T4" fmla="*/ 26 w 51"/>
                  <a:gd name="T5" fmla="*/ 0 h 51"/>
                  <a:gd name="T6" fmla="*/ 26 w 51"/>
                  <a:gd name="T7" fmla="*/ 18 h 51"/>
                  <a:gd name="T8" fmla="*/ 33 w 51"/>
                  <a:gd name="T9" fmla="*/ 25 h 51"/>
                  <a:gd name="T10" fmla="*/ 26 w 51"/>
                  <a:gd name="T11" fmla="*/ 33 h 51"/>
                  <a:gd name="T12" fmla="*/ 26 w 51"/>
                  <a:gd name="T13" fmla="*/ 51 h 51"/>
                  <a:gd name="T14" fmla="*/ 26 w 51"/>
                  <a:gd name="T15" fmla="*/ 33 h 51"/>
                  <a:gd name="T16" fmla="*/ 26 w 51"/>
                  <a:gd name="T17" fmla="*/ 33 h 51"/>
                  <a:gd name="T18" fmla="*/ 26 w 51"/>
                  <a:gd name="T19" fmla="*/ 0 h 51"/>
                  <a:gd name="T20" fmla="*/ 0 w 51"/>
                  <a:gd name="T21" fmla="*/ 25 h 51"/>
                  <a:gd name="T22" fmla="*/ 26 w 51"/>
                  <a:gd name="T23" fmla="*/ 51 h 51"/>
                  <a:gd name="T24" fmla="*/ 26 w 51"/>
                  <a:gd name="T25" fmla="*/ 33 h 51"/>
                  <a:gd name="T26" fmla="*/ 26 w 51"/>
                  <a:gd name="T27" fmla="*/ 33 h 51"/>
                  <a:gd name="T28" fmla="*/ 18 w 51"/>
                  <a:gd name="T29" fmla="*/ 25 h 51"/>
                  <a:gd name="T30" fmla="*/ 26 w 51"/>
                  <a:gd name="T31" fmla="*/ 18 h 51"/>
                  <a:gd name="T32" fmla="*/ 26 w 51"/>
                  <a:gd name="T33"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1" h="51">
                    <a:moveTo>
                      <a:pt x="26" y="51"/>
                    </a:moveTo>
                    <a:cubicBezTo>
                      <a:pt x="40" y="51"/>
                      <a:pt x="51" y="40"/>
                      <a:pt x="51" y="25"/>
                    </a:cubicBezTo>
                    <a:cubicBezTo>
                      <a:pt x="51" y="11"/>
                      <a:pt x="40" y="0"/>
                      <a:pt x="26" y="0"/>
                    </a:cubicBezTo>
                    <a:cubicBezTo>
                      <a:pt x="26" y="18"/>
                      <a:pt x="26" y="18"/>
                      <a:pt x="26" y="18"/>
                    </a:cubicBezTo>
                    <a:cubicBezTo>
                      <a:pt x="30" y="18"/>
                      <a:pt x="33" y="21"/>
                      <a:pt x="33" y="25"/>
                    </a:cubicBezTo>
                    <a:cubicBezTo>
                      <a:pt x="33" y="30"/>
                      <a:pt x="30" y="33"/>
                      <a:pt x="26" y="33"/>
                    </a:cubicBezTo>
                    <a:cubicBezTo>
                      <a:pt x="26" y="51"/>
                      <a:pt x="26" y="51"/>
                      <a:pt x="26" y="51"/>
                    </a:cubicBezTo>
                    <a:close/>
                    <a:moveTo>
                      <a:pt x="26" y="33"/>
                    </a:moveTo>
                    <a:cubicBezTo>
                      <a:pt x="26" y="33"/>
                      <a:pt x="26" y="33"/>
                      <a:pt x="26" y="33"/>
                    </a:cubicBezTo>
                    <a:moveTo>
                      <a:pt x="26" y="0"/>
                    </a:moveTo>
                    <a:cubicBezTo>
                      <a:pt x="11" y="0"/>
                      <a:pt x="0" y="11"/>
                      <a:pt x="0" y="25"/>
                    </a:cubicBezTo>
                    <a:cubicBezTo>
                      <a:pt x="0" y="40"/>
                      <a:pt x="11" y="51"/>
                      <a:pt x="26" y="51"/>
                    </a:cubicBezTo>
                    <a:cubicBezTo>
                      <a:pt x="26" y="33"/>
                      <a:pt x="26" y="33"/>
                      <a:pt x="26" y="33"/>
                    </a:cubicBezTo>
                    <a:cubicBezTo>
                      <a:pt x="26" y="33"/>
                      <a:pt x="26" y="33"/>
                      <a:pt x="26" y="33"/>
                    </a:cubicBezTo>
                    <a:cubicBezTo>
                      <a:pt x="22" y="33"/>
                      <a:pt x="18" y="30"/>
                      <a:pt x="18" y="25"/>
                    </a:cubicBezTo>
                    <a:cubicBezTo>
                      <a:pt x="18" y="21"/>
                      <a:pt x="22" y="18"/>
                      <a:pt x="26" y="18"/>
                    </a:cubicBezTo>
                    <a:lnTo>
                      <a:pt x="2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93" name="Freeform 222"/>
              <p:cNvSpPr>
                <a:spLocks noEditPoints="1"/>
              </p:cNvSpPr>
              <p:nvPr/>
            </p:nvSpPr>
            <p:spPr bwMode="auto">
              <a:xfrm>
                <a:off x="-3919538" y="355600"/>
                <a:ext cx="44450" cy="46038"/>
              </a:xfrm>
              <a:custGeom>
                <a:avLst/>
                <a:gdLst>
                  <a:gd name="T0" fmla="*/ 6 w 12"/>
                  <a:gd name="T1" fmla="*/ 12 h 12"/>
                  <a:gd name="T2" fmla="*/ 12 w 12"/>
                  <a:gd name="T3" fmla="*/ 6 h 12"/>
                  <a:gd name="T4" fmla="*/ 6 w 12"/>
                  <a:gd name="T5" fmla="*/ 0 h 12"/>
                  <a:gd name="T6" fmla="*/ 6 w 12"/>
                  <a:gd name="T7" fmla="*/ 2 h 12"/>
                  <a:gd name="T8" fmla="*/ 10 w 12"/>
                  <a:gd name="T9" fmla="*/ 6 h 12"/>
                  <a:gd name="T10" fmla="*/ 6 w 12"/>
                  <a:gd name="T11" fmla="*/ 11 h 12"/>
                  <a:gd name="T12" fmla="*/ 6 w 12"/>
                  <a:gd name="T13" fmla="*/ 12 h 12"/>
                  <a:gd name="T14" fmla="*/ 6 w 12"/>
                  <a:gd name="T15" fmla="*/ 0 h 12"/>
                  <a:gd name="T16" fmla="*/ 0 w 12"/>
                  <a:gd name="T17" fmla="*/ 6 h 12"/>
                  <a:gd name="T18" fmla="*/ 6 w 12"/>
                  <a:gd name="T19" fmla="*/ 12 h 12"/>
                  <a:gd name="T20" fmla="*/ 6 w 12"/>
                  <a:gd name="T21" fmla="*/ 12 h 12"/>
                  <a:gd name="T22" fmla="*/ 6 w 12"/>
                  <a:gd name="T23" fmla="*/ 11 h 12"/>
                  <a:gd name="T24" fmla="*/ 6 w 12"/>
                  <a:gd name="T25" fmla="*/ 11 h 12"/>
                  <a:gd name="T26" fmla="*/ 6 w 12"/>
                  <a:gd name="T27" fmla="*/ 11 h 12"/>
                  <a:gd name="T28" fmla="*/ 1 w 12"/>
                  <a:gd name="T29" fmla="*/ 6 h 12"/>
                  <a:gd name="T30" fmla="*/ 6 w 12"/>
                  <a:gd name="T31" fmla="*/ 2 h 12"/>
                  <a:gd name="T32" fmla="*/ 6 w 12"/>
                  <a:gd name="T33" fmla="*/ 2 h 12"/>
                  <a:gd name="T34" fmla="*/ 6 w 12"/>
                  <a:gd name="T3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 h="12">
                    <a:moveTo>
                      <a:pt x="6" y="12"/>
                    </a:moveTo>
                    <a:cubicBezTo>
                      <a:pt x="9" y="12"/>
                      <a:pt x="12" y="10"/>
                      <a:pt x="12" y="6"/>
                    </a:cubicBezTo>
                    <a:cubicBezTo>
                      <a:pt x="12" y="3"/>
                      <a:pt x="9" y="0"/>
                      <a:pt x="6" y="0"/>
                    </a:cubicBezTo>
                    <a:cubicBezTo>
                      <a:pt x="6" y="2"/>
                      <a:pt x="6" y="2"/>
                      <a:pt x="6" y="2"/>
                    </a:cubicBezTo>
                    <a:cubicBezTo>
                      <a:pt x="8" y="2"/>
                      <a:pt x="10" y="4"/>
                      <a:pt x="10" y="6"/>
                    </a:cubicBezTo>
                    <a:cubicBezTo>
                      <a:pt x="10" y="9"/>
                      <a:pt x="8" y="11"/>
                      <a:pt x="6" y="11"/>
                    </a:cubicBezTo>
                    <a:lnTo>
                      <a:pt x="6" y="12"/>
                    </a:lnTo>
                    <a:close/>
                    <a:moveTo>
                      <a:pt x="6" y="0"/>
                    </a:moveTo>
                    <a:cubicBezTo>
                      <a:pt x="2" y="0"/>
                      <a:pt x="0" y="3"/>
                      <a:pt x="0" y="6"/>
                    </a:cubicBezTo>
                    <a:cubicBezTo>
                      <a:pt x="0" y="10"/>
                      <a:pt x="2" y="12"/>
                      <a:pt x="6" y="12"/>
                    </a:cubicBezTo>
                    <a:cubicBezTo>
                      <a:pt x="6" y="12"/>
                      <a:pt x="6" y="12"/>
                      <a:pt x="6" y="12"/>
                    </a:cubicBezTo>
                    <a:cubicBezTo>
                      <a:pt x="6" y="11"/>
                      <a:pt x="6" y="11"/>
                      <a:pt x="6" y="11"/>
                    </a:cubicBezTo>
                    <a:cubicBezTo>
                      <a:pt x="6" y="11"/>
                      <a:pt x="6" y="11"/>
                      <a:pt x="6" y="11"/>
                    </a:cubicBezTo>
                    <a:cubicBezTo>
                      <a:pt x="6" y="11"/>
                      <a:pt x="6" y="11"/>
                      <a:pt x="6" y="11"/>
                    </a:cubicBezTo>
                    <a:cubicBezTo>
                      <a:pt x="3" y="11"/>
                      <a:pt x="1" y="9"/>
                      <a:pt x="1" y="6"/>
                    </a:cubicBezTo>
                    <a:cubicBezTo>
                      <a:pt x="1" y="4"/>
                      <a:pt x="3" y="2"/>
                      <a:pt x="6" y="2"/>
                    </a:cubicBezTo>
                    <a:cubicBezTo>
                      <a:pt x="6" y="2"/>
                      <a:pt x="6" y="2"/>
                      <a:pt x="6" y="2"/>
                    </a:cubicBezTo>
                    <a:cubicBezTo>
                      <a:pt x="6" y="0"/>
                      <a:pt x="6" y="0"/>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94" name="Freeform 223"/>
              <p:cNvSpPr>
                <a:spLocks/>
              </p:cNvSpPr>
              <p:nvPr/>
            </p:nvSpPr>
            <p:spPr bwMode="auto">
              <a:xfrm>
                <a:off x="-2852738" y="4775200"/>
                <a:ext cx="209550" cy="222250"/>
              </a:xfrm>
              <a:custGeom>
                <a:avLst/>
                <a:gdLst>
                  <a:gd name="T0" fmla="*/ 46 w 56"/>
                  <a:gd name="T1" fmla="*/ 41 h 59"/>
                  <a:gd name="T2" fmla="*/ 50 w 56"/>
                  <a:gd name="T3" fmla="*/ 39 h 59"/>
                  <a:gd name="T4" fmla="*/ 55 w 56"/>
                  <a:gd name="T5" fmla="*/ 37 h 59"/>
                  <a:gd name="T6" fmla="*/ 55 w 56"/>
                  <a:gd name="T7" fmla="*/ 30 h 59"/>
                  <a:gd name="T8" fmla="*/ 54 w 56"/>
                  <a:gd name="T9" fmla="*/ 17 h 59"/>
                  <a:gd name="T10" fmla="*/ 42 w 56"/>
                  <a:gd name="T11" fmla="*/ 28 h 59"/>
                  <a:gd name="T12" fmla="*/ 37 w 56"/>
                  <a:gd name="T13" fmla="*/ 32 h 59"/>
                  <a:gd name="T14" fmla="*/ 37 w 56"/>
                  <a:gd name="T15" fmla="*/ 28 h 59"/>
                  <a:gd name="T16" fmla="*/ 42 w 56"/>
                  <a:gd name="T17" fmla="*/ 20 h 59"/>
                  <a:gd name="T18" fmla="*/ 38 w 56"/>
                  <a:gd name="T19" fmla="*/ 12 h 59"/>
                  <a:gd name="T20" fmla="*/ 28 w 56"/>
                  <a:gd name="T21" fmla="*/ 0 h 59"/>
                  <a:gd name="T22" fmla="*/ 28 w 56"/>
                  <a:gd name="T23" fmla="*/ 0 h 59"/>
                  <a:gd name="T24" fmla="*/ 28 w 56"/>
                  <a:gd name="T25" fmla="*/ 0 h 59"/>
                  <a:gd name="T26" fmla="*/ 28 w 56"/>
                  <a:gd name="T27" fmla="*/ 0 h 59"/>
                  <a:gd name="T28" fmla="*/ 28 w 56"/>
                  <a:gd name="T29" fmla="*/ 0 h 59"/>
                  <a:gd name="T30" fmla="*/ 18 w 56"/>
                  <a:gd name="T31" fmla="*/ 12 h 59"/>
                  <a:gd name="T32" fmla="*/ 14 w 56"/>
                  <a:gd name="T33" fmla="*/ 20 h 59"/>
                  <a:gd name="T34" fmla="*/ 18 w 56"/>
                  <a:gd name="T35" fmla="*/ 28 h 59"/>
                  <a:gd name="T36" fmla="*/ 19 w 56"/>
                  <a:gd name="T37" fmla="*/ 32 h 59"/>
                  <a:gd name="T38" fmla="*/ 14 w 56"/>
                  <a:gd name="T39" fmla="*/ 28 h 59"/>
                  <a:gd name="T40" fmla="*/ 2 w 56"/>
                  <a:gd name="T41" fmla="*/ 17 h 59"/>
                  <a:gd name="T42" fmla="*/ 1 w 56"/>
                  <a:gd name="T43" fmla="*/ 30 h 59"/>
                  <a:gd name="T44" fmla="*/ 1 w 56"/>
                  <a:gd name="T45" fmla="*/ 37 h 59"/>
                  <a:gd name="T46" fmla="*/ 6 w 56"/>
                  <a:gd name="T47" fmla="*/ 39 h 59"/>
                  <a:gd name="T48" fmla="*/ 10 w 56"/>
                  <a:gd name="T49" fmla="*/ 41 h 59"/>
                  <a:gd name="T50" fmla="*/ 9 w 56"/>
                  <a:gd name="T51" fmla="*/ 44 h 59"/>
                  <a:gd name="T52" fmla="*/ 1 w 56"/>
                  <a:gd name="T53" fmla="*/ 41 h 59"/>
                  <a:gd name="T54" fmla="*/ 13 w 56"/>
                  <a:gd name="T55" fmla="*/ 58 h 59"/>
                  <a:gd name="T56" fmla="*/ 19 w 56"/>
                  <a:gd name="T57" fmla="*/ 57 h 59"/>
                  <a:gd name="T58" fmla="*/ 25 w 56"/>
                  <a:gd name="T59" fmla="*/ 53 h 59"/>
                  <a:gd name="T60" fmla="*/ 27 w 56"/>
                  <a:gd name="T61" fmla="*/ 53 h 59"/>
                  <a:gd name="T62" fmla="*/ 27 w 56"/>
                  <a:gd name="T63" fmla="*/ 50 h 59"/>
                  <a:gd name="T64" fmla="*/ 28 w 56"/>
                  <a:gd name="T65" fmla="*/ 26 h 59"/>
                  <a:gd name="T66" fmla="*/ 29 w 56"/>
                  <a:gd name="T67" fmla="*/ 50 h 59"/>
                  <a:gd name="T68" fmla="*/ 29 w 56"/>
                  <a:gd name="T69" fmla="*/ 53 h 59"/>
                  <a:gd name="T70" fmla="*/ 31 w 56"/>
                  <a:gd name="T71" fmla="*/ 53 h 59"/>
                  <a:gd name="T72" fmla="*/ 37 w 56"/>
                  <a:gd name="T73" fmla="*/ 57 h 59"/>
                  <a:gd name="T74" fmla="*/ 43 w 56"/>
                  <a:gd name="T75" fmla="*/ 58 h 59"/>
                  <a:gd name="T76" fmla="*/ 55 w 56"/>
                  <a:gd name="T77" fmla="*/ 41 h 59"/>
                  <a:gd name="T78" fmla="*/ 47 w 56"/>
                  <a:gd name="T79" fmla="*/ 44 h 59"/>
                  <a:gd name="T80" fmla="*/ 46 w 56"/>
                  <a:gd name="T81" fmla="*/ 4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6" h="59">
                    <a:moveTo>
                      <a:pt x="46" y="41"/>
                    </a:moveTo>
                    <a:cubicBezTo>
                      <a:pt x="47" y="40"/>
                      <a:pt x="49" y="39"/>
                      <a:pt x="50" y="39"/>
                    </a:cubicBezTo>
                    <a:cubicBezTo>
                      <a:pt x="52" y="38"/>
                      <a:pt x="53" y="38"/>
                      <a:pt x="55" y="37"/>
                    </a:cubicBezTo>
                    <a:cubicBezTo>
                      <a:pt x="55" y="35"/>
                      <a:pt x="56" y="32"/>
                      <a:pt x="55" y="30"/>
                    </a:cubicBezTo>
                    <a:cubicBezTo>
                      <a:pt x="55" y="26"/>
                      <a:pt x="54" y="22"/>
                      <a:pt x="54" y="17"/>
                    </a:cubicBezTo>
                    <a:cubicBezTo>
                      <a:pt x="49" y="20"/>
                      <a:pt x="43" y="22"/>
                      <a:pt x="42" y="28"/>
                    </a:cubicBezTo>
                    <a:cubicBezTo>
                      <a:pt x="41" y="30"/>
                      <a:pt x="39" y="33"/>
                      <a:pt x="37" y="32"/>
                    </a:cubicBezTo>
                    <a:cubicBezTo>
                      <a:pt x="36" y="31"/>
                      <a:pt x="37" y="29"/>
                      <a:pt x="37" y="28"/>
                    </a:cubicBezTo>
                    <a:cubicBezTo>
                      <a:pt x="39" y="25"/>
                      <a:pt x="42" y="23"/>
                      <a:pt x="42" y="20"/>
                    </a:cubicBezTo>
                    <a:cubicBezTo>
                      <a:pt x="42" y="17"/>
                      <a:pt x="40" y="14"/>
                      <a:pt x="38" y="12"/>
                    </a:cubicBezTo>
                    <a:cubicBezTo>
                      <a:pt x="35" y="8"/>
                      <a:pt x="31" y="5"/>
                      <a:pt x="28" y="0"/>
                    </a:cubicBezTo>
                    <a:cubicBezTo>
                      <a:pt x="28" y="0"/>
                      <a:pt x="28" y="0"/>
                      <a:pt x="28" y="0"/>
                    </a:cubicBezTo>
                    <a:cubicBezTo>
                      <a:pt x="28" y="0"/>
                      <a:pt x="28" y="0"/>
                      <a:pt x="28" y="0"/>
                    </a:cubicBezTo>
                    <a:cubicBezTo>
                      <a:pt x="28" y="0"/>
                      <a:pt x="28" y="0"/>
                      <a:pt x="28" y="0"/>
                    </a:cubicBezTo>
                    <a:cubicBezTo>
                      <a:pt x="28" y="0"/>
                      <a:pt x="28" y="0"/>
                      <a:pt x="28" y="0"/>
                    </a:cubicBezTo>
                    <a:cubicBezTo>
                      <a:pt x="25" y="5"/>
                      <a:pt x="21" y="8"/>
                      <a:pt x="18" y="12"/>
                    </a:cubicBezTo>
                    <a:cubicBezTo>
                      <a:pt x="16" y="14"/>
                      <a:pt x="14" y="17"/>
                      <a:pt x="14" y="20"/>
                    </a:cubicBezTo>
                    <a:cubicBezTo>
                      <a:pt x="14" y="23"/>
                      <a:pt x="17" y="25"/>
                      <a:pt x="18" y="28"/>
                    </a:cubicBezTo>
                    <a:cubicBezTo>
                      <a:pt x="19" y="29"/>
                      <a:pt x="20" y="31"/>
                      <a:pt x="19" y="32"/>
                    </a:cubicBezTo>
                    <a:cubicBezTo>
                      <a:pt x="16" y="33"/>
                      <a:pt x="15" y="30"/>
                      <a:pt x="14" y="28"/>
                    </a:cubicBezTo>
                    <a:cubicBezTo>
                      <a:pt x="13" y="22"/>
                      <a:pt x="7" y="20"/>
                      <a:pt x="2" y="17"/>
                    </a:cubicBezTo>
                    <a:cubicBezTo>
                      <a:pt x="2" y="22"/>
                      <a:pt x="1" y="26"/>
                      <a:pt x="1" y="30"/>
                    </a:cubicBezTo>
                    <a:cubicBezTo>
                      <a:pt x="0" y="32"/>
                      <a:pt x="1" y="35"/>
                      <a:pt x="1" y="37"/>
                    </a:cubicBezTo>
                    <a:cubicBezTo>
                      <a:pt x="3" y="38"/>
                      <a:pt x="4" y="38"/>
                      <a:pt x="6" y="39"/>
                    </a:cubicBezTo>
                    <a:cubicBezTo>
                      <a:pt x="7" y="39"/>
                      <a:pt x="9" y="40"/>
                      <a:pt x="10" y="41"/>
                    </a:cubicBezTo>
                    <a:cubicBezTo>
                      <a:pt x="11" y="42"/>
                      <a:pt x="11" y="44"/>
                      <a:pt x="9" y="44"/>
                    </a:cubicBezTo>
                    <a:cubicBezTo>
                      <a:pt x="6" y="43"/>
                      <a:pt x="4" y="40"/>
                      <a:pt x="1" y="41"/>
                    </a:cubicBezTo>
                    <a:cubicBezTo>
                      <a:pt x="2" y="48"/>
                      <a:pt x="6" y="55"/>
                      <a:pt x="13" y="58"/>
                    </a:cubicBezTo>
                    <a:cubicBezTo>
                      <a:pt x="16" y="59"/>
                      <a:pt x="17" y="59"/>
                      <a:pt x="19" y="57"/>
                    </a:cubicBezTo>
                    <a:cubicBezTo>
                      <a:pt x="21" y="56"/>
                      <a:pt x="22" y="54"/>
                      <a:pt x="25" y="53"/>
                    </a:cubicBezTo>
                    <a:cubicBezTo>
                      <a:pt x="26" y="53"/>
                      <a:pt x="26" y="54"/>
                      <a:pt x="27" y="53"/>
                    </a:cubicBezTo>
                    <a:cubicBezTo>
                      <a:pt x="27" y="52"/>
                      <a:pt x="27" y="51"/>
                      <a:pt x="27" y="50"/>
                    </a:cubicBezTo>
                    <a:cubicBezTo>
                      <a:pt x="27" y="41"/>
                      <a:pt x="28" y="36"/>
                      <a:pt x="28" y="26"/>
                    </a:cubicBezTo>
                    <a:cubicBezTo>
                      <a:pt x="28" y="36"/>
                      <a:pt x="29" y="41"/>
                      <a:pt x="29" y="50"/>
                    </a:cubicBezTo>
                    <a:cubicBezTo>
                      <a:pt x="29" y="51"/>
                      <a:pt x="29" y="52"/>
                      <a:pt x="29" y="53"/>
                    </a:cubicBezTo>
                    <a:cubicBezTo>
                      <a:pt x="29" y="54"/>
                      <a:pt x="30" y="53"/>
                      <a:pt x="31" y="53"/>
                    </a:cubicBezTo>
                    <a:cubicBezTo>
                      <a:pt x="34" y="54"/>
                      <a:pt x="35" y="56"/>
                      <a:pt x="37" y="57"/>
                    </a:cubicBezTo>
                    <a:cubicBezTo>
                      <a:pt x="39" y="59"/>
                      <a:pt x="40" y="59"/>
                      <a:pt x="43" y="58"/>
                    </a:cubicBezTo>
                    <a:cubicBezTo>
                      <a:pt x="50" y="55"/>
                      <a:pt x="54" y="48"/>
                      <a:pt x="55" y="41"/>
                    </a:cubicBezTo>
                    <a:cubicBezTo>
                      <a:pt x="52" y="40"/>
                      <a:pt x="50" y="43"/>
                      <a:pt x="47" y="44"/>
                    </a:cubicBezTo>
                    <a:cubicBezTo>
                      <a:pt x="45" y="44"/>
                      <a:pt x="45" y="42"/>
                      <a:pt x="46"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95" name="Rectangle 224"/>
              <p:cNvSpPr>
                <a:spLocks noChangeArrowheads="1"/>
              </p:cNvSpPr>
              <p:nvPr/>
            </p:nvSpPr>
            <p:spPr bwMode="auto">
              <a:xfrm>
                <a:off x="-2755900" y="4983163"/>
                <a:ext cx="15875" cy="666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96" name="Freeform 225"/>
              <p:cNvSpPr>
                <a:spLocks/>
              </p:cNvSpPr>
              <p:nvPr/>
            </p:nvSpPr>
            <p:spPr bwMode="auto">
              <a:xfrm>
                <a:off x="-1906588" y="4062412"/>
                <a:ext cx="55563" cy="71438"/>
              </a:xfrm>
              <a:custGeom>
                <a:avLst/>
                <a:gdLst>
                  <a:gd name="T0" fmla="*/ 0 w 15"/>
                  <a:gd name="T1" fmla="*/ 0 h 19"/>
                  <a:gd name="T2" fmla="*/ 6 w 15"/>
                  <a:gd name="T3" fmla="*/ 19 h 19"/>
                  <a:gd name="T4" fmla="*/ 15 w 15"/>
                  <a:gd name="T5" fmla="*/ 0 h 19"/>
                  <a:gd name="T6" fmla="*/ 0 w 15"/>
                  <a:gd name="T7" fmla="*/ 0 h 19"/>
                </a:gdLst>
                <a:ahLst/>
                <a:cxnLst>
                  <a:cxn ang="0">
                    <a:pos x="T0" y="T1"/>
                  </a:cxn>
                  <a:cxn ang="0">
                    <a:pos x="T2" y="T3"/>
                  </a:cxn>
                  <a:cxn ang="0">
                    <a:pos x="T4" y="T5"/>
                  </a:cxn>
                  <a:cxn ang="0">
                    <a:pos x="T6" y="T7"/>
                  </a:cxn>
                </a:cxnLst>
                <a:rect l="0" t="0" r="r" b="b"/>
                <a:pathLst>
                  <a:path w="15" h="19">
                    <a:moveTo>
                      <a:pt x="0" y="0"/>
                    </a:moveTo>
                    <a:cubicBezTo>
                      <a:pt x="0" y="8"/>
                      <a:pt x="3" y="15"/>
                      <a:pt x="6" y="19"/>
                    </a:cubicBezTo>
                    <a:cubicBezTo>
                      <a:pt x="11" y="14"/>
                      <a:pt x="15" y="8"/>
                      <a:pt x="15"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97" name="Freeform 226"/>
              <p:cNvSpPr>
                <a:spLocks/>
              </p:cNvSpPr>
              <p:nvPr/>
            </p:nvSpPr>
            <p:spPr bwMode="auto">
              <a:xfrm>
                <a:off x="-1906588" y="3971925"/>
                <a:ext cx="55563" cy="71438"/>
              </a:xfrm>
              <a:custGeom>
                <a:avLst/>
                <a:gdLst>
                  <a:gd name="T0" fmla="*/ 6 w 15"/>
                  <a:gd name="T1" fmla="*/ 0 h 19"/>
                  <a:gd name="T2" fmla="*/ 0 w 15"/>
                  <a:gd name="T3" fmla="*/ 19 h 19"/>
                  <a:gd name="T4" fmla="*/ 15 w 15"/>
                  <a:gd name="T5" fmla="*/ 19 h 19"/>
                  <a:gd name="T6" fmla="*/ 6 w 15"/>
                  <a:gd name="T7" fmla="*/ 0 h 19"/>
                </a:gdLst>
                <a:ahLst/>
                <a:cxnLst>
                  <a:cxn ang="0">
                    <a:pos x="T0" y="T1"/>
                  </a:cxn>
                  <a:cxn ang="0">
                    <a:pos x="T2" y="T3"/>
                  </a:cxn>
                  <a:cxn ang="0">
                    <a:pos x="T4" y="T5"/>
                  </a:cxn>
                  <a:cxn ang="0">
                    <a:pos x="T6" y="T7"/>
                  </a:cxn>
                </a:cxnLst>
                <a:rect l="0" t="0" r="r" b="b"/>
                <a:pathLst>
                  <a:path w="15" h="19">
                    <a:moveTo>
                      <a:pt x="6" y="0"/>
                    </a:moveTo>
                    <a:cubicBezTo>
                      <a:pt x="3" y="5"/>
                      <a:pt x="0" y="11"/>
                      <a:pt x="0" y="19"/>
                    </a:cubicBezTo>
                    <a:cubicBezTo>
                      <a:pt x="15" y="19"/>
                      <a:pt x="15" y="19"/>
                      <a:pt x="15" y="19"/>
                    </a:cubicBezTo>
                    <a:cubicBezTo>
                      <a:pt x="15" y="11"/>
                      <a:pt x="11" y="5"/>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98" name="Freeform 227"/>
              <p:cNvSpPr>
                <a:spLocks/>
              </p:cNvSpPr>
              <p:nvPr/>
            </p:nvSpPr>
            <p:spPr bwMode="auto">
              <a:xfrm>
                <a:off x="-1951038" y="3941762"/>
                <a:ext cx="52388" cy="101600"/>
              </a:xfrm>
              <a:custGeom>
                <a:avLst/>
                <a:gdLst>
                  <a:gd name="T0" fmla="*/ 0 w 14"/>
                  <a:gd name="T1" fmla="*/ 0 h 27"/>
                  <a:gd name="T2" fmla="*/ 0 w 14"/>
                  <a:gd name="T3" fmla="*/ 27 h 27"/>
                  <a:gd name="T4" fmla="*/ 7 w 14"/>
                  <a:gd name="T5" fmla="*/ 27 h 27"/>
                  <a:gd name="T6" fmla="*/ 14 w 14"/>
                  <a:gd name="T7" fmla="*/ 5 h 27"/>
                  <a:gd name="T8" fmla="*/ 0 w 14"/>
                  <a:gd name="T9" fmla="*/ 0 h 27"/>
                </a:gdLst>
                <a:ahLst/>
                <a:cxnLst>
                  <a:cxn ang="0">
                    <a:pos x="T0" y="T1"/>
                  </a:cxn>
                  <a:cxn ang="0">
                    <a:pos x="T2" y="T3"/>
                  </a:cxn>
                  <a:cxn ang="0">
                    <a:pos x="T4" y="T5"/>
                  </a:cxn>
                  <a:cxn ang="0">
                    <a:pos x="T6" y="T7"/>
                  </a:cxn>
                  <a:cxn ang="0">
                    <a:pos x="T8" y="T9"/>
                  </a:cxn>
                </a:cxnLst>
                <a:rect l="0" t="0" r="r" b="b"/>
                <a:pathLst>
                  <a:path w="14" h="27">
                    <a:moveTo>
                      <a:pt x="0" y="0"/>
                    </a:moveTo>
                    <a:cubicBezTo>
                      <a:pt x="0" y="27"/>
                      <a:pt x="0" y="27"/>
                      <a:pt x="0" y="27"/>
                    </a:cubicBezTo>
                    <a:cubicBezTo>
                      <a:pt x="7" y="27"/>
                      <a:pt x="7" y="27"/>
                      <a:pt x="7" y="27"/>
                    </a:cubicBezTo>
                    <a:cubicBezTo>
                      <a:pt x="7" y="18"/>
                      <a:pt x="10" y="10"/>
                      <a:pt x="14" y="5"/>
                    </a:cubicBezTo>
                    <a:cubicBezTo>
                      <a:pt x="10" y="2"/>
                      <a:pt x="5"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99" name="Freeform 228"/>
              <p:cNvSpPr>
                <a:spLocks/>
              </p:cNvSpPr>
              <p:nvPr/>
            </p:nvSpPr>
            <p:spPr bwMode="auto">
              <a:xfrm>
                <a:off x="-2022475" y="4062412"/>
                <a:ext cx="52388" cy="101600"/>
              </a:xfrm>
              <a:custGeom>
                <a:avLst/>
                <a:gdLst>
                  <a:gd name="T0" fmla="*/ 14 w 14"/>
                  <a:gd name="T1" fmla="*/ 27 h 27"/>
                  <a:gd name="T2" fmla="*/ 14 w 14"/>
                  <a:gd name="T3" fmla="*/ 0 h 27"/>
                  <a:gd name="T4" fmla="*/ 7 w 14"/>
                  <a:gd name="T5" fmla="*/ 0 h 27"/>
                  <a:gd name="T6" fmla="*/ 0 w 14"/>
                  <a:gd name="T7" fmla="*/ 22 h 27"/>
                  <a:gd name="T8" fmla="*/ 14 w 14"/>
                  <a:gd name="T9" fmla="*/ 27 h 27"/>
                </a:gdLst>
                <a:ahLst/>
                <a:cxnLst>
                  <a:cxn ang="0">
                    <a:pos x="T0" y="T1"/>
                  </a:cxn>
                  <a:cxn ang="0">
                    <a:pos x="T2" y="T3"/>
                  </a:cxn>
                  <a:cxn ang="0">
                    <a:pos x="T4" y="T5"/>
                  </a:cxn>
                  <a:cxn ang="0">
                    <a:pos x="T6" y="T7"/>
                  </a:cxn>
                  <a:cxn ang="0">
                    <a:pos x="T8" y="T9"/>
                  </a:cxn>
                </a:cxnLst>
                <a:rect l="0" t="0" r="r" b="b"/>
                <a:pathLst>
                  <a:path w="14" h="27">
                    <a:moveTo>
                      <a:pt x="14" y="27"/>
                    </a:moveTo>
                    <a:cubicBezTo>
                      <a:pt x="14" y="0"/>
                      <a:pt x="14" y="0"/>
                      <a:pt x="14" y="0"/>
                    </a:cubicBezTo>
                    <a:cubicBezTo>
                      <a:pt x="7" y="0"/>
                      <a:pt x="7" y="0"/>
                      <a:pt x="7" y="0"/>
                    </a:cubicBezTo>
                    <a:cubicBezTo>
                      <a:pt x="7" y="9"/>
                      <a:pt x="4" y="17"/>
                      <a:pt x="0" y="22"/>
                    </a:cubicBezTo>
                    <a:cubicBezTo>
                      <a:pt x="4" y="25"/>
                      <a:pt x="9" y="27"/>
                      <a:pt x="14"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00" name="Freeform 229"/>
              <p:cNvSpPr>
                <a:spLocks/>
              </p:cNvSpPr>
              <p:nvPr/>
            </p:nvSpPr>
            <p:spPr bwMode="auto">
              <a:xfrm>
                <a:off x="-2022475" y="3941762"/>
                <a:ext cx="52388" cy="101600"/>
              </a:xfrm>
              <a:custGeom>
                <a:avLst/>
                <a:gdLst>
                  <a:gd name="T0" fmla="*/ 7 w 14"/>
                  <a:gd name="T1" fmla="*/ 27 h 27"/>
                  <a:gd name="T2" fmla="*/ 14 w 14"/>
                  <a:gd name="T3" fmla="*/ 27 h 27"/>
                  <a:gd name="T4" fmla="*/ 14 w 14"/>
                  <a:gd name="T5" fmla="*/ 0 h 27"/>
                  <a:gd name="T6" fmla="*/ 0 w 14"/>
                  <a:gd name="T7" fmla="*/ 5 h 27"/>
                  <a:gd name="T8" fmla="*/ 7 w 14"/>
                  <a:gd name="T9" fmla="*/ 27 h 27"/>
                </a:gdLst>
                <a:ahLst/>
                <a:cxnLst>
                  <a:cxn ang="0">
                    <a:pos x="T0" y="T1"/>
                  </a:cxn>
                  <a:cxn ang="0">
                    <a:pos x="T2" y="T3"/>
                  </a:cxn>
                  <a:cxn ang="0">
                    <a:pos x="T4" y="T5"/>
                  </a:cxn>
                  <a:cxn ang="0">
                    <a:pos x="T6" y="T7"/>
                  </a:cxn>
                  <a:cxn ang="0">
                    <a:pos x="T8" y="T9"/>
                  </a:cxn>
                </a:cxnLst>
                <a:rect l="0" t="0" r="r" b="b"/>
                <a:pathLst>
                  <a:path w="14" h="27">
                    <a:moveTo>
                      <a:pt x="7" y="27"/>
                    </a:moveTo>
                    <a:cubicBezTo>
                      <a:pt x="14" y="27"/>
                      <a:pt x="14" y="27"/>
                      <a:pt x="14" y="27"/>
                    </a:cubicBezTo>
                    <a:cubicBezTo>
                      <a:pt x="14" y="0"/>
                      <a:pt x="14" y="0"/>
                      <a:pt x="14" y="0"/>
                    </a:cubicBezTo>
                    <a:cubicBezTo>
                      <a:pt x="9" y="0"/>
                      <a:pt x="4" y="2"/>
                      <a:pt x="0" y="5"/>
                    </a:cubicBezTo>
                    <a:cubicBezTo>
                      <a:pt x="4" y="10"/>
                      <a:pt x="7" y="18"/>
                      <a:pt x="7"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01" name="Freeform 230"/>
              <p:cNvSpPr>
                <a:spLocks/>
              </p:cNvSpPr>
              <p:nvPr/>
            </p:nvSpPr>
            <p:spPr bwMode="auto">
              <a:xfrm>
                <a:off x="-2071688" y="4062412"/>
                <a:ext cx="55563" cy="71438"/>
              </a:xfrm>
              <a:custGeom>
                <a:avLst/>
                <a:gdLst>
                  <a:gd name="T0" fmla="*/ 10 w 15"/>
                  <a:gd name="T1" fmla="*/ 19 h 19"/>
                  <a:gd name="T2" fmla="*/ 15 w 15"/>
                  <a:gd name="T3" fmla="*/ 0 h 19"/>
                  <a:gd name="T4" fmla="*/ 0 w 15"/>
                  <a:gd name="T5" fmla="*/ 0 h 19"/>
                  <a:gd name="T6" fmla="*/ 10 w 15"/>
                  <a:gd name="T7" fmla="*/ 19 h 19"/>
                </a:gdLst>
                <a:ahLst/>
                <a:cxnLst>
                  <a:cxn ang="0">
                    <a:pos x="T0" y="T1"/>
                  </a:cxn>
                  <a:cxn ang="0">
                    <a:pos x="T2" y="T3"/>
                  </a:cxn>
                  <a:cxn ang="0">
                    <a:pos x="T4" y="T5"/>
                  </a:cxn>
                  <a:cxn ang="0">
                    <a:pos x="T6" y="T7"/>
                  </a:cxn>
                </a:cxnLst>
                <a:rect l="0" t="0" r="r" b="b"/>
                <a:pathLst>
                  <a:path w="15" h="19">
                    <a:moveTo>
                      <a:pt x="10" y="19"/>
                    </a:moveTo>
                    <a:cubicBezTo>
                      <a:pt x="13" y="14"/>
                      <a:pt x="15" y="8"/>
                      <a:pt x="15" y="0"/>
                    </a:cubicBezTo>
                    <a:cubicBezTo>
                      <a:pt x="0" y="0"/>
                      <a:pt x="0" y="0"/>
                      <a:pt x="0" y="0"/>
                    </a:cubicBezTo>
                    <a:cubicBezTo>
                      <a:pt x="1" y="8"/>
                      <a:pt x="4" y="14"/>
                      <a:pt x="10"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02" name="Freeform 231"/>
              <p:cNvSpPr>
                <a:spLocks/>
              </p:cNvSpPr>
              <p:nvPr/>
            </p:nvSpPr>
            <p:spPr bwMode="auto">
              <a:xfrm>
                <a:off x="-2071688" y="3971925"/>
                <a:ext cx="55563" cy="71438"/>
              </a:xfrm>
              <a:custGeom>
                <a:avLst/>
                <a:gdLst>
                  <a:gd name="T0" fmla="*/ 10 w 15"/>
                  <a:gd name="T1" fmla="*/ 0 h 19"/>
                  <a:gd name="T2" fmla="*/ 0 w 15"/>
                  <a:gd name="T3" fmla="*/ 19 h 19"/>
                  <a:gd name="T4" fmla="*/ 15 w 15"/>
                  <a:gd name="T5" fmla="*/ 19 h 19"/>
                  <a:gd name="T6" fmla="*/ 10 w 15"/>
                  <a:gd name="T7" fmla="*/ 0 h 19"/>
                </a:gdLst>
                <a:ahLst/>
                <a:cxnLst>
                  <a:cxn ang="0">
                    <a:pos x="T0" y="T1"/>
                  </a:cxn>
                  <a:cxn ang="0">
                    <a:pos x="T2" y="T3"/>
                  </a:cxn>
                  <a:cxn ang="0">
                    <a:pos x="T4" y="T5"/>
                  </a:cxn>
                  <a:cxn ang="0">
                    <a:pos x="T6" y="T7"/>
                  </a:cxn>
                </a:cxnLst>
                <a:rect l="0" t="0" r="r" b="b"/>
                <a:pathLst>
                  <a:path w="15" h="19">
                    <a:moveTo>
                      <a:pt x="10" y="0"/>
                    </a:moveTo>
                    <a:cubicBezTo>
                      <a:pt x="4" y="5"/>
                      <a:pt x="1" y="12"/>
                      <a:pt x="0" y="19"/>
                    </a:cubicBezTo>
                    <a:cubicBezTo>
                      <a:pt x="15" y="19"/>
                      <a:pt x="15" y="19"/>
                      <a:pt x="15" y="19"/>
                    </a:cubicBezTo>
                    <a:cubicBezTo>
                      <a:pt x="15" y="11"/>
                      <a:pt x="13" y="5"/>
                      <a:pt x="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03" name="Freeform 232"/>
              <p:cNvSpPr>
                <a:spLocks/>
              </p:cNvSpPr>
              <p:nvPr/>
            </p:nvSpPr>
            <p:spPr bwMode="auto">
              <a:xfrm>
                <a:off x="-1951038" y="4062412"/>
                <a:ext cx="52388" cy="101600"/>
              </a:xfrm>
              <a:custGeom>
                <a:avLst/>
                <a:gdLst>
                  <a:gd name="T0" fmla="*/ 0 w 14"/>
                  <a:gd name="T1" fmla="*/ 27 h 27"/>
                  <a:gd name="T2" fmla="*/ 14 w 14"/>
                  <a:gd name="T3" fmla="*/ 22 h 27"/>
                  <a:gd name="T4" fmla="*/ 7 w 14"/>
                  <a:gd name="T5" fmla="*/ 0 h 27"/>
                  <a:gd name="T6" fmla="*/ 0 w 14"/>
                  <a:gd name="T7" fmla="*/ 0 h 27"/>
                  <a:gd name="T8" fmla="*/ 0 w 14"/>
                  <a:gd name="T9" fmla="*/ 27 h 27"/>
                </a:gdLst>
                <a:ahLst/>
                <a:cxnLst>
                  <a:cxn ang="0">
                    <a:pos x="T0" y="T1"/>
                  </a:cxn>
                  <a:cxn ang="0">
                    <a:pos x="T2" y="T3"/>
                  </a:cxn>
                  <a:cxn ang="0">
                    <a:pos x="T4" y="T5"/>
                  </a:cxn>
                  <a:cxn ang="0">
                    <a:pos x="T6" y="T7"/>
                  </a:cxn>
                  <a:cxn ang="0">
                    <a:pos x="T8" y="T9"/>
                  </a:cxn>
                </a:cxnLst>
                <a:rect l="0" t="0" r="r" b="b"/>
                <a:pathLst>
                  <a:path w="14" h="27">
                    <a:moveTo>
                      <a:pt x="0" y="27"/>
                    </a:moveTo>
                    <a:cubicBezTo>
                      <a:pt x="5" y="27"/>
                      <a:pt x="10" y="25"/>
                      <a:pt x="14" y="22"/>
                    </a:cubicBezTo>
                    <a:cubicBezTo>
                      <a:pt x="10" y="17"/>
                      <a:pt x="7" y="9"/>
                      <a:pt x="7" y="0"/>
                    </a:cubicBezTo>
                    <a:cubicBezTo>
                      <a:pt x="0" y="0"/>
                      <a:pt x="0" y="0"/>
                      <a:pt x="0" y="0"/>
                    </a:cubicBezTo>
                    <a:lnTo>
                      <a:pt x="0"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04" name="Freeform 233"/>
              <p:cNvSpPr>
                <a:spLocks noEditPoints="1"/>
              </p:cNvSpPr>
              <p:nvPr/>
            </p:nvSpPr>
            <p:spPr bwMode="auto">
              <a:xfrm>
                <a:off x="-2184400" y="742950"/>
                <a:ext cx="296863" cy="296863"/>
              </a:xfrm>
              <a:custGeom>
                <a:avLst/>
                <a:gdLst>
                  <a:gd name="T0" fmla="*/ 40 w 79"/>
                  <a:gd name="T1" fmla="*/ 79 h 79"/>
                  <a:gd name="T2" fmla="*/ 79 w 79"/>
                  <a:gd name="T3" fmla="*/ 40 h 79"/>
                  <a:gd name="T4" fmla="*/ 40 w 79"/>
                  <a:gd name="T5" fmla="*/ 0 h 79"/>
                  <a:gd name="T6" fmla="*/ 40 w 79"/>
                  <a:gd name="T7" fmla="*/ 0 h 79"/>
                  <a:gd name="T8" fmla="*/ 40 w 79"/>
                  <a:gd name="T9" fmla="*/ 28 h 79"/>
                  <a:gd name="T10" fmla="*/ 60 w 79"/>
                  <a:gd name="T11" fmla="*/ 20 h 79"/>
                  <a:gd name="T12" fmla="*/ 47 w 79"/>
                  <a:gd name="T13" fmla="*/ 47 h 79"/>
                  <a:gd name="T14" fmla="*/ 40 w 79"/>
                  <a:gd name="T15" fmla="*/ 51 h 79"/>
                  <a:gd name="T16" fmla="*/ 40 w 79"/>
                  <a:gd name="T17" fmla="*/ 79 h 79"/>
                  <a:gd name="T18" fmla="*/ 40 w 79"/>
                  <a:gd name="T19" fmla="*/ 0 h 79"/>
                  <a:gd name="T20" fmla="*/ 0 w 79"/>
                  <a:gd name="T21" fmla="*/ 40 h 79"/>
                  <a:gd name="T22" fmla="*/ 40 w 79"/>
                  <a:gd name="T23" fmla="*/ 79 h 79"/>
                  <a:gd name="T24" fmla="*/ 40 w 79"/>
                  <a:gd name="T25" fmla="*/ 51 h 79"/>
                  <a:gd name="T26" fmla="*/ 20 w 79"/>
                  <a:gd name="T27" fmla="*/ 60 h 79"/>
                  <a:gd name="T28" fmla="*/ 32 w 79"/>
                  <a:gd name="T29" fmla="*/ 32 h 79"/>
                  <a:gd name="T30" fmla="*/ 32 w 79"/>
                  <a:gd name="T31" fmla="*/ 32 h 79"/>
                  <a:gd name="T32" fmla="*/ 40 w 79"/>
                  <a:gd name="T33" fmla="*/ 28 h 79"/>
                  <a:gd name="T34" fmla="*/ 40 w 79"/>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9" h="79">
                    <a:moveTo>
                      <a:pt x="40" y="79"/>
                    </a:moveTo>
                    <a:cubicBezTo>
                      <a:pt x="61" y="79"/>
                      <a:pt x="79" y="61"/>
                      <a:pt x="79" y="40"/>
                    </a:cubicBezTo>
                    <a:cubicBezTo>
                      <a:pt x="79" y="18"/>
                      <a:pt x="61" y="0"/>
                      <a:pt x="40" y="0"/>
                    </a:cubicBezTo>
                    <a:cubicBezTo>
                      <a:pt x="40" y="0"/>
                      <a:pt x="40" y="0"/>
                      <a:pt x="40" y="0"/>
                    </a:cubicBezTo>
                    <a:cubicBezTo>
                      <a:pt x="40" y="28"/>
                      <a:pt x="40" y="28"/>
                      <a:pt x="40" y="28"/>
                    </a:cubicBezTo>
                    <a:cubicBezTo>
                      <a:pt x="60" y="20"/>
                      <a:pt x="60" y="20"/>
                      <a:pt x="60" y="20"/>
                    </a:cubicBezTo>
                    <a:cubicBezTo>
                      <a:pt x="47" y="47"/>
                      <a:pt x="47" y="47"/>
                      <a:pt x="47" y="47"/>
                    </a:cubicBezTo>
                    <a:cubicBezTo>
                      <a:pt x="40" y="51"/>
                      <a:pt x="40" y="51"/>
                      <a:pt x="40" y="51"/>
                    </a:cubicBezTo>
                    <a:cubicBezTo>
                      <a:pt x="40" y="79"/>
                      <a:pt x="40" y="79"/>
                      <a:pt x="40" y="79"/>
                    </a:cubicBezTo>
                    <a:close/>
                    <a:moveTo>
                      <a:pt x="40" y="0"/>
                    </a:moveTo>
                    <a:cubicBezTo>
                      <a:pt x="18" y="0"/>
                      <a:pt x="0" y="18"/>
                      <a:pt x="0" y="40"/>
                    </a:cubicBezTo>
                    <a:cubicBezTo>
                      <a:pt x="0" y="61"/>
                      <a:pt x="18" y="79"/>
                      <a:pt x="40" y="79"/>
                    </a:cubicBezTo>
                    <a:cubicBezTo>
                      <a:pt x="40" y="51"/>
                      <a:pt x="40" y="51"/>
                      <a:pt x="40" y="51"/>
                    </a:cubicBezTo>
                    <a:cubicBezTo>
                      <a:pt x="20" y="60"/>
                      <a:pt x="20" y="60"/>
                      <a:pt x="20" y="60"/>
                    </a:cubicBezTo>
                    <a:cubicBezTo>
                      <a:pt x="32" y="32"/>
                      <a:pt x="32" y="32"/>
                      <a:pt x="32" y="32"/>
                    </a:cubicBezTo>
                    <a:cubicBezTo>
                      <a:pt x="32" y="32"/>
                      <a:pt x="32" y="32"/>
                      <a:pt x="32" y="32"/>
                    </a:cubicBezTo>
                    <a:cubicBezTo>
                      <a:pt x="40" y="28"/>
                      <a:pt x="40" y="28"/>
                      <a:pt x="40" y="28"/>
                    </a:cubicBezTo>
                    <a:lnTo>
                      <a:pt x="4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05" name="Oval 234"/>
              <p:cNvSpPr>
                <a:spLocks noChangeArrowheads="1"/>
              </p:cNvSpPr>
              <p:nvPr/>
            </p:nvSpPr>
            <p:spPr bwMode="auto">
              <a:xfrm>
                <a:off x="-2052638" y="874712"/>
                <a:ext cx="33338" cy="333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06" name="Freeform 235"/>
              <p:cNvSpPr>
                <a:spLocks noEditPoints="1"/>
              </p:cNvSpPr>
              <p:nvPr/>
            </p:nvSpPr>
            <p:spPr bwMode="auto">
              <a:xfrm>
                <a:off x="-4738688" y="6694488"/>
                <a:ext cx="239713" cy="120650"/>
              </a:xfrm>
              <a:custGeom>
                <a:avLst/>
                <a:gdLst>
                  <a:gd name="T0" fmla="*/ 55 w 64"/>
                  <a:gd name="T1" fmla="*/ 23 h 32"/>
                  <a:gd name="T2" fmla="*/ 64 w 64"/>
                  <a:gd name="T3" fmla="*/ 12 h 32"/>
                  <a:gd name="T4" fmla="*/ 55 w 64"/>
                  <a:gd name="T5" fmla="*/ 1 h 32"/>
                  <a:gd name="T6" fmla="*/ 55 w 64"/>
                  <a:gd name="T7" fmla="*/ 6 h 32"/>
                  <a:gd name="T8" fmla="*/ 59 w 64"/>
                  <a:gd name="T9" fmla="*/ 12 h 32"/>
                  <a:gd name="T10" fmla="*/ 55 w 64"/>
                  <a:gd name="T11" fmla="*/ 18 h 32"/>
                  <a:gd name="T12" fmla="*/ 55 w 64"/>
                  <a:gd name="T13" fmla="*/ 23 h 32"/>
                  <a:gd name="T14" fmla="*/ 27 w 64"/>
                  <a:gd name="T15" fmla="*/ 32 h 32"/>
                  <a:gd name="T16" fmla="*/ 48 w 64"/>
                  <a:gd name="T17" fmla="*/ 22 h 32"/>
                  <a:gd name="T18" fmla="*/ 53 w 64"/>
                  <a:gd name="T19" fmla="*/ 23 h 32"/>
                  <a:gd name="T20" fmla="*/ 55 w 64"/>
                  <a:gd name="T21" fmla="*/ 23 h 32"/>
                  <a:gd name="T22" fmla="*/ 55 w 64"/>
                  <a:gd name="T23" fmla="*/ 18 h 32"/>
                  <a:gd name="T24" fmla="*/ 53 w 64"/>
                  <a:gd name="T25" fmla="*/ 18 h 32"/>
                  <a:gd name="T26" fmla="*/ 51 w 64"/>
                  <a:gd name="T27" fmla="*/ 18 h 32"/>
                  <a:gd name="T28" fmla="*/ 54 w 64"/>
                  <a:gd name="T29" fmla="*/ 5 h 32"/>
                  <a:gd name="T30" fmla="*/ 54 w 64"/>
                  <a:gd name="T31" fmla="*/ 5 h 32"/>
                  <a:gd name="T32" fmla="*/ 54 w 64"/>
                  <a:gd name="T33" fmla="*/ 5 h 32"/>
                  <a:gd name="T34" fmla="*/ 55 w 64"/>
                  <a:gd name="T35" fmla="*/ 6 h 32"/>
                  <a:gd name="T36" fmla="*/ 55 w 64"/>
                  <a:gd name="T37" fmla="*/ 1 h 32"/>
                  <a:gd name="T38" fmla="*/ 53 w 64"/>
                  <a:gd name="T39" fmla="*/ 0 h 32"/>
                  <a:gd name="T40" fmla="*/ 53 w 64"/>
                  <a:gd name="T41" fmla="*/ 0 h 32"/>
                  <a:gd name="T42" fmla="*/ 1 w 64"/>
                  <a:gd name="T43" fmla="*/ 0 h 32"/>
                  <a:gd name="T44" fmla="*/ 0 w 64"/>
                  <a:gd name="T45" fmla="*/ 5 h 32"/>
                  <a:gd name="T46" fmla="*/ 27 w 64"/>
                  <a:gd name="T47" fmla="*/ 3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4" h="32">
                    <a:moveTo>
                      <a:pt x="55" y="23"/>
                    </a:moveTo>
                    <a:cubicBezTo>
                      <a:pt x="60" y="22"/>
                      <a:pt x="64" y="17"/>
                      <a:pt x="64" y="12"/>
                    </a:cubicBezTo>
                    <a:cubicBezTo>
                      <a:pt x="64" y="6"/>
                      <a:pt x="60" y="2"/>
                      <a:pt x="55" y="1"/>
                    </a:cubicBezTo>
                    <a:cubicBezTo>
                      <a:pt x="55" y="6"/>
                      <a:pt x="55" y="6"/>
                      <a:pt x="55" y="6"/>
                    </a:cubicBezTo>
                    <a:cubicBezTo>
                      <a:pt x="57" y="7"/>
                      <a:pt x="59" y="9"/>
                      <a:pt x="59" y="12"/>
                    </a:cubicBezTo>
                    <a:cubicBezTo>
                      <a:pt x="59" y="14"/>
                      <a:pt x="57" y="17"/>
                      <a:pt x="55" y="18"/>
                    </a:cubicBezTo>
                    <a:lnTo>
                      <a:pt x="55" y="23"/>
                    </a:lnTo>
                    <a:close/>
                    <a:moveTo>
                      <a:pt x="27" y="32"/>
                    </a:moveTo>
                    <a:cubicBezTo>
                      <a:pt x="35" y="32"/>
                      <a:pt x="43" y="28"/>
                      <a:pt x="48" y="22"/>
                    </a:cubicBezTo>
                    <a:cubicBezTo>
                      <a:pt x="49" y="23"/>
                      <a:pt x="51" y="23"/>
                      <a:pt x="53" y="23"/>
                    </a:cubicBezTo>
                    <a:cubicBezTo>
                      <a:pt x="53" y="23"/>
                      <a:pt x="54" y="23"/>
                      <a:pt x="55" y="23"/>
                    </a:cubicBezTo>
                    <a:cubicBezTo>
                      <a:pt x="55" y="18"/>
                      <a:pt x="55" y="18"/>
                      <a:pt x="55" y="18"/>
                    </a:cubicBezTo>
                    <a:cubicBezTo>
                      <a:pt x="54" y="18"/>
                      <a:pt x="53" y="18"/>
                      <a:pt x="53" y="18"/>
                    </a:cubicBezTo>
                    <a:cubicBezTo>
                      <a:pt x="52" y="18"/>
                      <a:pt x="51" y="18"/>
                      <a:pt x="51" y="18"/>
                    </a:cubicBezTo>
                    <a:cubicBezTo>
                      <a:pt x="52" y="14"/>
                      <a:pt x="54" y="10"/>
                      <a:pt x="54" y="5"/>
                    </a:cubicBezTo>
                    <a:cubicBezTo>
                      <a:pt x="54" y="5"/>
                      <a:pt x="54" y="5"/>
                      <a:pt x="54" y="5"/>
                    </a:cubicBezTo>
                    <a:cubicBezTo>
                      <a:pt x="54" y="5"/>
                      <a:pt x="54" y="5"/>
                      <a:pt x="54" y="5"/>
                    </a:cubicBezTo>
                    <a:cubicBezTo>
                      <a:pt x="54" y="5"/>
                      <a:pt x="54" y="6"/>
                      <a:pt x="55" y="6"/>
                    </a:cubicBezTo>
                    <a:cubicBezTo>
                      <a:pt x="55" y="1"/>
                      <a:pt x="55" y="1"/>
                      <a:pt x="55" y="1"/>
                    </a:cubicBezTo>
                    <a:cubicBezTo>
                      <a:pt x="54" y="0"/>
                      <a:pt x="54" y="0"/>
                      <a:pt x="53" y="0"/>
                    </a:cubicBezTo>
                    <a:cubicBezTo>
                      <a:pt x="53" y="0"/>
                      <a:pt x="53" y="0"/>
                      <a:pt x="53" y="0"/>
                    </a:cubicBezTo>
                    <a:cubicBezTo>
                      <a:pt x="1" y="0"/>
                      <a:pt x="1" y="0"/>
                      <a:pt x="1" y="0"/>
                    </a:cubicBezTo>
                    <a:cubicBezTo>
                      <a:pt x="0" y="2"/>
                      <a:pt x="0" y="4"/>
                      <a:pt x="0" y="5"/>
                    </a:cubicBezTo>
                    <a:cubicBezTo>
                      <a:pt x="0" y="20"/>
                      <a:pt x="12" y="32"/>
                      <a:pt x="27"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07" name="Rectangle 236"/>
              <p:cNvSpPr>
                <a:spLocks noChangeArrowheads="1"/>
              </p:cNvSpPr>
              <p:nvPr/>
            </p:nvSpPr>
            <p:spPr bwMode="auto">
              <a:xfrm>
                <a:off x="-4738688" y="6826250"/>
                <a:ext cx="217488" cy="19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08" name="Freeform 237"/>
              <p:cNvSpPr>
                <a:spLocks/>
              </p:cNvSpPr>
              <p:nvPr/>
            </p:nvSpPr>
            <p:spPr bwMode="auto">
              <a:xfrm>
                <a:off x="-4689475" y="6589713"/>
                <a:ext cx="41275" cy="101600"/>
              </a:xfrm>
              <a:custGeom>
                <a:avLst/>
                <a:gdLst>
                  <a:gd name="T0" fmla="*/ 4 w 11"/>
                  <a:gd name="T1" fmla="*/ 20 h 27"/>
                  <a:gd name="T2" fmla="*/ 5 w 11"/>
                  <a:gd name="T3" fmla="*/ 25 h 27"/>
                  <a:gd name="T4" fmla="*/ 10 w 11"/>
                  <a:gd name="T5" fmla="*/ 16 h 27"/>
                  <a:gd name="T6" fmla="*/ 7 w 11"/>
                  <a:gd name="T7" fmla="*/ 11 h 27"/>
                  <a:gd name="T8" fmla="*/ 7 w 11"/>
                  <a:gd name="T9" fmla="*/ 7 h 27"/>
                  <a:gd name="T10" fmla="*/ 4 w 11"/>
                  <a:gd name="T11" fmla="*/ 2 h 27"/>
                  <a:gd name="T12" fmla="*/ 2 w 11"/>
                  <a:gd name="T13" fmla="*/ 11 h 27"/>
                  <a:gd name="T14" fmla="*/ 4 w 11"/>
                  <a:gd name="T15" fmla="*/ 20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27">
                    <a:moveTo>
                      <a:pt x="4" y="20"/>
                    </a:moveTo>
                    <a:cubicBezTo>
                      <a:pt x="1" y="21"/>
                      <a:pt x="2" y="27"/>
                      <a:pt x="5" y="25"/>
                    </a:cubicBezTo>
                    <a:cubicBezTo>
                      <a:pt x="9" y="24"/>
                      <a:pt x="11" y="20"/>
                      <a:pt x="10" y="16"/>
                    </a:cubicBezTo>
                    <a:cubicBezTo>
                      <a:pt x="9" y="14"/>
                      <a:pt x="8" y="13"/>
                      <a:pt x="7" y="11"/>
                    </a:cubicBezTo>
                    <a:cubicBezTo>
                      <a:pt x="7" y="10"/>
                      <a:pt x="6" y="8"/>
                      <a:pt x="7" y="7"/>
                    </a:cubicBezTo>
                    <a:cubicBezTo>
                      <a:pt x="10" y="5"/>
                      <a:pt x="7" y="0"/>
                      <a:pt x="4" y="2"/>
                    </a:cubicBezTo>
                    <a:cubicBezTo>
                      <a:pt x="1" y="4"/>
                      <a:pt x="0" y="8"/>
                      <a:pt x="2" y="11"/>
                    </a:cubicBezTo>
                    <a:cubicBezTo>
                      <a:pt x="2" y="13"/>
                      <a:pt x="6" y="19"/>
                      <a:pt x="4"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09" name="Freeform 238"/>
              <p:cNvSpPr>
                <a:spLocks/>
              </p:cNvSpPr>
              <p:nvPr/>
            </p:nvSpPr>
            <p:spPr bwMode="auto">
              <a:xfrm>
                <a:off x="-4633913" y="6589713"/>
                <a:ext cx="41275" cy="101600"/>
              </a:xfrm>
              <a:custGeom>
                <a:avLst/>
                <a:gdLst>
                  <a:gd name="T0" fmla="*/ 4 w 11"/>
                  <a:gd name="T1" fmla="*/ 20 h 27"/>
                  <a:gd name="T2" fmla="*/ 5 w 11"/>
                  <a:gd name="T3" fmla="*/ 25 h 27"/>
                  <a:gd name="T4" fmla="*/ 10 w 11"/>
                  <a:gd name="T5" fmla="*/ 16 h 27"/>
                  <a:gd name="T6" fmla="*/ 7 w 11"/>
                  <a:gd name="T7" fmla="*/ 11 h 27"/>
                  <a:gd name="T8" fmla="*/ 7 w 11"/>
                  <a:gd name="T9" fmla="*/ 7 h 27"/>
                  <a:gd name="T10" fmla="*/ 4 w 11"/>
                  <a:gd name="T11" fmla="*/ 2 h 27"/>
                  <a:gd name="T12" fmla="*/ 2 w 11"/>
                  <a:gd name="T13" fmla="*/ 11 h 27"/>
                  <a:gd name="T14" fmla="*/ 4 w 11"/>
                  <a:gd name="T15" fmla="*/ 20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27">
                    <a:moveTo>
                      <a:pt x="4" y="20"/>
                    </a:moveTo>
                    <a:cubicBezTo>
                      <a:pt x="1" y="21"/>
                      <a:pt x="2" y="27"/>
                      <a:pt x="5" y="25"/>
                    </a:cubicBezTo>
                    <a:cubicBezTo>
                      <a:pt x="9" y="24"/>
                      <a:pt x="11" y="20"/>
                      <a:pt x="10" y="16"/>
                    </a:cubicBezTo>
                    <a:cubicBezTo>
                      <a:pt x="9" y="14"/>
                      <a:pt x="8" y="13"/>
                      <a:pt x="7" y="11"/>
                    </a:cubicBezTo>
                    <a:cubicBezTo>
                      <a:pt x="7" y="10"/>
                      <a:pt x="6" y="8"/>
                      <a:pt x="7" y="7"/>
                    </a:cubicBezTo>
                    <a:cubicBezTo>
                      <a:pt x="10" y="5"/>
                      <a:pt x="7" y="0"/>
                      <a:pt x="4" y="2"/>
                    </a:cubicBezTo>
                    <a:cubicBezTo>
                      <a:pt x="1" y="4"/>
                      <a:pt x="0" y="8"/>
                      <a:pt x="2" y="11"/>
                    </a:cubicBezTo>
                    <a:cubicBezTo>
                      <a:pt x="2" y="13"/>
                      <a:pt x="6" y="19"/>
                      <a:pt x="4"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10" name="Oval 239"/>
              <p:cNvSpPr>
                <a:spLocks noChangeArrowheads="1"/>
              </p:cNvSpPr>
              <p:nvPr/>
            </p:nvSpPr>
            <p:spPr bwMode="auto">
              <a:xfrm>
                <a:off x="-1335088" y="2593975"/>
                <a:ext cx="22225" cy="269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11" name="Oval 240"/>
              <p:cNvSpPr>
                <a:spLocks noChangeArrowheads="1"/>
              </p:cNvSpPr>
              <p:nvPr/>
            </p:nvSpPr>
            <p:spPr bwMode="auto">
              <a:xfrm>
                <a:off x="-1312863" y="2568575"/>
                <a:ext cx="22225" cy="174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12" name="Oval 241"/>
              <p:cNvSpPr>
                <a:spLocks noChangeArrowheads="1"/>
              </p:cNvSpPr>
              <p:nvPr/>
            </p:nvSpPr>
            <p:spPr bwMode="auto">
              <a:xfrm>
                <a:off x="-1331913" y="2533650"/>
                <a:ext cx="14288" cy="158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13" name="Oval 242"/>
              <p:cNvSpPr>
                <a:spLocks noChangeArrowheads="1"/>
              </p:cNvSpPr>
              <p:nvPr/>
            </p:nvSpPr>
            <p:spPr bwMode="auto">
              <a:xfrm>
                <a:off x="-1335088" y="2478087"/>
                <a:ext cx="22225" cy="254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14" name="Freeform 243"/>
              <p:cNvSpPr>
                <a:spLocks noEditPoints="1"/>
              </p:cNvSpPr>
              <p:nvPr/>
            </p:nvSpPr>
            <p:spPr bwMode="auto">
              <a:xfrm>
                <a:off x="-1373188" y="2365375"/>
                <a:ext cx="127000" cy="285750"/>
              </a:xfrm>
              <a:custGeom>
                <a:avLst/>
                <a:gdLst>
                  <a:gd name="T0" fmla="*/ 19 w 34"/>
                  <a:gd name="T1" fmla="*/ 4 h 76"/>
                  <a:gd name="T2" fmla="*/ 18 w 34"/>
                  <a:gd name="T3" fmla="*/ 7 h 76"/>
                  <a:gd name="T4" fmla="*/ 18 w 34"/>
                  <a:gd name="T5" fmla="*/ 11 h 76"/>
                  <a:gd name="T6" fmla="*/ 16 w 34"/>
                  <a:gd name="T7" fmla="*/ 11 h 76"/>
                  <a:gd name="T8" fmla="*/ 16 w 34"/>
                  <a:gd name="T9" fmla="*/ 25 h 76"/>
                  <a:gd name="T10" fmla="*/ 18 w 34"/>
                  <a:gd name="T11" fmla="*/ 25 h 76"/>
                  <a:gd name="T12" fmla="*/ 18 w 34"/>
                  <a:gd name="T13" fmla="*/ 35 h 76"/>
                  <a:gd name="T14" fmla="*/ 18 w 34"/>
                  <a:gd name="T15" fmla="*/ 39 h 76"/>
                  <a:gd name="T16" fmla="*/ 21 w 34"/>
                  <a:gd name="T17" fmla="*/ 42 h 76"/>
                  <a:gd name="T18" fmla="*/ 21 w 34"/>
                  <a:gd name="T19" fmla="*/ 42 h 76"/>
                  <a:gd name="T20" fmla="*/ 24 w 34"/>
                  <a:gd name="T21" fmla="*/ 39 h 76"/>
                  <a:gd name="T22" fmla="*/ 24 w 34"/>
                  <a:gd name="T23" fmla="*/ 25 h 76"/>
                  <a:gd name="T24" fmla="*/ 26 w 34"/>
                  <a:gd name="T25" fmla="*/ 25 h 76"/>
                  <a:gd name="T26" fmla="*/ 26 w 34"/>
                  <a:gd name="T27" fmla="*/ 25 h 76"/>
                  <a:gd name="T28" fmla="*/ 26 w 34"/>
                  <a:gd name="T29" fmla="*/ 69 h 76"/>
                  <a:gd name="T30" fmla="*/ 16 w 34"/>
                  <a:gd name="T31" fmla="*/ 69 h 76"/>
                  <a:gd name="T32" fmla="*/ 16 w 34"/>
                  <a:gd name="T33" fmla="*/ 76 h 76"/>
                  <a:gd name="T34" fmla="*/ 32 w 34"/>
                  <a:gd name="T35" fmla="*/ 76 h 76"/>
                  <a:gd name="T36" fmla="*/ 32 w 34"/>
                  <a:gd name="T37" fmla="*/ 11 h 76"/>
                  <a:gd name="T38" fmla="*/ 24 w 34"/>
                  <a:gd name="T39" fmla="*/ 11 h 76"/>
                  <a:gd name="T40" fmla="*/ 24 w 34"/>
                  <a:gd name="T41" fmla="*/ 8 h 76"/>
                  <a:gd name="T42" fmla="*/ 31 w 34"/>
                  <a:gd name="T43" fmla="*/ 6 h 76"/>
                  <a:gd name="T44" fmla="*/ 34 w 34"/>
                  <a:gd name="T45" fmla="*/ 3 h 76"/>
                  <a:gd name="T46" fmla="*/ 30 w 34"/>
                  <a:gd name="T47" fmla="*/ 0 h 76"/>
                  <a:gd name="T48" fmla="*/ 21 w 34"/>
                  <a:gd name="T49" fmla="*/ 3 h 76"/>
                  <a:gd name="T50" fmla="*/ 19 w 34"/>
                  <a:gd name="T51" fmla="*/ 4 h 76"/>
                  <a:gd name="T52" fmla="*/ 16 w 34"/>
                  <a:gd name="T53" fmla="*/ 11 h 76"/>
                  <a:gd name="T54" fmla="*/ 0 w 34"/>
                  <a:gd name="T55" fmla="*/ 11 h 76"/>
                  <a:gd name="T56" fmla="*/ 0 w 34"/>
                  <a:gd name="T57" fmla="*/ 76 h 76"/>
                  <a:gd name="T58" fmla="*/ 16 w 34"/>
                  <a:gd name="T59" fmla="*/ 76 h 76"/>
                  <a:gd name="T60" fmla="*/ 16 w 34"/>
                  <a:gd name="T61" fmla="*/ 69 h 76"/>
                  <a:gd name="T62" fmla="*/ 7 w 34"/>
                  <a:gd name="T63" fmla="*/ 69 h 76"/>
                  <a:gd name="T64" fmla="*/ 7 w 34"/>
                  <a:gd name="T65" fmla="*/ 25 h 76"/>
                  <a:gd name="T66" fmla="*/ 16 w 34"/>
                  <a:gd name="T67" fmla="*/ 25 h 76"/>
                  <a:gd name="T68" fmla="*/ 16 w 34"/>
                  <a:gd name="T69" fmla="*/ 1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4" h="76">
                    <a:moveTo>
                      <a:pt x="19" y="4"/>
                    </a:moveTo>
                    <a:cubicBezTo>
                      <a:pt x="18" y="5"/>
                      <a:pt x="18" y="6"/>
                      <a:pt x="18" y="7"/>
                    </a:cubicBezTo>
                    <a:cubicBezTo>
                      <a:pt x="18" y="7"/>
                      <a:pt x="18" y="9"/>
                      <a:pt x="18" y="11"/>
                    </a:cubicBezTo>
                    <a:cubicBezTo>
                      <a:pt x="16" y="11"/>
                      <a:pt x="16" y="11"/>
                      <a:pt x="16" y="11"/>
                    </a:cubicBezTo>
                    <a:cubicBezTo>
                      <a:pt x="16" y="25"/>
                      <a:pt x="16" y="25"/>
                      <a:pt x="16" y="25"/>
                    </a:cubicBezTo>
                    <a:cubicBezTo>
                      <a:pt x="18" y="25"/>
                      <a:pt x="18" y="25"/>
                      <a:pt x="18" y="25"/>
                    </a:cubicBezTo>
                    <a:cubicBezTo>
                      <a:pt x="18" y="30"/>
                      <a:pt x="18" y="34"/>
                      <a:pt x="18" y="35"/>
                    </a:cubicBezTo>
                    <a:cubicBezTo>
                      <a:pt x="18" y="36"/>
                      <a:pt x="18" y="39"/>
                      <a:pt x="18" y="39"/>
                    </a:cubicBezTo>
                    <a:cubicBezTo>
                      <a:pt x="18" y="41"/>
                      <a:pt x="19" y="42"/>
                      <a:pt x="21" y="42"/>
                    </a:cubicBezTo>
                    <a:cubicBezTo>
                      <a:pt x="21" y="42"/>
                      <a:pt x="21" y="42"/>
                      <a:pt x="21" y="42"/>
                    </a:cubicBezTo>
                    <a:cubicBezTo>
                      <a:pt x="23" y="42"/>
                      <a:pt x="24" y="41"/>
                      <a:pt x="24" y="39"/>
                    </a:cubicBezTo>
                    <a:cubicBezTo>
                      <a:pt x="24" y="25"/>
                      <a:pt x="24" y="25"/>
                      <a:pt x="24" y="25"/>
                    </a:cubicBezTo>
                    <a:cubicBezTo>
                      <a:pt x="26" y="25"/>
                      <a:pt x="26" y="25"/>
                      <a:pt x="26" y="25"/>
                    </a:cubicBezTo>
                    <a:cubicBezTo>
                      <a:pt x="26" y="25"/>
                      <a:pt x="26" y="25"/>
                      <a:pt x="26" y="25"/>
                    </a:cubicBezTo>
                    <a:cubicBezTo>
                      <a:pt x="26" y="69"/>
                      <a:pt x="26" y="69"/>
                      <a:pt x="26" y="69"/>
                    </a:cubicBezTo>
                    <a:cubicBezTo>
                      <a:pt x="16" y="69"/>
                      <a:pt x="16" y="69"/>
                      <a:pt x="16" y="69"/>
                    </a:cubicBezTo>
                    <a:cubicBezTo>
                      <a:pt x="16" y="76"/>
                      <a:pt x="16" y="76"/>
                      <a:pt x="16" y="76"/>
                    </a:cubicBezTo>
                    <a:cubicBezTo>
                      <a:pt x="32" y="76"/>
                      <a:pt x="32" y="76"/>
                      <a:pt x="32" y="76"/>
                    </a:cubicBezTo>
                    <a:cubicBezTo>
                      <a:pt x="32" y="11"/>
                      <a:pt x="32" y="11"/>
                      <a:pt x="32" y="11"/>
                    </a:cubicBezTo>
                    <a:cubicBezTo>
                      <a:pt x="24" y="11"/>
                      <a:pt x="24" y="11"/>
                      <a:pt x="24" y="11"/>
                    </a:cubicBezTo>
                    <a:cubicBezTo>
                      <a:pt x="24" y="8"/>
                      <a:pt x="24" y="8"/>
                      <a:pt x="24" y="8"/>
                    </a:cubicBezTo>
                    <a:cubicBezTo>
                      <a:pt x="31" y="6"/>
                      <a:pt x="31" y="6"/>
                      <a:pt x="31" y="6"/>
                    </a:cubicBezTo>
                    <a:cubicBezTo>
                      <a:pt x="33" y="6"/>
                      <a:pt x="34" y="4"/>
                      <a:pt x="34" y="3"/>
                    </a:cubicBezTo>
                    <a:cubicBezTo>
                      <a:pt x="33" y="1"/>
                      <a:pt x="32" y="0"/>
                      <a:pt x="30" y="0"/>
                    </a:cubicBezTo>
                    <a:cubicBezTo>
                      <a:pt x="30" y="1"/>
                      <a:pt x="22" y="2"/>
                      <a:pt x="21" y="3"/>
                    </a:cubicBezTo>
                    <a:cubicBezTo>
                      <a:pt x="20" y="3"/>
                      <a:pt x="19" y="3"/>
                      <a:pt x="19" y="4"/>
                    </a:cubicBezTo>
                    <a:close/>
                    <a:moveTo>
                      <a:pt x="16" y="11"/>
                    </a:moveTo>
                    <a:cubicBezTo>
                      <a:pt x="0" y="11"/>
                      <a:pt x="0" y="11"/>
                      <a:pt x="0" y="11"/>
                    </a:cubicBezTo>
                    <a:cubicBezTo>
                      <a:pt x="0" y="76"/>
                      <a:pt x="0" y="76"/>
                      <a:pt x="0" y="76"/>
                    </a:cubicBezTo>
                    <a:cubicBezTo>
                      <a:pt x="16" y="76"/>
                      <a:pt x="16" y="76"/>
                      <a:pt x="16" y="76"/>
                    </a:cubicBezTo>
                    <a:cubicBezTo>
                      <a:pt x="16" y="69"/>
                      <a:pt x="16" y="69"/>
                      <a:pt x="16" y="69"/>
                    </a:cubicBezTo>
                    <a:cubicBezTo>
                      <a:pt x="7" y="69"/>
                      <a:pt x="7" y="69"/>
                      <a:pt x="7" y="69"/>
                    </a:cubicBezTo>
                    <a:cubicBezTo>
                      <a:pt x="7" y="25"/>
                      <a:pt x="7" y="25"/>
                      <a:pt x="7" y="25"/>
                    </a:cubicBezTo>
                    <a:cubicBezTo>
                      <a:pt x="16" y="25"/>
                      <a:pt x="16" y="25"/>
                      <a:pt x="16" y="25"/>
                    </a:cubicBezTo>
                    <a:lnTo>
                      <a:pt x="16"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15" name="Freeform 244"/>
              <p:cNvSpPr>
                <a:spLocks noEditPoints="1"/>
              </p:cNvSpPr>
              <p:nvPr/>
            </p:nvSpPr>
            <p:spPr bwMode="auto">
              <a:xfrm>
                <a:off x="-5715000" y="2214562"/>
                <a:ext cx="209550" cy="211138"/>
              </a:xfrm>
              <a:custGeom>
                <a:avLst/>
                <a:gdLst>
                  <a:gd name="T0" fmla="*/ 28 w 56"/>
                  <a:gd name="T1" fmla="*/ 56 h 56"/>
                  <a:gd name="T2" fmla="*/ 32 w 56"/>
                  <a:gd name="T3" fmla="*/ 56 h 56"/>
                  <a:gd name="T4" fmla="*/ 32 w 56"/>
                  <a:gd name="T5" fmla="*/ 51 h 56"/>
                  <a:gd name="T6" fmla="*/ 42 w 56"/>
                  <a:gd name="T7" fmla="*/ 48 h 56"/>
                  <a:gd name="T8" fmla="*/ 44 w 56"/>
                  <a:gd name="T9" fmla="*/ 51 h 56"/>
                  <a:gd name="T10" fmla="*/ 51 w 56"/>
                  <a:gd name="T11" fmla="*/ 44 h 56"/>
                  <a:gd name="T12" fmla="*/ 48 w 56"/>
                  <a:gd name="T13" fmla="*/ 42 h 56"/>
                  <a:gd name="T14" fmla="*/ 51 w 56"/>
                  <a:gd name="T15" fmla="*/ 32 h 56"/>
                  <a:gd name="T16" fmla="*/ 56 w 56"/>
                  <a:gd name="T17" fmla="*/ 32 h 56"/>
                  <a:gd name="T18" fmla="*/ 56 w 56"/>
                  <a:gd name="T19" fmla="*/ 24 h 56"/>
                  <a:gd name="T20" fmla="*/ 51 w 56"/>
                  <a:gd name="T21" fmla="*/ 24 h 56"/>
                  <a:gd name="T22" fmla="*/ 48 w 56"/>
                  <a:gd name="T23" fmla="*/ 14 h 56"/>
                  <a:gd name="T24" fmla="*/ 51 w 56"/>
                  <a:gd name="T25" fmla="*/ 11 h 56"/>
                  <a:gd name="T26" fmla="*/ 44 w 56"/>
                  <a:gd name="T27" fmla="*/ 5 h 56"/>
                  <a:gd name="T28" fmla="*/ 42 w 56"/>
                  <a:gd name="T29" fmla="*/ 8 h 56"/>
                  <a:gd name="T30" fmla="*/ 32 w 56"/>
                  <a:gd name="T31" fmla="*/ 4 h 56"/>
                  <a:gd name="T32" fmla="*/ 32 w 56"/>
                  <a:gd name="T33" fmla="*/ 0 h 56"/>
                  <a:gd name="T34" fmla="*/ 28 w 56"/>
                  <a:gd name="T35" fmla="*/ 0 h 56"/>
                  <a:gd name="T36" fmla="*/ 28 w 56"/>
                  <a:gd name="T37" fmla="*/ 10 h 56"/>
                  <a:gd name="T38" fmla="*/ 46 w 56"/>
                  <a:gd name="T39" fmla="*/ 28 h 56"/>
                  <a:gd name="T40" fmla="*/ 28 w 56"/>
                  <a:gd name="T41" fmla="*/ 46 h 56"/>
                  <a:gd name="T42" fmla="*/ 28 w 56"/>
                  <a:gd name="T43" fmla="*/ 56 h 56"/>
                  <a:gd name="T44" fmla="*/ 8 w 56"/>
                  <a:gd name="T45" fmla="*/ 42 h 56"/>
                  <a:gd name="T46" fmla="*/ 5 w 56"/>
                  <a:gd name="T47" fmla="*/ 44 h 56"/>
                  <a:gd name="T48" fmla="*/ 11 w 56"/>
                  <a:gd name="T49" fmla="*/ 51 h 56"/>
                  <a:gd name="T50" fmla="*/ 14 w 56"/>
                  <a:gd name="T51" fmla="*/ 48 h 56"/>
                  <a:gd name="T52" fmla="*/ 24 w 56"/>
                  <a:gd name="T53" fmla="*/ 51 h 56"/>
                  <a:gd name="T54" fmla="*/ 24 w 56"/>
                  <a:gd name="T55" fmla="*/ 56 h 56"/>
                  <a:gd name="T56" fmla="*/ 28 w 56"/>
                  <a:gd name="T57" fmla="*/ 56 h 56"/>
                  <a:gd name="T58" fmla="*/ 28 w 56"/>
                  <a:gd name="T59" fmla="*/ 46 h 56"/>
                  <a:gd name="T60" fmla="*/ 28 w 56"/>
                  <a:gd name="T61" fmla="*/ 46 h 56"/>
                  <a:gd name="T62" fmla="*/ 10 w 56"/>
                  <a:gd name="T63" fmla="*/ 28 h 56"/>
                  <a:gd name="T64" fmla="*/ 28 w 56"/>
                  <a:gd name="T65" fmla="*/ 10 h 56"/>
                  <a:gd name="T66" fmla="*/ 28 w 56"/>
                  <a:gd name="T67" fmla="*/ 10 h 56"/>
                  <a:gd name="T68" fmla="*/ 28 w 56"/>
                  <a:gd name="T69" fmla="*/ 10 h 56"/>
                  <a:gd name="T70" fmla="*/ 28 w 56"/>
                  <a:gd name="T71" fmla="*/ 0 h 56"/>
                  <a:gd name="T72" fmla="*/ 24 w 56"/>
                  <a:gd name="T73" fmla="*/ 0 h 56"/>
                  <a:gd name="T74" fmla="*/ 24 w 56"/>
                  <a:gd name="T75" fmla="*/ 4 h 56"/>
                  <a:gd name="T76" fmla="*/ 14 w 56"/>
                  <a:gd name="T77" fmla="*/ 8 h 56"/>
                  <a:gd name="T78" fmla="*/ 11 w 56"/>
                  <a:gd name="T79" fmla="*/ 5 h 56"/>
                  <a:gd name="T80" fmla="*/ 5 w 56"/>
                  <a:gd name="T81" fmla="*/ 11 h 56"/>
                  <a:gd name="T82" fmla="*/ 8 w 56"/>
                  <a:gd name="T83" fmla="*/ 14 h 56"/>
                  <a:gd name="T84" fmla="*/ 4 w 56"/>
                  <a:gd name="T85" fmla="*/ 24 h 56"/>
                  <a:gd name="T86" fmla="*/ 0 w 56"/>
                  <a:gd name="T87" fmla="*/ 24 h 56"/>
                  <a:gd name="T88" fmla="*/ 0 w 56"/>
                  <a:gd name="T89" fmla="*/ 32 h 56"/>
                  <a:gd name="T90" fmla="*/ 4 w 56"/>
                  <a:gd name="T91" fmla="*/ 32 h 56"/>
                  <a:gd name="T92" fmla="*/ 8 w 56"/>
                  <a:gd name="T93" fmla="*/ 42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6" h="56">
                    <a:moveTo>
                      <a:pt x="28" y="56"/>
                    </a:moveTo>
                    <a:cubicBezTo>
                      <a:pt x="32" y="56"/>
                      <a:pt x="32" y="56"/>
                      <a:pt x="32" y="56"/>
                    </a:cubicBezTo>
                    <a:cubicBezTo>
                      <a:pt x="32" y="51"/>
                      <a:pt x="32" y="51"/>
                      <a:pt x="32" y="51"/>
                    </a:cubicBezTo>
                    <a:cubicBezTo>
                      <a:pt x="36" y="51"/>
                      <a:pt x="39" y="50"/>
                      <a:pt x="42" y="48"/>
                    </a:cubicBezTo>
                    <a:cubicBezTo>
                      <a:pt x="44" y="51"/>
                      <a:pt x="44" y="51"/>
                      <a:pt x="44" y="51"/>
                    </a:cubicBezTo>
                    <a:cubicBezTo>
                      <a:pt x="51" y="44"/>
                      <a:pt x="51" y="44"/>
                      <a:pt x="51" y="44"/>
                    </a:cubicBezTo>
                    <a:cubicBezTo>
                      <a:pt x="48" y="42"/>
                      <a:pt x="48" y="42"/>
                      <a:pt x="48" y="42"/>
                    </a:cubicBezTo>
                    <a:cubicBezTo>
                      <a:pt x="50" y="39"/>
                      <a:pt x="51" y="36"/>
                      <a:pt x="51" y="32"/>
                    </a:cubicBezTo>
                    <a:cubicBezTo>
                      <a:pt x="56" y="32"/>
                      <a:pt x="56" y="32"/>
                      <a:pt x="56" y="32"/>
                    </a:cubicBezTo>
                    <a:cubicBezTo>
                      <a:pt x="56" y="24"/>
                      <a:pt x="56" y="24"/>
                      <a:pt x="56" y="24"/>
                    </a:cubicBezTo>
                    <a:cubicBezTo>
                      <a:pt x="51" y="24"/>
                      <a:pt x="51" y="24"/>
                      <a:pt x="51" y="24"/>
                    </a:cubicBezTo>
                    <a:cubicBezTo>
                      <a:pt x="51" y="20"/>
                      <a:pt x="50" y="17"/>
                      <a:pt x="48" y="14"/>
                    </a:cubicBezTo>
                    <a:cubicBezTo>
                      <a:pt x="51" y="11"/>
                      <a:pt x="51" y="11"/>
                      <a:pt x="51" y="11"/>
                    </a:cubicBezTo>
                    <a:cubicBezTo>
                      <a:pt x="44" y="5"/>
                      <a:pt x="44" y="5"/>
                      <a:pt x="44" y="5"/>
                    </a:cubicBezTo>
                    <a:cubicBezTo>
                      <a:pt x="42" y="8"/>
                      <a:pt x="42" y="8"/>
                      <a:pt x="42" y="8"/>
                    </a:cubicBezTo>
                    <a:cubicBezTo>
                      <a:pt x="39" y="6"/>
                      <a:pt x="36" y="5"/>
                      <a:pt x="32" y="4"/>
                    </a:cubicBezTo>
                    <a:cubicBezTo>
                      <a:pt x="32" y="0"/>
                      <a:pt x="32" y="0"/>
                      <a:pt x="32" y="0"/>
                    </a:cubicBezTo>
                    <a:cubicBezTo>
                      <a:pt x="28" y="0"/>
                      <a:pt x="28" y="0"/>
                      <a:pt x="28" y="0"/>
                    </a:cubicBezTo>
                    <a:cubicBezTo>
                      <a:pt x="28" y="10"/>
                      <a:pt x="28" y="10"/>
                      <a:pt x="28" y="10"/>
                    </a:cubicBezTo>
                    <a:cubicBezTo>
                      <a:pt x="38" y="10"/>
                      <a:pt x="46" y="18"/>
                      <a:pt x="46" y="28"/>
                    </a:cubicBezTo>
                    <a:cubicBezTo>
                      <a:pt x="46" y="38"/>
                      <a:pt x="38" y="46"/>
                      <a:pt x="28" y="46"/>
                    </a:cubicBezTo>
                    <a:lnTo>
                      <a:pt x="28" y="56"/>
                    </a:lnTo>
                    <a:close/>
                    <a:moveTo>
                      <a:pt x="8" y="42"/>
                    </a:moveTo>
                    <a:cubicBezTo>
                      <a:pt x="5" y="44"/>
                      <a:pt x="5" y="44"/>
                      <a:pt x="5" y="44"/>
                    </a:cubicBezTo>
                    <a:cubicBezTo>
                      <a:pt x="11" y="51"/>
                      <a:pt x="11" y="51"/>
                      <a:pt x="11" y="51"/>
                    </a:cubicBezTo>
                    <a:cubicBezTo>
                      <a:pt x="14" y="48"/>
                      <a:pt x="14" y="48"/>
                      <a:pt x="14" y="48"/>
                    </a:cubicBezTo>
                    <a:cubicBezTo>
                      <a:pt x="17" y="50"/>
                      <a:pt x="20" y="51"/>
                      <a:pt x="24" y="51"/>
                    </a:cubicBezTo>
                    <a:cubicBezTo>
                      <a:pt x="24" y="56"/>
                      <a:pt x="24" y="56"/>
                      <a:pt x="24" y="56"/>
                    </a:cubicBezTo>
                    <a:cubicBezTo>
                      <a:pt x="28" y="56"/>
                      <a:pt x="28" y="56"/>
                      <a:pt x="28" y="56"/>
                    </a:cubicBezTo>
                    <a:cubicBezTo>
                      <a:pt x="28" y="46"/>
                      <a:pt x="28" y="46"/>
                      <a:pt x="28" y="46"/>
                    </a:cubicBezTo>
                    <a:cubicBezTo>
                      <a:pt x="28" y="46"/>
                      <a:pt x="28" y="46"/>
                      <a:pt x="28" y="46"/>
                    </a:cubicBezTo>
                    <a:cubicBezTo>
                      <a:pt x="18" y="46"/>
                      <a:pt x="10" y="38"/>
                      <a:pt x="10" y="28"/>
                    </a:cubicBezTo>
                    <a:cubicBezTo>
                      <a:pt x="10" y="18"/>
                      <a:pt x="18" y="10"/>
                      <a:pt x="28" y="10"/>
                    </a:cubicBezTo>
                    <a:cubicBezTo>
                      <a:pt x="28" y="10"/>
                      <a:pt x="28" y="10"/>
                      <a:pt x="28" y="10"/>
                    </a:cubicBezTo>
                    <a:cubicBezTo>
                      <a:pt x="28" y="10"/>
                      <a:pt x="28" y="10"/>
                      <a:pt x="28" y="10"/>
                    </a:cubicBezTo>
                    <a:cubicBezTo>
                      <a:pt x="28" y="0"/>
                      <a:pt x="28" y="0"/>
                      <a:pt x="28" y="0"/>
                    </a:cubicBezTo>
                    <a:cubicBezTo>
                      <a:pt x="24" y="0"/>
                      <a:pt x="24" y="0"/>
                      <a:pt x="24" y="0"/>
                    </a:cubicBezTo>
                    <a:cubicBezTo>
                      <a:pt x="24" y="4"/>
                      <a:pt x="24" y="4"/>
                      <a:pt x="24" y="4"/>
                    </a:cubicBezTo>
                    <a:cubicBezTo>
                      <a:pt x="20" y="5"/>
                      <a:pt x="17" y="6"/>
                      <a:pt x="14" y="8"/>
                    </a:cubicBezTo>
                    <a:cubicBezTo>
                      <a:pt x="11" y="5"/>
                      <a:pt x="11" y="5"/>
                      <a:pt x="11" y="5"/>
                    </a:cubicBezTo>
                    <a:cubicBezTo>
                      <a:pt x="5" y="11"/>
                      <a:pt x="5" y="11"/>
                      <a:pt x="5" y="11"/>
                    </a:cubicBezTo>
                    <a:cubicBezTo>
                      <a:pt x="8" y="14"/>
                      <a:pt x="8" y="14"/>
                      <a:pt x="8" y="14"/>
                    </a:cubicBezTo>
                    <a:cubicBezTo>
                      <a:pt x="6" y="17"/>
                      <a:pt x="5" y="20"/>
                      <a:pt x="4" y="24"/>
                    </a:cubicBezTo>
                    <a:cubicBezTo>
                      <a:pt x="0" y="24"/>
                      <a:pt x="0" y="24"/>
                      <a:pt x="0" y="24"/>
                    </a:cubicBezTo>
                    <a:cubicBezTo>
                      <a:pt x="0" y="32"/>
                      <a:pt x="0" y="32"/>
                      <a:pt x="0" y="32"/>
                    </a:cubicBezTo>
                    <a:cubicBezTo>
                      <a:pt x="4" y="32"/>
                      <a:pt x="4" y="32"/>
                      <a:pt x="4" y="32"/>
                    </a:cubicBezTo>
                    <a:cubicBezTo>
                      <a:pt x="5" y="36"/>
                      <a:pt x="6" y="39"/>
                      <a:pt x="8" y="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16" name="Oval 245"/>
              <p:cNvSpPr>
                <a:spLocks noChangeArrowheads="1"/>
              </p:cNvSpPr>
              <p:nvPr/>
            </p:nvSpPr>
            <p:spPr bwMode="auto">
              <a:xfrm>
                <a:off x="-4352925" y="3479800"/>
                <a:ext cx="150813" cy="15081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17" name="Rectangle 246"/>
              <p:cNvSpPr>
                <a:spLocks noChangeArrowheads="1"/>
              </p:cNvSpPr>
              <p:nvPr/>
            </p:nvSpPr>
            <p:spPr bwMode="auto">
              <a:xfrm>
                <a:off x="-4284663" y="3443287"/>
                <a:ext cx="19050" cy="254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18" name="Rectangle 247"/>
              <p:cNvSpPr>
                <a:spLocks noChangeArrowheads="1"/>
              </p:cNvSpPr>
              <p:nvPr/>
            </p:nvSpPr>
            <p:spPr bwMode="auto">
              <a:xfrm>
                <a:off x="-4191000" y="3544887"/>
                <a:ext cx="26988" cy="17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19" name="Rectangle 248"/>
              <p:cNvSpPr>
                <a:spLocks noChangeArrowheads="1"/>
              </p:cNvSpPr>
              <p:nvPr/>
            </p:nvSpPr>
            <p:spPr bwMode="auto">
              <a:xfrm>
                <a:off x="-4284663" y="3641725"/>
                <a:ext cx="19050" cy="269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20" name="Rectangle 249"/>
              <p:cNvSpPr>
                <a:spLocks noChangeArrowheads="1"/>
              </p:cNvSpPr>
              <p:nvPr/>
            </p:nvSpPr>
            <p:spPr bwMode="auto">
              <a:xfrm>
                <a:off x="-4389438" y="3544887"/>
                <a:ext cx="25400" cy="17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21" name="Freeform 250"/>
              <p:cNvSpPr>
                <a:spLocks/>
              </p:cNvSpPr>
              <p:nvPr/>
            </p:nvSpPr>
            <p:spPr bwMode="auto">
              <a:xfrm>
                <a:off x="-4221163" y="3468687"/>
                <a:ext cx="30163" cy="30163"/>
              </a:xfrm>
              <a:custGeom>
                <a:avLst/>
                <a:gdLst>
                  <a:gd name="T0" fmla="*/ 19 w 19"/>
                  <a:gd name="T1" fmla="*/ 7 h 19"/>
                  <a:gd name="T2" fmla="*/ 7 w 19"/>
                  <a:gd name="T3" fmla="*/ 19 h 19"/>
                  <a:gd name="T4" fmla="*/ 0 w 19"/>
                  <a:gd name="T5" fmla="*/ 12 h 19"/>
                  <a:gd name="T6" fmla="*/ 12 w 19"/>
                  <a:gd name="T7" fmla="*/ 0 h 19"/>
                  <a:gd name="T8" fmla="*/ 19 w 19"/>
                  <a:gd name="T9" fmla="*/ 7 h 19"/>
                </a:gdLst>
                <a:ahLst/>
                <a:cxnLst>
                  <a:cxn ang="0">
                    <a:pos x="T0" y="T1"/>
                  </a:cxn>
                  <a:cxn ang="0">
                    <a:pos x="T2" y="T3"/>
                  </a:cxn>
                  <a:cxn ang="0">
                    <a:pos x="T4" y="T5"/>
                  </a:cxn>
                  <a:cxn ang="0">
                    <a:pos x="T6" y="T7"/>
                  </a:cxn>
                  <a:cxn ang="0">
                    <a:pos x="T8" y="T9"/>
                  </a:cxn>
                </a:cxnLst>
                <a:rect l="0" t="0" r="r" b="b"/>
                <a:pathLst>
                  <a:path w="19" h="19">
                    <a:moveTo>
                      <a:pt x="19" y="7"/>
                    </a:moveTo>
                    <a:lnTo>
                      <a:pt x="7" y="19"/>
                    </a:lnTo>
                    <a:lnTo>
                      <a:pt x="0" y="12"/>
                    </a:lnTo>
                    <a:lnTo>
                      <a:pt x="12" y="0"/>
                    </a:lnTo>
                    <a:lnTo>
                      <a:pt x="19"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22" name="Freeform 251"/>
              <p:cNvSpPr>
                <a:spLocks/>
              </p:cNvSpPr>
              <p:nvPr/>
            </p:nvSpPr>
            <p:spPr bwMode="auto">
              <a:xfrm>
                <a:off x="-4221163" y="3608387"/>
                <a:ext cx="30163" cy="33338"/>
              </a:xfrm>
              <a:custGeom>
                <a:avLst/>
                <a:gdLst>
                  <a:gd name="T0" fmla="*/ 7 w 19"/>
                  <a:gd name="T1" fmla="*/ 0 h 21"/>
                  <a:gd name="T2" fmla="*/ 19 w 19"/>
                  <a:gd name="T3" fmla="*/ 12 h 21"/>
                  <a:gd name="T4" fmla="*/ 12 w 19"/>
                  <a:gd name="T5" fmla="*/ 21 h 21"/>
                  <a:gd name="T6" fmla="*/ 0 w 19"/>
                  <a:gd name="T7" fmla="*/ 9 h 21"/>
                  <a:gd name="T8" fmla="*/ 7 w 19"/>
                  <a:gd name="T9" fmla="*/ 0 h 21"/>
                </a:gdLst>
                <a:ahLst/>
                <a:cxnLst>
                  <a:cxn ang="0">
                    <a:pos x="T0" y="T1"/>
                  </a:cxn>
                  <a:cxn ang="0">
                    <a:pos x="T2" y="T3"/>
                  </a:cxn>
                  <a:cxn ang="0">
                    <a:pos x="T4" y="T5"/>
                  </a:cxn>
                  <a:cxn ang="0">
                    <a:pos x="T6" y="T7"/>
                  </a:cxn>
                  <a:cxn ang="0">
                    <a:pos x="T8" y="T9"/>
                  </a:cxn>
                </a:cxnLst>
                <a:rect l="0" t="0" r="r" b="b"/>
                <a:pathLst>
                  <a:path w="19" h="21">
                    <a:moveTo>
                      <a:pt x="7" y="0"/>
                    </a:moveTo>
                    <a:lnTo>
                      <a:pt x="19" y="12"/>
                    </a:lnTo>
                    <a:lnTo>
                      <a:pt x="12" y="21"/>
                    </a:lnTo>
                    <a:lnTo>
                      <a:pt x="0" y="9"/>
                    </a:lnTo>
                    <a:lnTo>
                      <a:pt x="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23" name="Freeform 252"/>
              <p:cNvSpPr>
                <a:spLocks/>
              </p:cNvSpPr>
              <p:nvPr/>
            </p:nvSpPr>
            <p:spPr bwMode="auto">
              <a:xfrm>
                <a:off x="-4364038" y="3608387"/>
                <a:ext cx="34925" cy="33338"/>
              </a:xfrm>
              <a:custGeom>
                <a:avLst/>
                <a:gdLst>
                  <a:gd name="T0" fmla="*/ 12 w 22"/>
                  <a:gd name="T1" fmla="*/ 0 h 21"/>
                  <a:gd name="T2" fmla="*/ 22 w 22"/>
                  <a:gd name="T3" fmla="*/ 9 h 21"/>
                  <a:gd name="T4" fmla="*/ 10 w 22"/>
                  <a:gd name="T5" fmla="*/ 21 h 21"/>
                  <a:gd name="T6" fmla="*/ 0 w 22"/>
                  <a:gd name="T7" fmla="*/ 12 h 21"/>
                  <a:gd name="T8" fmla="*/ 12 w 22"/>
                  <a:gd name="T9" fmla="*/ 0 h 21"/>
                </a:gdLst>
                <a:ahLst/>
                <a:cxnLst>
                  <a:cxn ang="0">
                    <a:pos x="T0" y="T1"/>
                  </a:cxn>
                  <a:cxn ang="0">
                    <a:pos x="T2" y="T3"/>
                  </a:cxn>
                  <a:cxn ang="0">
                    <a:pos x="T4" y="T5"/>
                  </a:cxn>
                  <a:cxn ang="0">
                    <a:pos x="T6" y="T7"/>
                  </a:cxn>
                  <a:cxn ang="0">
                    <a:pos x="T8" y="T9"/>
                  </a:cxn>
                </a:cxnLst>
                <a:rect l="0" t="0" r="r" b="b"/>
                <a:pathLst>
                  <a:path w="22" h="21">
                    <a:moveTo>
                      <a:pt x="12" y="0"/>
                    </a:moveTo>
                    <a:lnTo>
                      <a:pt x="22" y="9"/>
                    </a:lnTo>
                    <a:lnTo>
                      <a:pt x="10" y="21"/>
                    </a:lnTo>
                    <a:lnTo>
                      <a:pt x="0" y="12"/>
                    </a:lnTo>
                    <a:lnTo>
                      <a:pt x="1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24" name="Freeform 253"/>
              <p:cNvSpPr>
                <a:spLocks/>
              </p:cNvSpPr>
              <p:nvPr/>
            </p:nvSpPr>
            <p:spPr bwMode="auto">
              <a:xfrm>
                <a:off x="-4364038" y="3468687"/>
                <a:ext cx="34925" cy="30163"/>
              </a:xfrm>
              <a:custGeom>
                <a:avLst/>
                <a:gdLst>
                  <a:gd name="T0" fmla="*/ 22 w 22"/>
                  <a:gd name="T1" fmla="*/ 12 h 19"/>
                  <a:gd name="T2" fmla="*/ 12 w 22"/>
                  <a:gd name="T3" fmla="*/ 19 h 19"/>
                  <a:gd name="T4" fmla="*/ 0 w 22"/>
                  <a:gd name="T5" fmla="*/ 7 h 19"/>
                  <a:gd name="T6" fmla="*/ 10 w 22"/>
                  <a:gd name="T7" fmla="*/ 0 h 19"/>
                  <a:gd name="T8" fmla="*/ 22 w 22"/>
                  <a:gd name="T9" fmla="*/ 12 h 19"/>
                </a:gdLst>
                <a:ahLst/>
                <a:cxnLst>
                  <a:cxn ang="0">
                    <a:pos x="T0" y="T1"/>
                  </a:cxn>
                  <a:cxn ang="0">
                    <a:pos x="T2" y="T3"/>
                  </a:cxn>
                  <a:cxn ang="0">
                    <a:pos x="T4" y="T5"/>
                  </a:cxn>
                  <a:cxn ang="0">
                    <a:pos x="T6" y="T7"/>
                  </a:cxn>
                  <a:cxn ang="0">
                    <a:pos x="T8" y="T9"/>
                  </a:cxn>
                </a:cxnLst>
                <a:rect l="0" t="0" r="r" b="b"/>
                <a:pathLst>
                  <a:path w="22" h="19">
                    <a:moveTo>
                      <a:pt x="22" y="12"/>
                    </a:moveTo>
                    <a:lnTo>
                      <a:pt x="12" y="19"/>
                    </a:lnTo>
                    <a:lnTo>
                      <a:pt x="0" y="7"/>
                    </a:lnTo>
                    <a:lnTo>
                      <a:pt x="10" y="0"/>
                    </a:lnTo>
                    <a:lnTo>
                      <a:pt x="22"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25" name="Freeform 254"/>
              <p:cNvSpPr>
                <a:spLocks/>
              </p:cNvSpPr>
              <p:nvPr/>
            </p:nvSpPr>
            <p:spPr bwMode="auto">
              <a:xfrm>
                <a:off x="-4251325" y="3446462"/>
                <a:ext cx="26988" cy="30163"/>
              </a:xfrm>
              <a:custGeom>
                <a:avLst/>
                <a:gdLst>
                  <a:gd name="T0" fmla="*/ 17 w 17"/>
                  <a:gd name="T1" fmla="*/ 5 h 19"/>
                  <a:gd name="T2" fmla="*/ 10 w 17"/>
                  <a:gd name="T3" fmla="*/ 19 h 19"/>
                  <a:gd name="T4" fmla="*/ 0 w 17"/>
                  <a:gd name="T5" fmla="*/ 17 h 19"/>
                  <a:gd name="T6" fmla="*/ 5 w 17"/>
                  <a:gd name="T7" fmla="*/ 0 h 19"/>
                  <a:gd name="T8" fmla="*/ 17 w 17"/>
                  <a:gd name="T9" fmla="*/ 5 h 19"/>
                </a:gdLst>
                <a:ahLst/>
                <a:cxnLst>
                  <a:cxn ang="0">
                    <a:pos x="T0" y="T1"/>
                  </a:cxn>
                  <a:cxn ang="0">
                    <a:pos x="T2" y="T3"/>
                  </a:cxn>
                  <a:cxn ang="0">
                    <a:pos x="T4" y="T5"/>
                  </a:cxn>
                  <a:cxn ang="0">
                    <a:pos x="T6" y="T7"/>
                  </a:cxn>
                  <a:cxn ang="0">
                    <a:pos x="T8" y="T9"/>
                  </a:cxn>
                </a:cxnLst>
                <a:rect l="0" t="0" r="r" b="b"/>
                <a:pathLst>
                  <a:path w="17" h="19">
                    <a:moveTo>
                      <a:pt x="17" y="5"/>
                    </a:moveTo>
                    <a:lnTo>
                      <a:pt x="10" y="19"/>
                    </a:lnTo>
                    <a:lnTo>
                      <a:pt x="0" y="17"/>
                    </a:lnTo>
                    <a:lnTo>
                      <a:pt x="5" y="0"/>
                    </a:lnTo>
                    <a:lnTo>
                      <a:pt x="17"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26" name="Freeform 255"/>
              <p:cNvSpPr>
                <a:spLocks/>
              </p:cNvSpPr>
              <p:nvPr/>
            </p:nvSpPr>
            <p:spPr bwMode="auto">
              <a:xfrm>
                <a:off x="-4198938" y="3578225"/>
                <a:ext cx="30163" cy="30163"/>
              </a:xfrm>
              <a:custGeom>
                <a:avLst/>
                <a:gdLst>
                  <a:gd name="T0" fmla="*/ 5 w 19"/>
                  <a:gd name="T1" fmla="*/ 0 h 19"/>
                  <a:gd name="T2" fmla="*/ 19 w 19"/>
                  <a:gd name="T3" fmla="*/ 7 h 19"/>
                  <a:gd name="T4" fmla="*/ 15 w 19"/>
                  <a:gd name="T5" fmla="*/ 19 h 19"/>
                  <a:gd name="T6" fmla="*/ 0 w 19"/>
                  <a:gd name="T7" fmla="*/ 12 h 19"/>
                  <a:gd name="T8" fmla="*/ 5 w 19"/>
                  <a:gd name="T9" fmla="*/ 0 h 19"/>
                </a:gdLst>
                <a:ahLst/>
                <a:cxnLst>
                  <a:cxn ang="0">
                    <a:pos x="T0" y="T1"/>
                  </a:cxn>
                  <a:cxn ang="0">
                    <a:pos x="T2" y="T3"/>
                  </a:cxn>
                  <a:cxn ang="0">
                    <a:pos x="T4" y="T5"/>
                  </a:cxn>
                  <a:cxn ang="0">
                    <a:pos x="T6" y="T7"/>
                  </a:cxn>
                  <a:cxn ang="0">
                    <a:pos x="T8" y="T9"/>
                  </a:cxn>
                </a:cxnLst>
                <a:rect l="0" t="0" r="r" b="b"/>
                <a:pathLst>
                  <a:path w="19" h="19">
                    <a:moveTo>
                      <a:pt x="5" y="0"/>
                    </a:moveTo>
                    <a:lnTo>
                      <a:pt x="19" y="7"/>
                    </a:lnTo>
                    <a:lnTo>
                      <a:pt x="15" y="19"/>
                    </a:lnTo>
                    <a:lnTo>
                      <a:pt x="0" y="12"/>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27" name="Freeform 256"/>
              <p:cNvSpPr>
                <a:spLocks/>
              </p:cNvSpPr>
              <p:nvPr/>
            </p:nvSpPr>
            <p:spPr bwMode="auto">
              <a:xfrm>
                <a:off x="-4329113" y="3630612"/>
                <a:ext cx="30163" cy="33338"/>
              </a:xfrm>
              <a:custGeom>
                <a:avLst/>
                <a:gdLst>
                  <a:gd name="T0" fmla="*/ 19 w 19"/>
                  <a:gd name="T1" fmla="*/ 5 h 21"/>
                  <a:gd name="T2" fmla="*/ 12 w 19"/>
                  <a:gd name="T3" fmla="*/ 21 h 21"/>
                  <a:gd name="T4" fmla="*/ 0 w 19"/>
                  <a:gd name="T5" fmla="*/ 17 h 21"/>
                  <a:gd name="T6" fmla="*/ 7 w 19"/>
                  <a:gd name="T7" fmla="*/ 0 h 21"/>
                  <a:gd name="T8" fmla="*/ 19 w 19"/>
                  <a:gd name="T9" fmla="*/ 5 h 21"/>
                </a:gdLst>
                <a:ahLst/>
                <a:cxnLst>
                  <a:cxn ang="0">
                    <a:pos x="T0" y="T1"/>
                  </a:cxn>
                  <a:cxn ang="0">
                    <a:pos x="T2" y="T3"/>
                  </a:cxn>
                  <a:cxn ang="0">
                    <a:pos x="T4" y="T5"/>
                  </a:cxn>
                  <a:cxn ang="0">
                    <a:pos x="T6" y="T7"/>
                  </a:cxn>
                  <a:cxn ang="0">
                    <a:pos x="T8" y="T9"/>
                  </a:cxn>
                </a:cxnLst>
                <a:rect l="0" t="0" r="r" b="b"/>
                <a:pathLst>
                  <a:path w="19" h="21">
                    <a:moveTo>
                      <a:pt x="19" y="5"/>
                    </a:moveTo>
                    <a:lnTo>
                      <a:pt x="12" y="21"/>
                    </a:lnTo>
                    <a:lnTo>
                      <a:pt x="0" y="17"/>
                    </a:lnTo>
                    <a:lnTo>
                      <a:pt x="7" y="0"/>
                    </a:lnTo>
                    <a:lnTo>
                      <a:pt x="19"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28" name="Freeform 257"/>
              <p:cNvSpPr>
                <a:spLocks/>
              </p:cNvSpPr>
              <p:nvPr/>
            </p:nvSpPr>
            <p:spPr bwMode="auto">
              <a:xfrm>
                <a:off x="-4386263" y="3503612"/>
                <a:ext cx="33338" cy="25400"/>
              </a:xfrm>
              <a:custGeom>
                <a:avLst/>
                <a:gdLst>
                  <a:gd name="T0" fmla="*/ 17 w 21"/>
                  <a:gd name="T1" fmla="*/ 16 h 16"/>
                  <a:gd name="T2" fmla="*/ 0 w 21"/>
                  <a:gd name="T3" fmla="*/ 11 h 16"/>
                  <a:gd name="T4" fmla="*/ 5 w 21"/>
                  <a:gd name="T5" fmla="*/ 0 h 16"/>
                  <a:gd name="T6" fmla="*/ 21 w 21"/>
                  <a:gd name="T7" fmla="*/ 7 h 16"/>
                  <a:gd name="T8" fmla="*/ 17 w 21"/>
                  <a:gd name="T9" fmla="*/ 16 h 16"/>
                </a:gdLst>
                <a:ahLst/>
                <a:cxnLst>
                  <a:cxn ang="0">
                    <a:pos x="T0" y="T1"/>
                  </a:cxn>
                  <a:cxn ang="0">
                    <a:pos x="T2" y="T3"/>
                  </a:cxn>
                  <a:cxn ang="0">
                    <a:pos x="T4" y="T5"/>
                  </a:cxn>
                  <a:cxn ang="0">
                    <a:pos x="T6" y="T7"/>
                  </a:cxn>
                  <a:cxn ang="0">
                    <a:pos x="T8" y="T9"/>
                  </a:cxn>
                </a:cxnLst>
                <a:rect l="0" t="0" r="r" b="b"/>
                <a:pathLst>
                  <a:path w="21" h="16">
                    <a:moveTo>
                      <a:pt x="17" y="16"/>
                    </a:moveTo>
                    <a:lnTo>
                      <a:pt x="0" y="11"/>
                    </a:lnTo>
                    <a:lnTo>
                      <a:pt x="5" y="0"/>
                    </a:lnTo>
                    <a:lnTo>
                      <a:pt x="21" y="7"/>
                    </a:lnTo>
                    <a:lnTo>
                      <a:pt x="17"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29" name="Freeform 258"/>
              <p:cNvSpPr>
                <a:spLocks/>
              </p:cNvSpPr>
              <p:nvPr/>
            </p:nvSpPr>
            <p:spPr bwMode="auto">
              <a:xfrm>
                <a:off x="-4198938" y="3503612"/>
                <a:ext cx="30163" cy="25400"/>
              </a:xfrm>
              <a:custGeom>
                <a:avLst/>
                <a:gdLst>
                  <a:gd name="T0" fmla="*/ 0 w 19"/>
                  <a:gd name="T1" fmla="*/ 7 h 16"/>
                  <a:gd name="T2" fmla="*/ 15 w 19"/>
                  <a:gd name="T3" fmla="*/ 0 h 16"/>
                  <a:gd name="T4" fmla="*/ 19 w 19"/>
                  <a:gd name="T5" fmla="*/ 11 h 16"/>
                  <a:gd name="T6" fmla="*/ 5 w 19"/>
                  <a:gd name="T7" fmla="*/ 16 h 16"/>
                  <a:gd name="T8" fmla="*/ 0 w 19"/>
                  <a:gd name="T9" fmla="*/ 7 h 16"/>
                </a:gdLst>
                <a:ahLst/>
                <a:cxnLst>
                  <a:cxn ang="0">
                    <a:pos x="T0" y="T1"/>
                  </a:cxn>
                  <a:cxn ang="0">
                    <a:pos x="T2" y="T3"/>
                  </a:cxn>
                  <a:cxn ang="0">
                    <a:pos x="T4" y="T5"/>
                  </a:cxn>
                  <a:cxn ang="0">
                    <a:pos x="T6" y="T7"/>
                  </a:cxn>
                  <a:cxn ang="0">
                    <a:pos x="T8" y="T9"/>
                  </a:cxn>
                </a:cxnLst>
                <a:rect l="0" t="0" r="r" b="b"/>
                <a:pathLst>
                  <a:path w="19" h="16">
                    <a:moveTo>
                      <a:pt x="0" y="7"/>
                    </a:moveTo>
                    <a:lnTo>
                      <a:pt x="15" y="0"/>
                    </a:lnTo>
                    <a:lnTo>
                      <a:pt x="19" y="11"/>
                    </a:lnTo>
                    <a:lnTo>
                      <a:pt x="5" y="16"/>
                    </a:lnTo>
                    <a:lnTo>
                      <a:pt x="0"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30" name="Freeform 259"/>
              <p:cNvSpPr>
                <a:spLocks/>
              </p:cNvSpPr>
              <p:nvPr/>
            </p:nvSpPr>
            <p:spPr bwMode="auto">
              <a:xfrm>
                <a:off x="-4251325" y="3630612"/>
                <a:ext cx="26988" cy="33338"/>
              </a:xfrm>
              <a:custGeom>
                <a:avLst/>
                <a:gdLst>
                  <a:gd name="T0" fmla="*/ 17 w 17"/>
                  <a:gd name="T1" fmla="*/ 17 h 21"/>
                  <a:gd name="T2" fmla="*/ 7 w 17"/>
                  <a:gd name="T3" fmla="*/ 21 h 21"/>
                  <a:gd name="T4" fmla="*/ 0 w 17"/>
                  <a:gd name="T5" fmla="*/ 5 h 21"/>
                  <a:gd name="T6" fmla="*/ 12 w 17"/>
                  <a:gd name="T7" fmla="*/ 0 h 21"/>
                  <a:gd name="T8" fmla="*/ 17 w 17"/>
                  <a:gd name="T9" fmla="*/ 17 h 21"/>
                </a:gdLst>
                <a:ahLst/>
                <a:cxnLst>
                  <a:cxn ang="0">
                    <a:pos x="T0" y="T1"/>
                  </a:cxn>
                  <a:cxn ang="0">
                    <a:pos x="T2" y="T3"/>
                  </a:cxn>
                  <a:cxn ang="0">
                    <a:pos x="T4" y="T5"/>
                  </a:cxn>
                  <a:cxn ang="0">
                    <a:pos x="T6" y="T7"/>
                  </a:cxn>
                  <a:cxn ang="0">
                    <a:pos x="T8" y="T9"/>
                  </a:cxn>
                </a:cxnLst>
                <a:rect l="0" t="0" r="r" b="b"/>
                <a:pathLst>
                  <a:path w="17" h="21">
                    <a:moveTo>
                      <a:pt x="17" y="17"/>
                    </a:moveTo>
                    <a:lnTo>
                      <a:pt x="7" y="21"/>
                    </a:lnTo>
                    <a:lnTo>
                      <a:pt x="0" y="5"/>
                    </a:lnTo>
                    <a:lnTo>
                      <a:pt x="12" y="0"/>
                    </a:lnTo>
                    <a:lnTo>
                      <a:pt x="17"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31" name="Freeform 260"/>
              <p:cNvSpPr>
                <a:spLocks/>
              </p:cNvSpPr>
              <p:nvPr/>
            </p:nvSpPr>
            <p:spPr bwMode="auto">
              <a:xfrm>
                <a:off x="-4386263" y="3578225"/>
                <a:ext cx="33338" cy="30163"/>
              </a:xfrm>
              <a:custGeom>
                <a:avLst/>
                <a:gdLst>
                  <a:gd name="T0" fmla="*/ 21 w 21"/>
                  <a:gd name="T1" fmla="*/ 12 h 19"/>
                  <a:gd name="T2" fmla="*/ 5 w 21"/>
                  <a:gd name="T3" fmla="*/ 19 h 19"/>
                  <a:gd name="T4" fmla="*/ 0 w 21"/>
                  <a:gd name="T5" fmla="*/ 7 h 19"/>
                  <a:gd name="T6" fmla="*/ 17 w 21"/>
                  <a:gd name="T7" fmla="*/ 0 h 19"/>
                  <a:gd name="T8" fmla="*/ 21 w 21"/>
                  <a:gd name="T9" fmla="*/ 12 h 19"/>
                </a:gdLst>
                <a:ahLst/>
                <a:cxnLst>
                  <a:cxn ang="0">
                    <a:pos x="T0" y="T1"/>
                  </a:cxn>
                  <a:cxn ang="0">
                    <a:pos x="T2" y="T3"/>
                  </a:cxn>
                  <a:cxn ang="0">
                    <a:pos x="T4" y="T5"/>
                  </a:cxn>
                  <a:cxn ang="0">
                    <a:pos x="T6" y="T7"/>
                  </a:cxn>
                  <a:cxn ang="0">
                    <a:pos x="T8" y="T9"/>
                  </a:cxn>
                </a:cxnLst>
                <a:rect l="0" t="0" r="r" b="b"/>
                <a:pathLst>
                  <a:path w="21" h="19">
                    <a:moveTo>
                      <a:pt x="21" y="12"/>
                    </a:moveTo>
                    <a:lnTo>
                      <a:pt x="5" y="19"/>
                    </a:lnTo>
                    <a:lnTo>
                      <a:pt x="0" y="7"/>
                    </a:lnTo>
                    <a:lnTo>
                      <a:pt x="17" y="0"/>
                    </a:lnTo>
                    <a:lnTo>
                      <a:pt x="21"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32" name="Freeform 261"/>
              <p:cNvSpPr>
                <a:spLocks/>
              </p:cNvSpPr>
              <p:nvPr/>
            </p:nvSpPr>
            <p:spPr bwMode="auto">
              <a:xfrm>
                <a:off x="-4329113" y="3446462"/>
                <a:ext cx="30163" cy="33338"/>
              </a:xfrm>
              <a:custGeom>
                <a:avLst/>
                <a:gdLst>
                  <a:gd name="T0" fmla="*/ 19 w 19"/>
                  <a:gd name="T1" fmla="*/ 17 h 21"/>
                  <a:gd name="T2" fmla="*/ 7 w 19"/>
                  <a:gd name="T3" fmla="*/ 21 h 21"/>
                  <a:gd name="T4" fmla="*/ 0 w 19"/>
                  <a:gd name="T5" fmla="*/ 5 h 21"/>
                  <a:gd name="T6" fmla="*/ 12 w 19"/>
                  <a:gd name="T7" fmla="*/ 0 h 21"/>
                  <a:gd name="T8" fmla="*/ 19 w 19"/>
                  <a:gd name="T9" fmla="*/ 17 h 21"/>
                </a:gdLst>
                <a:ahLst/>
                <a:cxnLst>
                  <a:cxn ang="0">
                    <a:pos x="T0" y="T1"/>
                  </a:cxn>
                  <a:cxn ang="0">
                    <a:pos x="T2" y="T3"/>
                  </a:cxn>
                  <a:cxn ang="0">
                    <a:pos x="T4" y="T5"/>
                  </a:cxn>
                  <a:cxn ang="0">
                    <a:pos x="T6" y="T7"/>
                  </a:cxn>
                  <a:cxn ang="0">
                    <a:pos x="T8" y="T9"/>
                  </a:cxn>
                </a:cxnLst>
                <a:rect l="0" t="0" r="r" b="b"/>
                <a:pathLst>
                  <a:path w="19" h="21">
                    <a:moveTo>
                      <a:pt x="19" y="17"/>
                    </a:moveTo>
                    <a:lnTo>
                      <a:pt x="7" y="21"/>
                    </a:lnTo>
                    <a:lnTo>
                      <a:pt x="0" y="5"/>
                    </a:lnTo>
                    <a:lnTo>
                      <a:pt x="12" y="0"/>
                    </a:lnTo>
                    <a:lnTo>
                      <a:pt x="19"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33" name="Freeform 262"/>
              <p:cNvSpPr>
                <a:spLocks noEditPoints="1"/>
              </p:cNvSpPr>
              <p:nvPr/>
            </p:nvSpPr>
            <p:spPr bwMode="auto">
              <a:xfrm>
                <a:off x="-4784725" y="457200"/>
                <a:ext cx="188913" cy="192088"/>
              </a:xfrm>
              <a:custGeom>
                <a:avLst/>
                <a:gdLst>
                  <a:gd name="T0" fmla="*/ 25 w 50"/>
                  <a:gd name="T1" fmla="*/ 51 h 51"/>
                  <a:gd name="T2" fmla="*/ 50 w 50"/>
                  <a:gd name="T3" fmla="*/ 25 h 51"/>
                  <a:gd name="T4" fmla="*/ 25 w 50"/>
                  <a:gd name="T5" fmla="*/ 0 h 51"/>
                  <a:gd name="T6" fmla="*/ 25 w 50"/>
                  <a:gd name="T7" fmla="*/ 0 h 51"/>
                  <a:gd name="T8" fmla="*/ 25 w 50"/>
                  <a:gd name="T9" fmla="*/ 18 h 51"/>
                  <a:gd name="T10" fmla="*/ 38 w 50"/>
                  <a:gd name="T11" fmla="*/ 13 h 51"/>
                  <a:gd name="T12" fmla="*/ 30 w 50"/>
                  <a:gd name="T13" fmla="*/ 30 h 51"/>
                  <a:gd name="T14" fmla="*/ 25 w 50"/>
                  <a:gd name="T15" fmla="*/ 33 h 51"/>
                  <a:gd name="T16" fmla="*/ 25 w 50"/>
                  <a:gd name="T17" fmla="*/ 51 h 51"/>
                  <a:gd name="T18" fmla="*/ 25 w 50"/>
                  <a:gd name="T19" fmla="*/ 0 h 51"/>
                  <a:gd name="T20" fmla="*/ 0 w 50"/>
                  <a:gd name="T21" fmla="*/ 25 h 51"/>
                  <a:gd name="T22" fmla="*/ 25 w 50"/>
                  <a:gd name="T23" fmla="*/ 51 h 51"/>
                  <a:gd name="T24" fmla="*/ 25 w 50"/>
                  <a:gd name="T25" fmla="*/ 33 h 51"/>
                  <a:gd name="T26" fmla="*/ 12 w 50"/>
                  <a:gd name="T27" fmla="*/ 38 h 51"/>
                  <a:gd name="T28" fmla="*/ 20 w 50"/>
                  <a:gd name="T29" fmla="*/ 20 h 51"/>
                  <a:gd name="T30" fmla="*/ 20 w 50"/>
                  <a:gd name="T31" fmla="*/ 20 h 51"/>
                  <a:gd name="T32" fmla="*/ 25 w 50"/>
                  <a:gd name="T33" fmla="*/ 18 h 51"/>
                  <a:gd name="T34" fmla="*/ 25 w 50"/>
                  <a:gd name="T35"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0" h="51">
                    <a:moveTo>
                      <a:pt x="25" y="51"/>
                    </a:moveTo>
                    <a:cubicBezTo>
                      <a:pt x="39" y="51"/>
                      <a:pt x="50" y="39"/>
                      <a:pt x="50" y="25"/>
                    </a:cubicBezTo>
                    <a:cubicBezTo>
                      <a:pt x="50" y="12"/>
                      <a:pt x="39" y="0"/>
                      <a:pt x="25" y="0"/>
                    </a:cubicBezTo>
                    <a:cubicBezTo>
                      <a:pt x="25" y="0"/>
                      <a:pt x="25" y="0"/>
                      <a:pt x="25" y="0"/>
                    </a:cubicBezTo>
                    <a:cubicBezTo>
                      <a:pt x="25" y="18"/>
                      <a:pt x="25" y="18"/>
                      <a:pt x="25" y="18"/>
                    </a:cubicBezTo>
                    <a:cubicBezTo>
                      <a:pt x="38" y="13"/>
                      <a:pt x="38" y="13"/>
                      <a:pt x="38" y="13"/>
                    </a:cubicBezTo>
                    <a:cubicBezTo>
                      <a:pt x="30" y="30"/>
                      <a:pt x="30" y="30"/>
                      <a:pt x="30" y="30"/>
                    </a:cubicBezTo>
                    <a:cubicBezTo>
                      <a:pt x="25" y="33"/>
                      <a:pt x="25" y="33"/>
                      <a:pt x="25" y="33"/>
                    </a:cubicBezTo>
                    <a:cubicBezTo>
                      <a:pt x="25" y="51"/>
                      <a:pt x="25" y="51"/>
                      <a:pt x="25" y="51"/>
                    </a:cubicBezTo>
                    <a:close/>
                    <a:moveTo>
                      <a:pt x="25" y="0"/>
                    </a:moveTo>
                    <a:cubicBezTo>
                      <a:pt x="11" y="0"/>
                      <a:pt x="0" y="12"/>
                      <a:pt x="0" y="25"/>
                    </a:cubicBezTo>
                    <a:cubicBezTo>
                      <a:pt x="0" y="39"/>
                      <a:pt x="11" y="51"/>
                      <a:pt x="25" y="51"/>
                    </a:cubicBezTo>
                    <a:cubicBezTo>
                      <a:pt x="25" y="33"/>
                      <a:pt x="25" y="33"/>
                      <a:pt x="25" y="33"/>
                    </a:cubicBezTo>
                    <a:cubicBezTo>
                      <a:pt x="12" y="38"/>
                      <a:pt x="12" y="38"/>
                      <a:pt x="12" y="38"/>
                    </a:cubicBezTo>
                    <a:cubicBezTo>
                      <a:pt x="20" y="20"/>
                      <a:pt x="20" y="20"/>
                      <a:pt x="20" y="20"/>
                    </a:cubicBezTo>
                    <a:cubicBezTo>
                      <a:pt x="20" y="20"/>
                      <a:pt x="20" y="20"/>
                      <a:pt x="20" y="20"/>
                    </a:cubicBezTo>
                    <a:cubicBezTo>
                      <a:pt x="25" y="18"/>
                      <a:pt x="25" y="18"/>
                      <a:pt x="25" y="18"/>
                    </a:cubicBez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34" name="Oval 263"/>
              <p:cNvSpPr>
                <a:spLocks noChangeArrowheads="1"/>
              </p:cNvSpPr>
              <p:nvPr/>
            </p:nvSpPr>
            <p:spPr bwMode="auto">
              <a:xfrm>
                <a:off x="-4702175" y="539750"/>
                <a:ext cx="23813" cy="2381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35" name="Freeform 264"/>
              <p:cNvSpPr>
                <a:spLocks noEditPoints="1"/>
              </p:cNvSpPr>
              <p:nvPr/>
            </p:nvSpPr>
            <p:spPr bwMode="auto">
              <a:xfrm>
                <a:off x="-2266950" y="1716087"/>
                <a:ext cx="225425" cy="225425"/>
              </a:xfrm>
              <a:custGeom>
                <a:avLst/>
                <a:gdLst>
                  <a:gd name="T0" fmla="*/ 30 w 60"/>
                  <a:gd name="T1" fmla="*/ 60 h 60"/>
                  <a:gd name="T2" fmla="*/ 35 w 60"/>
                  <a:gd name="T3" fmla="*/ 60 h 60"/>
                  <a:gd name="T4" fmla="*/ 35 w 60"/>
                  <a:gd name="T5" fmla="*/ 55 h 60"/>
                  <a:gd name="T6" fmla="*/ 45 w 60"/>
                  <a:gd name="T7" fmla="*/ 51 h 60"/>
                  <a:gd name="T8" fmla="*/ 48 w 60"/>
                  <a:gd name="T9" fmla="*/ 54 h 60"/>
                  <a:gd name="T10" fmla="*/ 55 w 60"/>
                  <a:gd name="T11" fmla="*/ 48 h 60"/>
                  <a:gd name="T12" fmla="*/ 52 w 60"/>
                  <a:gd name="T13" fmla="*/ 45 h 60"/>
                  <a:gd name="T14" fmla="*/ 56 w 60"/>
                  <a:gd name="T15" fmla="*/ 35 h 60"/>
                  <a:gd name="T16" fmla="*/ 60 w 60"/>
                  <a:gd name="T17" fmla="*/ 35 h 60"/>
                  <a:gd name="T18" fmla="*/ 60 w 60"/>
                  <a:gd name="T19" fmla="*/ 25 h 60"/>
                  <a:gd name="T20" fmla="*/ 56 w 60"/>
                  <a:gd name="T21" fmla="*/ 25 h 60"/>
                  <a:gd name="T22" fmla="*/ 52 w 60"/>
                  <a:gd name="T23" fmla="*/ 15 h 60"/>
                  <a:gd name="T24" fmla="*/ 55 w 60"/>
                  <a:gd name="T25" fmla="*/ 12 h 60"/>
                  <a:gd name="T26" fmla="*/ 48 w 60"/>
                  <a:gd name="T27" fmla="*/ 5 h 60"/>
                  <a:gd name="T28" fmla="*/ 45 w 60"/>
                  <a:gd name="T29" fmla="*/ 8 h 60"/>
                  <a:gd name="T30" fmla="*/ 35 w 60"/>
                  <a:gd name="T31" fmla="*/ 4 h 60"/>
                  <a:gd name="T32" fmla="*/ 35 w 60"/>
                  <a:gd name="T33" fmla="*/ 0 h 60"/>
                  <a:gd name="T34" fmla="*/ 30 w 60"/>
                  <a:gd name="T35" fmla="*/ 0 h 60"/>
                  <a:gd name="T36" fmla="*/ 30 w 60"/>
                  <a:gd name="T37" fmla="*/ 11 h 60"/>
                  <a:gd name="T38" fmla="*/ 30 w 60"/>
                  <a:gd name="T39" fmla="*/ 11 h 60"/>
                  <a:gd name="T40" fmla="*/ 49 w 60"/>
                  <a:gd name="T41" fmla="*/ 30 h 60"/>
                  <a:gd name="T42" fmla="*/ 30 w 60"/>
                  <a:gd name="T43" fmla="*/ 49 h 60"/>
                  <a:gd name="T44" fmla="*/ 30 w 60"/>
                  <a:gd name="T45" fmla="*/ 60 h 60"/>
                  <a:gd name="T46" fmla="*/ 9 w 60"/>
                  <a:gd name="T47" fmla="*/ 45 h 60"/>
                  <a:gd name="T48" fmla="*/ 6 w 60"/>
                  <a:gd name="T49" fmla="*/ 48 h 60"/>
                  <a:gd name="T50" fmla="*/ 12 w 60"/>
                  <a:gd name="T51" fmla="*/ 54 h 60"/>
                  <a:gd name="T52" fmla="*/ 15 w 60"/>
                  <a:gd name="T53" fmla="*/ 51 h 60"/>
                  <a:gd name="T54" fmla="*/ 25 w 60"/>
                  <a:gd name="T55" fmla="*/ 55 h 60"/>
                  <a:gd name="T56" fmla="*/ 25 w 60"/>
                  <a:gd name="T57" fmla="*/ 60 h 60"/>
                  <a:gd name="T58" fmla="*/ 30 w 60"/>
                  <a:gd name="T59" fmla="*/ 60 h 60"/>
                  <a:gd name="T60" fmla="*/ 30 w 60"/>
                  <a:gd name="T61" fmla="*/ 49 h 60"/>
                  <a:gd name="T62" fmla="*/ 11 w 60"/>
                  <a:gd name="T63" fmla="*/ 30 h 60"/>
                  <a:gd name="T64" fmla="*/ 30 w 60"/>
                  <a:gd name="T65" fmla="*/ 11 h 60"/>
                  <a:gd name="T66" fmla="*/ 30 w 60"/>
                  <a:gd name="T67" fmla="*/ 0 h 60"/>
                  <a:gd name="T68" fmla="*/ 25 w 60"/>
                  <a:gd name="T69" fmla="*/ 0 h 60"/>
                  <a:gd name="T70" fmla="*/ 25 w 60"/>
                  <a:gd name="T71" fmla="*/ 4 h 60"/>
                  <a:gd name="T72" fmla="*/ 15 w 60"/>
                  <a:gd name="T73" fmla="*/ 8 h 60"/>
                  <a:gd name="T74" fmla="*/ 12 w 60"/>
                  <a:gd name="T75" fmla="*/ 5 h 60"/>
                  <a:gd name="T76" fmla="*/ 6 w 60"/>
                  <a:gd name="T77" fmla="*/ 12 h 60"/>
                  <a:gd name="T78" fmla="*/ 9 w 60"/>
                  <a:gd name="T79" fmla="*/ 15 h 60"/>
                  <a:gd name="T80" fmla="*/ 5 w 60"/>
                  <a:gd name="T81" fmla="*/ 25 h 60"/>
                  <a:gd name="T82" fmla="*/ 0 w 60"/>
                  <a:gd name="T83" fmla="*/ 25 h 60"/>
                  <a:gd name="T84" fmla="*/ 0 w 60"/>
                  <a:gd name="T85" fmla="*/ 35 h 60"/>
                  <a:gd name="T86" fmla="*/ 5 w 60"/>
                  <a:gd name="T87" fmla="*/ 35 h 60"/>
                  <a:gd name="T88" fmla="*/ 9 w 60"/>
                  <a:gd name="T89" fmla="*/ 45 h 60"/>
                  <a:gd name="T90" fmla="*/ 30 w 60"/>
                  <a:gd name="T91" fmla="*/ 11 h 60"/>
                  <a:gd name="T92" fmla="*/ 30 w 60"/>
                  <a:gd name="T93" fmla="*/ 11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0" h="60">
                    <a:moveTo>
                      <a:pt x="30" y="60"/>
                    </a:moveTo>
                    <a:cubicBezTo>
                      <a:pt x="35" y="60"/>
                      <a:pt x="35" y="60"/>
                      <a:pt x="35" y="60"/>
                    </a:cubicBezTo>
                    <a:cubicBezTo>
                      <a:pt x="35" y="55"/>
                      <a:pt x="35" y="55"/>
                      <a:pt x="35" y="55"/>
                    </a:cubicBezTo>
                    <a:cubicBezTo>
                      <a:pt x="39" y="55"/>
                      <a:pt x="42" y="53"/>
                      <a:pt x="45" y="51"/>
                    </a:cubicBezTo>
                    <a:cubicBezTo>
                      <a:pt x="48" y="54"/>
                      <a:pt x="48" y="54"/>
                      <a:pt x="48" y="54"/>
                    </a:cubicBezTo>
                    <a:cubicBezTo>
                      <a:pt x="55" y="48"/>
                      <a:pt x="55" y="48"/>
                      <a:pt x="55" y="48"/>
                    </a:cubicBezTo>
                    <a:cubicBezTo>
                      <a:pt x="52" y="45"/>
                      <a:pt x="52" y="45"/>
                      <a:pt x="52" y="45"/>
                    </a:cubicBezTo>
                    <a:cubicBezTo>
                      <a:pt x="54" y="42"/>
                      <a:pt x="55" y="38"/>
                      <a:pt x="56" y="35"/>
                    </a:cubicBezTo>
                    <a:cubicBezTo>
                      <a:pt x="60" y="35"/>
                      <a:pt x="60" y="35"/>
                      <a:pt x="60" y="35"/>
                    </a:cubicBezTo>
                    <a:cubicBezTo>
                      <a:pt x="60" y="25"/>
                      <a:pt x="60" y="25"/>
                      <a:pt x="60" y="25"/>
                    </a:cubicBezTo>
                    <a:cubicBezTo>
                      <a:pt x="56" y="25"/>
                      <a:pt x="56" y="25"/>
                      <a:pt x="56" y="25"/>
                    </a:cubicBezTo>
                    <a:cubicBezTo>
                      <a:pt x="55" y="21"/>
                      <a:pt x="54" y="18"/>
                      <a:pt x="52" y="15"/>
                    </a:cubicBezTo>
                    <a:cubicBezTo>
                      <a:pt x="55" y="12"/>
                      <a:pt x="55" y="12"/>
                      <a:pt x="55" y="12"/>
                    </a:cubicBezTo>
                    <a:cubicBezTo>
                      <a:pt x="48" y="5"/>
                      <a:pt x="48" y="5"/>
                      <a:pt x="48" y="5"/>
                    </a:cubicBezTo>
                    <a:cubicBezTo>
                      <a:pt x="45" y="8"/>
                      <a:pt x="45" y="8"/>
                      <a:pt x="45" y="8"/>
                    </a:cubicBezTo>
                    <a:cubicBezTo>
                      <a:pt x="42" y="6"/>
                      <a:pt x="39" y="5"/>
                      <a:pt x="35" y="4"/>
                    </a:cubicBezTo>
                    <a:cubicBezTo>
                      <a:pt x="35" y="0"/>
                      <a:pt x="35" y="0"/>
                      <a:pt x="35" y="0"/>
                    </a:cubicBezTo>
                    <a:cubicBezTo>
                      <a:pt x="30" y="0"/>
                      <a:pt x="30" y="0"/>
                      <a:pt x="30" y="0"/>
                    </a:cubicBezTo>
                    <a:cubicBezTo>
                      <a:pt x="30" y="11"/>
                      <a:pt x="30" y="11"/>
                      <a:pt x="30" y="11"/>
                    </a:cubicBezTo>
                    <a:cubicBezTo>
                      <a:pt x="30" y="11"/>
                      <a:pt x="30" y="11"/>
                      <a:pt x="30" y="11"/>
                    </a:cubicBezTo>
                    <a:cubicBezTo>
                      <a:pt x="41" y="11"/>
                      <a:pt x="49" y="19"/>
                      <a:pt x="49" y="30"/>
                    </a:cubicBezTo>
                    <a:cubicBezTo>
                      <a:pt x="49" y="40"/>
                      <a:pt x="41" y="49"/>
                      <a:pt x="30" y="49"/>
                    </a:cubicBezTo>
                    <a:lnTo>
                      <a:pt x="30" y="60"/>
                    </a:lnTo>
                    <a:close/>
                    <a:moveTo>
                      <a:pt x="9" y="45"/>
                    </a:moveTo>
                    <a:cubicBezTo>
                      <a:pt x="6" y="48"/>
                      <a:pt x="6" y="48"/>
                      <a:pt x="6" y="48"/>
                    </a:cubicBezTo>
                    <a:cubicBezTo>
                      <a:pt x="12" y="54"/>
                      <a:pt x="12" y="54"/>
                      <a:pt x="12" y="54"/>
                    </a:cubicBezTo>
                    <a:cubicBezTo>
                      <a:pt x="15" y="51"/>
                      <a:pt x="15" y="51"/>
                      <a:pt x="15" y="51"/>
                    </a:cubicBezTo>
                    <a:cubicBezTo>
                      <a:pt x="18" y="53"/>
                      <a:pt x="22" y="55"/>
                      <a:pt x="25" y="55"/>
                    </a:cubicBezTo>
                    <a:cubicBezTo>
                      <a:pt x="25" y="60"/>
                      <a:pt x="25" y="60"/>
                      <a:pt x="25" y="60"/>
                    </a:cubicBezTo>
                    <a:cubicBezTo>
                      <a:pt x="30" y="60"/>
                      <a:pt x="30" y="60"/>
                      <a:pt x="30" y="60"/>
                    </a:cubicBezTo>
                    <a:cubicBezTo>
                      <a:pt x="30" y="49"/>
                      <a:pt x="30" y="49"/>
                      <a:pt x="30" y="49"/>
                    </a:cubicBezTo>
                    <a:cubicBezTo>
                      <a:pt x="20" y="49"/>
                      <a:pt x="11" y="40"/>
                      <a:pt x="11" y="30"/>
                    </a:cubicBezTo>
                    <a:cubicBezTo>
                      <a:pt x="11" y="19"/>
                      <a:pt x="20" y="11"/>
                      <a:pt x="30" y="11"/>
                    </a:cubicBezTo>
                    <a:cubicBezTo>
                      <a:pt x="30" y="0"/>
                      <a:pt x="30" y="0"/>
                      <a:pt x="30" y="0"/>
                    </a:cubicBezTo>
                    <a:cubicBezTo>
                      <a:pt x="25" y="0"/>
                      <a:pt x="25" y="0"/>
                      <a:pt x="25" y="0"/>
                    </a:cubicBezTo>
                    <a:cubicBezTo>
                      <a:pt x="25" y="4"/>
                      <a:pt x="25" y="4"/>
                      <a:pt x="25" y="4"/>
                    </a:cubicBezTo>
                    <a:cubicBezTo>
                      <a:pt x="22" y="5"/>
                      <a:pt x="18" y="6"/>
                      <a:pt x="15" y="8"/>
                    </a:cubicBezTo>
                    <a:cubicBezTo>
                      <a:pt x="12" y="5"/>
                      <a:pt x="12" y="5"/>
                      <a:pt x="12" y="5"/>
                    </a:cubicBezTo>
                    <a:cubicBezTo>
                      <a:pt x="6" y="12"/>
                      <a:pt x="6" y="12"/>
                      <a:pt x="6" y="12"/>
                    </a:cubicBezTo>
                    <a:cubicBezTo>
                      <a:pt x="9" y="15"/>
                      <a:pt x="9" y="15"/>
                      <a:pt x="9" y="15"/>
                    </a:cubicBezTo>
                    <a:cubicBezTo>
                      <a:pt x="7" y="18"/>
                      <a:pt x="5" y="21"/>
                      <a:pt x="5" y="25"/>
                    </a:cubicBezTo>
                    <a:cubicBezTo>
                      <a:pt x="0" y="25"/>
                      <a:pt x="0" y="25"/>
                      <a:pt x="0" y="25"/>
                    </a:cubicBezTo>
                    <a:cubicBezTo>
                      <a:pt x="0" y="35"/>
                      <a:pt x="0" y="35"/>
                      <a:pt x="0" y="35"/>
                    </a:cubicBezTo>
                    <a:cubicBezTo>
                      <a:pt x="5" y="35"/>
                      <a:pt x="5" y="35"/>
                      <a:pt x="5" y="35"/>
                    </a:cubicBezTo>
                    <a:cubicBezTo>
                      <a:pt x="5" y="38"/>
                      <a:pt x="7" y="42"/>
                      <a:pt x="9" y="45"/>
                    </a:cubicBezTo>
                    <a:close/>
                    <a:moveTo>
                      <a:pt x="30" y="11"/>
                    </a:moveTo>
                    <a:cubicBezTo>
                      <a:pt x="30" y="11"/>
                      <a:pt x="30" y="11"/>
                      <a:pt x="30"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36" name="Rectangle 265"/>
              <p:cNvSpPr>
                <a:spLocks noChangeArrowheads="1"/>
              </p:cNvSpPr>
              <p:nvPr/>
            </p:nvSpPr>
            <p:spPr bwMode="auto">
              <a:xfrm>
                <a:off x="-2805113" y="2324100"/>
                <a:ext cx="263525" cy="301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37" name="Freeform 266"/>
              <p:cNvSpPr>
                <a:spLocks noEditPoints="1"/>
              </p:cNvSpPr>
              <p:nvPr/>
            </p:nvSpPr>
            <p:spPr bwMode="auto">
              <a:xfrm>
                <a:off x="-2805113" y="2384425"/>
                <a:ext cx="263525" cy="104775"/>
              </a:xfrm>
              <a:custGeom>
                <a:avLst/>
                <a:gdLst>
                  <a:gd name="T0" fmla="*/ 140 w 166"/>
                  <a:gd name="T1" fmla="*/ 66 h 66"/>
                  <a:gd name="T2" fmla="*/ 166 w 166"/>
                  <a:gd name="T3" fmla="*/ 66 h 66"/>
                  <a:gd name="T4" fmla="*/ 166 w 166"/>
                  <a:gd name="T5" fmla="*/ 0 h 66"/>
                  <a:gd name="T6" fmla="*/ 140 w 166"/>
                  <a:gd name="T7" fmla="*/ 0 h 66"/>
                  <a:gd name="T8" fmla="*/ 140 w 166"/>
                  <a:gd name="T9" fmla="*/ 33 h 66"/>
                  <a:gd name="T10" fmla="*/ 140 w 166"/>
                  <a:gd name="T11" fmla="*/ 33 h 66"/>
                  <a:gd name="T12" fmla="*/ 152 w 166"/>
                  <a:gd name="T13" fmla="*/ 45 h 66"/>
                  <a:gd name="T14" fmla="*/ 140 w 166"/>
                  <a:gd name="T15" fmla="*/ 57 h 66"/>
                  <a:gd name="T16" fmla="*/ 140 w 166"/>
                  <a:gd name="T17" fmla="*/ 66 h 66"/>
                  <a:gd name="T18" fmla="*/ 0 w 166"/>
                  <a:gd name="T19" fmla="*/ 66 h 66"/>
                  <a:gd name="T20" fmla="*/ 140 w 166"/>
                  <a:gd name="T21" fmla="*/ 66 h 66"/>
                  <a:gd name="T22" fmla="*/ 140 w 166"/>
                  <a:gd name="T23" fmla="*/ 57 h 66"/>
                  <a:gd name="T24" fmla="*/ 128 w 166"/>
                  <a:gd name="T25" fmla="*/ 45 h 66"/>
                  <a:gd name="T26" fmla="*/ 140 w 166"/>
                  <a:gd name="T27" fmla="*/ 33 h 66"/>
                  <a:gd name="T28" fmla="*/ 140 w 166"/>
                  <a:gd name="T29" fmla="*/ 0 h 66"/>
                  <a:gd name="T30" fmla="*/ 0 w 166"/>
                  <a:gd name="T31" fmla="*/ 0 h 66"/>
                  <a:gd name="T32" fmla="*/ 0 w 166"/>
                  <a:gd name="T33" fmla="*/ 66 h 66"/>
                  <a:gd name="T34" fmla="*/ 0 w 166"/>
                  <a:gd name="T35" fmla="*/ 66 h 66"/>
                  <a:gd name="T36" fmla="*/ 140 w 166"/>
                  <a:gd name="T37" fmla="*/ 33 h 66"/>
                  <a:gd name="T38" fmla="*/ 140 w 166"/>
                  <a:gd name="T39" fmla="*/ 33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66" h="66">
                    <a:moveTo>
                      <a:pt x="140" y="66"/>
                    </a:moveTo>
                    <a:lnTo>
                      <a:pt x="166" y="66"/>
                    </a:lnTo>
                    <a:lnTo>
                      <a:pt x="166" y="0"/>
                    </a:lnTo>
                    <a:lnTo>
                      <a:pt x="140" y="0"/>
                    </a:lnTo>
                    <a:lnTo>
                      <a:pt x="140" y="33"/>
                    </a:lnTo>
                    <a:lnTo>
                      <a:pt x="140" y="33"/>
                    </a:lnTo>
                    <a:lnTo>
                      <a:pt x="152" y="45"/>
                    </a:lnTo>
                    <a:lnTo>
                      <a:pt x="140" y="57"/>
                    </a:lnTo>
                    <a:lnTo>
                      <a:pt x="140" y="66"/>
                    </a:lnTo>
                    <a:close/>
                    <a:moveTo>
                      <a:pt x="0" y="66"/>
                    </a:moveTo>
                    <a:lnTo>
                      <a:pt x="140" y="66"/>
                    </a:lnTo>
                    <a:lnTo>
                      <a:pt x="140" y="57"/>
                    </a:lnTo>
                    <a:lnTo>
                      <a:pt x="128" y="45"/>
                    </a:lnTo>
                    <a:lnTo>
                      <a:pt x="140" y="33"/>
                    </a:lnTo>
                    <a:lnTo>
                      <a:pt x="140" y="0"/>
                    </a:lnTo>
                    <a:lnTo>
                      <a:pt x="0" y="0"/>
                    </a:lnTo>
                    <a:lnTo>
                      <a:pt x="0" y="66"/>
                    </a:lnTo>
                    <a:lnTo>
                      <a:pt x="0" y="66"/>
                    </a:lnTo>
                    <a:close/>
                    <a:moveTo>
                      <a:pt x="140" y="33"/>
                    </a:moveTo>
                    <a:lnTo>
                      <a:pt x="140"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38" name="Freeform 267"/>
              <p:cNvSpPr>
                <a:spLocks noEditPoints="1"/>
              </p:cNvSpPr>
              <p:nvPr/>
            </p:nvSpPr>
            <p:spPr bwMode="auto">
              <a:xfrm>
                <a:off x="-2805113" y="2384425"/>
                <a:ext cx="263525" cy="104775"/>
              </a:xfrm>
              <a:custGeom>
                <a:avLst/>
                <a:gdLst>
                  <a:gd name="T0" fmla="*/ 140 w 166"/>
                  <a:gd name="T1" fmla="*/ 66 h 66"/>
                  <a:gd name="T2" fmla="*/ 166 w 166"/>
                  <a:gd name="T3" fmla="*/ 66 h 66"/>
                  <a:gd name="T4" fmla="*/ 166 w 166"/>
                  <a:gd name="T5" fmla="*/ 0 h 66"/>
                  <a:gd name="T6" fmla="*/ 140 w 166"/>
                  <a:gd name="T7" fmla="*/ 0 h 66"/>
                  <a:gd name="T8" fmla="*/ 140 w 166"/>
                  <a:gd name="T9" fmla="*/ 33 h 66"/>
                  <a:gd name="T10" fmla="*/ 140 w 166"/>
                  <a:gd name="T11" fmla="*/ 33 h 66"/>
                  <a:gd name="T12" fmla="*/ 152 w 166"/>
                  <a:gd name="T13" fmla="*/ 45 h 66"/>
                  <a:gd name="T14" fmla="*/ 140 w 166"/>
                  <a:gd name="T15" fmla="*/ 57 h 66"/>
                  <a:gd name="T16" fmla="*/ 140 w 166"/>
                  <a:gd name="T17" fmla="*/ 66 h 66"/>
                  <a:gd name="T18" fmla="*/ 0 w 166"/>
                  <a:gd name="T19" fmla="*/ 66 h 66"/>
                  <a:gd name="T20" fmla="*/ 140 w 166"/>
                  <a:gd name="T21" fmla="*/ 66 h 66"/>
                  <a:gd name="T22" fmla="*/ 140 w 166"/>
                  <a:gd name="T23" fmla="*/ 57 h 66"/>
                  <a:gd name="T24" fmla="*/ 128 w 166"/>
                  <a:gd name="T25" fmla="*/ 45 h 66"/>
                  <a:gd name="T26" fmla="*/ 140 w 166"/>
                  <a:gd name="T27" fmla="*/ 33 h 66"/>
                  <a:gd name="T28" fmla="*/ 140 w 166"/>
                  <a:gd name="T29" fmla="*/ 0 h 66"/>
                  <a:gd name="T30" fmla="*/ 0 w 166"/>
                  <a:gd name="T31" fmla="*/ 0 h 66"/>
                  <a:gd name="T32" fmla="*/ 0 w 166"/>
                  <a:gd name="T33" fmla="*/ 66 h 66"/>
                  <a:gd name="T34" fmla="*/ 0 w 166"/>
                  <a:gd name="T35" fmla="*/ 66 h 66"/>
                  <a:gd name="T36" fmla="*/ 140 w 166"/>
                  <a:gd name="T37" fmla="*/ 33 h 66"/>
                  <a:gd name="T38" fmla="*/ 140 w 166"/>
                  <a:gd name="T39" fmla="*/ 33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66" h="66">
                    <a:moveTo>
                      <a:pt x="140" y="66"/>
                    </a:moveTo>
                    <a:lnTo>
                      <a:pt x="166" y="66"/>
                    </a:lnTo>
                    <a:lnTo>
                      <a:pt x="166" y="0"/>
                    </a:lnTo>
                    <a:lnTo>
                      <a:pt x="140" y="0"/>
                    </a:lnTo>
                    <a:lnTo>
                      <a:pt x="140" y="33"/>
                    </a:lnTo>
                    <a:lnTo>
                      <a:pt x="140" y="33"/>
                    </a:lnTo>
                    <a:lnTo>
                      <a:pt x="152" y="45"/>
                    </a:lnTo>
                    <a:lnTo>
                      <a:pt x="140" y="57"/>
                    </a:lnTo>
                    <a:lnTo>
                      <a:pt x="140" y="66"/>
                    </a:lnTo>
                    <a:moveTo>
                      <a:pt x="0" y="66"/>
                    </a:moveTo>
                    <a:lnTo>
                      <a:pt x="140" y="66"/>
                    </a:lnTo>
                    <a:lnTo>
                      <a:pt x="140" y="57"/>
                    </a:lnTo>
                    <a:lnTo>
                      <a:pt x="128" y="45"/>
                    </a:lnTo>
                    <a:lnTo>
                      <a:pt x="140" y="33"/>
                    </a:lnTo>
                    <a:lnTo>
                      <a:pt x="140" y="0"/>
                    </a:lnTo>
                    <a:lnTo>
                      <a:pt x="0" y="0"/>
                    </a:lnTo>
                    <a:lnTo>
                      <a:pt x="0" y="66"/>
                    </a:lnTo>
                    <a:lnTo>
                      <a:pt x="0" y="66"/>
                    </a:lnTo>
                    <a:moveTo>
                      <a:pt x="140" y="33"/>
                    </a:moveTo>
                    <a:lnTo>
                      <a:pt x="140" y="3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grpSp>
        <p:grpSp>
          <p:nvGrpSpPr>
            <p:cNvPr id="19" name="Group 18"/>
            <p:cNvGrpSpPr>
              <a:grpSpLocks noChangeAspect="1"/>
            </p:cNvGrpSpPr>
            <p:nvPr/>
          </p:nvGrpSpPr>
          <p:grpSpPr>
            <a:xfrm flipH="1">
              <a:off x="1304746" y="2227041"/>
              <a:ext cx="2942450" cy="4115690"/>
              <a:chOff x="-7085012" y="-420688"/>
              <a:chExt cx="6362699" cy="9439276"/>
            </a:xfrm>
            <a:solidFill>
              <a:schemeClr val="bg1">
                <a:lumMod val="65000"/>
              </a:schemeClr>
            </a:solidFill>
          </p:grpSpPr>
          <p:sp>
            <p:nvSpPr>
              <p:cNvPr id="21" name="Freeform 271"/>
              <p:cNvSpPr>
                <a:spLocks/>
              </p:cNvSpPr>
              <p:nvPr/>
            </p:nvSpPr>
            <p:spPr bwMode="auto">
              <a:xfrm>
                <a:off x="-4905375" y="-222250"/>
                <a:ext cx="619125" cy="461963"/>
              </a:xfrm>
              <a:custGeom>
                <a:avLst/>
                <a:gdLst>
                  <a:gd name="T0" fmla="*/ 82 w 165"/>
                  <a:gd name="T1" fmla="*/ 0 h 123"/>
                  <a:gd name="T2" fmla="*/ 0 w 165"/>
                  <a:gd name="T3" fmla="*/ 83 h 123"/>
                  <a:gd name="T4" fmla="*/ 10 w 165"/>
                  <a:gd name="T5" fmla="*/ 122 h 123"/>
                  <a:gd name="T6" fmla="*/ 10 w 165"/>
                  <a:gd name="T7" fmla="*/ 100 h 123"/>
                  <a:gd name="T8" fmla="*/ 14 w 165"/>
                  <a:gd name="T9" fmla="*/ 89 h 123"/>
                  <a:gd name="T10" fmla="*/ 13 w 165"/>
                  <a:gd name="T11" fmla="*/ 83 h 123"/>
                  <a:gd name="T12" fmla="*/ 82 w 165"/>
                  <a:gd name="T13" fmla="*/ 13 h 123"/>
                  <a:gd name="T14" fmla="*/ 151 w 165"/>
                  <a:gd name="T15" fmla="*/ 83 h 123"/>
                  <a:gd name="T16" fmla="*/ 151 w 165"/>
                  <a:gd name="T17" fmla="*/ 90 h 123"/>
                  <a:gd name="T18" fmla="*/ 155 w 165"/>
                  <a:gd name="T19" fmla="*/ 100 h 123"/>
                  <a:gd name="T20" fmla="*/ 155 w 165"/>
                  <a:gd name="T21" fmla="*/ 123 h 123"/>
                  <a:gd name="T22" fmla="*/ 165 w 165"/>
                  <a:gd name="T23" fmla="*/ 83 h 123"/>
                  <a:gd name="T24" fmla="*/ 82 w 165"/>
                  <a:gd name="T25"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5" h="123">
                    <a:moveTo>
                      <a:pt x="82" y="0"/>
                    </a:moveTo>
                    <a:cubicBezTo>
                      <a:pt x="37" y="0"/>
                      <a:pt x="0" y="37"/>
                      <a:pt x="0" y="83"/>
                    </a:cubicBezTo>
                    <a:cubicBezTo>
                      <a:pt x="0" y="96"/>
                      <a:pt x="3" y="110"/>
                      <a:pt x="10" y="122"/>
                    </a:cubicBezTo>
                    <a:cubicBezTo>
                      <a:pt x="10" y="100"/>
                      <a:pt x="10" y="100"/>
                      <a:pt x="10" y="100"/>
                    </a:cubicBezTo>
                    <a:cubicBezTo>
                      <a:pt x="10" y="96"/>
                      <a:pt x="11" y="92"/>
                      <a:pt x="14" y="89"/>
                    </a:cubicBezTo>
                    <a:cubicBezTo>
                      <a:pt x="14" y="87"/>
                      <a:pt x="13" y="85"/>
                      <a:pt x="13" y="83"/>
                    </a:cubicBezTo>
                    <a:cubicBezTo>
                      <a:pt x="13" y="45"/>
                      <a:pt x="44" y="13"/>
                      <a:pt x="82" y="13"/>
                    </a:cubicBezTo>
                    <a:cubicBezTo>
                      <a:pt x="120" y="13"/>
                      <a:pt x="151" y="45"/>
                      <a:pt x="151" y="83"/>
                    </a:cubicBezTo>
                    <a:cubicBezTo>
                      <a:pt x="151" y="85"/>
                      <a:pt x="151" y="88"/>
                      <a:pt x="151" y="90"/>
                    </a:cubicBezTo>
                    <a:cubicBezTo>
                      <a:pt x="153" y="93"/>
                      <a:pt x="155" y="97"/>
                      <a:pt x="155" y="100"/>
                    </a:cubicBezTo>
                    <a:cubicBezTo>
                      <a:pt x="155" y="123"/>
                      <a:pt x="155" y="123"/>
                      <a:pt x="155" y="123"/>
                    </a:cubicBezTo>
                    <a:cubicBezTo>
                      <a:pt x="161" y="111"/>
                      <a:pt x="165" y="97"/>
                      <a:pt x="165" y="83"/>
                    </a:cubicBezTo>
                    <a:cubicBezTo>
                      <a:pt x="165" y="37"/>
                      <a:pt x="128" y="0"/>
                      <a:pt x="8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2" name="Freeform 272"/>
              <p:cNvSpPr>
                <a:spLocks/>
              </p:cNvSpPr>
              <p:nvPr/>
            </p:nvSpPr>
            <p:spPr bwMode="auto">
              <a:xfrm>
                <a:off x="-4852988" y="90487"/>
                <a:ext cx="138112" cy="247650"/>
              </a:xfrm>
              <a:custGeom>
                <a:avLst/>
                <a:gdLst>
                  <a:gd name="T0" fmla="*/ 1 w 37"/>
                  <a:gd name="T1" fmla="*/ 14 h 66"/>
                  <a:gd name="T2" fmla="*/ 0 w 37"/>
                  <a:gd name="T3" fmla="*/ 17 h 66"/>
                  <a:gd name="T4" fmla="*/ 0 w 37"/>
                  <a:gd name="T5" fmla="*/ 38 h 66"/>
                  <a:gd name="T6" fmla="*/ 0 w 37"/>
                  <a:gd name="T7" fmla="*/ 48 h 66"/>
                  <a:gd name="T8" fmla="*/ 26 w 37"/>
                  <a:gd name="T9" fmla="*/ 66 h 66"/>
                  <a:gd name="T10" fmla="*/ 37 w 37"/>
                  <a:gd name="T11" fmla="*/ 66 h 66"/>
                  <a:gd name="T12" fmla="*/ 37 w 37"/>
                  <a:gd name="T13" fmla="*/ 0 h 66"/>
                  <a:gd name="T14" fmla="*/ 26 w 37"/>
                  <a:gd name="T15" fmla="*/ 0 h 66"/>
                  <a:gd name="T16" fmla="*/ 1 w 37"/>
                  <a:gd name="T17" fmla="*/ 14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66">
                    <a:moveTo>
                      <a:pt x="1" y="14"/>
                    </a:moveTo>
                    <a:cubicBezTo>
                      <a:pt x="1" y="15"/>
                      <a:pt x="0" y="16"/>
                      <a:pt x="0" y="17"/>
                    </a:cubicBezTo>
                    <a:cubicBezTo>
                      <a:pt x="0" y="38"/>
                      <a:pt x="0" y="38"/>
                      <a:pt x="0" y="38"/>
                    </a:cubicBezTo>
                    <a:cubicBezTo>
                      <a:pt x="0" y="48"/>
                      <a:pt x="0" y="48"/>
                      <a:pt x="0" y="48"/>
                    </a:cubicBezTo>
                    <a:cubicBezTo>
                      <a:pt x="0" y="58"/>
                      <a:pt x="12" y="66"/>
                      <a:pt x="26" y="66"/>
                    </a:cubicBezTo>
                    <a:cubicBezTo>
                      <a:pt x="37" y="66"/>
                      <a:pt x="37" y="66"/>
                      <a:pt x="37" y="66"/>
                    </a:cubicBezTo>
                    <a:cubicBezTo>
                      <a:pt x="37" y="0"/>
                      <a:pt x="37" y="0"/>
                      <a:pt x="37" y="0"/>
                    </a:cubicBezTo>
                    <a:cubicBezTo>
                      <a:pt x="26" y="0"/>
                      <a:pt x="26" y="0"/>
                      <a:pt x="26" y="0"/>
                    </a:cubicBezTo>
                    <a:cubicBezTo>
                      <a:pt x="14" y="0"/>
                      <a:pt x="3" y="6"/>
                      <a:pt x="1"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3" name="Freeform 273"/>
              <p:cNvSpPr>
                <a:spLocks/>
              </p:cNvSpPr>
              <p:nvPr/>
            </p:nvSpPr>
            <p:spPr bwMode="auto">
              <a:xfrm>
                <a:off x="-4478338" y="90487"/>
                <a:ext cx="134937" cy="247650"/>
              </a:xfrm>
              <a:custGeom>
                <a:avLst/>
                <a:gdLst>
                  <a:gd name="T0" fmla="*/ 36 w 36"/>
                  <a:gd name="T1" fmla="*/ 48 h 66"/>
                  <a:gd name="T2" fmla="*/ 36 w 36"/>
                  <a:gd name="T3" fmla="*/ 38 h 66"/>
                  <a:gd name="T4" fmla="*/ 36 w 36"/>
                  <a:gd name="T5" fmla="*/ 17 h 66"/>
                  <a:gd name="T6" fmla="*/ 36 w 36"/>
                  <a:gd name="T7" fmla="*/ 15 h 66"/>
                  <a:gd name="T8" fmla="*/ 10 w 36"/>
                  <a:gd name="T9" fmla="*/ 0 h 66"/>
                  <a:gd name="T10" fmla="*/ 0 w 36"/>
                  <a:gd name="T11" fmla="*/ 0 h 66"/>
                  <a:gd name="T12" fmla="*/ 0 w 36"/>
                  <a:gd name="T13" fmla="*/ 66 h 66"/>
                  <a:gd name="T14" fmla="*/ 10 w 36"/>
                  <a:gd name="T15" fmla="*/ 66 h 66"/>
                  <a:gd name="T16" fmla="*/ 36 w 36"/>
                  <a:gd name="T17" fmla="*/ 48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 h="66">
                    <a:moveTo>
                      <a:pt x="36" y="48"/>
                    </a:moveTo>
                    <a:cubicBezTo>
                      <a:pt x="36" y="38"/>
                      <a:pt x="36" y="38"/>
                      <a:pt x="36" y="38"/>
                    </a:cubicBezTo>
                    <a:cubicBezTo>
                      <a:pt x="36" y="17"/>
                      <a:pt x="36" y="17"/>
                      <a:pt x="36" y="17"/>
                    </a:cubicBezTo>
                    <a:cubicBezTo>
                      <a:pt x="36" y="17"/>
                      <a:pt x="36" y="16"/>
                      <a:pt x="36" y="15"/>
                    </a:cubicBezTo>
                    <a:cubicBezTo>
                      <a:pt x="34" y="7"/>
                      <a:pt x="23" y="0"/>
                      <a:pt x="10" y="0"/>
                    </a:cubicBezTo>
                    <a:cubicBezTo>
                      <a:pt x="0" y="0"/>
                      <a:pt x="0" y="0"/>
                      <a:pt x="0" y="0"/>
                    </a:cubicBezTo>
                    <a:cubicBezTo>
                      <a:pt x="0" y="66"/>
                      <a:pt x="0" y="66"/>
                      <a:pt x="0" y="66"/>
                    </a:cubicBezTo>
                    <a:cubicBezTo>
                      <a:pt x="10" y="66"/>
                      <a:pt x="10" y="66"/>
                      <a:pt x="10" y="66"/>
                    </a:cubicBezTo>
                    <a:cubicBezTo>
                      <a:pt x="25" y="66"/>
                      <a:pt x="36" y="58"/>
                      <a:pt x="36" y="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4" name="Freeform 274"/>
              <p:cNvSpPr>
                <a:spLocks noEditPoints="1"/>
              </p:cNvSpPr>
              <p:nvPr/>
            </p:nvSpPr>
            <p:spPr bwMode="auto">
              <a:xfrm>
                <a:off x="-6126163" y="1309687"/>
                <a:ext cx="514350" cy="511175"/>
              </a:xfrm>
              <a:custGeom>
                <a:avLst/>
                <a:gdLst>
                  <a:gd name="T0" fmla="*/ 137 w 137"/>
                  <a:gd name="T1" fmla="*/ 68 h 136"/>
                  <a:gd name="T2" fmla="*/ 122 w 137"/>
                  <a:gd name="T3" fmla="*/ 64 h 136"/>
                  <a:gd name="T4" fmla="*/ 131 w 137"/>
                  <a:gd name="T5" fmla="*/ 64 h 136"/>
                  <a:gd name="T6" fmla="*/ 122 w 137"/>
                  <a:gd name="T7" fmla="*/ 72 h 136"/>
                  <a:gd name="T8" fmla="*/ 106 w 137"/>
                  <a:gd name="T9" fmla="*/ 125 h 136"/>
                  <a:gd name="T10" fmla="*/ 122 w 137"/>
                  <a:gd name="T11" fmla="*/ 72 h 136"/>
                  <a:gd name="T12" fmla="*/ 113 w 137"/>
                  <a:gd name="T13" fmla="*/ 64 h 136"/>
                  <a:gd name="T14" fmla="*/ 122 w 137"/>
                  <a:gd name="T15" fmla="*/ 25 h 136"/>
                  <a:gd name="T16" fmla="*/ 106 w 137"/>
                  <a:gd name="T17" fmla="*/ 25 h 136"/>
                  <a:gd name="T18" fmla="*/ 110 w 137"/>
                  <a:gd name="T19" fmla="*/ 21 h 136"/>
                  <a:gd name="T20" fmla="*/ 106 w 137"/>
                  <a:gd name="T21" fmla="*/ 36 h 136"/>
                  <a:gd name="T22" fmla="*/ 115 w 137"/>
                  <a:gd name="T23" fmla="*/ 109 h 136"/>
                  <a:gd name="T24" fmla="*/ 106 w 137"/>
                  <a:gd name="T25" fmla="*/ 111 h 136"/>
                  <a:gd name="T26" fmla="*/ 68 w 137"/>
                  <a:gd name="T27" fmla="*/ 136 h 136"/>
                  <a:gd name="T28" fmla="*/ 106 w 137"/>
                  <a:gd name="T29" fmla="*/ 111 h 136"/>
                  <a:gd name="T30" fmla="*/ 102 w 137"/>
                  <a:gd name="T31" fmla="*/ 97 h 136"/>
                  <a:gd name="T32" fmla="*/ 106 w 137"/>
                  <a:gd name="T33" fmla="*/ 100 h 136"/>
                  <a:gd name="T34" fmla="*/ 102 w 137"/>
                  <a:gd name="T35" fmla="*/ 39 h 136"/>
                  <a:gd name="T36" fmla="*/ 106 w 137"/>
                  <a:gd name="T37" fmla="*/ 25 h 136"/>
                  <a:gd name="T38" fmla="*/ 68 w 137"/>
                  <a:gd name="T39" fmla="*/ 0 h 136"/>
                  <a:gd name="T40" fmla="*/ 68 w 137"/>
                  <a:gd name="T41" fmla="*/ 5 h 136"/>
                  <a:gd name="T42" fmla="*/ 72 w 137"/>
                  <a:gd name="T43" fmla="*/ 24 h 136"/>
                  <a:gd name="T44" fmla="*/ 68 w 137"/>
                  <a:gd name="T45" fmla="*/ 63 h 136"/>
                  <a:gd name="T46" fmla="*/ 90 w 137"/>
                  <a:gd name="T47" fmla="*/ 42 h 136"/>
                  <a:gd name="T48" fmla="*/ 69 w 137"/>
                  <a:gd name="T49" fmla="*/ 74 h 136"/>
                  <a:gd name="T50" fmla="*/ 68 w 137"/>
                  <a:gd name="T51" fmla="*/ 112 h 136"/>
                  <a:gd name="T52" fmla="*/ 72 w 137"/>
                  <a:gd name="T53" fmla="*/ 131 h 136"/>
                  <a:gd name="T54" fmla="*/ 68 w 137"/>
                  <a:gd name="T55" fmla="*/ 131 h 136"/>
                  <a:gd name="T56" fmla="*/ 68 w 137"/>
                  <a:gd name="T57" fmla="*/ 0 h 136"/>
                  <a:gd name="T58" fmla="*/ 30 w 137"/>
                  <a:gd name="T59" fmla="*/ 25 h 136"/>
                  <a:gd name="T60" fmla="*/ 34 w 137"/>
                  <a:gd name="T61" fmla="*/ 39 h 136"/>
                  <a:gd name="T62" fmla="*/ 30 w 137"/>
                  <a:gd name="T63" fmla="*/ 100 h 136"/>
                  <a:gd name="T64" fmla="*/ 40 w 137"/>
                  <a:gd name="T65" fmla="*/ 102 h 136"/>
                  <a:gd name="T66" fmla="*/ 30 w 137"/>
                  <a:gd name="T67" fmla="*/ 125 h 136"/>
                  <a:gd name="T68" fmla="*/ 68 w 137"/>
                  <a:gd name="T69" fmla="*/ 131 h 136"/>
                  <a:gd name="T70" fmla="*/ 64 w 137"/>
                  <a:gd name="T71" fmla="*/ 112 h 136"/>
                  <a:gd name="T72" fmla="*/ 68 w 137"/>
                  <a:gd name="T73" fmla="*/ 74 h 136"/>
                  <a:gd name="T74" fmla="*/ 57 w 137"/>
                  <a:gd name="T75" fmla="*/ 52 h 136"/>
                  <a:gd name="T76" fmla="*/ 68 w 137"/>
                  <a:gd name="T77" fmla="*/ 63 h 136"/>
                  <a:gd name="T78" fmla="*/ 64 w 137"/>
                  <a:gd name="T79" fmla="*/ 24 h 136"/>
                  <a:gd name="T80" fmla="*/ 64 w 137"/>
                  <a:gd name="T81" fmla="*/ 5 h 136"/>
                  <a:gd name="T82" fmla="*/ 68 w 137"/>
                  <a:gd name="T83" fmla="*/ 0 h 136"/>
                  <a:gd name="T84" fmla="*/ 15 w 137"/>
                  <a:gd name="T85" fmla="*/ 25 h 136"/>
                  <a:gd name="T86" fmla="*/ 24 w 137"/>
                  <a:gd name="T87" fmla="*/ 64 h 136"/>
                  <a:gd name="T88" fmla="*/ 24 w 137"/>
                  <a:gd name="T89" fmla="*/ 72 h 136"/>
                  <a:gd name="T90" fmla="*/ 15 w 137"/>
                  <a:gd name="T91" fmla="*/ 111 h 136"/>
                  <a:gd name="T92" fmla="*/ 30 w 137"/>
                  <a:gd name="T93" fmla="*/ 111 h 136"/>
                  <a:gd name="T94" fmla="*/ 27 w 137"/>
                  <a:gd name="T95" fmla="*/ 115 h 136"/>
                  <a:gd name="T96" fmla="*/ 30 w 137"/>
                  <a:gd name="T97" fmla="*/ 100 h 136"/>
                  <a:gd name="T98" fmla="*/ 21 w 137"/>
                  <a:gd name="T99" fmla="*/ 27 h 136"/>
                  <a:gd name="T100" fmla="*/ 27 w 137"/>
                  <a:gd name="T101" fmla="*/ 21 h 136"/>
                  <a:gd name="T102" fmla="*/ 30 w 137"/>
                  <a:gd name="T103" fmla="*/ 11 h 136"/>
                  <a:gd name="T104" fmla="*/ 0 w 137"/>
                  <a:gd name="T105" fmla="*/ 68 h 136"/>
                  <a:gd name="T106" fmla="*/ 15 w 137"/>
                  <a:gd name="T107" fmla="*/ 72 h 136"/>
                  <a:gd name="T108" fmla="*/ 6 w 137"/>
                  <a:gd name="T109" fmla="*/ 64 h 136"/>
                  <a:gd name="T110" fmla="*/ 15 w 137"/>
                  <a:gd name="T111" fmla="*/ 25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37" h="136">
                    <a:moveTo>
                      <a:pt x="122" y="111"/>
                    </a:moveTo>
                    <a:cubicBezTo>
                      <a:pt x="131" y="99"/>
                      <a:pt x="137" y="84"/>
                      <a:pt x="137" y="68"/>
                    </a:cubicBezTo>
                    <a:cubicBezTo>
                      <a:pt x="137" y="52"/>
                      <a:pt x="131" y="37"/>
                      <a:pt x="122" y="25"/>
                    </a:cubicBezTo>
                    <a:cubicBezTo>
                      <a:pt x="122" y="64"/>
                      <a:pt x="122" y="64"/>
                      <a:pt x="122" y="64"/>
                    </a:cubicBezTo>
                    <a:cubicBezTo>
                      <a:pt x="131" y="64"/>
                      <a:pt x="131" y="64"/>
                      <a:pt x="131" y="64"/>
                    </a:cubicBezTo>
                    <a:cubicBezTo>
                      <a:pt x="131" y="64"/>
                      <a:pt x="131" y="64"/>
                      <a:pt x="131" y="64"/>
                    </a:cubicBezTo>
                    <a:cubicBezTo>
                      <a:pt x="131" y="72"/>
                      <a:pt x="131" y="72"/>
                      <a:pt x="131" y="72"/>
                    </a:cubicBezTo>
                    <a:cubicBezTo>
                      <a:pt x="122" y="72"/>
                      <a:pt x="122" y="72"/>
                      <a:pt x="122" y="72"/>
                    </a:cubicBezTo>
                    <a:lnTo>
                      <a:pt x="122" y="111"/>
                    </a:lnTo>
                    <a:close/>
                    <a:moveTo>
                      <a:pt x="106" y="125"/>
                    </a:moveTo>
                    <a:cubicBezTo>
                      <a:pt x="112" y="121"/>
                      <a:pt x="117" y="116"/>
                      <a:pt x="122" y="111"/>
                    </a:cubicBezTo>
                    <a:cubicBezTo>
                      <a:pt x="122" y="72"/>
                      <a:pt x="122" y="72"/>
                      <a:pt x="122" y="72"/>
                    </a:cubicBezTo>
                    <a:cubicBezTo>
                      <a:pt x="113" y="72"/>
                      <a:pt x="113" y="72"/>
                      <a:pt x="113" y="72"/>
                    </a:cubicBezTo>
                    <a:cubicBezTo>
                      <a:pt x="113" y="64"/>
                      <a:pt x="113" y="64"/>
                      <a:pt x="113" y="64"/>
                    </a:cubicBezTo>
                    <a:cubicBezTo>
                      <a:pt x="122" y="64"/>
                      <a:pt x="122" y="64"/>
                      <a:pt x="122" y="64"/>
                    </a:cubicBezTo>
                    <a:cubicBezTo>
                      <a:pt x="122" y="25"/>
                      <a:pt x="122" y="25"/>
                      <a:pt x="122" y="25"/>
                    </a:cubicBezTo>
                    <a:cubicBezTo>
                      <a:pt x="117" y="20"/>
                      <a:pt x="112" y="15"/>
                      <a:pt x="106" y="11"/>
                    </a:cubicBezTo>
                    <a:cubicBezTo>
                      <a:pt x="106" y="25"/>
                      <a:pt x="106" y="25"/>
                      <a:pt x="106" y="25"/>
                    </a:cubicBezTo>
                    <a:cubicBezTo>
                      <a:pt x="110" y="21"/>
                      <a:pt x="110" y="21"/>
                      <a:pt x="110" y="21"/>
                    </a:cubicBezTo>
                    <a:cubicBezTo>
                      <a:pt x="110" y="21"/>
                      <a:pt x="110" y="21"/>
                      <a:pt x="110" y="21"/>
                    </a:cubicBezTo>
                    <a:cubicBezTo>
                      <a:pt x="115" y="27"/>
                      <a:pt x="115" y="27"/>
                      <a:pt x="115" y="27"/>
                    </a:cubicBezTo>
                    <a:cubicBezTo>
                      <a:pt x="106" y="36"/>
                      <a:pt x="106" y="36"/>
                      <a:pt x="106" y="36"/>
                    </a:cubicBezTo>
                    <a:cubicBezTo>
                      <a:pt x="106" y="100"/>
                      <a:pt x="106" y="100"/>
                      <a:pt x="106" y="100"/>
                    </a:cubicBezTo>
                    <a:cubicBezTo>
                      <a:pt x="115" y="109"/>
                      <a:pt x="115" y="109"/>
                      <a:pt x="115" y="109"/>
                    </a:cubicBezTo>
                    <a:cubicBezTo>
                      <a:pt x="110" y="115"/>
                      <a:pt x="110" y="115"/>
                      <a:pt x="110" y="115"/>
                    </a:cubicBezTo>
                    <a:cubicBezTo>
                      <a:pt x="106" y="111"/>
                      <a:pt x="106" y="111"/>
                      <a:pt x="106" y="111"/>
                    </a:cubicBezTo>
                    <a:lnTo>
                      <a:pt x="106" y="125"/>
                    </a:lnTo>
                    <a:close/>
                    <a:moveTo>
                      <a:pt x="68" y="136"/>
                    </a:moveTo>
                    <a:cubicBezTo>
                      <a:pt x="82" y="136"/>
                      <a:pt x="95" y="132"/>
                      <a:pt x="106" y="125"/>
                    </a:cubicBezTo>
                    <a:cubicBezTo>
                      <a:pt x="106" y="111"/>
                      <a:pt x="106" y="111"/>
                      <a:pt x="106" y="111"/>
                    </a:cubicBezTo>
                    <a:cubicBezTo>
                      <a:pt x="97" y="102"/>
                      <a:pt x="97" y="102"/>
                      <a:pt x="97" y="102"/>
                    </a:cubicBezTo>
                    <a:cubicBezTo>
                      <a:pt x="102" y="97"/>
                      <a:pt x="102" y="97"/>
                      <a:pt x="102" y="97"/>
                    </a:cubicBezTo>
                    <a:cubicBezTo>
                      <a:pt x="102" y="97"/>
                      <a:pt x="102" y="97"/>
                      <a:pt x="102" y="97"/>
                    </a:cubicBezTo>
                    <a:cubicBezTo>
                      <a:pt x="106" y="100"/>
                      <a:pt x="106" y="100"/>
                      <a:pt x="106" y="100"/>
                    </a:cubicBezTo>
                    <a:cubicBezTo>
                      <a:pt x="106" y="36"/>
                      <a:pt x="106" y="36"/>
                      <a:pt x="106" y="36"/>
                    </a:cubicBezTo>
                    <a:cubicBezTo>
                      <a:pt x="102" y="39"/>
                      <a:pt x="102" y="39"/>
                      <a:pt x="102" y="39"/>
                    </a:cubicBezTo>
                    <a:cubicBezTo>
                      <a:pt x="97" y="34"/>
                      <a:pt x="97" y="34"/>
                      <a:pt x="97" y="34"/>
                    </a:cubicBezTo>
                    <a:cubicBezTo>
                      <a:pt x="106" y="25"/>
                      <a:pt x="106" y="25"/>
                      <a:pt x="106" y="25"/>
                    </a:cubicBezTo>
                    <a:cubicBezTo>
                      <a:pt x="106" y="11"/>
                      <a:pt x="106" y="11"/>
                      <a:pt x="106" y="11"/>
                    </a:cubicBezTo>
                    <a:cubicBezTo>
                      <a:pt x="95" y="4"/>
                      <a:pt x="82" y="0"/>
                      <a:pt x="68" y="0"/>
                    </a:cubicBezTo>
                    <a:cubicBezTo>
                      <a:pt x="68" y="0"/>
                      <a:pt x="68" y="0"/>
                      <a:pt x="68" y="0"/>
                    </a:cubicBezTo>
                    <a:cubicBezTo>
                      <a:pt x="68" y="5"/>
                      <a:pt x="68" y="5"/>
                      <a:pt x="68" y="5"/>
                    </a:cubicBezTo>
                    <a:cubicBezTo>
                      <a:pt x="72" y="5"/>
                      <a:pt x="72" y="5"/>
                      <a:pt x="72" y="5"/>
                    </a:cubicBezTo>
                    <a:cubicBezTo>
                      <a:pt x="72" y="24"/>
                      <a:pt x="72" y="24"/>
                      <a:pt x="72" y="24"/>
                    </a:cubicBezTo>
                    <a:cubicBezTo>
                      <a:pt x="68" y="24"/>
                      <a:pt x="68" y="24"/>
                      <a:pt x="68" y="24"/>
                    </a:cubicBezTo>
                    <a:cubicBezTo>
                      <a:pt x="68" y="63"/>
                      <a:pt x="68" y="63"/>
                      <a:pt x="68" y="63"/>
                    </a:cubicBezTo>
                    <a:cubicBezTo>
                      <a:pt x="69" y="63"/>
                      <a:pt x="69" y="63"/>
                      <a:pt x="69" y="63"/>
                    </a:cubicBezTo>
                    <a:cubicBezTo>
                      <a:pt x="90" y="42"/>
                      <a:pt x="90" y="42"/>
                      <a:pt x="90" y="42"/>
                    </a:cubicBezTo>
                    <a:cubicBezTo>
                      <a:pt x="96" y="48"/>
                      <a:pt x="96" y="48"/>
                      <a:pt x="96" y="48"/>
                    </a:cubicBezTo>
                    <a:cubicBezTo>
                      <a:pt x="69" y="74"/>
                      <a:pt x="69" y="74"/>
                      <a:pt x="69" y="74"/>
                    </a:cubicBezTo>
                    <a:cubicBezTo>
                      <a:pt x="68" y="74"/>
                      <a:pt x="68" y="74"/>
                      <a:pt x="68" y="74"/>
                    </a:cubicBezTo>
                    <a:cubicBezTo>
                      <a:pt x="68" y="112"/>
                      <a:pt x="68" y="112"/>
                      <a:pt x="68" y="112"/>
                    </a:cubicBezTo>
                    <a:cubicBezTo>
                      <a:pt x="72" y="112"/>
                      <a:pt x="72" y="112"/>
                      <a:pt x="72" y="112"/>
                    </a:cubicBezTo>
                    <a:cubicBezTo>
                      <a:pt x="72" y="131"/>
                      <a:pt x="72" y="131"/>
                      <a:pt x="72" y="131"/>
                    </a:cubicBezTo>
                    <a:cubicBezTo>
                      <a:pt x="72" y="131"/>
                      <a:pt x="72" y="131"/>
                      <a:pt x="72" y="131"/>
                    </a:cubicBezTo>
                    <a:cubicBezTo>
                      <a:pt x="68" y="131"/>
                      <a:pt x="68" y="131"/>
                      <a:pt x="68" y="131"/>
                    </a:cubicBezTo>
                    <a:cubicBezTo>
                      <a:pt x="68" y="136"/>
                      <a:pt x="68" y="136"/>
                      <a:pt x="68" y="136"/>
                    </a:cubicBezTo>
                    <a:close/>
                    <a:moveTo>
                      <a:pt x="68" y="0"/>
                    </a:moveTo>
                    <a:cubicBezTo>
                      <a:pt x="54" y="0"/>
                      <a:pt x="41" y="4"/>
                      <a:pt x="30" y="11"/>
                    </a:cubicBezTo>
                    <a:cubicBezTo>
                      <a:pt x="30" y="25"/>
                      <a:pt x="30" y="25"/>
                      <a:pt x="30" y="25"/>
                    </a:cubicBezTo>
                    <a:cubicBezTo>
                      <a:pt x="40" y="34"/>
                      <a:pt x="40" y="34"/>
                      <a:pt x="40" y="34"/>
                    </a:cubicBezTo>
                    <a:cubicBezTo>
                      <a:pt x="34" y="39"/>
                      <a:pt x="34" y="39"/>
                      <a:pt x="34" y="39"/>
                    </a:cubicBezTo>
                    <a:cubicBezTo>
                      <a:pt x="30" y="36"/>
                      <a:pt x="30" y="36"/>
                      <a:pt x="30" y="36"/>
                    </a:cubicBezTo>
                    <a:cubicBezTo>
                      <a:pt x="30" y="100"/>
                      <a:pt x="30" y="100"/>
                      <a:pt x="30" y="100"/>
                    </a:cubicBezTo>
                    <a:cubicBezTo>
                      <a:pt x="34" y="97"/>
                      <a:pt x="34" y="97"/>
                      <a:pt x="34" y="97"/>
                    </a:cubicBezTo>
                    <a:cubicBezTo>
                      <a:pt x="40" y="102"/>
                      <a:pt x="40" y="102"/>
                      <a:pt x="40" y="102"/>
                    </a:cubicBezTo>
                    <a:cubicBezTo>
                      <a:pt x="30" y="111"/>
                      <a:pt x="30" y="111"/>
                      <a:pt x="30" y="111"/>
                    </a:cubicBezTo>
                    <a:cubicBezTo>
                      <a:pt x="30" y="125"/>
                      <a:pt x="30" y="125"/>
                      <a:pt x="30" y="125"/>
                    </a:cubicBezTo>
                    <a:cubicBezTo>
                      <a:pt x="41" y="132"/>
                      <a:pt x="54" y="136"/>
                      <a:pt x="68" y="136"/>
                    </a:cubicBezTo>
                    <a:cubicBezTo>
                      <a:pt x="68" y="131"/>
                      <a:pt x="68" y="131"/>
                      <a:pt x="68" y="131"/>
                    </a:cubicBezTo>
                    <a:cubicBezTo>
                      <a:pt x="64" y="131"/>
                      <a:pt x="64" y="131"/>
                      <a:pt x="64" y="131"/>
                    </a:cubicBezTo>
                    <a:cubicBezTo>
                      <a:pt x="64" y="112"/>
                      <a:pt x="64" y="112"/>
                      <a:pt x="64" y="112"/>
                    </a:cubicBezTo>
                    <a:cubicBezTo>
                      <a:pt x="68" y="112"/>
                      <a:pt x="68" y="112"/>
                      <a:pt x="68" y="112"/>
                    </a:cubicBezTo>
                    <a:cubicBezTo>
                      <a:pt x="68" y="74"/>
                      <a:pt x="68" y="74"/>
                      <a:pt x="68" y="74"/>
                    </a:cubicBezTo>
                    <a:cubicBezTo>
                      <a:pt x="52" y="58"/>
                      <a:pt x="52" y="58"/>
                      <a:pt x="52" y="58"/>
                    </a:cubicBezTo>
                    <a:cubicBezTo>
                      <a:pt x="57" y="52"/>
                      <a:pt x="57" y="52"/>
                      <a:pt x="57" y="52"/>
                    </a:cubicBezTo>
                    <a:cubicBezTo>
                      <a:pt x="57" y="52"/>
                      <a:pt x="57" y="52"/>
                      <a:pt x="57" y="52"/>
                    </a:cubicBezTo>
                    <a:cubicBezTo>
                      <a:pt x="68" y="63"/>
                      <a:pt x="68" y="63"/>
                      <a:pt x="68" y="63"/>
                    </a:cubicBezTo>
                    <a:cubicBezTo>
                      <a:pt x="68" y="24"/>
                      <a:pt x="68" y="24"/>
                      <a:pt x="68" y="24"/>
                    </a:cubicBezTo>
                    <a:cubicBezTo>
                      <a:pt x="64" y="24"/>
                      <a:pt x="64" y="24"/>
                      <a:pt x="64" y="24"/>
                    </a:cubicBezTo>
                    <a:cubicBezTo>
                      <a:pt x="64" y="5"/>
                      <a:pt x="64" y="5"/>
                      <a:pt x="64" y="5"/>
                    </a:cubicBezTo>
                    <a:cubicBezTo>
                      <a:pt x="64" y="5"/>
                      <a:pt x="64" y="5"/>
                      <a:pt x="64" y="5"/>
                    </a:cubicBezTo>
                    <a:cubicBezTo>
                      <a:pt x="68" y="5"/>
                      <a:pt x="68" y="5"/>
                      <a:pt x="68" y="5"/>
                    </a:cubicBezTo>
                    <a:lnTo>
                      <a:pt x="68" y="0"/>
                    </a:lnTo>
                    <a:close/>
                    <a:moveTo>
                      <a:pt x="30" y="11"/>
                    </a:moveTo>
                    <a:cubicBezTo>
                      <a:pt x="25" y="15"/>
                      <a:pt x="19" y="20"/>
                      <a:pt x="15" y="25"/>
                    </a:cubicBezTo>
                    <a:cubicBezTo>
                      <a:pt x="15" y="64"/>
                      <a:pt x="15" y="64"/>
                      <a:pt x="15" y="64"/>
                    </a:cubicBezTo>
                    <a:cubicBezTo>
                      <a:pt x="24" y="64"/>
                      <a:pt x="24" y="64"/>
                      <a:pt x="24" y="64"/>
                    </a:cubicBezTo>
                    <a:cubicBezTo>
                      <a:pt x="24" y="64"/>
                      <a:pt x="24" y="64"/>
                      <a:pt x="24" y="64"/>
                    </a:cubicBezTo>
                    <a:cubicBezTo>
                      <a:pt x="24" y="72"/>
                      <a:pt x="24" y="72"/>
                      <a:pt x="24" y="72"/>
                    </a:cubicBezTo>
                    <a:cubicBezTo>
                      <a:pt x="15" y="72"/>
                      <a:pt x="15" y="72"/>
                      <a:pt x="15" y="72"/>
                    </a:cubicBezTo>
                    <a:cubicBezTo>
                      <a:pt x="15" y="111"/>
                      <a:pt x="15" y="111"/>
                      <a:pt x="15" y="111"/>
                    </a:cubicBezTo>
                    <a:cubicBezTo>
                      <a:pt x="19" y="116"/>
                      <a:pt x="25" y="121"/>
                      <a:pt x="30" y="125"/>
                    </a:cubicBezTo>
                    <a:cubicBezTo>
                      <a:pt x="30" y="111"/>
                      <a:pt x="30" y="111"/>
                      <a:pt x="30" y="111"/>
                    </a:cubicBezTo>
                    <a:cubicBezTo>
                      <a:pt x="27" y="115"/>
                      <a:pt x="27" y="115"/>
                      <a:pt x="27" y="115"/>
                    </a:cubicBezTo>
                    <a:cubicBezTo>
                      <a:pt x="27" y="115"/>
                      <a:pt x="27" y="115"/>
                      <a:pt x="27" y="115"/>
                    </a:cubicBezTo>
                    <a:cubicBezTo>
                      <a:pt x="21" y="109"/>
                      <a:pt x="21" y="109"/>
                      <a:pt x="21" y="109"/>
                    </a:cubicBezTo>
                    <a:cubicBezTo>
                      <a:pt x="30" y="100"/>
                      <a:pt x="30" y="100"/>
                      <a:pt x="30" y="100"/>
                    </a:cubicBezTo>
                    <a:cubicBezTo>
                      <a:pt x="30" y="36"/>
                      <a:pt x="30" y="36"/>
                      <a:pt x="30" y="36"/>
                    </a:cubicBezTo>
                    <a:cubicBezTo>
                      <a:pt x="21" y="27"/>
                      <a:pt x="21" y="27"/>
                      <a:pt x="21" y="27"/>
                    </a:cubicBezTo>
                    <a:cubicBezTo>
                      <a:pt x="27" y="21"/>
                      <a:pt x="27" y="21"/>
                      <a:pt x="27" y="21"/>
                    </a:cubicBezTo>
                    <a:cubicBezTo>
                      <a:pt x="27" y="21"/>
                      <a:pt x="27" y="21"/>
                      <a:pt x="27" y="21"/>
                    </a:cubicBezTo>
                    <a:cubicBezTo>
                      <a:pt x="30" y="25"/>
                      <a:pt x="30" y="25"/>
                      <a:pt x="30" y="25"/>
                    </a:cubicBezTo>
                    <a:lnTo>
                      <a:pt x="30" y="11"/>
                    </a:lnTo>
                    <a:close/>
                    <a:moveTo>
                      <a:pt x="15" y="25"/>
                    </a:moveTo>
                    <a:cubicBezTo>
                      <a:pt x="6" y="37"/>
                      <a:pt x="0" y="52"/>
                      <a:pt x="0" y="68"/>
                    </a:cubicBezTo>
                    <a:cubicBezTo>
                      <a:pt x="0" y="84"/>
                      <a:pt x="6" y="99"/>
                      <a:pt x="15" y="111"/>
                    </a:cubicBezTo>
                    <a:cubicBezTo>
                      <a:pt x="15" y="72"/>
                      <a:pt x="15" y="72"/>
                      <a:pt x="15" y="72"/>
                    </a:cubicBezTo>
                    <a:cubicBezTo>
                      <a:pt x="6" y="72"/>
                      <a:pt x="6" y="72"/>
                      <a:pt x="6" y="72"/>
                    </a:cubicBezTo>
                    <a:cubicBezTo>
                      <a:pt x="6" y="64"/>
                      <a:pt x="6" y="64"/>
                      <a:pt x="6" y="64"/>
                    </a:cubicBezTo>
                    <a:cubicBezTo>
                      <a:pt x="15" y="64"/>
                      <a:pt x="15" y="64"/>
                      <a:pt x="15" y="64"/>
                    </a:cubicBezTo>
                    <a:lnTo>
                      <a:pt x="15" y="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5" name="Freeform 275"/>
              <p:cNvSpPr>
                <a:spLocks/>
              </p:cNvSpPr>
              <p:nvPr/>
            </p:nvSpPr>
            <p:spPr bwMode="auto">
              <a:xfrm>
                <a:off x="-3414713" y="5214938"/>
                <a:ext cx="266700" cy="769938"/>
              </a:xfrm>
              <a:custGeom>
                <a:avLst/>
                <a:gdLst>
                  <a:gd name="T0" fmla="*/ 8 w 71"/>
                  <a:gd name="T1" fmla="*/ 24 h 205"/>
                  <a:gd name="T2" fmla="*/ 1 w 71"/>
                  <a:gd name="T3" fmla="*/ 49 h 205"/>
                  <a:gd name="T4" fmla="*/ 6 w 71"/>
                  <a:gd name="T5" fmla="*/ 71 h 205"/>
                  <a:gd name="T6" fmla="*/ 26 w 71"/>
                  <a:gd name="T7" fmla="*/ 93 h 205"/>
                  <a:gd name="T8" fmla="*/ 26 w 71"/>
                  <a:gd name="T9" fmla="*/ 205 h 205"/>
                  <a:gd name="T10" fmla="*/ 45 w 71"/>
                  <a:gd name="T11" fmla="*/ 205 h 205"/>
                  <a:gd name="T12" fmla="*/ 45 w 71"/>
                  <a:gd name="T13" fmla="*/ 93 h 205"/>
                  <a:gd name="T14" fmla="*/ 65 w 71"/>
                  <a:gd name="T15" fmla="*/ 71 h 205"/>
                  <a:gd name="T16" fmla="*/ 70 w 71"/>
                  <a:gd name="T17" fmla="*/ 49 h 205"/>
                  <a:gd name="T18" fmla="*/ 63 w 71"/>
                  <a:gd name="T19" fmla="*/ 24 h 205"/>
                  <a:gd name="T20" fmla="*/ 47 w 71"/>
                  <a:gd name="T21" fmla="*/ 0 h 205"/>
                  <a:gd name="T22" fmla="*/ 52 w 71"/>
                  <a:gd name="T23" fmla="*/ 48 h 205"/>
                  <a:gd name="T24" fmla="*/ 46 w 71"/>
                  <a:gd name="T25" fmla="*/ 48 h 205"/>
                  <a:gd name="T26" fmla="*/ 41 w 71"/>
                  <a:gd name="T27" fmla="*/ 0 h 205"/>
                  <a:gd name="T28" fmla="*/ 35 w 71"/>
                  <a:gd name="T29" fmla="*/ 0 h 205"/>
                  <a:gd name="T30" fmla="*/ 30 w 71"/>
                  <a:gd name="T31" fmla="*/ 0 h 205"/>
                  <a:gd name="T32" fmla="*/ 25 w 71"/>
                  <a:gd name="T33" fmla="*/ 48 h 205"/>
                  <a:gd name="T34" fmla="*/ 19 w 71"/>
                  <a:gd name="T35" fmla="*/ 48 h 205"/>
                  <a:gd name="T36" fmla="*/ 24 w 71"/>
                  <a:gd name="T37" fmla="*/ 0 h 205"/>
                  <a:gd name="T38" fmla="*/ 8 w 71"/>
                  <a:gd name="T39" fmla="*/ 24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1" h="205">
                    <a:moveTo>
                      <a:pt x="8" y="24"/>
                    </a:moveTo>
                    <a:cubicBezTo>
                      <a:pt x="5" y="32"/>
                      <a:pt x="2" y="40"/>
                      <a:pt x="1" y="49"/>
                    </a:cubicBezTo>
                    <a:cubicBezTo>
                      <a:pt x="0" y="57"/>
                      <a:pt x="2" y="63"/>
                      <a:pt x="6" y="71"/>
                    </a:cubicBezTo>
                    <a:cubicBezTo>
                      <a:pt x="10" y="78"/>
                      <a:pt x="17" y="88"/>
                      <a:pt x="26" y="93"/>
                    </a:cubicBezTo>
                    <a:cubicBezTo>
                      <a:pt x="26" y="205"/>
                      <a:pt x="26" y="205"/>
                      <a:pt x="26" y="205"/>
                    </a:cubicBezTo>
                    <a:cubicBezTo>
                      <a:pt x="45" y="205"/>
                      <a:pt x="45" y="205"/>
                      <a:pt x="45" y="205"/>
                    </a:cubicBezTo>
                    <a:cubicBezTo>
                      <a:pt x="45" y="93"/>
                      <a:pt x="45" y="93"/>
                      <a:pt x="45" y="93"/>
                    </a:cubicBezTo>
                    <a:cubicBezTo>
                      <a:pt x="54" y="88"/>
                      <a:pt x="61" y="78"/>
                      <a:pt x="65" y="71"/>
                    </a:cubicBezTo>
                    <a:cubicBezTo>
                      <a:pt x="69" y="63"/>
                      <a:pt x="71" y="57"/>
                      <a:pt x="70" y="49"/>
                    </a:cubicBezTo>
                    <a:cubicBezTo>
                      <a:pt x="69" y="40"/>
                      <a:pt x="66" y="32"/>
                      <a:pt x="63" y="24"/>
                    </a:cubicBezTo>
                    <a:cubicBezTo>
                      <a:pt x="60" y="17"/>
                      <a:pt x="56" y="1"/>
                      <a:pt x="47" y="0"/>
                    </a:cubicBezTo>
                    <a:cubicBezTo>
                      <a:pt x="52" y="48"/>
                      <a:pt x="52" y="48"/>
                      <a:pt x="52" y="48"/>
                    </a:cubicBezTo>
                    <a:cubicBezTo>
                      <a:pt x="46" y="48"/>
                      <a:pt x="46" y="48"/>
                      <a:pt x="46" y="48"/>
                    </a:cubicBezTo>
                    <a:cubicBezTo>
                      <a:pt x="41" y="0"/>
                      <a:pt x="41" y="0"/>
                      <a:pt x="41" y="0"/>
                    </a:cubicBezTo>
                    <a:cubicBezTo>
                      <a:pt x="35" y="0"/>
                      <a:pt x="35" y="0"/>
                      <a:pt x="35" y="0"/>
                    </a:cubicBezTo>
                    <a:cubicBezTo>
                      <a:pt x="30" y="0"/>
                      <a:pt x="30" y="0"/>
                      <a:pt x="30" y="0"/>
                    </a:cubicBezTo>
                    <a:cubicBezTo>
                      <a:pt x="25" y="48"/>
                      <a:pt x="25" y="48"/>
                      <a:pt x="25" y="48"/>
                    </a:cubicBezTo>
                    <a:cubicBezTo>
                      <a:pt x="19" y="48"/>
                      <a:pt x="19" y="48"/>
                      <a:pt x="19" y="48"/>
                    </a:cubicBezTo>
                    <a:cubicBezTo>
                      <a:pt x="24" y="0"/>
                      <a:pt x="24" y="0"/>
                      <a:pt x="24" y="0"/>
                    </a:cubicBezTo>
                    <a:cubicBezTo>
                      <a:pt x="15" y="1"/>
                      <a:pt x="11" y="17"/>
                      <a:pt x="8"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6" name="Freeform 276"/>
              <p:cNvSpPr>
                <a:spLocks/>
              </p:cNvSpPr>
              <p:nvPr/>
            </p:nvSpPr>
            <p:spPr bwMode="auto">
              <a:xfrm>
                <a:off x="-3028950" y="5214938"/>
                <a:ext cx="173037" cy="769938"/>
              </a:xfrm>
              <a:custGeom>
                <a:avLst/>
                <a:gdLst>
                  <a:gd name="T0" fmla="*/ 0 w 46"/>
                  <a:gd name="T1" fmla="*/ 57 h 205"/>
                  <a:gd name="T2" fmla="*/ 26 w 46"/>
                  <a:gd name="T3" fmla="*/ 114 h 205"/>
                  <a:gd name="T4" fmla="*/ 26 w 46"/>
                  <a:gd name="T5" fmla="*/ 205 h 205"/>
                  <a:gd name="T6" fmla="*/ 46 w 46"/>
                  <a:gd name="T7" fmla="*/ 205 h 205"/>
                  <a:gd name="T8" fmla="*/ 46 w 46"/>
                  <a:gd name="T9" fmla="*/ 0 h 205"/>
                  <a:gd name="T10" fmla="*/ 26 w 46"/>
                  <a:gd name="T11" fmla="*/ 0 h 205"/>
                  <a:gd name="T12" fmla="*/ 0 w 46"/>
                  <a:gd name="T13" fmla="*/ 57 h 205"/>
                </a:gdLst>
                <a:ahLst/>
                <a:cxnLst>
                  <a:cxn ang="0">
                    <a:pos x="T0" y="T1"/>
                  </a:cxn>
                  <a:cxn ang="0">
                    <a:pos x="T2" y="T3"/>
                  </a:cxn>
                  <a:cxn ang="0">
                    <a:pos x="T4" y="T5"/>
                  </a:cxn>
                  <a:cxn ang="0">
                    <a:pos x="T6" y="T7"/>
                  </a:cxn>
                  <a:cxn ang="0">
                    <a:pos x="T8" y="T9"/>
                  </a:cxn>
                  <a:cxn ang="0">
                    <a:pos x="T10" y="T11"/>
                  </a:cxn>
                  <a:cxn ang="0">
                    <a:pos x="T12" y="T13"/>
                  </a:cxn>
                </a:cxnLst>
                <a:rect l="0" t="0" r="r" b="b"/>
                <a:pathLst>
                  <a:path w="46" h="205">
                    <a:moveTo>
                      <a:pt x="0" y="57"/>
                    </a:moveTo>
                    <a:cubicBezTo>
                      <a:pt x="0" y="108"/>
                      <a:pt x="21" y="114"/>
                      <a:pt x="26" y="114"/>
                    </a:cubicBezTo>
                    <a:cubicBezTo>
                      <a:pt x="26" y="205"/>
                      <a:pt x="26" y="205"/>
                      <a:pt x="26" y="205"/>
                    </a:cubicBezTo>
                    <a:cubicBezTo>
                      <a:pt x="46" y="205"/>
                      <a:pt x="46" y="205"/>
                      <a:pt x="46" y="205"/>
                    </a:cubicBezTo>
                    <a:cubicBezTo>
                      <a:pt x="46" y="0"/>
                      <a:pt x="46" y="0"/>
                      <a:pt x="46" y="0"/>
                    </a:cubicBezTo>
                    <a:cubicBezTo>
                      <a:pt x="26" y="0"/>
                      <a:pt x="26" y="0"/>
                      <a:pt x="26" y="0"/>
                    </a:cubicBezTo>
                    <a:cubicBezTo>
                      <a:pt x="26" y="0"/>
                      <a:pt x="0" y="0"/>
                      <a:pt x="0"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7" name="Oval 277"/>
              <p:cNvSpPr>
                <a:spLocks noChangeArrowheads="1"/>
              </p:cNvSpPr>
              <p:nvPr/>
            </p:nvSpPr>
            <p:spPr bwMode="auto">
              <a:xfrm>
                <a:off x="-4083050" y="7588250"/>
                <a:ext cx="55562" cy="603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8" name="Oval 278"/>
              <p:cNvSpPr>
                <a:spLocks noChangeArrowheads="1"/>
              </p:cNvSpPr>
              <p:nvPr/>
            </p:nvSpPr>
            <p:spPr bwMode="auto">
              <a:xfrm>
                <a:off x="-4027488" y="7531100"/>
                <a:ext cx="46037" cy="412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9" name="Oval 279"/>
              <p:cNvSpPr>
                <a:spLocks noChangeArrowheads="1"/>
              </p:cNvSpPr>
              <p:nvPr/>
            </p:nvSpPr>
            <p:spPr bwMode="auto">
              <a:xfrm>
                <a:off x="-4071938" y="7453313"/>
                <a:ext cx="33337" cy="30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0" name="Oval 280"/>
              <p:cNvSpPr>
                <a:spLocks noChangeArrowheads="1"/>
              </p:cNvSpPr>
              <p:nvPr/>
            </p:nvSpPr>
            <p:spPr bwMode="auto">
              <a:xfrm>
                <a:off x="-4083050" y="7324725"/>
                <a:ext cx="55562" cy="603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1" name="Freeform 281"/>
              <p:cNvSpPr>
                <a:spLocks noEditPoints="1"/>
              </p:cNvSpPr>
              <p:nvPr/>
            </p:nvSpPr>
            <p:spPr bwMode="auto">
              <a:xfrm>
                <a:off x="-4162425" y="7070725"/>
                <a:ext cx="285750" cy="641350"/>
              </a:xfrm>
              <a:custGeom>
                <a:avLst/>
                <a:gdLst>
                  <a:gd name="T0" fmla="*/ 41 w 76"/>
                  <a:gd name="T1" fmla="*/ 9 h 171"/>
                  <a:gd name="T2" fmla="*/ 40 w 76"/>
                  <a:gd name="T3" fmla="*/ 15 h 171"/>
                  <a:gd name="T4" fmla="*/ 40 w 76"/>
                  <a:gd name="T5" fmla="*/ 26 h 171"/>
                  <a:gd name="T6" fmla="*/ 36 w 76"/>
                  <a:gd name="T7" fmla="*/ 26 h 171"/>
                  <a:gd name="T8" fmla="*/ 36 w 76"/>
                  <a:gd name="T9" fmla="*/ 56 h 171"/>
                  <a:gd name="T10" fmla="*/ 40 w 76"/>
                  <a:gd name="T11" fmla="*/ 56 h 171"/>
                  <a:gd name="T12" fmla="*/ 40 w 76"/>
                  <a:gd name="T13" fmla="*/ 79 h 171"/>
                  <a:gd name="T14" fmla="*/ 40 w 76"/>
                  <a:gd name="T15" fmla="*/ 89 h 171"/>
                  <a:gd name="T16" fmla="*/ 46 w 76"/>
                  <a:gd name="T17" fmla="*/ 96 h 171"/>
                  <a:gd name="T18" fmla="*/ 48 w 76"/>
                  <a:gd name="T19" fmla="*/ 96 h 171"/>
                  <a:gd name="T20" fmla="*/ 53 w 76"/>
                  <a:gd name="T21" fmla="*/ 89 h 171"/>
                  <a:gd name="T22" fmla="*/ 53 w 76"/>
                  <a:gd name="T23" fmla="*/ 56 h 171"/>
                  <a:gd name="T24" fmla="*/ 58 w 76"/>
                  <a:gd name="T25" fmla="*/ 56 h 171"/>
                  <a:gd name="T26" fmla="*/ 58 w 76"/>
                  <a:gd name="T27" fmla="*/ 56 h 171"/>
                  <a:gd name="T28" fmla="*/ 58 w 76"/>
                  <a:gd name="T29" fmla="*/ 156 h 171"/>
                  <a:gd name="T30" fmla="*/ 36 w 76"/>
                  <a:gd name="T31" fmla="*/ 156 h 171"/>
                  <a:gd name="T32" fmla="*/ 36 w 76"/>
                  <a:gd name="T33" fmla="*/ 171 h 171"/>
                  <a:gd name="T34" fmla="*/ 72 w 76"/>
                  <a:gd name="T35" fmla="*/ 171 h 171"/>
                  <a:gd name="T36" fmla="*/ 72 w 76"/>
                  <a:gd name="T37" fmla="*/ 26 h 171"/>
                  <a:gd name="T38" fmla="*/ 53 w 76"/>
                  <a:gd name="T39" fmla="*/ 26 h 171"/>
                  <a:gd name="T40" fmla="*/ 53 w 76"/>
                  <a:gd name="T41" fmla="*/ 18 h 171"/>
                  <a:gd name="T42" fmla="*/ 70 w 76"/>
                  <a:gd name="T43" fmla="*/ 14 h 171"/>
                  <a:gd name="T44" fmla="*/ 75 w 76"/>
                  <a:gd name="T45" fmla="*/ 6 h 171"/>
                  <a:gd name="T46" fmla="*/ 67 w 76"/>
                  <a:gd name="T47" fmla="*/ 1 h 171"/>
                  <a:gd name="T48" fmla="*/ 46 w 76"/>
                  <a:gd name="T49" fmla="*/ 6 h 171"/>
                  <a:gd name="T50" fmla="*/ 41 w 76"/>
                  <a:gd name="T51" fmla="*/ 9 h 171"/>
                  <a:gd name="T52" fmla="*/ 36 w 76"/>
                  <a:gd name="T53" fmla="*/ 26 h 171"/>
                  <a:gd name="T54" fmla="*/ 0 w 76"/>
                  <a:gd name="T55" fmla="*/ 26 h 171"/>
                  <a:gd name="T56" fmla="*/ 0 w 76"/>
                  <a:gd name="T57" fmla="*/ 171 h 171"/>
                  <a:gd name="T58" fmla="*/ 36 w 76"/>
                  <a:gd name="T59" fmla="*/ 171 h 171"/>
                  <a:gd name="T60" fmla="*/ 36 w 76"/>
                  <a:gd name="T61" fmla="*/ 156 h 171"/>
                  <a:gd name="T62" fmla="*/ 15 w 76"/>
                  <a:gd name="T63" fmla="*/ 156 h 171"/>
                  <a:gd name="T64" fmla="*/ 15 w 76"/>
                  <a:gd name="T65" fmla="*/ 56 h 171"/>
                  <a:gd name="T66" fmla="*/ 36 w 76"/>
                  <a:gd name="T67" fmla="*/ 56 h 171"/>
                  <a:gd name="T68" fmla="*/ 36 w 76"/>
                  <a:gd name="T69" fmla="*/ 26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6" h="171">
                    <a:moveTo>
                      <a:pt x="41" y="9"/>
                    </a:moveTo>
                    <a:cubicBezTo>
                      <a:pt x="40" y="10"/>
                      <a:pt x="40" y="13"/>
                      <a:pt x="40" y="15"/>
                    </a:cubicBezTo>
                    <a:cubicBezTo>
                      <a:pt x="40" y="15"/>
                      <a:pt x="40" y="19"/>
                      <a:pt x="40" y="26"/>
                    </a:cubicBezTo>
                    <a:cubicBezTo>
                      <a:pt x="36" y="26"/>
                      <a:pt x="36" y="26"/>
                      <a:pt x="36" y="26"/>
                    </a:cubicBezTo>
                    <a:cubicBezTo>
                      <a:pt x="36" y="56"/>
                      <a:pt x="36" y="56"/>
                      <a:pt x="36" y="56"/>
                    </a:cubicBezTo>
                    <a:cubicBezTo>
                      <a:pt x="40" y="56"/>
                      <a:pt x="40" y="56"/>
                      <a:pt x="40" y="56"/>
                    </a:cubicBezTo>
                    <a:cubicBezTo>
                      <a:pt x="40" y="68"/>
                      <a:pt x="40" y="78"/>
                      <a:pt x="40" y="79"/>
                    </a:cubicBezTo>
                    <a:cubicBezTo>
                      <a:pt x="40" y="81"/>
                      <a:pt x="40" y="89"/>
                      <a:pt x="40" y="89"/>
                    </a:cubicBezTo>
                    <a:cubicBezTo>
                      <a:pt x="40" y="93"/>
                      <a:pt x="42" y="96"/>
                      <a:pt x="46" y="96"/>
                    </a:cubicBezTo>
                    <a:cubicBezTo>
                      <a:pt x="47" y="96"/>
                      <a:pt x="47" y="96"/>
                      <a:pt x="48" y="96"/>
                    </a:cubicBezTo>
                    <a:cubicBezTo>
                      <a:pt x="51" y="95"/>
                      <a:pt x="53" y="92"/>
                      <a:pt x="53" y="89"/>
                    </a:cubicBezTo>
                    <a:cubicBezTo>
                      <a:pt x="53" y="56"/>
                      <a:pt x="53" y="56"/>
                      <a:pt x="53" y="56"/>
                    </a:cubicBezTo>
                    <a:cubicBezTo>
                      <a:pt x="58" y="56"/>
                      <a:pt x="58" y="56"/>
                      <a:pt x="58" y="56"/>
                    </a:cubicBezTo>
                    <a:cubicBezTo>
                      <a:pt x="58" y="56"/>
                      <a:pt x="58" y="56"/>
                      <a:pt x="58" y="56"/>
                    </a:cubicBezTo>
                    <a:cubicBezTo>
                      <a:pt x="58" y="156"/>
                      <a:pt x="58" y="156"/>
                      <a:pt x="58" y="156"/>
                    </a:cubicBezTo>
                    <a:cubicBezTo>
                      <a:pt x="36" y="156"/>
                      <a:pt x="36" y="156"/>
                      <a:pt x="36" y="156"/>
                    </a:cubicBezTo>
                    <a:cubicBezTo>
                      <a:pt x="36" y="171"/>
                      <a:pt x="36" y="171"/>
                      <a:pt x="36" y="171"/>
                    </a:cubicBezTo>
                    <a:cubicBezTo>
                      <a:pt x="72" y="171"/>
                      <a:pt x="72" y="171"/>
                      <a:pt x="72" y="171"/>
                    </a:cubicBezTo>
                    <a:cubicBezTo>
                      <a:pt x="72" y="26"/>
                      <a:pt x="72" y="26"/>
                      <a:pt x="72" y="26"/>
                    </a:cubicBezTo>
                    <a:cubicBezTo>
                      <a:pt x="53" y="26"/>
                      <a:pt x="53" y="26"/>
                      <a:pt x="53" y="26"/>
                    </a:cubicBezTo>
                    <a:cubicBezTo>
                      <a:pt x="53" y="18"/>
                      <a:pt x="53" y="18"/>
                      <a:pt x="53" y="18"/>
                    </a:cubicBezTo>
                    <a:cubicBezTo>
                      <a:pt x="70" y="14"/>
                      <a:pt x="70" y="14"/>
                      <a:pt x="70" y="14"/>
                    </a:cubicBezTo>
                    <a:cubicBezTo>
                      <a:pt x="74" y="13"/>
                      <a:pt x="76" y="10"/>
                      <a:pt x="75" y="6"/>
                    </a:cubicBezTo>
                    <a:cubicBezTo>
                      <a:pt x="75" y="3"/>
                      <a:pt x="71" y="0"/>
                      <a:pt x="67" y="1"/>
                    </a:cubicBezTo>
                    <a:cubicBezTo>
                      <a:pt x="66" y="1"/>
                      <a:pt x="48" y="5"/>
                      <a:pt x="46" y="6"/>
                    </a:cubicBezTo>
                    <a:cubicBezTo>
                      <a:pt x="44" y="6"/>
                      <a:pt x="42" y="7"/>
                      <a:pt x="41" y="9"/>
                    </a:cubicBezTo>
                    <a:close/>
                    <a:moveTo>
                      <a:pt x="36" y="26"/>
                    </a:moveTo>
                    <a:cubicBezTo>
                      <a:pt x="0" y="26"/>
                      <a:pt x="0" y="26"/>
                      <a:pt x="0" y="26"/>
                    </a:cubicBezTo>
                    <a:cubicBezTo>
                      <a:pt x="0" y="171"/>
                      <a:pt x="0" y="171"/>
                      <a:pt x="0" y="171"/>
                    </a:cubicBezTo>
                    <a:cubicBezTo>
                      <a:pt x="36" y="171"/>
                      <a:pt x="36" y="171"/>
                      <a:pt x="36" y="171"/>
                    </a:cubicBezTo>
                    <a:cubicBezTo>
                      <a:pt x="36" y="156"/>
                      <a:pt x="36" y="156"/>
                      <a:pt x="36" y="156"/>
                    </a:cubicBezTo>
                    <a:cubicBezTo>
                      <a:pt x="15" y="156"/>
                      <a:pt x="15" y="156"/>
                      <a:pt x="15" y="156"/>
                    </a:cubicBezTo>
                    <a:cubicBezTo>
                      <a:pt x="15" y="56"/>
                      <a:pt x="15" y="56"/>
                      <a:pt x="15" y="56"/>
                    </a:cubicBezTo>
                    <a:cubicBezTo>
                      <a:pt x="36" y="56"/>
                      <a:pt x="36" y="56"/>
                      <a:pt x="36" y="56"/>
                    </a:cubicBezTo>
                    <a:lnTo>
                      <a:pt x="36"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2" name="Freeform 282"/>
              <p:cNvSpPr>
                <a:spLocks/>
              </p:cNvSpPr>
              <p:nvPr/>
            </p:nvSpPr>
            <p:spPr bwMode="auto">
              <a:xfrm>
                <a:off x="-1938338" y="4310063"/>
                <a:ext cx="311150" cy="187325"/>
              </a:xfrm>
              <a:custGeom>
                <a:avLst/>
                <a:gdLst>
                  <a:gd name="T0" fmla="*/ 196 w 196"/>
                  <a:gd name="T1" fmla="*/ 0 h 118"/>
                  <a:gd name="T2" fmla="*/ 14 w 196"/>
                  <a:gd name="T3" fmla="*/ 0 h 118"/>
                  <a:gd name="T4" fmla="*/ 14 w 196"/>
                  <a:gd name="T5" fmla="*/ 36 h 118"/>
                  <a:gd name="T6" fmla="*/ 0 w 196"/>
                  <a:gd name="T7" fmla="*/ 36 h 118"/>
                  <a:gd name="T8" fmla="*/ 0 w 196"/>
                  <a:gd name="T9" fmla="*/ 85 h 118"/>
                  <a:gd name="T10" fmla="*/ 14 w 196"/>
                  <a:gd name="T11" fmla="*/ 85 h 118"/>
                  <a:gd name="T12" fmla="*/ 14 w 196"/>
                  <a:gd name="T13" fmla="*/ 118 h 118"/>
                  <a:gd name="T14" fmla="*/ 196 w 196"/>
                  <a:gd name="T15" fmla="*/ 118 h 118"/>
                  <a:gd name="T16" fmla="*/ 196 w 196"/>
                  <a:gd name="T17"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6" h="118">
                    <a:moveTo>
                      <a:pt x="196" y="0"/>
                    </a:moveTo>
                    <a:lnTo>
                      <a:pt x="14" y="0"/>
                    </a:lnTo>
                    <a:lnTo>
                      <a:pt x="14" y="36"/>
                    </a:lnTo>
                    <a:lnTo>
                      <a:pt x="0" y="36"/>
                    </a:lnTo>
                    <a:lnTo>
                      <a:pt x="0" y="85"/>
                    </a:lnTo>
                    <a:lnTo>
                      <a:pt x="14" y="85"/>
                    </a:lnTo>
                    <a:lnTo>
                      <a:pt x="14" y="118"/>
                    </a:lnTo>
                    <a:lnTo>
                      <a:pt x="196" y="118"/>
                    </a:lnTo>
                    <a:lnTo>
                      <a:pt x="19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3" name="Rectangle 283"/>
              <p:cNvSpPr>
                <a:spLocks noChangeArrowheads="1"/>
              </p:cNvSpPr>
              <p:nvPr/>
            </p:nvSpPr>
            <p:spPr bwMode="auto">
              <a:xfrm>
                <a:off x="-2190750" y="4227512"/>
                <a:ext cx="49212" cy="269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4" name="Oval 284"/>
              <p:cNvSpPr>
                <a:spLocks noChangeArrowheads="1"/>
              </p:cNvSpPr>
              <p:nvPr/>
            </p:nvSpPr>
            <p:spPr bwMode="auto">
              <a:xfrm>
                <a:off x="-2133600" y="4343400"/>
                <a:ext cx="96837" cy="1016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5" name="Freeform 285"/>
              <p:cNvSpPr>
                <a:spLocks noEditPoints="1"/>
              </p:cNvSpPr>
              <p:nvPr/>
            </p:nvSpPr>
            <p:spPr bwMode="auto">
              <a:xfrm>
                <a:off x="-2220913" y="4268787"/>
                <a:ext cx="263525" cy="506413"/>
              </a:xfrm>
              <a:custGeom>
                <a:avLst/>
                <a:gdLst>
                  <a:gd name="T0" fmla="*/ 36 w 70"/>
                  <a:gd name="T1" fmla="*/ 135 h 135"/>
                  <a:gd name="T2" fmla="*/ 70 w 70"/>
                  <a:gd name="T3" fmla="*/ 135 h 135"/>
                  <a:gd name="T4" fmla="*/ 70 w 70"/>
                  <a:gd name="T5" fmla="*/ 47 h 135"/>
                  <a:gd name="T6" fmla="*/ 70 w 70"/>
                  <a:gd name="T7" fmla="*/ 26 h 135"/>
                  <a:gd name="T8" fmla="*/ 70 w 70"/>
                  <a:gd name="T9" fmla="*/ 0 h 135"/>
                  <a:gd name="T10" fmla="*/ 36 w 70"/>
                  <a:gd name="T11" fmla="*/ 0 h 135"/>
                  <a:gd name="T12" fmla="*/ 36 w 70"/>
                  <a:gd name="T13" fmla="*/ 7 h 135"/>
                  <a:gd name="T14" fmla="*/ 36 w 70"/>
                  <a:gd name="T15" fmla="*/ 7 h 135"/>
                  <a:gd name="T16" fmla="*/ 62 w 70"/>
                  <a:gd name="T17" fmla="*/ 34 h 135"/>
                  <a:gd name="T18" fmla="*/ 36 w 70"/>
                  <a:gd name="T19" fmla="*/ 60 h 135"/>
                  <a:gd name="T20" fmla="*/ 36 w 70"/>
                  <a:gd name="T21" fmla="*/ 135 h 135"/>
                  <a:gd name="T22" fmla="*/ 0 w 70"/>
                  <a:gd name="T23" fmla="*/ 135 h 135"/>
                  <a:gd name="T24" fmla="*/ 36 w 70"/>
                  <a:gd name="T25" fmla="*/ 135 h 135"/>
                  <a:gd name="T26" fmla="*/ 36 w 70"/>
                  <a:gd name="T27" fmla="*/ 60 h 135"/>
                  <a:gd name="T28" fmla="*/ 9 w 70"/>
                  <a:gd name="T29" fmla="*/ 34 h 135"/>
                  <a:gd name="T30" fmla="*/ 36 w 70"/>
                  <a:gd name="T31" fmla="*/ 7 h 135"/>
                  <a:gd name="T32" fmla="*/ 36 w 70"/>
                  <a:gd name="T33" fmla="*/ 0 h 135"/>
                  <a:gd name="T34" fmla="*/ 0 w 70"/>
                  <a:gd name="T35" fmla="*/ 0 h 135"/>
                  <a:gd name="T36" fmla="*/ 0 w 70"/>
                  <a:gd name="T37" fmla="*/ 135 h 135"/>
                  <a:gd name="T38" fmla="*/ 36 w 70"/>
                  <a:gd name="T39" fmla="*/ 7 h 135"/>
                  <a:gd name="T40" fmla="*/ 36 w 70"/>
                  <a:gd name="T41"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 h="135">
                    <a:moveTo>
                      <a:pt x="36" y="135"/>
                    </a:moveTo>
                    <a:cubicBezTo>
                      <a:pt x="70" y="135"/>
                      <a:pt x="70" y="135"/>
                      <a:pt x="70" y="135"/>
                    </a:cubicBezTo>
                    <a:cubicBezTo>
                      <a:pt x="70" y="47"/>
                      <a:pt x="70" y="47"/>
                      <a:pt x="70" y="47"/>
                    </a:cubicBezTo>
                    <a:cubicBezTo>
                      <a:pt x="70" y="26"/>
                      <a:pt x="70" y="26"/>
                      <a:pt x="70" y="26"/>
                    </a:cubicBezTo>
                    <a:cubicBezTo>
                      <a:pt x="70" y="0"/>
                      <a:pt x="70" y="0"/>
                      <a:pt x="70" y="0"/>
                    </a:cubicBezTo>
                    <a:cubicBezTo>
                      <a:pt x="36" y="0"/>
                      <a:pt x="36" y="0"/>
                      <a:pt x="36" y="0"/>
                    </a:cubicBezTo>
                    <a:cubicBezTo>
                      <a:pt x="36" y="7"/>
                      <a:pt x="36" y="7"/>
                      <a:pt x="36" y="7"/>
                    </a:cubicBezTo>
                    <a:cubicBezTo>
                      <a:pt x="36" y="7"/>
                      <a:pt x="36" y="7"/>
                      <a:pt x="36" y="7"/>
                    </a:cubicBezTo>
                    <a:cubicBezTo>
                      <a:pt x="51" y="7"/>
                      <a:pt x="62" y="19"/>
                      <a:pt x="62" y="34"/>
                    </a:cubicBezTo>
                    <a:cubicBezTo>
                      <a:pt x="62" y="48"/>
                      <a:pt x="51" y="60"/>
                      <a:pt x="36" y="60"/>
                    </a:cubicBezTo>
                    <a:lnTo>
                      <a:pt x="36" y="135"/>
                    </a:lnTo>
                    <a:close/>
                    <a:moveTo>
                      <a:pt x="0" y="135"/>
                    </a:moveTo>
                    <a:cubicBezTo>
                      <a:pt x="36" y="135"/>
                      <a:pt x="36" y="135"/>
                      <a:pt x="36" y="135"/>
                    </a:cubicBezTo>
                    <a:cubicBezTo>
                      <a:pt x="36" y="60"/>
                      <a:pt x="36" y="60"/>
                      <a:pt x="36" y="60"/>
                    </a:cubicBezTo>
                    <a:cubicBezTo>
                      <a:pt x="21" y="60"/>
                      <a:pt x="9" y="48"/>
                      <a:pt x="9" y="34"/>
                    </a:cubicBezTo>
                    <a:cubicBezTo>
                      <a:pt x="9" y="19"/>
                      <a:pt x="21" y="7"/>
                      <a:pt x="36" y="7"/>
                    </a:cubicBezTo>
                    <a:cubicBezTo>
                      <a:pt x="36" y="0"/>
                      <a:pt x="36" y="0"/>
                      <a:pt x="36" y="0"/>
                    </a:cubicBezTo>
                    <a:cubicBezTo>
                      <a:pt x="0" y="0"/>
                      <a:pt x="0" y="0"/>
                      <a:pt x="0" y="0"/>
                    </a:cubicBezTo>
                    <a:cubicBezTo>
                      <a:pt x="0" y="135"/>
                      <a:pt x="0" y="135"/>
                      <a:pt x="0" y="135"/>
                    </a:cubicBezTo>
                    <a:close/>
                    <a:moveTo>
                      <a:pt x="36" y="7"/>
                    </a:moveTo>
                    <a:cubicBezTo>
                      <a:pt x="36" y="7"/>
                      <a:pt x="36" y="7"/>
                      <a:pt x="36" y="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6" name="Freeform 286"/>
              <p:cNvSpPr>
                <a:spLocks noEditPoints="1"/>
              </p:cNvSpPr>
              <p:nvPr/>
            </p:nvSpPr>
            <p:spPr bwMode="auto">
              <a:xfrm>
                <a:off x="-4286250" y="7899400"/>
                <a:ext cx="511175" cy="511175"/>
              </a:xfrm>
              <a:custGeom>
                <a:avLst/>
                <a:gdLst>
                  <a:gd name="T0" fmla="*/ 68 w 136"/>
                  <a:gd name="T1" fmla="*/ 136 h 136"/>
                  <a:gd name="T2" fmla="*/ 136 w 136"/>
                  <a:gd name="T3" fmla="*/ 68 h 136"/>
                  <a:gd name="T4" fmla="*/ 68 w 136"/>
                  <a:gd name="T5" fmla="*/ 0 h 136"/>
                  <a:gd name="T6" fmla="*/ 68 w 136"/>
                  <a:gd name="T7" fmla="*/ 0 h 136"/>
                  <a:gd name="T8" fmla="*/ 68 w 136"/>
                  <a:gd name="T9" fmla="*/ 48 h 136"/>
                  <a:gd name="T10" fmla="*/ 102 w 136"/>
                  <a:gd name="T11" fmla="*/ 33 h 136"/>
                  <a:gd name="T12" fmla="*/ 81 w 136"/>
                  <a:gd name="T13" fmla="*/ 81 h 136"/>
                  <a:gd name="T14" fmla="*/ 68 w 136"/>
                  <a:gd name="T15" fmla="*/ 87 h 136"/>
                  <a:gd name="T16" fmla="*/ 68 w 136"/>
                  <a:gd name="T17" fmla="*/ 136 h 136"/>
                  <a:gd name="T18" fmla="*/ 68 w 136"/>
                  <a:gd name="T19" fmla="*/ 0 h 136"/>
                  <a:gd name="T20" fmla="*/ 0 w 136"/>
                  <a:gd name="T21" fmla="*/ 68 h 136"/>
                  <a:gd name="T22" fmla="*/ 68 w 136"/>
                  <a:gd name="T23" fmla="*/ 136 h 136"/>
                  <a:gd name="T24" fmla="*/ 68 w 136"/>
                  <a:gd name="T25" fmla="*/ 87 h 136"/>
                  <a:gd name="T26" fmla="*/ 33 w 136"/>
                  <a:gd name="T27" fmla="*/ 103 h 136"/>
                  <a:gd name="T28" fmla="*/ 54 w 136"/>
                  <a:gd name="T29" fmla="*/ 54 h 136"/>
                  <a:gd name="T30" fmla="*/ 54 w 136"/>
                  <a:gd name="T31" fmla="*/ 54 h 136"/>
                  <a:gd name="T32" fmla="*/ 68 w 136"/>
                  <a:gd name="T33" fmla="*/ 48 h 136"/>
                  <a:gd name="T34" fmla="*/ 68 w 136"/>
                  <a:gd name="T35"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6" h="136">
                    <a:moveTo>
                      <a:pt x="68" y="136"/>
                    </a:moveTo>
                    <a:cubicBezTo>
                      <a:pt x="105" y="136"/>
                      <a:pt x="136" y="105"/>
                      <a:pt x="136" y="68"/>
                    </a:cubicBezTo>
                    <a:cubicBezTo>
                      <a:pt x="136" y="30"/>
                      <a:pt x="105" y="0"/>
                      <a:pt x="68" y="0"/>
                    </a:cubicBezTo>
                    <a:cubicBezTo>
                      <a:pt x="68" y="0"/>
                      <a:pt x="68" y="0"/>
                      <a:pt x="68" y="0"/>
                    </a:cubicBezTo>
                    <a:cubicBezTo>
                      <a:pt x="68" y="48"/>
                      <a:pt x="68" y="48"/>
                      <a:pt x="68" y="48"/>
                    </a:cubicBezTo>
                    <a:cubicBezTo>
                      <a:pt x="102" y="33"/>
                      <a:pt x="102" y="33"/>
                      <a:pt x="102" y="33"/>
                    </a:cubicBezTo>
                    <a:cubicBezTo>
                      <a:pt x="81" y="81"/>
                      <a:pt x="81" y="81"/>
                      <a:pt x="81" y="81"/>
                    </a:cubicBezTo>
                    <a:cubicBezTo>
                      <a:pt x="68" y="87"/>
                      <a:pt x="68" y="87"/>
                      <a:pt x="68" y="87"/>
                    </a:cubicBezTo>
                    <a:cubicBezTo>
                      <a:pt x="68" y="136"/>
                      <a:pt x="68" y="136"/>
                      <a:pt x="68" y="136"/>
                    </a:cubicBezTo>
                    <a:close/>
                    <a:moveTo>
                      <a:pt x="68" y="0"/>
                    </a:moveTo>
                    <a:cubicBezTo>
                      <a:pt x="30" y="0"/>
                      <a:pt x="0" y="30"/>
                      <a:pt x="0" y="68"/>
                    </a:cubicBezTo>
                    <a:cubicBezTo>
                      <a:pt x="0" y="105"/>
                      <a:pt x="30" y="136"/>
                      <a:pt x="68" y="136"/>
                    </a:cubicBezTo>
                    <a:cubicBezTo>
                      <a:pt x="68" y="87"/>
                      <a:pt x="68" y="87"/>
                      <a:pt x="68" y="87"/>
                    </a:cubicBezTo>
                    <a:cubicBezTo>
                      <a:pt x="33" y="103"/>
                      <a:pt x="33" y="103"/>
                      <a:pt x="33" y="103"/>
                    </a:cubicBezTo>
                    <a:cubicBezTo>
                      <a:pt x="54" y="54"/>
                      <a:pt x="54" y="54"/>
                      <a:pt x="54" y="54"/>
                    </a:cubicBezTo>
                    <a:cubicBezTo>
                      <a:pt x="54" y="54"/>
                      <a:pt x="54" y="54"/>
                      <a:pt x="54" y="54"/>
                    </a:cubicBezTo>
                    <a:cubicBezTo>
                      <a:pt x="68" y="48"/>
                      <a:pt x="68" y="48"/>
                      <a:pt x="68" y="48"/>
                    </a:cubicBezTo>
                    <a:lnTo>
                      <a:pt x="6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7" name="Oval 287"/>
              <p:cNvSpPr>
                <a:spLocks noChangeArrowheads="1"/>
              </p:cNvSpPr>
              <p:nvPr/>
            </p:nvSpPr>
            <p:spPr bwMode="auto">
              <a:xfrm>
                <a:off x="-4060825" y="8121650"/>
                <a:ext cx="60325" cy="603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8" name="Freeform 288"/>
              <p:cNvSpPr>
                <a:spLocks noEditPoints="1"/>
              </p:cNvSpPr>
              <p:nvPr/>
            </p:nvSpPr>
            <p:spPr bwMode="auto">
              <a:xfrm>
                <a:off x="-4921250" y="2854325"/>
                <a:ext cx="338137" cy="660400"/>
              </a:xfrm>
              <a:custGeom>
                <a:avLst/>
                <a:gdLst>
                  <a:gd name="T0" fmla="*/ 45 w 90"/>
                  <a:gd name="T1" fmla="*/ 176 h 176"/>
                  <a:gd name="T2" fmla="*/ 90 w 90"/>
                  <a:gd name="T3" fmla="*/ 176 h 176"/>
                  <a:gd name="T4" fmla="*/ 90 w 90"/>
                  <a:gd name="T5" fmla="*/ 0 h 176"/>
                  <a:gd name="T6" fmla="*/ 45 w 90"/>
                  <a:gd name="T7" fmla="*/ 0 h 176"/>
                  <a:gd name="T8" fmla="*/ 45 w 90"/>
                  <a:gd name="T9" fmla="*/ 10 h 176"/>
                  <a:gd name="T10" fmla="*/ 82 w 90"/>
                  <a:gd name="T11" fmla="*/ 10 h 176"/>
                  <a:gd name="T12" fmla="*/ 82 w 90"/>
                  <a:gd name="T13" fmla="*/ 44 h 176"/>
                  <a:gd name="T14" fmla="*/ 45 w 90"/>
                  <a:gd name="T15" fmla="*/ 44 h 176"/>
                  <a:gd name="T16" fmla="*/ 45 w 90"/>
                  <a:gd name="T17" fmla="*/ 51 h 176"/>
                  <a:gd name="T18" fmla="*/ 82 w 90"/>
                  <a:gd name="T19" fmla="*/ 51 h 176"/>
                  <a:gd name="T20" fmla="*/ 82 w 90"/>
                  <a:gd name="T21" fmla="*/ 85 h 176"/>
                  <a:gd name="T22" fmla="*/ 45 w 90"/>
                  <a:gd name="T23" fmla="*/ 85 h 176"/>
                  <a:gd name="T24" fmla="*/ 45 w 90"/>
                  <a:gd name="T25" fmla="*/ 99 h 176"/>
                  <a:gd name="T26" fmla="*/ 56 w 90"/>
                  <a:gd name="T27" fmla="*/ 110 h 176"/>
                  <a:gd name="T28" fmla="*/ 45 w 90"/>
                  <a:gd name="T29" fmla="*/ 121 h 176"/>
                  <a:gd name="T30" fmla="*/ 45 w 90"/>
                  <a:gd name="T31" fmla="*/ 138 h 176"/>
                  <a:gd name="T32" fmla="*/ 56 w 90"/>
                  <a:gd name="T33" fmla="*/ 149 h 176"/>
                  <a:gd name="T34" fmla="*/ 45 w 90"/>
                  <a:gd name="T35" fmla="*/ 160 h 176"/>
                  <a:gd name="T36" fmla="*/ 45 w 90"/>
                  <a:gd name="T37" fmla="*/ 176 h 176"/>
                  <a:gd name="T38" fmla="*/ 0 w 90"/>
                  <a:gd name="T39" fmla="*/ 176 h 176"/>
                  <a:gd name="T40" fmla="*/ 45 w 90"/>
                  <a:gd name="T41" fmla="*/ 176 h 176"/>
                  <a:gd name="T42" fmla="*/ 45 w 90"/>
                  <a:gd name="T43" fmla="*/ 160 h 176"/>
                  <a:gd name="T44" fmla="*/ 45 w 90"/>
                  <a:gd name="T45" fmla="*/ 160 h 176"/>
                  <a:gd name="T46" fmla="*/ 45 w 90"/>
                  <a:gd name="T47" fmla="*/ 160 h 176"/>
                  <a:gd name="T48" fmla="*/ 34 w 90"/>
                  <a:gd name="T49" fmla="*/ 149 h 176"/>
                  <a:gd name="T50" fmla="*/ 45 w 90"/>
                  <a:gd name="T51" fmla="*/ 138 h 176"/>
                  <a:gd name="T52" fmla="*/ 45 w 90"/>
                  <a:gd name="T53" fmla="*/ 138 h 176"/>
                  <a:gd name="T54" fmla="*/ 45 w 90"/>
                  <a:gd name="T55" fmla="*/ 121 h 176"/>
                  <a:gd name="T56" fmla="*/ 45 w 90"/>
                  <a:gd name="T57" fmla="*/ 121 h 176"/>
                  <a:gd name="T58" fmla="*/ 45 w 90"/>
                  <a:gd name="T59" fmla="*/ 121 h 176"/>
                  <a:gd name="T60" fmla="*/ 34 w 90"/>
                  <a:gd name="T61" fmla="*/ 110 h 176"/>
                  <a:gd name="T62" fmla="*/ 45 w 90"/>
                  <a:gd name="T63" fmla="*/ 99 h 176"/>
                  <a:gd name="T64" fmla="*/ 45 w 90"/>
                  <a:gd name="T65" fmla="*/ 99 h 176"/>
                  <a:gd name="T66" fmla="*/ 45 w 90"/>
                  <a:gd name="T67" fmla="*/ 85 h 176"/>
                  <a:gd name="T68" fmla="*/ 9 w 90"/>
                  <a:gd name="T69" fmla="*/ 85 h 176"/>
                  <a:gd name="T70" fmla="*/ 9 w 90"/>
                  <a:gd name="T71" fmla="*/ 51 h 176"/>
                  <a:gd name="T72" fmla="*/ 9 w 90"/>
                  <a:gd name="T73" fmla="*/ 51 h 176"/>
                  <a:gd name="T74" fmla="*/ 45 w 90"/>
                  <a:gd name="T75" fmla="*/ 51 h 176"/>
                  <a:gd name="T76" fmla="*/ 45 w 90"/>
                  <a:gd name="T77" fmla="*/ 44 h 176"/>
                  <a:gd name="T78" fmla="*/ 9 w 90"/>
                  <a:gd name="T79" fmla="*/ 44 h 176"/>
                  <a:gd name="T80" fmla="*/ 9 w 90"/>
                  <a:gd name="T81" fmla="*/ 10 h 176"/>
                  <a:gd name="T82" fmla="*/ 9 w 90"/>
                  <a:gd name="T83" fmla="*/ 10 h 176"/>
                  <a:gd name="T84" fmla="*/ 45 w 90"/>
                  <a:gd name="T85" fmla="*/ 10 h 176"/>
                  <a:gd name="T86" fmla="*/ 45 w 90"/>
                  <a:gd name="T87" fmla="*/ 0 h 176"/>
                  <a:gd name="T88" fmla="*/ 0 w 90"/>
                  <a:gd name="T89" fmla="*/ 0 h 176"/>
                  <a:gd name="T90" fmla="*/ 0 w 90"/>
                  <a:gd name="T91" fmla="*/ 176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0" h="176">
                    <a:moveTo>
                      <a:pt x="45" y="176"/>
                    </a:moveTo>
                    <a:cubicBezTo>
                      <a:pt x="90" y="176"/>
                      <a:pt x="90" y="176"/>
                      <a:pt x="90" y="176"/>
                    </a:cubicBezTo>
                    <a:cubicBezTo>
                      <a:pt x="90" y="0"/>
                      <a:pt x="90" y="0"/>
                      <a:pt x="90" y="0"/>
                    </a:cubicBezTo>
                    <a:cubicBezTo>
                      <a:pt x="45" y="0"/>
                      <a:pt x="45" y="0"/>
                      <a:pt x="45" y="0"/>
                    </a:cubicBezTo>
                    <a:cubicBezTo>
                      <a:pt x="45" y="10"/>
                      <a:pt x="45" y="10"/>
                      <a:pt x="45" y="10"/>
                    </a:cubicBezTo>
                    <a:cubicBezTo>
                      <a:pt x="82" y="10"/>
                      <a:pt x="82" y="10"/>
                      <a:pt x="82" y="10"/>
                    </a:cubicBezTo>
                    <a:cubicBezTo>
                      <a:pt x="82" y="44"/>
                      <a:pt x="82" y="44"/>
                      <a:pt x="82" y="44"/>
                    </a:cubicBezTo>
                    <a:cubicBezTo>
                      <a:pt x="45" y="44"/>
                      <a:pt x="45" y="44"/>
                      <a:pt x="45" y="44"/>
                    </a:cubicBezTo>
                    <a:cubicBezTo>
                      <a:pt x="45" y="51"/>
                      <a:pt x="45" y="51"/>
                      <a:pt x="45" y="51"/>
                    </a:cubicBezTo>
                    <a:cubicBezTo>
                      <a:pt x="82" y="51"/>
                      <a:pt x="82" y="51"/>
                      <a:pt x="82" y="51"/>
                    </a:cubicBezTo>
                    <a:cubicBezTo>
                      <a:pt x="82" y="85"/>
                      <a:pt x="82" y="85"/>
                      <a:pt x="82" y="85"/>
                    </a:cubicBezTo>
                    <a:cubicBezTo>
                      <a:pt x="45" y="85"/>
                      <a:pt x="45" y="85"/>
                      <a:pt x="45" y="85"/>
                    </a:cubicBezTo>
                    <a:cubicBezTo>
                      <a:pt x="45" y="99"/>
                      <a:pt x="45" y="99"/>
                      <a:pt x="45" y="99"/>
                    </a:cubicBezTo>
                    <a:cubicBezTo>
                      <a:pt x="51" y="99"/>
                      <a:pt x="56" y="104"/>
                      <a:pt x="56" y="110"/>
                    </a:cubicBezTo>
                    <a:cubicBezTo>
                      <a:pt x="56" y="116"/>
                      <a:pt x="51" y="121"/>
                      <a:pt x="45" y="121"/>
                    </a:cubicBezTo>
                    <a:cubicBezTo>
                      <a:pt x="45" y="138"/>
                      <a:pt x="45" y="138"/>
                      <a:pt x="45" y="138"/>
                    </a:cubicBezTo>
                    <a:cubicBezTo>
                      <a:pt x="51" y="138"/>
                      <a:pt x="56" y="143"/>
                      <a:pt x="56" y="149"/>
                    </a:cubicBezTo>
                    <a:cubicBezTo>
                      <a:pt x="56" y="155"/>
                      <a:pt x="51" y="160"/>
                      <a:pt x="45" y="160"/>
                    </a:cubicBezTo>
                    <a:lnTo>
                      <a:pt x="45" y="176"/>
                    </a:lnTo>
                    <a:close/>
                    <a:moveTo>
                      <a:pt x="0" y="176"/>
                    </a:moveTo>
                    <a:cubicBezTo>
                      <a:pt x="45" y="176"/>
                      <a:pt x="45" y="176"/>
                      <a:pt x="45" y="176"/>
                    </a:cubicBezTo>
                    <a:cubicBezTo>
                      <a:pt x="45" y="160"/>
                      <a:pt x="45" y="160"/>
                      <a:pt x="45" y="160"/>
                    </a:cubicBezTo>
                    <a:cubicBezTo>
                      <a:pt x="45" y="160"/>
                      <a:pt x="45" y="160"/>
                      <a:pt x="45" y="160"/>
                    </a:cubicBezTo>
                    <a:cubicBezTo>
                      <a:pt x="45" y="160"/>
                      <a:pt x="45" y="160"/>
                      <a:pt x="45" y="160"/>
                    </a:cubicBezTo>
                    <a:cubicBezTo>
                      <a:pt x="39" y="160"/>
                      <a:pt x="34" y="155"/>
                      <a:pt x="34" y="149"/>
                    </a:cubicBezTo>
                    <a:cubicBezTo>
                      <a:pt x="34" y="143"/>
                      <a:pt x="39" y="138"/>
                      <a:pt x="45" y="138"/>
                    </a:cubicBezTo>
                    <a:cubicBezTo>
                      <a:pt x="45" y="138"/>
                      <a:pt x="45" y="138"/>
                      <a:pt x="45" y="138"/>
                    </a:cubicBezTo>
                    <a:cubicBezTo>
                      <a:pt x="45" y="121"/>
                      <a:pt x="45" y="121"/>
                      <a:pt x="45" y="121"/>
                    </a:cubicBezTo>
                    <a:cubicBezTo>
                      <a:pt x="45" y="121"/>
                      <a:pt x="45" y="121"/>
                      <a:pt x="45" y="121"/>
                    </a:cubicBezTo>
                    <a:cubicBezTo>
                      <a:pt x="45" y="121"/>
                      <a:pt x="45" y="121"/>
                      <a:pt x="45" y="121"/>
                    </a:cubicBezTo>
                    <a:cubicBezTo>
                      <a:pt x="39" y="121"/>
                      <a:pt x="34" y="116"/>
                      <a:pt x="34" y="110"/>
                    </a:cubicBezTo>
                    <a:cubicBezTo>
                      <a:pt x="34" y="104"/>
                      <a:pt x="39" y="99"/>
                      <a:pt x="45" y="99"/>
                    </a:cubicBezTo>
                    <a:cubicBezTo>
                      <a:pt x="45" y="99"/>
                      <a:pt x="45" y="99"/>
                      <a:pt x="45" y="99"/>
                    </a:cubicBezTo>
                    <a:cubicBezTo>
                      <a:pt x="45" y="85"/>
                      <a:pt x="45" y="85"/>
                      <a:pt x="45" y="85"/>
                    </a:cubicBezTo>
                    <a:cubicBezTo>
                      <a:pt x="9" y="85"/>
                      <a:pt x="9" y="85"/>
                      <a:pt x="9" y="85"/>
                    </a:cubicBezTo>
                    <a:cubicBezTo>
                      <a:pt x="9" y="51"/>
                      <a:pt x="9" y="51"/>
                      <a:pt x="9" y="51"/>
                    </a:cubicBezTo>
                    <a:cubicBezTo>
                      <a:pt x="9" y="51"/>
                      <a:pt x="9" y="51"/>
                      <a:pt x="9" y="51"/>
                    </a:cubicBezTo>
                    <a:cubicBezTo>
                      <a:pt x="45" y="51"/>
                      <a:pt x="45" y="51"/>
                      <a:pt x="45" y="51"/>
                    </a:cubicBezTo>
                    <a:cubicBezTo>
                      <a:pt x="45" y="44"/>
                      <a:pt x="45" y="44"/>
                      <a:pt x="45" y="44"/>
                    </a:cubicBezTo>
                    <a:cubicBezTo>
                      <a:pt x="9" y="44"/>
                      <a:pt x="9" y="44"/>
                      <a:pt x="9" y="44"/>
                    </a:cubicBezTo>
                    <a:cubicBezTo>
                      <a:pt x="9" y="10"/>
                      <a:pt x="9" y="10"/>
                      <a:pt x="9" y="10"/>
                    </a:cubicBezTo>
                    <a:cubicBezTo>
                      <a:pt x="9" y="10"/>
                      <a:pt x="9" y="10"/>
                      <a:pt x="9" y="10"/>
                    </a:cubicBezTo>
                    <a:cubicBezTo>
                      <a:pt x="45" y="10"/>
                      <a:pt x="45" y="10"/>
                      <a:pt x="45" y="10"/>
                    </a:cubicBezTo>
                    <a:cubicBezTo>
                      <a:pt x="45" y="0"/>
                      <a:pt x="45" y="0"/>
                      <a:pt x="45" y="0"/>
                    </a:cubicBezTo>
                    <a:cubicBezTo>
                      <a:pt x="0" y="0"/>
                      <a:pt x="0" y="0"/>
                      <a:pt x="0" y="0"/>
                    </a:cubicBezTo>
                    <a:lnTo>
                      <a:pt x="0" y="1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9" name="Freeform 289"/>
              <p:cNvSpPr>
                <a:spLocks/>
              </p:cNvSpPr>
              <p:nvPr/>
            </p:nvSpPr>
            <p:spPr bwMode="auto">
              <a:xfrm>
                <a:off x="-4556125" y="2854325"/>
                <a:ext cx="141287" cy="660400"/>
              </a:xfrm>
              <a:custGeom>
                <a:avLst/>
                <a:gdLst>
                  <a:gd name="T0" fmla="*/ 89 w 89"/>
                  <a:gd name="T1" fmla="*/ 392 h 416"/>
                  <a:gd name="T2" fmla="*/ 89 w 89"/>
                  <a:gd name="T3" fmla="*/ 70 h 416"/>
                  <a:gd name="T4" fmla="*/ 0 w 89"/>
                  <a:gd name="T5" fmla="*/ 0 h 416"/>
                  <a:gd name="T6" fmla="*/ 0 w 89"/>
                  <a:gd name="T7" fmla="*/ 416 h 416"/>
                  <a:gd name="T8" fmla="*/ 89 w 89"/>
                  <a:gd name="T9" fmla="*/ 392 h 416"/>
                </a:gdLst>
                <a:ahLst/>
                <a:cxnLst>
                  <a:cxn ang="0">
                    <a:pos x="T0" y="T1"/>
                  </a:cxn>
                  <a:cxn ang="0">
                    <a:pos x="T2" y="T3"/>
                  </a:cxn>
                  <a:cxn ang="0">
                    <a:pos x="T4" y="T5"/>
                  </a:cxn>
                  <a:cxn ang="0">
                    <a:pos x="T6" y="T7"/>
                  </a:cxn>
                  <a:cxn ang="0">
                    <a:pos x="T8" y="T9"/>
                  </a:cxn>
                </a:cxnLst>
                <a:rect l="0" t="0" r="r" b="b"/>
                <a:pathLst>
                  <a:path w="89" h="416">
                    <a:moveTo>
                      <a:pt x="89" y="392"/>
                    </a:moveTo>
                    <a:lnTo>
                      <a:pt x="89" y="70"/>
                    </a:lnTo>
                    <a:lnTo>
                      <a:pt x="0" y="0"/>
                    </a:lnTo>
                    <a:lnTo>
                      <a:pt x="0" y="416"/>
                    </a:lnTo>
                    <a:lnTo>
                      <a:pt x="89" y="3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40" name="Rectangle 290"/>
              <p:cNvSpPr>
                <a:spLocks noChangeArrowheads="1"/>
              </p:cNvSpPr>
              <p:nvPr/>
            </p:nvSpPr>
            <p:spPr bwMode="auto">
              <a:xfrm>
                <a:off x="-4868863" y="2909887"/>
                <a:ext cx="236537" cy="904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41" name="Rectangle 291"/>
              <p:cNvSpPr>
                <a:spLocks noChangeArrowheads="1"/>
              </p:cNvSpPr>
              <p:nvPr/>
            </p:nvSpPr>
            <p:spPr bwMode="auto">
              <a:xfrm>
                <a:off x="-4868863" y="3063875"/>
                <a:ext cx="236537" cy="904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42" name="Freeform 292"/>
              <p:cNvSpPr>
                <a:spLocks noEditPoints="1"/>
              </p:cNvSpPr>
              <p:nvPr/>
            </p:nvSpPr>
            <p:spPr bwMode="auto">
              <a:xfrm>
                <a:off x="-2968625" y="346075"/>
                <a:ext cx="627062" cy="622300"/>
              </a:xfrm>
              <a:custGeom>
                <a:avLst/>
                <a:gdLst>
                  <a:gd name="T0" fmla="*/ 167 w 167"/>
                  <a:gd name="T1" fmla="*/ 0 h 166"/>
                  <a:gd name="T2" fmla="*/ 84 w 167"/>
                  <a:gd name="T3" fmla="*/ 0 h 166"/>
                  <a:gd name="T4" fmla="*/ 84 w 167"/>
                  <a:gd name="T5" fmla="*/ 13 h 166"/>
                  <a:gd name="T6" fmla="*/ 84 w 167"/>
                  <a:gd name="T7" fmla="*/ 13 h 166"/>
                  <a:gd name="T8" fmla="*/ 84 w 167"/>
                  <a:gd name="T9" fmla="*/ 13 h 166"/>
                  <a:gd name="T10" fmla="*/ 97 w 167"/>
                  <a:gd name="T11" fmla="*/ 26 h 166"/>
                  <a:gd name="T12" fmla="*/ 84 w 167"/>
                  <a:gd name="T13" fmla="*/ 39 h 166"/>
                  <a:gd name="T14" fmla="*/ 84 w 167"/>
                  <a:gd name="T15" fmla="*/ 39 h 166"/>
                  <a:gd name="T16" fmla="*/ 84 w 167"/>
                  <a:gd name="T17" fmla="*/ 51 h 166"/>
                  <a:gd name="T18" fmla="*/ 106 w 167"/>
                  <a:gd name="T19" fmla="*/ 51 h 166"/>
                  <a:gd name="T20" fmla="*/ 106 w 167"/>
                  <a:gd name="T21" fmla="*/ 63 h 166"/>
                  <a:gd name="T22" fmla="*/ 106 w 167"/>
                  <a:gd name="T23" fmla="*/ 63 h 166"/>
                  <a:gd name="T24" fmla="*/ 91 w 167"/>
                  <a:gd name="T25" fmla="*/ 63 h 166"/>
                  <a:gd name="T26" fmla="*/ 91 w 167"/>
                  <a:gd name="T27" fmla="*/ 140 h 166"/>
                  <a:gd name="T28" fmla="*/ 106 w 167"/>
                  <a:gd name="T29" fmla="*/ 140 h 166"/>
                  <a:gd name="T30" fmla="*/ 106 w 167"/>
                  <a:gd name="T31" fmla="*/ 152 h 166"/>
                  <a:gd name="T32" fmla="*/ 84 w 167"/>
                  <a:gd name="T33" fmla="*/ 152 h 166"/>
                  <a:gd name="T34" fmla="*/ 84 w 167"/>
                  <a:gd name="T35" fmla="*/ 166 h 166"/>
                  <a:gd name="T36" fmla="*/ 167 w 167"/>
                  <a:gd name="T37" fmla="*/ 166 h 166"/>
                  <a:gd name="T38" fmla="*/ 167 w 167"/>
                  <a:gd name="T39" fmla="*/ 0 h 166"/>
                  <a:gd name="T40" fmla="*/ 84 w 167"/>
                  <a:gd name="T41" fmla="*/ 0 h 166"/>
                  <a:gd name="T42" fmla="*/ 0 w 167"/>
                  <a:gd name="T43" fmla="*/ 0 h 166"/>
                  <a:gd name="T44" fmla="*/ 0 w 167"/>
                  <a:gd name="T45" fmla="*/ 166 h 166"/>
                  <a:gd name="T46" fmla="*/ 84 w 167"/>
                  <a:gd name="T47" fmla="*/ 166 h 166"/>
                  <a:gd name="T48" fmla="*/ 84 w 167"/>
                  <a:gd name="T49" fmla="*/ 152 h 166"/>
                  <a:gd name="T50" fmla="*/ 62 w 167"/>
                  <a:gd name="T51" fmla="*/ 152 h 166"/>
                  <a:gd name="T52" fmla="*/ 62 w 167"/>
                  <a:gd name="T53" fmla="*/ 140 h 166"/>
                  <a:gd name="T54" fmla="*/ 77 w 167"/>
                  <a:gd name="T55" fmla="*/ 140 h 166"/>
                  <a:gd name="T56" fmla="*/ 77 w 167"/>
                  <a:gd name="T57" fmla="*/ 63 h 166"/>
                  <a:gd name="T58" fmla="*/ 62 w 167"/>
                  <a:gd name="T59" fmla="*/ 63 h 166"/>
                  <a:gd name="T60" fmla="*/ 62 w 167"/>
                  <a:gd name="T61" fmla="*/ 51 h 166"/>
                  <a:gd name="T62" fmla="*/ 84 w 167"/>
                  <a:gd name="T63" fmla="*/ 51 h 166"/>
                  <a:gd name="T64" fmla="*/ 84 w 167"/>
                  <a:gd name="T65" fmla="*/ 39 h 166"/>
                  <a:gd name="T66" fmla="*/ 71 w 167"/>
                  <a:gd name="T67" fmla="*/ 26 h 166"/>
                  <a:gd name="T68" fmla="*/ 84 w 167"/>
                  <a:gd name="T69" fmla="*/ 13 h 166"/>
                  <a:gd name="T70" fmla="*/ 84 w 167"/>
                  <a:gd name="T71"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7" h="166">
                    <a:moveTo>
                      <a:pt x="167" y="0"/>
                    </a:moveTo>
                    <a:cubicBezTo>
                      <a:pt x="84" y="0"/>
                      <a:pt x="84" y="0"/>
                      <a:pt x="84" y="0"/>
                    </a:cubicBezTo>
                    <a:cubicBezTo>
                      <a:pt x="84" y="13"/>
                      <a:pt x="84" y="13"/>
                      <a:pt x="84" y="13"/>
                    </a:cubicBezTo>
                    <a:cubicBezTo>
                      <a:pt x="84" y="13"/>
                      <a:pt x="84" y="13"/>
                      <a:pt x="84" y="13"/>
                    </a:cubicBezTo>
                    <a:cubicBezTo>
                      <a:pt x="84" y="13"/>
                      <a:pt x="84" y="13"/>
                      <a:pt x="84" y="13"/>
                    </a:cubicBezTo>
                    <a:cubicBezTo>
                      <a:pt x="92" y="13"/>
                      <a:pt x="97" y="19"/>
                      <a:pt x="97" y="26"/>
                    </a:cubicBezTo>
                    <a:cubicBezTo>
                      <a:pt x="97" y="33"/>
                      <a:pt x="92" y="39"/>
                      <a:pt x="84" y="39"/>
                    </a:cubicBezTo>
                    <a:cubicBezTo>
                      <a:pt x="84" y="39"/>
                      <a:pt x="84" y="39"/>
                      <a:pt x="84" y="39"/>
                    </a:cubicBezTo>
                    <a:cubicBezTo>
                      <a:pt x="84" y="51"/>
                      <a:pt x="84" y="51"/>
                      <a:pt x="84" y="51"/>
                    </a:cubicBezTo>
                    <a:cubicBezTo>
                      <a:pt x="106" y="51"/>
                      <a:pt x="106" y="51"/>
                      <a:pt x="106" y="51"/>
                    </a:cubicBezTo>
                    <a:cubicBezTo>
                      <a:pt x="106" y="63"/>
                      <a:pt x="106" y="63"/>
                      <a:pt x="106" y="63"/>
                    </a:cubicBezTo>
                    <a:cubicBezTo>
                      <a:pt x="106" y="63"/>
                      <a:pt x="106" y="63"/>
                      <a:pt x="106" y="63"/>
                    </a:cubicBezTo>
                    <a:cubicBezTo>
                      <a:pt x="91" y="63"/>
                      <a:pt x="91" y="63"/>
                      <a:pt x="91" y="63"/>
                    </a:cubicBezTo>
                    <a:cubicBezTo>
                      <a:pt x="91" y="140"/>
                      <a:pt x="91" y="140"/>
                      <a:pt x="91" y="140"/>
                    </a:cubicBezTo>
                    <a:cubicBezTo>
                      <a:pt x="106" y="140"/>
                      <a:pt x="106" y="140"/>
                      <a:pt x="106" y="140"/>
                    </a:cubicBezTo>
                    <a:cubicBezTo>
                      <a:pt x="106" y="152"/>
                      <a:pt x="106" y="152"/>
                      <a:pt x="106" y="152"/>
                    </a:cubicBezTo>
                    <a:cubicBezTo>
                      <a:pt x="84" y="152"/>
                      <a:pt x="84" y="152"/>
                      <a:pt x="84" y="152"/>
                    </a:cubicBezTo>
                    <a:cubicBezTo>
                      <a:pt x="84" y="166"/>
                      <a:pt x="84" y="166"/>
                      <a:pt x="84" y="166"/>
                    </a:cubicBezTo>
                    <a:cubicBezTo>
                      <a:pt x="167" y="166"/>
                      <a:pt x="167" y="166"/>
                      <a:pt x="167" y="166"/>
                    </a:cubicBezTo>
                    <a:lnTo>
                      <a:pt x="167" y="0"/>
                    </a:lnTo>
                    <a:close/>
                    <a:moveTo>
                      <a:pt x="84" y="0"/>
                    </a:moveTo>
                    <a:cubicBezTo>
                      <a:pt x="0" y="0"/>
                      <a:pt x="0" y="0"/>
                      <a:pt x="0" y="0"/>
                    </a:cubicBezTo>
                    <a:cubicBezTo>
                      <a:pt x="0" y="166"/>
                      <a:pt x="0" y="166"/>
                      <a:pt x="0" y="166"/>
                    </a:cubicBezTo>
                    <a:cubicBezTo>
                      <a:pt x="84" y="166"/>
                      <a:pt x="84" y="166"/>
                      <a:pt x="84" y="166"/>
                    </a:cubicBezTo>
                    <a:cubicBezTo>
                      <a:pt x="84" y="152"/>
                      <a:pt x="84" y="152"/>
                      <a:pt x="84" y="152"/>
                    </a:cubicBezTo>
                    <a:cubicBezTo>
                      <a:pt x="62" y="152"/>
                      <a:pt x="62" y="152"/>
                      <a:pt x="62" y="152"/>
                    </a:cubicBezTo>
                    <a:cubicBezTo>
                      <a:pt x="62" y="140"/>
                      <a:pt x="62" y="140"/>
                      <a:pt x="62" y="140"/>
                    </a:cubicBezTo>
                    <a:cubicBezTo>
                      <a:pt x="77" y="140"/>
                      <a:pt x="77" y="140"/>
                      <a:pt x="77" y="140"/>
                    </a:cubicBezTo>
                    <a:cubicBezTo>
                      <a:pt x="77" y="63"/>
                      <a:pt x="77" y="63"/>
                      <a:pt x="77" y="63"/>
                    </a:cubicBezTo>
                    <a:cubicBezTo>
                      <a:pt x="62" y="63"/>
                      <a:pt x="62" y="63"/>
                      <a:pt x="62" y="63"/>
                    </a:cubicBezTo>
                    <a:cubicBezTo>
                      <a:pt x="62" y="51"/>
                      <a:pt x="62" y="51"/>
                      <a:pt x="62" y="51"/>
                    </a:cubicBezTo>
                    <a:cubicBezTo>
                      <a:pt x="84" y="51"/>
                      <a:pt x="84" y="51"/>
                      <a:pt x="84" y="51"/>
                    </a:cubicBezTo>
                    <a:cubicBezTo>
                      <a:pt x="84" y="39"/>
                      <a:pt x="84" y="39"/>
                      <a:pt x="84" y="39"/>
                    </a:cubicBezTo>
                    <a:cubicBezTo>
                      <a:pt x="77" y="39"/>
                      <a:pt x="71" y="33"/>
                      <a:pt x="71" y="26"/>
                    </a:cubicBezTo>
                    <a:cubicBezTo>
                      <a:pt x="71" y="19"/>
                      <a:pt x="77" y="13"/>
                      <a:pt x="84" y="13"/>
                    </a:cubicBezTo>
                    <a:lnTo>
                      <a:pt x="8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43" name="Freeform 293"/>
              <p:cNvSpPr>
                <a:spLocks/>
              </p:cNvSpPr>
              <p:nvPr/>
            </p:nvSpPr>
            <p:spPr bwMode="auto">
              <a:xfrm>
                <a:off x="-4448175" y="6721475"/>
                <a:ext cx="508000" cy="119063"/>
              </a:xfrm>
              <a:custGeom>
                <a:avLst/>
                <a:gdLst>
                  <a:gd name="T0" fmla="*/ 291 w 320"/>
                  <a:gd name="T1" fmla="*/ 47 h 75"/>
                  <a:gd name="T2" fmla="*/ 29 w 320"/>
                  <a:gd name="T3" fmla="*/ 47 h 75"/>
                  <a:gd name="T4" fmla="*/ 29 w 320"/>
                  <a:gd name="T5" fmla="*/ 0 h 75"/>
                  <a:gd name="T6" fmla="*/ 0 w 320"/>
                  <a:gd name="T7" fmla="*/ 0 h 75"/>
                  <a:gd name="T8" fmla="*/ 0 w 320"/>
                  <a:gd name="T9" fmla="*/ 75 h 75"/>
                  <a:gd name="T10" fmla="*/ 320 w 320"/>
                  <a:gd name="T11" fmla="*/ 75 h 75"/>
                  <a:gd name="T12" fmla="*/ 320 w 320"/>
                  <a:gd name="T13" fmla="*/ 0 h 75"/>
                  <a:gd name="T14" fmla="*/ 291 w 320"/>
                  <a:gd name="T15" fmla="*/ 0 h 75"/>
                  <a:gd name="T16" fmla="*/ 291 w 320"/>
                  <a:gd name="T17" fmla="*/ 4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0" h="75">
                    <a:moveTo>
                      <a:pt x="291" y="47"/>
                    </a:moveTo>
                    <a:lnTo>
                      <a:pt x="29" y="47"/>
                    </a:lnTo>
                    <a:lnTo>
                      <a:pt x="29" y="0"/>
                    </a:lnTo>
                    <a:lnTo>
                      <a:pt x="0" y="0"/>
                    </a:lnTo>
                    <a:lnTo>
                      <a:pt x="0" y="75"/>
                    </a:lnTo>
                    <a:lnTo>
                      <a:pt x="320" y="75"/>
                    </a:lnTo>
                    <a:lnTo>
                      <a:pt x="320" y="0"/>
                    </a:lnTo>
                    <a:lnTo>
                      <a:pt x="291" y="0"/>
                    </a:lnTo>
                    <a:lnTo>
                      <a:pt x="291" y="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44" name="Freeform 294"/>
              <p:cNvSpPr>
                <a:spLocks/>
              </p:cNvSpPr>
              <p:nvPr/>
            </p:nvSpPr>
            <p:spPr bwMode="auto">
              <a:xfrm>
                <a:off x="-4376738" y="6361113"/>
                <a:ext cx="376237" cy="401638"/>
              </a:xfrm>
              <a:custGeom>
                <a:avLst/>
                <a:gdLst>
                  <a:gd name="T0" fmla="*/ 40 w 237"/>
                  <a:gd name="T1" fmla="*/ 146 h 253"/>
                  <a:gd name="T2" fmla="*/ 40 w 237"/>
                  <a:gd name="T3" fmla="*/ 253 h 253"/>
                  <a:gd name="T4" fmla="*/ 194 w 237"/>
                  <a:gd name="T5" fmla="*/ 253 h 253"/>
                  <a:gd name="T6" fmla="*/ 194 w 237"/>
                  <a:gd name="T7" fmla="*/ 146 h 253"/>
                  <a:gd name="T8" fmla="*/ 237 w 237"/>
                  <a:gd name="T9" fmla="*/ 146 h 253"/>
                  <a:gd name="T10" fmla="*/ 118 w 237"/>
                  <a:gd name="T11" fmla="*/ 0 h 253"/>
                  <a:gd name="T12" fmla="*/ 0 w 237"/>
                  <a:gd name="T13" fmla="*/ 146 h 253"/>
                  <a:gd name="T14" fmla="*/ 40 w 237"/>
                  <a:gd name="T15" fmla="*/ 146 h 2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7" h="253">
                    <a:moveTo>
                      <a:pt x="40" y="146"/>
                    </a:moveTo>
                    <a:lnTo>
                      <a:pt x="40" y="253"/>
                    </a:lnTo>
                    <a:lnTo>
                      <a:pt x="194" y="253"/>
                    </a:lnTo>
                    <a:lnTo>
                      <a:pt x="194" y="146"/>
                    </a:lnTo>
                    <a:lnTo>
                      <a:pt x="237" y="146"/>
                    </a:lnTo>
                    <a:lnTo>
                      <a:pt x="118" y="0"/>
                    </a:lnTo>
                    <a:lnTo>
                      <a:pt x="0" y="146"/>
                    </a:lnTo>
                    <a:lnTo>
                      <a:pt x="40" y="14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45" name="Freeform 295"/>
              <p:cNvSpPr>
                <a:spLocks noEditPoints="1"/>
              </p:cNvSpPr>
              <p:nvPr/>
            </p:nvSpPr>
            <p:spPr bwMode="auto">
              <a:xfrm>
                <a:off x="-1371600" y="2965450"/>
                <a:ext cx="539750" cy="428625"/>
              </a:xfrm>
              <a:custGeom>
                <a:avLst/>
                <a:gdLst>
                  <a:gd name="T0" fmla="*/ 129 w 144"/>
                  <a:gd name="T1" fmla="*/ 25 h 114"/>
                  <a:gd name="T2" fmla="*/ 116 w 144"/>
                  <a:gd name="T3" fmla="*/ 26 h 114"/>
                  <a:gd name="T4" fmla="*/ 116 w 144"/>
                  <a:gd name="T5" fmla="*/ 32 h 114"/>
                  <a:gd name="T6" fmla="*/ 131 w 144"/>
                  <a:gd name="T7" fmla="*/ 64 h 114"/>
                  <a:gd name="T8" fmla="*/ 131 w 144"/>
                  <a:gd name="T9" fmla="*/ 79 h 114"/>
                  <a:gd name="T10" fmla="*/ 116 w 144"/>
                  <a:gd name="T11" fmla="*/ 114 h 114"/>
                  <a:gd name="T12" fmla="*/ 144 w 144"/>
                  <a:gd name="T13" fmla="*/ 107 h 114"/>
                  <a:gd name="T14" fmla="*/ 144 w 144"/>
                  <a:gd name="T15" fmla="*/ 41 h 114"/>
                  <a:gd name="T16" fmla="*/ 116 w 144"/>
                  <a:gd name="T17" fmla="*/ 0 h 114"/>
                  <a:gd name="T18" fmla="*/ 72 w 144"/>
                  <a:gd name="T19" fmla="*/ 9 h 114"/>
                  <a:gd name="T20" fmla="*/ 116 w 144"/>
                  <a:gd name="T21" fmla="*/ 26 h 114"/>
                  <a:gd name="T22" fmla="*/ 72 w 144"/>
                  <a:gd name="T23" fmla="*/ 91 h 114"/>
                  <a:gd name="T24" fmla="*/ 110 w 144"/>
                  <a:gd name="T25" fmla="*/ 107 h 114"/>
                  <a:gd name="T26" fmla="*/ 116 w 144"/>
                  <a:gd name="T27" fmla="*/ 114 h 114"/>
                  <a:gd name="T28" fmla="*/ 102 w 144"/>
                  <a:gd name="T29" fmla="*/ 79 h 114"/>
                  <a:gd name="T30" fmla="*/ 116 w 144"/>
                  <a:gd name="T31" fmla="*/ 64 h 114"/>
                  <a:gd name="T32" fmla="*/ 72 w 144"/>
                  <a:gd name="T33" fmla="*/ 32 h 114"/>
                  <a:gd name="T34" fmla="*/ 72 w 144"/>
                  <a:gd name="T35" fmla="*/ 0 h 114"/>
                  <a:gd name="T36" fmla="*/ 27 w 144"/>
                  <a:gd name="T37" fmla="*/ 1 h 114"/>
                  <a:gd name="T38" fmla="*/ 36 w 144"/>
                  <a:gd name="T39" fmla="*/ 9 h 114"/>
                  <a:gd name="T40" fmla="*/ 72 w 144"/>
                  <a:gd name="T41" fmla="*/ 9 h 114"/>
                  <a:gd name="T42" fmla="*/ 27 w 144"/>
                  <a:gd name="T43" fmla="*/ 114 h 114"/>
                  <a:gd name="T44" fmla="*/ 34 w 144"/>
                  <a:gd name="T45" fmla="*/ 107 h 114"/>
                  <a:gd name="T46" fmla="*/ 72 w 144"/>
                  <a:gd name="T47" fmla="*/ 91 h 114"/>
                  <a:gd name="T48" fmla="*/ 27 w 144"/>
                  <a:gd name="T49" fmla="*/ 32 h 114"/>
                  <a:gd name="T50" fmla="*/ 42 w 144"/>
                  <a:gd name="T51" fmla="*/ 64 h 114"/>
                  <a:gd name="T52" fmla="*/ 42 w 144"/>
                  <a:gd name="T53" fmla="*/ 79 h 114"/>
                  <a:gd name="T54" fmla="*/ 27 w 144"/>
                  <a:gd name="T55" fmla="*/ 114 h 114"/>
                  <a:gd name="T56" fmla="*/ 14 w 144"/>
                  <a:gd name="T57" fmla="*/ 25 h 114"/>
                  <a:gd name="T58" fmla="*/ 0 w 144"/>
                  <a:gd name="T59" fmla="*/ 87 h 114"/>
                  <a:gd name="T60" fmla="*/ 0 w 144"/>
                  <a:gd name="T61" fmla="*/ 107 h 114"/>
                  <a:gd name="T62" fmla="*/ 27 w 144"/>
                  <a:gd name="T63" fmla="*/ 114 h 114"/>
                  <a:gd name="T64" fmla="*/ 13 w 144"/>
                  <a:gd name="T65" fmla="*/ 79 h 114"/>
                  <a:gd name="T66" fmla="*/ 27 w 144"/>
                  <a:gd name="T67" fmla="*/ 64 h 114"/>
                  <a:gd name="T68" fmla="*/ 24 w 144"/>
                  <a:gd name="T69" fmla="*/ 32 h 114"/>
                  <a:gd name="T70" fmla="*/ 27 w 144"/>
                  <a:gd name="T71" fmla="*/ 1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44" h="114">
                    <a:moveTo>
                      <a:pt x="144" y="41"/>
                    </a:moveTo>
                    <a:cubicBezTo>
                      <a:pt x="129" y="25"/>
                      <a:pt x="129" y="25"/>
                      <a:pt x="129" y="25"/>
                    </a:cubicBezTo>
                    <a:cubicBezTo>
                      <a:pt x="116" y="1"/>
                      <a:pt x="116" y="1"/>
                      <a:pt x="116" y="1"/>
                    </a:cubicBezTo>
                    <a:cubicBezTo>
                      <a:pt x="116" y="26"/>
                      <a:pt x="116" y="26"/>
                      <a:pt x="116" y="26"/>
                    </a:cubicBezTo>
                    <a:cubicBezTo>
                      <a:pt x="120" y="32"/>
                      <a:pt x="120" y="32"/>
                      <a:pt x="120" y="32"/>
                    </a:cubicBezTo>
                    <a:cubicBezTo>
                      <a:pt x="116" y="32"/>
                      <a:pt x="116" y="32"/>
                      <a:pt x="116" y="32"/>
                    </a:cubicBezTo>
                    <a:cubicBezTo>
                      <a:pt x="116" y="64"/>
                      <a:pt x="116" y="64"/>
                      <a:pt x="116" y="64"/>
                    </a:cubicBezTo>
                    <a:cubicBezTo>
                      <a:pt x="131" y="64"/>
                      <a:pt x="131" y="64"/>
                      <a:pt x="131" y="64"/>
                    </a:cubicBezTo>
                    <a:cubicBezTo>
                      <a:pt x="131" y="79"/>
                      <a:pt x="131" y="79"/>
                      <a:pt x="131" y="79"/>
                    </a:cubicBezTo>
                    <a:cubicBezTo>
                      <a:pt x="131" y="79"/>
                      <a:pt x="131" y="79"/>
                      <a:pt x="131" y="79"/>
                    </a:cubicBezTo>
                    <a:cubicBezTo>
                      <a:pt x="116" y="79"/>
                      <a:pt x="116" y="79"/>
                      <a:pt x="116" y="79"/>
                    </a:cubicBezTo>
                    <a:cubicBezTo>
                      <a:pt x="116" y="114"/>
                      <a:pt x="116" y="114"/>
                      <a:pt x="116" y="114"/>
                    </a:cubicBezTo>
                    <a:cubicBezTo>
                      <a:pt x="137" y="114"/>
                      <a:pt x="137" y="114"/>
                      <a:pt x="137" y="114"/>
                    </a:cubicBezTo>
                    <a:cubicBezTo>
                      <a:pt x="141" y="114"/>
                      <a:pt x="144" y="111"/>
                      <a:pt x="144" y="107"/>
                    </a:cubicBezTo>
                    <a:cubicBezTo>
                      <a:pt x="144" y="91"/>
                      <a:pt x="144" y="91"/>
                      <a:pt x="144" y="91"/>
                    </a:cubicBezTo>
                    <a:lnTo>
                      <a:pt x="144" y="41"/>
                    </a:lnTo>
                    <a:close/>
                    <a:moveTo>
                      <a:pt x="116" y="1"/>
                    </a:moveTo>
                    <a:cubicBezTo>
                      <a:pt x="116" y="0"/>
                      <a:pt x="116" y="0"/>
                      <a:pt x="116" y="0"/>
                    </a:cubicBezTo>
                    <a:cubicBezTo>
                      <a:pt x="72" y="0"/>
                      <a:pt x="72" y="0"/>
                      <a:pt x="72" y="0"/>
                    </a:cubicBezTo>
                    <a:cubicBezTo>
                      <a:pt x="72" y="9"/>
                      <a:pt x="72" y="9"/>
                      <a:pt x="72" y="9"/>
                    </a:cubicBezTo>
                    <a:cubicBezTo>
                      <a:pt x="108" y="9"/>
                      <a:pt x="108" y="9"/>
                      <a:pt x="108" y="9"/>
                    </a:cubicBezTo>
                    <a:cubicBezTo>
                      <a:pt x="116" y="26"/>
                      <a:pt x="116" y="26"/>
                      <a:pt x="116" y="26"/>
                    </a:cubicBezTo>
                    <a:cubicBezTo>
                      <a:pt x="116" y="1"/>
                      <a:pt x="116" y="1"/>
                      <a:pt x="116" y="1"/>
                    </a:cubicBezTo>
                    <a:close/>
                    <a:moveTo>
                      <a:pt x="72" y="91"/>
                    </a:moveTo>
                    <a:cubicBezTo>
                      <a:pt x="110" y="91"/>
                      <a:pt x="110" y="91"/>
                      <a:pt x="110" y="91"/>
                    </a:cubicBezTo>
                    <a:cubicBezTo>
                      <a:pt x="110" y="107"/>
                      <a:pt x="110" y="107"/>
                      <a:pt x="110" y="107"/>
                    </a:cubicBezTo>
                    <a:cubicBezTo>
                      <a:pt x="110" y="111"/>
                      <a:pt x="112" y="114"/>
                      <a:pt x="116" y="114"/>
                    </a:cubicBezTo>
                    <a:cubicBezTo>
                      <a:pt x="116" y="114"/>
                      <a:pt x="116" y="114"/>
                      <a:pt x="116" y="114"/>
                    </a:cubicBezTo>
                    <a:cubicBezTo>
                      <a:pt x="116" y="79"/>
                      <a:pt x="116" y="79"/>
                      <a:pt x="116" y="79"/>
                    </a:cubicBezTo>
                    <a:cubicBezTo>
                      <a:pt x="102" y="79"/>
                      <a:pt x="102" y="79"/>
                      <a:pt x="102" y="79"/>
                    </a:cubicBezTo>
                    <a:cubicBezTo>
                      <a:pt x="102" y="64"/>
                      <a:pt x="102" y="64"/>
                      <a:pt x="102" y="64"/>
                    </a:cubicBezTo>
                    <a:cubicBezTo>
                      <a:pt x="116" y="64"/>
                      <a:pt x="116" y="64"/>
                      <a:pt x="116" y="64"/>
                    </a:cubicBezTo>
                    <a:cubicBezTo>
                      <a:pt x="116" y="32"/>
                      <a:pt x="116" y="32"/>
                      <a:pt x="116" y="32"/>
                    </a:cubicBezTo>
                    <a:cubicBezTo>
                      <a:pt x="72" y="32"/>
                      <a:pt x="72" y="32"/>
                      <a:pt x="72" y="32"/>
                    </a:cubicBezTo>
                    <a:lnTo>
                      <a:pt x="72" y="91"/>
                    </a:lnTo>
                    <a:close/>
                    <a:moveTo>
                      <a:pt x="72" y="0"/>
                    </a:moveTo>
                    <a:cubicBezTo>
                      <a:pt x="28" y="0"/>
                      <a:pt x="28" y="0"/>
                      <a:pt x="28" y="0"/>
                    </a:cubicBezTo>
                    <a:cubicBezTo>
                      <a:pt x="27" y="1"/>
                      <a:pt x="27" y="1"/>
                      <a:pt x="27" y="1"/>
                    </a:cubicBezTo>
                    <a:cubicBezTo>
                      <a:pt x="27" y="26"/>
                      <a:pt x="27" y="26"/>
                      <a:pt x="27" y="26"/>
                    </a:cubicBezTo>
                    <a:cubicBezTo>
                      <a:pt x="36" y="9"/>
                      <a:pt x="36" y="9"/>
                      <a:pt x="36" y="9"/>
                    </a:cubicBezTo>
                    <a:cubicBezTo>
                      <a:pt x="36" y="9"/>
                      <a:pt x="36" y="9"/>
                      <a:pt x="36" y="9"/>
                    </a:cubicBezTo>
                    <a:cubicBezTo>
                      <a:pt x="72" y="9"/>
                      <a:pt x="72" y="9"/>
                      <a:pt x="72" y="9"/>
                    </a:cubicBezTo>
                    <a:cubicBezTo>
                      <a:pt x="72" y="0"/>
                      <a:pt x="72" y="0"/>
                      <a:pt x="72" y="0"/>
                    </a:cubicBezTo>
                    <a:close/>
                    <a:moveTo>
                      <a:pt x="27" y="114"/>
                    </a:moveTo>
                    <a:cubicBezTo>
                      <a:pt x="28" y="114"/>
                      <a:pt x="28" y="114"/>
                      <a:pt x="28" y="114"/>
                    </a:cubicBezTo>
                    <a:cubicBezTo>
                      <a:pt x="31" y="114"/>
                      <a:pt x="34" y="111"/>
                      <a:pt x="34" y="107"/>
                    </a:cubicBezTo>
                    <a:cubicBezTo>
                      <a:pt x="34" y="91"/>
                      <a:pt x="34" y="91"/>
                      <a:pt x="34" y="91"/>
                    </a:cubicBezTo>
                    <a:cubicBezTo>
                      <a:pt x="72" y="91"/>
                      <a:pt x="72" y="91"/>
                      <a:pt x="72" y="91"/>
                    </a:cubicBezTo>
                    <a:cubicBezTo>
                      <a:pt x="72" y="32"/>
                      <a:pt x="72" y="32"/>
                      <a:pt x="72" y="32"/>
                    </a:cubicBezTo>
                    <a:cubicBezTo>
                      <a:pt x="27" y="32"/>
                      <a:pt x="27" y="32"/>
                      <a:pt x="27" y="32"/>
                    </a:cubicBezTo>
                    <a:cubicBezTo>
                      <a:pt x="27" y="64"/>
                      <a:pt x="27" y="64"/>
                      <a:pt x="27" y="64"/>
                    </a:cubicBezTo>
                    <a:cubicBezTo>
                      <a:pt x="42" y="64"/>
                      <a:pt x="42" y="64"/>
                      <a:pt x="42" y="64"/>
                    </a:cubicBezTo>
                    <a:cubicBezTo>
                      <a:pt x="42" y="79"/>
                      <a:pt x="42" y="79"/>
                      <a:pt x="42" y="79"/>
                    </a:cubicBezTo>
                    <a:cubicBezTo>
                      <a:pt x="42" y="79"/>
                      <a:pt x="42" y="79"/>
                      <a:pt x="42" y="79"/>
                    </a:cubicBezTo>
                    <a:cubicBezTo>
                      <a:pt x="27" y="79"/>
                      <a:pt x="27" y="79"/>
                      <a:pt x="27" y="79"/>
                    </a:cubicBezTo>
                    <a:lnTo>
                      <a:pt x="27" y="114"/>
                    </a:lnTo>
                    <a:close/>
                    <a:moveTo>
                      <a:pt x="27" y="1"/>
                    </a:moveTo>
                    <a:cubicBezTo>
                      <a:pt x="14" y="25"/>
                      <a:pt x="14" y="25"/>
                      <a:pt x="14" y="25"/>
                    </a:cubicBezTo>
                    <a:cubicBezTo>
                      <a:pt x="0" y="41"/>
                      <a:pt x="0" y="41"/>
                      <a:pt x="0" y="41"/>
                    </a:cubicBezTo>
                    <a:cubicBezTo>
                      <a:pt x="0" y="87"/>
                      <a:pt x="0" y="87"/>
                      <a:pt x="0" y="87"/>
                    </a:cubicBezTo>
                    <a:cubicBezTo>
                      <a:pt x="0" y="91"/>
                      <a:pt x="0" y="91"/>
                      <a:pt x="0" y="91"/>
                    </a:cubicBezTo>
                    <a:cubicBezTo>
                      <a:pt x="0" y="107"/>
                      <a:pt x="0" y="107"/>
                      <a:pt x="0" y="107"/>
                    </a:cubicBezTo>
                    <a:cubicBezTo>
                      <a:pt x="0" y="111"/>
                      <a:pt x="3" y="114"/>
                      <a:pt x="7" y="114"/>
                    </a:cubicBezTo>
                    <a:cubicBezTo>
                      <a:pt x="27" y="114"/>
                      <a:pt x="27" y="114"/>
                      <a:pt x="27" y="114"/>
                    </a:cubicBezTo>
                    <a:cubicBezTo>
                      <a:pt x="27" y="79"/>
                      <a:pt x="27" y="79"/>
                      <a:pt x="27" y="79"/>
                    </a:cubicBezTo>
                    <a:cubicBezTo>
                      <a:pt x="13" y="79"/>
                      <a:pt x="13" y="79"/>
                      <a:pt x="13" y="79"/>
                    </a:cubicBezTo>
                    <a:cubicBezTo>
                      <a:pt x="13" y="64"/>
                      <a:pt x="13" y="64"/>
                      <a:pt x="13" y="64"/>
                    </a:cubicBezTo>
                    <a:cubicBezTo>
                      <a:pt x="27" y="64"/>
                      <a:pt x="27" y="64"/>
                      <a:pt x="27" y="64"/>
                    </a:cubicBezTo>
                    <a:cubicBezTo>
                      <a:pt x="27" y="32"/>
                      <a:pt x="27" y="32"/>
                      <a:pt x="27" y="32"/>
                    </a:cubicBezTo>
                    <a:cubicBezTo>
                      <a:pt x="24" y="32"/>
                      <a:pt x="24" y="32"/>
                      <a:pt x="24" y="32"/>
                    </a:cubicBezTo>
                    <a:cubicBezTo>
                      <a:pt x="27" y="26"/>
                      <a:pt x="27" y="26"/>
                      <a:pt x="27" y="26"/>
                    </a:cubicBezTo>
                    <a:lnTo>
                      <a:pt x="2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46" name="Oval 296"/>
              <p:cNvSpPr>
                <a:spLocks noChangeArrowheads="1"/>
              </p:cNvSpPr>
              <p:nvPr/>
            </p:nvSpPr>
            <p:spPr bwMode="auto">
              <a:xfrm>
                <a:off x="-1338263" y="1347787"/>
                <a:ext cx="134937" cy="1349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47" name="Freeform 297"/>
              <p:cNvSpPr>
                <a:spLocks/>
              </p:cNvSpPr>
              <p:nvPr/>
            </p:nvSpPr>
            <p:spPr bwMode="auto">
              <a:xfrm>
                <a:off x="-1431925" y="1504950"/>
                <a:ext cx="319087" cy="500063"/>
              </a:xfrm>
              <a:custGeom>
                <a:avLst/>
                <a:gdLst>
                  <a:gd name="T0" fmla="*/ 33 w 201"/>
                  <a:gd name="T1" fmla="*/ 60 h 315"/>
                  <a:gd name="T2" fmla="*/ 45 w 201"/>
                  <a:gd name="T3" fmla="*/ 60 h 315"/>
                  <a:gd name="T4" fmla="*/ 45 w 201"/>
                  <a:gd name="T5" fmla="*/ 161 h 315"/>
                  <a:gd name="T6" fmla="*/ 45 w 201"/>
                  <a:gd name="T7" fmla="*/ 161 h 315"/>
                  <a:gd name="T8" fmla="*/ 45 w 201"/>
                  <a:gd name="T9" fmla="*/ 315 h 315"/>
                  <a:gd name="T10" fmla="*/ 95 w 201"/>
                  <a:gd name="T11" fmla="*/ 315 h 315"/>
                  <a:gd name="T12" fmla="*/ 95 w 201"/>
                  <a:gd name="T13" fmla="*/ 149 h 315"/>
                  <a:gd name="T14" fmla="*/ 109 w 201"/>
                  <a:gd name="T15" fmla="*/ 149 h 315"/>
                  <a:gd name="T16" fmla="*/ 109 w 201"/>
                  <a:gd name="T17" fmla="*/ 315 h 315"/>
                  <a:gd name="T18" fmla="*/ 158 w 201"/>
                  <a:gd name="T19" fmla="*/ 315 h 315"/>
                  <a:gd name="T20" fmla="*/ 158 w 201"/>
                  <a:gd name="T21" fmla="*/ 149 h 315"/>
                  <a:gd name="T22" fmla="*/ 158 w 201"/>
                  <a:gd name="T23" fmla="*/ 149 h 315"/>
                  <a:gd name="T24" fmla="*/ 158 w 201"/>
                  <a:gd name="T25" fmla="*/ 60 h 315"/>
                  <a:gd name="T26" fmla="*/ 170 w 201"/>
                  <a:gd name="T27" fmla="*/ 60 h 315"/>
                  <a:gd name="T28" fmla="*/ 170 w 201"/>
                  <a:gd name="T29" fmla="*/ 149 h 315"/>
                  <a:gd name="T30" fmla="*/ 201 w 201"/>
                  <a:gd name="T31" fmla="*/ 149 h 315"/>
                  <a:gd name="T32" fmla="*/ 201 w 201"/>
                  <a:gd name="T33" fmla="*/ 0 h 315"/>
                  <a:gd name="T34" fmla="*/ 0 w 201"/>
                  <a:gd name="T35" fmla="*/ 0 h 315"/>
                  <a:gd name="T36" fmla="*/ 0 w 201"/>
                  <a:gd name="T37" fmla="*/ 149 h 315"/>
                  <a:gd name="T38" fmla="*/ 33 w 201"/>
                  <a:gd name="T39" fmla="*/ 149 h 315"/>
                  <a:gd name="T40" fmla="*/ 33 w 201"/>
                  <a:gd name="T41" fmla="*/ 60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01" h="315">
                    <a:moveTo>
                      <a:pt x="33" y="60"/>
                    </a:moveTo>
                    <a:lnTo>
                      <a:pt x="45" y="60"/>
                    </a:lnTo>
                    <a:lnTo>
                      <a:pt x="45" y="161"/>
                    </a:lnTo>
                    <a:lnTo>
                      <a:pt x="45" y="161"/>
                    </a:lnTo>
                    <a:lnTo>
                      <a:pt x="45" y="315"/>
                    </a:lnTo>
                    <a:lnTo>
                      <a:pt x="95" y="315"/>
                    </a:lnTo>
                    <a:lnTo>
                      <a:pt x="95" y="149"/>
                    </a:lnTo>
                    <a:lnTo>
                      <a:pt x="109" y="149"/>
                    </a:lnTo>
                    <a:lnTo>
                      <a:pt x="109" y="315"/>
                    </a:lnTo>
                    <a:lnTo>
                      <a:pt x="158" y="315"/>
                    </a:lnTo>
                    <a:lnTo>
                      <a:pt x="158" y="149"/>
                    </a:lnTo>
                    <a:lnTo>
                      <a:pt x="158" y="149"/>
                    </a:lnTo>
                    <a:lnTo>
                      <a:pt x="158" y="60"/>
                    </a:lnTo>
                    <a:lnTo>
                      <a:pt x="170" y="60"/>
                    </a:lnTo>
                    <a:lnTo>
                      <a:pt x="170" y="149"/>
                    </a:lnTo>
                    <a:lnTo>
                      <a:pt x="201" y="149"/>
                    </a:lnTo>
                    <a:lnTo>
                      <a:pt x="201" y="0"/>
                    </a:lnTo>
                    <a:lnTo>
                      <a:pt x="0" y="0"/>
                    </a:lnTo>
                    <a:lnTo>
                      <a:pt x="0" y="149"/>
                    </a:lnTo>
                    <a:lnTo>
                      <a:pt x="33" y="149"/>
                    </a:lnTo>
                    <a:lnTo>
                      <a:pt x="33"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48" name="Oval 298"/>
              <p:cNvSpPr>
                <a:spLocks noChangeArrowheads="1"/>
              </p:cNvSpPr>
              <p:nvPr/>
            </p:nvSpPr>
            <p:spPr bwMode="auto">
              <a:xfrm>
                <a:off x="-973138" y="1347787"/>
                <a:ext cx="134937" cy="1349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49" name="Freeform 299"/>
              <p:cNvSpPr>
                <a:spLocks/>
              </p:cNvSpPr>
              <p:nvPr/>
            </p:nvSpPr>
            <p:spPr bwMode="auto">
              <a:xfrm>
                <a:off x="-1090613" y="1504950"/>
                <a:ext cx="368300" cy="500063"/>
              </a:xfrm>
              <a:custGeom>
                <a:avLst/>
                <a:gdLst>
                  <a:gd name="T0" fmla="*/ 199 w 232"/>
                  <a:gd name="T1" fmla="*/ 149 h 315"/>
                  <a:gd name="T2" fmla="*/ 232 w 232"/>
                  <a:gd name="T3" fmla="*/ 149 h 315"/>
                  <a:gd name="T4" fmla="*/ 192 w 232"/>
                  <a:gd name="T5" fmla="*/ 0 h 315"/>
                  <a:gd name="T6" fmla="*/ 43 w 232"/>
                  <a:gd name="T7" fmla="*/ 0 h 315"/>
                  <a:gd name="T8" fmla="*/ 0 w 232"/>
                  <a:gd name="T9" fmla="*/ 149 h 315"/>
                  <a:gd name="T10" fmla="*/ 31 w 232"/>
                  <a:gd name="T11" fmla="*/ 149 h 315"/>
                  <a:gd name="T12" fmla="*/ 57 w 232"/>
                  <a:gd name="T13" fmla="*/ 60 h 315"/>
                  <a:gd name="T14" fmla="*/ 66 w 232"/>
                  <a:gd name="T15" fmla="*/ 60 h 315"/>
                  <a:gd name="T16" fmla="*/ 24 w 232"/>
                  <a:gd name="T17" fmla="*/ 225 h 315"/>
                  <a:gd name="T18" fmla="*/ 59 w 232"/>
                  <a:gd name="T19" fmla="*/ 225 h 315"/>
                  <a:gd name="T20" fmla="*/ 59 w 232"/>
                  <a:gd name="T21" fmla="*/ 315 h 315"/>
                  <a:gd name="T22" fmla="*/ 109 w 232"/>
                  <a:gd name="T23" fmla="*/ 315 h 315"/>
                  <a:gd name="T24" fmla="*/ 109 w 232"/>
                  <a:gd name="T25" fmla="*/ 225 h 315"/>
                  <a:gd name="T26" fmla="*/ 123 w 232"/>
                  <a:gd name="T27" fmla="*/ 225 h 315"/>
                  <a:gd name="T28" fmla="*/ 123 w 232"/>
                  <a:gd name="T29" fmla="*/ 315 h 315"/>
                  <a:gd name="T30" fmla="*/ 173 w 232"/>
                  <a:gd name="T31" fmla="*/ 315 h 315"/>
                  <a:gd name="T32" fmla="*/ 173 w 232"/>
                  <a:gd name="T33" fmla="*/ 225 h 315"/>
                  <a:gd name="T34" fmla="*/ 208 w 232"/>
                  <a:gd name="T35" fmla="*/ 225 h 315"/>
                  <a:gd name="T36" fmla="*/ 163 w 232"/>
                  <a:gd name="T37" fmla="*/ 60 h 315"/>
                  <a:gd name="T38" fmla="*/ 175 w 232"/>
                  <a:gd name="T39" fmla="*/ 60 h 315"/>
                  <a:gd name="T40" fmla="*/ 199 w 232"/>
                  <a:gd name="T41" fmla="*/ 149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2" h="315">
                    <a:moveTo>
                      <a:pt x="199" y="149"/>
                    </a:moveTo>
                    <a:lnTo>
                      <a:pt x="232" y="149"/>
                    </a:lnTo>
                    <a:lnTo>
                      <a:pt x="192" y="0"/>
                    </a:lnTo>
                    <a:lnTo>
                      <a:pt x="43" y="0"/>
                    </a:lnTo>
                    <a:lnTo>
                      <a:pt x="0" y="149"/>
                    </a:lnTo>
                    <a:lnTo>
                      <a:pt x="31" y="149"/>
                    </a:lnTo>
                    <a:lnTo>
                      <a:pt x="57" y="60"/>
                    </a:lnTo>
                    <a:lnTo>
                      <a:pt x="66" y="60"/>
                    </a:lnTo>
                    <a:lnTo>
                      <a:pt x="24" y="225"/>
                    </a:lnTo>
                    <a:lnTo>
                      <a:pt x="59" y="225"/>
                    </a:lnTo>
                    <a:lnTo>
                      <a:pt x="59" y="315"/>
                    </a:lnTo>
                    <a:lnTo>
                      <a:pt x="109" y="315"/>
                    </a:lnTo>
                    <a:lnTo>
                      <a:pt x="109" y="225"/>
                    </a:lnTo>
                    <a:lnTo>
                      <a:pt x="123" y="225"/>
                    </a:lnTo>
                    <a:lnTo>
                      <a:pt x="123" y="315"/>
                    </a:lnTo>
                    <a:lnTo>
                      <a:pt x="173" y="315"/>
                    </a:lnTo>
                    <a:lnTo>
                      <a:pt x="173" y="225"/>
                    </a:lnTo>
                    <a:lnTo>
                      <a:pt x="208" y="225"/>
                    </a:lnTo>
                    <a:lnTo>
                      <a:pt x="163" y="60"/>
                    </a:lnTo>
                    <a:lnTo>
                      <a:pt x="175" y="60"/>
                    </a:lnTo>
                    <a:lnTo>
                      <a:pt x="199" y="1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50" name="Freeform 300"/>
              <p:cNvSpPr>
                <a:spLocks/>
              </p:cNvSpPr>
              <p:nvPr/>
            </p:nvSpPr>
            <p:spPr bwMode="auto">
              <a:xfrm>
                <a:off x="-1720850" y="701675"/>
                <a:ext cx="574675" cy="533400"/>
              </a:xfrm>
              <a:custGeom>
                <a:avLst/>
                <a:gdLst>
                  <a:gd name="T0" fmla="*/ 91 w 153"/>
                  <a:gd name="T1" fmla="*/ 71 h 142"/>
                  <a:gd name="T2" fmla="*/ 117 w 153"/>
                  <a:gd name="T3" fmla="*/ 50 h 142"/>
                  <a:gd name="T4" fmla="*/ 123 w 153"/>
                  <a:gd name="T5" fmla="*/ 50 h 142"/>
                  <a:gd name="T6" fmla="*/ 140 w 153"/>
                  <a:gd name="T7" fmla="*/ 63 h 142"/>
                  <a:gd name="T8" fmla="*/ 151 w 153"/>
                  <a:gd name="T9" fmla="*/ 58 h 142"/>
                  <a:gd name="T10" fmla="*/ 150 w 153"/>
                  <a:gd name="T11" fmla="*/ 35 h 142"/>
                  <a:gd name="T12" fmla="*/ 103 w 153"/>
                  <a:gd name="T13" fmla="*/ 5 h 142"/>
                  <a:gd name="T14" fmla="*/ 73 w 153"/>
                  <a:gd name="T15" fmla="*/ 32 h 142"/>
                  <a:gd name="T16" fmla="*/ 35 w 153"/>
                  <a:gd name="T17" fmla="*/ 20 h 142"/>
                  <a:gd name="T18" fmla="*/ 4 w 153"/>
                  <a:gd name="T19" fmla="*/ 67 h 142"/>
                  <a:gd name="T20" fmla="*/ 97 w 153"/>
                  <a:gd name="T21" fmla="*/ 142 h 142"/>
                  <a:gd name="T22" fmla="*/ 113 w 153"/>
                  <a:gd name="T23" fmla="*/ 128 h 142"/>
                  <a:gd name="T24" fmla="*/ 91 w 153"/>
                  <a:gd name="T25" fmla="*/ 71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3" h="142">
                    <a:moveTo>
                      <a:pt x="91" y="71"/>
                    </a:moveTo>
                    <a:cubicBezTo>
                      <a:pt x="93" y="58"/>
                      <a:pt x="104" y="50"/>
                      <a:pt x="117" y="50"/>
                    </a:cubicBezTo>
                    <a:cubicBezTo>
                      <a:pt x="119" y="50"/>
                      <a:pt x="121" y="50"/>
                      <a:pt x="123" y="50"/>
                    </a:cubicBezTo>
                    <a:cubicBezTo>
                      <a:pt x="130" y="52"/>
                      <a:pt x="136" y="57"/>
                      <a:pt x="140" y="63"/>
                    </a:cubicBezTo>
                    <a:cubicBezTo>
                      <a:pt x="143" y="60"/>
                      <a:pt x="147" y="59"/>
                      <a:pt x="151" y="58"/>
                    </a:cubicBezTo>
                    <a:cubicBezTo>
                      <a:pt x="153" y="44"/>
                      <a:pt x="150" y="35"/>
                      <a:pt x="150" y="35"/>
                    </a:cubicBezTo>
                    <a:cubicBezTo>
                      <a:pt x="145" y="13"/>
                      <a:pt x="124" y="0"/>
                      <a:pt x="103" y="5"/>
                    </a:cubicBezTo>
                    <a:cubicBezTo>
                      <a:pt x="88" y="8"/>
                      <a:pt x="77" y="18"/>
                      <a:pt x="73" y="32"/>
                    </a:cubicBezTo>
                    <a:cubicBezTo>
                      <a:pt x="64" y="21"/>
                      <a:pt x="49" y="16"/>
                      <a:pt x="35" y="20"/>
                    </a:cubicBezTo>
                    <a:cubicBezTo>
                      <a:pt x="13" y="24"/>
                      <a:pt x="0" y="46"/>
                      <a:pt x="4" y="67"/>
                    </a:cubicBezTo>
                    <a:cubicBezTo>
                      <a:pt x="4" y="67"/>
                      <a:pt x="13" y="120"/>
                      <a:pt x="97" y="142"/>
                    </a:cubicBezTo>
                    <a:cubicBezTo>
                      <a:pt x="103" y="138"/>
                      <a:pt x="109" y="133"/>
                      <a:pt x="113" y="128"/>
                    </a:cubicBezTo>
                    <a:cubicBezTo>
                      <a:pt x="84" y="99"/>
                      <a:pt x="90" y="73"/>
                      <a:pt x="91" y="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51" name="Freeform 301"/>
              <p:cNvSpPr>
                <a:spLocks/>
              </p:cNvSpPr>
              <p:nvPr/>
            </p:nvSpPr>
            <p:spPr bwMode="auto">
              <a:xfrm>
                <a:off x="-1390650" y="904875"/>
                <a:ext cx="341312" cy="288925"/>
              </a:xfrm>
              <a:custGeom>
                <a:avLst/>
                <a:gdLst>
                  <a:gd name="T0" fmla="*/ 71 w 91"/>
                  <a:gd name="T1" fmla="*/ 9 h 77"/>
                  <a:gd name="T2" fmla="*/ 66 w 91"/>
                  <a:gd name="T3" fmla="*/ 9 h 77"/>
                  <a:gd name="T4" fmla="*/ 62 w 91"/>
                  <a:gd name="T5" fmla="*/ 9 h 77"/>
                  <a:gd name="T6" fmla="*/ 50 w 91"/>
                  <a:gd name="T7" fmla="*/ 16 h 77"/>
                  <a:gd name="T8" fmla="*/ 34 w 91"/>
                  <a:gd name="T9" fmla="*/ 1 h 77"/>
                  <a:gd name="T10" fmla="*/ 29 w 91"/>
                  <a:gd name="T11" fmla="*/ 0 h 77"/>
                  <a:gd name="T12" fmla="*/ 7 w 91"/>
                  <a:gd name="T13" fmla="*/ 18 h 77"/>
                  <a:gd name="T14" fmla="*/ 29 w 91"/>
                  <a:gd name="T15" fmla="*/ 71 h 77"/>
                  <a:gd name="T16" fmla="*/ 36 w 91"/>
                  <a:gd name="T17" fmla="*/ 77 h 77"/>
                  <a:gd name="T18" fmla="*/ 88 w 91"/>
                  <a:gd name="T19" fmla="*/ 36 h 77"/>
                  <a:gd name="T20" fmla="*/ 71 w 91"/>
                  <a:gd name="T21" fmla="*/ 9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1" h="77">
                    <a:moveTo>
                      <a:pt x="71" y="9"/>
                    </a:moveTo>
                    <a:cubicBezTo>
                      <a:pt x="69" y="9"/>
                      <a:pt x="68" y="9"/>
                      <a:pt x="66" y="9"/>
                    </a:cubicBezTo>
                    <a:cubicBezTo>
                      <a:pt x="65" y="9"/>
                      <a:pt x="63" y="9"/>
                      <a:pt x="62" y="9"/>
                    </a:cubicBezTo>
                    <a:cubicBezTo>
                      <a:pt x="57" y="10"/>
                      <a:pt x="53" y="13"/>
                      <a:pt x="50" y="16"/>
                    </a:cubicBezTo>
                    <a:cubicBezTo>
                      <a:pt x="48" y="9"/>
                      <a:pt x="42" y="3"/>
                      <a:pt x="34" y="1"/>
                    </a:cubicBezTo>
                    <a:cubicBezTo>
                      <a:pt x="32" y="0"/>
                      <a:pt x="30" y="0"/>
                      <a:pt x="29" y="0"/>
                    </a:cubicBezTo>
                    <a:cubicBezTo>
                      <a:pt x="19" y="0"/>
                      <a:pt x="9" y="7"/>
                      <a:pt x="7" y="18"/>
                    </a:cubicBezTo>
                    <a:cubicBezTo>
                      <a:pt x="7" y="18"/>
                      <a:pt x="0" y="42"/>
                      <a:pt x="29" y="71"/>
                    </a:cubicBezTo>
                    <a:cubicBezTo>
                      <a:pt x="31" y="73"/>
                      <a:pt x="33" y="75"/>
                      <a:pt x="36" y="77"/>
                    </a:cubicBezTo>
                    <a:cubicBezTo>
                      <a:pt x="83" y="65"/>
                      <a:pt x="88" y="36"/>
                      <a:pt x="88" y="36"/>
                    </a:cubicBezTo>
                    <a:cubicBezTo>
                      <a:pt x="91" y="24"/>
                      <a:pt x="83" y="12"/>
                      <a:pt x="71"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52" name="Rectangle 302"/>
              <p:cNvSpPr>
                <a:spLocks noChangeArrowheads="1"/>
              </p:cNvSpPr>
              <p:nvPr/>
            </p:nvSpPr>
            <p:spPr bwMode="auto">
              <a:xfrm>
                <a:off x="-3956050" y="6067425"/>
                <a:ext cx="44450" cy="1158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53" name="Freeform 303"/>
              <p:cNvSpPr>
                <a:spLocks/>
              </p:cNvSpPr>
              <p:nvPr/>
            </p:nvSpPr>
            <p:spPr bwMode="auto">
              <a:xfrm>
                <a:off x="-3760788" y="6067425"/>
                <a:ext cx="192087" cy="115888"/>
              </a:xfrm>
              <a:custGeom>
                <a:avLst/>
                <a:gdLst>
                  <a:gd name="T0" fmla="*/ 121 w 121"/>
                  <a:gd name="T1" fmla="*/ 73 h 73"/>
                  <a:gd name="T2" fmla="*/ 121 w 121"/>
                  <a:gd name="T3" fmla="*/ 0 h 73"/>
                  <a:gd name="T4" fmla="*/ 73 w 121"/>
                  <a:gd name="T5" fmla="*/ 0 h 73"/>
                  <a:gd name="T6" fmla="*/ 0 w 121"/>
                  <a:gd name="T7" fmla="*/ 73 h 73"/>
                  <a:gd name="T8" fmla="*/ 121 w 121"/>
                  <a:gd name="T9" fmla="*/ 73 h 73"/>
                </a:gdLst>
                <a:ahLst/>
                <a:cxnLst>
                  <a:cxn ang="0">
                    <a:pos x="T0" y="T1"/>
                  </a:cxn>
                  <a:cxn ang="0">
                    <a:pos x="T2" y="T3"/>
                  </a:cxn>
                  <a:cxn ang="0">
                    <a:pos x="T4" y="T5"/>
                  </a:cxn>
                  <a:cxn ang="0">
                    <a:pos x="T6" y="T7"/>
                  </a:cxn>
                  <a:cxn ang="0">
                    <a:pos x="T8" y="T9"/>
                  </a:cxn>
                </a:cxnLst>
                <a:rect l="0" t="0" r="r" b="b"/>
                <a:pathLst>
                  <a:path w="121" h="73">
                    <a:moveTo>
                      <a:pt x="121" y="73"/>
                    </a:moveTo>
                    <a:lnTo>
                      <a:pt x="121" y="0"/>
                    </a:lnTo>
                    <a:lnTo>
                      <a:pt x="73" y="0"/>
                    </a:lnTo>
                    <a:lnTo>
                      <a:pt x="0" y="73"/>
                    </a:lnTo>
                    <a:lnTo>
                      <a:pt x="121" y="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54" name="Freeform 304"/>
              <p:cNvSpPr>
                <a:spLocks/>
              </p:cNvSpPr>
              <p:nvPr/>
            </p:nvSpPr>
            <p:spPr bwMode="auto">
              <a:xfrm>
                <a:off x="-3892550" y="6067425"/>
                <a:ext cx="128587" cy="115888"/>
              </a:xfrm>
              <a:custGeom>
                <a:avLst/>
                <a:gdLst>
                  <a:gd name="T0" fmla="*/ 81 w 81"/>
                  <a:gd name="T1" fmla="*/ 0 h 73"/>
                  <a:gd name="T2" fmla="*/ 0 w 81"/>
                  <a:gd name="T3" fmla="*/ 0 h 73"/>
                  <a:gd name="T4" fmla="*/ 0 w 81"/>
                  <a:gd name="T5" fmla="*/ 73 h 73"/>
                  <a:gd name="T6" fmla="*/ 7 w 81"/>
                  <a:gd name="T7" fmla="*/ 73 h 73"/>
                  <a:gd name="T8" fmla="*/ 81 w 81"/>
                  <a:gd name="T9" fmla="*/ 0 h 73"/>
                </a:gdLst>
                <a:ahLst/>
                <a:cxnLst>
                  <a:cxn ang="0">
                    <a:pos x="T0" y="T1"/>
                  </a:cxn>
                  <a:cxn ang="0">
                    <a:pos x="T2" y="T3"/>
                  </a:cxn>
                  <a:cxn ang="0">
                    <a:pos x="T4" y="T5"/>
                  </a:cxn>
                  <a:cxn ang="0">
                    <a:pos x="T6" y="T7"/>
                  </a:cxn>
                  <a:cxn ang="0">
                    <a:pos x="T8" y="T9"/>
                  </a:cxn>
                </a:cxnLst>
                <a:rect l="0" t="0" r="r" b="b"/>
                <a:pathLst>
                  <a:path w="81" h="73">
                    <a:moveTo>
                      <a:pt x="81" y="0"/>
                    </a:moveTo>
                    <a:lnTo>
                      <a:pt x="0" y="0"/>
                    </a:lnTo>
                    <a:lnTo>
                      <a:pt x="0" y="73"/>
                    </a:lnTo>
                    <a:lnTo>
                      <a:pt x="7" y="73"/>
                    </a:lnTo>
                    <a:lnTo>
                      <a:pt x="8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55" name="Freeform 305"/>
              <p:cNvSpPr>
                <a:spLocks noEditPoints="1"/>
              </p:cNvSpPr>
              <p:nvPr/>
            </p:nvSpPr>
            <p:spPr bwMode="auto">
              <a:xfrm>
                <a:off x="-4068763" y="5816600"/>
                <a:ext cx="612775" cy="614363"/>
              </a:xfrm>
              <a:custGeom>
                <a:avLst/>
                <a:gdLst>
                  <a:gd name="T0" fmla="*/ 94 w 163"/>
                  <a:gd name="T1" fmla="*/ 163 h 164"/>
                  <a:gd name="T2" fmla="*/ 163 w 163"/>
                  <a:gd name="T3" fmla="*/ 82 h 164"/>
                  <a:gd name="T4" fmla="*/ 94 w 163"/>
                  <a:gd name="T5" fmla="*/ 1 h 164"/>
                  <a:gd name="T6" fmla="*/ 94 w 163"/>
                  <a:gd name="T7" fmla="*/ 15 h 164"/>
                  <a:gd name="T8" fmla="*/ 125 w 163"/>
                  <a:gd name="T9" fmla="*/ 29 h 164"/>
                  <a:gd name="T10" fmla="*/ 94 w 163"/>
                  <a:gd name="T11" fmla="*/ 60 h 164"/>
                  <a:gd name="T12" fmla="*/ 94 w 163"/>
                  <a:gd name="T13" fmla="*/ 79 h 164"/>
                  <a:gd name="T14" fmla="*/ 107 w 163"/>
                  <a:gd name="T15" fmla="*/ 67 h 164"/>
                  <a:gd name="T16" fmla="*/ 109 w 163"/>
                  <a:gd name="T17" fmla="*/ 64 h 164"/>
                  <a:gd name="T18" fmla="*/ 111 w 163"/>
                  <a:gd name="T19" fmla="*/ 62 h 164"/>
                  <a:gd name="T20" fmla="*/ 134 w 163"/>
                  <a:gd name="T21" fmla="*/ 39 h 164"/>
                  <a:gd name="T22" fmla="*/ 150 w 163"/>
                  <a:gd name="T23" fmla="*/ 82 h 164"/>
                  <a:gd name="T24" fmla="*/ 150 w 163"/>
                  <a:gd name="T25" fmla="*/ 82 h 164"/>
                  <a:gd name="T26" fmla="*/ 94 w 163"/>
                  <a:gd name="T27" fmla="*/ 149 h 164"/>
                  <a:gd name="T28" fmla="*/ 94 w 163"/>
                  <a:gd name="T29" fmla="*/ 163 h 164"/>
                  <a:gd name="T30" fmla="*/ 81 w 163"/>
                  <a:gd name="T31" fmla="*/ 164 h 164"/>
                  <a:gd name="T32" fmla="*/ 94 w 163"/>
                  <a:gd name="T33" fmla="*/ 163 h 164"/>
                  <a:gd name="T34" fmla="*/ 94 w 163"/>
                  <a:gd name="T35" fmla="*/ 149 h 164"/>
                  <a:gd name="T36" fmla="*/ 81 w 163"/>
                  <a:gd name="T37" fmla="*/ 151 h 164"/>
                  <a:gd name="T38" fmla="*/ 38 w 163"/>
                  <a:gd name="T39" fmla="*/ 135 h 164"/>
                  <a:gd name="T40" fmla="*/ 71 w 163"/>
                  <a:gd name="T41" fmla="*/ 102 h 164"/>
                  <a:gd name="T42" fmla="*/ 73 w 163"/>
                  <a:gd name="T43" fmla="*/ 100 h 164"/>
                  <a:gd name="T44" fmla="*/ 76 w 163"/>
                  <a:gd name="T45" fmla="*/ 98 h 164"/>
                  <a:gd name="T46" fmla="*/ 94 w 163"/>
                  <a:gd name="T47" fmla="*/ 79 h 164"/>
                  <a:gd name="T48" fmla="*/ 94 w 163"/>
                  <a:gd name="T49" fmla="*/ 60 h 164"/>
                  <a:gd name="T50" fmla="*/ 92 w 163"/>
                  <a:gd name="T51" fmla="*/ 62 h 164"/>
                  <a:gd name="T52" fmla="*/ 90 w 163"/>
                  <a:gd name="T53" fmla="*/ 64 h 164"/>
                  <a:gd name="T54" fmla="*/ 87 w 163"/>
                  <a:gd name="T55" fmla="*/ 67 h 164"/>
                  <a:gd name="T56" fmla="*/ 56 w 163"/>
                  <a:gd name="T57" fmla="*/ 98 h 164"/>
                  <a:gd name="T58" fmla="*/ 54 w 163"/>
                  <a:gd name="T59" fmla="*/ 100 h 164"/>
                  <a:gd name="T60" fmla="*/ 52 w 163"/>
                  <a:gd name="T61" fmla="*/ 102 h 164"/>
                  <a:gd name="T62" fmla="*/ 29 w 163"/>
                  <a:gd name="T63" fmla="*/ 125 h 164"/>
                  <a:gd name="T64" fmla="*/ 13 w 163"/>
                  <a:gd name="T65" fmla="*/ 82 h 164"/>
                  <a:gd name="T66" fmla="*/ 81 w 163"/>
                  <a:gd name="T67" fmla="*/ 14 h 164"/>
                  <a:gd name="T68" fmla="*/ 81 w 163"/>
                  <a:gd name="T69" fmla="*/ 14 h 164"/>
                  <a:gd name="T70" fmla="*/ 94 w 163"/>
                  <a:gd name="T71" fmla="*/ 15 h 164"/>
                  <a:gd name="T72" fmla="*/ 94 w 163"/>
                  <a:gd name="T73" fmla="*/ 1 h 164"/>
                  <a:gd name="T74" fmla="*/ 81 w 163"/>
                  <a:gd name="T75" fmla="*/ 0 h 164"/>
                  <a:gd name="T76" fmla="*/ 0 w 163"/>
                  <a:gd name="T77" fmla="*/ 82 h 164"/>
                  <a:gd name="T78" fmla="*/ 81 w 163"/>
                  <a:gd name="T79" fmla="*/ 164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3" h="164">
                    <a:moveTo>
                      <a:pt x="94" y="163"/>
                    </a:moveTo>
                    <a:cubicBezTo>
                      <a:pt x="133" y="157"/>
                      <a:pt x="163" y="123"/>
                      <a:pt x="163" y="82"/>
                    </a:cubicBezTo>
                    <a:cubicBezTo>
                      <a:pt x="163" y="41"/>
                      <a:pt x="133" y="7"/>
                      <a:pt x="94" y="1"/>
                    </a:cubicBezTo>
                    <a:cubicBezTo>
                      <a:pt x="94" y="15"/>
                      <a:pt x="94" y="15"/>
                      <a:pt x="94" y="15"/>
                    </a:cubicBezTo>
                    <a:cubicBezTo>
                      <a:pt x="106" y="17"/>
                      <a:pt x="116" y="22"/>
                      <a:pt x="125" y="29"/>
                    </a:cubicBezTo>
                    <a:cubicBezTo>
                      <a:pt x="94" y="60"/>
                      <a:pt x="94" y="60"/>
                      <a:pt x="94" y="60"/>
                    </a:cubicBezTo>
                    <a:cubicBezTo>
                      <a:pt x="94" y="79"/>
                      <a:pt x="94" y="79"/>
                      <a:pt x="94" y="79"/>
                    </a:cubicBezTo>
                    <a:cubicBezTo>
                      <a:pt x="107" y="67"/>
                      <a:pt x="107" y="67"/>
                      <a:pt x="107" y="67"/>
                    </a:cubicBezTo>
                    <a:cubicBezTo>
                      <a:pt x="109" y="64"/>
                      <a:pt x="109" y="64"/>
                      <a:pt x="109" y="64"/>
                    </a:cubicBezTo>
                    <a:cubicBezTo>
                      <a:pt x="111" y="62"/>
                      <a:pt x="111" y="62"/>
                      <a:pt x="111" y="62"/>
                    </a:cubicBezTo>
                    <a:cubicBezTo>
                      <a:pt x="134" y="39"/>
                      <a:pt x="134" y="39"/>
                      <a:pt x="134" y="39"/>
                    </a:cubicBezTo>
                    <a:cubicBezTo>
                      <a:pt x="144" y="51"/>
                      <a:pt x="150" y="66"/>
                      <a:pt x="150" y="82"/>
                    </a:cubicBezTo>
                    <a:cubicBezTo>
                      <a:pt x="150" y="82"/>
                      <a:pt x="150" y="82"/>
                      <a:pt x="150" y="82"/>
                    </a:cubicBezTo>
                    <a:cubicBezTo>
                      <a:pt x="150" y="116"/>
                      <a:pt x="126" y="143"/>
                      <a:pt x="94" y="149"/>
                    </a:cubicBezTo>
                    <a:lnTo>
                      <a:pt x="94" y="163"/>
                    </a:lnTo>
                    <a:close/>
                    <a:moveTo>
                      <a:pt x="81" y="164"/>
                    </a:moveTo>
                    <a:cubicBezTo>
                      <a:pt x="86" y="164"/>
                      <a:pt x="90" y="164"/>
                      <a:pt x="94" y="163"/>
                    </a:cubicBezTo>
                    <a:cubicBezTo>
                      <a:pt x="94" y="149"/>
                      <a:pt x="94" y="149"/>
                      <a:pt x="94" y="149"/>
                    </a:cubicBezTo>
                    <a:cubicBezTo>
                      <a:pt x="90" y="150"/>
                      <a:pt x="86" y="151"/>
                      <a:pt x="81" y="151"/>
                    </a:cubicBezTo>
                    <a:cubicBezTo>
                      <a:pt x="65" y="151"/>
                      <a:pt x="50" y="145"/>
                      <a:pt x="38" y="135"/>
                    </a:cubicBezTo>
                    <a:cubicBezTo>
                      <a:pt x="71" y="102"/>
                      <a:pt x="71" y="102"/>
                      <a:pt x="71" y="102"/>
                    </a:cubicBezTo>
                    <a:cubicBezTo>
                      <a:pt x="73" y="100"/>
                      <a:pt x="73" y="100"/>
                      <a:pt x="73" y="100"/>
                    </a:cubicBezTo>
                    <a:cubicBezTo>
                      <a:pt x="76" y="98"/>
                      <a:pt x="76" y="98"/>
                      <a:pt x="76" y="98"/>
                    </a:cubicBezTo>
                    <a:cubicBezTo>
                      <a:pt x="94" y="79"/>
                      <a:pt x="94" y="79"/>
                      <a:pt x="94" y="79"/>
                    </a:cubicBezTo>
                    <a:cubicBezTo>
                      <a:pt x="94" y="60"/>
                      <a:pt x="94" y="60"/>
                      <a:pt x="94" y="60"/>
                    </a:cubicBezTo>
                    <a:cubicBezTo>
                      <a:pt x="92" y="62"/>
                      <a:pt x="92" y="62"/>
                      <a:pt x="92" y="62"/>
                    </a:cubicBezTo>
                    <a:cubicBezTo>
                      <a:pt x="90" y="64"/>
                      <a:pt x="90" y="64"/>
                      <a:pt x="90" y="64"/>
                    </a:cubicBezTo>
                    <a:cubicBezTo>
                      <a:pt x="87" y="67"/>
                      <a:pt x="87" y="67"/>
                      <a:pt x="87" y="67"/>
                    </a:cubicBezTo>
                    <a:cubicBezTo>
                      <a:pt x="56" y="98"/>
                      <a:pt x="56" y="98"/>
                      <a:pt x="56" y="98"/>
                    </a:cubicBezTo>
                    <a:cubicBezTo>
                      <a:pt x="54" y="100"/>
                      <a:pt x="54" y="100"/>
                      <a:pt x="54" y="100"/>
                    </a:cubicBezTo>
                    <a:cubicBezTo>
                      <a:pt x="52" y="102"/>
                      <a:pt x="52" y="102"/>
                      <a:pt x="52" y="102"/>
                    </a:cubicBezTo>
                    <a:cubicBezTo>
                      <a:pt x="29" y="125"/>
                      <a:pt x="29" y="125"/>
                      <a:pt x="29" y="125"/>
                    </a:cubicBezTo>
                    <a:cubicBezTo>
                      <a:pt x="19" y="114"/>
                      <a:pt x="13" y="99"/>
                      <a:pt x="13" y="82"/>
                    </a:cubicBezTo>
                    <a:cubicBezTo>
                      <a:pt x="13" y="45"/>
                      <a:pt x="44" y="14"/>
                      <a:pt x="81" y="14"/>
                    </a:cubicBezTo>
                    <a:cubicBezTo>
                      <a:pt x="81" y="14"/>
                      <a:pt x="81" y="14"/>
                      <a:pt x="81" y="14"/>
                    </a:cubicBezTo>
                    <a:cubicBezTo>
                      <a:pt x="86" y="14"/>
                      <a:pt x="90" y="14"/>
                      <a:pt x="94" y="15"/>
                    </a:cubicBezTo>
                    <a:cubicBezTo>
                      <a:pt x="94" y="1"/>
                      <a:pt x="94" y="1"/>
                      <a:pt x="94" y="1"/>
                    </a:cubicBezTo>
                    <a:cubicBezTo>
                      <a:pt x="90" y="1"/>
                      <a:pt x="86" y="0"/>
                      <a:pt x="81" y="0"/>
                    </a:cubicBezTo>
                    <a:cubicBezTo>
                      <a:pt x="36" y="0"/>
                      <a:pt x="0" y="37"/>
                      <a:pt x="0" y="82"/>
                    </a:cubicBezTo>
                    <a:cubicBezTo>
                      <a:pt x="0" y="128"/>
                      <a:pt x="36" y="164"/>
                      <a:pt x="81" y="1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56" name="Freeform 306"/>
              <p:cNvSpPr>
                <a:spLocks/>
              </p:cNvSpPr>
              <p:nvPr/>
            </p:nvSpPr>
            <p:spPr bwMode="auto">
              <a:xfrm>
                <a:off x="-1849438" y="8631238"/>
                <a:ext cx="128587" cy="120650"/>
              </a:xfrm>
              <a:custGeom>
                <a:avLst/>
                <a:gdLst>
                  <a:gd name="T0" fmla="*/ 24 w 34"/>
                  <a:gd name="T1" fmla="*/ 0 h 32"/>
                  <a:gd name="T2" fmla="*/ 0 w 34"/>
                  <a:gd name="T3" fmla="*/ 32 h 32"/>
                  <a:gd name="T4" fmla="*/ 16 w 34"/>
                  <a:gd name="T5" fmla="*/ 32 h 32"/>
                  <a:gd name="T6" fmla="*/ 34 w 34"/>
                  <a:gd name="T7" fmla="*/ 8 h 32"/>
                  <a:gd name="T8" fmla="*/ 24 w 34"/>
                  <a:gd name="T9" fmla="*/ 0 h 32"/>
                </a:gdLst>
                <a:ahLst/>
                <a:cxnLst>
                  <a:cxn ang="0">
                    <a:pos x="T0" y="T1"/>
                  </a:cxn>
                  <a:cxn ang="0">
                    <a:pos x="T2" y="T3"/>
                  </a:cxn>
                  <a:cxn ang="0">
                    <a:pos x="T4" y="T5"/>
                  </a:cxn>
                  <a:cxn ang="0">
                    <a:pos x="T6" y="T7"/>
                  </a:cxn>
                  <a:cxn ang="0">
                    <a:pos x="T8" y="T9"/>
                  </a:cxn>
                </a:cxnLst>
                <a:rect l="0" t="0" r="r" b="b"/>
                <a:pathLst>
                  <a:path w="34" h="32">
                    <a:moveTo>
                      <a:pt x="24" y="0"/>
                    </a:moveTo>
                    <a:cubicBezTo>
                      <a:pt x="0" y="32"/>
                      <a:pt x="0" y="32"/>
                      <a:pt x="0" y="32"/>
                    </a:cubicBezTo>
                    <a:cubicBezTo>
                      <a:pt x="16" y="32"/>
                      <a:pt x="16" y="32"/>
                      <a:pt x="16" y="32"/>
                    </a:cubicBezTo>
                    <a:cubicBezTo>
                      <a:pt x="34" y="8"/>
                      <a:pt x="34" y="8"/>
                      <a:pt x="34" y="8"/>
                    </a:cubicBezTo>
                    <a:cubicBezTo>
                      <a:pt x="30" y="7"/>
                      <a:pt x="26" y="4"/>
                      <a:pt x="2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57" name="Freeform 307"/>
              <p:cNvSpPr>
                <a:spLocks/>
              </p:cNvSpPr>
              <p:nvPr/>
            </p:nvSpPr>
            <p:spPr bwMode="auto">
              <a:xfrm>
                <a:off x="-1747838" y="8578850"/>
                <a:ext cx="68262" cy="68263"/>
              </a:xfrm>
              <a:custGeom>
                <a:avLst/>
                <a:gdLst>
                  <a:gd name="T0" fmla="*/ 9 w 18"/>
                  <a:gd name="T1" fmla="*/ 18 h 18"/>
                  <a:gd name="T2" fmla="*/ 10 w 18"/>
                  <a:gd name="T3" fmla="*/ 18 h 18"/>
                  <a:gd name="T4" fmla="*/ 11 w 18"/>
                  <a:gd name="T5" fmla="*/ 18 h 18"/>
                  <a:gd name="T6" fmla="*/ 18 w 18"/>
                  <a:gd name="T7" fmla="*/ 9 h 18"/>
                  <a:gd name="T8" fmla="*/ 18 w 18"/>
                  <a:gd name="T9" fmla="*/ 9 h 18"/>
                  <a:gd name="T10" fmla="*/ 18 w 18"/>
                  <a:gd name="T11" fmla="*/ 7 h 18"/>
                  <a:gd name="T12" fmla="*/ 9 w 18"/>
                  <a:gd name="T13" fmla="*/ 0 h 18"/>
                  <a:gd name="T14" fmla="*/ 7 w 18"/>
                  <a:gd name="T15" fmla="*/ 0 h 18"/>
                  <a:gd name="T16" fmla="*/ 0 w 18"/>
                  <a:gd name="T17" fmla="*/ 10 h 18"/>
                  <a:gd name="T18" fmla="*/ 0 w 18"/>
                  <a:gd name="T19" fmla="*/ 11 h 18"/>
                  <a:gd name="T20" fmla="*/ 9 w 18"/>
                  <a:gd name="T21"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8">
                    <a:moveTo>
                      <a:pt x="9" y="18"/>
                    </a:moveTo>
                    <a:cubicBezTo>
                      <a:pt x="9" y="18"/>
                      <a:pt x="10" y="18"/>
                      <a:pt x="10" y="18"/>
                    </a:cubicBezTo>
                    <a:cubicBezTo>
                      <a:pt x="10" y="18"/>
                      <a:pt x="11" y="18"/>
                      <a:pt x="11" y="18"/>
                    </a:cubicBezTo>
                    <a:cubicBezTo>
                      <a:pt x="15" y="17"/>
                      <a:pt x="18" y="13"/>
                      <a:pt x="18" y="9"/>
                    </a:cubicBezTo>
                    <a:cubicBezTo>
                      <a:pt x="18" y="9"/>
                      <a:pt x="18" y="9"/>
                      <a:pt x="18" y="9"/>
                    </a:cubicBezTo>
                    <a:cubicBezTo>
                      <a:pt x="18" y="8"/>
                      <a:pt x="18" y="8"/>
                      <a:pt x="18" y="7"/>
                    </a:cubicBezTo>
                    <a:cubicBezTo>
                      <a:pt x="17" y="3"/>
                      <a:pt x="13" y="0"/>
                      <a:pt x="9" y="0"/>
                    </a:cubicBezTo>
                    <a:cubicBezTo>
                      <a:pt x="8" y="0"/>
                      <a:pt x="8" y="0"/>
                      <a:pt x="7" y="0"/>
                    </a:cubicBezTo>
                    <a:cubicBezTo>
                      <a:pt x="3" y="1"/>
                      <a:pt x="0" y="6"/>
                      <a:pt x="0" y="10"/>
                    </a:cubicBezTo>
                    <a:cubicBezTo>
                      <a:pt x="0" y="11"/>
                      <a:pt x="0" y="11"/>
                      <a:pt x="0" y="11"/>
                    </a:cubicBezTo>
                    <a:cubicBezTo>
                      <a:pt x="1" y="15"/>
                      <a:pt x="5" y="18"/>
                      <a:pt x="9"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58" name="Freeform 308"/>
              <p:cNvSpPr>
                <a:spLocks/>
              </p:cNvSpPr>
              <p:nvPr/>
            </p:nvSpPr>
            <p:spPr bwMode="auto">
              <a:xfrm>
                <a:off x="-1624013" y="8631238"/>
                <a:ext cx="128587" cy="120650"/>
              </a:xfrm>
              <a:custGeom>
                <a:avLst/>
                <a:gdLst>
                  <a:gd name="T0" fmla="*/ 18 w 34"/>
                  <a:gd name="T1" fmla="*/ 32 h 32"/>
                  <a:gd name="T2" fmla="*/ 34 w 34"/>
                  <a:gd name="T3" fmla="*/ 32 h 32"/>
                  <a:gd name="T4" fmla="*/ 10 w 34"/>
                  <a:gd name="T5" fmla="*/ 0 h 32"/>
                  <a:gd name="T6" fmla="*/ 0 w 34"/>
                  <a:gd name="T7" fmla="*/ 8 h 32"/>
                  <a:gd name="T8" fmla="*/ 18 w 34"/>
                  <a:gd name="T9" fmla="*/ 32 h 32"/>
                </a:gdLst>
                <a:ahLst/>
                <a:cxnLst>
                  <a:cxn ang="0">
                    <a:pos x="T0" y="T1"/>
                  </a:cxn>
                  <a:cxn ang="0">
                    <a:pos x="T2" y="T3"/>
                  </a:cxn>
                  <a:cxn ang="0">
                    <a:pos x="T4" y="T5"/>
                  </a:cxn>
                  <a:cxn ang="0">
                    <a:pos x="T6" y="T7"/>
                  </a:cxn>
                  <a:cxn ang="0">
                    <a:pos x="T8" y="T9"/>
                  </a:cxn>
                </a:cxnLst>
                <a:rect l="0" t="0" r="r" b="b"/>
                <a:pathLst>
                  <a:path w="34" h="32">
                    <a:moveTo>
                      <a:pt x="18" y="32"/>
                    </a:moveTo>
                    <a:cubicBezTo>
                      <a:pt x="34" y="32"/>
                      <a:pt x="34" y="32"/>
                      <a:pt x="34" y="32"/>
                    </a:cubicBezTo>
                    <a:cubicBezTo>
                      <a:pt x="10" y="0"/>
                      <a:pt x="10" y="0"/>
                      <a:pt x="10" y="0"/>
                    </a:cubicBezTo>
                    <a:cubicBezTo>
                      <a:pt x="8" y="4"/>
                      <a:pt x="4" y="7"/>
                      <a:pt x="0" y="8"/>
                    </a:cubicBezTo>
                    <a:lnTo>
                      <a:pt x="18" y="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59" name="Freeform 309"/>
              <p:cNvSpPr>
                <a:spLocks/>
              </p:cNvSpPr>
              <p:nvPr/>
            </p:nvSpPr>
            <p:spPr bwMode="auto">
              <a:xfrm>
                <a:off x="-1665288" y="8578850"/>
                <a:ext cx="68262" cy="68263"/>
              </a:xfrm>
              <a:custGeom>
                <a:avLst/>
                <a:gdLst>
                  <a:gd name="T0" fmla="*/ 11 w 18"/>
                  <a:gd name="T1" fmla="*/ 0 h 18"/>
                  <a:gd name="T2" fmla="*/ 9 w 18"/>
                  <a:gd name="T3" fmla="*/ 0 h 18"/>
                  <a:gd name="T4" fmla="*/ 0 w 18"/>
                  <a:gd name="T5" fmla="*/ 7 h 18"/>
                  <a:gd name="T6" fmla="*/ 0 w 18"/>
                  <a:gd name="T7" fmla="*/ 9 h 18"/>
                  <a:gd name="T8" fmla="*/ 0 w 18"/>
                  <a:gd name="T9" fmla="*/ 9 h 18"/>
                  <a:gd name="T10" fmla="*/ 7 w 18"/>
                  <a:gd name="T11" fmla="*/ 18 h 18"/>
                  <a:gd name="T12" fmla="*/ 8 w 18"/>
                  <a:gd name="T13" fmla="*/ 18 h 18"/>
                  <a:gd name="T14" fmla="*/ 9 w 18"/>
                  <a:gd name="T15" fmla="*/ 18 h 18"/>
                  <a:gd name="T16" fmla="*/ 17 w 18"/>
                  <a:gd name="T17" fmla="*/ 11 h 18"/>
                  <a:gd name="T18" fmla="*/ 18 w 18"/>
                  <a:gd name="T19" fmla="*/ 10 h 18"/>
                  <a:gd name="T20" fmla="*/ 11 w 18"/>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8">
                    <a:moveTo>
                      <a:pt x="11" y="0"/>
                    </a:moveTo>
                    <a:cubicBezTo>
                      <a:pt x="10" y="0"/>
                      <a:pt x="10" y="0"/>
                      <a:pt x="9" y="0"/>
                    </a:cubicBezTo>
                    <a:cubicBezTo>
                      <a:pt x="5" y="0"/>
                      <a:pt x="1" y="3"/>
                      <a:pt x="0" y="7"/>
                    </a:cubicBezTo>
                    <a:cubicBezTo>
                      <a:pt x="0" y="8"/>
                      <a:pt x="0" y="8"/>
                      <a:pt x="0" y="9"/>
                    </a:cubicBezTo>
                    <a:cubicBezTo>
                      <a:pt x="0" y="9"/>
                      <a:pt x="0" y="9"/>
                      <a:pt x="0" y="9"/>
                    </a:cubicBezTo>
                    <a:cubicBezTo>
                      <a:pt x="0" y="13"/>
                      <a:pt x="3" y="17"/>
                      <a:pt x="7" y="18"/>
                    </a:cubicBezTo>
                    <a:cubicBezTo>
                      <a:pt x="7" y="18"/>
                      <a:pt x="8" y="18"/>
                      <a:pt x="8" y="18"/>
                    </a:cubicBezTo>
                    <a:cubicBezTo>
                      <a:pt x="8" y="18"/>
                      <a:pt x="9" y="18"/>
                      <a:pt x="9" y="18"/>
                    </a:cubicBezTo>
                    <a:cubicBezTo>
                      <a:pt x="13" y="18"/>
                      <a:pt x="17" y="15"/>
                      <a:pt x="17" y="11"/>
                    </a:cubicBezTo>
                    <a:cubicBezTo>
                      <a:pt x="18" y="11"/>
                      <a:pt x="18" y="11"/>
                      <a:pt x="18" y="10"/>
                    </a:cubicBezTo>
                    <a:cubicBezTo>
                      <a:pt x="18" y="6"/>
                      <a:pt x="15" y="1"/>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60" name="Freeform 310"/>
              <p:cNvSpPr>
                <a:spLocks/>
              </p:cNvSpPr>
              <p:nvPr/>
            </p:nvSpPr>
            <p:spPr bwMode="auto">
              <a:xfrm>
                <a:off x="-1905000" y="8767763"/>
                <a:ext cx="465137" cy="231775"/>
              </a:xfrm>
              <a:custGeom>
                <a:avLst/>
                <a:gdLst>
                  <a:gd name="T0" fmla="*/ 0 w 293"/>
                  <a:gd name="T1" fmla="*/ 0 h 146"/>
                  <a:gd name="T2" fmla="*/ 38 w 293"/>
                  <a:gd name="T3" fmla="*/ 146 h 146"/>
                  <a:gd name="T4" fmla="*/ 255 w 293"/>
                  <a:gd name="T5" fmla="*/ 146 h 146"/>
                  <a:gd name="T6" fmla="*/ 293 w 293"/>
                  <a:gd name="T7" fmla="*/ 0 h 146"/>
                  <a:gd name="T8" fmla="*/ 262 w 293"/>
                  <a:gd name="T9" fmla="*/ 0 h 146"/>
                  <a:gd name="T10" fmla="*/ 227 w 293"/>
                  <a:gd name="T11" fmla="*/ 0 h 146"/>
                  <a:gd name="T12" fmla="*/ 66 w 293"/>
                  <a:gd name="T13" fmla="*/ 0 h 146"/>
                  <a:gd name="T14" fmla="*/ 31 w 293"/>
                  <a:gd name="T15" fmla="*/ 0 h 146"/>
                  <a:gd name="T16" fmla="*/ 0 w 293"/>
                  <a:gd name="T17"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3" h="146">
                    <a:moveTo>
                      <a:pt x="0" y="0"/>
                    </a:moveTo>
                    <a:lnTo>
                      <a:pt x="38" y="146"/>
                    </a:lnTo>
                    <a:lnTo>
                      <a:pt x="255" y="146"/>
                    </a:lnTo>
                    <a:lnTo>
                      <a:pt x="293" y="0"/>
                    </a:lnTo>
                    <a:lnTo>
                      <a:pt x="262" y="0"/>
                    </a:lnTo>
                    <a:lnTo>
                      <a:pt x="227" y="0"/>
                    </a:lnTo>
                    <a:lnTo>
                      <a:pt x="66" y="0"/>
                    </a:lnTo>
                    <a:lnTo>
                      <a:pt x="31"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61" name="Oval 311"/>
              <p:cNvSpPr>
                <a:spLocks noChangeArrowheads="1"/>
              </p:cNvSpPr>
              <p:nvPr/>
            </p:nvSpPr>
            <p:spPr bwMode="auto">
              <a:xfrm>
                <a:off x="-6296025" y="3848100"/>
                <a:ext cx="123825" cy="1238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62" name="Freeform 312"/>
              <p:cNvSpPr>
                <a:spLocks noEditPoints="1"/>
              </p:cNvSpPr>
              <p:nvPr/>
            </p:nvSpPr>
            <p:spPr bwMode="auto">
              <a:xfrm>
                <a:off x="-6772275" y="4213225"/>
                <a:ext cx="269875" cy="269875"/>
              </a:xfrm>
              <a:custGeom>
                <a:avLst/>
                <a:gdLst>
                  <a:gd name="T0" fmla="*/ 36 w 72"/>
                  <a:gd name="T1" fmla="*/ 72 h 72"/>
                  <a:gd name="T2" fmla="*/ 72 w 72"/>
                  <a:gd name="T3" fmla="*/ 36 h 72"/>
                  <a:gd name="T4" fmla="*/ 36 w 72"/>
                  <a:gd name="T5" fmla="*/ 0 h 72"/>
                  <a:gd name="T6" fmla="*/ 36 w 72"/>
                  <a:gd name="T7" fmla="*/ 16 h 72"/>
                  <a:gd name="T8" fmla="*/ 56 w 72"/>
                  <a:gd name="T9" fmla="*/ 36 h 72"/>
                  <a:gd name="T10" fmla="*/ 36 w 72"/>
                  <a:gd name="T11" fmla="*/ 55 h 72"/>
                  <a:gd name="T12" fmla="*/ 36 w 72"/>
                  <a:gd name="T13" fmla="*/ 72 h 72"/>
                  <a:gd name="T14" fmla="*/ 36 w 72"/>
                  <a:gd name="T15" fmla="*/ 0 h 72"/>
                  <a:gd name="T16" fmla="*/ 0 w 72"/>
                  <a:gd name="T17" fmla="*/ 36 h 72"/>
                  <a:gd name="T18" fmla="*/ 36 w 72"/>
                  <a:gd name="T19" fmla="*/ 72 h 72"/>
                  <a:gd name="T20" fmla="*/ 36 w 72"/>
                  <a:gd name="T21" fmla="*/ 72 h 72"/>
                  <a:gd name="T22" fmla="*/ 36 w 72"/>
                  <a:gd name="T23" fmla="*/ 55 h 72"/>
                  <a:gd name="T24" fmla="*/ 36 w 72"/>
                  <a:gd name="T25" fmla="*/ 55 h 72"/>
                  <a:gd name="T26" fmla="*/ 36 w 72"/>
                  <a:gd name="T27" fmla="*/ 55 h 72"/>
                  <a:gd name="T28" fmla="*/ 17 w 72"/>
                  <a:gd name="T29" fmla="*/ 36 h 72"/>
                  <a:gd name="T30" fmla="*/ 36 w 72"/>
                  <a:gd name="T31" fmla="*/ 16 h 72"/>
                  <a:gd name="T32" fmla="*/ 36 w 72"/>
                  <a:gd name="T33" fmla="*/ 16 h 72"/>
                  <a:gd name="T34" fmla="*/ 36 w 72"/>
                  <a:gd name="T35"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2" h="72">
                    <a:moveTo>
                      <a:pt x="36" y="72"/>
                    </a:moveTo>
                    <a:cubicBezTo>
                      <a:pt x="56" y="72"/>
                      <a:pt x="72" y="56"/>
                      <a:pt x="72" y="36"/>
                    </a:cubicBezTo>
                    <a:cubicBezTo>
                      <a:pt x="72" y="16"/>
                      <a:pt x="56" y="0"/>
                      <a:pt x="36" y="0"/>
                    </a:cubicBezTo>
                    <a:cubicBezTo>
                      <a:pt x="36" y="16"/>
                      <a:pt x="36" y="16"/>
                      <a:pt x="36" y="16"/>
                    </a:cubicBezTo>
                    <a:cubicBezTo>
                      <a:pt x="47" y="16"/>
                      <a:pt x="56" y="25"/>
                      <a:pt x="56" y="36"/>
                    </a:cubicBezTo>
                    <a:cubicBezTo>
                      <a:pt x="56" y="46"/>
                      <a:pt x="47" y="55"/>
                      <a:pt x="36" y="55"/>
                    </a:cubicBezTo>
                    <a:lnTo>
                      <a:pt x="36" y="72"/>
                    </a:lnTo>
                    <a:close/>
                    <a:moveTo>
                      <a:pt x="36" y="0"/>
                    </a:moveTo>
                    <a:cubicBezTo>
                      <a:pt x="16" y="0"/>
                      <a:pt x="0" y="16"/>
                      <a:pt x="0" y="36"/>
                    </a:cubicBezTo>
                    <a:cubicBezTo>
                      <a:pt x="0" y="56"/>
                      <a:pt x="16" y="72"/>
                      <a:pt x="36" y="72"/>
                    </a:cubicBezTo>
                    <a:cubicBezTo>
                      <a:pt x="36" y="72"/>
                      <a:pt x="36" y="72"/>
                      <a:pt x="36" y="72"/>
                    </a:cubicBezTo>
                    <a:cubicBezTo>
                      <a:pt x="36" y="55"/>
                      <a:pt x="36" y="55"/>
                      <a:pt x="36" y="55"/>
                    </a:cubicBezTo>
                    <a:cubicBezTo>
                      <a:pt x="36" y="55"/>
                      <a:pt x="36" y="55"/>
                      <a:pt x="36" y="55"/>
                    </a:cubicBezTo>
                    <a:cubicBezTo>
                      <a:pt x="36" y="55"/>
                      <a:pt x="36" y="55"/>
                      <a:pt x="36" y="55"/>
                    </a:cubicBezTo>
                    <a:cubicBezTo>
                      <a:pt x="25" y="55"/>
                      <a:pt x="17" y="46"/>
                      <a:pt x="17" y="36"/>
                    </a:cubicBezTo>
                    <a:cubicBezTo>
                      <a:pt x="17" y="25"/>
                      <a:pt x="25" y="16"/>
                      <a:pt x="36" y="16"/>
                    </a:cubicBezTo>
                    <a:cubicBezTo>
                      <a:pt x="36" y="16"/>
                      <a:pt x="36" y="16"/>
                      <a:pt x="36" y="16"/>
                    </a:cubicBezTo>
                    <a:cubicBezTo>
                      <a:pt x="36" y="0"/>
                      <a:pt x="36" y="0"/>
                      <a:pt x="3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63" name="Freeform 313"/>
              <p:cNvSpPr>
                <a:spLocks/>
              </p:cNvSpPr>
              <p:nvPr/>
            </p:nvSpPr>
            <p:spPr bwMode="auto">
              <a:xfrm>
                <a:off x="-6794500" y="4148137"/>
                <a:ext cx="319087" cy="117475"/>
              </a:xfrm>
              <a:custGeom>
                <a:avLst/>
                <a:gdLst>
                  <a:gd name="T0" fmla="*/ 6 w 85"/>
                  <a:gd name="T1" fmla="*/ 30 h 31"/>
                  <a:gd name="T2" fmla="*/ 11 w 85"/>
                  <a:gd name="T3" fmla="*/ 28 h 31"/>
                  <a:gd name="T4" fmla="*/ 42 w 85"/>
                  <a:gd name="T5" fmla="*/ 11 h 31"/>
                  <a:gd name="T6" fmla="*/ 74 w 85"/>
                  <a:gd name="T7" fmla="*/ 28 h 31"/>
                  <a:gd name="T8" fmla="*/ 82 w 85"/>
                  <a:gd name="T9" fmla="*/ 29 h 31"/>
                  <a:gd name="T10" fmla="*/ 83 w 85"/>
                  <a:gd name="T11" fmla="*/ 22 h 31"/>
                  <a:gd name="T12" fmla="*/ 42 w 85"/>
                  <a:gd name="T13" fmla="*/ 0 h 31"/>
                  <a:gd name="T14" fmla="*/ 1 w 85"/>
                  <a:gd name="T15" fmla="*/ 22 h 31"/>
                  <a:gd name="T16" fmla="*/ 3 w 85"/>
                  <a:gd name="T17" fmla="*/ 29 h 31"/>
                  <a:gd name="T18" fmla="*/ 6 w 85"/>
                  <a:gd name="T19"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5" h="31">
                    <a:moveTo>
                      <a:pt x="6" y="30"/>
                    </a:moveTo>
                    <a:cubicBezTo>
                      <a:pt x="8" y="30"/>
                      <a:pt x="9" y="30"/>
                      <a:pt x="11" y="28"/>
                    </a:cubicBezTo>
                    <a:cubicBezTo>
                      <a:pt x="18" y="17"/>
                      <a:pt x="29" y="11"/>
                      <a:pt x="42" y="11"/>
                    </a:cubicBezTo>
                    <a:cubicBezTo>
                      <a:pt x="55" y="11"/>
                      <a:pt x="67" y="17"/>
                      <a:pt x="74" y="28"/>
                    </a:cubicBezTo>
                    <a:cubicBezTo>
                      <a:pt x="76" y="30"/>
                      <a:pt x="79" y="31"/>
                      <a:pt x="82" y="29"/>
                    </a:cubicBezTo>
                    <a:cubicBezTo>
                      <a:pt x="84" y="28"/>
                      <a:pt x="85" y="24"/>
                      <a:pt x="83" y="22"/>
                    </a:cubicBezTo>
                    <a:cubicBezTo>
                      <a:pt x="74" y="8"/>
                      <a:pt x="59" y="0"/>
                      <a:pt x="42" y="0"/>
                    </a:cubicBezTo>
                    <a:cubicBezTo>
                      <a:pt x="26" y="0"/>
                      <a:pt x="11" y="8"/>
                      <a:pt x="1" y="22"/>
                    </a:cubicBezTo>
                    <a:cubicBezTo>
                      <a:pt x="0" y="24"/>
                      <a:pt x="0" y="28"/>
                      <a:pt x="3" y="29"/>
                    </a:cubicBezTo>
                    <a:cubicBezTo>
                      <a:pt x="4" y="30"/>
                      <a:pt x="5" y="30"/>
                      <a:pt x="6"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64" name="Freeform 314"/>
              <p:cNvSpPr>
                <a:spLocks noEditPoints="1"/>
              </p:cNvSpPr>
              <p:nvPr/>
            </p:nvSpPr>
            <p:spPr bwMode="auto">
              <a:xfrm>
                <a:off x="-6284913" y="4213225"/>
                <a:ext cx="271462" cy="269875"/>
              </a:xfrm>
              <a:custGeom>
                <a:avLst/>
                <a:gdLst>
                  <a:gd name="T0" fmla="*/ 36 w 72"/>
                  <a:gd name="T1" fmla="*/ 0 h 72"/>
                  <a:gd name="T2" fmla="*/ 36 w 72"/>
                  <a:gd name="T3" fmla="*/ 0 h 72"/>
                  <a:gd name="T4" fmla="*/ 36 w 72"/>
                  <a:gd name="T5" fmla="*/ 16 h 72"/>
                  <a:gd name="T6" fmla="*/ 36 w 72"/>
                  <a:gd name="T7" fmla="*/ 16 h 72"/>
                  <a:gd name="T8" fmla="*/ 55 w 72"/>
                  <a:gd name="T9" fmla="*/ 36 h 72"/>
                  <a:gd name="T10" fmla="*/ 36 w 72"/>
                  <a:gd name="T11" fmla="*/ 55 h 72"/>
                  <a:gd name="T12" fmla="*/ 36 w 72"/>
                  <a:gd name="T13" fmla="*/ 55 h 72"/>
                  <a:gd name="T14" fmla="*/ 36 w 72"/>
                  <a:gd name="T15" fmla="*/ 55 h 72"/>
                  <a:gd name="T16" fmla="*/ 36 w 72"/>
                  <a:gd name="T17" fmla="*/ 72 h 72"/>
                  <a:gd name="T18" fmla="*/ 36 w 72"/>
                  <a:gd name="T19" fmla="*/ 72 h 72"/>
                  <a:gd name="T20" fmla="*/ 72 w 72"/>
                  <a:gd name="T21" fmla="*/ 36 h 72"/>
                  <a:gd name="T22" fmla="*/ 36 w 72"/>
                  <a:gd name="T23" fmla="*/ 0 h 72"/>
                  <a:gd name="T24" fmla="*/ 36 w 72"/>
                  <a:gd name="T25" fmla="*/ 0 h 72"/>
                  <a:gd name="T26" fmla="*/ 0 w 72"/>
                  <a:gd name="T27" fmla="*/ 36 h 72"/>
                  <a:gd name="T28" fmla="*/ 36 w 72"/>
                  <a:gd name="T29" fmla="*/ 72 h 72"/>
                  <a:gd name="T30" fmla="*/ 36 w 72"/>
                  <a:gd name="T31" fmla="*/ 55 h 72"/>
                  <a:gd name="T32" fmla="*/ 16 w 72"/>
                  <a:gd name="T33" fmla="*/ 36 h 72"/>
                  <a:gd name="T34" fmla="*/ 36 w 72"/>
                  <a:gd name="T35" fmla="*/ 16 h 72"/>
                  <a:gd name="T36" fmla="*/ 36 w 72"/>
                  <a:gd name="T37"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2" h="72">
                    <a:moveTo>
                      <a:pt x="36" y="0"/>
                    </a:moveTo>
                    <a:cubicBezTo>
                      <a:pt x="36" y="0"/>
                      <a:pt x="36" y="0"/>
                      <a:pt x="36" y="0"/>
                    </a:cubicBezTo>
                    <a:cubicBezTo>
                      <a:pt x="36" y="16"/>
                      <a:pt x="36" y="16"/>
                      <a:pt x="36" y="16"/>
                    </a:cubicBezTo>
                    <a:cubicBezTo>
                      <a:pt x="36" y="16"/>
                      <a:pt x="36" y="16"/>
                      <a:pt x="36" y="16"/>
                    </a:cubicBezTo>
                    <a:cubicBezTo>
                      <a:pt x="46" y="16"/>
                      <a:pt x="55" y="25"/>
                      <a:pt x="55" y="36"/>
                    </a:cubicBezTo>
                    <a:cubicBezTo>
                      <a:pt x="55" y="46"/>
                      <a:pt x="46" y="55"/>
                      <a:pt x="36" y="55"/>
                    </a:cubicBezTo>
                    <a:cubicBezTo>
                      <a:pt x="36" y="55"/>
                      <a:pt x="36" y="55"/>
                      <a:pt x="36" y="55"/>
                    </a:cubicBezTo>
                    <a:cubicBezTo>
                      <a:pt x="36" y="55"/>
                      <a:pt x="36" y="55"/>
                      <a:pt x="36" y="55"/>
                    </a:cubicBezTo>
                    <a:cubicBezTo>
                      <a:pt x="36" y="72"/>
                      <a:pt x="36" y="72"/>
                      <a:pt x="36" y="72"/>
                    </a:cubicBezTo>
                    <a:cubicBezTo>
                      <a:pt x="36" y="72"/>
                      <a:pt x="36" y="72"/>
                      <a:pt x="36" y="72"/>
                    </a:cubicBezTo>
                    <a:cubicBezTo>
                      <a:pt x="56" y="72"/>
                      <a:pt x="72" y="56"/>
                      <a:pt x="72" y="36"/>
                    </a:cubicBezTo>
                    <a:cubicBezTo>
                      <a:pt x="72" y="16"/>
                      <a:pt x="56" y="0"/>
                      <a:pt x="36" y="0"/>
                    </a:cubicBezTo>
                    <a:close/>
                    <a:moveTo>
                      <a:pt x="36" y="0"/>
                    </a:moveTo>
                    <a:cubicBezTo>
                      <a:pt x="16" y="0"/>
                      <a:pt x="0" y="16"/>
                      <a:pt x="0" y="36"/>
                    </a:cubicBezTo>
                    <a:cubicBezTo>
                      <a:pt x="0" y="56"/>
                      <a:pt x="16" y="72"/>
                      <a:pt x="36" y="72"/>
                    </a:cubicBezTo>
                    <a:cubicBezTo>
                      <a:pt x="36" y="55"/>
                      <a:pt x="36" y="55"/>
                      <a:pt x="36" y="55"/>
                    </a:cubicBezTo>
                    <a:cubicBezTo>
                      <a:pt x="25" y="55"/>
                      <a:pt x="16" y="46"/>
                      <a:pt x="16" y="36"/>
                    </a:cubicBezTo>
                    <a:cubicBezTo>
                      <a:pt x="16" y="25"/>
                      <a:pt x="25" y="16"/>
                      <a:pt x="36" y="16"/>
                    </a:cubicBezTo>
                    <a:lnTo>
                      <a:pt x="3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65" name="Freeform 315"/>
              <p:cNvSpPr>
                <a:spLocks/>
              </p:cNvSpPr>
              <p:nvPr/>
            </p:nvSpPr>
            <p:spPr bwMode="auto">
              <a:xfrm>
                <a:off x="-6310313" y="4148137"/>
                <a:ext cx="319087" cy="117475"/>
              </a:xfrm>
              <a:custGeom>
                <a:avLst/>
                <a:gdLst>
                  <a:gd name="T0" fmla="*/ 43 w 85"/>
                  <a:gd name="T1" fmla="*/ 0 h 31"/>
                  <a:gd name="T2" fmla="*/ 2 w 85"/>
                  <a:gd name="T3" fmla="*/ 22 h 31"/>
                  <a:gd name="T4" fmla="*/ 3 w 85"/>
                  <a:gd name="T5" fmla="*/ 29 h 31"/>
                  <a:gd name="T6" fmla="*/ 6 w 85"/>
                  <a:gd name="T7" fmla="*/ 30 h 31"/>
                  <a:gd name="T8" fmla="*/ 11 w 85"/>
                  <a:gd name="T9" fmla="*/ 28 h 31"/>
                  <a:gd name="T10" fmla="*/ 43 w 85"/>
                  <a:gd name="T11" fmla="*/ 11 h 31"/>
                  <a:gd name="T12" fmla="*/ 74 w 85"/>
                  <a:gd name="T13" fmla="*/ 28 h 31"/>
                  <a:gd name="T14" fmla="*/ 82 w 85"/>
                  <a:gd name="T15" fmla="*/ 29 h 31"/>
                  <a:gd name="T16" fmla="*/ 84 w 85"/>
                  <a:gd name="T17" fmla="*/ 22 h 31"/>
                  <a:gd name="T18" fmla="*/ 43 w 85"/>
                  <a:gd name="T19"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5" h="31">
                    <a:moveTo>
                      <a:pt x="43" y="0"/>
                    </a:moveTo>
                    <a:cubicBezTo>
                      <a:pt x="26" y="0"/>
                      <a:pt x="11" y="8"/>
                      <a:pt x="2" y="22"/>
                    </a:cubicBezTo>
                    <a:cubicBezTo>
                      <a:pt x="0" y="24"/>
                      <a:pt x="1" y="28"/>
                      <a:pt x="3" y="29"/>
                    </a:cubicBezTo>
                    <a:cubicBezTo>
                      <a:pt x="4" y="30"/>
                      <a:pt x="5" y="30"/>
                      <a:pt x="6" y="30"/>
                    </a:cubicBezTo>
                    <a:cubicBezTo>
                      <a:pt x="8" y="30"/>
                      <a:pt x="10" y="30"/>
                      <a:pt x="11" y="28"/>
                    </a:cubicBezTo>
                    <a:cubicBezTo>
                      <a:pt x="18" y="17"/>
                      <a:pt x="30" y="11"/>
                      <a:pt x="43" y="11"/>
                    </a:cubicBezTo>
                    <a:cubicBezTo>
                      <a:pt x="55" y="11"/>
                      <a:pt x="67" y="17"/>
                      <a:pt x="74" y="28"/>
                    </a:cubicBezTo>
                    <a:cubicBezTo>
                      <a:pt x="76" y="30"/>
                      <a:pt x="80" y="31"/>
                      <a:pt x="82" y="29"/>
                    </a:cubicBezTo>
                    <a:cubicBezTo>
                      <a:pt x="85" y="28"/>
                      <a:pt x="85" y="24"/>
                      <a:pt x="84" y="22"/>
                    </a:cubicBezTo>
                    <a:cubicBezTo>
                      <a:pt x="74" y="8"/>
                      <a:pt x="59" y="0"/>
                      <a:pt x="4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66" name="Freeform 316"/>
              <p:cNvSpPr>
                <a:spLocks/>
              </p:cNvSpPr>
              <p:nvPr/>
            </p:nvSpPr>
            <p:spPr bwMode="auto">
              <a:xfrm>
                <a:off x="-6546850" y="3919537"/>
                <a:ext cx="473075" cy="552450"/>
              </a:xfrm>
              <a:custGeom>
                <a:avLst/>
                <a:gdLst>
                  <a:gd name="T0" fmla="*/ 84 w 126"/>
                  <a:gd name="T1" fmla="*/ 54 h 147"/>
                  <a:gd name="T2" fmla="*/ 88 w 126"/>
                  <a:gd name="T3" fmla="*/ 54 h 147"/>
                  <a:gd name="T4" fmla="*/ 120 w 126"/>
                  <a:gd name="T5" fmla="*/ 40 h 147"/>
                  <a:gd name="T6" fmla="*/ 124 w 126"/>
                  <a:gd name="T7" fmla="*/ 30 h 147"/>
                  <a:gd name="T8" fmla="*/ 113 w 126"/>
                  <a:gd name="T9" fmla="*/ 26 h 147"/>
                  <a:gd name="T10" fmla="*/ 92 w 126"/>
                  <a:gd name="T11" fmla="*/ 36 h 147"/>
                  <a:gd name="T12" fmla="*/ 89 w 126"/>
                  <a:gd name="T13" fmla="*/ 36 h 147"/>
                  <a:gd name="T14" fmla="*/ 53 w 126"/>
                  <a:gd name="T15" fmla="*/ 1 h 147"/>
                  <a:gd name="T16" fmla="*/ 50 w 126"/>
                  <a:gd name="T17" fmla="*/ 1 h 147"/>
                  <a:gd name="T18" fmla="*/ 1 w 126"/>
                  <a:gd name="T19" fmla="*/ 50 h 147"/>
                  <a:gd name="T20" fmla="*/ 1 w 126"/>
                  <a:gd name="T21" fmla="*/ 53 h 147"/>
                  <a:gd name="T22" fmla="*/ 34 w 126"/>
                  <a:gd name="T23" fmla="*/ 82 h 147"/>
                  <a:gd name="T24" fmla="*/ 35 w 126"/>
                  <a:gd name="T25" fmla="*/ 86 h 147"/>
                  <a:gd name="T26" fmla="*/ 18 w 126"/>
                  <a:gd name="T27" fmla="*/ 123 h 147"/>
                  <a:gd name="T28" fmla="*/ 19 w 126"/>
                  <a:gd name="T29" fmla="*/ 127 h 147"/>
                  <a:gd name="T30" fmla="*/ 30 w 126"/>
                  <a:gd name="T31" fmla="*/ 143 h 147"/>
                  <a:gd name="T32" fmla="*/ 38 w 126"/>
                  <a:gd name="T33" fmla="*/ 147 h 147"/>
                  <a:gd name="T34" fmla="*/ 45 w 126"/>
                  <a:gd name="T35" fmla="*/ 145 h 147"/>
                  <a:gd name="T36" fmla="*/ 47 w 126"/>
                  <a:gd name="T37" fmla="*/ 130 h 147"/>
                  <a:gd name="T38" fmla="*/ 43 w 126"/>
                  <a:gd name="T39" fmla="*/ 125 h 147"/>
                  <a:gd name="T40" fmla="*/ 42 w 126"/>
                  <a:gd name="T41" fmla="*/ 120 h 147"/>
                  <a:gd name="T42" fmla="*/ 59 w 126"/>
                  <a:gd name="T43" fmla="*/ 81 h 147"/>
                  <a:gd name="T44" fmla="*/ 59 w 126"/>
                  <a:gd name="T45" fmla="*/ 77 h 147"/>
                  <a:gd name="T46" fmla="*/ 40 w 126"/>
                  <a:gd name="T47" fmla="*/ 59 h 147"/>
                  <a:gd name="T48" fmla="*/ 40 w 126"/>
                  <a:gd name="T49" fmla="*/ 55 h 147"/>
                  <a:gd name="T50" fmla="*/ 61 w 126"/>
                  <a:gd name="T51" fmla="*/ 35 h 147"/>
                  <a:gd name="T52" fmla="*/ 65 w 126"/>
                  <a:gd name="T53" fmla="*/ 35 h 147"/>
                  <a:gd name="T54" fmla="*/ 84 w 126"/>
                  <a:gd name="T55" fmla="*/ 54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26" h="147">
                    <a:moveTo>
                      <a:pt x="84" y="54"/>
                    </a:moveTo>
                    <a:cubicBezTo>
                      <a:pt x="85" y="55"/>
                      <a:pt x="87" y="55"/>
                      <a:pt x="88" y="54"/>
                    </a:cubicBezTo>
                    <a:cubicBezTo>
                      <a:pt x="120" y="40"/>
                      <a:pt x="120" y="40"/>
                      <a:pt x="120" y="40"/>
                    </a:cubicBezTo>
                    <a:cubicBezTo>
                      <a:pt x="124" y="38"/>
                      <a:pt x="126" y="34"/>
                      <a:pt x="124" y="30"/>
                    </a:cubicBezTo>
                    <a:cubicBezTo>
                      <a:pt x="122" y="26"/>
                      <a:pt x="117" y="24"/>
                      <a:pt x="113" y="26"/>
                    </a:cubicBezTo>
                    <a:cubicBezTo>
                      <a:pt x="92" y="36"/>
                      <a:pt x="92" y="36"/>
                      <a:pt x="92" y="36"/>
                    </a:cubicBezTo>
                    <a:cubicBezTo>
                      <a:pt x="91" y="37"/>
                      <a:pt x="89" y="37"/>
                      <a:pt x="89" y="36"/>
                    </a:cubicBezTo>
                    <a:cubicBezTo>
                      <a:pt x="53" y="1"/>
                      <a:pt x="53" y="1"/>
                      <a:pt x="53" y="1"/>
                    </a:cubicBezTo>
                    <a:cubicBezTo>
                      <a:pt x="52" y="0"/>
                      <a:pt x="51" y="0"/>
                      <a:pt x="50" y="1"/>
                    </a:cubicBezTo>
                    <a:cubicBezTo>
                      <a:pt x="1" y="50"/>
                      <a:pt x="1" y="50"/>
                      <a:pt x="1" y="50"/>
                    </a:cubicBezTo>
                    <a:cubicBezTo>
                      <a:pt x="0" y="51"/>
                      <a:pt x="0" y="52"/>
                      <a:pt x="1" y="53"/>
                    </a:cubicBezTo>
                    <a:cubicBezTo>
                      <a:pt x="7" y="59"/>
                      <a:pt x="27" y="76"/>
                      <a:pt x="34" y="82"/>
                    </a:cubicBezTo>
                    <a:cubicBezTo>
                      <a:pt x="35" y="83"/>
                      <a:pt x="36" y="85"/>
                      <a:pt x="35" y="86"/>
                    </a:cubicBezTo>
                    <a:cubicBezTo>
                      <a:pt x="18" y="123"/>
                      <a:pt x="18" y="123"/>
                      <a:pt x="18" y="123"/>
                    </a:cubicBezTo>
                    <a:cubicBezTo>
                      <a:pt x="18" y="124"/>
                      <a:pt x="18" y="126"/>
                      <a:pt x="19" y="127"/>
                    </a:cubicBezTo>
                    <a:cubicBezTo>
                      <a:pt x="30" y="143"/>
                      <a:pt x="30" y="143"/>
                      <a:pt x="30" y="143"/>
                    </a:cubicBezTo>
                    <a:cubicBezTo>
                      <a:pt x="32" y="145"/>
                      <a:pt x="35" y="147"/>
                      <a:pt x="38" y="147"/>
                    </a:cubicBezTo>
                    <a:cubicBezTo>
                      <a:pt x="40" y="147"/>
                      <a:pt x="42" y="146"/>
                      <a:pt x="45" y="145"/>
                    </a:cubicBezTo>
                    <a:cubicBezTo>
                      <a:pt x="49" y="141"/>
                      <a:pt x="50" y="135"/>
                      <a:pt x="47" y="130"/>
                    </a:cubicBezTo>
                    <a:cubicBezTo>
                      <a:pt x="43" y="125"/>
                      <a:pt x="43" y="125"/>
                      <a:pt x="43" y="125"/>
                    </a:cubicBezTo>
                    <a:cubicBezTo>
                      <a:pt x="42" y="124"/>
                      <a:pt x="42" y="122"/>
                      <a:pt x="42" y="120"/>
                    </a:cubicBezTo>
                    <a:cubicBezTo>
                      <a:pt x="59" y="81"/>
                      <a:pt x="59" y="81"/>
                      <a:pt x="59" y="81"/>
                    </a:cubicBezTo>
                    <a:cubicBezTo>
                      <a:pt x="60" y="79"/>
                      <a:pt x="60" y="78"/>
                      <a:pt x="59" y="77"/>
                    </a:cubicBezTo>
                    <a:cubicBezTo>
                      <a:pt x="55" y="73"/>
                      <a:pt x="45" y="63"/>
                      <a:pt x="40" y="59"/>
                    </a:cubicBezTo>
                    <a:cubicBezTo>
                      <a:pt x="39" y="58"/>
                      <a:pt x="39" y="56"/>
                      <a:pt x="40" y="55"/>
                    </a:cubicBezTo>
                    <a:cubicBezTo>
                      <a:pt x="61" y="35"/>
                      <a:pt x="61" y="35"/>
                      <a:pt x="61" y="35"/>
                    </a:cubicBezTo>
                    <a:cubicBezTo>
                      <a:pt x="62" y="34"/>
                      <a:pt x="64" y="34"/>
                      <a:pt x="65" y="35"/>
                    </a:cubicBezTo>
                    <a:lnTo>
                      <a:pt x="84" y="5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67" name="Freeform 317"/>
              <p:cNvSpPr>
                <a:spLocks/>
              </p:cNvSpPr>
              <p:nvPr/>
            </p:nvSpPr>
            <p:spPr bwMode="auto">
              <a:xfrm>
                <a:off x="-2870200" y="4178300"/>
                <a:ext cx="374650" cy="233363"/>
              </a:xfrm>
              <a:custGeom>
                <a:avLst/>
                <a:gdLst>
                  <a:gd name="T0" fmla="*/ 100 w 100"/>
                  <a:gd name="T1" fmla="*/ 62 h 62"/>
                  <a:gd name="T2" fmla="*/ 100 w 100"/>
                  <a:gd name="T3" fmla="*/ 19 h 62"/>
                  <a:gd name="T4" fmla="*/ 81 w 100"/>
                  <a:gd name="T5" fmla="*/ 0 h 62"/>
                  <a:gd name="T6" fmla="*/ 19 w 100"/>
                  <a:gd name="T7" fmla="*/ 0 h 62"/>
                  <a:gd name="T8" fmla="*/ 0 w 100"/>
                  <a:gd name="T9" fmla="*/ 19 h 62"/>
                  <a:gd name="T10" fmla="*/ 0 w 100"/>
                  <a:gd name="T11" fmla="*/ 43 h 62"/>
                  <a:gd name="T12" fmla="*/ 15 w 100"/>
                  <a:gd name="T13" fmla="*/ 43 h 62"/>
                  <a:gd name="T14" fmla="*/ 15 w 100"/>
                  <a:gd name="T15" fmla="*/ 19 h 62"/>
                  <a:gd name="T16" fmla="*/ 19 w 100"/>
                  <a:gd name="T17" fmla="*/ 15 h 62"/>
                  <a:gd name="T18" fmla="*/ 81 w 100"/>
                  <a:gd name="T19" fmla="*/ 15 h 62"/>
                  <a:gd name="T20" fmla="*/ 85 w 100"/>
                  <a:gd name="T21" fmla="*/ 19 h 62"/>
                  <a:gd name="T22" fmla="*/ 85 w 100"/>
                  <a:gd name="T23" fmla="*/ 62 h 62"/>
                  <a:gd name="T24" fmla="*/ 100 w 100"/>
                  <a:gd name="T25"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0" h="62">
                    <a:moveTo>
                      <a:pt x="100" y="62"/>
                    </a:moveTo>
                    <a:cubicBezTo>
                      <a:pt x="100" y="19"/>
                      <a:pt x="100" y="19"/>
                      <a:pt x="100" y="19"/>
                    </a:cubicBezTo>
                    <a:cubicBezTo>
                      <a:pt x="100" y="9"/>
                      <a:pt x="92" y="0"/>
                      <a:pt x="81" y="0"/>
                    </a:cubicBezTo>
                    <a:cubicBezTo>
                      <a:pt x="19" y="0"/>
                      <a:pt x="19" y="0"/>
                      <a:pt x="19" y="0"/>
                    </a:cubicBezTo>
                    <a:cubicBezTo>
                      <a:pt x="8" y="0"/>
                      <a:pt x="0" y="9"/>
                      <a:pt x="0" y="19"/>
                    </a:cubicBezTo>
                    <a:cubicBezTo>
                      <a:pt x="0" y="43"/>
                      <a:pt x="0" y="43"/>
                      <a:pt x="0" y="43"/>
                    </a:cubicBezTo>
                    <a:cubicBezTo>
                      <a:pt x="15" y="43"/>
                      <a:pt x="15" y="43"/>
                      <a:pt x="15" y="43"/>
                    </a:cubicBezTo>
                    <a:cubicBezTo>
                      <a:pt x="15" y="19"/>
                      <a:pt x="15" y="19"/>
                      <a:pt x="15" y="19"/>
                    </a:cubicBezTo>
                    <a:cubicBezTo>
                      <a:pt x="15" y="17"/>
                      <a:pt x="16" y="15"/>
                      <a:pt x="19" y="15"/>
                    </a:cubicBezTo>
                    <a:cubicBezTo>
                      <a:pt x="81" y="15"/>
                      <a:pt x="81" y="15"/>
                      <a:pt x="81" y="15"/>
                    </a:cubicBezTo>
                    <a:cubicBezTo>
                      <a:pt x="84" y="15"/>
                      <a:pt x="85" y="17"/>
                      <a:pt x="85" y="19"/>
                    </a:cubicBezTo>
                    <a:cubicBezTo>
                      <a:pt x="85" y="62"/>
                      <a:pt x="85" y="62"/>
                      <a:pt x="85" y="62"/>
                    </a:cubicBezTo>
                    <a:lnTo>
                      <a:pt x="100" y="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68" name="Freeform 318"/>
              <p:cNvSpPr>
                <a:spLocks noEditPoints="1"/>
              </p:cNvSpPr>
              <p:nvPr/>
            </p:nvSpPr>
            <p:spPr bwMode="auto">
              <a:xfrm>
                <a:off x="-2922588" y="4425950"/>
                <a:ext cx="476250" cy="271463"/>
              </a:xfrm>
              <a:custGeom>
                <a:avLst/>
                <a:gdLst>
                  <a:gd name="T0" fmla="*/ 99 w 127"/>
                  <a:gd name="T1" fmla="*/ 0 h 72"/>
                  <a:gd name="T2" fmla="*/ 64 w 127"/>
                  <a:gd name="T3" fmla="*/ 0 h 72"/>
                  <a:gd name="T4" fmla="*/ 64 w 127"/>
                  <a:gd name="T5" fmla="*/ 20 h 72"/>
                  <a:gd name="T6" fmla="*/ 75 w 127"/>
                  <a:gd name="T7" fmla="*/ 31 h 72"/>
                  <a:gd name="T8" fmla="*/ 68 w 127"/>
                  <a:gd name="T9" fmla="*/ 41 h 72"/>
                  <a:gd name="T10" fmla="*/ 68 w 127"/>
                  <a:gd name="T11" fmla="*/ 41 h 72"/>
                  <a:gd name="T12" fmla="*/ 68 w 127"/>
                  <a:gd name="T13" fmla="*/ 59 h 72"/>
                  <a:gd name="T14" fmla="*/ 64 w 127"/>
                  <a:gd name="T15" fmla="*/ 59 h 72"/>
                  <a:gd name="T16" fmla="*/ 64 w 127"/>
                  <a:gd name="T17" fmla="*/ 72 h 72"/>
                  <a:gd name="T18" fmla="*/ 127 w 127"/>
                  <a:gd name="T19" fmla="*/ 72 h 72"/>
                  <a:gd name="T20" fmla="*/ 127 w 127"/>
                  <a:gd name="T21" fmla="*/ 0 h 72"/>
                  <a:gd name="T22" fmla="*/ 114 w 127"/>
                  <a:gd name="T23" fmla="*/ 0 h 72"/>
                  <a:gd name="T24" fmla="*/ 99 w 127"/>
                  <a:gd name="T25" fmla="*/ 0 h 72"/>
                  <a:gd name="T26" fmla="*/ 64 w 127"/>
                  <a:gd name="T27" fmla="*/ 0 h 72"/>
                  <a:gd name="T28" fmla="*/ 0 w 127"/>
                  <a:gd name="T29" fmla="*/ 0 h 72"/>
                  <a:gd name="T30" fmla="*/ 0 w 127"/>
                  <a:gd name="T31" fmla="*/ 72 h 72"/>
                  <a:gd name="T32" fmla="*/ 64 w 127"/>
                  <a:gd name="T33" fmla="*/ 72 h 72"/>
                  <a:gd name="T34" fmla="*/ 64 w 127"/>
                  <a:gd name="T35" fmla="*/ 59 h 72"/>
                  <a:gd name="T36" fmla="*/ 59 w 127"/>
                  <a:gd name="T37" fmla="*/ 59 h 72"/>
                  <a:gd name="T38" fmla="*/ 59 w 127"/>
                  <a:gd name="T39" fmla="*/ 41 h 72"/>
                  <a:gd name="T40" fmla="*/ 52 w 127"/>
                  <a:gd name="T41" fmla="*/ 31 h 72"/>
                  <a:gd name="T42" fmla="*/ 64 w 127"/>
                  <a:gd name="T43" fmla="*/ 20 h 72"/>
                  <a:gd name="T44" fmla="*/ 64 w 127"/>
                  <a:gd name="T45" fmla="*/ 20 h 72"/>
                  <a:gd name="T46" fmla="*/ 64 w 127"/>
                  <a:gd name="T47"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7" h="72">
                    <a:moveTo>
                      <a:pt x="99" y="0"/>
                    </a:moveTo>
                    <a:cubicBezTo>
                      <a:pt x="64" y="0"/>
                      <a:pt x="64" y="0"/>
                      <a:pt x="64" y="0"/>
                    </a:cubicBezTo>
                    <a:cubicBezTo>
                      <a:pt x="64" y="20"/>
                      <a:pt x="64" y="20"/>
                      <a:pt x="64" y="20"/>
                    </a:cubicBezTo>
                    <a:cubicBezTo>
                      <a:pt x="70" y="20"/>
                      <a:pt x="75" y="25"/>
                      <a:pt x="75" y="31"/>
                    </a:cubicBezTo>
                    <a:cubicBezTo>
                      <a:pt x="75" y="36"/>
                      <a:pt x="72" y="40"/>
                      <a:pt x="68" y="41"/>
                    </a:cubicBezTo>
                    <a:cubicBezTo>
                      <a:pt x="68" y="41"/>
                      <a:pt x="68" y="41"/>
                      <a:pt x="68" y="41"/>
                    </a:cubicBezTo>
                    <a:cubicBezTo>
                      <a:pt x="68" y="59"/>
                      <a:pt x="68" y="59"/>
                      <a:pt x="68" y="59"/>
                    </a:cubicBezTo>
                    <a:cubicBezTo>
                      <a:pt x="64" y="59"/>
                      <a:pt x="64" y="59"/>
                      <a:pt x="64" y="59"/>
                    </a:cubicBezTo>
                    <a:cubicBezTo>
                      <a:pt x="64" y="72"/>
                      <a:pt x="64" y="72"/>
                      <a:pt x="64" y="72"/>
                    </a:cubicBezTo>
                    <a:cubicBezTo>
                      <a:pt x="127" y="72"/>
                      <a:pt x="127" y="72"/>
                      <a:pt x="127" y="72"/>
                    </a:cubicBezTo>
                    <a:cubicBezTo>
                      <a:pt x="127" y="0"/>
                      <a:pt x="127" y="0"/>
                      <a:pt x="127" y="0"/>
                    </a:cubicBezTo>
                    <a:cubicBezTo>
                      <a:pt x="114" y="0"/>
                      <a:pt x="114" y="0"/>
                      <a:pt x="114" y="0"/>
                    </a:cubicBezTo>
                    <a:lnTo>
                      <a:pt x="99" y="0"/>
                    </a:lnTo>
                    <a:close/>
                    <a:moveTo>
                      <a:pt x="64" y="0"/>
                    </a:moveTo>
                    <a:cubicBezTo>
                      <a:pt x="0" y="0"/>
                      <a:pt x="0" y="0"/>
                      <a:pt x="0" y="0"/>
                    </a:cubicBezTo>
                    <a:cubicBezTo>
                      <a:pt x="0" y="72"/>
                      <a:pt x="0" y="72"/>
                      <a:pt x="0" y="72"/>
                    </a:cubicBezTo>
                    <a:cubicBezTo>
                      <a:pt x="64" y="72"/>
                      <a:pt x="64" y="72"/>
                      <a:pt x="64" y="72"/>
                    </a:cubicBezTo>
                    <a:cubicBezTo>
                      <a:pt x="64" y="59"/>
                      <a:pt x="64" y="59"/>
                      <a:pt x="64" y="59"/>
                    </a:cubicBezTo>
                    <a:cubicBezTo>
                      <a:pt x="59" y="59"/>
                      <a:pt x="59" y="59"/>
                      <a:pt x="59" y="59"/>
                    </a:cubicBezTo>
                    <a:cubicBezTo>
                      <a:pt x="59" y="41"/>
                      <a:pt x="59" y="41"/>
                      <a:pt x="59" y="41"/>
                    </a:cubicBezTo>
                    <a:cubicBezTo>
                      <a:pt x="55" y="40"/>
                      <a:pt x="52" y="36"/>
                      <a:pt x="52" y="31"/>
                    </a:cubicBezTo>
                    <a:cubicBezTo>
                      <a:pt x="52" y="25"/>
                      <a:pt x="57" y="20"/>
                      <a:pt x="64" y="20"/>
                    </a:cubicBezTo>
                    <a:cubicBezTo>
                      <a:pt x="64" y="20"/>
                      <a:pt x="64" y="20"/>
                      <a:pt x="64" y="20"/>
                    </a:cubicBezTo>
                    <a:lnTo>
                      <a:pt x="6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69" name="Freeform 319"/>
              <p:cNvSpPr>
                <a:spLocks/>
              </p:cNvSpPr>
              <p:nvPr/>
            </p:nvSpPr>
            <p:spPr bwMode="auto">
              <a:xfrm>
                <a:off x="-7085012" y="3255962"/>
                <a:ext cx="687387" cy="644525"/>
              </a:xfrm>
              <a:custGeom>
                <a:avLst/>
                <a:gdLst>
                  <a:gd name="T0" fmla="*/ 26 w 183"/>
                  <a:gd name="T1" fmla="*/ 139 h 172"/>
                  <a:gd name="T2" fmla="*/ 76 w 183"/>
                  <a:gd name="T3" fmla="*/ 113 h 172"/>
                  <a:gd name="T4" fmla="*/ 85 w 183"/>
                  <a:gd name="T5" fmla="*/ 111 h 172"/>
                  <a:gd name="T6" fmla="*/ 86 w 183"/>
                  <a:gd name="T7" fmla="*/ 121 h 172"/>
                  <a:gd name="T8" fmla="*/ 85 w 183"/>
                  <a:gd name="T9" fmla="*/ 142 h 172"/>
                  <a:gd name="T10" fmla="*/ 84 w 183"/>
                  <a:gd name="T11" fmla="*/ 172 h 172"/>
                  <a:gd name="T12" fmla="*/ 99 w 183"/>
                  <a:gd name="T13" fmla="*/ 172 h 172"/>
                  <a:gd name="T14" fmla="*/ 98 w 183"/>
                  <a:gd name="T15" fmla="*/ 142 h 172"/>
                  <a:gd name="T16" fmla="*/ 97 w 183"/>
                  <a:gd name="T17" fmla="*/ 121 h 172"/>
                  <a:gd name="T18" fmla="*/ 97 w 183"/>
                  <a:gd name="T19" fmla="*/ 111 h 172"/>
                  <a:gd name="T20" fmla="*/ 106 w 183"/>
                  <a:gd name="T21" fmla="*/ 113 h 172"/>
                  <a:gd name="T22" fmla="*/ 156 w 183"/>
                  <a:gd name="T23" fmla="*/ 139 h 172"/>
                  <a:gd name="T24" fmla="*/ 176 w 183"/>
                  <a:gd name="T25" fmla="*/ 119 h 172"/>
                  <a:gd name="T26" fmla="*/ 164 w 183"/>
                  <a:gd name="T27" fmla="*/ 56 h 172"/>
                  <a:gd name="T28" fmla="*/ 102 w 183"/>
                  <a:gd name="T29" fmla="*/ 96 h 172"/>
                  <a:gd name="T30" fmla="*/ 99 w 183"/>
                  <a:gd name="T31" fmla="*/ 90 h 172"/>
                  <a:gd name="T32" fmla="*/ 110 w 183"/>
                  <a:gd name="T33" fmla="*/ 69 h 172"/>
                  <a:gd name="T34" fmla="*/ 131 w 183"/>
                  <a:gd name="T35" fmla="*/ 21 h 172"/>
                  <a:gd name="T36" fmla="*/ 91 w 183"/>
                  <a:gd name="T37" fmla="*/ 1 h 172"/>
                  <a:gd name="T38" fmla="*/ 52 w 183"/>
                  <a:gd name="T39" fmla="*/ 21 h 172"/>
                  <a:gd name="T40" fmla="*/ 72 w 183"/>
                  <a:gd name="T41" fmla="*/ 69 h 172"/>
                  <a:gd name="T42" fmla="*/ 83 w 183"/>
                  <a:gd name="T43" fmla="*/ 90 h 172"/>
                  <a:gd name="T44" fmla="*/ 81 w 183"/>
                  <a:gd name="T45" fmla="*/ 96 h 172"/>
                  <a:gd name="T46" fmla="*/ 19 w 183"/>
                  <a:gd name="T47" fmla="*/ 56 h 172"/>
                  <a:gd name="T48" fmla="*/ 6 w 183"/>
                  <a:gd name="T49" fmla="*/ 119 h 172"/>
                  <a:gd name="T50" fmla="*/ 26 w 183"/>
                  <a:gd name="T51" fmla="*/ 139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3" h="172">
                    <a:moveTo>
                      <a:pt x="26" y="139"/>
                    </a:moveTo>
                    <a:cubicBezTo>
                      <a:pt x="45" y="141"/>
                      <a:pt x="61" y="121"/>
                      <a:pt x="76" y="113"/>
                    </a:cubicBezTo>
                    <a:cubicBezTo>
                      <a:pt x="78" y="112"/>
                      <a:pt x="83" y="109"/>
                      <a:pt x="85" y="111"/>
                    </a:cubicBezTo>
                    <a:cubicBezTo>
                      <a:pt x="87" y="114"/>
                      <a:pt x="86" y="118"/>
                      <a:pt x="86" y="121"/>
                    </a:cubicBezTo>
                    <a:cubicBezTo>
                      <a:pt x="86" y="128"/>
                      <a:pt x="85" y="135"/>
                      <a:pt x="85" y="142"/>
                    </a:cubicBezTo>
                    <a:cubicBezTo>
                      <a:pt x="85" y="150"/>
                      <a:pt x="84" y="164"/>
                      <a:pt x="84" y="172"/>
                    </a:cubicBezTo>
                    <a:cubicBezTo>
                      <a:pt x="99" y="172"/>
                      <a:pt x="99" y="172"/>
                      <a:pt x="99" y="172"/>
                    </a:cubicBezTo>
                    <a:cubicBezTo>
                      <a:pt x="98" y="164"/>
                      <a:pt x="98" y="150"/>
                      <a:pt x="98" y="142"/>
                    </a:cubicBezTo>
                    <a:cubicBezTo>
                      <a:pt x="97" y="135"/>
                      <a:pt x="97" y="128"/>
                      <a:pt x="97" y="121"/>
                    </a:cubicBezTo>
                    <a:cubicBezTo>
                      <a:pt x="97" y="118"/>
                      <a:pt x="96" y="114"/>
                      <a:pt x="97" y="111"/>
                    </a:cubicBezTo>
                    <a:cubicBezTo>
                      <a:pt x="99" y="109"/>
                      <a:pt x="105" y="112"/>
                      <a:pt x="106" y="113"/>
                    </a:cubicBezTo>
                    <a:cubicBezTo>
                      <a:pt x="122" y="121"/>
                      <a:pt x="137" y="141"/>
                      <a:pt x="156" y="139"/>
                    </a:cubicBezTo>
                    <a:cubicBezTo>
                      <a:pt x="167" y="137"/>
                      <a:pt x="173" y="128"/>
                      <a:pt x="176" y="119"/>
                    </a:cubicBezTo>
                    <a:cubicBezTo>
                      <a:pt x="182" y="101"/>
                      <a:pt x="183" y="68"/>
                      <a:pt x="164" y="56"/>
                    </a:cubicBezTo>
                    <a:cubicBezTo>
                      <a:pt x="135" y="39"/>
                      <a:pt x="126" y="94"/>
                      <a:pt x="102" y="96"/>
                    </a:cubicBezTo>
                    <a:cubicBezTo>
                      <a:pt x="97" y="96"/>
                      <a:pt x="98" y="94"/>
                      <a:pt x="99" y="90"/>
                    </a:cubicBezTo>
                    <a:cubicBezTo>
                      <a:pt x="101" y="82"/>
                      <a:pt x="105" y="75"/>
                      <a:pt x="110" y="69"/>
                    </a:cubicBezTo>
                    <a:cubicBezTo>
                      <a:pt x="120" y="56"/>
                      <a:pt x="134" y="39"/>
                      <a:pt x="131" y="21"/>
                    </a:cubicBezTo>
                    <a:cubicBezTo>
                      <a:pt x="128" y="5"/>
                      <a:pt x="109" y="0"/>
                      <a:pt x="91" y="1"/>
                    </a:cubicBezTo>
                    <a:cubicBezTo>
                      <a:pt x="74" y="0"/>
                      <a:pt x="54" y="5"/>
                      <a:pt x="52" y="21"/>
                    </a:cubicBezTo>
                    <a:cubicBezTo>
                      <a:pt x="49" y="39"/>
                      <a:pt x="62" y="56"/>
                      <a:pt x="72" y="69"/>
                    </a:cubicBezTo>
                    <a:cubicBezTo>
                      <a:pt x="77" y="75"/>
                      <a:pt x="81" y="82"/>
                      <a:pt x="83" y="90"/>
                    </a:cubicBezTo>
                    <a:cubicBezTo>
                      <a:pt x="85" y="94"/>
                      <a:pt x="85" y="96"/>
                      <a:pt x="81" y="96"/>
                    </a:cubicBezTo>
                    <a:cubicBezTo>
                      <a:pt x="57" y="94"/>
                      <a:pt x="47" y="39"/>
                      <a:pt x="19" y="56"/>
                    </a:cubicBezTo>
                    <a:cubicBezTo>
                      <a:pt x="0" y="68"/>
                      <a:pt x="0" y="101"/>
                      <a:pt x="6" y="119"/>
                    </a:cubicBezTo>
                    <a:cubicBezTo>
                      <a:pt x="9" y="128"/>
                      <a:pt x="16" y="137"/>
                      <a:pt x="26" y="1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70" name="Freeform 320"/>
              <p:cNvSpPr>
                <a:spLocks/>
              </p:cNvSpPr>
              <p:nvPr/>
            </p:nvSpPr>
            <p:spPr bwMode="auto">
              <a:xfrm>
                <a:off x="-4222750" y="-420688"/>
                <a:ext cx="492125" cy="525463"/>
              </a:xfrm>
              <a:custGeom>
                <a:avLst/>
                <a:gdLst>
                  <a:gd name="T0" fmla="*/ 108 w 131"/>
                  <a:gd name="T1" fmla="*/ 96 h 140"/>
                  <a:gd name="T2" fmla="*/ 118 w 131"/>
                  <a:gd name="T3" fmla="*/ 91 h 140"/>
                  <a:gd name="T4" fmla="*/ 129 w 131"/>
                  <a:gd name="T5" fmla="*/ 87 h 140"/>
                  <a:gd name="T6" fmla="*/ 130 w 131"/>
                  <a:gd name="T7" fmla="*/ 70 h 140"/>
                  <a:gd name="T8" fmla="*/ 127 w 131"/>
                  <a:gd name="T9" fmla="*/ 41 h 140"/>
                  <a:gd name="T10" fmla="*/ 98 w 131"/>
                  <a:gd name="T11" fmla="*/ 66 h 140"/>
                  <a:gd name="T12" fmla="*/ 88 w 131"/>
                  <a:gd name="T13" fmla="*/ 76 h 140"/>
                  <a:gd name="T14" fmla="*/ 88 w 131"/>
                  <a:gd name="T15" fmla="*/ 65 h 140"/>
                  <a:gd name="T16" fmla="*/ 98 w 131"/>
                  <a:gd name="T17" fmla="*/ 46 h 140"/>
                  <a:gd name="T18" fmla="*/ 89 w 131"/>
                  <a:gd name="T19" fmla="*/ 28 h 140"/>
                  <a:gd name="T20" fmla="*/ 66 w 131"/>
                  <a:gd name="T21" fmla="*/ 1 h 140"/>
                  <a:gd name="T22" fmla="*/ 66 w 131"/>
                  <a:gd name="T23" fmla="*/ 0 h 140"/>
                  <a:gd name="T24" fmla="*/ 65 w 131"/>
                  <a:gd name="T25" fmla="*/ 0 h 140"/>
                  <a:gd name="T26" fmla="*/ 65 w 131"/>
                  <a:gd name="T27" fmla="*/ 0 h 140"/>
                  <a:gd name="T28" fmla="*/ 65 w 131"/>
                  <a:gd name="T29" fmla="*/ 1 h 140"/>
                  <a:gd name="T30" fmla="*/ 42 w 131"/>
                  <a:gd name="T31" fmla="*/ 28 h 140"/>
                  <a:gd name="T32" fmla="*/ 33 w 131"/>
                  <a:gd name="T33" fmla="*/ 46 h 140"/>
                  <a:gd name="T34" fmla="*/ 43 w 131"/>
                  <a:gd name="T35" fmla="*/ 65 h 140"/>
                  <a:gd name="T36" fmla="*/ 43 w 131"/>
                  <a:gd name="T37" fmla="*/ 76 h 140"/>
                  <a:gd name="T38" fmla="*/ 33 w 131"/>
                  <a:gd name="T39" fmla="*/ 66 h 140"/>
                  <a:gd name="T40" fmla="*/ 4 w 131"/>
                  <a:gd name="T41" fmla="*/ 41 h 140"/>
                  <a:gd name="T42" fmla="*/ 1 w 131"/>
                  <a:gd name="T43" fmla="*/ 70 h 140"/>
                  <a:gd name="T44" fmla="*/ 2 w 131"/>
                  <a:gd name="T45" fmla="*/ 87 h 140"/>
                  <a:gd name="T46" fmla="*/ 13 w 131"/>
                  <a:gd name="T47" fmla="*/ 91 h 140"/>
                  <a:gd name="T48" fmla="*/ 23 w 131"/>
                  <a:gd name="T49" fmla="*/ 96 h 140"/>
                  <a:gd name="T50" fmla="*/ 21 w 131"/>
                  <a:gd name="T51" fmla="*/ 103 h 140"/>
                  <a:gd name="T52" fmla="*/ 1 w 131"/>
                  <a:gd name="T53" fmla="*/ 96 h 140"/>
                  <a:gd name="T54" fmla="*/ 30 w 131"/>
                  <a:gd name="T55" fmla="*/ 137 h 140"/>
                  <a:gd name="T56" fmla="*/ 44 w 131"/>
                  <a:gd name="T57" fmla="*/ 135 h 140"/>
                  <a:gd name="T58" fmla="*/ 58 w 131"/>
                  <a:gd name="T59" fmla="*/ 126 h 140"/>
                  <a:gd name="T60" fmla="*/ 62 w 131"/>
                  <a:gd name="T61" fmla="*/ 124 h 140"/>
                  <a:gd name="T62" fmla="*/ 62 w 131"/>
                  <a:gd name="T63" fmla="*/ 118 h 140"/>
                  <a:gd name="T64" fmla="*/ 65 w 131"/>
                  <a:gd name="T65" fmla="*/ 62 h 140"/>
                  <a:gd name="T66" fmla="*/ 69 w 131"/>
                  <a:gd name="T67" fmla="*/ 118 h 140"/>
                  <a:gd name="T68" fmla="*/ 69 w 131"/>
                  <a:gd name="T69" fmla="*/ 124 h 140"/>
                  <a:gd name="T70" fmla="*/ 73 w 131"/>
                  <a:gd name="T71" fmla="*/ 126 h 140"/>
                  <a:gd name="T72" fmla="*/ 87 w 131"/>
                  <a:gd name="T73" fmla="*/ 135 h 140"/>
                  <a:gd name="T74" fmla="*/ 101 w 131"/>
                  <a:gd name="T75" fmla="*/ 137 h 140"/>
                  <a:gd name="T76" fmla="*/ 130 w 131"/>
                  <a:gd name="T77" fmla="*/ 96 h 140"/>
                  <a:gd name="T78" fmla="*/ 110 w 131"/>
                  <a:gd name="T79" fmla="*/ 103 h 140"/>
                  <a:gd name="T80" fmla="*/ 108 w 131"/>
                  <a:gd name="T81" fmla="*/ 96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1" h="140">
                    <a:moveTo>
                      <a:pt x="108" y="96"/>
                    </a:moveTo>
                    <a:cubicBezTo>
                      <a:pt x="111" y="94"/>
                      <a:pt x="114" y="93"/>
                      <a:pt x="118" y="91"/>
                    </a:cubicBezTo>
                    <a:cubicBezTo>
                      <a:pt x="121" y="90"/>
                      <a:pt x="125" y="89"/>
                      <a:pt x="129" y="87"/>
                    </a:cubicBezTo>
                    <a:cubicBezTo>
                      <a:pt x="130" y="81"/>
                      <a:pt x="131" y="76"/>
                      <a:pt x="130" y="70"/>
                    </a:cubicBezTo>
                    <a:cubicBezTo>
                      <a:pt x="129" y="60"/>
                      <a:pt x="127" y="51"/>
                      <a:pt x="127" y="41"/>
                    </a:cubicBezTo>
                    <a:cubicBezTo>
                      <a:pt x="115" y="48"/>
                      <a:pt x="101" y="52"/>
                      <a:pt x="98" y="66"/>
                    </a:cubicBezTo>
                    <a:cubicBezTo>
                      <a:pt x="97" y="69"/>
                      <a:pt x="93" y="79"/>
                      <a:pt x="88" y="76"/>
                    </a:cubicBezTo>
                    <a:cubicBezTo>
                      <a:pt x="84" y="73"/>
                      <a:pt x="86" y="68"/>
                      <a:pt x="88" y="65"/>
                    </a:cubicBezTo>
                    <a:cubicBezTo>
                      <a:pt x="92" y="59"/>
                      <a:pt x="98" y="54"/>
                      <a:pt x="98" y="46"/>
                    </a:cubicBezTo>
                    <a:cubicBezTo>
                      <a:pt x="98" y="39"/>
                      <a:pt x="93" y="33"/>
                      <a:pt x="89" y="28"/>
                    </a:cubicBezTo>
                    <a:cubicBezTo>
                      <a:pt x="82" y="19"/>
                      <a:pt x="73" y="11"/>
                      <a:pt x="66" y="1"/>
                    </a:cubicBezTo>
                    <a:cubicBezTo>
                      <a:pt x="66" y="0"/>
                      <a:pt x="66" y="0"/>
                      <a:pt x="66" y="0"/>
                    </a:cubicBezTo>
                    <a:cubicBezTo>
                      <a:pt x="66" y="0"/>
                      <a:pt x="66" y="0"/>
                      <a:pt x="65" y="0"/>
                    </a:cubicBezTo>
                    <a:cubicBezTo>
                      <a:pt x="65" y="0"/>
                      <a:pt x="65" y="0"/>
                      <a:pt x="65" y="0"/>
                    </a:cubicBezTo>
                    <a:cubicBezTo>
                      <a:pt x="65" y="1"/>
                      <a:pt x="65" y="1"/>
                      <a:pt x="65" y="1"/>
                    </a:cubicBezTo>
                    <a:cubicBezTo>
                      <a:pt x="58" y="11"/>
                      <a:pt x="49" y="19"/>
                      <a:pt x="42" y="28"/>
                    </a:cubicBezTo>
                    <a:cubicBezTo>
                      <a:pt x="38" y="33"/>
                      <a:pt x="33" y="39"/>
                      <a:pt x="33" y="46"/>
                    </a:cubicBezTo>
                    <a:cubicBezTo>
                      <a:pt x="33" y="54"/>
                      <a:pt x="39" y="59"/>
                      <a:pt x="43" y="65"/>
                    </a:cubicBezTo>
                    <a:cubicBezTo>
                      <a:pt x="45" y="68"/>
                      <a:pt x="47" y="73"/>
                      <a:pt x="43" y="76"/>
                    </a:cubicBezTo>
                    <a:cubicBezTo>
                      <a:pt x="38" y="79"/>
                      <a:pt x="34" y="69"/>
                      <a:pt x="33" y="66"/>
                    </a:cubicBezTo>
                    <a:cubicBezTo>
                      <a:pt x="30" y="52"/>
                      <a:pt x="16" y="48"/>
                      <a:pt x="4" y="41"/>
                    </a:cubicBezTo>
                    <a:cubicBezTo>
                      <a:pt x="4" y="51"/>
                      <a:pt x="2" y="60"/>
                      <a:pt x="1" y="70"/>
                    </a:cubicBezTo>
                    <a:cubicBezTo>
                      <a:pt x="0" y="76"/>
                      <a:pt x="1" y="81"/>
                      <a:pt x="2" y="87"/>
                    </a:cubicBezTo>
                    <a:cubicBezTo>
                      <a:pt x="6" y="89"/>
                      <a:pt x="10" y="90"/>
                      <a:pt x="13" y="91"/>
                    </a:cubicBezTo>
                    <a:cubicBezTo>
                      <a:pt x="17" y="93"/>
                      <a:pt x="20" y="94"/>
                      <a:pt x="23" y="96"/>
                    </a:cubicBezTo>
                    <a:cubicBezTo>
                      <a:pt x="26" y="98"/>
                      <a:pt x="26" y="104"/>
                      <a:pt x="21" y="103"/>
                    </a:cubicBezTo>
                    <a:cubicBezTo>
                      <a:pt x="14" y="102"/>
                      <a:pt x="8" y="95"/>
                      <a:pt x="1" y="96"/>
                    </a:cubicBezTo>
                    <a:cubicBezTo>
                      <a:pt x="4" y="114"/>
                      <a:pt x="13" y="130"/>
                      <a:pt x="30" y="137"/>
                    </a:cubicBezTo>
                    <a:cubicBezTo>
                      <a:pt x="36" y="140"/>
                      <a:pt x="39" y="139"/>
                      <a:pt x="44" y="135"/>
                    </a:cubicBezTo>
                    <a:cubicBezTo>
                      <a:pt x="49" y="131"/>
                      <a:pt x="52" y="127"/>
                      <a:pt x="58" y="126"/>
                    </a:cubicBezTo>
                    <a:cubicBezTo>
                      <a:pt x="60" y="126"/>
                      <a:pt x="62" y="127"/>
                      <a:pt x="62" y="124"/>
                    </a:cubicBezTo>
                    <a:cubicBezTo>
                      <a:pt x="62" y="122"/>
                      <a:pt x="62" y="120"/>
                      <a:pt x="62" y="118"/>
                    </a:cubicBezTo>
                    <a:cubicBezTo>
                      <a:pt x="63" y="97"/>
                      <a:pt x="65" y="84"/>
                      <a:pt x="65" y="62"/>
                    </a:cubicBezTo>
                    <a:cubicBezTo>
                      <a:pt x="66" y="84"/>
                      <a:pt x="68" y="97"/>
                      <a:pt x="69" y="118"/>
                    </a:cubicBezTo>
                    <a:cubicBezTo>
                      <a:pt x="69" y="120"/>
                      <a:pt x="69" y="122"/>
                      <a:pt x="69" y="124"/>
                    </a:cubicBezTo>
                    <a:cubicBezTo>
                      <a:pt x="69" y="127"/>
                      <a:pt x="71" y="126"/>
                      <a:pt x="73" y="126"/>
                    </a:cubicBezTo>
                    <a:cubicBezTo>
                      <a:pt x="79" y="127"/>
                      <a:pt x="82" y="131"/>
                      <a:pt x="87" y="135"/>
                    </a:cubicBezTo>
                    <a:cubicBezTo>
                      <a:pt x="92" y="139"/>
                      <a:pt x="95" y="140"/>
                      <a:pt x="101" y="137"/>
                    </a:cubicBezTo>
                    <a:cubicBezTo>
                      <a:pt x="118" y="130"/>
                      <a:pt x="127" y="114"/>
                      <a:pt x="130" y="96"/>
                    </a:cubicBezTo>
                    <a:cubicBezTo>
                      <a:pt x="123" y="95"/>
                      <a:pt x="117" y="102"/>
                      <a:pt x="110" y="103"/>
                    </a:cubicBezTo>
                    <a:cubicBezTo>
                      <a:pt x="105" y="104"/>
                      <a:pt x="105" y="98"/>
                      <a:pt x="108" y="9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71" name="Rectangle 321"/>
              <p:cNvSpPr>
                <a:spLocks noChangeArrowheads="1"/>
              </p:cNvSpPr>
              <p:nvPr/>
            </p:nvSpPr>
            <p:spPr bwMode="auto">
              <a:xfrm>
                <a:off x="-3994150" y="68262"/>
                <a:ext cx="34925" cy="1571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72" name="Freeform 322"/>
              <p:cNvSpPr>
                <a:spLocks noEditPoints="1"/>
              </p:cNvSpPr>
              <p:nvPr/>
            </p:nvSpPr>
            <p:spPr bwMode="auto">
              <a:xfrm>
                <a:off x="-3865563" y="8597900"/>
                <a:ext cx="577850" cy="420688"/>
              </a:xfrm>
              <a:custGeom>
                <a:avLst/>
                <a:gdLst>
                  <a:gd name="T0" fmla="*/ 103 w 154"/>
                  <a:gd name="T1" fmla="*/ 112 h 112"/>
                  <a:gd name="T2" fmla="*/ 154 w 154"/>
                  <a:gd name="T3" fmla="*/ 112 h 112"/>
                  <a:gd name="T4" fmla="*/ 154 w 154"/>
                  <a:gd name="T5" fmla="*/ 0 h 112"/>
                  <a:gd name="T6" fmla="*/ 103 w 154"/>
                  <a:gd name="T7" fmla="*/ 0 h 112"/>
                  <a:gd name="T8" fmla="*/ 103 w 154"/>
                  <a:gd name="T9" fmla="*/ 47 h 112"/>
                  <a:gd name="T10" fmla="*/ 140 w 154"/>
                  <a:gd name="T11" fmla="*/ 99 h 112"/>
                  <a:gd name="T12" fmla="*/ 103 w 154"/>
                  <a:gd name="T13" fmla="*/ 99 h 112"/>
                  <a:gd name="T14" fmla="*/ 103 w 154"/>
                  <a:gd name="T15" fmla="*/ 112 h 112"/>
                  <a:gd name="T16" fmla="*/ 70 w 154"/>
                  <a:gd name="T17" fmla="*/ 112 h 112"/>
                  <a:gd name="T18" fmla="*/ 103 w 154"/>
                  <a:gd name="T19" fmla="*/ 112 h 112"/>
                  <a:gd name="T20" fmla="*/ 103 w 154"/>
                  <a:gd name="T21" fmla="*/ 99 h 112"/>
                  <a:gd name="T22" fmla="*/ 80 w 154"/>
                  <a:gd name="T23" fmla="*/ 99 h 112"/>
                  <a:gd name="T24" fmla="*/ 78 w 154"/>
                  <a:gd name="T25" fmla="*/ 96 h 112"/>
                  <a:gd name="T26" fmla="*/ 70 w 154"/>
                  <a:gd name="T27" fmla="*/ 85 h 112"/>
                  <a:gd name="T28" fmla="*/ 70 w 154"/>
                  <a:gd name="T29" fmla="*/ 92 h 112"/>
                  <a:gd name="T30" fmla="*/ 75 w 154"/>
                  <a:gd name="T31" fmla="*/ 99 h 112"/>
                  <a:gd name="T32" fmla="*/ 70 w 154"/>
                  <a:gd name="T33" fmla="*/ 99 h 112"/>
                  <a:gd name="T34" fmla="*/ 70 w 154"/>
                  <a:gd name="T35" fmla="*/ 112 h 112"/>
                  <a:gd name="T36" fmla="*/ 103 w 154"/>
                  <a:gd name="T37" fmla="*/ 0 h 112"/>
                  <a:gd name="T38" fmla="*/ 70 w 154"/>
                  <a:gd name="T39" fmla="*/ 0 h 112"/>
                  <a:gd name="T40" fmla="*/ 70 w 154"/>
                  <a:gd name="T41" fmla="*/ 72 h 112"/>
                  <a:gd name="T42" fmla="*/ 95 w 154"/>
                  <a:gd name="T43" fmla="*/ 37 h 112"/>
                  <a:gd name="T44" fmla="*/ 95 w 154"/>
                  <a:gd name="T45" fmla="*/ 37 h 112"/>
                  <a:gd name="T46" fmla="*/ 103 w 154"/>
                  <a:gd name="T47" fmla="*/ 47 h 112"/>
                  <a:gd name="T48" fmla="*/ 103 w 154"/>
                  <a:gd name="T49" fmla="*/ 0 h 112"/>
                  <a:gd name="T50" fmla="*/ 44 w 154"/>
                  <a:gd name="T51" fmla="*/ 112 h 112"/>
                  <a:gd name="T52" fmla="*/ 70 w 154"/>
                  <a:gd name="T53" fmla="*/ 112 h 112"/>
                  <a:gd name="T54" fmla="*/ 70 w 154"/>
                  <a:gd name="T55" fmla="*/ 99 h 112"/>
                  <a:gd name="T56" fmla="*/ 51 w 154"/>
                  <a:gd name="T57" fmla="*/ 99 h 112"/>
                  <a:gd name="T58" fmla="*/ 44 w 154"/>
                  <a:gd name="T59" fmla="*/ 99 h 112"/>
                  <a:gd name="T60" fmla="*/ 44 w 154"/>
                  <a:gd name="T61" fmla="*/ 112 h 112"/>
                  <a:gd name="T62" fmla="*/ 70 w 154"/>
                  <a:gd name="T63" fmla="*/ 0 h 112"/>
                  <a:gd name="T64" fmla="*/ 44 w 154"/>
                  <a:gd name="T65" fmla="*/ 0 h 112"/>
                  <a:gd name="T66" fmla="*/ 44 w 154"/>
                  <a:gd name="T67" fmla="*/ 19 h 112"/>
                  <a:gd name="T68" fmla="*/ 47 w 154"/>
                  <a:gd name="T69" fmla="*/ 27 h 112"/>
                  <a:gd name="T70" fmla="*/ 44 w 154"/>
                  <a:gd name="T71" fmla="*/ 35 h 112"/>
                  <a:gd name="T72" fmla="*/ 44 w 154"/>
                  <a:gd name="T73" fmla="*/ 56 h 112"/>
                  <a:gd name="T74" fmla="*/ 44 w 154"/>
                  <a:gd name="T75" fmla="*/ 56 h 112"/>
                  <a:gd name="T76" fmla="*/ 63 w 154"/>
                  <a:gd name="T77" fmla="*/ 82 h 112"/>
                  <a:gd name="T78" fmla="*/ 70 w 154"/>
                  <a:gd name="T79" fmla="*/ 92 h 112"/>
                  <a:gd name="T80" fmla="*/ 70 w 154"/>
                  <a:gd name="T81" fmla="*/ 85 h 112"/>
                  <a:gd name="T82" fmla="*/ 66 w 154"/>
                  <a:gd name="T83" fmla="*/ 78 h 112"/>
                  <a:gd name="T84" fmla="*/ 70 w 154"/>
                  <a:gd name="T85" fmla="*/ 72 h 112"/>
                  <a:gd name="T86" fmla="*/ 70 w 154"/>
                  <a:gd name="T87" fmla="*/ 0 h 112"/>
                  <a:gd name="T88" fmla="*/ 0 w 154"/>
                  <a:gd name="T89" fmla="*/ 112 h 112"/>
                  <a:gd name="T90" fmla="*/ 44 w 154"/>
                  <a:gd name="T91" fmla="*/ 112 h 112"/>
                  <a:gd name="T92" fmla="*/ 44 w 154"/>
                  <a:gd name="T93" fmla="*/ 99 h 112"/>
                  <a:gd name="T94" fmla="*/ 13 w 154"/>
                  <a:gd name="T95" fmla="*/ 99 h 112"/>
                  <a:gd name="T96" fmla="*/ 13 w 154"/>
                  <a:gd name="T97" fmla="*/ 99 h 112"/>
                  <a:gd name="T98" fmla="*/ 44 w 154"/>
                  <a:gd name="T99" fmla="*/ 56 h 112"/>
                  <a:gd name="T100" fmla="*/ 44 w 154"/>
                  <a:gd name="T101" fmla="*/ 35 h 112"/>
                  <a:gd name="T102" fmla="*/ 35 w 154"/>
                  <a:gd name="T103" fmla="*/ 39 h 112"/>
                  <a:gd name="T104" fmla="*/ 22 w 154"/>
                  <a:gd name="T105" fmla="*/ 27 h 112"/>
                  <a:gd name="T106" fmla="*/ 35 w 154"/>
                  <a:gd name="T107" fmla="*/ 15 h 112"/>
                  <a:gd name="T108" fmla="*/ 35 w 154"/>
                  <a:gd name="T109" fmla="*/ 15 h 112"/>
                  <a:gd name="T110" fmla="*/ 44 w 154"/>
                  <a:gd name="T111" fmla="*/ 19 h 112"/>
                  <a:gd name="T112" fmla="*/ 44 w 154"/>
                  <a:gd name="T113" fmla="*/ 0 h 112"/>
                  <a:gd name="T114" fmla="*/ 0 w 154"/>
                  <a:gd name="T115" fmla="*/ 0 h 112"/>
                  <a:gd name="T116" fmla="*/ 0 w 154"/>
                  <a:gd name="T117" fmla="*/ 112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4" h="112">
                    <a:moveTo>
                      <a:pt x="103" y="112"/>
                    </a:moveTo>
                    <a:cubicBezTo>
                      <a:pt x="154" y="112"/>
                      <a:pt x="154" y="112"/>
                      <a:pt x="154" y="112"/>
                    </a:cubicBezTo>
                    <a:cubicBezTo>
                      <a:pt x="154" y="0"/>
                      <a:pt x="154" y="0"/>
                      <a:pt x="154" y="0"/>
                    </a:cubicBezTo>
                    <a:cubicBezTo>
                      <a:pt x="103" y="0"/>
                      <a:pt x="103" y="0"/>
                      <a:pt x="103" y="0"/>
                    </a:cubicBezTo>
                    <a:cubicBezTo>
                      <a:pt x="103" y="47"/>
                      <a:pt x="103" y="47"/>
                      <a:pt x="103" y="47"/>
                    </a:cubicBezTo>
                    <a:cubicBezTo>
                      <a:pt x="140" y="99"/>
                      <a:pt x="140" y="99"/>
                      <a:pt x="140" y="99"/>
                    </a:cubicBezTo>
                    <a:cubicBezTo>
                      <a:pt x="103" y="99"/>
                      <a:pt x="103" y="99"/>
                      <a:pt x="103" y="99"/>
                    </a:cubicBezTo>
                    <a:lnTo>
                      <a:pt x="103" y="112"/>
                    </a:lnTo>
                    <a:close/>
                    <a:moveTo>
                      <a:pt x="70" y="112"/>
                    </a:moveTo>
                    <a:cubicBezTo>
                      <a:pt x="103" y="112"/>
                      <a:pt x="103" y="112"/>
                      <a:pt x="103" y="112"/>
                    </a:cubicBezTo>
                    <a:cubicBezTo>
                      <a:pt x="103" y="99"/>
                      <a:pt x="103" y="99"/>
                      <a:pt x="103" y="99"/>
                    </a:cubicBezTo>
                    <a:cubicBezTo>
                      <a:pt x="80" y="99"/>
                      <a:pt x="80" y="99"/>
                      <a:pt x="80" y="99"/>
                    </a:cubicBezTo>
                    <a:cubicBezTo>
                      <a:pt x="78" y="96"/>
                      <a:pt x="78" y="96"/>
                      <a:pt x="78" y="96"/>
                    </a:cubicBezTo>
                    <a:cubicBezTo>
                      <a:pt x="70" y="85"/>
                      <a:pt x="70" y="85"/>
                      <a:pt x="70" y="85"/>
                    </a:cubicBezTo>
                    <a:cubicBezTo>
                      <a:pt x="70" y="92"/>
                      <a:pt x="70" y="92"/>
                      <a:pt x="70" y="92"/>
                    </a:cubicBezTo>
                    <a:cubicBezTo>
                      <a:pt x="75" y="99"/>
                      <a:pt x="75" y="99"/>
                      <a:pt x="75" y="99"/>
                    </a:cubicBezTo>
                    <a:cubicBezTo>
                      <a:pt x="70" y="99"/>
                      <a:pt x="70" y="99"/>
                      <a:pt x="70" y="99"/>
                    </a:cubicBezTo>
                    <a:cubicBezTo>
                      <a:pt x="70" y="112"/>
                      <a:pt x="70" y="112"/>
                      <a:pt x="70" y="112"/>
                    </a:cubicBezTo>
                    <a:close/>
                    <a:moveTo>
                      <a:pt x="103" y="0"/>
                    </a:moveTo>
                    <a:cubicBezTo>
                      <a:pt x="70" y="0"/>
                      <a:pt x="70" y="0"/>
                      <a:pt x="70" y="0"/>
                    </a:cubicBezTo>
                    <a:cubicBezTo>
                      <a:pt x="70" y="72"/>
                      <a:pt x="70" y="72"/>
                      <a:pt x="70" y="72"/>
                    </a:cubicBezTo>
                    <a:cubicBezTo>
                      <a:pt x="95" y="37"/>
                      <a:pt x="95" y="37"/>
                      <a:pt x="95" y="37"/>
                    </a:cubicBezTo>
                    <a:cubicBezTo>
                      <a:pt x="95" y="37"/>
                      <a:pt x="95" y="37"/>
                      <a:pt x="95" y="37"/>
                    </a:cubicBezTo>
                    <a:cubicBezTo>
                      <a:pt x="103" y="47"/>
                      <a:pt x="103" y="47"/>
                      <a:pt x="103" y="47"/>
                    </a:cubicBezTo>
                    <a:lnTo>
                      <a:pt x="103" y="0"/>
                    </a:lnTo>
                    <a:close/>
                    <a:moveTo>
                      <a:pt x="44" y="112"/>
                    </a:moveTo>
                    <a:cubicBezTo>
                      <a:pt x="70" y="112"/>
                      <a:pt x="70" y="112"/>
                      <a:pt x="70" y="112"/>
                    </a:cubicBezTo>
                    <a:cubicBezTo>
                      <a:pt x="70" y="99"/>
                      <a:pt x="70" y="99"/>
                      <a:pt x="70" y="99"/>
                    </a:cubicBezTo>
                    <a:cubicBezTo>
                      <a:pt x="51" y="99"/>
                      <a:pt x="51" y="99"/>
                      <a:pt x="51" y="99"/>
                    </a:cubicBezTo>
                    <a:cubicBezTo>
                      <a:pt x="44" y="99"/>
                      <a:pt x="44" y="99"/>
                      <a:pt x="44" y="99"/>
                    </a:cubicBezTo>
                    <a:cubicBezTo>
                      <a:pt x="44" y="112"/>
                      <a:pt x="44" y="112"/>
                      <a:pt x="44" y="112"/>
                    </a:cubicBezTo>
                    <a:close/>
                    <a:moveTo>
                      <a:pt x="70" y="0"/>
                    </a:moveTo>
                    <a:cubicBezTo>
                      <a:pt x="44" y="0"/>
                      <a:pt x="44" y="0"/>
                      <a:pt x="44" y="0"/>
                    </a:cubicBezTo>
                    <a:cubicBezTo>
                      <a:pt x="44" y="19"/>
                      <a:pt x="44" y="19"/>
                      <a:pt x="44" y="19"/>
                    </a:cubicBezTo>
                    <a:cubicBezTo>
                      <a:pt x="46" y="21"/>
                      <a:pt x="47" y="24"/>
                      <a:pt x="47" y="27"/>
                    </a:cubicBezTo>
                    <a:cubicBezTo>
                      <a:pt x="47" y="30"/>
                      <a:pt x="46" y="32"/>
                      <a:pt x="44" y="35"/>
                    </a:cubicBezTo>
                    <a:cubicBezTo>
                      <a:pt x="44" y="56"/>
                      <a:pt x="44" y="56"/>
                      <a:pt x="44" y="56"/>
                    </a:cubicBezTo>
                    <a:cubicBezTo>
                      <a:pt x="44" y="56"/>
                      <a:pt x="44" y="56"/>
                      <a:pt x="44" y="56"/>
                    </a:cubicBezTo>
                    <a:cubicBezTo>
                      <a:pt x="63" y="82"/>
                      <a:pt x="63" y="82"/>
                      <a:pt x="63" y="82"/>
                    </a:cubicBezTo>
                    <a:cubicBezTo>
                      <a:pt x="70" y="92"/>
                      <a:pt x="70" y="92"/>
                      <a:pt x="70" y="92"/>
                    </a:cubicBezTo>
                    <a:cubicBezTo>
                      <a:pt x="70" y="85"/>
                      <a:pt x="70" y="85"/>
                      <a:pt x="70" y="85"/>
                    </a:cubicBezTo>
                    <a:cubicBezTo>
                      <a:pt x="66" y="78"/>
                      <a:pt x="66" y="78"/>
                      <a:pt x="66" y="78"/>
                    </a:cubicBezTo>
                    <a:cubicBezTo>
                      <a:pt x="70" y="72"/>
                      <a:pt x="70" y="72"/>
                      <a:pt x="70" y="72"/>
                    </a:cubicBezTo>
                    <a:lnTo>
                      <a:pt x="70" y="0"/>
                    </a:lnTo>
                    <a:close/>
                    <a:moveTo>
                      <a:pt x="0" y="112"/>
                    </a:moveTo>
                    <a:cubicBezTo>
                      <a:pt x="44" y="112"/>
                      <a:pt x="44" y="112"/>
                      <a:pt x="44" y="112"/>
                    </a:cubicBezTo>
                    <a:cubicBezTo>
                      <a:pt x="44" y="99"/>
                      <a:pt x="44" y="99"/>
                      <a:pt x="44" y="99"/>
                    </a:cubicBezTo>
                    <a:cubicBezTo>
                      <a:pt x="13" y="99"/>
                      <a:pt x="13" y="99"/>
                      <a:pt x="13" y="99"/>
                    </a:cubicBezTo>
                    <a:cubicBezTo>
                      <a:pt x="13" y="99"/>
                      <a:pt x="13" y="99"/>
                      <a:pt x="13" y="99"/>
                    </a:cubicBezTo>
                    <a:cubicBezTo>
                      <a:pt x="44" y="56"/>
                      <a:pt x="44" y="56"/>
                      <a:pt x="44" y="56"/>
                    </a:cubicBezTo>
                    <a:cubicBezTo>
                      <a:pt x="44" y="35"/>
                      <a:pt x="44" y="35"/>
                      <a:pt x="44" y="35"/>
                    </a:cubicBezTo>
                    <a:cubicBezTo>
                      <a:pt x="42" y="37"/>
                      <a:pt x="38" y="39"/>
                      <a:pt x="35" y="39"/>
                    </a:cubicBezTo>
                    <a:cubicBezTo>
                      <a:pt x="28" y="39"/>
                      <a:pt x="22" y="34"/>
                      <a:pt x="22" y="27"/>
                    </a:cubicBezTo>
                    <a:cubicBezTo>
                      <a:pt x="22" y="20"/>
                      <a:pt x="28" y="15"/>
                      <a:pt x="35" y="15"/>
                    </a:cubicBezTo>
                    <a:cubicBezTo>
                      <a:pt x="35" y="15"/>
                      <a:pt x="35" y="15"/>
                      <a:pt x="35" y="15"/>
                    </a:cubicBezTo>
                    <a:cubicBezTo>
                      <a:pt x="38" y="15"/>
                      <a:pt x="42" y="17"/>
                      <a:pt x="44" y="19"/>
                    </a:cubicBezTo>
                    <a:cubicBezTo>
                      <a:pt x="44" y="0"/>
                      <a:pt x="44" y="0"/>
                      <a:pt x="44" y="0"/>
                    </a:cubicBezTo>
                    <a:cubicBezTo>
                      <a:pt x="0" y="0"/>
                      <a:pt x="0" y="0"/>
                      <a:pt x="0" y="0"/>
                    </a:cubicBezTo>
                    <a:lnTo>
                      <a:pt x="0" y="1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73" name="Freeform 323"/>
              <p:cNvSpPr>
                <a:spLocks noEditPoints="1"/>
              </p:cNvSpPr>
              <p:nvPr/>
            </p:nvSpPr>
            <p:spPr bwMode="auto">
              <a:xfrm>
                <a:off x="-5237163" y="4356100"/>
                <a:ext cx="585787" cy="561975"/>
              </a:xfrm>
              <a:custGeom>
                <a:avLst/>
                <a:gdLst>
                  <a:gd name="T0" fmla="*/ 80 w 156"/>
                  <a:gd name="T1" fmla="*/ 147 h 150"/>
                  <a:gd name="T2" fmla="*/ 107 w 156"/>
                  <a:gd name="T3" fmla="*/ 145 h 150"/>
                  <a:gd name="T4" fmla="*/ 133 w 156"/>
                  <a:gd name="T5" fmla="*/ 104 h 150"/>
                  <a:gd name="T6" fmla="*/ 156 w 156"/>
                  <a:gd name="T7" fmla="*/ 0 h 150"/>
                  <a:gd name="T8" fmla="*/ 80 w 156"/>
                  <a:gd name="T9" fmla="*/ 17 h 150"/>
                  <a:gd name="T10" fmla="*/ 80 w 156"/>
                  <a:gd name="T11" fmla="*/ 32 h 150"/>
                  <a:gd name="T12" fmla="*/ 136 w 156"/>
                  <a:gd name="T13" fmla="*/ 20 h 150"/>
                  <a:gd name="T14" fmla="*/ 119 w 156"/>
                  <a:gd name="T15" fmla="*/ 97 h 150"/>
                  <a:gd name="T16" fmla="*/ 105 w 156"/>
                  <a:gd name="T17" fmla="*/ 127 h 150"/>
                  <a:gd name="T18" fmla="*/ 80 w 156"/>
                  <a:gd name="T19" fmla="*/ 130 h 150"/>
                  <a:gd name="T20" fmla="*/ 80 w 156"/>
                  <a:gd name="T21" fmla="*/ 147 h 150"/>
                  <a:gd name="T22" fmla="*/ 80 w 156"/>
                  <a:gd name="T23" fmla="*/ 111 h 150"/>
                  <a:gd name="T24" fmla="*/ 80 w 156"/>
                  <a:gd name="T25" fmla="*/ 96 h 150"/>
                  <a:gd name="T26" fmla="*/ 107 w 156"/>
                  <a:gd name="T27" fmla="*/ 96 h 150"/>
                  <a:gd name="T28" fmla="*/ 103 w 156"/>
                  <a:gd name="T29" fmla="*/ 109 h 150"/>
                  <a:gd name="T30" fmla="*/ 96 w 156"/>
                  <a:gd name="T31" fmla="*/ 111 h 150"/>
                  <a:gd name="T32" fmla="*/ 80 w 156"/>
                  <a:gd name="T33" fmla="*/ 111 h 150"/>
                  <a:gd name="T34" fmla="*/ 80 w 156"/>
                  <a:gd name="T35" fmla="*/ 86 h 150"/>
                  <a:gd name="T36" fmla="*/ 80 w 156"/>
                  <a:gd name="T37" fmla="*/ 45 h 150"/>
                  <a:gd name="T38" fmla="*/ 88 w 156"/>
                  <a:gd name="T39" fmla="*/ 43 h 150"/>
                  <a:gd name="T40" fmla="*/ 88 w 156"/>
                  <a:gd name="T41" fmla="*/ 58 h 150"/>
                  <a:gd name="T42" fmla="*/ 105 w 156"/>
                  <a:gd name="T43" fmla="*/ 41 h 150"/>
                  <a:gd name="T44" fmla="*/ 121 w 156"/>
                  <a:gd name="T45" fmla="*/ 35 h 150"/>
                  <a:gd name="T46" fmla="*/ 115 w 156"/>
                  <a:gd name="T47" fmla="*/ 51 h 150"/>
                  <a:gd name="T48" fmla="*/ 98 w 156"/>
                  <a:gd name="T49" fmla="*/ 68 h 150"/>
                  <a:gd name="T50" fmla="*/ 113 w 156"/>
                  <a:gd name="T51" fmla="*/ 68 h 150"/>
                  <a:gd name="T52" fmla="*/ 109 w 156"/>
                  <a:gd name="T53" fmla="*/ 83 h 150"/>
                  <a:gd name="T54" fmla="*/ 96 w 156"/>
                  <a:gd name="T55" fmla="*/ 84 h 150"/>
                  <a:gd name="T56" fmla="*/ 82 w 156"/>
                  <a:gd name="T57" fmla="*/ 84 h 150"/>
                  <a:gd name="T58" fmla="*/ 80 w 156"/>
                  <a:gd name="T59" fmla="*/ 86 h 150"/>
                  <a:gd name="T60" fmla="*/ 19 w 156"/>
                  <a:gd name="T61" fmla="*/ 137 h 150"/>
                  <a:gd name="T62" fmla="*/ 24 w 156"/>
                  <a:gd name="T63" fmla="*/ 142 h 150"/>
                  <a:gd name="T64" fmla="*/ 50 w 156"/>
                  <a:gd name="T65" fmla="*/ 116 h 150"/>
                  <a:gd name="T66" fmla="*/ 80 w 156"/>
                  <a:gd name="T67" fmla="*/ 147 h 150"/>
                  <a:gd name="T68" fmla="*/ 80 w 156"/>
                  <a:gd name="T69" fmla="*/ 130 h 150"/>
                  <a:gd name="T70" fmla="*/ 67 w 156"/>
                  <a:gd name="T71" fmla="*/ 111 h 150"/>
                  <a:gd name="T72" fmla="*/ 80 w 156"/>
                  <a:gd name="T73" fmla="*/ 111 h 150"/>
                  <a:gd name="T74" fmla="*/ 80 w 156"/>
                  <a:gd name="T75" fmla="*/ 96 h 150"/>
                  <a:gd name="T76" fmla="*/ 70 w 156"/>
                  <a:gd name="T77" fmla="*/ 96 h 150"/>
                  <a:gd name="T78" fmla="*/ 80 w 156"/>
                  <a:gd name="T79" fmla="*/ 86 h 150"/>
                  <a:gd name="T80" fmla="*/ 80 w 156"/>
                  <a:gd name="T81" fmla="*/ 45 h 150"/>
                  <a:gd name="T82" fmla="*/ 73 w 156"/>
                  <a:gd name="T83" fmla="*/ 47 h 150"/>
                  <a:gd name="T84" fmla="*/ 72 w 156"/>
                  <a:gd name="T85" fmla="*/ 61 h 150"/>
                  <a:gd name="T86" fmla="*/ 72 w 156"/>
                  <a:gd name="T87" fmla="*/ 74 h 150"/>
                  <a:gd name="T88" fmla="*/ 60 w 156"/>
                  <a:gd name="T89" fmla="*/ 86 h 150"/>
                  <a:gd name="T90" fmla="*/ 60 w 156"/>
                  <a:gd name="T91" fmla="*/ 49 h 150"/>
                  <a:gd name="T92" fmla="*/ 47 w 156"/>
                  <a:gd name="T93" fmla="*/ 53 h 150"/>
                  <a:gd name="T94" fmla="*/ 45 w 156"/>
                  <a:gd name="T95" fmla="*/ 60 h 150"/>
                  <a:gd name="T96" fmla="*/ 45 w 156"/>
                  <a:gd name="T97" fmla="*/ 89 h 150"/>
                  <a:gd name="T98" fmla="*/ 29 w 156"/>
                  <a:gd name="T99" fmla="*/ 51 h 150"/>
                  <a:gd name="T100" fmla="*/ 29 w 156"/>
                  <a:gd name="T101" fmla="*/ 51 h 150"/>
                  <a:gd name="T102" fmla="*/ 59 w 156"/>
                  <a:gd name="T103" fmla="*/ 38 h 150"/>
                  <a:gd name="T104" fmla="*/ 80 w 156"/>
                  <a:gd name="T105" fmla="*/ 32 h 150"/>
                  <a:gd name="T106" fmla="*/ 80 w 156"/>
                  <a:gd name="T107" fmla="*/ 17 h 150"/>
                  <a:gd name="T108" fmla="*/ 52 w 156"/>
                  <a:gd name="T109" fmla="*/ 24 h 150"/>
                  <a:gd name="T110" fmla="*/ 11 w 156"/>
                  <a:gd name="T111" fmla="*/ 49 h 150"/>
                  <a:gd name="T112" fmla="*/ 40 w 156"/>
                  <a:gd name="T113" fmla="*/ 106 h 150"/>
                  <a:gd name="T114" fmla="*/ 14 w 156"/>
                  <a:gd name="T115" fmla="*/ 132 h 150"/>
                  <a:gd name="T116" fmla="*/ 19 w 156"/>
                  <a:gd name="T117" fmla="*/ 137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6" h="150">
                    <a:moveTo>
                      <a:pt x="80" y="147"/>
                    </a:moveTo>
                    <a:cubicBezTo>
                      <a:pt x="88" y="150"/>
                      <a:pt x="98" y="149"/>
                      <a:pt x="107" y="145"/>
                    </a:cubicBezTo>
                    <a:cubicBezTo>
                      <a:pt x="124" y="137"/>
                      <a:pt x="128" y="121"/>
                      <a:pt x="133" y="104"/>
                    </a:cubicBezTo>
                    <a:cubicBezTo>
                      <a:pt x="141" y="70"/>
                      <a:pt x="149" y="35"/>
                      <a:pt x="156" y="0"/>
                    </a:cubicBezTo>
                    <a:cubicBezTo>
                      <a:pt x="130" y="5"/>
                      <a:pt x="105" y="11"/>
                      <a:pt x="80" y="17"/>
                    </a:cubicBezTo>
                    <a:cubicBezTo>
                      <a:pt x="80" y="32"/>
                      <a:pt x="80" y="32"/>
                      <a:pt x="80" y="32"/>
                    </a:cubicBezTo>
                    <a:cubicBezTo>
                      <a:pt x="99" y="27"/>
                      <a:pt x="118" y="23"/>
                      <a:pt x="136" y="20"/>
                    </a:cubicBezTo>
                    <a:cubicBezTo>
                      <a:pt x="132" y="46"/>
                      <a:pt x="125" y="72"/>
                      <a:pt x="119" y="97"/>
                    </a:cubicBezTo>
                    <a:cubicBezTo>
                      <a:pt x="116" y="108"/>
                      <a:pt x="114" y="120"/>
                      <a:pt x="105" y="127"/>
                    </a:cubicBezTo>
                    <a:cubicBezTo>
                      <a:pt x="97" y="133"/>
                      <a:pt x="88" y="134"/>
                      <a:pt x="80" y="130"/>
                    </a:cubicBezTo>
                    <a:cubicBezTo>
                      <a:pt x="80" y="147"/>
                      <a:pt x="80" y="147"/>
                      <a:pt x="80" y="147"/>
                    </a:cubicBezTo>
                    <a:close/>
                    <a:moveTo>
                      <a:pt x="80" y="111"/>
                    </a:moveTo>
                    <a:cubicBezTo>
                      <a:pt x="80" y="96"/>
                      <a:pt x="80" y="96"/>
                      <a:pt x="80" y="96"/>
                    </a:cubicBezTo>
                    <a:cubicBezTo>
                      <a:pt x="107" y="96"/>
                      <a:pt x="107" y="96"/>
                      <a:pt x="107" y="96"/>
                    </a:cubicBezTo>
                    <a:cubicBezTo>
                      <a:pt x="106" y="100"/>
                      <a:pt x="104" y="105"/>
                      <a:pt x="103" y="109"/>
                    </a:cubicBezTo>
                    <a:cubicBezTo>
                      <a:pt x="102" y="112"/>
                      <a:pt x="99" y="111"/>
                      <a:pt x="96" y="111"/>
                    </a:cubicBezTo>
                    <a:cubicBezTo>
                      <a:pt x="80" y="111"/>
                      <a:pt x="80" y="111"/>
                      <a:pt x="80" y="111"/>
                    </a:cubicBezTo>
                    <a:close/>
                    <a:moveTo>
                      <a:pt x="80" y="86"/>
                    </a:moveTo>
                    <a:cubicBezTo>
                      <a:pt x="80" y="45"/>
                      <a:pt x="80" y="45"/>
                      <a:pt x="80" y="45"/>
                    </a:cubicBezTo>
                    <a:cubicBezTo>
                      <a:pt x="88" y="43"/>
                      <a:pt x="88" y="43"/>
                      <a:pt x="88" y="43"/>
                    </a:cubicBezTo>
                    <a:cubicBezTo>
                      <a:pt x="88" y="58"/>
                      <a:pt x="88" y="58"/>
                      <a:pt x="88" y="58"/>
                    </a:cubicBezTo>
                    <a:cubicBezTo>
                      <a:pt x="94" y="52"/>
                      <a:pt x="100" y="46"/>
                      <a:pt x="105" y="41"/>
                    </a:cubicBezTo>
                    <a:cubicBezTo>
                      <a:pt x="110" y="36"/>
                      <a:pt x="115" y="36"/>
                      <a:pt x="121" y="35"/>
                    </a:cubicBezTo>
                    <a:cubicBezTo>
                      <a:pt x="120" y="41"/>
                      <a:pt x="120" y="47"/>
                      <a:pt x="115" y="51"/>
                    </a:cubicBezTo>
                    <a:cubicBezTo>
                      <a:pt x="110" y="57"/>
                      <a:pt x="104" y="62"/>
                      <a:pt x="98" y="68"/>
                    </a:cubicBezTo>
                    <a:cubicBezTo>
                      <a:pt x="113" y="68"/>
                      <a:pt x="113" y="68"/>
                      <a:pt x="113" y="68"/>
                    </a:cubicBezTo>
                    <a:cubicBezTo>
                      <a:pt x="112" y="73"/>
                      <a:pt x="111" y="78"/>
                      <a:pt x="109" y="83"/>
                    </a:cubicBezTo>
                    <a:cubicBezTo>
                      <a:pt x="108" y="85"/>
                      <a:pt x="98" y="84"/>
                      <a:pt x="96" y="84"/>
                    </a:cubicBezTo>
                    <a:cubicBezTo>
                      <a:pt x="93" y="84"/>
                      <a:pt x="84" y="83"/>
                      <a:pt x="82" y="84"/>
                    </a:cubicBezTo>
                    <a:lnTo>
                      <a:pt x="80" y="86"/>
                    </a:lnTo>
                    <a:close/>
                    <a:moveTo>
                      <a:pt x="19" y="137"/>
                    </a:moveTo>
                    <a:cubicBezTo>
                      <a:pt x="24" y="142"/>
                      <a:pt x="24" y="142"/>
                      <a:pt x="24" y="142"/>
                    </a:cubicBezTo>
                    <a:cubicBezTo>
                      <a:pt x="50" y="116"/>
                      <a:pt x="50" y="116"/>
                      <a:pt x="50" y="116"/>
                    </a:cubicBezTo>
                    <a:cubicBezTo>
                      <a:pt x="54" y="131"/>
                      <a:pt x="66" y="143"/>
                      <a:pt x="80" y="147"/>
                    </a:cubicBezTo>
                    <a:cubicBezTo>
                      <a:pt x="80" y="130"/>
                      <a:pt x="80" y="130"/>
                      <a:pt x="80" y="130"/>
                    </a:cubicBezTo>
                    <a:cubicBezTo>
                      <a:pt x="73" y="127"/>
                      <a:pt x="67" y="120"/>
                      <a:pt x="67" y="111"/>
                    </a:cubicBezTo>
                    <a:cubicBezTo>
                      <a:pt x="80" y="111"/>
                      <a:pt x="80" y="111"/>
                      <a:pt x="80" y="111"/>
                    </a:cubicBezTo>
                    <a:cubicBezTo>
                      <a:pt x="80" y="96"/>
                      <a:pt x="80" y="96"/>
                      <a:pt x="80" y="96"/>
                    </a:cubicBezTo>
                    <a:cubicBezTo>
                      <a:pt x="70" y="96"/>
                      <a:pt x="70" y="96"/>
                      <a:pt x="70" y="96"/>
                    </a:cubicBezTo>
                    <a:cubicBezTo>
                      <a:pt x="80" y="86"/>
                      <a:pt x="80" y="86"/>
                      <a:pt x="80" y="86"/>
                    </a:cubicBezTo>
                    <a:cubicBezTo>
                      <a:pt x="80" y="45"/>
                      <a:pt x="80" y="45"/>
                      <a:pt x="80" y="45"/>
                    </a:cubicBezTo>
                    <a:cubicBezTo>
                      <a:pt x="73" y="47"/>
                      <a:pt x="73" y="47"/>
                      <a:pt x="73" y="47"/>
                    </a:cubicBezTo>
                    <a:cubicBezTo>
                      <a:pt x="71" y="48"/>
                      <a:pt x="72" y="59"/>
                      <a:pt x="72" y="61"/>
                    </a:cubicBezTo>
                    <a:cubicBezTo>
                      <a:pt x="72" y="63"/>
                      <a:pt x="74" y="72"/>
                      <a:pt x="72" y="74"/>
                    </a:cubicBezTo>
                    <a:cubicBezTo>
                      <a:pt x="68" y="78"/>
                      <a:pt x="64" y="82"/>
                      <a:pt x="60" y="86"/>
                    </a:cubicBezTo>
                    <a:cubicBezTo>
                      <a:pt x="60" y="49"/>
                      <a:pt x="60" y="49"/>
                      <a:pt x="60" y="49"/>
                    </a:cubicBezTo>
                    <a:cubicBezTo>
                      <a:pt x="56" y="50"/>
                      <a:pt x="51" y="52"/>
                      <a:pt x="47" y="53"/>
                    </a:cubicBezTo>
                    <a:cubicBezTo>
                      <a:pt x="44" y="54"/>
                      <a:pt x="45" y="57"/>
                      <a:pt x="45" y="60"/>
                    </a:cubicBezTo>
                    <a:cubicBezTo>
                      <a:pt x="45" y="70"/>
                      <a:pt x="45" y="80"/>
                      <a:pt x="45" y="89"/>
                    </a:cubicBezTo>
                    <a:cubicBezTo>
                      <a:pt x="26" y="88"/>
                      <a:pt x="17" y="66"/>
                      <a:pt x="29" y="51"/>
                    </a:cubicBezTo>
                    <a:cubicBezTo>
                      <a:pt x="29" y="51"/>
                      <a:pt x="29" y="51"/>
                      <a:pt x="29" y="51"/>
                    </a:cubicBezTo>
                    <a:cubicBezTo>
                      <a:pt x="36" y="42"/>
                      <a:pt x="48" y="40"/>
                      <a:pt x="59" y="38"/>
                    </a:cubicBezTo>
                    <a:cubicBezTo>
                      <a:pt x="66" y="36"/>
                      <a:pt x="73" y="34"/>
                      <a:pt x="80" y="32"/>
                    </a:cubicBezTo>
                    <a:cubicBezTo>
                      <a:pt x="80" y="17"/>
                      <a:pt x="80" y="17"/>
                      <a:pt x="80" y="17"/>
                    </a:cubicBezTo>
                    <a:cubicBezTo>
                      <a:pt x="71" y="19"/>
                      <a:pt x="62" y="21"/>
                      <a:pt x="52" y="24"/>
                    </a:cubicBezTo>
                    <a:cubicBezTo>
                      <a:pt x="36" y="28"/>
                      <a:pt x="19" y="32"/>
                      <a:pt x="11" y="49"/>
                    </a:cubicBezTo>
                    <a:cubicBezTo>
                      <a:pt x="0" y="73"/>
                      <a:pt x="16" y="100"/>
                      <a:pt x="40" y="106"/>
                    </a:cubicBezTo>
                    <a:cubicBezTo>
                      <a:pt x="14" y="132"/>
                      <a:pt x="14" y="132"/>
                      <a:pt x="14" y="132"/>
                    </a:cubicBezTo>
                    <a:lnTo>
                      <a:pt x="19" y="1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74" name="Freeform 324"/>
              <p:cNvSpPr>
                <a:spLocks/>
              </p:cNvSpPr>
              <p:nvPr/>
            </p:nvSpPr>
            <p:spPr bwMode="auto">
              <a:xfrm>
                <a:off x="-2674938" y="6529388"/>
                <a:ext cx="60325" cy="192088"/>
              </a:xfrm>
              <a:custGeom>
                <a:avLst/>
                <a:gdLst>
                  <a:gd name="T0" fmla="*/ 16 w 16"/>
                  <a:gd name="T1" fmla="*/ 51 h 51"/>
                  <a:gd name="T2" fmla="*/ 16 w 16"/>
                  <a:gd name="T3" fmla="*/ 0 h 51"/>
                  <a:gd name="T4" fmla="*/ 8 w 16"/>
                  <a:gd name="T5" fmla="*/ 0 h 51"/>
                  <a:gd name="T6" fmla="*/ 0 w 16"/>
                  <a:gd name="T7" fmla="*/ 0 h 51"/>
                  <a:gd name="T8" fmla="*/ 0 w 16"/>
                  <a:gd name="T9" fmla="*/ 51 h 51"/>
                  <a:gd name="T10" fmla="*/ 8 w 16"/>
                  <a:gd name="T11" fmla="*/ 51 h 51"/>
                  <a:gd name="T12" fmla="*/ 16 w 16"/>
                  <a:gd name="T13" fmla="*/ 51 h 51"/>
                </a:gdLst>
                <a:ahLst/>
                <a:cxnLst>
                  <a:cxn ang="0">
                    <a:pos x="T0" y="T1"/>
                  </a:cxn>
                  <a:cxn ang="0">
                    <a:pos x="T2" y="T3"/>
                  </a:cxn>
                  <a:cxn ang="0">
                    <a:pos x="T4" y="T5"/>
                  </a:cxn>
                  <a:cxn ang="0">
                    <a:pos x="T6" y="T7"/>
                  </a:cxn>
                  <a:cxn ang="0">
                    <a:pos x="T8" y="T9"/>
                  </a:cxn>
                  <a:cxn ang="0">
                    <a:pos x="T10" y="T11"/>
                  </a:cxn>
                  <a:cxn ang="0">
                    <a:pos x="T12" y="T13"/>
                  </a:cxn>
                </a:cxnLst>
                <a:rect l="0" t="0" r="r" b="b"/>
                <a:pathLst>
                  <a:path w="16" h="51">
                    <a:moveTo>
                      <a:pt x="16" y="51"/>
                    </a:moveTo>
                    <a:cubicBezTo>
                      <a:pt x="16" y="0"/>
                      <a:pt x="16" y="0"/>
                      <a:pt x="16" y="0"/>
                    </a:cubicBezTo>
                    <a:cubicBezTo>
                      <a:pt x="13" y="0"/>
                      <a:pt x="11" y="0"/>
                      <a:pt x="8" y="0"/>
                    </a:cubicBezTo>
                    <a:cubicBezTo>
                      <a:pt x="5" y="0"/>
                      <a:pt x="3" y="0"/>
                      <a:pt x="0" y="0"/>
                    </a:cubicBezTo>
                    <a:cubicBezTo>
                      <a:pt x="0" y="51"/>
                      <a:pt x="0" y="51"/>
                      <a:pt x="0" y="51"/>
                    </a:cubicBezTo>
                    <a:cubicBezTo>
                      <a:pt x="3" y="51"/>
                      <a:pt x="5" y="51"/>
                      <a:pt x="8" y="51"/>
                    </a:cubicBezTo>
                    <a:cubicBezTo>
                      <a:pt x="11" y="51"/>
                      <a:pt x="13" y="51"/>
                      <a:pt x="16"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75" name="Freeform 325"/>
              <p:cNvSpPr>
                <a:spLocks/>
              </p:cNvSpPr>
              <p:nvPr/>
            </p:nvSpPr>
            <p:spPr bwMode="auto">
              <a:xfrm>
                <a:off x="-2922588" y="6097588"/>
                <a:ext cx="555625" cy="412750"/>
              </a:xfrm>
              <a:custGeom>
                <a:avLst/>
                <a:gdLst>
                  <a:gd name="T0" fmla="*/ 148 w 148"/>
                  <a:gd name="T1" fmla="*/ 36 h 110"/>
                  <a:gd name="T2" fmla="*/ 138 w 148"/>
                  <a:gd name="T3" fmla="*/ 0 h 110"/>
                  <a:gd name="T4" fmla="*/ 106 w 148"/>
                  <a:gd name="T5" fmla="*/ 18 h 110"/>
                  <a:gd name="T6" fmla="*/ 74 w 148"/>
                  <a:gd name="T7" fmla="*/ 0 h 110"/>
                  <a:gd name="T8" fmla="*/ 42 w 148"/>
                  <a:gd name="T9" fmla="*/ 18 h 110"/>
                  <a:gd name="T10" fmla="*/ 10 w 148"/>
                  <a:gd name="T11" fmla="*/ 0 h 110"/>
                  <a:gd name="T12" fmla="*/ 0 w 148"/>
                  <a:gd name="T13" fmla="*/ 36 h 110"/>
                  <a:gd name="T14" fmla="*/ 66 w 148"/>
                  <a:gd name="T15" fmla="*/ 110 h 110"/>
                  <a:gd name="T16" fmla="*/ 74 w 148"/>
                  <a:gd name="T17" fmla="*/ 110 h 110"/>
                  <a:gd name="T18" fmla="*/ 82 w 148"/>
                  <a:gd name="T19" fmla="*/ 110 h 110"/>
                  <a:gd name="T20" fmla="*/ 148 w 148"/>
                  <a:gd name="T21" fmla="*/ 36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8" h="110">
                    <a:moveTo>
                      <a:pt x="148" y="36"/>
                    </a:moveTo>
                    <a:cubicBezTo>
                      <a:pt x="148" y="23"/>
                      <a:pt x="144" y="11"/>
                      <a:pt x="138" y="0"/>
                    </a:cubicBezTo>
                    <a:cubicBezTo>
                      <a:pt x="106" y="18"/>
                      <a:pt x="106" y="18"/>
                      <a:pt x="106" y="18"/>
                    </a:cubicBezTo>
                    <a:cubicBezTo>
                      <a:pt x="74" y="0"/>
                      <a:pt x="74" y="0"/>
                      <a:pt x="74" y="0"/>
                    </a:cubicBezTo>
                    <a:cubicBezTo>
                      <a:pt x="42" y="18"/>
                      <a:pt x="42" y="18"/>
                      <a:pt x="42" y="18"/>
                    </a:cubicBezTo>
                    <a:cubicBezTo>
                      <a:pt x="10" y="0"/>
                      <a:pt x="10" y="0"/>
                      <a:pt x="10" y="0"/>
                    </a:cubicBezTo>
                    <a:cubicBezTo>
                      <a:pt x="4" y="11"/>
                      <a:pt x="0" y="23"/>
                      <a:pt x="0" y="36"/>
                    </a:cubicBezTo>
                    <a:cubicBezTo>
                      <a:pt x="0" y="74"/>
                      <a:pt x="29" y="106"/>
                      <a:pt x="66" y="110"/>
                    </a:cubicBezTo>
                    <a:cubicBezTo>
                      <a:pt x="69" y="110"/>
                      <a:pt x="71" y="110"/>
                      <a:pt x="74" y="110"/>
                    </a:cubicBezTo>
                    <a:cubicBezTo>
                      <a:pt x="77" y="110"/>
                      <a:pt x="79" y="110"/>
                      <a:pt x="82" y="110"/>
                    </a:cubicBezTo>
                    <a:cubicBezTo>
                      <a:pt x="119" y="106"/>
                      <a:pt x="148" y="74"/>
                      <a:pt x="148"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76" name="Freeform 326"/>
              <p:cNvSpPr>
                <a:spLocks/>
              </p:cNvSpPr>
              <p:nvPr/>
            </p:nvSpPr>
            <p:spPr bwMode="auto">
              <a:xfrm>
                <a:off x="-2806700" y="6537325"/>
                <a:ext cx="115887" cy="115888"/>
              </a:xfrm>
              <a:custGeom>
                <a:avLst/>
                <a:gdLst>
                  <a:gd name="T0" fmla="*/ 30 w 31"/>
                  <a:gd name="T1" fmla="*/ 29 h 31"/>
                  <a:gd name="T2" fmla="*/ 23 w 31"/>
                  <a:gd name="T3" fmla="*/ 8 h 31"/>
                  <a:gd name="T4" fmla="*/ 2 w 31"/>
                  <a:gd name="T5" fmla="*/ 1 h 31"/>
                  <a:gd name="T6" fmla="*/ 8 w 31"/>
                  <a:gd name="T7" fmla="*/ 23 h 31"/>
                  <a:gd name="T8" fmla="*/ 30 w 31"/>
                  <a:gd name="T9" fmla="*/ 29 h 31"/>
                </a:gdLst>
                <a:ahLst/>
                <a:cxnLst>
                  <a:cxn ang="0">
                    <a:pos x="T0" y="T1"/>
                  </a:cxn>
                  <a:cxn ang="0">
                    <a:pos x="T2" y="T3"/>
                  </a:cxn>
                  <a:cxn ang="0">
                    <a:pos x="T4" y="T5"/>
                  </a:cxn>
                  <a:cxn ang="0">
                    <a:pos x="T6" y="T7"/>
                  </a:cxn>
                  <a:cxn ang="0">
                    <a:pos x="T8" y="T9"/>
                  </a:cxn>
                </a:cxnLst>
                <a:rect l="0" t="0" r="r" b="b"/>
                <a:pathLst>
                  <a:path w="31" h="31">
                    <a:moveTo>
                      <a:pt x="30" y="29"/>
                    </a:moveTo>
                    <a:cubicBezTo>
                      <a:pt x="31" y="22"/>
                      <a:pt x="29" y="14"/>
                      <a:pt x="23" y="8"/>
                    </a:cubicBezTo>
                    <a:cubicBezTo>
                      <a:pt x="17" y="2"/>
                      <a:pt x="9" y="0"/>
                      <a:pt x="2" y="1"/>
                    </a:cubicBezTo>
                    <a:cubicBezTo>
                      <a:pt x="0" y="9"/>
                      <a:pt x="3" y="17"/>
                      <a:pt x="8" y="23"/>
                    </a:cubicBezTo>
                    <a:cubicBezTo>
                      <a:pt x="14" y="28"/>
                      <a:pt x="22" y="31"/>
                      <a:pt x="30"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77" name="Freeform 327"/>
              <p:cNvSpPr>
                <a:spLocks/>
              </p:cNvSpPr>
              <p:nvPr/>
            </p:nvSpPr>
            <p:spPr bwMode="auto">
              <a:xfrm>
                <a:off x="-2600325" y="6537325"/>
                <a:ext cx="115887" cy="115888"/>
              </a:xfrm>
              <a:custGeom>
                <a:avLst/>
                <a:gdLst>
                  <a:gd name="T0" fmla="*/ 23 w 31"/>
                  <a:gd name="T1" fmla="*/ 23 h 31"/>
                  <a:gd name="T2" fmla="*/ 29 w 31"/>
                  <a:gd name="T3" fmla="*/ 1 h 31"/>
                  <a:gd name="T4" fmla="*/ 8 w 31"/>
                  <a:gd name="T5" fmla="*/ 8 h 31"/>
                  <a:gd name="T6" fmla="*/ 1 w 31"/>
                  <a:gd name="T7" fmla="*/ 29 h 31"/>
                  <a:gd name="T8" fmla="*/ 23 w 31"/>
                  <a:gd name="T9" fmla="*/ 23 h 31"/>
                </a:gdLst>
                <a:ahLst/>
                <a:cxnLst>
                  <a:cxn ang="0">
                    <a:pos x="T0" y="T1"/>
                  </a:cxn>
                  <a:cxn ang="0">
                    <a:pos x="T2" y="T3"/>
                  </a:cxn>
                  <a:cxn ang="0">
                    <a:pos x="T4" y="T5"/>
                  </a:cxn>
                  <a:cxn ang="0">
                    <a:pos x="T6" y="T7"/>
                  </a:cxn>
                  <a:cxn ang="0">
                    <a:pos x="T8" y="T9"/>
                  </a:cxn>
                </a:cxnLst>
                <a:rect l="0" t="0" r="r" b="b"/>
                <a:pathLst>
                  <a:path w="31" h="31">
                    <a:moveTo>
                      <a:pt x="23" y="23"/>
                    </a:moveTo>
                    <a:cubicBezTo>
                      <a:pt x="29" y="17"/>
                      <a:pt x="31" y="9"/>
                      <a:pt x="29" y="1"/>
                    </a:cubicBezTo>
                    <a:cubicBezTo>
                      <a:pt x="22" y="0"/>
                      <a:pt x="14" y="2"/>
                      <a:pt x="8" y="8"/>
                    </a:cubicBezTo>
                    <a:cubicBezTo>
                      <a:pt x="2" y="14"/>
                      <a:pt x="0" y="22"/>
                      <a:pt x="1" y="29"/>
                    </a:cubicBezTo>
                    <a:cubicBezTo>
                      <a:pt x="9" y="31"/>
                      <a:pt x="17" y="28"/>
                      <a:pt x="23"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78" name="Freeform 328"/>
              <p:cNvSpPr>
                <a:spLocks/>
              </p:cNvSpPr>
              <p:nvPr/>
            </p:nvSpPr>
            <p:spPr bwMode="auto">
              <a:xfrm>
                <a:off x="-2806700" y="6738938"/>
                <a:ext cx="322262" cy="95250"/>
              </a:xfrm>
              <a:custGeom>
                <a:avLst/>
                <a:gdLst>
                  <a:gd name="T0" fmla="*/ 51 w 86"/>
                  <a:gd name="T1" fmla="*/ 0 h 25"/>
                  <a:gd name="T2" fmla="*/ 43 w 86"/>
                  <a:gd name="T3" fmla="*/ 0 h 25"/>
                  <a:gd name="T4" fmla="*/ 35 w 86"/>
                  <a:gd name="T5" fmla="*/ 0 h 25"/>
                  <a:gd name="T6" fmla="*/ 0 w 86"/>
                  <a:gd name="T7" fmla="*/ 25 h 25"/>
                  <a:gd name="T8" fmla="*/ 86 w 86"/>
                  <a:gd name="T9" fmla="*/ 25 h 25"/>
                  <a:gd name="T10" fmla="*/ 51 w 86"/>
                  <a:gd name="T11" fmla="*/ 0 h 25"/>
                </a:gdLst>
                <a:ahLst/>
                <a:cxnLst>
                  <a:cxn ang="0">
                    <a:pos x="T0" y="T1"/>
                  </a:cxn>
                  <a:cxn ang="0">
                    <a:pos x="T2" y="T3"/>
                  </a:cxn>
                  <a:cxn ang="0">
                    <a:pos x="T4" y="T5"/>
                  </a:cxn>
                  <a:cxn ang="0">
                    <a:pos x="T6" y="T7"/>
                  </a:cxn>
                  <a:cxn ang="0">
                    <a:pos x="T8" y="T9"/>
                  </a:cxn>
                  <a:cxn ang="0">
                    <a:pos x="T10" y="T11"/>
                  </a:cxn>
                </a:cxnLst>
                <a:rect l="0" t="0" r="r" b="b"/>
                <a:pathLst>
                  <a:path w="86" h="25">
                    <a:moveTo>
                      <a:pt x="51" y="0"/>
                    </a:moveTo>
                    <a:cubicBezTo>
                      <a:pt x="48" y="0"/>
                      <a:pt x="46" y="0"/>
                      <a:pt x="43" y="0"/>
                    </a:cubicBezTo>
                    <a:cubicBezTo>
                      <a:pt x="40" y="0"/>
                      <a:pt x="38" y="0"/>
                      <a:pt x="35" y="0"/>
                    </a:cubicBezTo>
                    <a:cubicBezTo>
                      <a:pt x="15" y="2"/>
                      <a:pt x="0" y="13"/>
                      <a:pt x="0" y="25"/>
                    </a:cubicBezTo>
                    <a:cubicBezTo>
                      <a:pt x="86" y="25"/>
                      <a:pt x="86" y="25"/>
                      <a:pt x="86" y="25"/>
                    </a:cubicBezTo>
                    <a:cubicBezTo>
                      <a:pt x="86" y="13"/>
                      <a:pt x="71" y="2"/>
                      <a:pt x="5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79" name="Freeform 329"/>
              <p:cNvSpPr>
                <a:spLocks/>
              </p:cNvSpPr>
              <p:nvPr/>
            </p:nvSpPr>
            <p:spPr bwMode="auto">
              <a:xfrm>
                <a:off x="-5410200" y="3240087"/>
                <a:ext cx="323850" cy="244475"/>
              </a:xfrm>
              <a:custGeom>
                <a:avLst/>
                <a:gdLst>
                  <a:gd name="T0" fmla="*/ 43 w 86"/>
                  <a:gd name="T1" fmla="*/ 0 h 65"/>
                  <a:gd name="T2" fmla="*/ 0 w 86"/>
                  <a:gd name="T3" fmla="*/ 44 h 65"/>
                  <a:gd name="T4" fmla="*/ 5 w 86"/>
                  <a:gd name="T5" fmla="*/ 64 h 65"/>
                  <a:gd name="T6" fmla="*/ 5 w 86"/>
                  <a:gd name="T7" fmla="*/ 53 h 65"/>
                  <a:gd name="T8" fmla="*/ 7 w 86"/>
                  <a:gd name="T9" fmla="*/ 47 h 65"/>
                  <a:gd name="T10" fmla="*/ 7 w 86"/>
                  <a:gd name="T11" fmla="*/ 44 h 65"/>
                  <a:gd name="T12" fmla="*/ 43 w 86"/>
                  <a:gd name="T13" fmla="*/ 7 h 65"/>
                  <a:gd name="T14" fmla="*/ 79 w 86"/>
                  <a:gd name="T15" fmla="*/ 44 h 65"/>
                  <a:gd name="T16" fmla="*/ 79 w 86"/>
                  <a:gd name="T17" fmla="*/ 47 h 65"/>
                  <a:gd name="T18" fmla="*/ 80 w 86"/>
                  <a:gd name="T19" fmla="*/ 53 h 65"/>
                  <a:gd name="T20" fmla="*/ 80 w 86"/>
                  <a:gd name="T21" fmla="*/ 65 h 65"/>
                  <a:gd name="T22" fmla="*/ 86 w 86"/>
                  <a:gd name="T23" fmla="*/ 44 h 65"/>
                  <a:gd name="T24" fmla="*/ 43 w 86"/>
                  <a:gd name="T25"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6" h="65">
                    <a:moveTo>
                      <a:pt x="43" y="0"/>
                    </a:moveTo>
                    <a:cubicBezTo>
                      <a:pt x="19" y="0"/>
                      <a:pt x="0" y="20"/>
                      <a:pt x="0" y="44"/>
                    </a:cubicBezTo>
                    <a:cubicBezTo>
                      <a:pt x="0" y="51"/>
                      <a:pt x="1" y="58"/>
                      <a:pt x="5" y="64"/>
                    </a:cubicBezTo>
                    <a:cubicBezTo>
                      <a:pt x="5" y="53"/>
                      <a:pt x="5" y="53"/>
                      <a:pt x="5" y="53"/>
                    </a:cubicBezTo>
                    <a:cubicBezTo>
                      <a:pt x="5" y="51"/>
                      <a:pt x="6" y="49"/>
                      <a:pt x="7" y="47"/>
                    </a:cubicBezTo>
                    <a:cubicBezTo>
                      <a:pt x="7" y="46"/>
                      <a:pt x="7" y="45"/>
                      <a:pt x="7" y="44"/>
                    </a:cubicBezTo>
                    <a:cubicBezTo>
                      <a:pt x="7" y="24"/>
                      <a:pt x="23" y="7"/>
                      <a:pt x="43" y="7"/>
                    </a:cubicBezTo>
                    <a:cubicBezTo>
                      <a:pt x="63" y="7"/>
                      <a:pt x="79" y="24"/>
                      <a:pt x="79" y="44"/>
                    </a:cubicBezTo>
                    <a:cubicBezTo>
                      <a:pt x="79" y="45"/>
                      <a:pt x="79" y="46"/>
                      <a:pt x="79" y="47"/>
                    </a:cubicBezTo>
                    <a:cubicBezTo>
                      <a:pt x="80" y="49"/>
                      <a:pt x="80" y="51"/>
                      <a:pt x="80" y="53"/>
                    </a:cubicBezTo>
                    <a:cubicBezTo>
                      <a:pt x="80" y="65"/>
                      <a:pt x="80" y="65"/>
                      <a:pt x="80" y="65"/>
                    </a:cubicBezTo>
                    <a:cubicBezTo>
                      <a:pt x="84" y="58"/>
                      <a:pt x="86" y="51"/>
                      <a:pt x="86" y="44"/>
                    </a:cubicBezTo>
                    <a:cubicBezTo>
                      <a:pt x="86" y="20"/>
                      <a:pt x="67" y="0"/>
                      <a:pt x="4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80" name="Freeform 330"/>
              <p:cNvSpPr>
                <a:spLocks/>
              </p:cNvSpPr>
              <p:nvPr/>
            </p:nvSpPr>
            <p:spPr bwMode="auto">
              <a:xfrm>
                <a:off x="-5383213" y="3405187"/>
                <a:ext cx="71437" cy="128588"/>
              </a:xfrm>
              <a:custGeom>
                <a:avLst/>
                <a:gdLst>
                  <a:gd name="T0" fmla="*/ 0 w 19"/>
                  <a:gd name="T1" fmla="*/ 7 h 34"/>
                  <a:gd name="T2" fmla="*/ 0 w 19"/>
                  <a:gd name="T3" fmla="*/ 9 h 34"/>
                  <a:gd name="T4" fmla="*/ 0 w 19"/>
                  <a:gd name="T5" fmla="*/ 20 h 34"/>
                  <a:gd name="T6" fmla="*/ 0 w 19"/>
                  <a:gd name="T7" fmla="*/ 25 h 34"/>
                  <a:gd name="T8" fmla="*/ 13 w 19"/>
                  <a:gd name="T9" fmla="*/ 34 h 34"/>
                  <a:gd name="T10" fmla="*/ 19 w 19"/>
                  <a:gd name="T11" fmla="*/ 34 h 34"/>
                  <a:gd name="T12" fmla="*/ 19 w 19"/>
                  <a:gd name="T13" fmla="*/ 0 h 34"/>
                  <a:gd name="T14" fmla="*/ 13 w 19"/>
                  <a:gd name="T15" fmla="*/ 0 h 34"/>
                  <a:gd name="T16" fmla="*/ 0 w 19"/>
                  <a:gd name="T17" fmla="*/ 7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34">
                    <a:moveTo>
                      <a:pt x="0" y="7"/>
                    </a:moveTo>
                    <a:cubicBezTo>
                      <a:pt x="0" y="8"/>
                      <a:pt x="0" y="8"/>
                      <a:pt x="0" y="9"/>
                    </a:cubicBezTo>
                    <a:cubicBezTo>
                      <a:pt x="0" y="20"/>
                      <a:pt x="0" y="20"/>
                      <a:pt x="0" y="20"/>
                    </a:cubicBezTo>
                    <a:cubicBezTo>
                      <a:pt x="0" y="25"/>
                      <a:pt x="0" y="25"/>
                      <a:pt x="0" y="25"/>
                    </a:cubicBezTo>
                    <a:cubicBezTo>
                      <a:pt x="0" y="30"/>
                      <a:pt x="6" y="34"/>
                      <a:pt x="13" y="34"/>
                    </a:cubicBezTo>
                    <a:cubicBezTo>
                      <a:pt x="19" y="34"/>
                      <a:pt x="19" y="34"/>
                      <a:pt x="19" y="34"/>
                    </a:cubicBezTo>
                    <a:cubicBezTo>
                      <a:pt x="19" y="0"/>
                      <a:pt x="19" y="0"/>
                      <a:pt x="19" y="0"/>
                    </a:cubicBezTo>
                    <a:cubicBezTo>
                      <a:pt x="13" y="0"/>
                      <a:pt x="13" y="0"/>
                      <a:pt x="13" y="0"/>
                    </a:cubicBezTo>
                    <a:cubicBezTo>
                      <a:pt x="7" y="0"/>
                      <a:pt x="2" y="3"/>
                      <a:pt x="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81" name="Freeform 331"/>
              <p:cNvSpPr>
                <a:spLocks/>
              </p:cNvSpPr>
              <p:nvPr/>
            </p:nvSpPr>
            <p:spPr bwMode="auto">
              <a:xfrm>
                <a:off x="-5187950" y="3405187"/>
                <a:ext cx="71437" cy="128588"/>
              </a:xfrm>
              <a:custGeom>
                <a:avLst/>
                <a:gdLst>
                  <a:gd name="T0" fmla="*/ 19 w 19"/>
                  <a:gd name="T1" fmla="*/ 25 h 34"/>
                  <a:gd name="T2" fmla="*/ 19 w 19"/>
                  <a:gd name="T3" fmla="*/ 20 h 34"/>
                  <a:gd name="T4" fmla="*/ 19 w 19"/>
                  <a:gd name="T5" fmla="*/ 9 h 34"/>
                  <a:gd name="T6" fmla="*/ 19 w 19"/>
                  <a:gd name="T7" fmla="*/ 8 h 34"/>
                  <a:gd name="T8" fmla="*/ 6 w 19"/>
                  <a:gd name="T9" fmla="*/ 0 h 34"/>
                  <a:gd name="T10" fmla="*/ 0 w 19"/>
                  <a:gd name="T11" fmla="*/ 0 h 34"/>
                  <a:gd name="T12" fmla="*/ 0 w 19"/>
                  <a:gd name="T13" fmla="*/ 34 h 34"/>
                  <a:gd name="T14" fmla="*/ 6 w 19"/>
                  <a:gd name="T15" fmla="*/ 34 h 34"/>
                  <a:gd name="T16" fmla="*/ 19 w 19"/>
                  <a:gd name="T17" fmla="*/ 25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34">
                    <a:moveTo>
                      <a:pt x="19" y="25"/>
                    </a:moveTo>
                    <a:cubicBezTo>
                      <a:pt x="19" y="20"/>
                      <a:pt x="19" y="20"/>
                      <a:pt x="19" y="20"/>
                    </a:cubicBezTo>
                    <a:cubicBezTo>
                      <a:pt x="19" y="9"/>
                      <a:pt x="19" y="9"/>
                      <a:pt x="19" y="9"/>
                    </a:cubicBezTo>
                    <a:cubicBezTo>
                      <a:pt x="19" y="8"/>
                      <a:pt x="19" y="8"/>
                      <a:pt x="19" y="8"/>
                    </a:cubicBezTo>
                    <a:cubicBezTo>
                      <a:pt x="18" y="3"/>
                      <a:pt x="13" y="0"/>
                      <a:pt x="6" y="0"/>
                    </a:cubicBezTo>
                    <a:cubicBezTo>
                      <a:pt x="0" y="0"/>
                      <a:pt x="0" y="0"/>
                      <a:pt x="0" y="0"/>
                    </a:cubicBezTo>
                    <a:cubicBezTo>
                      <a:pt x="0" y="34"/>
                      <a:pt x="0" y="34"/>
                      <a:pt x="0" y="34"/>
                    </a:cubicBezTo>
                    <a:cubicBezTo>
                      <a:pt x="6" y="34"/>
                      <a:pt x="6" y="34"/>
                      <a:pt x="6" y="34"/>
                    </a:cubicBezTo>
                    <a:cubicBezTo>
                      <a:pt x="13" y="34"/>
                      <a:pt x="19" y="30"/>
                      <a:pt x="19"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grpSp>
        <p:sp>
          <p:nvSpPr>
            <p:cNvPr id="20" name="Rectangle 19"/>
            <p:cNvSpPr/>
            <p:nvPr/>
          </p:nvSpPr>
          <p:spPr>
            <a:xfrm flipH="1">
              <a:off x="2287181" y="2991124"/>
              <a:ext cx="697359" cy="1002038"/>
            </a:xfrm>
            <a:prstGeom prst="rect">
              <a:avLst/>
            </a:prstGeom>
          </p:spPr>
          <p:txBody>
            <a:bodyPr wrap="square">
              <a:spAutoFit/>
            </a:bodyPr>
            <a:lstStyle/>
            <a:p>
              <a:pPr algn="ctr" defTabSz="457200" fontAlgn="auto">
                <a:spcBef>
                  <a:spcPts val="0"/>
                </a:spcBef>
                <a:spcAft>
                  <a:spcPts val="0"/>
                </a:spcAft>
              </a:pPr>
              <a:r>
                <a:rPr lang="id-ID" sz="700" b="1" dirty="0">
                  <a:solidFill>
                    <a:prstClr val="white">
                      <a:lumMod val="75000"/>
                    </a:prstClr>
                  </a:solidFill>
                  <a:latin typeface="Roboto" panose="02000000000000000000" pitchFamily="2" charset="0"/>
                  <a:ea typeface="Roboto" panose="02000000000000000000" pitchFamily="2" charset="0"/>
                  <a:cs typeface="Simplified Arabic" panose="02020603050405020304" pitchFamily="18" charset="-78"/>
                </a:rPr>
                <a:t>Suitable for </a:t>
              </a:r>
              <a:r>
                <a:rPr lang="id-ID" sz="700" b="1" dirty="0" smtClean="0">
                  <a:solidFill>
                    <a:prstClr val="white">
                      <a:lumMod val="75000"/>
                    </a:prstClr>
                  </a:solidFill>
                  <a:latin typeface="Roboto" panose="02000000000000000000" pitchFamily="2" charset="0"/>
                  <a:ea typeface="Roboto" panose="02000000000000000000" pitchFamily="2" charset="0"/>
                  <a:cs typeface="Simplified Arabic" panose="02020603050405020304" pitchFamily="18" charset="-78"/>
                </a:rPr>
                <a:t> categories </a:t>
              </a:r>
              <a:r>
                <a:rPr lang="id-ID" sz="700" dirty="0">
                  <a:solidFill>
                    <a:prstClr val="white">
                      <a:lumMod val="75000"/>
                    </a:prstClr>
                  </a:solidFill>
                  <a:latin typeface="Roboto" panose="02000000000000000000" pitchFamily="2" charset="0"/>
                  <a:ea typeface="Roboto" panose="02000000000000000000" pitchFamily="2" charset="0"/>
                  <a:cs typeface="Simplified Arabic" panose="02020603050405020304" pitchFamily="18" charset="-78"/>
                </a:rPr>
                <a:t>business and personal presentation, eaque ipsa quae ab illo inventore veritatis et quasi architecto </a:t>
              </a:r>
              <a:r>
                <a:rPr lang="id-ID" sz="700" dirty="0" smtClean="0">
                  <a:solidFill>
                    <a:prstClr val="white">
                      <a:lumMod val="75000"/>
                    </a:prstClr>
                  </a:solidFill>
                  <a:latin typeface="Roboto" panose="02000000000000000000" pitchFamily="2" charset="0"/>
                  <a:ea typeface="Roboto" panose="02000000000000000000" pitchFamily="2" charset="0"/>
                  <a:cs typeface="Simplified Arabic" panose="02020603050405020304" pitchFamily="18" charset="-78"/>
                </a:rPr>
                <a:t>beatae</a:t>
              </a:r>
              <a:endParaRPr lang="id-ID" sz="700" dirty="0">
                <a:solidFill>
                  <a:prstClr val="white">
                    <a:lumMod val="75000"/>
                  </a:prstClr>
                </a:solidFill>
                <a:latin typeface="Roboto" panose="02000000000000000000" pitchFamily="2" charset="0"/>
                <a:ea typeface="Roboto" panose="02000000000000000000" pitchFamily="2" charset="0"/>
                <a:cs typeface="Simplified Arabic" panose="02020603050405020304" pitchFamily="18" charset="-78"/>
              </a:endParaRPr>
            </a:p>
          </p:txBody>
        </p:sp>
      </p:grpSp>
    </p:spTree>
    <p:extLst>
      <p:ext uri="{BB962C8B-B14F-4D97-AF65-F5344CB8AC3E}">
        <p14:creationId xmlns:p14="http://schemas.microsoft.com/office/powerpoint/2010/main" val="45064490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10">
                                            <p:txEl>
                                              <p:pRg st="0" end="0"/>
                                            </p:txEl>
                                          </p:spTgt>
                                        </p:tgtEl>
                                        <p:attrNameLst>
                                          <p:attrName>style.visibility</p:attrName>
                                        </p:attrNameLst>
                                      </p:cBhvr>
                                      <p:to>
                                        <p:strVal val="visible"/>
                                      </p:to>
                                    </p:set>
                                    <p:animEffect transition="in" filter="fade">
                                      <p:cBhvr>
                                        <p:cTn id="7" dur="500"/>
                                        <p:tgtEl>
                                          <p:spTgt spid="10">
                                            <p:txEl>
                                              <p:pRg st="0" end="0"/>
                                            </p:txEl>
                                          </p:spTgt>
                                        </p:tgtEl>
                                      </p:cBhvr>
                                    </p:animEffect>
                                  </p:childTnLst>
                                </p:cTn>
                              </p:par>
                              <p:par>
                                <p:cTn id="8" presetID="14" presetClass="entr" presetSubtype="10" fill="hold" nodeType="withEffect">
                                  <p:stCondLst>
                                    <p:cond delay="0"/>
                                  </p:stCondLst>
                                  <p:childTnLst>
                                    <p:set>
                                      <p:cBhvr>
                                        <p:cTn id="9" dur="1" fill="hold">
                                          <p:stCondLst>
                                            <p:cond delay="0"/>
                                          </p:stCondLst>
                                        </p:cTn>
                                        <p:tgtEl>
                                          <p:spTgt spid="342"/>
                                        </p:tgtEl>
                                        <p:attrNameLst>
                                          <p:attrName>style.visibility</p:attrName>
                                        </p:attrNameLst>
                                      </p:cBhvr>
                                      <p:to>
                                        <p:strVal val="visible"/>
                                      </p:to>
                                    </p:set>
                                    <p:animEffect transition="in" filter="randombar(horizontal)">
                                      <p:cBhvr>
                                        <p:cTn id="10" dur="500"/>
                                        <p:tgtEl>
                                          <p:spTgt spid="342"/>
                                        </p:tgtEl>
                                      </p:cBhvr>
                                    </p:animEffect>
                                  </p:childTnLst>
                                </p:cTn>
                              </p:par>
                              <p:par>
                                <p:cTn id="11" presetID="45" presetClass="entr" presetSubtype="0" fill="hold" grpId="0" nodeType="withEffect">
                                  <p:stCondLst>
                                    <p:cond delay="500"/>
                                  </p:stCondLst>
                                  <p:childTnLst>
                                    <p:set>
                                      <p:cBhvr>
                                        <p:cTn id="12" dur="1" fill="hold">
                                          <p:stCondLst>
                                            <p:cond delay="0"/>
                                          </p:stCondLst>
                                        </p:cTn>
                                        <p:tgtEl>
                                          <p:spTgt spid="10"/>
                                        </p:tgtEl>
                                        <p:attrNameLst>
                                          <p:attrName>style.visibility</p:attrName>
                                        </p:attrNameLst>
                                      </p:cBhvr>
                                      <p:to>
                                        <p:strVal val="visible"/>
                                      </p:to>
                                    </p:set>
                                    <p:animEffect transition="in" filter="fade">
                                      <p:cBhvr>
                                        <p:cTn id="13" dur="2250"/>
                                        <p:tgtEl>
                                          <p:spTgt spid="10"/>
                                        </p:tgtEl>
                                      </p:cBhvr>
                                    </p:animEffect>
                                    <p:anim calcmode="lin" valueType="num">
                                      <p:cBhvr>
                                        <p:cTn id="14" dur="2250" fill="hold"/>
                                        <p:tgtEl>
                                          <p:spTgt spid="10"/>
                                        </p:tgtEl>
                                        <p:attrNameLst>
                                          <p:attrName>ppt_w</p:attrName>
                                        </p:attrNameLst>
                                      </p:cBhvr>
                                      <p:tavLst>
                                        <p:tav tm="0" fmla="#ppt_w*sin(2.5*pi*$)">
                                          <p:val>
                                            <p:fltVal val="0"/>
                                          </p:val>
                                        </p:tav>
                                        <p:tav tm="100000">
                                          <p:val>
                                            <p:fltVal val="1"/>
                                          </p:val>
                                        </p:tav>
                                      </p:tavLst>
                                    </p:anim>
                                    <p:anim calcmode="lin" valueType="num">
                                      <p:cBhvr>
                                        <p:cTn id="15" dur="2250" fill="hold"/>
                                        <p:tgtEl>
                                          <p:spTgt spid="10"/>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3" name="Group 52"/>
          <p:cNvGrpSpPr/>
          <p:nvPr/>
        </p:nvGrpSpPr>
        <p:grpSpPr>
          <a:xfrm>
            <a:off x="2381250" y="2132329"/>
            <a:ext cx="6594426" cy="3269314"/>
            <a:chOff x="2554654" y="1980174"/>
            <a:chExt cx="7082692" cy="3511382"/>
          </a:xfrm>
        </p:grpSpPr>
        <p:sp>
          <p:nvSpPr>
            <p:cNvPr id="50" name="Oval 49"/>
            <p:cNvSpPr/>
            <p:nvPr/>
          </p:nvSpPr>
          <p:spPr>
            <a:xfrm>
              <a:off x="5941808" y="4785807"/>
              <a:ext cx="348226" cy="348226"/>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49" name="Oval 48"/>
            <p:cNvSpPr/>
            <p:nvPr/>
          </p:nvSpPr>
          <p:spPr>
            <a:xfrm>
              <a:off x="5941808" y="4004234"/>
              <a:ext cx="348226" cy="34822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48" name="Oval 47"/>
            <p:cNvSpPr/>
            <p:nvPr/>
          </p:nvSpPr>
          <p:spPr>
            <a:xfrm>
              <a:off x="5948225" y="3114605"/>
              <a:ext cx="348226" cy="34822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47" name="Oval 46"/>
            <p:cNvSpPr/>
            <p:nvPr/>
          </p:nvSpPr>
          <p:spPr>
            <a:xfrm>
              <a:off x="5921887" y="2336070"/>
              <a:ext cx="348226" cy="348226"/>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grpSp>
          <p:nvGrpSpPr>
            <p:cNvPr id="23" name="Group 17"/>
            <p:cNvGrpSpPr/>
            <p:nvPr/>
          </p:nvGrpSpPr>
          <p:grpSpPr>
            <a:xfrm flipH="1">
              <a:off x="2554654" y="1980174"/>
              <a:ext cx="3541346" cy="1059820"/>
              <a:chOff x="3047999" y="2196251"/>
              <a:chExt cx="2662589" cy="796834"/>
            </a:xfrm>
          </p:grpSpPr>
          <p:sp>
            <p:nvSpPr>
              <p:cNvPr id="24" name="Rounded Rectangle 23"/>
              <p:cNvSpPr/>
              <p:nvPr/>
            </p:nvSpPr>
            <p:spPr bwMode="auto">
              <a:xfrm>
                <a:off x="3616180" y="2242087"/>
                <a:ext cx="2094408" cy="750998"/>
              </a:xfrm>
              <a:prstGeom prst="roundRect">
                <a:avLst/>
              </a:prstGeom>
              <a:solidFill>
                <a:schemeClr val="accent1">
                  <a:lumMod val="75000"/>
                </a:schemeClr>
              </a:solidFill>
              <a:ln w="9525">
                <a:noFill/>
                <a:round/>
                <a:headEnd/>
                <a:tailEnd/>
              </a:ln>
            </p:spPr>
            <p:txBody>
              <a:bodyPr vert="horz" wrap="square" lIns="91440" tIns="45720" rIns="91440" bIns="45720" numCol="1" rtlCol="0" anchor="ctr" anchorCtr="0" compatLnSpc="1">
                <a:prstTxWarp prst="textNoShape">
                  <a:avLst/>
                </a:prstTxWarp>
              </a:bodyPr>
              <a:lstStyle/>
              <a:p>
                <a:pPr algn="ctr" fontAlgn="auto">
                  <a:spcBef>
                    <a:spcPts val="0"/>
                  </a:spcBef>
                  <a:spcAft>
                    <a:spcPts val="0"/>
                  </a:spcAft>
                </a:pPr>
                <a:endParaRPr lang="en-US" b="1" dirty="0">
                  <a:solidFill>
                    <a:prstClr val="white"/>
                  </a:solidFill>
                  <a:latin typeface="Roboto Lt"/>
                </a:endParaRPr>
              </a:p>
            </p:txBody>
          </p:sp>
          <p:sp>
            <p:nvSpPr>
              <p:cNvPr id="25" name="Rounded Rectangle 24"/>
              <p:cNvSpPr/>
              <p:nvPr/>
            </p:nvSpPr>
            <p:spPr bwMode="auto">
              <a:xfrm>
                <a:off x="3581401" y="2196251"/>
                <a:ext cx="2094408" cy="750998"/>
              </a:xfrm>
              <a:prstGeom prst="roundRect">
                <a:avLst/>
              </a:prstGeom>
              <a:solidFill>
                <a:schemeClr val="accent1"/>
              </a:solidFill>
              <a:ln w="9525">
                <a:noFill/>
                <a:round/>
                <a:headEnd/>
                <a:tailEnd/>
              </a:ln>
            </p:spPr>
            <p:txBody>
              <a:bodyPr vert="horz" wrap="square" lIns="91440" tIns="45720" rIns="91440" bIns="45720" numCol="1" rtlCol="0" anchor="ctr" anchorCtr="0" compatLnSpc="1">
                <a:prstTxWarp prst="textNoShape">
                  <a:avLst/>
                </a:prstTxWarp>
              </a:bodyPr>
              <a:lstStyle/>
              <a:p>
                <a:pPr rtl="1" fontAlgn="auto">
                  <a:spcBef>
                    <a:spcPts val="0"/>
                  </a:spcBef>
                  <a:spcAft>
                    <a:spcPts val="0"/>
                  </a:spcAft>
                </a:pPr>
                <a:r>
                  <a:rPr lang="ar-SA" sz="2800" b="1" dirty="0" smtClean="0">
                    <a:solidFill>
                      <a:prstClr val="white"/>
                    </a:solidFill>
                    <a:latin typeface="Roboto"/>
                    <a:ea typeface="Fira Sans SemiBold Italic" panose="00000700000000000000" pitchFamily="50" charset="0"/>
                  </a:rPr>
                  <a:t>المعرفة </a:t>
                </a:r>
                <a:r>
                  <a:rPr lang="ar-SA" sz="2800" b="1" dirty="0">
                    <a:solidFill>
                      <a:prstClr val="white"/>
                    </a:solidFill>
                    <a:latin typeface="Roboto"/>
                    <a:ea typeface="Fira Sans SemiBold Italic" panose="00000700000000000000" pitchFamily="50" charset="0"/>
                  </a:rPr>
                  <a:t>الحقيقية</a:t>
                </a:r>
                <a:endParaRPr lang="en-US" sz="2800" b="1" dirty="0">
                  <a:solidFill>
                    <a:prstClr val="white"/>
                  </a:solidFill>
                  <a:latin typeface="Roboto"/>
                  <a:ea typeface="Fira Sans SemiBold Italic" panose="00000700000000000000" pitchFamily="50" charset="0"/>
                </a:endParaRPr>
              </a:p>
            </p:txBody>
          </p:sp>
          <p:grpSp>
            <p:nvGrpSpPr>
              <p:cNvPr id="26" name="Group 22"/>
              <p:cNvGrpSpPr/>
              <p:nvPr/>
            </p:nvGrpSpPr>
            <p:grpSpPr>
              <a:xfrm rot="16200000">
                <a:off x="3369279" y="2174269"/>
                <a:ext cx="195640" cy="838200"/>
                <a:chOff x="3686186" y="1166322"/>
                <a:chExt cx="152400" cy="652944"/>
              </a:xfrm>
            </p:grpSpPr>
            <p:sp>
              <p:nvSpPr>
                <p:cNvPr id="27" name="Oval 26"/>
                <p:cNvSpPr/>
                <p:nvPr/>
              </p:nvSpPr>
              <p:spPr>
                <a:xfrm>
                  <a:off x="3686186" y="1666867"/>
                  <a:ext cx="152400" cy="152399"/>
                </a:xfrm>
                <a:prstGeom prst="ellips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sz="1600" dirty="0">
                    <a:solidFill>
                      <a:prstClr val="white"/>
                    </a:solidFill>
                  </a:endParaRPr>
                </a:p>
              </p:txBody>
            </p:sp>
            <p:sp>
              <p:nvSpPr>
                <p:cNvPr id="28" name="Rounded Rectangle 27"/>
                <p:cNvSpPr/>
                <p:nvPr/>
              </p:nvSpPr>
              <p:spPr>
                <a:xfrm>
                  <a:off x="3737893" y="1166322"/>
                  <a:ext cx="48984" cy="610899"/>
                </a:xfrm>
                <a:prstGeom prst="roundRect">
                  <a:avLst>
                    <a:gd name="adj" fmla="val 38542"/>
                  </a:avLst>
                </a:prstGeom>
                <a:gradFill>
                  <a:gsLst>
                    <a:gs pos="2000">
                      <a:schemeClr val="tx1">
                        <a:lumMod val="50000"/>
                        <a:lumOff val="50000"/>
                      </a:schemeClr>
                    </a:gs>
                    <a:gs pos="100000">
                      <a:schemeClr val="bg1"/>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sz="1600" dirty="0">
                    <a:solidFill>
                      <a:prstClr val="white"/>
                    </a:solidFill>
                  </a:endParaRPr>
                </a:p>
              </p:txBody>
            </p:sp>
          </p:grpSp>
        </p:grpSp>
        <p:grpSp>
          <p:nvGrpSpPr>
            <p:cNvPr id="29" name="Group 17"/>
            <p:cNvGrpSpPr/>
            <p:nvPr/>
          </p:nvGrpSpPr>
          <p:grpSpPr>
            <a:xfrm>
              <a:off x="6096000" y="2743666"/>
              <a:ext cx="3541346" cy="1059820"/>
              <a:chOff x="3047999" y="2196251"/>
              <a:chExt cx="2662589" cy="796834"/>
            </a:xfrm>
          </p:grpSpPr>
          <p:sp>
            <p:nvSpPr>
              <p:cNvPr id="30" name="Rounded Rectangle 29"/>
              <p:cNvSpPr/>
              <p:nvPr/>
            </p:nvSpPr>
            <p:spPr bwMode="auto">
              <a:xfrm>
                <a:off x="3616180" y="2242087"/>
                <a:ext cx="2094408" cy="750998"/>
              </a:xfrm>
              <a:prstGeom prst="roundRect">
                <a:avLst/>
              </a:prstGeom>
              <a:solidFill>
                <a:schemeClr val="accent2">
                  <a:lumMod val="75000"/>
                </a:schemeClr>
              </a:solidFill>
              <a:ln w="9525">
                <a:noFill/>
                <a:round/>
                <a:headEnd/>
                <a:tailEnd/>
              </a:ln>
            </p:spPr>
            <p:txBody>
              <a:bodyPr vert="horz" wrap="square" lIns="91440" tIns="45720" rIns="91440" bIns="45720" numCol="1" rtlCol="0" anchor="ctr" anchorCtr="0" compatLnSpc="1">
                <a:prstTxWarp prst="textNoShape">
                  <a:avLst/>
                </a:prstTxWarp>
              </a:bodyPr>
              <a:lstStyle/>
              <a:p>
                <a:pPr algn="ctr" fontAlgn="auto">
                  <a:spcBef>
                    <a:spcPts val="0"/>
                  </a:spcBef>
                  <a:spcAft>
                    <a:spcPts val="0"/>
                  </a:spcAft>
                </a:pPr>
                <a:endParaRPr lang="en-US" b="1" dirty="0">
                  <a:solidFill>
                    <a:prstClr val="white"/>
                  </a:solidFill>
                  <a:latin typeface="Roboto Lt"/>
                </a:endParaRPr>
              </a:p>
            </p:txBody>
          </p:sp>
          <p:sp>
            <p:nvSpPr>
              <p:cNvPr id="31" name="Rounded Rectangle 30"/>
              <p:cNvSpPr/>
              <p:nvPr/>
            </p:nvSpPr>
            <p:spPr bwMode="auto">
              <a:xfrm>
                <a:off x="3581401" y="2196251"/>
                <a:ext cx="2094408" cy="750998"/>
              </a:xfrm>
              <a:prstGeom prst="roundRect">
                <a:avLst/>
              </a:prstGeom>
              <a:solidFill>
                <a:schemeClr val="accent2"/>
              </a:solidFill>
              <a:ln w="9525">
                <a:noFill/>
                <a:round/>
                <a:headEnd/>
                <a:tailEnd/>
              </a:ln>
            </p:spPr>
            <p:txBody>
              <a:bodyPr vert="horz" wrap="square" lIns="91440" tIns="45720" rIns="91440" bIns="45720" numCol="1" rtlCol="0" anchor="ctr" anchorCtr="0" compatLnSpc="1">
                <a:prstTxWarp prst="textNoShape">
                  <a:avLst/>
                </a:prstTxWarp>
              </a:bodyPr>
              <a:lstStyle/>
              <a:p>
                <a:pPr algn="r" fontAlgn="auto">
                  <a:spcBef>
                    <a:spcPts val="0"/>
                  </a:spcBef>
                  <a:spcAft>
                    <a:spcPts val="0"/>
                  </a:spcAft>
                </a:pPr>
                <a:r>
                  <a:rPr lang="ar-SA" sz="2800" b="1" dirty="0">
                    <a:solidFill>
                      <a:schemeClr val="bg1"/>
                    </a:solidFill>
                  </a:rPr>
                  <a:t>المعرفة المفهومية</a:t>
                </a:r>
                <a:endParaRPr lang="en-US" sz="2800" b="1" dirty="0">
                  <a:solidFill>
                    <a:schemeClr val="bg1"/>
                  </a:solidFill>
                  <a:latin typeface="Roboto"/>
                  <a:ea typeface="Fira Sans SemiBold Italic" panose="00000700000000000000" pitchFamily="50" charset="0"/>
                </a:endParaRPr>
              </a:p>
            </p:txBody>
          </p:sp>
          <p:grpSp>
            <p:nvGrpSpPr>
              <p:cNvPr id="32" name="Group 22"/>
              <p:cNvGrpSpPr/>
              <p:nvPr/>
            </p:nvGrpSpPr>
            <p:grpSpPr>
              <a:xfrm rot="16200000">
                <a:off x="3369279" y="2174269"/>
                <a:ext cx="195640" cy="838200"/>
                <a:chOff x="3686186" y="1166322"/>
                <a:chExt cx="152400" cy="652944"/>
              </a:xfrm>
            </p:grpSpPr>
            <p:sp>
              <p:nvSpPr>
                <p:cNvPr id="33" name="Oval 32"/>
                <p:cNvSpPr/>
                <p:nvPr/>
              </p:nvSpPr>
              <p:spPr>
                <a:xfrm>
                  <a:off x="3686186" y="1666867"/>
                  <a:ext cx="152400" cy="152399"/>
                </a:xfrm>
                <a:prstGeom prst="ellips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sz="1600" dirty="0">
                    <a:solidFill>
                      <a:prstClr val="white"/>
                    </a:solidFill>
                  </a:endParaRPr>
                </a:p>
              </p:txBody>
            </p:sp>
            <p:sp>
              <p:nvSpPr>
                <p:cNvPr id="34" name="Rounded Rectangle 33"/>
                <p:cNvSpPr/>
                <p:nvPr/>
              </p:nvSpPr>
              <p:spPr>
                <a:xfrm>
                  <a:off x="3737893" y="1166322"/>
                  <a:ext cx="48984" cy="610899"/>
                </a:xfrm>
                <a:prstGeom prst="roundRect">
                  <a:avLst>
                    <a:gd name="adj" fmla="val 38542"/>
                  </a:avLst>
                </a:prstGeom>
                <a:gradFill>
                  <a:gsLst>
                    <a:gs pos="2000">
                      <a:schemeClr val="tx1">
                        <a:lumMod val="50000"/>
                        <a:lumOff val="50000"/>
                      </a:schemeClr>
                    </a:gs>
                    <a:gs pos="100000">
                      <a:schemeClr val="bg1"/>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sz="1600" dirty="0">
                    <a:solidFill>
                      <a:prstClr val="white"/>
                    </a:solidFill>
                  </a:endParaRPr>
                </a:p>
              </p:txBody>
            </p:sp>
          </p:grpSp>
        </p:grpSp>
        <p:grpSp>
          <p:nvGrpSpPr>
            <p:cNvPr id="35" name="Group 17"/>
            <p:cNvGrpSpPr/>
            <p:nvPr/>
          </p:nvGrpSpPr>
          <p:grpSpPr>
            <a:xfrm flipH="1">
              <a:off x="2554654" y="3650826"/>
              <a:ext cx="3541346" cy="1059820"/>
              <a:chOff x="3047999" y="2196251"/>
              <a:chExt cx="2662589" cy="796834"/>
            </a:xfrm>
          </p:grpSpPr>
          <p:sp>
            <p:nvSpPr>
              <p:cNvPr id="36" name="Rounded Rectangle 35"/>
              <p:cNvSpPr/>
              <p:nvPr/>
            </p:nvSpPr>
            <p:spPr bwMode="auto">
              <a:xfrm>
                <a:off x="3616180" y="2242087"/>
                <a:ext cx="2094408" cy="750998"/>
              </a:xfrm>
              <a:prstGeom prst="roundRect">
                <a:avLst/>
              </a:prstGeom>
              <a:solidFill>
                <a:schemeClr val="accent5">
                  <a:lumMod val="75000"/>
                </a:schemeClr>
              </a:solidFill>
              <a:ln w="9525">
                <a:noFill/>
                <a:round/>
                <a:headEnd/>
                <a:tailEnd/>
              </a:ln>
            </p:spPr>
            <p:txBody>
              <a:bodyPr vert="horz" wrap="square" lIns="91440" tIns="45720" rIns="91440" bIns="45720" numCol="1" rtlCol="0" anchor="ctr" anchorCtr="0" compatLnSpc="1">
                <a:prstTxWarp prst="textNoShape">
                  <a:avLst/>
                </a:prstTxWarp>
              </a:bodyPr>
              <a:lstStyle/>
              <a:p>
                <a:pPr algn="ctr" fontAlgn="auto">
                  <a:spcBef>
                    <a:spcPts val="0"/>
                  </a:spcBef>
                  <a:spcAft>
                    <a:spcPts val="0"/>
                  </a:spcAft>
                </a:pPr>
                <a:endParaRPr lang="en-US" b="1" dirty="0">
                  <a:solidFill>
                    <a:prstClr val="white"/>
                  </a:solidFill>
                  <a:latin typeface="Roboto Lt"/>
                </a:endParaRPr>
              </a:p>
            </p:txBody>
          </p:sp>
          <p:sp>
            <p:nvSpPr>
              <p:cNvPr id="37" name="Rounded Rectangle 36"/>
              <p:cNvSpPr/>
              <p:nvPr/>
            </p:nvSpPr>
            <p:spPr bwMode="auto">
              <a:xfrm>
                <a:off x="3581401" y="2196251"/>
                <a:ext cx="2094408" cy="750998"/>
              </a:xfrm>
              <a:prstGeom prst="roundRect">
                <a:avLst/>
              </a:prstGeom>
              <a:solidFill>
                <a:schemeClr val="accent5"/>
              </a:solidFill>
              <a:ln w="9525">
                <a:noFill/>
                <a:round/>
                <a:headEnd/>
                <a:tailEnd/>
              </a:ln>
            </p:spPr>
            <p:txBody>
              <a:bodyPr vert="horz" wrap="square" lIns="91440" tIns="45720" rIns="91440" bIns="45720" numCol="1" rtlCol="0" anchor="ctr" anchorCtr="0" compatLnSpc="1">
                <a:prstTxWarp prst="textNoShape">
                  <a:avLst/>
                </a:prstTxWarp>
              </a:bodyPr>
              <a:lstStyle/>
              <a:p>
                <a:pPr algn="ctr" rtl="1" fontAlgn="auto">
                  <a:spcBef>
                    <a:spcPts val="0"/>
                  </a:spcBef>
                  <a:spcAft>
                    <a:spcPts val="0"/>
                  </a:spcAft>
                </a:pPr>
                <a:r>
                  <a:rPr lang="en-US" sz="2800" b="1" dirty="0" smtClean="0">
                    <a:solidFill>
                      <a:prstClr val="white"/>
                    </a:solidFill>
                    <a:latin typeface="Roboto"/>
                    <a:ea typeface="Fira Sans SemiBold Italic" panose="00000700000000000000" pitchFamily="50" charset="0"/>
                  </a:rPr>
                  <a:t>   </a:t>
                </a:r>
                <a:r>
                  <a:rPr lang="ar-SA" sz="2800" b="1" dirty="0" smtClean="0">
                    <a:solidFill>
                      <a:prstClr val="white"/>
                    </a:solidFill>
                    <a:latin typeface="Roboto"/>
                    <a:ea typeface="Fira Sans SemiBold Italic" panose="00000700000000000000" pitchFamily="50" charset="0"/>
                  </a:rPr>
                  <a:t>المعرفة </a:t>
                </a:r>
                <a:r>
                  <a:rPr lang="ar-SA" sz="2800" b="1" dirty="0">
                    <a:solidFill>
                      <a:prstClr val="white"/>
                    </a:solidFill>
                    <a:latin typeface="Roboto"/>
                    <a:ea typeface="Fira Sans SemiBold Italic" panose="00000700000000000000" pitchFamily="50" charset="0"/>
                  </a:rPr>
                  <a:t>الإجرائية</a:t>
                </a:r>
                <a:endParaRPr lang="en-US" sz="2800" b="1" dirty="0">
                  <a:solidFill>
                    <a:prstClr val="white"/>
                  </a:solidFill>
                  <a:latin typeface="Roboto"/>
                  <a:ea typeface="Fira Sans SemiBold Italic" panose="00000700000000000000" pitchFamily="50" charset="0"/>
                </a:endParaRPr>
              </a:p>
            </p:txBody>
          </p:sp>
          <p:grpSp>
            <p:nvGrpSpPr>
              <p:cNvPr id="38" name="Group 22"/>
              <p:cNvGrpSpPr/>
              <p:nvPr/>
            </p:nvGrpSpPr>
            <p:grpSpPr>
              <a:xfrm rot="16200000">
                <a:off x="3369279" y="2174269"/>
                <a:ext cx="195640" cy="838200"/>
                <a:chOff x="3686186" y="1166322"/>
                <a:chExt cx="152400" cy="652944"/>
              </a:xfrm>
            </p:grpSpPr>
            <p:sp>
              <p:nvSpPr>
                <p:cNvPr id="39" name="Oval 38"/>
                <p:cNvSpPr/>
                <p:nvPr/>
              </p:nvSpPr>
              <p:spPr>
                <a:xfrm>
                  <a:off x="3686186" y="1666867"/>
                  <a:ext cx="152400" cy="152399"/>
                </a:xfrm>
                <a:prstGeom prst="ellipse">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sz="1600" dirty="0">
                    <a:solidFill>
                      <a:prstClr val="white"/>
                    </a:solidFill>
                  </a:endParaRPr>
                </a:p>
              </p:txBody>
            </p:sp>
            <p:sp>
              <p:nvSpPr>
                <p:cNvPr id="40" name="Rounded Rectangle 39"/>
                <p:cNvSpPr/>
                <p:nvPr/>
              </p:nvSpPr>
              <p:spPr>
                <a:xfrm>
                  <a:off x="3737893" y="1166322"/>
                  <a:ext cx="48984" cy="610899"/>
                </a:xfrm>
                <a:prstGeom prst="roundRect">
                  <a:avLst>
                    <a:gd name="adj" fmla="val 38542"/>
                  </a:avLst>
                </a:prstGeom>
                <a:gradFill>
                  <a:gsLst>
                    <a:gs pos="2000">
                      <a:schemeClr val="tx1">
                        <a:lumMod val="50000"/>
                        <a:lumOff val="50000"/>
                      </a:schemeClr>
                    </a:gs>
                    <a:gs pos="100000">
                      <a:schemeClr val="bg1"/>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sz="1600" dirty="0">
                    <a:solidFill>
                      <a:prstClr val="white"/>
                    </a:solidFill>
                  </a:endParaRPr>
                </a:p>
              </p:txBody>
            </p:sp>
          </p:grpSp>
        </p:grpSp>
        <p:grpSp>
          <p:nvGrpSpPr>
            <p:cNvPr id="41" name="Group 17"/>
            <p:cNvGrpSpPr/>
            <p:nvPr/>
          </p:nvGrpSpPr>
          <p:grpSpPr>
            <a:xfrm>
              <a:off x="6096000" y="4431738"/>
              <a:ext cx="3541346" cy="1059818"/>
              <a:chOff x="3047999" y="2196252"/>
              <a:chExt cx="2662589" cy="796833"/>
            </a:xfrm>
          </p:grpSpPr>
          <p:sp>
            <p:nvSpPr>
              <p:cNvPr id="42" name="Rounded Rectangle 41"/>
              <p:cNvSpPr/>
              <p:nvPr/>
            </p:nvSpPr>
            <p:spPr bwMode="auto">
              <a:xfrm>
                <a:off x="3616180" y="2242087"/>
                <a:ext cx="2094408" cy="750998"/>
              </a:xfrm>
              <a:prstGeom prst="roundRect">
                <a:avLst/>
              </a:prstGeom>
              <a:solidFill>
                <a:schemeClr val="accent3">
                  <a:lumMod val="75000"/>
                  <a:lumOff val="25000"/>
                </a:schemeClr>
              </a:solidFill>
              <a:ln w="9525">
                <a:noFill/>
                <a:round/>
                <a:headEnd/>
                <a:tailEnd/>
              </a:ln>
            </p:spPr>
            <p:txBody>
              <a:bodyPr vert="horz" wrap="square" lIns="91440" tIns="45720" rIns="91440" bIns="45720" numCol="1" rtlCol="0" anchor="ctr" anchorCtr="0" compatLnSpc="1">
                <a:prstTxWarp prst="textNoShape">
                  <a:avLst/>
                </a:prstTxWarp>
              </a:bodyPr>
              <a:lstStyle/>
              <a:p>
                <a:pPr algn="ctr" fontAlgn="auto">
                  <a:spcBef>
                    <a:spcPts val="0"/>
                  </a:spcBef>
                  <a:spcAft>
                    <a:spcPts val="0"/>
                  </a:spcAft>
                </a:pPr>
                <a:endParaRPr lang="en-US" b="1" dirty="0">
                  <a:solidFill>
                    <a:prstClr val="white"/>
                  </a:solidFill>
                  <a:latin typeface="Roboto Lt"/>
                </a:endParaRPr>
              </a:p>
            </p:txBody>
          </p:sp>
          <p:sp>
            <p:nvSpPr>
              <p:cNvPr id="43" name="Rounded Rectangle 42"/>
              <p:cNvSpPr/>
              <p:nvPr/>
            </p:nvSpPr>
            <p:spPr bwMode="auto">
              <a:xfrm>
                <a:off x="3581401" y="2196252"/>
                <a:ext cx="2094408" cy="750998"/>
              </a:xfrm>
              <a:prstGeom prst="roundRect">
                <a:avLst/>
              </a:prstGeom>
              <a:solidFill>
                <a:schemeClr val="accent4"/>
              </a:solidFill>
              <a:ln w="9525">
                <a:noFill/>
                <a:round/>
                <a:headEnd/>
                <a:tailEnd/>
              </a:ln>
            </p:spPr>
            <p:txBody>
              <a:bodyPr vert="horz" wrap="square" lIns="91440" tIns="45720" rIns="91440" bIns="45720" numCol="1" rtlCol="0" anchor="ctr" anchorCtr="0" compatLnSpc="1">
                <a:prstTxWarp prst="textNoShape">
                  <a:avLst/>
                </a:prstTxWarp>
              </a:bodyPr>
              <a:lstStyle/>
              <a:p>
                <a:pPr algn="ctr" rtl="1" fontAlgn="auto">
                  <a:spcBef>
                    <a:spcPts val="0"/>
                  </a:spcBef>
                  <a:spcAft>
                    <a:spcPts val="0"/>
                  </a:spcAft>
                </a:pPr>
                <a:r>
                  <a:rPr lang="ar-SA" sz="2800" b="1" dirty="0" smtClean="0">
                    <a:solidFill>
                      <a:prstClr val="white"/>
                    </a:solidFill>
                    <a:latin typeface="Roboto"/>
                    <a:ea typeface="Fira Sans SemiBold Italic" panose="00000700000000000000" pitchFamily="50" charset="0"/>
                  </a:rPr>
                  <a:t>معرفة </a:t>
                </a:r>
                <a:r>
                  <a:rPr lang="ar-SA" sz="2800" b="1" dirty="0">
                    <a:solidFill>
                      <a:prstClr val="white"/>
                    </a:solidFill>
                    <a:latin typeface="Roboto"/>
                    <a:ea typeface="Fira Sans SemiBold Italic" panose="00000700000000000000" pitchFamily="50" charset="0"/>
                  </a:rPr>
                  <a:t>ما وراء المعرفية</a:t>
                </a:r>
                <a:endParaRPr lang="en-US" sz="2800" b="1" dirty="0">
                  <a:solidFill>
                    <a:prstClr val="white"/>
                  </a:solidFill>
                  <a:latin typeface="Roboto"/>
                  <a:ea typeface="Fira Sans SemiBold Italic" panose="00000700000000000000" pitchFamily="50" charset="0"/>
                </a:endParaRPr>
              </a:p>
            </p:txBody>
          </p:sp>
          <p:grpSp>
            <p:nvGrpSpPr>
              <p:cNvPr id="44" name="Group 22"/>
              <p:cNvGrpSpPr/>
              <p:nvPr/>
            </p:nvGrpSpPr>
            <p:grpSpPr>
              <a:xfrm rot="16200000">
                <a:off x="3369279" y="2174269"/>
                <a:ext cx="195640" cy="838200"/>
                <a:chOff x="3686186" y="1166322"/>
                <a:chExt cx="152400" cy="652944"/>
              </a:xfrm>
            </p:grpSpPr>
            <p:sp>
              <p:nvSpPr>
                <p:cNvPr id="45" name="Oval 44"/>
                <p:cNvSpPr/>
                <p:nvPr/>
              </p:nvSpPr>
              <p:spPr>
                <a:xfrm>
                  <a:off x="3686186" y="1666867"/>
                  <a:ext cx="152400" cy="152399"/>
                </a:xfrm>
                <a:prstGeom prst="ellipse">
                  <a:avLst/>
                </a:prstGeom>
                <a:solidFill>
                  <a:schemeClr val="accent3">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sz="1600" dirty="0">
                    <a:solidFill>
                      <a:prstClr val="white"/>
                    </a:solidFill>
                  </a:endParaRPr>
                </a:p>
              </p:txBody>
            </p:sp>
            <p:sp>
              <p:nvSpPr>
                <p:cNvPr id="46" name="Rounded Rectangle 45"/>
                <p:cNvSpPr/>
                <p:nvPr/>
              </p:nvSpPr>
              <p:spPr>
                <a:xfrm>
                  <a:off x="3737893" y="1166322"/>
                  <a:ext cx="48984" cy="610899"/>
                </a:xfrm>
                <a:prstGeom prst="roundRect">
                  <a:avLst>
                    <a:gd name="adj" fmla="val 38542"/>
                  </a:avLst>
                </a:prstGeom>
                <a:gradFill>
                  <a:gsLst>
                    <a:gs pos="2000">
                      <a:schemeClr val="tx1">
                        <a:lumMod val="50000"/>
                        <a:lumOff val="50000"/>
                      </a:schemeClr>
                    </a:gs>
                    <a:gs pos="100000">
                      <a:schemeClr val="bg1"/>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sz="1600" dirty="0">
                    <a:solidFill>
                      <a:prstClr val="white"/>
                    </a:solidFill>
                  </a:endParaRPr>
                </a:p>
              </p:txBody>
            </p:sp>
          </p:grpSp>
        </p:grpSp>
      </p:grpSp>
      <p:sp>
        <p:nvSpPr>
          <p:cNvPr id="51" name="TextBox 50"/>
          <p:cNvSpPr txBox="1"/>
          <p:nvPr/>
        </p:nvSpPr>
        <p:spPr>
          <a:xfrm>
            <a:off x="8367309" y="1885436"/>
            <a:ext cx="3077382" cy="738664"/>
          </a:xfrm>
          <a:prstGeom prst="rect">
            <a:avLst/>
          </a:prstGeom>
          <a:noFill/>
        </p:spPr>
        <p:txBody>
          <a:bodyPr wrap="square" lIns="0" tIns="0" rIns="0" bIns="0" rtlCol="0">
            <a:spAutoFit/>
          </a:bodyPr>
          <a:lstStyle/>
          <a:p>
            <a:pPr fontAlgn="auto">
              <a:spcBef>
                <a:spcPts val="0"/>
              </a:spcBef>
              <a:spcAft>
                <a:spcPts val="0"/>
              </a:spcAft>
            </a:pPr>
            <a:r>
              <a:rPr lang="ar-SA" sz="2400" b="1" dirty="0">
                <a:latin typeface="Roboto Lt"/>
              </a:rPr>
              <a:t>تضمنت على أنظمة المعلومات، مثل التصنيفات والفئات</a:t>
            </a:r>
            <a:endParaRPr lang="en-AU" sz="2400" b="1" dirty="0">
              <a:latin typeface="Roboto Lt"/>
            </a:endParaRPr>
          </a:p>
        </p:txBody>
      </p:sp>
      <p:sp>
        <p:nvSpPr>
          <p:cNvPr id="52" name="TextBox 51"/>
          <p:cNvSpPr txBox="1"/>
          <p:nvPr/>
        </p:nvSpPr>
        <p:spPr>
          <a:xfrm>
            <a:off x="-152993" y="5186528"/>
            <a:ext cx="4793472" cy="1107996"/>
          </a:xfrm>
          <a:prstGeom prst="rect">
            <a:avLst/>
          </a:prstGeom>
          <a:noFill/>
        </p:spPr>
        <p:txBody>
          <a:bodyPr wrap="square" lIns="0" tIns="0" rIns="0" bIns="0" rtlCol="0">
            <a:spAutoFit/>
          </a:bodyPr>
          <a:lstStyle/>
          <a:p>
            <a:pPr algn="r" fontAlgn="auto">
              <a:spcBef>
                <a:spcPts val="0"/>
              </a:spcBef>
              <a:spcAft>
                <a:spcPts val="0"/>
              </a:spcAft>
            </a:pPr>
            <a:r>
              <a:rPr lang="ar-SA" sz="2400" b="1" dirty="0">
                <a:latin typeface="Roboto Lt"/>
              </a:rPr>
              <a:t>تضمنت الخوارزميات أو المناهج التجريبية أو قواعد التقريب، والأساليب والوسائل، وكذلك معلومات حول وقت استخدام هذه الإجراءات</a:t>
            </a:r>
            <a:endParaRPr lang="en-AU" sz="2400" b="1" dirty="0">
              <a:latin typeface="Roboto Lt"/>
            </a:endParaRPr>
          </a:p>
        </p:txBody>
      </p:sp>
      <p:sp>
        <p:nvSpPr>
          <p:cNvPr id="54" name="TextBox 53"/>
          <p:cNvSpPr txBox="1"/>
          <p:nvPr/>
        </p:nvSpPr>
        <p:spPr>
          <a:xfrm>
            <a:off x="7772400" y="5489347"/>
            <a:ext cx="4267200" cy="1107996"/>
          </a:xfrm>
          <a:prstGeom prst="rect">
            <a:avLst/>
          </a:prstGeom>
          <a:noFill/>
        </p:spPr>
        <p:txBody>
          <a:bodyPr wrap="square" lIns="0" tIns="0" rIns="0" bIns="0" rtlCol="0">
            <a:spAutoFit/>
          </a:bodyPr>
          <a:lstStyle/>
          <a:p>
            <a:pPr algn="ctr" fontAlgn="auto">
              <a:spcBef>
                <a:spcPts val="0"/>
              </a:spcBef>
              <a:spcAft>
                <a:spcPts val="0"/>
              </a:spcAft>
            </a:pPr>
            <a:r>
              <a:rPr lang="ar-SA" sz="2400" b="1" dirty="0">
                <a:latin typeface="Roboto Lt"/>
              </a:rPr>
              <a:t>تضمنت المعارف المتعلقة بعمليات التفكير، ومعلومات حول كيفية التحكم في هذه العمليات بفعالية</a:t>
            </a:r>
            <a:endParaRPr lang="en-AU" sz="2400" b="1" dirty="0">
              <a:latin typeface="Roboto Lt"/>
            </a:endParaRPr>
          </a:p>
        </p:txBody>
      </p:sp>
      <p:sp>
        <p:nvSpPr>
          <p:cNvPr id="55" name="TextBox 54"/>
          <p:cNvSpPr txBox="1"/>
          <p:nvPr/>
        </p:nvSpPr>
        <p:spPr>
          <a:xfrm>
            <a:off x="272894" y="1293970"/>
            <a:ext cx="3206128" cy="738664"/>
          </a:xfrm>
          <a:prstGeom prst="rect">
            <a:avLst/>
          </a:prstGeom>
          <a:noFill/>
        </p:spPr>
        <p:txBody>
          <a:bodyPr wrap="square" lIns="0" tIns="0" rIns="0" bIns="0" rtlCol="0">
            <a:spAutoFit/>
          </a:bodyPr>
          <a:lstStyle/>
          <a:p>
            <a:pPr algn="ctr" fontAlgn="auto">
              <a:spcBef>
                <a:spcPts val="0"/>
              </a:spcBef>
              <a:spcAft>
                <a:spcPts val="0"/>
              </a:spcAft>
            </a:pPr>
            <a:r>
              <a:rPr lang="ar-SA" sz="2400" b="1" dirty="0">
                <a:latin typeface="Roboto Lt"/>
              </a:rPr>
              <a:t>تضمنت تعريفات المفردات، ومعلومات حول تفاصيل خاصة</a:t>
            </a:r>
            <a:endParaRPr lang="en-AU" sz="2400" b="1" dirty="0">
              <a:latin typeface="Roboto Lt"/>
            </a:endParaRPr>
          </a:p>
        </p:txBody>
      </p:sp>
    </p:spTree>
    <p:extLst>
      <p:ext uri="{BB962C8B-B14F-4D97-AF65-F5344CB8AC3E}">
        <p14:creationId xmlns:p14="http://schemas.microsoft.com/office/powerpoint/2010/main" val="181186039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53"/>
                                        </p:tgtEl>
                                        <p:attrNameLst>
                                          <p:attrName>style.visibility</p:attrName>
                                        </p:attrNameLst>
                                      </p:cBhvr>
                                      <p:to>
                                        <p:strVal val="visible"/>
                                      </p:to>
                                    </p:set>
                                    <p:anim calcmode="lin" valueType="num">
                                      <p:cBhvr>
                                        <p:cTn id="7" dur="500" fill="hold"/>
                                        <p:tgtEl>
                                          <p:spTgt spid="53"/>
                                        </p:tgtEl>
                                        <p:attrNameLst>
                                          <p:attrName>ppt_w</p:attrName>
                                        </p:attrNameLst>
                                      </p:cBhvr>
                                      <p:tavLst>
                                        <p:tav tm="0">
                                          <p:val>
                                            <p:fltVal val="0"/>
                                          </p:val>
                                        </p:tav>
                                        <p:tav tm="100000">
                                          <p:val>
                                            <p:strVal val="#ppt_w"/>
                                          </p:val>
                                        </p:tav>
                                      </p:tavLst>
                                    </p:anim>
                                    <p:anim calcmode="lin" valueType="num">
                                      <p:cBhvr>
                                        <p:cTn id="8" dur="500" fill="hold"/>
                                        <p:tgtEl>
                                          <p:spTgt spid="53"/>
                                        </p:tgtEl>
                                        <p:attrNameLst>
                                          <p:attrName>ppt_h</p:attrName>
                                        </p:attrNameLst>
                                      </p:cBhvr>
                                      <p:tavLst>
                                        <p:tav tm="0">
                                          <p:val>
                                            <p:fltVal val="0"/>
                                          </p:val>
                                        </p:tav>
                                        <p:tav tm="100000">
                                          <p:val>
                                            <p:strVal val="#ppt_h"/>
                                          </p:val>
                                        </p:tav>
                                      </p:tavLst>
                                    </p:anim>
                                    <p:animEffect transition="in" filter="fade">
                                      <p:cBhvr>
                                        <p:cTn id="9" dur="500"/>
                                        <p:tgtEl>
                                          <p:spTgt spid="53"/>
                                        </p:tgtEl>
                                      </p:cBhvr>
                                    </p:animEffect>
                                  </p:childTnLst>
                                </p:cTn>
                              </p:par>
                            </p:childTnLst>
                          </p:cTn>
                        </p:par>
                        <p:par>
                          <p:cTn id="10" fill="hold">
                            <p:stCondLst>
                              <p:cond delay="500"/>
                            </p:stCondLst>
                            <p:childTnLst>
                              <p:par>
                                <p:cTn id="11" presetID="18" presetClass="entr" presetSubtype="12" fill="hold" grpId="0" nodeType="afterEffect">
                                  <p:stCondLst>
                                    <p:cond delay="0"/>
                                  </p:stCondLst>
                                  <p:childTnLst>
                                    <p:set>
                                      <p:cBhvr>
                                        <p:cTn id="12" dur="1" fill="hold">
                                          <p:stCondLst>
                                            <p:cond delay="0"/>
                                          </p:stCondLst>
                                        </p:cTn>
                                        <p:tgtEl>
                                          <p:spTgt spid="55"/>
                                        </p:tgtEl>
                                        <p:attrNameLst>
                                          <p:attrName>style.visibility</p:attrName>
                                        </p:attrNameLst>
                                      </p:cBhvr>
                                      <p:to>
                                        <p:strVal val="visible"/>
                                      </p:to>
                                    </p:set>
                                    <p:animEffect transition="in" filter="strips(downLeft)">
                                      <p:cBhvr>
                                        <p:cTn id="13" dur="500"/>
                                        <p:tgtEl>
                                          <p:spTgt spid="55"/>
                                        </p:tgtEl>
                                      </p:cBhvr>
                                    </p:animEffect>
                                  </p:childTnLst>
                                </p:cTn>
                              </p:par>
                            </p:childTnLst>
                          </p:cTn>
                        </p:par>
                        <p:par>
                          <p:cTn id="14" fill="hold">
                            <p:stCondLst>
                              <p:cond delay="1000"/>
                            </p:stCondLst>
                            <p:childTnLst>
                              <p:par>
                                <p:cTn id="15" presetID="18" presetClass="entr" presetSubtype="6" fill="hold" grpId="0" nodeType="afterEffect">
                                  <p:stCondLst>
                                    <p:cond delay="0"/>
                                  </p:stCondLst>
                                  <p:childTnLst>
                                    <p:set>
                                      <p:cBhvr>
                                        <p:cTn id="16" dur="1" fill="hold">
                                          <p:stCondLst>
                                            <p:cond delay="0"/>
                                          </p:stCondLst>
                                        </p:cTn>
                                        <p:tgtEl>
                                          <p:spTgt spid="51"/>
                                        </p:tgtEl>
                                        <p:attrNameLst>
                                          <p:attrName>style.visibility</p:attrName>
                                        </p:attrNameLst>
                                      </p:cBhvr>
                                      <p:to>
                                        <p:strVal val="visible"/>
                                      </p:to>
                                    </p:set>
                                    <p:animEffect transition="in" filter="strips(downRight)">
                                      <p:cBhvr>
                                        <p:cTn id="17" dur="500"/>
                                        <p:tgtEl>
                                          <p:spTgt spid="51"/>
                                        </p:tgtEl>
                                      </p:cBhvr>
                                    </p:animEffect>
                                  </p:childTnLst>
                                </p:cTn>
                              </p:par>
                            </p:childTnLst>
                          </p:cTn>
                        </p:par>
                        <p:par>
                          <p:cTn id="18" fill="hold">
                            <p:stCondLst>
                              <p:cond delay="1500"/>
                            </p:stCondLst>
                            <p:childTnLst>
                              <p:par>
                                <p:cTn id="19" presetID="18" presetClass="entr" presetSubtype="12" fill="hold" grpId="0" nodeType="afterEffect">
                                  <p:stCondLst>
                                    <p:cond delay="0"/>
                                  </p:stCondLst>
                                  <p:childTnLst>
                                    <p:set>
                                      <p:cBhvr>
                                        <p:cTn id="20" dur="1" fill="hold">
                                          <p:stCondLst>
                                            <p:cond delay="0"/>
                                          </p:stCondLst>
                                        </p:cTn>
                                        <p:tgtEl>
                                          <p:spTgt spid="52"/>
                                        </p:tgtEl>
                                        <p:attrNameLst>
                                          <p:attrName>style.visibility</p:attrName>
                                        </p:attrNameLst>
                                      </p:cBhvr>
                                      <p:to>
                                        <p:strVal val="visible"/>
                                      </p:to>
                                    </p:set>
                                    <p:animEffect transition="in" filter="strips(downLeft)">
                                      <p:cBhvr>
                                        <p:cTn id="21" dur="500"/>
                                        <p:tgtEl>
                                          <p:spTgt spid="52"/>
                                        </p:tgtEl>
                                      </p:cBhvr>
                                    </p:animEffect>
                                  </p:childTnLst>
                                </p:cTn>
                              </p:par>
                            </p:childTnLst>
                          </p:cTn>
                        </p:par>
                        <p:par>
                          <p:cTn id="22" fill="hold">
                            <p:stCondLst>
                              <p:cond delay="2000"/>
                            </p:stCondLst>
                            <p:childTnLst>
                              <p:par>
                                <p:cTn id="23" presetID="18" presetClass="entr" presetSubtype="6" fill="hold" grpId="0" nodeType="afterEffect">
                                  <p:stCondLst>
                                    <p:cond delay="0"/>
                                  </p:stCondLst>
                                  <p:childTnLst>
                                    <p:set>
                                      <p:cBhvr>
                                        <p:cTn id="24" dur="1" fill="hold">
                                          <p:stCondLst>
                                            <p:cond delay="0"/>
                                          </p:stCondLst>
                                        </p:cTn>
                                        <p:tgtEl>
                                          <p:spTgt spid="54"/>
                                        </p:tgtEl>
                                        <p:attrNameLst>
                                          <p:attrName>style.visibility</p:attrName>
                                        </p:attrNameLst>
                                      </p:cBhvr>
                                      <p:to>
                                        <p:strVal val="visible"/>
                                      </p:to>
                                    </p:set>
                                    <p:animEffect transition="in" filter="strips(downRight)">
                                      <p:cBhvr>
                                        <p:cTn id="25" dur="500"/>
                                        <p:tgtEl>
                                          <p:spTgt spid="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p:bldP spid="52" grpId="0"/>
      <p:bldP spid="54" grpId="0"/>
      <p:bldP spid="55" grpId="0"/>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Rectangle 33"/>
          <p:cNvSpPr/>
          <p:nvPr/>
        </p:nvSpPr>
        <p:spPr>
          <a:xfrm>
            <a:off x="0" y="2302045"/>
            <a:ext cx="10934700" cy="1825125"/>
          </a:xfrm>
          <a:prstGeom prst="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39" name="Content Placeholder 2"/>
          <p:cNvSpPr txBox="1">
            <a:spLocks/>
          </p:cNvSpPr>
          <p:nvPr/>
        </p:nvSpPr>
        <p:spPr>
          <a:xfrm>
            <a:off x="564300" y="2992870"/>
            <a:ext cx="8991600" cy="494785"/>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rtl="1" fontAlgn="auto">
              <a:buClr>
                <a:srgbClr val="4472C4">
                  <a:lumMod val="75000"/>
                </a:srgbClr>
              </a:buClr>
              <a:defRPr/>
            </a:pPr>
            <a:r>
              <a:rPr lang="ar-SA" sz="3600" b="1" u="sng" dirty="0" smtClean="0">
                <a:solidFill>
                  <a:prstClr val="white">
                    <a:lumMod val="95000"/>
                  </a:prstClr>
                </a:solidFill>
                <a:ea typeface="Roboto" panose="02000000000000000000" pitchFamily="2" charset="0"/>
              </a:rPr>
              <a:t>تقسيم </a:t>
            </a:r>
            <a:r>
              <a:rPr lang="ar-SA" sz="3600" b="1" u="sng" dirty="0">
                <a:solidFill>
                  <a:prstClr val="white">
                    <a:lumMod val="95000"/>
                  </a:prstClr>
                </a:solidFill>
                <a:ea typeface="Roboto" panose="02000000000000000000" pitchFamily="2" charset="0"/>
              </a:rPr>
              <a:t>تصنيف بلوم الجديد</a:t>
            </a:r>
            <a:endParaRPr lang="ar-SA" sz="3600" b="1" u="sng" dirty="0" smtClean="0">
              <a:solidFill>
                <a:prstClr val="white">
                  <a:lumMod val="95000"/>
                </a:prstClr>
              </a:solidFill>
              <a:ea typeface="Roboto" panose="02000000000000000000" pitchFamily="2" charset="0"/>
            </a:endParaRPr>
          </a:p>
        </p:txBody>
      </p:sp>
      <p:sp>
        <p:nvSpPr>
          <p:cNvPr id="2" name="Rounded Rectangle 1"/>
          <p:cNvSpPr/>
          <p:nvPr/>
        </p:nvSpPr>
        <p:spPr>
          <a:xfrm>
            <a:off x="10427621" y="2525291"/>
            <a:ext cx="1378800" cy="1378634"/>
          </a:xfrm>
          <a:prstGeom prst="roundRect">
            <a:avLst/>
          </a:prstGeom>
          <a:solidFill>
            <a:schemeClr val="tx1"/>
          </a:solidFill>
          <a:ln w="50800">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US" sz="4000" b="1" dirty="0" smtClean="0">
                <a:solidFill>
                  <a:prstClr val="white"/>
                </a:solidFill>
              </a:rPr>
              <a:t>4</a:t>
            </a:r>
            <a:endParaRPr lang="id-ID" b="1" dirty="0">
              <a:solidFill>
                <a:prstClr val="white"/>
              </a:solidFill>
            </a:endParaRPr>
          </a:p>
        </p:txBody>
      </p:sp>
      <p:sp>
        <p:nvSpPr>
          <p:cNvPr id="6" name="TextBox 5"/>
          <p:cNvSpPr txBox="1"/>
          <p:nvPr/>
        </p:nvSpPr>
        <p:spPr>
          <a:xfrm>
            <a:off x="564300" y="4811315"/>
            <a:ext cx="11196821" cy="1067403"/>
          </a:xfrm>
          <a:prstGeom prst="rect">
            <a:avLst/>
          </a:prstGeom>
          <a:noFill/>
        </p:spPr>
        <p:txBody>
          <a:bodyPr wrap="square" rIns="144000" bIns="36000" numCol="1" spcCol="360000" rtlCol="0">
            <a:spAutoFit/>
          </a:bodyPr>
          <a:lstStyle/>
          <a:p>
            <a:pPr algn="ctr" fontAlgn="auto">
              <a:spcBef>
                <a:spcPts val="0"/>
              </a:spcBef>
              <a:spcAft>
                <a:spcPts val="0"/>
              </a:spcAft>
            </a:pPr>
            <a:r>
              <a:rPr lang="ar-SA" sz="3200" b="1" dirty="0">
                <a:solidFill>
                  <a:prstClr val="black"/>
                </a:solidFill>
                <a:latin typeface="Calibri" panose="020F0502020204030204"/>
                <a:cs typeface="Arial" panose="020B0604020202020204" pitchFamily="34" charset="0"/>
              </a:rPr>
              <a:t>تكون تصنيف بلوم الجديد أو المعدل من ستة مستويات متدرجة. وهي بالترتيب كما يلي: </a:t>
            </a:r>
            <a:endParaRPr lang="en-US" sz="1400" b="1" dirty="0">
              <a:solidFill>
                <a:prstClr val="black"/>
              </a:solidFill>
              <a:latin typeface="Signika Negative" pitchFamily="2" charset="0"/>
            </a:endParaRPr>
          </a:p>
        </p:txBody>
      </p:sp>
    </p:spTree>
    <p:extLst>
      <p:ext uri="{BB962C8B-B14F-4D97-AF65-F5344CB8AC3E}">
        <p14:creationId xmlns:p14="http://schemas.microsoft.com/office/powerpoint/2010/main" val="88536049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500"/>
                                  </p:stCondLst>
                                  <p:childTnLst>
                                    <p:set>
                                      <p:cBhvr>
                                        <p:cTn id="6" dur="1" fill="hold">
                                          <p:stCondLst>
                                            <p:cond delay="0"/>
                                          </p:stCondLst>
                                        </p:cTn>
                                        <p:tgtEl>
                                          <p:spTgt spid="34"/>
                                        </p:tgtEl>
                                        <p:attrNameLst>
                                          <p:attrName>style.visibility</p:attrName>
                                        </p:attrNameLst>
                                      </p:cBhvr>
                                      <p:to>
                                        <p:strVal val="visible"/>
                                      </p:to>
                                    </p:set>
                                    <p:anim calcmode="lin" valueType="num">
                                      <p:cBhvr additive="base">
                                        <p:cTn id="7" dur="500" fill="hold"/>
                                        <p:tgtEl>
                                          <p:spTgt spid="34"/>
                                        </p:tgtEl>
                                        <p:attrNameLst>
                                          <p:attrName>ppt_x</p:attrName>
                                        </p:attrNameLst>
                                      </p:cBhvr>
                                      <p:tavLst>
                                        <p:tav tm="0">
                                          <p:val>
                                            <p:strVal val="0-#ppt_w/2"/>
                                          </p:val>
                                        </p:tav>
                                        <p:tav tm="100000">
                                          <p:val>
                                            <p:strVal val="#ppt_x"/>
                                          </p:val>
                                        </p:tav>
                                      </p:tavLst>
                                    </p:anim>
                                    <p:anim calcmode="lin" valueType="num">
                                      <p:cBhvr additive="base">
                                        <p:cTn id="8" dur="500" fill="hold"/>
                                        <p:tgtEl>
                                          <p:spTgt spid="34"/>
                                        </p:tgtEl>
                                        <p:attrNameLst>
                                          <p:attrName>ppt_y</p:attrName>
                                        </p:attrNameLst>
                                      </p:cBhvr>
                                      <p:tavLst>
                                        <p:tav tm="0">
                                          <p:val>
                                            <p:strVal val="#ppt_y"/>
                                          </p:val>
                                        </p:tav>
                                        <p:tav tm="100000">
                                          <p:val>
                                            <p:strVal val="#ppt_y"/>
                                          </p:val>
                                        </p:tav>
                                      </p:tavLst>
                                    </p:anim>
                                  </p:childTnLst>
                                </p:cTn>
                              </p:par>
                            </p:childTnLst>
                          </p:cTn>
                        </p:par>
                        <p:par>
                          <p:cTn id="9" fill="hold">
                            <p:stCondLst>
                              <p:cond delay="1000"/>
                            </p:stCondLst>
                            <p:childTnLst>
                              <p:par>
                                <p:cTn id="10" presetID="10" presetClass="entr" presetSubtype="0" fill="hold" grpId="0" nodeType="after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fade">
                                      <p:cBhvr>
                                        <p:cTn id="12" dur="500"/>
                                        <p:tgtEl>
                                          <p:spTgt spid="2"/>
                                        </p:tgtEl>
                                      </p:cBhvr>
                                    </p:animEffect>
                                  </p:childTnLst>
                                </p:cTn>
                              </p:par>
                              <p:par>
                                <p:cTn id="13" presetID="2" presetClass="entr" presetSubtype="8" fill="hold" grpId="0" nodeType="withEffect">
                                  <p:stCondLst>
                                    <p:cond delay="0"/>
                                  </p:stCondLst>
                                  <p:childTnLst>
                                    <p:set>
                                      <p:cBhvr>
                                        <p:cTn id="14" dur="1" fill="hold">
                                          <p:stCondLst>
                                            <p:cond delay="0"/>
                                          </p:stCondLst>
                                        </p:cTn>
                                        <p:tgtEl>
                                          <p:spTgt spid="39"/>
                                        </p:tgtEl>
                                        <p:attrNameLst>
                                          <p:attrName>style.visibility</p:attrName>
                                        </p:attrNameLst>
                                      </p:cBhvr>
                                      <p:to>
                                        <p:strVal val="visible"/>
                                      </p:to>
                                    </p:set>
                                    <p:anim calcmode="lin" valueType="num">
                                      <p:cBhvr additive="base">
                                        <p:cTn id="15" dur="500" fill="hold"/>
                                        <p:tgtEl>
                                          <p:spTgt spid="39"/>
                                        </p:tgtEl>
                                        <p:attrNameLst>
                                          <p:attrName>ppt_x</p:attrName>
                                        </p:attrNameLst>
                                      </p:cBhvr>
                                      <p:tavLst>
                                        <p:tav tm="0">
                                          <p:val>
                                            <p:strVal val="0-#ppt_w/2"/>
                                          </p:val>
                                        </p:tav>
                                        <p:tav tm="100000">
                                          <p:val>
                                            <p:strVal val="#ppt_x"/>
                                          </p:val>
                                        </p:tav>
                                      </p:tavLst>
                                    </p:anim>
                                    <p:anim calcmode="lin" valueType="num">
                                      <p:cBhvr additive="base">
                                        <p:cTn id="16" dur="500" fill="hold"/>
                                        <p:tgtEl>
                                          <p:spTgt spid="39"/>
                                        </p:tgtEl>
                                        <p:attrNameLst>
                                          <p:attrName>ppt_y</p:attrName>
                                        </p:attrNameLst>
                                      </p:cBhvr>
                                      <p:tavLst>
                                        <p:tav tm="0">
                                          <p:val>
                                            <p:strVal val="#ppt_y"/>
                                          </p:val>
                                        </p:tav>
                                        <p:tav tm="100000">
                                          <p:val>
                                            <p:strVal val="#ppt_y"/>
                                          </p:val>
                                        </p:tav>
                                      </p:tavLst>
                                    </p:anim>
                                  </p:childTnLst>
                                </p:cTn>
                              </p:par>
                            </p:childTnLst>
                          </p:cTn>
                        </p:par>
                        <p:par>
                          <p:cTn id="17" fill="hold">
                            <p:stCondLst>
                              <p:cond delay="1500"/>
                            </p:stCondLst>
                            <p:childTnLst>
                              <p:par>
                                <p:cTn id="18" presetID="2" presetClass="entr" presetSubtype="2" fill="hold" grpId="0" nodeType="afterEffect">
                                  <p:stCondLst>
                                    <p:cond delay="0"/>
                                  </p:stCondLst>
                                  <p:childTnLst>
                                    <p:set>
                                      <p:cBhvr>
                                        <p:cTn id="19" dur="1" fill="hold">
                                          <p:stCondLst>
                                            <p:cond delay="0"/>
                                          </p:stCondLst>
                                        </p:cTn>
                                        <p:tgtEl>
                                          <p:spTgt spid="6"/>
                                        </p:tgtEl>
                                        <p:attrNameLst>
                                          <p:attrName>style.visibility</p:attrName>
                                        </p:attrNameLst>
                                      </p:cBhvr>
                                      <p:to>
                                        <p:strVal val="visible"/>
                                      </p:to>
                                    </p:set>
                                    <p:anim calcmode="lin" valueType="num">
                                      <p:cBhvr additive="base">
                                        <p:cTn id="20" dur="500" fill="hold"/>
                                        <p:tgtEl>
                                          <p:spTgt spid="6"/>
                                        </p:tgtEl>
                                        <p:attrNameLst>
                                          <p:attrName>ppt_x</p:attrName>
                                        </p:attrNameLst>
                                      </p:cBhvr>
                                      <p:tavLst>
                                        <p:tav tm="0">
                                          <p:val>
                                            <p:strVal val="1+#ppt_w/2"/>
                                          </p:val>
                                        </p:tav>
                                        <p:tav tm="100000">
                                          <p:val>
                                            <p:strVal val="#ppt_x"/>
                                          </p:val>
                                        </p:tav>
                                      </p:tavLst>
                                    </p:anim>
                                    <p:anim calcmode="lin" valueType="num">
                                      <p:cBhvr additive="base">
                                        <p:cTn id="21" dur="500" fill="hold"/>
                                        <p:tgtEl>
                                          <p:spTgt spid="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animBg="1"/>
      <p:bldP spid="39" grpId="0"/>
      <p:bldP spid="2" grpId="0" animBg="1"/>
      <p:bldP spid="6" grpId="0"/>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 name="Group 9"/>
          <p:cNvGrpSpPr/>
          <p:nvPr/>
        </p:nvGrpSpPr>
        <p:grpSpPr>
          <a:xfrm flipH="1">
            <a:off x="6096000" y="1215674"/>
            <a:ext cx="2311184" cy="909217"/>
            <a:chOff x="1848067" y="2697524"/>
            <a:chExt cx="2311184" cy="316190"/>
          </a:xfrm>
        </p:grpSpPr>
        <p:cxnSp>
          <p:nvCxnSpPr>
            <p:cNvPr id="11" name="Straight Connector 10"/>
            <p:cNvCxnSpPr/>
            <p:nvPr/>
          </p:nvCxnSpPr>
          <p:spPr>
            <a:xfrm flipH="1" flipV="1">
              <a:off x="3661285" y="2697524"/>
              <a:ext cx="497966" cy="316190"/>
            </a:xfrm>
            <a:prstGeom prst="line">
              <a:avLst/>
            </a:prstGeom>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flipH="1">
              <a:off x="1848067" y="2697524"/>
              <a:ext cx="1813219" cy="0"/>
            </a:xfrm>
            <a:prstGeom prst="line">
              <a:avLst/>
            </a:prstGeom>
            <a:ln>
              <a:tailEnd type="oval"/>
            </a:ln>
          </p:spPr>
          <p:style>
            <a:lnRef idx="1">
              <a:schemeClr val="accent1"/>
            </a:lnRef>
            <a:fillRef idx="0">
              <a:schemeClr val="accent1"/>
            </a:fillRef>
            <a:effectRef idx="0">
              <a:schemeClr val="accent1"/>
            </a:effectRef>
            <a:fontRef idx="minor">
              <a:schemeClr val="tx1"/>
            </a:fontRef>
          </p:style>
        </p:cxnSp>
      </p:grpSp>
      <p:grpSp>
        <p:nvGrpSpPr>
          <p:cNvPr id="13" name="Group 12"/>
          <p:cNvGrpSpPr/>
          <p:nvPr/>
        </p:nvGrpSpPr>
        <p:grpSpPr>
          <a:xfrm flipV="1">
            <a:off x="3254278" y="5284504"/>
            <a:ext cx="1496051" cy="359958"/>
            <a:chOff x="1848067" y="2697524"/>
            <a:chExt cx="2311184" cy="316190"/>
          </a:xfrm>
        </p:grpSpPr>
        <p:cxnSp>
          <p:nvCxnSpPr>
            <p:cNvPr id="14" name="Straight Connector 13"/>
            <p:cNvCxnSpPr/>
            <p:nvPr/>
          </p:nvCxnSpPr>
          <p:spPr>
            <a:xfrm flipH="1" flipV="1">
              <a:off x="3661285" y="2697524"/>
              <a:ext cx="497966" cy="31619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flipH="1">
              <a:off x="1848067" y="2697524"/>
              <a:ext cx="1813219" cy="0"/>
            </a:xfrm>
            <a:prstGeom prst="line">
              <a:avLst/>
            </a:prstGeom>
            <a:ln>
              <a:solidFill>
                <a:schemeClr val="accent2"/>
              </a:solidFill>
              <a:tailEnd type="oval"/>
            </a:ln>
          </p:spPr>
          <p:style>
            <a:lnRef idx="1">
              <a:schemeClr val="accent1"/>
            </a:lnRef>
            <a:fillRef idx="0">
              <a:schemeClr val="accent1"/>
            </a:fillRef>
            <a:effectRef idx="0">
              <a:schemeClr val="accent1"/>
            </a:effectRef>
            <a:fontRef idx="minor">
              <a:schemeClr val="tx1"/>
            </a:fontRef>
          </p:style>
        </p:cxnSp>
      </p:grpSp>
      <p:grpSp>
        <p:nvGrpSpPr>
          <p:cNvPr id="16" name="Group 15"/>
          <p:cNvGrpSpPr/>
          <p:nvPr/>
        </p:nvGrpSpPr>
        <p:grpSpPr>
          <a:xfrm flipH="1" flipV="1">
            <a:off x="7176203" y="5506451"/>
            <a:ext cx="1496051" cy="359958"/>
            <a:chOff x="1848067" y="2697524"/>
            <a:chExt cx="2311184" cy="316190"/>
          </a:xfrm>
        </p:grpSpPr>
        <p:cxnSp>
          <p:nvCxnSpPr>
            <p:cNvPr id="17" name="Straight Connector 16"/>
            <p:cNvCxnSpPr/>
            <p:nvPr/>
          </p:nvCxnSpPr>
          <p:spPr>
            <a:xfrm flipH="1" flipV="1">
              <a:off x="3661285" y="2697524"/>
              <a:ext cx="497966" cy="316190"/>
            </a:xfrm>
            <a:prstGeom prst="line">
              <a:avLst/>
            </a:prstGeom>
            <a:ln>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flipH="1">
              <a:off x="1848067" y="2697524"/>
              <a:ext cx="1813219" cy="0"/>
            </a:xfrm>
            <a:prstGeom prst="line">
              <a:avLst/>
            </a:prstGeom>
            <a:ln>
              <a:solidFill>
                <a:schemeClr val="accent4"/>
              </a:solidFill>
              <a:tailEnd type="oval"/>
            </a:ln>
          </p:spPr>
          <p:style>
            <a:lnRef idx="1">
              <a:schemeClr val="accent1"/>
            </a:lnRef>
            <a:fillRef idx="0">
              <a:schemeClr val="accent1"/>
            </a:fillRef>
            <a:effectRef idx="0">
              <a:schemeClr val="accent1"/>
            </a:effectRef>
            <a:fontRef idx="minor">
              <a:schemeClr val="tx1"/>
            </a:fontRef>
          </p:style>
        </p:cxnSp>
      </p:grpSp>
      <p:sp>
        <p:nvSpPr>
          <p:cNvPr id="19" name="TextBox 18"/>
          <p:cNvSpPr txBox="1"/>
          <p:nvPr/>
        </p:nvSpPr>
        <p:spPr>
          <a:xfrm>
            <a:off x="7809213" y="955340"/>
            <a:ext cx="3431292" cy="1169551"/>
          </a:xfrm>
          <a:prstGeom prst="rect">
            <a:avLst/>
          </a:prstGeom>
          <a:noFill/>
        </p:spPr>
        <p:txBody>
          <a:bodyPr wrap="square" lIns="0" tIns="0" rIns="0" bIns="0" rtlCol="0">
            <a:spAutoFit/>
          </a:bodyPr>
          <a:lstStyle/>
          <a:p>
            <a:pPr algn="ctr" rtl="1" fontAlgn="auto">
              <a:spcBef>
                <a:spcPts val="0"/>
              </a:spcBef>
              <a:spcAft>
                <a:spcPts val="0"/>
              </a:spcAft>
            </a:pPr>
            <a:r>
              <a:rPr lang="ar-SA" sz="2800" b="1" u="sng" dirty="0" smtClean="0">
                <a:solidFill>
                  <a:prstClr val="black"/>
                </a:solidFill>
                <a:latin typeface="Roboto Lt"/>
              </a:rPr>
              <a:t>التذكر:</a:t>
            </a:r>
            <a:endParaRPr lang="en-US" sz="2800" b="1" u="sng" dirty="0" smtClean="0">
              <a:solidFill>
                <a:prstClr val="black"/>
              </a:solidFill>
              <a:latin typeface="Roboto Lt"/>
            </a:endParaRPr>
          </a:p>
          <a:p>
            <a:pPr algn="ctr" rtl="1" fontAlgn="auto">
              <a:spcBef>
                <a:spcPts val="0"/>
              </a:spcBef>
              <a:spcAft>
                <a:spcPts val="0"/>
              </a:spcAft>
            </a:pPr>
            <a:r>
              <a:rPr lang="ar-SA" sz="2400" b="1" dirty="0" smtClean="0">
                <a:solidFill>
                  <a:prstClr val="black"/>
                </a:solidFill>
                <a:latin typeface="Roboto Lt"/>
              </a:rPr>
              <a:t> </a:t>
            </a:r>
            <a:r>
              <a:rPr lang="ar-SA" sz="2400" b="1" dirty="0">
                <a:solidFill>
                  <a:prstClr val="black"/>
                </a:solidFill>
                <a:latin typeface="Roboto Lt"/>
              </a:rPr>
              <a:t>يشير إلى استرجاع الطلاب للمعلومات من الذاكرة. </a:t>
            </a:r>
            <a:endParaRPr lang="en-AU" sz="2400" b="1" dirty="0">
              <a:solidFill>
                <a:prstClr val="black"/>
              </a:solidFill>
              <a:latin typeface="Roboto Lt"/>
            </a:endParaRPr>
          </a:p>
        </p:txBody>
      </p:sp>
      <p:sp>
        <p:nvSpPr>
          <p:cNvPr id="21" name="TextBox 20"/>
          <p:cNvSpPr txBox="1"/>
          <p:nvPr/>
        </p:nvSpPr>
        <p:spPr>
          <a:xfrm>
            <a:off x="255454" y="4731490"/>
            <a:ext cx="2883309" cy="1600438"/>
          </a:xfrm>
          <a:prstGeom prst="rect">
            <a:avLst/>
          </a:prstGeom>
          <a:noFill/>
        </p:spPr>
        <p:txBody>
          <a:bodyPr wrap="square" lIns="0" tIns="0" rIns="0" bIns="0" rtlCol="0">
            <a:spAutoFit/>
          </a:bodyPr>
          <a:lstStyle/>
          <a:p>
            <a:pPr algn="ctr" rtl="1" fontAlgn="auto">
              <a:spcBef>
                <a:spcPts val="0"/>
              </a:spcBef>
              <a:spcAft>
                <a:spcPts val="0"/>
              </a:spcAft>
            </a:pPr>
            <a:r>
              <a:rPr lang="ar-SA" sz="3200" b="1" u="sng" dirty="0" smtClean="0">
                <a:solidFill>
                  <a:prstClr val="black"/>
                </a:solidFill>
                <a:latin typeface="Roboto Lt"/>
              </a:rPr>
              <a:t>الفهم</a:t>
            </a:r>
            <a:r>
              <a:rPr lang="ar-SA" sz="3200" b="1" u="sng" dirty="0">
                <a:solidFill>
                  <a:prstClr val="black"/>
                </a:solidFill>
                <a:latin typeface="Roboto Lt"/>
              </a:rPr>
              <a:t>: </a:t>
            </a:r>
            <a:endParaRPr lang="en-US" sz="3200" b="1" u="sng" dirty="0" smtClean="0">
              <a:solidFill>
                <a:prstClr val="black"/>
              </a:solidFill>
              <a:latin typeface="Roboto Lt"/>
            </a:endParaRPr>
          </a:p>
          <a:p>
            <a:pPr algn="ctr" rtl="1" fontAlgn="auto">
              <a:spcBef>
                <a:spcPts val="0"/>
              </a:spcBef>
              <a:spcAft>
                <a:spcPts val="0"/>
              </a:spcAft>
            </a:pPr>
            <a:r>
              <a:rPr lang="ar-SA" sz="2400" b="1" dirty="0" smtClean="0">
                <a:solidFill>
                  <a:prstClr val="black"/>
                </a:solidFill>
                <a:latin typeface="Roboto Lt"/>
              </a:rPr>
              <a:t>في </a:t>
            </a:r>
            <a:r>
              <a:rPr lang="ar-SA" sz="2400" b="1" dirty="0">
                <a:solidFill>
                  <a:prstClr val="black"/>
                </a:solidFill>
                <a:latin typeface="Roboto Lt"/>
              </a:rPr>
              <a:t>هذا المستوى يقوم الطلاب ببناء وصلات جديدة في عقولهم. </a:t>
            </a:r>
            <a:endParaRPr lang="en-AU" sz="2400" b="1" dirty="0">
              <a:solidFill>
                <a:prstClr val="black"/>
              </a:solidFill>
              <a:latin typeface="Roboto Lt"/>
            </a:endParaRPr>
          </a:p>
        </p:txBody>
      </p:sp>
      <p:sp>
        <p:nvSpPr>
          <p:cNvPr id="23" name="TextBox 22"/>
          <p:cNvSpPr txBox="1"/>
          <p:nvPr/>
        </p:nvSpPr>
        <p:spPr>
          <a:xfrm>
            <a:off x="8960606" y="4583094"/>
            <a:ext cx="2897712" cy="1908215"/>
          </a:xfrm>
          <a:prstGeom prst="rect">
            <a:avLst/>
          </a:prstGeom>
          <a:noFill/>
        </p:spPr>
        <p:txBody>
          <a:bodyPr wrap="square" lIns="0" tIns="0" rIns="0" bIns="0" rtlCol="0">
            <a:spAutoFit/>
          </a:bodyPr>
          <a:lstStyle/>
          <a:p>
            <a:pPr algn="ctr" rtl="1" fontAlgn="auto">
              <a:spcBef>
                <a:spcPts val="0"/>
              </a:spcBef>
              <a:spcAft>
                <a:spcPts val="0"/>
              </a:spcAft>
            </a:pPr>
            <a:r>
              <a:rPr lang="ar-SA" sz="2800" b="1" u="sng" dirty="0">
                <a:solidFill>
                  <a:prstClr val="black"/>
                </a:solidFill>
                <a:latin typeface="Roboto Lt"/>
              </a:rPr>
              <a:t>التطبيق: </a:t>
            </a:r>
            <a:endParaRPr lang="en-US" sz="2800" b="1" u="sng" dirty="0" smtClean="0">
              <a:solidFill>
                <a:prstClr val="black"/>
              </a:solidFill>
              <a:latin typeface="Roboto Lt"/>
            </a:endParaRPr>
          </a:p>
          <a:p>
            <a:pPr algn="ctr" rtl="1" fontAlgn="auto">
              <a:spcBef>
                <a:spcPts val="0"/>
              </a:spcBef>
              <a:spcAft>
                <a:spcPts val="0"/>
              </a:spcAft>
            </a:pPr>
            <a:r>
              <a:rPr lang="ar-SA" sz="2400" b="1" dirty="0" smtClean="0">
                <a:solidFill>
                  <a:prstClr val="black"/>
                </a:solidFill>
                <a:latin typeface="Roboto Lt"/>
              </a:rPr>
              <a:t>أي </a:t>
            </a:r>
            <a:r>
              <a:rPr lang="ar-SA" sz="2400" b="1" dirty="0">
                <a:solidFill>
                  <a:prstClr val="black"/>
                </a:solidFill>
                <a:latin typeface="Roboto Lt"/>
              </a:rPr>
              <a:t>أن يقوم الطالب بتطبيق موقف مشابه في الدرس أو موقف مر عليه قبل ذلك أو لموقف جديد</a:t>
            </a:r>
            <a:endParaRPr lang="en-AU" sz="2400" b="1" dirty="0">
              <a:solidFill>
                <a:prstClr val="black"/>
              </a:solidFill>
              <a:latin typeface="Roboto Lt"/>
            </a:endParaRPr>
          </a:p>
        </p:txBody>
      </p:sp>
      <p:grpSp>
        <p:nvGrpSpPr>
          <p:cNvPr id="41" name="Group 40"/>
          <p:cNvGrpSpPr/>
          <p:nvPr/>
        </p:nvGrpSpPr>
        <p:grpSpPr>
          <a:xfrm>
            <a:off x="4471559" y="2292949"/>
            <a:ext cx="3252971" cy="3223529"/>
            <a:chOff x="4471559" y="2292949"/>
            <a:chExt cx="3252971" cy="3223529"/>
          </a:xfrm>
        </p:grpSpPr>
        <p:sp>
          <p:nvSpPr>
            <p:cNvPr id="4" name="Oval 3"/>
            <p:cNvSpPr/>
            <p:nvPr/>
          </p:nvSpPr>
          <p:spPr>
            <a:xfrm>
              <a:off x="5086095" y="2986348"/>
              <a:ext cx="2047946" cy="2047946"/>
            </a:xfrm>
            <a:prstGeom prst="ellipse">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5" name="Freeform 4"/>
            <p:cNvSpPr/>
            <p:nvPr/>
          </p:nvSpPr>
          <p:spPr>
            <a:xfrm rot="16200000">
              <a:off x="5404942" y="2051051"/>
              <a:ext cx="1382970" cy="1866765"/>
            </a:xfrm>
            <a:custGeom>
              <a:avLst/>
              <a:gdLst>
                <a:gd name="connsiteX0" fmla="*/ 1382970 w 1382970"/>
                <a:gd name="connsiteY0" fmla="*/ 917337 h 1866765"/>
                <a:gd name="connsiteX1" fmla="*/ 1066685 w 1382970"/>
                <a:gd name="connsiteY1" fmla="*/ 1798378 h 1866765"/>
                <a:gd name="connsiteX2" fmla="*/ 1004530 w 1382970"/>
                <a:gd name="connsiteY2" fmla="*/ 1866765 h 1866765"/>
                <a:gd name="connsiteX3" fmla="*/ 0 w 1382970"/>
                <a:gd name="connsiteY3" fmla="*/ 946739 h 1866765"/>
                <a:gd name="connsiteX4" fmla="*/ 1033696 w 1382970"/>
                <a:gd name="connsiteY4" fmla="*/ 0 h 1866765"/>
                <a:gd name="connsiteX5" fmla="*/ 1066685 w 1382970"/>
                <a:gd name="connsiteY5" fmla="*/ 36296 h 1866765"/>
                <a:gd name="connsiteX6" fmla="*/ 1382970 w 1382970"/>
                <a:gd name="connsiteY6" fmla="*/ 917337 h 1866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2970" h="1866765">
                  <a:moveTo>
                    <a:pt x="1382970" y="917337"/>
                  </a:moveTo>
                  <a:cubicBezTo>
                    <a:pt x="1382970" y="1252007"/>
                    <a:pt x="1264275" y="1558954"/>
                    <a:pt x="1066685" y="1798378"/>
                  </a:cubicBezTo>
                  <a:lnTo>
                    <a:pt x="1004530" y="1866765"/>
                  </a:lnTo>
                  <a:lnTo>
                    <a:pt x="0" y="946739"/>
                  </a:lnTo>
                  <a:lnTo>
                    <a:pt x="1033696" y="0"/>
                  </a:lnTo>
                  <a:lnTo>
                    <a:pt x="1066685" y="36296"/>
                  </a:lnTo>
                  <a:cubicBezTo>
                    <a:pt x="1264275" y="275720"/>
                    <a:pt x="1382970" y="582667"/>
                    <a:pt x="1382970" y="917337"/>
                  </a:cubicBezTo>
                  <a:close/>
                </a:path>
              </a:pathLst>
            </a:custGeom>
            <a:solidFill>
              <a:schemeClr val="accent1">
                <a:alpha val="6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fontAlgn="auto">
                <a:spcBef>
                  <a:spcPts val="0"/>
                </a:spcBef>
                <a:spcAft>
                  <a:spcPts val="0"/>
                </a:spcAft>
              </a:pPr>
              <a:endParaRPr lang="en-AU">
                <a:solidFill>
                  <a:prstClr val="white"/>
                </a:solidFill>
              </a:endParaRPr>
            </a:p>
          </p:txBody>
        </p:sp>
        <p:sp>
          <p:nvSpPr>
            <p:cNvPr id="6" name="Freeform 5"/>
            <p:cNvSpPr/>
            <p:nvPr/>
          </p:nvSpPr>
          <p:spPr>
            <a:xfrm rot="8999477">
              <a:off x="4471559" y="3649712"/>
              <a:ext cx="1382970" cy="1866765"/>
            </a:xfrm>
            <a:custGeom>
              <a:avLst/>
              <a:gdLst>
                <a:gd name="connsiteX0" fmla="*/ 1382970 w 1382970"/>
                <a:gd name="connsiteY0" fmla="*/ 917337 h 1866765"/>
                <a:gd name="connsiteX1" fmla="*/ 1066685 w 1382970"/>
                <a:gd name="connsiteY1" fmla="*/ 1798378 h 1866765"/>
                <a:gd name="connsiteX2" fmla="*/ 1004530 w 1382970"/>
                <a:gd name="connsiteY2" fmla="*/ 1866765 h 1866765"/>
                <a:gd name="connsiteX3" fmla="*/ 0 w 1382970"/>
                <a:gd name="connsiteY3" fmla="*/ 946739 h 1866765"/>
                <a:gd name="connsiteX4" fmla="*/ 1033696 w 1382970"/>
                <a:gd name="connsiteY4" fmla="*/ 0 h 1866765"/>
                <a:gd name="connsiteX5" fmla="*/ 1066685 w 1382970"/>
                <a:gd name="connsiteY5" fmla="*/ 36296 h 1866765"/>
                <a:gd name="connsiteX6" fmla="*/ 1382970 w 1382970"/>
                <a:gd name="connsiteY6" fmla="*/ 917337 h 1866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2970" h="1866765">
                  <a:moveTo>
                    <a:pt x="1382970" y="917337"/>
                  </a:moveTo>
                  <a:cubicBezTo>
                    <a:pt x="1382970" y="1252007"/>
                    <a:pt x="1264275" y="1558954"/>
                    <a:pt x="1066685" y="1798378"/>
                  </a:cubicBezTo>
                  <a:lnTo>
                    <a:pt x="1004530" y="1866765"/>
                  </a:lnTo>
                  <a:lnTo>
                    <a:pt x="0" y="946739"/>
                  </a:lnTo>
                  <a:lnTo>
                    <a:pt x="1033696" y="0"/>
                  </a:lnTo>
                  <a:lnTo>
                    <a:pt x="1066685" y="36296"/>
                  </a:lnTo>
                  <a:cubicBezTo>
                    <a:pt x="1264275" y="275720"/>
                    <a:pt x="1382970" y="582667"/>
                    <a:pt x="1382970" y="917337"/>
                  </a:cubicBezTo>
                  <a:close/>
                </a:path>
              </a:pathLst>
            </a:custGeom>
            <a:solidFill>
              <a:schemeClr val="accent2">
                <a:alpha val="6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fontAlgn="auto">
                <a:spcBef>
                  <a:spcPts val="0"/>
                </a:spcBef>
                <a:spcAft>
                  <a:spcPts val="0"/>
                </a:spcAft>
              </a:pPr>
              <a:endParaRPr lang="en-AU">
                <a:solidFill>
                  <a:prstClr val="white"/>
                </a:solidFill>
              </a:endParaRPr>
            </a:p>
          </p:txBody>
        </p:sp>
        <p:sp>
          <p:nvSpPr>
            <p:cNvPr id="7" name="Oval 6"/>
            <p:cNvSpPr/>
            <p:nvPr/>
          </p:nvSpPr>
          <p:spPr>
            <a:xfrm>
              <a:off x="5319493" y="3218789"/>
              <a:ext cx="1581150" cy="1581150"/>
            </a:xfrm>
            <a:prstGeom prst="ellipse">
              <a:avLst/>
            </a:prstGeom>
            <a:solidFill>
              <a:schemeClr val="bg1">
                <a:lumMod val="85000"/>
                <a:alpha val="5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8" name="Freeform 7"/>
            <p:cNvSpPr/>
            <p:nvPr/>
          </p:nvSpPr>
          <p:spPr>
            <a:xfrm rot="12600523" flipH="1">
              <a:off x="6341560" y="3649713"/>
              <a:ext cx="1382970" cy="1866765"/>
            </a:xfrm>
            <a:custGeom>
              <a:avLst/>
              <a:gdLst>
                <a:gd name="connsiteX0" fmla="*/ 1382970 w 1382970"/>
                <a:gd name="connsiteY0" fmla="*/ 917337 h 1866765"/>
                <a:gd name="connsiteX1" fmla="*/ 1066685 w 1382970"/>
                <a:gd name="connsiteY1" fmla="*/ 1798378 h 1866765"/>
                <a:gd name="connsiteX2" fmla="*/ 1004530 w 1382970"/>
                <a:gd name="connsiteY2" fmla="*/ 1866765 h 1866765"/>
                <a:gd name="connsiteX3" fmla="*/ 0 w 1382970"/>
                <a:gd name="connsiteY3" fmla="*/ 946739 h 1866765"/>
                <a:gd name="connsiteX4" fmla="*/ 1033696 w 1382970"/>
                <a:gd name="connsiteY4" fmla="*/ 0 h 1866765"/>
                <a:gd name="connsiteX5" fmla="*/ 1066685 w 1382970"/>
                <a:gd name="connsiteY5" fmla="*/ 36296 h 1866765"/>
                <a:gd name="connsiteX6" fmla="*/ 1382970 w 1382970"/>
                <a:gd name="connsiteY6" fmla="*/ 917337 h 1866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2970" h="1866765">
                  <a:moveTo>
                    <a:pt x="1382970" y="917337"/>
                  </a:moveTo>
                  <a:cubicBezTo>
                    <a:pt x="1382970" y="1252007"/>
                    <a:pt x="1264275" y="1558954"/>
                    <a:pt x="1066685" y="1798378"/>
                  </a:cubicBezTo>
                  <a:lnTo>
                    <a:pt x="1004530" y="1866765"/>
                  </a:lnTo>
                  <a:lnTo>
                    <a:pt x="0" y="946739"/>
                  </a:lnTo>
                  <a:lnTo>
                    <a:pt x="1033696" y="0"/>
                  </a:lnTo>
                  <a:lnTo>
                    <a:pt x="1066685" y="36296"/>
                  </a:lnTo>
                  <a:cubicBezTo>
                    <a:pt x="1264275" y="275720"/>
                    <a:pt x="1382970" y="582667"/>
                    <a:pt x="1382970" y="917337"/>
                  </a:cubicBezTo>
                  <a:close/>
                </a:path>
              </a:pathLst>
            </a:custGeom>
            <a:solidFill>
              <a:schemeClr val="accent4">
                <a:alpha val="6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fontAlgn="auto">
                <a:spcBef>
                  <a:spcPts val="0"/>
                </a:spcBef>
                <a:spcAft>
                  <a:spcPts val="0"/>
                </a:spcAft>
              </a:pPr>
              <a:endParaRPr lang="en-AU">
                <a:solidFill>
                  <a:prstClr val="white"/>
                </a:solidFill>
              </a:endParaRPr>
            </a:p>
          </p:txBody>
        </p:sp>
        <p:sp>
          <p:nvSpPr>
            <p:cNvPr id="9" name="Freeform 8"/>
            <p:cNvSpPr/>
            <p:nvPr/>
          </p:nvSpPr>
          <p:spPr>
            <a:xfrm>
              <a:off x="5605097" y="2985517"/>
              <a:ext cx="1009942" cy="314265"/>
            </a:xfrm>
            <a:custGeom>
              <a:avLst/>
              <a:gdLst>
                <a:gd name="connsiteX0" fmla="*/ 505161 w 1009942"/>
                <a:gd name="connsiteY0" fmla="*/ 0 h 314265"/>
                <a:gd name="connsiteX1" fmla="*/ 903738 w 1009942"/>
                <a:gd name="connsiteY1" fmla="*/ 80469 h 314265"/>
                <a:gd name="connsiteX2" fmla="*/ 1009942 w 1009942"/>
                <a:gd name="connsiteY2" fmla="*/ 138115 h 314265"/>
                <a:gd name="connsiteX3" fmla="*/ 848799 w 1009942"/>
                <a:gd name="connsiteY3" fmla="*/ 314059 h 314265"/>
                <a:gd name="connsiteX4" fmla="*/ 812889 w 1009942"/>
                <a:gd name="connsiteY4" fmla="*/ 294567 h 314265"/>
                <a:gd name="connsiteX5" fmla="*/ 505161 w 1009942"/>
                <a:gd name="connsiteY5" fmla="*/ 232440 h 314265"/>
                <a:gd name="connsiteX6" fmla="*/ 197433 w 1009942"/>
                <a:gd name="connsiteY6" fmla="*/ 294567 h 314265"/>
                <a:gd name="connsiteX7" fmla="*/ 161143 w 1009942"/>
                <a:gd name="connsiteY7" fmla="*/ 314265 h 314265"/>
                <a:gd name="connsiteX8" fmla="*/ 0 w 1009942"/>
                <a:gd name="connsiteY8" fmla="*/ 138321 h 314265"/>
                <a:gd name="connsiteX9" fmla="*/ 106584 w 1009942"/>
                <a:gd name="connsiteY9" fmla="*/ 80469 h 314265"/>
                <a:gd name="connsiteX10" fmla="*/ 505161 w 1009942"/>
                <a:gd name="connsiteY10" fmla="*/ 0 h 314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09942" h="314265">
                  <a:moveTo>
                    <a:pt x="505161" y="0"/>
                  </a:moveTo>
                  <a:cubicBezTo>
                    <a:pt x="646542" y="0"/>
                    <a:pt x="781231" y="28653"/>
                    <a:pt x="903738" y="80469"/>
                  </a:cubicBezTo>
                  <a:lnTo>
                    <a:pt x="1009942" y="138115"/>
                  </a:lnTo>
                  <a:lnTo>
                    <a:pt x="848799" y="314059"/>
                  </a:lnTo>
                  <a:lnTo>
                    <a:pt x="812889" y="294567"/>
                  </a:lnTo>
                  <a:cubicBezTo>
                    <a:pt x="718306" y="254562"/>
                    <a:pt x="614317" y="232440"/>
                    <a:pt x="505161" y="232440"/>
                  </a:cubicBezTo>
                  <a:cubicBezTo>
                    <a:pt x="396005" y="232440"/>
                    <a:pt x="292017" y="254562"/>
                    <a:pt x="197433" y="294567"/>
                  </a:cubicBezTo>
                  <a:lnTo>
                    <a:pt x="161143" y="314265"/>
                  </a:lnTo>
                  <a:lnTo>
                    <a:pt x="0" y="138321"/>
                  </a:lnTo>
                  <a:lnTo>
                    <a:pt x="106584" y="80469"/>
                  </a:lnTo>
                  <a:cubicBezTo>
                    <a:pt x="229091" y="28653"/>
                    <a:pt x="363780" y="0"/>
                    <a:pt x="505161"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fontAlgn="auto">
                <a:spcBef>
                  <a:spcPts val="0"/>
                </a:spcBef>
                <a:spcAft>
                  <a:spcPts val="0"/>
                </a:spcAft>
              </a:pPr>
              <a:endParaRPr lang="en-AU">
                <a:solidFill>
                  <a:prstClr val="white"/>
                </a:solidFill>
              </a:endParaRPr>
            </a:p>
          </p:txBody>
        </p:sp>
        <p:sp>
          <p:nvSpPr>
            <p:cNvPr id="35" name="Freeform 34"/>
            <p:cNvSpPr/>
            <p:nvPr/>
          </p:nvSpPr>
          <p:spPr>
            <a:xfrm>
              <a:off x="6573804" y="4069751"/>
              <a:ext cx="557062" cy="807682"/>
            </a:xfrm>
            <a:custGeom>
              <a:avLst/>
              <a:gdLst>
                <a:gd name="connsiteX0" fmla="*/ 557062 w 557062"/>
                <a:gd name="connsiteY0" fmla="*/ 0 h 807682"/>
                <a:gd name="connsiteX1" fmla="*/ 554941 w 557062"/>
                <a:gd name="connsiteY1" fmla="*/ 41987 h 807682"/>
                <a:gd name="connsiteX2" fmla="*/ 108768 w 557062"/>
                <a:gd name="connsiteY2" fmla="*/ 786387 h 807682"/>
                <a:gd name="connsiteX3" fmla="*/ 73715 w 557062"/>
                <a:gd name="connsiteY3" fmla="*/ 807682 h 807682"/>
                <a:gd name="connsiteX4" fmla="*/ 0 w 557062"/>
                <a:gd name="connsiteY4" fmla="*/ 573966 h 807682"/>
                <a:gd name="connsiteX5" fmla="*/ 95276 w 557062"/>
                <a:gd name="connsiteY5" fmla="*/ 495356 h 807682"/>
                <a:gd name="connsiteX6" fmla="*/ 310768 w 557062"/>
                <a:gd name="connsiteY6" fmla="*/ 95664 h 807682"/>
                <a:gd name="connsiteX7" fmla="*/ 317270 w 557062"/>
                <a:gd name="connsiteY7" fmla="*/ 53060 h 807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7062" h="807682">
                  <a:moveTo>
                    <a:pt x="557062" y="0"/>
                  </a:moveTo>
                  <a:lnTo>
                    <a:pt x="554941" y="41987"/>
                  </a:lnTo>
                  <a:cubicBezTo>
                    <a:pt x="523479" y="351794"/>
                    <a:pt x="353909" y="620773"/>
                    <a:pt x="108768" y="786387"/>
                  </a:cubicBezTo>
                  <a:lnTo>
                    <a:pt x="73715" y="807682"/>
                  </a:lnTo>
                  <a:lnTo>
                    <a:pt x="0" y="573966"/>
                  </a:lnTo>
                  <a:lnTo>
                    <a:pt x="95276" y="495356"/>
                  </a:lnTo>
                  <a:cubicBezTo>
                    <a:pt x="202576" y="388057"/>
                    <a:pt x="279175" y="250057"/>
                    <a:pt x="310768" y="95664"/>
                  </a:cubicBezTo>
                  <a:lnTo>
                    <a:pt x="317270" y="53060"/>
                  </a:lnTo>
                  <a:close/>
                </a:path>
              </a:pathLst>
            </a:cu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fontAlgn="auto">
                <a:spcBef>
                  <a:spcPts val="0"/>
                </a:spcBef>
                <a:spcAft>
                  <a:spcPts val="0"/>
                </a:spcAft>
              </a:pPr>
              <a:endParaRPr lang="en-AU">
                <a:solidFill>
                  <a:prstClr val="white"/>
                </a:solidFill>
              </a:endParaRPr>
            </a:p>
          </p:txBody>
        </p:sp>
        <p:sp>
          <p:nvSpPr>
            <p:cNvPr id="40" name="Freeform 39"/>
            <p:cNvSpPr/>
            <p:nvPr/>
          </p:nvSpPr>
          <p:spPr>
            <a:xfrm rot="8999477">
              <a:off x="5203615" y="3998607"/>
              <a:ext cx="295493" cy="915645"/>
            </a:xfrm>
            <a:custGeom>
              <a:avLst/>
              <a:gdLst>
                <a:gd name="connsiteX0" fmla="*/ 189134 w 295493"/>
                <a:gd name="connsiteY0" fmla="*/ 915645 h 915645"/>
                <a:gd name="connsiteX1" fmla="*/ 7595 w 295493"/>
                <a:gd name="connsiteY1" fmla="*/ 749377 h 915645"/>
                <a:gd name="connsiteX2" fmla="*/ 21246 w 295493"/>
                <a:gd name="connsiteY2" fmla="*/ 714421 h 915645"/>
                <a:gd name="connsiteX3" fmla="*/ 34539 w 295493"/>
                <a:gd name="connsiteY3" fmla="*/ 260533 h 915645"/>
                <a:gd name="connsiteX4" fmla="*/ 0 w 295493"/>
                <a:gd name="connsiteY4" fmla="*/ 167986 h 915645"/>
                <a:gd name="connsiteX5" fmla="*/ 183416 w 295493"/>
                <a:gd name="connsiteY5" fmla="*/ 0 h 915645"/>
                <a:gd name="connsiteX6" fmla="*/ 191776 w 295493"/>
                <a:gd name="connsiteY6" fmla="*/ 15263 h 915645"/>
                <a:gd name="connsiteX7" fmla="*/ 205842 w 295493"/>
                <a:gd name="connsiteY7" fmla="*/ 883020 h 915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5493" h="915645">
                  <a:moveTo>
                    <a:pt x="189134" y="915645"/>
                  </a:moveTo>
                  <a:lnTo>
                    <a:pt x="7595" y="749377"/>
                  </a:lnTo>
                  <a:lnTo>
                    <a:pt x="21246" y="714421"/>
                  </a:lnTo>
                  <a:cubicBezTo>
                    <a:pt x="71105" y="564922"/>
                    <a:pt x="73791" y="407112"/>
                    <a:pt x="34539" y="260533"/>
                  </a:cubicBezTo>
                  <a:lnTo>
                    <a:pt x="0" y="167986"/>
                  </a:lnTo>
                  <a:lnTo>
                    <a:pt x="183416" y="0"/>
                  </a:lnTo>
                  <a:lnTo>
                    <a:pt x="191776" y="15263"/>
                  </a:lnTo>
                  <a:cubicBezTo>
                    <a:pt x="321228" y="281278"/>
                    <a:pt x="333541" y="599008"/>
                    <a:pt x="205842" y="883020"/>
                  </a:cubicBezTo>
                  <a:close/>
                </a:path>
              </a:pathLst>
            </a:custGeom>
            <a:solidFill>
              <a:schemeClr val="accent2">
                <a:lumMod val="75000"/>
                <a:alpha val="6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fontAlgn="auto">
                <a:spcBef>
                  <a:spcPts val="0"/>
                </a:spcBef>
                <a:spcAft>
                  <a:spcPts val="0"/>
                </a:spcAft>
              </a:pPr>
              <a:endParaRPr lang="en-AU">
                <a:solidFill>
                  <a:prstClr val="white"/>
                </a:solidFill>
              </a:endParaRPr>
            </a:p>
          </p:txBody>
        </p:sp>
      </p:grpSp>
    </p:spTree>
    <p:extLst>
      <p:ext uri="{BB962C8B-B14F-4D97-AF65-F5344CB8AC3E}">
        <p14:creationId xmlns:p14="http://schemas.microsoft.com/office/powerpoint/2010/main" val="46728188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nodeType="afterEffect">
                                  <p:stCondLst>
                                    <p:cond delay="0"/>
                                  </p:stCondLst>
                                  <p:childTnLst>
                                    <p:set>
                                      <p:cBhvr>
                                        <p:cTn id="6" dur="1" fill="hold">
                                          <p:stCondLst>
                                            <p:cond delay="0"/>
                                          </p:stCondLst>
                                        </p:cTn>
                                        <p:tgtEl>
                                          <p:spTgt spid="41"/>
                                        </p:tgtEl>
                                        <p:attrNameLst>
                                          <p:attrName>style.visibility</p:attrName>
                                        </p:attrNameLst>
                                      </p:cBhvr>
                                      <p:to>
                                        <p:strVal val="visible"/>
                                      </p:to>
                                    </p:set>
                                    <p:anim calcmode="lin" valueType="num">
                                      <p:cBhvr>
                                        <p:cTn id="7" dur="500" fill="hold"/>
                                        <p:tgtEl>
                                          <p:spTgt spid="41"/>
                                        </p:tgtEl>
                                        <p:attrNameLst>
                                          <p:attrName>ppt_w</p:attrName>
                                        </p:attrNameLst>
                                      </p:cBhvr>
                                      <p:tavLst>
                                        <p:tav tm="0">
                                          <p:val>
                                            <p:fltVal val="0"/>
                                          </p:val>
                                        </p:tav>
                                        <p:tav tm="100000">
                                          <p:val>
                                            <p:strVal val="#ppt_w"/>
                                          </p:val>
                                        </p:tav>
                                      </p:tavLst>
                                    </p:anim>
                                    <p:anim calcmode="lin" valueType="num">
                                      <p:cBhvr>
                                        <p:cTn id="8" dur="500" fill="hold"/>
                                        <p:tgtEl>
                                          <p:spTgt spid="41"/>
                                        </p:tgtEl>
                                        <p:attrNameLst>
                                          <p:attrName>ppt_h</p:attrName>
                                        </p:attrNameLst>
                                      </p:cBhvr>
                                      <p:tavLst>
                                        <p:tav tm="0">
                                          <p:val>
                                            <p:fltVal val="0"/>
                                          </p:val>
                                        </p:tav>
                                        <p:tav tm="100000">
                                          <p:val>
                                            <p:strVal val="#ppt_h"/>
                                          </p:val>
                                        </p:tav>
                                      </p:tavLst>
                                    </p:anim>
                                    <p:anim calcmode="lin" valueType="num">
                                      <p:cBhvr>
                                        <p:cTn id="9" dur="500" fill="hold"/>
                                        <p:tgtEl>
                                          <p:spTgt spid="41"/>
                                        </p:tgtEl>
                                        <p:attrNameLst>
                                          <p:attrName>style.rotation</p:attrName>
                                        </p:attrNameLst>
                                      </p:cBhvr>
                                      <p:tavLst>
                                        <p:tav tm="0">
                                          <p:val>
                                            <p:fltVal val="360"/>
                                          </p:val>
                                        </p:tav>
                                        <p:tav tm="100000">
                                          <p:val>
                                            <p:fltVal val="0"/>
                                          </p:val>
                                        </p:tav>
                                      </p:tavLst>
                                    </p:anim>
                                    <p:animEffect transition="in" filter="fade">
                                      <p:cBhvr>
                                        <p:cTn id="10" dur="500"/>
                                        <p:tgtEl>
                                          <p:spTgt spid="41"/>
                                        </p:tgtEl>
                                      </p:cBhvr>
                                    </p:animEffect>
                                  </p:childTnLst>
                                </p:cTn>
                              </p:par>
                            </p:childTnLst>
                          </p:cTn>
                        </p:par>
                        <p:par>
                          <p:cTn id="11" fill="hold">
                            <p:stCondLst>
                              <p:cond delay="500"/>
                            </p:stCondLst>
                            <p:childTnLst>
                              <p:par>
                                <p:cTn id="12" presetID="22" presetClass="entr" presetSubtype="4" fill="hold" nodeType="afterEffect">
                                  <p:stCondLst>
                                    <p:cond delay="0"/>
                                  </p:stCondLst>
                                  <p:childTnLst>
                                    <p:set>
                                      <p:cBhvr>
                                        <p:cTn id="13" dur="1" fill="hold">
                                          <p:stCondLst>
                                            <p:cond delay="0"/>
                                          </p:stCondLst>
                                        </p:cTn>
                                        <p:tgtEl>
                                          <p:spTgt spid="10"/>
                                        </p:tgtEl>
                                        <p:attrNameLst>
                                          <p:attrName>style.visibility</p:attrName>
                                        </p:attrNameLst>
                                      </p:cBhvr>
                                      <p:to>
                                        <p:strVal val="visible"/>
                                      </p:to>
                                    </p:set>
                                    <p:animEffect transition="in" filter="wipe(down)">
                                      <p:cBhvr>
                                        <p:cTn id="14" dur="500"/>
                                        <p:tgtEl>
                                          <p:spTgt spid="10"/>
                                        </p:tgtEl>
                                      </p:cBhvr>
                                    </p:animEffect>
                                  </p:childTnLst>
                                </p:cTn>
                              </p:par>
                            </p:childTnLst>
                          </p:cTn>
                        </p:par>
                        <p:par>
                          <p:cTn id="15" fill="hold">
                            <p:stCondLst>
                              <p:cond delay="1000"/>
                            </p:stCondLst>
                            <p:childTnLst>
                              <p:par>
                                <p:cTn id="16" presetID="18" presetClass="entr" presetSubtype="6" fill="hold" grpId="0" nodeType="afterEffect">
                                  <p:stCondLst>
                                    <p:cond delay="0"/>
                                  </p:stCondLst>
                                  <p:childTnLst>
                                    <p:set>
                                      <p:cBhvr>
                                        <p:cTn id="17" dur="1" fill="hold">
                                          <p:stCondLst>
                                            <p:cond delay="0"/>
                                          </p:stCondLst>
                                        </p:cTn>
                                        <p:tgtEl>
                                          <p:spTgt spid="19"/>
                                        </p:tgtEl>
                                        <p:attrNameLst>
                                          <p:attrName>style.visibility</p:attrName>
                                        </p:attrNameLst>
                                      </p:cBhvr>
                                      <p:to>
                                        <p:strVal val="visible"/>
                                      </p:to>
                                    </p:set>
                                    <p:animEffect transition="in" filter="strips(downRight)">
                                      <p:cBhvr>
                                        <p:cTn id="18" dur="500"/>
                                        <p:tgtEl>
                                          <p:spTgt spid="19"/>
                                        </p:tgtEl>
                                      </p:cBhvr>
                                    </p:animEffect>
                                  </p:childTnLst>
                                </p:cTn>
                              </p:par>
                            </p:childTnLst>
                          </p:cTn>
                        </p:par>
                        <p:par>
                          <p:cTn id="19" fill="hold">
                            <p:stCondLst>
                              <p:cond delay="1500"/>
                            </p:stCondLst>
                            <p:childTnLst>
                              <p:par>
                                <p:cTn id="20" presetID="22" presetClass="entr" presetSubtype="2" fill="hold" nodeType="afterEffect">
                                  <p:stCondLst>
                                    <p:cond delay="0"/>
                                  </p:stCondLst>
                                  <p:childTnLst>
                                    <p:set>
                                      <p:cBhvr>
                                        <p:cTn id="21" dur="1" fill="hold">
                                          <p:stCondLst>
                                            <p:cond delay="0"/>
                                          </p:stCondLst>
                                        </p:cTn>
                                        <p:tgtEl>
                                          <p:spTgt spid="13"/>
                                        </p:tgtEl>
                                        <p:attrNameLst>
                                          <p:attrName>style.visibility</p:attrName>
                                        </p:attrNameLst>
                                      </p:cBhvr>
                                      <p:to>
                                        <p:strVal val="visible"/>
                                      </p:to>
                                    </p:set>
                                    <p:animEffect transition="in" filter="wipe(right)">
                                      <p:cBhvr>
                                        <p:cTn id="22" dur="500"/>
                                        <p:tgtEl>
                                          <p:spTgt spid="13"/>
                                        </p:tgtEl>
                                      </p:cBhvr>
                                    </p:animEffect>
                                  </p:childTnLst>
                                </p:cTn>
                              </p:par>
                            </p:childTnLst>
                          </p:cTn>
                        </p:par>
                        <p:par>
                          <p:cTn id="23" fill="hold">
                            <p:stCondLst>
                              <p:cond delay="2000"/>
                            </p:stCondLst>
                            <p:childTnLst>
                              <p:par>
                                <p:cTn id="24" presetID="18" presetClass="entr" presetSubtype="12" fill="hold" grpId="0" nodeType="afterEffect">
                                  <p:stCondLst>
                                    <p:cond delay="0"/>
                                  </p:stCondLst>
                                  <p:childTnLst>
                                    <p:set>
                                      <p:cBhvr>
                                        <p:cTn id="25" dur="1" fill="hold">
                                          <p:stCondLst>
                                            <p:cond delay="0"/>
                                          </p:stCondLst>
                                        </p:cTn>
                                        <p:tgtEl>
                                          <p:spTgt spid="21"/>
                                        </p:tgtEl>
                                        <p:attrNameLst>
                                          <p:attrName>style.visibility</p:attrName>
                                        </p:attrNameLst>
                                      </p:cBhvr>
                                      <p:to>
                                        <p:strVal val="visible"/>
                                      </p:to>
                                    </p:set>
                                    <p:animEffect transition="in" filter="strips(downLeft)">
                                      <p:cBhvr>
                                        <p:cTn id="26" dur="500"/>
                                        <p:tgtEl>
                                          <p:spTgt spid="21"/>
                                        </p:tgtEl>
                                      </p:cBhvr>
                                    </p:animEffect>
                                  </p:childTnLst>
                                </p:cTn>
                              </p:par>
                            </p:childTnLst>
                          </p:cTn>
                        </p:par>
                        <p:par>
                          <p:cTn id="27" fill="hold">
                            <p:stCondLst>
                              <p:cond delay="2500"/>
                            </p:stCondLst>
                            <p:childTnLst>
                              <p:par>
                                <p:cTn id="28" presetID="22" presetClass="entr" presetSubtype="8" fill="hold" nodeType="afterEffect">
                                  <p:stCondLst>
                                    <p:cond delay="0"/>
                                  </p:stCondLst>
                                  <p:childTnLst>
                                    <p:set>
                                      <p:cBhvr>
                                        <p:cTn id="29" dur="1" fill="hold">
                                          <p:stCondLst>
                                            <p:cond delay="0"/>
                                          </p:stCondLst>
                                        </p:cTn>
                                        <p:tgtEl>
                                          <p:spTgt spid="16"/>
                                        </p:tgtEl>
                                        <p:attrNameLst>
                                          <p:attrName>style.visibility</p:attrName>
                                        </p:attrNameLst>
                                      </p:cBhvr>
                                      <p:to>
                                        <p:strVal val="visible"/>
                                      </p:to>
                                    </p:set>
                                    <p:animEffect transition="in" filter="wipe(left)">
                                      <p:cBhvr>
                                        <p:cTn id="30" dur="500"/>
                                        <p:tgtEl>
                                          <p:spTgt spid="16"/>
                                        </p:tgtEl>
                                      </p:cBhvr>
                                    </p:animEffect>
                                  </p:childTnLst>
                                </p:cTn>
                              </p:par>
                            </p:childTnLst>
                          </p:cTn>
                        </p:par>
                        <p:par>
                          <p:cTn id="31" fill="hold">
                            <p:stCondLst>
                              <p:cond delay="3000"/>
                            </p:stCondLst>
                            <p:childTnLst>
                              <p:par>
                                <p:cTn id="32" presetID="18" presetClass="entr" presetSubtype="6" fill="hold" grpId="0" nodeType="afterEffect">
                                  <p:stCondLst>
                                    <p:cond delay="0"/>
                                  </p:stCondLst>
                                  <p:childTnLst>
                                    <p:set>
                                      <p:cBhvr>
                                        <p:cTn id="33" dur="1" fill="hold">
                                          <p:stCondLst>
                                            <p:cond delay="0"/>
                                          </p:stCondLst>
                                        </p:cTn>
                                        <p:tgtEl>
                                          <p:spTgt spid="23"/>
                                        </p:tgtEl>
                                        <p:attrNameLst>
                                          <p:attrName>style.visibility</p:attrName>
                                        </p:attrNameLst>
                                      </p:cBhvr>
                                      <p:to>
                                        <p:strVal val="visible"/>
                                      </p:to>
                                    </p:set>
                                    <p:animEffect transition="in" filter="strips(downRight)">
                                      <p:cBhvr>
                                        <p:cTn id="34"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21" grpId="0"/>
      <p:bldP spid="23" grpId="0"/>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 name="Group 9"/>
          <p:cNvGrpSpPr/>
          <p:nvPr/>
        </p:nvGrpSpPr>
        <p:grpSpPr>
          <a:xfrm flipH="1">
            <a:off x="6096000" y="1215674"/>
            <a:ext cx="2311184" cy="909217"/>
            <a:chOff x="1848067" y="2697524"/>
            <a:chExt cx="2311184" cy="316190"/>
          </a:xfrm>
        </p:grpSpPr>
        <p:cxnSp>
          <p:nvCxnSpPr>
            <p:cNvPr id="11" name="Straight Connector 10"/>
            <p:cNvCxnSpPr/>
            <p:nvPr/>
          </p:nvCxnSpPr>
          <p:spPr>
            <a:xfrm flipH="1" flipV="1">
              <a:off x="3661285" y="2697524"/>
              <a:ext cx="497966" cy="316190"/>
            </a:xfrm>
            <a:prstGeom prst="line">
              <a:avLst/>
            </a:prstGeom>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flipH="1">
              <a:off x="1848067" y="2697524"/>
              <a:ext cx="1813219" cy="0"/>
            </a:xfrm>
            <a:prstGeom prst="line">
              <a:avLst/>
            </a:prstGeom>
            <a:ln>
              <a:tailEnd type="oval"/>
            </a:ln>
          </p:spPr>
          <p:style>
            <a:lnRef idx="1">
              <a:schemeClr val="accent1"/>
            </a:lnRef>
            <a:fillRef idx="0">
              <a:schemeClr val="accent1"/>
            </a:fillRef>
            <a:effectRef idx="0">
              <a:schemeClr val="accent1"/>
            </a:effectRef>
            <a:fontRef idx="minor">
              <a:schemeClr val="tx1"/>
            </a:fontRef>
          </p:style>
        </p:cxnSp>
      </p:grpSp>
      <p:grpSp>
        <p:nvGrpSpPr>
          <p:cNvPr id="13" name="Group 12"/>
          <p:cNvGrpSpPr/>
          <p:nvPr/>
        </p:nvGrpSpPr>
        <p:grpSpPr>
          <a:xfrm flipV="1">
            <a:off x="3254278" y="5284504"/>
            <a:ext cx="1496051" cy="359958"/>
            <a:chOff x="1848067" y="2697524"/>
            <a:chExt cx="2311184" cy="316190"/>
          </a:xfrm>
        </p:grpSpPr>
        <p:cxnSp>
          <p:nvCxnSpPr>
            <p:cNvPr id="14" name="Straight Connector 13"/>
            <p:cNvCxnSpPr/>
            <p:nvPr/>
          </p:nvCxnSpPr>
          <p:spPr>
            <a:xfrm flipH="1" flipV="1">
              <a:off x="3661285" y="2697524"/>
              <a:ext cx="497966" cy="31619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flipH="1">
              <a:off x="1848067" y="2697524"/>
              <a:ext cx="1813219" cy="0"/>
            </a:xfrm>
            <a:prstGeom prst="line">
              <a:avLst/>
            </a:prstGeom>
            <a:ln>
              <a:solidFill>
                <a:schemeClr val="accent2"/>
              </a:solidFill>
              <a:tailEnd type="oval"/>
            </a:ln>
          </p:spPr>
          <p:style>
            <a:lnRef idx="1">
              <a:schemeClr val="accent1"/>
            </a:lnRef>
            <a:fillRef idx="0">
              <a:schemeClr val="accent1"/>
            </a:fillRef>
            <a:effectRef idx="0">
              <a:schemeClr val="accent1"/>
            </a:effectRef>
            <a:fontRef idx="minor">
              <a:schemeClr val="tx1"/>
            </a:fontRef>
          </p:style>
        </p:cxnSp>
      </p:grpSp>
      <p:grpSp>
        <p:nvGrpSpPr>
          <p:cNvPr id="16" name="Group 15"/>
          <p:cNvGrpSpPr/>
          <p:nvPr/>
        </p:nvGrpSpPr>
        <p:grpSpPr>
          <a:xfrm flipH="1" flipV="1">
            <a:off x="7176203" y="5506451"/>
            <a:ext cx="1496051" cy="359958"/>
            <a:chOff x="1848067" y="2697524"/>
            <a:chExt cx="2311184" cy="316190"/>
          </a:xfrm>
        </p:grpSpPr>
        <p:cxnSp>
          <p:nvCxnSpPr>
            <p:cNvPr id="17" name="Straight Connector 16"/>
            <p:cNvCxnSpPr/>
            <p:nvPr/>
          </p:nvCxnSpPr>
          <p:spPr>
            <a:xfrm flipH="1" flipV="1">
              <a:off x="3661285" y="2697524"/>
              <a:ext cx="497966" cy="316190"/>
            </a:xfrm>
            <a:prstGeom prst="line">
              <a:avLst/>
            </a:prstGeom>
            <a:ln>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flipH="1">
              <a:off x="1848067" y="2697524"/>
              <a:ext cx="1813219" cy="0"/>
            </a:xfrm>
            <a:prstGeom prst="line">
              <a:avLst/>
            </a:prstGeom>
            <a:ln>
              <a:solidFill>
                <a:schemeClr val="accent4"/>
              </a:solidFill>
              <a:tailEnd type="oval"/>
            </a:ln>
          </p:spPr>
          <p:style>
            <a:lnRef idx="1">
              <a:schemeClr val="accent1"/>
            </a:lnRef>
            <a:fillRef idx="0">
              <a:schemeClr val="accent1"/>
            </a:fillRef>
            <a:effectRef idx="0">
              <a:schemeClr val="accent1"/>
            </a:effectRef>
            <a:fontRef idx="minor">
              <a:schemeClr val="tx1"/>
            </a:fontRef>
          </p:style>
        </p:cxnSp>
      </p:grpSp>
      <p:sp>
        <p:nvSpPr>
          <p:cNvPr id="19" name="TextBox 18"/>
          <p:cNvSpPr txBox="1"/>
          <p:nvPr/>
        </p:nvSpPr>
        <p:spPr>
          <a:xfrm>
            <a:off x="7809213" y="955340"/>
            <a:ext cx="3431292" cy="1169551"/>
          </a:xfrm>
          <a:prstGeom prst="rect">
            <a:avLst/>
          </a:prstGeom>
          <a:noFill/>
        </p:spPr>
        <p:txBody>
          <a:bodyPr wrap="square" lIns="0" tIns="0" rIns="0" bIns="0" rtlCol="0">
            <a:spAutoFit/>
          </a:bodyPr>
          <a:lstStyle/>
          <a:p>
            <a:pPr algn="ctr" rtl="1" fontAlgn="auto">
              <a:spcBef>
                <a:spcPts val="0"/>
              </a:spcBef>
              <a:spcAft>
                <a:spcPts val="0"/>
              </a:spcAft>
            </a:pPr>
            <a:r>
              <a:rPr lang="ar-SA" sz="2800" b="1" u="sng" dirty="0">
                <a:solidFill>
                  <a:prstClr val="black"/>
                </a:solidFill>
                <a:latin typeface="Roboto Lt"/>
              </a:rPr>
              <a:t>التحليل:</a:t>
            </a:r>
            <a:endParaRPr lang="en-US" sz="2800" b="1" u="sng" dirty="0" smtClean="0">
              <a:solidFill>
                <a:prstClr val="black"/>
              </a:solidFill>
              <a:latin typeface="Roboto Lt"/>
            </a:endParaRPr>
          </a:p>
          <a:p>
            <a:pPr algn="ctr" rtl="1" fontAlgn="auto">
              <a:spcBef>
                <a:spcPts val="0"/>
              </a:spcBef>
              <a:spcAft>
                <a:spcPts val="0"/>
              </a:spcAft>
            </a:pPr>
            <a:r>
              <a:rPr lang="ar-SA" sz="2400" b="1" dirty="0">
                <a:solidFill>
                  <a:prstClr val="black"/>
                </a:solidFill>
                <a:latin typeface="Roboto Lt"/>
              </a:rPr>
              <a:t>أي أن يحلل الطالب الموقف لعناصره الأساسية</a:t>
            </a:r>
            <a:endParaRPr lang="en-AU" sz="2400" b="1" dirty="0">
              <a:solidFill>
                <a:prstClr val="black"/>
              </a:solidFill>
              <a:latin typeface="Roboto Lt"/>
            </a:endParaRPr>
          </a:p>
        </p:txBody>
      </p:sp>
      <p:sp>
        <p:nvSpPr>
          <p:cNvPr id="21" name="TextBox 20"/>
          <p:cNvSpPr txBox="1"/>
          <p:nvPr/>
        </p:nvSpPr>
        <p:spPr>
          <a:xfrm>
            <a:off x="205692" y="4299619"/>
            <a:ext cx="2883309" cy="1969770"/>
          </a:xfrm>
          <a:prstGeom prst="rect">
            <a:avLst/>
          </a:prstGeom>
          <a:noFill/>
        </p:spPr>
        <p:txBody>
          <a:bodyPr wrap="square" lIns="0" tIns="0" rIns="0" bIns="0" rtlCol="0">
            <a:spAutoFit/>
          </a:bodyPr>
          <a:lstStyle/>
          <a:p>
            <a:pPr algn="ctr" rtl="1" fontAlgn="auto">
              <a:spcBef>
                <a:spcPts val="0"/>
              </a:spcBef>
              <a:spcAft>
                <a:spcPts val="0"/>
              </a:spcAft>
            </a:pPr>
            <a:r>
              <a:rPr lang="ar-SA" sz="3200" b="1" u="sng" dirty="0">
                <a:solidFill>
                  <a:prstClr val="black"/>
                </a:solidFill>
                <a:latin typeface="Roboto Lt"/>
              </a:rPr>
              <a:t>التقويم: </a:t>
            </a:r>
            <a:endParaRPr lang="en-US" sz="3200" b="1" u="sng" dirty="0" smtClean="0">
              <a:solidFill>
                <a:prstClr val="black"/>
              </a:solidFill>
              <a:latin typeface="Roboto Lt"/>
            </a:endParaRPr>
          </a:p>
          <a:p>
            <a:pPr algn="ctr" rtl="1" fontAlgn="auto">
              <a:spcBef>
                <a:spcPts val="0"/>
              </a:spcBef>
              <a:spcAft>
                <a:spcPts val="0"/>
              </a:spcAft>
            </a:pPr>
            <a:r>
              <a:rPr lang="ar-SA" sz="2400" b="1" dirty="0">
                <a:solidFill>
                  <a:prstClr val="black"/>
                </a:solidFill>
                <a:latin typeface="Roboto Lt"/>
              </a:rPr>
              <a:t>وفيه يتم فحص كافة مصادر المعلومات لتقييم جودتها وليتم اتخاذ معين بناءً على معايير محددة. </a:t>
            </a:r>
            <a:endParaRPr lang="en-AU" sz="2400" b="1" dirty="0">
              <a:solidFill>
                <a:prstClr val="black"/>
              </a:solidFill>
              <a:latin typeface="Roboto Lt"/>
            </a:endParaRPr>
          </a:p>
        </p:txBody>
      </p:sp>
      <p:sp>
        <p:nvSpPr>
          <p:cNvPr id="23" name="TextBox 22"/>
          <p:cNvSpPr txBox="1"/>
          <p:nvPr/>
        </p:nvSpPr>
        <p:spPr>
          <a:xfrm>
            <a:off x="8847311" y="4967749"/>
            <a:ext cx="2897712" cy="1538883"/>
          </a:xfrm>
          <a:prstGeom prst="rect">
            <a:avLst/>
          </a:prstGeom>
          <a:noFill/>
        </p:spPr>
        <p:txBody>
          <a:bodyPr wrap="square" lIns="0" tIns="0" rIns="0" bIns="0" rtlCol="0">
            <a:spAutoFit/>
          </a:bodyPr>
          <a:lstStyle/>
          <a:p>
            <a:pPr algn="ctr" rtl="1" fontAlgn="auto">
              <a:spcBef>
                <a:spcPts val="0"/>
              </a:spcBef>
              <a:spcAft>
                <a:spcPts val="0"/>
              </a:spcAft>
            </a:pPr>
            <a:r>
              <a:rPr lang="ar-SA" sz="2800" b="1" u="sng" dirty="0">
                <a:solidFill>
                  <a:prstClr val="black"/>
                </a:solidFill>
                <a:latin typeface="Roboto Lt"/>
              </a:rPr>
              <a:t>الإنشاء: </a:t>
            </a:r>
            <a:endParaRPr lang="en-US" sz="2800" b="1" u="sng" dirty="0" smtClean="0">
              <a:solidFill>
                <a:prstClr val="black"/>
              </a:solidFill>
              <a:latin typeface="Roboto Lt"/>
            </a:endParaRPr>
          </a:p>
          <a:p>
            <a:pPr algn="ctr" rtl="1" fontAlgn="auto">
              <a:spcBef>
                <a:spcPts val="0"/>
              </a:spcBef>
              <a:spcAft>
                <a:spcPts val="0"/>
              </a:spcAft>
            </a:pPr>
            <a:r>
              <a:rPr lang="ar-SA" sz="2400" b="1" dirty="0">
                <a:solidFill>
                  <a:prstClr val="black"/>
                </a:solidFill>
                <a:latin typeface="Roboto Lt"/>
              </a:rPr>
              <a:t>في هذا المستوى يقوم الطلاب بإعادة تنظيم المعلومات بأساليب جديدة</a:t>
            </a:r>
            <a:endParaRPr lang="en-AU" sz="2400" b="1" dirty="0">
              <a:solidFill>
                <a:prstClr val="black"/>
              </a:solidFill>
              <a:latin typeface="Roboto Lt"/>
            </a:endParaRPr>
          </a:p>
        </p:txBody>
      </p:sp>
      <p:grpSp>
        <p:nvGrpSpPr>
          <p:cNvPr id="41" name="Group 40"/>
          <p:cNvGrpSpPr/>
          <p:nvPr/>
        </p:nvGrpSpPr>
        <p:grpSpPr>
          <a:xfrm>
            <a:off x="4471559" y="2292949"/>
            <a:ext cx="3252971" cy="3223529"/>
            <a:chOff x="4471559" y="2292949"/>
            <a:chExt cx="3252971" cy="3223529"/>
          </a:xfrm>
        </p:grpSpPr>
        <p:sp>
          <p:nvSpPr>
            <p:cNvPr id="4" name="Oval 3"/>
            <p:cNvSpPr/>
            <p:nvPr/>
          </p:nvSpPr>
          <p:spPr>
            <a:xfrm>
              <a:off x="5086095" y="2986348"/>
              <a:ext cx="2047946" cy="2047946"/>
            </a:xfrm>
            <a:prstGeom prst="ellipse">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5" name="Freeform 4"/>
            <p:cNvSpPr/>
            <p:nvPr/>
          </p:nvSpPr>
          <p:spPr>
            <a:xfrm rot="16200000">
              <a:off x="5404942" y="2051051"/>
              <a:ext cx="1382970" cy="1866765"/>
            </a:xfrm>
            <a:custGeom>
              <a:avLst/>
              <a:gdLst>
                <a:gd name="connsiteX0" fmla="*/ 1382970 w 1382970"/>
                <a:gd name="connsiteY0" fmla="*/ 917337 h 1866765"/>
                <a:gd name="connsiteX1" fmla="*/ 1066685 w 1382970"/>
                <a:gd name="connsiteY1" fmla="*/ 1798378 h 1866765"/>
                <a:gd name="connsiteX2" fmla="*/ 1004530 w 1382970"/>
                <a:gd name="connsiteY2" fmla="*/ 1866765 h 1866765"/>
                <a:gd name="connsiteX3" fmla="*/ 0 w 1382970"/>
                <a:gd name="connsiteY3" fmla="*/ 946739 h 1866765"/>
                <a:gd name="connsiteX4" fmla="*/ 1033696 w 1382970"/>
                <a:gd name="connsiteY4" fmla="*/ 0 h 1866765"/>
                <a:gd name="connsiteX5" fmla="*/ 1066685 w 1382970"/>
                <a:gd name="connsiteY5" fmla="*/ 36296 h 1866765"/>
                <a:gd name="connsiteX6" fmla="*/ 1382970 w 1382970"/>
                <a:gd name="connsiteY6" fmla="*/ 917337 h 1866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2970" h="1866765">
                  <a:moveTo>
                    <a:pt x="1382970" y="917337"/>
                  </a:moveTo>
                  <a:cubicBezTo>
                    <a:pt x="1382970" y="1252007"/>
                    <a:pt x="1264275" y="1558954"/>
                    <a:pt x="1066685" y="1798378"/>
                  </a:cubicBezTo>
                  <a:lnTo>
                    <a:pt x="1004530" y="1866765"/>
                  </a:lnTo>
                  <a:lnTo>
                    <a:pt x="0" y="946739"/>
                  </a:lnTo>
                  <a:lnTo>
                    <a:pt x="1033696" y="0"/>
                  </a:lnTo>
                  <a:lnTo>
                    <a:pt x="1066685" y="36296"/>
                  </a:lnTo>
                  <a:cubicBezTo>
                    <a:pt x="1264275" y="275720"/>
                    <a:pt x="1382970" y="582667"/>
                    <a:pt x="1382970" y="917337"/>
                  </a:cubicBezTo>
                  <a:close/>
                </a:path>
              </a:pathLst>
            </a:custGeom>
            <a:solidFill>
              <a:schemeClr val="accent1">
                <a:alpha val="6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fontAlgn="auto">
                <a:spcBef>
                  <a:spcPts val="0"/>
                </a:spcBef>
                <a:spcAft>
                  <a:spcPts val="0"/>
                </a:spcAft>
              </a:pPr>
              <a:endParaRPr lang="en-AU">
                <a:solidFill>
                  <a:prstClr val="white"/>
                </a:solidFill>
              </a:endParaRPr>
            </a:p>
          </p:txBody>
        </p:sp>
        <p:sp>
          <p:nvSpPr>
            <p:cNvPr id="6" name="Freeform 5"/>
            <p:cNvSpPr/>
            <p:nvPr/>
          </p:nvSpPr>
          <p:spPr>
            <a:xfrm rot="8999477">
              <a:off x="4471559" y="3649712"/>
              <a:ext cx="1382970" cy="1866765"/>
            </a:xfrm>
            <a:custGeom>
              <a:avLst/>
              <a:gdLst>
                <a:gd name="connsiteX0" fmla="*/ 1382970 w 1382970"/>
                <a:gd name="connsiteY0" fmla="*/ 917337 h 1866765"/>
                <a:gd name="connsiteX1" fmla="*/ 1066685 w 1382970"/>
                <a:gd name="connsiteY1" fmla="*/ 1798378 h 1866765"/>
                <a:gd name="connsiteX2" fmla="*/ 1004530 w 1382970"/>
                <a:gd name="connsiteY2" fmla="*/ 1866765 h 1866765"/>
                <a:gd name="connsiteX3" fmla="*/ 0 w 1382970"/>
                <a:gd name="connsiteY3" fmla="*/ 946739 h 1866765"/>
                <a:gd name="connsiteX4" fmla="*/ 1033696 w 1382970"/>
                <a:gd name="connsiteY4" fmla="*/ 0 h 1866765"/>
                <a:gd name="connsiteX5" fmla="*/ 1066685 w 1382970"/>
                <a:gd name="connsiteY5" fmla="*/ 36296 h 1866765"/>
                <a:gd name="connsiteX6" fmla="*/ 1382970 w 1382970"/>
                <a:gd name="connsiteY6" fmla="*/ 917337 h 1866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2970" h="1866765">
                  <a:moveTo>
                    <a:pt x="1382970" y="917337"/>
                  </a:moveTo>
                  <a:cubicBezTo>
                    <a:pt x="1382970" y="1252007"/>
                    <a:pt x="1264275" y="1558954"/>
                    <a:pt x="1066685" y="1798378"/>
                  </a:cubicBezTo>
                  <a:lnTo>
                    <a:pt x="1004530" y="1866765"/>
                  </a:lnTo>
                  <a:lnTo>
                    <a:pt x="0" y="946739"/>
                  </a:lnTo>
                  <a:lnTo>
                    <a:pt x="1033696" y="0"/>
                  </a:lnTo>
                  <a:lnTo>
                    <a:pt x="1066685" y="36296"/>
                  </a:lnTo>
                  <a:cubicBezTo>
                    <a:pt x="1264275" y="275720"/>
                    <a:pt x="1382970" y="582667"/>
                    <a:pt x="1382970" y="917337"/>
                  </a:cubicBezTo>
                  <a:close/>
                </a:path>
              </a:pathLst>
            </a:custGeom>
            <a:solidFill>
              <a:schemeClr val="accent2">
                <a:alpha val="6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fontAlgn="auto">
                <a:spcBef>
                  <a:spcPts val="0"/>
                </a:spcBef>
                <a:spcAft>
                  <a:spcPts val="0"/>
                </a:spcAft>
              </a:pPr>
              <a:endParaRPr lang="en-AU">
                <a:solidFill>
                  <a:prstClr val="white"/>
                </a:solidFill>
              </a:endParaRPr>
            </a:p>
          </p:txBody>
        </p:sp>
        <p:sp>
          <p:nvSpPr>
            <p:cNvPr id="7" name="Oval 6"/>
            <p:cNvSpPr/>
            <p:nvPr/>
          </p:nvSpPr>
          <p:spPr>
            <a:xfrm>
              <a:off x="5319493" y="3218789"/>
              <a:ext cx="1581150" cy="1581150"/>
            </a:xfrm>
            <a:prstGeom prst="ellipse">
              <a:avLst/>
            </a:prstGeom>
            <a:solidFill>
              <a:schemeClr val="bg1">
                <a:lumMod val="85000"/>
                <a:alpha val="5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8" name="Freeform 7"/>
            <p:cNvSpPr/>
            <p:nvPr/>
          </p:nvSpPr>
          <p:spPr>
            <a:xfrm rot="12600523" flipH="1">
              <a:off x="6341560" y="3649713"/>
              <a:ext cx="1382970" cy="1866765"/>
            </a:xfrm>
            <a:custGeom>
              <a:avLst/>
              <a:gdLst>
                <a:gd name="connsiteX0" fmla="*/ 1382970 w 1382970"/>
                <a:gd name="connsiteY0" fmla="*/ 917337 h 1866765"/>
                <a:gd name="connsiteX1" fmla="*/ 1066685 w 1382970"/>
                <a:gd name="connsiteY1" fmla="*/ 1798378 h 1866765"/>
                <a:gd name="connsiteX2" fmla="*/ 1004530 w 1382970"/>
                <a:gd name="connsiteY2" fmla="*/ 1866765 h 1866765"/>
                <a:gd name="connsiteX3" fmla="*/ 0 w 1382970"/>
                <a:gd name="connsiteY3" fmla="*/ 946739 h 1866765"/>
                <a:gd name="connsiteX4" fmla="*/ 1033696 w 1382970"/>
                <a:gd name="connsiteY4" fmla="*/ 0 h 1866765"/>
                <a:gd name="connsiteX5" fmla="*/ 1066685 w 1382970"/>
                <a:gd name="connsiteY5" fmla="*/ 36296 h 1866765"/>
                <a:gd name="connsiteX6" fmla="*/ 1382970 w 1382970"/>
                <a:gd name="connsiteY6" fmla="*/ 917337 h 1866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2970" h="1866765">
                  <a:moveTo>
                    <a:pt x="1382970" y="917337"/>
                  </a:moveTo>
                  <a:cubicBezTo>
                    <a:pt x="1382970" y="1252007"/>
                    <a:pt x="1264275" y="1558954"/>
                    <a:pt x="1066685" y="1798378"/>
                  </a:cubicBezTo>
                  <a:lnTo>
                    <a:pt x="1004530" y="1866765"/>
                  </a:lnTo>
                  <a:lnTo>
                    <a:pt x="0" y="946739"/>
                  </a:lnTo>
                  <a:lnTo>
                    <a:pt x="1033696" y="0"/>
                  </a:lnTo>
                  <a:lnTo>
                    <a:pt x="1066685" y="36296"/>
                  </a:lnTo>
                  <a:cubicBezTo>
                    <a:pt x="1264275" y="275720"/>
                    <a:pt x="1382970" y="582667"/>
                    <a:pt x="1382970" y="917337"/>
                  </a:cubicBezTo>
                  <a:close/>
                </a:path>
              </a:pathLst>
            </a:custGeom>
            <a:solidFill>
              <a:schemeClr val="accent4">
                <a:alpha val="6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fontAlgn="auto">
                <a:spcBef>
                  <a:spcPts val="0"/>
                </a:spcBef>
                <a:spcAft>
                  <a:spcPts val="0"/>
                </a:spcAft>
              </a:pPr>
              <a:endParaRPr lang="en-AU">
                <a:solidFill>
                  <a:prstClr val="white"/>
                </a:solidFill>
              </a:endParaRPr>
            </a:p>
          </p:txBody>
        </p:sp>
        <p:sp>
          <p:nvSpPr>
            <p:cNvPr id="9" name="Freeform 8"/>
            <p:cNvSpPr/>
            <p:nvPr/>
          </p:nvSpPr>
          <p:spPr>
            <a:xfrm>
              <a:off x="5605097" y="2985517"/>
              <a:ext cx="1009942" cy="314265"/>
            </a:xfrm>
            <a:custGeom>
              <a:avLst/>
              <a:gdLst>
                <a:gd name="connsiteX0" fmla="*/ 505161 w 1009942"/>
                <a:gd name="connsiteY0" fmla="*/ 0 h 314265"/>
                <a:gd name="connsiteX1" fmla="*/ 903738 w 1009942"/>
                <a:gd name="connsiteY1" fmla="*/ 80469 h 314265"/>
                <a:gd name="connsiteX2" fmla="*/ 1009942 w 1009942"/>
                <a:gd name="connsiteY2" fmla="*/ 138115 h 314265"/>
                <a:gd name="connsiteX3" fmla="*/ 848799 w 1009942"/>
                <a:gd name="connsiteY3" fmla="*/ 314059 h 314265"/>
                <a:gd name="connsiteX4" fmla="*/ 812889 w 1009942"/>
                <a:gd name="connsiteY4" fmla="*/ 294567 h 314265"/>
                <a:gd name="connsiteX5" fmla="*/ 505161 w 1009942"/>
                <a:gd name="connsiteY5" fmla="*/ 232440 h 314265"/>
                <a:gd name="connsiteX6" fmla="*/ 197433 w 1009942"/>
                <a:gd name="connsiteY6" fmla="*/ 294567 h 314265"/>
                <a:gd name="connsiteX7" fmla="*/ 161143 w 1009942"/>
                <a:gd name="connsiteY7" fmla="*/ 314265 h 314265"/>
                <a:gd name="connsiteX8" fmla="*/ 0 w 1009942"/>
                <a:gd name="connsiteY8" fmla="*/ 138321 h 314265"/>
                <a:gd name="connsiteX9" fmla="*/ 106584 w 1009942"/>
                <a:gd name="connsiteY9" fmla="*/ 80469 h 314265"/>
                <a:gd name="connsiteX10" fmla="*/ 505161 w 1009942"/>
                <a:gd name="connsiteY10" fmla="*/ 0 h 314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09942" h="314265">
                  <a:moveTo>
                    <a:pt x="505161" y="0"/>
                  </a:moveTo>
                  <a:cubicBezTo>
                    <a:pt x="646542" y="0"/>
                    <a:pt x="781231" y="28653"/>
                    <a:pt x="903738" y="80469"/>
                  </a:cubicBezTo>
                  <a:lnTo>
                    <a:pt x="1009942" y="138115"/>
                  </a:lnTo>
                  <a:lnTo>
                    <a:pt x="848799" y="314059"/>
                  </a:lnTo>
                  <a:lnTo>
                    <a:pt x="812889" y="294567"/>
                  </a:lnTo>
                  <a:cubicBezTo>
                    <a:pt x="718306" y="254562"/>
                    <a:pt x="614317" y="232440"/>
                    <a:pt x="505161" y="232440"/>
                  </a:cubicBezTo>
                  <a:cubicBezTo>
                    <a:pt x="396005" y="232440"/>
                    <a:pt x="292017" y="254562"/>
                    <a:pt x="197433" y="294567"/>
                  </a:cubicBezTo>
                  <a:lnTo>
                    <a:pt x="161143" y="314265"/>
                  </a:lnTo>
                  <a:lnTo>
                    <a:pt x="0" y="138321"/>
                  </a:lnTo>
                  <a:lnTo>
                    <a:pt x="106584" y="80469"/>
                  </a:lnTo>
                  <a:cubicBezTo>
                    <a:pt x="229091" y="28653"/>
                    <a:pt x="363780" y="0"/>
                    <a:pt x="505161"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fontAlgn="auto">
                <a:spcBef>
                  <a:spcPts val="0"/>
                </a:spcBef>
                <a:spcAft>
                  <a:spcPts val="0"/>
                </a:spcAft>
              </a:pPr>
              <a:endParaRPr lang="en-AU">
                <a:solidFill>
                  <a:prstClr val="white"/>
                </a:solidFill>
              </a:endParaRPr>
            </a:p>
          </p:txBody>
        </p:sp>
        <p:sp>
          <p:nvSpPr>
            <p:cNvPr id="35" name="Freeform 34"/>
            <p:cNvSpPr/>
            <p:nvPr/>
          </p:nvSpPr>
          <p:spPr>
            <a:xfrm>
              <a:off x="6573804" y="4069751"/>
              <a:ext cx="557062" cy="807682"/>
            </a:xfrm>
            <a:custGeom>
              <a:avLst/>
              <a:gdLst>
                <a:gd name="connsiteX0" fmla="*/ 557062 w 557062"/>
                <a:gd name="connsiteY0" fmla="*/ 0 h 807682"/>
                <a:gd name="connsiteX1" fmla="*/ 554941 w 557062"/>
                <a:gd name="connsiteY1" fmla="*/ 41987 h 807682"/>
                <a:gd name="connsiteX2" fmla="*/ 108768 w 557062"/>
                <a:gd name="connsiteY2" fmla="*/ 786387 h 807682"/>
                <a:gd name="connsiteX3" fmla="*/ 73715 w 557062"/>
                <a:gd name="connsiteY3" fmla="*/ 807682 h 807682"/>
                <a:gd name="connsiteX4" fmla="*/ 0 w 557062"/>
                <a:gd name="connsiteY4" fmla="*/ 573966 h 807682"/>
                <a:gd name="connsiteX5" fmla="*/ 95276 w 557062"/>
                <a:gd name="connsiteY5" fmla="*/ 495356 h 807682"/>
                <a:gd name="connsiteX6" fmla="*/ 310768 w 557062"/>
                <a:gd name="connsiteY6" fmla="*/ 95664 h 807682"/>
                <a:gd name="connsiteX7" fmla="*/ 317270 w 557062"/>
                <a:gd name="connsiteY7" fmla="*/ 53060 h 807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7062" h="807682">
                  <a:moveTo>
                    <a:pt x="557062" y="0"/>
                  </a:moveTo>
                  <a:lnTo>
                    <a:pt x="554941" y="41987"/>
                  </a:lnTo>
                  <a:cubicBezTo>
                    <a:pt x="523479" y="351794"/>
                    <a:pt x="353909" y="620773"/>
                    <a:pt x="108768" y="786387"/>
                  </a:cubicBezTo>
                  <a:lnTo>
                    <a:pt x="73715" y="807682"/>
                  </a:lnTo>
                  <a:lnTo>
                    <a:pt x="0" y="573966"/>
                  </a:lnTo>
                  <a:lnTo>
                    <a:pt x="95276" y="495356"/>
                  </a:lnTo>
                  <a:cubicBezTo>
                    <a:pt x="202576" y="388057"/>
                    <a:pt x="279175" y="250057"/>
                    <a:pt x="310768" y="95664"/>
                  </a:cubicBezTo>
                  <a:lnTo>
                    <a:pt x="317270" y="53060"/>
                  </a:lnTo>
                  <a:close/>
                </a:path>
              </a:pathLst>
            </a:cu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fontAlgn="auto">
                <a:spcBef>
                  <a:spcPts val="0"/>
                </a:spcBef>
                <a:spcAft>
                  <a:spcPts val="0"/>
                </a:spcAft>
              </a:pPr>
              <a:endParaRPr lang="en-AU">
                <a:solidFill>
                  <a:prstClr val="white"/>
                </a:solidFill>
              </a:endParaRPr>
            </a:p>
          </p:txBody>
        </p:sp>
        <p:sp>
          <p:nvSpPr>
            <p:cNvPr id="40" name="Freeform 39"/>
            <p:cNvSpPr/>
            <p:nvPr/>
          </p:nvSpPr>
          <p:spPr>
            <a:xfrm rot="8999477">
              <a:off x="5203615" y="3998607"/>
              <a:ext cx="295493" cy="915645"/>
            </a:xfrm>
            <a:custGeom>
              <a:avLst/>
              <a:gdLst>
                <a:gd name="connsiteX0" fmla="*/ 189134 w 295493"/>
                <a:gd name="connsiteY0" fmla="*/ 915645 h 915645"/>
                <a:gd name="connsiteX1" fmla="*/ 7595 w 295493"/>
                <a:gd name="connsiteY1" fmla="*/ 749377 h 915645"/>
                <a:gd name="connsiteX2" fmla="*/ 21246 w 295493"/>
                <a:gd name="connsiteY2" fmla="*/ 714421 h 915645"/>
                <a:gd name="connsiteX3" fmla="*/ 34539 w 295493"/>
                <a:gd name="connsiteY3" fmla="*/ 260533 h 915645"/>
                <a:gd name="connsiteX4" fmla="*/ 0 w 295493"/>
                <a:gd name="connsiteY4" fmla="*/ 167986 h 915645"/>
                <a:gd name="connsiteX5" fmla="*/ 183416 w 295493"/>
                <a:gd name="connsiteY5" fmla="*/ 0 h 915645"/>
                <a:gd name="connsiteX6" fmla="*/ 191776 w 295493"/>
                <a:gd name="connsiteY6" fmla="*/ 15263 h 915645"/>
                <a:gd name="connsiteX7" fmla="*/ 205842 w 295493"/>
                <a:gd name="connsiteY7" fmla="*/ 883020 h 915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5493" h="915645">
                  <a:moveTo>
                    <a:pt x="189134" y="915645"/>
                  </a:moveTo>
                  <a:lnTo>
                    <a:pt x="7595" y="749377"/>
                  </a:lnTo>
                  <a:lnTo>
                    <a:pt x="21246" y="714421"/>
                  </a:lnTo>
                  <a:cubicBezTo>
                    <a:pt x="71105" y="564922"/>
                    <a:pt x="73791" y="407112"/>
                    <a:pt x="34539" y="260533"/>
                  </a:cubicBezTo>
                  <a:lnTo>
                    <a:pt x="0" y="167986"/>
                  </a:lnTo>
                  <a:lnTo>
                    <a:pt x="183416" y="0"/>
                  </a:lnTo>
                  <a:lnTo>
                    <a:pt x="191776" y="15263"/>
                  </a:lnTo>
                  <a:cubicBezTo>
                    <a:pt x="321228" y="281278"/>
                    <a:pt x="333541" y="599008"/>
                    <a:pt x="205842" y="883020"/>
                  </a:cubicBezTo>
                  <a:close/>
                </a:path>
              </a:pathLst>
            </a:custGeom>
            <a:solidFill>
              <a:schemeClr val="accent2">
                <a:lumMod val="75000"/>
                <a:alpha val="6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fontAlgn="auto">
                <a:spcBef>
                  <a:spcPts val="0"/>
                </a:spcBef>
                <a:spcAft>
                  <a:spcPts val="0"/>
                </a:spcAft>
              </a:pPr>
              <a:endParaRPr lang="en-AU">
                <a:solidFill>
                  <a:prstClr val="white"/>
                </a:solidFill>
              </a:endParaRPr>
            </a:p>
          </p:txBody>
        </p:sp>
      </p:grpSp>
    </p:spTree>
    <p:extLst>
      <p:ext uri="{BB962C8B-B14F-4D97-AF65-F5344CB8AC3E}">
        <p14:creationId xmlns:p14="http://schemas.microsoft.com/office/powerpoint/2010/main" val="352144969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nodeType="afterEffect">
                                  <p:stCondLst>
                                    <p:cond delay="0"/>
                                  </p:stCondLst>
                                  <p:childTnLst>
                                    <p:set>
                                      <p:cBhvr>
                                        <p:cTn id="6" dur="1" fill="hold">
                                          <p:stCondLst>
                                            <p:cond delay="0"/>
                                          </p:stCondLst>
                                        </p:cTn>
                                        <p:tgtEl>
                                          <p:spTgt spid="41"/>
                                        </p:tgtEl>
                                        <p:attrNameLst>
                                          <p:attrName>style.visibility</p:attrName>
                                        </p:attrNameLst>
                                      </p:cBhvr>
                                      <p:to>
                                        <p:strVal val="visible"/>
                                      </p:to>
                                    </p:set>
                                    <p:anim calcmode="lin" valueType="num">
                                      <p:cBhvr>
                                        <p:cTn id="7" dur="500" fill="hold"/>
                                        <p:tgtEl>
                                          <p:spTgt spid="41"/>
                                        </p:tgtEl>
                                        <p:attrNameLst>
                                          <p:attrName>ppt_w</p:attrName>
                                        </p:attrNameLst>
                                      </p:cBhvr>
                                      <p:tavLst>
                                        <p:tav tm="0">
                                          <p:val>
                                            <p:fltVal val="0"/>
                                          </p:val>
                                        </p:tav>
                                        <p:tav tm="100000">
                                          <p:val>
                                            <p:strVal val="#ppt_w"/>
                                          </p:val>
                                        </p:tav>
                                      </p:tavLst>
                                    </p:anim>
                                    <p:anim calcmode="lin" valueType="num">
                                      <p:cBhvr>
                                        <p:cTn id="8" dur="500" fill="hold"/>
                                        <p:tgtEl>
                                          <p:spTgt spid="41"/>
                                        </p:tgtEl>
                                        <p:attrNameLst>
                                          <p:attrName>ppt_h</p:attrName>
                                        </p:attrNameLst>
                                      </p:cBhvr>
                                      <p:tavLst>
                                        <p:tav tm="0">
                                          <p:val>
                                            <p:fltVal val="0"/>
                                          </p:val>
                                        </p:tav>
                                        <p:tav tm="100000">
                                          <p:val>
                                            <p:strVal val="#ppt_h"/>
                                          </p:val>
                                        </p:tav>
                                      </p:tavLst>
                                    </p:anim>
                                    <p:anim calcmode="lin" valueType="num">
                                      <p:cBhvr>
                                        <p:cTn id="9" dur="500" fill="hold"/>
                                        <p:tgtEl>
                                          <p:spTgt spid="41"/>
                                        </p:tgtEl>
                                        <p:attrNameLst>
                                          <p:attrName>style.rotation</p:attrName>
                                        </p:attrNameLst>
                                      </p:cBhvr>
                                      <p:tavLst>
                                        <p:tav tm="0">
                                          <p:val>
                                            <p:fltVal val="360"/>
                                          </p:val>
                                        </p:tav>
                                        <p:tav tm="100000">
                                          <p:val>
                                            <p:fltVal val="0"/>
                                          </p:val>
                                        </p:tav>
                                      </p:tavLst>
                                    </p:anim>
                                    <p:animEffect transition="in" filter="fade">
                                      <p:cBhvr>
                                        <p:cTn id="10" dur="500"/>
                                        <p:tgtEl>
                                          <p:spTgt spid="41"/>
                                        </p:tgtEl>
                                      </p:cBhvr>
                                    </p:animEffect>
                                  </p:childTnLst>
                                </p:cTn>
                              </p:par>
                            </p:childTnLst>
                          </p:cTn>
                        </p:par>
                        <p:par>
                          <p:cTn id="11" fill="hold">
                            <p:stCondLst>
                              <p:cond delay="500"/>
                            </p:stCondLst>
                            <p:childTnLst>
                              <p:par>
                                <p:cTn id="12" presetID="22" presetClass="entr" presetSubtype="4" fill="hold" nodeType="afterEffect">
                                  <p:stCondLst>
                                    <p:cond delay="0"/>
                                  </p:stCondLst>
                                  <p:childTnLst>
                                    <p:set>
                                      <p:cBhvr>
                                        <p:cTn id="13" dur="1" fill="hold">
                                          <p:stCondLst>
                                            <p:cond delay="0"/>
                                          </p:stCondLst>
                                        </p:cTn>
                                        <p:tgtEl>
                                          <p:spTgt spid="10"/>
                                        </p:tgtEl>
                                        <p:attrNameLst>
                                          <p:attrName>style.visibility</p:attrName>
                                        </p:attrNameLst>
                                      </p:cBhvr>
                                      <p:to>
                                        <p:strVal val="visible"/>
                                      </p:to>
                                    </p:set>
                                    <p:animEffect transition="in" filter="wipe(down)">
                                      <p:cBhvr>
                                        <p:cTn id="14" dur="500"/>
                                        <p:tgtEl>
                                          <p:spTgt spid="10"/>
                                        </p:tgtEl>
                                      </p:cBhvr>
                                    </p:animEffect>
                                  </p:childTnLst>
                                </p:cTn>
                              </p:par>
                            </p:childTnLst>
                          </p:cTn>
                        </p:par>
                        <p:par>
                          <p:cTn id="15" fill="hold">
                            <p:stCondLst>
                              <p:cond delay="1000"/>
                            </p:stCondLst>
                            <p:childTnLst>
                              <p:par>
                                <p:cTn id="16" presetID="18" presetClass="entr" presetSubtype="6" fill="hold" grpId="0" nodeType="afterEffect">
                                  <p:stCondLst>
                                    <p:cond delay="0"/>
                                  </p:stCondLst>
                                  <p:childTnLst>
                                    <p:set>
                                      <p:cBhvr>
                                        <p:cTn id="17" dur="1" fill="hold">
                                          <p:stCondLst>
                                            <p:cond delay="0"/>
                                          </p:stCondLst>
                                        </p:cTn>
                                        <p:tgtEl>
                                          <p:spTgt spid="19"/>
                                        </p:tgtEl>
                                        <p:attrNameLst>
                                          <p:attrName>style.visibility</p:attrName>
                                        </p:attrNameLst>
                                      </p:cBhvr>
                                      <p:to>
                                        <p:strVal val="visible"/>
                                      </p:to>
                                    </p:set>
                                    <p:animEffect transition="in" filter="strips(downRight)">
                                      <p:cBhvr>
                                        <p:cTn id="18" dur="500"/>
                                        <p:tgtEl>
                                          <p:spTgt spid="19"/>
                                        </p:tgtEl>
                                      </p:cBhvr>
                                    </p:animEffect>
                                  </p:childTnLst>
                                </p:cTn>
                              </p:par>
                            </p:childTnLst>
                          </p:cTn>
                        </p:par>
                        <p:par>
                          <p:cTn id="19" fill="hold">
                            <p:stCondLst>
                              <p:cond delay="1500"/>
                            </p:stCondLst>
                            <p:childTnLst>
                              <p:par>
                                <p:cTn id="20" presetID="22" presetClass="entr" presetSubtype="2" fill="hold" nodeType="afterEffect">
                                  <p:stCondLst>
                                    <p:cond delay="0"/>
                                  </p:stCondLst>
                                  <p:childTnLst>
                                    <p:set>
                                      <p:cBhvr>
                                        <p:cTn id="21" dur="1" fill="hold">
                                          <p:stCondLst>
                                            <p:cond delay="0"/>
                                          </p:stCondLst>
                                        </p:cTn>
                                        <p:tgtEl>
                                          <p:spTgt spid="13"/>
                                        </p:tgtEl>
                                        <p:attrNameLst>
                                          <p:attrName>style.visibility</p:attrName>
                                        </p:attrNameLst>
                                      </p:cBhvr>
                                      <p:to>
                                        <p:strVal val="visible"/>
                                      </p:to>
                                    </p:set>
                                    <p:animEffect transition="in" filter="wipe(right)">
                                      <p:cBhvr>
                                        <p:cTn id="22" dur="500"/>
                                        <p:tgtEl>
                                          <p:spTgt spid="13"/>
                                        </p:tgtEl>
                                      </p:cBhvr>
                                    </p:animEffect>
                                  </p:childTnLst>
                                </p:cTn>
                              </p:par>
                            </p:childTnLst>
                          </p:cTn>
                        </p:par>
                        <p:par>
                          <p:cTn id="23" fill="hold">
                            <p:stCondLst>
                              <p:cond delay="2000"/>
                            </p:stCondLst>
                            <p:childTnLst>
                              <p:par>
                                <p:cTn id="24" presetID="18" presetClass="entr" presetSubtype="12" fill="hold" grpId="0" nodeType="afterEffect">
                                  <p:stCondLst>
                                    <p:cond delay="0"/>
                                  </p:stCondLst>
                                  <p:childTnLst>
                                    <p:set>
                                      <p:cBhvr>
                                        <p:cTn id="25" dur="1" fill="hold">
                                          <p:stCondLst>
                                            <p:cond delay="0"/>
                                          </p:stCondLst>
                                        </p:cTn>
                                        <p:tgtEl>
                                          <p:spTgt spid="21"/>
                                        </p:tgtEl>
                                        <p:attrNameLst>
                                          <p:attrName>style.visibility</p:attrName>
                                        </p:attrNameLst>
                                      </p:cBhvr>
                                      <p:to>
                                        <p:strVal val="visible"/>
                                      </p:to>
                                    </p:set>
                                    <p:animEffect transition="in" filter="strips(downLeft)">
                                      <p:cBhvr>
                                        <p:cTn id="26" dur="500"/>
                                        <p:tgtEl>
                                          <p:spTgt spid="21"/>
                                        </p:tgtEl>
                                      </p:cBhvr>
                                    </p:animEffect>
                                  </p:childTnLst>
                                </p:cTn>
                              </p:par>
                            </p:childTnLst>
                          </p:cTn>
                        </p:par>
                        <p:par>
                          <p:cTn id="27" fill="hold">
                            <p:stCondLst>
                              <p:cond delay="2500"/>
                            </p:stCondLst>
                            <p:childTnLst>
                              <p:par>
                                <p:cTn id="28" presetID="22" presetClass="entr" presetSubtype="8" fill="hold" nodeType="afterEffect">
                                  <p:stCondLst>
                                    <p:cond delay="0"/>
                                  </p:stCondLst>
                                  <p:childTnLst>
                                    <p:set>
                                      <p:cBhvr>
                                        <p:cTn id="29" dur="1" fill="hold">
                                          <p:stCondLst>
                                            <p:cond delay="0"/>
                                          </p:stCondLst>
                                        </p:cTn>
                                        <p:tgtEl>
                                          <p:spTgt spid="16"/>
                                        </p:tgtEl>
                                        <p:attrNameLst>
                                          <p:attrName>style.visibility</p:attrName>
                                        </p:attrNameLst>
                                      </p:cBhvr>
                                      <p:to>
                                        <p:strVal val="visible"/>
                                      </p:to>
                                    </p:set>
                                    <p:animEffect transition="in" filter="wipe(left)">
                                      <p:cBhvr>
                                        <p:cTn id="30" dur="500"/>
                                        <p:tgtEl>
                                          <p:spTgt spid="16"/>
                                        </p:tgtEl>
                                      </p:cBhvr>
                                    </p:animEffect>
                                  </p:childTnLst>
                                </p:cTn>
                              </p:par>
                            </p:childTnLst>
                          </p:cTn>
                        </p:par>
                        <p:par>
                          <p:cTn id="31" fill="hold">
                            <p:stCondLst>
                              <p:cond delay="3000"/>
                            </p:stCondLst>
                            <p:childTnLst>
                              <p:par>
                                <p:cTn id="32" presetID="18" presetClass="entr" presetSubtype="6" fill="hold" grpId="0" nodeType="afterEffect">
                                  <p:stCondLst>
                                    <p:cond delay="0"/>
                                  </p:stCondLst>
                                  <p:childTnLst>
                                    <p:set>
                                      <p:cBhvr>
                                        <p:cTn id="33" dur="1" fill="hold">
                                          <p:stCondLst>
                                            <p:cond delay="0"/>
                                          </p:stCondLst>
                                        </p:cTn>
                                        <p:tgtEl>
                                          <p:spTgt spid="23"/>
                                        </p:tgtEl>
                                        <p:attrNameLst>
                                          <p:attrName>style.visibility</p:attrName>
                                        </p:attrNameLst>
                                      </p:cBhvr>
                                      <p:to>
                                        <p:strVal val="visible"/>
                                      </p:to>
                                    </p:set>
                                    <p:animEffect transition="in" filter="strips(downRight)">
                                      <p:cBhvr>
                                        <p:cTn id="34"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21" grpId="0"/>
      <p:bldP spid="23" grpId="0"/>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Rectangle 33"/>
          <p:cNvSpPr/>
          <p:nvPr/>
        </p:nvSpPr>
        <p:spPr>
          <a:xfrm>
            <a:off x="0" y="2302045"/>
            <a:ext cx="10934700" cy="1825125"/>
          </a:xfrm>
          <a:prstGeom prst="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39" name="Content Placeholder 2"/>
          <p:cNvSpPr txBox="1">
            <a:spLocks/>
          </p:cNvSpPr>
          <p:nvPr/>
        </p:nvSpPr>
        <p:spPr>
          <a:xfrm>
            <a:off x="564300" y="2992870"/>
            <a:ext cx="8991600" cy="494785"/>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rtl="1" fontAlgn="auto">
              <a:buClr>
                <a:srgbClr val="4472C4">
                  <a:lumMod val="75000"/>
                </a:srgbClr>
              </a:buClr>
              <a:defRPr/>
            </a:pPr>
            <a:r>
              <a:rPr lang="ar-SA" sz="3600" b="1" u="sng" dirty="0" smtClean="0">
                <a:solidFill>
                  <a:prstClr val="white">
                    <a:lumMod val="95000"/>
                  </a:prstClr>
                </a:solidFill>
                <a:ea typeface="Roboto" panose="02000000000000000000" pitchFamily="2" charset="0"/>
              </a:rPr>
              <a:t>تصنيف </a:t>
            </a:r>
            <a:r>
              <a:rPr lang="ar-SA" sz="3600" b="1" u="sng" dirty="0">
                <a:solidFill>
                  <a:prstClr val="white">
                    <a:lumMod val="95000"/>
                  </a:prstClr>
                </a:solidFill>
                <a:ea typeface="Roboto" panose="02000000000000000000" pitchFamily="2" charset="0"/>
              </a:rPr>
              <a:t>بلوم الرقمي لتطوير المهام الرقمية</a:t>
            </a:r>
            <a:endParaRPr lang="ar-SA" sz="3600" b="1" u="sng" dirty="0" smtClean="0">
              <a:solidFill>
                <a:prstClr val="white">
                  <a:lumMod val="95000"/>
                </a:prstClr>
              </a:solidFill>
              <a:ea typeface="Roboto" panose="02000000000000000000" pitchFamily="2" charset="0"/>
            </a:endParaRPr>
          </a:p>
        </p:txBody>
      </p:sp>
      <p:sp>
        <p:nvSpPr>
          <p:cNvPr id="2" name="Rounded Rectangle 1"/>
          <p:cNvSpPr/>
          <p:nvPr/>
        </p:nvSpPr>
        <p:spPr>
          <a:xfrm>
            <a:off x="10427621" y="2525291"/>
            <a:ext cx="1378800" cy="1378634"/>
          </a:xfrm>
          <a:prstGeom prst="roundRect">
            <a:avLst/>
          </a:prstGeom>
          <a:solidFill>
            <a:schemeClr val="tx1"/>
          </a:solidFill>
          <a:ln w="50800">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US" sz="4000" b="1" dirty="0" smtClean="0">
                <a:solidFill>
                  <a:prstClr val="white"/>
                </a:solidFill>
              </a:rPr>
              <a:t>5</a:t>
            </a:r>
            <a:endParaRPr lang="id-ID" b="1" dirty="0">
              <a:solidFill>
                <a:prstClr val="white"/>
              </a:solidFill>
            </a:endParaRPr>
          </a:p>
        </p:txBody>
      </p:sp>
      <p:sp>
        <p:nvSpPr>
          <p:cNvPr id="6" name="TextBox 5"/>
          <p:cNvSpPr txBox="1"/>
          <p:nvPr/>
        </p:nvSpPr>
        <p:spPr>
          <a:xfrm>
            <a:off x="266700" y="4594750"/>
            <a:ext cx="11361071" cy="2052288"/>
          </a:xfrm>
          <a:prstGeom prst="rect">
            <a:avLst/>
          </a:prstGeom>
          <a:noFill/>
        </p:spPr>
        <p:txBody>
          <a:bodyPr wrap="square" rIns="144000" bIns="36000" numCol="1" spcCol="360000" rtlCol="0">
            <a:spAutoFit/>
          </a:bodyPr>
          <a:lstStyle/>
          <a:p>
            <a:pPr algn="ctr" rtl="1" fontAlgn="auto">
              <a:spcBef>
                <a:spcPts val="0"/>
              </a:spcBef>
              <a:spcAft>
                <a:spcPts val="0"/>
              </a:spcAft>
            </a:pPr>
            <a:r>
              <a:rPr lang="ar-SA" sz="3200" b="1" dirty="0">
                <a:solidFill>
                  <a:prstClr val="black"/>
                </a:solidFill>
                <a:latin typeface="Calibri" panose="020F0502020204030204"/>
                <a:cs typeface="Arial" panose="020B0604020202020204" pitchFamily="34" charset="0"/>
              </a:rPr>
              <a:t>ويعنى تصنيف بلوم الرقمي على وجه الخصوص بالمهام الرقمية، كالبودكاست </a:t>
            </a:r>
            <a:r>
              <a:rPr lang="en-US" sz="3200" b="1" dirty="0">
                <a:solidFill>
                  <a:prstClr val="black"/>
                </a:solidFill>
                <a:latin typeface="Calibri" panose="020F0502020204030204"/>
                <a:cs typeface="Arial" panose="020B0604020202020204" pitchFamily="34" charset="0"/>
              </a:rPr>
              <a:t>podcasting، </a:t>
            </a:r>
            <a:r>
              <a:rPr lang="ar-SA" sz="3200" b="1" dirty="0">
                <a:solidFill>
                  <a:prstClr val="black"/>
                </a:solidFill>
                <a:latin typeface="Calibri" panose="020F0502020204030204"/>
                <a:cs typeface="Arial" panose="020B0604020202020204" pitchFamily="34" charset="0"/>
              </a:rPr>
              <a:t>والتدوينات </a:t>
            </a:r>
            <a:r>
              <a:rPr lang="en-US" sz="3200" b="1" dirty="0">
                <a:solidFill>
                  <a:prstClr val="black"/>
                </a:solidFill>
                <a:latin typeface="Calibri" panose="020F0502020204030204"/>
                <a:cs typeface="Arial" panose="020B0604020202020204" pitchFamily="34" charset="0"/>
              </a:rPr>
              <a:t>blogging، </a:t>
            </a:r>
            <a:r>
              <a:rPr lang="ar-SA" sz="3200" b="1" dirty="0">
                <a:solidFill>
                  <a:prstClr val="black"/>
                </a:solidFill>
                <a:latin typeface="Calibri" panose="020F0502020204030204"/>
                <a:cs typeface="Arial" panose="020B0604020202020204" pitchFamily="34" charset="0"/>
              </a:rPr>
              <a:t>والشبكات </a:t>
            </a:r>
            <a:r>
              <a:rPr lang="en-US" sz="3200" b="1" dirty="0">
                <a:solidFill>
                  <a:prstClr val="black"/>
                </a:solidFill>
                <a:latin typeface="Calibri" panose="020F0502020204030204"/>
                <a:cs typeface="Arial" panose="020B0604020202020204" pitchFamily="34" charset="0"/>
              </a:rPr>
              <a:t>networking، </a:t>
            </a:r>
            <a:r>
              <a:rPr lang="ar-SA" sz="3200" b="1" dirty="0">
                <a:solidFill>
                  <a:prstClr val="black"/>
                </a:solidFill>
                <a:latin typeface="Calibri" panose="020F0502020204030204"/>
                <a:cs typeface="Arial" panose="020B0604020202020204" pitchFamily="34" charset="0"/>
              </a:rPr>
              <a:t>والإشارات المرجعية </a:t>
            </a:r>
            <a:r>
              <a:rPr lang="en-US" sz="3200" b="1" dirty="0">
                <a:solidFill>
                  <a:prstClr val="black"/>
                </a:solidFill>
                <a:latin typeface="Calibri" panose="020F0502020204030204"/>
                <a:cs typeface="Arial" panose="020B0604020202020204" pitchFamily="34" charset="0"/>
              </a:rPr>
              <a:t>Bookmarking، </a:t>
            </a:r>
            <a:r>
              <a:rPr lang="ar-SA" sz="3200" b="1" dirty="0">
                <a:solidFill>
                  <a:prstClr val="black"/>
                </a:solidFill>
                <a:latin typeface="Calibri" panose="020F0502020204030204"/>
                <a:cs typeface="Arial" panose="020B0604020202020204" pitchFamily="34" charset="0"/>
              </a:rPr>
              <a:t>ومشاركة وسائل الإعلام الاجتماعية </a:t>
            </a:r>
            <a:r>
              <a:rPr lang="en-US" sz="3200" b="1" dirty="0">
                <a:solidFill>
                  <a:prstClr val="black"/>
                </a:solidFill>
                <a:latin typeface="Calibri" panose="020F0502020204030204"/>
                <a:cs typeface="Arial" panose="020B0604020202020204" pitchFamily="34" charset="0"/>
              </a:rPr>
              <a:t>social media sharing، </a:t>
            </a:r>
            <a:r>
              <a:rPr lang="ar-SA" sz="3200" b="1" dirty="0">
                <a:solidFill>
                  <a:prstClr val="black"/>
                </a:solidFill>
                <a:latin typeface="Calibri" panose="020F0502020204030204"/>
                <a:cs typeface="Arial" panose="020B0604020202020204" pitchFamily="34" charset="0"/>
              </a:rPr>
              <a:t>وغيرها.</a:t>
            </a:r>
            <a:endParaRPr lang="en-US" sz="1400" b="1" dirty="0">
              <a:solidFill>
                <a:prstClr val="black"/>
              </a:solidFill>
              <a:latin typeface="Signika Negative" pitchFamily="2" charset="0"/>
            </a:endParaRPr>
          </a:p>
        </p:txBody>
      </p:sp>
    </p:spTree>
    <p:extLst>
      <p:ext uri="{BB962C8B-B14F-4D97-AF65-F5344CB8AC3E}">
        <p14:creationId xmlns:p14="http://schemas.microsoft.com/office/powerpoint/2010/main" val="151689088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500"/>
                                  </p:stCondLst>
                                  <p:childTnLst>
                                    <p:set>
                                      <p:cBhvr>
                                        <p:cTn id="6" dur="1" fill="hold">
                                          <p:stCondLst>
                                            <p:cond delay="0"/>
                                          </p:stCondLst>
                                        </p:cTn>
                                        <p:tgtEl>
                                          <p:spTgt spid="34"/>
                                        </p:tgtEl>
                                        <p:attrNameLst>
                                          <p:attrName>style.visibility</p:attrName>
                                        </p:attrNameLst>
                                      </p:cBhvr>
                                      <p:to>
                                        <p:strVal val="visible"/>
                                      </p:to>
                                    </p:set>
                                    <p:anim calcmode="lin" valueType="num">
                                      <p:cBhvr additive="base">
                                        <p:cTn id="7" dur="500" fill="hold"/>
                                        <p:tgtEl>
                                          <p:spTgt spid="34"/>
                                        </p:tgtEl>
                                        <p:attrNameLst>
                                          <p:attrName>ppt_x</p:attrName>
                                        </p:attrNameLst>
                                      </p:cBhvr>
                                      <p:tavLst>
                                        <p:tav tm="0">
                                          <p:val>
                                            <p:strVal val="0-#ppt_w/2"/>
                                          </p:val>
                                        </p:tav>
                                        <p:tav tm="100000">
                                          <p:val>
                                            <p:strVal val="#ppt_x"/>
                                          </p:val>
                                        </p:tav>
                                      </p:tavLst>
                                    </p:anim>
                                    <p:anim calcmode="lin" valueType="num">
                                      <p:cBhvr additive="base">
                                        <p:cTn id="8" dur="500" fill="hold"/>
                                        <p:tgtEl>
                                          <p:spTgt spid="34"/>
                                        </p:tgtEl>
                                        <p:attrNameLst>
                                          <p:attrName>ppt_y</p:attrName>
                                        </p:attrNameLst>
                                      </p:cBhvr>
                                      <p:tavLst>
                                        <p:tav tm="0">
                                          <p:val>
                                            <p:strVal val="#ppt_y"/>
                                          </p:val>
                                        </p:tav>
                                        <p:tav tm="100000">
                                          <p:val>
                                            <p:strVal val="#ppt_y"/>
                                          </p:val>
                                        </p:tav>
                                      </p:tavLst>
                                    </p:anim>
                                  </p:childTnLst>
                                </p:cTn>
                              </p:par>
                            </p:childTnLst>
                          </p:cTn>
                        </p:par>
                        <p:par>
                          <p:cTn id="9" fill="hold">
                            <p:stCondLst>
                              <p:cond delay="1000"/>
                            </p:stCondLst>
                            <p:childTnLst>
                              <p:par>
                                <p:cTn id="10" presetID="10" presetClass="entr" presetSubtype="0" fill="hold" grpId="0" nodeType="after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fade">
                                      <p:cBhvr>
                                        <p:cTn id="12" dur="500"/>
                                        <p:tgtEl>
                                          <p:spTgt spid="2"/>
                                        </p:tgtEl>
                                      </p:cBhvr>
                                    </p:animEffect>
                                  </p:childTnLst>
                                </p:cTn>
                              </p:par>
                              <p:par>
                                <p:cTn id="13" presetID="2" presetClass="entr" presetSubtype="8" fill="hold" grpId="0" nodeType="withEffect">
                                  <p:stCondLst>
                                    <p:cond delay="0"/>
                                  </p:stCondLst>
                                  <p:childTnLst>
                                    <p:set>
                                      <p:cBhvr>
                                        <p:cTn id="14" dur="1" fill="hold">
                                          <p:stCondLst>
                                            <p:cond delay="0"/>
                                          </p:stCondLst>
                                        </p:cTn>
                                        <p:tgtEl>
                                          <p:spTgt spid="39"/>
                                        </p:tgtEl>
                                        <p:attrNameLst>
                                          <p:attrName>style.visibility</p:attrName>
                                        </p:attrNameLst>
                                      </p:cBhvr>
                                      <p:to>
                                        <p:strVal val="visible"/>
                                      </p:to>
                                    </p:set>
                                    <p:anim calcmode="lin" valueType="num">
                                      <p:cBhvr additive="base">
                                        <p:cTn id="15" dur="500" fill="hold"/>
                                        <p:tgtEl>
                                          <p:spTgt spid="39"/>
                                        </p:tgtEl>
                                        <p:attrNameLst>
                                          <p:attrName>ppt_x</p:attrName>
                                        </p:attrNameLst>
                                      </p:cBhvr>
                                      <p:tavLst>
                                        <p:tav tm="0">
                                          <p:val>
                                            <p:strVal val="0-#ppt_w/2"/>
                                          </p:val>
                                        </p:tav>
                                        <p:tav tm="100000">
                                          <p:val>
                                            <p:strVal val="#ppt_x"/>
                                          </p:val>
                                        </p:tav>
                                      </p:tavLst>
                                    </p:anim>
                                    <p:anim calcmode="lin" valueType="num">
                                      <p:cBhvr additive="base">
                                        <p:cTn id="16" dur="500" fill="hold"/>
                                        <p:tgtEl>
                                          <p:spTgt spid="39"/>
                                        </p:tgtEl>
                                        <p:attrNameLst>
                                          <p:attrName>ppt_y</p:attrName>
                                        </p:attrNameLst>
                                      </p:cBhvr>
                                      <p:tavLst>
                                        <p:tav tm="0">
                                          <p:val>
                                            <p:strVal val="#ppt_y"/>
                                          </p:val>
                                        </p:tav>
                                        <p:tav tm="100000">
                                          <p:val>
                                            <p:strVal val="#ppt_y"/>
                                          </p:val>
                                        </p:tav>
                                      </p:tavLst>
                                    </p:anim>
                                  </p:childTnLst>
                                </p:cTn>
                              </p:par>
                            </p:childTnLst>
                          </p:cTn>
                        </p:par>
                        <p:par>
                          <p:cTn id="17" fill="hold">
                            <p:stCondLst>
                              <p:cond delay="1500"/>
                            </p:stCondLst>
                            <p:childTnLst>
                              <p:par>
                                <p:cTn id="18" presetID="2" presetClass="entr" presetSubtype="2" fill="hold" grpId="0" nodeType="afterEffect">
                                  <p:stCondLst>
                                    <p:cond delay="0"/>
                                  </p:stCondLst>
                                  <p:childTnLst>
                                    <p:set>
                                      <p:cBhvr>
                                        <p:cTn id="19" dur="1" fill="hold">
                                          <p:stCondLst>
                                            <p:cond delay="0"/>
                                          </p:stCondLst>
                                        </p:cTn>
                                        <p:tgtEl>
                                          <p:spTgt spid="6"/>
                                        </p:tgtEl>
                                        <p:attrNameLst>
                                          <p:attrName>style.visibility</p:attrName>
                                        </p:attrNameLst>
                                      </p:cBhvr>
                                      <p:to>
                                        <p:strVal val="visible"/>
                                      </p:to>
                                    </p:set>
                                    <p:anim calcmode="lin" valueType="num">
                                      <p:cBhvr additive="base">
                                        <p:cTn id="20" dur="500" fill="hold"/>
                                        <p:tgtEl>
                                          <p:spTgt spid="6"/>
                                        </p:tgtEl>
                                        <p:attrNameLst>
                                          <p:attrName>ppt_x</p:attrName>
                                        </p:attrNameLst>
                                      </p:cBhvr>
                                      <p:tavLst>
                                        <p:tav tm="0">
                                          <p:val>
                                            <p:strVal val="1+#ppt_w/2"/>
                                          </p:val>
                                        </p:tav>
                                        <p:tav tm="100000">
                                          <p:val>
                                            <p:strVal val="#ppt_x"/>
                                          </p:val>
                                        </p:tav>
                                      </p:tavLst>
                                    </p:anim>
                                    <p:anim calcmode="lin" valueType="num">
                                      <p:cBhvr additive="base">
                                        <p:cTn id="21" dur="500" fill="hold"/>
                                        <p:tgtEl>
                                          <p:spTgt spid="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animBg="1"/>
      <p:bldP spid="39" grpId="0"/>
      <p:bldP spid="2" grpId="0" animBg="1"/>
      <p:bldP spid="6" grpId="0"/>
    </p:bldLst>
  </p:timing>
</p:sld>
</file>

<file path=ppt/slides/slide4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Picture Placeholder 1"/>
          <p:cNvSpPr>
            <a:spLocks noGrp="1"/>
          </p:cNvSpPr>
          <p:nvPr>
            <p:ph type="pic" sz="quarter" idx="13"/>
          </p:nvPr>
        </p:nvSpPr>
        <p:spPr/>
      </p:sp>
      <p:sp>
        <p:nvSpPr>
          <p:cNvPr id="11" name="Rectangle 10"/>
          <p:cNvSpPr/>
          <p:nvPr/>
        </p:nvSpPr>
        <p:spPr>
          <a:xfrm>
            <a:off x="1588" y="-2701"/>
            <a:ext cx="12188825" cy="6858000"/>
          </a:xfrm>
          <a:prstGeom prst="rect">
            <a:avLst/>
          </a:prstGeom>
          <a:solidFill>
            <a:schemeClr val="accent3">
              <a:lumMod val="50000"/>
              <a:alpha val="7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91422" tIns="45711" rIns="91422" bIns="45711" rtlCol="0" anchor="ctr"/>
          <a:lstStyle/>
          <a:p>
            <a:pPr algn="ctr" defTabSz="914217" fontAlgn="auto">
              <a:spcBef>
                <a:spcPts val="0"/>
              </a:spcBef>
              <a:spcAft>
                <a:spcPts val="0"/>
              </a:spcAft>
            </a:pPr>
            <a:endParaRPr lang="en-US">
              <a:solidFill>
                <a:prstClr val="white"/>
              </a:solidFill>
            </a:endParaRPr>
          </a:p>
        </p:txBody>
      </p:sp>
      <p:sp>
        <p:nvSpPr>
          <p:cNvPr id="25" name="Rectangle 24"/>
          <p:cNvSpPr/>
          <p:nvPr/>
        </p:nvSpPr>
        <p:spPr>
          <a:xfrm flipV="1">
            <a:off x="2323209" y="3390795"/>
            <a:ext cx="691176" cy="77980"/>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defTabSz="914217" fontAlgn="auto">
              <a:spcBef>
                <a:spcPts val="0"/>
              </a:spcBef>
              <a:spcAft>
                <a:spcPts val="0"/>
              </a:spcAft>
            </a:pPr>
            <a:endParaRPr lang="en-US" dirty="0">
              <a:solidFill>
                <a:prstClr val="white"/>
              </a:solidFill>
            </a:endParaRPr>
          </a:p>
        </p:txBody>
      </p:sp>
      <p:sp>
        <p:nvSpPr>
          <p:cNvPr id="26" name="Rectangle 25"/>
          <p:cNvSpPr/>
          <p:nvPr/>
        </p:nvSpPr>
        <p:spPr>
          <a:xfrm flipV="1">
            <a:off x="5745585" y="2466184"/>
            <a:ext cx="691176" cy="77980"/>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defTabSz="914217" fontAlgn="auto">
              <a:spcBef>
                <a:spcPts val="0"/>
              </a:spcBef>
              <a:spcAft>
                <a:spcPts val="0"/>
              </a:spcAft>
            </a:pPr>
            <a:endParaRPr lang="en-US" dirty="0">
              <a:solidFill>
                <a:prstClr val="white"/>
              </a:solidFill>
            </a:endParaRPr>
          </a:p>
        </p:txBody>
      </p:sp>
      <p:sp>
        <p:nvSpPr>
          <p:cNvPr id="28" name="Rectangle 27"/>
          <p:cNvSpPr/>
          <p:nvPr/>
        </p:nvSpPr>
        <p:spPr>
          <a:xfrm flipV="1">
            <a:off x="9243369" y="3407403"/>
            <a:ext cx="691176" cy="65635"/>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defTabSz="914217" fontAlgn="auto">
              <a:spcBef>
                <a:spcPts val="0"/>
              </a:spcBef>
              <a:spcAft>
                <a:spcPts val="0"/>
              </a:spcAft>
            </a:pPr>
            <a:endParaRPr lang="en-US" dirty="0">
              <a:solidFill>
                <a:prstClr val="white"/>
              </a:solidFill>
            </a:endParaRPr>
          </a:p>
        </p:txBody>
      </p:sp>
      <p:sp>
        <p:nvSpPr>
          <p:cNvPr id="31" name="Rectangle 30"/>
          <p:cNvSpPr/>
          <p:nvPr/>
        </p:nvSpPr>
        <p:spPr>
          <a:xfrm flipV="1">
            <a:off x="5745585" y="4659440"/>
            <a:ext cx="691176" cy="77980"/>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defTabSz="914217" fontAlgn="auto">
              <a:spcBef>
                <a:spcPts val="0"/>
              </a:spcBef>
              <a:spcAft>
                <a:spcPts val="0"/>
              </a:spcAft>
            </a:pPr>
            <a:endParaRPr lang="en-US" dirty="0">
              <a:solidFill>
                <a:prstClr val="white"/>
              </a:solidFill>
            </a:endParaRPr>
          </a:p>
        </p:txBody>
      </p:sp>
      <p:grpSp>
        <p:nvGrpSpPr>
          <p:cNvPr id="32" name="Group 31"/>
          <p:cNvGrpSpPr/>
          <p:nvPr/>
        </p:nvGrpSpPr>
        <p:grpSpPr>
          <a:xfrm>
            <a:off x="928401" y="2536947"/>
            <a:ext cx="10371572" cy="2119791"/>
            <a:chOff x="6010028" y="-14375"/>
            <a:chExt cx="12359700" cy="4239581"/>
          </a:xfrm>
        </p:grpSpPr>
        <p:sp>
          <p:nvSpPr>
            <p:cNvPr id="33" name="TextBox 32"/>
            <p:cNvSpPr txBox="1"/>
            <p:nvPr/>
          </p:nvSpPr>
          <p:spPr>
            <a:xfrm>
              <a:off x="6010028" y="-14375"/>
              <a:ext cx="12359700" cy="3046971"/>
            </a:xfrm>
            <a:prstGeom prst="rect">
              <a:avLst/>
            </a:prstGeom>
            <a:noFill/>
          </p:spPr>
          <p:txBody>
            <a:bodyPr wrap="square" lIns="45711" tIns="22856" rIns="45711" bIns="22856" rtlCol="0">
              <a:spAutoFit/>
            </a:bodyPr>
            <a:lstStyle/>
            <a:p>
              <a:pPr algn="ctr" defTabSz="914217" fontAlgn="auto">
                <a:spcBef>
                  <a:spcPts val="0"/>
                </a:spcBef>
                <a:spcAft>
                  <a:spcPts val="0"/>
                </a:spcAft>
              </a:pPr>
              <a:r>
                <a:rPr lang="ar-SA" sz="9600" b="1" dirty="0">
                  <a:solidFill>
                    <a:srgbClr val="FF0000"/>
                  </a:solidFill>
                  <a:latin typeface="Lato Regular"/>
                  <a:cs typeface="Lato Regular"/>
                </a:rPr>
                <a:t>الفصل الثالث</a:t>
              </a:r>
              <a:endParaRPr lang="id-ID" sz="9600" b="1" dirty="0">
                <a:solidFill>
                  <a:srgbClr val="FF0000"/>
                </a:solidFill>
                <a:latin typeface="Lato Regular"/>
                <a:cs typeface="Lato Regular"/>
              </a:endParaRPr>
            </a:p>
          </p:txBody>
        </p:sp>
        <p:sp>
          <p:nvSpPr>
            <p:cNvPr id="34" name="Subtitle 2"/>
            <p:cNvSpPr txBox="1">
              <a:spLocks/>
            </p:cNvSpPr>
            <p:nvPr/>
          </p:nvSpPr>
          <p:spPr>
            <a:xfrm>
              <a:off x="6335836" y="2607628"/>
              <a:ext cx="11655185" cy="1617578"/>
            </a:xfrm>
            <a:prstGeom prst="rect">
              <a:avLst/>
            </a:prstGeom>
          </p:spPr>
          <p:txBody>
            <a:bodyPr vert="horz" lIns="108745" tIns="54373" rIns="108745" bIns="54373" rtlCol="0">
              <a:no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rtl="1" fontAlgn="auto">
                <a:spcAft>
                  <a:spcPts val="0"/>
                </a:spcAft>
              </a:pPr>
              <a:r>
                <a:rPr lang="ar-SA" sz="4000" b="1" dirty="0">
                  <a:solidFill>
                    <a:prstClr val="white"/>
                  </a:solidFill>
                  <a:latin typeface="Lato Regular"/>
                  <a:cs typeface="Lato Regular"/>
                </a:rPr>
                <a:t>الفجوة الرقمية (الفجوة الديجيتال) </a:t>
              </a:r>
              <a:endParaRPr lang="en-US" sz="4000" b="1" dirty="0">
                <a:solidFill>
                  <a:prstClr val="white"/>
                </a:solidFill>
                <a:latin typeface="Lato Regular"/>
                <a:cs typeface="Lato Regular"/>
              </a:endParaRPr>
            </a:p>
          </p:txBody>
        </p:sp>
      </p:grpSp>
    </p:spTree>
    <p:extLst>
      <p:ext uri="{BB962C8B-B14F-4D97-AF65-F5344CB8AC3E}">
        <p14:creationId xmlns:p14="http://schemas.microsoft.com/office/powerpoint/2010/main" val="96067595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4" fill="hold" nodeType="afterEffect">
                                  <p:stCondLst>
                                    <p:cond delay="0"/>
                                  </p:stCondLst>
                                  <p:childTnLst>
                                    <p:set>
                                      <p:cBhvr>
                                        <p:cTn id="6" dur="1" fill="hold">
                                          <p:stCondLst>
                                            <p:cond delay="0"/>
                                          </p:stCondLst>
                                        </p:cTn>
                                        <p:tgtEl>
                                          <p:spTgt spid="32"/>
                                        </p:tgtEl>
                                        <p:attrNameLst>
                                          <p:attrName>style.visibility</p:attrName>
                                        </p:attrNameLst>
                                      </p:cBhvr>
                                      <p:to>
                                        <p:strVal val="visible"/>
                                      </p:to>
                                    </p:set>
                                    <p:anim calcmode="lin" valueType="num">
                                      <p:cBhvr additive="base">
                                        <p:cTn id="7" dur="500"/>
                                        <p:tgtEl>
                                          <p:spTgt spid="32"/>
                                        </p:tgtEl>
                                        <p:attrNameLst>
                                          <p:attrName>ppt_y</p:attrName>
                                        </p:attrNameLst>
                                      </p:cBhvr>
                                      <p:tavLst>
                                        <p:tav tm="0">
                                          <p:val>
                                            <p:strVal val="#ppt_y+#ppt_h*1.125000"/>
                                          </p:val>
                                        </p:tav>
                                        <p:tav tm="100000">
                                          <p:val>
                                            <p:strVal val="#ppt_y"/>
                                          </p:val>
                                        </p:tav>
                                      </p:tavLst>
                                    </p:anim>
                                    <p:animEffect transition="in" filter="wipe(up)">
                                      <p:cBhvr>
                                        <p:cTn id="8" dur="500"/>
                                        <p:tgtEl>
                                          <p:spTgt spid="32"/>
                                        </p:tgtEl>
                                      </p:cBhvr>
                                    </p:animEffect>
                                  </p:childTnLst>
                                </p:cTn>
                              </p:par>
                            </p:childTnLst>
                          </p:cTn>
                        </p:par>
                        <p:par>
                          <p:cTn id="9" fill="hold">
                            <p:stCondLst>
                              <p:cond delay="500"/>
                            </p:stCondLst>
                            <p:childTnLst>
                              <p:par>
                                <p:cTn id="10" presetID="2" presetClass="entr" presetSubtype="1" fill="hold" grpId="0" nodeType="afterEffect">
                                  <p:stCondLst>
                                    <p:cond delay="0"/>
                                  </p:stCondLst>
                                  <p:childTnLst>
                                    <p:set>
                                      <p:cBhvr>
                                        <p:cTn id="11" dur="1" fill="hold">
                                          <p:stCondLst>
                                            <p:cond delay="0"/>
                                          </p:stCondLst>
                                        </p:cTn>
                                        <p:tgtEl>
                                          <p:spTgt spid="26"/>
                                        </p:tgtEl>
                                        <p:attrNameLst>
                                          <p:attrName>style.visibility</p:attrName>
                                        </p:attrNameLst>
                                      </p:cBhvr>
                                      <p:to>
                                        <p:strVal val="visible"/>
                                      </p:to>
                                    </p:set>
                                    <p:anim calcmode="lin" valueType="num">
                                      <p:cBhvr additive="base">
                                        <p:cTn id="12" dur="500" fill="hold"/>
                                        <p:tgtEl>
                                          <p:spTgt spid="26"/>
                                        </p:tgtEl>
                                        <p:attrNameLst>
                                          <p:attrName>ppt_x</p:attrName>
                                        </p:attrNameLst>
                                      </p:cBhvr>
                                      <p:tavLst>
                                        <p:tav tm="0">
                                          <p:val>
                                            <p:strVal val="#ppt_x"/>
                                          </p:val>
                                        </p:tav>
                                        <p:tav tm="100000">
                                          <p:val>
                                            <p:strVal val="#ppt_x"/>
                                          </p:val>
                                        </p:tav>
                                      </p:tavLst>
                                    </p:anim>
                                    <p:anim calcmode="lin" valueType="num">
                                      <p:cBhvr additive="base">
                                        <p:cTn id="13" dur="500" fill="hold"/>
                                        <p:tgtEl>
                                          <p:spTgt spid="26"/>
                                        </p:tgtEl>
                                        <p:attrNameLst>
                                          <p:attrName>ppt_y</p:attrName>
                                        </p:attrNameLst>
                                      </p:cBhvr>
                                      <p:tavLst>
                                        <p:tav tm="0">
                                          <p:val>
                                            <p:strVal val="0-#ppt_h/2"/>
                                          </p:val>
                                        </p:tav>
                                        <p:tav tm="100000">
                                          <p:val>
                                            <p:strVal val="#ppt_y"/>
                                          </p:val>
                                        </p:tav>
                                      </p:tavLst>
                                    </p:anim>
                                  </p:childTnLst>
                                </p:cTn>
                              </p:par>
                              <p:par>
                                <p:cTn id="14" presetID="2" presetClass="entr" presetSubtype="2" fill="hold" grpId="0" nodeType="withEffect">
                                  <p:stCondLst>
                                    <p:cond delay="0"/>
                                  </p:stCondLst>
                                  <p:childTnLst>
                                    <p:set>
                                      <p:cBhvr>
                                        <p:cTn id="15" dur="1" fill="hold">
                                          <p:stCondLst>
                                            <p:cond delay="0"/>
                                          </p:stCondLst>
                                        </p:cTn>
                                        <p:tgtEl>
                                          <p:spTgt spid="28"/>
                                        </p:tgtEl>
                                        <p:attrNameLst>
                                          <p:attrName>style.visibility</p:attrName>
                                        </p:attrNameLst>
                                      </p:cBhvr>
                                      <p:to>
                                        <p:strVal val="visible"/>
                                      </p:to>
                                    </p:set>
                                    <p:anim calcmode="lin" valueType="num">
                                      <p:cBhvr additive="base">
                                        <p:cTn id="16" dur="500" fill="hold"/>
                                        <p:tgtEl>
                                          <p:spTgt spid="28"/>
                                        </p:tgtEl>
                                        <p:attrNameLst>
                                          <p:attrName>ppt_x</p:attrName>
                                        </p:attrNameLst>
                                      </p:cBhvr>
                                      <p:tavLst>
                                        <p:tav tm="0">
                                          <p:val>
                                            <p:strVal val="1+#ppt_w/2"/>
                                          </p:val>
                                        </p:tav>
                                        <p:tav tm="100000">
                                          <p:val>
                                            <p:strVal val="#ppt_x"/>
                                          </p:val>
                                        </p:tav>
                                      </p:tavLst>
                                    </p:anim>
                                    <p:anim calcmode="lin" valueType="num">
                                      <p:cBhvr additive="base">
                                        <p:cTn id="17" dur="500" fill="hold"/>
                                        <p:tgtEl>
                                          <p:spTgt spid="28"/>
                                        </p:tgtEl>
                                        <p:attrNameLst>
                                          <p:attrName>ppt_y</p:attrName>
                                        </p:attrNameLst>
                                      </p:cBhvr>
                                      <p:tavLst>
                                        <p:tav tm="0">
                                          <p:val>
                                            <p:strVal val="#ppt_y"/>
                                          </p:val>
                                        </p:tav>
                                        <p:tav tm="100000">
                                          <p:val>
                                            <p:strVal val="#ppt_y"/>
                                          </p:val>
                                        </p:tav>
                                      </p:tavLst>
                                    </p:anim>
                                  </p:childTnLst>
                                </p:cTn>
                              </p:par>
                              <p:par>
                                <p:cTn id="18" presetID="2" presetClass="entr" presetSubtype="8" fill="hold" grpId="0" nodeType="withEffect">
                                  <p:stCondLst>
                                    <p:cond delay="0"/>
                                  </p:stCondLst>
                                  <p:childTnLst>
                                    <p:set>
                                      <p:cBhvr>
                                        <p:cTn id="19" dur="1" fill="hold">
                                          <p:stCondLst>
                                            <p:cond delay="0"/>
                                          </p:stCondLst>
                                        </p:cTn>
                                        <p:tgtEl>
                                          <p:spTgt spid="25"/>
                                        </p:tgtEl>
                                        <p:attrNameLst>
                                          <p:attrName>style.visibility</p:attrName>
                                        </p:attrNameLst>
                                      </p:cBhvr>
                                      <p:to>
                                        <p:strVal val="visible"/>
                                      </p:to>
                                    </p:set>
                                    <p:anim calcmode="lin" valueType="num">
                                      <p:cBhvr additive="base">
                                        <p:cTn id="20" dur="500" fill="hold"/>
                                        <p:tgtEl>
                                          <p:spTgt spid="25"/>
                                        </p:tgtEl>
                                        <p:attrNameLst>
                                          <p:attrName>ppt_x</p:attrName>
                                        </p:attrNameLst>
                                      </p:cBhvr>
                                      <p:tavLst>
                                        <p:tav tm="0">
                                          <p:val>
                                            <p:strVal val="0-#ppt_w/2"/>
                                          </p:val>
                                        </p:tav>
                                        <p:tav tm="100000">
                                          <p:val>
                                            <p:strVal val="#ppt_x"/>
                                          </p:val>
                                        </p:tav>
                                      </p:tavLst>
                                    </p:anim>
                                    <p:anim calcmode="lin" valueType="num">
                                      <p:cBhvr additive="base">
                                        <p:cTn id="21" dur="500" fill="hold"/>
                                        <p:tgtEl>
                                          <p:spTgt spid="25"/>
                                        </p:tgtEl>
                                        <p:attrNameLst>
                                          <p:attrName>ppt_y</p:attrName>
                                        </p:attrNameLst>
                                      </p:cBhvr>
                                      <p:tavLst>
                                        <p:tav tm="0">
                                          <p:val>
                                            <p:strVal val="#ppt_y"/>
                                          </p:val>
                                        </p:tav>
                                        <p:tav tm="100000">
                                          <p:val>
                                            <p:strVal val="#ppt_y"/>
                                          </p:val>
                                        </p:tav>
                                      </p:tavLst>
                                    </p:anim>
                                  </p:childTnLst>
                                </p:cTn>
                              </p:par>
                              <p:par>
                                <p:cTn id="22" presetID="2" presetClass="entr" presetSubtype="4" fill="hold" grpId="0" nodeType="withEffect">
                                  <p:stCondLst>
                                    <p:cond delay="0"/>
                                  </p:stCondLst>
                                  <p:childTnLst>
                                    <p:set>
                                      <p:cBhvr>
                                        <p:cTn id="23" dur="1" fill="hold">
                                          <p:stCondLst>
                                            <p:cond delay="0"/>
                                          </p:stCondLst>
                                        </p:cTn>
                                        <p:tgtEl>
                                          <p:spTgt spid="31"/>
                                        </p:tgtEl>
                                        <p:attrNameLst>
                                          <p:attrName>style.visibility</p:attrName>
                                        </p:attrNameLst>
                                      </p:cBhvr>
                                      <p:to>
                                        <p:strVal val="visible"/>
                                      </p:to>
                                    </p:set>
                                    <p:anim calcmode="lin" valueType="num">
                                      <p:cBhvr additive="base">
                                        <p:cTn id="24" dur="500" fill="hold"/>
                                        <p:tgtEl>
                                          <p:spTgt spid="31"/>
                                        </p:tgtEl>
                                        <p:attrNameLst>
                                          <p:attrName>ppt_x</p:attrName>
                                        </p:attrNameLst>
                                      </p:cBhvr>
                                      <p:tavLst>
                                        <p:tav tm="0">
                                          <p:val>
                                            <p:strVal val="#ppt_x"/>
                                          </p:val>
                                        </p:tav>
                                        <p:tav tm="100000">
                                          <p:val>
                                            <p:strVal val="#ppt_x"/>
                                          </p:val>
                                        </p:tav>
                                      </p:tavLst>
                                    </p:anim>
                                    <p:anim calcmode="lin" valueType="num">
                                      <p:cBhvr additive="base">
                                        <p:cTn id="25" dur="500" fill="hold"/>
                                        <p:tgtEl>
                                          <p:spTgt spid="3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animBg="1"/>
      <p:bldP spid="26" grpId="0" animBg="1"/>
      <p:bldP spid="28" grpId="0" animBg="1"/>
      <p:bldP spid="31" grpId="0" animBg="1"/>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Rectangle 17"/>
          <p:cNvSpPr/>
          <p:nvPr/>
        </p:nvSpPr>
        <p:spPr>
          <a:xfrm>
            <a:off x="0" y="0"/>
            <a:ext cx="121920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a:solidFill>
                <a:prstClr val="white"/>
              </a:solidFill>
            </a:endParaRPr>
          </a:p>
        </p:txBody>
      </p:sp>
      <p:sp>
        <p:nvSpPr>
          <p:cNvPr id="25" name="Rectangle 24"/>
          <p:cNvSpPr/>
          <p:nvPr/>
        </p:nvSpPr>
        <p:spPr>
          <a:xfrm>
            <a:off x="-8971" y="1843135"/>
            <a:ext cx="12192000" cy="1825125"/>
          </a:xfrm>
          <a:prstGeom prst="rect">
            <a:avLst/>
          </a:prstGeom>
          <a:solidFill>
            <a:srgbClr val="002060">
              <a:alpha val="8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black"/>
              </a:solidFill>
            </a:endParaRPr>
          </a:p>
        </p:txBody>
      </p:sp>
      <p:sp>
        <p:nvSpPr>
          <p:cNvPr id="23" name="Title 1"/>
          <p:cNvSpPr txBox="1">
            <a:spLocks/>
          </p:cNvSpPr>
          <p:nvPr/>
        </p:nvSpPr>
        <p:spPr>
          <a:xfrm>
            <a:off x="647700" y="4152197"/>
            <a:ext cx="10972800" cy="2140207"/>
          </a:xfrm>
          <a:prstGeom prst="rect">
            <a:avLst/>
          </a:prstGeom>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fontAlgn="auto">
              <a:spcAft>
                <a:spcPts val="0"/>
              </a:spcAft>
            </a:pPr>
            <a:r>
              <a:rPr lang="ar-SA" b="1" dirty="0">
                <a:solidFill>
                  <a:srgbClr val="002060"/>
                </a:solidFill>
                <a:latin typeface="Calibri" panose="020F0502020204030204"/>
              </a:rPr>
              <a:t>قدم يوشو أوتسومى سكرتير عام منظمة الاتصالات الدولية تعريفاً بليغاً للفجوة الديجيتال: "إن الفجوة المعلوماتية مازالت واسعة بين الذين يملكون والذين لا يملكون"، والملكية هنا تعود على المعرفة والقدرة على استخدام تكنولوجيا المعلومات.</a:t>
            </a:r>
            <a:endParaRPr lang="en-US" b="1" dirty="0">
              <a:solidFill>
                <a:srgbClr val="002060"/>
              </a:solidFill>
              <a:latin typeface="Calibri" panose="020F0502020204030204"/>
            </a:endParaRPr>
          </a:p>
        </p:txBody>
      </p:sp>
      <p:sp>
        <p:nvSpPr>
          <p:cNvPr id="24" name="Title 13"/>
          <p:cNvSpPr txBox="1">
            <a:spLocks/>
          </p:cNvSpPr>
          <p:nvPr/>
        </p:nvSpPr>
        <p:spPr>
          <a:xfrm>
            <a:off x="915509" y="2330044"/>
            <a:ext cx="10952992" cy="857250"/>
          </a:xfrm>
          <a:prstGeom prst="rect">
            <a:avLst/>
          </a:prstGeom>
        </p:spPr>
        <p:txBody>
          <a:bodyPr vert="horz" lIns="91440" tIns="45720" rIns="91440" bIns="45720"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fontAlgn="auto">
              <a:spcAft>
                <a:spcPts val="0"/>
              </a:spcAft>
            </a:pPr>
            <a:r>
              <a:rPr lang="ar-SA" sz="5400" dirty="0">
                <a:solidFill>
                  <a:prstClr val="white"/>
                </a:solidFill>
                <a:latin typeface="Calibri" panose="020F0502020204030204"/>
              </a:rPr>
              <a:t> </a:t>
            </a:r>
          </a:p>
          <a:p>
            <a:pPr fontAlgn="auto">
              <a:spcAft>
                <a:spcPts val="0"/>
              </a:spcAft>
            </a:pPr>
            <a:r>
              <a:rPr lang="ar-SA" sz="5400" b="1" dirty="0">
                <a:solidFill>
                  <a:prstClr val="white"/>
                </a:solidFill>
                <a:latin typeface="Calibri" panose="020F0502020204030204"/>
              </a:rPr>
              <a:t>1. مفهوم الفجوة الرقمية (الفجوة الديجيتال)</a:t>
            </a:r>
            <a:endParaRPr lang="ar-SA" sz="5400" b="1" dirty="0" smtClean="0">
              <a:solidFill>
                <a:prstClr val="white"/>
              </a:solidFill>
              <a:latin typeface="Calibri" panose="020F0502020204030204"/>
            </a:endParaRPr>
          </a:p>
        </p:txBody>
      </p:sp>
    </p:spTree>
    <p:extLst>
      <p:ext uri="{BB962C8B-B14F-4D97-AF65-F5344CB8AC3E}">
        <p14:creationId xmlns:p14="http://schemas.microsoft.com/office/powerpoint/2010/main" val="294530257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18"/>
                                        </p:tgtEl>
                                        <p:attrNameLst>
                                          <p:attrName>style.visibility</p:attrName>
                                        </p:attrNameLst>
                                      </p:cBhvr>
                                      <p:to>
                                        <p:strVal val="visible"/>
                                      </p:to>
                                    </p:set>
                                  </p:childTnLst>
                                </p:cTn>
                              </p:par>
                              <p:par>
                                <p:cTn id="7" presetID="2" presetClass="entr" presetSubtype="4" fill="hold" grpId="0" nodeType="withEffect">
                                  <p:stCondLst>
                                    <p:cond delay="0"/>
                                  </p:stCondLst>
                                  <p:childTnLst>
                                    <p:set>
                                      <p:cBhvr>
                                        <p:cTn id="8" dur="1" fill="hold">
                                          <p:stCondLst>
                                            <p:cond delay="0"/>
                                          </p:stCondLst>
                                        </p:cTn>
                                        <p:tgtEl>
                                          <p:spTgt spid="25"/>
                                        </p:tgtEl>
                                        <p:attrNameLst>
                                          <p:attrName>style.visibility</p:attrName>
                                        </p:attrNameLst>
                                      </p:cBhvr>
                                      <p:to>
                                        <p:strVal val="visible"/>
                                      </p:to>
                                    </p:set>
                                    <p:anim calcmode="lin" valueType="num">
                                      <p:cBhvr additive="base">
                                        <p:cTn id="9" dur="500" fill="hold"/>
                                        <p:tgtEl>
                                          <p:spTgt spid="25"/>
                                        </p:tgtEl>
                                        <p:attrNameLst>
                                          <p:attrName>ppt_x</p:attrName>
                                        </p:attrNameLst>
                                      </p:cBhvr>
                                      <p:tavLst>
                                        <p:tav tm="0">
                                          <p:val>
                                            <p:strVal val="#ppt_x"/>
                                          </p:val>
                                        </p:tav>
                                        <p:tav tm="100000">
                                          <p:val>
                                            <p:strVal val="#ppt_x"/>
                                          </p:val>
                                        </p:tav>
                                      </p:tavLst>
                                    </p:anim>
                                    <p:anim calcmode="lin" valueType="num">
                                      <p:cBhvr additive="base">
                                        <p:cTn id="10" dur="500" fill="hold"/>
                                        <p:tgtEl>
                                          <p:spTgt spid="25"/>
                                        </p:tgtEl>
                                        <p:attrNameLst>
                                          <p:attrName>ppt_y</p:attrName>
                                        </p:attrNameLst>
                                      </p:cBhvr>
                                      <p:tavLst>
                                        <p:tav tm="0">
                                          <p:val>
                                            <p:strVal val="1+#ppt_h/2"/>
                                          </p:val>
                                        </p:tav>
                                        <p:tav tm="100000">
                                          <p:val>
                                            <p:strVal val="#ppt_y"/>
                                          </p:val>
                                        </p:tav>
                                      </p:tavLst>
                                    </p:anim>
                                  </p:childTnLst>
                                </p:cTn>
                              </p:par>
                            </p:childTnLst>
                          </p:cTn>
                        </p:par>
                        <p:par>
                          <p:cTn id="11" fill="hold">
                            <p:stCondLst>
                              <p:cond delay="500"/>
                            </p:stCondLst>
                            <p:childTnLst>
                              <p:par>
                                <p:cTn id="12" presetID="1" presetClass="entr" presetSubtype="0" fill="hold" grpId="0" nodeType="afterEffect">
                                  <p:stCondLst>
                                    <p:cond delay="250"/>
                                  </p:stCondLst>
                                  <p:childTnLst>
                                    <p:set>
                                      <p:cBhvr>
                                        <p:cTn id="13" dur="1" fill="hold">
                                          <p:stCondLst>
                                            <p:cond delay="0"/>
                                          </p:stCondLst>
                                        </p:cTn>
                                        <p:tgtEl>
                                          <p:spTgt spid="24"/>
                                        </p:tgtEl>
                                        <p:attrNameLst>
                                          <p:attrName>style.visibility</p:attrName>
                                        </p:attrNameLst>
                                      </p:cBhvr>
                                      <p:to>
                                        <p:strVal val="visible"/>
                                      </p:to>
                                    </p:set>
                                  </p:childTnLst>
                                </p:cTn>
                              </p:par>
                            </p:childTnLst>
                          </p:cTn>
                        </p:par>
                        <p:par>
                          <p:cTn id="14" fill="hold">
                            <p:stCondLst>
                              <p:cond delay="750"/>
                            </p:stCondLst>
                            <p:childTnLst>
                              <p:par>
                                <p:cTn id="15" presetID="1" presetClass="entr" presetSubtype="0" fill="hold" grpId="0" nodeType="afterEffect">
                                  <p:stCondLst>
                                    <p:cond delay="250"/>
                                  </p:stCondLst>
                                  <p:childTnLst>
                                    <p:set>
                                      <p:cBhvr>
                                        <p:cTn id="16" dur="1" fill="hold">
                                          <p:stCondLst>
                                            <p:cond delay="0"/>
                                          </p:stCondLst>
                                        </p:cTn>
                                        <p:tgtEl>
                                          <p:spTgt spid="2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25" grpId="0" animBg="1"/>
      <p:bldP spid="23" grpId="0"/>
      <p:bldP spid="24" grpId="0"/>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Rectangle 17"/>
          <p:cNvSpPr/>
          <p:nvPr/>
        </p:nvSpPr>
        <p:spPr>
          <a:xfrm>
            <a:off x="0" y="0"/>
            <a:ext cx="121920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a:solidFill>
                <a:prstClr val="white"/>
              </a:solidFill>
            </a:endParaRPr>
          </a:p>
        </p:txBody>
      </p:sp>
      <p:sp>
        <p:nvSpPr>
          <p:cNvPr id="25" name="Rectangle 24"/>
          <p:cNvSpPr/>
          <p:nvPr/>
        </p:nvSpPr>
        <p:spPr>
          <a:xfrm>
            <a:off x="-8971" y="1843135"/>
            <a:ext cx="12192000" cy="1825125"/>
          </a:xfrm>
          <a:prstGeom prst="rect">
            <a:avLst/>
          </a:prstGeom>
          <a:solidFill>
            <a:srgbClr val="002060">
              <a:alpha val="8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black"/>
              </a:solidFill>
            </a:endParaRPr>
          </a:p>
        </p:txBody>
      </p:sp>
      <p:sp>
        <p:nvSpPr>
          <p:cNvPr id="23" name="Title 1"/>
          <p:cNvSpPr txBox="1">
            <a:spLocks/>
          </p:cNvSpPr>
          <p:nvPr/>
        </p:nvSpPr>
        <p:spPr>
          <a:xfrm>
            <a:off x="647700" y="4152197"/>
            <a:ext cx="10972800" cy="2140207"/>
          </a:xfrm>
          <a:prstGeom prst="rect">
            <a:avLst/>
          </a:prstGeom>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fontAlgn="auto">
              <a:spcAft>
                <a:spcPts val="0"/>
              </a:spcAft>
            </a:pPr>
            <a:r>
              <a:rPr lang="ar-SA" b="1" dirty="0">
                <a:solidFill>
                  <a:srgbClr val="002060"/>
                </a:solidFill>
                <a:latin typeface="Calibri" panose="020F0502020204030204"/>
              </a:rPr>
              <a:t>تعود بدايات النشأة الأولى لمفهوم "الفجوة الرقمية" لبداية ثمانينيات القرن الماضي، وبشكل متزامن مع ما عرف بالثورة الرقمية التي طاولت تكنولوجيا الإعلام والاتصال آنذاك، غير أن الظهور الحقيقي للمفهوم كان في منتصف التسعينات وتحديداً عام 1995م</a:t>
            </a:r>
            <a:endParaRPr lang="en-US" b="1" dirty="0">
              <a:solidFill>
                <a:srgbClr val="002060"/>
              </a:solidFill>
              <a:latin typeface="Calibri" panose="020F0502020204030204"/>
            </a:endParaRPr>
          </a:p>
        </p:txBody>
      </p:sp>
      <p:sp>
        <p:nvSpPr>
          <p:cNvPr id="24" name="Title 13"/>
          <p:cNvSpPr txBox="1">
            <a:spLocks/>
          </p:cNvSpPr>
          <p:nvPr/>
        </p:nvSpPr>
        <p:spPr>
          <a:xfrm>
            <a:off x="1239005" y="2327072"/>
            <a:ext cx="9696045" cy="857250"/>
          </a:xfrm>
          <a:prstGeom prst="rect">
            <a:avLst/>
          </a:prstGeom>
        </p:spPr>
        <p:txBody>
          <a:bodyPr vert="horz" lIns="91440" tIns="45720" rIns="91440" bIns="45720"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fontAlgn="auto">
              <a:spcAft>
                <a:spcPts val="0"/>
              </a:spcAft>
            </a:pPr>
            <a:r>
              <a:rPr lang="ar-SA" sz="5400" dirty="0">
                <a:solidFill>
                  <a:prstClr val="white"/>
                </a:solidFill>
                <a:latin typeface="Calibri" panose="020F0502020204030204"/>
              </a:rPr>
              <a:t> </a:t>
            </a:r>
          </a:p>
          <a:p>
            <a:pPr fontAlgn="auto">
              <a:spcAft>
                <a:spcPts val="0"/>
              </a:spcAft>
            </a:pPr>
            <a:r>
              <a:rPr lang="ar-SA" sz="5400" b="1" dirty="0">
                <a:solidFill>
                  <a:prstClr val="white"/>
                </a:solidFill>
                <a:latin typeface="Calibri" panose="020F0502020204030204"/>
              </a:rPr>
              <a:t>2. متى ظهر مفهوم الفجوة الديجيتال؟</a:t>
            </a:r>
            <a:endParaRPr lang="ar-SA" sz="5400" b="1" dirty="0" smtClean="0">
              <a:solidFill>
                <a:prstClr val="white"/>
              </a:solidFill>
              <a:latin typeface="Calibri" panose="020F0502020204030204"/>
            </a:endParaRPr>
          </a:p>
        </p:txBody>
      </p:sp>
    </p:spTree>
    <p:extLst>
      <p:ext uri="{BB962C8B-B14F-4D97-AF65-F5344CB8AC3E}">
        <p14:creationId xmlns:p14="http://schemas.microsoft.com/office/powerpoint/2010/main" val="212679507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18"/>
                                        </p:tgtEl>
                                        <p:attrNameLst>
                                          <p:attrName>style.visibility</p:attrName>
                                        </p:attrNameLst>
                                      </p:cBhvr>
                                      <p:to>
                                        <p:strVal val="visible"/>
                                      </p:to>
                                    </p:set>
                                  </p:childTnLst>
                                </p:cTn>
                              </p:par>
                              <p:par>
                                <p:cTn id="7" presetID="2" presetClass="entr" presetSubtype="4" fill="hold" grpId="0" nodeType="withEffect">
                                  <p:stCondLst>
                                    <p:cond delay="0"/>
                                  </p:stCondLst>
                                  <p:childTnLst>
                                    <p:set>
                                      <p:cBhvr>
                                        <p:cTn id="8" dur="1" fill="hold">
                                          <p:stCondLst>
                                            <p:cond delay="0"/>
                                          </p:stCondLst>
                                        </p:cTn>
                                        <p:tgtEl>
                                          <p:spTgt spid="25"/>
                                        </p:tgtEl>
                                        <p:attrNameLst>
                                          <p:attrName>style.visibility</p:attrName>
                                        </p:attrNameLst>
                                      </p:cBhvr>
                                      <p:to>
                                        <p:strVal val="visible"/>
                                      </p:to>
                                    </p:set>
                                    <p:anim calcmode="lin" valueType="num">
                                      <p:cBhvr additive="base">
                                        <p:cTn id="9" dur="500" fill="hold"/>
                                        <p:tgtEl>
                                          <p:spTgt spid="25"/>
                                        </p:tgtEl>
                                        <p:attrNameLst>
                                          <p:attrName>ppt_x</p:attrName>
                                        </p:attrNameLst>
                                      </p:cBhvr>
                                      <p:tavLst>
                                        <p:tav tm="0">
                                          <p:val>
                                            <p:strVal val="#ppt_x"/>
                                          </p:val>
                                        </p:tav>
                                        <p:tav tm="100000">
                                          <p:val>
                                            <p:strVal val="#ppt_x"/>
                                          </p:val>
                                        </p:tav>
                                      </p:tavLst>
                                    </p:anim>
                                    <p:anim calcmode="lin" valueType="num">
                                      <p:cBhvr additive="base">
                                        <p:cTn id="10" dur="500" fill="hold"/>
                                        <p:tgtEl>
                                          <p:spTgt spid="25"/>
                                        </p:tgtEl>
                                        <p:attrNameLst>
                                          <p:attrName>ppt_y</p:attrName>
                                        </p:attrNameLst>
                                      </p:cBhvr>
                                      <p:tavLst>
                                        <p:tav tm="0">
                                          <p:val>
                                            <p:strVal val="1+#ppt_h/2"/>
                                          </p:val>
                                        </p:tav>
                                        <p:tav tm="100000">
                                          <p:val>
                                            <p:strVal val="#ppt_y"/>
                                          </p:val>
                                        </p:tav>
                                      </p:tavLst>
                                    </p:anim>
                                  </p:childTnLst>
                                </p:cTn>
                              </p:par>
                            </p:childTnLst>
                          </p:cTn>
                        </p:par>
                        <p:par>
                          <p:cTn id="11" fill="hold">
                            <p:stCondLst>
                              <p:cond delay="500"/>
                            </p:stCondLst>
                            <p:childTnLst>
                              <p:par>
                                <p:cTn id="12" presetID="1" presetClass="entr" presetSubtype="0" fill="hold" grpId="0" nodeType="afterEffect">
                                  <p:stCondLst>
                                    <p:cond delay="250"/>
                                  </p:stCondLst>
                                  <p:childTnLst>
                                    <p:set>
                                      <p:cBhvr>
                                        <p:cTn id="13" dur="1" fill="hold">
                                          <p:stCondLst>
                                            <p:cond delay="0"/>
                                          </p:stCondLst>
                                        </p:cTn>
                                        <p:tgtEl>
                                          <p:spTgt spid="24"/>
                                        </p:tgtEl>
                                        <p:attrNameLst>
                                          <p:attrName>style.visibility</p:attrName>
                                        </p:attrNameLst>
                                      </p:cBhvr>
                                      <p:to>
                                        <p:strVal val="visible"/>
                                      </p:to>
                                    </p:set>
                                  </p:childTnLst>
                                </p:cTn>
                              </p:par>
                            </p:childTnLst>
                          </p:cTn>
                        </p:par>
                        <p:par>
                          <p:cTn id="14" fill="hold">
                            <p:stCondLst>
                              <p:cond delay="750"/>
                            </p:stCondLst>
                            <p:childTnLst>
                              <p:par>
                                <p:cTn id="15" presetID="1" presetClass="entr" presetSubtype="0" fill="hold" grpId="0" nodeType="afterEffect">
                                  <p:stCondLst>
                                    <p:cond delay="250"/>
                                  </p:stCondLst>
                                  <p:childTnLst>
                                    <p:set>
                                      <p:cBhvr>
                                        <p:cTn id="16" dur="1" fill="hold">
                                          <p:stCondLst>
                                            <p:cond delay="0"/>
                                          </p:stCondLst>
                                        </p:cTn>
                                        <p:tgtEl>
                                          <p:spTgt spid="2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25" grpId="0" animBg="1"/>
      <p:bldP spid="23" grpId="0"/>
      <p:bldP spid="24" grpId="0"/>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Rectangle 17"/>
          <p:cNvSpPr/>
          <p:nvPr/>
        </p:nvSpPr>
        <p:spPr>
          <a:xfrm>
            <a:off x="0" y="0"/>
            <a:ext cx="121920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a:solidFill>
                <a:prstClr val="white"/>
              </a:solidFill>
            </a:endParaRPr>
          </a:p>
        </p:txBody>
      </p:sp>
      <p:sp>
        <p:nvSpPr>
          <p:cNvPr id="25" name="Rectangle 24"/>
          <p:cNvSpPr/>
          <p:nvPr/>
        </p:nvSpPr>
        <p:spPr>
          <a:xfrm>
            <a:off x="-8971" y="1843135"/>
            <a:ext cx="12192000" cy="1825125"/>
          </a:xfrm>
          <a:prstGeom prst="rect">
            <a:avLst/>
          </a:prstGeom>
          <a:solidFill>
            <a:srgbClr val="002060">
              <a:alpha val="8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black"/>
              </a:solidFill>
            </a:endParaRPr>
          </a:p>
        </p:txBody>
      </p:sp>
      <p:sp>
        <p:nvSpPr>
          <p:cNvPr id="23" name="Title 1"/>
          <p:cNvSpPr txBox="1">
            <a:spLocks/>
          </p:cNvSpPr>
          <p:nvPr/>
        </p:nvSpPr>
        <p:spPr>
          <a:xfrm>
            <a:off x="647700" y="4152197"/>
            <a:ext cx="10972800" cy="2140207"/>
          </a:xfrm>
          <a:prstGeom prst="rect">
            <a:avLst/>
          </a:prstGeom>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fontAlgn="auto">
              <a:spcAft>
                <a:spcPts val="0"/>
              </a:spcAft>
            </a:pPr>
            <a:r>
              <a:rPr lang="ar-SA" b="1" dirty="0">
                <a:solidFill>
                  <a:srgbClr val="002060"/>
                </a:solidFill>
                <a:latin typeface="Calibri" panose="020F0502020204030204"/>
              </a:rPr>
              <a:t>يصِف الناسُ أنفسَهم بأنَّهم مواطنون رقميُّون عندما يفرطون في الاعتماد على تكنولوجيا المعلومات، فيُنشئ أغلبهم مدوَّنات خاصَّة بهم للتعبير عن آرائهم، كما يُفضِّلون التواصُل اجتماعيًّا بالطرُق الحديثة عبرَ شبكات التواصُل الاجتماعي الموجودة على شَبكات الإنترنت.</a:t>
            </a:r>
            <a:endParaRPr lang="en-US" b="1" dirty="0">
              <a:solidFill>
                <a:srgbClr val="002060"/>
              </a:solidFill>
              <a:latin typeface="Calibri" panose="020F0502020204030204"/>
            </a:endParaRPr>
          </a:p>
        </p:txBody>
      </p:sp>
      <p:sp>
        <p:nvSpPr>
          <p:cNvPr id="24" name="Title 13"/>
          <p:cNvSpPr txBox="1">
            <a:spLocks/>
          </p:cNvSpPr>
          <p:nvPr/>
        </p:nvSpPr>
        <p:spPr>
          <a:xfrm>
            <a:off x="1239005" y="2327072"/>
            <a:ext cx="9696045" cy="857250"/>
          </a:xfrm>
          <a:prstGeom prst="rect">
            <a:avLst/>
          </a:prstGeom>
        </p:spPr>
        <p:txBody>
          <a:bodyPr vert="horz" lIns="91440" tIns="45720" rIns="91440" bIns="45720"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fontAlgn="auto">
              <a:spcAft>
                <a:spcPts val="0"/>
              </a:spcAft>
            </a:pPr>
            <a:r>
              <a:rPr lang="ar-SA" sz="5400" dirty="0">
                <a:solidFill>
                  <a:prstClr val="white"/>
                </a:solidFill>
                <a:latin typeface="Calibri" panose="020F0502020204030204"/>
              </a:rPr>
              <a:t> </a:t>
            </a:r>
          </a:p>
          <a:p>
            <a:pPr rtl="1" fontAlgn="auto">
              <a:spcAft>
                <a:spcPts val="0"/>
              </a:spcAft>
            </a:pPr>
            <a:r>
              <a:rPr lang="ar-SA" sz="5400" b="1" dirty="0">
                <a:solidFill>
                  <a:prstClr val="white"/>
                </a:solidFill>
                <a:latin typeface="Calibri" panose="020F0502020204030204"/>
              </a:rPr>
              <a:t>3. المواطن الرقمي </a:t>
            </a:r>
            <a:r>
              <a:rPr lang="en-US" sz="5400" b="1" dirty="0">
                <a:solidFill>
                  <a:prstClr val="white"/>
                </a:solidFill>
                <a:latin typeface="Calibri" panose="020F0502020204030204"/>
              </a:rPr>
              <a:t>e-Citizen</a:t>
            </a:r>
            <a:endParaRPr lang="ar-SA" sz="5400" b="1" dirty="0" smtClean="0">
              <a:solidFill>
                <a:prstClr val="white"/>
              </a:solidFill>
              <a:latin typeface="Calibri" panose="020F0502020204030204"/>
            </a:endParaRPr>
          </a:p>
        </p:txBody>
      </p:sp>
    </p:spTree>
    <p:extLst>
      <p:ext uri="{BB962C8B-B14F-4D97-AF65-F5344CB8AC3E}">
        <p14:creationId xmlns:p14="http://schemas.microsoft.com/office/powerpoint/2010/main" val="77238583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18"/>
                                        </p:tgtEl>
                                        <p:attrNameLst>
                                          <p:attrName>style.visibility</p:attrName>
                                        </p:attrNameLst>
                                      </p:cBhvr>
                                      <p:to>
                                        <p:strVal val="visible"/>
                                      </p:to>
                                    </p:set>
                                  </p:childTnLst>
                                </p:cTn>
                              </p:par>
                              <p:par>
                                <p:cTn id="7" presetID="2" presetClass="entr" presetSubtype="4" fill="hold" grpId="0" nodeType="withEffect">
                                  <p:stCondLst>
                                    <p:cond delay="0"/>
                                  </p:stCondLst>
                                  <p:childTnLst>
                                    <p:set>
                                      <p:cBhvr>
                                        <p:cTn id="8" dur="1" fill="hold">
                                          <p:stCondLst>
                                            <p:cond delay="0"/>
                                          </p:stCondLst>
                                        </p:cTn>
                                        <p:tgtEl>
                                          <p:spTgt spid="25"/>
                                        </p:tgtEl>
                                        <p:attrNameLst>
                                          <p:attrName>style.visibility</p:attrName>
                                        </p:attrNameLst>
                                      </p:cBhvr>
                                      <p:to>
                                        <p:strVal val="visible"/>
                                      </p:to>
                                    </p:set>
                                    <p:anim calcmode="lin" valueType="num">
                                      <p:cBhvr additive="base">
                                        <p:cTn id="9" dur="500" fill="hold"/>
                                        <p:tgtEl>
                                          <p:spTgt spid="25"/>
                                        </p:tgtEl>
                                        <p:attrNameLst>
                                          <p:attrName>ppt_x</p:attrName>
                                        </p:attrNameLst>
                                      </p:cBhvr>
                                      <p:tavLst>
                                        <p:tav tm="0">
                                          <p:val>
                                            <p:strVal val="#ppt_x"/>
                                          </p:val>
                                        </p:tav>
                                        <p:tav tm="100000">
                                          <p:val>
                                            <p:strVal val="#ppt_x"/>
                                          </p:val>
                                        </p:tav>
                                      </p:tavLst>
                                    </p:anim>
                                    <p:anim calcmode="lin" valueType="num">
                                      <p:cBhvr additive="base">
                                        <p:cTn id="10" dur="500" fill="hold"/>
                                        <p:tgtEl>
                                          <p:spTgt spid="25"/>
                                        </p:tgtEl>
                                        <p:attrNameLst>
                                          <p:attrName>ppt_y</p:attrName>
                                        </p:attrNameLst>
                                      </p:cBhvr>
                                      <p:tavLst>
                                        <p:tav tm="0">
                                          <p:val>
                                            <p:strVal val="1+#ppt_h/2"/>
                                          </p:val>
                                        </p:tav>
                                        <p:tav tm="100000">
                                          <p:val>
                                            <p:strVal val="#ppt_y"/>
                                          </p:val>
                                        </p:tav>
                                      </p:tavLst>
                                    </p:anim>
                                  </p:childTnLst>
                                </p:cTn>
                              </p:par>
                            </p:childTnLst>
                          </p:cTn>
                        </p:par>
                        <p:par>
                          <p:cTn id="11" fill="hold">
                            <p:stCondLst>
                              <p:cond delay="500"/>
                            </p:stCondLst>
                            <p:childTnLst>
                              <p:par>
                                <p:cTn id="12" presetID="10" presetClass="entr" presetSubtype="0" fill="hold" grpId="0" nodeType="afterEffect">
                                  <p:stCondLst>
                                    <p:cond delay="250"/>
                                  </p:stCondLst>
                                  <p:childTnLst>
                                    <p:set>
                                      <p:cBhvr>
                                        <p:cTn id="13" dur="1" fill="hold">
                                          <p:stCondLst>
                                            <p:cond delay="0"/>
                                          </p:stCondLst>
                                        </p:cTn>
                                        <p:tgtEl>
                                          <p:spTgt spid="24"/>
                                        </p:tgtEl>
                                        <p:attrNameLst>
                                          <p:attrName>style.visibility</p:attrName>
                                        </p:attrNameLst>
                                      </p:cBhvr>
                                      <p:to>
                                        <p:strVal val="visible"/>
                                      </p:to>
                                    </p:set>
                                    <p:animEffect transition="in" filter="fade">
                                      <p:cBhvr>
                                        <p:cTn id="14" dur="500"/>
                                        <p:tgtEl>
                                          <p:spTgt spid="24"/>
                                        </p:tgtEl>
                                      </p:cBhvr>
                                    </p:animEffect>
                                  </p:childTnLst>
                                </p:cTn>
                              </p:par>
                            </p:childTnLst>
                          </p:cTn>
                        </p:par>
                        <p:par>
                          <p:cTn id="15" fill="hold">
                            <p:stCondLst>
                              <p:cond delay="1250"/>
                            </p:stCondLst>
                            <p:childTnLst>
                              <p:par>
                                <p:cTn id="16" presetID="10" presetClass="entr" presetSubtype="0" fill="hold" grpId="0" nodeType="afterEffect">
                                  <p:stCondLst>
                                    <p:cond delay="250"/>
                                  </p:stCondLst>
                                  <p:childTnLst>
                                    <p:set>
                                      <p:cBhvr>
                                        <p:cTn id="17" dur="1" fill="hold">
                                          <p:stCondLst>
                                            <p:cond delay="0"/>
                                          </p:stCondLst>
                                        </p:cTn>
                                        <p:tgtEl>
                                          <p:spTgt spid="23"/>
                                        </p:tgtEl>
                                        <p:attrNameLst>
                                          <p:attrName>style.visibility</p:attrName>
                                        </p:attrNameLst>
                                      </p:cBhvr>
                                      <p:to>
                                        <p:strVal val="visible"/>
                                      </p:to>
                                    </p:set>
                                    <p:animEffect transition="in" filter="fade">
                                      <p:cBhvr>
                                        <p:cTn id="18"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25" grpId="0" animBg="1"/>
      <p:bldP spid="23" grpId="0"/>
      <p:bldP spid="24" grpId="0"/>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Rectangle 17"/>
          <p:cNvSpPr/>
          <p:nvPr/>
        </p:nvSpPr>
        <p:spPr>
          <a:xfrm>
            <a:off x="0" y="0"/>
            <a:ext cx="121920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a:solidFill>
                <a:prstClr val="white"/>
              </a:solidFill>
            </a:endParaRPr>
          </a:p>
        </p:txBody>
      </p:sp>
      <p:sp>
        <p:nvSpPr>
          <p:cNvPr id="25" name="Rectangle 24"/>
          <p:cNvSpPr/>
          <p:nvPr/>
        </p:nvSpPr>
        <p:spPr>
          <a:xfrm>
            <a:off x="-8971" y="1843135"/>
            <a:ext cx="12192000" cy="1825125"/>
          </a:xfrm>
          <a:prstGeom prst="rect">
            <a:avLst/>
          </a:prstGeom>
          <a:solidFill>
            <a:srgbClr val="002060">
              <a:alpha val="8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black"/>
              </a:solidFill>
            </a:endParaRPr>
          </a:p>
        </p:txBody>
      </p:sp>
      <p:sp>
        <p:nvSpPr>
          <p:cNvPr id="24" name="Title 13"/>
          <p:cNvSpPr txBox="1">
            <a:spLocks/>
          </p:cNvSpPr>
          <p:nvPr/>
        </p:nvSpPr>
        <p:spPr>
          <a:xfrm>
            <a:off x="1239005" y="2327072"/>
            <a:ext cx="9696045" cy="857250"/>
          </a:xfrm>
          <a:prstGeom prst="rect">
            <a:avLst/>
          </a:prstGeom>
        </p:spPr>
        <p:txBody>
          <a:bodyPr vert="horz" lIns="91440" tIns="45720" rIns="91440" bIns="45720"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fontAlgn="auto">
              <a:spcAft>
                <a:spcPts val="0"/>
              </a:spcAft>
            </a:pPr>
            <a:r>
              <a:rPr lang="ar-SA" sz="5400" dirty="0">
                <a:solidFill>
                  <a:prstClr val="white"/>
                </a:solidFill>
                <a:latin typeface="Calibri" panose="020F0502020204030204"/>
              </a:rPr>
              <a:t> </a:t>
            </a:r>
          </a:p>
          <a:p>
            <a:pPr rtl="1" fontAlgn="auto">
              <a:spcAft>
                <a:spcPts val="0"/>
              </a:spcAft>
            </a:pPr>
            <a:r>
              <a:rPr lang="ar-SA" sz="5400" b="1" dirty="0">
                <a:solidFill>
                  <a:prstClr val="white"/>
                </a:solidFill>
                <a:latin typeface="Calibri" panose="020F0502020204030204"/>
              </a:rPr>
              <a:t>4. الفجوة بين الفكر والفعل</a:t>
            </a:r>
            <a:endParaRPr lang="ar-SA" sz="5400" b="1" dirty="0" smtClean="0">
              <a:solidFill>
                <a:prstClr val="white"/>
              </a:solidFill>
              <a:latin typeface="Calibri" panose="020F0502020204030204"/>
            </a:endParaRPr>
          </a:p>
        </p:txBody>
      </p:sp>
    </p:spTree>
    <p:extLst>
      <p:ext uri="{BB962C8B-B14F-4D97-AF65-F5344CB8AC3E}">
        <p14:creationId xmlns:p14="http://schemas.microsoft.com/office/powerpoint/2010/main" val="358823585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18"/>
                                        </p:tgtEl>
                                        <p:attrNameLst>
                                          <p:attrName>style.visibility</p:attrName>
                                        </p:attrNameLst>
                                      </p:cBhvr>
                                      <p:to>
                                        <p:strVal val="visible"/>
                                      </p:to>
                                    </p:set>
                                  </p:childTnLst>
                                </p:cTn>
                              </p:par>
                              <p:par>
                                <p:cTn id="7" presetID="2" presetClass="entr" presetSubtype="4" fill="hold" grpId="0" nodeType="withEffect">
                                  <p:stCondLst>
                                    <p:cond delay="0"/>
                                  </p:stCondLst>
                                  <p:childTnLst>
                                    <p:set>
                                      <p:cBhvr>
                                        <p:cTn id="8" dur="1" fill="hold">
                                          <p:stCondLst>
                                            <p:cond delay="0"/>
                                          </p:stCondLst>
                                        </p:cTn>
                                        <p:tgtEl>
                                          <p:spTgt spid="25"/>
                                        </p:tgtEl>
                                        <p:attrNameLst>
                                          <p:attrName>style.visibility</p:attrName>
                                        </p:attrNameLst>
                                      </p:cBhvr>
                                      <p:to>
                                        <p:strVal val="visible"/>
                                      </p:to>
                                    </p:set>
                                    <p:anim calcmode="lin" valueType="num">
                                      <p:cBhvr additive="base">
                                        <p:cTn id="9" dur="500" fill="hold"/>
                                        <p:tgtEl>
                                          <p:spTgt spid="25"/>
                                        </p:tgtEl>
                                        <p:attrNameLst>
                                          <p:attrName>ppt_x</p:attrName>
                                        </p:attrNameLst>
                                      </p:cBhvr>
                                      <p:tavLst>
                                        <p:tav tm="0">
                                          <p:val>
                                            <p:strVal val="#ppt_x"/>
                                          </p:val>
                                        </p:tav>
                                        <p:tav tm="100000">
                                          <p:val>
                                            <p:strVal val="#ppt_x"/>
                                          </p:val>
                                        </p:tav>
                                      </p:tavLst>
                                    </p:anim>
                                    <p:anim calcmode="lin" valueType="num">
                                      <p:cBhvr additive="base">
                                        <p:cTn id="10" dur="500" fill="hold"/>
                                        <p:tgtEl>
                                          <p:spTgt spid="25"/>
                                        </p:tgtEl>
                                        <p:attrNameLst>
                                          <p:attrName>ppt_y</p:attrName>
                                        </p:attrNameLst>
                                      </p:cBhvr>
                                      <p:tavLst>
                                        <p:tav tm="0">
                                          <p:val>
                                            <p:strVal val="1+#ppt_h/2"/>
                                          </p:val>
                                        </p:tav>
                                        <p:tav tm="100000">
                                          <p:val>
                                            <p:strVal val="#ppt_y"/>
                                          </p:val>
                                        </p:tav>
                                      </p:tavLst>
                                    </p:anim>
                                  </p:childTnLst>
                                </p:cTn>
                              </p:par>
                            </p:childTnLst>
                          </p:cTn>
                        </p:par>
                        <p:par>
                          <p:cTn id="11" fill="hold">
                            <p:stCondLst>
                              <p:cond delay="500"/>
                            </p:stCondLst>
                            <p:childTnLst>
                              <p:par>
                                <p:cTn id="12" presetID="10" presetClass="entr" presetSubtype="0" fill="hold" grpId="0" nodeType="afterEffect">
                                  <p:stCondLst>
                                    <p:cond delay="250"/>
                                  </p:stCondLst>
                                  <p:childTnLst>
                                    <p:set>
                                      <p:cBhvr>
                                        <p:cTn id="13" dur="1" fill="hold">
                                          <p:stCondLst>
                                            <p:cond delay="0"/>
                                          </p:stCondLst>
                                        </p:cTn>
                                        <p:tgtEl>
                                          <p:spTgt spid="24"/>
                                        </p:tgtEl>
                                        <p:attrNameLst>
                                          <p:attrName>style.visibility</p:attrName>
                                        </p:attrNameLst>
                                      </p:cBhvr>
                                      <p:to>
                                        <p:strVal val="visible"/>
                                      </p:to>
                                    </p:set>
                                    <p:animEffect transition="in" filter="fade">
                                      <p:cBhvr>
                                        <p:cTn id="14"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25" grpId="0" animBg="1"/>
      <p:bldP spid="24" grpId="0"/>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Rectangle 17"/>
          <p:cNvSpPr/>
          <p:nvPr/>
        </p:nvSpPr>
        <p:spPr>
          <a:xfrm>
            <a:off x="0" y="0"/>
            <a:ext cx="121920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a:solidFill>
                <a:prstClr val="white"/>
              </a:solidFill>
            </a:endParaRPr>
          </a:p>
        </p:txBody>
      </p:sp>
      <p:sp>
        <p:nvSpPr>
          <p:cNvPr id="25" name="Rectangle 24"/>
          <p:cNvSpPr/>
          <p:nvPr/>
        </p:nvSpPr>
        <p:spPr>
          <a:xfrm>
            <a:off x="-8971" y="1843135"/>
            <a:ext cx="12192000" cy="1825125"/>
          </a:xfrm>
          <a:prstGeom prst="rect">
            <a:avLst/>
          </a:prstGeom>
          <a:solidFill>
            <a:srgbClr val="002060">
              <a:alpha val="8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black"/>
              </a:solidFill>
            </a:endParaRPr>
          </a:p>
        </p:txBody>
      </p:sp>
      <p:sp>
        <p:nvSpPr>
          <p:cNvPr id="24" name="Title 13"/>
          <p:cNvSpPr txBox="1">
            <a:spLocks/>
          </p:cNvSpPr>
          <p:nvPr/>
        </p:nvSpPr>
        <p:spPr>
          <a:xfrm>
            <a:off x="1239005" y="2327072"/>
            <a:ext cx="9696045" cy="857250"/>
          </a:xfrm>
          <a:prstGeom prst="rect">
            <a:avLst/>
          </a:prstGeom>
        </p:spPr>
        <p:txBody>
          <a:bodyPr vert="horz" lIns="91440" tIns="45720" rIns="91440" bIns="45720"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fontAlgn="auto">
              <a:spcAft>
                <a:spcPts val="0"/>
              </a:spcAft>
            </a:pPr>
            <a:r>
              <a:rPr lang="ar-SA" sz="5400" dirty="0">
                <a:solidFill>
                  <a:prstClr val="white"/>
                </a:solidFill>
                <a:latin typeface="Calibri" panose="020F0502020204030204"/>
              </a:rPr>
              <a:t> </a:t>
            </a:r>
          </a:p>
          <a:p>
            <a:pPr rtl="1" fontAlgn="auto">
              <a:spcAft>
                <a:spcPts val="0"/>
              </a:spcAft>
            </a:pPr>
            <a:r>
              <a:rPr lang="ar-SA" sz="5400" b="1" dirty="0">
                <a:solidFill>
                  <a:prstClr val="white"/>
                </a:solidFill>
                <a:latin typeface="Calibri" panose="020F0502020204030204"/>
              </a:rPr>
              <a:t>5. أسباب الفجوة الرقمية</a:t>
            </a:r>
            <a:endParaRPr lang="ar-SA" sz="5400" b="1" dirty="0" smtClean="0">
              <a:solidFill>
                <a:prstClr val="white"/>
              </a:solidFill>
              <a:latin typeface="Calibri" panose="020F0502020204030204"/>
            </a:endParaRPr>
          </a:p>
        </p:txBody>
      </p:sp>
    </p:spTree>
    <p:extLst>
      <p:ext uri="{BB962C8B-B14F-4D97-AF65-F5344CB8AC3E}">
        <p14:creationId xmlns:p14="http://schemas.microsoft.com/office/powerpoint/2010/main" val="395167875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18"/>
                                        </p:tgtEl>
                                        <p:attrNameLst>
                                          <p:attrName>style.visibility</p:attrName>
                                        </p:attrNameLst>
                                      </p:cBhvr>
                                      <p:to>
                                        <p:strVal val="visible"/>
                                      </p:to>
                                    </p:set>
                                  </p:childTnLst>
                                </p:cTn>
                              </p:par>
                              <p:par>
                                <p:cTn id="7" presetID="2" presetClass="entr" presetSubtype="4" fill="hold" grpId="0" nodeType="withEffect">
                                  <p:stCondLst>
                                    <p:cond delay="0"/>
                                  </p:stCondLst>
                                  <p:childTnLst>
                                    <p:set>
                                      <p:cBhvr>
                                        <p:cTn id="8" dur="1" fill="hold">
                                          <p:stCondLst>
                                            <p:cond delay="0"/>
                                          </p:stCondLst>
                                        </p:cTn>
                                        <p:tgtEl>
                                          <p:spTgt spid="25"/>
                                        </p:tgtEl>
                                        <p:attrNameLst>
                                          <p:attrName>style.visibility</p:attrName>
                                        </p:attrNameLst>
                                      </p:cBhvr>
                                      <p:to>
                                        <p:strVal val="visible"/>
                                      </p:to>
                                    </p:set>
                                    <p:anim calcmode="lin" valueType="num">
                                      <p:cBhvr additive="base">
                                        <p:cTn id="9" dur="500" fill="hold"/>
                                        <p:tgtEl>
                                          <p:spTgt spid="25"/>
                                        </p:tgtEl>
                                        <p:attrNameLst>
                                          <p:attrName>ppt_x</p:attrName>
                                        </p:attrNameLst>
                                      </p:cBhvr>
                                      <p:tavLst>
                                        <p:tav tm="0">
                                          <p:val>
                                            <p:strVal val="#ppt_x"/>
                                          </p:val>
                                        </p:tav>
                                        <p:tav tm="100000">
                                          <p:val>
                                            <p:strVal val="#ppt_x"/>
                                          </p:val>
                                        </p:tav>
                                      </p:tavLst>
                                    </p:anim>
                                    <p:anim calcmode="lin" valueType="num">
                                      <p:cBhvr additive="base">
                                        <p:cTn id="10" dur="500" fill="hold"/>
                                        <p:tgtEl>
                                          <p:spTgt spid="25"/>
                                        </p:tgtEl>
                                        <p:attrNameLst>
                                          <p:attrName>ppt_y</p:attrName>
                                        </p:attrNameLst>
                                      </p:cBhvr>
                                      <p:tavLst>
                                        <p:tav tm="0">
                                          <p:val>
                                            <p:strVal val="1+#ppt_h/2"/>
                                          </p:val>
                                        </p:tav>
                                        <p:tav tm="100000">
                                          <p:val>
                                            <p:strVal val="#ppt_y"/>
                                          </p:val>
                                        </p:tav>
                                      </p:tavLst>
                                    </p:anim>
                                  </p:childTnLst>
                                </p:cTn>
                              </p:par>
                            </p:childTnLst>
                          </p:cTn>
                        </p:par>
                        <p:par>
                          <p:cTn id="11" fill="hold">
                            <p:stCondLst>
                              <p:cond delay="500"/>
                            </p:stCondLst>
                            <p:childTnLst>
                              <p:par>
                                <p:cTn id="12" presetID="10" presetClass="entr" presetSubtype="0" fill="hold" grpId="0" nodeType="afterEffect">
                                  <p:stCondLst>
                                    <p:cond delay="250"/>
                                  </p:stCondLst>
                                  <p:childTnLst>
                                    <p:set>
                                      <p:cBhvr>
                                        <p:cTn id="13" dur="1" fill="hold">
                                          <p:stCondLst>
                                            <p:cond delay="0"/>
                                          </p:stCondLst>
                                        </p:cTn>
                                        <p:tgtEl>
                                          <p:spTgt spid="24"/>
                                        </p:tgtEl>
                                        <p:attrNameLst>
                                          <p:attrName>style.visibility</p:attrName>
                                        </p:attrNameLst>
                                      </p:cBhvr>
                                      <p:to>
                                        <p:strVal val="visible"/>
                                      </p:to>
                                    </p:set>
                                    <p:animEffect transition="in" filter="fade">
                                      <p:cBhvr>
                                        <p:cTn id="14"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25" grpId="0" animBg="1"/>
      <p:bldP spid="24" grpId="0"/>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79425" y="458633"/>
            <a:ext cx="11233150" cy="638647"/>
          </a:xfrm>
        </p:spPr>
        <p:txBody>
          <a:bodyPr>
            <a:normAutofit/>
          </a:bodyPr>
          <a:lstStyle/>
          <a:p>
            <a:r>
              <a:rPr lang="ar-SA" dirty="0">
                <a:solidFill>
                  <a:schemeClr val="tx1"/>
                </a:solidFill>
              </a:rPr>
              <a:t>وبحسب ما يشير موليناري فإن هناك ثلاثة أسباب للفجوة الرقمية، وهي:</a:t>
            </a:r>
            <a:endParaRPr lang="en-AU" dirty="0">
              <a:solidFill>
                <a:schemeClr val="tx1"/>
              </a:solidFill>
            </a:endParaRPr>
          </a:p>
        </p:txBody>
      </p:sp>
      <p:grpSp>
        <p:nvGrpSpPr>
          <p:cNvPr id="16" name="Group 15"/>
          <p:cNvGrpSpPr/>
          <p:nvPr/>
        </p:nvGrpSpPr>
        <p:grpSpPr>
          <a:xfrm>
            <a:off x="4559650" y="1333500"/>
            <a:ext cx="3072699" cy="4989938"/>
            <a:chOff x="4559650" y="1333500"/>
            <a:chExt cx="3072699" cy="4989938"/>
          </a:xfrm>
        </p:grpSpPr>
        <p:sp>
          <p:nvSpPr>
            <p:cNvPr id="61" name="Freeform 5"/>
            <p:cNvSpPr>
              <a:spLocks/>
            </p:cNvSpPr>
            <p:nvPr/>
          </p:nvSpPr>
          <p:spPr bwMode="auto">
            <a:xfrm rot="273529">
              <a:off x="4579354" y="5408856"/>
              <a:ext cx="2907875" cy="914582"/>
            </a:xfrm>
            <a:custGeom>
              <a:avLst/>
              <a:gdLst>
                <a:gd name="T0" fmla="*/ 709 w 718"/>
                <a:gd name="T1" fmla="*/ 113 h 313"/>
                <a:gd name="T2" fmla="*/ 376 w 718"/>
                <a:gd name="T3" fmla="*/ 289 h 313"/>
                <a:gd name="T4" fmla="*/ 9 w 718"/>
                <a:gd name="T5" fmla="*/ 200 h 313"/>
                <a:gd name="T6" fmla="*/ 343 w 718"/>
                <a:gd name="T7" fmla="*/ 24 h 313"/>
                <a:gd name="T8" fmla="*/ 709 w 718"/>
                <a:gd name="T9" fmla="*/ 113 h 313"/>
              </a:gdLst>
              <a:ahLst/>
              <a:cxnLst>
                <a:cxn ang="0">
                  <a:pos x="T0" y="T1"/>
                </a:cxn>
                <a:cxn ang="0">
                  <a:pos x="T2" y="T3"/>
                </a:cxn>
                <a:cxn ang="0">
                  <a:pos x="T4" y="T5"/>
                </a:cxn>
                <a:cxn ang="0">
                  <a:pos x="T6" y="T7"/>
                </a:cxn>
                <a:cxn ang="0">
                  <a:pos x="T8" y="T9"/>
                </a:cxn>
              </a:cxnLst>
              <a:rect l="0" t="0" r="r" b="b"/>
              <a:pathLst>
                <a:path w="718" h="313">
                  <a:moveTo>
                    <a:pt x="709" y="113"/>
                  </a:moveTo>
                  <a:cubicBezTo>
                    <a:pt x="718" y="186"/>
                    <a:pt x="569" y="265"/>
                    <a:pt x="376" y="289"/>
                  </a:cubicBezTo>
                  <a:cubicBezTo>
                    <a:pt x="182" y="313"/>
                    <a:pt x="18" y="273"/>
                    <a:pt x="9" y="200"/>
                  </a:cubicBezTo>
                  <a:cubicBezTo>
                    <a:pt x="0" y="127"/>
                    <a:pt x="149" y="48"/>
                    <a:pt x="343" y="24"/>
                  </a:cubicBezTo>
                  <a:cubicBezTo>
                    <a:pt x="536" y="0"/>
                    <a:pt x="700" y="39"/>
                    <a:pt x="709" y="113"/>
                  </a:cubicBezTo>
                </a:path>
              </a:pathLst>
            </a:custGeom>
            <a:solidFill>
              <a:schemeClr val="tx2">
                <a:lumMod val="75000"/>
                <a:alpha val="1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endParaRPr>
            </a:p>
          </p:txBody>
        </p:sp>
        <p:sp>
          <p:nvSpPr>
            <p:cNvPr id="23" name="Freeform 5"/>
            <p:cNvSpPr>
              <a:spLocks/>
            </p:cNvSpPr>
            <p:nvPr/>
          </p:nvSpPr>
          <p:spPr bwMode="auto">
            <a:xfrm>
              <a:off x="4802187" y="2852069"/>
              <a:ext cx="1962150" cy="3154363"/>
            </a:xfrm>
            <a:custGeom>
              <a:avLst/>
              <a:gdLst>
                <a:gd name="T0" fmla="*/ 17 w 235"/>
                <a:gd name="T1" fmla="*/ 378 h 378"/>
                <a:gd name="T2" fmla="*/ 9 w 235"/>
                <a:gd name="T3" fmla="*/ 376 h 378"/>
                <a:gd name="T4" fmla="*/ 4 w 235"/>
                <a:gd name="T5" fmla="*/ 356 h 378"/>
                <a:gd name="T6" fmla="*/ 205 w 235"/>
                <a:gd name="T7" fmla="*/ 8 h 378"/>
                <a:gd name="T8" fmla="*/ 218 w 235"/>
                <a:gd name="T9" fmla="*/ 0 h 378"/>
                <a:gd name="T10" fmla="*/ 225 w 235"/>
                <a:gd name="T11" fmla="*/ 2 h 378"/>
                <a:gd name="T12" fmla="*/ 231 w 235"/>
                <a:gd name="T13" fmla="*/ 22 h 378"/>
                <a:gd name="T14" fmla="*/ 30 w 235"/>
                <a:gd name="T15" fmla="*/ 371 h 378"/>
                <a:gd name="T16" fmla="*/ 17 w 235"/>
                <a:gd name="T17" fmla="*/ 378 h 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5" h="378">
                  <a:moveTo>
                    <a:pt x="17" y="378"/>
                  </a:moveTo>
                  <a:cubicBezTo>
                    <a:pt x="14" y="378"/>
                    <a:pt x="12" y="378"/>
                    <a:pt x="9" y="376"/>
                  </a:cubicBezTo>
                  <a:cubicBezTo>
                    <a:pt x="2" y="372"/>
                    <a:pt x="0" y="363"/>
                    <a:pt x="4" y="356"/>
                  </a:cubicBezTo>
                  <a:cubicBezTo>
                    <a:pt x="205" y="8"/>
                    <a:pt x="205" y="8"/>
                    <a:pt x="205" y="8"/>
                  </a:cubicBezTo>
                  <a:cubicBezTo>
                    <a:pt x="208" y="3"/>
                    <a:pt x="213" y="0"/>
                    <a:pt x="218" y="0"/>
                  </a:cubicBezTo>
                  <a:cubicBezTo>
                    <a:pt x="221" y="0"/>
                    <a:pt x="223" y="1"/>
                    <a:pt x="225" y="2"/>
                  </a:cubicBezTo>
                  <a:cubicBezTo>
                    <a:pt x="232" y="6"/>
                    <a:pt x="235" y="15"/>
                    <a:pt x="231" y="22"/>
                  </a:cubicBezTo>
                  <a:cubicBezTo>
                    <a:pt x="30" y="371"/>
                    <a:pt x="30" y="371"/>
                    <a:pt x="30" y="371"/>
                  </a:cubicBezTo>
                  <a:cubicBezTo>
                    <a:pt x="27" y="376"/>
                    <a:pt x="22" y="378"/>
                    <a:pt x="17" y="378"/>
                  </a:cubicBezTo>
                </a:path>
              </a:pathLst>
            </a:custGeom>
            <a:solidFill>
              <a:srgbClr val="F0992F"/>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endParaRPr>
            </a:p>
          </p:txBody>
        </p:sp>
        <p:sp>
          <p:nvSpPr>
            <p:cNvPr id="24" name="Freeform 6"/>
            <p:cNvSpPr>
              <a:spLocks/>
            </p:cNvSpPr>
            <p:nvPr/>
          </p:nvSpPr>
          <p:spPr bwMode="auto">
            <a:xfrm>
              <a:off x="4802187" y="2852069"/>
              <a:ext cx="1870075" cy="3136900"/>
            </a:xfrm>
            <a:custGeom>
              <a:avLst/>
              <a:gdLst>
                <a:gd name="T0" fmla="*/ 9 w 224"/>
                <a:gd name="T1" fmla="*/ 376 h 376"/>
                <a:gd name="T2" fmla="*/ 4 w 224"/>
                <a:gd name="T3" fmla="*/ 356 h 376"/>
                <a:gd name="T4" fmla="*/ 205 w 224"/>
                <a:gd name="T5" fmla="*/ 8 h 376"/>
                <a:gd name="T6" fmla="*/ 217 w 224"/>
                <a:gd name="T7" fmla="*/ 0 h 376"/>
                <a:gd name="T8" fmla="*/ 224 w 224"/>
                <a:gd name="T9" fmla="*/ 5 h 376"/>
                <a:gd name="T10" fmla="*/ 9 w 224"/>
                <a:gd name="T11" fmla="*/ 376 h 376"/>
              </a:gdLst>
              <a:ahLst/>
              <a:cxnLst>
                <a:cxn ang="0">
                  <a:pos x="T0" y="T1"/>
                </a:cxn>
                <a:cxn ang="0">
                  <a:pos x="T2" y="T3"/>
                </a:cxn>
                <a:cxn ang="0">
                  <a:pos x="T4" y="T5"/>
                </a:cxn>
                <a:cxn ang="0">
                  <a:pos x="T6" y="T7"/>
                </a:cxn>
                <a:cxn ang="0">
                  <a:pos x="T8" y="T9"/>
                </a:cxn>
                <a:cxn ang="0">
                  <a:pos x="T10" y="T11"/>
                </a:cxn>
              </a:cxnLst>
              <a:rect l="0" t="0" r="r" b="b"/>
              <a:pathLst>
                <a:path w="224" h="376">
                  <a:moveTo>
                    <a:pt x="9" y="376"/>
                  </a:moveTo>
                  <a:cubicBezTo>
                    <a:pt x="2" y="372"/>
                    <a:pt x="0" y="363"/>
                    <a:pt x="4" y="356"/>
                  </a:cubicBezTo>
                  <a:cubicBezTo>
                    <a:pt x="205" y="8"/>
                    <a:pt x="205" y="8"/>
                    <a:pt x="205" y="8"/>
                  </a:cubicBezTo>
                  <a:cubicBezTo>
                    <a:pt x="208" y="3"/>
                    <a:pt x="212" y="1"/>
                    <a:pt x="217" y="0"/>
                  </a:cubicBezTo>
                  <a:cubicBezTo>
                    <a:pt x="224" y="5"/>
                    <a:pt x="224" y="5"/>
                    <a:pt x="224" y="5"/>
                  </a:cubicBezTo>
                  <a:cubicBezTo>
                    <a:pt x="9" y="376"/>
                    <a:pt x="9" y="376"/>
                    <a:pt x="9" y="376"/>
                  </a:cubicBezTo>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endParaRPr>
            </a:p>
          </p:txBody>
        </p:sp>
        <p:sp>
          <p:nvSpPr>
            <p:cNvPr id="25" name="Freeform 7"/>
            <p:cNvSpPr>
              <a:spLocks/>
            </p:cNvSpPr>
            <p:nvPr/>
          </p:nvSpPr>
          <p:spPr bwMode="auto">
            <a:xfrm>
              <a:off x="5294312" y="2852069"/>
              <a:ext cx="1962150" cy="3154363"/>
            </a:xfrm>
            <a:custGeom>
              <a:avLst/>
              <a:gdLst>
                <a:gd name="T0" fmla="*/ 219 w 235"/>
                <a:gd name="T1" fmla="*/ 378 h 378"/>
                <a:gd name="T2" fmla="*/ 226 w 235"/>
                <a:gd name="T3" fmla="*/ 376 h 378"/>
                <a:gd name="T4" fmla="*/ 231 w 235"/>
                <a:gd name="T5" fmla="*/ 356 h 378"/>
                <a:gd name="T6" fmla="*/ 30 w 235"/>
                <a:gd name="T7" fmla="*/ 8 h 378"/>
                <a:gd name="T8" fmla="*/ 17 w 235"/>
                <a:gd name="T9" fmla="*/ 0 h 378"/>
                <a:gd name="T10" fmla="*/ 10 w 235"/>
                <a:gd name="T11" fmla="*/ 2 h 378"/>
                <a:gd name="T12" fmla="*/ 5 w 235"/>
                <a:gd name="T13" fmla="*/ 22 h 378"/>
                <a:gd name="T14" fmla="*/ 206 w 235"/>
                <a:gd name="T15" fmla="*/ 371 h 378"/>
                <a:gd name="T16" fmla="*/ 219 w 235"/>
                <a:gd name="T17" fmla="*/ 378 h 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5" h="378">
                  <a:moveTo>
                    <a:pt x="219" y="378"/>
                  </a:moveTo>
                  <a:cubicBezTo>
                    <a:pt x="221" y="378"/>
                    <a:pt x="224" y="378"/>
                    <a:pt x="226" y="376"/>
                  </a:cubicBezTo>
                  <a:cubicBezTo>
                    <a:pt x="233" y="372"/>
                    <a:pt x="235" y="363"/>
                    <a:pt x="231" y="356"/>
                  </a:cubicBezTo>
                  <a:cubicBezTo>
                    <a:pt x="30" y="8"/>
                    <a:pt x="30" y="8"/>
                    <a:pt x="30" y="8"/>
                  </a:cubicBezTo>
                  <a:cubicBezTo>
                    <a:pt x="27" y="3"/>
                    <a:pt x="22" y="0"/>
                    <a:pt x="17" y="0"/>
                  </a:cubicBezTo>
                  <a:cubicBezTo>
                    <a:pt x="15" y="0"/>
                    <a:pt x="12" y="1"/>
                    <a:pt x="10" y="2"/>
                  </a:cubicBezTo>
                  <a:cubicBezTo>
                    <a:pt x="3" y="6"/>
                    <a:pt x="0" y="15"/>
                    <a:pt x="5" y="22"/>
                  </a:cubicBezTo>
                  <a:cubicBezTo>
                    <a:pt x="206" y="371"/>
                    <a:pt x="206" y="371"/>
                    <a:pt x="206" y="371"/>
                  </a:cubicBezTo>
                  <a:cubicBezTo>
                    <a:pt x="209" y="376"/>
                    <a:pt x="213" y="378"/>
                    <a:pt x="219" y="378"/>
                  </a:cubicBezTo>
                </a:path>
              </a:pathLst>
            </a:custGeom>
            <a:solidFill>
              <a:srgbClr val="F0992F"/>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endParaRPr>
            </a:p>
          </p:txBody>
        </p:sp>
        <p:sp>
          <p:nvSpPr>
            <p:cNvPr id="26" name="Freeform 8"/>
            <p:cNvSpPr>
              <a:spLocks/>
            </p:cNvSpPr>
            <p:nvPr/>
          </p:nvSpPr>
          <p:spPr bwMode="auto">
            <a:xfrm>
              <a:off x="5386387" y="2852069"/>
              <a:ext cx="1870075" cy="3136900"/>
            </a:xfrm>
            <a:custGeom>
              <a:avLst/>
              <a:gdLst>
                <a:gd name="T0" fmla="*/ 215 w 224"/>
                <a:gd name="T1" fmla="*/ 376 h 376"/>
                <a:gd name="T2" fmla="*/ 220 w 224"/>
                <a:gd name="T3" fmla="*/ 356 h 376"/>
                <a:gd name="T4" fmla="*/ 19 w 224"/>
                <a:gd name="T5" fmla="*/ 8 h 376"/>
                <a:gd name="T6" fmla="*/ 8 w 224"/>
                <a:gd name="T7" fmla="*/ 0 h 376"/>
                <a:gd name="T8" fmla="*/ 0 w 224"/>
                <a:gd name="T9" fmla="*/ 5 h 376"/>
                <a:gd name="T10" fmla="*/ 215 w 224"/>
                <a:gd name="T11" fmla="*/ 376 h 376"/>
              </a:gdLst>
              <a:ahLst/>
              <a:cxnLst>
                <a:cxn ang="0">
                  <a:pos x="T0" y="T1"/>
                </a:cxn>
                <a:cxn ang="0">
                  <a:pos x="T2" y="T3"/>
                </a:cxn>
                <a:cxn ang="0">
                  <a:pos x="T4" y="T5"/>
                </a:cxn>
                <a:cxn ang="0">
                  <a:pos x="T6" y="T7"/>
                </a:cxn>
                <a:cxn ang="0">
                  <a:pos x="T8" y="T9"/>
                </a:cxn>
                <a:cxn ang="0">
                  <a:pos x="T10" y="T11"/>
                </a:cxn>
              </a:cxnLst>
              <a:rect l="0" t="0" r="r" b="b"/>
              <a:pathLst>
                <a:path w="224" h="376">
                  <a:moveTo>
                    <a:pt x="215" y="376"/>
                  </a:moveTo>
                  <a:cubicBezTo>
                    <a:pt x="222" y="372"/>
                    <a:pt x="224" y="363"/>
                    <a:pt x="220" y="356"/>
                  </a:cubicBezTo>
                  <a:cubicBezTo>
                    <a:pt x="19" y="8"/>
                    <a:pt x="19" y="8"/>
                    <a:pt x="19" y="8"/>
                  </a:cubicBezTo>
                  <a:cubicBezTo>
                    <a:pt x="16" y="3"/>
                    <a:pt x="12" y="1"/>
                    <a:pt x="8" y="0"/>
                  </a:cubicBezTo>
                  <a:cubicBezTo>
                    <a:pt x="0" y="5"/>
                    <a:pt x="0" y="5"/>
                    <a:pt x="0" y="5"/>
                  </a:cubicBezTo>
                  <a:cubicBezTo>
                    <a:pt x="215" y="376"/>
                    <a:pt x="215" y="376"/>
                    <a:pt x="215" y="376"/>
                  </a:cubicBezTo>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endParaRPr>
            </a:p>
          </p:txBody>
        </p:sp>
        <p:sp>
          <p:nvSpPr>
            <p:cNvPr id="27" name="Rectangle 9"/>
            <p:cNvSpPr>
              <a:spLocks noChangeArrowheads="1"/>
            </p:cNvSpPr>
            <p:nvPr/>
          </p:nvSpPr>
          <p:spPr bwMode="auto">
            <a:xfrm>
              <a:off x="5970587" y="1333500"/>
              <a:ext cx="141192" cy="4163344"/>
            </a:xfrm>
            <a:prstGeom prst="rect">
              <a:avLst/>
            </a:pr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endParaRPr>
            </a:p>
          </p:txBody>
        </p:sp>
        <p:sp>
          <p:nvSpPr>
            <p:cNvPr id="65" name="Freeform 64"/>
            <p:cNvSpPr>
              <a:spLocks/>
            </p:cNvSpPr>
            <p:nvPr/>
          </p:nvSpPr>
          <p:spPr bwMode="auto">
            <a:xfrm flipH="1">
              <a:off x="6210594" y="4419611"/>
              <a:ext cx="371388" cy="370707"/>
            </a:xfrm>
            <a:custGeom>
              <a:avLst/>
              <a:gdLst>
                <a:gd name="connsiteX0" fmla="*/ 162286 w 371388"/>
                <a:gd name="connsiteY0" fmla="*/ 0 h 370707"/>
                <a:gd name="connsiteX1" fmla="*/ 277830 w 371388"/>
                <a:gd name="connsiteY1" fmla="*/ 84190 h 370707"/>
                <a:gd name="connsiteX2" fmla="*/ 371388 w 371388"/>
                <a:gd name="connsiteY2" fmla="*/ 138246 h 370707"/>
                <a:gd name="connsiteX3" fmla="*/ 361499 w 371388"/>
                <a:gd name="connsiteY3" fmla="*/ 155407 h 370707"/>
                <a:gd name="connsiteX4" fmla="*/ 238528 w 371388"/>
                <a:gd name="connsiteY4" fmla="*/ 368804 h 370707"/>
                <a:gd name="connsiteX5" fmla="*/ 237431 w 371388"/>
                <a:gd name="connsiteY5" fmla="*/ 370707 h 370707"/>
                <a:gd name="connsiteX6" fmla="*/ 157271 w 371388"/>
                <a:gd name="connsiteY6" fmla="*/ 350096 h 370707"/>
                <a:gd name="connsiteX7" fmla="*/ 61613 w 371388"/>
                <a:gd name="connsiteY7" fmla="*/ 315085 h 370707"/>
                <a:gd name="connsiteX8" fmla="*/ 0 w 371388"/>
                <a:gd name="connsiteY8" fmla="*/ 285404 h 370707"/>
                <a:gd name="connsiteX9" fmla="*/ 3871 w 371388"/>
                <a:gd name="connsiteY9" fmla="*/ 274116 h 370707"/>
                <a:gd name="connsiteX10" fmla="*/ 156343 w 371388"/>
                <a:gd name="connsiteY10" fmla="*/ 10284 h 370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1388" h="370707">
                  <a:moveTo>
                    <a:pt x="162286" y="0"/>
                  </a:moveTo>
                  <a:lnTo>
                    <a:pt x="277830" y="84190"/>
                  </a:lnTo>
                  <a:lnTo>
                    <a:pt x="371388" y="138246"/>
                  </a:lnTo>
                  <a:lnTo>
                    <a:pt x="361499" y="155407"/>
                  </a:lnTo>
                  <a:cubicBezTo>
                    <a:pt x="291230" y="277348"/>
                    <a:pt x="256095" y="338319"/>
                    <a:pt x="238528" y="368804"/>
                  </a:cubicBezTo>
                  <a:lnTo>
                    <a:pt x="237431" y="370707"/>
                  </a:lnTo>
                  <a:lnTo>
                    <a:pt x="157271" y="350096"/>
                  </a:lnTo>
                  <a:cubicBezTo>
                    <a:pt x="124669" y="339956"/>
                    <a:pt x="92754" y="328256"/>
                    <a:pt x="61613" y="315085"/>
                  </a:cubicBezTo>
                  <a:lnTo>
                    <a:pt x="0" y="285404"/>
                  </a:lnTo>
                  <a:lnTo>
                    <a:pt x="3871" y="274116"/>
                  </a:lnTo>
                  <a:cubicBezTo>
                    <a:pt x="56317" y="183366"/>
                    <a:pt x="107124" y="95451"/>
                    <a:pt x="156343" y="10284"/>
                  </a:cubicBezTo>
                  <a:close/>
                </a:path>
              </a:pathLst>
            </a:custGeom>
            <a:solidFill>
              <a:srgbClr val="C9750E"/>
            </a:solidFill>
            <a:ln>
              <a:noFill/>
            </a:ln>
          </p:spPr>
          <p:txBody>
            <a:bodyPr vert="horz" wrap="square" lIns="91440" tIns="45720" rIns="91440" bIns="45720" numCol="1" anchor="t" anchorCtr="0" compatLnSpc="1">
              <a:prstTxWarp prst="textNoShape">
                <a:avLst/>
              </a:prstTxWarp>
              <a:noAutofit/>
            </a:bodyPr>
            <a:lstStyle/>
            <a:p>
              <a:pPr fontAlgn="auto">
                <a:spcBef>
                  <a:spcPts val="0"/>
                </a:spcBef>
                <a:spcAft>
                  <a:spcPts val="0"/>
                </a:spcAft>
              </a:pPr>
              <a:endParaRPr lang="en-US">
                <a:solidFill>
                  <a:prstClr val="black"/>
                </a:solidFill>
                <a:latin typeface="Roboto Lt"/>
              </a:endParaRPr>
            </a:p>
          </p:txBody>
        </p:sp>
        <p:sp>
          <p:nvSpPr>
            <p:cNvPr id="64" name="Freeform 63"/>
            <p:cNvSpPr>
              <a:spLocks/>
            </p:cNvSpPr>
            <p:nvPr/>
          </p:nvSpPr>
          <p:spPr bwMode="auto">
            <a:xfrm>
              <a:off x="5503653" y="4390699"/>
              <a:ext cx="371388" cy="370707"/>
            </a:xfrm>
            <a:custGeom>
              <a:avLst/>
              <a:gdLst>
                <a:gd name="connsiteX0" fmla="*/ 162286 w 371388"/>
                <a:gd name="connsiteY0" fmla="*/ 0 h 370707"/>
                <a:gd name="connsiteX1" fmla="*/ 277830 w 371388"/>
                <a:gd name="connsiteY1" fmla="*/ 84190 h 370707"/>
                <a:gd name="connsiteX2" fmla="*/ 371388 w 371388"/>
                <a:gd name="connsiteY2" fmla="*/ 138246 h 370707"/>
                <a:gd name="connsiteX3" fmla="*/ 361499 w 371388"/>
                <a:gd name="connsiteY3" fmla="*/ 155407 h 370707"/>
                <a:gd name="connsiteX4" fmla="*/ 238528 w 371388"/>
                <a:gd name="connsiteY4" fmla="*/ 368804 h 370707"/>
                <a:gd name="connsiteX5" fmla="*/ 237431 w 371388"/>
                <a:gd name="connsiteY5" fmla="*/ 370707 h 370707"/>
                <a:gd name="connsiteX6" fmla="*/ 157271 w 371388"/>
                <a:gd name="connsiteY6" fmla="*/ 350096 h 370707"/>
                <a:gd name="connsiteX7" fmla="*/ 61613 w 371388"/>
                <a:gd name="connsiteY7" fmla="*/ 315085 h 370707"/>
                <a:gd name="connsiteX8" fmla="*/ 0 w 371388"/>
                <a:gd name="connsiteY8" fmla="*/ 285404 h 370707"/>
                <a:gd name="connsiteX9" fmla="*/ 3871 w 371388"/>
                <a:gd name="connsiteY9" fmla="*/ 274116 h 370707"/>
                <a:gd name="connsiteX10" fmla="*/ 156343 w 371388"/>
                <a:gd name="connsiteY10" fmla="*/ 10284 h 370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1388" h="370707">
                  <a:moveTo>
                    <a:pt x="162286" y="0"/>
                  </a:moveTo>
                  <a:lnTo>
                    <a:pt x="277830" y="84190"/>
                  </a:lnTo>
                  <a:lnTo>
                    <a:pt x="371388" y="138246"/>
                  </a:lnTo>
                  <a:lnTo>
                    <a:pt x="361499" y="155407"/>
                  </a:lnTo>
                  <a:cubicBezTo>
                    <a:pt x="291230" y="277348"/>
                    <a:pt x="256095" y="338319"/>
                    <a:pt x="238528" y="368804"/>
                  </a:cubicBezTo>
                  <a:lnTo>
                    <a:pt x="237431" y="370707"/>
                  </a:lnTo>
                  <a:lnTo>
                    <a:pt x="157271" y="350096"/>
                  </a:lnTo>
                  <a:cubicBezTo>
                    <a:pt x="124669" y="339956"/>
                    <a:pt x="92754" y="328256"/>
                    <a:pt x="61613" y="315085"/>
                  </a:cubicBezTo>
                  <a:lnTo>
                    <a:pt x="0" y="285404"/>
                  </a:lnTo>
                  <a:lnTo>
                    <a:pt x="3871" y="274116"/>
                  </a:lnTo>
                  <a:cubicBezTo>
                    <a:pt x="56317" y="183366"/>
                    <a:pt x="107124" y="95451"/>
                    <a:pt x="156343" y="10284"/>
                  </a:cubicBezTo>
                  <a:close/>
                </a:path>
              </a:pathLst>
            </a:custGeom>
            <a:solidFill>
              <a:srgbClr val="C9750E"/>
            </a:solidFill>
            <a:ln>
              <a:noFill/>
            </a:ln>
          </p:spPr>
          <p:txBody>
            <a:bodyPr vert="horz" wrap="square" lIns="91440" tIns="45720" rIns="91440" bIns="45720" numCol="1" anchor="t" anchorCtr="0" compatLnSpc="1">
              <a:prstTxWarp prst="textNoShape">
                <a:avLst/>
              </a:prstTxWarp>
              <a:noAutofit/>
            </a:bodyPr>
            <a:lstStyle/>
            <a:p>
              <a:pPr fontAlgn="auto">
                <a:spcBef>
                  <a:spcPts val="0"/>
                </a:spcBef>
                <a:spcAft>
                  <a:spcPts val="0"/>
                </a:spcAft>
              </a:pPr>
              <a:endParaRPr lang="en-US">
                <a:solidFill>
                  <a:prstClr val="black"/>
                </a:solidFill>
                <a:latin typeface="Roboto Lt"/>
              </a:endParaRPr>
            </a:p>
          </p:txBody>
        </p:sp>
        <p:sp>
          <p:nvSpPr>
            <p:cNvPr id="28" name="Rectangle 10"/>
            <p:cNvSpPr>
              <a:spLocks noChangeArrowheads="1"/>
            </p:cNvSpPr>
            <p:nvPr/>
          </p:nvSpPr>
          <p:spPr bwMode="auto">
            <a:xfrm>
              <a:off x="5970587" y="2385344"/>
              <a:ext cx="125413" cy="311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endParaRPr>
            </a:p>
          </p:txBody>
        </p:sp>
        <p:grpSp>
          <p:nvGrpSpPr>
            <p:cNvPr id="8" name="Group 7"/>
            <p:cNvGrpSpPr/>
            <p:nvPr/>
          </p:nvGrpSpPr>
          <p:grpSpPr>
            <a:xfrm>
              <a:off x="4559650" y="1712059"/>
              <a:ext cx="3072699" cy="3072166"/>
              <a:chOff x="2116873" y="2201895"/>
              <a:chExt cx="3500825" cy="3500217"/>
            </a:xfrm>
          </p:grpSpPr>
          <p:sp>
            <p:nvSpPr>
              <p:cNvPr id="9" name="Oval 11"/>
              <p:cNvSpPr>
                <a:spLocks noChangeArrowheads="1"/>
              </p:cNvSpPr>
              <p:nvPr/>
            </p:nvSpPr>
            <p:spPr bwMode="auto">
              <a:xfrm>
                <a:off x="2116873" y="2201895"/>
                <a:ext cx="3500825" cy="3500217"/>
              </a:xfrm>
              <a:prstGeom prst="ellipse">
                <a:avLst/>
              </a:prstGeom>
              <a:solidFill>
                <a:srgbClr val="F0992F"/>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Roboto Lt"/>
                </a:endParaRPr>
              </a:p>
            </p:txBody>
          </p:sp>
          <p:sp>
            <p:nvSpPr>
              <p:cNvPr id="10" name="Oval 12"/>
              <p:cNvSpPr>
                <a:spLocks noChangeArrowheads="1"/>
              </p:cNvSpPr>
              <p:nvPr/>
            </p:nvSpPr>
            <p:spPr bwMode="auto">
              <a:xfrm>
                <a:off x="2377993" y="2463014"/>
                <a:ext cx="2979193" cy="2978585"/>
              </a:xfrm>
              <a:prstGeom prst="ellipse">
                <a:avLst/>
              </a:prstGeom>
              <a:solidFill>
                <a:schemeClr val="bg1">
                  <a:lumMod val="9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Roboto Lt"/>
                </a:endParaRPr>
              </a:p>
            </p:txBody>
          </p:sp>
          <p:sp>
            <p:nvSpPr>
              <p:cNvPr id="11" name="Oval 13"/>
              <p:cNvSpPr>
                <a:spLocks noChangeArrowheads="1"/>
              </p:cNvSpPr>
              <p:nvPr/>
            </p:nvSpPr>
            <p:spPr bwMode="auto">
              <a:xfrm>
                <a:off x="2693765" y="2778180"/>
                <a:ext cx="2347648" cy="2347648"/>
              </a:xfrm>
              <a:prstGeom prst="ellipse">
                <a:avLst/>
              </a:prstGeom>
              <a:solidFill>
                <a:srgbClr val="F0992F"/>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Roboto Lt"/>
                </a:endParaRPr>
              </a:p>
            </p:txBody>
          </p:sp>
          <p:sp>
            <p:nvSpPr>
              <p:cNvPr id="12" name="Oval 14"/>
              <p:cNvSpPr>
                <a:spLocks noChangeArrowheads="1"/>
              </p:cNvSpPr>
              <p:nvPr/>
            </p:nvSpPr>
            <p:spPr bwMode="auto">
              <a:xfrm>
                <a:off x="2996179" y="3079985"/>
                <a:ext cx="1742822" cy="1744036"/>
              </a:xfrm>
              <a:prstGeom prst="ellipse">
                <a:avLst/>
              </a:prstGeom>
              <a:solidFill>
                <a:schemeClr val="bg1">
                  <a:lumMod val="9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Roboto Lt"/>
                </a:endParaRPr>
              </a:p>
            </p:txBody>
          </p:sp>
          <p:sp>
            <p:nvSpPr>
              <p:cNvPr id="13" name="Oval 15"/>
              <p:cNvSpPr>
                <a:spLocks noChangeArrowheads="1"/>
              </p:cNvSpPr>
              <p:nvPr/>
            </p:nvSpPr>
            <p:spPr bwMode="auto">
              <a:xfrm>
                <a:off x="3284018" y="3368432"/>
                <a:ext cx="1166537" cy="1167144"/>
              </a:xfrm>
              <a:prstGeom prst="ellipse">
                <a:avLst/>
              </a:prstGeom>
              <a:solidFill>
                <a:srgbClr val="F0992F"/>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Roboto Lt"/>
                </a:endParaRPr>
              </a:p>
            </p:txBody>
          </p:sp>
          <p:sp>
            <p:nvSpPr>
              <p:cNvPr id="14" name="Oval 16"/>
              <p:cNvSpPr>
                <a:spLocks noChangeArrowheads="1"/>
              </p:cNvSpPr>
              <p:nvPr/>
            </p:nvSpPr>
            <p:spPr bwMode="auto">
              <a:xfrm>
                <a:off x="3530563" y="3615584"/>
                <a:ext cx="672839" cy="672838"/>
              </a:xfrm>
              <a:prstGeom prst="ellipse">
                <a:avLst/>
              </a:prstGeom>
              <a:solidFill>
                <a:schemeClr val="bg1">
                  <a:lumMod val="9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Roboto Lt"/>
                </a:endParaRPr>
              </a:p>
            </p:txBody>
          </p:sp>
          <p:sp>
            <p:nvSpPr>
              <p:cNvPr id="15" name="Oval 17"/>
              <p:cNvSpPr>
                <a:spLocks noChangeArrowheads="1"/>
              </p:cNvSpPr>
              <p:nvPr/>
            </p:nvSpPr>
            <p:spPr bwMode="auto">
              <a:xfrm>
                <a:off x="3709096" y="3794117"/>
                <a:ext cx="315773" cy="315773"/>
              </a:xfrm>
              <a:prstGeom prst="ellipse">
                <a:avLst/>
              </a:prstGeom>
              <a:solidFill>
                <a:srgbClr val="F0992F"/>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Roboto Lt"/>
                </a:endParaRPr>
              </a:p>
            </p:txBody>
          </p:sp>
        </p:grpSp>
      </p:grpSp>
      <p:grpSp>
        <p:nvGrpSpPr>
          <p:cNvPr id="21" name="Group 20"/>
          <p:cNvGrpSpPr/>
          <p:nvPr/>
        </p:nvGrpSpPr>
        <p:grpSpPr>
          <a:xfrm flipH="1">
            <a:off x="6067596" y="2450131"/>
            <a:ext cx="882784" cy="901915"/>
            <a:chOff x="5920323" y="2302554"/>
            <a:chExt cx="2180669" cy="2227927"/>
          </a:xfrm>
          <a:effectLst>
            <a:outerShdw blurRad="177800" dir="18900000" sy="23000" kx="-1200000" algn="bl" rotWithShape="0">
              <a:prstClr val="black">
                <a:alpha val="29000"/>
              </a:prstClr>
            </a:outerShdw>
          </a:effectLst>
        </p:grpSpPr>
        <p:sp>
          <p:nvSpPr>
            <p:cNvPr id="22" name="Freeform 21"/>
            <p:cNvSpPr>
              <a:spLocks/>
            </p:cNvSpPr>
            <p:nvPr/>
          </p:nvSpPr>
          <p:spPr bwMode="auto">
            <a:xfrm>
              <a:off x="7879324" y="4300937"/>
              <a:ext cx="221668" cy="229544"/>
            </a:xfrm>
            <a:custGeom>
              <a:avLst/>
              <a:gdLst>
                <a:gd name="T0" fmla="*/ 68 w 83"/>
                <a:gd name="T1" fmla="*/ 68 h 86"/>
                <a:gd name="T2" fmla="*/ 34 w 83"/>
                <a:gd name="T3" fmla="*/ 30 h 86"/>
                <a:gd name="T4" fmla="*/ 16 w 83"/>
                <a:gd name="T5" fmla="*/ 10 h 86"/>
                <a:gd name="T6" fmla="*/ 6 w 83"/>
                <a:gd name="T7" fmla="*/ 0 h 86"/>
                <a:gd name="T8" fmla="*/ 3 w 83"/>
                <a:gd name="T9" fmla="*/ 5 h 86"/>
                <a:gd name="T10" fmla="*/ 0 w 83"/>
                <a:gd name="T11" fmla="*/ 11 h 86"/>
                <a:gd name="T12" fmla="*/ 9 w 83"/>
                <a:gd name="T13" fmla="*/ 21 h 86"/>
                <a:gd name="T14" fmla="*/ 29 w 83"/>
                <a:gd name="T15" fmla="*/ 39 h 86"/>
                <a:gd name="T16" fmla="*/ 66 w 83"/>
                <a:gd name="T17" fmla="*/ 72 h 86"/>
                <a:gd name="T18" fmla="*/ 83 w 83"/>
                <a:gd name="T19" fmla="*/ 86 h 86"/>
                <a:gd name="T20" fmla="*/ 83 w 83"/>
                <a:gd name="T21" fmla="*/ 85 h 86"/>
                <a:gd name="T22" fmla="*/ 68 w 83"/>
                <a:gd name="T23" fmla="*/ 68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3" h="86">
                  <a:moveTo>
                    <a:pt x="68" y="68"/>
                  </a:moveTo>
                  <a:cubicBezTo>
                    <a:pt x="59" y="57"/>
                    <a:pt x="46" y="44"/>
                    <a:pt x="34" y="30"/>
                  </a:cubicBezTo>
                  <a:cubicBezTo>
                    <a:pt x="28" y="23"/>
                    <a:pt x="22" y="16"/>
                    <a:pt x="16" y="10"/>
                  </a:cubicBezTo>
                  <a:cubicBezTo>
                    <a:pt x="13" y="6"/>
                    <a:pt x="9" y="3"/>
                    <a:pt x="6" y="0"/>
                  </a:cubicBezTo>
                  <a:cubicBezTo>
                    <a:pt x="5" y="2"/>
                    <a:pt x="4" y="4"/>
                    <a:pt x="3" y="5"/>
                  </a:cubicBezTo>
                  <a:cubicBezTo>
                    <a:pt x="2" y="7"/>
                    <a:pt x="1" y="9"/>
                    <a:pt x="0" y="11"/>
                  </a:cubicBezTo>
                  <a:cubicBezTo>
                    <a:pt x="3" y="14"/>
                    <a:pt x="6" y="18"/>
                    <a:pt x="9" y="21"/>
                  </a:cubicBezTo>
                  <a:cubicBezTo>
                    <a:pt x="15" y="27"/>
                    <a:pt x="22" y="33"/>
                    <a:pt x="29" y="39"/>
                  </a:cubicBezTo>
                  <a:cubicBezTo>
                    <a:pt x="42" y="51"/>
                    <a:pt x="56" y="63"/>
                    <a:pt x="66" y="72"/>
                  </a:cubicBezTo>
                  <a:cubicBezTo>
                    <a:pt x="76" y="81"/>
                    <a:pt x="83" y="86"/>
                    <a:pt x="83" y="86"/>
                  </a:cubicBezTo>
                  <a:cubicBezTo>
                    <a:pt x="83" y="85"/>
                    <a:pt x="83" y="85"/>
                    <a:pt x="83" y="85"/>
                  </a:cubicBezTo>
                  <a:cubicBezTo>
                    <a:pt x="83" y="85"/>
                    <a:pt x="77" y="78"/>
                    <a:pt x="68" y="68"/>
                  </a:cubicBezTo>
                  <a:close/>
                </a:path>
              </a:pathLst>
            </a:custGeom>
            <a:solidFill>
              <a:srgbClr val="B1B1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Roboto Lt"/>
              </a:endParaRPr>
            </a:p>
          </p:txBody>
        </p:sp>
        <p:sp>
          <p:nvSpPr>
            <p:cNvPr id="29" name="Freeform 22"/>
            <p:cNvSpPr>
              <a:spLocks/>
            </p:cNvSpPr>
            <p:nvPr/>
          </p:nvSpPr>
          <p:spPr bwMode="auto">
            <a:xfrm>
              <a:off x="7375227" y="3756332"/>
              <a:ext cx="554732" cy="640248"/>
            </a:xfrm>
            <a:custGeom>
              <a:avLst/>
              <a:gdLst>
                <a:gd name="T0" fmla="*/ 204 w 208"/>
                <a:gd name="T1" fmla="*/ 156 h 240"/>
                <a:gd name="T2" fmla="*/ 48 w 208"/>
                <a:gd name="T3" fmla="*/ 0 h 240"/>
                <a:gd name="T4" fmla="*/ 48 w 208"/>
                <a:gd name="T5" fmla="*/ 0 h 240"/>
                <a:gd name="T6" fmla="*/ 35 w 208"/>
                <a:gd name="T7" fmla="*/ 53 h 240"/>
                <a:gd name="T8" fmla="*/ 0 w 208"/>
                <a:gd name="T9" fmla="*/ 84 h 240"/>
                <a:gd name="T10" fmla="*/ 156 w 208"/>
                <a:gd name="T11" fmla="*/ 240 h 240"/>
                <a:gd name="T12" fmla="*/ 189 w 208"/>
                <a:gd name="T13" fmla="*/ 215 h 240"/>
                <a:gd name="T14" fmla="*/ 192 w 208"/>
                <a:gd name="T15" fmla="*/ 209 h 240"/>
                <a:gd name="T16" fmla="*/ 195 w 208"/>
                <a:gd name="T17" fmla="*/ 204 h 240"/>
                <a:gd name="T18" fmla="*/ 204 w 208"/>
                <a:gd name="T19" fmla="*/ 156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8" h="240">
                  <a:moveTo>
                    <a:pt x="204" y="156"/>
                  </a:moveTo>
                  <a:cubicBezTo>
                    <a:pt x="48" y="0"/>
                    <a:pt x="48" y="0"/>
                    <a:pt x="48" y="0"/>
                  </a:cubicBezTo>
                  <a:cubicBezTo>
                    <a:pt x="48" y="0"/>
                    <a:pt x="48" y="0"/>
                    <a:pt x="48" y="0"/>
                  </a:cubicBezTo>
                  <a:cubicBezTo>
                    <a:pt x="54" y="6"/>
                    <a:pt x="48" y="30"/>
                    <a:pt x="35" y="53"/>
                  </a:cubicBezTo>
                  <a:cubicBezTo>
                    <a:pt x="22" y="75"/>
                    <a:pt x="7" y="89"/>
                    <a:pt x="0" y="84"/>
                  </a:cubicBezTo>
                  <a:cubicBezTo>
                    <a:pt x="156" y="240"/>
                    <a:pt x="156" y="240"/>
                    <a:pt x="156" y="240"/>
                  </a:cubicBezTo>
                  <a:cubicBezTo>
                    <a:pt x="156" y="240"/>
                    <a:pt x="173" y="237"/>
                    <a:pt x="189" y="215"/>
                  </a:cubicBezTo>
                  <a:cubicBezTo>
                    <a:pt x="190" y="213"/>
                    <a:pt x="191" y="211"/>
                    <a:pt x="192" y="209"/>
                  </a:cubicBezTo>
                  <a:cubicBezTo>
                    <a:pt x="193" y="208"/>
                    <a:pt x="194" y="206"/>
                    <a:pt x="195" y="204"/>
                  </a:cubicBezTo>
                  <a:cubicBezTo>
                    <a:pt x="208" y="179"/>
                    <a:pt x="204" y="156"/>
                    <a:pt x="204" y="156"/>
                  </a:cubicBezTo>
                  <a:close/>
                </a:path>
              </a:pathLst>
            </a:custGeom>
            <a:solidFill>
              <a:srgbClr val="C5C5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Roboto Lt"/>
              </a:endParaRPr>
            </a:p>
          </p:txBody>
        </p:sp>
        <p:sp>
          <p:nvSpPr>
            <p:cNvPr id="30" name="Freeform 23"/>
            <p:cNvSpPr>
              <a:spLocks/>
            </p:cNvSpPr>
            <p:nvPr/>
          </p:nvSpPr>
          <p:spPr bwMode="auto">
            <a:xfrm>
              <a:off x="7363975" y="3746206"/>
              <a:ext cx="155280" cy="247548"/>
            </a:xfrm>
            <a:custGeom>
              <a:avLst/>
              <a:gdLst>
                <a:gd name="T0" fmla="*/ 52 w 58"/>
                <a:gd name="T1" fmla="*/ 4 h 93"/>
                <a:gd name="T2" fmla="*/ 32 w 58"/>
                <a:gd name="T3" fmla="*/ 13 h 93"/>
                <a:gd name="T4" fmla="*/ 39 w 58"/>
                <a:gd name="T5" fmla="*/ 21 h 93"/>
                <a:gd name="T6" fmla="*/ 39 w 58"/>
                <a:gd name="T7" fmla="*/ 26 h 93"/>
                <a:gd name="T8" fmla="*/ 32 w 58"/>
                <a:gd name="T9" fmla="*/ 51 h 93"/>
                <a:gd name="T10" fmla="*/ 16 w 58"/>
                <a:gd name="T11" fmla="*/ 66 h 93"/>
                <a:gd name="T12" fmla="*/ 13 w 58"/>
                <a:gd name="T13" fmla="*/ 67 h 93"/>
                <a:gd name="T14" fmla="*/ 5 w 58"/>
                <a:gd name="T15" fmla="*/ 59 h 93"/>
                <a:gd name="T16" fmla="*/ 4 w 58"/>
                <a:gd name="T17" fmla="*/ 87 h 93"/>
                <a:gd name="T18" fmla="*/ 4 w 58"/>
                <a:gd name="T19" fmla="*/ 88 h 93"/>
                <a:gd name="T20" fmla="*/ 39 w 58"/>
                <a:gd name="T21" fmla="*/ 57 h 93"/>
                <a:gd name="T22" fmla="*/ 52 w 58"/>
                <a:gd name="T23" fmla="*/ 4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93">
                  <a:moveTo>
                    <a:pt x="52" y="4"/>
                  </a:moveTo>
                  <a:cubicBezTo>
                    <a:pt x="48" y="0"/>
                    <a:pt x="40" y="4"/>
                    <a:pt x="32" y="13"/>
                  </a:cubicBezTo>
                  <a:cubicBezTo>
                    <a:pt x="37" y="18"/>
                    <a:pt x="39" y="21"/>
                    <a:pt x="39" y="21"/>
                  </a:cubicBezTo>
                  <a:cubicBezTo>
                    <a:pt x="39" y="21"/>
                    <a:pt x="40" y="23"/>
                    <a:pt x="39" y="26"/>
                  </a:cubicBezTo>
                  <a:cubicBezTo>
                    <a:pt x="39" y="31"/>
                    <a:pt x="38" y="40"/>
                    <a:pt x="32" y="51"/>
                  </a:cubicBezTo>
                  <a:cubicBezTo>
                    <a:pt x="25" y="61"/>
                    <a:pt x="20" y="65"/>
                    <a:pt x="16" y="66"/>
                  </a:cubicBezTo>
                  <a:cubicBezTo>
                    <a:pt x="14" y="67"/>
                    <a:pt x="13" y="67"/>
                    <a:pt x="13" y="67"/>
                  </a:cubicBezTo>
                  <a:cubicBezTo>
                    <a:pt x="13" y="67"/>
                    <a:pt x="10" y="64"/>
                    <a:pt x="5" y="59"/>
                  </a:cubicBezTo>
                  <a:cubicBezTo>
                    <a:pt x="1" y="72"/>
                    <a:pt x="0" y="83"/>
                    <a:pt x="4" y="87"/>
                  </a:cubicBezTo>
                  <a:cubicBezTo>
                    <a:pt x="4" y="88"/>
                    <a:pt x="4" y="88"/>
                    <a:pt x="4" y="88"/>
                  </a:cubicBezTo>
                  <a:cubicBezTo>
                    <a:pt x="11" y="93"/>
                    <a:pt x="26" y="79"/>
                    <a:pt x="39" y="57"/>
                  </a:cubicBezTo>
                  <a:cubicBezTo>
                    <a:pt x="52" y="34"/>
                    <a:pt x="58" y="10"/>
                    <a:pt x="52" y="4"/>
                  </a:cubicBezTo>
                  <a:close/>
                </a:path>
              </a:pathLst>
            </a:custGeom>
            <a:solidFill>
              <a:srgbClr val="B1B1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Roboto Lt"/>
              </a:endParaRPr>
            </a:p>
          </p:txBody>
        </p:sp>
        <p:sp>
          <p:nvSpPr>
            <p:cNvPr id="31" name="Freeform 24"/>
            <p:cNvSpPr>
              <a:spLocks/>
            </p:cNvSpPr>
            <p:nvPr/>
          </p:nvSpPr>
          <p:spPr bwMode="auto">
            <a:xfrm>
              <a:off x="5920323" y="2783021"/>
              <a:ext cx="534478" cy="459088"/>
            </a:xfrm>
            <a:custGeom>
              <a:avLst/>
              <a:gdLst>
                <a:gd name="T0" fmla="*/ 82 w 200"/>
                <a:gd name="T1" fmla="*/ 64 h 172"/>
                <a:gd name="T2" fmla="*/ 200 w 200"/>
                <a:gd name="T3" fmla="*/ 38 h 172"/>
                <a:gd name="T4" fmla="*/ 200 w 200"/>
                <a:gd name="T5" fmla="*/ 36 h 172"/>
                <a:gd name="T6" fmla="*/ 73 w 200"/>
                <a:gd name="T7" fmla="*/ 14 h 172"/>
                <a:gd name="T8" fmla="*/ 8 w 200"/>
                <a:gd name="T9" fmla="*/ 126 h 172"/>
                <a:gd name="T10" fmla="*/ 63 w 200"/>
                <a:gd name="T11" fmla="*/ 172 h 172"/>
                <a:gd name="T12" fmla="*/ 82 w 200"/>
                <a:gd name="T13" fmla="*/ 64 h 172"/>
              </a:gdLst>
              <a:ahLst/>
              <a:cxnLst>
                <a:cxn ang="0">
                  <a:pos x="T0" y="T1"/>
                </a:cxn>
                <a:cxn ang="0">
                  <a:pos x="T2" y="T3"/>
                </a:cxn>
                <a:cxn ang="0">
                  <a:pos x="T4" y="T5"/>
                </a:cxn>
                <a:cxn ang="0">
                  <a:pos x="T6" y="T7"/>
                </a:cxn>
                <a:cxn ang="0">
                  <a:pos x="T8" y="T9"/>
                </a:cxn>
                <a:cxn ang="0">
                  <a:pos x="T10" y="T11"/>
                </a:cxn>
                <a:cxn ang="0">
                  <a:pos x="T12" y="T13"/>
                </a:cxn>
              </a:cxnLst>
              <a:rect l="0" t="0" r="r" b="b"/>
              <a:pathLst>
                <a:path w="200" h="172">
                  <a:moveTo>
                    <a:pt x="82" y="64"/>
                  </a:moveTo>
                  <a:cubicBezTo>
                    <a:pt x="105" y="25"/>
                    <a:pt x="156" y="22"/>
                    <a:pt x="200" y="38"/>
                  </a:cubicBezTo>
                  <a:cubicBezTo>
                    <a:pt x="200" y="37"/>
                    <a:pt x="199" y="36"/>
                    <a:pt x="200" y="36"/>
                  </a:cubicBezTo>
                  <a:cubicBezTo>
                    <a:pt x="159" y="13"/>
                    <a:pt x="108" y="0"/>
                    <a:pt x="73" y="14"/>
                  </a:cubicBezTo>
                  <a:cubicBezTo>
                    <a:pt x="5" y="41"/>
                    <a:pt x="0" y="80"/>
                    <a:pt x="8" y="126"/>
                  </a:cubicBezTo>
                  <a:cubicBezTo>
                    <a:pt x="13" y="151"/>
                    <a:pt x="34" y="167"/>
                    <a:pt x="63" y="172"/>
                  </a:cubicBezTo>
                  <a:cubicBezTo>
                    <a:pt x="57" y="136"/>
                    <a:pt x="63" y="96"/>
                    <a:pt x="82" y="64"/>
                  </a:cubicBezTo>
                  <a:close/>
                </a:path>
              </a:pathLst>
            </a:custGeom>
            <a:solidFill>
              <a:schemeClr val="accent4">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Roboto Lt"/>
              </a:endParaRPr>
            </a:p>
          </p:txBody>
        </p:sp>
        <p:sp>
          <p:nvSpPr>
            <p:cNvPr id="32" name="Freeform 25"/>
            <p:cNvSpPr>
              <a:spLocks/>
            </p:cNvSpPr>
            <p:nvPr/>
          </p:nvSpPr>
          <p:spPr bwMode="auto">
            <a:xfrm>
              <a:off x="6315274" y="2361065"/>
              <a:ext cx="198038" cy="517599"/>
            </a:xfrm>
            <a:custGeom>
              <a:avLst/>
              <a:gdLst>
                <a:gd name="T0" fmla="*/ 40 w 74"/>
                <a:gd name="T1" fmla="*/ 38 h 194"/>
                <a:gd name="T2" fmla="*/ 74 w 74"/>
                <a:gd name="T3" fmla="*/ 0 h 194"/>
                <a:gd name="T4" fmla="*/ 1 w 74"/>
                <a:gd name="T5" fmla="*/ 100 h 194"/>
                <a:gd name="T6" fmla="*/ 52 w 74"/>
                <a:gd name="T7" fmla="*/ 194 h 194"/>
                <a:gd name="T8" fmla="*/ 52 w 74"/>
                <a:gd name="T9" fmla="*/ 194 h 194"/>
                <a:gd name="T10" fmla="*/ 40 w 74"/>
                <a:gd name="T11" fmla="*/ 38 h 194"/>
              </a:gdLst>
              <a:ahLst/>
              <a:cxnLst>
                <a:cxn ang="0">
                  <a:pos x="T0" y="T1"/>
                </a:cxn>
                <a:cxn ang="0">
                  <a:pos x="T2" y="T3"/>
                </a:cxn>
                <a:cxn ang="0">
                  <a:pos x="T4" y="T5"/>
                </a:cxn>
                <a:cxn ang="0">
                  <a:pos x="T6" y="T7"/>
                </a:cxn>
                <a:cxn ang="0">
                  <a:pos x="T8" y="T9"/>
                </a:cxn>
                <a:cxn ang="0">
                  <a:pos x="T10" y="T11"/>
                </a:cxn>
              </a:cxnLst>
              <a:rect l="0" t="0" r="r" b="b"/>
              <a:pathLst>
                <a:path w="74" h="194">
                  <a:moveTo>
                    <a:pt x="40" y="38"/>
                  </a:moveTo>
                  <a:cubicBezTo>
                    <a:pt x="50" y="21"/>
                    <a:pt x="62" y="9"/>
                    <a:pt x="74" y="0"/>
                  </a:cubicBezTo>
                  <a:cubicBezTo>
                    <a:pt x="32" y="10"/>
                    <a:pt x="0" y="31"/>
                    <a:pt x="1" y="100"/>
                  </a:cubicBezTo>
                  <a:cubicBezTo>
                    <a:pt x="1" y="132"/>
                    <a:pt x="23" y="166"/>
                    <a:pt x="52" y="194"/>
                  </a:cubicBezTo>
                  <a:cubicBezTo>
                    <a:pt x="52" y="194"/>
                    <a:pt x="52" y="194"/>
                    <a:pt x="52" y="194"/>
                  </a:cubicBezTo>
                  <a:cubicBezTo>
                    <a:pt x="29" y="143"/>
                    <a:pt x="18" y="77"/>
                    <a:pt x="40" y="38"/>
                  </a:cubicBezTo>
                  <a:close/>
                </a:path>
              </a:pathLst>
            </a:custGeom>
            <a:solidFill>
              <a:schemeClr val="accent4">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Roboto Lt"/>
              </a:endParaRPr>
            </a:p>
          </p:txBody>
        </p:sp>
        <p:sp>
          <p:nvSpPr>
            <p:cNvPr id="33" name="Freeform 26"/>
            <p:cNvSpPr>
              <a:spLocks/>
            </p:cNvSpPr>
            <p:nvPr/>
          </p:nvSpPr>
          <p:spPr bwMode="auto">
            <a:xfrm>
              <a:off x="6072227" y="2841532"/>
              <a:ext cx="569359" cy="690883"/>
            </a:xfrm>
            <a:custGeom>
              <a:avLst/>
              <a:gdLst>
                <a:gd name="T0" fmla="*/ 199 w 213"/>
                <a:gd name="T1" fmla="*/ 83 h 259"/>
                <a:gd name="T2" fmla="*/ 143 w 213"/>
                <a:gd name="T3" fmla="*/ 16 h 259"/>
                <a:gd name="T4" fmla="*/ 25 w 213"/>
                <a:gd name="T5" fmla="*/ 42 h 259"/>
                <a:gd name="T6" fmla="*/ 6 w 213"/>
                <a:gd name="T7" fmla="*/ 150 h 259"/>
                <a:gd name="T8" fmla="*/ 39 w 213"/>
                <a:gd name="T9" fmla="*/ 218 h 259"/>
                <a:gd name="T10" fmla="*/ 172 w 213"/>
                <a:gd name="T11" fmla="*/ 190 h 259"/>
                <a:gd name="T12" fmla="*/ 211 w 213"/>
                <a:gd name="T13" fmla="*/ 104 h 259"/>
                <a:gd name="T14" fmla="*/ 213 w 213"/>
                <a:gd name="T15" fmla="*/ 99 h 259"/>
                <a:gd name="T16" fmla="*/ 212 w 213"/>
                <a:gd name="T17" fmla="*/ 98 h 259"/>
                <a:gd name="T18" fmla="*/ 199 w 213"/>
                <a:gd name="T19" fmla="*/ 83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3" h="259">
                  <a:moveTo>
                    <a:pt x="199" y="83"/>
                  </a:moveTo>
                  <a:cubicBezTo>
                    <a:pt x="173" y="54"/>
                    <a:pt x="145" y="23"/>
                    <a:pt x="143" y="16"/>
                  </a:cubicBezTo>
                  <a:cubicBezTo>
                    <a:pt x="99" y="0"/>
                    <a:pt x="48" y="3"/>
                    <a:pt x="25" y="42"/>
                  </a:cubicBezTo>
                  <a:cubicBezTo>
                    <a:pt x="6" y="74"/>
                    <a:pt x="0" y="114"/>
                    <a:pt x="6" y="150"/>
                  </a:cubicBezTo>
                  <a:cubicBezTo>
                    <a:pt x="11" y="176"/>
                    <a:pt x="22" y="201"/>
                    <a:pt x="39" y="218"/>
                  </a:cubicBezTo>
                  <a:cubicBezTo>
                    <a:pt x="80" y="259"/>
                    <a:pt x="140" y="246"/>
                    <a:pt x="172" y="190"/>
                  </a:cubicBezTo>
                  <a:cubicBezTo>
                    <a:pt x="191" y="158"/>
                    <a:pt x="207" y="130"/>
                    <a:pt x="211" y="104"/>
                  </a:cubicBezTo>
                  <a:cubicBezTo>
                    <a:pt x="212" y="102"/>
                    <a:pt x="213" y="101"/>
                    <a:pt x="213" y="99"/>
                  </a:cubicBezTo>
                  <a:cubicBezTo>
                    <a:pt x="213" y="99"/>
                    <a:pt x="213" y="98"/>
                    <a:pt x="212" y="98"/>
                  </a:cubicBezTo>
                  <a:cubicBezTo>
                    <a:pt x="207" y="92"/>
                    <a:pt x="203" y="87"/>
                    <a:pt x="199" y="83"/>
                  </a:cubicBezTo>
                  <a:close/>
                </a:path>
              </a:pathLst>
            </a:custGeom>
            <a:solidFill>
              <a:schemeClr val="accent4">
                <a:lumMod val="60000"/>
                <a:lumOff val="40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Roboto Lt"/>
              </a:endParaRPr>
            </a:p>
          </p:txBody>
        </p:sp>
        <p:sp>
          <p:nvSpPr>
            <p:cNvPr id="34" name="Freeform 27"/>
            <p:cNvSpPr>
              <a:spLocks/>
            </p:cNvSpPr>
            <p:nvPr/>
          </p:nvSpPr>
          <p:spPr bwMode="auto">
            <a:xfrm>
              <a:off x="6363658" y="2302554"/>
              <a:ext cx="541229" cy="755020"/>
            </a:xfrm>
            <a:custGeom>
              <a:avLst/>
              <a:gdLst>
                <a:gd name="T0" fmla="*/ 22 w 203"/>
                <a:gd name="T1" fmla="*/ 60 h 283"/>
                <a:gd name="T2" fmla="*/ 34 w 203"/>
                <a:gd name="T3" fmla="*/ 216 h 283"/>
                <a:gd name="T4" fmla="*/ 72 w 203"/>
                <a:gd name="T5" fmla="*/ 246 h 283"/>
                <a:gd name="T6" fmla="*/ 95 w 203"/>
                <a:gd name="T7" fmla="*/ 267 h 283"/>
                <a:gd name="T8" fmla="*/ 99 w 203"/>
                <a:gd name="T9" fmla="*/ 270 h 283"/>
                <a:gd name="T10" fmla="*/ 113 w 203"/>
                <a:gd name="T11" fmla="*/ 283 h 283"/>
                <a:gd name="T12" fmla="*/ 170 w 203"/>
                <a:gd name="T13" fmla="*/ 207 h 283"/>
                <a:gd name="T14" fmla="*/ 155 w 203"/>
                <a:gd name="T15" fmla="*/ 31 h 283"/>
                <a:gd name="T16" fmla="*/ 56 w 203"/>
                <a:gd name="T17" fmla="*/ 22 h 283"/>
                <a:gd name="T18" fmla="*/ 22 w 203"/>
                <a:gd name="T19" fmla="*/ 60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83">
                  <a:moveTo>
                    <a:pt x="22" y="60"/>
                  </a:moveTo>
                  <a:cubicBezTo>
                    <a:pt x="0" y="99"/>
                    <a:pt x="11" y="165"/>
                    <a:pt x="34" y="216"/>
                  </a:cubicBezTo>
                  <a:cubicBezTo>
                    <a:pt x="37" y="216"/>
                    <a:pt x="55" y="231"/>
                    <a:pt x="72" y="246"/>
                  </a:cubicBezTo>
                  <a:cubicBezTo>
                    <a:pt x="79" y="252"/>
                    <a:pt x="87" y="259"/>
                    <a:pt x="95" y="267"/>
                  </a:cubicBezTo>
                  <a:cubicBezTo>
                    <a:pt x="97" y="268"/>
                    <a:pt x="98" y="269"/>
                    <a:pt x="99" y="270"/>
                  </a:cubicBezTo>
                  <a:cubicBezTo>
                    <a:pt x="103" y="274"/>
                    <a:pt x="108" y="278"/>
                    <a:pt x="113" y="283"/>
                  </a:cubicBezTo>
                  <a:cubicBezTo>
                    <a:pt x="133" y="272"/>
                    <a:pt x="150" y="241"/>
                    <a:pt x="170" y="207"/>
                  </a:cubicBezTo>
                  <a:cubicBezTo>
                    <a:pt x="203" y="151"/>
                    <a:pt x="196" y="72"/>
                    <a:pt x="155" y="31"/>
                  </a:cubicBezTo>
                  <a:cubicBezTo>
                    <a:pt x="126" y="2"/>
                    <a:pt x="88" y="0"/>
                    <a:pt x="56" y="22"/>
                  </a:cubicBezTo>
                  <a:cubicBezTo>
                    <a:pt x="44" y="31"/>
                    <a:pt x="32" y="43"/>
                    <a:pt x="22" y="60"/>
                  </a:cubicBezTo>
                  <a:close/>
                </a:path>
              </a:pathLst>
            </a:custGeom>
            <a:solidFill>
              <a:schemeClr val="accent4">
                <a:lumMod val="60000"/>
                <a:lumOff val="40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Roboto Lt"/>
              </a:endParaRPr>
            </a:p>
          </p:txBody>
        </p:sp>
        <p:sp>
          <p:nvSpPr>
            <p:cNvPr id="35" name="Freeform 28"/>
            <p:cNvSpPr>
              <a:spLocks/>
            </p:cNvSpPr>
            <p:nvPr/>
          </p:nvSpPr>
          <p:spPr bwMode="auto">
            <a:xfrm>
              <a:off x="6451425" y="2878664"/>
              <a:ext cx="1019446" cy="1046451"/>
            </a:xfrm>
            <a:custGeom>
              <a:avLst/>
              <a:gdLst>
                <a:gd name="T0" fmla="*/ 381 w 382"/>
                <a:gd name="T1" fmla="*/ 346 h 392"/>
                <a:gd name="T2" fmla="*/ 374 w 382"/>
                <a:gd name="T3" fmla="*/ 338 h 392"/>
                <a:gd name="T4" fmla="*/ 80 w 382"/>
                <a:gd name="T5" fmla="*/ 67 h 392"/>
                <a:gd name="T6" fmla="*/ 66 w 382"/>
                <a:gd name="T7" fmla="*/ 54 h 392"/>
                <a:gd name="T8" fmla="*/ 62 w 382"/>
                <a:gd name="T9" fmla="*/ 51 h 392"/>
                <a:gd name="T10" fmla="*/ 39 w 382"/>
                <a:gd name="T11" fmla="*/ 30 h 392"/>
                <a:gd name="T12" fmla="*/ 1 w 382"/>
                <a:gd name="T13" fmla="*/ 0 h 392"/>
                <a:gd name="T14" fmla="*/ 1 w 382"/>
                <a:gd name="T15" fmla="*/ 0 h 392"/>
                <a:gd name="T16" fmla="*/ 1 w 382"/>
                <a:gd name="T17" fmla="*/ 0 h 392"/>
                <a:gd name="T18" fmla="*/ 1 w 382"/>
                <a:gd name="T19" fmla="*/ 0 h 392"/>
                <a:gd name="T20" fmla="*/ 1 w 382"/>
                <a:gd name="T21" fmla="*/ 2 h 392"/>
                <a:gd name="T22" fmla="*/ 57 w 382"/>
                <a:gd name="T23" fmla="*/ 69 h 392"/>
                <a:gd name="T24" fmla="*/ 70 w 382"/>
                <a:gd name="T25" fmla="*/ 84 h 392"/>
                <a:gd name="T26" fmla="*/ 71 w 382"/>
                <a:gd name="T27" fmla="*/ 85 h 392"/>
                <a:gd name="T28" fmla="*/ 347 w 382"/>
                <a:gd name="T29" fmla="*/ 384 h 392"/>
                <a:gd name="T30" fmla="*/ 355 w 382"/>
                <a:gd name="T31" fmla="*/ 392 h 392"/>
                <a:gd name="T32" fmla="*/ 358 w 382"/>
                <a:gd name="T33" fmla="*/ 391 h 392"/>
                <a:gd name="T34" fmla="*/ 374 w 382"/>
                <a:gd name="T35" fmla="*/ 376 h 392"/>
                <a:gd name="T36" fmla="*/ 381 w 382"/>
                <a:gd name="T37" fmla="*/ 351 h 392"/>
                <a:gd name="T38" fmla="*/ 381 w 382"/>
                <a:gd name="T39" fmla="*/ 346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82" h="392">
                  <a:moveTo>
                    <a:pt x="381" y="346"/>
                  </a:moveTo>
                  <a:cubicBezTo>
                    <a:pt x="381" y="346"/>
                    <a:pt x="379" y="343"/>
                    <a:pt x="374" y="338"/>
                  </a:cubicBezTo>
                  <a:cubicBezTo>
                    <a:pt x="337" y="304"/>
                    <a:pt x="177" y="154"/>
                    <a:pt x="80" y="67"/>
                  </a:cubicBezTo>
                  <a:cubicBezTo>
                    <a:pt x="75" y="62"/>
                    <a:pt x="70" y="58"/>
                    <a:pt x="66" y="54"/>
                  </a:cubicBezTo>
                  <a:cubicBezTo>
                    <a:pt x="65" y="53"/>
                    <a:pt x="64" y="52"/>
                    <a:pt x="62" y="51"/>
                  </a:cubicBezTo>
                  <a:cubicBezTo>
                    <a:pt x="54" y="43"/>
                    <a:pt x="46" y="36"/>
                    <a:pt x="39" y="30"/>
                  </a:cubicBezTo>
                  <a:cubicBezTo>
                    <a:pt x="22" y="15"/>
                    <a:pt x="4" y="0"/>
                    <a:pt x="1" y="0"/>
                  </a:cubicBezTo>
                  <a:cubicBezTo>
                    <a:pt x="1" y="0"/>
                    <a:pt x="1" y="0"/>
                    <a:pt x="1" y="0"/>
                  </a:cubicBezTo>
                  <a:cubicBezTo>
                    <a:pt x="1" y="0"/>
                    <a:pt x="1" y="0"/>
                    <a:pt x="1" y="0"/>
                  </a:cubicBezTo>
                  <a:cubicBezTo>
                    <a:pt x="1" y="0"/>
                    <a:pt x="1" y="0"/>
                    <a:pt x="1" y="0"/>
                  </a:cubicBezTo>
                  <a:cubicBezTo>
                    <a:pt x="0" y="0"/>
                    <a:pt x="1" y="1"/>
                    <a:pt x="1" y="2"/>
                  </a:cubicBezTo>
                  <a:cubicBezTo>
                    <a:pt x="3" y="9"/>
                    <a:pt x="31" y="40"/>
                    <a:pt x="57" y="69"/>
                  </a:cubicBezTo>
                  <a:cubicBezTo>
                    <a:pt x="61" y="73"/>
                    <a:pt x="65" y="78"/>
                    <a:pt x="70" y="84"/>
                  </a:cubicBezTo>
                  <a:cubicBezTo>
                    <a:pt x="71" y="84"/>
                    <a:pt x="71" y="85"/>
                    <a:pt x="71" y="85"/>
                  </a:cubicBezTo>
                  <a:cubicBezTo>
                    <a:pt x="162" y="186"/>
                    <a:pt x="312" y="347"/>
                    <a:pt x="347" y="384"/>
                  </a:cubicBezTo>
                  <a:cubicBezTo>
                    <a:pt x="352" y="389"/>
                    <a:pt x="355" y="392"/>
                    <a:pt x="355" y="392"/>
                  </a:cubicBezTo>
                  <a:cubicBezTo>
                    <a:pt x="355" y="392"/>
                    <a:pt x="356" y="392"/>
                    <a:pt x="358" y="391"/>
                  </a:cubicBezTo>
                  <a:cubicBezTo>
                    <a:pt x="362" y="390"/>
                    <a:pt x="367" y="386"/>
                    <a:pt x="374" y="376"/>
                  </a:cubicBezTo>
                  <a:cubicBezTo>
                    <a:pt x="380" y="365"/>
                    <a:pt x="381" y="356"/>
                    <a:pt x="381" y="351"/>
                  </a:cubicBezTo>
                  <a:cubicBezTo>
                    <a:pt x="382" y="348"/>
                    <a:pt x="381" y="346"/>
                    <a:pt x="381" y="346"/>
                  </a:cubicBezTo>
                  <a:close/>
                </a:path>
              </a:pathLst>
            </a:custGeom>
            <a:solidFill>
              <a:schemeClr val="accent4">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Roboto Lt"/>
              </a:endParaRPr>
            </a:p>
          </p:txBody>
        </p:sp>
      </p:grpSp>
      <p:grpSp>
        <p:nvGrpSpPr>
          <p:cNvPr id="36" name="Group 35"/>
          <p:cNvGrpSpPr/>
          <p:nvPr/>
        </p:nvGrpSpPr>
        <p:grpSpPr>
          <a:xfrm>
            <a:off x="5197511" y="2830484"/>
            <a:ext cx="882784" cy="901915"/>
            <a:chOff x="5920323" y="2302554"/>
            <a:chExt cx="2180669" cy="2227927"/>
          </a:xfrm>
          <a:effectLst>
            <a:outerShdw blurRad="177800" dir="18900000" sy="23000" kx="-1200000" algn="bl" rotWithShape="0">
              <a:prstClr val="black">
                <a:alpha val="29000"/>
              </a:prstClr>
            </a:outerShdw>
          </a:effectLst>
        </p:grpSpPr>
        <p:sp>
          <p:nvSpPr>
            <p:cNvPr id="37" name="Freeform 36"/>
            <p:cNvSpPr>
              <a:spLocks/>
            </p:cNvSpPr>
            <p:nvPr/>
          </p:nvSpPr>
          <p:spPr bwMode="auto">
            <a:xfrm>
              <a:off x="7879324" y="4300937"/>
              <a:ext cx="221668" cy="229544"/>
            </a:xfrm>
            <a:custGeom>
              <a:avLst/>
              <a:gdLst>
                <a:gd name="T0" fmla="*/ 68 w 83"/>
                <a:gd name="T1" fmla="*/ 68 h 86"/>
                <a:gd name="T2" fmla="*/ 34 w 83"/>
                <a:gd name="T3" fmla="*/ 30 h 86"/>
                <a:gd name="T4" fmla="*/ 16 w 83"/>
                <a:gd name="T5" fmla="*/ 10 h 86"/>
                <a:gd name="T6" fmla="*/ 6 w 83"/>
                <a:gd name="T7" fmla="*/ 0 h 86"/>
                <a:gd name="T8" fmla="*/ 3 w 83"/>
                <a:gd name="T9" fmla="*/ 5 h 86"/>
                <a:gd name="T10" fmla="*/ 0 w 83"/>
                <a:gd name="T11" fmla="*/ 11 h 86"/>
                <a:gd name="T12" fmla="*/ 9 w 83"/>
                <a:gd name="T13" fmla="*/ 21 h 86"/>
                <a:gd name="T14" fmla="*/ 29 w 83"/>
                <a:gd name="T15" fmla="*/ 39 h 86"/>
                <a:gd name="T16" fmla="*/ 66 w 83"/>
                <a:gd name="T17" fmla="*/ 72 h 86"/>
                <a:gd name="T18" fmla="*/ 83 w 83"/>
                <a:gd name="T19" fmla="*/ 86 h 86"/>
                <a:gd name="T20" fmla="*/ 83 w 83"/>
                <a:gd name="T21" fmla="*/ 85 h 86"/>
                <a:gd name="T22" fmla="*/ 68 w 83"/>
                <a:gd name="T23" fmla="*/ 68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3" h="86">
                  <a:moveTo>
                    <a:pt x="68" y="68"/>
                  </a:moveTo>
                  <a:cubicBezTo>
                    <a:pt x="59" y="57"/>
                    <a:pt x="46" y="44"/>
                    <a:pt x="34" y="30"/>
                  </a:cubicBezTo>
                  <a:cubicBezTo>
                    <a:pt x="28" y="23"/>
                    <a:pt x="22" y="16"/>
                    <a:pt x="16" y="10"/>
                  </a:cubicBezTo>
                  <a:cubicBezTo>
                    <a:pt x="13" y="6"/>
                    <a:pt x="9" y="3"/>
                    <a:pt x="6" y="0"/>
                  </a:cubicBezTo>
                  <a:cubicBezTo>
                    <a:pt x="5" y="2"/>
                    <a:pt x="4" y="4"/>
                    <a:pt x="3" y="5"/>
                  </a:cubicBezTo>
                  <a:cubicBezTo>
                    <a:pt x="2" y="7"/>
                    <a:pt x="1" y="9"/>
                    <a:pt x="0" y="11"/>
                  </a:cubicBezTo>
                  <a:cubicBezTo>
                    <a:pt x="3" y="14"/>
                    <a:pt x="6" y="18"/>
                    <a:pt x="9" y="21"/>
                  </a:cubicBezTo>
                  <a:cubicBezTo>
                    <a:pt x="15" y="27"/>
                    <a:pt x="22" y="33"/>
                    <a:pt x="29" y="39"/>
                  </a:cubicBezTo>
                  <a:cubicBezTo>
                    <a:pt x="42" y="51"/>
                    <a:pt x="56" y="63"/>
                    <a:pt x="66" y="72"/>
                  </a:cubicBezTo>
                  <a:cubicBezTo>
                    <a:pt x="76" y="81"/>
                    <a:pt x="83" y="86"/>
                    <a:pt x="83" y="86"/>
                  </a:cubicBezTo>
                  <a:cubicBezTo>
                    <a:pt x="83" y="85"/>
                    <a:pt x="83" y="85"/>
                    <a:pt x="83" y="85"/>
                  </a:cubicBezTo>
                  <a:cubicBezTo>
                    <a:pt x="83" y="85"/>
                    <a:pt x="77" y="78"/>
                    <a:pt x="68" y="68"/>
                  </a:cubicBezTo>
                  <a:close/>
                </a:path>
              </a:pathLst>
            </a:custGeom>
            <a:solidFill>
              <a:srgbClr val="B1B1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Roboto Lt"/>
              </a:endParaRPr>
            </a:p>
          </p:txBody>
        </p:sp>
        <p:sp>
          <p:nvSpPr>
            <p:cNvPr id="38" name="Freeform 22"/>
            <p:cNvSpPr>
              <a:spLocks/>
            </p:cNvSpPr>
            <p:nvPr/>
          </p:nvSpPr>
          <p:spPr bwMode="auto">
            <a:xfrm>
              <a:off x="7375227" y="3756332"/>
              <a:ext cx="554732" cy="640248"/>
            </a:xfrm>
            <a:custGeom>
              <a:avLst/>
              <a:gdLst>
                <a:gd name="T0" fmla="*/ 204 w 208"/>
                <a:gd name="T1" fmla="*/ 156 h 240"/>
                <a:gd name="T2" fmla="*/ 48 w 208"/>
                <a:gd name="T3" fmla="*/ 0 h 240"/>
                <a:gd name="T4" fmla="*/ 48 w 208"/>
                <a:gd name="T5" fmla="*/ 0 h 240"/>
                <a:gd name="T6" fmla="*/ 35 w 208"/>
                <a:gd name="T7" fmla="*/ 53 h 240"/>
                <a:gd name="T8" fmla="*/ 0 w 208"/>
                <a:gd name="T9" fmla="*/ 84 h 240"/>
                <a:gd name="T10" fmla="*/ 156 w 208"/>
                <a:gd name="T11" fmla="*/ 240 h 240"/>
                <a:gd name="T12" fmla="*/ 189 w 208"/>
                <a:gd name="T13" fmla="*/ 215 h 240"/>
                <a:gd name="T14" fmla="*/ 192 w 208"/>
                <a:gd name="T15" fmla="*/ 209 h 240"/>
                <a:gd name="T16" fmla="*/ 195 w 208"/>
                <a:gd name="T17" fmla="*/ 204 h 240"/>
                <a:gd name="T18" fmla="*/ 204 w 208"/>
                <a:gd name="T19" fmla="*/ 156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8" h="240">
                  <a:moveTo>
                    <a:pt x="204" y="156"/>
                  </a:moveTo>
                  <a:cubicBezTo>
                    <a:pt x="48" y="0"/>
                    <a:pt x="48" y="0"/>
                    <a:pt x="48" y="0"/>
                  </a:cubicBezTo>
                  <a:cubicBezTo>
                    <a:pt x="48" y="0"/>
                    <a:pt x="48" y="0"/>
                    <a:pt x="48" y="0"/>
                  </a:cubicBezTo>
                  <a:cubicBezTo>
                    <a:pt x="54" y="6"/>
                    <a:pt x="48" y="30"/>
                    <a:pt x="35" y="53"/>
                  </a:cubicBezTo>
                  <a:cubicBezTo>
                    <a:pt x="22" y="75"/>
                    <a:pt x="7" y="89"/>
                    <a:pt x="0" y="84"/>
                  </a:cubicBezTo>
                  <a:cubicBezTo>
                    <a:pt x="156" y="240"/>
                    <a:pt x="156" y="240"/>
                    <a:pt x="156" y="240"/>
                  </a:cubicBezTo>
                  <a:cubicBezTo>
                    <a:pt x="156" y="240"/>
                    <a:pt x="173" y="237"/>
                    <a:pt x="189" y="215"/>
                  </a:cubicBezTo>
                  <a:cubicBezTo>
                    <a:pt x="190" y="213"/>
                    <a:pt x="191" y="211"/>
                    <a:pt x="192" y="209"/>
                  </a:cubicBezTo>
                  <a:cubicBezTo>
                    <a:pt x="193" y="208"/>
                    <a:pt x="194" y="206"/>
                    <a:pt x="195" y="204"/>
                  </a:cubicBezTo>
                  <a:cubicBezTo>
                    <a:pt x="208" y="179"/>
                    <a:pt x="204" y="156"/>
                    <a:pt x="204" y="156"/>
                  </a:cubicBezTo>
                  <a:close/>
                </a:path>
              </a:pathLst>
            </a:custGeom>
            <a:solidFill>
              <a:srgbClr val="C5C5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Roboto Lt"/>
              </a:endParaRPr>
            </a:p>
          </p:txBody>
        </p:sp>
        <p:sp>
          <p:nvSpPr>
            <p:cNvPr id="39" name="Freeform 23"/>
            <p:cNvSpPr>
              <a:spLocks/>
            </p:cNvSpPr>
            <p:nvPr/>
          </p:nvSpPr>
          <p:spPr bwMode="auto">
            <a:xfrm>
              <a:off x="7363975" y="3746206"/>
              <a:ext cx="155280" cy="247548"/>
            </a:xfrm>
            <a:custGeom>
              <a:avLst/>
              <a:gdLst>
                <a:gd name="T0" fmla="*/ 52 w 58"/>
                <a:gd name="T1" fmla="*/ 4 h 93"/>
                <a:gd name="T2" fmla="*/ 32 w 58"/>
                <a:gd name="T3" fmla="*/ 13 h 93"/>
                <a:gd name="T4" fmla="*/ 39 w 58"/>
                <a:gd name="T5" fmla="*/ 21 h 93"/>
                <a:gd name="T6" fmla="*/ 39 w 58"/>
                <a:gd name="T7" fmla="*/ 26 h 93"/>
                <a:gd name="T8" fmla="*/ 32 w 58"/>
                <a:gd name="T9" fmla="*/ 51 h 93"/>
                <a:gd name="T10" fmla="*/ 16 w 58"/>
                <a:gd name="T11" fmla="*/ 66 h 93"/>
                <a:gd name="T12" fmla="*/ 13 w 58"/>
                <a:gd name="T13" fmla="*/ 67 h 93"/>
                <a:gd name="T14" fmla="*/ 5 w 58"/>
                <a:gd name="T15" fmla="*/ 59 h 93"/>
                <a:gd name="T16" fmla="*/ 4 w 58"/>
                <a:gd name="T17" fmla="*/ 87 h 93"/>
                <a:gd name="T18" fmla="*/ 4 w 58"/>
                <a:gd name="T19" fmla="*/ 88 h 93"/>
                <a:gd name="T20" fmla="*/ 39 w 58"/>
                <a:gd name="T21" fmla="*/ 57 h 93"/>
                <a:gd name="T22" fmla="*/ 52 w 58"/>
                <a:gd name="T23" fmla="*/ 4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93">
                  <a:moveTo>
                    <a:pt x="52" y="4"/>
                  </a:moveTo>
                  <a:cubicBezTo>
                    <a:pt x="48" y="0"/>
                    <a:pt x="40" y="4"/>
                    <a:pt x="32" y="13"/>
                  </a:cubicBezTo>
                  <a:cubicBezTo>
                    <a:pt x="37" y="18"/>
                    <a:pt x="39" y="21"/>
                    <a:pt x="39" y="21"/>
                  </a:cubicBezTo>
                  <a:cubicBezTo>
                    <a:pt x="39" y="21"/>
                    <a:pt x="40" y="23"/>
                    <a:pt x="39" y="26"/>
                  </a:cubicBezTo>
                  <a:cubicBezTo>
                    <a:pt x="39" y="31"/>
                    <a:pt x="38" y="40"/>
                    <a:pt x="32" y="51"/>
                  </a:cubicBezTo>
                  <a:cubicBezTo>
                    <a:pt x="25" y="61"/>
                    <a:pt x="20" y="65"/>
                    <a:pt x="16" y="66"/>
                  </a:cubicBezTo>
                  <a:cubicBezTo>
                    <a:pt x="14" y="67"/>
                    <a:pt x="13" y="67"/>
                    <a:pt x="13" y="67"/>
                  </a:cubicBezTo>
                  <a:cubicBezTo>
                    <a:pt x="13" y="67"/>
                    <a:pt x="10" y="64"/>
                    <a:pt x="5" y="59"/>
                  </a:cubicBezTo>
                  <a:cubicBezTo>
                    <a:pt x="1" y="72"/>
                    <a:pt x="0" y="83"/>
                    <a:pt x="4" y="87"/>
                  </a:cubicBezTo>
                  <a:cubicBezTo>
                    <a:pt x="4" y="88"/>
                    <a:pt x="4" y="88"/>
                    <a:pt x="4" y="88"/>
                  </a:cubicBezTo>
                  <a:cubicBezTo>
                    <a:pt x="11" y="93"/>
                    <a:pt x="26" y="79"/>
                    <a:pt x="39" y="57"/>
                  </a:cubicBezTo>
                  <a:cubicBezTo>
                    <a:pt x="52" y="34"/>
                    <a:pt x="58" y="10"/>
                    <a:pt x="52" y="4"/>
                  </a:cubicBezTo>
                  <a:close/>
                </a:path>
              </a:pathLst>
            </a:custGeom>
            <a:solidFill>
              <a:srgbClr val="B1B1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Roboto Lt"/>
              </a:endParaRPr>
            </a:p>
          </p:txBody>
        </p:sp>
        <p:sp>
          <p:nvSpPr>
            <p:cNvPr id="40" name="Freeform 24"/>
            <p:cNvSpPr>
              <a:spLocks/>
            </p:cNvSpPr>
            <p:nvPr/>
          </p:nvSpPr>
          <p:spPr bwMode="auto">
            <a:xfrm>
              <a:off x="5920323" y="2783021"/>
              <a:ext cx="534478" cy="459088"/>
            </a:xfrm>
            <a:custGeom>
              <a:avLst/>
              <a:gdLst>
                <a:gd name="T0" fmla="*/ 82 w 200"/>
                <a:gd name="T1" fmla="*/ 64 h 172"/>
                <a:gd name="T2" fmla="*/ 200 w 200"/>
                <a:gd name="T3" fmla="*/ 38 h 172"/>
                <a:gd name="T4" fmla="*/ 200 w 200"/>
                <a:gd name="T5" fmla="*/ 36 h 172"/>
                <a:gd name="T6" fmla="*/ 73 w 200"/>
                <a:gd name="T7" fmla="*/ 14 h 172"/>
                <a:gd name="T8" fmla="*/ 8 w 200"/>
                <a:gd name="T9" fmla="*/ 126 h 172"/>
                <a:gd name="T10" fmla="*/ 63 w 200"/>
                <a:gd name="T11" fmla="*/ 172 h 172"/>
                <a:gd name="T12" fmla="*/ 82 w 200"/>
                <a:gd name="T13" fmla="*/ 64 h 172"/>
              </a:gdLst>
              <a:ahLst/>
              <a:cxnLst>
                <a:cxn ang="0">
                  <a:pos x="T0" y="T1"/>
                </a:cxn>
                <a:cxn ang="0">
                  <a:pos x="T2" y="T3"/>
                </a:cxn>
                <a:cxn ang="0">
                  <a:pos x="T4" y="T5"/>
                </a:cxn>
                <a:cxn ang="0">
                  <a:pos x="T6" y="T7"/>
                </a:cxn>
                <a:cxn ang="0">
                  <a:pos x="T8" y="T9"/>
                </a:cxn>
                <a:cxn ang="0">
                  <a:pos x="T10" y="T11"/>
                </a:cxn>
                <a:cxn ang="0">
                  <a:pos x="T12" y="T13"/>
                </a:cxn>
              </a:cxnLst>
              <a:rect l="0" t="0" r="r" b="b"/>
              <a:pathLst>
                <a:path w="200" h="172">
                  <a:moveTo>
                    <a:pt x="82" y="64"/>
                  </a:moveTo>
                  <a:cubicBezTo>
                    <a:pt x="105" y="25"/>
                    <a:pt x="156" y="22"/>
                    <a:pt x="200" y="38"/>
                  </a:cubicBezTo>
                  <a:cubicBezTo>
                    <a:pt x="200" y="37"/>
                    <a:pt x="199" y="36"/>
                    <a:pt x="200" y="36"/>
                  </a:cubicBezTo>
                  <a:cubicBezTo>
                    <a:pt x="159" y="13"/>
                    <a:pt x="108" y="0"/>
                    <a:pt x="73" y="14"/>
                  </a:cubicBezTo>
                  <a:cubicBezTo>
                    <a:pt x="5" y="41"/>
                    <a:pt x="0" y="80"/>
                    <a:pt x="8" y="126"/>
                  </a:cubicBezTo>
                  <a:cubicBezTo>
                    <a:pt x="13" y="151"/>
                    <a:pt x="34" y="167"/>
                    <a:pt x="63" y="172"/>
                  </a:cubicBezTo>
                  <a:cubicBezTo>
                    <a:pt x="57" y="136"/>
                    <a:pt x="63" y="96"/>
                    <a:pt x="82" y="64"/>
                  </a:cubicBezTo>
                  <a:close/>
                </a:path>
              </a:pathLst>
            </a:custGeom>
            <a:solidFill>
              <a:schemeClr val="accent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Roboto Lt"/>
              </a:endParaRPr>
            </a:p>
          </p:txBody>
        </p:sp>
        <p:sp>
          <p:nvSpPr>
            <p:cNvPr id="41" name="Freeform 25"/>
            <p:cNvSpPr>
              <a:spLocks/>
            </p:cNvSpPr>
            <p:nvPr/>
          </p:nvSpPr>
          <p:spPr bwMode="auto">
            <a:xfrm>
              <a:off x="6315274" y="2361065"/>
              <a:ext cx="198038" cy="517599"/>
            </a:xfrm>
            <a:custGeom>
              <a:avLst/>
              <a:gdLst>
                <a:gd name="T0" fmla="*/ 40 w 74"/>
                <a:gd name="T1" fmla="*/ 38 h 194"/>
                <a:gd name="T2" fmla="*/ 74 w 74"/>
                <a:gd name="T3" fmla="*/ 0 h 194"/>
                <a:gd name="T4" fmla="*/ 1 w 74"/>
                <a:gd name="T5" fmla="*/ 100 h 194"/>
                <a:gd name="T6" fmla="*/ 52 w 74"/>
                <a:gd name="T7" fmla="*/ 194 h 194"/>
                <a:gd name="T8" fmla="*/ 52 w 74"/>
                <a:gd name="T9" fmla="*/ 194 h 194"/>
                <a:gd name="T10" fmla="*/ 40 w 74"/>
                <a:gd name="T11" fmla="*/ 38 h 194"/>
              </a:gdLst>
              <a:ahLst/>
              <a:cxnLst>
                <a:cxn ang="0">
                  <a:pos x="T0" y="T1"/>
                </a:cxn>
                <a:cxn ang="0">
                  <a:pos x="T2" y="T3"/>
                </a:cxn>
                <a:cxn ang="0">
                  <a:pos x="T4" y="T5"/>
                </a:cxn>
                <a:cxn ang="0">
                  <a:pos x="T6" y="T7"/>
                </a:cxn>
                <a:cxn ang="0">
                  <a:pos x="T8" y="T9"/>
                </a:cxn>
                <a:cxn ang="0">
                  <a:pos x="T10" y="T11"/>
                </a:cxn>
              </a:cxnLst>
              <a:rect l="0" t="0" r="r" b="b"/>
              <a:pathLst>
                <a:path w="74" h="194">
                  <a:moveTo>
                    <a:pt x="40" y="38"/>
                  </a:moveTo>
                  <a:cubicBezTo>
                    <a:pt x="50" y="21"/>
                    <a:pt x="62" y="9"/>
                    <a:pt x="74" y="0"/>
                  </a:cubicBezTo>
                  <a:cubicBezTo>
                    <a:pt x="32" y="10"/>
                    <a:pt x="0" y="31"/>
                    <a:pt x="1" y="100"/>
                  </a:cubicBezTo>
                  <a:cubicBezTo>
                    <a:pt x="1" y="132"/>
                    <a:pt x="23" y="166"/>
                    <a:pt x="52" y="194"/>
                  </a:cubicBezTo>
                  <a:cubicBezTo>
                    <a:pt x="52" y="194"/>
                    <a:pt x="52" y="194"/>
                    <a:pt x="52" y="194"/>
                  </a:cubicBezTo>
                  <a:cubicBezTo>
                    <a:pt x="29" y="143"/>
                    <a:pt x="18" y="77"/>
                    <a:pt x="40" y="38"/>
                  </a:cubicBezTo>
                  <a:close/>
                </a:path>
              </a:pathLst>
            </a:custGeom>
            <a:solidFill>
              <a:schemeClr val="accent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Roboto Lt"/>
              </a:endParaRPr>
            </a:p>
          </p:txBody>
        </p:sp>
        <p:sp>
          <p:nvSpPr>
            <p:cNvPr id="42" name="Freeform 26"/>
            <p:cNvSpPr>
              <a:spLocks/>
            </p:cNvSpPr>
            <p:nvPr/>
          </p:nvSpPr>
          <p:spPr bwMode="auto">
            <a:xfrm>
              <a:off x="6072227" y="2841532"/>
              <a:ext cx="569359" cy="690883"/>
            </a:xfrm>
            <a:custGeom>
              <a:avLst/>
              <a:gdLst>
                <a:gd name="T0" fmla="*/ 199 w 213"/>
                <a:gd name="T1" fmla="*/ 83 h 259"/>
                <a:gd name="T2" fmla="*/ 143 w 213"/>
                <a:gd name="T3" fmla="*/ 16 h 259"/>
                <a:gd name="T4" fmla="*/ 25 w 213"/>
                <a:gd name="T5" fmla="*/ 42 h 259"/>
                <a:gd name="T6" fmla="*/ 6 w 213"/>
                <a:gd name="T7" fmla="*/ 150 h 259"/>
                <a:gd name="T8" fmla="*/ 39 w 213"/>
                <a:gd name="T9" fmla="*/ 218 h 259"/>
                <a:gd name="T10" fmla="*/ 172 w 213"/>
                <a:gd name="T11" fmla="*/ 190 h 259"/>
                <a:gd name="T12" fmla="*/ 211 w 213"/>
                <a:gd name="T13" fmla="*/ 104 h 259"/>
                <a:gd name="T14" fmla="*/ 213 w 213"/>
                <a:gd name="T15" fmla="*/ 99 h 259"/>
                <a:gd name="T16" fmla="*/ 212 w 213"/>
                <a:gd name="T17" fmla="*/ 98 h 259"/>
                <a:gd name="T18" fmla="*/ 199 w 213"/>
                <a:gd name="T19" fmla="*/ 83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3" h="259">
                  <a:moveTo>
                    <a:pt x="199" y="83"/>
                  </a:moveTo>
                  <a:cubicBezTo>
                    <a:pt x="173" y="54"/>
                    <a:pt x="145" y="23"/>
                    <a:pt x="143" y="16"/>
                  </a:cubicBezTo>
                  <a:cubicBezTo>
                    <a:pt x="99" y="0"/>
                    <a:pt x="48" y="3"/>
                    <a:pt x="25" y="42"/>
                  </a:cubicBezTo>
                  <a:cubicBezTo>
                    <a:pt x="6" y="74"/>
                    <a:pt x="0" y="114"/>
                    <a:pt x="6" y="150"/>
                  </a:cubicBezTo>
                  <a:cubicBezTo>
                    <a:pt x="11" y="176"/>
                    <a:pt x="22" y="201"/>
                    <a:pt x="39" y="218"/>
                  </a:cubicBezTo>
                  <a:cubicBezTo>
                    <a:pt x="80" y="259"/>
                    <a:pt x="140" y="246"/>
                    <a:pt x="172" y="190"/>
                  </a:cubicBezTo>
                  <a:cubicBezTo>
                    <a:pt x="191" y="158"/>
                    <a:pt x="207" y="130"/>
                    <a:pt x="211" y="104"/>
                  </a:cubicBezTo>
                  <a:cubicBezTo>
                    <a:pt x="212" y="102"/>
                    <a:pt x="213" y="101"/>
                    <a:pt x="213" y="99"/>
                  </a:cubicBezTo>
                  <a:cubicBezTo>
                    <a:pt x="213" y="99"/>
                    <a:pt x="213" y="98"/>
                    <a:pt x="212" y="98"/>
                  </a:cubicBezTo>
                  <a:cubicBezTo>
                    <a:pt x="207" y="92"/>
                    <a:pt x="203" y="87"/>
                    <a:pt x="199" y="83"/>
                  </a:cubicBezTo>
                  <a:close/>
                </a:path>
              </a:pathLst>
            </a:custGeom>
            <a:solidFill>
              <a:schemeClr val="accent1">
                <a:lumMod val="60000"/>
                <a:lumOff val="40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Roboto Lt"/>
              </a:endParaRPr>
            </a:p>
          </p:txBody>
        </p:sp>
        <p:sp>
          <p:nvSpPr>
            <p:cNvPr id="43" name="Freeform 27"/>
            <p:cNvSpPr>
              <a:spLocks/>
            </p:cNvSpPr>
            <p:nvPr/>
          </p:nvSpPr>
          <p:spPr bwMode="auto">
            <a:xfrm>
              <a:off x="6363658" y="2302554"/>
              <a:ext cx="541229" cy="755020"/>
            </a:xfrm>
            <a:custGeom>
              <a:avLst/>
              <a:gdLst>
                <a:gd name="T0" fmla="*/ 22 w 203"/>
                <a:gd name="T1" fmla="*/ 60 h 283"/>
                <a:gd name="T2" fmla="*/ 34 w 203"/>
                <a:gd name="T3" fmla="*/ 216 h 283"/>
                <a:gd name="T4" fmla="*/ 72 w 203"/>
                <a:gd name="T5" fmla="*/ 246 h 283"/>
                <a:gd name="T6" fmla="*/ 95 w 203"/>
                <a:gd name="T7" fmla="*/ 267 h 283"/>
                <a:gd name="T8" fmla="*/ 99 w 203"/>
                <a:gd name="T9" fmla="*/ 270 h 283"/>
                <a:gd name="T10" fmla="*/ 113 w 203"/>
                <a:gd name="T11" fmla="*/ 283 h 283"/>
                <a:gd name="T12" fmla="*/ 170 w 203"/>
                <a:gd name="T13" fmla="*/ 207 h 283"/>
                <a:gd name="T14" fmla="*/ 155 w 203"/>
                <a:gd name="T15" fmla="*/ 31 h 283"/>
                <a:gd name="T16" fmla="*/ 56 w 203"/>
                <a:gd name="T17" fmla="*/ 22 h 283"/>
                <a:gd name="T18" fmla="*/ 22 w 203"/>
                <a:gd name="T19" fmla="*/ 60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83">
                  <a:moveTo>
                    <a:pt x="22" y="60"/>
                  </a:moveTo>
                  <a:cubicBezTo>
                    <a:pt x="0" y="99"/>
                    <a:pt x="11" y="165"/>
                    <a:pt x="34" y="216"/>
                  </a:cubicBezTo>
                  <a:cubicBezTo>
                    <a:pt x="37" y="216"/>
                    <a:pt x="55" y="231"/>
                    <a:pt x="72" y="246"/>
                  </a:cubicBezTo>
                  <a:cubicBezTo>
                    <a:pt x="79" y="252"/>
                    <a:pt x="87" y="259"/>
                    <a:pt x="95" y="267"/>
                  </a:cubicBezTo>
                  <a:cubicBezTo>
                    <a:pt x="97" y="268"/>
                    <a:pt x="98" y="269"/>
                    <a:pt x="99" y="270"/>
                  </a:cubicBezTo>
                  <a:cubicBezTo>
                    <a:pt x="103" y="274"/>
                    <a:pt x="108" y="278"/>
                    <a:pt x="113" y="283"/>
                  </a:cubicBezTo>
                  <a:cubicBezTo>
                    <a:pt x="133" y="272"/>
                    <a:pt x="150" y="241"/>
                    <a:pt x="170" y="207"/>
                  </a:cubicBezTo>
                  <a:cubicBezTo>
                    <a:pt x="203" y="151"/>
                    <a:pt x="196" y="72"/>
                    <a:pt x="155" y="31"/>
                  </a:cubicBezTo>
                  <a:cubicBezTo>
                    <a:pt x="126" y="2"/>
                    <a:pt x="88" y="0"/>
                    <a:pt x="56" y="22"/>
                  </a:cubicBezTo>
                  <a:cubicBezTo>
                    <a:pt x="44" y="31"/>
                    <a:pt x="32" y="43"/>
                    <a:pt x="22" y="60"/>
                  </a:cubicBezTo>
                  <a:close/>
                </a:path>
              </a:pathLst>
            </a:custGeom>
            <a:solidFill>
              <a:schemeClr val="accent1">
                <a:lumMod val="60000"/>
                <a:lumOff val="40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Roboto Lt"/>
              </a:endParaRPr>
            </a:p>
          </p:txBody>
        </p:sp>
        <p:sp>
          <p:nvSpPr>
            <p:cNvPr id="44" name="Freeform 28"/>
            <p:cNvSpPr>
              <a:spLocks/>
            </p:cNvSpPr>
            <p:nvPr/>
          </p:nvSpPr>
          <p:spPr bwMode="auto">
            <a:xfrm>
              <a:off x="6451425" y="2878664"/>
              <a:ext cx="1019446" cy="1046451"/>
            </a:xfrm>
            <a:custGeom>
              <a:avLst/>
              <a:gdLst>
                <a:gd name="T0" fmla="*/ 381 w 382"/>
                <a:gd name="T1" fmla="*/ 346 h 392"/>
                <a:gd name="T2" fmla="*/ 374 w 382"/>
                <a:gd name="T3" fmla="*/ 338 h 392"/>
                <a:gd name="T4" fmla="*/ 80 w 382"/>
                <a:gd name="T5" fmla="*/ 67 h 392"/>
                <a:gd name="T6" fmla="*/ 66 w 382"/>
                <a:gd name="T7" fmla="*/ 54 h 392"/>
                <a:gd name="T8" fmla="*/ 62 w 382"/>
                <a:gd name="T9" fmla="*/ 51 h 392"/>
                <a:gd name="T10" fmla="*/ 39 w 382"/>
                <a:gd name="T11" fmla="*/ 30 h 392"/>
                <a:gd name="T12" fmla="*/ 1 w 382"/>
                <a:gd name="T13" fmla="*/ 0 h 392"/>
                <a:gd name="T14" fmla="*/ 1 w 382"/>
                <a:gd name="T15" fmla="*/ 0 h 392"/>
                <a:gd name="T16" fmla="*/ 1 w 382"/>
                <a:gd name="T17" fmla="*/ 0 h 392"/>
                <a:gd name="T18" fmla="*/ 1 w 382"/>
                <a:gd name="T19" fmla="*/ 0 h 392"/>
                <a:gd name="T20" fmla="*/ 1 w 382"/>
                <a:gd name="T21" fmla="*/ 2 h 392"/>
                <a:gd name="T22" fmla="*/ 57 w 382"/>
                <a:gd name="T23" fmla="*/ 69 h 392"/>
                <a:gd name="T24" fmla="*/ 70 w 382"/>
                <a:gd name="T25" fmla="*/ 84 h 392"/>
                <a:gd name="T26" fmla="*/ 71 w 382"/>
                <a:gd name="T27" fmla="*/ 85 h 392"/>
                <a:gd name="T28" fmla="*/ 347 w 382"/>
                <a:gd name="T29" fmla="*/ 384 h 392"/>
                <a:gd name="T30" fmla="*/ 355 w 382"/>
                <a:gd name="T31" fmla="*/ 392 h 392"/>
                <a:gd name="T32" fmla="*/ 358 w 382"/>
                <a:gd name="T33" fmla="*/ 391 h 392"/>
                <a:gd name="T34" fmla="*/ 374 w 382"/>
                <a:gd name="T35" fmla="*/ 376 h 392"/>
                <a:gd name="T36" fmla="*/ 381 w 382"/>
                <a:gd name="T37" fmla="*/ 351 h 392"/>
                <a:gd name="T38" fmla="*/ 381 w 382"/>
                <a:gd name="T39" fmla="*/ 346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82" h="392">
                  <a:moveTo>
                    <a:pt x="381" y="346"/>
                  </a:moveTo>
                  <a:cubicBezTo>
                    <a:pt x="381" y="346"/>
                    <a:pt x="379" y="343"/>
                    <a:pt x="374" y="338"/>
                  </a:cubicBezTo>
                  <a:cubicBezTo>
                    <a:pt x="337" y="304"/>
                    <a:pt x="177" y="154"/>
                    <a:pt x="80" y="67"/>
                  </a:cubicBezTo>
                  <a:cubicBezTo>
                    <a:pt x="75" y="62"/>
                    <a:pt x="70" y="58"/>
                    <a:pt x="66" y="54"/>
                  </a:cubicBezTo>
                  <a:cubicBezTo>
                    <a:pt x="65" y="53"/>
                    <a:pt x="64" y="52"/>
                    <a:pt x="62" y="51"/>
                  </a:cubicBezTo>
                  <a:cubicBezTo>
                    <a:pt x="54" y="43"/>
                    <a:pt x="46" y="36"/>
                    <a:pt x="39" y="30"/>
                  </a:cubicBezTo>
                  <a:cubicBezTo>
                    <a:pt x="22" y="15"/>
                    <a:pt x="4" y="0"/>
                    <a:pt x="1" y="0"/>
                  </a:cubicBezTo>
                  <a:cubicBezTo>
                    <a:pt x="1" y="0"/>
                    <a:pt x="1" y="0"/>
                    <a:pt x="1" y="0"/>
                  </a:cubicBezTo>
                  <a:cubicBezTo>
                    <a:pt x="1" y="0"/>
                    <a:pt x="1" y="0"/>
                    <a:pt x="1" y="0"/>
                  </a:cubicBezTo>
                  <a:cubicBezTo>
                    <a:pt x="1" y="0"/>
                    <a:pt x="1" y="0"/>
                    <a:pt x="1" y="0"/>
                  </a:cubicBezTo>
                  <a:cubicBezTo>
                    <a:pt x="0" y="0"/>
                    <a:pt x="1" y="1"/>
                    <a:pt x="1" y="2"/>
                  </a:cubicBezTo>
                  <a:cubicBezTo>
                    <a:pt x="3" y="9"/>
                    <a:pt x="31" y="40"/>
                    <a:pt x="57" y="69"/>
                  </a:cubicBezTo>
                  <a:cubicBezTo>
                    <a:pt x="61" y="73"/>
                    <a:pt x="65" y="78"/>
                    <a:pt x="70" y="84"/>
                  </a:cubicBezTo>
                  <a:cubicBezTo>
                    <a:pt x="71" y="84"/>
                    <a:pt x="71" y="85"/>
                    <a:pt x="71" y="85"/>
                  </a:cubicBezTo>
                  <a:cubicBezTo>
                    <a:pt x="162" y="186"/>
                    <a:pt x="312" y="347"/>
                    <a:pt x="347" y="384"/>
                  </a:cubicBezTo>
                  <a:cubicBezTo>
                    <a:pt x="352" y="389"/>
                    <a:pt x="355" y="392"/>
                    <a:pt x="355" y="392"/>
                  </a:cubicBezTo>
                  <a:cubicBezTo>
                    <a:pt x="355" y="392"/>
                    <a:pt x="356" y="392"/>
                    <a:pt x="358" y="391"/>
                  </a:cubicBezTo>
                  <a:cubicBezTo>
                    <a:pt x="362" y="390"/>
                    <a:pt x="367" y="386"/>
                    <a:pt x="374" y="376"/>
                  </a:cubicBezTo>
                  <a:cubicBezTo>
                    <a:pt x="380" y="365"/>
                    <a:pt x="381" y="356"/>
                    <a:pt x="381" y="351"/>
                  </a:cubicBezTo>
                  <a:cubicBezTo>
                    <a:pt x="382" y="348"/>
                    <a:pt x="381" y="346"/>
                    <a:pt x="381" y="346"/>
                  </a:cubicBezTo>
                  <a:close/>
                </a:path>
              </a:pathLst>
            </a:custGeom>
            <a:solidFill>
              <a:schemeClr val="accent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Roboto Lt"/>
              </a:endParaRPr>
            </a:p>
          </p:txBody>
        </p:sp>
      </p:grpSp>
      <p:grpSp>
        <p:nvGrpSpPr>
          <p:cNvPr id="45" name="Group 44"/>
          <p:cNvGrpSpPr/>
          <p:nvPr/>
        </p:nvGrpSpPr>
        <p:grpSpPr>
          <a:xfrm flipH="1">
            <a:off x="6072190" y="3370440"/>
            <a:ext cx="882784" cy="901915"/>
            <a:chOff x="5920323" y="2302554"/>
            <a:chExt cx="2180669" cy="2227927"/>
          </a:xfrm>
          <a:effectLst>
            <a:outerShdw blurRad="177800" dir="18900000" sy="23000" kx="-1200000" algn="bl" rotWithShape="0">
              <a:prstClr val="black">
                <a:alpha val="29000"/>
              </a:prstClr>
            </a:outerShdw>
          </a:effectLst>
        </p:grpSpPr>
        <p:sp>
          <p:nvSpPr>
            <p:cNvPr id="46" name="Freeform 45"/>
            <p:cNvSpPr>
              <a:spLocks/>
            </p:cNvSpPr>
            <p:nvPr/>
          </p:nvSpPr>
          <p:spPr bwMode="auto">
            <a:xfrm>
              <a:off x="7879324" y="4300937"/>
              <a:ext cx="221668" cy="229544"/>
            </a:xfrm>
            <a:custGeom>
              <a:avLst/>
              <a:gdLst>
                <a:gd name="T0" fmla="*/ 68 w 83"/>
                <a:gd name="T1" fmla="*/ 68 h 86"/>
                <a:gd name="T2" fmla="*/ 34 w 83"/>
                <a:gd name="T3" fmla="*/ 30 h 86"/>
                <a:gd name="T4" fmla="*/ 16 w 83"/>
                <a:gd name="T5" fmla="*/ 10 h 86"/>
                <a:gd name="T6" fmla="*/ 6 w 83"/>
                <a:gd name="T7" fmla="*/ 0 h 86"/>
                <a:gd name="T8" fmla="*/ 3 w 83"/>
                <a:gd name="T9" fmla="*/ 5 h 86"/>
                <a:gd name="T10" fmla="*/ 0 w 83"/>
                <a:gd name="T11" fmla="*/ 11 h 86"/>
                <a:gd name="T12" fmla="*/ 9 w 83"/>
                <a:gd name="T13" fmla="*/ 21 h 86"/>
                <a:gd name="T14" fmla="*/ 29 w 83"/>
                <a:gd name="T15" fmla="*/ 39 h 86"/>
                <a:gd name="T16" fmla="*/ 66 w 83"/>
                <a:gd name="T17" fmla="*/ 72 h 86"/>
                <a:gd name="T18" fmla="*/ 83 w 83"/>
                <a:gd name="T19" fmla="*/ 86 h 86"/>
                <a:gd name="T20" fmla="*/ 83 w 83"/>
                <a:gd name="T21" fmla="*/ 85 h 86"/>
                <a:gd name="T22" fmla="*/ 68 w 83"/>
                <a:gd name="T23" fmla="*/ 68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3" h="86">
                  <a:moveTo>
                    <a:pt x="68" y="68"/>
                  </a:moveTo>
                  <a:cubicBezTo>
                    <a:pt x="59" y="57"/>
                    <a:pt x="46" y="44"/>
                    <a:pt x="34" y="30"/>
                  </a:cubicBezTo>
                  <a:cubicBezTo>
                    <a:pt x="28" y="23"/>
                    <a:pt x="22" y="16"/>
                    <a:pt x="16" y="10"/>
                  </a:cubicBezTo>
                  <a:cubicBezTo>
                    <a:pt x="13" y="6"/>
                    <a:pt x="9" y="3"/>
                    <a:pt x="6" y="0"/>
                  </a:cubicBezTo>
                  <a:cubicBezTo>
                    <a:pt x="5" y="2"/>
                    <a:pt x="4" y="4"/>
                    <a:pt x="3" y="5"/>
                  </a:cubicBezTo>
                  <a:cubicBezTo>
                    <a:pt x="2" y="7"/>
                    <a:pt x="1" y="9"/>
                    <a:pt x="0" y="11"/>
                  </a:cubicBezTo>
                  <a:cubicBezTo>
                    <a:pt x="3" y="14"/>
                    <a:pt x="6" y="18"/>
                    <a:pt x="9" y="21"/>
                  </a:cubicBezTo>
                  <a:cubicBezTo>
                    <a:pt x="15" y="27"/>
                    <a:pt x="22" y="33"/>
                    <a:pt x="29" y="39"/>
                  </a:cubicBezTo>
                  <a:cubicBezTo>
                    <a:pt x="42" y="51"/>
                    <a:pt x="56" y="63"/>
                    <a:pt x="66" y="72"/>
                  </a:cubicBezTo>
                  <a:cubicBezTo>
                    <a:pt x="76" y="81"/>
                    <a:pt x="83" y="86"/>
                    <a:pt x="83" y="86"/>
                  </a:cubicBezTo>
                  <a:cubicBezTo>
                    <a:pt x="83" y="85"/>
                    <a:pt x="83" y="85"/>
                    <a:pt x="83" y="85"/>
                  </a:cubicBezTo>
                  <a:cubicBezTo>
                    <a:pt x="83" y="85"/>
                    <a:pt x="77" y="78"/>
                    <a:pt x="68" y="68"/>
                  </a:cubicBezTo>
                  <a:close/>
                </a:path>
              </a:pathLst>
            </a:custGeom>
            <a:solidFill>
              <a:srgbClr val="B1B1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Roboto Lt"/>
              </a:endParaRPr>
            </a:p>
          </p:txBody>
        </p:sp>
        <p:sp>
          <p:nvSpPr>
            <p:cNvPr id="47" name="Freeform 22"/>
            <p:cNvSpPr>
              <a:spLocks/>
            </p:cNvSpPr>
            <p:nvPr/>
          </p:nvSpPr>
          <p:spPr bwMode="auto">
            <a:xfrm>
              <a:off x="7375227" y="3756332"/>
              <a:ext cx="554732" cy="640248"/>
            </a:xfrm>
            <a:custGeom>
              <a:avLst/>
              <a:gdLst>
                <a:gd name="T0" fmla="*/ 204 w 208"/>
                <a:gd name="T1" fmla="*/ 156 h 240"/>
                <a:gd name="T2" fmla="*/ 48 w 208"/>
                <a:gd name="T3" fmla="*/ 0 h 240"/>
                <a:gd name="T4" fmla="*/ 48 w 208"/>
                <a:gd name="T5" fmla="*/ 0 h 240"/>
                <a:gd name="T6" fmla="*/ 35 w 208"/>
                <a:gd name="T7" fmla="*/ 53 h 240"/>
                <a:gd name="T8" fmla="*/ 0 w 208"/>
                <a:gd name="T9" fmla="*/ 84 h 240"/>
                <a:gd name="T10" fmla="*/ 156 w 208"/>
                <a:gd name="T11" fmla="*/ 240 h 240"/>
                <a:gd name="T12" fmla="*/ 189 w 208"/>
                <a:gd name="T13" fmla="*/ 215 h 240"/>
                <a:gd name="T14" fmla="*/ 192 w 208"/>
                <a:gd name="T15" fmla="*/ 209 h 240"/>
                <a:gd name="T16" fmla="*/ 195 w 208"/>
                <a:gd name="T17" fmla="*/ 204 h 240"/>
                <a:gd name="T18" fmla="*/ 204 w 208"/>
                <a:gd name="T19" fmla="*/ 156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8" h="240">
                  <a:moveTo>
                    <a:pt x="204" y="156"/>
                  </a:moveTo>
                  <a:cubicBezTo>
                    <a:pt x="48" y="0"/>
                    <a:pt x="48" y="0"/>
                    <a:pt x="48" y="0"/>
                  </a:cubicBezTo>
                  <a:cubicBezTo>
                    <a:pt x="48" y="0"/>
                    <a:pt x="48" y="0"/>
                    <a:pt x="48" y="0"/>
                  </a:cubicBezTo>
                  <a:cubicBezTo>
                    <a:pt x="54" y="6"/>
                    <a:pt x="48" y="30"/>
                    <a:pt x="35" y="53"/>
                  </a:cubicBezTo>
                  <a:cubicBezTo>
                    <a:pt x="22" y="75"/>
                    <a:pt x="7" y="89"/>
                    <a:pt x="0" y="84"/>
                  </a:cubicBezTo>
                  <a:cubicBezTo>
                    <a:pt x="156" y="240"/>
                    <a:pt x="156" y="240"/>
                    <a:pt x="156" y="240"/>
                  </a:cubicBezTo>
                  <a:cubicBezTo>
                    <a:pt x="156" y="240"/>
                    <a:pt x="173" y="237"/>
                    <a:pt x="189" y="215"/>
                  </a:cubicBezTo>
                  <a:cubicBezTo>
                    <a:pt x="190" y="213"/>
                    <a:pt x="191" y="211"/>
                    <a:pt x="192" y="209"/>
                  </a:cubicBezTo>
                  <a:cubicBezTo>
                    <a:pt x="193" y="208"/>
                    <a:pt x="194" y="206"/>
                    <a:pt x="195" y="204"/>
                  </a:cubicBezTo>
                  <a:cubicBezTo>
                    <a:pt x="208" y="179"/>
                    <a:pt x="204" y="156"/>
                    <a:pt x="204" y="156"/>
                  </a:cubicBezTo>
                  <a:close/>
                </a:path>
              </a:pathLst>
            </a:custGeom>
            <a:solidFill>
              <a:srgbClr val="C5C5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Roboto Lt"/>
              </a:endParaRPr>
            </a:p>
          </p:txBody>
        </p:sp>
        <p:sp>
          <p:nvSpPr>
            <p:cNvPr id="48" name="Freeform 23"/>
            <p:cNvSpPr>
              <a:spLocks/>
            </p:cNvSpPr>
            <p:nvPr/>
          </p:nvSpPr>
          <p:spPr bwMode="auto">
            <a:xfrm>
              <a:off x="7363975" y="3746206"/>
              <a:ext cx="155280" cy="247548"/>
            </a:xfrm>
            <a:custGeom>
              <a:avLst/>
              <a:gdLst>
                <a:gd name="T0" fmla="*/ 52 w 58"/>
                <a:gd name="T1" fmla="*/ 4 h 93"/>
                <a:gd name="T2" fmla="*/ 32 w 58"/>
                <a:gd name="T3" fmla="*/ 13 h 93"/>
                <a:gd name="T4" fmla="*/ 39 w 58"/>
                <a:gd name="T5" fmla="*/ 21 h 93"/>
                <a:gd name="T6" fmla="*/ 39 w 58"/>
                <a:gd name="T7" fmla="*/ 26 h 93"/>
                <a:gd name="T8" fmla="*/ 32 w 58"/>
                <a:gd name="T9" fmla="*/ 51 h 93"/>
                <a:gd name="T10" fmla="*/ 16 w 58"/>
                <a:gd name="T11" fmla="*/ 66 h 93"/>
                <a:gd name="T12" fmla="*/ 13 w 58"/>
                <a:gd name="T13" fmla="*/ 67 h 93"/>
                <a:gd name="T14" fmla="*/ 5 w 58"/>
                <a:gd name="T15" fmla="*/ 59 h 93"/>
                <a:gd name="T16" fmla="*/ 4 w 58"/>
                <a:gd name="T17" fmla="*/ 87 h 93"/>
                <a:gd name="T18" fmla="*/ 4 w 58"/>
                <a:gd name="T19" fmla="*/ 88 h 93"/>
                <a:gd name="T20" fmla="*/ 39 w 58"/>
                <a:gd name="T21" fmla="*/ 57 h 93"/>
                <a:gd name="T22" fmla="*/ 52 w 58"/>
                <a:gd name="T23" fmla="*/ 4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93">
                  <a:moveTo>
                    <a:pt x="52" y="4"/>
                  </a:moveTo>
                  <a:cubicBezTo>
                    <a:pt x="48" y="0"/>
                    <a:pt x="40" y="4"/>
                    <a:pt x="32" y="13"/>
                  </a:cubicBezTo>
                  <a:cubicBezTo>
                    <a:pt x="37" y="18"/>
                    <a:pt x="39" y="21"/>
                    <a:pt x="39" y="21"/>
                  </a:cubicBezTo>
                  <a:cubicBezTo>
                    <a:pt x="39" y="21"/>
                    <a:pt x="40" y="23"/>
                    <a:pt x="39" y="26"/>
                  </a:cubicBezTo>
                  <a:cubicBezTo>
                    <a:pt x="39" y="31"/>
                    <a:pt x="38" y="40"/>
                    <a:pt x="32" y="51"/>
                  </a:cubicBezTo>
                  <a:cubicBezTo>
                    <a:pt x="25" y="61"/>
                    <a:pt x="20" y="65"/>
                    <a:pt x="16" y="66"/>
                  </a:cubicBezTo>
                  <a:cubicBezTo>
                    <a:pt x="14" y="67"/>
                    <a:pt x="13" y="67"/>
                    <a:pt x="13" y="67"/>
                  </a:cubicBezTo>
                  <a:cubicBezTo>
                    <a:pt x="13" y="67"/>
                    <a:pt x="10" y="64"/>
                    <a:pt x="5" y="59"/>
                  </a:cubicBezTo>
                  <a:cubicBezTo>
                    <a:pt x="1" y="72"/>
                    <a:pt x="0" y="83"/>
                    <a:pt x="4" y="87"/>
                  </a:cubicBezTo>
                  <a:cubicBezTo>
                    <a:pt x="4" y="88"/>
                    <a:pt x="4" y="88"/>
                    <a:pt x="4" y="88"/>
                  </a:cubicBezTo>
                  <a:cubicBezTo>
                    <a:pt x="11" y="93"/>
                    <a:pt x="26" y="79"/>
                    <a:pt x="39" y="57"/>
                  </a:cubicBezTo>
                  <a:cubicBezTo>
                    <a:pt x="52" y="34"/>
                    <a:pt x="58" y="10"/>
                    <a:pt x="52" y="4"/>
                  </a:cubicBezTo>
                  <a:close/>
                </a:path>
              </a:pathLst>
            </a:custGeom>
            <a:solidFill>
              <a:srgbClr val="B1B1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Roboto Lt"/>
              </a:endParaRPr>
            </a:p>
          </p:txBody>
        </p:sp>
        <p:sp>
          <p:nvSpPr>
            <p:cNvPr id="49" name="Freeform 24"/>
            <p:cNvSpPr>
              <a:spLocks/>
            </p:cNvSpPr>
            <p:nvPr/>
          </p:nvSpPr>
          <p:spPr bwMode="auto">
            <a:xfrm>
              <a:off x="5920323" y="2783021"/>
              <a:ext cx="534478" cy="459088"/>
            </a:xfrm>
            <a:custGeom>
              <a:avLst/>
              <a:gdLst>
                <a:gd name="T0" fmla="*/ 82 w 200"/>
                <a:gd name="T1" fmla="*/ 64 h 172"/>
                <a:gd name="T2" fmla="*/ 200 w 200"/>
                <a:gd name="T3" fmla="*/ 38 h 172"/>
                <a:gd name="T4" fmla="*/ 200 w 200"/>
                <a:gd name="T5" fmla="*/ 36 h 172"/>
                <a:gd name="T6" fmla="*/ 73 w 200"/>
                <a:gd name="T7" fmla="*/ 14 h 172"/>
                <a:gd name="T8" fmla="*/ 8 w 200"/>
                <a:gd name="T9" fmla="*/ 126 h 172"/>
                <a:gd name="T10" fmla="*/ 63 w 200"/>
                <a:gd name="T11" fmla="*/ 172 h 172"/>
                <a:gd name="T12" fmla="*/ 82 w 200"/>
                <a:gd name="T13" fmla="*/ 64 h 172"/>
              </a:gdLst>
              <a:ahLst/>
              <a:cxnLst>
                <a:cxn ang="0">
                  <a:pos x="T0" y="T1"/>
                </a:cxn>
                <a:cxn ang="0">
                  <a:pos x="T2" y="T3"/>
                </a:cxn>
                <a:cxn ang="0">
                  <a:pos x="T4" y="T5"/>
                </a:cxn>
                <a:cxn ang="0">
                  <a:pos x="T6" y="T7"/>
                </a:cxn>
                <a:cxn ang="0">
                  <a:pos x="T8" y="T9"/>
                </a:cxn>
                <a:cxn ang="0">
                  <a:pos x="T10" y="T11"/>
                </a:cxn>
                <a:cxn ang="0">
                  <a:pos x="T12" y="T13"/>
                </a:cxn>
              </a:cxnLst>
              <a:rect l="0" t="0" r="r" b="b"/>
              <a:pathLst>
                <a:path w="200" h="172">
                  <a:moveTo>
                    <a:pt x="82" y="64"/>
                  </a:moveTo>
                  <a:cubicBezTo>
                    <a:pt x="105" y="25"/>
                    <a:pt x="156" y="22"/>
                    <a:pt x="200" y="38"/>
                  </a:cubicBezTo>
                  <a:cubicBezTo>
                    <a:pt x="200" y="37"/>
                    <a:pt x="199" y="36"/>
                    <a:pt x="200" y="36"/>
                  </a:cubicBezTo>
                  <a:cubicBezTo>
                    <a:pt x="159" y="13"/>
                    <a:pt x="108" y="0"/>
                    <a:pt x="73" y="14"/>
                  </a:cubicBezTo>
                  <a:cubicBezTo>
                    <a:pt x="5" y="41"/>
                    <a:pt x="0" y="80"/>
                    <a:pt x="8" y="126"/>
                  </a:cubicBezTo>
                  <a:cubicBezTo>
                    <a:pt x="13" y="151"/>
                    <a:pt x="34" y="167"/>
                    <a:pt x="63" y="172"/>
                  </a:cubicBezTo>
                  <a:cubicBezTo>
                    <a:pt x="57" y="136"/>
                    <a:pt x="63" y="96"/>
                    <a:pt x="82" y="64"/>
                  </a:cubicBezTo>
                  <a:close/>
                </a:path>
              </a:pathLst>
            </a:custGeom>
            <a:solidFill>
              <a:schemeClr val="accent5">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Roboto Lt"/>
              </a:endParaRPr>
            </a:p>
          </p:txBody>
        </p:sp>
        <p:sp>
          <p:nvSpPr>
            <p:cNvPr id="50" name="Freeform 25"/>
            <p:cNvSpPr>
              <a:spLocks/>
            </p:cNvSpPr>
            <p:nvPr/>
          </p:nvSpPr>
          <p:spPr bwMode="auto">
            <a:xfrm>
              <a:off x="6315274" y="2361065"/>
              <a:ext cx="198038" cy="517599"/>
            </a:xfrm>
            <a:custGeom>
              <a:avLst/>
              <a:gdLst>
                <a:gd name="T0" fmla="*/ 40 w 74"/>
                <a:gd name="T1" fmla="*/ 38 h 194"/>
                <a:gd name="T2" fmla="*/ 74 w 74"/>
                <a:gd name="T3" fmla="*/ 0 h 194"/>
                <a:gd name="T4" fmla="*/ 1 w 74"/>
                <a:gd name="T5" fmla="*/ 100 h 194"/>
                <a:gd name="T6" fmla="*/ 52 w 74"/>
                <a:gd name="T7" fmla="*/ 194 h 194"/>
                <a:gd name="T8" fmla="*/ 52 w 74"/>
                <a:gd name="T9" fmla="*/ 194 h 194"/>
                <a:gd name="T10" fmla="*/ 40 w 74"/>
                <a:gd name="T11" fmla="*/ 38 h 194"/>
              </a:gdLst>
              <a:ahLst/>
              <a:cxnLst>
                <a:cxn ang="0">
                  <a:pos x="T0" y="T1"/>
                </a:cxn>
                <a:cxn ang="0">
                  <a:pos x="T2" y="T3"/>
                </a:cxn>
                <a:cxn ang="0">
                  <a:pos x="T4" y="T5"/>
                </a:cxn>
                <a:cxn ang="0">
                  <a:pos x="T6" y="T7"/>
                </a:cxn>
                <a:cxn ang="0">
                  <a:pos x="T8" y="T9"/>
                </a:cxn>
                <a:cxn ang="0">
                  <a:pos x="T10" y="T11"/>
                </a:cxn>
              </a:cxnLst>
              <a:rect l="0" t="0" r="r" b="b"/>
              <a:pathLst>
                <a:path w="74" h="194">
                  <a:moveTo>
                    <a:pt x="40" y="38"/>
                  </a:moveTo>
                  <a:cubicBezTo>
                    <a:pt x="50" y="21"/>
                    <a:pt x="62" y="9"/>
                    <a:pt x="74" y="0"/>
                  </a:cubicBezTo>
                  <a:cubicBezTo>
                    <a:pt x="32" y="10"/>
                    <a:pt x="0" y="31"/>
                    <a:pt x="1" y="100"/>
                  </a:cubicBezTo>
                  <a:cubicBezTo>
                    <a:pt x="1" y="132"/>
                    <a:pt x="23" y="166"/>
                    <a:pt x="52" y="194"/>
                  </a:cubicBezTo>
                  <a:cubicBezTo>
                    <a:pt x="52" y="194"/>
                    <a:pt x="52" y="194"/>
                    <a:pt x="52" y="194"/>
                  </a:cubicBezTo>
                  <a:cubicBezTo>
                    <a:pt x="29" y="143"/>
                    <a:pt x="18" y="77"/>
                    <a:pt x="40" y="38"/>
                  </a:cubicBezTo>
                  <a:close/>
                </a:path>
              </a:pathLst>
            </a:custGeom>
            <a:solidFill>
              <a:schemeClr val="accent5">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Roboto Lt"/>
              </a:endParaRPr>
            </a:p>
          </p:txBody>
        </p:sp>
        <p:sp>
          <p:nvSpPr>
            <p:cNvPr id="51" name="Freeform 26"/>
            <p:cNvSpPr>
              <a:spLocks/>
            </p:cNvSpPr>
            <p:nvPr/>
          </p:nvSpPr>
          <p:spPr bwMode="auto">
            <a:xfrm>
              <a:off x="6072227" y="2841532"/>
              <a:ext cx="569359" cy="690883"/>
            </a:xfrm>
            <a:custGeom>
              <a:avLst/>
              <a:gdLst>
                <a:gd name="T0" fmla="*/ 199 w 213"/>
                <a:gd name="T1" fmla="*/ 83 h 259"/>
                <a:gd name="T2" fmla="*/ 143 w 213"/>
                <a:gd name="T3" fmla="*/ 16 h 259"/>
                <a:gd name="T4" fmla="*/ 25 w 213"/>
                <a:gd name="T5" fmla="*/ 42 h 259"/>
                <a:gd name="T6" fmla="*/ 6 w 213"/>
                <a:gd name="T7" fmla="*/ 150 h 259"/>
                <a:gd name="T8" fmla="*/ 39 w 213"/>
                <a:gd name="T9" fmla="*/ 218 h 259"/>
                <a:gd name="T10" fmla="*/ 172 w 213"/>
                <a:gd name="T11" fmla="*/ 190 h 259"/>
                <a:gd name="T12" fmla="*/ 211 w 213"/>
                <a:gd name="T13" fmla="*/ 104 h 259"/>
                <a:gd name="T14" fmla="*/ 213 w 213"/>
                <a:gd name="T15" fmla="*/ 99 h 259"/>
                <a:gd name="T16" fmla="*/ 212 w 213"/>
                <a:gd name="T17" fmla="*/ 98 h 259"/>
                <a:gd name="T18" fmla="*/ 199 w 213"/>
                <a:gd name="T19" fmla="*/ 83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3" h="259">
                  <a:moveTo>
                    <a:pt x="199" y="83"/>
                  </a:moveTo>
                  <a:cubicBezTo>
                    <a:pt x="173" y="54"/>
                    <a:pt x="145" y="23"/>
                    <a:pt x="143" y="16"/>
                  </a:cubicBezTo>
                  <a:cubicBezTo>
                    <a:pt x="99" y="0"/>
                    <a:pt x="48" y="3"/>
                    <a:pt x="25" y="42"/>
                  </a:cubicBezTo>
                  <a:cubicBezTo>
                    <a:pt x="6" y="74"/>
                    <a:pt x="0" y="114"/>
                    <a:pt x="6" y="150"/>
                  </a:cubicBezTo>
                  <a:cubicBezTo>
                    <a:pt x="11" y="176"/>
                    <a:pt x="22" y="201"/>
                    <a:pt x="39" y="218"/>
                  </a:cubicBezTo>
                  <a:cubicBezTo>
                    <a:pt x="80" y="259"/>
                    <a:pt x="140" y="246"/>
                    <a:pt x="172" y="190"/>
                  </a:cubicBezTo>
                  <a:cubicBezTo>
                    <a:pt x="191" y="158"/>
                    <a:pt x="207" y="130"/>
                    <a:pt x="211" y="104"/>
                  </a:cubicBezTo>
                  <a:cubicBezTo>
                    <a:pt x="212" y="102"/>
                    <a:pt x="213" y="101"/>
                    <a:pt x="213" y="99"/>
                  </a:cubicBezTo>
                  <a:cubicBezTo>
                    <a:pt x="213" y="99"/>
                    <a:pt x="213" y="98"/>
                    <a:pt x="212" y="98"/>
                  </a:cubicBezTo>
                  <a:cubicBezTo>
                    <a:pt x="207" y="92"/>
                    <a:pt x="203" y="87"/>
                    <a:pt x="199" y="83"/>
                  </a:cubicBezTo>
                  <a:close/>
                </a:path>
              </a:pathLst>
            </a:custGeom>
            <a:solidFill>
              <a:schemeClr val="accent5">
                <a:lumMod val="60000"/>
                <a:lumOff val="40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Roboto Lt"/>
              </a:endParaRPr>
            </a:p>
          </p:txBody>
        </p:sp>
        <p:sp>
          <p:nvSpPr>
            <p:cNvPr id="52" name="Freeform 27"/>
            <p:cNvSpPr>
              <a:spLocks/>
            </p:cNvSpPr>
            <p:nvPr/>
          </p:nvSpPr>
          <p:spPr bwMode="auto">
            <a:xfrm>
              <a:off x="6363658" y="2302554"/>
              <a:ext cx="541229" cy="755020"/>
            </a:xfrm>
            <a:custGeom>
              <a:avLst/>
              <a:gdLst>
                <a:gd name="T0" fmla="*/ 22 w 203"/>
                <a:gd name="T1" fmla="*/ 60 h 283"/>
                <a:gd name="T2" fmla="*/ 34 w 203"/>
                <a:gd name="T3" fmla="*/ 216 h 283"/>
                <a:gd name="T4" fmla="*/ 72 w 203"/>
                <a:gd name="T5" fmla="*/ 246 h 283"/>
                <a:gd name="T6" fmla="*/ 95 w 203"/>
                <a:gd name="T7" fmla="*/ 267 h 283"/>
                <a:gd name="T8" fmla="*/ 99 w 203"/>
                <a:gd name="T9" fmla="*/ 270 h 283"/>
                <a:gd name="T10" fmla="*/ 113 w 203"/>
                <a:gd name="T11" fmla="*/ 283 h 283"/>
                <a:gd name="T12" fmla="*/ 170 w 203"/>
                <a:gd name="T13" fmla="*/ 207 h 283"/>
                <a:gd name="T14" fmla="*/ 155 w 203"/>
                <a:gd name="T15" fmla="*/ 31 h 283"/>
                <a:gd name="T16" fmla="*/ 56 w 203"/>
                <a:gd name="T17" fmla="*/ 22 h 283"/>
                <a:gd name="T18" fmla="*/ 22 w 203"/>
                <a:gd name="T19" fmla="*/ 60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83">
                  <a:moveTo>
                    <a:pt x="22" y="60"/>
                  </a:moveTo>
                  <a:cubicBezTo>
                    <a:pt x="0" y="99"/>
                    <a:pt x="11" y="165"/>
                    <a:pt x="34" y="216"/>
                  </a:cubicBezTo>
                  <a:cubicBezTo>
                    <a:pt x="37" y="216"/>
                    <a:pt x="55" y="231"/>
                    <a:pt x="72" y="246"/>
                  </a:cubicBezTo>
                  <a:cubicBezTo>
                    <a:pt x="79" y="252"/>
                    <a:pt x="87" y="259"/>
                    <a:pt x="95" y="267"/>
                  </a:cubicBezTo>
                  <a:cubicBezTo>
                    <a:pt x="97" y="268"/>
                    <a:pt x="98" y="269"/>
                    <a:pt x="99" y="270"/>
                  </a:cubicBezTo>
                  <a:cubicBezTo>
                    <a:pt x="103" y="274"/>
                    <a:pt x="108" y="278"/>
                    <a:pt x="113" y="283"/>
                  </a:cubicBezTo>
                  <a:cubicBezTo>
                    <a:pt x="133" y="272"/>
                    <a:pt x="150" y="241"/>
                    <a:pt x="170" y="207"/>
                  </a:cubicBezTo>
                  <a:cubicBezTo>
                    <a:pt x="203" y="151"/>
                    <a:pt x="196" y="72"/>
                    <a:pt x="155" y="31"/>
                  </a:cubicBezTo>
                  <a:cubicBezTo>
                    <a:pt x="126" y="2"/>
                    <a:pt x="88" y="0"/>
                    <a:pt x="56" y="22"/>
                  </a:cubicBezTo>
                  <a:cubicBezTo>
                    <a:pt x="44" y="31"/>
                    <a:pt x="32" y="43"/>
                    <a:pt x="22" y="60"/>
                  </a:cubicBezTo>
                  <a:close/>
                </a:path>
              </a:pathLst>
            </a:custGeom>
            <a:solidFill>
              <a:schemeClr val="accent5">
                <a:lumMod val="60000"/>
                <a:lumOff val="40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Roboto Lt"/>
              </a:endParaRPr>
            </a:p>
          </p:txBody>
        </p:sp>
        <p:sp>
          <p:nvSpPr>
            <p:cNvPr id="53" name="Freeform 28"/>
            <p:cNvSpPr>
              <a:spLocks/>
            </p:cNvSpPr>
            <p:nvPr/>
          </p:nvSpPr>
          <p:spPr bwMode="auto">
            <a:xfrm>
              <a:off x="6451425" y="2878664"/>
              <a:ext cx="1019446" cy="1046451"/>
            </a:xfrm>
            <a:custGeom>
              <a:avLst/>
              <a:gdLst>
                <a:gd name="T0" fmla="*/ 381 w 382"/>
                <a:gd name="T1" fmla="*/ 346 h 392"/>
                <a:gd name="T2" fmla="*/ 374 w 382"/>
                <a:gd name="T3" fmla="*/ 338 h 392"/>
                <a:gd name="T4" fmla="*/ 80 w 382"/>
                <a:gd name="T5" fmla="*/ 67 h 392"/>
                <a:gd name="T6" fmla="*/ 66 w 382"/>
                <a:gd name="T7" fmla="*/ 54 h 392"/>
                <a:gd name="T8" fmla="*/ 62 w 382"/>
                <a:gd name="T9" fmla="*/ 51 h 392"/>
                <a:gd name="T10" fmla="*/ 39 w 382"/>
                <a:gd name="T11" fmla="*/ 30 h 392"/>
                <a:gd name="T12" fmla="*/ 1 w 382"/>
                <a:gd name="T13" fmla="*/ 0 h 392"/>
                <a:gd name="T14" fmla="*/ 1 w 382"/>
                <a:gd name="T15" fmla="*/ 0 h 392"/>
                <a:gd name="T16" fmla="*/ 1 w 382"/>
                <a:gd name="T17" fmla="*/ 0 h 392"/>
                <a:gd name="T18" fmla="*/ 1 w 382"/>
                <a:gd name="T19" fmla="*/ 0 h 392"/>
                <a:gd name="T20" fmla="*/ 1 w 382"/>
                <a:gd name="T21" fmla="*/ 2 h 392"/>
                <a:gd name="T22" fmla="*/ 57 w 382"/>
                <a:gd name="T23" fmla="*/ 69 h 392"/>
                <a:gd name="T24" fmla="*/ 70 w 382"/>
                <a:gd name="T25" fmla="*/ 84 h 392"/>
                <a:gd name="T26" fmla="*/ 71 w 382"/>
                <a:gd name="T27" fmla="*/ 85 h 392"/>
                <a:gd name="T28" fmla="*/ 347 w 382"/>
                <a:gd name="T29" fmla="*/ 384 h 392"/>
                <a:gd name="T30" fmla="*/ 355 w 382"/>
                <a:gd name="T31" fmla="*/ 392 h 392"/>
                <a:gd name="T32" fmla="*/ 358 w 382"/>
                <a:gd name="T33" fmla="*/ 391 h 392"/>
                <a:gd name="T34" fmla="*/ 374 w 382"/>
                <a:gd name="T35" fmla="*/ 376 h 392"/>
                <a:gd name="T36" fmla="*/ 381 w 382"/>
                <a:gd name="T37" fmla="*/ 351 h 392"/>
                <a:gd name="T38" fmla="*/ 381 w 382"/>
                <a:gd name="T39" fmla="*/ 346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82" h="392">
                  <a:moveTo>
                    <a:pt x="381" y="346"/>
                  </a:moveTo>
                  <a:cubicBezTo>
                    <a:pt x="381" y="346"/>
                    <a:pt x="379" y="343"/>
                    <a:pt x="374" y="338"/>
                  </a:cubicBezTo>
                  <a:cubicBezTo>
                    <a:pt x="337" y="304"/>
                    <a:pt x="177" y="154"/>
                    <a:pt x="80" y="67"/>
                  </a:cubicBezTo>
                  <a:cubicBezTo>
                    <a:pt x="75" y="62"/>
                    <a:pt x="70" y="58"/>
                    <a:pt x="66" y="54"/>
                  </a:cubicBezTo>
                  <a:cubicBezTo>
                    <a:pt x="65" y="53"/>
                    <a:pt x="64" y="52"/>
                    <a:pt x="62" y="51"/>
                  </a:cubicBezTo>
                  <a:cubicBezTo>
                    <a:pt x="54" y="43"/>
                    <a:pt x="46" y="36"/>
                    <a:pt x="39" y="30"/>
                  </a:cubicBezTo>
                  <a:cubicBezTo>
                    <a:pt x="22" y="15"/>
                    <a:pt x="4" y="0"/>
                    <a:pt x="1" y="0"/>
                  </a:cubicBezTo>
                  <a:cubicBezTo>
                    <a:pt x="1" y="0"/>
                    <a:pt x="1" y="0"/>
                    <a:pt x="1" y="0"/>
                  </a:cubicBezTo>
                  <a:cubicBezTo>
                    <a:pt x="1" y="0"/>
                    <a:pt x="1" y="0"/>
                    <a:pt x="1" y="0"/>
                  </a:cubicBezTo>
                  <a:cubicBezTo>
                    <a:pt x="1" y="0"/>
                    <a:pt x="1" y="0"/>
                    <a:pt x="1" y="0"/>
                  </a:cubicBezTo>
                  <a:cubicBezTo>
                    <a:pt x="0" y="0"/>
                    <a:pt x="1" y="1"/>
                    <a:pt x="1" y="2"/>
                  </a:cubicBezTo>
                  <a:cubicBezTo>
                    <a:pt x="3" y="9"/>
                    <a:pt x="31" y="40"/>
                    <a:pt x="57" y="69"/>
                  </a:cubicBezTo>
                  <a:cubicBezTo>
                    <a:pt x="61" y="73"/>
                    <a:pt x="65" y="78"/>
                    <a:pt x="70" y="84"/>
                  </a:cubicBezTo>
                  <a:cubicBezTo>
                    <a:pt x="71" y="84"/>
                    <a:pt x="71" y="85"/>
                    <a:pt x="71" y="85"/>
                  </a:cubicBezTo>
                  <a:cubicBezTo>
                    <a:pt x="162" y="186"/>
                    <a:pt x="312" y="347"/>
                    <a:pt x="347" y="384"/>
                  </a:cubicBezTo>
                  <a:cubicBezTo>
                    <a:pt x="352" y="389"/>
                    <a:pt x="355" y="392"/>
                    <a:pt x="355" y="392"/>
                  </a:cubicBezTo>
                  <a:cubicBezTo>
                    <a:pt x="355" y="392"/>
                    <a:pt x="356" y="392"/>
                    <a:pt x="358" y="391"/>
                  </a:cubicBezTo>
                  <a:cubicBezTo>
                    <a:pt x="362" y="390"/>
                    <a:pt x="367" y="386"/>
                    <a:pt x="374" y="376"/>
                  </a:cubicBezTo>
                  <a:cubicBezTo>
                    <a:pt x="380" y="365"/>
                    <a:pt x="381" y="356"/>
                    <a:pt x="381" y="351"/>
                  </a:cubicBezTo>
                  <a:cubicBezTo>
                    <a:pt x="382" y="348"/>
                    <a:pt x="381" y="346"/>
                    <a:pt x="381" y="346"/>
                  </a:cubicBezTo>
                  <a:close/>
                </a:path>
              </a:pathLst>
            </a:custGeom>
            <a:solidFill>
              <a:schemeClr val="accent5">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Roboto Lt"/>
              </a:endParaRPr>
            </a:p>
          </p:txBody>
        </p:sp>
      </p:grpSp>
      <p:grpSp>
        <p:nvGrpSpPr>
          <p:cNvPr id="66" name="Group 65"/>
          <p:cNvGrpSpPr/>
          <p:nvPr/>
        </p:nvGrpSpPr>
        <p:grpSpPr>
          <a:xfrm flipV="1">
            <a:off x="3649279" y="3024988"/>
            <a:ext cx="1371285" cy="1394623"/>
            <a:chOff x="1984788" y="-2227263"/>
            <a:chExt cx="2825748" cy="6094113"/>
          </a:xfrm>
        </p:grpSpPr>
        <p:cxnSp>
          <p:nvCxnSpPr>
            <p:cNvPr id="67" name="Straight Connector 66"/>
            <p:cNvCxnSpPr/>
            <p:nvPr/>
          </p:nvCxnSpPr>
          <p:spPr>
            <a:xfrm rot="10800000">
              <a:off x="1984788" y="3866850"/>
              <a:ext cx="2825748" cy="0"/>
            </a:xfrm>
            <a:prstGeom prst="line">
              <a:avLst/>
            </a:prstGeom>
            <a:ln>
              <a:solidFill>
                <a:schemeClr val="accent1"/>
              </a:solidFill>
              <a:headEnd type="oval"/>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flipV="1">
              <a:off x="2002722" y="-2227263"/>
              <a:ext cx="0" cy="6094113"/>
            </a:xfrm>
            <a:prstGeom prst="line">
              <a:avLst/>
            </a:prstGeom>
            <a:ln>
              <a:solidFill>
                <a:schemeClr val="accent1"/>
              </a:solidFill>
              <a:tailEnd type="triangle" w="lg" len="lg"/>
            </a:ln>
          </p:spPr>
          <p:style>
            <a:lnRef idx="1">
              <a:schemeClr val="accent1"/>
            </a:lnRef>
            <a:fillRef idx="0">
              <a:schemeClr val="accent1"/>
            </a:fillRef>
            <a:effectRef idx="0">
              <a:schemeClr val="accent1"/>
            </a:effectRef>
            <a:fontRef idx="minor">
              <a:schemeClr val="tx1"/>
            </a:fontRef>
          </p:style>
        </p:cxnSp>
      </p:grpSp>
      <p:grpSp>
        <p:nvGrpSpPr>
          <p:cNvPr id="69" name="Group 68"/>
          <p:cNvGrpSpPr/>
          <p:nvPr/>
        </p:nvGrpSpPr>
        <p:grpSpPr>
          <a:xfrm flipH="1" flipV="1">
            <a:off x="7074373" y="3620180"/>
            <a:ext cx="935804" cy="1379606"/>
            <a:chOff x="1984788" y="2060425"/>
            <a:chExt cx="2825748" cy="1806425"/>
          </a:xfrm>
        </p:grpSpPr>
        <p:cxnSp>
          <p:nvCxnSpPr>
            <p:cNvPr id="70" name="Straight Connector 69"/>
            <p:cNvCxnSpPr/>
            <p:nvPr/>
          </p:nvCxnSpPr>
          <p:spPr>
            <a:xfrm rot="10800000">
              <a:off x="1984788" y="3866850"/>
              <a:ext cx="2825748" cy="0"/>
            </a:xfrm>
            <a:prstGeom prst="line">
              <a:avLst/>
            </a:prstGeom>
            <a:ln>
              <a:solidFill>
                <a:schemeClr val="accent5"/>
              </a:solidFill>
              <a:headEnd type="ova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rot="10800000">
              <a:off x="2002721" y="2060425"/>
              <a:ext cx="0" cy="1806425"/>
            </a:xfrm>
            <a:prstGeom prst="line">
              <a:avLst/>
            </a:prstGeom>
            <a:ln>
              <a:solidFill>
                <a:schemeClr val="accent5"/>
              </a:solidFill>
              <a:tailEnd type="triangle" w="lg" len="lg"/>
            </a:ln>
          </p:spPr>
          <p:style>
            <a:lnRef idx="1">
              <a:schemeClr val="accent1"/>
            </a:lnRef>
            <a:fillRef idx="0">
              <a:schemeClr val="accent1"/>
            </a:fillRef>
            <a:effectRef idx="0">
              <a:schemeClr val="accent1"/>
            </a:effectRef>
            <a:fontRef idx="minor">
              <a:schemeClr val="tx1"/>
            </a:fontRef>
          </p:style>
        </p:cxnSp>
      </p:grpSp>
      <p:grpSp>
        <p:nvGrpSpPr>
          <p:cNvPr id="72" name="Group 71"/>
          <p:cNvGrpSpPr/>
          <p:nvPr/>
        </p:nvGrpSpPr>
        <p:grpSpPr>
          <a:xfrm flipH="1">
            <a:off x="7179191" y="1519238"/>
            <a:ext cx="1581458" cy="1274766"/>
            <a:chOff x="1984788" y="650852"/>
            <a:chExt cx="2825748" cy="3216001"/>
          </a:xfrm>
        </p:grpSpPr>
        <p:cxnSp>
          <p:nvCxnSpPr>
            <p:cNvPr id="73" name="Straight Connector 72"/>
            <p:cNvCxnSpPr/>
            <p:nvPr/>
          </p:nvCxnSpPr>
          <p:spPr>
            <a:xfrm rot="10800000">
              <a:off x="1984788" y="3866850"/>
              <a:ext cx="2825748" cy="0"/>
            </a:xfrm>
            <a:prstGeom prst="line">
              <a:avLst/>
            </a:prstGeom>
            <a:ln>
              <a:solidFill>
                <a:schemeClr val="accent4"/>
              </a:solidFill>
              <a:headEnd type="oval"/>
            </a:ln>
          </p:spPr>
          <p:style>
            <a:lnRef idx="1">
              <a:schemeClr val="accent1"/>
            </a:lnRef>
            <a:fillRef idx="0">
              <a:schemeClr val="accent1"/>
            </a:fillRef>
            <a:effectRef idx="0">
              <a:schemeClr val="accent1"/>
            </a:effectRef>
            <a:fontRef idx="minor">
              <a:schemeClr val="tx1"/>
            </a:fontRef>
          </p:style>
        </p:cxnSp>
        <p:cxnSp>
          <p:nvCxnSpPr>
            <p:cNvPr id="74" name="Straight Connector 73"/>
            <p:cNvCxnSpPr/>
            <p:nvPr/>
          </p:nvCxnSpPr>
          <p:spPr>
            <a:xfrm flipH="1" flipV="1">
              <a:off x="2002720" y="650852"/>
              <a:ext cx="0" cy="3216001"/>
            </a:xfrm>
            <a:prstGeom prst="line">
              <a:avLst/>
            </a:prstGeom>
            <a:ln>
              <a:solidFill>
                <a:schemeClr val="accent4"/>
              </a:solidFill>
              <a:tailEnd type="triangle" w="lg" len="lg"/>
            </a:ln>
          </p:spPr>
          <p:style>
            <a:lnRef idx="1">
              <a:schemeClr val="accent1"/>
            </a:lnRef>
            <a:fillRef idx="0">
              <a:schemeClr val="accent1"/>
            </a:fillRef>
            <a:effectRef idx="0">
              <a:schemeClr val="accent1"/>
            </a:effectRef>
            <a:fontRef idx="minor">
              <a:schemeClr val="tx1"/>
            </a:fontRef>
          </p:style>
        </p:cxnSp>
      </p:grpSp>
      <p:sp>
        <p:nvSpPr>
          <p:cNvPr id="76" name="Text Placeholder 48"/>
          <p:cNvSpPr txBox="1">
            <a:spLocks/>
          </p:cNvSpPr>
          <p:nvPr/>
        </p:nvSpPr>
        <p:spPr>
          <a:xfrm>
            <a:off x="9043286" y="1579991"/>
            <a:ext cx="2996314" cy="891415"/>
          </a:xfrm>
          <a:prstGeom prst="rect">
            <a:avLst/>
          </a:prstGeom>
        </p:spPr>
        <p:txBody>
          <a:bodyPr/>
          <a:lstStyle>
            <a:lvl1pPr marL="0" indent="0" algn="l" defTabSz="914400" rtl="0" eaLnBrk="1" latinLnBrk="0" hangingPunct="1">
              <a:lnSpc>
                <a:spcPct val="90000"/>
              </a:lnSpc>
              <a:spcBef>
                <a:spcPts val="1000"/>
              </a:spcBef>
              <a:buFontTx/>
              <a:buNone/>
              <a:defRPr sz="1600" kern="1200">
                <a:solidFill>
                  <a:schemeClr val="tx1"/>
                </a:solidFill>
                <a:latin typeface="+mn-lt"/>
                <a:ea typeface="+mn-ea"/>
                <a:cs typeface="+mn-cs"/>
              </a:defRPr>
            </a:lvl1pPr>
            <a:lvl2pPr marL="457200" indent="0" algn="l" defTabSz="914400" rtl="0" eaLnBrk="1" latinLnBrk="0" hangingPunct="1">
              <a:lnSpc>
                <a:spcPct val="90000"/>
              </a:lnSpc>
              <a:spcBef>
                <a:spcPts val="500"/>
              </a:spcBef>
              <a:buFontTx/>
              <a:buNone/>
              <a:defRPr sz="14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Tx/>
              <a:buNone/>
              <a:defRPr sz="12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Tx/>
              <a:buNone/>
              <a:defRPr sz="11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Tx/>
              <a:buNone/>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rtl="1" fontAlgn="auto">
              <a:spcAft>
                <a:spcPts val="0"/>
              </a:spcAft>
            </a:pPr>
            <a:r>
              <a:rPr lang="ar-SA" sz="2800" b="1" dirty="0" smtClean="0">
                <a:solidFill>
                  <a:prstClr val="black"/>
                </a:solidFill>
              </a:rPr>
              <a:t>قلة </a:t>
            </a:r>
            <a:r>
              <a:rPr lang="ar-SA" sz="2800" b="1" dirty="0">
                <a:solidFill>
                  <a:prstClr val="black"/>
                </a:solidFill>
              </a:rPr>
              <a:t>الدخول إلى التكنولوجيا من حيث توفرها. </a:t>
            </a:r>
            <a:endParaRPr lang="en-AU" sz="1400" dirty="0">
              <a:solidFill>
                <a:prstClr val="black">
                  <a:lumMod val="50000"/>
                  <a:lumOff val="50000"/>
                </a:prstClr>
              </a:solidFill>
            </a:endParaRPr>
          </a:p>
        </p:txBody>
      </p:sp>
      <p:sp>
        <p:nvSpPr>
          <p:cNvPr id="78" name="Text Placeholder 48"/>
          <p:cNvSpPr txBox="1">
            <a:spLocks/>
          </p:cNvSpPr>
          <p:nvPr/>
        </p:nvSpPr>
        <p:spPr>
          <a:xfrm>
            <a:off x="7946087" y="3875948"/>
            <a:ext cx="3125138" cy="891415"/>
          </a:xfrm>
          <a:prstGeom prst="rect">
            <a:avLst/>
          </a:prstGeom>
        </p:spPr>
        <p:txBody>
          <a:bodyPr/>
          <a:lstStyle>
            <a:lvl1pPr marL="0" indent="0" algn="l" defTabSz="914400" rtl="0" eaLnBrk="1" latinLnBrk="0" hangingPunct="1">
              <a:lnSpc>
                <a:spcPct val="90000"/>
              </a:lnSpc>
              <a:spcBef>
                <a:spcPts val="1000"/>
              </a:spcBef>
              <a:buFontTx/>
              <a:buNone/>
              <a:defRPr sz="1600" kern="1200">
                <a:solidFill>
                  <a:schemeClr val="tx1"/>
                </a:solidFill>
                <a:latin typeface="+mn-lt"/>
                <a:ea typeface="+mn-ea"/>
                <a:cs typeface="+mn-cs"/>
              </a:defRPr>
            </a:lvl1pPr>
            <a:lvl2pPr marL="457200" indent="0" algn="l" defTabSz="914400" rtl="0" eaLnBrk="1" latinLnBrk="0" hangingPunct="1">
              <a:lnSpc>
                <a:spcPct val="90000"/>
              </a:lnSpc>
              <a:spcBef>
                <a:spcPts val="500"/>
              </a:spcBef>
              <a:buFontTx/>
              <a:buNone/>
              <a:defRPr sz="14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Tx/>
              <a:buNone/>
              <a:defRPr sz="12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Tx/>
              <a:buNone/>
              <a:defRPr sz="11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Tx/>
              <a:buNone/>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rtl="1" fontAlgn="auto">
              <a:spcAft>
                <a:spcPts val="0"/>
              </a:spcAft>
            </a:pPr>
            <a:r>
              <a:rPr lang="ar-SA" sz="2800" b="1" dirty="0" smtClean="0">
                <a:solidFill>
                  <a:prstClr val="black"/>
                </a:solidFill>
              </a:rPr>
              <a:t>قلة </a:t>
            </a:r>
            <a:r>
              <a:rPr lang="ar-SA" sz="2800" b="1" dirty="0">
                <a:solidFill>
                  <a:prstClr val="black"/>
                </a:solidFill>
              </a:rPr>
              <a:t>المعرفة في فوائد التكنولوجيا.</a:t>
            </a:r>
            <a:endParaRPr lang="en-AU" sz="1400" dirty="0">
              <a:solidFill>
                <a:prstClr val="black">
                  <a:lumMod val="50000"/>
                  <a:lumOff val="50000"/>
                </a:prstClr>
              </a:solidFill>
            </a:endParaRPr>
          </a:p>
        </p:txBody>
      </p:sp>
      <p:sp>
        <p:nvSpPr>
          <p:cNvPr id="80" name="Text Placeholder 48"/>
          <p:cNvSpPr txBox="1">
            <a:spLocks/>
          </p:cNvSpPr>
          <p:nvPr/>
        </p:nvSpPr>
        <p:spPr>
          <a:xfrm>
            <a:off x="342947" y="3084779"/>
            <a:ext cx="3161219" cy="2109112"/>
          </a:xfrm>
          <a:prstGeom prst="rect">
            <a:avLst/>
          </a:prstGeom>
        </p:spPr>
        <p:txBody>
          <a:bodyPr/>
          <a:lstStyle>
            <a:lvl1pPr marL="0" indent="0" algn="l" defTabSz="914400" rtl="0" eaLnBrk="1" latinLnBrk="0" hangingPunct="1">
              <a:lnSpc>
                <a:spcPct val="90000"/>
              </a:lnSpc>
              <a:spcBef>
                <a:spcPts val="1000"/>
              </a:spcBef>
              <a:buFontTx/>
              <a:buNone/>
              <a:defRPr sz="1600" kern="1200">
                <a:solidFill>
                  <a:schemeClr val="tx1"/>
                </a:solidFill>
                <a:latin typeface="+mn-lt"/>
                <a:ea typeface="+mn-ea"/>
                <a:cs typeface="+mn-cs"/>
              </a:defRPr>
            </a:lvl1pPr>
            <a:lvl2pPr marL="457200" indent="0" algn="l" defTabSz="914400" rtl="0" eaLnBrk="1" latinLnBrk="0" hangingPunct="1">
              <a:lnSpc>
                <a:spcPct val="90000"/>
              </a:lnSpc>
              <a:spcBef>
                <a:spcPts val="500"/>
              </a:spcBef>
              <a:buFontTx/>
              <a:buNone/>
              <a:defRPr sz="14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Tx/>
              <a:buNone/>
              <a:defRPr sz="12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Tx/>
              <a:buNone/>
              <a:defRPr sz="11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Tx/>
              <a:buNone/>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r" rtl="1" fontAlgn="auto">
              <a:spcAft>
                <a:spcPts val="0"/>
              </a:spcAft>
            </a:pPr>
            <a:r>
              <a:rPr lang="ar-SA" sz="2800" b="1" dirty="0" smtClean="0">
                <a:solidFill>
                  <a:prstClr val="black"/>
                </a:solidFill>
              </a:rPr>
              <a:t>قلة </a:t>
            </a:r>
            <a:r>
              <a:rPr lang="ar-SA" sz="2800" b="1" dirty="0">
                <a:solidFill>
                  <a:prstClr val="black"/>
                </a:solidFill>
              </a:rPr>
              <a:t>المعرفة في كيفية استخدام التكنولوجيا.</a:t>
            </a:r>
            <a:endParaRPr lang="en-AU" sz="1400" dirty="0">
              <a:solidFill>
                <a:prstClr val="black">
                  <a:lumMod val="50000"/>
                  <a:lumOff val="50000"/>
                </a:prstClr>
              </a:solidFill>
            </a:endParaRPr>
          </a:p>
        </p:txBody>
      </p:sp>
    </p:spTree>
    <p:extLst>
      <p:ext uri="{BB962C8B-B14F-4D97-AF65-F5344CB8AC3E}">
        <p14:creationId xmlns:p14="http://schemas.microsoft.com/office/powerpoint/2010/main" val="31696928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16"/>
                                        </p:tgtEl>
                                        <p:attrNameLst>
                                          <p:attrName>style.visibility</p:attrName>
                                        </p:attrNameLst>
                                      </p:cBhvr>
                                      <p:to>
                                        <p:strVal val="visible"/>
                                      </p:to>
                                    </p:set>
                                    <p:anim calcmode="lin" valueType="num">
                                      <p:cBhvr>
                                        <p:cTn id="7" dur="500" fill="hold"/>
                                        <p:tgtEl>
                                          <p:spTgt spid="16"/>
                                        </p:tgtEl>
                                        <p:attrNameLst>
                                          <p:attrName>ppt_w</p:attrName>
                                        </p:attrNameLst>
                                      </p:cBhvr>
                                      <p:tavLst>
                                        <p:tav tm="0">
                                          <p:val>
                                            <p:fltVal val="0"/>
                                          </p:val>
                                        </p:tav>
                                        <p:tav tm="100000">
                                          <p:val>
                                            <p:strVal val="#ppt_w"/>
                                          </p:val>
                                        </p:tav>
                                      </p:tavLst>
                                    </p:anim>
                                    <p:anim calcmode="lin" valueType="num">
                                      <p:cBhvr>
                                        <p:cTn id="8" dur="500" fill="hold"/>
                                        <p:tgtEl>
                                          <p:spTgt spid="16"/>
                                        </p:tgtEl>
                                        <p:attrNameLst>
                                          <p:attrName>ppt_h</p:attrName>
                                        </p:attrNameLst>
                                      </p:cBhvr>
                                      <p:tavLst>
                                        <p:tav tm="0">
                                          <p:val>
                                            <p:fltVal val="0"/>
                                          </p:val>
                                        </p:tav>
                                        <p:tav tm="100000">
                                          <p:val>
                                            <p:strVal val="#ppt_h"/>
                                          </p:val>
                                        </p:tav>
                                      </p:tavLst>
                                    </p:anim>
                                    <p:animEffect transition="in" filter="fade">
                                      <p:cBhvr>
                                        <p:cTn id="9" dur="500"/>
                                        <p:tgtEl>
                                          <p:spTgt spid="16"/>
                                        </p:tgtEl>
                                      </p:cBhvr>
                                    </p:animEffect>
                                  </p:childTnLst>
                                </p:cTn>
                              </p:par>
                            </p:childTnLst>
                          </p:cTn>
                        </p:par>
                        <p:par>
                          <p:cTn id="10" fill="hold">
                            <p:stCondLst>
                              <p:cond delay="500"/>
                            </p:stCondLst>
                            <p:childTnLst>
                              <p:par>
                                <p:cTn id="11" presetID="2" presetClass="entr" presetSubtype="3" fill="hold" nodeType="afterEffect">
                                  <p:stCondLst>
                                    <p:cond delay="0"/>
                                  </p:stCondLst>
                                  <p:childTnLst>
                                    <p:set>
                                      <p:cBhvr>
                                        <p:cTn id="12" dur="1" fill="hold">
                                          <p:stCondLst>
                                            <p:cond delay="0"/>
                                          </p:stCondLst>
                                        </p:cTn>
                                        <p:tgtEl>
                                          <p:spTgt spid="21"/>
                                        </p:tgtEl>
                                        <p:attrNameLst>
                                          <p:attrName>style.visibility</p:attrName>
                                        </p:attrNameLst>
                                      </p:cBhvr>
                                      <p:to>
                                        <p:strVal val="visible"/>
                                      </p:to>
                                    </p:set>
                                    <p:anim calcmode="lin" valueType="num">
                                      <p:cBhvr additive="base">
                                        <p:cTn id="13" dur="500" fill="hold"/>
                                        <p:tgtEl>
                                          <p:spTgt spid="21"/>
                                        </p:tgtEl>
                                        <p:attrNameLst>
                                          <p:attrName>ppt_x</p:attrName>
                                        </p:attrNameLst>
                                      </p:cBhvr>
                                      <p:tavLst>
                                        <p:tav tm="0">
                                          <p:val>
                                            <p:strVal val="1+#ppt_w/2"/>
                                          </p:val>
                                        </p:tav>
                                        <p:tav tm="100000">
                                          <p:val>
                                            <p:strVal val="#ppt_x"/>
                                          </p:val>
                                        </p:tav>
                                      </p:tavLst>
                                    </p:anim>
                                    <p:anim calcmode="lin" valueType="num">
                                      <p:cBhvr additive="base">
                                        <p:cTn id="14" dur="500" fill="hold"/>
                                        <p:tgtEl>
                                          <p:spTgt spid="21"/>
                                        </p:tgtEl>
                                        <p:attrNameLst>
                                          <p:attrName>ppt_y</p:attrName>
                                        </p:attrNameLst>
                                      </p:cBhvr>
                                      <p:tavLst>
                                        <p:tav tm="0">
                                          <p:val>
                                            <p:strVal val="0-#ppt_h/2"/>
                                          </p:val>
                                        </p:tav>
                                        <p:tav tm="100000">
                                          <p:val>
                                            <p:strVal val="#ppt_y"/>
                                          </p:val>
                                        </p:tav>
                                      </p:tavLst>
                                    </p:anim>
                                  </p:childTnLst>
                                </p:cTn>
                              </p:par>
                            </p:childTnLst>
                          </p:cTn>
                        </p:par>
                        <p:par>
                          <p:cTn id="15" fill="hold">
                            <p:stCondLst>
                              <p:cond delay="1000"/>
                            </p:stCondLst>
                            <p:childTnLst>
                              <p:par>
                                <p:cTn id="16" presetID="2" presetClass="entr" presetSubtype="9" fill="hold" nodeType="afterEffect">
                                  <p:stCondLst>
                                    <p:cond delay="0"/>
                                  </p:stCondLst>
                                  <p:childTnLst>
                                    <p:set>
                                      <p:cBhvr>
                                        <p:cTn id="17" dur="1" fill="hold">
                                          <p:stCondLst>
                                            <p:cond delay="0"/>
                                          </p:stCondLst>
                                        </p:cTn>
                                        <p:tgtEl>
                                          <p:spTgt spid="36"/>
                                        </p:tgtEl>
                                        <p:attrNameLst>
                                          <p:attrName>style.visibility</p:attrName>
                                        </p:attrNameLst>
                                      </p:cBhvr>
                                      <p:to>
                                        <p:strVal val="visible"/>
                                      </p:to>
                                    </p:set>
                                    <p:anim calcmode="lin" valueType="num">
                                      <p:cBhvr additive="base">
                                        <p:cTn id="18" dur="500" fill="hold"/>
                                        <p:tgtEl>
                                          <p:spTgt spid="36"/>
                                        </p:tgtEl>
                                        <p:attrNameLst>
                                          <p:attrName>ppt_x</p:attrName>
                                        </p:attrNameLst>
                                      </p:cBhvr>
                                      <p:tavLst>
                                        <p:tav tm="0">
                                          <p:val>
                                            <p:strVal val="0-#ppt_w/2"/>
                                          </p:val>
                                        </p:tav>
                                        <p:tav tm="100000">
                                          <p:val>
                                            <p:strVal val="#ppt_x"/>
                                          </p:val>
                                        </p:tav>
                                      </p:tavLst>
                                    </p:anim>
                                    <p:anim calcmode="lin" valueType="num">
                                      <p:cBhvr additive="base">
                                        <p:cTn id="19" dur="500" fill="hold"/>
                                        <p:tgtEl>
                                          <p:spTgt spid="36"/>
                                        </p:tgtEl>
                                        <p:attrNameLst>
                                          <p:attrName>ppt_y</p:attrName>
                                        </p:attrNameLst>
                                      </p:cBhvr>
                                      <p:tavLst>
                                        <p:tav tm="0">
                                          <p:val>
                                            <p:strVal val="0-#ppt_h/2"/>
                                          </p:val>
                                        </p:tav>
                                        <p:tav tm="100000">
                                          <p:val>
                                            <p:strVal val="#ppt_y"/>
                                          </p:val>
                                        </p:tav>
                                      </p:tavLst>
                                    </p:anim>
                                  </p:childTnLst>
                                </p:cTn>
                              </p:par>
                            </p:childTnLst>
                          </p:cTn>
                        </p:par>
                        <p:par>
                          <p:cTn id="20" fill="hold">
                            <p:stCondLst>
                              <p:cond delay="1500"/>
                            </p:stCondLst>
                            <p:childTnLst>
                              <p:par>
                                <p:cTn id="21" presetID="2" presetClass="entr" presetSubtype="3" fill="hold" nodeType="afterEffect">
                                  <p:stCondLst>
                                    <p:cond delay="0"/>
                                  </p:stCondLst>
                                  <p:childTnLst>
                                    <p:set>
                                      <p:cBhvr>
                                        <p:cTn id="22" dur="1" fill="hold">
                                          <p:stCondLst>
                                            <p:cond delay="0"/>
                                          </p:stCondLst>
                                        </p:cTn>
                                        <p:tgtEl>
                                          <p:spTgt spid="45"/>
                                        </p:tgtEl>
                                        <p:attrNameLst>
                                          <p:attrName>style.visibility</p:attrName>
                                        </p:attrNameLst>
                                      </p:cBhvr>
                                      <p:to>
                                        <p:strVal val="visible"/>
                                      </p:to>
                                    </p:set>
                                    <p:anim calcmode="lin" valueType="num">
                                      <p:cBhvr additive="base">
                                        <p:cTn id="23" dur="500" fill="hold"/>
                                        <p:tgtEl>
                                          <p:spTgt spid="45"/>
                                        </p:tgtEl>
                                        <p:attrNameLst>
                                          <p:attrName>ppt_x</p:attrName>
                                        </p:attrNameLst>
                                      </p:cBhvr>
                                      <p:tavLst>
                                        <p:tav tm="0">
                                          <p:val>
                                            <p:strVal val="1+#ppt_w/2"/>
                                          </p:val>
                                        </p:tav>
                                        <p:tav tm="100000">
                                          <p:val>
                                            <p:strVal val="#ppt_x"/>
                                          </p:val>
                                        </p:tav>
                                      </p:tavLst>
                                    </p:anim>
                                    <p:anim calcmode="lin" valueType="num">
                                      <p:cBhvr additive="base">
                                        <p:cTn id="24" dur="500" fill="hold"/>
                                        <p:tgtEl>
                                          <p:spTgt spid="45"/>
                                        </p:tgtEl>
                                        <p:attrNameLst>
                                          <p:attrName>ppt_y</p:attrName>
                                        </p:attrNameLst>
                                      </p:cBhvr>
                                      <p:tavLst>
                                        <p:tav tm="0">
                                          <p:val>
                                            <p:strVal val="0-#ppt_h/2"/>
                                          </p:val>
                                        </p:tav>
                                        <p:tav tm="100000">
                                          <p:val>
                                            <p:strVal val="#ppt_y"/>
                                          </p:val>
                                        </p:tav>
                                      </p:tavLst>
                                    </p:anim>
                                  </p:childTnLst>
                                </p:cTn>
                              </p:par>
                            </p:childTnLst>
                          </p:cTn>
                        </p:par>
                        <p:par>
                          <p:cTn id="25" fill="hold">
                            <p:stCondLst>
                              <p:cond delay="2000"/>
                            </p:stCondLst>
                            <p:childTnLst>
                              <p:par>
                                <p:cTn id="26" presetID="22" presetClass="entr" presetSubtype="4" fill="hold" nodeType="afterEffect">
                                  <p:stCondLst>
                                    <p:cond delay="0"/>
                                  </p:stCondLst>
                                  <p:childTnLst>
                                    <p:set>
                                      <p:cBhvr>
                                        <p:cTn id="27" dur="1" fill="hold">
                                          <p:stCondLst>
                                            <p:cond delay="0"/>
                                          </p:stCondLst>
                                        </p:cTn>
                                        <p:tgtEl>
                                          <p:spTgt spid="72"/>
                                        </p:tgtEl>
                                        <p:attrNameLst>
                                          <p:attrName>style.visibility</p:attrName>
                                        </p:attrNameLst>
                                      </p:cBhvr>
                                      <p:to>
                                        <p:strVal val="visible"/>
                                      </p:to>
                                    </p:set>
                                    <p:animEffect transition="in" filter="wipe(down)">
                                      <p:cBhvr>
                                        <p:cTn id="28" dur="500"/>
                                        <p:tgtEl>
                                          <p:spTgt spid="72"/>
                                        </p:tgtEl>
                                      </p:cBhvr>
                                    </p:animEffect>
                                  </p:childTnLst>
                                </p:cTn>
                              </p:par>
                            </p:childTnLst>
                          </p:cTn>
                        </p:par>
                        <p:par>
                          <p:cTn id="29" fill="hold">
                            <p:stCondLst>
                              <p:cond delay="2500"/>
                            </p:stCondLst>
                            <p:childTnLst>
                              <p:par>
                                <p:cTn id="30" presetID="10" presetClass="entr" presetSubtype="0" fill="hold" grpId="0" nodeType="afterEffect">
                                  <p:stCondLst>
                                    <p:cond delay="0"/>
                                  </p:stCondLst>
                                  <p:childTnLst>
                                    <p:set>
                                      <p:cBhvr>
                                        <p:cTn id="31" dur="1" fill="hold">
                                          <p:stCondLst>
                                            <p:cond delay="0"/>
                                          </p:stCondLst>
                                        </p:cTn>
                                        <p:tgtEl>
                                          <p:spTgt spid="76"/>
                                        </p:tgtEl>
                                        <p:attrNameLst>
                                          <p:attrName>style.visibility</p:attrName>
                                        </p:attrNameLst>
                                      </p:cBhvr>
                                      <p:to>
                                        <p:strVal val="visible"/>
                                      </p:to>
                                    </p:set>
                                    <p:animEffect transition="in" filter="fade">
                                      <p:cBhvr>
                                        <p:cTn id="32" dur="500"/>
                                        <p:tgtEl>
                                          <p:spTgt spid="76"/>
                                        </p:tgtEl>
                                      </p:cBhvr>
                                    </p:animEffect>
                                  </p:childTnLst>
                                </p:cTn>
                              </p:par>
                            </p:childTnLst>
                          </p:cTn>
                        </p:par>
                        <p:par>
                          <p:cTn id="33" fill="hold">
                            <p:stCondLst>
                              <p:cond delay="3000"/>
                            </p:stCondLst>
                            <p:childTnLst>
                              <p:par>
                                <p:cTn id="34" presetID="22" presetClass="entr" presetSubtype="1" fill="hold" nodeType="afterEffect">
                                  <p:stCondLst>
                                    <p:cond delay="0"/>
                                  </p:stCondLst>
                                  <p:childTnLst>
                                    <p:set>
                                      <p:cBhvr>
                                        <p:cTn id="35" dur="1" fill="hold">
                                          <p:stCondLst>
                                            <p:cond delay="0"/>
                                          </p:stCondLst>
                                        </p:cTn>
                                        <p:tgtEl>
                                          <p:spTgt spid="66"/>
                                        </p:tgtEl>
                                        <p:attrNameLst>
                                          <p:attrName>style.visibility</p:attrName>
                                        </p:attrNameLst>
                                      </p:cBhvr>
                                      <p:to>
                                        <p:strVal val="visible"/>
                                      </p:to>
                                    </p:set>
                                    <p:animEffect transition="in" filter="wipe(up)">
                                      <p:cBhvr>
                                        <p:cTn id="36" dur="500"/>
                                        <p:tgtEl>
                                          <p:spTgt spid="66"/>
                                        </p:tgtEl>
                                      </p:cBhvr>
                                    </p:animEffect>
                                  </p:childTnLst>
                                </p:cTn>
                              </p:par>
                            </p:childTnLst>
                          </p:cTn>
                        </p:par>
                        <p:par>
                          <p:cTn id="37" fill="hold">
                            <p:stCondLst>
                              <p:cond delay="3500"/>
                            </p:stCondLst>
                            <p:childTnLst>
                              <p:par>
                                <p:cTn id="38" presetID="10" presetClass="entr" presetSubtype="0" fill="hold" grpId="0" nodeType="afterEffect">
                                  <p:stCondLst>
                                    <p:cond delay="0"/>
                                  </p:stCondLst>
                                  <p:childTnLst>
                                    <p:set>
                                      <p:cBhvr>
                                        <p:cTn id="39" dur="1" fill="hold">
                                          <p:stCondLst>
                                            <p:cond delay="0"/>
                                          </p:stCondLst>
                                        </p:cTn>
                                        <p:tgtEl>
                                          <p:spTgt spid="80"/>
                                        </p:tgtEl>
                                        <p:attrNameLst>
                                          <p:attrName>style.visibility</p:attrName>
                                        </p:attrNameLst>
                                      </p:cBhvr>
                                      <p:to>
                                        <p:strVal val="visible"/>
                                      </p:to>
                                    </p:set>
                                    <p:animEffect transition="in" filter="fade">
                                      <p:cBhvr>
                                        <p:cTn id="40" dur="500"/>
                                        <p:tgtEl>
                                          <p:spTgt spid="80"/>
                                        </p:tgtEl>
                                      </p:cBhvr>
                                    </p:animEffect>
                                  </p:childTnLst>
                                </p:cTn>
                              </p:par>
                            </p:childTnLst>
                          </p:cTn>
                        </p:par>
                        <p:par>
                          <p:cTn id="41" fill="hold">
                            <p:stCondLst>
                              <p:cond delay="4000"/>
                            </p:stCondLst>
                            <p:childTnLst>
                              <p:par>
                                <p:cTn id="42" presetID="22" presetClass="entr" presetSubtype="1" fill="hold" nodeType="afterEffect">
                                  <p:stCondLst>
                                    <p:cond delay="0"/>
                                  </p:stCondLst>
                                  <p:childTnLst>
                                    <p:set>
                                      <p:cBhvr>
                                        <p:cTn id="43" dur="1" fill="hold">
                                          <p:stCondLst>
                                            <p:cond delay="0"/>
                                          </p:stCondLst>
                                        </p:cTn>
                                        <p:tgtEl>
                                          <p:spTgt spid="69"/>
                                        </p:tgtEl>
                                        <p:attrNameLst>
                                          <p:attrName>style.visibility</p:attrName>
                                        </p:attrNameLst>
                                      </p:cBhvr>
                                      <p:to>
                                        <p:strVal val="visible"/>
                                      </p:to>
                                    </p:set>
                                    <p:animEffect transition="in" filter="wipe(up)">
                                      <p:cBhvr>
                                        <p:cTn id="44" dur="500"/>
                                        <p:tgtEl>
                                          <p:spTgt spid="69"/>
                                        </p:tgtEl>
                                      </p:cBhvr>
                                    </p:animEffect>
                                  </p:childTnLst>
                                </p:cTn>
                              </p:par>
                            </p:childTnLst>
                          </p:cTn>
                        </p:par>
                        <p:par>
                          <p:cTn id="45" fill="hold">
                            <p:stCondLst>
                              <p:cond delay="4500"/>
                            </p:stCondLst>
                            <p:childTnLst>
                              <p:par>
                                <p:cTn id="46" presetID="10" presetClass="entr" presetSubtype="0" fill="hold" grpId="0" nodeType="afterEffect">
                                  <p:stCondLst>
                                    <p:cond delay="0"/>
                                  </p:stCondLst>
                                  <p:childTnLst>
                                    <p:set>
                                      <p:cBhvr>
                                        <p:cTn id="47" dur="1" fill="hold">
                                          <p:stCondLst>
                                            <p:cond delay="0"/>
                                          </p:stCondLst>
                                        </p:cTn>
                                        <p:tgtEl>
                                          <p:spTgt spid="78"/>
                                        </p:tgtEl>
                                        <p:attrNameLst>
                                          <p:attrName>style.visibility</p:attrName>
                                        </p:attrNameLst>
                                      </p:cBhvr>
                                      <p:to>
                                        <p:strVal val="visible"/>
                                      </p:to>
                                    </p:set>
                                    <p:animEffect transition="in" filter="fade">
                                      <p:cBhvr>
                                        <p:cTn id="48" dur="500"/>
                                        <p:tgtEl>
                                          <p:spTgt spid="7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6" grpId="0"/>
      <p:bldP spid="78" grpId="0"/>
      <p:bldP spid="80" grpId="0"/>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Rectangle 17"/>
          <p:cNvSpPr/>
          <p:nvPr/>
        </p:nvSpPr>
        <p:spPr>
          <a:xfrm>
            <a:off x="0" y="0"/>
            <a:ext cx="121920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a:solidFill>
                <a:prstClr val="white"/>
              </a:solidFill>
            </a:endParaRPr>
          </a:p>
        </p:txBody>
      </p:sp>
      <p:sp>
        <p:nvSpPr>
          <p:cNvPr id="25" name="Rectangle 24"/>
          <p:cNvSpPr/>
          <p:nvPr/>
        </p:nvSpPr>
        <p:spPr>
          <a:xfrm>
            <a:off x="-8971" y="1843135"/>
            <a:ext cx="12192000" cy="1825125"/>
          </a:xfrm>
          <a:prstGeom prst="rect">
            <a:avLst/>
          </a:prstGeom>
          <a:solidFill>
            <a:srgbClr val="002060">
              <a:alpha val="8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black"/>
              </a:solidFill>
            </a:endParaRPr>
          </a:p>
        </p:txBody>
      </p:sp>
      <p:sp>
        <p:nvSpPr>
          <p:cNvPr id="24" name="Title 13"/>
          <p:cNvSpPr txBox="1">
            <a:spLocks/>
          </p:cNvSpPr>
          <p:nvPr/>
        </p:nvSpPr>
        <p:spPr>
          <a:xfrm>
            <a:off x="800855" y="1843135"/>
            <a:ext cx="10944024" cy="1341187"/>
          </a:xfrm>
          <a:prstGeom prst="rect">
            <a:avLst/>
          </a:prstGeom>
        </p:spPr>
        <p:txBody>
          <a:bodyPr vert="horz" lIns="91440" tIns="45720" rIns="91440" bIns="45720"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fontAlgn="auto">
              <a:spcAft>
                <a:spcPts val="0"/>
              </a:spcAft>
            </a:pPr>
            <a:r>
              <a:rPr lang="ar-SA" sz="5400" dirty="0">
                <a:solidFill>
                  <a:prstClr val="white"/>
                </a:solidFill>
                <a:latin typeface="Calibri" panose="020F0502020204030204"/>
              </a:rPr>
              <a:t> </a:t>
            </a:r>
          </a:p>
          <a:p>
            <a:pPr rtl="1" fontAlgn="auto">
              <a:spcAft>
                <a:spcPts val="0"/>
              </a:spcAft>
            </a:pPr>
            <a:r>
              <a:rPr lang="ar-SA" sz="5400" b="1" dirty="0">
                <a:solidFill>
                  <a:prstClr val="white"/>
                </a:solidFill>
                <a:latin typeface="Calibri" panose="020F0502020204030204"/>
              </a:rPr>
              <a:t>6. أنواع الفجوات التي أدت إلى الفجوة الديجيتال</a:t>
            </a:r>
            <a:endParaRPr lang="ar-SA" sz="5400" b="1" dirty="0" smtClean="0">
              <a:solidFill>
                <a:prstClr val="white"/>
              </a:solidFill>
              <a:latin typeface="Calibri" panose="020F0502020204030204"/>
            </a:endParaRPr>
          </a:p>
        </p:txBody>
      </p:sp>
    </p:spTree>
    <p:extLst>
      <p:ext uri="{BB962C8B-B14F-4D97-AF65-F5344CB8AC3E}">
        <p14:creationId xmlns:p14="http://schemas.microsoft.com/office/powerpoint/2010/main" val="262689249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18"/>
                                        </p:tgtEl>
                                        <p:attrNameLst>
                                          <p:attrName>style.visibility</p:attrName>
                                        </p:attrNameLst>
                                      </p:cBhvr>
                                      <p:to>
                                        <p:strVal val="visible"/>
                                      </p:to>
                                    </p:set>
                                  </p:childTnLst>
                                </p:cTn>
                              </p:par>
                              <p:par>
                                <p:cTn id="7" presetID="2" presetClass="entr" presetSubtype="4" fill="hold" grpId="0" nodeType="withEffect">
                                  <p:stCondLst>
                                    <p:cond delay="0"/>
                                  </p:stCondLst>
                                  <p:childTnLst>
                                    <p:set>
                                      <p:cBhvr>
                                        <p:cTn id="8" dur="1" fill="hold">
                                          <p:stCondLst>
                                            <p:cond delay="0"/>
                                          </p:stCondLst>
                                        </p:cTn>
                                        <p:tgtEl>
                                          <p:spTgt spid="25"/>
                                        </p:tgtEl>
                                        <p:attrNameLst>
                                          <p:attrName>style.visibility</p:attrName>
                                        </p:attrNameLst>
                                      </p:cBhvr>
                                      <p:to>
                                        <p:strVal val="visible"/>
                                      </p:to>
                                    </p:set>
                                    <p:anim calcmode="lin" valueType="num">
                                      <p:cBhvr additive="base">
                                        <p:cTn id="9" dur="500" fill="hold"/>
                                        <p:tgtEl>
                                          <p:spTgt spid="25"/>
                                        </p:tgtEl>
                                        <p:attrNameLst>
                                          <p:attrName>ppt_x</p:attrName>
                                        </p:attrNameLst>
                                      </p:cBhvr>
                                      <p:tavLst>
                                        <p:tav tm="0">
                                          <p:val>
                                            <p:strVal val="#ppt_x"/>
                                          </p:val>
                                        </p:tav>
                                        <p:tav tm="100000">
                                          <p:val>
                                            <p:strVal val="#ppt_x"/>
                                          </p:val>
                                        </p:tav>
                                      </p:tavLst>
                                    </p:anim>
                                    <p:anim calcmode="lin" valueType="num">
                                      <p:cBhvr additive="base">
                                        <p:cTn id="10" dur="500" fill="hold"/>
                                        <p:tgtEl>
                                          <p:spTgt spid="25"/>
                                        </p:tgtEl>
                                        <p:attrNameLst>
                                          <p:attrName>ppt_y</p:attrName>
                                        </p:attrNameLst>
                                      </p:cBhvr>
                                      <p:tavLst>
                                        <p:tav tm="0">
                                          <p:val>
                                            <p:strVal val="1+#ppt_h/2"/>
                                          </p:val>
                                        </p:tav>
                                        <p:tav tm="100000">
                                          <p:val>
                                            <p:strVal val="#ppt_y"/>
                                          </p:val>
                                        </p:tav>
                                      </p:tavLst>
                                    </p:anim>
                                  </p:childTnLst>
                                </p:cTn>
                              </p:par>
                            </p:childTnLst>
                          </p:cTn>
                        </p:par>
                        <p:par>
                          <p:cTn id="11" fill="hold">
                            <p:stCondLst>
                              <p:cond delay="500"/>
                            </p:stCondLst>
                            <p:childTnLst>
                              <p:par>
                                <p:cTn id="12" presetID="10" presetClass="entr" presetSubtype="0" fill="hold" grpId="0" nodeType="afterEffect">
                                  <p:stCondLst>
                                    <p:cond delay="250"/>
                                  </p:stCondLst>
                                  <p:childTnLst>
                                    <p:set>
                                      <p:cBhvr>
                                        <p:cTn id="13" dur="1" fill="hold">
                                          <p:stCondLst>
                                            <p:cond delay="0"/>
                                          </p:stCondLst>
                                        </p:cTn>
                                        <p:tgtEl>
                                          <p:spTgt spid="24"/>
                                        </p:tgtEl>
                                        <p:attrNameLst>
                                          <p:attrName>style.visibility</p:attrName>
                                        </p:attrNameLst>
                                      </p:cBhvr>
                                      <p:to>
                                        <p:strVal val="visible"/>
                                      </p:to>
                                    </p:set>
                                    <p:animEffect transition="in" filter="fade">
                                      <p:cBhvr>
                                        <p:cTn id="14"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25" grpId="0" animBg="1"/>
      <p:bldP spid="24" grpId="0"/>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306591" y="318344"/>
            <a:ext cx="11233150" cy="1070791"/>
          </a:xfrm>
        </p:spPr>
        <p:txBody>
          <a:bodyPr>
            <a:noAutofit/>
          </a:bodyPr>
          <a:lstStyle/>
          <a:p>
            <a:pPr algn="ctr"/>
            <a:r>
              <a:rPr lang="ar-SA" sz="2800" b="1" dirty="0">
                <a:solidFill>
                  <a:schemeClr val="tx1"/>
                </a:solidFill>
              </a:rPr>
              <a:t>يشهد عالم القرن الحادي العشرين العديد من أنواع فجوات عدم المساواة، وذلك من منظور التنمية الشاملة التي تحملها (الفجوة الديجيتال) في طياتها بوصفها فجوة الفجوات: </a:t>
            </a:r>
            <a:endParaRPr lang="en-AU" sz="2800" b="1" dirty="0">
              <a:solidFill>
                <a:schemeClr val="tx1"/>
              </a:solidFill>
            </a:endParaRPr>
          </a:p>
        </p:txBody>
      </p:sp>
      <p:grpSp>
        <p:nvGrpSpPr>
          <p:cNvPr id="65" name="Group 64"/>
          <p:cNvGrpSpPr/>
          <p:nvPr/>
        </p:nvGrpSpPr>
        <p:grpSpPr>
          <a:xfrm>
            <a:off x="3479022" y="2613875"/>
            <a:ext cx="5279976" cy="2501695"/>
            <a:chOff x="2554654" y="1980174"/>
            <a:chExt cx="7082692" cy="3511382"/>
          </a:xfrm>
        </p:grpSpPr>
        <p:sp>
          <p:nvSpPr>
            <p:cNvPr id="66" name="Oval 65"/>
            <p:cNvSpPr/>
            <p:nvPr/>
          </p:nvSpPr>
          <p:spPr>
            <a:xfrm>
              <a:off x="5941808" y="4785807"/>
              <a:ext cx="348226" cy="348226"/>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67" name="Oval 66"/>
            <p:cNvSpPr/>
            <p:nvPr/>
          </p:nvSpPr>
          <p:spPr>
            <a:xfrm>
              <a:off x="5941808" y="4004234"/>
              <a:ext cx="348226" cy="34822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68" name="Oval 67"/>
            <p:cNvSpPr/>
            <p:nvPr/>
          </p:nvSpPr>
          <p:spPr>
            <a:xfrm>
              <a:off x="5948225" y="3114605"/>
              <a:ext cx="348226" cy="34822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69" name="Oval 68"/>
            <p:cNvSpPr/>
            <p:nvPr/>
          </p:nvSpPr>
          <p:spPr>
            <a:xfrm>
              <a:off x="5921887" y="2336070"/>
              <a:ext cx="348226" cy="348226"/>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grpSp>
          <p:nvGrpSpPr>
            <p:cNvPr id="70" name="Group 17"/>
            <p:cNvGrpSpPr/>
            <p:nvPr/>
          </p:nvGrpSpPr>
          <p:grpSpPr>
            <a:xfrm flipH="1">
              <a:off x="2554654" y="1980174"/>
              <a:ext cx="3541346" cy="1059820"/>
              <a:chOff x="3047999" y="2196251"/>
              <a:chExt cx="2662589" cy="796834"/>
            </a:xfrm>
          </p:grpSpPr>
          <p:sp>
            <p:nvSpPr>
              <p:cNvPr id="89" name="Rounded Rectangle 88"/>
              <p:cNvSpPr/>
              <p:nvPr/>
            </p:nvSpPr>
            <p:spPr bwMode="auto">
              <a:xfrm>
                <a:off x="3616180" y="2242087"/>
                <a:ext cx="2094408" cy="750998"/>
              </a:xfrm>
              <a:prstGeom prst="roundRect">
                <a:avLst/>
              </a:prstGeom>
              <a:solidFill>
                <a:schemeClr val="accent1">
                  <a:lumMod val="75000"/>
                </a:schemeClr>
              </a:solidFill>
              <a:ln w="9525">
                <a:noFill/>
                <a:round/>
                <a:headEnd/>
                <a:tailEnd/>
              </a:ln>
            </p:spPr>
            <p:txBody>
              <a:bodyPr vert="horz" wrap="square" lIns="91440" tIns="45720" rIns="91440" bIns="45720" numCol="1" rtlCol="0" anchor="ctr" anchorCtr="0" compatLnSpc="1">
                <a:prstTxWarp prst="textNoShape">
                  <a:avLst/>
                </a:prstTxWarp>
              </a:bodyPr>
              <a:lstStyle/>
              <a:p>
                <a:pPr algn="ctr" fontAlgn="auto">
                  <a:spcBef>
                    <a:spcPts val="0"/>
                  </a:spcBef>
                  <a:spcAft>
                    <a:spcPts val="0"/>
                  </a:spcAft>
                </a:pPr>
                <a:endParaRPr lang="en-US" b="1" dirty="0">
                  <a:solidFill>
                    <a:prstClr val="white"/>
                  </a:solidFill>
                  <a:latin typeface="Roboto Lt"/>
                </a:endParaRPr>
              </a:p>
            </p:txBody>
          </p:sp>
          <p:sp>
            <p:nvSpPr>
              <p:cNvPr id="90" name="Rounded Rectangle 89"/>
              <p:cNvSpPr/>
              <p:nvPr/>
            </p:nvSpPr>
            <p:spPr bwMode="auto">
              <a:xfrm>
                <a:off x="3581401" y="2196251"/>
                <a:ext cx="2094408" cy="750998"/>
              </a:xfrm>
              <a:prstGeom prst="roundRect">
                <a:avLst/>
              </a:prstGeom>
              <a:solidFill>
                <a:schemeClr val="accent1"/>
              </a:solidFill>
              <a:ln w="9525">
                <a:noFill/>
                <a:round/>
                <a:headEnd/>
                <a:tailEnd/>
              </a:ln>
            </p:spPr>
            <p:txBody>
              <a:bodyPr vert="horz" wrap="square" lIns="91440" tIns="45720" rIns="91440" bIns="45720" numCol="1" rtlCol="0" anchor="ctr" anchorCtr="0" compatLnSpc="1">
                <a:prstTxWarp prst="textNoShape">
                  <a:avLst/>
                </a:prstTxWarp>
              </a:bodyPr>
              <a:lstStyle/>
              <a:p>
                <a:pPr algn="ctr" rtl="1" fontAlgn="auto">
                  <a:spcBef>
                    <a:spcPts val="0"/>
                  </a:spcBef>
                  <a:spcAft>
                    <a:spcPts val="0"/>
                  </a:spcAft>
                </a:pPr>
                <a:r>
                  <a:rPr lang="en-US" sz="2800" b="1" dirty="0" smtClean="0">
                    <a:solidFill>
                      <a:prstClr val="white"/>
                    </a:solidFill>
                    <a:latin typeface="Roboto"/>
                    <a:ea typeface="Fira Sans SemiBold Italic" panose="00000700000000000000" pitchFamily="50" charset="0"/>
                  </a:rPr>
                  <a:t>1</a:t>
                </a:r>
                <a:endParaRPr lang="en-US" sz="2800" b="1" dirty="0">
                  <a:solidFill>
                    <a:prstClr val="white"/>
                  </a:solidFill>
                  <a:latin typeface="Roboto"/>
                  <a:ea typeface="Fira Sans SemiBold Italic" panose="00000700000000000000" pitchFamily="50" charset="0"/>
                </a:endParaRPr>
              </a:p>
            </p:txBody>
          </p:sp>
          <p:grpSp>
            <p:nvGrpSpPr>
              <p:cNvPr id="91" name="Group 22"/>
              <p:cNvGrpSpPr/>
              <p:nvPr/>
            </p:nvGrpSpPr>
            <p:grpSpPr>
              <a:xfrm rot="16200000">
                <a:off x="3369279" y="2174269"/>
                <a:ext cx="195640" cy="838200"/>
                <a:chOff x="3686186" y="1166322"/>
                <a:chExt cx="152400" cy="652944"/>
              </a:xfrm>
            </p:grpSpPr>
            <p:sp>
              <p:nvSpPr>
                <p:cNvPr id="92" name="Oval 91"/>
                <p:cNvSpPr/>
                <p:nvPr/>
              </p:nvSpPr>
              <p:spPr>
                <a:xfrm>
                  <a:off x="3686186" y="1666867"/>
                  <a:ext cx="152400" cy="152399"/>
                </a:xfrm>
                <a:prstGeom prst="ellips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sz="1600" dirty="0">
                    <a:solidFill>
                      <a:prstClr val="white"/>
                    </a:solidFill>
                  </a:endParaRPr>
                </a:p>
              </p:txBody>
            </p:sp>
            <p:sp>
              <p:nvSpPr>
                <p:cNvPr id="93" name="Rounded Rectangle 92"/>
                <p:cNvSpPr/>
                <p:nvPr/>
              </p:nvSpPr>
              <p:spPr>
                <a:xfrm>
                  <a:off x="3737893" y="1166322"/>
                  <a:ext cx="48984" cy="610899"/>
                </a:xfrm>
                <a:prstGeom prst="roundRect">
                  <a:avLst>
                    <a:gd name="adj" fmla="val 38542"/>
                  </a:avLst>
                </a:prstGeom>
                <a:gradFill>
                  <a:gsLst>
                    <a:gs pos="2000">
                      <a:schemeClr val="tx1">
                        <a:lumMod val="50000"/>
                        <a:lumOff val="50000"/>
                      </a:schemeClr>
                    </a:gs>
                    <a:gs pos="100000">
                      <a:schemeClr val="bg1"/>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sz="1600" dirty="0">
                    <a:solidFill>
                      <a:prstClr val="white"/>
                    </a:solidFill>
                  </a:endParaRPr>
                </a:p>
              </p:txBody>
            </p:sp>
          </p:grpSp>
        </p:grpSp>
        <p:grpSp>
          <p:nvGrpSpPr>
            <p:cNvPr id="71" name="Group 17"/>
            <p:cNvGrpSpPr/>
            <p:nvPr/>
          </p:nvGrpSpPr>
          <p:grpSpPr>
            <a:xfrm>
              <a:off x="6096000" y="2743666"/>
              <a:ext cx="3541346" cy="1059820"/>
              <a:chOff x="3047999" y="2196251"/>
              <a:chExt cx="2662589" cy="796834"/>
            </a:xfrm>
          </p:grpSpPr>
          <p:sp>
            <p:nvSpPr>
              <p:cNvPr id="84" name="Rounded Rectangle 83"/>
              <p:cNvSpPr/>
              <p:nvPr/>
            </p:nvSpPr>
            <p:spPr bwMode="auto">
              <a:xfrm>
                <a:off x="3616180" y="2242087"/>
                <a:ext cx="2094408" cy="750998"/>
              </a:xfrm>
              <a:prstGeom prst="roundRect">
                <a:avLst/>
              </a:prstGeom>
              <a:solidFill>
                <a:schemeClr val="accent2">
                  <a:lumMod val="75000"/>
                </a:schemeClr>
              </a:solidFill>
              <a:ln w="9525">
                <a:noFill/>
                <a:round/>
                <a:headEnd/>
                <a:tailEnd/>
              </a:ln>
            </p:spPr>
            <p:txBody>
              <a:bodyPr vert="horz" wrap="square" lIns="91440" tIns="45720" rIns="91440" bIns="45720" numCol="1" rtlCol="0" anchor="ctr" anchorCtr="0" compatLnSpc="1">
                <a:prstTxWarp prst="textNoShape">
                  <a:avLst/>
                </a:prstTxWarp>
              </a:bodyPr>
              <a:lstStyle/>
              <a:p>
                <a:pPr algn="ctr" fontAlgn="auto">
                  <a:spcBef>
                    <a:spcPts val="0"/>
                  </a:spcBef>
                  <a:spcAft>
                    <a:spcPts val="0"/>
                  </a:spcAft>
                </a:pPr>
                <a:endParaRPr lang="en-US" b="1" dirty="0">
                  <a:solidFill>
                    <a:prstClr val="white"/>
                  </a:solidFill>
                  <a:latin typeface="Roboto Lt"/>
                </a:endParaRPr>
              </a:p>
            </p:txBody>
          </p:sp>
          <p:sp>
            <p:nvSpPr>
              <p:cNvPr id="85" name="Rounded Rectangle 84"/>
              <p:cNvSpPr/>
              <p:nvPr/>
            </p:nvSpPr>
            <p:spPr bwMode="auto">
              <a:xfrm>
                <a:off x="3581401" y="2196251"/>
                <a:ext cx="2094408" cy="750998"/>
              </a:xfrm>
              <a:prstGeom prst="roundRect">
                <a:avLst/>
              </a:prstGeom>
              <a:solidFill>
                <a:schemeClr val="accent2"/>
              </a:solidFill>
              <a:ln w="9525">
                <a:noFill/>
                <a:round/>
                <a:headEnd/>
                <a:tailEnd/>
              </a:ln>
            </p:spPr>
            <p:txBody>
              <a:bodyPr vert="horz" wrap="square" lIns="91440" tIns="45720" rIns="91440" bIns="45720" numCol="1" rtlCol="0" anchor="ctr" anchorCtr="0" compatLnSpc="1">
                <a:prstTxWarp prst="textNoShape">
                  <a:avLst/>
                </a:prstTxWarp>
              </a:bodyPr>
              <a:lstStyle/>
              <a:p>
                <a:pPr algn="ctr" fontAlgn="auto">
                  <a:spcBef>
                    <a:spcPts val="0"/>
                  </a:spcBef>
                  <a:spcAft>
                    <a:spcPts val="0"/>
                  </a:spcAft>
                </a:pPr>
                <a:r>
                  <a:rPr lang="en-US" sz="2800" b="1" dirty="0" smtClean="0">
                    <a:solidFill>
                      <a:schemeClr val="bg1"/>
                    </a:solidFill>
                  </a:rPr>
                  <a:t>2</a:t>
                </a:r>
                <a:endParaRPr lang="en-US" sz="2800" b="1" dirty="0">
                  <a:solidFill>
                    <a:schemeClr val="bg1"/>
                  </a:solidFill>
                  <a:latin typeface="Roboto"/>
                  <a:ea typeface="Fira Sans SemiBold Italic" panose="00000700000000000000" pitchFamily="50" charset="0"/>
                </a:endParaRPr>
              </a:p>
            </p:txBody>
          </p:sp>
          <p:grpSp>
            <p:nvGrpSpPr>
              <p:cNvPr id="86" name="Group 22"/>
              <p:cNvGrpSpPr/>
              <p:nvPr/>
            </p:nvGrpSpPr>
            <p:grpSpPr>
              <a:xfrm rot="16200000">
                <a:off x="3369279" y="2174269"/>
                <a:ext cx="195640" cy="838200"/>
                <a:chOff x="3686186" y="1166322"/>
                <a:chExt cx="152400" cy="652944"/>
              </a:xfrm>
            </p:grpSpPr>
            <p:sp>
              <p:nvSpPr>
                <p:cNvPr id="87" name="Oval 86"/>
                <p:cNvSpPr/>
                <p:nvPr/>
              </p:nvSpPr>
              <p:spPr>
                <a:xfrm>
                  <a:off x="3686186" y="1666867"/>
                  <a:ext cx="152400" cy="152399"/>
                </a:xfrm>
                <a:prstGeom prst="ellips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sz="1600" dirty="0">
                    <a:solidFill>
                      <a:prstClr val="white"/>
                    </a:solidFill>
                  </a:endParaRPr>
                </a:p>
              </p:txBody>
            </p:sp>
            <p:sp>
              <p:nvSpPr>
                <p:cNvPr id="88" name="Rounded Rectangle 87"/>
                <p:cNvSpPr/>
                <p:nvPr/>
              </p:nvSpPr>
              <p:spPr>
                <a:xfrm>
                  <a:off x="3737893" y="1166322"/>
                  <a:ext cx="48984" cy="610899"/>
                </a:xfrm>
                <a:prstGeom prst="roundRect">
                  <a:avLst>
                    <a:gd name="adj" fmla="val 38542"/>
                  </a:avLst>
                </a:prstGeom>
                <a:gradFill>
                  <a:gsLst>
                    <a:gs pos="2000">
                      <a:schemeClr val="tx1">
                        <a:lumMod val="50000"/>
                        <a:lumOff val="50000"/>
                      </a:schemeClr>
                    </a:gs>
                    <a:gs pos="100000">
                      <a:schemeClr val="bg1"/>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sz="1600" dirty="0">
                    <a:solidFill>
                      <a:prstClr val="white"/>
                    </a:solidFill>
                  </a:endParaRPr>
                </a:p>
              </p:txBody>
            </p:sp>
          </p:grpSp>
        </p:grpSp>
        <p:grpSp>
          <p:nvGrpSpPr>
            <p:cNvPr id="72" name="Group 17"/>
            <p:cNvGrpSpPr/>
            <p:nvPr/>
          </p:nvGrpSpPr>
          <p:grpSpPr>
            <a:xfrm flipH="1">
              <a:off x="2554654" y="3650826"/>
              <a:ext cx="3541346" cy="1059820"/>
              <a:chOff x="3047999" y="2196251"/>
              <a:chExt cx="2662589" cy="796834"/>
            </a:xfrm>
          </p:grpSpPr>
          <p:sp>
            <p:nvSpPr>
              <p:cNvPr id="79" name="Rounded Rectangle 78"/>
              <p:cNvSpPr/>
              <p:nvPr/>
            </p:nvSpPr>
            <p:spPr bwMode="auto">
              <a:xfrm>
                <a:off x="3616180" y="2242087"/>
                <a:ext cx="2094408" cy="750998"/>
              </a:xfrm>
              <a:prstGeom prst="roundRect">
                <a:avLst/>
              </a:prstGeom>
              <a:solidFill>
                <a:schemeClr val="accent5">
                  <a:lumMod val="75000"/>
                </a:schemeClr>
              </a:solidFill>
              <a:ln w="9525">
                <a:noFill/>
                <a:round/>
                <a:headEnd/>
                <a:tailEnd/>
              </a:ln>
            </p:spPr>
            <p:txBody>
              <a:bodyPr vert="horz" wrap="square" lIns="91440" tIns="45720" rIns="91440" bIns="45720" numCol="1" rtlCol="0" anchor="ctr" anchorCtr="0" compatLnSpc="1">
                <a:prstTxWarp prst="textNoShape">
                  <a:avLst/>
                </a:prstTxWarp>
              </a:bodyPr>
              <a:lstStyle/>
              <a:p>
                <a:pPr algn="ctr" fontAlgn="auto">
                  <a:spcBef>
                    <a:spcPts val="0"/>
                  </a:spcBef>
                  <a:spcAft>
                    <a:spcPts val="0"/>
                  </a:spcAft>
                </a:pPr>
                <a:endParaRPr lang="en-US" b="1" dirty="0">
                  <a:solidFill>
                    <a:prstClr val="white"/>
                  </a:solidFill>
                  <a:latin typeface="Roboto Lt"/>
                </a:endParaRPr>
              </a:p>
            </p:txBody>
          </p:sp>
          <p:sp>
            <p:nvSpPr>
              <p:cNvPr id="80" name="Rounded Rectangle 79"/>
              <p:cNvSpPr/>
              <p:nvPr/>
            </p:nvSpPr>
            <p:spPr bwMode="auto">
              <a:xfrm>
                <a:off x="3581401" y="2196251"/>
                <a:ext cx="2094408" cy="750998"/>
              </a:xfrm>
              <a:prstGeom prst="roundRect">
                <a:avLst/>
              </a:prstGeom>
              <a:solidFill>
                <a:schemeClr val="accent5"/>
              </a:solidFill>
              <a:ln w="9525">
                <a:noFill/>
                <a:round/>
                <a:headEnd/>
                <a:tailEnd/>
              </a:ln>
            </p:spPr>
            <p:txBody>
              <a:bodyPr vert="horz" wrap="square" lIns="91440" tIns="45720" rIns="91440" bIns="45720" numCol="1" rtlCol="0" anchor="ctr" anchorCtr="0" compatLnSpc="1">
                <a:prstTxWarp prst="textNoShape">
                  <a:avLst/>
                </a:prstTxWarp>
              </a:bodyPr>
              <a:lstStyle/>
              <a:p>
                <a:pPr algn="ctr" rtl="1" fontAlgn="auto">
                  <a:spcBef>
                    <a:spcPts val="0"/>
                  </a:spcBef>
                  <a:spcAft>
                    <a:spcPts val="0"/>
                  </a:spcAft>
                </a:pPr>
                <a:r>
                  <a:rPr lang="en-US" sz="2800" b="1" dirty="0" smtClean="0">
                    <a:solidFill>
                      <a:prstClr val="white"/>
                    </a:solidFill>
                    <a:latin typeface="Roboto"/>
                    <a:ea typeface="Fira Sans SemiBold Italic" panose="00000700000000000000" pitchFamily="50" charset="0"/>
                  </a:rPr>
                  <a:t>4</a:t>
                </a:r>
                <a:endParaRPr lang="en-US" sz="2800" b="1" dirty="0">
                  <a:solidFill>
                    <a:prstClr val="white"/>
                  </a:solidFill>
                  <a:latin typeface="Roboto"/>
                  <a:ea typeface="Fira Sans SemiBold Italic" panose="00000700000000000000" pitchFamily="50" charset="0"/>
                </a:endParaRPr>
              </a:p>
            </p:txBody>
          </p:sp>
          <p:grpSp>
            <p:nvGrpSpPr>
              <p:cNvPr id="81" name="Group 22"/>
              <p:cNvGrpSpPr/>
              <p:nvPr/>
            </p:nvGrpSpPr>
            <p:grpSpPr>
              <a:xfrm rot="16200000">
                <a:off x="3369279" y="2174269"/>
                <a:ext cx="195640" cy="838200"/>
                <a:chOff x="3686186" y="1166322"/>
                <a:chExt cx="152400" cy="652944"/>
              </a:xfrm>
            </p:grpSpPr>
            <p:sp>
              <p:nvSpPr>
                <p:cNvPr id="82" name="Oval 81"/>
                <p:cNvSpPr/>
                <p:nvPr/>
              </p:nvSpPr>
              <p:spPr>
                <a:xfrm>
                  <a:off x="3686186" y="1666867"/>
                  <a:ext cx="152400" cy="152399"/>
                </a:xfrm>
                <a:prstGeom prst="ellipse">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sz="1600" dirty="0">
                    <a:solidFill>
                      <a:prstClr val="white"/>
                    </a:solidFill>
                  </a:endParaRPr>
                </a:p>
              </p:txBody>
            </p:sp>
            <p:sp>
              <p:nvSpPr>
                <p:cNvPr id="83" name="Rounded Rectangle 82"/>
                <p:cNvSpPr/>
                <p:nvPr/>
              </p:nvSpPr>
              <p:spPr>
                <a:xfrm>
                  <a:off x="3737893" y="1166322"/>
                  <a:ext cx="48984" cy="610899"/>
                </a:xfrm>
                <a:prstGeom prst="roundRect">
                  <a:avLst>
                    <a:gd name="adj" fmla="val 38542"/>
                  </a:avLst>
                </a:prstGeom>
                <a:gradFill>
                  <a:gsLst>
                    <a:gs pos="2000">
                      <a:schemeClr val="tx1">
                        <a:lumMod val="50000"/>
                        <a:lumOff val="50000"/>
                      </a:schemeClr>
                    </a:gs>
                    <a:gs pos="100000">
                      <a:schemeClr val="bg1"/>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sz="1600" dirty="0">
                    <a:solidFill>
                      <a:prstClr val="white"/>
                    </a:solidFill>
                  </a:endParaRPr>
                </a:p>
              </p:txBody>
            </p:sp>
          </p:grpSp>
        </p:grpSp>
        <p:grpSp>
          <p:nvGrpSpPr>
            <p:cNvPr id="73" name="Group 17"/>
            <p:cNvGrpSpPr/>
            <p:nvPr/>
          </p:nvGrpSpPr>
          <p:grpSpPr>
            <a:xfrm>
              <a:off x="6096000" y="4431738"/>
              <a:ext cx="3541346" cy="1059818"/>
              <a:chOff x="3047999" y="2196252"/>
              <a:chExt cx="2662589" cy="796833"/>
            </a:xfrm>
          </p:grpSpPr>
          <p:sp>
            <p:nvSpPr>
              <p:cNvPr id="74" name="Rounded Rectangle 73"/>
              <p:cNvSpPr/>
              <p:nvPr/>
            </p:nvSpPr>
            <p:spPr bwMode="auto">
              <a:xfrm>
                <a:off x="3616180" y="2242087"/>
                <a:ext cx="2094408" cy="750998"/>
              </a:xfrm>
              <a:prstGeom prst="roundRect">
                <a:avLst/>
              </a:prstGeom>
              <a:solidFill>
                <a:schemeClr val="accent3">
                  <a:lumMod val="75000"/>
                  <a:lumOff val="25000"/>
                </a:schemeClr>
              </a:solidFill>
              <a:ln w="9525">
                <a:noFill/>
                <a:round/>
                <a:headEnd/>
                <a:tailEnd/>
              </a:ln>
            </p:spPr>
            <p:txBody>
              <a:bodyPr vert="horz" wrap="square" lIns="91440" tIns="45720" rIns="91440" bIns="45720" numCol="1" rtlCol="0" anchor="ctr" anchorCtr="0" compatLnSpc="1">
                <a:prstTxWarp prst="textNoShape">
                  <a:avLst/>
                </a:prstTxWarp>
              </a:bodyPr>
              <a:lstStyle/>
              <a:p>
                <a:pPr algn="ctr" fontAlgn="auto">
                  <a:spcBef>
                    <a:spcPts val="0"/>
                  </a:spcBef>
                  <a:spcAft>
                    <a:spcPts val="0"/>
                  </a:spcAft>
                </a:pPr>
                <a:endParaRPr lang="en-US" b="1" dirty="0">
                  <a:solidFill>
                    <a:prstClr val="white"/>
                  </a:solidFill>
                  <a:latin typeface="Roboto Lt"/>
                </a:endParaRPr>
              </a:p>
            </p:txBody>
          </p:sp>
          <p:sp>
            <p:nvSpPr>
              <p:cNvPr id="75" name="Rounded Rectangle 74"/>
              <p:cNvSpPr/>
              <p:nvPr/>
            </p:nvSpPr>
            <p:spPr bwMode="auto">
              <a:xfrm>
                <a:off x="3581401" y="2196252"/>
                <a:ext cx="2094408" cy="750998"/>
              </a:xfrm>
              <a:prstGeom prst="roundRect">
                <a:avLst/>
              </a:prstGeom>
              <a:solidFill>
                <a:schemeClr val="accent4"/>
              </a:solidFill>
              <a:ln w="9525">
                <a:noFill/>
                <a:round/>
                <a:headEnd/>
                <a:tailEnd/>
              </a:ln>
            </p:spPr>
            <p:txBody>
              <a:bodyPr vert="horz" wrap="square" lIns="91440" tIns="45720" rIns="91440" bIns="45720" numCol="1" rtlCol="0" anchor="ctr" anchorCtr="0" compatLnSpc="1">
                <a:prstTxWarp prst="textNoShape">
                  <a:avLst/>
                </a:prstTxWarp>
              </a:bodyPr>
              <a:lstStyle/>
              <a:p>
                <a:pPr algn="ctr" rtl="1" fontAlgn="auto">
                  <a:spcBef>
                    <a:spcPts val="0"/>
                  </a:spcBef>
                  <a:spcAft>
                    <a:spcPts val="0"/>
                  </a:spcAft>
                </a:pPr>
                <a:r>
                  <a:rPr lang="en-US" sz="2800" b="1" dirty="0" smtClean="0">
                    <a:solidFill>
                      <a:prstClr val="white"/>
                    </a:solidFill>
                    <a:latin typeface="Roboto"/>
                    <a:ea typeface="Fira Sans SemiBold Italic" panose="00000700000000000000" pitchFamily="50" charset="0"/>
                  </a:rPr>
                  <a:t>3</a:t>
                </a:r>
                <a:endParaRPr lang="en-US" sz="2800" b="1" dirty="0">
                  <a:solidFill>
                    <a:prstClr val="white"/>
                  </a:solidFill>
                  <a:latin typeface="Roboto"/>
                  <a:ea typeface="Fira Sans SemiBold Italic" panose="00000700000000000000" pitchFamily="50" charset="0"/>
                </a:endParaRPr>
              </a:p>
            </p:txBody>
          </p:sp>
          <p:grpSp>
            <p:nvGrpSpPr>
              <p:cNvPr id="76" name="Group 22"/>
              <p:cNvGrpSpPr/>
              <p:nvPr/>
            </p:nvGrpSpPr>
            <p:grpSpPr>
              <a:xfrm rot="16200000">
                <a:off x="3369279" y="2174269"/>
                <a:ext cx="195640" cy="838200"/>
                <a:chOff x="3686186" y="1166322"/>
                <a:chExt cx="152400" cy="652944"/>
              </a:xfrm>
            </p:grpSpPr>
            <p:sp>
              <p:nvSpPr>
                <p:cNvPr id="77" name="Oval 76"/>
                <p:cNvSpPr/>
                <p:nvPr/>
              </p:nvSpPr>
              <p:spPr>
                <a:xfrm>
                  <a:off x="3686186" y="1666867"/>
                  <a:ext cx="152400" cy="152399"/>
                </a:xfrm>
                <a:prstGeom prst="ellipse">
                  <a:avLst/>
                </a:prstGeom>
                <a:solidFill>
                  <a:schemeClr val="accent3">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sz="1600" dirty="0">
                    <a:solidFill>
                      <a:prstClr val="white"/>
                    </a:solidFill>
                  </a:endParaRPr>
                </a:p>
              </p:txBody>
            </p:sp>
            <p:sp>
              <p:nvSpPr>
                <p:cNvPr id="78" name="Rounded Rectangle 77"/>
                <p:cNvSpPr/>
                <p:nvPr/>
              </p:nvSpPr>
              <p:spPr>
                <a:xfrm>
                  <a:off x="3737893" y="1166322"/>
                  <a:ext cx="48984" cy="610899"/>
                </a:xfrm>
                <a:prstGeom prst="roundRect">
                  <a:avLst>
                    <a:gd name="adj" fmla="val 38542"/>
                  </a:avLst>
                </a:prstGeom>
                <a:gradFill>
                  <a:gsLst>
                    <a:gs pos="2000">
                      <a:schemeClr val="tx1">
                        <a:lumMod val="50000"/>
                        <a:lumOff val="50000"/>
                      </a:schemeClr>
                    </a:gs>
                    <a:gs pos="100000">
                      <a:schemeClr val="bg1"/>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sz="1600" dirty="0">
                    <a:solidFill>
                      <a:prstClr val="white"/>
                    </a:solidFill>
                  </a:endParaRPr>
                </a:p>
              </p:txBody>
            </p:sp>
          </p:grpSp>
        </p:grpSp>
      </p:grpSp>
      <p:sp>
        <p:nvSpPr>
          <p:cNvPr id="94" name="TextBox 93"/>
          <p:cNvSpPr txBox="1"/>
          <p:nvPr/>
        </p:nvSpPr>
        <p:spPr>
          <a:xfrm>
            <a:off x="8367308" y="2745061"/>
            <a:ext cx="3500841" cy="430887"/>
          </a:xfrm>
          <a:prstGeom prst="rect">
            <a:avLst/>
          </a:prstGeom>
          <a:noFill/>
        </p:spPr>
        <p:txBody>
          <a:bodyPr wrap="square" lIns="0" tIns="0" rIns="0" bIns="0" rtlCol="0">
            <a:spAutoFit/>
          </a:bodyPr>
          <a:lstStyle/>
          <a:p>
            <a:pPr algn="r" rtl="1" fontAlgn="auto">
              <a:spcBef>
                <a:spcPts val="0"/>
              </a:spcBef>
              <a:spcAft>
                <a:spcPts val="0"/>
              </a:spcAft>
            </a:pPr>
            <a:r>
              <a:rPr lang="ar-SA" sz="2800" b="1" dirty="0" smtClean="0">
                <a:latin typeface="Roboto Lt"/>
              </a:rPr>
              <a:t>الفجوة </a:t>
            </a:r>
            <a:r>
              <a:rPr lang="ar-SA" sz="2800" b="1" dirty="0">
                <a:latin typeface="Roboto Lt"/>
              </a:rPr>
              <a:t>التنظيمية والتشريعية</a:t>
            </a:r>
            <a:endParaRPr lang="en-AU" sz="2800" b="1" dirty="0">
              <a:latin typeface="Roboto Lt"/>
            </a:endParaRPr>
          </a:p>
        </p:txBody>
      </p:sp>
      <p:sp>
        <p:nvSpPr>
          <p:cNvPr id="95" name="TextBox 94"/>
          <p:cNvSpPr txBox="1"/>
          <p:nvPr/>
        </p:nvSpPr>
        <p:spPr>
          <a:xfrm>
            <a:off x="7772400" y="5421937"/>
            <a:ext cx="4267200" cy="430887"/>
          </a:xfrm>
          <a:prstGeom prst="rect">
            <a:avLst/>
          </a:prstGeom>
          <a:noFill/>
        </p:spPr>
        <p:txBody>
          <a:bodyPr wrap="square" lIns="0" tIns="0" rIns="0" bIns="0" rtlCol="0">
            <a:spAutoFit/>
          </a:bodyPr>
          <a:lstStyle/>
          <a:p>
            <a:pPr algn="ctr" rtl="1" fontAlgn="auto">
              <a:spcBef>
                <a:spcPts val="0"/>
              </a:spcBef>
              <a:spcAft>
                <a:spcPts val="0"/>
              </a:spcAft>
            </a:pPr>
            <a:r>
              <a:rPr lang="ar-SA" sz="2800" b="1" dirty="0" smtClean="0">
                <a:latin typeface="Roboto Lt"/>
              </a:rPr>
              <a:t>الفجوة </a:t>
            </a:r>
            <a:r>
              <a:rPr lang="ar-SA" sz="2800" b="1" dirty="0">
                <a:latin typeface="Roboto Lt"/>
              </a:rPr>
              <a:t>العلمية والتكنولوجية.</a:t>
            </a:r>
            <a:endParaRPr lang="en-AU" sz="2800" b="1" dirty="0">
              <a:latin typeface="Roboto Lt"/>
            </a:endParaRPr>
          </a:p>
        </p:txBody>
      </p:sp>
      <p:sp>
        <p:nvSpPr>
          <p:cNvPr id="96" name="TextBox 95"/>
          <p:cNvSpPr txBox="1"/>
          <p:nvPr/>
        </p:nvSpPr>
        <p:spPr>
          <a:xfrm>
            <a:off x="272894" y="2775722"/>
            <a:ext cx="3206128" cy="430887"/>
          </a:xfrm>
          <a:prstGeom prst="rect">
            <a:avLst/>
          </a:prstGeom>
          <a:noFill/>
        </p:spPr>
        <p:txBody>
          <a:bodyPr wrap="square" lIns="0" tIns="0" rIns="0" bIns="0" rtlCol="0">
            <a:spAutoFit/>
          </a:bodyPr>
          <a:lstStyle/>
          <a:p>
            <a:pPr algn="ctr" rtl="1" fontAlgn="auto">
              <a:spcBef>
                <a:spcPts val="0"/>
              </a:spcBef>
              <a:spcAft>
                <a:spcPts val="0"/>
              </a:spcAft>
            </a:pPr>
            <a:r>
              <a:rPr lang="ar-SA" sz="2800" b="1" dirty="0" smtClean="0">
                <a:latin typeface="Roboto Lt"/>
              </a:rPr>
              <a:t>فجوة المعرفة</a:t>
            </a:r>
            <a:endParaRPr lang="en-AU" sz="2800" b="1" dirty="0">
              <a:latin typeface="Roboto Lt"/>
            </a:endParaRPr>
          </a:p>
        </p:txBody>
      </p:sp>
      <p:sp>
        <p:nvSpPr>
          <p:cNvPr id="97" name="TextBox 96"/>
          <p:cNvSpPr txBox="1"/>
          <p:nvPr/>
        </p:nvSpPr>
        <p:spPr>
          <a:xfrm>
            <a:off x="348609" y="4661925"/>
            <a:ext cx="5036304" cy="1292662"/>
          </a:xfrm>
          <a:prstGeom prst="rect">
            <a:avLst/>
          </a:prstGeom>
          <a:noFill/>
        </p:spPr>
        <p:txBody>
          <a:bodyPr wrap="square" lIns="0" tIns="0" rIns="0" bIns="0" rtlCol="0">
            <a:spAutoFit/>
          </a:bodyPr>
          <a:lstStyle/>
          <a:p>
            <a:pPr algn="ctr" rtl="1" fontAlgn="auto">
              <a:spcBef>
                <a:spcPts val="0"/>
              </a:spcBef>
              <a:spcAft>
                <a:spcPts val="0"/>
              </a:spcAft>
            </a:pPr>
            <a:r>
              <a:rPr lang="ar-SA" sz="2800" b="1" dirty="0" smtClean="0">
                <a:latin typeface="Roboto Lt"/>
              </a:rPr>
              <a:t>فجوات </a:t>
            </a:r>
            <a:r>
              <a:rPr lang="ar-SA" sz="2800" b="1" dirty="0">
                <a:latin typeface="Roboto Lt"/>
              </a:rPr>
              <a:t>الفقر: (فجوة الدخل، فجوة المأوى، فجوة الغذاء، فجوة الرعاية الصحية، فجوة التعليم، فجوة البنى الأساسية، فجوة العمل)</a:t>
            </a:r>
            <a:endParaRPr lang="en-AU" sz="2800" b="1" dirty="0">
              <a:latin typeface="Roboto Lt"/>
            </a:endParaRPr>
          </a:p>
        </p:txBody>
      </p:sp>
    </p:spTree>
    <p:extLst>
      <p:ext uri="{BB962C8B-B14F-4D97-AF65-F5344CB8AC3E}">
        <p14:creationId xmlns:p14="http://schemas.microsoft.com/office/powerpoint/2010/main" val="83207782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65"/>
                                        </p:tgtEl>
                                        <p:attrNameLst>
                                          <p:attrName>style.visibility</p:attrName>
                                        </p:attrNameLst>
                                      </p:cBhvr>
                                      <p:to>
                                        <p:strVal val="visible"/>
                                      </p:to>
                                    </p:set>
                                    <p:anim calcmode="lin" valueType="num">
                                      <p:cBhvr>
                                        <p:cTn id="7" dur="500" fill="hold"/>
                                        <p:tgtEl>
                                          <p:spTgt spid="65"/>
                                        </p:tgtEl>
                                        <p:attrNameLst>
                                          <p:attrName>ppt_w</p:attrName>
                                        </p:attrNameLst>
                                      </p:cBhvr>
                                      <p:tavLst>
                                        <p:tav tm="0">
                                          <p:val>
                                            <p:fltVal val="0"/>
                                          </p:val>
                                        </p:tav>
                                        <p:tav tm="100000">
                                          <p:val>
                                            <p:strVal val="#ppt_w"/>
                                          </p:val>
                                        </p:tav>
                                      </p:tavLst>
                                    </p:anim>
                                    <p:anim calcmode="lin" valueType="num">
                                      <p:cBhvr>
                                        <p:cTn id="8" dur="500" fill="hold"/>
                                        <p:tgtEl>
                                          <p:spTgt spid="65"/>
                                        </p:tgtEl>
                                        <p:attrNameLst>
                                          <p:attrName>ppt_h</p:attrName>
                                        </p:attrNameLst>
                                      </p:cBhvr>
                                      <p:tavLst>
                                        <p:tav tm="0">
                                          <p:val>
                                            <p:fltVal val="0"/>
                                          </p:val>
                                        </p:tav>
                                        <p:tav tm="100000">
                                          <p:val>
                                            <p:strVal val="#ppt_h"/>
                                          </p:val>
                                        </p:tav>
                                      </p:tavLst>
                                    </p:anim>
                                    <p:animEffect transition="in" filter="fade">
                                      <p:cBhvr>
                                        <p:cTn id="9" dur="500"/>
                                        <p:tgtEl>
                                          <p:spTgt spid="65"/>
                                        </p:tgtEl>
                                      </p:cBhvr>
                                    </p:animEffect>
                                  </p:childTnLst>
                                </p:cTn>
                              </p:par>
                            </p:childTnLst>
                          </p:cTn>
                        </p:par>
                        <p:par>
                          <p:cTn id="10" fill="hold">
                            <p:stCondLst>
                              <p:cond delay="500"/>
                            </p:stCondLst>
                            <p:childTnLst>
                              <p:par>
                                <p:cTn id="11" presetID="18" presetClass="entr" presetSubtype="12" fill="hold" grpId="0" nodeType="afterEffect">
                                  <p:stCondLst>
                                    <p:cond delay="0"/>
                                  </p:stCondLst>
                                  <p:childTnLst>
                                    <p:set>
                                      <p:cBhvr>
                                        <p:cTn id="12" dur="1" fill="hold">
                                          <p:stCondLst>
                                            <p:cond delay="0"/>
                                          </p:stCondLst>
                                        </p:cTn>
                                        <p:tgtEl>
                                          <p:spTgt spid="96"/>
                                        </p:tgtEl>
                                        <p:attrNameLst>
                                          <p:attrName>style.visibility</p:attrName>
                                        </p:attrNameLst>
                                      </p:cBhvr>
                                      <p:to>
                                        <p:strVal val="visible"/>
                                      </p:to>
                                    </p:set>
                                    <p:animEffect transition="in" filter="strips(downLeft)">
                                      <p:cBhvr>
                                        <p:cTn id="13" dur="500"/>
                                        <p:tgtEl>
                                          <p:spTgt spid="96"/>
                                        </p:tgtEl>
                                      </p:cBhvr>
                                    </p:animEffect>
                                  </p:childTnLst>
                                </p:cTn>
                              </p:par>
                            </p:childTnLst>
                          </p:cTn>
                        </p:par>
                        <p:par>
                          <p:cTn id="14" fill="hold">
                            <p:stCondLst>
                              <p:cond delay="1000"/>
                            </p:stCondLst>
                            <p:childTnLst>
                              <p:par>
                                <p:cTn id="15" presetID="18" presetClass="entr" presetSubtype="6" fill="hold" grpId="0" nodeType="afterEffect">
                                  <p:stCondLst>
                                    <p:cond delay="0"/>
                                  </p:stCondLst>
                                  <p:childTnLst>
                                    <p:set>
                                      <p:cBhvr>
                                        <p:cTn id="16" dur="1" fill="hold">
                                          <p:stCondLst>
                                            <p:cond delay="0"/>
                                          </p:stCondLst>
                                        </p:cTn>
                                        <p:tgtEl>
                                          <p:spTgt spid="94"/>
                                        </p:tgtEl>
                                        <p:attrNameLst>
                                          <p:attrName>style.visibility</p:attrName>
                                        </p:attrNameLst>
                                      </p:cBhvr>
                                      <p:to>
                                        <p:strVal val="visible"/>
                                      </p:to>
                                    </p:set>
                                    <p:animEffect transition="in" filter="strips(downRight)">
                                      <p:cBhvr>
                                        <p:cTn id="17" dur="500"/>
                                        <p:tgtEl>
                                          <p:spTgt spid="94"/>
                                        </p:tgtEl>
                                      </p:cBhvr>
                                    </p:animEffect>
                                  </p:childTnLst>
                                </p:cTn>
                              </p:par>
                            </p:childTnLst>
                          </p:cTn>
                        </p:par>
                        <p:par>
                          <p:cTn id="18" fill="hold">
                            <p:stCondLst>
                              <p:cond delay="1500"/>
                            </p:stCondLst>
                            <p:childTnLst>
                              <p:par>
                                <p:cTn id="19" presetID="18" presetClass="entr" presetSubtype="6" fill="hold" grpId="0" nodeType="afterEffect">
                                  <p:stCondLst>
                                    <p:cond delay="0"/>
                                  </p:stCondLst>
                                  <p:childTnLst>
                                    <p:set>
                                      <p:cBhvr>
                                        <p:cTn id="20" dur="1" fill="hold">
                                          <p:stCondLst>
                                            <p:cond delay="0"/>
                                          </p:stCondLst>
                                        </p:cTn>
                                        <p:tgtEl>
                                          <p:spTgt spid="95"/>
                                        </p:tgtEl>
                                        <p:attrNameLst>
                                          <p:attrName>style.visibility</p:attrName>
                                        </p:attrNameLst>
                                      </p:cBhvr>
                                      <p:to>
                                        <p:strVal val="visible"/>
                                      </p:to>
                                    </p:set>
                                    <p:animEffect transition="in" filter="strips(downRight)">
                                      <p:cBhvr>
                                        <p:cTn id="21" dur="500"/>
                                        <p:tgtEl>
                                          <p:spTgt spid="95"/>
                                        </p:tgtEl>
                                      </p:cBhvr>
                                    </p:animEffect>
                                  </p:childTnLst>
                                </p:cTn>
                              </p:par>
                            </p:childTnLst>
                          </p:cTn>
                        </p:par>
                        <p:par>
                          <p:cTn id="22" fill="hold">
                            <p:stCondLst>
                              <p:cond delay="2000"/>
                            </p:stCondLst>
                            <p:childTnLst>
                              <p:par>
                                <p:cTn id="23" presetID="18" presetClass="entr" presetSubtype="6" fill="hold" grpId="0" nodeType="afterEffect">
                                  <p:stCondLst>
                                    <p:cond delay="0"/>
                                  </p:stCondLst>
                                  <p:childTnLst>
                                    <p:set>
                                      <p:cBhvr>
                                        <p:cTn id="24" dur="1" fill="hold">
                                          <p:stCondLst>
                                            <p:cond delay="0"/>
                                          </p:stCondLst>
                                        </p:cTn>
                                        <p:tgtEl>
                                          <p:spTgt spid="97"/>
                                        </p:tgtEl>
                                        <p:attrNameLst>
                                          <p:attrName>style.visibility</p:attrName>
                                        </p:attrNameLst>
                                      </p:cBhvr>
                                      <p:to>
                                        <p:strVal val="visible"/>
                                      </p:to>
                                    </p:set>
                                    <p:animEffect transition="in" filter="strips(downRight)">
                                      <p:cBhvr>
                                        <p:cTn id="25" dur="500"/>
                                        <p:tgtEl>
                                          <p:spTgt spid="9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4" grpId="0"/>
      <p:bldP spid="95" grpId="0"/>
      <p:bldP spid="96" grpId="0"/>
      <p:bldP spid="97" grpId="0"/>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Rectangle 17"/>
          <p:cNvSpPr/>
          <p:nvPr/>
        </p:nvSpPr>
        <p:spPr>
          <a:xfrm>
            <a:off x="0" y="0"/>
            <a:ext cx="121920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a:solidFill>
                <a:prstClr val="white"/>
              </a:solidFill>
            </a:endParaRPr>
          </a:p>
        </p:txBody>
      </p:sp>
      <p:sp>
        <p:nvSpPr>
          <p:cNvPr id="25" name="Rectangle 24"/>
          <p:cNvSpPr/>
          <p:nvPr/>
        </p:nvSpPr>
        <p:spPr>
          <a:xfrm>
            <a:off x="-8971" y="1843135"/>
            <a:ext cx="12192000" cy="1825125"/>
          </a:xfrm>
          <a:prstGeom prst="rect">
            <a:avLst/>
          </a:prstGeom>
          <a:solidFill>
            <a:srgbClr val="002060">
              <a:alpha val="8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black"/>
              </a:solidFill>
            </a:endParaRPr>
          </a:p>
        </p:txBody>
      </p:sp>
      <p:sp>
        <p:nvSpPr>
          <p:cNvPr id="23" name="Title 1"/>
          <p:cNvSpPr txBox="1">
            <a:spLocks/>
          </p:cNvSpPr>
          <p:nvPr/>
        </p:nvSpPr>
        <p:spPr>
          <a:xfrm>
            <a:off x="647700" y="4152197"/>
            <a:ext cx="10972800" cy="2140207"/>
          </a:xfrm>
          <a:prstGeom prst="rect">
            <a:avLst/>
          </a:prstGeom>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fontAlgn="auto">
              <a:spcAft>
                <a:spcPts val="0"/>
              </a:spcAft>
            </a:pPr>
            <a:r>
              <a:rPr lang="ar-SA" b="1" dirty="0">
                <a:solidFill>
                  <a:srgbClr val="002060"/>
                </a:solidFill>
                <a:latin typeface="Calibri" panose="020F0502020204030204"/>
              </a:rPr>
              <a:t>هناك تفاوت كبير بين البلدان العربية معلوماتياً من حيث توافر البنى التحتية الاتصالية، ومن حيث استخدام الإنترنت، وقد اتسع هذا التفاوت خلال الأعوام الأخيرة مما أوجد فجوة رقمية وضعت دول الخليج في جهة وباقي دول الشرق الأوسط وشمال أفريقيا في جهة أخرى</a:t>
            </a:r>
            <a:endParaRPr lang="en-US" b="1" dirty="0">
              <a:solidFill>
                <a:srgbClr val="002060"/>
              </a:solidFill>
              <a:latin typeface="Calibri" panose="020F0502020204030204"/>
            </a:endParaRPr>
          </a:p>
        </p:txBody>
      </p:sp>
      <p:sp>
        <p:nvSpPr>
          <p:cNvPr id="24" name="Title 13"/>
          <p:cNvSpPr txBox="1">
            <a:spLocks/>
          </p:cNvSpPr>
          <p:nvPr/>
        </p:nvSpPr>
        <p:spPr>
          <a:xfrm>
            <a:off x="1239005" y="2327072"/>
            <a:ext cx="9696045" cy="857250"/>
          </a:xfrm>
          <a:prstGeom prst="rect">
            <a:avLst/>
          </a:prstGeom>
        </p:spPr>
        <p:txBody>
          <a:bodyPr vert="horz" lIns="91440" tIns="45720" rIns="91440" bIns="45720"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fontAlgn="auto">
              <a:spcAft>
                <a:spcPts val="0"/>
              </a:spcAft>
            </a:pPr>
            <a:r>
              <a:rPr lang="ar-SA" sz="5400" dirty="0">
                <a:solidFill>
                  <a:prstClr val="white"/>
                </a:solidFill>
                <a:latin typeface="Calibri" panose="020F0502020204030204"/>
              </a:rPr>
              <a:t> </a:t>
            </a:r>
          </a:p>
          <a:p>
            <a:pPr rtl="1" fontAlgn="auto">
              <a:spcAft>
                <a:spcPts val="0"/>
              </a:spcAft>
            </a:pPr>
            <a:r>
              <a:rPr lang="ar-SA" sz="5400" b="1" dirty="0">
                <a:solidFill>
                  <a:prstClr val="white"/>
                </a:solidFill>
                <a:latin typeface="Calibri" panose="020F0502020204030204"/>
              </a:rPr>
              <a:t>7. العرب والفجوة الرقمية</a:t>
            </a:r>
            <a:endParaRPr lang="ar-SA" sz="5400" b="1" dirty="0" smtClean="0">
              <a:solidFill>
                <a:prstClr val="white"/>
              </a:solidFill>
              <a:latin typeface="Calibri" panose="020F0502020204030204"/>
            </a:endParaRPr>
          </a:p>
        </p:txBody>
      </p:sp>
    </p:spTree>
    <p:extLst>
      <p:ext uri="{BB962C8B-B14F-4D97-AF65-F5344CB8AC3E}">
        <p14:creationId xmlns:p14="http://schemas.microsoft.com/office/powerpoint/2010/main" val="100928323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18"/>
                                        </p:tgtEl>
                                        <p:attrNameLst>
                                          <p:attrName>style.visibility</p:attrName>
                                        </p:attrNameLst>
                                      </p:cBhvr>
                                      <p:to>
                                        <p:strVal val="visible"/>
                                      </p:to>
                                    </p:set>
                                  </p:childTnLst>
                                </p:cTn>
                              </p:par>
                              <p:par>
                                <p:cTn id="7" presetID="2" presetClass="entr" presetSubtype="4" fill="hold" grpId="0" nodeType="withEffect">
                                  <p:stCondLst>
                                    <p:cond delay="0"/>
                                  </p:stCondLst>
                                  <p:childTnLst>
                                    <p:set>
                                      <p:cBhvr>
                                        <p:cTn id="8" dur="1" fill="hold">
                                          <p:stCondLst>
                                            <p:cond delay="0"/>
                                          </p:stCondLst>
                                        </p:cTn>
                                        <p:tgtEl>
                                          <p:spTgt spid="25"/>
                                        </p:tgtEl>
                                        <p:attrNameLst>
                                          <p:attrName>style.visibility</p:attrName>
                                        </p:attrNameLst>
                                      </p:cBhvr>
                                      <p:to>
                                        <p:strVal val="visible"/>
                                      </p:to>
                                    </p:set>
                                    <p:anim calcmode="lin" valueType="num">
                                      <p:cBhvr additive="base">
                                        <p:cTn id="9" dur="500" fill="hold"/>
                                        <p:tgtEl>
                                          <p:spTgt spid="25"/>
                                        </p:tgtEl>
                                        <p:attrNameLst>
                                          <p:attrName>ppt_x</p:attrName>
                                        </p:attrNameLst>
                                      </p:cBhvr>
                                      <p:tavLst>
                                        <p:tav tm="0">
                                          <p:val>
                                            <p:strVal val="#ppt_x"/>
                                          </p:val>
                                        </p:tav>
                                        <p:tav tm="100000">
                                          <p:val>
                                            <p:strVal val="#ppt_x"/>
                                          </p:val>
                                        </p:tav>
                                      </p:tavLst>
                                    </p:anim>
                                    <p:anim calcmode="lin" valueType="num">
                                      <p:cBhvr additive="base">
                                        <p:cTn id="10" dur="500" fill="hold"/>
                                        <p:tgtEl>
                                          <p:spTgt spid="25"/>
                                        </p:tgtEl>
                                        <p:attrNameLst>
                                          <p:attrName>ppt_y</p:attrName>
                                        </p:attrNameLst>
                                      </p:cBhvr>
                                      <p:tavLst>
                                        <p:tav tm="0">
                                          <p:val>
                                            <p:strVal val="1+#ppt_h/2"/>
                                          </p:val>
                                        </p:tav>
                                        <p:tav tm="100000">
                                          <p:val>
                                            <p:strVal val="#ppt_y"/>
                                          </p:val>
                                        </p:tav>
                                      </p:tavLst>
                                    </p:anim>
                                  </p:childTnLst>
                                </p:cTn>
                              </p:par>
                            </p:childTnLst>
                          </p:cTn>
                        </p:par>
                        <p:par>
                          <p:cTn id="11" fill="hold">
                            <p:stCondLst>
                              <p:cond delay="500"/>
                            </p:stCondLst>
                            <p:childTnLst>
                              <p:par>
                                <p:cTn id="12" presetID="10" presetClass="entr" presetSubtype="0" fill="hold" grpId="0" nodeType="afterEffect">
                                  <p:stCondLst>
                                    <p:cond delay="250"/>
                                  </p:stCondLst>
                                  <p:childTnLst>
                                    <p:set>
                                      <p:cBhvr>
                                        <p:cTn id="13" dur="1" fill="hold">
                                          <p:stCondLst>
                                            <p:cond delay="0"/>
                                          </p:stCondLst>
                                        </p:cTn>
                                        <p:tgtEl>
                                          <p:spTgt spid="24"/>
                                        </p:tgtEl>
                                        <p:attrNameLst>
                                          <p:attrName>style.visibility</p:attrName>
                                        </p:attrNameLst>
                                      </p:cBhvr>
                                      <p:to>
                                        <p:strVal val="visible"/>
                                      </p:to>
                                    </p:set>
                                    <p:animEffect transition="in" filter="fade">
                                      <p:cBhvr>
                                        <p:cTn id="14" dur="500"/>
                                        <p:tgtEl>
                                          <p:spTgt spid="24"/>
                                        </p:tgtEl>
                                      </p:cBhvr>
                                    </p:animEffect>
                                  </p:childTnLst>
                                </p:cTn>
                              </p:par>
                            </p:childTnLst>
                          </p:cTn>
                        </p:par>
                        <p:par>
                          <p:cTn id="15" fill="hold">
                            <p:stCondLst>
                              <p:cond delay="1250"/>
                            </p:stCondLst>
                            <p:childTnLst>
                              <p:par>
                                <p:cTn id="16" presetID="10" presetClass="entr" presetSubtype="0" fill="hold" grpId="0" nodeType="afterEffect">
                                  <p:stCondLst>
                                    <p:cond delay="250"/>
                                  </p:stCondLst>
                                  <p:childTnLst>
                                    <p:set>
                                      <p:cBhvr>
                                        <p:cTn id="17" dur="1" fill="hold">
                                          <p:stCondLst>
                                            <p:cond delay="0"/>
                                          </p:stCondLst>
                                        </p:cTn>
                                        <p:tgtEl>
                                          <p:spTgt spid="23"/>
                                        </p:tgtEl>
                                        <p:attrNameLst>
                                          <p:attrName>style.visibility</p:attrName>
                                        </p:attrNameLst>
                                      </p:cBhvr>
                                      <p:to>
                                        <p:strVal val="visible"/>
                                      </p:to>
                                    </p:set>
                                    <p:animEffect transition="in" filter="fade">
                                      <p:cBhvr>
                                        <p:cTn id="18"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25" grpId="0" animBg="1"/>
      <p:bldP spid="23" grpId="0"/>
      <p:bldP spid="24" grpId="0"/>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Rectangle 17"/>
          <p:cNvSpPr/>
          <p:nvPr/>
        </p:nvSpPr>
        <p:spPr>
          <a:xfrm>
            <a:off x="0" y="0"/>
            <a:ext cx="121920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a:solidFill>
                <a:prstClr val="white"/>
              </a:solidFill>
            </a:endParaRPr>
          </a:p>
        </p:txBody>
      </p:sp>
      <p:sp>
        <p:nvSpPr>
          <p:cNvPr id="25" name="Rectangle 24"/>
          <p:cNvSpPr/>
          <p:nvPr/>
        </p:nvSpPr>
        <p:spPr>
          <a:xfrm>
            <a:off x="-8971" y="1843135"/>
            <a:ext cx="12192000" cy="1825125"/>
          </a:xfrm>
          <a:prstGeom prst="rect">
            <a:avLst/>
          </a:prstGeom>
          <a:solidFill>
            <a:srgbClr val="002060">
              <a:alpha val="8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black"/>
              </a:solidFill>
            </a:endParaRPr>
          </a:p>
        </p:txBody>
      </p:sp>
      <p:sp>
        <p:nvSpPr>
          <p:cNvPr id="23" name="Title 1"/>
          <p:cNvSpPr txBox="1">
            <a:spLocks/>
          </p:cNvSpPr>
          <p:nvPr/>
        </p:nvSpPr>
        <p:spPr>
          <a:xfrm>
            <a:off x="647700" y="4152197"/>
            <a:ext cx="10972800" cy="2140207"/>
          </a:xfrm>
          <a:prstGeom prst="rect">
            <a:avLst/>
          </a:prstGeom>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fontAlgn="auto">
              <a:spcAft>
                <a:spcPts val="0"/>
              </a:spcAft>
            </a:pPr>
            <a:r>
              <a:rPr lang="ar-SA" b="1" dirty="0">
                <a:solidFill>
                  <a:srgbClr val="002060"/>
                </a:solidFill>
                <a:latin typeface="Calibri" panose="020F0502020204030204"/>
              </a:rPr>
              <a:t>لابد من حلول إبداعية للقضاء على الفجوة الرقمية وذلك بوضع خطط محكمة للقضاء على الفقر وتعليم الأفراد الأغنياء والفقراء وعندما يكتمل هذا يصبح الاقتصاد قويا ويصبح التقدم سريعاً. </a:t>
            </a:r>
            <a:endParaRPr lang="en-US" b="1" dirty="0">
              <a:solidFill>
                <a:srgbClr val="002060"/>
              </a:solidFill>
              <a:latin typeface="Calibri" panose="020F0502020204030204"/>
            </a:endParaRPr>
          </a:p>
        </p:txBody>
      </p:sp>
      <p:sp>
        <p:nvSpPr>
          <p:cNvPr id="24" name="Title 13"/>
          <p:cNvSpPr txBox="1">
            <a:spLocks/>
          </p:cNvSpPr>
          <p:nvPr/>
        </p:nvSpPr>
        <p:spPr>
          <a:xfrm>
            <a:off x="1239005" y="2327072"/>
            <a:ext cx="9696045" cy="857250"/>
          </a:xfrm>
          <a:prstGeom prst="rect">
            <a:avLst/>
          </a:prstGeom>
        </p:spPr>
        <p:txBody>
          <a:bodyPr vert="horz" lIns="91440" tIns="45720" rIns="91440" bIns="45720"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fontAlgn="auto">
              <a:spcAft>
                <a:spcPts val="0"/>
              </a:spcAft>
            </a:pPr>
            <a:r>
              <a:rPr lang="ar-SA" sz="5400" dirty="0">
                <a:solidFill>
                  <a:prstClr val="white"/>
                </a:solidFill>
                <a:latin typeface="Calibri" panose="020F0502020204030204"/>
              </a:rPr>
              <a:t> </a:t>
            </a:r>
          </a:p>
          <a:p>
            <a:pPr rtl="1" fontAlgn="auto">
              <a:spcAft>
                <a:spcPts val="0"/>
              </a:spcAft>
            </a:pPr>
            <a:r>
              <a:rPr lang="ar-SA" sz="5400" b="1" dirty="0">
                <a:solidFill>
                  <a:prstClr val="white"/>
                </a:solidFill>
                <a:latin typeface="Calibri" panose="020F0502020204030204"/>
              </a:rPr>
              <a:t>8. كيف يتم القضاءُ على الفجوة الرقمية؟</a:t>
            </a:r>
            <a:endParaRPr lang="ar-SA" sz="5400" b="1" dirty="0" smtClean="0">
              <a:solidFill>
                <a:prstClr val="white"/>
              </a:solidFill>
              <a:latin typeface="Calibri" panose="020F0502020204030204"/>
            </a:endParaRPr>
          </a:p>
        </p:txBody>
      </p:sp>
    </p:spTree>
    <p:extLst>
      <p:ext uri="{BB962C8B-B14F-4D97-AF65-F5344CB8AC3E}">
        <p14:creationId xmlns:p14="http://schemas.microsoft.com/office/powerpoint/2010/main" val="83155163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18"/>
                                        </p:tgtEl>
                                        <p:attrNameLst>
                                          <p:attrName>style.visibility</p:attrName>
                                        </p:attrNameLst>
                                      </p:cBhvr>
                                      <p:to>
                                        <p:strVal val="visible"/>
                                      </p:to>
                                    </p:set>
                                  </p:childTnLst>
                                </p:cTn>
                              </p:par>
                              <p:par>
                                <p:cTn id="7" presetID="2" presetClass="entr" presetSubtype="4" fill="hold" grpId="0" nodeType="withEffect">
                                  <p:stCondLst>
                                    <p:cond delay="0"/>
                                  </p:stCondLst>
                                  <p:childTnLst>
                                    <p:set>
                                      <p:cBhvr>
                                        <p:cTn id="8" dur="1" fill="hold">
                                          <p:stCondLst>
                                            <p:cond delay="0"/>
                                          </p:stCondLst>
                                        </p:cTn>
                                        <p:tgtEl>
                                          <p:spTgt spid="25"/>
                                        </p:tgtEl>
                                        <p:attrNameLst>
                                          <p:attrName>style.visibility</p:attrName>
                                        </p:attrNameLst>
                                      </p:cBhvr>
                                      <p:to>
                                        <p:strVal val="visible"/>
                                      </p:to>
                                    </p:set>
                                    <p:anim calcmode="lin" valueType="num">
                                      <p:cBhvr additive="base">
                                        <p:cTn id="9" dur="500" fill="hold"/>
                                        <p:tgtEl>
                                          <p:spTgt spid="25"/>
                                        </p:tgtEl>
                                        <p:attrNameLst>
                                          <p:attrName>ppt_x</p:attrName>
                                        </p:attrNameLst>
                                      </p:cBhvr>
                                      <p:tavLst>
                                        <p:tav tm="0">
                                          <p:val>
                                            <p:strVal val="#ppt_x"/>
                                          </p:val>
                                        </p:tav>
                                        <p:tav tm="100000">
                                          <p:val>
                                            <p:strVal val="#ppt_x"/>
                                          </p:val>
                                        </p:tav>
                                      </p:tavLst>
                                    </p:anim>
                                    <p:anim calcmode="lin" valueType="num">
                                      <p:cBhvr additive="base">
                                        <p:cTn id="10" dur="500" fill="hold"/>
                                        <p:tgtEl>
                                          <p:spTgt spid="25"/>
                                        </p:tgtEl>
                                        <p:attrNameLst>
                                          <p:attrName>ppt_y</p:attrName>
                                        </p:attrNameLst>
                                      </p:cBhvr>
                                      <p:tavLst>
                                        <p:tav tm="0">
                                          <p:val>
                                            <p:strVal val="1+#ppt_h/2"/>
                                          </p:val>
                                        </p:tav>
                                        <p:tav tm="100000">
                                          <p:val>
                                            <p:strVal val="#ppt_y"/>
                                          </p:val>
                                        </p:tav>
                                      </p:tavLst>
                                    </p:anim>
                                  </p:childTnLst>
                                </p:cTn>
                              </p:par>
                            </p:childTnLst>
                          </p:cTn>
                        </p:par>
                        <p:par>
                          <p:cTn id="11" fill="hold">
                            <p:stCondLst>
                              <p:cond delay="500"/>
                            </p:stCondLst>
                            <p:childTnLst>
                              <p:par>
                                <p:cTn id="12" presetID="10" presetClass="entr" presetSubtype="0" fill="hold" grpId="0" nodeType="afterEffect">
                                  <p:stCondLst>
                                    <p:cond delay="250"/>
                                  </p:stCondLst>
                                  <p:childTnLst>
                                    <p:set>
                                      <p:cBhvr>
                                        <p:cTn id="13" dur="1" fill="hold">
                                          <p:stCondLst>
                                            <p:cond delay="0"/>
                                          </p:stCondLst>
                                        </p:cTn>
                                        <p:tgtEl>
                                          <p:spTgt spid="24"/>
                                        </p:tgtEl>
                                        <p:attrNameLst>
                                          <p:attrName>style.visibility</p:attrName>
                                        </p:attrNameLst>
                                      </p:cBhvr>
                                      <p:to>
                                        <p:strVal val="visible"/>
                                      </p:to>
                                    </p:set>
                                    <p:animEffect transition="in" filter="fade">
                                      <p:cBhvr>
                                        <p:cTn id="14" dur="500"/>
                                        <p:tgtEl>
                                          <p:spTgt spid="24"/>
                                        </p:tgtEl>
                                      </p:cBhvr>
                                    </p:animEffect>
                                  </p:childTnLst>
                                </p:cTn>
                              </p:par>
                            </p:childTnLst>
                          </p:cTn>
                        </p:par>
                        <p:par>
                          <p:cTn id="15" fill="hold">
                            <p:stCondLst>
                              <p:cond delay="1250"/>
                            </p:stCondLst>
                            <p:childTnLst>
                              <p:par>
                                <p:cTn id="16" presetID="10" presetClass="entr" presetSubtype="0" fill="hold" grpId="0" nodeType="afterEffect">
                                  <p:stCondLst>
                                    <p:cond delay="250"/>
                                  </p:stCondLst>
                                  <p:childTnLst>
                                    <p:set>
                                      <p:cBhvr>
                                        <p:cTn id="17" dur="1" fill="hold">
                                          <p:stCondLst>
                                            <p:cond delay="0"/>
                                          </p:stCondLst>
                                        </p:cTn>
                                        <p:tgtEl>
                                          <p:spTgt spid="23"/>
                                        </p:tgtEl>
                                        <p:attrNameLst>
                                          <p:attrName>style.visibility</p:attrName>
                                        </p:attrNameLst>
                                      </p:cBhvr>
                                      <p:to>
                                        <p:strVal val="visible"/>
                                      </p:to>
                                    </p:set>
                                    <p:animEffect transition="in" filter="fade">
                                      <p:cBhvr>
                                        <p:cTn id="18"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25" grpId="0" animBg="1"/>
      <p:bldP spid="23" grpId="0"/>
      <p:bldP spid="24" grpId="0"/>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79425" y="402106"/>
            <a:ext cx="11233150" cy="1011122"/>
          </a:xfrm>
        </p:spPr>
        <p:txBody>
          <a:bodyPr>
            <a:noAutofit/>
          </a:bodyPr>
          <a:lstStyle/>
          <a:p>
            <a:pPr algn="ctr"/>
            <a:r>
              <a:rPr lang="ar-SA" sz="3200" b="1" dirty="0">
                <a:solidFill>
                  <a:schemeClr val="tx1"/>
                </a:solidFill>
              </a:rPr>
              <a:t>لكن بالرغم من كثر المبادرات والنداءات التي تبنت القضاء على الفجوة الرقمية، فإن الأمر يبقى بحاجة إلى أبعد من ذلك بكثير، كأن يتم العمل على ما يلي: </a:t>
            </a:r>
            <a:endParaRPr lang="en-AU" sz="3200" b="1" dirty="0">
              <a:solidFill>
                <a:schemeClr val="tx1"/>
              </a:solidFill>
            </a:endParaRPr>
          </a:p>
        </p:txBody>
      </p:sp>
      <p:grpSp>
        <p:nvGrpSpPr>
          <p:cNvPr id="34" name="Group 33"/>
          <p:cNvGrpSpPr/>
          <p:nvPr/>
        </p:nvGrpSpPr>
        <p:grpSpPr>
          <a:xfrm>
            <a:off x="9278562" y="2285812"/>
            <a:ext cx="3066147" cy="857750"/>
            <a:chOff x="8624616" y="2386149"/>
            <a:chExt cx="3066147" cy="857750"/>
          </a:xfrm>
        </p:grpSpPr>
        <p:sp>
          <p:nvSpPr>
            <p:cNvPr id="35" name="TextBox 34"/>
            <p:cNvSpPr txBox="1"/>
            <p:nvPr/>
          </p:nvSpPr>
          <p:spPr>
            <a:xfrm>
              <a:off x="8624616" y="2386149"/>
              <a:ext cx="184731" cy="338554"/>
            </a:xfrm>
            <a:prstGeom prst="rect">
              <a:avLst/>
            </a:prstGeom>
            <a:noFill/>
          </p:spPr>
          <p:txBody>
            <a:bodyPr wrap="none" rtlCol="0">
              <a:spAutoFit/>
            </a:bodyPr>
            <a:lstStyle/>
            <a:p>
              <a:pPr fontAlgn="auto">
                <a:spcBef>
                  <a:spcPts val="0"/>
                </a:spcBef>
                <a:spcAft>
                  <a:spcPts val="0"/>
                </a:spcAft>
              </a:pPr>
              <a:endParaRPr lang="id-ID" sz="1600" b="1" dirty="0">
                <a:solidFill>
                  <a:prstClr val="white">
                    <a:lumMod val="50000"/>
                  </a:prstClr>
                </a:solidFill>
                <a:latin typeface="Roboto"/>
              </a:endParaRPr>
            </a:p>
          </p:txBody>
        </p:sp>
        <p:sp>
          <p:nvSpPr>
            <p:cNvPr id="36" name="TextBox 35"/>
            <p:cNvSpPr txBox="1"/>
            <p:nvPr/>
          </p:nvSpPr>
          <p:spPr>
            <a:xfrm>
              <a:off x="8777325" y="2412902"/>
              <a:ext cx="2913438" cy="830997"/>
            </a:xfrm>
            <a:prstGeom prst="rect">
              <a:avLst/>
            </a:prstGeom>
            <a:noFill/>
          </p:spPr>
          <p:txBody>
            <a:bodyPr wrap="square" rtlCol="0">
              <a:spAutoFit/>
            </a:bodyPr>
            <a:lstStyle/>
            <a:p>
              <a:pPr rtl="1" fontAlgn="auto">
                <a:spcBef>
                  <a:spcPts val="0"/>
                </a:spcBef>
                <a:spcAft>
                  <a:spcPts val="0"/>
                </a:spcAft>
              </a:pPr>
              <a:r>
                <a:rPr lang="ar-SA" sz="2400" b="1" dirty="0" smtClean="0">
                  <a:solidFill>
                    <a:prstClr val="black"/>
                  </a:solidFill>
                  <a:latin typeface="Roboto Lt"/>
                </a:rPr>
                <a:t>تخفيض </a:t>
              </a:r>
              <a:r>
                <a:rPr lang="ar-SA" sz="2400" b="1" dirty="0">
                  <a:solidFill>
                    <a:prstClr val="black"/>
                  </a:solidFill>
                  <a:latin typeface="Roboto Lt"/>
                </a:rPr>
                <a:t>أجرة استخدام الانترنت</a:t>
              </a:r>
              <a:endParaRPr lang="en-US" sz="2400" b="1" dirty="0">
                <a:solidFill>
                  <a:prstClr val="black"/>
                </a:solidFill>
                <a:latin typeface="Roboto Lt"/>
              </a:endParaRPr>
            </a:p>
          </p:txBody>
        </p:sp>
      </p:grpSp>
      <p:grpSp>
        <p:nvGrpSpPr>
          <p:cNvPr id="40" name="Group 39"/>
          <p:cNvGrpSpPr/>
          <p:nvPr/>
        </p:nvGrpSpPr>
        <p:grpSpPr>
          <a:xfrm>
            <a:off x="9278562" y="5082533"/>
            <a:ext cx="2589588" cy="830997"/>
            <a:chOff x="8624616" y="5182870"/>
            <a:chExt cx="2589588" cy="830997"/>
          </a:xfrm>
        </p:grpSpPr>
        <p:sp>
          <p:nvSpPr>
            <p:cNvPr id="41" name="TextBox 40"/>
            <p:cNvSpPr txBox="1"/>
            <p:nvPr/>
          </p:nvSpPr>
          <p:spPr>
            <a:xfrm>
              <a:off x="8624616" y="5270803"/>
              <a:ext cx="184731" cy="338554"/>
            </a:xfrm>
            <a:prstGeom prst="rect">
              <a:avLst/>
            </a:prstGeom>
            <a:noFill/>
          </p:spPr>
          <p:txBody>
            <a:bodyPr wrap="none" rtlCol="0">
              <a:spAutoFit/>
            </a:bodyPr>
            <a:lstStyle/>
            <a:p>
              <a:pPr fontAlgn="auto">
                <a:spcBef>
                  <a:spcPts val="0"/>
                </a:spcBef>
                <a:spcAft>
                  <a:spcPts val="0"/>
                </a:spcAft>
              </a:pPr>
              <a:endParaRPr lang="id-ID" sz="1600" b="1" dirty="0">
                <a:solidFill>
                  <a:prstClr val="black">
                    <a:lumMod val="50000"/>
                    <a:lumOff val="50000"/>
                  </a:prstClr>
                </a:solidFill>
                <a:latin typeface="Roboto"/>
              </a:endParaRPr>
            </a:p>
          </p:txBody>
        </p:sp>
        <p:sp>
          <p:nvSpPr>
            <p:cNvPr id="42" name="TextBox 41"/>
            <p:cNvSpPr txBox="1"/>
            <p:nvPr/>
          </p:nvSpPr>
          <p:spPr>
            <a:xfrm>
              <a:off x="8809347" y="5182870"/>
              <a:ext cx="2404857" cy="830997"/>
            </a:xfrm>
            <a:prstGeom prst="rect">
              <a:avLst/>
            </a:prstGeom>
            <a:noFill/>
          </p:spPr>
          <p:txBody>
            <a:bodyPr wrap="square" rtlCol="0">
              <a:spAutoFit/>
            </a:bodyPr>
            <a:lstStyle/>
            <a:p>
              <a:pPr rtl="1">
                <a:spcBef>
                  <a:spcPts val="0"/>
                </a:spcBef>
                <a:spcAft>
                  <a:spcPts val="0"/>
                </a:spcAft>
              </a:pPr>
              <a:r>
                <a:rPr lang="ar-SA" sz="2400" b="1" dirty="0" smtClean="0">
                  <a:solidFill>
                    <a:prstClr val="black"/>
                  </a:solidFill>
                  <a:latin typeface="Arial Unicode MS" panose="020B0604020202020204" pitchFamily="34" charset="-128"/>
                  <a:ea typeface="Arial Unicode MS" panose="020B0604020202020204" pitchFamily="34" charset="-128"/>
                  <a:cs typeface="Simplified Arabic" panose="02020603050405020304" pitchFamily="18" charset="-78"/>
                </a:rPr>
                <a:t>الشراكة </a:t>
              </a:r>
              <a:r>
                <a:rPr lang="ar-SA" sz="2400" b="1" dirty="0">
                  <a:solidFill>
                    <a:prstClr val="black"/>
                  </a:solidFill>
                  <a:latin typeface="Arial Unicode MS" panose="020B0604020202020204" pitchFamily="34" charset="-128"/>
                  <a:ea typeface="Arial Unicode MS" panose="020B0604020202020204" pitchFamily="34" charset="-128"/>
                  <a:cs typeface="Simplified Arabic" panose="02020603050405020304" pitchFamily="18" charset="-78"/>
                </a:rPr>
                <a:t>من أجل النجاح</a:t>
              </a:r>
              <a:endParaRPr lang="en-US" b="1" dirty="0">
                <a:solidFill>
                  <a:prstClr val="black"/>
                </a:solidFill>
                <a:latin typeface="Arial Unicode MS" panose="020B0604020202020204" pitchFamily="34" charset="-128"/>
                <a:ea typeface="Arial Unicode MS" panose="020B0604020202020204" pitchFamily="34" charset="-128"/>
                <a:cs typeface="Helvetica" panose="020B0604020202020204" pitchFamily="34" charset="0"/>
              </a:endParaRPr>
            </a:p>
          </p:txBody>
        </p:sp>
      </p:grpSp>
      <p:grpSp>
        <p:nvGrpSpPr>
          <p:cNvPr id="43" name="Group 42"/>
          <p:cNvGrpSpPr/>
          <p:nvPr/>
        </p:nvGrpSpPr>
        <p:grpSpPr>
          <a:xfrm>
            <a:off x="685875" y="2312565"/>
            <a:ext cx="2630955" cy="830997"/>
            <a:chOff x="1329657" y="2375243"/>
            <a:chExt cx="2630955" cy="830997"/>
          </a:xfrm>
        </p:grpSpPr>
        <p:sp>
          <p:nvSpPr>
            <p:cNvPr id="44" name="TextBox 43"/>
            <p:cNvSpPr txBox="1"/>
            <p:nvPr/>
          </p:nvSpPr>
          <p:spPr>
            <a:xfrm>
              <a:off x="3681588" y="2386149"/>
              <a:ext cx="184731" cy="338554"/>
            </a:xfrm>
            <a:prstGeom prst="rect">
              <a:avLst/>
            </a:prstGeom>
            <a:noFill/>
          </p:spPr>
          <p:txBody>
            <a:bodyPr wrap="none" rtlCol="0">
              <a:spAutoFit/>
            </a:bodyPr>
            <a:lstStyle/>
            <a:p>
              <a:pPr algn="r" fontAlgn="auto">
                <a:spcBef>
                  <a:spcPts val="0"/>
                </a:spcBef>
                <a:spcAft>
                  <a:spcPts val="0"/>
                </a:spcAft>
              </a:pPr>
              <a:endParaRPr lang="id-ID" sz="1600" b="1" dirty="0">
                <a:solidFill>
                  <a:prstClr val="white">
                    <a:lumMod val="50000"/>
                  </a:prstClr>
                </a:solidFill>
                <a:latin typeface="Roboto"/>
              </a:endParaRPr>
            </a:p>
          </p:txBody>
        </p:sp>
        <p:sp>
          <p:nvSpPr>
            <p:cNvPr id="45" name="TextBox 44"/>
            <p:cNvSpPr txBox="1"/>
            <p:nvPr/>
          </p:nvSpPr>
          <p:spPr>
            <a:xfrm>
              <a:off x="1329657" y="2375243"/>
              <a:ext cx="2630955" cy="830997"/>
            </a:xfrm>
            <a:prstGeom prst="rect">
              <a:avLst/>
            </a:prstGeom>
            <a:noFill/>
          </p:spPr>
          <p:txBody>
            <a:bodyPr wrap="square" rtlCol="0">
              <a:spAutoFit/>
            </a:bodyPr>
            <a:lstStyle/>
            <a:p>
              <a:pPr algn="ctr" fontAlgn="auto">
                <a:spcBef>
                  <a:spcPts val="0"/>
                </a:spcBef>
                <a:spcAft>
                  <a:spcPts val="0"/>
                </a:spcAft>
              </a:pPr>
              <a:r>
                <a:rPr lang="ar-SA" sz="2400" b="1" dirty="0" smtClean="0">
                  <a:solidFill>
                    <a:prstClr val="black"/>
                  </a:solidFill>
                  <a:latin typeface="Roboto Lt"/>
                </a:rPr>
                <a:t>التركيز </a:t>
              </a:r>
              <a:r>
                <a:rPr lang="ar-SA" sz="2400" b="1" dirty="0">
                  <a:solidFill>
                    <a:prstClr val="black"/>
                  </a:solidFill>
                  <a:latin typeface="Roboto Lt"/>
                </a:rPr>
                <a:t>على التعليم الرقمي</a:t>
              </a:r>
            </a:p>
          </p:txBody>
        </p:sp>
      </p:grpSp>
      <p:grpSp>
        <p:nvGrpSpPr>
          <p:cNvPr id="46" name="Group 45"/>
          <p:cNvGrpSpPr/>
          <p:nvPr/>
        </p:nvGrpSpPr>
        <p:grpSpPr>
          <a:xfrm>
            <a:off x="777302" y="3704266"/>
            <a:ext cx="2445236" cy="577850"/>
            <a:chOff x="1421084" y="3766944"/>
            <a:chExt cx="2445236" cy="577850"/>
          </a:xfrm>
        </p:grpSpPr>
        <p:sp>
          <p:nvSpPr>
            <p:cNvPr id="47" name="TextBox 46"/>
            <p:cNvSpPr txBox="1"/>
            <p:nvPr/>
          </p:nvSpPr>
          <p:spPr>
            <a:xfrm>
              <a:off x="3681590" y="3853724"/>
              <a:ext cx="184730" cy="338554"/>
            </a:xfrm>
            <a:prstGeom prst="rect">
              <a:avLst/>
            </a:prstGeom>
            <a:noFill/>
          </p:spPr>
          <p:txBody>
            <a:bodyPr wrap="none" rtlCol="0">
              <a:spAutoFit/>
            </a:bodyPr>
            <a:lstStyle/>
            <a:p>
              <a:pPr algn="r" fontAlgn="auto">
                <a:spcBef>
                  <a:spcPts val="0"/>
                </a:spcBef>
                <a:spcAft>
                  <a:spcPts val="0"/>
                </a:spcAft>
              </a:pPr>
              <a:endParaRPr lang="id-ID" sz="1600" b="1" dirty="0">
                <a:solidFill>
                  <a:prstClr val="white">
                    <a:lumMod val="50000"/>
                  </a:prstClr>
                </a:solidFill>
                <a:latin typeface="Roboto"/>
              </a:endParaRPr>
            </a:p>
          </p:txBody>
        </p:sp>
        <p:sp>
          <p:nvSpPr>
            <p:cNvPr id="48" name="TextBox 47"/>
            <p:cNvSpPr txBox="1"/>
            <p:nvPr/>
          </p:nvSpPr>
          <p:spPr>
            <a:xfrm>
              <a:off x="1421084" y="3766944"/>
              <a:ext cx="2427202" cy="577850"/>
            </a:xfrm>
            <a:prstGeom prst="rect">
              <a:avLst/>
            </a:prstGeom>
            <a:noFill/>
          </p:spPr>
          <p:txBody>
            <a:bodyPr wrap="square" rtlCol="0">
              <a:spAutoFit/>
            </a:bodyPr>
            <a:lstStyle/>
            <a:p>
              <a:pPr algn="ctr" rtl="1" fontAlgn="auto">
                <a:lnSpc>
                  <a:spcPct val="150000"/>
                </a:lnSpc>
                <a:spcBef>
                  <a:spcPts val="0"/>
                </a:spcBef>
                <a:spcAft>
                  <a:spcPts val="0"/>
                </a:spcAft>
              </a:pPr>
              <a:r>
                <a:rPr lang="ar-SA" sz="2400" b="1" dirty="0" smtClean="0">
                  <a:solidFill>
                    <a:prstClr val="black"/>
                  </a:solidFill>
                  <a:latin typeface="Roboto Lt"/>
                </a:rPr>
                <a:t>توفير </a:t>
              </a:r>
              <a:r>
                <a:rPr lang="ar-SA" sz="2400" b="1" dirty="0">
                  <a:solidFill>
                    <a:prstClr val="black"/>
                  </a:solidFill>
                  <a:latin typeface="Roboto Lt"/>
                </a:rPr>
                <a:t>الحواسيب</a:t>
              </a:r>
              <a:endParaRPr lang="en-US" sz="2400" b="1" dirty="0">
                <a:solidFill>
                  <a:prstClr val="black"/>
                </a:solidFill>
                <a:latin typeface="Roboto Lt"/>
              </a:endParaRPr>
            </a:p>
          </p:txBody>
        </p:sp>
      </p:grpSp>
      <p:grpSp>
        <p:nvGrpSpPr>
          <p:cNvPr id="49" name="Group 48"/>
          <p:cNvGrpSpPr/>
          <p:nvPr/>
        </p:nvGrpSpPr>
        <p:grpSpPr>
          <a:xfrm>
            <a:off x="196137" y="5208125"/>
            <a:ext cx="3095138" cy="619464"/>
            <a:chOff x="839919" y="5270803"/>
            <a:chExt cx="3095138" cy="619464"/>
          </a:xfrm>
        </p:grpSpPr>
        <p:sp>
          <p:nvSpPr>
            <p:cNvPr id="50" name="TextBox 49"/>
            <p:cNvSpPr txBox="1"/>
            <p:nvPr/>
          </p:nvSpPr>
          <p:spPr>
            <a:xfrm>
              <a:off x="3681589" y="5270803"/>
              <a:ext cx="184730" cy="338554"/>
            </a:xfrm>
            <a:prstGeom prst="rect">
              <a:avLst/>
            </a:prstGeom>
            <a:noFill/>
          </p:spPr>
          <p:txBody>
            <a:bodyPr wrap="none" rtlCol="0">
              <a:spAutoFit/>
            </a:bodyPr>
            <a:lstStyle/>
            <a:p>
              <a:pPr algn="r" fontAlgn="auto">
                <a:spcBef>
                  <a:spcPts val="0"/>
                </a:spcBef>
                <a:spcAft>
                  <a:spcPts val="0"/>
                </a:spcAft>
              </a:pPr>
              <a:endParaRPr lang="id-ID" sz="1600" b="1" dirty="0">
                <a:solidFill>
                  <a:prstClr val="white">
                    <a:lumMod val="50000"/>
                  </a:prstClr>
                </a:solidFill>
                <a:latin typeface="Roboto"/>
              </a:endParaRPr>
            </a:p>
          </p:txBody>
        </p:sp>
        <p:sp>
          <p:nvSpPr>
            <p:cNvPr id="51" name="TextBox 50"/>
            <p:cNvSpPr txBox="1"/>
            <p:nvPr/>
          </p:nvSpPr>
          <p:spPr>
            <a:xfrm>
              <a:off x="839919" y="5312417"/>
              <a:ext cx="3095138" cy="577850"/>
            </a:xfrm>
            <a:prstGeom prst="rect">
              <a:avLst/>
            </a:prstGeom>
            <a:noFill/>
          </p:spPr>
          <p:txBody>
            <a:bodyPr wrap="square" rtlCol="0">
              <a:spAutoFit/>
            </a:bodyPr>
            <a:lstStyle/>
            <a:p>
              <a:pPr algn="ctr" rtl="1" fontAlgn="auto">
                <a:lnSpc>
                  <a:spcPct val="150000"/>
                </a:lnSpc>
                <a:spcBef>
                  <a:spcPts val="0"/>
                </a:spcBef>
                <a:spcAft>
                  <a:spcPts val="0"/>
                </a:spcAft>
              </a:pPr>
              <a:r>
                <a:rPr lang="ar-SA" sz="2400" b="1" dirty="0" smtClean="0">
                  <a:solidFill>
                    <a:prstClr val="black"/>
                  </a:solidFill>
                  <a:latin typeface="Roboto Lt"/>
                </a:rPr>
                <a:t>إزالة </a:t>
              </a:r>
              <a:r>
                <a:rPr lang="ar-SA" sz="2400" b="1" dirty="0">
                  <a:solidFill>
                    <a:prstClr val="black"/>
                  </a:solidFill>
                  <a:latin typeface="Roboto Lt"/>
                </a:rPr>
                <a:t>العوائق المالية</a:t>
              </a:r>
              <a:endParaRPr lang="en-US" sz="2400" b="1" dirty="0">
                <a:solidFill>
                  <a:prstClr val="black"/>
                </a:solidFill>
                <a:latin typeface="Roboto Lt"/>
              </a:endParaRPr>
            </a:p>
          </p:txBody>
        </p:sp>
      </p:grpSp>
      <p:grpSp>
        <p:nvGrpSpPr>
          <p:cNvPr id="52" name="Group 51"/>
          <p:cNvGrpSpPr/>
          <p:nvPr/>
        </p:nvGrpSpPr>
        <p:grpSpPr>
          <a:xfrm>
            <a:off x="3299078" y="5063725"/>
            <a:ext cx="901768" cy="901768"/>
            <a:chOff x="3942860" y="5126403"/>
            <a:chExt cx="901768" cy="901768"/>
          </a:xfrm>
        </p:grpSpPr>
        <p:sp>
          <p:nvSpPr>
            <p:cNvPr id="53" name="Oval 52"/>
            <p:cNvSpPr/>
            <p:nvPr/>
          </p:nvSpPr>
          <p:spPr>
            <a:xfrm>
              <a:off x="3942860" y="5126403"/>
              <a:ext cx="901768" cy="901768"/>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a:solidFill>
                  <a:prstClr val="white"/>
                </a:solidFill>
              </a:endParaRPr>
            </a:p>
          </p:txBody>
        </p:sp>
        <p:grpSp>
          <p:nvGrpSpPr>
            <p:cNvPr id="54" name="Group 53"/>
            <p:cNvGrpSpPr/>
            <p:nvPr/>
          </p:nvGrpSpPr>
          <p:grpSpPr>
            <a:xfrm>
              <a:off x="4157569" y="5352357"/>
              <a:ext cx="451851" cy="449859"/>
              <a:chOff x="-365126" y="-2462213"/>
              <a:chExt cx="4321176" cy="4302126"/>
            </a:xfrm>
            <a:solidFill>
              <a:schemeClr val="bg1"/>
            </a:solidFill>
          </p:grpSpPr>
          <p:sp>
            <p:nvSpPr>
              <p:cNvPr id="55" name="Freeform 5"/>
              <p:cNvSpPr>
                <a:spLocks noEditPoints="1"/>
              </p:cNvSpPr>
              <p:nvPr/>
            </p:nvSpPr>
            <p:spPr bwMode="auto">
              <a:xfrm>
                <a:off x="-365126" y="-2058988"/>
                <a:ext cx="3937000" cy="3898901"/>
              </a:xfrm>
              <a:custGeom>
                <a:avLst/>
                <a:gdLst>
                  <a:gd name="T0" fmla="*/ 744 w 1047"/>
                  <a:gd name="T1" fmla="*/ 26 h 1037"/>
                  <a:gd name="T2" fmla="*/ 681 w 1047"/>
                  <a:gd name="T3" fmla="*/ 0 h 1037"/>
                  <a:gd name="T4" fmla="*/ 618 w 1047"/>
                  <a:gd name="T5" fmla="*/ 26 h 1037"/>
                  <a:gd name="T6" fmla="*/ 568 w 1047"/>
                  <a:gd name="T7" fmla="*/ 77 h 1037"/>
                  <a:gd name="T8" fmla="*/ 541 w 1047"/>
                  <a:gd name="T9" fmla="*/ 140 h 1037"/>
                  <a:gd name="T10" fmla="*/ 555 w 1047"/>
                  <a:gd name="T11" fmla="*/ 187 h 1037"/>
                  <a:gd name="T12" fmla="*/ 69 w 1047"/>
                  <a:gd name="T13" fmla="*/ 382 h 1037"/>
                  <a:gd name="T14" fmla="*/ 7 w 1047"/>
                  <a:gd name="T15" fmla="*/ 460 h 1037"/>
                  <a:gd name="T16" fmla="*/ 37 w 1047"/>
                  <a:gd name="T17" fmla="*/ 556 h 1037"/>
                  <a:gd name="T18" fmla="*/ 491 w 1047"/>
                  <a:gd name="T19" fmla="*/ 1006 h 1037"/>
                  <a:gd name="T20" fmla="*/ 565 w 1047"/>
                  <a:gd name="T21" fmla="*/ 1037 h 1037"/>
                  <a:gd name="T22" fmla="*/ 567 w 1047"/>
                  <a:gd name="T23" fmla="*/ 1037 h 1037"/>
                  <a:gd name="T24" fmla="*/ 589 w 1047"/>
                  <a:gd name="T25" fmla="*/ 1035 h 1037"/>
                  <a:gd name="T26" fmla="*/ 667 w 1047"/>
                  <a:gd name="T27" fmla="*/ 969 h 1037"/>
                  <a:gd name="T28" fmla="*/ 858 w 1047"/>
                  <a:gd name="T29" fmla="*/ 491 h 1037"/>
                  <a:gd name="T30" fmla="*/ 907 w 1047"/>
                  <a:gd name="T31" fmla="*/ 506 h 1037"/>
                  <a:gd name="T32" fmla="*/ 970 w 1047"/>
                  <a:gd name="T33" fmla="*/ 480 h 1037"/>
                  <a:gd name="T34" fmla="*/ 1020 w 1047"/>
                  <a:gd name="T35" fmla="*/ 429 h 1037"/>
                  <a:gd name="T36" fmla="*/ 1047 w 1047"/>
                  <a:gd name="T37" fmla="*/ 366 h 1037"/>
                  <a:gd name="T38" fmla="*/ 1021 w 1047"/>
                  <a:gd name="T39" fmla="*/ 303 h 1037"/>
                  <a:gd name="T40" fmla="*/ 744 w 1047"/>
                  <a:gd name="T41" fmla="*/ 26 h 1037"/>
                  <a:gd name="T42" fmla="*/ 601 w 1047"/>
                  <a:gd name="T43" fmla="*/ 943 h 1037"/>
                  <a:gd name="T44" fmla="*/ 575 w 1047"/>
                  <a:gd name="T45" fmla="*/ 965 h 1037"/>
                  <a:gd name="T46" fmla="*/ 566 w 1047"/>
                  <a:gd name="T47" fmla="*/ 966 h 1037"/>
                  <a:gd name="T48" fmla="*/ 542 w 1047"/>
                  <a:gd name="T49" fmla="*/ 955 h 1037"/>
                  <a:gd name="T50" fmla="*/ 87 w 1047"/>
                  <a:gd name="T51" fmla="*/ 505 h 1037"/>
                  <a:gd name="T52" fmla="*/ 77 w 1047"/>
                  <a:gd name="T53" fmla="*/ 473 h 1037"/>
                  <a:gd name="T54" fmla="*/ 98 w 1047"/>
                  <a:gd name="T55" fmla="*/ 447 h 1037"/>
                  <a:gd name="T56" fmla="*/ 320 w 1047"/>
                  <a:gd name="T57" fmla="*/ 358 h 1037"/>
                  <a:gd name="T58" fmla="*/ 770 w 1047"/>
                  <a:gd name="T59" fmla="*/ 520 h 1037"/>
                  <a:gd name="T60" fmla="*/ 601 w 1047"/>
                  <a:gd name="T61" fmla="*/ 943 h 1037"/>
                  <a:gd name="T62" fmla="*/ 970 w 1047"/>
                  <a:gd name="T63" fmla="*/ 378 h 1037"/>
                  <a:gd name="T64" fmla="*/ 919 w 1047"/>
                  <a:gd name="T65" fmla="*/ 429 h 1037"/>
                  <a:gd name="T66" fmla="*/ 894 w 1047"/>
                  <a:gd name="T67" fmla="*/ 429 h 1037"/>
                  <a:gd name="T68" fmla="*/ 831 w 1047"/>
                  <a:gd name="T69" fmla="*/ 366 h 1037"/>
                  <a:gd name="T70" fmla="*/ 780 w 1047"/>
                  <a:gd name="T71" fmla="*/ 494 h 1037"/>
                  <a:gd name="T72" fmla="*/ 784 w 1047"/>
                  <a:gd name="T73" fmla="*/ 483 h 1037"/>
                  <a:gd name="T74" fmla="*/ 468 w 1047"/>
                  <a:gd name="T75" fmla="*/ 350 h 1037"/>
                  <a:gd name="T76" fmla="*/ 376 w 1047"/>
                  <a:gd name="T77" fmla="*/ 336 h 1037"/>
                  <a:gd name="T78" fmla="*/ 679 w 1047"/>
                  <a:gd name="T79" fmla="*/ 214 h 1037"/>
                  <a:gd name="T80" fmla="*/ 618 w 1047"/>
                  <a:gd name="T81" fmla="*/ 153 h 1037"/>
                  <a:gd name="T82" fmla="*/ 618 w 1047"/>
                  <a:gd name="T83" fmla="*/ 128 h 1037"/>
                  <a:gd name="T84" fmla="*/ 669 w 1047"/>
                  <a:gd name="T85" fmla="*/ 77 h 1037"/>
                  <a:gd name="T86" fmla="*/ 694 w 1047"/>
                  <a:gd name="T87" fmla="*/ 77 h 1037"/>
                  <a:gd name="T88" fmla="*/ 970 w 1047"/>
                  <a:gd name="T89" fmla="*/ 353 h 1037"/>
                  <a:gd name="T90" fmla="*/ 970 w 1047"/>
                  <a:gd name="T91" fmla="*/ 378 h 10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047" h="1037">
                    <a:moveTo>
                      <a:pt x="744" y="26"/>
                    </a:moveTo>
                    <a:cubicBezTo>
                      <a:pt x="727" y="10"/>
                      <a:pt x="705" y="0"/>
                      <a:pt x="681" y="0"/>
                    </a:cubicBezTo>
                    <a:cubicBezTo>
                      <a:pt x="657" y="0"/>
                      <a:pt x="635" y="10"/>
                      <a:pt x="618" y="26"/>
                    </a:cubicBezTo>
                    <a:cubicBezTo>
                      <a:pt x="568" y="77"/>
                      <a:pt x="568" y="77"/>
                      <a:pt x="568" y="77"/>
                    </a:cubicBezTo>
                    <a:cubicBezTo>
                      <a:pt x="551" y="94"/>
                      <a:pt x="541" y="116"/>
                      <a:pt x="541" y="140"/>
                    </a:cubicBezTo>
                    <a:cubicBezTo>
                      <a:pt x="541" y="157"/>
                      <a:pt x="546" y="173"/>
                      <a:pt x="555" y="187"/>
                    </a:cubicBezTo>
                    <a:cubicBezTo>
                      <a:pt x="69" y="382"/>
                      <a:pt x="69" y="382"/>
                      <a:pt x="69" y="382"/>
                    </a:cubicBezTo>
                    <a:cubicBezTo>
                      <a:pt x="37" y="396"/>
                      <a:pt x="13" y="425"/>
                      <a:pt x="7" y="460"/>
                    </a:cubicBezTo>
                    <a:cubicBezTo>
                      <a:pt x="0" y="495"/>
                      <a:pt x="11" y="531"/>
                      <a:pt x="37" y="556"/>
                    </a:cubicBezTo>
                    <a:cubicBezTo>
                      <a:pt x="491" y="1006"/>
                      <a:pt x="491" y="1006"/>
                      <a:pt x="491" y="1006"/>
                    </a:cubicBezTo>
                    <a:cubicBezTo>
                      <a:pt x="511" y="1025"/>
                      <a:pt x="537" y="1036"/>
                      <a:pt x="565" y="1037"/>
                    </a:cubicBezTo>
                    <a:cubicBezTo>
                      <a:pt x="565" y="1037"/>
                      <a:pt x="567" y="1037"/>
                      <a:pt x="567" y="1037"/>
                    </a:cubicBezTo>
                    <a:cubicBezTo>
                      <a:pt x="575" y="1037"/>
                      <a:pt x="582" y="1036"/>
                      <a:pt x="589" y="1035"/>
                    </a:cubicBezTo>
                    <a:cubicBezTo>
                      <a:pt x="625" y="1027"/>
                      <a:pt x="654" y="1003"/>
                      <a:pt x="667" y="969"/>
                    </a:cubicBezTo>
                    <a:cubicBezTo>
                      <a:pt x="858" y="491"/>
                      <a:pt x="858" y="491"/>
                      <a:pt x="858" y="491"/>
                    </a:cubicBezTo>
                    <a:cubicBezTo>
                      <a:pt x="872" y="501"/>
                      <a:pt x="889" y="506"/>
                      <a:pt x="907" y="506"/>
                    </a:cubicBezTo>
                    <a:cubicBezTo>
                      <a:pt x="931" y="506"/>
                      <a:pt x="953" y="496"/>
                      <a:pt x="970" y="480"/>
                    </a:cubicBezTo>
                    <a:cubicBezTo>
                      <a:pt x="1020" y="429"/>
                      <a:pt x="1020" y="429"/>
                      <a:pt x="1020" y="429"/>
                    </a:cubicBezTo>
                    <a:cubicBezTo>
                      <a:pt x="1037" y="412"/>
                      <a:pt x="1047" y="390"/>
                      <a:pt x="1047" y="366"/>
                    </a:cubicBezTo>
                    <a:cubicBezTo>
                      <a:pt x="1047" y="342"/>
                      <a:pt x="1037" y="319"/>
                      <a:pt x="1021" y="303"/>
                    </a:cubicBezTo>
                    <a:lnTo>
                      <a:pt x="744" y="26"/>
                    </a:lnTo>
                    <a:close/>
                    <a:moveTo>
                      <a:pt x="601" y="943"/>
                    </a:moveTo>
                    <a:cubicBezTo>
                      <a:pt x="596" y="954"/>
                      <a:pt x="586" y="962"/>
                      <a:pt x="575" y="965"/>
                    </a:cubicBezTo>
                    <a:cubicBezTo>
                      <a:pt x="572" y="965"/>
                      <a:pt x="569" y="966"/>
                      <a:pt x="566" y="966"/>
                    </a:cubicBezTo>
                    <a:cubicBezTo>
                      <a:pt x="557" y="965"/>
                      <a:pt x="549" y="962"/>
                      <a:pt x="542" y="955"/>
                    </a:cubicBezTo>
                    <a:cubicBezTo>
                      <a:pt x="87" y="505"/>
                      <a:pt x="87" y="505"/>
                      <a:pt x="87" y="505"/>
                    </a:cubicBezTo>
                    <a:cubicBezTo>
                      <a:pt x="79" y="497"/>
                      <a:pt x="75" y="485"/>
                      <a:pt x="77" y="473"/>
                    </a:cubicBezTo>
                    <a:cubicBezTo>
                      <a:pt x="79" y="462"/>
                      <a:pt x="87" y="452"/>
                      <a:pt x="98" y="447"/>
                    </a:cubicBezTo>
                    <a:cubicBezTo>
                      <a:pt x="320" y="358"/>
                      <a:pt x="320" y="358"/>
                      <a:pt x="320" y="358"/>
                    </a:cubicBezTo>
                    <a:cubicBezTo>
                      <a:pt x="470" y="408"/>
                      <a:pt x="620" y="360"/>
                      <a:pt x="770" y="520"/>
                    </a:cubicBezTo>
                    <a:lnTo>
                      <a:pt x="601" y="943"/>
                    </a:lnTo>
                    <a:close/>
                    <a:moveTo>
                      <a:pt x="970" y="378"/>
                    </a:moveTo>
                    <a:cubicBezTo>
                      <a:pt x="919" y="429"/>
                      <a:pt x="919" y="429"/>
                      <a:pt x="919" y="429"/>
                    </a:cubicBezTo>
                    <a:cubicBezTo>
                      <a:pt x="912" y="436"/>
                      <a:pt x="901" y="436"/>
                      <a:pt x="894" y="429"/>
                    </a:cubicBezTo>
                    <a:cubicBezTo>
                      <a:pt x="831" y="366"/>
                      <a:pt x="831" y="366"/>
                      <a:pt x="831" y="366"/>
                    </a:cubicBezTo>
                    <a:cubicBezTo>
                      <a:pt x="780" y="494"/>
                      <a:pt x="780" y="494"/>
                      <a:pt x="780" y="494"/>
                    </a:cubicBezTo>
                    <a:cubicBezTo>
                      <a:pt x="784" y="483"/>
                      <a:pt x="784" y="483"/>
                      <a:pt x="784" y="483"/>
                    </a:cubicBezTo>
                    <a:cubicBezTo>
                      <a:pt x="676" y="376"/>
                      <a:pt x="567" y="362"/>
                      <a:pt x="468" y="350"/>
                    </a:cubicBezTo>
                    <a:cubicBezTo>
                      <a:pt x="437" y="346"/>
                      <a:pt x="406" y="342"/>
                      <a:pt x="376" y="336"/>
                    </a:cubicBezTo>
                    <a:cubicBezTo>
                      <a:pt x="679" y="214"/>
                      <a:pt x="679" y="214"/>
                      <a:pt x="679" y="214"/>
                    </a:cubicBezTo>
                    <a:cubicBezTo>
                      <a:pt x="618" y="153"/>
                      <a:pt x="618" y="153"/>
                      <a:pt x="618" y="153"/>
                    </a:cubicBezTo>
                    <a:cubicBezTo>
                      <a:pt x="611" y="146"/>
                      <a:pt x="611" y="135"/>
                      <a:pt x="618" y="128"/>
                    </a:cubicBezTo>
                    <a:cubicBezTo>
                      <a:pt x="669" y="77"/>
                      <a:pt x="669" y="77"/>
                      <a:pt x="669" y="77"/>
                    </a:cubicBezTo>
                    <a:cubicBezTo>
                      <a:pt x="676" y="70"/>
                      <a:pt x="687" y="70"/>
                      <a:pt x="694" y="77"/>
                    </a:cubicBezTo>
                    <a:cubicBezTo>
                      <a:pt x="970" y="353"/>
                      <a:pt x="970" y="353"/>
                      <a:pt x="970" y="353"/>
                    </a:cubicBezTo>
                    <a:cubicBezTo>
                      <a:pt x="977" y="360"/>
                      <a:pt x="977" y="372"/>
                      <a:pt x="970" y="378"/>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endParaRPr>
              </a:p>
            </p:txBody>
          </p:sp>
          <p:sp>
            <p:nvSpPr>
              <p:cNvPr id="56" name="Freeform 6"/>
              <p:cNvSpPr>
                <a:spLocks noEditPoints="1"/>
              </p:cNvSpPr>
              <p:nvPr/>
            </p:nvSpPr>
            <p:spPr bwMode="auto">
              <a:xfrm>
                <a:off x="1536700" y="-311150"/>
                <a:ext cx="669925" cy="673100"/>
              </a:xfrm>
              <a:custGeom>
                <a:avLst/>
                <a:gdLst>
                  <a:gd name="T0" fmla="*/ 89 w 178"/>
                  <a:gd name="T1" fmla="*/ 179 h 179"/>
                  <a:gd name="T2" fmla="*/ 178 w 178"/>
                  <a:gd name="T3" fmla="*/ 89 h 179"/>
                  <a:gd name="T4" fmla="*/ 89 w 178"/>
                  <a:gd name="T5" fmla="*/ 0 h 179"/>
                  <a:gd name="T6" fmla="*/ 0 w 178"/>
                  <a:gd name="T7" fmla="*/ 89 h 179"/>
                  <a:gd name="T8" fmla="*/ 89 w 178"/>
                  <a:gd name="T9" fmla="*/ 179 h 179"/>
                  <a:gd name="T10" fmla="*/ 89 w 178"/>
                  <a:gd name="T11" fmla="*/ 36 h 179"/>
                  <a:gd name="T12" fmla="*/ 143 w 178"/>
                  <a:gd name="T13" fmla="*/ 89 h 179"/>
                  <a:gd name="T14" fmla="*/ 89 w 178"/>
                  <a:gd name="T15" fmla="*/ 143 h 179"/>
                  <a:gd name="T16" fmla="*/ 35 w 178"/>
                  <a:gd name="T17" fmla="*/ 89 h 179"/>
                  <a:gd name="T18" fmla="*/ 89 w 178"/>
                  <a:gd name="T19" fmla="*/ 36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8" h="179">
                    <a:moveTo>
                      <a:pt x="89" y="179"/>
                    </a:moveTo>
                    <a:cubicBezTo>
                      <a:pt x="138" y="179"/>
                      <a:pt x="178" y="139"/>
                      <a:pt x="178" y="89"/>
                    </a:cubicBezTo>
                    <a:cubicBezTo>
                      <a:pt x="178" y="40"/>
                      <a:pt x="138" y="0"/>
                      <a:pt x="89" y="0"/>
                    </a:cubicBezTo>
                    <a:cubicBezTo>
                      <a:pt x="40" y="0"/>
                      <a:pt x="0" y="40"/>
                      <a:pt x="0" y="89"/>
                    </a:cubicBezTo>
                    <a:cubicBezTo>
                      <a:pt x="0" y="139"/>
                      <a:pt x="40" y="179"/>
                      <a:pt x="89" y="179"/>
                    </a:cubicBezTo>
                    <a:close/>
                    <a:moveTo>
                      <a:pt x="89" y="36"/>
                    </a:moveTo>
                    <a:cubicBezTo>
                      <a:pt x="119" y="36"/>
                      <a:pt x="143" y="60"/>
                      <a:pt x="143" y="89"/>
                    </a:cubicBezTo>
                    <a:cubicBezTo>
                      <a:pt x="143" y="119"/>
                      <a:pt x="119" y="143"/>
                      <a:pt x="89" y="143"/>
                    </a:cubicBezTo>
                    <a:cubicBezTo>
                      <a:pt x="59" y="143"/>
                      <a:pt x="35" y="119"/>
                      <a:pt x="35" y="89"/>
                    </a:cubicBezTo>
                    <a:cubicBezTo>
                      <a:pt x="35" y="60"/>
                      <a:pt x="59" y="36"/>
                      <a:pt x="89" y="36"/>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endParaRPr>
              </a:p>
            </p:txBody>
          </p:sp>
          <p:sp>
            <p:nvSpPr>
              <p:cNvPr id="57" name="Freeform 7"/>
              <p:cNvSpPr>
                <a:spLocks noEditPoints="1"/>
              </p:cNvSpPr>
              <p:nvPr/>
            </p:nvSpPr>
            <p:spPr bwMode="auto">
              <a:xfrm>
                <a:off x="3282950" y="-2462213"/>
                <a:ext cx="673100" cy="673100"/>
              </a:xfrm>
              <a:custGeom>
                <a:avLst/>
                <a:gdLst>
                  <a:gd name="T0" fmla="*/ 90 w 179"/>
                  <a:gd name="T1" fmla="*/ 0 h 179"/>
                  <a:gd name="T2" fmla="*/ 0 w 179"/>
                  <a:gd name="T3" fmla="*/ 89 h 179"/>
                  <a:gd name="T4" fmla="*/ 90 w 179"/>
                  <a:gd name="T5" fmla="*/ 179 h 179"/>
                  <a:gd name="T6" fmla="*/ 179 w 179"/>
                  <a:gd name="T7" fmla="*/ 89 h 179"/>
                  <a:gd name="T8" fmla="*/ 90 w 179"/>
                  <a:gd name="T9" fmla="*/ 0 h 179"/>
                  <a:gd name="T10" fmla="*/ 90 w 179"/>
                  <a:gd name="T11" fmla="*/ 143 h 179"/>
                  <a:gd name="T12" fmla="*/ 36 w 179"/>
                  <a:gd name="T13" fmla="*/ 89 h 179"/>
                  <a:gd name="T14" fmla="*/ 90 w 179"/>
                  <a:gd name="T15" fmla="*/ 36 h 179"/>
                  <a:gd name="T16" fmla="*/ 143 w 179"/>
                  <a:gd name="T17" fmla="*/ 89 h 179"/>
                  <a:gd name="T18" fmla="*/ 90 w 179"/>
                  <a:gd name="T19" fmla="*/ 143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9" h="179">
                    <a:moveTo>
                      <a:pt x="90" y="0"/>
                    </a:moveTo>
                    <a:cubicBezTo>
                      <a:pt x="40" y="0"/>
                      <a:pt x="0" y="40"/>
                      <a:pt x="0" y="89"/>
                    </a:cubicBezTo>
                    <a:cubicBezTo>
                      <a:pt x="0" y="139"/>
                      <a:pt x="40" y="179"/>
                      <a:pt x="90" y="179"/>
                    </a:cubicBezTo>
                    <a:cubicBezTo>
                      <a:pt x="139" y="179"/>
                      <a:pt x="179" y="139"/>
                      <a:pt x="179" y="89"/>
                    </a:cubicBezTo>
                    <a:cubicBezTo>
                      <a:pt x="179" y="40"/>
                      <a:pt x="139" y="0"/>
                      <a:pt x="90" y="0"/>
                    </a:cubicBezTo>
                    <a:close/>
                    <a:moveTo>
                      <a:pt x="90" y="143"/>
                    </a:moveTo>
                    <a:cubicBezTo>
                      <a:pt x="60" y="143"/>
                      <a:pt x="36" y="119"/>
                      <a:pt x="36" y="89"/>
                    </a:cubicBezTo>
                    <a:cubicBezTo>
                      <a:pt x="36" y="60"/>
                      <a:pt x="60" y="36"/>
                      <a:pt x="90" y="36"/>
                    </a:cubicBezTo>
                    <a:cubicBezTo>
                      <a:pt x="119" y="36"/>
                      <a:pt x="143" y="60"/>
                      <a:pt x="143" y="89"/>
                    </a:cubicBezTo>
                    <a:cubicBezTo>
                      <a:pt x="143" y="119"/>
                      <a:pt x="119" y="143"/>
                      <a:pt x="90" y="143"/>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endParaRPr>
              </a:p>
            </p:txBody>
          </p:sp>
          <p:sp>
            <p:nvSpPr>
              <p:cNvPr id="58" name="Freeform 8"/>
              <p:cNvSpPr>
                <a:spLocks noEditPoints="1"/>
              </p:cNvSpPr>
              <p:nvPr/>
            </p:nvSpPr>
            <p:spPr bwMode="auto">
              <a:xfrm>
                <a:off x="728662" y="-446088"/>
                <a:ext cx="538163" cy="536575"/>
              </a:xfrm>
              <a:custGeom>
                <a:avLst/>
                <a:gdLst>
                  <a:gd name="T0" fmla="*/ 0 w 143"/>
                  <a:gd name="T1" fmla="*/ 72 h 143"/>
                  <a:gd name="T2" fmla="*/ 72 w 143"/>
                  <a:gd name="T3" fmla="*/ 143 h 143"/>
                  <a:gd name="T4" fmla="*/ 143 w 143"/>
                  <a:gd name="T5" fmla="*/ 72 h 143"/>
                  <a:gd name="T6" fmla="*/ 72 w 143"/>
                  <a:gd name="T7" fmla="*/ 0 h 143"/>
                  <a:gd name="T8" fmla="*/ 0 w 143"/>
                  <a:gd name="T9" fmla="*/ 72 h 143"/>
                  <a:gd name="T10" fmla="*/ 72 w 143"/>
                  <a:gd name="T11" fmla="*/ 36 h 143"/>
                  <a:gd name="T12" fmla="*/ 107 w 143"/>
                  <a:gd name="T13" fmla="*/ 72 h 143"/>
                  <a:gd name="T14" fmla="*/ 72 w 143"/>
                  <a:gd name="T15" fmla="*/ 108 h 143"/>
                  <a:gd name="T16" fmla="*/ 36 w 143"/>
                  <a:gd name="T17" fmla="*/ 72 h 143"/>
                  <a:gd name="T18" fmla="*/ 72 w 143"/>
                  <a:gd name="T19" fmla="*/ 36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3" h="143">
                    <a:moveTo>
                      <a:pt x="0" y="72"/>
                    </a:moveTo>
                    <a:cubicBezTo>
                      <a:pt x="0" y="111"/>
                      <a:pt x="32" y="143"/>
                      <a:pt x="72" y="143"/>
                    </a:cubicBezTo>
                    <a:cubicBezTo>
                      <a:pt x="111" y="143"/>
                      <a:pt x="143" y="111"/>
                      <a:pt x="143" y="72"/>
                    </a:cubicBezTo>
                    <a:cubicBezTo>
                      <a:pt x="143" y="32"/>
                      <a:pt x="111" y="0"/>
                      <a:pt x="72" y="0"/>
                    </a:cubicBezTo>
                    <a:cubicBezTo>
                      <a:pt x="32" y="0"/>
                      <a:pt x="0" y="32"/>
                      <a:pt x="0" y="72"/>
                    </a:cubicBezTo>
                    <a:close/>
                    <a:moveTo>
                      <a:pt x="72" y="36"/>
                    </a:moveTo>
                    <a:cubicBezTo>
                      <a:pt x="91" y="36"/>
                      <a:pt x="107" y="52"/>
                      <a:pt x="107" y="72"/>
                    </a:cubicBezTo>
                    <a:cubicBezTo>
                      <a:pt x="107" y="92"/>
                      <a:pt x="91" y="108"/>
                      <a:pt x="72" y="108"/>
                    </a:cubicBezTo>
                    <a:cubicBezTo>
                      <a:pt x="52" y="108"/>
                      <a:pt x="36" y="92"/>
                      <a:pt x="36" y="72"/>
                    </a:cubicBezTo>
                    <a:cubicBezTo>
                      <a:pt x="36" y="52"/>
                      <a:pt x="52" y="36"/>
                      <a:pt x="72" y="36"/>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endParaRPr>
              </a:p>
            </p:txBody>
          </p:sp>
          <p:sp>
            <p:nvSpPr>
              <p:cNvPr id="59" name="Oval 9"/>
              <p:cNvSpPr>
                <a:spLocks noChangeArrowheads="1"/>
              </p:cNvSpPr>
              <p:nvPr/>
            </p:nvSpPr>
            <p:spPr bwMode="auto">
              <a:xfrm>
                <a:off x="1266825" y="496888"/>
                <a:ext cx="269875" cy="266700"/>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endParaRPr>
              </a:p>
            </p:txBody>
          </p:sp>
          <p:sp>
            <p:nvSpPr>
              <p:cNvPr id="60" name="Oval 10"/>
              <p:cNvSpPr>
                <a:spLocks noChangeArrowheads="1"/>
              </p:cNvSpPr>
              <p:nvPr/>
            </p:nvSpPr>
            <p:spPr bwMode="auto">
              <a:xfrm>
                <a:off x="3417887" y="-1522413"/>
                <a:ext cx="269875" cy="271463"/>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endParaRPr>
              </a:p>
            </p:txBody>
          </p:sp>
        </p:grpSp>
      </p:grpSp>
      <p:grpSp>
        <p:nvGrpSpPr>
          <p:cNvPr id="61" name="Group 60"/>
          <p:cNvGrpSpPr/>
          <p:nvPr/>
        </p:nvGrpSpPr>
        <p:grpSpPr>
          <a:xfrm>
            <a:off x="8298376" y="5026066"/>
            <a:ext cx="901768" cy="901768"/>
            <a:chOff x="7644430" y="5126403"/>
            <a:chExt cx="901768" cy="901768"/>
          </a:xfrm>
        </p:grpSpPr>
        <p:sp>
          <p:nvSpPr>
            <p:cNvPr id="62" name="Oval 61"/>
            <p:cNvSpPr/>
            <p:nvPr/>
          </p:nvSpPr>
          <p:spPr>
            <a:xfrm>
              <a:off x="7644430" y="5126403"/>
              <a:ext cx="901768" cy="901768"/>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a:solidFill>
                  <a:prstClr val="white"/>
                </a:solidFill>
              </a:endParaRPr>
            </a:p>
          </p:txBody>
        </p:sp>
        <p:sp>
          <p:nvSpPr>
            <p:cNvPr id="63" name="Freeform 14"/>
            <p:cNvSpPr>
              <a:spLocks noEditPoints="1"/>
            </p:cNvSpPr>
            <p:nvPr/>
          </p:nvSpPr>
          <p:spPr bwMode="auto">
            <a:xfrm>
              <a:off x="7919646" y="5350076"/>
              <a:ext cx="426462" cy="426201"/>
            </a:xfrm>
            <a:custGeom>
              <a:avLst/>
              <a:gdLst>
                <a:gd name="T0" fmla="*/ 434 w 688"/>
                <a:gd name="T1" fmla="*/ 77 h 688"/>
                <a:gd name="T2" fmla="*/ 284 w 688"/>
                <a:gd name="T3" fmla="*/ 194 h 688"/>
                <a:gd name="T4" fmla="*/ 175 w 688"/>
                <a:gd name="T5" fmla="*/ 194 h 688"/>
                <a:gd name="T6" fmla="*/ 0 w 688"/>
                <a:gd name="T7" fmla="*/ 301 h 688"/>
                <a:gd name="T8" fmla="*/ 129 w 688"/>
                <a:gd name="T9" fmla="*/ 452 h 688"/>
                <a:gd name="T10" fmla="*/ 172 w 688"/>
                <a:gd name="T11" fmla="*/ 688 h 688"/>
                <a:gd name="T12" fmla="*/ 301 w 688"/>
                <a:gd name="T13" fmla="*/ 645 h 688"/>
                <a:gd name="T14" fmla="*/ 279 w 688"/>
                <a:gd name="T15" fmla="*/ 581 h 688"/>
                <a:gd name="T16" fmla="*/ 280 w 688"/>
                <a:gd name="T17" fmla="*/ 429 h 688"/>
                <a:gd name="T18" fmla="*/ 283 w 688"/>
                <a:gd name="T19" fmla="*/ 418 h 688"/>
                <a:gd name="T20" fmla="*/ 290 w 688"/>
                <a:gd name="T21" fmla="*/ 412 h 688"/>
                <a:gd name="T22" fmla="*/ 296 w 688"/>
                <a:gd name="T23" fmla="*/ 410 h 688"/>
                <a:gd name="T24" fmla="*/ 434 w 688"/>
                <a:gd name="T25" fmla="*/ 525 h 688"/>
                <a:gd name="T26" fmla="*/ 688 w 688"/>
                <a:gd name="T27" fmla="*/ 301 h 688"/>
                <a:gd name="T28" fmla="*/ 430 w 688"/>
                <a:gd name="T29" fmla="*/ 301 h 688"/>
                <a:gd name="T30" fmla="*/ 495 w 688"/>
                <a:gd name="T31" fmla="*/ 237 h 688"/>
                <a:gd name="T32" fmla="*/ 495 w 688"/>
                <a:gd name="T33" fmla="*/ 366 h 688"/>
                <a:gd name="T34" fmla="*/ 430 w 688"/>
                <a:gd name="T35" fmla="*/ 301 h 688"/>
                <a:gd name="T36" fmla="*/ 86 w 688"/>
                <a:gd name="T37" fmla="*/ 237 h 688"/>
                <a:gd name="T38" fmla="*/ 215 w 688"/>
                <a:gd name="T39" fmla="*/ 301 h 688"/>
                <a:gd name="T40" fmla="*/ 86 w 688"/>
                <a:gd name="T41" fmla="*/ 366 h 688"/>
                <a:gd name="T42" fmla="*/ 258 w 688"/>
                <a:gd name="T43" fmla="*/ 645 h 688"/>
                <a:gd name="T44" fmla="*/ 172 w 688"/>
                <a:gd name="T45" fmla="*/ 452 h 688"/>
                <a:gd name="T46" fmla="*/ 175 w 688"/>
                <a:gd name="T47" fmla="*/ 409 h 688"/>
                <a:gd name="T48" fmla="*/ 240 w 688"/>
                <a:gd name="T49" fmla="*/ 409 h 688"/>
                <a:gd name="T50" fmla="*/ 236 w 688"/>
                <a:gd name="T51" fmla="*/ 581 h 688"/>
                <a:gd name="T52" fmla="*/ 258 w 688"/>
                <a:gd name="T53" fmla="*/ 627 h 688"/>
                <a:gd name="T54" fmla="*/ 284 w 688"/>
                <a:gd name="T55" fmla="*/ 366 h 688"/>
                <a:gd name="T56" fmla="*/ 280 w 688"/>
                <a:gd name="T57" fmla="*/ 366 h 688"/>
                <a:gd name="T58" fmla="*/ 280 w 688"/>
                <a:gd name="T59" fmla="*/ 237 h 688"/>
                <a:gd name="T60" fmla="*/ 396 w 688"/>
                <a:gd name="T61" fmla="*/ 193 h 688"/>
                <a:gd name="T62" fmla="*/ 396 w 688"/>
                <a:gd name="T63" fmla="*/ 409 h 688"/>
                <a:gd name="T64" fmla="*/ 538 w 688"/>
                <a:gd name="T65" fmla="*/ 559 h 688"/>
                <a:gd name="T66" fmla="*/ 495 w 688"/>
                <a:gd name="T67" fmla="*/ 409 h 688"/>
                <a:gd name="T68" fmla="*/ 495 w 688"/>
                <a:gd name="T69" fmla="*/ 194 h 688"/>
                <a:gd name="T70" fmla="*/ 538 w 688"/>
                <a:gd name="T71" fmla="*/ 43 h 688"/>
                <a:gd name="T72" fmla="*/ 538 w 688"/>
                <a:gd name="T73" fmla="*/ 559 h 6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88" h="688">
                  <a:moveTo>
                    <a:pt x="538" y="0"/>
                  </a:moveTo>
                  <a:cubicBezTo>
                    <a:pt x="493" y="0"/>
                    <a:pt x="459" y="30"/>
                    <a:pt x="434" y="77"/>
                  </a:cubicBezTo>
                  <a:cubicBezTo>
                    <a:pt x="433" y="77"/>
                    <a:pt x="433" y="77"/>
                    <a:pt x="433" y="77"/>
                  </a:cubicBezTo>
                  <a:cubicBezTo>
                    <a:pt x="397" y="148"/>
                    <a:pt x="343" y="194"/>
                    <a:pt x="284" y="194"/>
                  </a:cubicBezTo>
                  <a:cubicBezTo>
                    <a:pt x="270" y="194"/>
                    <a:pt x="270" y="194"/>
                    <a:pt x="270" y="194"/>
                  </a:cubicBezTo>
                  <a:cubicBezTo>
                    <a:pt x="175" y="194"/>
                    <a:pt x="175" y="194"/>
                    <a:pt x="175" y="194"/>
                  </a:cubicBezTo>
                  <a:cubicBezTo>
                    <a:pt x="86" y="194"/>
                    <a:pt x="86" y="194"/>
                    <a:pt x="86" y="194"/>
                  </a:cubicBezTo>
                  <a:cubicBezTo>
                    <a:pt x="38" y="194"/>
                    <a:pt x="0" y="241"/>
                    <a:pt x="0" y="301"/>
                  </a:cubicBezTo>
                  <a:cubicBezTo>
                    <a:pt x="0" y="361"/>
                    <a:pt x="38" y="409"/>
                    <a:pt x="86" y="409"/>
                  </a:cubicBezTo>
                  <a:cubicBezTo>
                    <a:pt x="110" y="409"/>
                    <a:pt x="129" y="428"/>
                    <a:pt x="129" y="452"/>
                  </a:cubicBezTo>
                  <a:cubicBezTo>
                    <a:pt x="129" y="645"/>
                    <a:pt x="129" y="645"/>
                    <a:pt x="129" y="645"/>
                  </a:cubicBezTo>
                  <a:cubicBezTo>
                    <a:pt x="129" y="669"/>
                    <a:pt x="148" y="688"/>
                    <a:pt x="172" y="688"/>
                  </a:cubicBezTo>
                  <a:cubicBezTo>
                    <a:pt x="258" y="688"/>
                    <a:pt x="258" y="688"/>
                    <a:pt x="258" y="688"/>
                  </a:cubicBezTo>
                  <a:cubicBezTo>
                    <a:pt x="282" y="688"/>
                    <a:pt x="301" y="669"/>
                    <a:pt x="301" y="645"/>
                  </a:cubicBezTo>
                  <a:cubicBezTo>
                    <a:pt x="301" y="624"/>
                    <a:pt x="301" y="624"/>
                    <a:pt x="301" y="624"/>
                  </a:cubicBezTo>
                  <a:cubicBezTo>
                    <a:pt x="301" y="602"/>
                    <a:pt x="279" y="592"/>
                    <a:pt x="279" y="581"/>
                  </a:cubicBezTo>
                  <a:cubicBezTo>
                    <a:pt x="279" y="430"/>
                    <a:pt x="279" y="430"/>
                    <a:pt x="279" y="430"/>
                  </a:cubicBezTo>
                  <a:cubicBezTo>
                    <a:pt x="279" y="429"/>
                    <a:pt x="280" y="429"/>
                    <a:pt x="280" y="429"/>
                  </a:cubicBezTo>
                  <a:cubicBezTo>
                    <a:pt x="280" y="426"/>
                    <a:pt x="281" y="423"/>
                    <a:pt x="282" y="420"/>
                  </a:cubicBezTo>
                  <a:cubicBezTo>
                    <a:pt x="283" y="419"/>
                    <a:pt x="283" y="419"/>
                    <a:pt x="283" y="418"/>
                  </a:cubicBezTo>
                  <a:cubicBezTo>
                    <a:pt x="285" y="416"/>
                    <a:pt x="287" y="414"/>
                    <a:pt x="290" y="412"/>
                  </a:cubicBezTo>
                  <a:cubicBezTo>
                    <a:pt x="290" y="412"/>
                    <a:pt x="290" y="412"/>
                    <a:pt x="290" y="412"/>
                  </a:cubicBezTo>
                  <a:cubicBezTo>
                    <a:pt x="290" y="412"/>
                    <a:pt x="290" y="412"/>
                    <a:pt x="291" y="412"/>
                  </a:cubicBezTo>
                  <a:cubicBezTo>
                    <a:pt x="292" y="411"/>
                    <a:pt x="294" y="410"/>
                    <a:pt x="296" y="410"/>
                  </a:cubicBezTo>
                  <a:cubicBezTo>
                    <a:pt x="350" y="416"/>
                    <a:pt x="400" y="459"/>
                    <a:pt x="433" y="525"/>
                  </a:cubicBezTo>
                  <a:cubicBezTo>
                    <a:pt x="434" y="525"/>
                    <a:pt x="434" y="525"/>
                    <a:pt x="434" y="525"/>
                  </a:cubicBezTo>
                  <a:cubicBezTo>
                    <a:pt x="459" y="572"/>
                    <a:pt x="493" y="602"/>
                    <a:pt x="538" y="602"/>
                  </a:cubicBezTo>
                  <a:cubicBezTo>
                    <a:pt x="636" y="602"/>
                    <a:pt x="688" y="451"/>
                    <a:pt x="688" y="301"/>
                  </a:cubicBezTo>
                  <a:cubicBezTo>
                    <a:pt x="688" y="151"/>
                    <a:pt x="636" y="0"/>
                    <a:pt x="538" y="0"/>
                  </a:cubicBezTo>
                  <a:close/>
                  <a:moveTo>
                    <a:pt x="430" y="301"/>
                  </a:moveTo>
                  <a:cubicBezTo>
                    <a:pt x="430" y="279"/>
                    <a:pt x="431" y="257"/>
                    <a:pt x="434" y="237"/>
                  </a:cubicBezTo>
                  <a:cubicBezTo>
                    <a:pt x="495" y="237"/>
                    <a:pt x="495" y="237"/>
                    <a:pt x="495" y="237"/>
                  </a:cubicBezTo>
                  <a:cubicBezTo>
                    <a:pt x="518" y="237"/>
                    <a:pt x="538" y="265"/>
                    <a:pt x="538" y="301"/>
                  </a:cubicBezTo>
                  <a:cubicBezTo>
                    <a:pt x="538" y="337"/>
                    <a:pt x="518" y="366"/>
                    <a:pt x="495" y="366"/>
                  </a:cubicBezTo>
                  <a:cubicBezTo>
                    <a:pt x="434" y="366"/>
                    <a:pt x="434" y="366"/>
                    <a:pt x="434" y="366"/>
                  </a:cubicBezTo>
                  <a:cubicBezTo>
                    <a:pt x="431" y="345"/>
                    <a:pt x="430" y="323"/>
                    <a:pt x="430" y="301"/>
                  </a:cubicBezTo>
                  <a:close/>
                  <a:moveTo>
                    <a:pt x="43" y="301"/>
                  </a:moveTo>
                  <a:cubicBezTo>
                    <a:pt x="43" y="265"/>
                    <a:pt x="62" y="237"/>
                    <a:pt x="86" y="237"/>
                  </a:cubicBezTo>
                  <a:cubicBezTo>
                    <a:pt x="237" y="237"/>
                    <a:pt x="237" y="237"/>
                    <a:pt x="237" y="237"/>
                  </a:cubicBezTo>
                  <a:cubicBezTo>
                    <a:pt x="223" y="252"/>
                    <a:pt x="215" y="275"/>
                    <a:pt x="215" y="301"/>
                  </a:cubicBezTo>
                  <a:cubicBezTo>
                    <a:pt x="215" y="327"/>
                    <a:pt x="223" y="350"/>
                    <a:pt x="237" y="366"/>
                  </a:cubicBezTo>
                  <a:cubicBezTo>
                    <a:pt x="86" y="366"/>
                    <a:pt x="86" y="366"/>
                    <a:pt x="86" y="366"/>
                  </a:cubicBezTo>
                  <a:cubicBezTo>
                    <a:pt x="62" y="366"/>
                    <a:pt x="43" y="337"/>
                    <a:pt x="43" y="301"/>
                  </a:cubicBezTo>
                  <a:close/>
                  <a:moveTo>
                    <a:pt x="258" y="645"/>
                  </a:moveTo>
                  <a:cubicBezTo>
                    <a:pt x="172" y="645"/>
                    <a:pt x="172" y="645"/>
                    <a:pt x="172" y="645"/>
                  </a:cubicBezTo>
                  <a:cubicBezTo>
                    <a:pt x="172" y="452"/>
                    <a:pt x="172" y="452"/>
                    <a:pt x="172" y="452"/>
                  </a:cubicBezTo>
                  <a:cubicBezTo>
                    <a:pt x="172" y="436"/>
                    <a:pt x="168" y="421"/>
                    <a:pt x="160" y="409"/>
                  </a:cubicBezTo>
                  <a:cubicBezTo>
                    <a:pt x="175" y="409"/>
                    <a:pt x="175" y="409"/>
                    <a:pt x="175" y="409"/>
                  </a:cubicBezTo>
                  <a:cubicBezTo>
                    <a:pt x="175" y="409"/>
                    <a:pt x="175" y="409"/>
                    <a:pt x="175" y="409"/>
                  </a:cubicBezTo>
                  <a:cubicBezTo>
                    <a:pt x="240" y="409"/>
                    <a:pt x="240" y="409"/>
                    <a:pt x="240" y="409"/>
                  </a:cubicBezTo>
                  <a:cubicBezTo>
                    <a:pt x="238" y="415"/>
                    <a:pt x="236" y="423"/>
                    <a:pt x="236" y="430"/>
                  </a:cubicBezTo>
                  <a:cubicBezTo>
                    <a:pt x="236" y="581"/>
                    <a:pt x="236" y="581"/>
                    <a:pt x="236" y="581"/>
                  </a:cubicBezTo>
                  <a:cubicBezTo>
                    <a:pt x="236" y="601"/>
                    <a:pt x="248" y="615"/>
                    <a:pt x="255" y="623"/>
                  </a:cubicBezTo>
                  <a:cubicBezTo>
                    <a:pt x="256" y="624"/>
                    <a:pt x="257" y="626"/>
                    <a:pt x="258" y="627"/>
                  </a:cubicBezTo>
                  <a:lnTo>
                    <a:pt x="258" y="645"/>
                  </a:lnTo>
                  <a:close/>
                  <a:moveTo>
                    <a:pt x="284" y="366"/>
                  </a:moveTo>
                  <a:cubicBezTo>
                    <a:pt x="280" y="366"/>
                    <a:pt x="280" y="366"/>
                    <a:pt x="280" y="366"/>
                  </a:cubicBezTo>
                  <a:cubicBezTo>
                    <a:pt x="280" y="366"/>
                    <a:pt x="280" y="366"/>
                    <a:pt x="280" y="366"/>
                  </a:cubicBezTo>
                  <a:cubicBezTo>
                    <a:pt x="256" y="366"/>
                    <a:pt x="237" y="337"/>
                    <a:pt x="237" y="301"/>
                  </a:cubicBezTo>
                  <a:cubicBezTo>
                    <a:pt x="237" y="265"/>
                    <a:pt x="256" y="237"/>
                    <a:pt x="280" y="237"/>
                  </a:cubicBezTo>
                  <a:cubicBezTo>
                    <a:pt x="284" y="237"/>
                    <a:pt x="284" y="237"/>
                    <a:pt x="284" y="237"/>
                  </a:cubicBezTo>
                  <a:cubicBezTo>
                    <a:pt x="325" y="237"/>
                    <a:pt x="363" y="221"/>
                    <a:pt x="396" y="193"/>
                  </a:cubicBezTo>
                  <a:cubicBezTo>
                    <a:pt x="390" y="228"/>
                    <a:pt x="387" y="264"/>
                    <a:pt x="387" y="301"/>
                  </a:cubicBezTo>
                  <a:cubicBezTo>
                    <a:pt x="387" y="338"/>
                    <a:pt x="390" y="375"/>
                    <a:pt x="396" y="409"/>
                  </a:cubicBezTo>
                  <a:cubicBezTo>
                    <a:pt x="363" y="382"/>
                    <a:pt x="325" y="366"/>
                    <a:pt x="284" y="366"/>
                  </a:cubicBezTo>
                  <a:close/>
                  <a:moveTo>
                    <a:pt x="538" y="559"/>
                  </a:moveTo>
                  <a:cubicBezTo>
                    <a:pt x="494" y="559"/>
                    <a:pt x="457" y="497"/>
                    <a:pt x="440" y="409"/>
                  </a:cubicBezTo>
                  <a:cubicBezTo>
                    <a:pt x="495" y="409"/>
                    <a:pt x="495" y="409"/>
                    <a:pt x="495" y="409"/>
                  </a:cubicBezTo>
                  <a:cubicBezTo>
                    <a:pt x="543" y="409"/>
                    <a:pt x="581" y="361"/>
                    <a:pt x="581" y="301"/>
                  </a:cubicBezTo>
                  <a:cubicBezTo>
                    <a:pt x="581" y="241"/>
                    <a:pt x="543" y="194"/>
                    <a:pt x="495" y="194"/>
                  </a:cubicBezTo>
                  <a:cubicBezTo>
                    <a:pt x="440" y="194"/>
                    <a:pt x="440" y="194"/>
                    <a:pt x="440" y="194"/>
                  </a:cubicBezTo>
                  <a:cubicBezTo>
                    <a:pt x="457" y="105"/>
                    <a:pt x="494" y="43"/>
                    <a:pt x="538" y="43"/>
                  </a:cubicBezTo>
                  <a:cubicBezTo>
                    <a:pt x="597" y="43"/>
                    <a:pt x="645" y="159"/>
                    <a:pt x="645" y="301"/>
                  </a:cubicBezTo>
                  <a:cubicBezTo>
                    <a:pt x="645" y="443"/>
                    <a:pt x="597" y="559"/>
                    <a:pt x="538" y="559"/>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endParaRPr>
            </a:p>
          </p:txBody>
        </p:sp>
      </p:grpSp>
      <p:cxnSp>
        <p:nvCxnSpPr>
          <p:cNvPr id="64" name="Straight Connector 63"/>
          <p:cNvCxnSpPr/>
          <p:nvPr/>
        </p:nvCxnSpPr>
        <p:spPr>
          <a:xfrm>
            <a:off x="4270744" y="2649082"/>
            <a:ext cx="582542" cy="0"/>
          </a:xfrm>
          <a:prstGeom prst="line">
            <a:avLst/>
          </a:prstGeom>
          <a:ln w="12700">
            <a:solidFill>
              <a:schemeClr val="bg1">
                <a:lumMod val="75000"/>
              </a:schemeClr>
            </a:soli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a:off x="7643276" y="2611423"/>
            <a:ext cx="582542" cy="0"/>
          </a:xfrm>
          <a:prstGeom prst="line">
            <a:avLst/>
          </a:prstGeom>
          <a:ln w="12700">
            <a:solidFill>
              <a:schemeClr val="bg1">
                <a:lumMod val="75000"/>
              </a:schemeClr>
            </a:solidFill>
            <a:prstDash val="dash"/>
            <a:headEnd type="none"/>
            <a:tailEnd type="oval"/>
          </a:ln>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a:off x="4270744" y="4094981"/>
            <a:ext cx="582542" cy="0"/>
          </a:xfrm>
          <a:prstGeom prst="line">
            <a:avLst/>
          </a:prstGeom>
          <a:ln w="12700">
            <a:solidFill>
              <a:schemeClr val="bg1">
                <a:lumMod val="75000"/>
              </a:schemeClr>
            </a:soli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a:off x="4270744" y="5535691"/>
            <a:ext cx="582542" cy="0"/>
          </a:xfrm>
          <a:prstGeom prst="line">
            <a:avLst/>
          </a:prstGeom>
          <a:ln w="12700">
            <a:solidFill>
              <a:schemeClr val="bg1">
                <a:lumMod val="75000"/>
              </a:schemeClr>
            </a:soli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a:off x="7643276" y="5498032"/>
            <a:ext cx="582542" cy="0"/>
          </a:xfrm>
          <a:prstGeom prst="line">
            <a:avLst/>
          </a:prstGeom>
          <a:ln w="12700">
            <a:solidFill>
              <a:schemeClr val="bg1">
                <a:lumMod val="75000"/>
              </a:schemeClr>
            </a:solidFill>
            <a:prstDash val="dash"/>
            <a:headEnd type="none"/>
            <a:tailEnd type="oval"/>
          </a:ln>
        </p:spPr>
        <p:style>
          <a:lnRef idx="1">
            <a:schemeClr val="accent1"/>
          </a:lnRef>
          <a:fillRef idx="0">
            <a:schemeClr val="accent1"/>
          </a:fillRef>
          <a:effectRef idx="0">
            <a:schemeClr val="accent1"/>
          </a:effectRef>
          <a:fontRef idx="minor">
            <a:schemeClr val="tx1"/>
          </a:fontRef>
        </p:style>
      </p:cxnSp>
      <p:grpSp>
        <p:nvGrpSpPr>
          <p:cNvPr id="4" name="Group 3"/>
          <p:cNvGrpSpPr/>
          <p:nvPr/>
        </p:nvGrpSpPr>
        <p:grpSpPr>
          <a:xfrm>
            <a:off x="3299078" y="2194469"/>
            <a:ext cx="901768" cy="901768"/>
            <a:chOff x="2670537" y="2209359"/>
            <a:chExt cx="901768" cy="901768"/>
          </a:xfrm>
        </p:grpSpPr>
        <p:sp>
          <p:nvSpPr>
            <p:cNvPr id="27" name="Oval 26"/>
            <p:cNvSpPr/>
            <p:nvPr/>
          </p:nvSpPr>
          <p:spPr>
            <a:xfrm>
              <a:off x="2670537" y="2209359"/>
              <a:ext cx="901768" cy="901768"/>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a:solidFill>
                  <a:prstClr val="white"/>
                </a:solidFill>
              </a:endParaRPr>
            </a:p>
          </p:txBody>
        </p:sp>
        <p:grpSp>
          <p:nvGrpSpPr>
            <p:cNvPr id="18" name="Group 17"/>
            <p:cNvGrpSpPr/>
            <p:nvPr/>
          </p:nvGrpSpPr>
          <p:grpSpPr>
            <a:xfrm>
              <a:off x="2939009" y="2416653"/>
              <a:ext cx="344442" cy="500499"/>
              <a:chOff x="-1587" y="-1587"/>
              <a:chExt cx="4211637" cy="6119812"/>
            </a:xfrm>
            <a:solidFill>
              <a:schemeClr val="bg1"/>
            </a:solidFill>
          </p:grpSpPr>
          <p:sp>
            <p:nvSpPr>
              <p:cNvPr id="19" name="Freeform 39"/>
              <p:cNvSpPr>
                <a:spLocks noEditPoints="1"/>
              </p:cNvSpPr>
              <p:nvPr/>
            </p:nvSpPr>
            <p:spPr bwMode="auto">
              <a:xfrm>
                <a:off x="-1587" y="-1587"/>
                <a:ext cx="4211637" cy="6119812"/>
              </a:xfrm>
              <a:custGeom>
                <a:avLst/>
                <a:gdLst>
                  <a:gd name="T0" fmla="*/ 560 w 1120"/>
                  <a:gd name="T1" fmla="*/ 0 h 1629"/>
                  <a:gd name="T2" fmla="*/ 0 w 1120"/>
                  <a:gd name="T3" fmla="*/ 560 h 1629"/>
                  <a:gd name="T4" fmla="*/ 256 w 1120"/>
                  <a:gd name="T5" fmla="*/ 1174 h 1629"/>
                  <a:gd name="T6" fmla="*/ 560 w 1120"/>
                  <a:gd name="T7" fmla="*/ 1629 h 1629"/>
                  <a:gd name="T8" fmla="*/ 864 w 1120"/>
                  <a:gd name="T9" fmla="*/ 1175 h 1629"/>
                  <a:gd name="T10" fmla="*/ 1120 w 1120"/>
                  <a:gd name="T11" fmla="*/ 560 h 1629"/>
                  <a:gd name="T12" fmla="*/ 560 w 1120"/>
                  <a:gd name="T13" fmla="*/ 0 h 1629"/>
                  <a:gd name="T14" fmla="*/ 692 w 1120"/>
                  <a:gd name="T15" fmla="*/ 1383 h 1629"/>
                  <a:gd name="T16" fmla="*/ 440 w 1120"/>
                  <a:gd name="T17" fmla="*/ 1415 h 1629"/>
                  <a:gd name="T18" fmla="*/ 409 w 1120"/>
                  <a:gd name="T19" fmla="*/ 1319 h 1629"/>
                  <a:gd name="T20" fmla="*/ 409 w 1120"/>
                  <a:gd name="T21" fmla="*/ 1317 h 1629"/>
                  <a:gd name="T22" fmla="*/ 724 w 1120"/>
                  <a:gd name="T23" fmla="*/ 1278 h 1629"/>
                  <a:gd name="T24" fmla="*/ 710 w 1120"/>
                  <a:gd name="T25" fmla="*/ 1323 h 1629"/>
                  <a:gd name="T26" fmla="*/ 692 w 1120"/>
                  <a:gd name="T27" fmla="*/ 1383 h 1629"/>
                  <a:gd name="T28" fmla="*/ 394 w 1120"/>
                  <a:gd name="T29" fmla="*/ 1268 h 1629"/>
                  <a:gd name="T30" fmla="*/ 363 w 1120"/>
                  <a:gd name="T31" fmla="*/ 1171 h 1629"/>
                  <a:gd name="T32" fmla="*/ 758 w 1120"/>
                  <a:gd name="T33" fmla="*/ 1171 h 1629"/>
                  <a:gd name="T34" fmla="*/ 740 w 1120"/>
                  <a:gd name="T35" fmla="*/ 1225 h 1629"/>
                  <a:gd name="T36" fmla="*/ 394 w 1120"/>
                  <a:gd name="T37" fmla="*/ 1268 h 1629"/>
                  <a:gd name="T38" fmla="*/ 560 w 1120"/>
                  <a:gd name="T39" fmla="*/ 1527 h 1629"/>
                  <a:gd name="T40" fmla="*/ 458 w 1120"/>
                  <a:gd name="T41" fmla="*/ 1464 h 1629"/>
                  <a:gd name="T42" fmla="*/ 674 w 1120"/>
                  <a:gd name="T43" fmla="*/ 1437 h 1629"/>
                  <a:gd name="T44" fmla="*/ 560 w 1120"/>
                  <a:gd name="T45" fmla="*/ 1527 h 1629"/>
                  <a:gd name="T46" fmla="*/ 798 w 1120"/>
                  <a:gd name="T47" fmla="*/ 1069 h 1629"/>
                  <a:gd name="T48" fmla="*/ 323 w 1120"/>
                  <a:gd name="T49" fmla="*/ 1069 h 1629"/>
                  <a:gd name="T50" fmla="*/ 237 w 1120"/>
                  <a:gd name="T51" fmla="*/ 905 h 1629"/>
                  <a:gd name="T52" fmla="*/ 102 w 1120"/>
                  <a:gd name="T53" fmla="*/ 560 h 1629"/>
                  <a:gd name="T54" fmla="*/ 560 w 1120"/>
                  <a:gd name="T55" fmla="*/ 102 h 1629"/>
                  <a:gd name="T56" fmla="*/ 1018 w 1120"/>
                  <a:gd name="T57" fmla="*/ 560 h 1629"/>
                  <a:gd name="T58" fmla="*/ 883 w 1120"/>
                  <a:gd name="T59" fmla="*/ 906 h 1629"/>
                  <a:gd name="T60" fmla="*/ 798 w 1120"/>
                  <a:gd name="T61" fmla="*/ 1069 h 16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20" h="1629">
                    <a:moveTo>
                      <a:pt x="560" y="0"/>
                    </a:moveTo>
                    <a:cubicBezTo>
                      <a:pt x="251" y="0"/>
                      <a:pt x="0" y="251"/>
                      <a:pt x="0" y="560"/>
                    </a:cubicBezTo>
                    <a:cubicBezTo>
                      <a:pt x="0" y="765"/>
                      <a:pt x="188" y="983"/>
                      <a:pt x="256" y="1174"/>
                    </a:cubicBezTo>
                    <a:cubicBezTo>
                      <a:pt x="358" y="1459"/>
                      <a:pt x="347" y="1629"/>
                      <a:pt x="560" y="1629"/>
                    </a:cubicBezTo>
                    <a:cubicBezTo>
                      <a:pt x="776" y="1629"/>
                      <a:pt x="762" y="1459"/>
                      <a:pt x="864" y="1175"/>
                    </a:cubicBezTo>
                    <a:cubicBezTo>
                      <a:pt x="932" y="983"/>
                      <a:pt x="1120" y="764"/>
                      <a:pt x="1120" y="560"/>
                    </a:cubicBezTo>
                    <a:cubicBezTo>
                      <a:pt x="1120" y="251"/>
                      <a:pt x="869" y="0"/>
                      <a:pt x="560" y="0"/>
                    </a:cubicBezTo>
                    <a:close/>
                    <a:moveTo>
                      <a:pt x="692" y="1383"/>
                    </a:moveTo>
                    <a:cubicBezTo>
                      <a:pt x="440" y="1415"/>
                      <a:pt x="440" y="1415"/>
                      <a:pt x="440" y="1415"/>
                    </a:cubicBezTo>
                    <a:cubicBezTo>
                      <a:pt x="431" y="1389"/>
                      <a:pt x="421" y="1358"/>
                      <a:pt x="409" y="1319"/>
                    </a:cubicBezTo>
                    <a:cubicBezTo>
                      <a:pt x="409" y="1318"/>
                      <a:pt x="409" y="1318"/>
                      <a:pt x="409" y="1317"/>
                    </a:cubicBezTo>
                    <a:cubicBezTo>
                      <a:pt x="724" y="1278"/>
                      <a:pt x="724" y="1278"/>
                      <a:pt x="724" y="1278"/>
                    </a:cubicBezTo>
                    <a:cubicBezTo>
                      <a:pt x="719" y="1293"/>
                      <a:pt x="714" y="1309"/>
                      <a:pt x="710" y="1323"/>
                    </a:cubicBezTo>
                    <a:cubicBezTo>
                      <a:pt x="704" y="1346"/>
                      <a:pt x="698" y="1365"/>
                      <a:pt x="692" y="1383"/>
                    </a:cubicBezTo>
                    <a:close/>
                    <a:moveTo>
                      <a:pt x="394" y="1268"/>
                    </a:moveTo>
                    <a:cubicBezTo>
                      <a:pt x="385" y="1237"/>
                      <a:pt x="374" y="1205"/>
                      <a:pt x="363" y="1171"/>
                    </a:cubicBezTo>
                    <a:cubicBezTo>
                      <a:pt x="758" y="1171"/>
                      <a:pt x="758" y="1171"/>
                      <a:pt x="758" y="1171"/>
                    </a:cubicBezTo>
                    <a:cubicBezTo>
                      <a:pt x="752" y="1189"/>
                      <a:pt x="745" y="1208"/>
                      <a:pt x="740" y="1225"/>
                    </a:cubicBezTo>
                    <a:lnTo>
                      <a:pt x="394" y="1268"/>
                    </a:lnTo>
                    <a:close/>
                    <a:moveTo>
                      <a:pt x="560" y="1527"/>
                    </a:moveTo>
                    <a:cubicBezTo>
                      <a:pt x="508" y="1527"/>
                      <a:pt x="485" y="1521"/>
                      <a:pt x="458" y="1464"/>
                    </a:cubicBezTo>
                    <a:cubicBezTo>
                      <a:pt x="674" y="1437"/>
                      <a:pt x="674" y="1437"/>
                      <a:pt x="674" y="1437"/>
                    </a:cubicBezTo>
                    <a:cubicBezTo>
                      <a:pt x="643" y="1521"/>
                      <a:pt x="620" y="1527"/>
                      <a:pt x="560" y="1527"/>
                    </a:cubicBezTo>
                    <a:close/>
                    <a:moveTo>
                      <a:pt x="798" y="1069"/>
                    </a:moveTo>
                    <a:cubicBezTo>
                      <a:pt x="323" y="1069"/>
                      <a:pt x="323" y="1069"/>
                      <a:pt x="323" y="1069"/>
                    </a:cubicBezTo>
                    <a:cubicBezTo>
                      <a:pt x="297" y="1014"/>
                      <a:pt x="267" y="959"/>
                      <a:pt x="237" y="905"/>
                    </a:cubicBezTo>
                    <a:cubicBezTo>
                      <a:pt x="170" y="786"/>
                      <a:pt x="102" y="664"/>
                      <a:pt x="102" y="560"/>
                    </a:cubicBezTo>
                    <a:cubicBezTo>
                      <a:pt x="102" y="307"/>
                      <a:pt x="307" y="102"/>
                      <a:pt x="560" y="102"/>
                    </a:cubicBezTo>
                    <a:cubicBezTo>
                      <a:pt x="813" y="102"/>
                      <a:pt x="1018" y="307"/>
                      <a:pt x="1018" y="560"/>
                    </a:cubicBezTo>
                    <a:cubicBezTo>
                      <a:pt x="1018" y="663"/>
                      <a:pt x="949" y="786"/>
                      <a:pt x="883" y="906"/>
                    </a:cubicBezTo>
                    <a:cubicBezTo>
                      <a:pt x="853" y="960"/>
                      <a:pt x="823" y="1014"/>
                      <a:pt x="798" y="1069"/>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endParaRPr>
              </a:p>
            </p:txBody>
          </p:sp>
          <p:sp>
            <p:nvSpPr>
              <p:cNvPr id="20" name="Freeform 40"/>
              <p:cNvSpPr>
                <a:spLocks/>
              </p:cNvSpPr>
              <p:nvPr/>
            </p:nvSpPr>
            <p:spPr bwMode="auto">
              <a:xfrm>
                <a:off x="957263" y="955675"/>
                <a:ext cx="1239837" cy="1239837"/>
              </a:xfrm>
              <a:custGeom>
                <a:avLst/>
                <a:gdLst>
                  <a:gd name="T0" fmla="*/ 305 w 330"/>
                  <a:gd name="T1" fmla="*/ 0 h 330"/>
                  <a:gd name="T2" fmla="*/ 0 w 330"/>
                  <a:gd name="T3" fmla="*/ 305 h 330"/>
                  <a:gd name="T4" fmla="*/ 25 w 330"/>
                  <a:gd name="T5" fmla="*/ 330 h 330"/>
                  <a:gd name="T6" fmla="*/ 50 w 330"/>
                  <a:gd name="T7" fmla="*/ 305 h 330"/>
                  <a:gd name="T8" fmla="*/ 305 w 330"/>
                  <a:gd name="T9" fmla="*/ 50 h 330"/>
                  <a:gd name="T10" fmla="*/ 330 w 330"/>
                  <a:gd name="T11" fmla="*/ 25 h 330"/>
                  <a:gd name="T12" fmla="*/ 305 w 330"/>
                  <a:gd name="T13" fmla="*/ 0 h 330"/>
                </a:gdLst>
                <a:ahLst/>
                <a:cxnLst>
                  <a:cxn ang="0">
                    <a:pos x="T0" y="T1"/>
                  </a:cxn>
                  <a:cxn ang="0">
                    <a:pos x="T2" y="T3"/>
                  </a:cxn>
                  <a:cxn ang="0">
                    <a:pos x="T4" y="T5"/>
                  </a:cxn>
                  <a:cxn ang="0">
                    <a:pos x="T6" y="T7"/>
                  </a:cxn>
                  <a:cxn ang="0">
                    <a:pos x="T8" y="T9"/>
                  </a:cxn>
                  <a:cxn ang="0">
                    <a:pos x="T10" y="T11"/>
                  </a:cxn>
                  <a:cxn ang="0">
                    <a:pos x="T12" y="T13"/>
                  </a:cxn>
                </a:cxnLst>
                <a:rect l="0" t="0" r="r" b="b"/>
                <a:pathLst>
                  <a:path w="330" h="330">
                    <a:moveTo>
                      <a:pt x="305" y="0"/>
                    </a:moveTo>
                    <a:cubicBezTo>
                      <a:pt x="137" y="0"/>
                      <a:pt x="0" y="137"/>
                      <a:pt x="0" y="305"/>
                    </a:cubicBezTo>
                    <a:cubicBezTo>
                      <a:pt x="0" y="319"/>
                      <a:pt x="11" y="330"/>
                      <a:pt x="25" y="330"/>
                    </a:cubicBezTo>
                    <a:cubicBezTo>
                      <a:pt x="39" y="330"/>
                      <a:pt x="50" y="319"/>
                      <a:pt x="50" y="305"/>
                    </a:cubicBezTo>
                    <a:cubicBezTo>
                      <a:pt x="50" y="165"/>
                      <a:pt x="165" y="50"/>
                      <a:pt x="305" y="50"/>
                    </a:cubicBezTo>
                    <a:cubicBezTo>
                      <a:pt x="319" y="50"/>
                      <a:pt x="330" y="39"/>
                      <a:pt x="330" y="25"/>
                    </a:cubicBezTo>
                    <a:cubicBezTo>
                      <a:pt x="330" y="11"/>
                      <a:pt x="319" y="0"/>
                      <a:pt x="305"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endParaRPr>
              </a:p>
            </p:txBody>
          </p:sp>
        </p:grpSp>
      </p:grpSp>
      <p:grpSp>
        <p:nvGrpSpPr>
          <p:cNvPr id="5" name="Group 4"/>
          <p:cNvGrpSpPr/>
          <p:nvPr/>
        </p:nvGrpSpPr>
        <p:grpSpPr>
          <a:xfrm>
            <a:off x="3299078" y="3629097"/>
            <a:ext cx="901768" cy="901768"/>
            <a:chOff x="2670537" y="3643987"/>
            <a:chExt cx="901768" cy="901768"/>
          </a:xfrm>
        </p:grpSpPr>
        <p:sp>
          <p:nvSpPr>
            <p:cNvPr id="32" name="Oval 31"/>
            <p:cNvSpPr/>
            <p:nvPr/>
          </p:nvSpPr>
          <p:spPr>
            <a:xfrm>
              <a:off x="2670537" y="3643987"/>
              <a:ext cx="901768" cy="90176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a:solidFill>
                  <a:prstClr val="white"/>
                </a:solidFill>
              </a:endParaRPr>
            </a:p>
          </p:txBody>
        </p:sp>
        <p:sp>
          <p:nvSpPr>
            <p:cNvPr id="70" name="Freeform 37"/>
            <p:cNvSpPr>
              <a:spLocks noEditPoints="1"/>
            </p:cNvSpPr>
            <p:nvPr/>
          </p:nvSpPr>
          <p:spPr bwMode="auto">
            <a:xfrm>
              <a:off x="2933962" y="3908360"/>
              <a:ext cx="369725" cy="367162"/>
            </a:xfrm>
            <a:custGeom>
              <a:avLst/>
              <a:gdLst>
                <a:gd name="T0" fmla="*/ 0 w 120"/>
                <a:gd name="T1" fmla="*/ 60 h 120"/>
                <a:gd name="T2" fmla="*/ 120 w 120"/>
                <a:gd name="T3" fmla="*/ 60 h 120"/>
                <a:gd name="T4" fmla="*/ 83 w 120"/>
                <a:gd name="T5" fmla="*/ 24 h 120"/>
                <a:gd name="T6" fmla="*/ 86 w 120"/>
                <a:gd name="T7" fmla="*/ 14 h 120"/>
                <a:gd name="T8" fmla="*/ 86 w 120"/>
                <a:gd name="T9" fmla="*/ 28 h 120"/>
                <a:gd name="T10" fmla="*/ 47 w 120"/>
                <a:gd name="T11" fmla="*/ 77 h 120"/>
                <a:gd name="T12" fmla="*/ 41 w 120"/>
                <a:gd name="T13" fmla="*/ 88 h 120"/>
                <a:gd name="T14" fmla="*/ 38 w 120"/>
                <a:gd name="T15" fmla="*/ 95 h 120"/>
                <a:gd name="T16" fmla="*/ 37 w 120"/>
                <a:gd name="T17" fmla="*/ 110 h 120"/>
                <a:gd name="T18" fmla="*/ 31 w 120"/>
                <a:gd name="T19" fmla="*/ 99 h 120"/>
                <a:gd name="T20" fmla="*/ 26 w 120"/>
                <a:gd name="T21" fmla="*/ 89 h 120"/>
                <a:gd name="T22" fmla="*/ 17 w 120"/>
                <a:gd name="T23" fmla="*/ 82 h 120"/>
                <a:gd name="T24" fmla="*/ 16 w 120"/>
                <a:gd name="T25" fmla="*/ 68 h 120"/>
                <a:gd name="T26" fmla="*/ 15 w 120"/>
                <a:gd name="T27" fmla="*/ 60 h 120"/>
                <a:gd name="T28" fmla="*/ 10 w 120"/>
                <a:gd name="T29" fmla="*/ 54 h 120"/>
                <a:gd name="T30" fmla="*/ 10 w 120"/>
                <a:gd name="T31" fmla="*/ 45 h 120"/>
                <a:gd name="T32" fmla="*/ 38 w 120"/>
                <a:gd name="T33" fmla="*/ 20 h 120"/>
                <a:gd name="T34" fmla="*/ 31 w 120"/>
                <a:gd name="T35" fmla="*/ 20 h 120"/>
                <a:gd name="T36" fmla="*/ 28 w 120"/>
                <a:gd name="T37" fmla="*/ 26 h 120"/>
                <a:gd name="T38" fmla="*/ 32 w 120"/>
                <a:gd name="T39" fmla="*/ 28 h 120"/>
                <a:gd name="T40" fmla="*/ 31 w 120"/>
                <a:gd name="T41" fmla="*/ 24 h 120"/>
                <a:gd name="T42" fmla="*/ 47 w 120"/>
                <a:gd name="T43" fmla="*/ 30 h 120"/>
                <a:gd name="T44" fmla="*/ 41 w 120"/>
                <a:gd name="T45" fmla="*/ 34 h 120"/>
                <a:gd name="T46" fmla="*/ 37 w 120"/>
                <a:gd name="T47" fmla="*/ 36 h 120"/>
                <a:gd name="T48" fmla="*/ 38 w 120"/>
                <a:gd name="T49" fmla="*/ 43 h 120"/>
                <a:gd name="T50" fmla="*/ 33 w 120"/>
                <a:gd name="T51" fmla="*/ 49 h 120"/>
                <a:gd name="T52" fmla="*/ 29 w 120"/>
                <a:gd name="T53" fmla="*/ 51 h 120"/>
                <a:gd name="T54" fmla="*/ 21 w 120"/>
                <a:gd name="T55" fmla="*/ 49 h 120"/>
                <a:gd name="T56" fmla="*/ 15 w 120"/>
                <a:gd name="T57" fmla="*/ 54 h 120"/>
                <a:gd name="T58" fmla="*/ 16 w 120"/>
                <a:gd name="T59" fmla="*/ 58 h 120"/>
                <a:gd name="T60" fmla="*/ 27 w 120"/>
                <a:gd name="T61" fmla="*/ 62 h 120"/>
                <a:gd name="T62" fmla="*/ 41 w 120"/>
                <a:gd name="T63" fmla="*/ 66 h 120"/>
                <a:gd name="T64" fmla="*/ 47 w 120"/>
                <a:gd name="T65" fmla="*/ 77 h 120"/>
                <a:gd name="T66" fmla="*/ 55 w 120"/>
                <a:gd name="T67" fmla="*/ 21 h 120"/>
                <a:gd name="T68" fmla="*/ 44 w 120"/>
                <a:gd name="T69" fmla="*/ 15 h 120"/>
                <a:gd name="T70" fmla="*/ 63 w 120"/>
                <a:gd name="T71" fmla="*/ 10 h 120"/>
                <a:gd name="T72" fmla="*/ 107 w 120"/>
                <a:gd name="T73" fmla="*/ 62 h 120"/>
                <a:gd name="T74" fmla="*/ 92 w 120"/>
                <a:gd name="T75" fmla="*/ 102 h 120"/>
                <a:gd name="T76" fmla="*/ 91 w 120"/>
                <a:gd name="T77" fmla="*/ 92 h 120"/>
                <a:gd name="T78" fmla="*/ 84 w 120"/>
                <a:gd name="T79" fmla="*/ 81 h 120"/>
                <a:gd name="T80" fmla="*/ 66 w 120"/>
                <a:gd name="T81" fmla="*/ 67 h 120"/>
                <a:gd name="T82" fmla="*/ 97 w 120"/>
                <a:gd name="T83" fmla="*/ 56 h 120"/>
                <a:gd name="T84" fmla="*/ 105 w 120"/>
                <a:gd name="T85" fmla="*/ 49 h 120"/>
                <a:gd name="T86" fmla="*/ 93 w 120"/>
                <a:gd name="T87" fmla="*/ 39 h 120"/>
                <a:gd name="T88" fmla="*/ 91 w 120"/>
                <a:gd name="T89" fmla="*/ 52 h 120"/>
                <a:gd name="T90" fmla="*/ 79 w 120"/>
                <a:gd name="T91" fmla="*/ 49 h 120"/>
                <a:gd name="T92" fmla="*/ 73 w 120"/>
                <a:gd name="T93" fmla="*/ 44 h 120"/>
                <a:gd name="T94" fmla="*/ 76 w 120"/>
                <a:gd name="T95" fmla="*/ 35 h 120"/>
                <a:gd name="T96" fmla="*/ 90 w 120"/>
                <a:gd name="T97" fmla="*/ 36 h 120"/>
                <a:gd name="T98" fmla="*/ 100 w 120"/>
                <a:gd name="T99" fmla="*/ 36 h 120"/>
                <a:gd name="T100" fmla="*/ 105 w 120"/>
                <a:gd name="T101" fmla="*/ 32 h 120"/>
                <a:gd name="T102" fmla="*/ 110 w 120"/>
                <a:gd name="T103" fmla="*/ 57 h 120"/>
                <a:gd name="T104" fmla="*/ 107 w 120"/>
                <a:gd name="T105" fmla="*/ 62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0" h="120">
                  <a:moveTo>
                    <a:pt x="60" y="0"/>
                  </a:moveTo>
                  <a:cubicBezTo>
                    <a:pt x="27" y="0"/>
                    <a:pt x="0" y="27"/>
                    <a:pt x="0" y="60"/>
                  </a:cubicBezTo>
                  <a:cubicBezTo>
                    <a:pt x="0" y="93"/>
                    <a:pt x="27" y="120"/>
                    <a:pt x="60" y="120"/>
                  </a:cubicBezTo>
                  <a:cubicBezTo>
                    <a:pt x="93" y="120"/>
                    <a:pt x="120" y="93"/>
                    <a:pt x="120" y="60"/>
                  </a:cubicBezTo>
                  <a:cubicBezTo>
                    <a:pt x="120" y="27"/>
                    <a:pt x="93" y="0"/>
                    <a:pt x="60" y="0"/>
                  </a:cubicBezTo>
                  <a:close/>
                  <a:moveTo>
                    <a:pt x="83" y="24"/>
                  </a:moveTo>
                  <a:cubicBezTo>
                    <a:pt x="87" y="21"/>
                    <a:pt x="87" y="21"/>
                    <a:pt x="87" y="21"/>
                  </a:cubicBezTo>
                  <a:cubicBezTo>
                    <a:pt x="87" y="21"/>
                    <a:pt x="85" y="17"/>
                    <a:pt x="86" y="14"/>
                  </a:cubicBezTo>
                  <a:cubicBezTo>
                    <a:pt x="87" y="14"/>
                    <a:pt x="91" y="16"/>
                    <a:pt x="94" y="20"/>
                  </a:cubicBezTo>
                  <a:cubicBezTo>
                    <a:pt x="92" y="29"/>
                    <a:pt x="86" y="28"/>
                    <a:pt x="86" y="28"/>
                  </a:cubicBezTo>
                  <a:cubicBezTo>
                    <a:pt x="86" y="28"/>
                    <a:pt x="82" y="28"/>
                    <a:pt x="83" y="24"/>
                  </a:cubicBezTo>
                  <a:close/>
                  <a:moveTo>
                    <a:pt x="47" y="77"/>
                  </a:moveTo>
                  <a:cubicBezTo>
                    <a:pt x="46" y="78"/>
                    <a:pt x="45" y="81"/>
                    <a:pt x="44" y="84"/>
                  </a:cubicBezTo>
                  <a:cubicBezTo>
                    <a:pt x="43" y="86"/>
                    <a:pt x="42" y="87"/>
                    <a:pt x="41" y="88"/>
                  </a:cubicBezTo>
                  <a:cubicBezTo>
                    <a:pt x="39" y="89"/>
                    <a:pt x="39" y="91"/>
                    <a:pt x="39" y="91"/>
                  </a:cubicBezTo>
                  <a:cubicBezTo>
                    <a:pt x="38" y="95"/>
                    <a:pt x="38" y="95"/>
                    <a:pt x="38" y="95"/>
                  </a:cubicBezTo>
                  <a:cubicBezTo>
                    <a:pt x="38" y="95"/>
                    <a:pt x="39" y="99"/>
                    <a:pt x="40" y="100"/>
                  </a:cubicBezTo>
                  <a:cubicBezTo>
                    <a:pt x="40" y="102"/>
                    <a:pt x="37" y="110"/>
                    <a:pt x="37" y="110"/>
                  </a:cubicBezTo>
                  <a:cubicBezTo>
                    <a:pt x="34" y="109"/>
                    <a:pt x="33" y="106"/>
                    <a:pt x="32" y="104"/>
                  </a:cubicBezTo>
                  <a:cubicBezTo>
                    <a:pt x="32" y="102"/>
                    <a:pt x="30" y="101"/>
                    <a:pt x="31" y="99"/>
                  </a:cubicBezTo>
                  <a:cubicBezTo>
                    <a:pt x="31" y="96"/>
                    <a:pt x="29" y="95"/>
                    <a:pt x="28" y="94"/>
                  </a:cubicBezTo>
                  <a:cubicBezTo>
                    <a:pt x="27" y="92"/>
                    <a:pt x="26" y="90"/>
                    <a:pt x="26" y="89"/>
                  </a:cubicBezTo>
                  <a:cubicBezTo>
                    <a:pt x="26" y="88"/>
                    <a:pt x="23" y="86"/>
                    <a:pt x="23" y="86"/>
                  </a:cubicBezTo>
                  <a:cubicBezTo>
                    <a:pt x="23" y="86"/>
                    <a:pt x="18" y="83"/>
                    <a:pt x="17" y="82"/>
                  </a:cubicBezTo>
                  <a:cubicBezTo>
                    <a:pt x="16" y="81"/>
                    <a:pt x="15" y="77"/>
                    <a:pt x="15" y="75"/>
                  </a:cubicBezTo>
                  <a:cubicBezTo>
                    <a:pt x="15" y="73"/>
                    <a:pt x="16" y="68"/>
                    <a:pt x="16" y="68"/>
                  </a:cubicBezTo>
                  <a:cubicBezTo>
                    <a:pt x="16" y="68"/>
                    <a:pt x="18" y="66"/>
                    <a:pt x="17" y="65"/>
                  </a:cubicBezTo>
                  <a:cubicBezTo>
                    <a:pt x="15" y="64"/>
                    <a:pt x="15" y="60"/>
                    <a:pt x="15" y="60"/>
                  </a:cubicBezTo>
                  <a:cubicBezTo>
                    <a:pt x="13" y="58"/>
                    <a:pt x="13" y="58"/>
                    <a:pt x="13" y="58"/>
                  </a:cubicBezTo>
                  <a:cubicBezTo>
                    <a:pt x="13" y="58"/>
                    <a:pt x="11" y="55"/>
                    <a:pt x="10" y="54"/>
                  </a:cubicBezTo>
                  <a:cubicBezTo>
                    <a:pt x="10" y="52"/>
                    <a:pt x="10" y="51"/>
                    <a:pt x="11" y="50"/>
                  </a:cubicBezTo>
                  <a:cubicBezTo>
                    <a:pt x="11" y="49"/>
                    <a:pt x="10" y="46"/>
                    <a:pt x="10" y="45"/>
                  </a:cubicBezTo>
                  <a:cubicBezTo>
                    <a:pt x="20" y="20"/>
                    <a:pt x="37" y="15"/>
                    <a:pt x="37" y="15"/>
                  </a:cubicBezTo>
                  <a:cubicBezTo>
                    <a:pt x="38" y="20"/>
                    <a:pt x="38" y="20"/>
                    <a:pt x="38" y="20"/>
                  </a:cubicBezTo>
                  <a:cubicBezTo>
                    <a:pt x="38" y="20"/>
                    <a:pt x="35" y="21"/>
                    <a:pt x="34" y="21"/>
                  </a:cubicBezTo>
                  <a:cubicBezTo>
                    <a:pt x="32" y="20"/>
                    <a:pt x="31" y="20"/>
                    <a:pt x="31" y="20"/>
                  </a:cubicBezTo>
                  <a:cubicBezTo>
                    <a:pt x="29" y="23"/>
                    <a:pt x="29" y="23"/>
                    <a:pt x="29" y="23"/>
                  </a:cubicBezTo>
                  <a:cubicBezTo>
                    <a:pt x="29" y="23"/>
                    <a:pt x="28" y="25"/>
                    <a:pt x="28" y="26"/>
                  </a:cubicBezTo>
                  <a:cubicBezTo>
                    <a:pt x="28" y="27"/>
                    <a:pt x="29" y="29"/>
                    <a:pt x="29" y="29"/>
                  </a:cubicBezTo>
                  <a:cubicBezTo>
                    <a:pt x="29" y="29"/>
                    <a:pt x="32" y="29"/>
                    <a:pt x="32" y="28"/>
                  </a:cubicBezTo>
                  <a:cubicBezTo>
                    <a:pt x="32" y="27"/>
                    <a:pt x="32" y="26"/>
                    <a:pt x="32" y="26"/>
                  </a:cubicBezTo>
                  <a:cubicBezTo>
                    <a:pt x="31" y="24"/>
                    <a:pt x="31" y="24"/>
                    <a:pt x="31" y="24"/>
                  </a:cubicBezTo>
                  <a:cubicBezTo>
                    <a:pt x="31" y="24"/>
                    <a:pt x="34" y="23"/>
                    <a:pt x="40" y="24"/>
                  </a:cubicBezTo>
                  <a:cubicBezTo>
                    <a:pt x="47" y="24"/>
                    <a:pt x="44" y="29"/>
                    <a:pt x="47" y="30"/>
                  </a:cubicBezTo>
                  <a:cubicBezTo>
                    <a:pt x="50" y="31"/>
                    <a:pt x="45" y="35"/>
                    <a:pt x="44" y="37"/>
                  </a:cubicBezTo>
                  <a:cubicBezTo>
                    <a:pt x="43" y="39"/>
                    <a:pt x="41" y="34"/>
                    <a:pt x="41" y="34"/>
                  </a:cubicBezTo>
                  <a:cubicBezTo>
                    <a:pt x="41" y="34"/>
                    <a:pt x="43" y="32"/>
                    <a:pt x="40" y="32"/>
                  </a:cubicBezTo>
                  <a:cubicBezTo>
                    <a:pt x="37" y="31"/>
                    <a:pt x="35" y="36"/>
                    <a:pt x="37" y="36"/>
                  </a:cubicBezTo>
                  <a:cubicBezTo>
                    <a:pt x="38" y="36"/>
                    <a:pt x="40" y="38"/>
                    <a:pt x="39" y="39"/>
                  </a:cubicBezTo>
                  <a:cubicBezTo>
                    <a:pt x="39" y="40"/>
                    <a:pt x="39" y="40"/>
                    <a:pt x="38" y="43"/>
                  </a:cubicBezTo>
                  <a:cubicBezTo>
                    <a:pt x="36" y="46"/>
                    <a:pt x="34" y="48"/>
                    <a:pt x="34" y="48"/>
                  </a:cubicBezTo>
                  <a:cubicBezTo>
                    <a:pt x="34" y="48"/>
                    <a:pt x="32" y="47"/>
                    <a:pt x="33" y="49"/>
                  </a:cubicBezTo>
                  <a:cubicBezTo>
                    <a:pt x="34" y="51"/>
                    <a:pt x="33" y="54"/>
                    <a:pt x="33" y="55"/>
                  </a:cubicBezTo>
                  <a:cubicBezTo>
                    <a:pt x="33" y="57"/>
                    <a:pt x="29" y="54"/>
                    <a:pt x="29" y="51"/>
                  </a:cubicBezTo>
                  <a:cubicBezTo>
                    <a:pt x="28" y="48"/>
                    <a:pt x="25" y="51"/>
                    <a:pt x="24" y="51"/>
                  </a:cubicBezTo>
                  <a:cubicBezTo>
                    <a:pt x="23" y="51"/>
                    <a:pt x="21" y="50"/>
                    <a:pt x="21" y="49"/>
                  </a:cubicBezTo>
                  <a:cubicBezTo>
                    <a:pt x="20" y="48"/>
                    <a:pt x="15" y="52"/>
                    <a:pt x="14" y="52"/>
                  </a:cubicBezTo>
                  <a:cubicBezTo>
                    <a:pt x="13" y="53"/>
                    <a:pt x="13" y="55"/>
                    <a:pt x="15" y="54"/>
                  </a:cubicBezTo>
                  <a:cubicBezTo>
                    <a:pt x="17" y="53"/>
                    <a:pt x="19" y="54"/>
                    <a:pt x="19" y="56"/>
                  </a:cubicBezTo>
                  <a:cubicBezTo>
                    <a:pt x="18" y="58"/>
                    <a:pt x="16" y="57"/>
                    <a:pt x="16" y="58"/>
                  </a:cubicBezTo>
                  <a:cubicBezTo>
                    <a:pt x="17" y="60"/>
                    <a:pt x="19" y="61"/>
                    <a:pt x="19" y="63"/>
                  </a:cubicBezTo>
                  <a:cubicBezTo>
                    <a:pt x="20" y="65"/>
                    <a:pt x="25" y="63"/>
                    <a:pt x="27" y="62"/>
                  </a:cubicBezTo>
                  <a:cubicBezTo>
                    <a:pt x="28" y="62"/>
                    <a:pt x="33" y="61"/>
                    <a:pt x="33" y="63"/>
                  </a:cubicBezTo>
                  <a:cubicBezTo>
                    <a:pt x="34" y="65"/>
                    <a:pt x="39" y="66"/>
                    <a:pt x="41" y="66"/>
                  </a:cubicBezTo>
                  <a:cubicBezTo>
                    <a:pt x="43" y="67"/>
                    <a:pt x="46" y="67"/>
                    <a:pt x="49" y="69"/>
                  </a:cubicBezTo>
                  <a:cubicBezTo>
                    <a:pt x="51" y="72"/>
                    <a:pt x="47" y="76"/>
                    <a:pt x="47" y="77"/>
                  </a:cubicBezTo>
                  <a:close/>
                  <a:moveTo>
                    <a:pt x="59" y="14"/>
                  </a:moveTo>
                  <a:cubicBezTo>
                    <a:pt x="58" y="17"/>
                    <a:pt x="54" y="20"/>
                    <a:pt x="55" y="21"/>
                  </a:cubicBezTo>
                  <a:cubicBezTo>
                    <a:pt x="55" y="22"/>
                    <a:pt x="55" y="27"/>
                    <a:pt x="51" y="23"/>
                  </a:cubicBezTo>
                  <a:cubicBezTo>
                    <a:pt x="47" y="19"/>
                    <a:pt x="43" y="18"/>
                    <a:pt x="44" y="15"/>
                  </a:cubicBezTo>
                  <a:cubicBezTo>
                    <a:pt x="44" y="14"/>
                    <a:pt x="48" y="14"/>
                    <a:pt x="48" y="13"/>
                  </a:cubicBezTo>
                  <a:cubicBezTo>
                    <a:pt x="53" y="7"/>
                    <a:pt x="62" y="8"/>
                    <a:pt x="63" y="10"/>
                  </a:cubicBezTo>
                  <a:cubicBezTo>
                    <a:pt x="61" y="12"/>
                    <a:pt x="59" y="11"/>
                    <a:pt x="59" y="14"/>
                  </a:cubicBezTo>
                  <a:close/>
                  <a:moveTo>
                    <a:pt x="107" y="62"/>
                  </a:moveTo>
                  <a:cubicBezTo>
                    <a:pt x="107" y="62"/>
                    <a:pt x="109" y="65"/>
                    <a:pt x="112" y="65"/>
                  </a:cubicBezTo>
                  <a:cubicBezTo>
                    <a:pt x="110" y="87"/>
                    <a:pt x="92" y="102"/>
                    <a:pt x="92" y="102"/>
                  </a:cubicBezTo>
                  <a:cubicBezTo>
                    <a:pt x="89" y="99"/>
                    <a:pt x="90" y="96"/>
                    <a:pt x="90" y="96"/>
                  </a:cubicBezTo>
                  <a:cubicBezTo>
                    <a:pt x="91" y="92"/>
                    <a:pt x="91" y="92"/>
                    <a:pt x="91" y="92"/>
                  </a:cubicBezTo>
                  <a:cubicBezTo>
                    <a:pt x="91" y="85"/>
                    <a:pt x="91" y="85"/>
                    <a:pt x="91" y="85"/>
                  </a:cubicBezTo>
                  <a:cubicBezTo>
                    <a:pt x="91" y="85"/>
                    <a:pt x="91" y="77"/>
                    <a:pt x="84" y="81"/>
                  </a:cubicBezTo>
                  <a:cubicBezTo>
                    <a:pt x="77" y="83"/>
                    <a:pt x="80" y="83"/>
                    <a:pt x="72" y="83"/>
                  </a:cubicBezTo>
                  <a:cubicBezTo>
                    <a:pt x="64" y="84"/>
                    <a:pt x="66" y="67"/>
                    <a:pt x="66" y="67"/>
                  </a:cubicBezTo>
                  <a:cubicBezTo>
                    <a:pt x="66" y="43"/>
                    <a:pt x="84" y="61"/>
                    <a:pt x="84" y="61"/>
                  </a:cubicBezTo>
                  <a:cubicBezTo>
                    <a:pt x="95" y="69"/>
                    <a:pt x="97" y="56"/>
                    <a:pt x="97" y="56"/>
                  </a:cubicBezTo>
                  <a:cubicBezTo>
                    <a:pt x="104" y="53"/>
                    <a:pt x="104" y="53"/>
                    <a:pt x="104" y="53"/>
                  </a:cubicBezTo>
                  <a:cubicBezTo>
                    <a:pt x="105" y="49"/>
                    <a:pt x="105" y="49"/>
                    <a:pt x="105" y="49"/>
                  </a:cubicBezTo>
                  <a:cubicBezTo>
                    <a:pt x="104" y="44"/>
                    <a:pt x="104" y="44"/>
                    <a:pt x="104" y="44"/>
                  </a:cubicBezTo>
                  <a:cubicBezTo>
                    <a:pt x="93" y="39"/>
                    <a:pt x="93" y="39"/>
                    <a:pt x="93" y="39"/>
                  </a:cubicBezTo>
                  <a:cubicBezTo>
                    <a:pt x="93" y="39"/>
                    <a:pt x="91" y="43"/>
                    <a:pt x="94" y="48"/>
                  </a:cubicBezTo>
                  <a:cubicBezTo>
                    <a:pt x="94" y="48"/>
                    <a:pt x="93" y="53"/>
                    <a:pt x="91" y="52"/>
                  </a:cubicBezTo>
                  <a:cubicBezTo>
                    <a:pt x="84" y="48"/>
                    <a:pt x="84" y="48"/>
                    <a:pt x="84" y="48"/>
                  </a:cubicBezTo>
                  <a:cubicBezTo>
                    <a:pt x="84" y="48"/>
                    <a:pt x="82" y="47"/>
                    <a:pt x="79" y="49"/>
                  </a:cubicBezTo>
                  <a:cubicBezTo>
                    <a:pt x="75" y="52"/>
                    <a:pt x="69" y="49"/>
                    <a:pt x="69" y="49"/>
                  </a:cubicBezTo>
                  <a:cubicBezTo>
                    <a:pt x="69" y="49"/>
                    <a:pt x="69" y="46"/>
                    <a:pt x="73" y="44"/>
                  </a:cubicBezTo>
                  <a:cubicBezTo>
                    <a:pt x="76" y="42"/>
                    <a:pt x="76" y="42"/>
                    <a:pt x="76" y="42"/>
                  </a:cubicBezTo>
                  <a:cubicBezTo>
                    <a:pt x="76" y="42"/>
                    <a:pt x="75" y="38"/>
                    <a:pt x="76" y="35"/>
                  </a:cubicBezTo>
                  <a:cubicBezTo>
                    <a:pt x="77" y="32"/>
                    <a:pt x="78" y="35"/>
                    <a:pt x="81" y="33"/>
                  </a:cubicBezTo>
                  <a:cubicBezTo>
                    <a:pt x="84" y="31"/>
                    <a:pt x="86" y="37"/>
                    <a:pt x="90" y="36"/>
                  </a:cubicBezTo>
                  <a:cubicBezTo>
                    <a:pt x="94" y="36"/>
                    <a:pt x="92" y="35"/>
                    <a:pt x="95" y="33"/>
                  </a:cubicBezTo>
                  <a:cubicBezTo>
                    <a:pt x="98" y="32"/>
                    <a:pt x="100" y="36"/>
                    <a:pt x="100" y="36"/>
                  </a:cubicBezTo>
                  <a:cubicBezTo>
                    <a:pt x="106" y="37"/>
                    <a:pt x="106" y="37"/>
                    <a:pt x="106" y="37"/>
                  </a:cubicBezTo>
                  <a:cubicBezTo>
                    <a:pt x="106" y="37"/>
                    <a:pt x="105" y="30"/>
                    <a:pt x="105" y="32"/>
                  </a:cubicBezTo>
                  <a:cubicBezTo>
                    <a:pt x="109" y="38"/>
                    <a:pt x="114" y="55"/>
                    <a:pt x="112" y="58"/>
                  </a:cubicBezTo>
                  <a:cubicBezTo>
                    <a:pt x="111" y="57"/>
                    <a:pt x="110" y="57"/>
                    <a:pt x="110" y="57"/>
                  </a:cubicBezTo>
                  <a:cubicBezTo>
                    <a:pt x="103" y="57"/>
                    <a:pt x="103" y="57"/>
                    <a:pt x="103" y="57"/>
                  </a:cubicBezTo>
                  <a:lnTo>
                    <a:pt x="107" y="62"/>
                  </a:lnTo>
                  <a:close/>
                </a:path>
              </a:pathLst>
            </a:custGeom>
            <a:solidFill>
              <a:schemeClr val="bg1"/>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a:solidFill>
                  <a:prstClr val="black"/>
                </a:solidFill>
                <a:latin typeface="Roboto Lt"/>
              </a:endParaRPr>
            </a:p>
          </p:txBody>
        </p:sp>
      </p:grpSp>
      <p:grpSp>
        <p:nvGrpSpPr>
          <p:cNvPr id="6" name="Group 5"/>
          <p:cNvGrpSpPr/>
          <p:nvPr/>
        </p:nvGrpSpPr>
        <p:grpSpPr>
          <a:xfrm>
            <a:off x="8298376" y="2156810"/>
            <a:ext cx="901768" cy="901768"/>
            <a:chOff x="8866226" y="2156810"/>
            <a:chExt cx="901768" cy="901768"/>
          </a:xfrm>
        </p:grpSpPr>
        <p:sp>
          <p:nvSpPr>
            <p:cNvPr id="17" name="Oval 16"/>
            <p:cNvSpPr/>
            <p:nvPr/>
          </p:nvSpPr>
          <p:spPr>
            <a:xfrm>
              <a:off x="8866226" y="2156810"/>
              <a:ext cx="901768" cy="901768"/>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a:solidFill>
                  <a:prstClr val="white"/>
                </a:solidFill>
              </a:endParaRPr>
            </a:p>
          </p:txBody>
        </p:sp>
        <p:grpSp>
          <p:nvGrpSpPr>
            <p:cNvPr id="71" name="Group 70"/>
            <p:cNvGrpSpPr/>
            <p:nvPr/>
          </p:nvGrpSpPr>
          <p:grpSpPr>
            <a:xfrm>
              <a:off x="9112432" y="2451311"/>
              <a:ext cx="409353" cy="331061"/>
              <a:chOff x="312738" y="3205163"/>
              <a:chExt cx="290513" cy="234950"/>
            </a:xfrm>
            <a:solidFill>
              <a:schemeClr val="bg1"/>
            </a:solidFill>
          </p:grpSpPr>
          <p:sp>
            <p:nvSpPr>
              <p:cNvPr id="72" name="Freeform 5"/>
              <p:cNvSpPr>
                <a:spLocks noEditPoints="1"/>
              </p:cNvSpPr>
              <p:nvPr/>
            </p:nvSpPr>
            <p:spPr bwMode="auto">
              <a:xfrm>
                <a:off x="312738" y="3205163"/>
                <a:ext cx="290513" cy="234950"/>
              </a:xfrm>
              <a:custGeom>
                <a:avLst/>
                <a:gdLst>
                  <a:gd name="T0" fmla="*/ 78 w 153"/>
                  <a:gd name="T1" fmla="*/ 0 h 124"/>
                  <a:gd name="T2" fmla="*/ 0 w 153"/>
                  <a:gd name="T3" fmla="*/ 68 h 124"/>
                  <a:gd name="T4" fmla="*/ 15 w 153"/>
                  <a:gd name="T5" fmla="*/ 68 h 124"/>
                  <a:gd name="T6" fmla="*/ 21 w 153"/>
                  <a:gd name="T7" fmla="*/ 63 h 124"/>
                  <a:gd name="T8" fmla="*/ 21 w 153"/>
                  <a:gd name="T9" fmla="*/ 120 h 124"/>
                  <a:gd name="T10" fmla="*/ 24 w 153"/>
                  <a:gd name="T11" fmla="*/ 124 h 124"/>
                  <a:gd name="T12" fmla="*/ 62 w 153"/>
                  <a:gd name="T13" fmla="*/ 124 h 124"/>
                  <a:gd name="T14" fmla="*/ 62 w 153"/>
                  <a:gd name="T15" fmla="*/ 92 h 124"/>
                  <a:gd name="T16" fmla="*/ 67 w 153"/>
                  <a:gd name="T17" fmla="*/ 87 h 124"/>
                  <a:gd name="T18" fmla="*/ 83 w 153"/>
                  <a:gd name="T19" fmla="*/ 87 h 124"/>
                  <a:gd name="T20" fmla="*/ 89 w 153"/>
                  <a:gd name="T21" fmla="*/ 92 h 124"/>
                  <a:gd name="T22" fmla="*/ 88 w 153"/>
                  <a:gd name="T23" fmla="*/ 124 h 124"/>
                  <a:gd name="T24" fmla="*/ 126 w 153"/>
                  <a:gd name="T25" fmla="*/ 124 h 124"/>
                  <a:gd name="T26" fmla="*/ 130 w 153"/>
                  <a:gd name="T27" fmla="*/ 119 h 124"/>
                  <a:gd name="T28" fmla="*/ 130 w 153"/>
                  <a:gd name="T29" fmla="*/ 62 h 124"/>
                  <a:gd name="T30" fmla="*/ 136 w 153"/>
                  <a:gd name="T31" fmla="*/ 68 h 124"/>
                  <a:gd name="T32" fmla="*/ 153 w 153"/>
                  <a:gd name="T33" fmla="*/ 68 h 124"/>
                  <a:gd name="T34" fmla="*/ 78 w 153"/>
                  <a:gd name="T35" fmla="*/ 0 h 124"/>
                  <a:gd name="T36" fmla="*/ 76 w 153"/>
                  <a:gd name="T37" fmla="*/ 75 h 124"/>
                  <a:gd name="T38" fmla="*/ 59 w 153"/>
                  <a:gd name="T39" fmla="*/ 59 h 124"/>
                  <a:gd name="T40" fmla="*/ 76 w 153"/>
                  <a:gd name="T41" fmla="*/ 42 h 124"/>
                  <a:gd name="T42" fmla="*/ 92 w 153"/>
                  <a:gd name="T43" fmla="*/ 59 h 124"/>
                  <a:gd name="T44" fmla="*/ 76 w 153"/>
                  <a:gd name="T45" fmla="*/ 75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3" h="124">
                    <a:moveTo>
                      <a:pt x="78" y="0"/>
                    </a:moveTo>
                    <a:cubicBezTo>
                      <a:pt x="0" y="68"/>
                      <a:pt x="0" y="68"/>
                      <a:pt x="0" y="68"/>
                    </a:cubicBezTo>
                    <a:cubicBezTo>
                      <a:pt x="0" y="68"/>
                      <a:pt x="5" y="77"/>
                      <a:pt x="15" y="68"/>
                    </a:cubicBezTo>
                    <a:cubicBezTo>
                      <a:pt x="21" y="63"/>
                      <a:pt x="21" y="63"/>
                      <a:pt x="21" y="63"/>
                    </a:cubicBezTo>
                    <a:cubicBezTo>
                      <a:pt x="21" y="120"/>
                      <a:pt x="21" y="120"/>
                      <a:pt x="21" y="120"/>
                    </a:cubicBezTo>
                    <a:cubicBezTo>
                      <a:pt x="21" y="120"/>
                      <a:pt x="20" y="124"/>
                      <a:pt x="24" y="124"/>
                    </a:cubicBezTo>
                    <a:cubicBezTo>
                      <a:pt x="28" y="124"/>
                      <a:pt x="62" y="124"/>
                      <a:pt x="62" y="124"/>
                    </a:cubicBezTo>
                    <a:cubicBezTo>
                      <a:pt x="62" y="92"/>
                      <a:pt x="62" y="92"/>
                      <a:pt x="62" y="92"/>
                    </a:cubicBezTo>
                    <a:cubicBezTo>
                      <a:pt x="62" y="92"/>
                      <a:pt x="62" y="87"/>
                      <a:pt x="67" y="87"/>
                    </a:cubicBezTo>
                    <a:cubicBezTo>
                      <a:pt x="83" y="87"/>
                      <a:pt x="83" y="87"/>
                      <a:pt x="83" y="87"/>
                    </a:cubicBezTo>
                    <a:cubicBezTo>
                      <a:pt x="89" y="87"/>
                      <a:pt x="89" y="92"/>
                      <a:pt x="89" y="92"/>
                    </a:cubicBezTo>
                    <a:cubicBezTo>
                      <a:pt x="88" y="124"/>
                      <a:pt x="88" y="124"/>
                      <a:pt x="88" y="124"/>
                    </a:cubicBezTo>
                    <a:cubicBezTo>
                      <a:pt x="88" y="124"/>
                      <a:pt x="121" y="124"/>
                      <a:pt x="126" y="124"/>
                    </a:cubicBezTo>
                    <a:cubicBezTo>
                      <a:pt x="130" y="124"/>
                      <a:pt x="130" y="119"/>
                      <a:pt x="130" y="119"/>
                    </a:cubicBezTo>
                    <a:cubicBezTo>
                      <a:pt x="130" y="62"/>
                      <a:pt x="130" y="62"/>
                      <a:pt x="130" y="62"/>
                    </a:cubicBezTo>
                    <a:cubicBezTo>
                      <a:pt x="136" y="68"/>
                      <a:pt x="136" y="68"/>
                      <a:pt x="136" y="68"/>
                    </a:cubicBezTo>
                    <a:cubicBezTo>
                      <a:pt x="148" y="76"/>
                      <a:pt x="153" y="68"/>
                      <a:pt x="153" y="68"/>
                    </a:cubicBezTo>
                    <a:lnTo>
                      <a:pt x="78" y="0"/>
                    </a:lnTo>
                    <a:close/>
                    <a:moveTo>
                      <a:pt x="76" y="75"/>
                    </a:moveTo>
                    <a:cubicBezTo>
                      <a:pt x="67" y="75"/>
                      <a:pt x="59" y="68"/>
                      <a:pt x="59" y="59"/>
                    </a:cubicBezTo>
                    <a:cubicBezTo>
                      <a:pt x="59" y="50"/>
                      <a:pt x="67" y="42"/>
                      <a:pt x="76" y="42"/>
                    </a:cubicBezTo>
                    <a:cubicBezTo>
                      <a:pt x="85" y="42"/>
                      <a:pt x="92" y="50"/>
                      <a:pt x="92" y="59"/>
                    </a:cubicBezTo>
                    <a:cubicBezTo>
                      <a:pt x="92" y="68"/>
                      <a:pt x="85" y="75"/>
                      <a:pt x="76" y="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a:solidFill>
                    <a:prstClr val="black"/>
                  </a:solidFill>
                  <a:latin typeface="Roboto Lt"/>
                </a:endParaRPr>
              </a:p>
            </p:txBody>
          </p:sp>
          <p:sp>
            <p:nvSpPr>
              <p:cNvPr id="73" name="Freeform 6"/>
              <p:cNvSpPr>
                <a:spLocks/>
              </p:cNvSpPr>
              <p:nvPr/>
            </p:nvSpPr>
            <p:spPr bwMode="auto">
              <a:xfrm>
                <a:off x="541338" y="3233738"/>
                <a:ext cx="28575" cy="58738"/>
              </a:xfrm>
              <a:custGeom>
                <a:avLst/>
                <a:gdLst>
                  <a:gd name="T0" fmla="*/ 18 w 18"/>
                  <a:gd name="T1" fmla="*/ 37 h 37"/>
                  <a:gd name="T2" fmla="*/ 18 w 18"/>
                  <a:gd name="T3" fmla="*/ 0 h 37"/>
                  <a:gd name="T4" fmla="*/ 0 w 18"/>
                  <a:gd name="T5" fmla="*/ 0 h 37"/>
                  <a:gd name="T6" fmla="*/ 0 w 18"/>
                  <a:gd name="T7" fmla="*/ 21 h 37"/>
                  <a:gd name="T8" fmla="*/ 18 w 18"/>
                  <a:gd name="T9" fmla="*/ 37 h 37"/>
                </a:gdLst>
                <a:ahLst/>
                <a:cxnLst>
                  <a:cxn ang="0">
                    <a:pos x="T0" y="T1"/>
                  </a:cxn>
                  <a:cxn ang="0">
                    <a:pos x="T2" y="T3"/>
                  </a:cxn>
                  <a:cxn ang="0">
                    <a:pos x="T4" y="T5"/>
                  </a:cxn>
                  <a:cxn ang="0">
                    <a:pos x="T6" y="T7"/>
                  </a:cxn>
                  <a:cxn ang="0">
                    <a:pos x="T8" y="T9"/>
                  </a:cxn>
                </a:cxnLst>
                <a:rect l="0" t="0" r="r" b="b"/>
                <a:pathLst>
                  <a:path w="18" h="37">
                    <a:moveTo>
                      <a:pt x="18" y="37"/>
                    </a:moveTo>
                    <a:lnTo>
                      <a:pt x="18" y="0"/>
                    </a:lnTo>
                    <a:lnTo>
                      <a:pt x="0" y="0"/>
                    </a:lnTo>
                    <a:lnTo>
                      <a:pt x="0" y="21"/>
                    </a:lnTo>
                    <a:lnTo>
                      <a:pt x="18" y="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a:solidFill>
                    <a:prstClr val="black"/>
                  </a:solidFill>
                  <a:latin typeface="Roboto Lt"/>
                </a:endParaRPr>
              </a:p>
            </p:txBody>
          </p:sp>
          <p:sp>
            <p:nvSpPr>
              <p:cNvPr id="74" name="Oval 7"/>
              <p:cNvSpPr>
                <a:spLocks noChangeArrowheads="1"/>
              </p:cNvSpPr>
              <p:nvPr/>
            </p:nvSpPr>
            <p:spPr bwMode="auto">
              <a:xfrm>
                <a:off x="439738" y="3300413"/>
                <a:ext cx="33338" cy="317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a:solidFill>
                    <a:prstClr val="black"/>
                  </a:solidFill>
                  <a:latin typeface="Roboto Lt"/>
                </a:endParaRPr>
              </a:p>
            </p:txBody>
          </p:sp>
        </p:grpSp>
      </p:grpSp>
      <p:grpSp>
        <p:nvGrpSpPr>
          <p:cNvPr id="84" name="Group 83"/>
          <p:cNvGrpSpPr/>
          <p:nvPr/>
        </p:nvGrpSpPr>
        <p:grpSpPr>
          <a:xfrm>
            <a:off x="4970537" y="2256344"/>
            <a:ext cx="2768892" cy="3520213"/>
            <a:chOff x="3458765" y="2088636"/>
            <a:chExt cx="2768892" cy="3520213"/>
          </a:xfrm>
        </p:grpSpPr>
        <p:sp>
          <p:nvSpPr>
            <p:cNvPr id="85" name="Rectangle 71"/>
            <p:cNvSpPr>
              <a:spLocks noChangeArrowheads="1"/>
            </p:cNvSpPr>
            <p:nvPr/>
          </p:nvSpPr>
          <p:spPr bwMode="auto">
            <a:xfrm>
              <a:off x="4503034" y="4136899"/>
              <a:ext cx="195263" cy="1360488"/>
            </a:xfrm>
            <a:prstGeom prst="rect">
              <a:avLst/>
            </a:prstGeom>
            <a:solidFill>
              <a:srgbClr val="44546A"/>
            </a:solidFill>
            <a:ln>
              <a:noFill/>
            </a:ln>
            <a:extLst/>
          </p:spPr>
          <p:txBody>
            <a:bodyPr vert="horz" wrap="square" lIns="91440" tIns="45720" rIns="91440" bIns="45720" numCol="1" anchor="t" anchorCtr="0" compatLnSpc="1">
              <a:prstTxWarp prst="textNoShape">
                <a:avLst/>
              </a:prstTxWarp>
            </a:bodyPr>
            <a:lstStyle/>
            <a:p>
              <a:endParaRPr lang="en-GB" dirty="0">
                <a:solidFill>
                  <a:prstClr val="black"/>
                </a:solidFill>
              </a:endParaRPr>
            </a:p>
          </p:txBody>
        </p:sp>
        <p:sp>
          <p:nvSpPr>
            <p:cNvPr id="86" name="Rectangle 72"/>
            <p:cNvSpPr>
              <a:spLocks noChangeArrowheads="1"/>
            </p:cNvSpPr>
            <p:nvPr/>
          </p:nvSpPr>
          <p:spPr bwMode="auto">
            <a:xfrm>
              <a:off x="4192519" y="4136899"/>
              <a:ext cx="195263" cy="1360488"/>
            </a:xfrm>
            <a:prstGeom prst="rect">
              <a:avLst/>
            </a:prstGeom>
            <a:solidFill>
              <a:srgbClr val="44546A"/>
            </a:solidFill>
            <a:ln>
              <a:noFill/>
            </a:ln>
            <a:extLst/>
          </p:spPr>
          <p:txBody>
            <a:bodyPr vert="horz" wrap="square" lIns="91440" tIns="45720" rIns="91440" bIns="45720" numCol="1" anchor="t" anchorCtr="0" compatLnSpc="1">
              <a:prstTxWarp prst="textNoShape">
                <a:avLst/>
              </a:prstTxWarp>
            </a:bodyPr>
            <a:lstStyle/>
            <a:p>
              <a:endParaRPr lang="en-GB" dirty="0">
                <a:solidFill>
                  <a:prstClr val="black"/>
                </a:solidFill>
              </a:endParaRPr>
            </a:p>
          </p:txBody>
        </p:sp>
        <p:grpSp>
          <p:nvGrpSpPr>
            <p:cNvPr id="87" name="Group 86"/>
            <p:cNvGrpSpPr/>
            <p:nvPr/>
          </p:nvGrpSpPr>
          <p:grpSpPr>
            <a:xfrm>
              <a:off x="3458765" y="2990335"/>
              <a:ext cx="837860" cy="1877663"/>
              <a:chOff x="3842575" y="3854062"/>
              <a:chExt cx="916124" cy="2053053"/>
            </a:xfrm>
          </p:grpSpPr>
          <p:sp>
            <p:nvSpPr>
              <p:cNvPr id="131" name="Freeform 130"/>
              <p:cNvSpPr>
                <a:spLocks/>
              </p:cNvSpPr>
              <p:nvPr/>
            </p:nvSpPr>
            <p:spPr bwMode="auto">
              <a:xfrm>
                <a:off x="4145599" y="5164821"/>
                <a:ext cx="389941" cy="202018"/>
              </a:xfrm>
              <a:custGeom>
                <a:avLst/>
                <a:gdLst>
                  <a:gd name="T0" fmla="*/ 34 w 35"/>
                  <a:gd name="T1" fmla="*/ 18 h 18"/>
                  <a:gd name="T2" fmla="*/ 18 w 35"/>
                  <a:gd name="T3" fmla="*/ 2 h 18"/>
                  <a:gd name="T4" fmla="*/ 2 w 35"/>
                  <a:gd name="T5" fmla="*/ 16 h 18"/>
                  <a:gd name="T6" fmla="*/ 0 w 35"/>
                  <a:gd name="T7" fmla="*/ 16 h 18"/>
                  <a:gd name="T8" fmla="*/ 18 w 35"/>
                  <a:gd name="T9" fmla="*/ 1 h 18"/>
                  <a:gd name="T10" fmla="*/ 35 w 35"/>
                  <a:gd name="T11" fmla="*/ 17 h 18"/>
                  <a:gd name="T12" fmla="*/ 34 w 35"/>
                  <a:gd name="T13" fmla="*/ 18 h 18"/>
                </a:gdLst>
                <a:ahLst/>
                <a:cxnLst>
                  <a:cxn ang="0">
                    <a:pos x="T0" y="T1"/>
                  </a:cxn>
                  <a:cxn ang="0">
                    <a:pos x="T2" y="T3"/>
                  </a:cxn>
                  <a:cxn ang="0">
                    <a:pos x="T4" y="T5"/>
                  </a:cxn>
                  <a:cxn ang="0">
                    <a:pos x="T6" y="T7"/>
                  </a:cxn>
                  <a:cxn ang="0">
                    <a:pos x="T8" y="T9"/>
                  </a:cxn>
                  <a:cxn ang="0">
                    <a:pos x="T10" y="T11"/>
                  </a:cxn>
                  <a:cxn ang="0">
                    <a:pos x="T12" y="T13"/>
                  </a:cxn>
                </a:cxnLst>
                <a:rect l="0" t="0" r="r" b="b"/>
                <a:pathLst>
                  <a:path w="35" h="18">
                    <a:moveTo>
                      <a:pt x="34" y="18"/>
                    </a:moveTo>
                    <a:cubicBezTo>
                      <a:pt x="29" y="8"/>
                      <a:pt x="24" y="2"/>
                      <a:pt x="18" y="2"/>
                    </a:cubicBezTo>
                    <a:cubicBezTo>
                      <a:pt x="9" y="2"/>
                      <a:pt x="2" y="16"/>
                      <a:pt x="2" y="16"/>
                    </a:cubicBezTo>
                    <a:cubicBezTo>
                      <a:pt x="0" y="16"/>
                      <a:pt x="0" y="16"/>
                      <a:pt x="0" y="16"/>
                    </a:cubicBezTo>
                    <a:cubicBezTo>
                      <a:pt x="0" y="15"/>
                      <a:pt x="8" y="0"/>
                      <a:pt x="18" y="1"/>
                    </a:cubicBezTo>
                    <a:cubicBezTo>
                      <a:pt x="24" y="1"/>
                      <a:pt x="30" y="6"/>
                      <a:pt x="35" y="17"/>
                    </a:cubicBezTo>
                    <a:cubicBezTo>
                      <a:pt x="34" y="18"/>
                      <a:pt x="34" y="18"/>
                      <a:pt x="34" y="18"/>
                    </a:cubicBezTo>
                  </a:path>
                </a:pathLst>
              </a:custGeom>
              <a:solidFill>
                <a:srgbClr val="2E26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2" name="Freeform 131"/>
              <p:cNvSpPr>
                <a:spLocks/>
              </p:cNvSpPr>
              <p:nvPr/>
            </p:nvSpPr>
            <p:spPr bwMode="auto">
              <a:xfrm>
                <a:off x="3842575" y="5333951"/>
                <a:ext cx="916124" cy="573164"/>
              </a:xfrm>
              <a:custGeom>
                <a:avLst/>
                <a:gdLst>
                  <a:gd name="T0" fmla="*/ 81 w 82"/>
                  <a:gd name="T1" fmla="*/ 47 h 51"/>
                  <a:gd name="T2" fmla="*/ 77 w 82"/>
                  <a:gd name="T3" fmla="*/ 51 h 51"/>
                  <a:gd name="T4" fmla="*/ 3 w 82"/>
                  <a:gd name="T5" fmla="*/ 48 h 51"/>
                  <a:gd name="T6" fmla="*/ 0 w 82"/>
                  <a:gd name="T7" fmla="*/ 44 h 51"/>
                  <a:gd name="T8" fmla="*/ 1 w 82"/>
                  <a:gd name="T9" fmla="*/ 3 h 51"/>
                  <a:gd name="T10" fmla="*/ 5 w 82"/>
                  <a:gd name="T11" fmla="*/ 0 h 51"/>
                  <a:gd name="T12" fmla="*/ 79 w 82"/>
                  <a:gd name="T13" fmla="*/ 3 h 51"/>
                  <a:gd name="T14" fmla="*/ 82 w 82"/>
                  <a:gd name="T15" fmla="*/ 6 h 51"/>
                  <a:gd name="T16" fmla="*/ 81 w 82"/>
                  <a:gd name="T17" fmla="*/ 47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2" h="51">
                    <a:moveTo>
                      <a:pt x="81" y="47"/>
                    </a:moveTo>
                    <a:cubicBezTo>
                      <a:pt x="80" y="49"/>
                      <a:pt x="79" y="51"/>
                      <a:pt x="77" y="51"/>
                    </a:cubicBezTo>
                    <a:cubicBezTo>
                      <a:pt x="3" y="48"/>
                      <a:pt x="3" y="48"/>
                      <a:pt x="3" y="48"/>
                    </a:cubicBezTo>
                    <a:cubicBezTo>
                      <a:pt x="1" y="48"/>
                      <a:pt x="0" y="46"/>
                      <a:pt x="0" y="44"/>
                    </a:cubicBezTo>
                    <a:cubicBezTo>
                      <a:pt x="1" y="3"/>
                      <a:pt x="1" y="3"/>
                      <a:pt x="1" y="3"/>
                    </a:cubicBezTo>
                    <a:cubicBezTo>
                      <a:pt x="1" y="1"/>
                      <a:pt x="3" y="0"/>
                      <a:pt x="5" y="0"/>
                    </a:cubicBezTo>
                    <a:cubicBezTo>
                      <a:pt x="79" y="3"/>
                      <a:pt x="79" y="3"/>
                      <a:pt x="79" y="3"/>
                    </a:cubicBezTo>
                    <a:cubicBezTo>
                      <a:pt x="81" y="3"/>
                      <a:pt x="82" y="4"/>
                      <a:pt x="82" y="6"/>
                    </a:cubicBezTo>
                    <a:cubicBezTo>
                      <a:pt x="81" y="47"/>
                      <a:pt x="81" y="47"/>
                      <a:pt x="81" y="47"/>
                    </a:cubicBezTo>
                  </a:path>
                </a:pathLst>
              </a:custGeom>
              <a:solidFill>
                <a:srgbClr val="242424"/>
              </a:solidFill>
              <a:ln>
                <a:noFill/>
              </a:ln>
              <a:extLst/>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3" name="Freeform 132"/>
              <p:cNvSpPr>
                <a:spLocks/>
              </p:cNvSpPr>
              <p:nvPr/>
            </p:nvSpPr>
            <p:spPr bwMode="auto">
              <a:xfrm>
                <a:off x="4265401" y="5582950"/>
                <a:ext cx="89265" cy="108057"/>
              </a:xfrm>
              <a:custGeom>
                <a:avLst/>
                <a:gdLst>
                  <a:gd name="T0" fmla="*/ 19 w 19"/>
                  <a:gd name="T1" fmla="*/ 23 h 23"/>
                  <a:gd name="T2" fmla="*/ 0 w 19"/>
                  <a:gd name="T3" fmla="*/ 23 h 23"/>
                  <a:gd name="T4" fmla="*/ 3 w 19"/>
                  <a:gd name="T5" fmla="*/ 0 h 23"/>
                  <a:gd name="T6" fmla="*/ 19 w 19"/>
                  <a:gd name="T7" fmla="*/ 0 h 23"/>
                  <a:gd name="T8" fmla="*/ 19 w 19"/>
                  <a:gd name="T9" fmla="*/ 23 h 23"/>
                </a:gdLst>
                <a:ahLst/>
                <a:cxnLst>
                  <a:cxn ang="0">
                    <a:pos x="T0" y="T1"/>
                  </a:cxn>
                  <a:cxn ang="0">
                    <a:pos x="T2" y="T3"/>
                  </a:cxn>
                  <a:cxn ang="0">
                    <a:pos x="T4" y="T5"/>
                  </a:cxn>
                  <a:cxn ang="0">
                    <a:pos x="T6" y="T7"/>
                  </a:cxn>
                  <a:cxn ang="0">
                    <a:pos x="T8" y="T9"/>
                  </a:cxn>
                </a:cxnLst>
                <a:rect l="0" t="0" r="r" b="b"/>
                <a:pathLst>
                  <a:path w="19" h="23">
                    <a:moveTo>
                      <a:pt x="19" y="23"/>
                    </a:moveTo>
                    <a:lnTo>
                      <a:pt x="0" y="23"/>
                    </a:lnTo>
                    <a:lnTo>
                      <a:pt x="3" y="0"/>
                    </a:lnTo>
                    <a:lnTo>
                      <a:pt x="19" y="0"/>
                    </a:lnTo>
                    <a:lnTo>
                      <a:pt x="19" y="2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4" name="Freeform 133"/>
              <p:cNvSpPr>
                <a:spLocks/>
              </p:cNvSpPr>
              <p:nvPr/>
            </p:nvSpPr>
            <p:spPr bwMode="auto">
              <a:xfrm>
                <a:off x="3851972" y="5333951"/>
                <a:ext cx="906727" cy="394637"/>
              </a:xfrm>
              <a:custGeom>
                <a:avLst/>
                <a:gdLst>
                  <a:gd name="T0" fmla="*/ 78 w 81"/>
                  <a:gd name="T1" fmla="*/ 3 h 35"/>
                  <a:gd name="T2" fmla="*/ 4 w 81"/>
                  <a:gd name="T3" fmla="*/ 0 h 35"/>
                  <a:gd name="T4" fmla="*/ 0 w 81"/>
                  <a:gd name="T5" fmla="*/ 3 h 35"/>
                  <a:gd name="T6" fmla="*/ 0 w 81"/>
                  <a:gd name="T7" fmla="*/ 8 h 35"/>
                  <a:gd name="T8" fmla="*/ 81 w 81"/>
                  <a:gd name="T9" fmla="*/ 13 h 35"/>
                  <a:gd name="T10" fmla="*/ 81 w 81"/>
                  <a:gd name="T11" fmla="*/ 6 h 35"/>
                  <a:gd name="T12" fmla="*/ 78 w 81"/>
                  <a:gd name="T13" fmla="*/ 3 h 35"/>
                </a:gdLst>
                <a:ahLst/>
                <a:cxnLst>
                  <a:cxn ang="0">
                    <a:pos x="T0" y="T1"/>
                  </a:cxn>
                  <a:cxn ang="0">
                    <a:pos x="T2" y="T3"/>
                  </a:cxn>
                  <a:cxn ang="0">
                    <a:pos x="T4" y="T5"/>
                  </a:cxn>
                  <a:cxn ang="0">
                    <a:pos x="T6" y="T7"/>
                  </a:cxn>
                  <a:cxn ang="0">
                    <a:pos x="T8" y="T9"/>
                  </a:cxn>
                  <a:cxn ang="0">
                    <a:pos x="T10" y="T11"/>
                  </a:cxn>
                  <a:cxn ang="0">
                    <a:pos x="T12" y="T13"/>
                  </a:cxn>
                </a:cxnLst>
                <a:rect l="0" t="0" r="r" b="b"/>
                <a:pathLst>
                  <a:path w="81" h="35">
                    <a:moveTo>
                      <a:pt x="78" y="3"/>
                    </a:moveTo>
                    <a:cubicBezTo>
                      <a:pt x="4" y="0"/>
                      <a:pt x="4" y="0"/>
                      <a:pt x="4" y="0"/>
                    </a:cubicBezTo>
                    <a:cubicBezTo>
                      <a:pt x="2" y="0"/>
                      <a:pt x="0" y="1"/>
                      <a:pt x="0" y="3"/>
                    </a:cubicBezTo>
                    <a:cubicBezTo>
                      <a:pt x="0" y="8"/>
                      <a:pt x="0" y="8"/>
                      <a:pt x="0" y="8"/>
                    </a:cubicBezTo>
                    <a:cubicBezTo>
                      <a:pt x="17" y="21"/>
                      <a:pt x="47" y="35"/>
                      <a:pt x="81" y="13"/>
                    </a:cubicBezTo>
                    <a:cubicBezTo>
                      <a:pt x="81" y="6"/>
                      <a:pt x="81" y="6"/>
                      <a:pt x="81" y="6"/>
                    </a:cubicBezTo>
                    <a:cubicBezTo>
                      <a:pt x="81" y="4"/>
                      <a:pt x="80" y="3"/>
                      <a:pt x="78" y="3"/>
                    </a:cubicBezTo>
                  </a:path>
                </a:pathLst>
              </a:custGeom>
              <a:solidFill>
                <a:srgbClr val="4C4C4C"/>
              </a:solidFill>
              <a:ln>
                <a:noFill/>
              </a:ln>
              <a:extLst/>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5" name="Freeform 134"/>
              <p:cNvSpPr>
                <a:spLocks/>
              </p:cNvSpPr>
              <p:nvPr/>
            </p:nvSpPr>
            <p:spPr bwMode="auto">
              <a:xfrm>
                <a:off x="4265401" y="5568854"/>
                <a:ext cx="89265" cy="122150"/>
              </a:xfrm>
              <a:custGeom>
                <a:avLst/>
                <a:gdLst>
                  <a:gd name="T0" fmla="*/ 7 w 8"/>
                  <a:gd name="T1" fmla="*/ 10 h 11"/>
                  <a:gd name="T2" fmla="*/ 1 w 8"/>
                  <a:gd name="T3" fmla="*/ 9 h 11"/>
                  <a:gd name="T4" fmla="*/ 1 w 8"/>
                  <a:gd name="T5" fmla="*/ 0 h 11"/>
                  <a:gd name="T6" fmla="*/ 8 w 8"/>
                  <a:gd name="T7" fmla="*/ 0 h 11"/>
                  <a:gd name="T8" fmla="*/ 7 w 8"/>
                  <a:gd name="T9" fmla="*/ 10 h 11"/>
                </a:gdLst>
                <a:ahLst/>
                <a:cxnLst>
                  <a:cxn ang="0">
                    <a:pos x="T0" y="T1"/>
                  </a:cxn>
                  <a:cxn ang="0">
                    <a:pos x="T2" y="T3"/>
                  </a:cxn>
                  <a:cxn ang="0">
                    <a:pos x="T4" y="T5"/>
                  </a:cxn>
                  <a:cxn ang="0">
                    <a:pos x="T6" y="T7"/>
                  </a:cxn>
                  <a:cxn ang="0">
                    <a:pos x="T8" y="T9"/>
                  </a:cxn>
                </a:cxnLst>
                <a:rect l="0" t="0" r="r" b="b"/>
                <a:pathLst>
                  <a:path w="8" h="11">
                    <a:moveTo>
                      <a:pt x="7" y="10"/>
                    </a:moveTo>
                    <a:cubicBezTo>
                      <a:pt x="6" y="11"/>
                      <a:pt x="2" y="10"/>
                      <a:pt x="1" y="9"/>
                    </a:cubicBezTo>
                    <a:cubicBezTo>
                      <a:pt x="0" y="6"/>
                      <a:pt x="1" y="0"/>
                      <a:pt x="1" y="0"/>
                    </a:cubicBezTo>
                    <a:cubicBezTo>
                      <a:pt x="8" y="0"/>
                      <a:pt x="8" y="0"/>
                      <a:pt x="8" y="0"/>
                    </a:cubicBezTo>
                    <a:cubicBezTo>
                      <a:pt x="8" y="0"/>
                      <a:pt x="8" y="6"/>
                      <a:pt x="7" y="10"/>
                    </a:cubicBezTo>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6" name="Freeform 135"/>
              <p:cNvSpPr>
                <a:spLocks/>
              </p:cNvSpPr>
              <p:nvPr/>
            </p:nvSpPr>
            <p:spPr bwMode="auto">
              <a:xfrm>
                <a:off x="4143251" y="5277574"/>
                <a:ext cx="46980" cy="70472"/>
              </a:xfrm>
              <a:custGeom>
                <a:avLst/>
                <a:gdLst>
                  <a:gd name="T0" fmla="*/ 4 w 4"/>
                  <a:gd name="T1" fmla="*/ 0 h 6"/>
                  <a:gd name="T2" fmla="*/ 0 w 4"/>
                  <a:gd name="T3" fmla="*/ 6 h 6"/>
                  <a:gd name="T4" fmla="*/ 0 w 4"/>
                  <a:gd name="T5" fmla="*/ 6 h 6"/>
                  <a:gd name="T6" fmla="*/ 4 w 4"/>
                  <a:gd name="T7" fmla="*/ 0 h 6"/>
                  <a:gd name="T8" fmla="*/ 4 w 4"/>
                  <a:gd name="T9" fmla="*/ 0 h 6"/>
                </a:gdLst>
                <a:ahLst/>
                <a:cxnLst>
                  <a:cxn ang="0">
                    <a:pos x="T0" y="T1"/>
                  </a:cxn>
                  <a:cxn ang="0">
                    <a:pos x="T2" y="T3"/>
                  </a:cxn>
                  <a:cxn ang="0">
                    <a:pos x="T4" y="T5"/>
                  </a:cxn>
                  <a:cxn ang="0">
                    <a:pos x="T6" y="T7"/>
                  </a:cxn>
                  <a:cxn ang="0">
                    <a:pos x="T8" y="T9"/>
                  </a:cxn>
                </a:cxnLst>
                <a:rect l="0" t="0" r="r" b="b"/>
                <a:pathLst>
                  <a:path w="4" h="6">
                    <a:moveTo>
                      <a:pt x="4" y="0"/>
                    </a:moveTo>
                    <a:cubicBezTo>
                      <a:pt x="2" y="2"/>
                      <a:pt x="1" y="5"/>
                      <a:pt x="0" y="6"/>
                    </a:cubicBezTo>
                    <a:cubicBezTo>
                      <a:pt x="0" y="6"/>
                      <a:pt x="0" y="6"/>
                      <a:pt x="0" y="6"/>
                    </a:cubicBezTo>
                    <a:cubicBezTo>
                      <a:pt x="1" y="5"/>
                      <a:pt x="2" y="2"/>
                      <a:pt x="4" y="0"/>
                    </a:cubicBezTo>
                    <a:cubicBezTo>
                      <a:pt x="4" y="0"/>
                      <a:pt x="4" y="0"/>
                      <a:pt x="4" y="0"/>
                    </a:cubicBezTo>
                  </a:path>
                </a:pathLst>
              </a:custGeom>
              <a:solidFill>
                <a:srgbClr val="898C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7" name="Freeform 136"/>
              <p:cNvSpPr>
                <a:spLocks/>
              </p:cNvSpPr>
              <p:nvPr/>
            </p:nvSpPr>
            <p:spPr bwMode="auto">
              <a:xfrm>
                <a:off x="4190232" y="5188312"/>
                <a:ext cx="122150" cy="89265"/>
              </a:xfrm>
              <a:custGeom>
                <a:avLst/>
                <a:gdLst>
                  <a:gd name="T0" fmla="*/ 11 w 11"/>
                  <a:gd name="T1" fmla="*/ 0 h 8"/>
                  <a:gd name="T2" fmla="*/ 0 w 11"/>
                  <a:gd name="T3" fmla="*/ 8 h 8"/>
                  <a:gd name="T4" fmla="*/ 0 w 11"/>
                  <a:gd name="T5" fmla="*/ 8 h 8"/>
                  <a:gd name="T6" fmla="*/ 11 w 11"/>
                  <a:gd name="T7" fmla="*/ 0 h 8"/>
                  <a:gd name="T8" fmla="*/ 11 w 11"/>
                  <a:gd name="T9" fmla="*/ 0 h 8"/>
                </a:gdLst>
                <a:ahLst/>
                <a:cxnLst>
                  <a:cxn ang="0">
                    <a:pos x="T0" y="T1"/>
                  </a:cxn>
                  <a:cxn ang="0">
                    <a:pos x="T2" y="T3"/>
                  </a:cxn>
                  <a:cxn ang="0">
                    <a:pos x="T4" y="T5"/>
                  </a:cxn>
                  <a:cxn ang="0">
                    <a:pos x="T6" y="T7"/>
                  </a:cxn>
                  <a:cxn ang="0">
                    <a:pos x="T8" y="T9"/>
                  </a:cxn>
                </a:cxnLst>
                <a:rect l="0" t="0" r="r" b="b"/>
                <a:pathLst>
                  <a:path w="11" h="8">
                    <a:moveTo>
                      <a:pt x="11" y="0"/>
                    </a:moveTo>
                    <a:cubicBezTo>
                      <a:pt x="7" y="1"/>
                      <a:pt x="3" y="4"/>
                      <a:pt x="0" y="8"/>
                    </a:cubicBezTo>
                    <a:cubicBezTo>
                      <a:pt x="0" y="8"/>
                      <a:pt x="0" y="8"/>
                      <a:pt x="0" y="8"/>
                    </a:cubicBezTo>
                    <a:cubicBezTo>
                      <a:pt x="3" y="4"/>
                      <a:pt x="7" y="1"/>
                      <a:pt x="11" y="0"/>
                    </a:cubicBezTo>
                    <a:cubicBezTo>
                      <a:pt x="11" y="0"/>
                      <a:pt x="11" y="0"/>
                      <a:pt x="11" y="0"/>
                    </a:cubicBezTo>
                  </a:path>
                </a:pathLst>
              </a:custGeom>
              <a:solidFill>
                <a:srgbClr val="4F52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8" name="Freeform 137"/>
              <p:cNvSpPr>
                <a:spLocks/>
              </p:cNvSpPr>
              <p:nvPr/>
            </p:nvSpPr>
            <p:spPr bwMode="auto">
              <a:xfrm>
                <a:off x="4205172" y="5000390"/>
                <a:ext cx="300676" cy="324168"/>
              </a:xfrm>
              <a:custGeom>
                <a:avLst/>
                <a:gdLst>
                  <a:gd name="T0" fmla="*/ 1 w 27"/>
                  <a:gd name="T1" fmla="*/ 23 h 29"/>
                  <a:gd name="T2" fmla="*/ 6 w 27"/>
                  <a:gd name="T3" fmla="*/ 22 h 29"/>
                  <a:gd name="T4" fmla="*/ 5 w 27"/>
                  <a:gd name="T5" fmla="*/ 20 h 29"/>
                  <a:gd name="T6" fmla="*/ 6 w 27"/>
                  <a:gd name="T7" fmla="*/ 20 h 29"/>
                  <a:gd name="T8" fmla="*/ 6 w 27"/>
                  <a:gd name="T9" fmla="*/ 25 h 29"/>
                  <a:gd name="T10" fmla="*/ 11 w 27"/>
                  <a:gd name="T11" fmla="*/ 24 h 29"/>
                  <a:gd name="T12" fmla="*/ 11 w 27"/>
                  <a:gd name="T13" fmla="*/ 20 h 29"/>
                  <a:gd name="T14" fmla="*/ 11 w 27"/>
                  <a:gd name="T15" fmla="*/ 20 h 29"/>
                  <a:gd name="T16" fmla="*/ 11 w 27"/>
                  <a:gd name="T17" fmla="*/ 26 h 29"/>
                  <a:gd name="T18" fmla="*/ 16 w 27"/>
                  <a:gd name="T19" fmla="*/ 26 h 29"/>
                  <a:gd name="T20" fmla="*/ 16 w 27"/>
                  <a:gd name="T21" fmla="*/ 19 h 29"/>
                  <a:gd name="T22" fmla="*/ 16 w 27"/>
                  <a:gd name="T23" fmla="*/ 19 h 29"/>
                  <a:gd name="T24" fmla="*/ 16 w 27"/>
                  <a:gd name="T25" fmla="*/ 25 h 29"/>
                  <a:gd name="T26" fmla="*/ 21 w 27"/>
                  <a:gd name="T27" fmla="*/ 25 h 29"/>
                  <a:gd name="T28" fmla="*/ 21 w 27"/>
                  <a:gd name="T29" fmla="*/ 13 h 29"/>
                  <a:gd name="T30" fmla="*/ 23 w 27"/>
                  <a:gd name="T31" fmla="*/ 14 h 29"/>
                  <a:gd name="T32" fmla="*/ 23 w 27"/>
                  <a:gd name="T33" fmla="*/ 18 h 29"/>
                  <a:gd name="T34" fmla="*/ 27 w 27"/>
                  <a:gd name="T35" fmla="*/ 21 h 29"/>
                  <a:gd name="T36" fmla="*/ 27 w 27"/>
                  <a:gd name="T37" fmla="*/ 11 h 29"/>
                  <a:gd name="T38" fmla="*/ 21 w 27"/>
                  <a:gd name="T39" fmla="*/ 5 h 29"/>
                  <a:gd name="T40" fmla="*/ 19 w 27"/>
                  <a:gd name="T41" fmla="*/ 0 h 29"/>
                  <a:gd name="T42" fmla="*/ 3 w 27"/>
                  <a:gd name="T43" fmla="*/ 0 h 29"/>
                  <a:gd name="T44" fmla="*/ 3 w 27"/>
                  <a:gd name="T45" fmla="*/ 3 h 29"/>
                  <a:gd name="T46" fmla="*/ 1 w 27"/>
                  <a:gd name="T47" fmla="*/ 5 h 29"/>
                  <a:gd name="T48" fmla="*/ 1 w 27"/>
                  <a:gd name="T49" fmla="*/ 18 h 29"/>
                  <a:gd name="T50" fmla="*/ 1 w 27"/>
                  <a:gd name="T51" fmla="*/ 23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7" h="29">
                    <a:moveTo>
                      <a:pt x="1" y="23"/>
                    </a:moveTo>
                    <a:cubicBezTo>
                      <a:pt x="1" y="25"/>
                      <a:pt x="6" y="25"/>
                      <a:pt x="6" y="22"/>
                    </a:cubicBezTo>
                    <a:cubicBezTo>
                      <a:pt x="5" y="21"/>
                      <a:pt x="5" y="20"/>
                      <a:pt x="5" y="20"/>
                    </a:cubicBezTo>
                    <a:cubicBezTo>
                      <a:pt x="6" y="20"/>
                      <a:pt x="6" y="20"/>
                      <a:pt x="6" y="20"/>
                    </a:cubicBezTo>
                    <a:cubicBezTo>
                      <a:pt x="6" y="20"/>
                      <a:pt x="6" y="25"/>
                      <a:pt x="6" y="25"/>
                    </a:cubicBezTo>
                    <a:cubicBezTo>
                      <a:pt x="6" y="27"/>
                      <a:pt x="11" y="26"/>
                      <a:pt x="11" y="24"/>
                    </a:cubicBezTo>
                    <a:cubicBezTo>
                      <a:pt x="11" y="23"/>
                      <a:pt x="11" y="21"/>
                      <a:pt x="11" y="20"/>
                    </a:cubicBezTo>
                    <a:cubicBezTo>
                      <a:pt x="11" y="19"/>
                      <a:pt x="11" y="19"/>
                      <a:pt x="11" y="20"/>
                    </a:cubicBezTo>
                    <a:cubicBezTo>
                      <a:pt x="11" y="26"/>
                      <a:pt x="11" y="26"/>
                      <a:pt x="11" y="26"/>
                    </a:cubicBezTo>
                    <a:cubicBezTo>
                      <a:pt x="11" y="29"/>
                      <a:pt x="16" y="29"/>
                      <a:pt x="16" y="26"/>
                    </a:cubicBezTo>
                    <a:cubicBezTo>
                      <a:pt x="16" y="24"/>
                      <a:pt x="16" y="19"/>
                      <a:pt x="16" y="19"/>
                    </a:cubicBezTo>
                    <a:cubicBezTo>
                      <a:pt x="16" y="19"/>
                      <a:pt x="16" y="19"/>
                      <a:pt x="16" y="19"/>
                    </a:cubicBezTo>
                    <a:cubicBezTo>
                      <a:pt x="16" y="21"/>
                      <a:pt x="16" y="25"/>
                      <a:pt x="16" y="25"/>
                    </a:cubicBezTo>
                    <a:cubicBezTo>
                      <a:pt x="16" y="27"/>
                      <a:pt x="21" y="27"/>
                      <a:pt x="21" y="25"/>
                    </a:cubicBezTo>
                    <a:cubicBezTo>
                      <a:pt x="21" y="20"/>
                      <a:pt x="21" y="16"/>
                      <a:pt x="21" y="13"/>
                    </a:cubicBezTo>
                    <a:cubicBezTo>
                      <a:pt x="21" y="11"/>
                      <a:pt x="23" y="14"/>
                      <a:pt x="23" y="14"/>
                    </a:cubicBezTo>
                    <a:cubicBezTo>
                      <a:pt x="23" y="18"/>
                      <a:pt x="23" y="18"/>
                      <a:pt x="23" y="18"/>
                    </a:cubicBezTo>
                    <a:cubicBezTo>
                      <a:pt x="23" y="19"/>
                      <a:pt x="27" y="21"/>
                      <a:pt x="27" y="21"/>
                    </a:cubicBezTo>
                    <a:cubicBezTo>
                      <a:pt x="27" y="20"/>
                      <a:pt x="27" y="12"/>
                      <a:pt x="27" y="11"/>
                    </a:cubicBezTo>
                    <a:cubicBezTo>
                      <a:pt x="25" y="9"/>
                      <a:pt x="23" y="7"/>
                      <a:pt x="21" y="5"/>
                    </a:cubicBezTo>
                    <a:cubicBezTo>
                      <a:pt x="19" y="3"/>
                      <a:pt x="19" y="0"/>
                      <a:pt x="19" y="0"/>
                    </a:cubicBezTo>
                    <a:cubicBezTo>
                      <a:pt x="3" y="0"/>
                      <a:pt x="3" y="0"/>
                      <a:pt x="3" y="0"/>
                    </a:cubicBezTo>
                    <a:cubicBezTo>
                      <a:pt x="3" y="2"/>
                      <a:pt x="3" y="2"/>
                      <a:pt x="3" y="3"/>
                    </a:cubicBezTo>
                    <a:cubicBezTo>
                      <a:pt x="3" y="4"/>
                      <a:pt x="2" y="4"/>
                      <a:pt x="1" y="5"/>
                    </a:cubicBezTo>
                    <a:cubicBezTo>
                      <a:pt x="0" y="8"/>
                      <a:pt x="1" y="18"/>
                      <a:pt x="1" y="18"/>
                    </a:cubicBezTo>
                    <a:lnTo>
                      <a:pt x="1" y="23"/>
                    </a:lnTo>
                    <a:close/>
                  </a:path>
                </a:pathLst>
              </a:custGeom>
              <a:solidFill>
                <a:srgbClr val="FFDCB8"/>
              </a:solidFill>
              <a:ln>
                <a:noFill/>
              </a:ln>
              <a:extLst/>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9" name="Rectangle 138"/>
              <p:cNvSpPr>
                <a:spLocks noChangeArrowheads="1"/>
              </p:cNvSpPr>
              <p:nvPr/>
            </p:nvSpPr>
            <p:spPr bwMode="auto">
              <a:xfrm>
                <a:off x="4176140" y="4962805"/>
                <a:ext cx="281884" cy="37584"/>
              </a:xfrm>
              <a:prstGeom prst="rect">
                <a:avLst/>
              </a:pr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0" name="Freeform 139"/>
              <p:cNvSpPr>
                <a:spLocks/>
              </p:cNvSpPr>
              <p:nvPr/>
            </p:nvSpPr>
            <p:spPr bwMode="auto">
              <a:xfrm>
                <a:off x="4152647" y="3854062"/>
                <a:ext cx="446318" cy="1108743"/>
              </a:xfrm>
              <a:custGeom>
                <a:avLst/>
                <a:gdLst>
                  <a:gd name="T0" fmla="*/ 39 w 40"/>
                  <a:gd name="T1" fmla="*/ 0 h 99"/>
                  <a:gd name="T2" fmla="*/ 1 w 40"/>
                  <a:gd name="T3" fmla="*/ 67 h 99"/>
                  <a:gd name="T4" fmla="*/ 0 w 40"/>
                  <a:gd name="T5" fmla="*/ 99 h 99"/>
                  <a:gd name="T6" fmla="*/ 31 w 40"/>
                  <a:gd name="T7" fmla="*/ 99 h 99"/>
                  <a:gd name="T8" fmla="*/ 29 w 40"/>
                  <a:gd name="T9" fmla="*/ 67 h 99"/>
                  <a:gd name="T10" fmla="*/ 40 w 40"/>
                  <a:gd name="T11" fmla="*/ 25 h 99"/>
                  <a:gd name="T12" fmla="*/ 39 w 40"/>
                  <a:gd name="T13" fmla="*/ 0 h 99"/>
                </a:gdLst>
                <a:ahLst/>
                <a:cxnLst>
                  <a:cxn ang="0">
                    <a:pos x="T0" y="T1"/>
                  </a:cxn>
                  <a:cxn ang="0">
                    <a:pos x="T2" y="T3"/>
                  </a:cxn>
                  <a:cxn ang="0">
                    <a:pos x="T4" y="T5"/>
                  </a:cxn>
                  <a:cxn ang="0">
                    <a:pos x="T6" y="T7"/>
                  </a:cxn>
                  <a:cxn ang="0">
                    <a:pos x="T8" y="T9"/>
                  </a:cxn>
                  <a:cxn ang="0">
                    <a:pos x="T10" y="T11"/>
                  </a:cxn>
                  <a:cxn ang="0">
                    <a:pos x="T12" y="T13"/>
                  </a:cxn>
                </a:cxnLst>
                <a:rect l="0" t="0" r="r" b="b"/>
                <a:pathLst>
                  <a:path w="40" h="99">
                    <a:moveTo>
                      <a:pt x="39" y="0"/>
                    </a:moveTo>
                    <a:cubicBezTo>
                      <a:pt x="5" y="14"/>
                      <a:pt x="2" y="44"/>
                      <a:pt x="1" y="67"/>
                    </a:cubicBezTo>
                    <a:cubicBezTo>
                      <a:pt x="1" y="76"/>
                      <a:pt x="0" y="99"/>
                      <a:pt x="0" y="99"/>
                    </a:cubicBezTo>
                    <a:cubicBezTo>
                      <a:pt x="31" y="99"/>
                      <a:pt x="31" y="99"/>
                      <a:pt x="31" y="99"/>
                    </a:cubicBezTo>
                    <a:cubicBezTo>
                      <a:pt x="31" y="99"/>
                      <a:pt x="30" y="86"/>
                      <a:pt x="29" y="67"/>
                    </a:cubicBezTo>
                    <a:cubicBezTo>
                      <a:pt x="26" y="14"/>
                      <a:pt x="40" y="25"/>
                      <a:pt x="40" y="25"/>
                    </a:cubicBezTo>
                    <a:lnTo>
                      <a:pt x="39" y="0"/>
                    </a:lnTo>
                    <a:close/>
                  </a:path>
                </a:pathLst>
              </a:custGeom>
              <a:solidFill>
                <a:srgbClr val="44546A"/>
              </a:solidFill>
              <a:ln>
                <a:noFill/>
              </a:ln>
              <a:extLst/>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grpSp>
        <p:grpSp>
          <p:nvGrpSpPr>
            <p:cNvPr id="88" name="Group 87"/>
            <p:cNvGrpSpPr/>
            <p:nvPr/>
          </p:nvGrpSpPr>
          <p:grpSpPr>
            <a:xfrm>
              <a:off x="4687352" y="2427523"/>
              <a:ext cx="1540305" cy="848343"/>
              <a:chOff x="4693808" y="2373688"/>
              <a:chExt cx="1851036" cy="1019482"/>
            </a:xfrm>
          </p:grpSpPr>
          <p:sp>
            <p:nvSpPr>
              <p:cNvPr id="129" name="Freeform 128"/>
              <p:cNvSpPr>
                <a:spLocks/>
              </p:cNvSpPr>
              <p:nvPr/>
            </p:nvSpPr>
            <p:spPr bwMode="auto">
              <a:xfrm>
                <a:off x="5929396" y="2373688"/>
                <a:ext cx="615448" cy="615448"/>
              </a:xfrm>
              <a:custGeom>
                <a:avLst/>
                <a:gdLst>
                  <a:gd name="T0" fmla="*/ 17 w 55"/>
                  <a:gd name="T1" fmla="*/ 16 h 55"/>
                  <a:gd name="T2" fmla="*/ 47 w 55"/>
                  <a:gd name="T3" fmla="*/ 2 h 55"/>
                  <a:gd name="T4" fmla="*/ 50 w 55"/>
                  <a:gd name="T5" fmla="*/ 9 h 55"/>
                  <a:gd name="T6" fmla="*/ 32 w 55"/>
                  <a:gd name="T7" fmla="*/ 18 h 55"/>
                  <a:gd name="T8" fmla="*/ 32 w 55"/>
                  <a:gd name="T9" fmla="*/ 19 h 55"/>
                  <a:gd name="T10" fmla="*/ 41 w 55"/>
                  <a:gd name="T11" fmla="*/ 15 h 55"/>
                  <a:gd name="T12" fmla="*/ 45 w 55"/>
                  <a:gd name="T13" fmla="*/ 21 h 55"/>
                  <a:gd name="T14" fmla="*/ 35 w 55"/>
                  <a:gd name="T15" fmla="*/ 26 h 55"/>
                  <a:gd name="T16" fmla="*/ 36 w 55"/>
                  <a:gd name="T17" fmla="*/ 27 h 55"/>
                  <a:gd name="T18" fmla="*/ 43 w 55"/>
                  <a:gd name="T19" fmla="*/ 23 h 55"/>
                  <a:gd name="T20" fmla="*/ 46 w 55"/>
                  <a:gd name="T21" fmla="*/ 29 h 55"/>
                  <a:gd name="T22" fmla="*/ 39 w 55"/>
                  <a:gd name="T23" fmla="*/ 32 h 55"/>
                  <a:gd name="T24" fmla="*/ 39 w 55"/>
                  <a:gd name="T25" fmla="*/ 34 h 55"/>
                  <a:gd name="T26" fmla="*/ 42 w 55"/>
                  <a:gd name="T27" fmla="*/ 32 h 55"/>
                  <a:gd name="T28" fmla="*/ 44 w 55"/>
                  <a:gd name="T29" fmla="*/ 38 h 55"/>
                  <a:gd name="T30" fmla="*/ 26 w 55"/>
                  <a:gd name="T31" fmla="*/ 48 h 55"/>
                  <a:gd name="T32" fmla="*/ 17 w 55"/>
                  <a:gd name="T33" fmla="*/ 49 h 55"/>
                  <a:gd name="T34" fmla="*/ 0 w 55"/>
                  <a:gd name="T35" fmla="*/ 55 h 55"/>
                  <a:gd name="T36" fmla="*/ 0 w 55"/>
                  <a:gd name="T37" fmla="*/ 29 h 55"/>
                  <a:gd name="T38" fmla="*/ 3 w 55"/>
                  <a:gd name="T39" fmla="*/ 28 h 55"/>
                  <a:gd name="T40" fmla="*/ 7 w 55"/>
                  <a:gd name="T41" fmla="*/ 16 h 55"/>
                  <a:gd name="T42" fmla="*/ 24 w 55"/>
                  <a:gd name="T43" fmla="*/ 3 h 55"/>
                  <a:gd name="T44" fmla="*/ 22 w 55"/>
                  <a:gd name="T45" fmla="*/ 11 h 55"/>
                  <a:gd name="T46" fmla="*/ 19 w 55"/>
                  <a:gd name="T47" fmla="*/ 13 h 55"/>
                  <a:gd name="T48" fmla="*/ 16 w 55"/>
                  <a:gd name="T49" fmla="*/ 16 h 55"/>
                  <a:gd name="T50" fmla="*/ 17 w 55"/>
                  <a:gd name="T51" fmla="*/ 16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5" h="55">
                    <a:moveTo>
                      <a:pt x="17" y="16"/>
                    </a:moveTo>
                    <a:cubicBezTo>
                      <a:pt x="47" y="2"/>
                      <a:pt x="47" y="2"/>
                      <a:pt x="47" y="2"/>
                    </a:cubicBezTo>
                    <a:cubicBezTo>
                      <a:pt x="51" y="0"/>
                      <a:pt x="55" y="6"/>
                      <a:pt x="50" y="9"/>
                    </a:cubicBezTo>
                    <a:cubicBezTo>
                      <a:pt x="32" y="18"/>
                      <a:pt x="32" y="18"/>
                      <a:pt x="32" y="18"/>
                    </a:cubicBezTo>
                    <a:cubicBezTo>
                      <a:pt x="32" y="18"/>
                      <a:pt x="31" y="19"/>
                      <a:pt x="32" y="19"/>
                    </a:cubicBezTo>
                    <a:cubicBezTo>
                      <a:pt x="41" y="15"/>
                      <a:pt x="41" y="15"/>
                      <a:pt x="41" y="15"/>
                    </a:cubicBezTo>
                    <a:cubicBezTo>
                      <a:pt x="45" y="13"/>
                      <a:pt x="48" y="19"/>
                      <a:pt x="45" y="21"/>
                    </a:cubicBezTo>
                    <a:cubicBezTo>
                      <a:pt x="35" y="26"/>
                      <a:pt x="35" y="26"/>
                      <a:pt x="35" y="26"/>
                    </a:cubicBezTo>
                    <a:cubicBezTo>
                      <a:pt x="35" y="26"/>
                      <a:pt x="34" y="27"/>
                      <a:pt x="36" y="27"/>
                    </a:cubicBezTo>
                    <a:cubicBezTo>
                      <a:pt x="43" y="23"/>
                      <a:pt x="43" y="23"/>
                      <a:pt x="43" y="23"/>
                    </a:cubicBezTo>
                    <a:cubicBezTo>
                      <a:pt x="45" y="22"/>
                      <a:pt x="48" y="28"/>
                      <a:pt x="46" y="29"/>
                    </a:cubicBezTo>
                    <a:cubicBezTo>
                      <a:pt x="39" y="32"/>
                      <a:pt x="39" y="32"/>
                      <a:pt x="39" y="32"/>
                    </a:cubicBezTo>
                    <a:cubicBezTo>
                      <a:pt x="39" y="32"/>
                      <a:pt x="37" y="34"/>
                      <a:pt x="39" y="34"/>
                    </a:cubicBezTo>
                    <a:cubicBezTo>
                      <a:pt x="39" y="34"/>
                      <a:pt x="39" y="34"/>
                      <a:pt x="42" y="32"/>
                    </a:cubicBezTo>
                    <a:cubicBezTo>
                      <a:pt x="45" y="31"/>
                      <a:pt x="48" y="36"/>
                      <a:pt x="44" y="38"/>
                    </a:cubicBezTo>
                    <a:cubicBezTo>
                      <a:pt x="26" y="48"/>
                      <a:pt x="26" y="48"/>
                      <a:pt x="26" y="48"/>
                    </a:cubicBezTo>
                    <a:cubicBezTo>
                      <a:pt x="26" y="48"/>
                      <a:pt x="21" y="50"/>
                      <a:pt x="17" y="49"/>
                    </a:cubicBezTo>
                    <a:cubicBezTo>
                      <a:pt x="0" y="55"/>
                      <a:pt x="0" y="55"/>
                      <a:pt x="0" y="55"/>
                    </a:cubicBezTo>
                    <a:cubicBezTo>
                      <a:pt x="0" y="29"/>
                      <a:pt x="0" y="29"/>
                      <a:pt x="0" y="29"/>
                    </a:cubicBezTo>
                    <a:cubicBezTo>
                      <a:pt x="3" y="28"/>
                      <a:pt x="3" y="28"/>
                      <a:pt x="3" y="28"/>
                    </a:cubicBezTo>
                    <a:cubicBezTo>
                      <a:pt x="3" y="28"/>
                      <a:pt x="5" y="21"/>
                      <a:pt x="7" y="16"/>
                    </a:cubicBezTo>
                    <a:cubicBezTo>
                      <a:pt x="8" y="11"/>
                      <a:pt x="24" y="3"/>
                      <a:pt x="24" y="3"/>
                    </a:cubicBezTo>
                    <a:cubicBezTo>
                      <a:pt x="27" y="8"/>
                      <a:pt x="25" y="10"/>
                      <a:pt x="22" y="11"/>
                    </a:cubicBezTo>
                    <a:cubicBezTo>
                      <a:pt x="21" y="12"/>
                      <a:pt x="19" y="13"/>
                      <a:pt x="19" y="13"/>
                    </a:cubicBezTo>
                    <a:cubicBezTo>
                      <a:pt x="16" y="16"/>
                      <a:pt x="16" y="16"/>
                      <a:pt x="16" y="16"/>
                    </a:cubicBezTo>
                    <a:lnTo>
                      <a:pt x="17" y="16"/>
                    </a:lnTo>
                    <a:close/>
                  </a:path>
                </a:pathLst>
              </a:custGeom>
              <a:solidFill>
                <a:srgbClr val="FFDCB8"/>
              </a:solidFill>
              <a:ln>
                <a:noFill/>
              </a:ln>
              <a:extLst/>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0" name="Freeform 129"/>
              <p:cNvSpPr>
                <a:spLocks/>
              </p:cNvSpPr>
              <p:nvPr/>
            </p:nvSpPr>
            <p:spPr bwMode="auto">
              <a:xfrm>
                <a:off x="4693808" y="2599196"/>
                <a:ext cx="1169819" cy="793974"/>
              </a:xfrm>
              <a:custGeom>
                <a:avLst/>
                <a:gdLst>
                  <a:gd name="T0" fmla="*/ 4 w 105"/>
                  <a:gd name="T1" fmla="*/ 40 h 71"/>
                  <a:gd name="T2" fmla="*/ 105 w 105"/>
                  <a:gd name="T3" fmla="*/ 0 h 71"/>
                  <a:gd name="T4" fmla="*/ 105 w 105"/>
                  <a:gd name="T5" fmla="*/ 42 h 71"/>
                  <a:gd name="T6" fmla="*/ 0 w 105"/>
                  <a:gd name="T7" fmla="*/ 65 h 71"/>
                  <a:gd name="T8" fmla="*/ 4 w 105"/>
                  <a:gd name="T9" fmla="*/ 40 h 71"/>
                </a:gdLst>
                <a:ahLst/>
                <a:cxnLst>
                  <a:cxn ang="0">
                    <a:pos x="T0" y="T1"/>
                  </a:cxn>
                  <a:cxn ang="0">
                    <a:pos x="T2" y="T3"/>
                  </a:cxn>
                  <a:cxn ang="0">
                    <a:pos x="T4" y="T5"/>
                  </a:cxn>
                  <a:cxn ang="0">
                    <a:pos x="T6" y="T7"/>
                  </a:cxn>
                  <a:cxn ang="0">
                    <a:pos x="T8" y="T9"/>
                  </a:cxn>
                </a:cxnLst>
                <a:rect l="0" t="0" r="r" b="b"/>
                <a:pathLst>
                  <a:path w="105" h="71">
                    <a:moveTo>
                      <a:pt x="4" y="40"/>
                    </a:moveTo>
                    <a:cubicBezTo>
                      <a:pt x="4" y="40"/>
                      <a:pt x="68" y="46"/>
                      <a:pt x="105" y="0"/>
                    </a:cubicBezTo>
                    <a:cubicBezTo>
                      <a:pt x="105" y="42"/>
                      <a:pt x="105" y="42"/>
                      <a:pt x="105" y="42"/>
                    </a:cubicBezTo>
                    <a:cubicBezTo>
                      <a:pt x="77" y="71"/>
                      <a:pt x="0" y="65"/>
                      <a:pt x="0" y="65"/>
                    </a:cubicBezTo>
                    <a:lnTo>
                      <a:pt x="4" y="40"/>
                    </a:lnTo>
                    <a:close/>
                  </a:path>
                </a:pathLst>
              </a:custGeom>
              <a:solidFill>
                <a:srgbClr val="44546A"/>
              </a:solidFill>
              <a:ln>
                <a:noFill/>
              </a:ln>
              <a:extLst/>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grpSp>
        <p:sp>
          <p:nvSpPr>
            <p:cNvPr id="89" name="Freeform 88"/>
            <p:cNvSpPr>
              <a:spLocks/>
            </p:cNvSpPr>
            <p:nvPr/>
          </p:nvSpPr>
          <p:spPr bwMode="auto">
            <a:xfrm rot="10800000" flipH="1">
              <a:off x="4103383" y="2960082"/>
              <a:ext cx="670156" cy="1250520"/>
            </a:xfrm>
            <a:custGeom>
              <a:avLst/>
              <a:gdLst>
                <a:gd name="connsiteX0" fmla="*/ 138788 w 670156"/>
                <a:gd name="connsiteY0" fmla="*/ 1155858 h 1155858"/>
                <a:gd name="connsiteX1" fmla="*/ 270962 w 670156"/>
                <a:gd name="connsiteY1" fmla="*/ 1155858 h 1155858"/>
                <a:gd name="connsiteX2" fmla="*/ 392969 w 670156"/>
                <a:gd name="connsiteY2" fmla="*/ 1155858 h 1155858"/>
                <a:gd name="connsiteX3" fmla="*/ 530227 w 670156"/>
                <a:gd name="connsiteY3" fmla="*/ 1155858 h 1155858"/>
                <a:gd name="connsiteX4" fmla="*/ 611724 w 670156"/>
                <a:gd name="connsiteY4" fmla="*/ 1132192 h 1155858"/>
                <a:gd name="connsiteX5" fmla="*/ 633088 w 670156"/>
                <a:gd name="connsiteY5" fmla="*/ 1125988 h 1155858"/>
                <a:gd name="connsiteX6" fmla="*/ 643824 w 670156"/>
                <a:gd name="connsiteY6" fmla="*/ 1075078 h 1155858"/>
                <a:gd name="connsiteX7" fmla="*/ 670156 w 670156"/>
                <a:gd name="connsiteY7" fmla="*/ 739370 h 1155858"/>
                <a:gd name="connsiteX8" fmla="*/ 663833 w 670156"/>
                <a:gd name="connsiteY8" fmla="*/ 577939 h 1155858"/>
                <a:gd name="connsiteX9" fmla="*/ 670156 w 670156"/>
                <a:gd name="connsiteY9" fmla="*/ 416488 h 1155858"/>
                <a:gd name="connsiteX10" fmla="*/ 643824 w 670156"/>
                <a:gd name="connsiteY10" fmla="*/ 80780 h 1155858"/>
                <a:gd name="connsiteX11" fmla="*/ 632928 w 670156"/>
                <a:gd name="connsiteY11" fmla="*/ 29109 h 1155858"/>
                <a:gd name="connsiteX12" fmla="*/ 590098 w 670156"/>
                <a:gd name="connsiteY12" fmla="*/ 16833 h 1155858"/>
                <a:gd name="connsiteX13" fmla="*/ 531368 w 670156"/>
                <a:gd name="connsiteY13" fmla="*/ 0 h 1155858"/>
                <a:gd name="connsiteX14" fmla="*/ 399194 w 670156"/>
                <a:gd name="connsiteY14" fmla="*/ 0 h 1155858"/>
                <a:gd name="connsiteX15" fmla="*/ 277187 w 670156"/>
                <a:gd name="connsiteY15" fmla="*/ 0 h 1155858"/>
                <a:gd name="connsiteX16" fmla="*/ 139929 w 670156"/>
                <a:gd name="connsiteY16" fmla="*/ 0 h 1155858"/>
                <a:gd name="connsiteX17" fmla="*/ 58432 w 670156"/>
                <a:gd name="connsiteY17" fmla="*/ 23666 h 1155858"/>
                <a:gd name="connsiteX18" fmla="*/ 37068 w 670156"/>
                <a:gd name="connsiteY18" fmla="*/ 29870 h 1155858"/>
                <a:gd name="connsiteX19" fmla="*/ 26332 w 670156"/>
                <a:gd name="connsiteY19" fmla="*/ 80780 h 1155858"/>
                <a:gd name="connsiteX20" fmla="*/ 0 w 670156"/>
                <a:gd name="connsiteY20" fmla="*/ 416488 h 1155858"/>
                <a:gd name="connsiteX21" fmla="*/ 6323 w 670156"/>
                <a:gd name="connsiteY21" fmla="*/ 577920 h 1155858"/>
                <a:gd name="connsiteX22" fmla="*/ 0 w 670156"/>
                <a:gd name="connsiteY22" fmla="*/ 739370 h 1155858"/>
                <a:gd name="connsiteX23" fmla="*/ 26332 w 670156"/>
                <a:gd name="connsiteY23" fmla="*/ 1075078 h 1155858"/>
                <a:gd name="connsiteX24" fmla="*/ 37228 w 670156"/>
                <a:gd name="connsiteY24" fmla="*/ 1126749 h 1155858"/>
                <a:gd name="connsiteX25" fmla="*/ 80058 w 670156"/>
                <a:gd name="connsiteY25" fmla="*/ 1139025 h 1155858"/>
                <a:gd name="connsiteX26" fmla="*/ 138788 w 670156"/>
                <a:gd name="connsiteY26" fmla="*/ 1155858 h 1155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670156" h="1155858">
                  <a:moveTo>
                    <a:pt x="138788" y="1155858"/>
                  </a:moveTo>
                  <a:cubicBezTo>
                    <a:pt x="138788" y="1155858"/>
                    <a:pt x="138788" y="1155858"/>
                    <a:pt x="270962" y="1155858"/>
                  </a:cubicBezTo>
                  <a:cubicBezTo>
                    <a:pt x="270962" y="1155858"/>
                    <a:pt x="270962" y="1155858"/>
                    <a:pt x="392969" y="1155858"/>
                  </a:cubicBezTo>
                  <a:cubicBezTo>
                    <a:pt x="392969" y="1155858"/>
                    <a:pt x="392969" y="1155858"/>
                    <a:pt x="530227" y="1155858"/>
                  </a:cubicBezTo>
                  <a:cubicBezTo>
                    <a:pt x="530227" y="1155858"/>
                    <a:pt x="530227" y="1155858"/>
                    <a:pt x="611724" y="1132192"/>
                  </a:cubicBezTo>
                  <a:lnTo>
                    <a:pt x="633088" y="1125988"/>
                  </a:lnTo>
                  <a:lnTo>
                    <a:pt x="643824" y="1075078"/>
                  </a:lnTo>
                  <a:cubicBezTo>
                    <a:pt x="660780" y="971895"/>
                    <a:pt x="670156" y="858451"/>
                    <a:pt x="670156" y="739370"/>
                  </a:cubicBezTo>
                  <a:lnTo>
                    <a:pt x="663833" y="577939"/>
                  </a:lnTo>
                  <a:lnTo>
                    <a:pt x="670156" y="416488"/>
                  </a:lnTo>
                  <a:cubicBezTo>
                    <a:pt x="670156" y="297407"/>
                    <a:pt x="660780" y="183963"/>
                    <a:pt x="643824" y="80780"/>
                  </a:cubicBezTo>
                  <a:lnTo>
                    <a:pt x="632928" y="29109"/>
                  </a:lnTo>
                  <a:lnTo>
                    <a:pt x="590098" y="16833"/>
                  </a:lnTo>
                  <a:cubicBezTo>
                    <a:pt x="573070" y="11953"/>
                    <a:pt x="553609" y="6375"/>
                    <a:pt x="531368" y="0"/>
                  </a:cubicBezTo>
                  <a:cubicBezTo>
                    <a:pt x="531368" y="0"/>
                    <a:pt x="531368" y="0"/>
                    <a:pt x="399194" y="0"/>
                  </a:cubicBezTo>
                  <a:cubicBezTo>
                    <a:pt x="399194" y="0"/>
                    <a:pt x="399194" y="0"/>
                    <a:pt x="277187" y="0"/>
                  </a:cubicBezTo>
                  <a:cubicBezTo>
                    <a:pt x="277187" y="0"/>
                    <a:pt x="277187" y="0"/>
                    <a:pt x="139929" y="0"/>
                  </a:cubicBezTo>
                  <a:cubicBezTo>
                    <a:pt x="139929" y="0"/>
                    <a:pt x="139929" y="0"/>
                    <a:pt x="58432" y="23666"/>
                  </a:cubicBezTo>
                  <a:lnTo>
                    <a:pt x="37068" y="29870"/>
                  </a:lnTo>
                  <a:lnTo>
                    <a:pt x="26332" y="80780"/>
                  </a:lnTo>
                  <a:cubicBezTo>
                    <a:pt x="9376" y="183963"/>
                    <a:pt x="0" y="297407"/>
                    <a:pt x="0" y="416488"/>
                  </a:cubicBezTo>
                  <a:lnTo>
                    <a:pt x="6323" y="577920"/>
                  </a:lnTo>
                  <a:lnTo>
                    <a:pt x="0" y="739370"/>
                  </a:lnTo>
                  <a:cubicBezTo>
                    <a:pt x="0" y="858451"/>
                    <a:pt x="9376" y="971895"/>
                    <a:pt x="26332" y="1075078"/>
                  </a:cubicBezTo>
                  <a:lnTo>
                    <a:pt x="37228" y="1126749"/>
                  </a:lnTo>
                  <a:lnTo>
                    <a:pt x="80058" y="1139025"/>
                  </a:lnTo>
                  <a:cubicBezTo>
                    <a:pt x="97086" y="1143905"/>
                    <a:pt x="116547" y="1149483"/>
                    <a:pt x="138788" y="1155858"/>
                  </a:cubicBezTo>
                  <a:close/>
                </a:path>
              </a:pathLst>
            </a:custGeom>
            <a:solidFill>
              <a:srgbClr val="44546A"/>
            </a:solidFill>
            <a:ln>
              <a:noFill/>
            </a:ln>
            <a:extLst/>
          </p:spPr>
          <p:txBody>
            <a:bodyPr vert="horz" wrap="square" lIns="91440" tIns="45720" rIns="91440" bIns="45720" numCol="1" anchor="t" anchorCtr="0" compatLnSpc="1">
              <a:prstTxWarp prst="textNoShape">
                <a:avLst/>
              </a:prstTxWarp>
              <a:noAutofit/>
            </a:bodyPr>
            <a:lstStyle/>
            <a:p>
              <a:endParaRPr lang="en-US">
                <a:solidFill>
                  <a:prstClr val="black"/>
                </a:solidFill>
              </a:endParaRPr>
            </a:p>
          </p:txBody>
        </p:sp>
        <p:sp>
          <p:nvSpPr>
            <p:cNvPr id="90" name="Freeform 290"/>
            <p:cNvSpPr>
              <a:spLocks/>
            </p:cNvSpPr>
            <p:nvPr/>
          </p:nvSpPr>
          <p:spPr bwMode="auto">
            <a:xfrm flipH="1">
              <a:off x="4232614" y="2949833"/>
              <a:ext cx="386696" cy="515595"/>
            </a:xfrm>
            <a:custGeom>
              <a:avLst/>
              <a:gdLst>
                <a:gd name="T0" fmla="*/ 180 w 180"/>
                <a:gd name="T1" fmla="*/ 71 h 240"/>
                <a:gd name="T2" fmla="*/ 92 w 180"/>
                <a:gd name="T3" fmla="*/ 240 h 240"/>
                <a:gd name="T4" fmla="*/ 0 w 180"/>
                <a:gd name="T5" fmla="*/ 71 h 240"/>
                <a:gd name="T6" fmla="*/ 33 w 180"/>
                <a:gd name="T7" fmla="*/ 69 h 240"/>
                <a:gd name="T8" fmla="*/ 33 w 180"/>
                <a:gd name="T9" fmla="*/ 0 h 240"/>
                <a:gd name="T10" fmla="*/ 151 w 180"/>
                <a:gd name="T11" fmla="*/ 0 h 240"/>
                <a:gd name="T12" fmla="*/ 151 w 180"/>
                <a:gd name="T13" fmla="*/ 69 h 240"/>
                <a:gd name="T14" fmla="*/ 180 w 180"/>
                <a:gd name="T15" fmla="*/ 71 h 2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0" h="240">
                  <a:moveTo>
                    <a:pt x="180" y="71"/>
                  </a:moveTo>
                  <a:lnTo>
                    <a:pt x="92" y="240"/>
                  </a:lnTo>
                  <a:lnTo>
                    <a:pt x="0" y="71"/>
                  </a:lnTo>
                  <a:lnTo>
                    <a:pt x="33" y="69"/>
                  </a:lnTo>
                  <a:lnTo>
                    <a:pt x="33" y="0"/>
                  </a:lnTo>
                  <a:lnTo>
                    <a:pt x="151" y="0"/>
                  </a:lnTo>
                  <a:lnTo>
                    <a:pt x="151" y="69"/>
                  </a:lnTo>
                  <a:lnTo>
                    <a:pt x="180" y="71"/>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91" name="Freeform 306"/>
            <p:cNvSpPr>
              <a:spLocks/>
            </p:cNvSpPr>
            <p:nvPr/>
          </p:nvSpPr>
          <p:spPr bwMode="auto">
            <a:xfrm flipH="1">
              <a:off x="4365479" y="3021482"/>
              <a:ext cx="116009" cy="122455"/>
            </a:xfrm>
            <a:custGeom>
              <a:avLst/>
              <a:gdLst>
                <a:gd name="T0" fmla="*/ 0 w 54"/>
                <a:gd name="T1" fmla="*/ 14 h 57"/>
                <a:gd name="T2" fmla="*/ 28 w 54"/>
                <a:gd name="T3" fmla="*/ 57 h 57"/>
                <a:gd name="T4" fmla="*/ 54 w 54"/>
                <a:gd name="T5" fmla="*/ 14 h 57"/>
                <a:gd name="T6" fmla="*/ 28 w 54"/>
                <a:gd name="T7" fmla="*/ 0 h 57"/>
                <a:gd name="T8" fmla="*/ 0 w 54"/>
                <a:gd name="T9" fmla="*/ 14 h 57"/>
              </a:gdLst>
              <a:ahLst/>
              <a:cxnLst>
                <a:cxn ang="0">
                  <a:pos x="T0" y="T1"/>
                </a:cxn>
                <a:cxn ang="0">
                  <a:pos x="T2" y="T3"/>
                </a:cxn>
                <a:cxn ang="0">
                  <a:pos x="T4" y="T5"/>
                </a:cxn>
                <a:cxn ang="0">
                  <a:pos x="T6" y="T7"/>
                </a:cxn>
                <a:cxn ang="0">
                  <a:pos x="T8" y="T9"/>
                </a:cxn>
              </a:cxnLst>
              <a:rect l="0" t="0" r="r" b="b"/>
              <a:pathLst>
                <a:path w="54" h="57">
                  <a:moveTo>
                    <a:pt x="0" y="14"/>
                  </a:moveTo>
                  <a:lnTo>
                    <a:pt x="28" y="57"/>
                  </a:lnTo>
                  <a:lnTo>
                    <a:pt x="54" y="14"/>
                  </a:lnTo>
                  <a:lnTo>
                    <a:pt x="28" y="0"/>
                  </a:lnTo>
                  <a:lnTo>
                    <a:pt x="0" y="14"/>
                  </a:lnTo>
                  <a:close/>
                </a:path>
              </a:pathLst>
            </a:custGeom>
            <a:solidFill>
              <a:srgbClr val="141414"/>
            </a:solidFill>
            <a:ln>
              <a:noFill/>
            </a:ln>
            <a:extLst/>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92" name="Freeform 307"/>
            <p:cNvSpPr>
              <a:spLocks/>
            </p:cNvSpPr>
            <p:nvPr/>
          </p:nvSpPr>
          <p:spPr bwMode="auto">
            <a:xfrm flipH="1">
              <a:off x="4429928" y="3021482"/>
              <a:ext cx="51559" cy="111712"/>
            </a:xfrm>
            <a:custGeom>
              <a:avLst/>
              <a:gdLst>
                <a:gd name="T0" fmla="*/ 0 w 24"/>
                <a:gd name="T1" fmla="*/ 14 h 52"/>
                <a:gd name="T2" fmla="*/ 24 w 24"/>
                <a:gd name="T3" fmla="*/ 52 h 52"/>
                <a:gd name="T4" fmla="*/ 24 w 24"/>
                <a:gd name="T5" fmla="*/ 0 h 52"/>
                <a:gd name="T6" fmla="*/ 0 w 24"/>
                <a:gd name="T7" fmla="*/ 14 h 52"/>
              </a:gdLst>
              <a:ahLst/>
              <a:cxnLst>
                <a:cxn ang="0">
                  <a:pos x="T0" y="T1"/>
                </a:cxn>
                <a:cxn ang="0">
                  <a:pos x="T2" y="T3"/>
                </a:cxn>
                <a:cxn ang="0">
                  <a:pos x="T4" y="T5"/>
                </a:cxn>
                <a:cxn ang="0">
                  <a:pos x="T6" y="T7"/>
                </a:cxn>
              </a:cxnLst>
              <a:rect l="0" t="0" r="r" b="b"/>
              <a:pathLst>
                <a:path w="24" h="52">
                  <a:moveTo>
                    <a:pt x="0" y="14"/>
                  </a:moveTo>
                  <a:lnTo>
                    <a:pt x="24" y="52"/>
                  </a:lnTo>
                  <a:lnTo>
                    <a:pt x="24" y="0"/>
                  </a:lnTo>
                  <a:lnTo>
                    <a:pt x="0" y="14"/>
                  </a:lnTo>
                  <a:close/>
                </a:path>
              </a:pathLst>
            </a:custGeom>
            <a:solidFill>
              <a:srgbClr val="141414"/>
            </a:solidFill>
            <a:ln>
              <a:noFill/>
            </a:ln>
            <a:extLst/>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93" name="Freeform 308"/>
            <p:cNvSpPr>
              <a:spLocks/>
            </p:cNvSpPr>
            <p:nvPr/>
          </p:nvSpPr>
          <p:spPr bwMode="auto">
            <a:xfrm flipH="1">
              <a:off x="4425631" y="2954885"/>
              <a:ext cx="193348" cy="137493"/>
            </a:xfrm>
            <a:custGeom>
              <a:avLst/>
              <a:gdLst>
                <a:gd name="T0" fmla="*/ 33 w 90"/>
                <a:gd name="T1" fmla="*/ 0 h 64"/>
                <a:gd name="T2" fmla="*/ 0 w 90"/>
                <a:gd name="T3" fmla="*/ 0 h 64"/>
                <a:gd name="T4" fmla="*/ 35 w 90"/>
                <a:gd name="T5" fmla="*/ 64 h 64"/>
                <a:gd name="T6" fmla="*/ 90 w 90"/>
                <a:gd name="T7" fmla="*/ 31 h 64"/>
                <a:gd name="T8" fmla="*/ 33 w 90"/>
                <a:gd name="T9" fmla="*/ 0 h 64"/>
              </a:gdLst>
              <a:ahLst/>
              <a:cxnLst>
                <a:cxn ang="0">
                  <a:pos x="T0" y="T1"/>
                </a:cxn>
                <a:cxn ang="0">
                  <a:pos x="T2" y="T3"/>
                </a:cxn>
                <a:cxn ang="0">
                  <a:pos x="T4" y="T5"/>
                </a:cxn>
                <a:cxn ang="0">
                  <a:pos x="T6" y="T7"/>
                </a:cxn>
                <a:cxn ang="0">
                  <a:pos x="T8" y="T9"/>
                </a:cxn>
              </a:cxnLst>
              <a:rect l="0" t="0" r="r" b="b"/>
              <a:pathLst>
                <a:path w="90" h="64">
                  <a:moveTo>
                    <a:pt x="33" y="0"/>
                  </a:moveTo>
                  <a:lnTo>
                    <a:pt x="0" y="0"/>
                  </a:lnTo>
                  <a:lnTo>
                    <a:pt x="35" y="64"/>
                  </a:lnTo>
                  <a:lnTo>
                    <a:pt x="90" y="31"/>
                  </a:lnTo>
                  <a:lnTo>
                    <a:pt x="3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94" name="Freeform 309"/>
            <p:cNvSpPr>
              <a:spLocks/>
            </p:cNvSpPr>
            <p:nvPr/>
          </p:nvSpPr>
          <p:spPr bwMode="auto">
            <a:xfrm flipH="1">
              <a:off x="4227986" y="2954885"/>
              <a:ext cx="193348" cy="137493"/>
            </a:xfrm>
            <a:custGeom>
              <a:avLst/>
              <a:gdLst>
                <a:gd name="T0" fmla="*/ 57 w 90"/>
                <a:gd name="T1" fmla="*/ 0 h 64"/>
                <a:gd name="T2" fmla="*/ 90 w 90"/>
                <a:gd name="T3" fmla="*/ 0 h 64"/>
                <a:gd name="T4" fmla="*/ 55 w 90"/>
                <a:gd name="T5" fmla="*/ 64 h 64"/>
                <a:gd name="T6" fmla="*/ 0 w 90"/>
                <a:gd name="T7" fmla="*/ 31 h 64"/>
                <a:gd name="T8" fmla="*/ 57 w 90"/>
                <a:gd name="T9" fmla="*/ 0 h 64"/>
              </a:gdLst>
              <a:ahLst/>
              <a:cxnLst>
                <a:cxn ang="0">
                  <a:pos x="T0" y="T1"/>
                </a:cxn>
                <a:cxn ang="0">
                  <a:pos x="T2" y="T3"/>
                </a:cxn>
                <a:cxn ang="0">
                  <a:pos x="T4" y="T5"/>
                </a:cxn>
                <a:cxn ang="0">
                  <a:pos x="T6" y="T7"/>
                </a:cxn>
                <a:cxn ang="0">
                  <a:pos x="T8" y="T9"/>
                </a:cxn>
              </a:cxnLst>
              <a:rect l="0" t="0" r="r" b="b"/>
              <a:pathLst>
                <a:path w="90" h="64">
                  <a:moveTo>
                    <a:pt x="57" y="0"/>
                  </a:moveTo>
                  <a:lnTo>
                    <a:pt x="90" y="0"/>
                  </a:lnTo>
                  <a:lnTo>
                    <a:pt x="55" y="64"/>
                  </a:lnTo>
                  <a:lnTo>
                    <a:pt x="0" y="31"/>
                  </a:lnTo>
                  <a:lnTo>
                    <a:pt x="5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95" name="Freeform 310"/>
            <p:cNvSpPr>
              <a:spLocks/>
            </p:cNvSpPr>
            <p:nvPr/>
          </p:nvSpPr>
          <p:spPr bwMode="auto">
            <a:xfrm flipH="1">
              <a:off x="4374071" y="3085933"/>
              <a:ext cx="96674" cy="236314"/>
            </a:xfrm>
            <a:custGeom>
              <a:avLst/>
              <a:gdLst>
                <a:gd name="T0" fmla="*/ 0 w 45"/>
                <a:gd name="T1" fmla="*/ 67 h 110"/>
                <a:gd name="T2" fmla="*/ 23 w 45"/>
                <a:gd name="T3" fmla="*/ 0 h 110"/>
                <a:gd name="T4" fmla="*/ 45 w 45"/>
                <a:gd name="T5" fmla="*/ 69 h 110"/>
                <a:gd name="T6" fmla="*/ 23 w 45"/>
                <a:gd name="T7" fmla="*/ 110 h 110"/>
                <a:gd name="T8" fmla="*/ 0 w 45"/>
                <a:gd name="T9" fmla="*/ 67 h 110"/>
              </a:gdLst>
              <a:ahLst/>
              <a:cxnLst>
                <a:cxn ang="0">
                  <a:pos x="T0" y="T1"/>
                </a:cxn>
                <a:cxn ang="0">
                  <a:pos x="T2" y="T3"/>
                </a:cxn>
                <a:cxn ang="0">
                  <a:pos x="T4" y="T5"/>
                </a:cxn>
                <a:cxn ang="0">
                  <a:pos x="T6" y="T7"/>
                </a:cxn>
                <a:cxn ang="0">
                  <a:pos x="T8" y="T9"/>
                </a:cxn>
              </a:cxnLst>
              <a:rect l="0" t="0" r="r" b="b"/>
              <a:pathLst>
                <a:path w="45" h="110">
                  <a:moveTo>
                    <a:pt x="0" y="67"/>
                  </a:moveTo>
                  <a:lnTo>
                    <a:pt x="23" y="0"/>
                  </a:lnTo>
                  <a:lnTo>
                    <a:pt x="45" y="69"/>
                  </a:lnTo>
                  <a:lnTo>
                    <a:pt x="23" y="110"/>
                  </a:lnTo>
                  <a:lnTo>
                    <a:pt x="0" y="67"/>
                  </a:lnTo>
                  <a:close/>
                </a:path>
              </a:pathLst>
            </a:custGeom>
            <a:solidFill>
              <a:srgbClr val="141414"/>
            </a:solidFill>
            <a:ln>
              <a:noFill/>
            </a:ln>
            <a:extLst/>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96" name="Freeform 311"/>
            <p:cNvSpPr>
              <a:spLocks/>
            </p:cNvSpPr>
            <p:nvPr/>
          </p:nvSpPr>
          <p:spPr bwMode="auto">
            <a:xfrm flipH="1">
              <a:off x="4425631" y="3103118"/>
              <a:ext cx="45115" cy="208386"/>
            </a:xfrm>
            <a:custGeom>
              <a:avLst/>
              <a:gdLst>
                <a:gd name="T0" fmla="*/ 0 w 21"/>
                <a:gd name="T1" fmla="*/ 59 h 97"/>
                <a:gd name="T2" fmla="*/ 21 w 21"/>
                <a:gd name="T3" fmla="*/ 0 h 97"/>
                <a:gd name="T4" fmla="*/ 21 w 21"/>
                <a:gd name="T5" fmla="*/ 97 h 97"/>
                <a:gd name="T6" fmla="*/ 0 w 21"/>
                <a:gd name="T7" fmla="*/ 59 h 97"/>
              </a:gdLst>
              <a:ahLst/>
              <a:cxnLst>
                <a:cxn ang="0">
                  <a:pos x="T0" y="T1"/>
                </a:cxn>
                <a:cxn ang="0">
                  <a:pos x="T2" y="T3"/>
                </a:cxn>
                <a:cxn ang="0">
                  <a:pos x="T4" y="T5"/>
                </a:cxn>
                <a:cxn ang="0">
                  <a:pos x="T6" y="T7"/>
                </a:cxn>
              </a:cxnLst>
              <a:rect l="0" t="0" r="r" b="b"/>
              <a:pathLst>
                <a:path w="21" h="97">
                  <a:moveTo>
                    <a:pt x="0" y="59"/>
                  </a:moveTo>
                  <a:lnTo>
                    <a:pt x="21" y="0"/>
                  </a:lnTo>
                  <a:lnTo>
                    <a:pt x="21" y="97"/>
                  </a:lnTo>
                  <a:lnTo>
                    <a:pt x="0" y="59"/>
                  </a:lnTo>
                  <a:close/>
                </a:path>
              </a:pathLst>
            </a:custGeom>
            <a:solidFill>
              <a:srgbClr val="141414"/>
            </a:solidFill>
            <a:ln>
              <a:noFill/>
            </a:ln>
            <a:extLst/>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97" name="Freeform 312"/>
            <p:cNvSpPr>
              <a:spLocks/>
            </p:cNvSpPr>
            <p:nvPr/>
          </p:nvSpPr>
          <p:spPr bwMode="auto">
            <a:xfrm flipH="1">
              <a:off x="4421334" y="2959182"/>
              <a:ext cx="268540" cy="545671"/>
            </a:xfrm>
            <a:custGeom>
              <a:avLst/>
              <a:gdLst>
                <a:gd name="T0" fmla="*/ 33 w 125"/>
                <a:gd name="T1" fmla="*/ 0 h 254"/>
                <a:gd name="T2" fmla="*/ 0 w 125"/>
                <a:gd name="T3" fmla="*/ 83 h 254"/>
                <a:gd name="T4" fmla="*/ 54 w 125"/>
                <a:gd name="T5" fmla="*/ 81 h 254"/>
                <a:gd name="T6" fmla="*/ 12 w 125"/>
                <a:gd name="T7" fmla="*/ 128 h 254"/>
                <a:gd name="T8" fmla="*/ 123 w 125"/>
                <a:gd name="T9" fmla="*/ 254 h 254"/>
                <a:gd name="T10" fmla="*/ 125 w 125"/>
                <a:gd name="T11" fmla="*/ 169 h 254"/>
                <a:gd name="T12" fmla="*/ 33 w 125"/>
                <a:gd name="T13" fmla="*/ 0 h 254"/>
              </a:gdLst>
              <a:ahLst/>
              <a:cxnLst>
                <a:cxn ang="0">
                  <a:pos x="T0" y="T1"/>
                </a:cxn>
                <a:cxn ang="0">
                  <a:pos x="T2" y="T3"/>
                </a:cxn>
                <a:cxn ang="0">
                  <a:pos x="T4" y="T5"/>
                </a:cxn>
                <a:cxn ang="0">
                  <a:pos x="T6" y="T7"/>
                </a:cxn>
                <a:cxn ang="0">
                  <a:pos x="T8" y="T9"/>
                </a:cxn>
                <a:cxn ang="0">
                  <a:pos x="T10" y="T11"/>
                </a:cxn>
                <a:cxn ang="0">
                  <a:pos x="T12" y="T13"/>
                </a:cxn>
              </a:cxnLst>
              <a:rect l="0" t="0" r="r" b="b"/>
              <a:pathLst>
                <a:path w="125" h="254">
                  <a:moveTo>
                    <a:pt x="33" y="0"/>
                  </a:moveTo>
                  <a:lnTo>
                    <a:pt x="0" y="83"/>
                  </a:lnTo>
                  <a:lnTo>
                    <a:pt x="54" y="81"/>
                  </a:lnTo>
                  <a:lnTo>
                    <a:pt x="12" y="128"/>
                  </a:lnTo>
                  <a:lnTo>
                    <a:pt x="123" y="254"/>
                  </a:lnTo>
                  <a:lnTo>
                    <a:pt x="125" y="169"/>
                  </a:lnTo>
                  <a:lnTo>
                    <a:pt x="33" y="0"/>
                  </a:lnTo>
                  <a:close/>
                </a:path>
              </a:pathLst>
            </a:custGeom>
            <a:solidFill>
              <a:srgbClr val="333F50"/>
            </a:solidFill>
            <a:ln>
              <a:noFill/>
            </a:ln>
            <a:extLst/>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98" name="Freeform 313"/>
            <p:cNvSpPr>
              <a:spLocks/>
            </p:cNvSpPr>
            <p:nvPr/>
          </p:nvSpPr>
          <p:spPr bwMode="auto">
            <a:xfrm flipH="1">
              <a:off x="4157091" y="2959182"/>
              <a:ext cx="268540" cy="545671"/>
            </a:xfrm>
            <a:custGeom>
              <a:avLst/>
              <a:gdLst>
                <a:gd name="T0" fmla="*/ 92 w 125"/>
                <a:gd name="T1" fmla="*/ 0 h 254"/>
                <a:gd name="T2" fmla="*/ 125 w 125"/>
                <a:gd name="T3" fmla="*/ 83 h 254"/>
                <a:gd name="T4" fmla="*/ 71 w 125"/>
                <a:gd name="T5" fmla="*/ 81 h 254"/>
                <a:gd name="T6" fmla="*/ 113 w 125"/>
                <a:gd name="T7" fmla="*/ 128 h 254"/>
                <a:gd name="T8" fmla="*/ 0 w 125"/>
                <a:gd name="T9" fmla="*/ 254 h 254"/>
                <a:gd name="T10" fmla="*/ 0 w 125"/>
                <a:gd name="T11" fmla="*/ 169 h 254"/>
                <a:gd name="T12" fmla="*/ 92 w 125"/>
                <a:gd name="T13" fmla="*/ 0 h 254"/>
              </a:gdLst>
              <a:ahLst/>
              <a:cxnLst>
                <a:cxn ang="0">
                  <a:pos x="T0" y="T1"/>
                </a:cxn>
                <a:cxn ang="0">
                  <a:pos x="T2" y="T3"/>
                </a:cxn>
                <a:cxn ang="0">
                  <a:pos x="T4" y="T5"/>
                </a:cxn>
                <a:cxn ang="0">
                  <a:pos x="T6" y="T7"/>
                </a:cxn>
                <a:cxn ang="0">
                  <a:pos x="T8" y="T9"/>
                </a:cxn>
                <a:cxn ang="0">
                  <a:pos x="T10" y="T11"/>
                </a:cxn>
                <a:cxn ang="0">
                  <a:pos x="T12" y="T13"/>
                </a:cxn>
              </a:cxnLst>
              <a:rect l="0" t="0" r="r" b="b"/>
              <a:pathLst>
                <a:path w="125" h="254">
                  <a:moveTo>
                    <a:pt x="92" y="0"/>
                  </a:moveTo>
                  <a:lnTo>
                    <a:pt x="125" y="83"/>
                  </a:lnTo>
                  <a:lnTo>
                    <a:pt x="71" y="81"/>
                  </a:lnTo>
                  <a:lnTo>
                    <a:pt x="113" y="128"/>
                  </a:lnTo>
                  <a:lnTo>
                    <a:pt x="0" y="254"/>
                  </a:lnTo>
                  <a:lnTo>
                    <a:pt x="0" y="169"/>
                  </a:lnTo>
                  <a:lnTo>
                    <a:pt x="92" y="0"/>
                  </a:lnTo>
                  <a:close/>
                </a:path>
              </a:pathLst>
            </a:custGeom>
            <a:solidFill>
              <a:srgbClr val="333F50"/>
            </a:solidFill>
            <a:ln>
              <a:noFill/>
            </a:ln>
            <a:extLst/>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99" name="Freeform 95"/>
            <p:cNvSpPr>
              <a:spLocks/>
            </p:cNvSpPr>
            <p:nvPr/>
          </p:nvSpPr>
          <p:spPr bwMode="auto">
            <a:xfrm>
              <a:off x="4409885" y="3557240"/>
              <a:ext cx="41745" cy="57250"/>
            </a:xfrm>
            <a:custGeom>
              <a:avLst/>
              <a:gdLst>
                <a:gd name="T0" fmla="*/ 25 w 26"/>
                <a:gd name="T1" fmla="*/ 19 h 36"/>
                <a:gd name="T2" fmla="*/ 11 w 26"/>
                <a:gd name="T3" fmla="*/ 35 h 36"/>
                <a:gd name="T4" fmla="*/ 1 w 26"/>
                <a:gd name="T5" fmla="*/ 17 h 36"/>
                <a:gd name="T6" fmla="*/ 15 w 26"/>
                <a:gd name="T7" fmla="*/ 1 h 36"/>
                <a:gd name="T8" fmla="*/ 25 w 26"/>
                <a:gd name="T9" fmla="*/ 19 h 36"/>
              </a:gdLst>
              <a:ahLst/>
              <a:cxnLst>
                <a:cxn ang="0">
                  <a:pos x="T0" y="T1"/>
                </a:cxn>
                <a:cxn ang="0">
                  <a:pos x="T2" y="T3"/>
                </a:cxn>
                <a:cxn ang="0">
                  <a:pos x="T4" y="T5"/>
                </a:cxn>
                <a:cxn ang="0">
                  <a:pos x="T6" y="T7"/>
                </a:cxn>
                <a:cxn ang="0">
                  <a:pos x="T8" y="T9"/>
                </a:cxn>
              </a:cxnLst>
              <a:rect l="0" t="0" r="r" b="b"/>
              <a:pathLst>
                <a:path w="26" h="36">
                  <a:moveTo>
                    <a:pt x="25" y="19"/>
                  </a:moveTo>
                  <a:cubicBezTo>
                    <a:pt x="24" y="29"/>
                    <a:pt x="18" y="36"/>
                    <a:pt x="11" y="35"/>
                  </a:cubicBezTo>
                  <a:cubicBezTo>
                    <a:pt x="5" y="35"/>
                    <a:pt x="0" y="26"/>
                    <a:pt x="1" y="17"/>
                  </a:cubicBezTo>
                  <a:cubicBezTo>
                    <a:pt x="2" y="7"/>
                    <a:pt x="8" y="0"/>
                    <a:pt x="15" y="1"/>
                  </a:cubicBezTo>
                  <a:cubicBezTo>
                    <a:pt x="21" y="1"/>
                    <a:pt x="26" y="10"/>
                    <a:pt x="25" y="19"/>
                  </a:cubicBezTo>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0" name="Freeform 96"/>
            <p:cNvSpPr>
              <a:spLocks/>
            </p:cNvSpPr>
            <p:nvPr/>
          </p:nvSpPr>
          <p:spPr bwMode="auto">
            <a:xfrm>
              <a:off x="4408463" y="3669170"/>
              <a:ext cx="38167" cy="56057"/>
            </a:xfrm>
            <a:custGeom>
              <a:avLst/>
              <a:gdLst>
                <a:gd name="T0" fmla="*/ 24 w 24"/>
                <a:gd name="T1" fmla="*/ 17 h 35"/>
                <a:gd name="T2" fmla="*/ 13 w 24"/>
                <a:gd name="T3" fmla="*/ 35 h 35"/>
                <a:gd name="T4" fmla="*/ 0 w 24"/>
                <a:gd name="T5" fmla="*/ 18 h 35"/>
                <a:gd name="T6" fmla="*/ 11 w 24"/>
                <a:gd name="T7" fmla="*/ 0 h 35"/>
                <a:gd name="T8" fmla="*/ 24 w 24"/>
                <a:gd name="T9" fmla="*/ 17 h 35"/>
              </a:gdLst>
              <a:ahLst/>
              <a:cxnLst>
                <a:cxn ang="0">
                  <a:pos x="T0" y="T1"/>
                </a:cxn>
                <a:cxn ang="0">
                  <a:pos x="T2" y="T3"/>
                </a:cxn>
                <a:cxn ang="0">
                  <a:pos x="T4" y="T5"/>
                </a:cxn>
                <a:cxn ang="0">
                  <a:pos x="T6" y="T7"/>
                </a:cxn>
                <a:cxn ang="0">
                  <a:pos x="T8" y="T9"/>
                </a:cxn>
              </a:cxnLst>
              <a:rect l="0" t="0" r="r" b="b"/>
              <a:pathLst>
                <a:path w="24" h="35">
                  <a:moveTo>
                    <a:pt x="24" y="17"/>
                  </a:moveTo>
                  <a:cubicBezTo>
                    <a:pt x="24" y="27"/>
                    <a:pt x="19" y="35"/>
                    <a:pt x="13" y="35"/>
                  </a:cubicBezTo>
                  <a:cubicBezTo>
                    <a:pt x="6" y="35"/>
                    <a:pt x="1" y="28"/>
                    <a:pt x="0" y="18"/>
                  </a:cubicBezTo>
                  <a:cubicBezTo>
                    <a:pt x="0" y="9"/>
                    <a:pt x="5" y="1"/>
                    <a:pt x="11" y="0"/>
                  </a:cubicBezTo>
                  <a:cubicBezTo>
                    <a:pt x="18" y="0"/>
                    <a:pt x="23" y="8"/>
                    <a:pt x="24" y="17"/>
                  </a:cubicBezTo>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1" name="Freeform 96"/>
            <p:cNvSpPr>
              <a:spLocks/>
            </p:cNvSpPr>
            <p:nvPr/>
          </p:nvSpPr>
          <p:spPr bwMode="auto">
            <a:xfrm>
              <a:off x="4410844" y="3779434"/>
              <a:ext cx="38167" cy="56057"/>
            </a:xfrm>
            <a:custGeom>
              <a:avLst/>
              <a:gdLst>
                <a:gd name="T0" fmla="*/ 24 w 24"/>
                <a:gd name="T1" fmla="*/ 17 h 35"/>
                <a:gd name="T2" fmla="*/ 13 w 24"/>
                <a:gd name="T3" fmla="*/ 35 h 35"/>
                <a:gd name="T4" fmla="*/ 0 w 24"/>
                <a:gd name="T5" fmla="*/ 18 h 35"/>
                <a:gd name="T6" fmla="*/ 11 w 24"/>
                <a:gd name="T7" fmla="*/ 0 h 35"/>
                <a:gd name="T8" fmla="*/ 24 w 24"/>
                <a:gd name="T9" fmla="*/ 17 h 35"/>
              </a:gdLst>
              <a:ahLst/>
              <a:cxnLst>
                <a:cxn ang="0">
                  <a:pos x="T0" y="T1"/>
                </a:cxn>
                <a:cxn ang="0">
                  <a:pos x="T2" y="T3"/>
                </a:cxn>
                <a:cxn ang="0">
                  <a:pos x="T4" y="T5"/>
                </a:cxn>
                <a:cxn ang="0">
                  <a:pos x="T6" y="T7"/>
                </a:cxn>
                <a:cxn ang="0">
                  <a:pos x="T8" y="T9"/>
                </a:cxn>
              </a:cxnLst>
              <a:rect l="0" t="0" r="r" b="b"/>
              <a:pathLst>
                <a:path w="24" h="35">
                  <a:moveTo>
                    <a:pt x="24" y="17"/>
                  </a:moveTo>
                  <a:cubicBezTo>
                    <a:pt x="24" y="27"/>
                    <a:pt x="19" y="35"/>
                    <a:pt x="13" y="35"/>
                  </a:cubicBezTo>
                  <a:cubicBezTo>
                    <a:pt x="6" y="35"/>
                    <a:pt x="1" y="28"/>
                    <a:pt x="0" y="18"/>
                  </a:cubicBezTo>
                  <a:cubicBezTo>
                    <a:pt x="0" y="9"/>
                    <a:pt x="5" y="1"/>
                    <a:pt x="11" y="0"/>
                  </a:cubicBezTo>
                  <a:cubicBezTo>
                    <a:pt x="18" y="0"/>
                    <a:pt x="23" y="8"/>
                    <a:pt x="24" y="17"/>
                  </a:cubicBezTo>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grpSp>
          <p:nvGrpSpPr>
            <p:cNvPr id="102" name="Group 101"/>
            <p:cNvGrpSpPr/>
            <p:nvPr/>
          </p:nvGrpSpPr>
          <p:grpSpPr>
            <a:xfrm>
              <a:off x="4002020" y="2088636"/>
              <a:ext cx="805941" cy="907547"/>
              <a:chOff x="4043659" y="2084132"/>
              <a:chExt cx="805941" cy="907547"/>
            </a:xfrm>
          </p:grpSpPr>
          <p:grpSp>
            <p:nvGrpSpPr>
              <p:cNvPr id="106" name="Group 105"/>
              <p:cNvGrpSpPr/>
              <p:nvPr/>
            </p:nvGrpSpPr>
            <p:grpSpPr>
              <a:xfrm rot="694546" flipH="1">
                <a:off x="4759774" y="2510170"/>
                <a:ext cx="89826" cy="224565"/>
                <a:chOff x="5836327" y="2247088"/>
                <a:chExt cx="130060" cy="325149"/>
              </a:xfrm>
            </p:grpSpPr>
            <p:sp>
              <p:nvSpPr>
                <p:cNvPr id="127" name="Freeform 126"/>
                <p:cNvSpPr>
                  <a:spLocks/>
                </p:cNvSpPr>
                <p:nvPr/>
              </p:nvSpPr>
              <p:spPr bwMode="auto">
                <a:xfrm>
                  <a:off x="5836327" y="2247088"/>
                  <a:ext cx="130060" cy="325149"/>
                </a:xfrm>
                <a:custGeom>
                  <a:avLst/>
                  <a:gdLst>
                    <a:gd name="T0" fmla="*/ 10 w 10"/>
                    <a:gd name="T1" fmla="*/ 20 h 25"/>
                    <a:gd name="T2" fmla="*/ 5 w 10"/>
                    <a:gd name="T3" fmla="*/ 25 h 25"/>
                    <a:gd name="T4" fmla="*/ 0 w 10"/>
                    <a:gd name="T5" fmla="*/ 20 h 25"/>
                    <a:gd name="T6" fmla="*/ 0 w 10"/>
                    <a:gd name="T7" fmla="*/ 5 h 25"/>
                    <a:gd name="T8" fmla="*/ 5 w 10"/>
                    <a:gd name="T9" fmla="*/ 0 h 25"/>
                    <a:gd name="T10" fmla="*/ 10 w 10"/>
                    <a:gd name="T11" fmla="*/ 5 h 25"/>
                    <a:gd name="T12" fmla="*/ 10 w 10"/>
                    <a:gd name="T13" fmla="*/ 20 h 25"/>
                  </a:gdLst>
                  <a:ahLst/>
                  <a:cxnLst>
                    <a:cxn ang="0">
                      <a:pos x="T0" y="T1"/>
                    </a:cxn>
                    <a:cxn ang="0">
                      <a:pos x="T2" y="T3"/>
                    </a:cxn>
                    <a:cxn ang="0">
                      <a:pos x="T4" y="T5"/>
                    </a:cxn>
                    <a:cxn ang="0">
                      <a:pos x="T6" y="T7"/>
                    </a:cxn>
                    <a:cxn ang="0">
                      <a:pos x="T8" y="T9"/>
                    </a:cxn>
                    <a:cxn ang="0">
                      <a:pos x="T10" y="T11"/>
                    </a:cxn>
                    <a:cxn ang="0">
                      <a:pos x="T12" y="T13"/>
                    </a:cxn>
                  </a:cxnLst>
                  <a:rect l="0" t="0" r="r" b="b"/>
                  <a:pathLst>
                    <a:path w="10" h="25">
                      <a:moveTo>
                        <a:pt x="10" y="20"/>
                      </a:moveTo>
                      <a:cubicBezTo>
                        <a:pt x="10" y="23"/>
                        <a:pt x="8" y="25"/>
                        <a:pt x="5" y="25"/>
                      </a:cubicBezTo>
                      <a:cubicBezTo>
                        <a:pt x="2" y="25"/>
                        <a:pt x="0" y="23"/>
                        <a:pt x="0" y="20"/>
                      </a:cubicBezTo>
                      <a:cubicBezTo>
                        <a:pt x="0" y="5"/>
                        <a:pt x="0" y="5"/>
                        <a:pt x="0" y="5"/>
                      </a:cubicBezTo>
                      <a:cubicBezTo>
                        <a:pt x="0" y="2"/>
                        <a:pt x="2" y="0"/>
                        <a:pt x="5" y="0"/>
                      </a:cubicBezTo>
                      <a:cubicBezTo>
                        <a:pt x="8" y="0"/>
                        <a:pt x="10" y="2"/>
                        <a:pt x="10" y="5"/>
                      </a:cubicBezTo>
                      <a:lnTo>
                        <a:pt x="10" y="20"/>
                      </a:lnTo>
                      <a:close/>
                    </a:path>
                  </a:pathLst>
                </a:custGeom>
                <a:solidFill>
                  <a:srgbClr val="FFDC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8" name="Freeform 127"/>
                <p:cNvSpPr>
                  <a:spLocks/>
                </p:cNvSpPr>
                <p:nvPr/>
              </p:nvSpPr>
              <p:spPr bwMode="auto">
                <a:xfrm>
                  <a:off x="5863421" y="2301279"/>
                  <a:ext cx="102966" cy="205928"/>
                </a:xfrm>
                <a:custGeom>
                  <a:avLst/>
                  <a:gdLst>
                    <a:gd name="T0" fmla="*/ 5 w 8"/>
                    <a:gd name="T1" fmla="*/ 13 h 16"/>
                    <a:gd name="T2" fmla="*/ 5 w 8"/>
                    <a:gd name="T3" fmla="*/ 4 h 16"/>
                    <a:gd name="T4" fmla="*/ 8 w 8"/>
                    <a:gd name="T5" fmla="*/ 0 h 16"/>
                    <a:gd name="T6" fmla="*/ 7 w 8"/>
                    <a:gd name="T7" fmla="*/ 0 h 16"/>
                    <a:gd name="T8" fmla="*/ 0 w 8"/>
                    <a:gd name="T9" fmla="*/ 4 h 16"/>
                    <a:gd name="T10" fmla="*/ 0 w 8"/>
                    <a:gd name="T11" fmla="*/ 13 h 16"/>
                    <a:gd name="T12" fmla="*/ 5 w 8"/>
                    <a:gd name="T13" fmla="*/ 16 h 16"/>
                    <a:gd name="T14" fmla="*/ 6 w 8"/>
                    <a:gd name="T15" fmla="*/ 16 h 16"/>
                    <a:gd name="T16" fmla="*/ 5 w 8"/>
                    <a:gd name="T17"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6">
                      <a:moveTo>
                        <a:pt x="5" y="13"/>
                      </a:moveTo>
                      <a:cubicBezTo>
                        <a:pt x="5" y="4"/>
                        <a:pt x="5" y="4"/>
                        <a:pt x="5" y="4"/>
                      </a:cubicBezTo>
                      <a:cubicBezTo>
                        <a:pt x="5" y="2"/>
                        <a:pt x="5" y="1"/>
                        <a:pt x="8" y="0"/>
                      </a:cubicBezTo>
                      <a:cubicBezTo>
                        <a:pt x="8" y="0"/>
                        <a:pt x="7" y="0"/>
                        <a:pt x="7" y="0"/>
                      </a:cubicBezTo>
                      <a:cubicBezTo>
                        <a:pt x="3" y="0"/>
                        <a:pt x="0" y="2"/>
                        <a:pt x="0" y="4"/>
                      </a:cubicBezTo>
                      <a:cubicBezTo>
                        <a:pt x="0" y="13"/>
                        <a:pt x="0" y="13"/>
                        <a:pt x="0" y="13"/>
                      </a:cubicBezTo>
                      <a:cubicBezTo>
                        <a:pt x="0" y="15"/>
                        <a:pt x="2" y="16"/>
                        <a:pt x="5" y="16"/>
                      </a:cubicBezTo>
                      <a:cubicBezTo>
                        <a:pt x="6" y="16"/>
                        <a:pt x="6" y="16"/>
                        <a:pt x="6" y="16"/>
                      </a:cubicBezTo>
                      <a:cubicBezTo>
                        <a:pt x="4" y="16"/>
                        <a:pt x="5" y="15"/>
                        <a:pt x="5" y="13"/>
                      </a:cubicBezTo>
                      <a:close/>
                    </a:path>
                  </a:pathLst>
                </a:custGeom>
                <a:solidFill>
                  <a:srgbClr val="B992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grpSp>
          <p:grpSp>
            <p:nvGrpSpPr>
              <p:cNvPr id="107" name="Group 106"/>
              <p:cNvGrpSpPr/>
              <p:nvPr/>
            </p:nvGrpSpPr>
            <p:grpSpPr>
              <a:xfrm rot="20905454">
                <a:off x="4043659" y="2512916"/>
                <a:ext cx="89826" cy="224565"/>
                <a:chOff x="5836327" y="2247088"/>
                <a:chExt cx="130060" cy="325149"/>
              </a:xfrm>
            </p:grpSpPr>
            <p:sp>
              <p:nvSpPr>
                <p:cNvPr id="125" name="Freeform 124"/>
                <p:cNvSpPr>
                  <a:spLocks/>
                </p:cNvSpPr>
                <p:nvPr/>
              </p:nvSpPr>
              <p:spPr bwMode="auto">
                <a:xfrm>
                  <a:off x="5836327" y="2247088"/>
                  <a:ext cx="130060" cy="325149"/>
                </a:xfrm>
                <a:custGeom>
                  <a:avLst/>
                  <a:gdLst>
                    <a:gd name="T0" fmla="*/ 10 w 10"/>
                    <a:gd name="T1" fmla="*/ 20 h 25"/>
                    <a:gd name="T2" fmla="*/ 5 w 10"/>
                    <a:gd name="T3" fmla="*/ 25 h 25"/>
                    <a:gd name="T4" fmla="*/ 0 w 10"/>
                    <a:gd name="T5" fmla="*/ 20 h 25"/>
                    <a:gd name="T6" fmla="*/ 0 w 10"/>
                    <a:gd name="T7" fmla="*/ 5 h 25"/>
                    <a:gd name="T8" fmla="*/ 5 w 10"/>
                    <a:gd name="T9" fmla="*/ 0 h 25"/>
                    <a:gd name="T10" fmla="*/ 10 w 10"/>
                    <a:gd name="T11" fmla="*/ 5 h 25"/>
                    <a:gd name="T12" fmla="*/ 10 w 10"/>
                    <a:gd name="T13" fmla="*/ 20 h 25"/>
                  </a:gdLst>
                  <a:ahLst/>
                  <a:cxnLst>
                    <a:cxn ang="0">
                      <a:pos x="T0" y="T1"/>
                    </a:cxn>
                    <a:cxn ang="0">
                      <a:pos x="T2" y="T3"/>
                    </a:cxn>
                    <a:cxn ang="0">
                      <a:pos x="T4" y="T5"/>
                    </a:cxn>
                    <a:cxn ang="0">
                      <a:pos x="T6" y="T7"/>
                    </a:cxn>
                    <a:cxn ang="0">
                      <a:pos x="T8" y="T9"/>
                    </a:cxn>
                    <a:cxn ang="0">
                      <a:pos x="T10" y="T11"/>
                    </a:cxn>
                    <a:cxn ang="0">
                      <a:pos x="T12" y="T13"/>
                    </a:cxn>
                  </a:cxnLst>
                  <a:rect l="0" t="0" r="r" b="b"/>
                  <a:pathLst>
                    <a:path w="10" h="25">
                      <a:moveTo>
                        <a:pt x="10" y="20"/>
                      </a:moveTo>
                      <a:cubicBezTo>
                        <a:pt x="10" y="23"/>
                        <a:pt x="8" y="25"/>
                        <a:pt x="5" y="25"/>
                      </a:cubicBezTo>
                      <a:cubicBezTo>
                        <a:pt x="2" y="25"/>
                        <a:pt x="0" y="23"/>
                        <a:pt x="0" y="20"/>
                      </a:cubicBezTo>
                      <a:cubicBezTo>
                        <a:pt x="0" y="5"/>
                        <a:pt x="0" y="5"/>
                        <a:pt x="0" y="5"/>
                      </a:cubicBezTo>
                      <a:cubicBezTo>
                        <a:pt x="0" y="2"/>
                        <a:pt x="2" y="0"/>
                        <a:pt x="5" y="0"/>
                      </a:cubicBezTo>
                      <a:cubicBezTo>
                        <a:pt x="8" y="0"/>
                        <a:pt x="10" y="2"/>
                        <a:pt x="10" y="5"/>
                      </a:cubicBezTo>
                      <a:lnTo>
                        <a:pt x="10" y="20"/>
                      </a:lnTo>
                      <a:close/>
                    </a:path>
                  </a:pathLst>
                </a:custGeom>
                <a:solidFill>
                  <a:srgbClr val="FFDC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6" name="Freeform 125"/>
                <p:cNvSpPr>
                  <a:spLocks/>
                </p:cNvSpPr>
                <p:nvPr/>
              </p:nvSpPr>
              <p:spPr bwMode="auto">
                <a:xfrm>
                  <a:off x="5863421" y="2301279"/>
                  <a:ext cx="102966" cy="205928"/>
                </a:xfrm>
                <a:custGeom>
                  <a:avLst/>
                  <a:gdLst>
                    <a:gd name="T0" fmla="*/ 5 w 8"/>
                    <a:gd name="T1" fmla="*/ 13 h 16"/>
                    <a:gd name="T2" fmla="*/ 5 w 8"/>
                    <a:gd name="T3" fmla="*/ 4 h 16"/>
                    <a:gd name="T4" fmla="*/ 8 w 8"/>
                    <a:gd name="T5" fmla="*/ 0 h 16"/>
                    <a:gd name="T6" fmla="*/ 7 w 8"/>
                    <a:gd name="T7" fmla="*/ 0 h 16"/>
                    <a:gd name="T8" fmla="*/ 0 w 8"/>
                    <a:gd name="T9" fmla="*/ 4 h 16"/>
                    <a:gd name="T10" fmla="*/ 0 w 8"/>
                    <a:gd name="T11" fmla="*/ 13 h 16"/>
                    <a:gd name="T12" fmla="*/ 5 w 8"/>
                    <a:gd name="T13" fmla="*/ 16 h 16"/>
                    <a:gd name="T14" fmla="*/ 6 w 8"/>
                    <a:gd name="T15" fmla="*/ 16 h 16"/>
                    <a:gd name="T16" fmla="*/ 5 w 8"/>
                    <a:gd name="T17"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6">
                      <a:moveTo>
                        <a:pt x="5" y="13"/>
                      </a:moveTo>
                      <a:cubicBezTo>
                        <a:pt x="5" y="4"/>
                        <a:pt x="5" y="4"/>
                        <a:pt x="5" y="4"/>
                      </a:cubicBezTo>
                      <a:cubicBezTo>
                        <a:pt x="5" y="2"/>
                        <a:pt x="5" y="1"/>
                        <a:pt x="8" y="0"/>
                      </a:cubicBezTo>
                      <a:cubicBezTo>
                        <a:pt x="8" y="0"/>
                        <a:pt x="7" y="0"/>
                        <a:pt x="7" y="0"/>
                      </a:cubicBezTo>
                      <a:cubicBezTo>
                        <a:pt x="3" y="0"/>
                        <a:pt x="0" y="2"/>
                        <a:pt x="0" y="4"/>
                      </a:cubicBezTo>
                      <a:cubicBezTo>
                        <a:pt x="0" y="13"/>
                        <a:pt x="0" y="13"/>
                        <a:pt x="0" y="13"/>
                      </a:cubicBezTo>
                      <a:cubicBezTo>
                        <a:pt x="0" y="15"/>
                        <a:pt x="2" y="16"/>
                        <a:pt x="5" y="16"/>
                      </a:cubicBezTo>
                      <a:cubicBezTo>
                        <a:pt x="6" y="16"/>
                        <a:pt x="6" y="16"/>
                        <a:pt x="6" y="16"/>
                      </a:cubicBezTo>
                      <a:cubicBezTo>
                        <a:pt x="4" y="16"/>
                        <a:pt x="5" y="15"/>
                        <a:pt x="5" y="13"/>
                      </a:cubicBezTo>
                      <a:close/>
                    </a:path>
                  </a:pathLst>
                </a:custGeom>
                <a:solidFill>
                  <a:srgbClr val="B992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grpSp>
          <p:grpSp>
            <p:nvGrpSpPr>
              <p:cNvPr id="108" name="Group 107"/>
              <p:cNvGrpSpPr/>
              <p:nvPr/>
            </p:nvGrpSpPr>
            <p:grpSpPr>
              <a:xfrm>
                <a:off x="4100704" y="2260773"/>
                <a:ext cx="697300" cy="730906"/>
                <a:chOff x="8166769" y="4034040"/>
                <a:chExt cx="1017381" cy="1009306"/>
              </a:xfrm>
            </p:grpSpPr>
            <p:sp>
              <p:nvSpPr>
                <p:cNvPr id="123" name="Freeform 296"/>
                <p:cNvSpPr>
                  <a:spLocks/>
                </p:cNvSpPr>
                <p:nvPr/>
              </p:nvSpPr>
              <p:spPr bwMode="auto">
                <a:xfrm flipH="1">
                  <a:off x="8166769" y="4034040"/>
                  <a:ext cx="1017380" cy="1009306"/>
                </a:xfrm>
                <a:custGeom>
                  <a:avLst/>
                  <a:gdLst>
                    <a:gd name="T0" fmla="*/ 80 w 160"/>
                    <a:gd name="T1" fmla="*/ 0 h 158"/>
                    <a:gd name="T2" fmla="*/ 85 w 160"/>
                    <a:gd name="T3" fmla="*/ 1 h 158"/>
                    <a:gd name="T4" fmla="*/ 139 w 160"/>
                    <a:gd name="T5" fmla="*/ 1 h 158"/>
                    <a:gd name="T6" fmla="*/ 143 w 160"/>
                    <a:gd name="T7" fmla="*/ 18 h 158"/>
                    <a:gd name="T8" fmla="*/ 160 w 160"/>
                    <a:gd name="T9" fmla="*/ 35 h 158"/>
                    <a:gd name="T10" fmla="*/ 160 w 160"/>
                    <a:gd name="T11" fmla="*/ 77 h 158"/>
                    <a:gd name="T12" fmla="*/ 159 w 160"/>
                    <a:gd name="T13" fmla="*/ 77 h 158"/>
                    <a:gd name="T14" fmla="*/ 159 w 160"/>
                    <a:gd name="T15" fmla="*/ 79 h 158"/>
                    <a:gd name="T16" fmla="*/ 80 w 160"/>
                    <a:gd name="T17" fmla="*/ 158 h 158"/>
                    <a:gd name="T18" fmla="*/ 0 w 160"/>
                    <a:gd name="T19" fmla="*/ 79 h 158"/>
                    <a:gd name="T20" fmla="*/ 0 w 160"/>
                    <a:gd name="T21" fmla="*/ 73 h 158"/>
                    <a:gd name="T22" fmla="*/ 0 w 160"/>
                    <a:gd name="T23" fmla="*/ 17 h 158"/>
                    <a:gd name="T24" fmla="*/ 12 w 160"/>
                    <a:gd name="T25" fmla="*/ 1 h 158"/>
                    <a:gd name="T26" fmla="*/ 75 w 160"/>
                    <a:gd name="T27" fmla="*/ 1 h 158"/>
                    <a:gd name="T28" fmla="*/ 80 w 160"/>
                    <a:gd name="T29" fmla="*/ 0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0" h="158">
                      <a:moveTo>
                        <a:pt x="80" y="0"/>
                      </a:moveTo>
                      <a:cubicBezTo>
                        <a:pt x="81" y="0"/>
                        <a:pt x="83" y="1"/>
                        <a:pt x="85" y="1"/>
                      </a:cubicBezTo>
                      <a:cubicBezTo>
                        <a:pt x="139" y="1"/>
                        <a:pt x="139" y="1"/>
                        <a:pt x="139" y="1"/>
                      </a:cubicBezTo>
                      <a:cubicBezTo>
                        <a:pt x="143" y="18"/>
                        <a:pt x="143" y="18"/>
                        <a:pt x="143" y="18"/>
                      </a:cubicBezTo>
                      <a:cubicBezTo>
                        <a:pt x="160" y="35"/>
                        <a:pt x="160" y="35"/>
                        <a:pt x="160" y="35"/>
                      </a:cubicBezTo>
                      <a:cubicBezTo>
                        <a:pt x="160" y="77"/>
                        <a:pt x="160" y="77"/>
                        <a:pt x="160" y="77"/>
                      </a:cubicBezTo>
                      <a:cubicBezTo>
                        <a:pt x="159" y="77"/>
                        <a:pt x="159" y="77"/>
                        <a:pt x="159" y="77"/>
                      </a:cubicBezTo>
                      <a:cubicBezTo>
                        <a:pt x="159" y="78"/>
                        <a:pt x="159" y="79"/>
                        <a:pt x="159" y="79"/>
                      </a:cubicBezTo>
                      <a:cubicBezTo>
                        <a:pt x="159" y="123"/>
                        <a:pt x="124" y="158"/>
                        <a:pt x="80" y="158"/>
                      </a:cubicBezTo>
                      <a:cubicBezTo>
                        <a:pt x="36" y="158"/>
                        <a:pt x="0" y="123"/>
                        <a:pt x="0" y="79"/>
                      </a:cubicBezTo>
                      <a:cubicBezTo>
                        <a:pt x="0" y="77"/>
                        <a:pt x="0" y="75"/>
                        <a:pt x="0" y="73"/>
                      </a:cubicBezTo>
                      <a:cubicBezTo>
                        <a:pt x="0" y="17"/>
                        <a:pt x="0" y="17"/>
                        <a:pt x="0" y="17"/>
                      </a:cubicBezTo>
                      <a:cubicBezTo>
                        <a:pt x="12" y="1"/>
                        <a:pt x="12" y="1"/>
                        <a:pt x="12" y="1"/>
                      </a:cubicBezTo>
                      <a:cubicBezTo>
                        <a:pt x="75" y="1"/>
                        <a:pt x="75" y="1"/>
                        <a:pt x="75" y="1"/>
                      </a:cubicBezTo>
                      <a:cubicBezTo>
                        <a:pt x="76" y="1"/>
                        <a:pt x="78" y="0"/>
                        <a:pt x="80" y="0"/>
                      </a:cubicBezTo>
                      <a:close/>
                    </a:path>
                  </a:pathLst>
                </a:custGeom>
                <a:solidFill>
                  <a:srgbClr val="FFDCB8"/>
                </a:solidFill>
                <a:ln>
                  <a:noFill/>
                </a:ln>
                <a:extLst/>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4" name="Freeform 297"/>
                <p:cNvSpPr>
                  <a:spLocks/>
                </p:cNvSpPr>
                <p:nvPr/>
              </p:nvSpPr>
              <p:spPr bwMode="auto">
                <a:xfrm flipH="1">
                  <a:off x="8745437" y="4039423"/>
                  <a:ext cx="438713" cy="995848"/>
                </a:xfrm>
                <a:custGeom>
                  <a:avLst/>
                  <a:gdLst>
                    <a:gd name="T0" fmla="*/ 69 w 69"/>
                    <a:gd name="T1" fmla="*/ 156 h 156"/>
                    <a:gd name="T2" fmla="*/ 0 w 69"/>
                    <a:gd name="T3" fmla="*/ 78 h 156"/>
                    <a:gd name="T4" fmla="*/ 0 w 69"/>
                    <a:gd name="T5" fmla="*/ 72 h 156"/>
                    <a:gd name="T6" fmla="*/ 0 w 69"/>
                    <a:gd name="T7" fmla="*/ 16 h 156"/>
                    <a:gd name="T8" fmla="*/ 12 w 69"/>
                    <a:gd name="T9" fmla="*/ 0 h 156"/>
                    <a:gd name="T10" fmla="*/ 69 w 69"/>
                    <a:gd name="T11" fmla="*/ 0 h 156"/>
                    <a:gd name="T12" fmla="*/ 69 w 69"/>
                    <a:gd name="T13" fmla="*/ 156 h 156"/>
                  </a:gdLst>
                  <a:ahLst/>
                  <a:cxnLst>
                    <a:cxn ang="0">
                      <a:pos x="T0" y="T1"/>
                    </a:cxn>
                    <a:cxn ang="0">
                      <a:pos x="T2" y="T3"/>
                    </a:cxn>
                    <a:cxn ang="0">
                      <a:pos x="T4" y="T5"/>
                    </a:cxn>
                    <a:cxn ang="0">
                      <a:pos x="T6" y="T7"/>
                    </a:cxn>
                    <a:cxn ang="0">
                      <a:pos x="T8" y="T9"/>
                    </a:cxn>
                    <a:cxn ang="0">
                      <a:pos x="T10" y="T11"/>
                    </a:cxn>
                    <a:cxn ang="0">
                      <a:pos x="T12" y="T13"/>
                    </a:cxn>
                  </a:cxnLst>
                  <a:rect l="0" t="0" r="r" b="b"/>
                  <a:pathLst>
                    <a:path w="69" h="156">
                      <a:moveTo>
                        <a:pt x="69" y="156"/>
                      </a:moveTo>
                      <a:cubicBezTo>
                        <a:pt x="30" y="151"/>
                        <a:pt x="0" y="118"/>
                        <a:pt x="0" y="78"/>
                      </a:cubicBezTo>
                      <a:cubicBezTo>
                        <a:pt x="0" y="76"/>
                        <a:pt x="0" y="74"/>
                        <a:pt x="0" y="72"/>
                      </a:cubicBezTo>
                      <a:cubicBezTo>
                        <a:pt x="0" y="16"/>
                        <a:pt x="0" y="16"/>
                        <a:pt x="0" y="16"/>
                      </a:cubicBezTo>
                      <a:cubicBezTo>
                        <a:pt x="12" y="0"/>
                        <a:pt x="12" y="0"/>
                        <a:pt x="12" y="0"/>
                      </a:cubicBezTo>
                      <a:cubicBezTo>
                        <a:pt x="69" y="0"/>
                        <a:pt x="69" y="0"/>
                        <a:pt x="69" y="0"/>
                      </a:cubicBezTo>
                      <a:lnTo>
                        <a:pt x="69" y="156"/>
                      </a:lnTo>
                      <a:close/>
                    </a:path>
                  </a:pathLst>
                </a:custGeom>
                <a:solidFill>
                  <a:srgbClr val="FFDCB8"/>
                </a:solidFill>
                <a:ln>
                  <a:noFill/>
                </a:ln>
                <a:extLst/>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grpSp>
          <p:sp>
            <p:nvSpPr>
              <p:cNvPr id="109" name="Freeform 108"/>
              <p:cNvSpPr/>
              <p:nvPr/>
            </p:nvSpPr>
            <p:spPr>
              <a:xfrm rot="1142545">
                <a:off x="4124308" y="2084132"/>
                <a:ext cx="722764" cy="562400"/>
              </a:xfrm>
              <a:custGeom>
                <a:avLst/>
                <a:gdLst>
                  <a:gd name="connsiteX0" fmla="*/ 249439 w 722764"/>
                  <a:gd name="connsiteY0" fmla="*/ 0 h 562400"/>
                  <a:gd name="connsiteX1" fmla="*/ 267217 w 722764"/>
                  <a:gd name="connsiteY1" fmla="*/ 70473 h 562400"/>
                  <a:gd name="connsiteX2" fmla="*/ 497427 w 722764"/>
                  <a:gd name="connsiteY2" fmla="*/ 35702 h 562400"/>
                  <a:gd name="connsiteX3" fmla="*/ 705044 w 722764"/>
                  <a:gd name="connsiteY3" fmla="*/ 276861 h 562400"/>
                  <a:gd name="connsiteX4" fmla="*/ 722764 w 722764"/>
                  <a:gd name="connsiteY4" fmla="*/ 328201 h 562400"/>
                  <a:gd name="connsiteX5" fmla="*/ 699367 w 722764"/>
                  <a:gd name="connsiteY5" fmla="*/ 336277 h 562400"/>
                  <a:gd name="connsiteX6" fmla="*/ 681646 w 722764"/>
                  <a:gd name="connsiteY6" fmla="*/ 284937 h 562400"/>
                  <a:gd name="connsiteX7" fmla="*/ 645237 w 722764"/>
                  <a:gd name="connsiteY7" fmla="*/ 224866 h 562400"/>
                  <a:gd name="connsiteX8" fmla="*/ 640876 w 722764"/>
                  <a:gd name="connsiteY8" fmla="*/ 231814 h 562400"/>
                  <a:gd name="connsiteX9" fmla="*/ 430289 w 722764"/>
                  <a:gd name="connsiteY9" fmla="*/ 276714 h 562400"/>
                  <a:gd name="connsiteX10" fmla="*/ 268682 w 722764"/>
                  <a:gd name="connsiteY10" fmla="*/ 255182 h 562400"/>
                  <a:gd name="connsiteX11" fmla="*/ 254712 w 722764"/>
                  <a:gd name="connsiteY11" fmla="*/ 248517 h 562400"/>
                  <a:gd name="connsiteX12" fmla="*/ 242396 w 722764"/>
                  <a:gd name="connsiteY12" fmla="*/ 252321 h 562400"/>
                  <a:gd name="connsiteX13" fmla="*/ 241723 w 722764"/>
                  <a:gd name="connsiteY13" fmla="*/ 253889 h 562400"/>
                  <a:gd name="connsiteX14" fmla="*/ 167607 w 722764"/>
                  <a:gd name="connsiteY14" fmla="*/ 338711 h 562400"/>
                  <a:gd name="connsiteX15" fmla="*/ 73868 w 722764"/>
                  <a:gd name="connsiteY15" fmla="*/ 401167 h 562400"/>
                  <a:gd name="connsiteX16" fmla="*/ 44424 w 722764"/>
                  <a:gd name="connsiteY16" fmla="*/ 409476 h 562400"/>
                  <a:gd name="connsiteX17" fmla="*/ 44369 w 722764"/>
                  <a:gd name="connsiteY17" fmla="*/ 455221 h 562400"/>
                  <a:gd name="connsiteX18" fmla="*/ 49910 w 722764"/>
                  <a:gd name="connsiteY18" fmla="*/ 502984 h 562400"/>
                  <a:gd name="connsiteX19" fmla="*/ 67631 w 722764"/>
                  <a:gd name="connsiteY19" fmla="*/ 554324 h 562400"/>
                  <a:gd name="connsiteX20" fmla="*/ 44233 w 722764"/>
                  <a:gd name="connsiteY20" fmla="*/ 562400 h 562400"/>
                  <a:gd name="connsiteX21" fmla="*/ 24544 w 722764"/>
                  <a:gd name="connsiteY21" fmla="*/ 505356 h 562400"/>
                  <a:gd name="connsiteX22" fmla="*/ 82119 w 722764"/>
                  <a:gd name="connsiteY22" fmla="*/ 179048 h 562400"/>
                  <a:gd name="connsiteX23" fmla="*/ 136618 w 722764"/>
                  <a:gd name="connsiteY23" fmla="*/ 128317 h 562400"/>
                  <a:gd name="connsiteX24" fmla="*/ 249439 w 722764"/>
                  <a:gd name="connsiteY24" fmla="*/ 0 h 56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22764" h="562400">
                    <a:moveTo>
                      <a:pt x="249439" y="0"/>
                    </a:moveTo>
                    <a:cubicBezTo>
                      <a:pt x="237913" y="61435"/>
                      <a:pt x="267217" y="70473"/>
                      <a:pt x="267217" y="70473"/>
                    </a:cubicBezTo>
                    <a:cubicBezTo>
                      <a:pt x="317835" y="27465"/>
                      <a:pt x="446637" y="21313"/>
                      <a:pt x="497427" y="35702"/>
                    </a:cubicBezTo>
                    <a:cubicBezTo>
                      <a:pt x="659529" y="69129"/>
                      <a:pt x="695142" y="229206"/>
                      <a:pt x="705044" y="276861"/>
                    </a:cubicBezTo>
                    <a:cubicBezTo>
                      <a:pt x="701163" y="284585"/>
                      <a:pt x="722764" y="328201"/>
                      <a:pt x="722764" y="328201"/>
                    </a:cubicBezTo>
                    <a:cubicBezTo>
                      <a:pt x="722764" y="328201"/>
                      <a:pt x="722764" y="328201"/>
                      <a:pt x="699367" y="336277"/>
                    </a:cubicBezTo>
                    <a:cubicBezTo>
                      <a:pt x="697398" y="330572"/>
                      <a:pt x="683615" y="290641"/>
                      <a:pt x="681646" y="284937"/>
                    </a:cubicBezTo>
                    <a:lnTo>
                      <a:pt x="645237" y="224866"/>
                    </a:lnTo>
                    <a:lnTo>
                      <a:pt x="640876" y="231814"/>
                    </a:lnTo>
                    <a:cubicBezTo>
                      <a:pt x="606180" y="258200"/>
                      <a:pt x="524956" y="276714"/>
                      <a:pt x="430289" y="276714"/>
                    </a:cubicBezTo>
                    <a:cubicBezTo>
                      <a:pt x="367178" y="276714"/>
                      <a:pt x="310041" y="268486"/>
                      <a:pt x="268682" y="255182"/>
                    </a:cubicBezTo>
                    <a:lnTo>
                      <a:pt x="254712" y="248517"/>
                    </a:lnTo>
                    <a:lnTo>
                      <a:pt x="242396" y="252321"/>
                    </a:lnTo>
                    <a:lnTo>
                      <a:pt x="241723" y="253889"/>
                    </a:lnTo>
                    <a:cubicBezTo>
                      <a:pt x="226306" y="279644"/>
                      <a:pt x="200383" y="309953"/>
                      <a:pt x="167607" y="338711"/>
                    </a:cubicBezTo>
                    <a:cubicBezTo>
                      <a:pt x="134831" y="367469"/>
                      <a:pt x="101409" y="389231"/>
                      <a:pt x="73868" y="401167"/>
                    </a:cubicBezTo>
                    <a:lnTo>
                      <a:pt x="44424" y="409476"/>
                    </a:lnTo>
                    <a:lnTo>
                      <a:pt x="44369" y="455221"/>
                    </a:lnTo>
                    <a:cubicBezTo>
                      <a:pt x="45680" y="475317"/>
                      <a:pt x="47927" y="492497"/>
                      <a:pt x="49910" y="502984"/>
                    </a:cubicBezTo>
                    <a:cubicBezTo>
                      <a:pt x="51879" y="508689"/>
                      <a:pt x="67631" y="554324"/>
                      <a:pt x="67631" y="554324"/>
                    </a:cubicBezTo>
                    <a:cubicBezTo>
                      <a:pt x="67631" y="554324"/>
                      <a:pt x="67631" y="554324"/>
                      <a:pt x="44233" y="562400"/>
                    </a:cubicBezTo>
                    <a:cubicBezTo>
                      <a:pt x="42264" y="556696"/>
                      <a:pt x="26512" y="511060"/>
                      <a:pt x="24544" y="505356"/>
                    </a:cubicBezTo>
                    <a:cubicBezTo>
                      <a:pt x="-54328" y="238912"/>
                      <a:pt x="82119" y="179048"/>
                      <a:pt x="82119" y="179048"/>
                    </a:cubicBezTo>
                    <a:cubicBezTo>
                      <a:pt x="66368" y="133413"/>
                      <a:pt x="136618" y="128317"/>
                      <a:pt x="136618" y="128317"/>
                    </a:cubicBezTo>
                    <a:cubicBezTo>
                      <a:pt x="118898" y="76977"/>
                      <a:pt x="249439" y="0"/>
                      <a:pt x="249439" y="0"/>
                    </a:cubicBezTo>
                    <a:close/>
                  </a:path>
                </a:pathLst>
              </a:custGeom>
              <a:solidFill>
                <a:srgbClr val="725C2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solidFill>
                    <a:prstClr val="white"/>
                  </a:solidFill>
                </a:endParaRPr>
              </a:p>
            </p:txBody>
          </p:sp>
          <p:grpSp>
            <p:nvGrpSpPr>
              <p:cNvPr id="110" name="Group 109"/>
              <p:cNvGrpSpPr/>
              <p:nvPr/>
            </p:nvGrpSpPr>
            <p:grpSpPr>
              <a:xfrm>
                <a:off x="4386071" y="2772132"/>
                <a:ext cx="218655" cy="142275"/>
                <a:chOff x="4404973" y="2780410"/>
                <a:chExt cx="158306" cy="103007"/>
              </a:xfrm>
            </p:grpSpPr>
            <p:sp>
              <p:nvSpPr>
                <p:cNvPr id="121" name="Oval 154"/>
                <p:cNvSpPr>
                  <a:spLocks noChangeArrowheads="1"/>
                </p:cNvSpPr>
                <p:nvPr/>
              </p:nvSpPr>
              <p:spPr bwMode="auto">
                <a:xfrm>
                  <a:off x="4404973" y="2780410"/>
                  <a:ext cx="158306" cy="103007"/>
                </a:xfrm>
                <a:prstGeom prst="ellipse">
                  <a:avLst/>
                </a:prstGeom>
                <a:solidFill>
                  <a:srgbClr val="DDAA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solidFill>
                      <a:prstClr val="black"/>
                    </a:solidFill>
                  </a:endParaRPr>
                </a:p>
              </p:txBody>
            </p:sp>
            <p:sp>
              <p:nvSpPr>
                <p:cNvPr id="122" name="Freeform 155"/>
                <p:cNvSpPr>
                  <a:spLocks/>
                </p:cNvSpPr>
                <p:nvPr/>
              </p:nvSpPr>
              <p:spPr bwMode="auto">
                <a:xfrm>
                  <a:off x="4437502" y="2847635"/>
                  <a:ext cx="97586" cy="35781"/>
                </a:xfrm>
                <a:custGeom>
                  <a:avLst/>
                  <a:gdLst>
                    <a:gd name="T0" fmla="*/ 0 w 38"/>
                    <a:gd name="T1" fmla="*/ 10 h 14"/>
                    <a:gd name="T2" fmla="*/ 18 w 38"/>
                    <a:gd name="T3" fmla="*/ 14 h 14"/>
                    <a:gd name="T4" fmla="*/ 38 w 38"/>
                    <a:gd name="T5" fmla="*/ 9 h 14"/>
                    <a:gd name="T6" fmla="*/ 19 w 38"/>
                    <a:gd name="T7" fmla="*/ 0 h 14"/>
                    <a:gd name="T8" fmla="*/ 0 w 38"/>
                    <a:gd name="T9" fmla="*/ 10 h 14"/>
                  </a:gdLst>
                  <a:ahLst/>
                  <a:cxnLst>
                    <a:cxn ang="0">
                      <a:pos x="T0" y="T1"/>
                    </a:cxn>
                    <a:cxn ang="0">
                      <a:pos x="T2" y="T3"/>
                    </a:cxn>
                    <a:cxn ang="0">
                      <a:pos x="T4" y="T5"/>
                    </a:cxn>
                    <a:cxn ang="0">
                      <a:pos x="T6" y="T7"/>
                    </a:cxn>
                    <a:cxn ang="0">
                      <a:pos x="T8" y="T9"/>
                    </a:cxn>
                  </a:cxnLst>
                  <a:rect l="0" t="0" r="r" b="b"/>
                  <a:pathLst>
                    <a:path w="38" h="14">
                      <a:moveTo>
                        <a:pt x="0" y="10"/>
                      </a:moveTo>
                      <a:cubicBezTo>
                        <a:pt x="5" y="12"/>
                        <a:pt x="11" y="14"/>
                        <a:pt x="18" y="14"/>
                      </a:cubicBezTo>
                      <a:cubicBezTo>
                        <a:pt x="26" y="14"/>
                        <a:pt x="33" y="12"/>
                        <a:pt x="38" y="9"/>
                      </a:cubicBezTo>
                      <a:cubicBezTo>
                        <a:pt x="35" y="4"/>
                        <a:pt x="28" y="0"/>
                        <a:pt x="19" y="0"/>
                      </a:cubicBezTo>
                      <a:cubicBezTo>
                        <a:pt x="10" y="0"/>
                        <a:pt x="2" y="4"/>
                        <a:pt x="0" y="10"/>
                      </a:cubicBezTo>
                      <a:close/>
                    </a:path>
                  </a:pathLst>
                </a:custGeom>
                <a:solidFill>
                  <a:srgbClr val="F27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solidFill>
                      <a:prstClr val="black"/>
                    </a:solidFill>
                  </a:endParaRPr>
                </a:p>
              </p:txBody>
            </p:sp>
          </p:grpSp>
          <p:sp>
            <p:nvSpPr>
              <p:cNvPr id="111" name="Freeform 110"/>
              <p:cNvSpPr>
                <a:spLocks/>
              </p:cNvSpPr>
              <p:nvPr/>
            </p:nvSpPr>
            <p:spPr bwMode="auto">
              <a:xfrm>
                <a:off x="4437502" y="2633281"/>
                <a:ext cx="65773" cy="98661"/>
              </a:xfrm>
              <a:custGeom>
                <a:avLst/>
                <a:gdLst>
                  <a:gd name="T0" fmla="*/ 3 w 6"/>
                  <a:gd name="T1" fmla="*/ 0 h 9"/>
                  <a:gd name="T2" fmla="*/ 2 w 6"/>
                  <a:gd name="T3" fmla="*/ 2 h 9"/>
                  <a:gd name="T4" fmla="*/ 2 w 6"/>
                  <a:gd name="T5" fmla="*/ 3 h 9"/>
                  <a:gd name="T6" fmla="*/ 1 w 6"/>
                  <a:gd name="T7" fmla="*/ 3 h 9"/>
                  <a:gd name="T8" fmla="*/ 1 w 6"/>
                  <a:gd name="T9" fmla="*/ 4 h 9"/>
                  <a:gd name="T10" fmla="*/ 1 w 6"/>
                  <a:gd name="T11" fmla="*/ 4 h 9"/>
                  <a:gd name="T12" fmla="*/ 1 w 6"/>
                  <a:gd name="T13" fmla="*/ 5 h 9"/>
                  <a:gd name="T14" fmla="*/ 1 w 6"/>
                  <a:gd name="T15" fmla="*/ 6 h 9"/>
                  <a:gd name="T16" fmla="*/ 1 w 6"/>
                  <a:gd name="T17" fmla="*/ 6 h 9"/>
                  <a:gd name="T18" fmla="*/ 2 w 6"/>
                  <a:gd name="T19" fmla="*/ 7 h 9"/>
                  <a:gd name="T20" fmla="*/ 4 w 6"/>
                  <a:gd name="T21" fmla="*/ 8 h 9"/>
                  <a:gd name="T22" fmla="*/ 6 w 6"/>
                  <a:gd name="T23" fmla="*/ 9 h 9"/>
                  <a:gd name="T24" fmla="*/ 4 w 6"/>
                  <a:gd name="T25" fmla="*/ 8 h 9"/>
                  <a:gd name="T26" fmla="*/ 2 w 6"/>
                  <a:gd name="T27" fmla="*/ 8 h 9"/>
                  <a:gd name="T28" fmla="*/ 1 w 6"/>
                  <a:gd name="T29" fmla="*/ 7 h 9"/>
                  <a:gd name="T30" fmla="*/ 0 w 6"/>
                  <a:gd name="T31" fmla="*/ 6 h 9"/>
                  <a:gd name="T32" fmla="*/ 0 w 6"/>
                  <a:gd name="T33" fmla="*/ 5 h 9"/>
                  <a:gd name="T34" fmla="*/ 0 w 6"/>
                  <a:gd name="T35" fmla="*/ 4 h 9"/>
                  <a:gd name="T36" fmla="*/ 0 w 6"/>
                  <a:gd name="T37" fmla="*/ 3 h 9"/>
                  <a:gd name="T38" fmla="*/ 1 w 6"/>
                  <a:gd name="T39" fmla="*/ 3 h 9"/>
                  <a:gd name="T40" fmla="*/ 1 w 6"/>
                  <a:gd name="T41" fmla="*/ 2 h 9"/>
                  <a:gd name="T42" fmla="*/ 2 w 6"/>
                  <a:gd name="T43" fmla="*/ 2 h 9"/>
                  <a:gd name="T44" fmla="*/ 3 w 6"/>
                  <a:gd name="T45"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 h="9">
                    <a:moveTo>
                      <a:pt x="3" y="0"/>
                    </a:moveTo>
                    <a:cubicBezTo>
                      <a:pt x="3" y="0"/>
                      <a:pt x="3" y="1"/>
                      <a:pt x="2" y="2"/>
                    </a:cubicBezTo>
                    <a:cubicBezTo>
                      <a:pt x="2" y="3"/>
                      <a:pt x="2" y="3"/>
                      <a:pt x="2" y="3"/>
                    </a:cubicBezTo>
                    <a:cubicBezTo>
                      <a:pt x="1" y="3"/>
                      <a:pt x="1" y="3"/>
                      <a:pt x="1" y="3"/>
                    </a:cubicBezTo>
                    <a:cubicBezTo>
                      <a:pt x="1" y="4"/>
                      <a:pt x="1" y="4"/>
                      <a:pt x="1" y="4"/>
                    </a:cubicBezTo>
                    <a:cubicBezTo>
                      <a:pt x="1" y="4"/>
                      <a:pt x="1" y="4"/>
                      <a:pt x="1" y="4"/>
                    </a:cubicBezTo>
                    <a:cubicBezTo>
                      <a:pt x="1" y="5"/>
                      <a:pt x="1" y="5"/>
                      <a:pt x="1" y="5"/>
                    </a:cubicBezTo>
                    <a:cubicBezTo>
                      <a:pt x="1" y="6"/>
                      <a:pt x="1" y="6"/>
                      <a:pt x="1" y="6"/>
                    </a:cubicBezTo>
                    <a:cubicBezTo>
                      <a:pt x="1" y="6"/>
                      <a:pt x="1" y="6"/>
                      <a:pt x="1" y="6"/>
                    </a:cubicBezTo>
                    <a:cubicBezTo>
                      <a:pt x="2" y="7"/>
                      <a:pt x="2" y="7"/>
                      <a:pt x="2" y="7"/>
                    </a:cubicBezTo>
                    <a:cubicBezTo>
                      <a:pt x="3" y="7"/>
                      <a:pt x="4" y="8"/>
                      <a:pt x="4" y="8"/>
                    </a:cubicBezTo>
                    <a:cubicBezTo>
                      <a:pt x="6" y="8"/>
                      <a:pt x="6" y="9"/>
                      <a:pt x="6" y="9"/>
                    </a:cubicBezTo>
                    <a:cubicBezTo>
                      <a:pt x="6" y="9"/>
                      <a:pt x="6" y="9"/>
                      <a:pt x="4" y="8"/>
                    </a:cubicBezTo>
                    <a:cubicBezTo>
                      <a:pt x="4" y="8"/>
                      <a:pt x="3" y="8"/>
                      <a:pt x="2" y="8"/>
                    </a:cubicBezTo>
                    <a:cubicBezTo>
                      <a:pt x="2" y="8"/>
                      <a:pt x="1" y="7"/>
                      <a:pt x="1" y="7"/>
                    </a:cubicBezTo>
                    <a:cubicBezTo>
                      <a:pt x="1" y="7"/>
                      <a:pt x="0" y="6"/>
                      <a:pt x="0" y="6"/>
                    </a:cubicBezTo>
                    <a:cubicBezTo>
                      <a:pt x="0" y="6"/>
                      <a:pt x="0" y="5"/>
                      <a:pt x="0" y="5"/>
                    </a:cubicBezTo>
                    <a:cubicBezTo>
                      <a:pt x="0" y="4"/>
                      <a:pt x="0" y="4"/>
                      <a:pt x="0" y="4"/>
                    </a:cubicBezTo>
                    <a:cubicBezTo>
                      <a:pt x="0" y="3"/>
                      <a:pt x="0" y="3"/>
                      <a:pt x="0" y="3"/>
                    </a:cubicBezTo>
                    <a:cubicBezTo>
                      <a:pt x="1" y="3"/>
                      <a:pt x="1" y="3"/>
                      <a:pt x="1" y="3"/>
                    </a:cubicBezTo>
                    <a:cubicBezTo>
                      <a:pt x="1" y="2"/>
                      <a:pt x="1" y="2"/>
                      <a:pt x="1" y="2"/>
                    </a:cubicBezTo>
                    <a:cubicBezTo>
                      <a:pt x="2" y="2"/>
                      <a:pt x="2" y="2"/>
                      <a:pt x="2" y="2"/>
                    </a:cubicBezTo>
                    <a:cubicBezTo>
                      <a:pt x="3" y="1"/>
                      <a:pt x="3" y="0"/>
                      <a:pt x="3" y="0"/>
                    </a:cubicBezTo>
                    <a:close/>
                  </a:path>
                </a:pathLst>
              </a:custGeom>
              <a:solidFill>
                <a:srgbClr val="A46D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grpSp>
            <p:nvGrpSpPr>
              <p:cNvPr id="112" name="Group 111"/>
              <p:cNvGrpSpPr/>
              <p:nvPr/>
            </p:nvGrpSpPr>
            <p:grpSpPr>
              <a:xfrm>
                <a:off x="4180291" y="2449551"/>
                <a:ext cx="562365" cy="194530"/>
                <a:chOff x="4085835" y="2438386"/>
                <a:chExt cx="746990" cy="258394"/>
              </a:xfrm>
            </p:grpSpPr>
            <p:sp>
              <p:nvSpPr>
                <p:cNvPr id="113" name="Freeform 112"/>
                <p:cNvSpPr>
                  <a:spLocks/>
                </p:cNvSpPr>
                <p:nvPr/>
              </p:nvSpPr>
              <p:spPr bwMode="auto">
                <a:xfrm>
                  <a:off x="4085835" y="2438386"/>
                  <a:ext cx="202018" cy="93961"/>
                </a:xfrm>
                <a:custGeom>
                  <a:avLst/>
                  <a:gdLst>
                    <a:gd name="T0" fmla="*/ 3 w 43"/>
                    <a:gd name="T1" fmla="*/ 20 h 20"/>
                    <a:gd name="T2" fmla="*/ 0 w 43"/>
                    <a:gd name="T3" fmla="*/ 12 h 20"/>
                    <a:gd name="T4" fmla="*/ 41 w 43"/>
                    <a:gd name="T5" fmla="*/ 0 h 20"/>
                    <a:gd name="T6" fmla="*/ 43 w 43"/>
                    <a:gd name="T7" fmla="*/ 8 h 20"/>
                    <a:gd name="T8" fmla="*/ 3 w 43"/>
                    <a:gd name="T9" fmla="*/ 20 h 20"/>
                  </a:gdLst>
                  <a:ahLst/>
                  <a:cxnLst>
                    <a:cxn ang="0">
                      <a:pos x="T0" y="T1"/>
                    </a:cxn>
                    <a:cxn ang="0">
                      <a:pos x="T2" y="T3"/>
                    </a:cxn>
                    <a:cxn ang="0">
                      <a:pos x="T4" y="T5"/>
                    </a:cxn>
                    <a:cxn ang="0">
                      <a:pos x="T6" y="T7"/>
                    </a:cxn>
                    <a:cxn ang="0">
                      <a:pos x="T8" y="T9"/>
                    </a:cxn>
                  </a:cxnLst>
                  <a:rect l="0" t="0" r="r" b="b"/>
                  <a:pathLst>
                    <a:path w="43" h="20">
                      <a:moveTo>
                        <a:pt x="3" y="20"/>
                      </a:moveTo>
                      <a:lnTo>
                        <a:pt x="0" y="12"/>
                      </a:lnTo>
                      <a:lnTo>
                        <a:pt x="41" y="0"/>
                      </a:lnTo>
                      <a:lnTo>
                        <a:pt x="43" y="8"/>
                      </a:lnTo>
                      <a:lnTo>
                        <a:pt x="3" y="20"/>
                      </a:ln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4" name="Freeform 113"/>
                <p:cNvSpPr>
                  <a:spLocks/>
                </p:cNvSpPr>
                <p:nvPr/>
              </p:nvSpPr>
              <p:spPr bwMode="auto">
                <a:xfrm>
                  <a:off x="4118720" y="2508857"/>
                  <a:ext cx="216111" cy="187923"/>
                </a:xfrm>
                <a:custGeom>
                  <a:avLst/>
                  <a:gdLst>
                    <a:gd name="T0" fmla="*/ 16 w 19"/>
                    <a:gd name="T1" fmla="*/ 0 h 17"/>
                    <a:gd name="T2" fmla="*/ 0 w 19"/>
                    <a:gd name="T3" fmla="*/ 5 h 17"/>
                    <a:gd name="T4" fmla="*/ 0 w 19"/>
                    <a:gd name="T5" fmla="*/ 7 h 17"/>
                    <a:gd name="T6" fmla="*/ 10 w 19"/>
                    <a:gd name="T7" fmla="*/ 17 h 17"/>
                    <a:gd name="T8" fmla="*/ 19 w 19"/>
                    <a:gd name="T9" fmla="*/ 7 h 17"/>
                    <a:gd name="T10" fmla="*/ 16 w 19"/>
                    <a:gd name="T11" fmla="*/ 0 h 17"/>
                  </a:gdLst>
                  <a:ahLst/>
                  <a:cxnLst>
                    <a:cxn ang="0">
                      <a:pos x="T0" y="T1"/>
                    </a:cxn>
                    <a:cxn ang="0">
                      <a:pos x="T2" y="T3"/>
                    </a:cxn>
                    <a:cxn ang="0">
                      <a:pos x="T4" y="T5"/>
                    </a:cxn>
                    <a:cxn ang="0">
                      <a:pos x="T6" y="T7"/>
                    </a:cxn>
                    <a:cxn ang="0">
                      <a:pos x="T8" y="T9"/>
                    </a:cxn>
                    <a:cxn ang="0">
                      <a:pos x="T10" y="T11"/>
                    </a:cxn>
                  </a:cxnLst>
                  <a:rect l="0" t="0" r="r" b="b"/>
                  <a:pathLst>
                    <a:path w="19" h="17">
                      <a:moveTo>
                        <a:pt x="16" y="0"/>
                      </a:moveTo>
                      <a:cubicBezTo>
                        <a:pt x="0" y="5"/>
                        <a:pt x="0" y="5"/>
                        <a:pt x="0" y="5"/>
                      </a:cubicBezTo>
                      <a:cubicBezTo>
                        <a:pt x="0" y="6"/>
                        <a:pt x="0" y="6"/>
                        <a:pt x="0" y="7"/>
                      </a:cubicBezTo>
                      <a:cubicBezTo>
                        <a:pt x="0" y="13"/>
                        <a:pt x="4" y="17"/>
                        <a:pt x="10" y="17"/>
                      </a:cubicBezTo>
                      <a:cubicBezTo>
                        <a:pt x="15" y="17"/>
                        <a:pt x="19" y="13"/>
                        <a:pt x="19" y="7"/>
                      </a:cubicBezTo>
                      <a:cubicBezTo>
                        <a:pt x="19" y="4"/>
                        <a:pt x="18" y="1"/>
                        <a:pt x="1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5" name="Oval 114"/>
                <p:cNvSpPr>
                  <a:spLocks noChangeArrowheads="1"/>
                </p:cNvSpPr>
                <p:nvPr/>
              </p:nvSpPr>
              <p:spPr bwMode="auto">
                <a:xfrm>
                  <a:off x="4175096" y="2532346"/>
                  <a:ext cx="136245" cy="131546"/>
                </a:xfrm>
                <a:prstGeom prst="ellipse">
                  <a:avLst/>
                </a:pr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6" name="Oval 115"/>
                <p:cNvSpPr>
                  <a:spLocks noChangeArrowheads="1"/>
                </p:cNvSpPr>
                <p:nvPr/>
              </p:nvSpPr>
              <p:spPr bwMode="auto">
                <a:xfrm>
                  <a:off x="4198589" y="2565234"/>
                  <a:ext cx="32888" cy="32888"/>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7" name="Freeform 116"/>
                <p:cNvSpPr>
                  <a:spLocks/>
                </p:cNvSpPr>
                <p:nvPr/>
              </p:nvSpPr>
              <p:spPr bwMode="auto">
                <a:xfrm>
                  <a:off x="4635507" y="2438386"/>
                  <a:ext cx="197318" cy="93961"/>
                </a:xfrm>
                <a:custGeom>
                  <a:avLst/>
                  <a:gdLst>
                    <a:gd name="T0" fmla="*/ 40 w 42"/>
                    <a:gd name="T1" fmla="*/ 20 h 20"/>
                    <a:gd name="T2" fmla="*/ 42 w 42"/>
                    <a:gd name="T3" fmla="*/ 12 h 20"/>
                    <a:gd name="T4" fmla="*/ 2 w 42"/>
                    <a:gd name="T5" fmla="*/ 0 h 20"/>
                    <a:gd name="T6" fmla="*/ 0 w 42"/>
                    <a:gd name="T7" fmla="*/ 8 h 20"/>
                    <a:gd name="T8" fmla="*/ 40 w 42"/>
                    <a:gd name="T9" fmla="*/ 20 h 20"/>
                  </a:gdLst>
                  <a:ahLst/>
                  <a:cxnLst>
                    <a:cxn ang="0">
                      <a:pos x="T0" y="T1"/>
                    </a:cxn>
                    <a:cxn ang="0">
                      <a:pos x="T2" y="T3"/>
                    </a:cxn>
                    <a:cxn ang="0">
                      <a:pos x="T4" y="T5"/>
                    </a:cxn>
                    <a:cxn ang="0">
                      <a:pos x="T6" y="T7"/>
                    </a:cxn>
                    <a:cxn ang="0">
                      <a:pos x="T8" y="T9"/>
                    </a:cxn>
                  </a:cxnLst>
                  <a:rect l="0" t="0" r="r" b="b"/>
                  <a:pathLst>
                    <a:path w="42" h="20">
                      <a:moveTo>
                        <a:pt x="40" y="20"/>
                      </a:moveTo>
                      <a:lnTo>
                        <a:pt x="42" y="12"/>
                      </a:lnTo>
                      <a:lnTo>
                        <a:pt x="2" y="0"/>
                      </a:lnTo>
                      <a:lnTo>
                        <a:pt x="0" y="8"/>
                      </a:lnTo>
                      <a:lnTo>
                        <a:pt x="40" y="20"/>
                      </a:ln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8" name="Freeform 117"/>
                <p:cNvSpPr>
                  <a:spLocks/>
                </p:cNvSpPr>
                <p:nvPr/>
              </p:nvSpPr>
              <p:spPr bwMode="auto">
                <a:xfrm>
                  <a:off x="4579130" y="2508857"/>
                  <a:ext cx="220811" cy="187923"/>
                </a:xfrm>
                <a:custGeom>
                  <a:avLst/>
                  <a:gdLst>
                    <a:gd name="T0" fmla="*/ 4 w 20"/>
                    <a:gd name="T1" fmla="*/ 0 h 17"/>
                    <a:gd name="T2" fmla="*/ 20 w 20"/>
                    <a:gd name="T3" fmla="*/ 5 h 17"/>
                    <a:gd name="T4" fmla="*/ 20 w 20"/>
                    <a:gd name="T5" fmla="*/ 7 h 17"/>
                    <a:gd name="T6" fmla="*/ 10 w 20"/>
                    <a:gd name="T7" fmla="*/ 17 h 17"/>
                    <a:gd name="T8" fmla="*/ 0 w 20"/>
                    <a:gd name="T9" fmla="*/ 7 h 17"/>
                    <a:gd name="T10" fmla="*/ 4 w 20"/>
                    <a:gd name="T11" fmla="*/ 0 h 17"/>
                  </a:gdLst>
                  <a:ahLst/>
                  <a:cxnLst>
                    <a:cxn ang="0">
                      <a:pos x="T0" y="T1"/>
                    </a:cxn>
                    <a:cxn ang="0">
                      <a:pos x="T2" y="T3"/>
                    </a:cxn>
                    <a:cxn ang="0">
                      <a:pos x="T4" y="T5"/>
                    </a:cxn>
                    <a:cxn ang="0">
                      <a:pos x="T6" y="T7"/>
                    </a:cxn>
                    <a:cxn ang="0">
                      <a:pos x="T8" y="T9"/>
                    </a:cxn>
                    <a:cxn ang="0">
                      <a:pos x="T10" y="T11"/>
                    </a:cxn>
                  </a:cxnLst>
                  <a:rect l="0" t="0" r="r" b="b"/>
                  <a:pathLst>
                    <a:path w="20" h="17">
                      <a:moveTo>
                        <a:pt x="4" y="0"/>
                      </a:moveTo>
                      <a:cubicBezTo>
                        <a:pt x="20" y="5"/>
                        <a:pt x="20" y="5"/>
                        <a:pt x="20" y="5"/>
                      </a:cubicBezTo>
                      <a:cubicBezTo>
                        <a:pt x="20" y="6"/>
                        <a:pt x="20" y="6"/>
                        <a:pt x="20" y="7"/>
                      </a:cubicBezTo>
                      <a:cubicBezTo>
                        <a:pt x="20" y="13"/>
                        <a:pt x="16" y="17"/>
                        <a:pt x="10" y="17"/>
                      </a:cubicBezTo>
                      <a:cubicBezTo>
                        <a:pt x="5" y="17"/>
                        <a:pt x="0" y="13"/>
                        <a:pt x="0" y="7"/>
                      </a:cubicBezTo>
                      <a:cubicBezTo>
                        <a:pt x="0" y="4"/>
                        <a:pt x="2" y="1"/>
                        <a:pt x="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9" name="Oval 118"/>
                <p:cNvSpPr>
                  <a:spLocks noChangeArrowheads="1"/>
                </p:cNvSpPr>
                <p:nvPr/>
              </p:nvSpPr>
              <p:spPr bwMode="auto">
                <a:xfrm>
                  <a:off x="4612018" y="2532346"/>
                  <a:ext cx="131546" cy="131546"/>
                </a:xfrm>
                <a:prstGeom prst="ellipse">
                  <a:avLst/>
                </a:pr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0" name="Oval 119"/>
                <p:cNvSpPr>
                  <a:spLocks noChangeArrowheads="1"/>
                </p:cNvSpPr>
                <p:nvPr/>
              </p:nvSpPr>
              <p:spPr bwMode="auto">
                <a:xfrm>
                  <a:off x="4691884" y="2565234"/>
                  <a:ext cx="32888" cy="32888"/>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grpSp>
        </p:grpSp>
        <p:sp>
          <p:nvSpPr>
            <p:cNvPr id="103" name="Freeform 101"/>
            <p:cNvSpPr>
              <a:spLocks/>
            </p:cNvSpPr>
            <p:nvPr/>
          </p:nvSpPr>
          <p:spPr bwMode="auto">
            <a:xfrm>
              <a:off x="4503034" y="5459286"/>
              <a:ext cx="408691" cy="149563"/>
            </a:xfrm>
            <a:custGeom>
              <a:avLst/>
              <a:gdLst>
                <a:gd name="T0" fmla="*/ 47 w 99"/>
                <a:gd name="T1" fmla="*/ 0 h 36"/>
                <a:gd name="T2" fmla="*/ 49 w 99"/>
                <a:gd name="T3" fmla="*/ 0 h 36"/>
                <a:gd name="T4" fmla="*/ 51 w 99"/>
                <a:gd name="T5" fmla="*/ 0 h 36"/>
                <a:gd name="T6" fmla="*/ 52 w 99"/>
                <a:gd name="T7" fmla="*/ 0 h 36"/>
                <a:gd name="T8" fmla="*/ 52 w 99"/>
                <a:gd name="T9" fmla="*/ 0 h 36"/>
                <a:gd name="T10" fmla="*/ 99 w 99"/>
                <a:gd name="T11" fmla="*/ 36 h 36"/>
                <a:gd name="T12" fmla="*/ 0 w 99"/>
                <a:gd name="T13" fmla="*/ 36 h 36"/>
                <a:gd name="T14" fmla="*/ 0 w 99"/>
                <a:gd name="T15" fmla="*/ 0 h 36"/>
                <a:gd name="T16" fmla="*/ 47 w 99"/>
                <a:gd name="T17"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 h="36">
                  <a:moveTo>
                    <a:pt x="47" y="0"/>
                  </a:moveTo>
                  <a:cubicBezTo>
                    <a:pt x="48" y="0"/>
                    <a:pt x="49" y="0"/>
                    <a:pt x="49" y="0"/>
                  </a:cubicBezTo>
                  <a:cubicBezTo>
                    <a:pt x="50" y="0"/>
                    <a:pt x="51" y="0"/>
                    <a:pt x="51" y="0"/>
                  </a:cubicBezTo>
                  <a:cubicBezTo>
                    <a:pt x="52" y="0"/>
                    <a:pt x="52" y="0"/>
                    <a:pt x="52" y="0"/>
                  </a:cubicBezTo>
                  <a:cubicBezTo>
                    <a:pt x="52" y="0"/>
                    <a:pt x="52" y="0"/>
                    <a:pt x="52" y="0"/>
                  </a:cubicBezTo>
                  <a:cubicBezTo>
                    <a:pt x="78" y="2"/>
                    <a:pt x="99" y="17"/>
                    <a:pt x="99" y="36"/>
                  </a:cubicBezTo>
                  <a:cubicBezTo>
                    <a:pt x="0" y="36"/>
                    <a:pt x="0" y="36"/>
                    <a:pt x="0" y="36"/>
                  </a:cubicBezTo>
                  <a:cubicBezTo>
                    <a:pt x="0" y="0"/>
                    <a:pt x="0" y="0"/>
                    <a:pt x="0" y="0"/>
                  </a:cubicBezTo>
                  <a:lnTo>
                    <a:pt x="47" y="0"/>
                  </a:lnTo>
                  <a:close/>
                </a:path>
              </a:pathLst>
            </a:custGeom>
            <a:solidFill>
              <a:srgbClr val="5431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solidFill>
                  <a:prstClr val="black"/>
                </a:solidFill>
              </a:endParaRPr>
            </a:p>
          </p:txBody>
        </p:sp>
        <p:sp>
          <p:nvSpPr>
            <p:cNvPr id="104" name="Freeform 102"/>
            <p:cNvSpPr>
              <a:spLocks/>
            </p:cNvSpPr>
            <p:nvPr/>
          </p:nvSpPr>
          <p:spPr bwMode="auto">
            <a:xfrm>
              <a:off x="3980832" y="5459286"/>
              <a:ext cx="406950" cy="149563"/>
            </a:xfrm>
            <a:custGeom>
              <a:avLst/>
              <a:gdLst>
                <a:gd name="T0" fmla="*/ 52 w 99"/>
                <a:gd name="T1" fmla="*/ 0 h 36"/>
                <a:gd name="T2" fmla="*/ 50 w 99"/>
                <a:gd name="T3" fmla="*/ 0 h 36"/>
                <a:gd name="T4" fmla="*/ 48 w 99"/>
                <a:gd name="T5" fmla="*/ 0 h 36"/>
                <a:gd name="T6" fmla="*/ 47 w 99"/>
                <a:gd name="T7" fmla="*/ 0 h 36"/>
                <a:gd name="T8" fmla="*/ 47 w 99"/>
                <a:gd name="T9" fmla="*/ 0 h 36"/>
                <a:gd name="T10" fmla="*/ 0 w 99"/>
                <a:gd name="T11" fmla="*/ 36 h 36"/>
                <a:gd name="T12" fmla="*/ 99 w 99"/>
                <a:gd name="T13" fmla="*/ 36 h 36"/>
                <a:gd name="T14" fmla="*/ 99 w 99"/>
                <a:gd name="T15" fmla="*/ 0 h 36"/>
                <a:gd name="T16" fmla="*/ 52 w 99"/>
                <a:gd name="T17"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 h="36">
                  <a:moveTo>
                    <a:pt x="52" y="0"/>
                  </a:moveTo>
                  <a:cubicBezTo>
                    <a:pt x="51" y="0"/>
                    <a:pt x="50" y="0"/>
                    <a:pt x="50" y="0"/>
                  </a:cubicBezTo>
                  <a:cubicBezTo>
                    <a:pt x="49" y="0"/>
                    <a:pt x="48" y="0"/>
                    <a:pt x="48" y="0"/>
                  </a:cubicBezTo>
                  <a:cubicBezTo>
                    <a:pt x="47" y="0"/>
                    <a:pt x="47" y="0"/>
                    <a:pt x="47" y="0"/>
                  </a:cubicBezTo>
                  <a:cubicBezTo>
                    <a:pt x="47" y="0"/>
                    <a:pt x="47" y="0"/>
                    <a:pt x="47" y="0"/>
                  </a:cubicBezTo>
                  <a:cubicBezTo>
                    <a:pt x="21" y="2"/>
                    <a:pt x="0" y="17"/>
                    <a:pt x="0" y="36"/>
                  </a:cubicBezTo>
                  <a:cubicBezTo>
                    <a:pt x="99" y="36"/>
                    <a:pt x="99" y="36"/>
                    <a:pt x="99" y="36"/>
                  </a:cubicBezTo>
                  <a:cubicBezTo>
                    <a:pt x="99" y="0"/>
                    <a:pt x="99" y="0"/>
                    <a:pt x="99" y="0"/>
                  </a:cubicBezTo>
                  <a:lnTo>
                    <a:pt x="52" y="0"/>
                  </a:lnTo>
                  <a:close/>
                </a:path>
              </a:pathLst>
            </a:custGeom>
            <a:solidFill>
              <a:srgbClr val="5431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solidFill>
                  <a:prstClr val="black"/>
                </a:solidFill>
              </a:endParaRPr>
            </a:p>
          </p:txBody>
        </p:sp>
        <p:sp>
          <p:nvSpPr>
            <p:cNvPr id="105" name="Freeform 104"/>
            <p:cNvSpPr>
              <a:spLocks/>
            </p:cNvSpPr>
            <p:nvPr/>
          </p:nvSpPr>
          <p:spPr bwMode="auto">
            <a:xfrm>
              <a:off x="4508573" y="3935670"/>
              <a:ext cx="180000" cy="9396"/>
            </a:xfrm>
            <a:custGeom>
              <a:avLst/>
              <a:gdLst>
                <a:gd name="T0" fmla="*/ 23 w 23"/>
                <a:gd name="T1" fmla="*/ 0 h 1"/>
                <a:gd name="T2" fmla="*/ 0 w 23"/>
                <a:gd name="T3" fmla="*/ 0 h 1"/>
                <a:gd name="T4" fmla="*/ 11 w 23"/>
                <a:gd name="T5" fmla="*/ 1 h 1"/>
                <a:gd name="T6" fmla="*/ 23 w 23"/>
                <a:gd name="T7" fmla="*/ 0 h 1"/>
              </a:gdLst>
              <a:ahLst/>
              <a:cxnLst>
                <a:cxn ang="0">
                  <a:pos x="T0" y="T1"/>
                </a:cxn>
                <a:cxn ang="0">
                  <a:pos x="T2" y="T3"/>
                </a:cxn>
                <a:cxn ang="0">
                  <a:pos x="T4" y="T5"/>
                </a:cxn>
                <a:cxn ang="0">
                  <a:pos x="T6" y="T7"/>
                </a:cxn>
              </a:cxnLst>
              <a:rect l="0" t="0" r="r" b="b"/>
              <a:pathLst>
                <a:path w="23" h="1">
                  <a:moveTo>
                    <a:pt x="23" y="0"/>
                  </a:moveTo>
                  <a:cubicBezTo>
                    <a:pt x="0" y="0"/>
                    <a:pt x="0" y="0"/>
                    <a:pt x="0" y="0"/>
                  </a:cubicBezTo>
                  <a:cubicBezTo>
                    <a:pt x="0" y="0"/>
                    <a:pt x="4" y="1"/>
                    <a:pt x="11" y="1"/>
                  </a:cubicBezTo>
                  <a:cubicBezTo>
                    <a:pt x="14" y="1"/>
                    <a:pt x="18" y="1"/>
                    <a:pt x="23" y="0"/>
                  </a:cubicBezTo>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grpSp>
    </p:spTree>
    <p:extLst>
      <p:ext uri="{BB962C8B-B14F-4D97-AF65-F5344CB8AC3E}">
        <p14:creationId xmlns:p14="http://schemas.microsoft.com/office/powerpoint/2010/main" val="219896841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84"/>
                                        </p:tgtEl>
                                        <p:attrNameLst>
                                          <p:attrName>style.visibility</p:attrName>
                                        </p:attrNameLst>
                                      </p:cBhvr>
                                      <p:to>
                                        <p:strVal val="visible"/>
                                      </p:to>
                                    </p:set>
                                    <p:anim calcmode="lin" valueType="num">
                                      <p:cBhvr>
                                        <p:cTn id="7" dur="500" fill="hold"/>
                                        <p:tgtEl>
                                          <p:spTgt spid="84"/>
                                        </p:tgtEl>
                                        <p:attrNameLst>
                                          <p:attrName>ppt_w</p:attrName>
                                        </p:attrNameLst>
                                      </p:cBhvr>
                                      <p:tavLst>
                                        <p:tav tm="0">
                                          <p:val>
                                            <p:fltVal val="0"/>
                                          </p:val>
                                        </p:tav>
                                        <p:tav tm="100000">
                                          <p:val>
                                            <p:strVal val="#ppt_w"/>
                                          </p:val>
                                        </p:tav>
                                      </p:tavLst>
                                    </p:anim>
                                    <p:anim calcmode="lin" valueType="num">
                                      <p:cBhvr>
                                        <p:cTn id="8" dur="500" fill="hold"/>
                                        <p:tgtEl>
                                          <p:spTgt spid="84"/>
                                        </p:tgtEl>
                                        <p:attrNameLst>
                                          <p:attrName>ppt_h</p:attrName>
                                        </p:attrNameLst>
                                      </p:cBhvr>
                                      <p:tavLst>
                                        <p:tav tm="0">
                                          <p:val>
                                            <p:fltVal val="0"/>
                                          </p:val>
                                        </p:tav>
                                        <p:tav tm="100000">
                                          <p:val>
                                            <p:strVal val="#ppt_h"/>
                                          </p:val>
                                        </p:tav>
                                      </p:tavLst>
                                    </p:anim>
                                    <p:animEffect transition="in" filter="fade">
                                      <p:cBhvr>
                                        <p:cTn id="9" dur="500"/>
                                        <p:tgtEl>
                                          <p:spTgt spid="84"/>
                                        </p:tgtEl>
                                      </p:cBhvr>
                                    </p:animEffect>
                                  </p:childTnLst>
                                </p:cTn>
                              </p:par>
                            </p:childTnLst>
                          </p:cTn>
                        </p:par>
                        <p:par>
                          <p:cTn id="10" fill="hold">
                            <p:stCondLst>
                              <p:cond delay="500"/>
                            </p:stCondLst>
                            <p:childTnLst>
                              <p:par>
                                <p:cTn id="11" presetID="22" presetClass="entr" presetSubtype="2" fill="hold" nodeType="afterEffect">
                                  <p:stCondLst>
                                    <p:cond delay="0"/>
                                  </p:stCondLst>
                                  <p:childTnLst>
                                    <p:set>
                                      <p:cBhvr>
                                        <p:cTn id="12" dur="1" fill="hold">
                                          <p:stCondLst>
                                            <p:cond delay="0"/>
                                          </p:stCondLst>
                                        </p:cTn>
                                        <p:tgtEl>
                                          <p:spTgt spid="64"/>
                                        </p:tgtEl>
                                        <p:attrNameLst>
                                          <p:attrName>style.visibility</p:attrName>
                                        </p:attrNameLst>
                                      </p:cBhvr>
                                      <p:to>
                                        <p:strVal val="visible"/>
                                      </p:to>
                                    </p:set>
                                    <p:animEffect transition="in" filter="wipe(right)">
                                      <p:cBhvr>
                                        <p:cTn id="13" dur="500"/>
                                        <p:tgtEl>
                                          <p:spTgt spid="64"/>
                                        </p:tgtEl>
                                      </p:cBhvr>
                                    </p:animEffect>
                                  </p:childTnLst>
                                </p:cTn>
                              </p:par>
                              <p:par>
                                <p:cTn id="14" presetID="10" presetClass="entr" presetSubtype="0" fill="hold" nodeType="withEffect">
                                  <p:stCondLst>
                                    <p:cond delay="0"/>
                                  </p:stCondLst>
                                  <p:childTnLst>
                                    <p:set>
                                      <p:cBhvr>
                                        <p:cTn id="15" dur="1" fill="hold">
                                          <p:stCondLst>
                                            <p:cond delay="0"/>
                                          </p:stCondLst>
                                        </p:cTn>
                                        <p:tgtEl>
                                          <p:spTgt spid="4"/>
                                        </p:tgtEl>
                                        <p:attrNameLst>
                                          <p:attrName>style.visibility</p:attrName>
                                        </p:attrNameLst>
                                      </p:cBhvr>
                                      <p:to>
                                        <p:strVal val="visible"/>
                                      </p:to>
                                    </p:set>
                                    <p:animEffect transition="in" filter="fade">
                                      <p:cBhvr>
                                        <p:cTn id="16" dur="500"/>
                                        <p:tgtEl>
                                          <p:spTgt spid="4"/>
                                        </p:tgtEl>
                                      </p:cBhvr>
                                    </p:animEffect>
                                  </p:childTnLst>
                                </p:cTn>
                              </p:par>
                              <p:par>
                                <p:cTn id="17" presetID="10" presetClass="entr" presetSubtype="0" fill="hold" nodeType="withEffect">
                                  <p:stCondLst>
                                    <p:cond delay="0"/>
                                  </p:stCondLst>
                                  <p:childTnLst>
                                    <p:set>
                                      <p:cBhvr>
                                        <p:cTn id="18" dur="1" fill="hold">
                                          <p:stCondLst>
                                            <p:cond delay="0"/>
                                          </p:stCondLst>
                                        </p:cTn>
                                        <p:tgtEl>
                                          <p:spTgt spid="43"/>
                                        </p:tgtEl>
                                        <p:attrNameLst>
                                          <p:attrName>style.visibility</p:attrName>
                                        </p:attrNameLst>
                                      </p:cBhvr>
                                      <p:to>
                                        <p:strVal val="visible"/>
                                      </p:to>
                                    </p:set>
                                    <p:animEffect transition="in" filter="fade">
                                      <p:cBhvr>
                                        <p:cTn id="19" dur="500"/>
                                        <p:tgtEl>
                                          <p:spTgt spid="43"/>
                                        </p:tgtEl>
                                      </p:cBhvr>
                                    </p:animEffect>
                                  </p:childTnLst>
                                </p:cTn>
                              </p:par>
                            </p:childTnLst>
                          </p:cTn>
                        </p:par>
                        <p:par>
                          <p:cTn id="20" fill="hold">
                            <p:stCondLst>
                              <p:cond delay="1000"/>
                            </p:stCondLst>
                            <p:childTnLst>
                              <p:par>
                                <p:cTn id="21" presetID="22" presetClass="entr" presetSubtype="2" fill="hold" nodeType="afterEffect">
                                  <p:stCondLst>
                                    <p:cond delay="0"/>
                                  </p:stCondLst>
                                  <p:childTnLst>
                                    <p:set>
                                      <p:cBhvr>
                                        <p:cTn id="22" dur="1" fill="hold">
                                          <p:stCondLst>
                                            <p:cond delay="0"/>
                                          </p:stCondLst>
                                        </p:cTn>
                                        <p:tgtEl>
                                          <p:spTgt spid="66"/>
                                        </p:tgtEl>
                                        <p:attrNameLst>
                                          <p:attrName>style.visibility</p:attrName>
                                        </p:attrNameLst>
                                      </p:cBhvr>
                                      <p:to>
                                        <p:strVal val="visible"/>
                                      </p:to>
                                    </p:set>
                                    <p:animEffect transition="in" filter="wipe(right)">
                                      <p:cBhvr>
                                        <p:cTn id="23" dur="500"/>
                                        <p:tgtEl>
                                          <p:spTgt spid="66"/>
                                        </p:tgtEl>
                                      </p:cBhvr>
                                    </p:animEffect>
                                  </p:childTnLst>
                                </p:cTn>
                              </p:par>
                              <p:par>
                                <p:cTn id="24" presetID="10" presetClass="entr" presetSubtype="0" fill="hold" nodeType="withEffect">
                                  <p:stCondLst>
                                    <p:cond delay="0"/>
                                  </p:stCondLst>
                                  <p:childTnLst>
                                    <p:set>
                                      <p:cBhvr>
                                        <p:cTn id="25" dur="1" fill="hold">
                                          <p:stCondLst>
                                            <p:cond delay="0"/>
                                          </p:stCondLst>
                                        </p:cTn>
                                        <p:tgtEl>
                                          <p:spTgt spid="5"/>
                                        </p:tgtEl>
                                        <p:attrNameLst>
                                          <p:attrName>style.visibility</p:attrName>
                                        </p:attrNameLst>
                                      </p:cBhvr>
                                      <p:to>
                                        <p:strVal val="visible"/>
                                      </p:to>
                                    </p:set>
                                    <p:animEffect transition="in" filter="fade">
                                      <p:cBhvr>
                                        <p:cTn id="26" dur="500"/>
                                        <p:tgtEl>
                                          <p:spTgt spid="5"/>
                                        </p:tgtEl>
                                      </p:cBhvr>
                                    </p:animEffect>
                                  </p:childTnLst>
                                </p:cTn>
                              </p:par>
                              <p:par>
                                <p:cTn id="27" presetID="10" presetClass="entr" presetSubtype="0" fill="hold" nodeType="withEffect">
                                  <p:stCondLst>
                                    <p:cond delay="0"/>
                                  </p:stCondLst>
                                  <p:childTnLst>
                                    <p:set>
                                      <p:cBhvr>
                                        <p:cTn id="28" dur="1" fill="hold">
                                          <p:stCondLst>
                                            <p:cond delay="0"/>
                                          </p:stCondLst>
                                        </p:cTn>
                                        <p:tgtEl>
                                          <p:spTgt spid="46"/>
                                        </p:tgtEl>
                                        <p:attrNameLst>
                                          <p:attrName>style.visibility</p:attrName>
                                        </p:attrNameLst>
                                      </p:cBhvr>
                                      <p:to>
                                        <p:strVal val="visible"/>
                                      </p:to>
                                    </p:set>
                                    <p:animEffect transition="in" filter="fade">
                                      <p:cBhvr>
                                        <p:cTn id="29" dur="500"/>
                                        <p:tgtEl>
                                          <p:spTgt spid="46"/>
                                        </p:tgtEl>
                                      </p:cBhvr>
                                    </p:animEffect>
                                  </p:childTnLst>
                                </p:cTn>
                              </p:par>
                            </p:childTnLst>
                          </p:cTn>
                        </p:par>
                        <p:par>
                          <p:cTn id="30" fill="hold">
                            <p:stCondLst>
                              <p:cond delay="1500"/>
                            </p:stCondLst>
                            <p:childTnLst>
                              <p:par>
                                <p:cTn id="31" presetID="22" presetClass="entr" presetSubtype="2" fill="hold" nodeType="afterEffect">
                                  <p:stCondLst>
                                    <p:cond delay="0"/>
                                  </p:stCondLst>
                                  <p:childTnLst>
                                    <p:set>
                                      <p:cBhvr>
                                        <p:cTn id="32" dur="1" fill="hold">
                                          <p:stCondLst>
                                            <p:cond delay="0"/>
                                          </p:stCondLst>
                                        </p:cTn>
                                        <p:tgtEl>
                                          <p:spTgt spid="68"/>
                                        </p:tgtEl>
                                        <p:attrNameLst>
                                          <p:attrName>style.visibility</p:attrName>
                                        </p:attrNameLst>
                                      </p:cBhvr>
                                      <p:to>
                                        <p:strVal val="visible"/>
                                      </p:to>
                                    </p:set>
                                    <p:animEffect transition="in" filter="wipe(right)">
                                      <p:cBhvr>
                                        <p:cTn id="33" dur="500"/>
                                        <p:tgtEl>
                                          <p:spTgt spid="68"/>
                                        </p:tgtEl>
                                      </p:cBhvr>
                                    </p:animEffect>
                                  </p:childTnLst>
                                </p:cTn>
                              </p:par>
                              <p:par>
                                <p:cTn id="34" presetID="10" presetClass="entr" presetSubtype="0" fill="hold" nodeType="withEffect">
                                  <p:stCondLst>
                                    <p:cond delay="0"/>
                                  </p:stCondLst>
                                  <p:childTnLst>
                                    <p:set>
                                      <p:cBhvr>
                                        <p:cTn id="35" dur="1" fill="hold">
                                          <p:stCondLst>
                                            <p:cond delay="0"/>
                                          </p:stCondLst>
                                        </p:cTn>
                                        <p:tgtEl>
                                          <p:spTgt spid="52"/>
                                        </p:tgtEl>
                                        <p:attrNameLst>
                                          <p:attrName>style.visibility</p:attrName>
                                        </p:attrNameLst>
                                      </p:cBhvr>
                                      <p:to>
                                        <p:strVal val="visible"/>
                                      </p:to>
                                    </p:set>
                                    <p:animEffect transition="in" filter="fade">
                                      <p:cBhvr>
                                        <p:cTn id="36" dur="500"/>
                                        <p:tgtEl>
                                          <p:spTgt spid="52"/>
                                        </p:tgtEl>
                                      </p:cBhvr>
                                    </p:animEffect>
                                  </p:childTnLst>
                                </p:cTn>
                              </p:par>
                              <p:par>
                                <p:cTn id="37" presetID="10" presetClass="entr" presetSubtype="0" fill="hold" nodeType="withEffect">
                                  <p:stCondLst>
                                    <p:cond delay="0"/>
                                  </p:stCondLst>
                                  <p:childTnLst>
                                    <p:set>
                                      <p:cBhvr>
                                        <p:cTn id="38" dur="1" fill="hold">
                                          <p:stCondLst>
                                            <p:cond delay="0"/>
                                          </p:stCondLst>
                                        </p:cTn>
                                        <p:tgtEl>
                                          <p:spTgt spid="49"/>
                                        </p:tgtEl>
                                        <p:attrNameLst>
                                          <p:attrName>style.visibility</p:attrName>
                                        </p:attrNameLst>
                                      </p:cBhvr>
                                      <p:to>
                                        <p:strVal val="visible"/>
                                      </p:to>
                                    </p:set>
                                    <p:animEffect transition="in" filter="fade">
                                      <p:cBhvr>
                                        <p:cTn id="39" dur="500"/>
                                        <p:tgtEl>
                                          <p:spTgt spid="49"/>
                                        </p:tgtEl>
                                      </p:cBhvr>
                                    </p:animEffect>
                                  </p:childTnLst>
                                </p:cTn>
                              </p:par>
                              <p:par>
                                <p:cTn id="40" presetID="22" presetClass="entr" presetSubtype="8" fill="hold" nodeType="withEffect">
                                  <p:stCondLst>
                                    <p:cond delay="250"/>
                                  </p:stCondLst>
                                  <p:childTnLst>
                                    <p:set>
                                      <p:cBhvr>
                                        <p:cTn id="41" dur="1" fill="hold">
                                          <p:stCondLst>
                                            <p:cond delay="0"/>
                                          </p:stCondLst>
                                        </p:cTn>
                                        <p:tgtEl>
                                          <p:spTgt spid="65"/>
                                        </p:tgtEl>
                                        <p:attrNameLst>
                                          <p:attrName>style.visibility</p:attrName>
                                        </p:attrNameLst>
                                      </p:cBhvr>
                                      <p:to>
                                        <p:strVal val="visible"/>
                                      </p:to>
                                    </p:set>
                                    <p:animEffect transition="in" filter="wipe(left)">
                                      <p:cBhvr>
                                        <p:cTn id="42" dur="500"/>
                                        <p:tgtEl>
                                          <p:spTgt spid="65"/>
                                        </p:tgtEl>
                                      </p:cBhvr>
                                    </p:animEffect>
                                  </p:childTnLst>
                                </p:cTn>
                              </p:par>
                              <p:par>
                                <p:cTn id="43" presetID="10" presetClass="entr" presetSubtype="0" fill="hold" nodeType="withEffect">
                                  <p:stCondLst>
                                    <p:cond delay="250"/>
                                  </p:stCondLst>
                                  <p:childTnLst>
                                    <p:set>
                                      <p:cBhvr>
                                        <p:cTn id="44" dur="1" fill="hold">
                                          <p:stCondLst>
                                            <p:cond delay="0"/>
                                          </p:stCondLst>
                                        </p:cTn>
                                        <p:tgtEl>
                                          <p:spTgt spid="6"/>
                                        </p:tgtEl>
                                        <p:attrNameLst>
                                          <p:attrName>style.visibility</p:attrName>
                                        </p:attrNameLst>
                                      </p:cBhvr>
                                      <p:to>
                                        <p:strVal val="visible"/>
                                      </p:to>
                                    </p:set>
                                    <p:animEffect transition="in" filter="fade">
                                      <p:cBhvr>
                                        <p:cTn id="45" dur="500"/>
                                        <p:tgtEl>
                                          <p:spTgt spid="6"/>
                                        </p:tgtEl>
                                      </p:cBhvr>
                                    </p:animEffect>
                                  </p:childTnLst>
                                </p:cTn>
                              </p:par>
                              <p:par>
                                <p:cTn id="46" presetID="10" presetClass="entr" presetSubtype="0" fill="hold" nodeType="withEffect">
                                  <p:stCondLst>
                                    <p:cond delay="250"/>
                                  </p:stCondLst>
                                  <p:childTnLst>
                                    <p:set>
                                      <p:cBhvr>
                                        <p:cTn id="47" dur="1" fill="hold">
                                          <p:stCondLst>
                                            <p:cond delay="0"/>
                                          </p:stCondLst>
                                        </p:cTn>
                                        <p:tgtEl>
                                          <p:spTgt spid="34"/>
                                        </p:tgtEl>
                                        <p:attrNameLst>
                                          <p:attrName>style.visibility</p:attrName>
                                        </p:attrNameLst>
                                      </p:cBhvr>
                                      <p:to>
                                        <p:strVal val="visible"/>
                                      </p:to>
                                    </p:set>
                                    <p:animEffect transition="in" filter="fade">
                                      <p:cBhvr>
                                        <p:cTn id="48" dur="500"/>
                                        <p:tgtEl>
                                          <p:spTgt spid="34"/>
                                        </p:tgtEl>
                                      </p:cBhvr>
                                    </p:animEffect>
                                  </p:childTnLst>
                                </p:cTn>
                              </p:par>
                            </p:childTnLst>
                          </p:cTn>
                        </p:par>
                        <p:par>
                          <p:cTn id="49" fill="hold">
                            <p:stCondLst>
                              <p:cond delay="2250"/>
                            </p:stCondLst>
                            <p:childTnLst>
                              <p:par>
                                <p:cTn id="50" presetID="22" presetClass="entr" presetSubtype="8" fill="hold" nodeType="afterEffect">
                                  <p:stCondLst>
                                    <p:cond delay="0"/>
                                  </p:stCondLst>
                                  <p:childTnLst>
                                    <p:set>
                                      <p:cBhvr>
                                        <p:cTn id="51" dur="1" fill="hold">
                                          <p:stCondLst>
                                            <p:cond delay="0"/>
                                          </p:stCondLst>
                                        </p:cTn>
                                        <p:tgtEl>
                                          <p:spTgt spid="69"/>
                                        </p:tgtEl>
                                        <p:attrNameLst>
                                          <p:attrName>style.visibility</p:attrName>
                                        </p:attrNameLst>
                                      </p:cBhvr>
                                      <p:to>
                                        <p:strVal val="visible"/>
                                      </p:to>
                                    </p:set>
                                    <p:animEffect transition="in" filter="wipe(left)">
                                      <p:cBhvr>
                                        <p:cTn id="52" dur="500"/>
                                        <p:tgtEl>
                                          <p:spTgt spid="69"/>
                                        </p:tgtEl>
                                      </p:cBhvr>
                                    </p:animEffect>
                                  </p:childTnLst>
                                </p:cTn>
                              </p:par>
                              <p:par>
                                <p:cTn id="53" presetID="10" presetClass="entr" presetSubtype="0" fill="hold" nodeType="withEffect">
                                  <p:stCondLst>
                                    <p:cond delay="0"/>
                                  </p:stCondLst>
                                  <p:childTnLst>
                                    <p:set>
                                      <p:cBhvr>
                                        <p:cTn id="54" dur="1" fill="hold">
                                          <p:stCondLst>
                                            <p:cond delay="0"/>
                                          </p:stCondLst>
                                        </p:cTn>
                                        <p:tgtEl>
                                          <p:spTgt spid="61"/>
                                        </p:tgtEl>
                                        <p:attrNameLst>
                                          <p:attrName>style.visibility</p:attrName>
                                        </p:attrNameLst>
                                      </p:cBhvr>
                                      <p:to>
                                        <p:strVal val="visible"/>
                                      </p:to>
                                    </p:set>
                                    <p:animEffect transition="in" filter="fade">
                                      <p:cBhvr>
                                        <p:cTn id="55" dur="500"/>
                                        <p:tgtEl>
                                          <p:spTgt spid="61"/>
                                        </p:tgtEl>
                                      </p:cBhvr>
                                    </p:animEffect>
                                  </p:childTnLst>
                                </p:cTn>
                              </p:par>
                              <p:par>
                                <p:cTn id="56" presetID="10" presetClass="entr" presetSubtype="0" fill="hold" nodeType="withEffect">
                                  <p:stCondLst>
                                    <p:cond delay="0"/>
                                  </p:stCondLst>
                                  <p:childTnLst>
                                    <p:set>
                                      <p:cBhvr>
                                        <p:cTn id="57" dur="1" fill="hold">
                                          <p:stCondLst>
                                            <p:cond delay="0"/>
                                          </p:stCondLst>
                                        </p:cTn>
                                        <p:tgtEl>
                                          <p:spTgt spid="40"/>
                                        </p:tgtEl>
                                        <p:attrNameLst>
                                          <p:attrName>style.visibility</p:attrName>
                                        </p:attrNameLst>
                                      </p:cBhvr>
                                      <p:to>
                                        <p:strVal val="visible"/>
                                      </p:to>
                                    </p:set>
                                    <p:animEffect transition="in" filter="fade">
                                      <p:cBhvr>
                                        <p:cTn id="58"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Picture Placeholder 1"/>
          <p:cNvSpPr>
            <a:spLocks noGrp="1"/>
          </p:cNvSpPr>
          <p:nvPr>
            <p:ph type="pic" sz="quarter" idx="13"/>
          </p:nvPr>
        </p:nvSpPr>
        <p:spPr/>
      </p:sp>
      <p:sp>
        <p:nvSpPr>
          <p:cNvPr id="11" name="Rectangle 10"/>
          <p:cNvSpPr/>
          <p:nvPr/>
        </p:nvSpPr>
        <p:spPr>
          <a:xfrm>
            <a:off x="1588" y="-2701"/>
            <a:ext cx="12188825" cy="6858000"/>
          </a:xfrm>
          <a:prstGeom prst="rect">
            <a:avLst/>
          </a:prstGeom>
          <a:solidFill>
            <a:schemeClr val="accent3">
              <a:lumMod val="50000"/>
              <a:alpha val="7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91422" tIns="45711" rIns="91422" bIns="45711" rtlCol="0" anchor="ctr"/>
          <a:lstStyle/>
          <a:p>
            <a:pPr algn="ctr" defTabSz="914217" fontAlgn="auto">
              <a:spcBef>
                <a:spcPts val="0"/>
              </a:spcBef>
              <a:spcAft>
                <a:spcPts val="0"/>
              </a:spcAft>
            </a:pPr>
            <a:endParaRPr lang="en-US">
              <a:solidFill>
                <a:prstClr val="white"/>
              </a:solidFill>
            </a:endParaRPr>
          </a:p>
        </p:txBody>
      </p:sp>
      <p:sp>
        <p:nvSpPr>
          <p:cNvPr id="25" name="Rectangle 24"/>
          <p:cNvSpPr/>
          <p:nvPr/>
        </p:nvSpPr>
        <p:spPr>
          <a:xfrm flipV="1">
            <a:off x="2323209" y="3390795"/>
            <a:ext cx="691176" cy="77980"/>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defTabSz="914217" fontAlgn="auto">
              <a:spcBef>
                <a:spcPts val="0"/>
              </a:spcBef>
              <a:spcAft>
                <a:spcPts val="0"/>
              </a:spcAft>
            </a:pPr>
            <a:endParaRPr lang="en-US" dirty="0">
              <a:solidFill>
                <a:prstClr val="white"/>
              </a:solidFill>
            </a:endParaRPr>
          </a:p>
        </p:txBody>
      </p:sp>
      <p:sp>
        <p:nvSpPr>
          <p:cNvPr id="26" name="Rectangle 25"/>
          <p:cNvSpPr/>
          <p:nvPr/>
        </p:nvSpPr>
        <p:spPr>
          <a:xfrm flipV="1">
            <a:off x="5745585" y="2466184"/>
            <a:ext cx="691176" cy="77980"/>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defTabSz="914217" fontAlgn="auto">
              <a:spcBef>
                <a:spcPts val="0"/>
              </a:spcBef>
              <a:spcAft>
                <a:spcPts val="0"/>
              </a:spcAft>
            </a:pPr>
            <a:endParaRPr lang="en-US" dirty="0">
              <a:solidFill>
                <a:prstClr val="white"/>
              </a:solidFill>
            </a:endParaRPr>
          </a:p>
        </p:txBody>
      </p:sp>
      <p:sp>
        <p:nvSpPr>
          <p:cNvPr id="28" name="Rectangle 27"/>
          <p:cNvSpPr/>
          <p:nvPr/>
        </p:nvSpPr>
        <p:spPr>
          <a:xfrm flipV="1">
            <a:off x="9243369" y="3407403"/>
            <a:ext cx="691176" cy="65635"/>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defTabSz="914217" fontAlgn="auto">
              <a:spcBef>
                <a:spcPts val="0"/>
              </a:spcBef>
              <a:spcAft>
                <a:spcPts val="0"/>
              </a:spcAft>
            </a:pPr>
            <a:endParaRPr lang="en-US" dirty="0">
              <a:solidFill>
                <a:prstClr val="white"/>
              </a:solidFill>
            </a:endParaRPr>
          </a:p>
        </p:txBody>
      </p:sp>
      <p:sp>
        <p:nvSpPr>
          <p:cNvPr id="31" name="Rectangle 30"/>
          <p:cNvSpPr/>
          <p:nvPr/>
        </p:nvSpPr>
        <p:spPr>
          <a:xfrm flipV="1">
            <a:off x="5745585" y="4659440"/>
            <a:ext cx="691176" cy="77980"/>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defTabSz="914217" fontAlgn="auto">
              <a:spcBef>
                <a:spcPts val="0"/>
              </a:spcBef>
              <a:spcAft>
                <a:spcPts val="0"/>
              </a:spcAft>
            </a:pPr>
            <a:endParaRPr lang="en-US" dirty="0">
              <a:solidFill>
                <a:prstClr val="white"/>
              </a:solidFill>
            </a:endParaRPr>
          </a:p>
        </p:txBody>
      </p:sp>
      <p:grpSp>
        <p:nvGrpSpPr>
          <p:cNvPr id="32" name="Group 31"/>
          <p:cNvGrpSpPr/>
          <p:nvPr/>
        </p:nvGrpSpPr>
        <p:grpSpPr>
          <a:xfrm>
            <a:off x="928401" y="2536947"/>
            <a:ext cx="10371572" cy="2119791"/>
            <a:chOff x="6010028" y="-14375"/>
            <a:chExt cx="12359700" cy="4239581"/>
          </a:xfrm>
        </p:grpSpPr>
        <p:sp>
          <p:nvSpPr>
            <p:cNvPr id="33" name="TextBox 32"/>
            <p:cNvSpPr txBox="1"/>
            <p:nvPr/>
          </p:nvSpPr>
          <p:spPr>
            <a:xfrm>
              <a:off x="6010028" y="-14375"/>
              <a:ext cx="12359700" cy="3046971"/>
            </a:xfrm>
            <a:prstGeom prst="rect">
              <a:avLst/>
            </a:prstGeom>
            <a:noFill/>
          </p:spPr>
          <p:txBody>
            <a:bodyPr wrap="square" lIns="45711" tIns="22856" rIns="45711" bIns="22856" rtlCol="0">
              <a:spAutoFit/>
            </a:bodyPr>
            <a:lstStyle/>
            <a:p>
              <a:pPr algn="ctr" defTabSz="914217" fontAlgn="auto">
                <a:spcBef>
                  <a:spcPts val="0"/>
                </a:spcBef>
                <a:spcAft>
                  <a:spcPts val="0"/>
                </a:spcAft>
              </a:pPr>
              <a:r>
                <a:rPr lang="ar-SA" sz="9600" b="1" dirty="0">
                  <a:solidFill>
                    <a:srgbClr val="FF0000"/>
                  </a:solidFill>
                  <a:latin typeface="Lato Regular"/>
                  <a:cs typeface="Lato Regular"/>
                </a:rPr>
                <a:t>الفصل الرابع</a:t>
              </a:r>
              <a:endParaRPr lang="id-ID" sz="9600" b="1" dirty="0">
                <a:solidFill>
                  <a:srgbClr val="FF0000"/>
                </a:solidFill>
                <a:latin typeface="Lato Regular"/>
                <a:cs typeface="Lato Regular"/>
              </a:endParaRPr>
            </a:p>
          </p:txBody>
        </p:sp>
        <p:sp>
          <p:nvSpPr>
            <p:cNvPr id="34" name="Subtitle 2"/>
            <p:cNvSpPr txBox="1">
              <a:spLocks/>
            </p:cNvSpPr>
            <p:nvPr/>
          </p:nvSpPr>
          <p:spPr>
            <a:xfrm>
              <a:off x="6335836" y="2607628"/>
              <a:ext cx="11655185" cy="1617578"/>
            </a:xfrm>
            <a:prstGeom prst="rect">
              <a:avLst/>
            </a:prstGeom>
          </p:spPr>
          <p:txBody>
            <a:bodyPr vert="horz" lIns="108745" tIns="54373" rIns="108745" bIns="54373" rtlCol="0">
              <a:no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rtl="1" fontAlgn="auto">
                <a:spcAft>
                  <a:spcPts val="0"/>
                </a:spcAft>
              </a:pPr>
              <a:r>
                <a:rPr lang="ar-SA" sz="4000" b="1" dirty="0">
                  <a:solidFill>
                    <a:prstClr val="white"/>
                  </a:solidFill>
                  <a:latin typeface="Lato Regular"/>
                  <a:cs typeface="Lato Regular"/>
                </a:rPr>
                <a:t>من التعلم التقليدي إلى التعلم التفاعلي</a:t>
              </a:r>
              <a:endParaRPr lang="en-US" sz="4000" b="1" dirty="0">
                <a:solidFill>
                  <a:prstClr val="white"/>
                </a:solidFill>
                <a:latin typeface="Lato Regular"/>
                <a:cs typeface="Lato Regular"/>
              </a:endParaRPr>
            </a:p>
          </p:txBody>
        </p:sp>
      </p:grpSp>
    </p:spTree>
    <p:extLst>
      <p:ext uri="{BB962C8B-B14F-4D97-AF65-F5344CB8AC3E}">
        <p14:creationId xmlns:p14="http://schemas.microsoft.com/office/powerpoint/2010/main" val="43461295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4" fill="hold" nodeType="afterEffect">
                                  <p:stCondLst>
                                    <p:cond delay="0"/>
                                  </p:stCondLst>
                                  <p:childTnLst>
                                    <p:set>
                                      <p:cBhvr>
                                        <p:cTn id="6" dur="1" fill="hold">
                                          <p:stCondLst>
                                            <p:cond delay="0"/>
                                          </p:stCondLst>
                                        </p:cTn>
                                        <p:tgtEl>
                                          <p:spTgt spid="32"/>
                                        </p:tgtEl>
                                        <p:attrNameLst>
                                          <p:attrName>style.visibility</p:attrName>
                                        </p:attrNameLst>
                                      </p:cBhvr>
                                      <p:to>
                                        <p:strVal val="visible"/>
                                      </p:to>
                                    </p:set>
                                    <p:anim calcmode="lin" valueType="num">
                                      <p:cBhvr additive="base">
                                        <p:cTn id="7" dur="500"/>
                                        <p:tgtEl>
                                          <p:spTgt spid="32"/>
                                        </p:tgtEl>
                                        <p:attrNameLst>
                                          <p:attrName>ppt_y</p:attrName>
                                        </p:attrNameLst>
                                      </p:cBhvr>
                                      <p:tavLst>
                                        <p:tav tm="0">
                                          <p:val>
                                            <p:strVal val="#ppt_y+#ppt_h*1.125000"/>
                                          </p:val>
                                        </p:tav>
                                        <p:tav tm="100000">
                                          <p:val>
                                            <p:strVal val="#ppt_y"/>
                                          </p:val>
                                        </p:tav>
                                      </p:tavLst>
                                    </p:anim>
                                    <p:animEffect transition="in" filter="wipe(up)">
                                      <p:cBhvr>
                                        <p:cTn id="8" dur="500"/>
                                        <p:tgtEl>
                                          <p:spTgt spid="32"/>
                                        </p:tgtEl>
                                      </p:cBhvr>
                                    </p:animEffect>
                                  </p:childTnLst>
                                </p:cTn>
                              </p:par>
                            </p:childTnLst>
                          </p:cTn>
                        </p:par>
                        <p:par>
                          <p:cTn id="9" fill="hold">
                            <p:stCondLst>
                              <p:cond delay="500"/>
                            </p:stCondLst>
                            <p:childTnLst>
                              <p:par>
                                <p:cTn id="10" presetID="2" presetClass="entr" presetSubtype="1" fill="hold" grpId="0" nodeType="afterEffect">
                                  <p:stCondLst>
                                    <p:cond delay="0"/>
                                  </p:stCondLst>
                                  <p:childTnLst>
                                    <p:set>
                                      <p:cBhvr>
                                        <p:cTn id="11" dur="1" fill="hold">
                                          <p:stCondLst>
                                            <p:cond delay="0"/>
                                          </p:stCondLst>
                                        </p:cTn>
                                        <p:tgtEl>
                                          <p:spTgt spid="26"/>
                                        </p:tgtEl>
                                        <p:attrNameLst>
                                          <p:attrName>style.visibility</p:attrName>
                                        </p:attrNameLst>
                                      </p:cBhvr>
                                      <p:to>
                                        <p:strVal val="visible"/>
                                      </p:to>
                                    </p:set>
                                    <p:anim calcmode="lin" valueType="num">
                                      <p:cBhvr additive="base">
                                        <p:cTn id="12" dur="500" fill="hold"/>
                                        <p:tgtEl>
                                          <p:spTgt spid="26"/>
                                        </p:tgtEl>
                                        <p:attrNameLst>
                                          <p:attrName>ppt_x</p:attrName>
                                        </p:attrNameLst>
                                      </p:cBhvr>
                                      <p:tavLst>
                                        <p:tav tm="0">
                                          <p:val>
                                            <p:strVal val="#ppt_x"/>
                                          </p:val>
                                        </p:tav>
                                        <p:tav tm="100000">
                                          <p:val>
                                            <p:strVal val="#ppt_x"/>
                                          </p:val>
                                        </p:tav>
                                      </p:tavLst>
                                    </p:anim>
                                    <p:anim calcmode="lin" valueType="num">
                                      <p:cBhvr additive="base">
                                        <p:cTn id="13" dur="500" fill="hold"/>
                                        <p:tgtEl>
                                          <p:spTgt spid="26"/>
                                        </p:tgtEl>
                                        <p:attrNameLst>
                                          <p:attrName>ppt_y</p:attrName>
                                        </p:attrNameLst>
                                      </p:cBhvr>
                                      <p:tavLst>
                                        <p:tav tm="0">
                                          <p:val>
                                            <p:strVal val="0-#ppt_h/2"/>
                                          </p:val>
                                        </p:tav>
                                        <p:tav tm="100000">
                                          <p:val>
                                            <p:strVal val="#ppt_y"/>
                                          </p:val>
                                        </p:tav>
                                      </p:tavLst>
                                    </p:anim>
                                  </p:childTnLst>
                                </p:cTn>
                              </p:par>
                              <p:par>
                                <p:cTn id="14" presetID="2" presetClass="entr" presetSubtype="2" fill="hold" grpId="0" nodeType="withEffect">
                                  <p:stCondLst>
                                    <p:cond delay="0"/>
                                  </p:stCondLst>
                                  <p:childTnLst>
                                    <p:set>
                                      <p:cBhvr>
                                        <p:cTn id="15" dur="1" fill="hold">
                                          <p:stCondLst>
                                            <p:cond delay="0"/>
                                          </p:stCondLst>
                                        </p:cTn>
                                        <p:tgtEl>
                                          <p:spTgt spid="28"/>
                                        </p:tgtEl>
                                        <p:attrNameLst>
                                          <p:attrName>style.visibility</p:attrName>
                                        </p:attrNameLst>
                                      </p:cBhvr>
                                      <p:to>
                                        <p:strVal val="visible"/>
                                      </p:to>
                                    </p:set>
                                    <p:anim calcmode="lin" valueType="num">
                                      <p:cBhvr additive="base">
                                        <p:cTn id="16" dur="500" fill="hold"/>
                                        <p:tgtEl>
                                          <p:spTgt spid="28"/>
                                        </p:tgtEl>
                                        <p:attrNameLst>
                                          <p:attrName>ppt_x</p:attrName>
                                        </p:attrNameLst>
                                      </p:cBhvr>
                                      <p:tavLst>
                                        <p:tav tm="0">
                                          <p:val>
                                            <p:strVal val="1+#ppt_w/2"/>
                                          </p:val>
                                        </p:tav>
                                        <p:tav tm="100000">
                                          <p:val>
                                            <p:strVal val="#ppt_x"/>
                                          </p:val>
                                        </p:tav>
                                      </p:tavLst>
                                    </p:anim>
                                    <p:anim calcmode="lin" valueType="num">
                                      <p:cBhvr additive="base">
                                        <p:cTn id="17" dur="500" fill="hold"/>
                                        <p:tgtEl>
                                          <p:spTgt spid="28"/>
                                        </p:tgtEl>
                                        <p:attrNameLst>
                                          <p:attrName>ppt_y</p:attrName>
                                        </p:attrNameLst>
                                      </p:cBhvr>
                                      <p:tavLst>
                                        <p:tav tm="0">
                                          <p:val>
                                            <p:strVal val="#ppt_y"/>
                                          </p:val>
                                        </p:tav>
                                        <p:tav tm="100000">
                                          <p:val>
                                            <p:strVal val="#ppt_y"/>
                                          </p:val>
                                        </p:tav>
                                      </p:tavLst>
                                    </p:anim>
                                  </p:childTnLst>
                                </p:cTn>
                              </p:par>
                              <p:par>
                                <p:cTn id="18" presetID="2" presetClass="entr" presetSubtype="8" fill="hold" grpId="0" nodeType="withEffect">
                                  <p:stCondLst>
                                    <p:cond delay="0"/>
                                  </p:stCondLst>
                                  <p:childTnLst>
                                    <p:set>
                                      <p:cBhvr>
                                        <p:cTn id="19" dur="1" fill="hold">
                                          <p:stCondLst>
                                            <p:cond delay="0"/>
                                          </p:stCondLst>
                                        </p:cTn>
                                        <p:tgtEl>
                                          <p:spTgt spid="25"/>
                                        </p:tgtEl>
                                        <p:attrNameLst>
                                          <p:attrName>style.visibility</p:attrName>
                                        </p:attrNameLst>
                                      </p:cBhvr>
                                      <p:to>
                                        <p:strVal val="visible"/>
                                      </p:to>
                                    </p:set>
                                    <p:anim calcmode="lin" valueType="num">
                                      <p:cBhvr additive="base">
                                        <p:cTn id="20" dur="500" fill="hold"/>
                                        <p:tgtEl>
                                          <p:spTgt spid="25"/>
                                        </p:tgtEl>
                                        <p:attrNameLst>
                                          <p:attrName>ppt_x</p:attrName>
                                        </p:attrNameLst>
                                      </p:cBhvr>
                                      <p:tavLst>
                                        <p:tav tm="0">
                                          <p:val>
                                            <p:strVal val="0-#ppt_w/2"/>
                                          </p:val>
                                        </p:tav>
                                        <p:tav tm="100000">
                                          <p:val>
                                            <p:strVal val="#ppt_x"/>
                                          </p:val>
                                        </p:tav>
                                      </p:tavLst>
                                    </p:anim>
                                    <p:anim calcmode="lin" valueType="num">
                                      <p:cBhvr additive="base">
                                        <p:cTn id="21" dur="500" fill="hold"/>
                                        <p:tgtEl>
                                          <p:spTgt spid="25"/>
                                        </p:tgtEl>
                                        <p:attrNameLst>
                                          <p:attrName>ppt_y</p:attrName>
                                        </p:attrNameLst>
                                      </p:cBhvr>
                                      <p:tavLst>
                                        <p:tav tm="0">
                                          <p:val>
                                            <p:strVal val="#ppt_y"/>
                                          </p:val>
                                        </p:tav>
                                        <p:tav tm="100000">
                                          <p:val>
                                            <p:strVal val="#ppt_y"/>
                                          </p:val>
                                        </p:tav>
                                      </p:tavLst>
                                    </p:anim>
                                  </p:childTnLst>
                                </p:cTn>
                              </p:par>
                              <p:par>
                                <p:cTn id="22" presetID="2" presetClass="entr" presetSubtype="4" fill="hold" grpId="0" nodeType="withEffect">
                                  <p:stCondLst>
                                    <p:cond delay="0"/>
                                  </p:stCondLst>
                                  <p:childTnLst>
                                    <p:set>
                                      <p:cBhvr>
                                        <p:cTn id="23" dur="1" fill="hold">
                                          <p:stCondLst>
                                            <p:cond delay="0"/>
                                          </p:stCondLst>
                                        </p:cTn>
                                        <p:tgtEl>
                                          <p:spTgt spid="31"/>
                                        </p:tgtEl>
                                        <p:attrNameLst>
                                          <p:attrName>style.visibility</p:attrName>
                                        </p:attrNameLst>
                                      </p:cBhvr>
                                      <p:to>
                                        <p:strVal val="visible"/>
                                      </p:to>
                                    </p:set>
                                    <p:anim calcmode="lin" valueType="num">
                                      <p:cBhvr additive="base">
                                        <p:cTn id="24" dur="500" fill="hold"/>
                                        <p:tgtEl>
                                          <p:spTgt spid="31"/>
                                        </p:tgtEl>
                                        <p:attrNameLst>
                                          <p:attrName>ppt_x</p:attrName>
                                        </p:attrNameLst>
                                      </p:cBhvr>
                                      <p:tavLst>
                                        <p:tav tm="0">
                                          <p:val>
                                            <p:strVal val="#ppt_x"/>
                                          </p:val>
                                        </p:tav>
                                        <p:tav tm="100000">
                                          <p:val>
                                            <p:strVal val="#ppt_x"/>
                                          </p:val>
                                        </p:tav>
                                      </p:tavLst>
                                    </p:anim>
                                    <p:anim calcmode="lin" valueType="num">
                                      <p:cBhvr additive="base">
                                        <p:cTn id="25" dur="500" fill="hold"/>
                                        <p:tgtEl>
                                          <p:spTgt spid="3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animBg="1"/>
      <p:bldP spid="26" grpId="0" animBg="1"/>
      <p:bldP spid="28" grpId="0" animBg="1"/>
      <p:bldP spid="31" grpId="0" animBg="1"/>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 name="Rectangle 118"/>
          <p:cNvSpPr/>
          <p:nvPr/>
        </p:nvSpPr>
        <p:spPr>
          <a:xfrm>
            <a:off x="-30750" y="5429251"/>
            <a:ext cx="12222750" cy="142874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11" name="Content Placeholder 7"/>
          <p:cNvSpPr txBox="1">
            <a:spLocks/>
          </p:cNvSpPr>
          <p:nvPr/>
        </p:nvSpPr>
        <p:spPr>
          <a:xfrm>
            <a:off x="5201685" y="330059"/>
            <a:ext cx="6035055" cy="769441"/>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r" rtl="1" fontAlgn="auto">
              <a:spcAft>
                <a:spcPts val="0"/>
              </a:spcAft>
              <a:buNone/>
            </a:pPr>
            <a:r>
              <a:rPr lang="ar-SA" sz="4400" b="1" u="sng" dirty="0">
                <a:solidFill>
                  <a:srgbClr val="0070C0"/>
                </a:solidFill>
                <a:latin typeface="Calibri Light" panose="020F0302020204030204"/>
              </a:rPr>
              <a:t> </a:t>
            </a:r>
            <a:r>
              <a:rPr lang="ar-SA" sz="4400" b="1" u="sng" dirty="0" smtClean="0">
                <a:solidFill>
                  <a:srgbClr val="0070C0"/>
                </a:solidFill>
                <a:latin typeface="Calibri Light" panose="020F0302020204030204"/>
              </a:rPr>
              <a:t>1-</a:t>
            </a:r>
            <a:r>
              <a:rPr lang="ar-SA" sz="4400" b="1" u="sng" dirty="0">
                <a:solidFill>
                  <a:srgbClr val="0070C0"/>
                </a:solidFill>
                <a:latin typeface="Calibri Light" panose="020F0302020204030204"/>
              </a:rPr>
              <a:t>	ما هو التعلم التفاعلي؟</a:t>
            </a:r>
            <a:endParaRPr lang="ar-SA" sz="4400" b="1" u="sng" dirty="0" smtClean="0">
              <a:solidFill>
                <a:srgbClr val="0070C0"/>
              </a:solidFill>
              <a:latin typeface="Calibri Light" panose="020F0302020204030204"/>
            </a:endParaRPr>
          </a:p>
        </p:txBody>
      </p:sp>
      <p:grpSp>
        <p:nvGrpSpPr>
          <p:cNvPr id="63" name="Group 62"/>
          <p:cNvGrpSpPr/>
          <p:nvPr/>
        </p:nvGrpSpPr>
        <p:grpSpPr>
          <a:xfrm rot="20675447">
            <a:off x="-284601" y="2861548"/>
            <a:ext cx="5815912" cy="2868261"/>
            <a:chOff x="812493" y="1298947"/>
            <a:chExt cx="6862137" cy="3384233"/>
          </a:xfrm>
        </p:grpSpPr>
        <p:sp>
          <p:nvSpPr>
            <p:cNvPr id="64" name="Freeform 13"/>
            <p:cNvSpPr>
              <a:spLocks noEditPoints="1"/>
            </p:cNvSpPr>
            <p:nvPr/>
          </p:nvSpPr>
          <p:spPr bwMode="auto">
            <a:xfrm rot="1715850">
              <a:off x="812493" y="3764350"/>
              <a:ext cx="3665024" cy="918830"/>
            </a:xfrm>
            <a:custGeom>
              <a:avLst/>
              <a:gdLst>
                <a:gd name="T0" fmla="*/ 229 w 695"/>
                <a:gd name="T1" fmla="*/ 157 h 174"/>
                <a:gd name="T2" fmla="*/ 338 w 695"/>
                <a:gd name="T3" fmla="*/ 173 h 174"/>
                <a:gd name="T4" fmla="*/ 395 w 695"/>
                <a:gd name="T5" fmla="*/ 157 h 174"/>
                <a:gd name="T6" fmla="*/ 273 w 695"/>
                <a:gd name="T7" fmla="*/ 86 h 174"/>
                <a:gd name="T8" fmla="*/ 273 w 695"/>
                <a:gd name="T9" fmla="*/ 72 h 174"/>
                <a:gd name="T10" fmla="*/ 355 w 695"/>
                <a:gd name="T11" fmla="*/ 82 h 174"/>
                <a:gd name="T12" fmla="*/ 493 w 695"/>
                <a:gd name="T13" fmla="*/ 99 h 174"/>
                <a:gd name="T14" fmla="*/ 563 w 695"/>
                <a:gd name="T15" fmla="*/ 86 h 174"/>
                <a:gd name="T16" fmla="*/ 534 w 695"/>
                <a:gd name="T17" fmla="*/ 47 h 174"/>
                <a:gd name="T18" fmla="*/ 569 w 695"/>
                <a:gd name="T19" fmla="*/ 32 h 174"/>
                <a:gd name="T20" fmla="*/ 656 w 695"/>
                <a:gd name="T21" fmla="*/ 39 h 174"/>
                <a:gd name="T22" fmla="*/ 653 w 695"/>
                <a:gd name="T23" fmla="*/ 8 h 174"/>
                <a:gd name="T24" fmla="*/ 656 w 695"/>
                <a:gd name="T25" fmla="*/ 4 h 174"/>
                <a:gd name="T26" fmla="*/ 677 w 695"/>
                <a:gd name="T27" fmla="*/ 3 h 174"/>
                <a:gd name="T28" fmla="*/ 689 w 695"/>
                <a:gd name="T29" fmla="*/ 2 h 174"/>
                <a:gd name="T30" fmla="*/ 656 w 695"/>
                <a:gd name="T31" fmla="*/ 1 h 174"/>
                <a:gd name="T32" fmla="*/ 645 w 695"/>
                <a:gd name="T33" fmla="*/ 8 h 174"/>
                <a:gd name="T34" fmla="*/ 652 w 695"/>
                <a:gd name="T35" fmla="*/ 28 h 174"/>
                <a:gd name="T36" fmla="*/ 633 w 695"/>
                <a:gd name="T37" fmla="*/ 32 h 174"/>
                <a:gd name="T38" fmla="*/ 631 w 695"/>
                <a:gd name="T39" fmla="*/ 31 h 174"/>
                <a:gd name="T40" fmla="*/ 623 w 695"/>
                <a:gd name="T41" fmla="*/ 29 h 174"/>
                <a:gd name="T42" fmla="*/ 588 w 695"/>
                <a:gd name="T43" fmla="*/ 27 h 174"/>
                <a:gd name="T44" fmla="*/ 573 w 695"/>
                <a:gd name="T45" fmla="*/ 24 h 174"/>
                <a:gd name="T46" fmla="*/ 562 w 695"/>
                <a:gd name="T47" fmla="*/ 22 h 174"/>
                <a:gd name="T48" fmla="*/ 532 w 695"/>
                <a:gd name="T49" fmla="*/ 21 h 174"/>
                <a:gd name="T50" fmla="*/ 498 w 695"/>
                <a:gd name="T51" fmla="*/ 36 h 174"/>
                <a:gd name="T52" fmla="*/ 500 w 695"/>
                <a:gd name="T53" fmla="*/ 43 h 174"/>
                <a:gd name="T54" fmla="*/ 516 w 695"/>
                <a:gd name="T55" fmla="*/ 47 h 174"/>
                <a:gd name="T56" fmla="*/ 509 w 695"/>
                <a:gd name="T57" fmla="*/ 51 h 174"/>
                <a:gd name="T58" fmla="*/ 529 w 695"/>
                <a:gd name="T59" fmla="*/ 74 h 174"/>
                <a:gd name="T60" fmla="*/ 535 w 695"/>
                <a:gd name="T61" fmla="*/ 83 h 174"/>
                <a:gd name="T62" fmla="*/ 515 w 695"/>
                <a:gd name="T63" fmla="*/ 91 h 174"/>
                <a:gd name="T64" fmla="*/ 466 w 695"/>
                <a:gd name="T65" fmla="*/ 86 h 174"/>
                <a:gd name="T66" fmla="*/ 444 w 695"/>
                <a:gd name="T67" fmla="*/ 84 h 174"/>
                <a:gd name="T68" fmla="*/ 435 w 695"/>
                <a:gd name="T69" fmla="*/ 82 h 174"/>
                <a:gd name="T70" fmla="*/ 418 w 695"/>
                <a:gd name="T71" fmla="*/ 82 h 174"/>
                <a:gd name="T72" fmla="*/ 383 w 695"/>
                <a:gd name="T73" fmla="*/ 77 h 174"/>
                <a:gd name="T74" fmla="*/ 346 w 695"/>
                <a:gd name="T75" fmla="*/ 71 h 174"/>
                <a:gd name="T76" fmla="*/ 307 w 695"/>
                <a:gd name="T77" fmla="*/ 68 h 174"/>
                <a:gd name="T78" fmla="*/ 240 w 695"/>
                <a:gd name="T79" fmla="*/ 69 h 174"/>
                <a:gd name="T80" fmla="*/ 241 w 695"/>
                <a:gd name="T81" fmla="*/ 78 h 174"/>
                <a:gd name="T82" fmla="*/ 247 w 695"/>
                <a:gd name="T83" fmla="*/ 84 h 174"/>
                <a:gd name="T84" fmla="*/ 245 w 695"/>
                <a:gd name="T85" fmla="*/ 86 h 174"/>
                <a:gd name="T86" fmla="*/ 269 w 695"/>
                <a:gd name="T87" fmla="*/ 98 h 174"/>
                <a:gd name="T88" fmla="*/ 293 w 695"/>
                <a:gd name="T89" fmla="*/ 111 h 174"/>
                <a:gd name="T90" fmla="*/ 308 w 695"/>
                <a:gd name="T91" fmla="*/ 118 h 174"/>
                <a:gd name="T92" fmla="*/ 332 w 695"/>
                <a:gd name="T93" fmla="*/ 128 h 174"/>
                <a:gd name="T94" fmla="*/ 352 w 695"/>
                <a:gd name="T95" fmla="*/ 144 h 174"/>
                <a:gd name="T96" fmla="*/ 371 w 695"/>
                <a:gd name="T97" fmla="*/ 156 h 174"/>
                <a:gd name="T98" fmla="*/ 370 w 695"/>
                <a:gd name="T99" fmla="*/ 167 h 174"/>
                <a:gd name="T100" fmla="*/ 281 w 695"/>
                <a:gd name="T101" fmla="*/ 157 h 174"/>
                <a:gd name="T102" fmla="*/ 249 w 695"/>
                <a:gd name="T103" fmla="*/ 152 h 174"/>
                <a:gd name="T104" fmla="*/ 160 w 695"/>
                <a:gd name="T105" fmla="*/ 140 h 174"/>
                <a:gd name="T106" fmla="*/ 79 w 695"/>
                <a:gd name="T107" fmla="*/ 123 h 174"/>
                <a:gd name="T108" fmla="*/ 656 w 695"/>
                <a:gd name="T109" fmla="*/ 33 h 174"/>
                <a:gd name="T110" fmla="*/ 648 w 695"/>
                <a:gd name="T111" fmla="*/ 5 h 174"/>
                <a:gd name="T112" fmla="*/ 655 w 695"/>
                <a:gd name="T113" fmla="*/ 33 h 174"/>
                <a:gd name="T114" fmla="*/ 648 w 695"/>
                <a:gd name="T115" fmla="*/ 37 h 174"/>
                <a:gd name="T116" fmla="*/ 535 w 695"/>
                <a:gd name="T117" fmla="*/ 92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95" h="174">
                  <a:moveTo>
                    <a:pt x="78" y="130"/>
                  </a:moveTo>
                  <a:cubicBezTo>
                    <a:pt x="88" y="132"/>
                    <a:pt x="101" y="134"/>
                    <a:pt x="109" y="136"/>
                  </a:cubicBezTo>
                  <a:cubicBezTo>
                    <a:pt x="147" y="143"/>
                    <a:pt x="179" y="151"/>
                    <a:pt x="220" y="157"/>
                  </a:cubicBezTo>
                  <a:cubicBezTo>
                    <a:pt x="219" y="157"/>
                    <a:pt x="222" y="157"/>
                    <a:pt x="225" y="157"/>
                  </a:cubicBezTo>
                  <a:cubicBezTo>
                    <a:pt x="224" y="157"/>
                    <a:pt x="224" y="157"/>
                    <a:pt x="224" y="157"/>
                  </a:cubicBezTo>
                  <a:cubicBezTo>
                    <a:pt x="229" y="157"/>
                    <a:pt x="229" y="157"/>
                    <a:pt x="229" y="157"/>
                  </a:cubicBezTo>
                  <a:cubicBezTo>
                    <a:pt x="232" y="157"/>
                    <a:pt x="229" y="158"/>
                    <a:pt x="226" y="158"/>
                  </a:cubicBezTo>
                  <a:cubicBezTo>
                    <a:pt x="242" y="160"/>
                    <a:pt x="257" y="162"/>
                    <a:pt x="272" y="165"/>
                  </a:cubicBezTo>
                  <a:cubicBezTo>
                    <a:pt x="275" y="164"/>
                    <a:pt x="280" y="166"/>
                    <a:pt x="283" y="165"/>
                  </a:cubicBezTo>
                  <a:cubicBezTo>
                    <a:pt x="283" y="166"/>
                    <a:pt x="283" y="166"/>
                    <a:pt x="282" y="166"/>
                  </a:cubicBezTo>
                  <a:cubicBezTo>
                    <a:pt x="294" y="167"/>
                    <a:pt x="295" y="167"/>
                    <a:pt x="303" y="169"/>
                  </a:cubicBezTo>
                  <a:cubicBezTo>
                    <a:pt x="314" y="171"/>
                    <a:pt x="325" y="172"/>
                    <a:pt x="338" y="173"/>
                  </a:cubicBezTo>
                  <a:cubicBezTo>
                    <a:pt x="346" y="174"/>
                    <a:pt x="351" y="174"/>
                    <a:pt x="366" y="173"/>
                  </a:cubicBezTo>
                  <a:cubicBezTo>
                    <a:pt x="367" y="173"/>
                    <a:pt x="372" y="173"/>
                    <a:pt x="375" y="172"/>
                  </a:cubicBezTo>
                  <a:cubicBezTo>
                    <a:pt x="379" y="171"/>
                    <a:pt x="379" y="171"/>
                    <a:pt x="379" y="171"/>
                  </a:cubicBezTo>
                  <a:cubicBezTo>
                    <a:pt x="396" y="166"/>
                    <a:pt x="387" y="169"/>
                    <a:pt x="391" y="167"/>
                  </a:cubicBezTo>
                  <a:cubicBezTo>
                    <a:pt x="398" y="163"/>
                    <a:pt x="396" y="163"/>
                    <a:pt x="397" y="161"/>
                  </a:cubicBezTo>
                  <a:cubicBezTo>
                    <a:pt x="397" y="160"/>
                    <a:pt x="396" y="158"/>
                    <a:pt x="395" y="157"/>
                  </a:cubicBezTo>
                  <a:cubicBezTo>
                    <a:pt x="389" y="149"/>
                    <a:pt x="378" y="143"/>
                    <a:pt x="368" y="136"/>
                  </a:cubicBezTo>
                  <a:cubicBezTo>
                    <a:pt x="347" y="123"/>
                    <a:pt x="322" y="111"/>
                    <a:pt x="300" y="97"/>
                  </a:cubicBezTo>
                  <a:cubicBezTo>
                    <a:pt x="292" y="96"/>
                    <a:pt x="289" y="93"/>
                    <a:pt x="282" y="92"/>
                  </a:cubicBezTo>
                  <a:cubicBezTo>
                    <a:pt x="283" y="91"/>
                    <a:pt x="283" y="91"/>
                    <a:pt x="283" y="91"/>
                  </a:cubicBezTo>
                  <a:cubicBezTo>
                    <a:pt x="278" y="90"/>
                    <a:pt x="279" y="89"/>
                    <a:pt x="277" y="86"/>
                  </a:cubicBezTo>
                  <a:cubicBezTo>
                    <a:pt x="276" y="86"/>
                    <a:pt x="275" y="85"/>
                    <a:pt x="273" y="86"/>
                  </a:cubicBezTo>
                  <a:cubicBezTo>
                    <a:pt x="270" y="85"/>
                    <a:pt x="274" y="83"/>
                    <a:pt x="271" y="82"/>
                  </a:cubicBezTo>
                  <a:cubicBezTo>
                    <a:pt x="272" y="82"/>
                    <a:pt x="270" y="83"/>
                    <a:pt x="270" y="82"/>
                  </a:cubicBezTo>
                  <a:cubicBezTo>
                    <a:pt x="262" y="79"/>
                    <a:pt x="272" y="82"/>
                    <a:pt x="269" y="77"/>
                  </a:cubicBezTo>
                  <a:cubicBezTo>
                    <a:pt x="267" y="76"/>
                    <a:pt x="264" y="74"/>
                    <a:pt x="262" y="72"/>
                  </a:cubicBezTo>
                  <a:cubicBezTo>
                    <a:pt x="265" y="72"/>
                    <a:pt x="269" y="72"/>
                    <a:pt x="272" y="73"/>
                  </a:cubicBezTo>
                  <a:cubicBezTo>
                    <a:pt x="270" y="73"/>
                    <a:pt x="271" y="72"/>
                    <a:pt x="273" y="72"/>
                  </a:cubicBezTo>
                  <a:cubicBezTo>
                    <a:pt x="273" y="74"/>
                    <a:pt x="281" y="72"/>
                    <a:pt x="284" y="73"/>
                  </a:cubicBezTo>
                  <a:cubicBezTo>
                    <a:pt x="283" y="73"/>
                    <a:pt x="281" y="73"/>
                    <a:pt x="280" y="73"/>
                  </a:cubicBezTo>
                  <a:cubicBezTo>
                    <a:pt x="288" y="75"/>
                    <a:pt x="297" y="75"/>
                    <a:pt x="304" y="76"/>
                  </a:cubicBezTo>
                  <a:cubicBezTo>
                    <a:pt x="314" y="76"/>
                    <a:pt x="320" y="79"/>
                    <a:pt x="327" y="78"/>
                  </a:cubicBezTo>
                  <a:cubicBezTo>
                    <a:pt x="325" y="79"/>
                    <a:pt x="330" y="79"/>
                    <a:pt x="331" y="80"/>
                  </a:cubicBezTo>
                  <a:cubicBezTo>
                    <a:pt x="341" y="79"/>
                    <a:pt x="345" y="82"/>
                    <a:pt x="355" y="82"/>
                  </a:cubicBezTo>
                  <a:cubicBezTo>
                    <a:pt x="354" y="82"/>
                    <a:pt x="354" y="82"/>
                    <a:pt x="354" y="82"/>
                  </a:cubicBezTo>
                  <a:cubicBezTo>
                    <a:pt x="376" y="85"/>
                    <a:pt x="398" y="88"/>
                    <a:pt x="422" y="90"/>
                  </a:cubicBezTo>
                  <a:cubicBezTo>
                    <a:pt x="436" y="92"/>
                    <a:pt x="446" y="95"/>
                    <a:pt x="463" y="96"/>
                  </a:cubicBezTo>
                  <a:cubicBezTo>
                    <a:pt x="466" y="96"/>
                    <a:pt x="464" y="96"/>
                    <a:pt x="467" y="96"/>
                  </a:cubicBezTo>
                  <a:cubicBezTo>
                    <a:pt x="470" y="96"/>
                    <a:pt x="466" y="96"/>
                    <a:pt x="467" y="96"/>
                  </a:cubicBezTo>
                  <a:cubicBezTo>
                    <a:pt x="475" y="97"/>
                    <a:pt x="483" y="98"/>
                    <a:pt x="493" y="99"/>
                  </a:cubicBezTo>
                  <a:cubicBezTo>
                    <a:pt x="494" y="99"/>
                    <a:pt x="497" y="99"/>
                    <a:pt x="497" y="99"/>
                  </a:cubicBezTo>
                  <a:cubicBezTo>
                    <a:pt x="501" y="100"/>
                    <a:pt x="508" y="100"/>
                    <a:pt x="516" y="100"/>
                  </a:cubicBezTo>
                  <a:cubicBezTo>
                    <a:pt x="520" y="100"/>
                    <a:pt x="524" y="100"/>
                    <a:pt x="530" y="100"/>
                  </a:cubicBezTo>
                  <a:cubicBezTo>
                    <a:pt x="534" y="101"/>
                    <a:pt x="558" y="94"/>
                    <a:pt x="557" y="93"/>
                  </a:cubicBezTo>
                  <a:cubicBezTo>
                    <a:pt x="549" y="96"/>
                    <a:pt x="562" y="89"/>
                    <a:pt x="560" y="87"/>
                  </a:cubicBezTo>
                  <a:cubicBezTo>
                    <a:pt x="561" y="86"/>
                    <a:pt x="562" y="86"/>
                    <a:pt x="563" y="86"/>
                  </a:cubicBezTo>
                  <a:cubicBezTo>
                    <a:pt x="564" y="83"/>
                    <a:pt x="563" y="81"/>
                    <a:pt x="563" y="77"/>
                  </a:cubicBezTo>
                  <a:cubicBezTo>
                    <a:pt x="562" y="76"/>
                    <a:pt x="559" y="76"/>
                    <a:pt x="559" y="74"/>
                  </a:cubicBezTo>
                  <a:cubicBezTo>
                    <a:pt x="561" y="72"/>
                    <a:pt x="557" y="70"/>
                    <a:pt x="557" y="68"/>
                  </a:cubicBezTo>
                  <a:cubicBezTo>
                    <a:pt x="554" y="69"/>
                    <a:pt x="551" y="68"/>
                    <a:pt x="550" y="66"/>
                  </a:cubicBezTo>
                  <a:cubicBezTo>
                    <a:pt x="554" y="65"/>
                    <a:pt x="554" y="65"/>
                    <a:pt x="554" y="65"/>
                  </a:cubicBezTo>
                  <a:cubicBezTo>
                    <a:pt x="548" y="61"/>
                    <a:pt x="545" y="52"/>
                    <a:pt x="534" y="47"/>
                  </a:cubicBezTo>
                  <a:cubicBezTo>
                    <a:pt x="536" y="46"/>
                    <a:pt x="536" y="46"/>
                    <a:pt x="536" y="46"/>
                  </a:cubicBezTo>
                  <a:cubicBezTo>
                    <a:pt x="528" y="41"/>
                    <a:pt x="524" y="34"/>
                    <a:pt x="521" y="29"/>
                  </a:cubicBezTo>
                  <a:cubicBezTo>
                    <a:pt x="521" y="29"/>
                    <a:pt x="520" y="30"/>
                    <a:pt x="527" y="30"/>
                  </a:cubicBezTo>
                  <a:cubicBezTo>
                    <a:pt x="534" y="29"/>
                    <a:pt x="537" y="29"/>
                    <a:pt x="543" y="29"/>
                  </a:cubicBezTo>
                  <a:cubicBezTo>
                    <a:pt x="546" y="29"/>
                    <a:pt x="546" y="30"/>
                    <a:pt x="547" y="30"/>
                  </a:cubicBezTo>
                  <a:cubicBezTo>
                    <a:pt x="555" y="31"/>
                    <a:pt x="560" y="33"/>
                    <a:pt x="569" y="32"/>
                  </a:cubicBezTo>
                  <a:cubicBezTo>
                    <a:pt x="568" y="33"/>
                    <a:pt x="568" y="33"/>
                    <a:pt x="568" y="33"/>
                  </a:cubicBezTo>
                  <a:cubicBezTo>
                    <a:pt x="575" y="33"/>
                    <a:pt x="586" y="34"/>
                    <a:pt x="592" y="35"/>
                  </a:cubicBezTo>
                  <a:cubicBezTo>
                    <a:pt x="595" y="35"/>
                    <a:pt x="603" y="36"/>
                    <a:pt x="601" y="35"/>
                  </a:cubicBezTo>
                  <a:cubicBezTo>
                    <a:pt x="604" y="35"/>
                    <a:pt x="600" y="36"/>
                    <a:pt x="605" y="36"/>
                  </a:cubicBezTo>
                  <a:cubicBezTo>
                    <a:pt x="600" y="36"/>
                    <a:pt x="600" y="36"/>
                    <a:pt x="600" y="36"/>
                  </a:cubicBezTo>
                  <a:cubicBezTo>
                    <a:pt x="618" y="38"/>
                    <a:pt x="625" y="42"/>
                    <a:pt x="656" y="39"/>
                  </a:cubicBezTo>
                  <a:cubicBezTo>
                    <a:pt x="672" y="35"/>
                    <a:pt x="667" y="30"/>
                    <a:pt x="667" y="26"/>
                  </a:cubicBezTo>
                  <a:cubicBezTo>
                    <a:pt x="665" y="25"/>
                    <a:pt x="664" y="21"/>
                    <a:pt x="659" y="21"/>
                  </a:cubicBezTo>
                  <a:cubicBezTo>
                    <a:pt x="661" y="20"/>
                    <a:pt x="661" y="20"/>
                    <a:pt x="661" y="20"/>
                  </a:cubicBezTo>
                  <a:cubicBezTo>
                    <a:pt x="659" y="18"/>
                    <a:pt x="657" y="14"/>
                    <a:pt x="655" y="11"/>
                  </a:cubicBezTo>
                  <a:cubicBezTo>
                    <a:pt x="655" y="9"/>
                    <a:pt x="653" y="10"/>
                    <a:pt x="651" y="8"/>
                  </a:cubicBezTo>
                  <a:cubicBezTo>
                    <a:pt x="653" y="8"/>
                    <a:pt x="653" y="8"/>
                    <a:pt x="653" y="8"/>
                  </a:cubicBezTo>
                  <a:cubicBezTo>
                    <a:pt x="651" y="6"/>
                    <a:pt x="649" y="6"/>
                    <a:pt x="647" y="6"/>
                  </a:cubicBezTo>
                  <a:cubicBezTo>
                    <a:pt x="648" y="5"/>
                    <a:pt x="648" y="5"/>
                    <a:pt x="648" y="5"/>
                  </a:cubicBezTo>
                  <a:cubicBezTo>
                    <a:pt x="649" y="5"/>
                    <a:pt x="650" y="4"/>
                    <a:pt x="651" y="4"/>
                  </a:cubicBezTo>
                  <a:cubicBezTo>
                    <a:pt x="652" y="5"/>
                    <a:pt x="653" y="5"/>
                    <a:pt x="654" y="5"/>
                  </a:cubicBezTo>
                  <a:cubicBezTo>
                    <a:pt x="653" y="5"/>
                    <a:pt x="654" y="5"/>
                    <a:pt x="654" y="4"/>
                  </a:cubicBezTo>
                  <a:cubicBezTo>
                    <a:pt x="655" y="4"/>
                    <a:pt x="655" y="4"/>
                    <a:pt x="656" y="4"/>
                  </a:cubicBezTo>
                  <a:cubicBezTo>
                    <a:pt x="662" y="4"/>
                    <a:pt x="666" y="4"/>
                    <a:pt x="668" y="3"/>
                  </a:cubicBezTo>
                  <a:cubicBezTo>
                    <a:pt x="666" y="4"/>
                    <a:pt x="671" y="4"/>
                    <a:pt x="667" y="4"/>
                  </a:cubicBezTo>
                  <a:cubicBezTo>
                    <a:pt x="671" y="4"/>
                    <a:pt x="674" y="4"/>
                    <a:pt x="677" y="4"/>
                  </a:cubicBezTo>
                  <a:cubicBezTo>
                    <a:pt x="676" y="4"/>
                    <a:pt x="675" y="4"/>
                    <a:pt x="674" y="4"/>
                  </a:cubicBezTo>
                  <a:cubicBezTo>
                    <a:pt x="678" y="3"/>
                    <a:pt x="682" y="3"/>
                    <a:pt x="682" y="3"/>
                  </a:cubicBezTo>
                  <a:cubicBezTo>
                    <a:pt x="680" y="3"/>
                    <a:pt x="679" y="3"/>
                    <a:pt x="677" y="3"/>
                  </a:cubicBezTo>
                  <a:cubicBezTo>
                    <a:pt x="679" y="2"/>
                    <a:pt x="687" y="2"/>
                    <a:pt x="687" y="3"/>
                  </a:cubicBezTo>
                  <a:cubicBezTo>
                    <a:pt x="687" y="4"/>
                    <a:pt x="681" y="4"/>
                    <a:pt x="683" y="4"/>
                  </a:cubicBezTo>
                  <a:cubicBezTo>
                    <a:pt x="695" y="4"/>
                    <a:pt x="695" y="4"/>
                    <a:pt x="695" y="4"/>
                  </a:cubicBezTo>
                  <a:cubicBezTo>
                    <a:pt x="692" y="4"/>
                    <a:pt x="691" y="3"/>
                    <a:pt x="693" y="3"/>
                  </a:cubicBezTo>
                  <a:cubicBezTo>
                    <a:pt x="688" y="3"/>
                    <a:pt x="688" y="3"/>
                    <a:pt x="688" y="3"/>
                  </a:cubicBezTo>
                  <a:cubicBezTo>
                    <a:pt x="689" y="2"/>
                    <a:pt x="689" y="2"/>
                    <a:pt x="689" y="2"/>
                  </a:cubicBezTo>
                  <a:cubicBezTo>
                    <a:pt x="682" y="2"/>
                    <a:pt x="677" y="1"/>
                    <a:pt x="668" y="1"/>
                  </a:cubicBezTo>
                  <a:cubicBezTo>
                    <a:pt x="670" y="2"/>
                    <a:pt x="670" y="2"/>
                    <a:pt x="670" y="2"/>
                  </a:cubicBezTo>
                  <a:cubicBezTo>
                    <a:pt x="665" y="2"/>
                    <a:pt x="659" y="3"/>
                    <a:pt x="655" y="3"/>
                  </a:cubicBezTo>
                  <a:cubicBezTo>
                    <a:pt x="658" y="2"/>
                    <a:pt x="656" y="2"/>
                    <a:pt x="657" y="2"/>
                  </a:cubicBezTo>
                  <a:cubicBezTo>
                    <a:pt x="655" y="2"/>
                    <a:pt x="654" y="2"/>
                    <a:pt x="652" y="2"/>
                  </a:cubicBezTo>
                  <a:cubicBezTo>
                    <a:pt x="656" y="1"/>
                    <a:pt x="656" y="1"/>
                    <a:pt x="656" y="1"/>
                  </a:cubicBezTo>
                  <a:cubicBezTo>
                    <a:pt x="655" y="1"/>
                    <a:pt x="654" y="2"/>
                    <a:pt x="652" y="2"/>
                  </a:cubicBezTo>
                  <a:cubicBezTo>
                    <a:pt x="649" y="3"/>
                    <a:pt x="655" y="0"/>
                    <a:pt x="645" y="4"/>
                  </a:cubicBezTo>
                  <a:cubicBezTo>
                    <a:pt x="644" y="4"/>
                    <a:pt x="644" y="4"/>
                    <a:pt x="644" y="4"/>
                  </a:cubicBezTo>
                  <a:cubicBezTo>
                    <a:pt x="644" y="6"/>
                    <a:pt x="643" y="7"/>
                    <a:pt x="643" y="7"/>
                  </a:cubicBezTo>
                  <a:cubicBezTo>
                    <a:pt x="643" y="7"/>
                    <a:pt x="643" y="7"/>
                    <a:pt x="643" y="7"/>
                  </a:cubicBezTo>
                  <a:cubicBezTo>
                    <a:pt x="641" y="10"/>
                    <a:pt x="645" y="6"/>
                    <a:pt x="645" y="8"/>
                  </a:cubicBezTo>
                  <a:cubicBezTo>
                    <a:pt x="644" y="9"/>
                    <a:pt x="641" y="9"/>
                    <a:pt x="640" y="11"/>
                  </a:cubicBezTo>
                  <a:cubicBezTo>
                    <a:pt x="640" y="13"/>
                    <a:pt x="645" y="16"/>
                    <a:pt x="644" y="19"/>
                  </a:cubicBezTo>
                  <a:cubicBezTo>
                    <a:pt x="647" y="21"/>
                    <a:pt x="650" y="23"/>
                    <a:pt x="653" y="24"/>
                  </a:cubicBezTo>
                  <a:cubicBezTo>
                    <a:pt x="654" y="25"/>
                    <a:pt x="649" y="25"/>
                    <a:pt x="652" y="26"/>
                  </a:cubicBezTo>
                  <a:cubicBezTo>
                    <a:pt x="650" y="26"/>
                    <a:pt x="649" y="26"/>
                    <a:pt x="648" y="27"/>
                  </a:cubicBezTo>
                  <a:cubicBezTo>
                    <a:pt x="650" y="27"/>
                    <a:pt x="650" y="30"/>
                    <a:pt x="652" y="28"/>
                  </a:cubicBezTo>
                  <a:cubicBezTo>
                    <a:pt x="653" y="30"/>
                    <a:pt x="654" y="32"/>
                    <a:pt x="653" y="33"/>
                  </a:cubicBezTo>
                  <a:cubicBezTo>
                    <a:pt x="652" y="33"/>
                    <a:pt x="650" y="33"/>
                    <a:pt x="649" y="33"/>
                  </a:cubicBezTo>
                  <a:cubicBezTo>
                    <a:pt x="648" y="34"/>
                    <a:pt x="650" y="34"/>
                    <a:pt x="646" y="34"/>
                  </a:cubicBezTo>
                  <a:cubicBezTo>
                    <a:pt x="638" y="35"/>
                    <a:pt x="640" y="33"/>
                    <a:pt x="639" y="32"/>
                  </a:cubicBezTo>
                  <a:cubicBezTo>
                    <a:pt x="643" y="32"/>
                    <a:pt x="643" y="32"/>
                    <a:pt x="643" y="32"/>
                  </a:cubicBezTo>
                  <a:cubicBezTo>
                    <a:pt x="640" y="32"/>
                    <a:pt x="637" y="32"/>
                    <a:pt x="633" y="32"/>
                  </a:cubicBezTo>
                  <a:cubicBezTo>
                    <a:pt x="635" y="30"/>
                    <a:pt x="640" y="32"/>
                    <a:pt x="643" y="32"/>
                  </a:cubicBezTo>
                  <a:cubicBezTo>
                    <a:pt x="642" y="30"/>
                    <a:pt x="642" y="30"/>
                    <a:pt x="642" y="30"/>
                  </a:cubicBezTo>
                  <a:cubicBezTo>
                    <a:pt x="636" y="29"/>
                    <a:pt x="638" y="31"/>
                    <a:pt x="632" y="30"/>
                  </a:cubicBezTo>
                  <a:cubicBezTo>
                    <a:pt x="634" y="30"/>
                    <a:pt x="634" y="30"/>
                    <a:pt x="634" y="30"/>
                  </a:cubicBezTo>
                  <a:cubicBezTo>
                    <a:pt x="629" y="29"/>
                    <a:pt x="629" y="29"/>
                    <a:pt x="629" y="29"/>
                  </a:cubicBezTo>
                  <a:cubicBezTo>
                    <a:pt x="628" y="30"/>
                    <a:pt x="627" y="31"/>
                    <a:pt x="631" y="31"/>
                  </a:cubicBezTo>
                  <a:cubicBezTo>
                    <a:pt x="626" y="32"/>
                    <a:pt x="627" y="31"/>
                    <a:pt x="621" y="30"/>
                  </a:cubicBezTo>
                  <a:cubicBezTo>
                    <a:pt x="618" y="31"/>
                    <a:pt x="624" y="31"/>
                    <a:pt x="622" y="31"/>
                  </a:cubicBezTo>
                  <a:cubicBezTo>
                    <a:pt x="621" y="32"/>
                    <a:pt x="617" y="32"/>
                    <a:pt x="614" y="31"/>
                  </a:cubicBezTo>
                  <a:cubicBezTo>
                    <a:pt x="609" y="31"/>
                    <a:pt x="614" y="30"/>
                    <a:pt x="613" y="30"/>
                  </a:cubicBezTo>
                  <a:cubicBezTo>
                    <a:pt x="614" y="30"/>
                    <a:pt x="618" y="30"/>
                    <a:pt x="616" y="30"/>
                  </a:cubicBezTo>
                  <a:cubicBezTo>
                    <a:pt x="624" y="30"/>
                    <a:pt x="618" y="29"/>
                    <a:pt x="623" y="29"/>
                  </a:cubicBezTo>
                  <a:cubicBezTo>
                    <a:pt x="619" y="27"/>
                    <a:pt x="617" y="28"/>
                    <a:pt x="615" y="28"/>
                  </a:cubicBezTo>
                  <a:cubicBezTo>
                    <a:pt x="616" y="29"/>
                    <a:pt x="612" y="29"/>
                    <a:pt x="613" y="29"/>
                  </a:cubicBezTo>
                  <a:cubicBezTo>
                    <a:pt x="600" y="30"/>
                    <a:pt x="611" y="27"/>
                    <a:pt x="603" y="27"/>
                  </a:cubicBezTo>
                  <a:cubicBezTo>
                    <a:pt x="602" y="28"/>
                    <a:pt x="589" y="27"/>
                    <a:pt x="591" y="29"/>
                  </a:cubicBezTo>
                  <a:cubicBezTo>
                    <a:pt x="589" y="29"/>
                    <a:pt x="586" y="29"/>
                    <a:pt x="585" y="29"/>
                  </a:cubicBezTo>
                  <a:cubicBezTo>
                    <a:pt x="589" y="28"/>
                    <a:pt x="583" y="28"/>
                    <a:pt x="588" y="27"/>
                  </a:cubicBezTo>
                  <a:cubicBezTo>
                    <a:pt x="586" y="27"/>
                    <a:pt x="586" y="27"/>
                    <a:pt x="586" y="27"/>
                  </a:cubicBezTo>
                  <a:cubicBezTo>
                    <a:pt x="592" y="27"/>
                    <a:pt x="592" y="27"/>
                    <a:pt x="592" y="27"/>
                  </a:cubicBezTo>
                  <a:cubicBezTo>
                    <a:pt x="590" y="26"/>
                    <a:pt x="587" y="24"/>
                    <a:pt x="586" y="24"/>
                  </a:cubicBezTo>
                  <a:cubicBezTo>
                    <a:pt x="581" y="24"/>
                    <a:pt x="586" y="25"/>
                    <a:pt x="580" y="24"/>
                  </a:cubicBezTo>
                  <a:cubicBezTo>
                    <a:pt x="583" y="24"/>
                    <a:pt x="581" y="23"/>
                    <a:pt x="579" y="23"/>
                  </a:cubicBezTo>
                  <a:cubicBezTo>
                    <a:pt x="582" y="24"/>
                    <a:pt x="576" y="24"/>
                    <a:pt x="573" y="24"/>
                  </a:cubicBezTo>
                  <a:cubicBezTo>
                    <a:pt x="569" y="24"/>
                    <a:pt x="567" y="23"/>
                    <a:pt x="568" y="23"/>
                  </a:cubicBezTo>
                  <a:cubicBezTo>
                    <a:pt x="574" y="22"/>
                    <a:pt x="574" y="22"/>
                    <a:pt x="574" y="22"/>
                  </a:cubicBezTo>
                  <a:cubicBezTo>
                    <a:pt x="570" y="23"/>
                    <a:pt x="573" y="22"/>
                    <a:pt x="570" y="22"/>
                  </a:cubicBezTo>
                  <a:cubicBezTo>
                    <a:pt x="568" y="22"/>
                    <a:pt x="564" y="23"/>
                    <a:pt x="562" y="23"/>
                  </a:cubicBezTo>
                  <a:cubicBezTo>
                    <a:pt x="558" y="23"/>
                    <a:pt x="558" y="22"/>
                    <a:pt x="556" y="22"/>
                  </a:cubicBezTo>
                  <a:cubicBezTo>
                    <a:pt x="562" y="22"/>
                    <a:pt x="562" y="22"/>
                    <a:pt x="562" y="22"/>
                  </a:cubicBezTo>
                  <a:cubicBezTo>
                    <a:pt x="556" y="22"/>
                    <a:pt x="564" y="21"/>
                    <a:pt x="556" y="21"/>
                  </a:cubicBezTo>
                  <a:cubicBezTo>
                    <a:pt x="553" y="21"/>
                    <a:pt x="553" y="21"/>
                    <a:pt x="553" y="21"/>
                  </a:cubicBezTo>
                  <a:cubicBezTo>
                    <a:pt x="552" y="21"/>
                    <a:pt x="552" y="21"/>
                    <a:pt x="554" y="20"/>
                  </a:cubicBezTo>
                  <a:cubicBezTo>
                    <a:pt x="552" y="21"/>
                    <a:pt x="548" y="21"/>
                    <a:pt x="546" y="21"/>
                  </a:cubicBezTo>
                  <a:cubicBezTo>
                    <a:pt x="546" y="20"/>
                    <a:pt x="546" y="20"/>
                    <a:pt x="546" y="20"/>
                  </a:cubicBezTo>
                  <a:cubicBezTo>
                    <a:pt x="543" y="20"/>
                    <a:pt x="536" y="21"/>
                    <a:pt x="532" y="21"/>
                  </a:cubicBezTo>
                  <a:cubicBezTo>
                    <a:pt x="534" y="22"/>
                    <a:pt x="538" y="20"/>
                    <a:pt x="543" y="21"/>
                  </a:cubicBezTo>
                  <a:cubicBezTo>
                    <a:pt x="545" y="22"/>
                    <a:pt x="536" y="22"/>
                    <a:pt x="534" y="22"/>
                  </a:cubicBezTo>
                  <a:cubicBezTo>
                    <a:pt x="537" y="21"/>
                    <a:pt x="523" y="22"/>
                    <a:pt x="513" y="25"/>
                  </a:cubicBezTo>
                  <a:cubicBezTo>
                    <a:pt x="507" y="26"/>
                    <a:pt x="500" y="29"/>
                    <a:pt x="500" y="29"/>
                  </a:cubicBezTo>
                  <a:cubicBezTo>
                    <a:pt x="501" y="30"/>
                    <a:pt x="501" y="30"/>
                    <a:pt x="501" y="30"/>
                  </a:cubicBezTo>
                  <a:cubicBezTo>
                    <a:pt x="493" y="32"/>
                    <a:pt x="499" y="34"/>
                    <a:pt x="498" y="36"/>
                  </a:cubicBezTo>
                  <a:cubicBezTo>
                    <a:pt x="496" y="35"/>
                    <a:pt x="494" y="35"/>
                    <a:pt x="494" y="37"/>
                  </a:cubicBezTo>
                  <a:cubicBezTo>
                    <a:pt x="497" y="35"/>
                    <a:pt x="499" y="38"/>
                    <a:pt x="501" y="37"/>
                  </a:cubicBezTo>
                  <a:cubicBezTo>
                    <a:pt x="501" y="39"/>
                    <a:pt x="496" y="37"/>
                    <a:pt x="494" y="38"/>
                  </a:cubicBezTo>
                  <a:cubicBezTo>
                    <a:pt x="497" y="39"/>
                    <a:pt x="494" y="41"/>
                    <a:pt x="498" y="41"/>
                  </a:cubicBezTo>
                  <a:cubicBezTo>
                    <a:pt x="498" y="40"/>
                    <a:pt x="500" y="41"/>
                    <a:pt x="502" y="41"/>
                  </a:cubicBezTo>
                  <a:cubicBezTo>
                    <a:pt x="503" y="43"/>
                    <a:pt x="500" y="41"/>
                    <a:pt x="500" y="43"/>
                  </a:cubicBezTo>
                  <a:cubicBezTo>
                    <a:pt x="501" y="43"/>
                    <a:pt x="504" y="44"/>
                    <a:pt x="504" y="42"/>
                  </a:cubicBezTo>
                  <a:cubicBezTo>
                    <a:pt x="504" y="43"/>
                    <a:pt x="509" y="44"/>
                    <a:pt x="507" y="45"/>
                  </a:cubicBezTo>
                  <a:cubicBezTo>
                    <a:pt x="506" y="46"/>
                    <a:pt x="505" y="44"/>
                    <a:pt x="504" y="45"/>
                  </a:cubicBezTo>
                  <a:cubicBezTo>
                    <a:pt x="505" y="47"/>
                    <a:pt x="510" y="45"/>
                    <a:pt x="513" y="47"/>
                  </a:cubicBezTo>
                  <a:cubicBezTo>
                    <a:pt x="513" y="45"/>
                    <a:pt x="518" y="45"/>
                    <a:pt x="520" y="46"/>
                  </a:cubicBezTo>
                  <a:cubicBezTo>
                    <a:pt x="521" y="49"/>
                    <a:pt x="518" y="45"/>
                    <a:pt x="516" y="47"/>
                  </a:cubicBezTo>
                  <a:cubicBezTo>
                    <a:pt x="517" y="48"/>
                    <a:pt x="517" y="48"/>
                    <a:pt x="517" y="48"/>
                  </a:cubicBezTo>
                  <a:cubicBezTo>
                    <a:pt x="515" y="50"/>
                    <a:pt x="508" y="46"/>
                    <a:pt x="506" y="48"/>
                  </a:cubicBezTo>
                  <a:cubicBezTo>
                    <a:pt x="509" y="49"/>
                    <a:pt x="509" y="49"/>
                    <a:pt x="509" y="49"/>
                  </a:cubicBezTo>
                  <a:cubicBezTo>
                    <a:pt x="507" y="49"/>
                    <a:pt x="505" y="49"/>
                    <a:pt x="504" y="50"/>
                  </a:cubicBezTo>
                  <a:cubicBezTo>
                    <a:pt x="507" y="50"/>
                    <a:pt x="507" y="52"/>
                    <a:pt x="508" y="52"/>
                  </a:cubicBezTo>
                  <a:cubicBezTo>
                    <a:pt x="511" y="52"/>
                    <a:pt x="507" y="52"/>
                    <a:pt x="509" y="51"/>
                  </a:cubicBezTo>
                  <a:cubicBezTo>
                    <a:pt x="510" y="52"/>
                    <a:pt x="514" y="52"/>
                    <a:pt x="515" y="54"/>
                  </a:cubicBezTo>
                  <a:cubicBezTo>
                    <a:pt x="512" y="53"/>
                    <a:pt x="512" y="55"/>
                    <a:pt x="510" y="55"/>
                  </a:cubicBezTo>
                  <a:cubicBezTo>
                    <a:pt x="510" y="56"/>
                    <a:pt x="513" y="55"/>
                    <a:pt x="513" y="56"/>
                  </a:cubicBezTo>
                  <a:cubicBezTo>
                    <a:pt x="512" y="56"/>
                    <a:pt x="512" y="56"/>
                    <a:pt x="512" y="56"/>
                  </a:cubicBezTo>
                  <a:cubicBezTo>
                    <a:pt x="516" y="61"/>
                    <a:pt x="521" y="66"/>
                    <a:pt x="530" y="69"/>
                  </a:cubicBezTo>
                  <a:cubicBezTo>
                    <a:pt x="528" y="70"/>
                    <a:pt x="529" y="72"/>
                    <a:pt x="529" y="74"/>
                  </a:cubicBezTo>
                  <a:cubicBezTo>
                    <a:pt x="529" y="73"/>
                    <a:pt x="531" y="74"/>
                    <a:pt x="532" y="74"/>
                  </a:cubicBezTo>
                  <a:cubicBezTo>
                    <a:pt x="530" y="76"/>
                    <a:pt x="530" y="76"/>
                    <a:pt x="530" y="76"/>
                  </a:cubicBezTo>
                  <a:cubicBezTo>
                    <a:pt x="530" y="78"/>
                    <a:pt x="533" y="79"/>
                    <a:pt x="535" y="80"/>
                  </a:cubicBezTo>
                  <a:cubicBezTo>
                    <a:pt x="535" y="80"/>
                    <a:pt x="534" y="80"/>
                    <a:pt x="534" y="80"/>
                  </a:cubicBezTo>
                  <a:cubicBezTo>
                    <a:pt x="533" y="82"/>
                    <a:pt x="536" y="81"/>
                    <a:pt x="537" y="82"/>
                  </a:cubicBezTo>
                  <a:cubicBezTo>
                    <a:pt x="535" y="83"/>
                    <a:pt x="535" y="83"/>
                    <a:pt x="535" y="83"/>
                  </a:cubicBezTo>
                  <a:cubicBezTo>
                    <a:pt x="537" y="83"/>
                    <a:pt x="537" y="83"/>
                    <a:pt x="537" y="83"/>
                  </a:cubicBezTo>
                  <a:cubicBezTo>
                    <a:pt x="538" y="84"/>
                    <a:pt x="538" y="86"/>
                    <a:pt x="535" y="86"/>
                  </a:cubicBezTo>
                  <a:cubicBezTo>
                    <a:pt x="536" y="86"/>
                    <a:pt x="536" y="87"/>
                    <a:pt x="537" y="86"/>
                  </a:cubicBezTo>
                  <a:cubicBezTo>
                    <a:pt x="536" y="87"/>
                    <a:pt x="535" y="90"/>
                    <a:pt x="535" y="91"/>
                  </a:cubicBezTo>
                  <a:cubicBezTo>
                    <a:pt x="530" y="91"/>
                    <a:pt x="523" y="91"/>
                    <a:pt x="518" y="91"/>
                  </a:cubicBezTo>
                  <a:cubicBezTo>
                    <a:pt x="516" y="91"/>
                    <a:pt x="516" y="91"/>
                    <a:pt x="515" y="91"/>
                  </a:cubicBezTo>
                  <a:cubicBezTo>
                    <a:pt x="510" y="89"/>
                    <a:pt x="499" y="90"/>
                    <a:pt x="493" y="88"/>
                  </a:cubicBezTo>
                  <a:cubicBezTo>
                    <a:pt x="494" y="89"/>
                    <a:pt x="489" y="90"/>
                    <a:pt x="485" y="90"/>
                  </a:cubicBezTo>
                  <a:cubicBezTo>
                    <a:pt x="479" y="90"/>
                    <a:pt x="486" y="88"/>
                    <a:pt x="483" y="87"/>
                  </a:cubicBezTo>
                  <a:cubicBezTo>
                    <a:pt x="480" y="87"/>
                    <a:pt x="476" y="87"/>
                    <a:pt x="475" y="87"/>
                  </a:cubicBezTo>
                  <a:cubicBezTo>
                    <a:pt x="475" y="87"/>
                    <a:pt x="475" y="87"/>
                    <a:pt x="475" y="87"/>
                  </a:cubicBezTo>
                  <a:cubicBezTo>
                    <a:pt x="472" y="87"/>
                    <a:pt x="468" y="87"/>
                    <a:pt x="466" y="86"/>
                  </a:cubicBezTo>
                  <a:cubicBezTo>
                    <a:pt x="466" y="86"/>
                    <a:pt x="466" y="86"/>
                    <a:pt x="466" y="86"/>
                  </a:cubicBezTo>
                  <a:cubicBezTo>
                    <a:pt x="464" y="86"/>
                    <a:pt x="463" y="85"/>
                    <a:pt x="460" y="85"/>
                  </a:cubicBezTo>
                  <a:cubicBezTo>
                    <a:pt x="457" y="85"/>
                    <a:pt x="453" y="84"/>
                    <a:pt x="450" y="85"/>
                  </a:cubicBezTo>
                  <a:cubicBezTo>
                    <a:pt x="450" y="84"/>
                    <a:pt x="450" y="84"/>
                    <a:pt x="450" y="84"/>
                  </a:cubicBezTo>
                  <a:cubicBezTo>
                    <a:pt x="448" y="85"/>
                    <a:pt x="448" y="85"/>
                    <a:pt x="448" y="85"/>
                  </a:cubicBezTo>
                  <a:cubicBezTo>
                    <a:pt x="444" y="84"/>
                    <a:pt x="444" y="84"/>
                    <a:pt x="444" y="84"/>
                  </a:cubicBezTo>
                  <a:cubicBezTo>
                    <a:pt x="446" y="84"/>
                    <a:pt x="447" y="83"/>
                    <a:pt x="448" y="83"/>
                  </a:cubicBezTo>
                  <a:cubicBezTo>
                    <a:pt x="444" y="82"/>
                    <a:pt x="445" y="84"/>
                    <a:pt x="442" y="84"/>
                  </a:cubicBezTo>
                  <a:cubicBezTo>
                    <a:pt x="437" y="84"/>
                    <a:pt x="439" y="83"/>
                    <a:pt x="438" y="83"/>
                  </a:cubicBezTo>
                  <a:cubicBezTo>
                    <a:pt x="440" y="83"/>
                    <a:pt x="440" y="83"/>
                    <a:pt x="441" y="83"/>
                  </a:cubicBezTo>
                  <a:cubicBezTo>
                    <a:pt x="445" y="83"/>
                    <a:pt x="440" y="83"/>
                    <a:pt x="440" y="82"/>
                  </a:cubicBezTo>
                  <a:cubicBezTo>
                    <a:pt x="440" y="82"/>
                    <a:pt x="438" y="83"/>
                    <a:pt x="435" y="82"/>
                  </a:cubicBezTo>
                  <a:cubicBezTo>
                    <a:pt x="433" y="82"/>
                    <a:pt x="428" y="82"/>
                    <a:pt x="430" y="81"/>
                  </a:cubicBezTo>
                  <a:cubicBezTo>
                    <a:pt x="427" y="81"/>
                    <a:pt x="425" y="81"/>
                    <a:pt x="423" y="81"/>
                  </a:cubicBezTo>
                  <a:cubicBezTo>
                    <a:pt x="424" y="81"/>
                    <a:pt x="427" y="82"/>
                    <a:pt x="427" y="82"/>
                  </a:cubicBezTo>
                  <a:cubicBezTo>
                    <a:pt x="425" y="82"/>
                    <a:pt x="421" y="82"/>
                    <a:pt x="421" y="82"/>
                  </a:cubicBezTo>
                  <a:cubicBezTo>
                    <a:pt x="423" y="82"/>
                    <a:pt x="423" y="82"/>
                    <a:pt x="423" y="82"/>
                  </a:cubicBezTo>
                  <a:cubicBezTo>
                    <a:pt x="421" y="82"/>
                    <a:pt x="417" y="81"/>
                    <a:pt x="418" y="82"/>
                  </a:cubicBezTo>
                  <a:cubicBezTo>
                    <a:pt x="417" y="80"/>
                    <a:pt x="417" y="80"/>
                    <a:pt x="417" y="80"/>
                  </a:cubicBezTo>
                  <a:cubicBezTo>
                    <a:pt x="414" y="81"/>
                    <a:pt x="411" y="80"/>
                    <a:pt x="408" y="80"/>
                  </a:cubicBezTo>
                  <a:cubicBezTo>
                    <a:pt x="409" y="79"/>
                    <a:pt x="413" y="79"/>
                    <a:pt x="408" y="78"/>
                  </a:cubicBezTo>
                  <a:cubicBezTo>
                    <a:pt x="402" y="78"/>
                    <a:pt x="402" y="78"/>
                    <a:pt x="402" y="78"/>
                  </a:cubicBezTo>
                  <a:cubicBezTo>
                    <a:pt x="400" y="78"/>
                    <a:pt x="399" y="78"/>
                    <a:pt x="401" y="77"/>
                  </a:cubicBezTo>
                  <a:cubicBezTo>
                    <a:pt x="393" y="76"/>
                    <a:pt x="388" y="78"/>
                    <a:pt x="383" y="77"/>
                  </a:cubicBezTo>
                  <a:cubicBezTo>
                    <a:pt x="387" y="76"/>
                    <a:pt x="385" y="76"/>
                    <a:pt x="383" y="75"/>
                  </a:cubicBezTo>
                  <a:cubicBezTo>
                    <a:pt x="383" y="75"/>
                    <a:pt x="382" y="76"/>
                    <a:pt x="380" y="76"/>
                  </a:cubicBezTo>
                  <a:cubicBezTo>
                    <a:pt x="380" y="76"/>
                    <a:pt x="383" y="75"/>
                    <a:pt x="384" y="76"/>
                  </a:cubicBezTo>
                  <a:cubicBezTo>
                    <a:pt x="384" y="77"/>
                    <a:pt x="381" y="76"/>
                    <a:pt x="379" y="76"/>
                  </a:cubicBezTo>
                  <a:cubicBezTo>
                    <a:pt x="378" y="73"/>
                    <a:pt x="361" y="73"/>
                    <a:pt x="354" y="71"/>
                  </a:cubicBezTo>
                  <a:cubicBezTo>
                    <a:pt x="352" y="72"/>
                    <a:pt x="349" y="71"/>
                    <a:pt x="346" y="71"/>
                  </a:cubicBezTo>
                  <a:cubicBezTo>
                    <a:pt x="349" y="70"/>
                    <a:pt x="340" y="71"/>
                    <a:pt x="339" y="70"/>
                  </a:cubicBezTo>
                  <a:cubicBezTo>
                    <a:pt x="338" y="71"/>
                    <a:pt x="338" y="71"/>
                    <a:pt x="338" y="71"/>
                  </a:cubicBezTo>
                  <a:cubicBezTo>
                    <a:pt x="333" y="70"/>
                    <a:pt x="325" y="71"/>
                    <a:pt x="324" y="70"/>
                  </a:cubicBezTo>
                  <a:cubicBezTo>
                    <a:pt x="321" y="69"/>
                    <a:pt x="327" y="69"/>
                    <a:pt x="329" y="69"/>
                  </a:cubicBezTo>
                  <a:cubicBezTo>
                    <a:pt x="327" y="67"/>
                    <a:pt x="314" y="69"/>
                    <a:pt x="313" y="67"/>
                  </a:cubicBezTo>
                  <a:cubicBezTo>
                    <a:pt x="312" y="67"/>
                    <a:pt x="312" y="68"/>
                    <a:pt x="307" y="68"/>
                  </a:cubicBezTo>
                  <a:cubicBezTo>
                    <a:pt x="305" y="68"/>
                    <a:pt x="299" y="66"/>
                    <a:pt x="300" y="66"/>
                  </a:cubicBezTo>
                  <a:cubicBezTo>
                    <a:pt x="297" y="66"/>
                    <a:pt x="295" y="67"/>
                    <a:pt x="293" y="66"/>
                  </a:cubicBezTo>
                  <a:cubicBezTo>
                    <a:pt x="294" y="66"/>
                    <a:pt x="295" y="66"/>
                    <a:pt x="297" y="66"/>
                  </a:cubicBezTo>
                  <a:cubicBezTo>
                    <a:pt x="292" y="65"/>
                    <a:pt x="287" y="65"/>
                    <a:pt x="282" y="65"/>
                  </a:cubicBezTo>
                  <a:cubicBezTo>
                    <a:pt x="281" y="64"/>
                    <a:pt x="271" y="64"/>
                    <a:pt x="263" y="64"/>
                  </a:cubicBezTo>
                  <a:cubicBezTo>
                    <a:pt x="259" y="65"/>
                    <a:pt x="244" y="65"/>
                    <a:pt x="240" y="69"/>
                  </a:cubicBezTo>
                  <a:cubicBezTo>
                    <a:pt x="240" y="68"/>
                    <a:pt x="238" y="69"/>
                    <a:pt x="237" y="70"/>
                  </a:cubicBezTo>
                  <a:cubicBezTo>
                    <a:pt x="235" y="72"/>
                    <a:pt x="239" y="72"/>
                    <a:pt x="239" y="73"/>
                  </a:cubicBezTo>
                  <a:cubicBezTo>
                    <a:pt x="236" y="73"/>
                    <a:pt x="236" y="73"/>
                    <a:pt x="236" y="73"/>
                  </a:cubicBezTo>
                  <a:cubicBezTo>
                    <a:pt x="233" y="74"/>
                    <a:pt x="237" y="76"/>
                    <a:pt x="236" y="77"/>
                  </a:cubicBezTo>
                  <a:cubicBezTo>
                    <a:pt x="238" y="76"/>
                    <a:pt x="237" y="78"/>
                    <a:pt x="239" y="77"/>
                  </a:cubicBezTo>
                  <a:cubicBezTo>
                    <a:pt x="241" y="78"/>
                    <a:pt x="241" y="78"/>
                    <a:pt x="241" y="78"/>
                  </a:cubicBezTo>
                  <a:cubicBezTo>
                    <a:pt x="243" y="80"/>
                    <a:pt x="242" y="78"/>
                    <a:pt x="245" y="80"/>
                  </a:cubicBezTo>
                  <a:cubicBezTo>
                    <a:pt x="246" y="81"/>
                    <a:pt x="242" y="81"/>
                    <a:pt x="242" y="81"/>
                  </a:cubicBezTo>
                  <a:cubicBezTo>
                    <a:pt x="241" y="82"/>
                    <a:pt x="243" y="82"/>
                    <a:pt x="245" y="83"/>
                  </a:cubicBezTo>
                  <a:cubicBezTo>
                    <a:pt x="245" y="83"/>
                    <a:pt x="245" y="83"/>
                    <a:pt x="246" y="83"/>
                  </a:cubicBezTo>
                  <a:cubicBezTo>
                    <a:pt x="245" y="83"/>
                    <a:pt x="245" y="83"/>
                    <a:pt x="245" y="83"/>
                  </a:cubicBezTo>
                  <a:cubicBezTo>
                    <a:pt x="246" y="84"/>
                    <a:pt x="246" y="84"/>
                    <a:pt x="247" y="84"/>
                  </a:cubicBezTo>
                  <a:cubicBezTo>
                    <a:pt x="247" y="84"/>
                    <a:pt x="247" y="84"/>
                    <a:pt x="247" y="84"/>
                  </a:cubicBezTo>
                  <a:cubicBezTo>
                    <a:pt x="246" y="84"/>
                    <a:pt x="246" y="84"/>
                    <a:pt x="245" y="83"/>
                  </a:cubicBezTo>
                  <a:cubicBezTo>
                    <a:pt x="245" y="84"/>
                    <a:pt x="246" y="84"/>
                    <a:pt x="246" y="84"/>
                  </a:cubicBezTo>
                  <a:cubicBezTo>
                    <a:pt x="246" y="85"/>
                    <a:pt x="246" y="85"/>
                    <a:pt x="246" y="85"/>
                  </a:cubicBezTo>
                  <a:cubicBezTo>
                    <a:pt x="247" y="85"/>
                    <a:pt x="247" y="85"/>
                    <a:pt x="247" y="85"/>
                  </a:cubicBezTo>
                  <a:cubicBezTo>
                    <a:pt x="245" y="86"/>
                    <a:pt x="245" y="86"/>
                    <a:pt x="245" y="86"/>
                  </a:cubicBezTo>
                  <a:cubicBezTo>
                    <a:pt x="245" y="86"/>
                    <a:pt x="250" y="87"/>
                    <a:pt x="251" y="87"/>
                  </a:cubicBezTo>
                  <a:cubicBezTo>
                    <a:pt x="252" y="90"/>
                    <a:pt x="260" y="94"/>
                    <a:pt x="263" y="95"/>
                  </a:cubicBezTo>
                  <a:cubicBezTo>
                    <a:pt x="262" y="95"/>
                    <a:pt x="262" y="95"/>
                    <a:pt x="263" y="95"/>
                  </a:cubicBezTo>
                  <a:cubicBezTo>
                    <a:pt x="265" y="96"/>
                    <a:pt x="268" y="96"/>
                    <a:pt x="267" y="96"/>
                  </a:cubicBezTo>
                  <a:cubicBezTo>
                    <a:pt x="269" y="97"/>
                    <a:pt x="266" y="97"/>
                    <a:pt x="268" y="99"/>
                  </a:cubicBezTo>
                  <a:cubicBezTo>
                    <a:pt x="268" y="99"/>
                    <a:pt x="270" y="98"/>
                    <a:pt x="269" y="98"/>
                  </a:cubicBezTo>
                  <a:cubicBezTo>
                    <a:pt x="270" y="101"/>
                    <a:pt x="279" y="102"/>
                    <a:pt x="281" y="105"/>
                  </a:cubicBezTo>
                  <a:cubicBezTo>
                    <a:pt x="280" y="105"/>
                    <a:pt x="279" y="105"/>
                    <a:pt x="278" y="105"/>
                  </a:cubicBezTo>
                  <a:cubicBezTo>
                    <a:pt x="282" y="106"/>
                    <a:pt x="285" y="108"/>
                    <a:pt x="291" y="109"/>
                  </a:cubicBezTo>
                  <a:cubicBezTo>
                    <a:pt x="289" y="109"/>
                    <a:pt x="289" y="109"/>
                    <a:pt x="287" y="109"/>
                  </a:cubicBezTo>
                  <a:cubicBezTo>
                    <a:pt x="289" y="110"/>
                    <a:pt x="292" y="112"/>
                    <a:pt x="295" y="112"/>
                  </a:cubicBezTo>
                  <a:cubicBezTo>
                    <a:pt x="295" y="111"/>
                    <a:pt x="294" y="112"/>
                    <a:pt x="293" y="111"/>
                  </a:cubicBezTo>
                  <a:cubicBezTo>
                    <a:pt x="293" y="110"/>
                    <a:pt x="298" y="111"/>
                    <a:pt x="299" y="112"/>
                  </a:cubicBezTo>
                  <a:cubicBezTo>
                    <a:pt x="299" y="112"/>
                    <a:pt x="299" y="112"/>
                    <a:pt x="299" y="112"/>
                  </a:cubicBezTo>
                  <a:cubicBezTo>
                    <a:pt x="301" y="113"/>
                    <a:pt x="302" y="113"/>
                    <a:pt x="304" y="114"/>
                  </a:cubicBezTo>
                  <a:cubicBezTo>
                    <a:pt x="304" y="115"/>
                    <a:pt x="302" y="114"/>
                    <a:pt x="302" y="115"/>
                  </a:cubicBezTo>
                  <a:cubicBezTo>
                    <a:pt x="299" y="116"/>
                    <a:pt x="304" y="118"/>
                    <a:pt x="304" y="118"/>
                  </a:cubicBezTo>
                  <a:cubicBezTo>
                    <a:pt x="306" y="118"/>
                    <a:pt x="307" y="119"/>
                    <a:pt x="308" y="118"/>
                  </a:cubicBezTo>
                  <a:cubicBezTo>
                    <a:pt x="310" y="119"/>
                    <a:pt x="307" y="119"/>
                    <a:pt x="308" y="120"/>
                  </a:cubicBezTo>
                  <a:cubicBezTo>
                    <a:pt x="318" y="121"/>
                    <a:pt x="318" y="121"/>
                    <a:pt x="318" y="121"/>
                  </a:cubicBezTo>
                  <a:cubicBezTo>
                    <a:pt x="317" y="121"/>
                    <a:pt x="317" y="123"/>
                    <a:pt x="314" y="122"/>
                  </a:cubicBezTo>
                  <a:cubicBezTo>
                    <a:pt x="318" y="124"/>
                    <a:pt x="324" y="124"/>
                    <a:pt x="328" y="125"/>
                  </a:cubicBezTo>
                  <a:cubicBezTo>
                    <a:pt x="329" y="126"/>
                    <a:pt x="333" y="127"/>
                    <a:pt x="334" y="128"/>
                  </a:cubicBezTo>
                  <a:cubicBezTo>
                    <a:pt x="333" y="129"/>
                    <a:pt x="334" y="127"/>
                    <a:pt x="332" y="128"/>
                  </a:cubicBezTo>
                  <a:cubicBezTo>
                    <a:pt x="332" y="129"/>
                    <a:pt x="332" y="129"/>
                    <a:pt x="332" y="129"/>
                  </a:cubicBezTo>
                  <a:cubicBezTo>
                    <a:pt x="329" y="128"/>
                    <a:pt x="329" y="130"/>
                    <a:pt x="326" y="130"/>
                  </a:cubicBezTo>
                  <a:cubicBezTo>
                    <a:pt x="329" y="131"/>
                    <a:pt x="332" y="133"/>
                    <a:pt x="335" y="135"/>
                  </a:cubicBezTo>
                  <a:cubicBezTo>
                    <a:pt x="336" y="133"/>
                    <a:pt x="340" y="137"/>
                    <a:pt x="343" y="136"/>
                  </a:cubicBezTo>
                  <a:cubicBezTo>
                    <a:pt x="347" y="138"/>
                    <a:pt x="342" y="138"/>
                    <a:pt x="342" y="139"/>
                  </a:cubicBezTo>
                  <a:cubicBezTo>
                    <a:pt x="347" y="140"/>
                    <a:pt x="349" y="143"/>
                    <a:pt x="352" y="144"/>
                  </a:cubicBezTo>
                  <a:cubicBezTo>
                    <a:pt x="352" y="144"/>
                    <a:pt x="352" y="144"/>
                    <a:pt x="351" y="144"/>
                  </a:cubicBezTo>
                  <a:cubicBezTo>
                    <a:pt x="355" y="146"/>
                    <a:pt x="358" y="149"/>
                    <a:pt x="363" y="150"/>
                  </a:cubicBezTo>
                  <a:cubicBezTo>
                    <a:pt x="363" y="150"/>
                    <a:pt x="362" y="150"/>
                    <a:pt x="361" y="150"/>
                  </a:cubicBezTo>
                  <a:cubicBezTo>
                    <a:pt x="362" y="152"/>
                    <a:pt x="366" y="149"/>
                    <a:pt x="367" y="152"/>
                  </a:cubicBezTo>
                  <a:cubicBezTo>
                    <a:pt x="364" y="152"/>
                    <a:pt x="364" y="152"/>
                    <a:pt x="364" y="152"/>
                  </a:cubicBezTo>
                  <a:cubicBezTo>
                    <a:pt x="368" y="153"/>
                    <a:pt x="366" y="155"/>
                    <a:pt x="371" y="156"/>
                  </a:cubicBezTo>
                  <a:cubicBezTo>
                    <a:pt x="370" y="156"/>
                    <a:pt x="369" y="156"/>
                    <a:pt x="368" y="156"/>
                  </a:cubicBezTo>
                  <a:cubicBezTo>
                    <a:pt x="371" y="157"/>
                    <a:pt x="372" y="159"/>
                    <a:pt x="376" y="160"/>
                  </a:cubicBezTo>
                  <a:cubicBezTo>
                    <a:pt x="375" y="160"/>
                    <a:pt x="374" y="160"/>
                    <a:pt x="372" y="160"/>
                  </a:cubicBezTo>
                  <a:cubicBezTo>
                    <a:pt x="372" y="161"/>
                    <a:pt x="377" y="161"/>
                    <a:pt x="376" y="162"/>
                  </a:cubicBezTo>
                  <a:cubicBezTo>
                    <a:pt x="376" y="163"/>
                    <a:pt x="375" y="164"/>
                    <a:pt x="375" y="164"/>
                  </a:cubicBezTo>
                  <a:cubicBezTo>
                    <a:pt x="378" y="164"/>
                    <a:pt x="376" y="167"/>
                    <a:pt x="370" y="167"/>
                  </a:cubicBezTo>
                  <a:cubicBezTo>
                    <a:pt x="370" y="167"/>
                    <a:pt x="368" y="167"/>
                    <a:pt x="365" y="167"/>
                  </a:cubicBezTo>
                  <a:cubicBezTo>
                    <a:pt x="339" y="166"/>
                    <a:pt x="317" y="163"/>
                    <a:pt x="293" y="161"/>
                  </a:cubicBezTo>
                  <a:cubicBezTo>
                    <a:pt x="292" y="159"/>
                    <a:pt x="300" y="161"/>
                    <a:pt x="299" y="160"/>
                  </a:cubicBezTo>
                  <a:cubicBezTo>
                    <a:pt x="297" y="161"/>
                    <a:pt x="295" y="159"/>
                    <a:pt x="288" y="159"/>
                  </a:cubicBezTo>
                  <a:cubicBezTo>
                    <a:pt x="288" y="159"/>
                    <a:pt x="288" y="159"/>
                    <a:pt x="288" y="159"/>
                  </a:cubicBezTo>
                  <a:cubicBezTo>
                    <a:pt x="285" y="158"/>
                    <a:pt x="285" y="157"/>
                    <a:pt x="281" y="157"/>
                  </a:cubicBezTo>
                  <a:cubicBezTo>
                    <a:pt x="280" y="158"/>
                    <a:pt x="280" y="158"/>
                    <a:pt x="280" y="158"/>
                  </a:cubicBezTo>
                  <a:cubicBezTo>
                    <a:pt x="276" y="158"/>
                    <a:pt x="276" y="155"/>
                    <a:pt x="272" y="156"/>
                  </a:cubicBezTo>
                  <a:cubicBezTo>
                    <a:pt x="271" y="155"/>
                    <a:pt x="271" y="155"/>
                    <a:pt x="271" y="155"/>
                  </a:cubicBezTo>
                  <a:cubicBezTo>
                    <a:pt x="265" y="156"/>
                    <a:pt x="267" y="154"/>
                    <a:pt x="261" y="154"/>
                  </a:cubicBezTo>
                  <a:cubicBezTo>
                    <a:pt x="262" y="154"/>
                    <a:pt x="262" y="154"/>
                    <a:pt x="262" y="154"/>
                  </a:cubicBezTo>
                  <a:cubicBezTo>
                    <a:pt x="258" y="153"/>
                    <a:pt x="249" y="154"/>
                    <a:pt x="249" y="152"/>
                  </a:cubicBezTo>
                  <a:cubicBezTo>
                    <a:pt x="244" y="152"/>
                    <a:pt x="239" y="151"/>
                    <a:pt x="236" y="152"/>
                  </a:cubicBezTo>
                  <a:cubicBezTo>
                    <a:pt x="236" y="151"/>
                    <a:pt x="238" y="151"/>
                    <a:pt x="239" y="151"/>
                  </a:cubicBezTo>
                  <a:cubicBezTo>
                    <a:pt x="222" y="149"/>
                    <a:pt x="205" y="145"/>
                    <a:pt x="188" y="144"/>
                  </a:cubicBezTo>
                  <a:cubicBezTo>
                    <a:pt x="188" y="143"/>
                    <a:pt x="189" y="144"/>
                    <a:pt x="190" y="143"/>
                  </a:cubicBezTo>
                  <a:cubicBezTo>
                    <a:pt x="179" y="143"/>
                    <a:pt x="175" y="139"/>
                    <a:pt x="164" y="140"/>
                  </a:cubicBezTo>
                  <a:cubicBezTo>
                    <a:pt x="160" y="140"/>
                    <a:pt x="160" y="140"/>
                    <a:pt x="160" y="140"/>
                  </a:cubicBezTo>
                  <a:cubicBezTo>
                    <a:pt x="159" y="139"/>
                    <a:pt x="160" y="139"/>
                    <a:pt x="159" y="138"/>
                  </a:cubicBezTo>
                  <a:cubicBezTo>
                    <a:pt x="156" y="139"/>
                    <a:pt x="151" y="137"/>
                    <a:pt x="148" y="138"/>
                  </a:cubicBezTo>
                  <a:cubicBezTo>
                    <a:pt x="148" y="137"/>
                    <a:pt x="150" y="137"/>
                    <a:pt x="150" y="137"/>
                  </a:cubicBezTo>
                  <a:cubicBezTo>
                    <a:pt x="147" y="136"/>
                    <a:pt x="139" y="136"/>
                    <a:pt x="136" y="135"/>
                  </a:cubicBezTo>
                  <a:cubicBezTo>
                    <a:pt x="138" y="135"/>
                    <a:pt x="138" y="135"/>
                    <a:pt x="138" y="135"/>
                  </a:cubicBezTo>
                  <a:cubicBezTo>
                    <a:pt x="122" y="130"/>
                    <a:pt x="100" y="124"/>
                    <a:pt x="79" y="123"/>
                  </a:cubicBezTo>
                  <a:cubicBezTo>
                    <a:pt x="74" y="122"/>
                    <a:pt x="80" y="122"/>
                    <a:pt x="78" y="121"/>
                  </a:cubicBezTo>
                  <a:cubicBezTo>
                    <a:pt x="58" y="120"/>
                    <a:pt x="44" y="114"/>
                    <a:pt x="23" y="113"/>
                  </a:cubicBezTo>
                  <a:cubicBezTo>
                    <a:pt x="10" y="111"/>
                    <a:pt x="0" y="113"/>
                    <a:pt x="0" y="113"/>
                  </a:cubicBezTo>
                  <a:cubicBezTo>
                    <a:pt x="31" y="117"/>
                    <a:pt x="53" y="123"/>
                    <a:pt x="78" y="130"/>
                  </a:cubicBezTo>
                  <a:close/>
                  <a:moveTo>
                    <a:pt x="656" y="33"/>
                  </a:moveTo>
                  <a:cubicBezTo>
                    <a:pt x="656" y="33"/>
                    <a:pt x="656" y="33"/>
                    <a:pt x="656" y="33"/>
                  </a:cubicBezTo>
                  <a:moveTo>
                    <a:pt x="655" y="33"/>
                  </a:moveTo>
                  <a:cubicBezTo>
                    <a:pt x="655" y="33"/>
                    <a:pt x="655" y="33"/>
                    <a:pt x="655" y="33"/>
                  </a:cubicBezTo>
                  <a:cubicBezTo>
                    <a:pt x="656" y="33"/>
                    <a:pt x="656" y="33"/>
                    <a:pt x="655" y="33"/>
                  </a:cubicBezTo>
                  <a:close/>
                  <a:moveTo>
                    <a:pt x="650" y="3"/>
                  </a:moveTo>
                  <a:cubicBezTo>
                    <a:pt x="650" y="3"/>
                    <a:pt x="650" y="4"/>
                    <a:pt x="650" y="4"/>
                  </a:cubicBezTo>
                  <a:cubicBezTo>
                    <a:pt x="650" y="4"/>
                    <a:pt x="649" y="4"/>
                    <a:pt x="648" y="5"/>
                  </a:cubicBezTo>
                  <a:cubicBezTo>
                    <a:pt x="648" y="4"/>
                    <a:pt x="648" y="3"/>
                    <a:pt x="650" y="3"/>
                  </a:cubicBezTo>
                  <a:close/>
                  <a:moveTo>
                    <a:pt x="649" y="34"/>
                  </a:moveTo>
                  <a:cubicBezTo>
                    <a:pt x="650" y="34"/>
                    <a:pt x="651" y="34"/>
                    <a:pt x="653" y="34"/>
                  </a:cubicBezTo>
                  <a:cubicBezTo>
                    <a:pt x="653" y="33"/>
                    <a:pt x="653" y="33"/>
                    <a:pt x="653" y="33"/>
                  </a:cubicBezTo>
                  <a:cubicBezTo>
                    <a:pt x="653" y="34"/>
                    <a:pt x="653" y="34"/>
                    <a:pt x="653" y="34"/>
                  </a:cubicBezTo>
                  <a:cubicBezTo>
                    <a:pt x="654" y="34"/>
                    <a:pt x="655" y="33"/>
                    <a:pt x="655" y="33"/>
                  </a:cubicBezTo>
                  <a:cubicBezTo>
                    <a:pt x="654" y="34"/>
                    <a:pt x="654" y="34"/>
                    <a:pt x="653" y="34"/>
                  </a:cubicBezTo>
                  <a:cubicBezTo>
                    <a:pt x="653" y="34"/>
                    <a:pt x="653" y="35"/>
                    <a:pt x="652" y="35"/>
                  </a:cubicBezTo>
                  <a:cubicBezTo>
                    <a:pt x="652" y="35"/>
                    <a:pt x="652" y="35"/>
                    <a:pt x="652" y="35"/>
                  </a:cubicBezTo>
                  <a:cubicBezTo>
                    <a:pt x="652" y="35"/>
                    <a:pt x="651" y="35"/>
                    <a:pt x="650" y="35"/>
                  </a:cubicBezTo>
                  <a:cubicBezTo>
                    <a:pt x="649" y="35"/>
                    <a:pt x="649" y="35"/>
                    <a:pt x="649" y="35"/>
                  </a:cubicBezTo>
                  <a:cubicBezTo>
                    <a:pt x="647" y="36"/>
                    <a:pt x="650" y="36"/>
                    <a:pt x="648" y="37"/>
                  </a:cubicBezTo>
                  <a:cubicBezTo>
                    <a:pt x="646" y="37"/>
                    <a:pt x="644" y="37"/>
                    <a:pt x="643" y="37"/>
                  </a:cubicBezTo>
                  <a:cubicBezTo>
                    <a:pt x="643" y="36"/>
                    <a:pt x="646" y="35"/>
                    <a:pt x="640" y="34"/>
                  </a:cubicBezTo>
                  <a:cubicBezTo>
                    <a:pt x="644" y="33"/>
                    <a:pt x="649" y="35"/>
                    <a:pt x="649" y="34"/>
                  </a:cubicBezTo>
                  <a:close/>
                  <a:moveTo>
                    <a:pt x="539" y="91"/>
                  </a:moveTo>
                  <a:cubicBezTo>
                    <a:pt x="541" y="91"/>
                    <a:pt x="537" y="92"/>
                    <a:pt x="538" y="92"/>
                  </a:cubicBezTo>
                  <a:cubicBezTo>
                    <a:pt x="537" y="92"/>
                    <a:pt x="535" y="93"/>
                    <a:pt x="535" y="92"/>
                  </a:cubicBezTo>
                  <a:cubicBezTo>
                    <a:pt x="538" y="92"/>
                    <a:pt x="539" y="91"/>
                    <a:pt x="539" y="91"/>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prstClr val="black"/>
                </a:solidFill>
                <a:latin typeface="Calibri" panose="020F0502020204030204"/>
                <a:cs typeface="+mn-cs"/>
              </a:endParaRPr>
            </a:p>
          </p:txBody>
        </p:sp>
        <p:grpSp>
          <p:nvGrpSpPr>
            <p:cNvPr id="65" name="Group 64"/>
            <p:cNvGrpSpPr/>
            <p:nvPr/>
          </p:nvGrpSpPr>
          <p:grpSpPr>
            <a:xfrm>
              <a:off x="4378607" y="1298947"/>
              <a:ext cx="3296023" cy="3382760"/>
              <a:chOff x="4516324" y="1568450"/>
              <a:chExt cx="3559176" cy="3652838"/>
            </a:xfrm>
          </p:grpSpPr>
          <p:sp>
            <p:nvSpPr>
              <p:cNvPr id="66" name="Freeform 18"/>
              <p:cNvSpPr>
                <a:spLocks/>
              </p:cNvSpPr>
              <p:nvPr/>
            </p:nvSpPr>
            <p:spPr bwMode="auto">
              <a:xfrm>
                <a:off x="7670687" y="1568450"/>
                <a:ext cx="404813" cy="365125"/>
              </a:xfrm>
              <a:custGeom>
                <a:avLst/>
                <a:gdLst>
                  <a:gd name="T0" fmla="*/ 0 w 71"/>
                  <a:gd name="T1" fmla="*/ 18 h 64"/>
                  <a:gd name="T2" fmla="*/ 26 w 71"/>
                  <a:gd name="T3" fmla="*/ 2 h 64"/>
                  <a:gd name="T4" fmla="*/ 55 w 71"/>
                  <a:gd name="T5" fmla="*/ 11 h 64"/>
                  <a:gd name="T6" fmla="*/ 65 w 71"/>
                  <a:gd name="T7" fmla="*/ 40 h 64"/>
                  <a:gd name="T8" fmla="*/ 52 w 71"/>
                  <a:gd name="T9" fmla="*/ 64 h 64"/>
                  <a:gd name="T10" fmla="*/ 0 w 71"/>
                  <a:gd name="T11" fmla="*/ 18 h 64"/>
                </a:gdLst>
                <a:ahLst/>
                <a:cxnLst>
                  <a:cxn ang="0">
                    <a:pos x="T0" y="T1"/>
                  </a:cxn>
                  <a:cxn ang="0">
                    <a:pos x="T2" y="T3"/>
                  </a:cxn>
                  <a:cxn ang="0">
                    <a:pos x="T4" y="T5"/>
                  </a:cxn>
                  <a:cxn ang="0">
                    <a:pos x="T6" y="T7"/>
                  </a:cxn>
                  <a:cxn ang="0">
                    <a:pos x="T8" y="T9"/>
                  </a:cxn>
                  <a:cxn ang="0">
                    <a:pos x="T10" y="T11"/>
                  </a:cxn>
                </a:cxnLst>
                <a:rect l="0" t="0" r="r" b="b"/>
                <a:pathLst>
                  <a:path w="71" h="64">
                    <a:moveTo>
                      <a:pt x="0" y="18"/>
                    </a:moveTo>
                    <a:cubicBezTo>
                      <a:pt x="0" y="18"/>
                      <a:pt x="17" y="3"/>
                      <a:pt x="26" y="2"/>
                    </a:cubicBezTo>
                    <a:cubicBezTo>
                      <a:pt x="36" y="0"/>
                      <a:pt x="47" y="3"/>
                      <a:pt x="55" y="11"/>
                    </a:cubicBezTo>
                    <a:cubicBezTo>
                      <a:pt x="62" y="18"/>
                      <a:pt x="71" y="29"/>
                      <a:pt x="65" y="40"/>
                    </a:cubicBezTo>
                    <a:cubicBezTo>
                      <a:pt x="60" y="52"/>
                      <a:pt x="52" y="64"/>
                      <a:pt x="52" y="64"/>
                    </a:cubicBezTo>
                    <a:lnTo>
                      <a:pt x="0" y="18"/>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prstClr val="black"/>
                  </a:solidFill>
                  <a:latin typeface="Calibri" panose="020F0502020204030204"/>
                  <a:cs typeface="+mn-cs"/>
                </a:endParaRPr>
              </a:p>
            </p:txBody>
          </p:sp>
          <p:sp>
            <p:nvSpPr>
              <p:cNvPr id="67" name="Freeform 19"/>
              <p:cNvSpPr>
                <a:spLocks/>
              </p:cNvSpPr>
              <p:nvPr/>
            </p:nvSpPr>
            <p:spPr bwMode="auto">
              <a:xfrm>
                <a:off x="7899287" y="1636713"/>
                <a:ext cx="153988" cy="268288"/>
              </a:xfrm>
              <a:custGeom>
                <a:avLst/>
                <a:gdLst>
                  <a:gd name="T0" fmla="*/ 0 w 27"/>
                  <a:gd name="T1" fmla="*/ 19 h 47"/>
                  <a:gd name="T2" fmla="*/ 14 w 27"/>
                  <a:gd name="T3" fmla="*/ 0 h 47"/>
                  <a:gd name="T4" fmla="*/ 25 w 27"/>
                  <a:gd name="T5" fmla="*/ 22 h 47"/>
                  <a:gd name="T6" fmla="*/ 13 w 27"/>
                  <a:gd name="T7" fmla="*/ 46 h 47"/>
                  <a:gd name="T8" fmla="*/ 0 w 27"/>
                  <a:gd name="T9" fmla="*/ 19 h 47"/>
                </a:gdLst>
                <a:ahLst/>
                <a:cxnLst>
                  <a:cxn ang="0">
                    <a:pos x="T0" y="T1"/>
                  </a:cxn>
                  <a:cxn ang="0">
                    <a:pos x="T2" y="T3"/>
                  </a:cxn>
                  <a:cxn ang="0">
                    <a:pos x="T4" y="T5"/>
                  </a:cxn>
                  <a:cxn ang="0">
                    <a:pos x="T6" y="T7"/>
                  </a:cxn>
                  <a:cxn ang="0">
                    <a:pos x="T8" y="T9"/>
                  </a:cxn>
                </a:cxnLst>
                <a:rect l="0" t="0" r="r" b="b"/>
                <a:pathLst>
                  <a:path w="27" h="47">
                    <a:moveTo>
                      <a:pt x="0" y="19"/>
                    </a:moveTo>
                    <a:cubicBezTo>
                      <a:pt x="0" y="19"/>
                      <a:pt x="15" y="7"/>
                      <a:pt x="14" y="0"/>
                    </a:cubicBezTo>
                    <a:cubicBezTo>
                      <a:pt x="14" y="0"/>
                      <a:pt x="27" y="12"/>
                      <a:pt x="25" y="22"/>
                    </a:cubicBezTo>
                    <a:cubicBezTo>
                      <a:pt x="23" y="32"/>
                      <a:pt x="14" y="45"/>
                      <a:pt x="13" y="46"/>
                    </a:cubicBezTo>
                    <a:cubicBezTo>
                      <a:pt x="11" y="47"/>
                      <a:pt x="0" y="19"/>
                      <a:pt x="0" y="19"/>
                    </a:cubicBez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prstClr val="black"/>
                  </a:solidFill>
                  <a:latin typeface="Calibri" panose="020F0502020204030204"/>
                  <a:cs typeface="+mn-cs"/>
                </a:endParaRPr>
              </a:p>
            </p:txBody>
          </p:sp>
          <p:sp>
            <p:nvSpPr>
              <p:cNvPr id="74" name="Freeform 20"/>
              <p:cNvSpPr>
                <a:spLocks/>
              </p:cNvSpPr>
              <p:nvPr/>
            </p:nvSpPr>
            <p:spPr bwMode="auto">
              <a:xfrm>
                <a:off x="7597662" y="1665288"/>
                <a:ext cx="398463" cy="314325"/>
              </a:xfrm>
              <a:custGeom>
                <a:avLst/>
                <a:gdLst>
                  <a:gd name="T0" fmla="*/ 64 w 70"/>
                  <a:gd name="T1" fmla="*/ 35 h 55"/>
                  <a:gd name="T2" fmla="*/ 18 w 70"/>
                  <a:gd name="T3" fmla="*/ 1 h 55"/>
                  <a:gd name="T4" fmla="*/ 0 w 70"/>
                  <a:gd name="T5" fmla="*/ 10 h 55"/>
                  <a:gd name="T6" fmla="*/ 60 w 70"/>
                  <a:gd name="T7" fmla="*/ 55 h 55"/>
                  <a:gd name="T8" fmla="*/ 64 w 70"/>
                  <a:gd name="T9" fmla="*/ 35 h 55"/>
                </a:gdLst>
                <a:ahLst/>
                <a:cxnLst>
                  <a:cxn ang="0">
                    <a:pos x="T0" y="T1"/>
                  </a:cxn>
                  <a:cxn ang="0">
                    <a:pos x="T2" y="T3"/>
                  </a:cxn>
                  <a:cxn ang="0">
                    <a:pos x="T4" y="T5"/>
                  </a:cxn>
                  <a:cxn ang="0">
                    <a:pos x="T6" y="T7"/>
                  </a:cxn>
                  <a:cxn ang="0">
                    <a:pos x="T8" y="T9"/>
                  </a:cxn>
                </a:cxnLst>
                <a:rect l="0" t="0" r="r" b="b"/>
                <a:pathLst>
                  <a:path w="70" h="55">
                    <a:moveTo>
                      <a:pt x="64" y="35"/>
                    </a:moveTo>
                    <a:cubicBezTo>
                      <a:pt x="52" y="1"/>
                      <a:pt x="28" y="2"/>
                      <a:pt x="18" y="1"/>
                    </a:cubicBezTo>
                    <a:cubicBezTo>
                      <a:pt x="8" y="0"/>
                      <a:pt x="0" y="10"/>
                      <a:pt x="0" y="10"/>
                    </a:cubicBezTo>
                    <a:cubicBezTo>
                      <a:pt x="60" y="55"/>
                      <a:pt x="60" y="55"/>
                      <a:pt x="60" y="55"/>
                    </a:cubicBezTo>
                    <a:cubicBezTo>
                      <a:pt x="70" y="47"/>
                      <a:pt x="64" y="35"/>
                      <a:pt x="64" y="35"/>
                    </a:cubicBez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prstClr val="black"/>
                  </a:solidFill>
                  <a:latin typeface="Calibri" panose="020F0502020204030204"/>
                  <a:cs typeface="+mn-cs"/>
                </a:endParaRPr>
              </a:p>
            </p:txBody>
          </p:sp>
          <p:sp>
            <p:nvSpPr>
              <p:cNvPr id="75" name="Freeform 21"/>
              <p:cNvSpPr>
                <a:spLocks/>
              </p:cNvSpPr>
              <p:nvPr/>
            </p:nvSpPr>
            <p:spPr bwMode="auto">
              <a:xfrm>
                <a:off x="7859599" y="1797050"/>
                <a:ext cx="125413" cy="182563"/>
              </a:xfrm>
              <a:custGeom>
                <a:avLst/>
                <a:gdLst>
                  <a:gd name="T0" fmla="*/ 11 w 22"/>
                  <a:gd name="T1" fmla="*/ 0 h 32"/>
                  <a:gd name="T2" fmla="*/ 6 w 22"/>
                  <a:gd name="T3" fmla="*/ 7 h 32"/>
                  <a:gd name="T4" fmla="*/ 0 w 22"/>
                  <a:gd name="T5" fmla="*/ 22 h 32"/>
                  <a:gd name="T6" fmla="*/ 14 w 22"/>
                  <a:gd name="T7" fmla="*/ 32 h 32"/>
                  <a:gd name="T8" fmla="*/ 18 w 22"/>
                  <a:gd name="T9" fmla="*/ 27 h 32"/>
                  <a:gd name="T10" fmla="*/ 11 w 22"/>
                  <a:gd name="T11" fmla="*/ 0 h 32"/>
                </a:gdLst>
                <a:ahLst/>
                <a:cxnLst>
                  <a:cxn ang="0">
                    <a:pos x="T0" y="T1"/>
                  </a:cxn>
                  <a:cxn ang="0">
                    <a:pos x="T2" y="T3"/>
                  </a:cxn>
                  <a:cxn ang="0">
                    <a:pos x="T4" y="T5"/>
                  </a:cxn>
                  <a:cxn ang="0">
                    <a:pos x="T6" y="T7"/>
                  </a:cxn>
                  <a:cxn ang="0">
                    <a:pos x="T8" y="T9"/>
                  </a:cxn>
                  <a:cxn ang="0">
                    <a:pos x="T10" y="T11"/>
                  </a:cxn>
                </a:cxnLst>
                <a:rect l="0" t="0" r="r" b="b"/>
                <a:pathLst>
                  <a:path w="22" h="32">
                    <a:moveTo>
                      <a:pt x="11" y="0"/>
                    </a:moveTo>
                    <a:cubicBezTo>
                      <a:pt x="12" y="7"/>
                      <a:pt x="6" y="7"/>
                      <a:pt x="6" y="7"/>
                    </a:cubicBezTo>
                    <a:cubicBezTo>
                      <a:pt x="0" y="22"/>
                      <a:pt x="0" y="22"/>
                      <a:pt x="0" y="22"/>
                    </a:cubicBezTo>
                    <a:cubicBezTo>
                      <a:pt x="14" y="32"/>
                      <a:pt x="14" y="32"/>
                      <a:pt x="14" y="32"/>
                    </a:cubicBezTo>
                    <a:cubicBezTo>
                      <a:pt x="16" y="30"/>
                      <a:pt x="17" y="28"/>
                      <a:pt x="18" y="27"/>
                    </a:cubicBezTo>
                    <a:cubicBezTo>
                      <a:pt x="22" y="17"/>
                      <a:pt x="11" y="0"/>
                      <a:pt x="11" y="0"/>
                    </a:cubicBezTo>
                    <a:close/>
                  </a:path>
                </a:pathLst>
              </a:custGeom>
              <a:solidFill>
                <a:srgbClr val="9999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prstClr val="black"/>
                  </a:solidFill>
                  <a:latin typeface="Calibri" panose="020F0502020204030204"/>
                  <a:cs typeface="+mn-cs"/>
                </a:endParaRPr>
              </a:p>
            </p:txBody>
          </p:sp>
          <p:sp>
            <p:nvSpPr>
              <p:cNvPr id="84" name="Freeform 22"/>
              <p:cNvSpPr>
                <a:spLocks/>
              </p:cNvSpPr>
              <p:nvPr/>
            </p:nvSpPr>
            <p:spPr bwMode="auto">
              <a:xfrm>
                <a:off x="5090999" y="1643063"/>
                <a:ext cx="2847975" cy="2911475"/>
              </a:xfrm>
              <a:custGeom>
                <a:avLst/>
                <a:gdLst>
                  <a:gd name="T0" fmla="*/ 0 w 500"/>
                  <a:gd name="T1" fmla="*/ 338 h 511"/>
                  <a:gd name="T2" fmla="*/ 440 w 500"/>
                  <a:gd name="T3" fmla="*/ 14 h 511"/>
                  <a:gd name="T4" fmla="*/ 500 w 500"/>
                  <a:gd name="T5" fmla="*/ 59 h 511"/>
                  <a:gd name="T6" fmla="*/ 227 w 500"/>
                  <a:gd name="T7" fmla="*/ 511 h 511"/>
                  <a:gd name="T8" fmla="*/ 0 w 500"/>
                  <a:gd name="T9" fmla="*/ 338 h 511"/>
                </a:gdLst>
                <a:ahLst/>
                <a:cxnLst>
                  <a:cxn ang="0">
                    <a:pos x="T0" y="T1"/>
                  </a:cxn>
                  <a:cxn ang="0">
                    <a:pos x="T2" y="T3"/>
                  </a:cxn>
                  <a:cxn ang="0">
                    <a:pos x="T4" y="T5"/>
                  </a:cxn>
                  <a:cxn ang="0">
                    <a:pos x="T6" y="T7"/>
                  </a:cxn>
                  <a:cxn ang="0">
                    <a:pos x="T8" y="T9"/>
                  </a:cxn>
                </a:cxnLst>
                <a:rect l="0" t="0" r="r" b="b"/>
                <a:pathLst>
                  <a:path w="500" h="511">
                    <a:moveTo>
                      <a:pt x="0" y="338"/>
                    </a:moveTo>
                    <a:cubicBezTo>
                      <a:pt x="440" y="14"/>
                      <a:pt x="440" y="14"/>
                      <a:pt x="440" y="14"/>
                    </a:cubicBezTo>
                    <a:cubicBezTo>
                      <a:pt x="440" y="14"/>
                      <a:pt x="491" y="0"/>
                      <a:pt x="500" y="59"/>
                    </a:cubicBezTo>
                    <a:cubicBezTo>
                      <a:pt x="227" y="511"/>
                      <a:pt x="227" y="511"/>
                      <a:pt x="227" y="511"/>
                    </a:cubicBezTo>
                    <a:lnTo>
                      <a:pt x="0" y="338"/>
                    </a:lnTo>
                    <a:close/>
                  </a:path>
                </a:pathLst>
              </a:custGeom>
              <a:solidFill>
                <a:srgbClr val="7030A0"/>
              </a:solidFill>
              <a:ln>
                <a:noFill/>
              </a:ln>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prstClr val="black"/>
                  </a:solidFill>
                  <a:latin typeface="Calibri" panose="020F0502020204030204"/>
                  <a:cs typeface="+mn-cs"/>
                </a:endParaRPr>
              </a:p>
            </p:txBody>
          </p:sp>
          <p:sp>
            <p:nvSpPr>
              <p:cNvPr id="85" name="Freeform 23"/>
              <p:cNvSpPr>
                <a:spLocks/>
              </p:cNvSpPr>
              <p:nvPr/>
            </p:nvSpPr>
            <p:spPr bwMode="auto">
              <a:xfrm>
                <a:off x="6195899" y="1836738"/>
                <a:ext cx="1743075" cy="2717800"/>
              </a:xfrm>
              <a:custGeom>
                <a:avLst/>
                <a:gdLst>
                  <a:gd name="T0" fmla="*/ 0 w 306"/>
                  <a:gd name="T1" fmla="*/ 414 h 477"/>
                  <a:gd name="T2" fmla="*/ 12 w 306"/>
                  <a:gd name="T3" fmla="*/ 461 h 477"/>
                  <a:gd name="T4" fmla="*/ 33 w 306"/>
                  <a:gd name="T5" fmla="*/ 477 h 477"/>
                  <a:gd name="T6" fmla="*/ 306 w 306"/>
                  <a:gd name="T7" fmla="*/ 25 h 477"/>
                  <a:gd name="T8" fmla="*/ 298 w 306"/>
                  <a:gd name="T9" fmla="*/ 0 h 477"/>
                  <a:gd name="T10" fmla="*/ 0 w 306"/>
                  <a:gd name="T11" fmla="*/ 414 h 477"/>
                </a:gdLst>
                <a:ahLst/>
                <a:cxnLst>
                  <a:cxn ang="0">
                    <a:pos x="T0" y="T1"/>
                  </a:cxn>
                  <a:cxn ang="0">
                    <a:pos x="T2" y="T3"/>
                  </a:cxn>
                  <a:cxn ang="0">
                    <a:pos x="T4" y="T5"/>
                  </a:cxn>
                  <a:cxn ang="0">
                    <a:pos x="T6" y="T7"/>
                  </a:cxn>
                  <a:cxn ang="0">
                    <a:pos x="T8" y="T9"/>
                  </a:cxn>
                  <a:cxn ang="0">
                    <a:pos x="T10" y="T11"/>
                  </a:cxn>
                </a:cxnLst>
                <a:rect l="0" t="0" r="r" b="b"/>
                <a:pathLst>
                  <a:path w="306" h="477">
                    <a:moveTo>
                      <a:pt x="0" y="414"/>
                    </a:moveTo>
                    <a:cubicBezTo>
                      <a:pt x="12" y="461"/>
                      <a:pt x="12" y="461"/>
                      <a:pt x="12" y="461"/>
                    </a:cubicBezTo>
                    <a:cubicBezTo>
                      <a:pt x="33" y="477"/>
                      <a:pt x="33" y="477"/>
                      <a:pt x="33" y="477"/>
                    </a:cubicBezTo>
                    <a:cubicBezTo>
                      <a:pt x="306" y="25"/>
                      <a:pt x="306" y="25"/>
                      <a:pt x="306" y="25"/>
                    </a:cubicBezTo>
                    <a:cubicBezTo>
                      <a:pt x="304" y="14"/>
                      <a:pt x="302" y="7"/>
                      <a:pt x="298" y="0"/>
                    </a:cubicBezTo>
                    <a:lnTo>
                      <a:pt x="0" y="414"/>
                    </a:lnTo>
                    <a:close/>
                  </a:path>
                </a:pathLst>
              </a:custGeom>
              <a:solidFill>
                <a:schemeClr val="accent4"/>
              </a:solidFill>
              <a:ln>
                <a:noFill/>
              </a:ln>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prstClr val="black"/>
                  </a:solidFill>
                  <a:latin typeface="Calibri" panose="020F0502020204030204"/>
                  <a:cs typeface="+mn-cs"/>
                </a:endParaRPr>
              </a:p>
            </p:txBody>
          </p:sp>
          <p:sp>
            <p:nvSpPr>
              <p:cNvPr id="94" name="Freeform 24"/>
              <p:cNvSpPr>
                <a:spLocks/>
              </p:cNvSpPr>
              <p:nvPr/>
            </p:nvSpPr>
            <p:spPr bwMode="auto">
              <a:xfrm>
                <a:off x="5090999" y="1693863"/>
                <a:ext cx="2693988" cy="2092325"/>
              </a:xfrm>
              <a:custGeom>
                <a:avLst/>
                <a:gdLst>
                  <a:gd name="T0" fmla="*/ 473 w 473"/>
                  <a:gd name="T1" fmla="*/ 8 h 367"/>
                  <a:gd name="T2" fmla="*/ 440 w 473"/>
                  <a:gd name="T3" fmla="*/ 5 h 367"/>
                  <a:gd name="T4" fmla="*/ 0 w 473"/>
                  <a:gd name="T5" fmla="*/ 329 h 367"/>
                  <a:gd name="T6" fmla="*/ 51 w 473"/>
                  <a:gd name="T7" fmla="*/ 367 h 367"/>
                  <a:gd name="T8" fmla="*/ 114 w 473"/>
                  <a:gd name="T9" fmla="*/ 355 h 367"/>
                  <a:gd name="T10" fmla="*/ 473 w 473"/>
                  <a:gd name="T11" fmla="*/ 8 h 367"/>
                </a:gdLst>
                <a:ahLst/>
                <a:cxnLst>
                  <a:cxn ang="0">
                    <a:pos x="T0" y="T1"/>
                  </a:cxn>
                  <a:cxn ang="0">
                    <a:pos x="T2" y="T3"/>
                  </a:cxn>
                  <a:cxn ang="0">
                    <a:pos x="T4" y="T5"/>
                  </a:cxn>
                  <a:cxn ang="0">
                    <a:pos x="T6" y="T7"/>
                  </a:cxn>
                  <a:cxn ang="0">
                    <a:pos x="T8" y="T9"/>
                  </a:cxn>
                  <a:cxn ang="0">
                    <a:pos x="T10" y="T11"/>
                  </a:cxn>
                </a:cxnLst>
                <a:rect l="0" t="0" r="r" b="b"/>
                <a:pathLst>
                  <a:path w="473" h="367">
                    <a:moveTo>
                      <a:pt x="473" y="8"/>
                    </a:moveTo>
                    <a:cubicBezTo>
                      <a:pt x="457" y="0"/>
                      <a:pt x="440" y="5"/>
                      <a:pt x="440" y="5"/>
                    </a:cubicBezTo>
                    <a:cubicBezTo>
                      <a:pt x="0" y="329"/>
                      <a:pt x="0" y="329"/>
                      <a:pt x="0" y="329"/>
                    </a:cubicBezTo>
                    <a:cubicBezTo>
                      <a:pt x="51" y="367"/>
                      <a:pt x="51" y="367"/>
                      <a:pt x="51" y="367"/>
                    </a:cubicBezTo>
                    <a:cubicBezTo>
                      <a:pt x="114" y="355"/>
                      <a:pt x="114" y="355"/>
                      <a:pt x="114" y="355"/>
                    </a:cubicBezTo>
                    <a:cubicBezTo>
                      <a:pt x="473" y="8"/>
                      <a:pt x="473" y="8"/>
                      <a:pt x="473" y="8"/>
                    </a:cubicBezTo>
                    <a:close/>
                  </a:path>
                </a:pathLst>
              </a:custGeom>
              <a:solidFill>
                <a:srgbClr val="358FCB"/>
              </a:solidFill>
              <a:ln>
                <a:noFill/>
              </a:ln>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prstClr val="black"/>
                  </a:solidFill>
                  <a:latin typeface="Calibri" panose="020F0502020204030204"/>
                  <a:cs typeface="+mn-cs"/>
                </a:endParaRPr>
              </a:p>
            </p:txBody>
          </p:sp>
          <p:sp>
            <p:nvSpPr>
              <p:cNvPr id="95" name="Freeform 25"/>
              <p:cNvSpPr>
                <a:spLocks/>
              </p:cNvSpPr>
              <p:nvPr/>
            </p:nvSpPr>
            <p:spPr bwMode="auto">
              <a:xfrm>
                <a:off x="4822712" y="3335338"/>
                <a:ext cx="1560513" cy="1549400"/>
              </a:xfrm>
              <a:custGeom>
                <a:avLst/>
                <a:gdLst>
                  <a:gd name="T0" fmla="*/ 0 w 274"/>
                  <a:gd name="T1" fmla="*/ 156 h 272"/>
                  <a:gd name="T2" fmla="*/ 47 w 274"/>
                  <a:gd name="T3" fmla="*/ 41 h 272"/>
                  <a:gd name="T4" fmla="*/ 161 w 274"/>
                  <a:gd name="T5" fmla="*/ 67 h 272"/>
                  <a:gd name="T6" fmla="*/ 241 w 274"/>
                  <a:gd name="T7" fmla="*/ 151 h 272"/>
                  <a:gd name="T8" fmla="*/ 274 w 274"/>
                  <a:gd name="T9" fmla="*/ 214 h 272"/>
                  <a:gd name="T10" fmla="*/ 146 w 274"/>
                  <a:gd name="T11" fmla="*/ 272 h 272"/>
                  <a:gd name="T12" fmla="*/ 0 w 274"/>
                  <a:gd name="T13" fmla="*/ 156 h 272"/>
                </a:gdLst>
                <a:ahLst/>
                <a:cxnLst>
                  <a:cxn ang="0">
                    <a:pos x="T0" y="T1"/>
                  </a:cxn>
                  <a:cxn ang="0">
                    <a:pos x="T2" y="T3"/>
                  </a:cxn>
                  <a:cxn ang="0">
                    <a:pos x="T4" y="T5"/>
                  </a:cxn>
                  <a:cxn ang="0">
                    <a:pos x="T6" y="T7"/>
                  </a:cxn>
                  <a:cxn ang="0">
                    <a:pos x="T8" y="T9"/>
                  </a:cxn>
                  <a:cxn ang="0">
                    <a:pos x="T10" y="T11"/>
                  </a:cxn>
                  <a:cxn ang="0">
                    <a:pos x="T12" y="T13"/>
                  </a:cxn>
                </a:cxnLst>
                <a:rect l="0" t="0" r="r" b="b"/>
                <a:pathLst>
                  <a:path w="274" h="272">
                    <a:moveTo>
                      <a:pt x="0" y="156"/>
                    </a:moveTo>
                    <a:cubicBezTo>
                      <a:pt x="0" y="156"/>
                      <a:pt x="41" y="65"/>
                      <a:pt x="47" y="41"/>
                    </a:cubicBezTo>
                    <a:cubicBezTo>
                      <a:pt x="47" y="41"/>
                      <a:pt x="116" y="0"/>
                      <a:pt x="161" y="67"/>
                    </a:cubicBezTo>
                    <a:cubicBezTo>
                      <a:pt x="161" y="67"/>
                      <a:pt x="255" y="55"/>
                      <a:pt x="241" y="151"/>
                    </a:cubicBezTo>
                    <a:cubicBezTo>
                      <a:pt x="241" y="151"/>
                      <a:pt x="274" y="164"/>
                      <a:pt x="274" y="214"/>
                    </a:cubicBezTo>
                    <a:cubicBezTo>
                      <a:pt x="274" y="214"/>
                      <a:pt x="203" y="249"/>
                      <a:pt x="146" y="272"/>
                    </a:cubicBezTo>
                    <a:lnTo>
                      <a:pt x="0" y="156"/>
                    </a:lnTo>
                    <a:close/>
                  </a:path>
                </a:pathLst>
              </a:custGeom>
              <a:solidFill>
                <a:srgbClr val="F7DD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prstClr val="black"/>
                  </a:solidFill>
                  <a:latin typeface="Calibri" panose="020F0502020204030204"/>
                  <a:cs typeface="+mn-cs"/>
                </a:endParaRPr>
              </a:p>
            </p:txBody>
          </p:sp>
          <p:sp>
            <p:nvSpPr>
              <p:cNvPr id="96" name="Freeform 26"/>
              <p:cNvSpPr>
                <a:spLocks/>
              </p:cNvSpPr>
              <p:nvPr/>
            </p:nvSpPr>
            <p:spPr bwMode="auto">
              <a:xfrm>
                <a:off x="4862399" y="3414713"/>
                <a:ext cx="838200" cy="860425"/>
              </a:xfrm>
              <a:custGeom>
                <a:avLst/>
                <a:gdLst>
                  <a:gd name="T0" fmla="*/ 47 w 147"/>
                  <a:gd name="T1" fmla="*/ 31 h 151"/>
                  <a:gd name="T2" fmla="*/ 147 w 147"/>
                  <a:gd name="T3" fmla="*/ 57 h 151"/>
                  <a:gd name="T4" fmla="*/ 63 w 147"/>
                  <a:gd name="T5" fmla="*/ 151 h 151"/>
                  <a:gd name="T6" fmla="*/ 0 w 147"/>
                  <a:gd name="T7" fmla="*/ 141 h 151"/>
                  <a:gd name="T8" fmla="*/ 47 w 147"/>
                  <a:gd name="T9" fmla="*/ 31 h 151"/>
                </a:gdLst>
                <a:ahLst/>
                <a:cxnLst>
                  <a:cxn ang="0">
                    <a:pos x="T0" y="T1"/>
                  </a:cxn>
                  <a:cxn ang="0">
                    <a:pos x="T2" y="T3"/>
                  </a:cxn>
                  <a:cxn ang="0">
                    <a:pos x="T4" y="T5"/>
                  </a:cxn>
                  <a:cxn ang="0">
                    <a:pos x="T6" y="T7"/>
                  </a:cxn>
                  <a:cxn ang="0">
                    <a:pos x="T8" y="T9"/>
                  </a:cxn>
                </a:cxnLst>
                <a:rect l="0" t="0" r="r" b="b"/>
                <a:pathLst>
                  <a:path w="147" h="151">
                    <a:moveTo>
                      <a:pt x="47" y="31"/>
                    </a:moveTo>
                    <a:cubicBezTo>
                      <a:pt x="47" y="31"/>
                      <a:pt x="104" y="0"/>
                      <a:pt x="147" y="57"/>
                    </a:cubicBezTo>
                    <a:cubicBezTo>
                      <a:pt x="63" y="151"/>
                      <a:pt x="63" y="151"/>
                      <a:pt x="63" y="151"/>
                    </a:cubicBezTo>
                    <a:cubicBezTo>
                      <a:pt x="0" y="141"/>
                      <a:pt x="0" y="141"/>
                      <a:pt x="0" y="141"/>
                    </a:cubicBezTo>
                    <a:lnTo>
                      <a:pt x="47" y="31"/>
                    </a:lnTo>
                    <a:close/>
                  </a:path>
                </a:pathLst>
              </a:custGeom>
              <a:solidFill>
                <a:srgbClr val="FFF3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prstClr val="black"/>
                  </a:solidFill>
                  <a:latin typeface="Calibri" panose="020F0502020204030204"/>
                  <a:cs typeface="+mn-cs"/>
                </a:endParaRPr>
              </a:p>
            </p:txBody>
          </p:sp>
          <p:sp>
            <p:nvSpPr>
              <p:cNvPr id="97" name="Freeform 27"/>
              <p:cNvSpPr>
                <a:spLocks/>
              </p:cNvSpPr>
              <p:nvPr/>
            </p:nvSpPr>
            <p:spPr bwMode="auto">
              <a:xfrm>
                <a:off x="5511687" y="4217988"/>
                <a:ext cx="849313" cy="666750"/>
              </a:xfrm>
              <a:custGeom>
                <a:avLst/>
                <a:gdLst>
                  <a:gd name="T0" fmla="*/ 116 w 149"/>
                  <a:gd name="T1" fmla="*/ 0 h 117"/>
                  <a:gd name="T2" fmla="*/ 145 w 149"/>
                  <a:gd name="T3" fmla="*/ 63 h 117"/>
                  <a:gd name="T4" fmla="*/ 25 w 149"/>
                  <a:gd name="T5" fmla="*/ 117 h 117"/>
                  <a:gd name="T6" fmla="*/ 0 w 149"/>
                  <a:gd name="T7" fmla="*/ 54 h 117"/>
                  <a:gd name="T8" fmla="*/ 116 w 149"/>
                  <a:gd name="T9" fmla="*/ 0 h 117"/>
                </a:gdLst>
                <a:ahLst/>
                <a:cxnLst>
                  <a:cxn ang="0">
                    <a:pos x="T0" y="T1"/>
                  </a:cxn>
                  <a:cxn ang="0">
                    <a:pos x="T2" y="T3"/>
                  </a:cxn>
                  <a:cxn ang="0">
                    <a:pos x="T4" y="T5"/>
                  </a:cxn>
                  <a:cxn ang="0">
                    <a:pos x="T6" y="T7"/>
                  </a:cxn>
                  <a:cxn ang="0">
                    <a:pos x="T8" y="T9"/>
                  </a:cxn>
                </a:cxnLst>
                <a:rect l="0" t="0" r="r" b="b"/>
                <a:pathLst>
                  <a:path w="149" h="117">
                    <a:moveTo>
                      <a:pt x="116" y="0"/>
                    </a:moveTo>
                    <a:cubicBezTo>
                      <a:pt x="116" y="0"/>
                      <a:pt x="149" y="19"/>
                      <a:pt x="145" y="63"/>
                    </a:cubicBezTo>
                    <a:cubicBezTo>
                      <a:pt x="25" y="117"/>
                      <a:pt x="25" y="117"/>
                      <a:pt x="25" y="117"/>
                    </a:cubicBezTo>
                    <a:cubicBezTo>
                      <a:pt x="0" y="54"/>
                      <a:pt x="0" y="54"/>
                      <a:pt x="0" y="54"/>
                    </a:cubicBezTo>
                    <a:lnTo>
                      <a:pt x="116" y="0"/>
                    </a:lnTo>
                    <a:close/>
                  </a:path>
                </a:pathLst>
              </a:custGeom>
              <a:solidFill>
                <a:srgbClr val="ECC4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prstClr val="black"/>
                  </a:solidFill>
                  <a:latin typeface="Calibri" panose="020F0502020204030204"/>
                  <a:cs typeface="+mn-cs"/>
                </a:endParaRPr>
              </a:p>
            </p:txBody>
          </p:sp>
          <p:sp>
            <p:nvSpPr>
              <p:cNvPr id="98" name="Freeform 28"/>
              <p:cNvSpPr>
                <a:spLocks/>
              </p:cNvSpPr>
              <p:nvPr/>
            </p:nvSpPr>
            <p:spPr bwMode="auto">
              <a:xfrm>
                <a:off x="4516324" y="4081463"/>
                <a:ext cx="1138238" cy="1139825"/>
              </a:xfrm>
              <a:custGeom>
                <a:avLst/>
                <a:gdLst>
                  <a:gd name="T0" fmla="*/ 0 w 200"/>
                  <a:gd name="T1" fmla="*/ 200 h 200"/>
                  <a:gd name="T2" fmla="*/ 200 w 200"/>
                  <a:gd name="T3" fmla="*/ 141 h 200"/>
                  <a:gd name="T4" fmla="*/ 54 w 200"/>
                  <a:gd name="T5" fmla="*/ 25 h 200"/>
                  <a:gd name="T6" fmla="*/ 0 w 200"/>
                  <a:gd name="T7" fmla="*/ 200 h 200"/>
                </a:gdLst>
                <a:ahLst/>
                <a:cxnLst>
                  <a:cxn ang="0">
                    <a:pos x="T0" y="T1"/>
                  </a:cxn>
                  <a:cxn ang="0">
                    <a:pos x="T2" y="T3"/>
                  </a:cxn>
                  <a:cxn ang="0">
                    <a:pos x="T4" y="T5"/>
                  </a:cxn>
                  <a:cxn ang="0">
                    <a:pos x="T6" y="T7"/>
                  </a:cxn>
                </a:cxnLst>
                <a:rect l="0" t="0" r="r" b="b"/>
                <a:pathLst>
                  <a:path w="200" h="200">
                    <a:moveTo>
                      <a:pt x="0" y="200"/>
                    </a:moveTo>
                    <a:cubicBezTo>
                      <a:pt x="200" y="141"/>
                      <a:pt x="200" y="141"/>
                      <a:pt x="200" y="141"/>
                    </a:cubicBezTo>
                    <a:cubicBezTo>
                      <a:pt x="169" y="0"/>
                      <a:pt x="54" y="25"/>
                      <a:pt x="54" y="25"/>
                    </a:cubicBezTo>
                    <a:lnTo>
                      <a:pt x="0" y="20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prstClr val="black"/>
                  </a:solidFill>
                  <a:latin typeface="Calibri" panose="020F0502020204030204"/>
                  <a:cs typeface="+mn-cs"/>
                </a:endParaRPr>
              </a:p>
            </p:txBody>
          </p:sp>
          <p:sp>
            <p:nvSpPr>
              <p:cNvPr id="99" name="Freeform 29"/>
              <p:cNvSpPr>
                <a:spLocks/>
              </p:cNvSpPr>
              <p:nvPr/>
            </p:nvSpPr>
            <p:spPr bwMode="auto">
              <a:xfrm>
                <a:off x="4571887" y="4206875"/>
                <a:ext cx="655638" cy="912813"/>
              </a:xfrm>
              <a:custGeom>
                <a:avLst/>
                <a:gdLst>
                  <a:gd name="T0" fmla="*/ 115 w 115"/>
                  <a:gd name="T1" fmla="*/ 12 h 160"/>
                  <a:gd name="T2" fmla="*/ 115 w 115"/>
                  <a:gd name="T3" fmla="*/ 12 h 160"/>
                  <a:gd name="T4" fmla="*/ 51 w 115"/>
                  <a:gd name="T5" fmla="*/ 2 h 160"/>
                  <a:gd name="T6" fmla="*/ 0 w 115"/>
                  <a:gd name="T7" fmla="*/ 160 h 160"/>
                  <a:gd name="T8" fmla="*/ 115 w 115"/>
                  <a:gd name="T9" fmla="*/ 12 h 160"/>
                </a:gdLst>
                <a:ahLst/>
                <a:cxnLst>
                  <a:cxn ang="0">
                    <a:pos x="T0" y="T1"/>
                  </a:cxn>
                  <a:cxn ang="0">
                    <a:pos x="T2" y="T3"/>
                  </a:cxn>
                  <a:cxn ang="0">
                    <a:pos x="T4" y="T5"/>
                  </a:cxn>
                  <a:cxn ang="0">
                    <a:pos x="T6" y="T7"/>
                  </a:cxn>
                  <a:cxn ang="0">
                    <a:pos x="T8" y="T9"/>
                  </a:cxn>
                </a:cxnLst>
                <a:rect l="0" t="0" r="r" b="b"/>
                <a:pathLst>
                  <a:path w="115" h="160">
                    <a:moveTo>
                      <a:pt x="115" y="12"/>
                    </a:moveTo>
                    <a:cubicBezTo>
                      <a:pt x="115" y="12"/>
                      <a:pt x="115" y="12"/>
                      <a:pt x="115" y="12"/>
                    </a:cubicBezTo>
                    <a:cubicBezTo>
                      <a:pt x="88" y="0"/>
                      <a:pt x="63" y="1"/>
                      <a:pt x="51" y="2"/>
                    </a:cubicBezTo>
                    <a:cubicBezTo>
                      <a:pt x="0" y="160"/>
                      <a:pt x="0" y="160"/>
                      <a:pt x="0" y="160"/>
                    </a:cubicBezTo>
                    <a:lnTo>
                      <a:pt x="115" y="12"/>
                    </a:lnTo>
                    <a:close/>
                  </a:path>
                </a:pathLst>
              </a:custGeom>
              <a:solidFill>
                <a:srgbClr val="4239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prstClr val="black"/>
                  </a:solidFill>
                  <a:latin typeface="Calibri" panose="020F0502020204030204"/>
                  <a:cs typeface="+mn-cs"/>
                </a:endParaRPr>
              </a:p>
            </p:txBody>
          </p:sp>
          <p:sp>
            <p:nvSpPr>
              <p:cNvPr id="100" name="Freeform 30"/>
              <p:cNvSpPr>
                <a:spLocks/>
              </p:cNvSpPr>
              <p:nvPr/>
            </p:nvSpPr>
            <p:spPr bwMode="auto">
              <a:xfrm>
                <a:off x="5711712" y="1739899"/>
                <a:ext cx="2073275" cy="1976438"/>
              </a:xfrm>
              <a:custGeom>
                <a:avLst/>
                <a:gdLst>
                  <a:gd name="T0" fmla="*/ 1306 w 1306"/>
                  <a:gd name="T1" fmla="*/ 0 h 1245"/>
                  <a:gd name="T2" fmla="*/ 18 w 1306"/>
                  <a:gd name="T3" fmla="*/ 1245 h 1245"/>
                  <a:gd name="T4" fmla="*/ 0 w 1306"/>
                  <a:gd name="T5" fmla="*/ 1220 h 1245"/>
                  <a:gd name="T6" fmla="*/ 1306 w 1306"/>
                  <a:gd name="T7" fmla="*/ 0 h 1245"/>
                </a:gdLst>
                <a:ahLst/>
                <a:cxnLst>
                  <a:cxn ang="0">
                    <a:pos x="T0" y="T1"/>
                  </a:cxn>
                  <a:cxn ang="0">
                    <a:pos x="T2" y="T3"/>
                  </a:cxn>
                  <a:cxn ang="0">
                    <a:pos x="T4" y="T5"/>
                  </a:cxn>
                  <a:cxn ang="0">
                    <a:pos x="T6" y="T7"/>
                  </a:cxn>
                </a:cxnLst>
                <a:rect l="0" t="0" r="r" b="b"/>
                <a:pathLst>
                  <a:path w="1306" h="1245">
                    <a:moveTo>
                      <a:pt x="1306" y="0"/>
                    </a:moveTo>
                    <a:lnTo>
                      <a:pt x="18" y="1245"/>
                    </a:lnTo>
                    <a:lnTo>
                      <a:pt x="0" y="1220"/>
                    </a:lnTo>
                    <a:lnTo>
                      <a:pt x="1306" y="0"/>
                    </a:lnTo>
                    <a:close/>
                  </a:path>
                </a:pathLst>
              </a:custGeom>
              <a:solidFill>
                <a:schemeClr val="bg1">
                  <a:alpha val="20000"/>
                </a:schemeClr>
              </a:solidFill>
              <a:ln>
                <a:noFill/>
              </a:ln>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prstClr val="black"/>
                  </a:solidFill>
                  <a:latin typeface="Calibri" panose="020F0502020204030204"/>
                  <a:cs typeface="+mn-cs"/>
                </a:endParaRPr>
              </a:p>
            </p:txBody>
          </p:sp>
          <p:sp>
            <p:nvSpPr>
              <p:cNvPr id="101" name="Freeform 31"/>
              <p:cNvSpPr>
                <a:spLocks/>
              </p:cNvSpPr>
              <p:nvPr/>
            </p:nvSpPr>
            <p:spPr bwMode="auto">
              <a:xfrm>
                <a:off x="6195899" y="1836738"/>
                <a:ext cx="1697038" cy="2359025"/>
              </a:xfrm>
              <a:custGeom>
                <a:avLst/>
                <a:gdLst>
                  <a:gd name="T0" fmla="*/ 1069 w 1069"/>
                  <a:gd name="T1" fmla="*/ 0 h 1486"/>
                  <a:gd name="T2" fmla="*/ 0 w 1069"/>
                  <a:gd name="T3" fmla="*/ 1486 h 1486"/>
                  <a:gd name="T4" fmla="*/ 4 w 1069"/>
                  <a:gd name="T5" fmla="*/ 1450 h 1486"/>
                  <a:gd name="T6" fmla="*/ 1069 w 1069"/>
                  <a:gd name="T7" fmla="*/ 0 h 1486"/>
                </a:gdLst>
                <a:ahLst/>
                <a:cxnLst>
                  <a:cxn ang="0">
                    <a:pos x="T0" y="T1"/>
                  </a:cxn>
                  <a:cxn ang="0">
                    <a:pos x="T2" y="T3"/>
                  </a:cxn>
                  <a:cxn ang="0">
                    <a:pos x="T4" y="T5"/>
                  </a:cxn>
                  <a:cxn ang="0">
                    <a:pos x="T6" y="T7"/>
                  </a:cxn>
                </a:cxnLst>
                <a:rect l="0" t="0" r="r" b="b"/>
                <a:pathLst>
                  <a:path w="1069" h="1486">
                    <a:moveTo>
                      <a:pt x="1069" y="0"/>
                    </a:moveTo>
                    <a:lnTo>
                      <a:pt x="0" y="1486"/>
                    </a:lnTo>
                    <a:lnTo>
                      <a:pt x="4" y="1450"/>
                    </a:lnTo>
                    <a:lnTo>
                      <a:pt x="1069" y="0"/>
                    </a:lnTo>
                    <a:close/>
                  </a:path>
                </a:pathLst>
              </a:custGeom>
              <a:solidFill>
                <a:schemeClr val="bg1">
                  <a:alpha val="20000"/>
                </a:schemeClr>
              </a:solidFill>
              <a:ln>
                <a:noFill/>
              </a:ln>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prstClr val="black"/>
                  </a:solidFill>
                  <a:latin typeface="Calibri" panose="020F0502020204030204"/>
                  <a:cs typeface="+mn-cs"/>
                </a:endParaRPr>
              </a:p>
            </p:txBody>
          </p:sp>
          <p:sp>
            <p:nvSpPr>
              <p:cNvPr id="102" name="Freeform 32"/>
              <p:cNvSpPr>
                <a:spLocks/>
              </p:cNvSpPr>
              <p:nvPr/>
            </p:nvSpPr>
            <p:spPr bwMode="auto">
              <a:xfrm>
                <a:off x="5090999" y="1722438"/>
                <a:ext cx="2506663" cy="1846263"/>
              </a:xfrm>
              <a:custGeom>
                <a:avLst/>
                <a:gdLst>
                  <a:gd name="T0" fmla="*/ 1579 w 1579"/>
                  <a:gd name="T1" fmla="*/ 0 h 1163"/>
                  <a:gd name="T2" fmla="*/ 0 w 1579"/>
                  <a:gd name="T3" fmla="*/ 1163 h 1163"/>
                  <a:gd name="T4" fmla="*/ 57 w 1579"/>
                  <a:gd name="T5" fmla="*/ 1138 h 1163"/>
                  <a:gd name="T6" fmla="*/ 1579 w 1579"/>
                  <a:gd name="T7" fmla="*/ 0 h 1163"/>
                </a:gdLst>
                <a:ahLst/>
                <a:cxnLst>
                  <a:cxn ang="0">
                    <a:pos x="T0" y="T1"/>
                  </a:cxn>
                  <a:cxn ang="0">
                    <a:pos x="T2" y="T3"/>
                  </a:cxn>
                  <a:cxn ang="0">
                    <a:pos x="T4" y="T5"/>
                  </a:cxn>
                  <a:cxn ang="0">
                    <a:pos x="T6" y="T7"/>
                  </a:cxn>
                </a:cxnLst>
                <a:rect l="0" t="0" r="r" b="b"/>
                <a:pathLst>
                  <a:path w="1579" h="1163">
                    <a:moveTo>
                      <a:pt x="1579" y="0"/>
                    </a:moveTo>
                    <a:lnTo>
                      <a:pt x="0" y="1163"/>
                    </a:lnTo>
                    <a:lnTo>
                      <a:pt x="57" y="1138"/>
                    </a:lnTo>
                    <a:lnTo>
                      <a:pt x="1579" y="0"/>
                    </a:lnTo>
                    <a:close/>
                  </a:path>
                </a:pathLst>
              </a:custGeom>
              <a:solidFill>
                <a:schemeClr val="bg1">
                  <a:alpha val="20000"/>
                </a:schemeClr>
              </a:solidFill>
              <a:ln>
                <a:noFill/>
              </a:ln>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prstClr val="black"/>
                  </a:solidFill>
                  <a:latin typeface="Calibri" panose="020F0502020204030204"/>
                  <a:cs typeface="+mn-cs"/>
                </a:endParaRPr>
              </a:p>
            </p:txBody>
          </p:sp>
        </p:grpSp>
      </p:grpSp>
      <p:sp>
        <p:nvSpPr>
          <p:cNvPr id="122" name="Content Placeholder 2"/>
          <p:cNvSpPr txBox="1">
            <a:spLocks/>
          </p:cNvSpPr>
          <p:nvPr/>
        </p:nvSpPr>
        <p:spPr>
          <a:xfrm>
            <a:off x="5273835" y="2611574"/>
            <a:ext cx="6701791" cy="224697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rtl="1" fontAlgn="auto">
              <a:spcAft>
                <a:spcPts val="0"/>
              </a:spcAft>
              <a:buNone/>
            </a:pPr>
            <a:r>
              <a:rPr lang="ar-SA" sz="2400" b="1" dirty="0">
                <a:solidFill>
                  <a:schemeClr val="tx1"/>
                </a:solidFill>
              </a:rPr>
              <a:t>عرف "بريسلو" التعلم التفاعلي بأنه عبارة عن "مشاركة الطلاب بشكل أساسى في بعض أنواع الانشطة الموجهة فى الصف، بحيث يعمل الطلاب شيئاً إلى جانب الجلوس والاستماع إلى المعلم، والذى يقدم المعلومات، أو يعمل على حل المشكلات".</a:t>
            </a:r>
            <a:endParaRPr lang="en-US" sz="2400" b="1" dirty="0">
              <a:solidFill>
                <a:schemeClr val="tx1"/>
              </a:solidFill>
            </a:endParaRPr>
          </a:p>
        </p:txBody>
      </p:sp>
    </p:spTree>
    <p:extLst>
      <p:ext uri="{BB962C8B-B14F-4D97-AF65-F5344CB8AC3E}">
        <p14:creationId xmlns:p14="http://schemas.microsoft.com/office/powerpoint/2010/main" val="256175266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1000"/>
                                  </p:stCondLst>
                                  <p:childTnLst>
                                    <p:set>
                                      <p:cBhvr>
                                        <p:cTn id="6" dur="1" fill="hold">
                                          <p:stCondLst>
                                            <p:cond delay="0"/>
                                          </p:stCondLst>
                                        </p:cTn>
                                        <p:tgtEl>
                                          <p:spTgt spid="411"/>
                                        </p:tgtEl>
                                        <p:attrNameLst>
                                          <p:attrName>style.visibility</p:attrName>
                                        </p:attrNameLst>
                                      </p:cBhvr>
                                      <p:to>
                                        <p:strVal val="visible"/>
                                      </p:to>
                                    </p:set>
                                    <p:animEffect transition="in" filter="wipe(up)">
                                      <p:cBhvr>
                                        <p:cTn id="7" dur="1000"/>
                                        <p:tgtEl>
                                          <p:spTgt spid="411"/>
                                        </p:tgtEl>
                                      </p:cBhvr>
                                    </p:animEffect>
                                  </p:childTnLst>
                                </p:cTn>
                              </p:par>
                              <p:par>
                                <p:cTn id="8" presetID="22" presetClass="entr" presetSubtype="4" fill="hold" grpId="0" nodeType="withEffect">
                                  <p:stCondLst>
                                    <p:cond delay="2000"/>
                                  </p:stCondLst>
                                  <p:childTnLst>
                                    <p:set>
                                      <p:cBhvr>
                                        <p:cTn id="9" dur="1" fill="hold">
                                          <p:stCondLst>
                                            <p:cond delay="0"/>
                                          </p:stCondLst>
                                        </p:cTn>
                                        <p:tgtEl>
                                          <p:spTgt spid="119"/>
                                        </p:tgtEl>
                                        <p:attrNameLst>
                                          <p:attrName>style.visibility</p:attrName>
                                        </p:attrNameLst>
                                      </p:cBhvr>
                                      <p:to>
                                        <p:strVal val="visible"/>
                                      </p:to>
                                    </p:set>
                                    <p:animEffect transition="in" filter="wipe(down)">
                                      <p:cBhvr>
                                        <p:cTn id="10" dur="500"/>
                                        <p:tgtEl>
                                          <p:spTgt spid="119"/>
                                        </p:tgtEl>
                                      </p:cBhvr>
                                    </p:animEffect>
                                  </p:childTnLst>
                                </p:cTn>
                              </p:par>
                              <p:par>
                                <p:cTn id="11" presetID="22" presetClass="entr" presetSubtype="2" fill="hold" nodeType="withEffect">
                                  <p:stCondLst>
                                    <p:cond delay="2500"/>
                                  </p:stCondLst>
                                  <p:childTnLst>
                                    <p:set>
                                      <p:cBhvr>
                                        <p:cTn id="12" dur="1" fill="hold">
                                          <p:stCondLst>
                                            <p:cond delay="0"/>
                                          </p:stCondLst>
                                        </p:cTn>
                                        <p:tgtEl>
                                          <p:spTgt spid="63"/>
                                        </p:tgtEl>
                                        <p:attrNameLst>
                                          <p:attrName>style.visibility</p:attrName>
                                        </p:attrNameLst>
                                      </p:cBhvr>
                                      <p:to>
                                        <p:strVal val="visible"/>
                                      </p:to>
                                    </p:set>
                                    <p:animEffect transition="in" filter="wipe(right)">
                                      <p:cBhvr>
                                        <p:cTn id="13" dur="1000"/>
                                        <p:tgtEl>
                                          <p:spTgt spid="63"/>
                                        </p:tgtEl>
                                      </p:cBhvr>
                                    </p:animEffect>
                                  </p:childTnLst>
                                </p:cTn>
                              </p:par>
                            </p:childTnLst>
                          </p:cTn>
                        </p:par>
                        <p:par>
                          <p:cTn id="14" fill="hold">
                            <p:stCondLst>
                              <p:cond delay="3500"/>
                            </p:stCondLst>
                            <p:childTnLst>
                              <p:par>
                                <p:cTn id="15" presetID="10" presetClass="entr" presetSubtype="0" fill="hold" grpId="0" nodeType="afterEffect">
                                  <p:stCondLst>
                                    <p:cond delay="0"/>
                                  </p:stCondLst>
                                  <p:childTnLst>
                                    <p:set>
                                      <p:cBhvr>
                                        <p:cTn id="16" dur="1" fill="hold">
                                          <p:stCondLst>
                                            <p:cond delay="0"/>
                                          </p:stCondLst>
                                        </p:cTn>
                                        <p:tgtEl>
                                          <p:spTgt spid="122"/>
                                        </p:tgtEl>
                                        <p:attrNameLst>
                                          <p:attrName>style.visibility</p:attrName>
                                        </p:attrNameLst>
                                      </p:cBhvr>
                                      <p:to>
                                        <p:strVal val="visible"/>
                                      </p:to>
                                    </p:set>
                                    <p:animEffect transition="in" filter="fade">
                                      <p:cBhvr>
                                        <p:cTn id="17" dur="500"/>
                                        <p:tgtEl>
                                          <p:spTgt spid="1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9" grpId="0" animBg="1"/>
      <p:bldP spid="411" grpId="0"/>
      <p:bldP spid="122" grpId="0"/>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0" name="Subtitle 2"/>
          <p:cNvSpPr>
            <a:spLocks noGrp="1"/>
          </p:cNvSpPr>
          <p:nvPr>
            <p:ph type="subTitle" idx="1"/>
          </p:nvPr>
        </p:nvSpPr>
        <p:spPr>
          <a:xfrm>
            <a:off x="6707719" y="1171236"/>
            <a:ext cx="5330676" cy="1089529"/>
          </a:xfrm>
        </p:spPr>
        <p:txBody>
          <a:bodyPr wrap="square">
            <a:spAutoFit/>
          </a:bodyPr>
          <a:lstStyle/>
          <a:p>
            <a:r>
              <a:rPr lang="ar-SA" sz="3600" b="1" u="sng" dirty="0">
                <a:solidFill>
                  <a:srgbClr val="FF0000"/>
                </a:solidFill>
                <a:latin typeface="+mj-lt"/>
              </a:rPr>
              <a:t>ويتحدد دور المعلم في أسلوب التعلم التفاعلي، في الآتي:</a:t>
            </a:r>
            <a:endParaRPr lang="en-US" sz="3600" b="1" u="sng" dirty="0">
              <a:solidFill>
                <a:srgbClr val="FF0000"/>
              </a:solidFill>
              <a:latin typeface="+mj-lt"/>
            </a:endParaRPr>
          </a:p>
        </p:txBody>
      </p:sp>
      <p:grpSp>
        <p:nvGrpSpPr>
          <p:cNvPr id="2" name="Group 1"/>
          <p:cNvGrpSpPr/>
          <p:nvPr/>
        </p:nvGrpSpPr>
        <p:grpSpPr>
          <a:xfrm rot="10800000">
            <a:off x="3773987" y="-24263"/>
            <a:ext cx="4726549" cy="5792762"/>
            <a:chOff x="3773987" y="686933"/>
            <a:chExt cx="4726549" cy="5792762"/>
          </a:xfrm>
        </p:grpSpPr>
        <p:sp>
          <p:nvSpPr>
            <p:cNvPr id="58" name="TextBox 57"/>
            <p:cNvSpPr txBox="1">
              <a:spLocks/>
            </p:cNvSpPr>
            <p:nvPr/>
          </p:nvSpPr>
          <p:spPr>
            <a:xfrm rot="10800000" flipH="1">
              <a:off x="7637188" y="3805830"/>
              <a:ext cx="325730" cy="369332"/>
            </a:xfrm>
            <a:prstGeom prst="rect">
              <a:avLst/>
            </a:prstGeom>
            <a:noFill/>
          </p:spPr>
          <p:txBody>
            <a:bodyPr wrap="none" rtlCol="0">
              <a:spAutoFit/>
            </a:bodyPr>
            <a:lstStyle/>
            <a:p>
              <a:pPr fontAlgn="auto">
                <a:spcBef>
                  <a:spcPts val="0"/>
                </a:spcBef>
                <a:spcAft>
                  <a:spcPts val="0"/>
                </a:spcAft>
              </a:pPr>
              <a:r>
                <a:rPr lang="id-ID" b="1" dirty="0" smtClean="0">
                  <a:solidFill>
                    <a:srgbClr val="FFC000"/>
                  </a:solidFill>
                  <a:latin typeface="Diavlo Medium" panose="02000000000000000000" pitchFamily="50" charset="0"/>
                  <a:cs typeface="+mn-cs"/>
                </a:rPr>
                <a:t>5</a:t>
              </a:r>
              <a:endParaRPr lang="id-ID" b="1" dirty="0">
                <a:solidFill>
                  <a:srgbClr val="FFC000"/>
                </a:solidFill>
                <a:latin typeface="Diavlo Medium" panose="02000000000000000000" pitchFamily="50" charset="0"/>
                <a:cs typeface="+mn-cs"/>
              </a:endParaRPr>
            </a:p>
          </p:txBody>
        </p:sp>
        <p:sp>
          <p:nvSpPr>
            <p:cNvPr id="59" name="TextBox 58"/>
            <p:cNvSpPr txBox="1">
              <a:spLocks/>
            </p:cNvSpPr>
            <p:nvPr/>
          </p:nvSpPr>
          <p:spPr>
            <a:xfrm rot="10800000" flipH="1">
              <a:off x="7637188" y="2313705"/>
              <a:ext cx="328936" cy="369332"/>
            </a:xfrm>
            <a:prstGeom prst="rect">
              <a:avLst/>
            </a:prstGeom>
            <a:noFill/>
          </p:spPr>
          <p:txBody>
            <a:bodyPr wrap="none" rtlCol="0">
              <a:spAutoFit/>
            </a:bodyPr>
            <a:lstStyle/>
            <a:p>
              <a:pPr fontAlgn="auto">
                <a:spcBef>
                  <a:spcPts val="0"/>
                </a:spcBef>
                <a:spcAft>
                  <a:spcPts val="0"/>
                </a:spcAft>
              </a:pPr>
              <a:r>
                <a:rPr lang="id-ID" b="1" dirty="0" smtClean="0">
                  <a:solidFill>
                    <a:srgbClr val="4472C4"/>
                  </a:solidFill>
                  <a:latin typeface="Diavlo Medium" panose="02000000000000000000" pitchFamily="50" charset="0"/>
                  <a:cs typeface="+mn-cs"/>
                </a:rPr>
                <a:t>3</a:t>
              </a:r>
              <a:endParaRPr lang="id-ID" b="1" dirty="0">
                <a:solidFill>
                  <a:srgbClr val="4472C4"/>
                </a:solidFill>
                <a:latin typeface="Diavlo Medium" panose="02000000000000000000" pitchFamily="50" charset="0"/>
                <a:cs typeface="+mn-cs"/>
              </a:endParaRPr>
            </a:p>
          </p:txBody>
        </p:sp>
        <p:sp>
          <p:nvSpPr>
            <p:cNvPr id="60" name="TextBox 59"/>
            <p:cNvSpPr txBox="1">
              <a:spLocks/>
            </p:cNvSpPr>
            <p:nvPr/>
          </p:nvSpPr>
          <p:spPr>
            <a:xfrm rot="10800000" flipH="1">
              <a:off x="7637188" y="794098"/>
              <a:ext cx="314510" cy="369332"/>
            </a:xfrm>
            <a:prstGeom prst="rect">
              <a:avLst/>
            </a:prstGeom>
            <a:noFill/>
          </p:spPr>
          <p:txBody>
            <a:bodyPr wrap="none" rtlCol="0">
              <a:spAutoFit/>
            </a:bodyPr>
            <a:lstStyle/>
            <a:p>
              <a:pPr fontAlgn="auto">
                <a:spcBef>
                  <a:spcPts val="0"/>
                </a:spcBef>
                <a:spcAft>
                  <a:spcPts val="0"/>
                </a:spcAft>
              </a:pPr>
              <a:r>
                <a:rPr lang="id-ID" b="1" dirty="0" smtClean="0">
                  <a:solidFill>
                    <a:srgbClr val="FF0000"/>
                  </a:solidFill>
                  <a:latin typeface="Diavlo Medium" panose="02000000000000000000" pitchFamily="50" charset="0"/>
                  <a:cs typeface="+mn-cs"/>
                </a:rPr>
                <a:t>1</a:t>
              </a:r>
              <a:endParaRPr lang="id-ID" b="1" dirty="0">
                <a:solidFill>
                  <a:srgbClr val="FF0000"/>
                </a:solidFill>
                <a:latin typeface="Diavlo Medium" panose="02000000000000000000" pitchFamily="50" charset="0"/>
                <a:cs typeface="+mn-cs"/>
              </a:endParaRPr>
            </a:p>
          </p:txBody>
        </p:sp>
        <p:sp>
          <p:nvSpPr>
            <p:cNvPr id="61" name="TextBox 60"/>
            <p:cNvSpPr txBox="1">
              <a:spLocks/>
            </p:cNvSpPr>
            <p:nvPr/>
          </p:nvSpPr>
          <p:spPr>
            <a:xfrm rot="10800000" flipH="1">
              <a:off x="4296171" y="3078821"/>
              <a:ext cx="325730" cy="369332"/>
            </a:xfrm>
            <a:prstGeom prst="rect">
              <a:avLst/>
            </a:prstGeom>
            <a:noFill/>
          </p:spPr>
          <p:txBody>
            <a:bodyPr wrap="none" rtlCol="0">
              <a:spAutoFit/>
            </a:bodyPr>
            <a:lstStyle/>
            <a:p>
              <a:pPr fontAlgn="auto">
                <a:spcBef>
                  <a:spcPts val="0"/>
                </a:spcBef>
                <a:spcAft>
                  <a:spcPts val="0"/>
                </a:spcAft>
              </a:pPr>
              <a:r>
                <a:rPr lang="id-ID" b="1" dirty="0" smtClean="0">
                  <a:solidFill>
                    <a:srgbClr val="70AD47"/>
                  </a:solidFill>
                  <a:latin typeface="Diavlo Medium" panose="02000000000000000000" pitchFamily="50" charset="0"/>
                  <a:cs typeface="+mn-cs"/>
                </a:rPr>
                <a:t>4</a:t>
              </a:r>
              <a:endParaRPr lang="id-ID" b="1" dirty="0">
                <a:solidFill>
                  <a:srgbClr val="70AD47"/>
                </a:solidFill>
                <a:latin typeface="Diavlo Medium" panose="02000000000000000000" pitchFamily="50" charset="0"/>
                <a:cs typeface="+mn-cs"/>
              </a:endParaRPr>
            </a:p>
          </p:txBody>
        </p:sp>
        <p:sp>
          <p:nvSpPr>
            <p:cNvPr id="62" name="TextBox 61"/>
            <p:cNvSpPr txBox="1">
              <a:spLocks/>
            </p:cNvSpPr>
            <p:nvPr/>
          </p:nvSpPr>
          <p:spPr>
            <a:xfrm rot="10800000" flipH="1">
              <a:off x="4288103" y="1578277"/>
              <a:ext cx="328936" cy="369332"/>
            </a:xfrm>
            <a:prstGeom prst="rect">
              <a:avLst/>
            </a:prstGeom>
            <a:noFill/>
          </p:spPr>
          <p:txBody>
            <a:bodyPr wrap="none" rtlCol="0">
              <a:spAutoFit/>
            </a:bodyPr>
            <a:lstStyle/>
            <a:p>
              <a:pPr fontAlgn="auto">
                <a:spcBef>
                  <a:spcPts val="0"/>
                </a:spcBef>
                <a:spcAft>
                  <a:spcPts val="0"/>
                </a:spcAft>
              </a:pPr>
              <a:r>
                <a:rPr lang="id-ID" b="1" dirty="0" smtClean="0">
                  <a:solidFill>
                    <a:srgbClr val="7030A0"/>
                  </a:solidFill>
                  <a:latin typeface="Diavlo Medium" panose="02000000000000000000" pitchFamily="50" charset="0"/>
                  <a:cs typeface="+mn-cs"/>
                </a:rPr>
                <a:t>2</a:t>
              </a:r>
              <a:endParaRPr lang="id-ID" b="1" dirty="0">
                <a:solidFill>
                  <a:srgbClr val="7030A0"/>
                </a:solidFill>
                <a:latin typeface="Diavlo Medium" panose="02000000000000000000" pitchFamily="50" charset="0"/>
                <a:cs typeface="+mn-cs"/>
              </a:endParaRPr>
            </a:p>
          </p:txBody>
        </p:sp>
        <p:grpSp>
          <p:nvGrpSpPr>
            <p:cNvPr id="63" name="Group 62"/>
            <p:cNvGrpSpPr/>
            <p:nvPr/>
          </p:nvGrpSpPr>
          <p:grpSpPr>
            <a:xfrm>
              <a:off x="3773987" y="2971655"/>
              <a:ext cx="2042969" cy="3508040"/>
              <a:chOff x="3773987" y="2971655"/>
              <a:chExt cx="2042969" cy="3508040"/>
            </a:xfrm>
          </p:grpSpPr>
          <p:sp>
            <p:nvSpPr>
              <p:cNvPr id="64" name="Freeform 63"/>
              <p:cNvSpPr>
                <a:spLocks/>
              </p:cNvSpPr>
              <p:nvPr/>
            </p:nvSpPr>
            <p:spPr bwMode="auto">
              <a:xfrm rot="5400000" flipH="1">
                <a:off x="4532462" y="4485490"/>
                <a:ext cx="539302" cy="2029684"/>
              </a:xfrm>
              <a:custGeom>
                <a:avLst/>
                <a:gdLst>
                  <a:gd name="T0" fmla="*/ 203 w 203"/>
                  <a:gd name="T1" fmla="*/ 0 h 764"/>
                  <a:gd name="T2" fmla="*/ 0 w 203"/>
                  <a:gd name="T3" fmla="*/ 536 h 764"/>
                  <a:gd name="T4" fmla="*/ 0 w 203"/>
                  <a:gd name="T5" fmla="*/ 764 h 764"/>
                  <a:gd name="T6" fmla="*/ 203 w 203"/>
                  <a:gd name="T7" fmla="*/ 35 h 764"/>
                  <a:gd name="T8" fmla="*/ 203 w 203"/>
                  <a:gd name="T9" fmla="*/ 0 h 764"/>
                </a:gdLst>
                <a:ahLst/>
                <a:cxnLst>
                  <a:cxn ang="0">
                    <a:pos x="T0" y="T1"/>
                  </a:cxn>
                  <a:cxn ang="0">
                    <a:pos x="T2" y="T3"/>
                  </a:cxn>
                  <a:cxn ang="0">
                    <a:pos x="T4" y="T5"/>
                  </a:cxn>
                  <a:cxn ang="0">
                    <a:pos x="T6" y="T7"/>
                  </a:cxn>
                  <a:cxn ang="0">
                    <a:pos x="T8" y="T9"/>
                  </a:cxn>
                </a:cxnLst>
                <a:rect l="0" t="0" r="r" b="b"/>
                <a:pathLst>
                  <a:path w="203" h="764">
                    <a:moveTo>
                      <a:pt x="203" y="0"/>
                    </a:moveTo>
                    <a:lnTo>
                      <a:pt x="0" y="536"/>
                    </a:lnTo>
                    <a:lnTo>
                      <a:pt x="0" y="764"/>
                    </a:lnTo>
                    <a:lnTo>
                      <a:pt x="203" y="35"/>
                    </a:lnTo>
                    <a:lnTo>
                      <a:pt x="203" y="0"/>
                    </a:lnTo>
                    <a:close/>
                  </a:path>
                </a:pathLst>
              </a:custGeom>
              <a:solidFill>
                <a:schemeClr val="accent6"/>
              </a:solidFill>
              <a:ln>
                <a:noFill/>
              </a:ln>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prstClr val="black"/>
                  </a:solidFill>
                  <a:latin typeface="Calibri" panose="020F0502020204030204"/>
                  <a:cs typeface="+mn-cs"/>
                </a:endParaRPr>
              </a:p>
            </p:txBody>
          </p:sp>
          <p:sp>
            <p:nvSpPr>
              <p:cNvPr id="65" name="Freeform 54"/>
              <p:cNvSpPr>
                <a:spLocks/>
              </p:cNvSpPr>
              <p:nvPr/>
            </p:nvSpPr>
            <p:spPr bwMode="auto">
              <a:xfrm rot="5400000" flipH="1">
                <a:off x="5393219" y="3212953"/>
                <a:ext cx="433036" cy="414438"/>
              </a:xfrm>
              <a:custGeom>
                <a:avLst/>
                <a:gdLst>
                  <a:gd name="T0" fmla="*/ 69 w 69"/>
                  <a:gd name="T1" fmla="*/ 64 h 66"/>
                  <a:gd name="T2" fmla="*/ 1 w 69"/>
                  <a:gd name="T3" fmla="*/ 0 h 66"/>
                  <a:gd name="T4" fmla="*/ 0 w 69"/>
                  <a:gd name="T5" fmla="*/ 0 h 66"/>
                  <a:gd name="T6" fmla="*/ 0 w 69"/>
                  <a:gd name="T7" fmla="*/ 15 h 66"/>
                  <a:gd name="T8" fmla="*/ 1 w 69"/>
                  <a:gd name="T9" fmla="*/ 15 h 66"/>
                  <a:gd name="T10" fmla="*/ 53 w 69"/>
                  <a:gd name="T11" fmla="*/ 64 h 66"/>
                  <a:gd name="T12" fmla="*/ 53 w 69"/>
                  <a:gd name="T13" fmla="*/ 66 h 66"/>
                  <a:gd name="T14" fmla="*/ 69 w 69"/>
                  <a:gd name="T15" fmla="*/ 66 h 66"/>
                  <a:gd name="T16" fmla="*/ 69 w 69"/>
                  <a:gd name="T17" fmla="*/ 64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9" h="66">
                    <a:moveTo>
                      <a:pt x="69" y="64"/>
                    </a:moveTo>
                    <a:cubicBezTo>
                      <a:pt x="69" y="28"/>
                      <a:pt x="31" y="0"/>
                      <a:pt x="1" y="0"/>
                    </a:cubicBezTo>
                    <a:cubicBezTo>
                      <a:pt x="0" y="0"/>
                      <a:pt x="0" y="0"/>
                      <a:pt x="0" y="0"/>
                    </a:cubicBezTo>
                    <a:cubicBezTo>
                      <a:pt x="0" y="15"/>
                      <a:pt x="0" y="15"/>
                      <a:pt x="0" y="15"/>
                    </a:cubicBezTo>
                    <a:cubicBezTo>
                      <a:pt x="1" y="15"/>
                      <a:pt x="1" y="15"/>
                      <a:pt x="1" y="15"/>
                    </a:cubicBezTo>
                    <a:cubicBezTo>
                      <a:pt x="21" y="15"/>
                      <a:pt x="53" y="36"/>
                      <a:pt x="53" y="64"/>
                    </a:cubicBezTo>
                    <a:cubicBezTo>
                      <a:pt x="53" y="65"/>
                      <a:pt x="53" y="66"/>
                      <a:pt x="53" y="66"/>
                    </a:cubicBezTo>
                    <a:cubicBezTo>
                      <a:pt x="69" y="66"/>
                      <a:pt x="69" y="66"/>
                      <a:pt x="69" y="66"/>
                    </a:cubicBezTo>
                    <a:cubicBezTo>
                      <a:pt x="69" y="66"/>
                      <a:pt x="69" y="65"/>
                      <a:pt x="69" y="64"/>
                    </a:cubicBezTo>
                    <a:close/>
                  </a:path>
                </a:pathLst>
              </a:custGeom>
              <a:solidFill>
                <a:schemeClr val="accent6"/>
              </a:solidFill>
              <a:ln>
                <a:noFill/>
              </a:ln>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prstClr val="black"/>
                  </a:solidFill>
                  <a:latin typeface="Calibri" panose="020F0502020204030204"/>
                  <a:cs typeface="+mn-cs"/>
                </a:endParaRPr>
              </a:p>
            </p:txBody>
          </p:sp>
          <p:sp>
            <p:nvSpPr>
              <p:cNvPr id="66" name="Rectangle 55"/>
              <p:cNvSpPr>
                <a:spLocks noChangeArrowheads="1"/>
              </p:cNvSpPr>
              <p:nvPr/>
            </p:nvSpPr>
            <p:spPr bwMode="auto">
              <a:xfrm rot="5400000" flipH="1">
                <a:off x="4973469" y="4387195"/>
                <a:ext cx="1593992" cy="92982"/>
              </a:xfrm>
              <a:prstGeom prst="rect">
                <a:avLst/>
              </a:prstGeom>
              <a:solidFill>
                <a:schemeClr val="accent6"/>
              </a:solidFill>
              <a:ln>
                <a:noFill/>
              </a:ln>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prstClr val="black"/>
                  </a:solidFill>
                  <a:latin typeface="Calibri" panose="020F0502020204030204"/>
                  <a:cs typeface="+mn-cs"/>
                </a:endParaRPr>
              </a:p>
            </p:txBody>
          </p:sp>
          <p:sp>
            <p:nvSpPr>
              <p:cNvPr id="67" name="Freeform 56"/>
              <p:cNvSpPr>
                <a:spLocks noEditPoints="1"/>
              </p:cNvSpPr>
              <p:nvPr/>
            </p:nvSpPr>
            <p:spPr bwMode="auto">
              <a:xfrm rot="5400000" flipH="1">
                <a:off x="4495271" y="2648872"/>
                <a:ext cx="584464" cy="1230030"/>
              </a:xfrm>
              <a:custGeom>
                <a:avLst/>
                <a:gdLst>
                  <a:gd name="T0" fmla="*/ 55 w 93"/>
                  <a:gd name="T1" fmla="*/ 103 h 195"/>
                  <a:gd name="T2" fmla="*/ 56 w 93"/>
                  <a:gd name="T3" fmla="*/ 0 h 195"/>
                  <a:gd name="T4" fmla="*/ 40 w 93"/>
                  <a:gd name="T5" fmla="*/ 0 h 195"/>
                  <a:gd name="T6" fmla="*/ 39 w 93"/>
                  <a:gd name="T7" fmla="*/ 102 h 195"/>
                  <a:gd name="T8" fmla="*/ 0 w 93"/>
                  <a:gd name="T9" fmla="*/ 148 h 195"/>
                  <a:gd name="T10" fmla="*/ 47 w 93"/>
                  <a:gd name="T11" fmla="*/ 195 h 195"/>
                  <a:gd name="T12" fmla="*/ 93 w 93"/>
                  <a:gd name="T13" fmla="*/ 148 h 195"/>
                  <a:gd name="T14" fmla="*/ 55 w 93"/>
                  <a:gd name="T15" fmla="*/ 103 h 195"/>
                  <a:gd name="T16" fmla="*/ 47 w 93"/>
                  <a:gd name="T17" fmla="*/ 176 h 195"/>
                  <a:gd name="T18" fmla="*/ 19 w 93"/>
                  <a:gd name="T19" fmla="*/ 148 h 195"/>
                  <a:gd name="T20" fmla="*/ 47 w 93"/>
                  <a:gd name="T21" fmla="*/ 121 h 195"/>
                  <a:gd name="T22" fmla="*/ 74 w 93"/>
                  <a:gd name="T23" fmla="*/ 148 h 195"/>
                  <a:gd name="T24" fmla="*/ 47 w 93"/>
                  <a:gd name="T25" fmla="*/ 176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3" h="195">
                    <a:moveTo>
                      <a:pt x="55" y="103"/>
                    </a:moveTo>
                    <a:cubicBezTo>
                      <a:pt x="55" y="81"/>
                      <a:pt x="56" y="27"/>
                      <a:pt x="56" y="0"/>
                    </a:cubicBezTo>
                    <a:cubicBezTo>
                      <a:pt x="40" y="0"/>
                      <a:pt x="40" y="0"/>
                      <a:pt x="40" y="0"/>
                    </a:cubicBezTo>
                    <a:cubicBezTo>
                      <a:pt x="40" y="27"/>
                      <a:pt x="39" y="81"/>
                      <a:pt x="39" y="102"/>
                    </a:cubicBezTo>
                    <a:cubicBezTo>
                      <a:pt x="17" y="106"/>
                      <a:pt x="0" y="125"/>
                      <a:pt x="0" y="148"/>
                    </a:cubicBezTo>
                    <a:cubicBezTo>
                      <a:pt x="0" y="174"/>
                      <a:pt x="21" y="195"/>
                      <a:pt x="47" y="195"/>
                    </a:cubicBezTo>
                    <a:cubicBezTo>
                      <a:pt x="72" y="195"/>
                      <a:pt x="93" y="174"/>
                      <a:pt x="93" y="148"/>
                    </a:cubicBezTo>
                    <a:cubicBezTo>
                      <a:pt x="93" y="125"/>
                      <a:pt x="77" y="106"/>
                      <a:pt x="55" y="103"/>
                    </a:cubicBezTo>
                    <a:close/>
                    <a:moveTo>
                      <a:pt x="47" y="176"/>
                    </a:moveTo>
                    <a:cubicBezTo>
                      <a:pt x="32" y="176"/>
                      <a:pt x="19" y="163"/>
                      <a:pt x="19" y="148"/>
                    </a:cubicBezTo>
                    <a:cubicBezTo>
                      <a:pt x="19" y="133"/>
                      <a:pt x="32" y="121"/>
                      <a:pt x="47" y="121"/>
                    </a:cubicBezTo>
                    <a:cubicBezTo>
                      <a:pt x="62" y="121"/>
                      <a:pt x="74" y="133"/>
                      <a:pt x="74" y="148"/>
                    </a:cubicBezTo>
                    <a:cubicBezTo>
                      <a:pt x="74" y="163"/>
                      <a:pt x="62" y="176"/>
                      <a:pt x="47" y="176"/>
                    </a:cubicBezTo>
                    <a:close/>
                  </a:path>
                </a:pathLst>
              </a:custGeom>
              <a:solidFill>
                <a:schemeClr val="accent6"/>
              </a:solidFill>
              <a:ln>
                <a:noFill/>
              </a:ln>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prstClr val="black"/>
                  </a:solidFill>
                  <a:latin typeface="Calibri" panose="020F0502020204030204"/>
                  <a:cs typeface="+mn-cs"/>
                </a:endParaRPr>
              </a:p>
            </p:txBody>
          </p:sp>
          <p:sp>
            <p:nvSpPr>
              <p:cNvPr id="68" name="Rectangle 41"/>
              <p:cNvSpPr>
                <a:spLocks noChangeAspect="1" noChangeArrowheads="1"/>
              </p:cNvSpPr>
              <p:nvPr/>
            </p:nvSpPr>
            <p:spPr bwMode="auto">
              <a:xfrm flipH="1">
                <a:off x="3773987" y="5769982"/>
                <a:ext cx="626974" cy="709713"/>
              </a:xfrm>
              <a:prstGeom prst="rect">
                <a:avLst/>
              </a:prstGeom>
              <a:solidFill>
                <a:schemeClr val="accent6"/>
              </a:solidFill>
              <a:ln>
                <a:noFill/>
              </a:ln>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prstClr val="black"/>
                  </a:solidFill>
                  <a:latin typeface="Calibri" panose="020F0502020204030204"/>
                  <a:cs typeface="+mn-cs"/>
                </a:endParaRPr>
              </a:p>
            </p:txBody>
          </p:sp>
        </p:grpSp>
        <p:grpSp>
          <p:nvGrpSpPr>
            <p:cNvPr id="69" name="Group 68"/>
            <p:cNvGrpSpPr/>
            <p:nvPr/>
          </p:nvGrpSpPr>
          <p:grpSpPr>
            <a:xfrm>
              <a:off x="4160164" y="1469775"/>
              <a:ext cx="1840101" cy="5003177"/>
              <a:chOff x="4160164" y="1469775"/>
              <a:chExt cx="1840101" cy="5003177"/>
            </a:xfrm>
          </p:grpSpPr>
          <p:grpSp>
            <p:nvGrpSpPr>
              <p:cNvPr id="70" name="Group 69"/>
              <p:cNvGrpSpPr/>
              <p:nvPr/>
            </p:nvGrpSpPr>
            <p:grpSpPr>
              <a:xfrm>
                <a:off x="4160164" y="1469775"/>
                <a:ext cx="1840101" cy="4294893"/>
                <a:chOff x="4160164" y="1469775"/>
                <a:chExt cx="1840101" cy="4294893"/>
              </a:xfrm>
            </p:grpSpPr>
            <p:sp>
              <p:nvSpPr>
                <p:cNvPr id="72" name="Freeform 71"/>
                <p:cNvSpPr>
                  <a:spLocks/>
                </p:cNvSpPr>
                <p:nvPr/>
              </p:nvSpPr>
              <p:spPr bwMode="auto">
                <a:xfrm rot="5400000" flipH="1">
                  <a:off x="5134195" y="4911882"/>
                  <a:ext cx="528675" cy="1176897"/>
                </a:xfrm>
                <a:custGeom>
                  <a:avLst/>
                  <a:gdLst>
                    <a:gd name="T0" fmla="*/ 199 w 199"/>
                    <a:gd name="T1" fmla="*/ 0 h 443"/>
                    <a:gd name="T2" fmla="*/ 0 w 199"/>
                    <a:gd name="T3" fmla="*/ 218 h 443"/>
                    <a:gd name="T4" fmla="*/ 0 w 199"/>
                    <a:gd name="T5" fmla="*/ 443 h 443"/>
                    <a:gd name="T6" fmla="*/ 199 w 199"/>
                    <a:gd name="T7" fmla="*/ 35 h 443"/>
                    <a:gd name="T8" fmla="*/ 199 w 199"/>
                    <a:gd name="T9" fmla="*/ 0 h 443"/>
                  </a:gdLst>
                  <a:ahLst/>
                  <a:cxnLst>
                    <a:cxn ang="0">
                      <a:pos x="T0" y="T1"/>
                    </a:cxn>
                    <a:cxn ang="0">
                      <a:pos x="T2" y="T3"/>
                    </a:cxn>
                    <a:cxn ang="0">
                      <a:pos x="T4" y="T5"/>
                    </a:cxn>
                    <a:cxn ang="0">
                      <a:pos x="T6" y="T7"/>
                    </a:cxn>
                    <a:cxn ang="0">
                      <a:pos x="T8" y="T9"/>
                    </a:cxn>
                  </a:cxnLst>
                  <a:rect l="0" t="0" r="r" b="b"/>
                  <a:pathLst>
                    <a:path w="199" h="443">
                      <a:moveTo>
                        <a:pt x="199" y="0"/>
                      </a:moveTo>
                      <a:lnTo>
                        <a:pt x="0" y="218"/>
                      </a:lnTo>
                      <a:lnTo>
                        <a:pt x="0" y="443"/>
                      </a:lnTo>
                      <a:lnTo>
                        <a:pt x="199" y="35"/>
                      </a:lnTo>
                      <a:lnTo>
                        <a:pt x="199" y="0"/>
                      </a:lnTo>
                      <a:close/>
                    </a:path>
                  </a:pathLst>
                </a:custGeom>
                <a:solidFill>
                  <a:srgbClr val="7030A0"/>
                </a:solidFill>
                <a:ln>
                  <a:noFill/>
                </a:ln>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prstClr val="black"/>
                    </a:solidFill>
                    <a:latin typeface="Calibri" panose="020F0502020204030204"/>
                    <a:cs typeface="+mn-cs"/>
                  </a:endParaRPr>
                </a:p>
              </p:txBody>
            </p:sp>
            <p:sp>
              <p:nvSpPr>
                <p:cNvPr id="73" name="Freeform 51"/>
                <p:cNvSpPr>
                  <a:spLocks/>
                </p:cNvSpPr>
                <p:nvPr/>
              </p:nvSpPr>
              <p:spPr bwMode="auto">
                <a:xfrm rot="5400000" flipH="1">
                  <a:off x="5552249" y="1640671"/>
                  <a:ext cx="382559" cy="504764"/>
                </a:xfrm>
                <a:custGeom>
                  <a:avLst/>
                  <a:gdLst>
                    <a:gd name="T0" fmla="*/ 61 w 61"/>
                    <a:gd name="T1" fmla="*/ 78 h 80"/>
                    <a:gd name="T2" fmla="*/ 4 w 61"/>
                    <a:gd name="T3" fmla="*/ 1 h 80"/>
                    <a:gd name="T4" fmla="*/ 0 w 61"/>
                    <a:gd name="T5" fmla="*/ 0 h 80"/>
                    <a:gd name="T6" fmla="*/ 0 w 61"/>
                    <a:gd name="T7" fmla="*/ 16 h 80"/>
                    <a:gd name="T8" fmla="*/ 3 w 61"/>
                    <a:gd name="T9" fmla="*/ 16 h 80"/>
                    <a:gd name="T10" fmla="*/ 46 w 61"/>
                    <a:gd name="T11" fmla="*/ 78 h 80"/>
                    <a:gd name="T12" fmla="*/ 46 w 61"/>
                    <a:gd name="T13" fmla="*/ 80 h 80"/>
                    <a:gd name="T14" fmla="*/ 61 w 61"/>
                    <a:gd name="T15" fmla="*/ 80 h 80"/>
                    <a:gd name="T16" fmla="*/ 61 w 61"/>
                    <a:gd name="T17" fmla="*/ 7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80">
                      <a:moveTo>
                        <a:pt x="61" y="78"/>
                      </a:moveTo>
                      <a:cubicBezTo>
                        <a:pt x="61" y="26"/>
                        <a:pt x="45" y="3"/>
                        <a:pt x="4" y="1"/>
                      </a:cubicBezTo>
                      <a:cubicBezTo>
                        <a:pt x="3" y="1"/>
                        <a:pt x="2" y="1"/>
                        <a:pt x="0" y="0"/>
                      </a:cubicBezTo>
                      <a:cubicBezTo>
                        <a:pt x="0" y="16"/>
                        <a:pt x="0" y="16"/>
                        <a:pt x="0" y="16"/>
                      </a:cubicBezTo>
                      <a:cubicBezTo>
                        <a:pt x="1" y="16"/>
                        <a:pt x="2" y="16"/>
                        <a:pt x="3" y="16"/>
                      </a:cubicBezTo>
                      <a:cubicBezTo>
                        <a:pt x="26" y="18"/>
                        <a:pt x="46" y="24"/>
                        <a:pt x="46" y="78"/>
                      </a:cubicBezTo>
                      <a:cubicBezTo>
                        <a:pt x="46" y="80"/>
                        <a:pt x="46" y="80"/>
                        <a:pt x="46" y="80"/>
                      </a:cubicBezTo>
                      <a:cubicBezTo>
                        <a:pt x="61" y="80"/>
                        <a:pt x="61" y="80"/>
                        <a:pt x="61" y="80"/>
                      </a:cubicBezTo>
                      <a:lnTo>
                        <a:pt x="61" y="78"/>
                      </a:lnTo>
                      <a:close/>
                    </a:path>
                  </a:pathLst>
                </a:custGeom>
                <a:solidFill>
                  <a:srgbClr val="7030A0"/>
                </a:solidFill>
                <a:ln>
                  <a:noFill/>
                </a:ln>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prstClr val="black"/>
                    </a:solidFill>
                    <a:latin typeface="Calibri" panose="020F0502020204030204"/>
                    <a:cs typeface="+mn-cs"/>
                  </a:endParaRPr>
                </a:p>
              </p:txBody>
            </p:sp>
            <p:sp>
              <p:nvSpPr>
                <p:cNvPr id="74" name="Freeform 52"/>
                <p:cNvSpPr>
                  <a:spLocks/>
                </p:cNvSpPr>
                <p:nvPr/>
              </p:nvSpPr>
              <p:spPr bwMode="auto">
                <a:xfrm rot="5400000" flipH="1">
                  <a:off x="4370407" y="3606139"/>
                  <a:ext cx="3153449" cy="106266"/>
                </a:xfrm>
                <a:custGeom>
                  <a:avLst/>
                  <a:gdLst>
                    <a:gd name="T0" fmla="*/ 0 w 501"/>
                    <a:gd name="T1" fmla="*/ 2 h 17"/>
                    <a:gd name="T2" fmla="*/ 0 w 501"/>
                    <a:gd name="T3" fmla="*/ 17 h 17"/>
                    <a:gd name="T4" fmla="*/ 501 w 501"/>
                    <a:gd name="T5" fmla="*/ 17 h 17"/>
                    <a:gd name="T6" fmla="*/ 501 w 501"/>
                    <a:gd name="T7" fmla="*/ 1 h 17"/>
                    <a:gd name="T8" fmla="*/ 0 w 501"/>
                    <a:gd name="T9" fmla="*/ 2 h 17"/>
                  </a:gdLst>
                  <a:ahLst/>
                  <a:cxnLst>
                    <a:cxn ang="0">
                      <a:pos x="T0" y="T1"/>
                    </a:cxn>
                    <a:cxn ang="0">
                      <a:pos x="T2" y="T3"/>
                    </a:cxn>
                    <a:cxn ang="0">
                      <a:pos x="T4" y="T5"/>
                    </a:cxn>
                    <a:cxn ang="0">
                      <a:pos x="T6" y="T7"/>
                    </a:cxn>
                    <a:cxn ang="0">
                      <a:pos x="T8" y="T9"/>
                    </a:cxn>
                  </a:cxnLst>
                  <a:rect l="0" t="0" r="r" b="b"/>
                  <a:pathLst>
                    <a:path w="501" h="17">
                      <a:moveTo>
                        <a:pt x="0" y="2"/>
                      </a:moveTo>
                      <a:cubicBezTo>
                        <a:pt x="0" y="17"/>
                        <a:pt x="0" y="17"/>
                        <a:pt x="0" y="17"/>
                      </a:cubicBezTo>
                      <a:cubicBezTo>
                        <a:pt x="4" y="17"/>
                        <a:pt x="447" y="15"/>
                        <a:pt x="501" y="17"/>
                      </a:cubicBezTo>
                      <a:cubicBezTo>
                        <a:pt x="501" y="1"/>
                        <a:pt x="501" y="1"/>
                        <a:pt x="501" y="1"/>
                      </a:cubicBezTo>
                      <a:cubicBezTo>
                        <a:pt x="443" y="0"/>
                        <a:pt x="18" y="2"/>
                        <a:pt x="0" y="2"/>
                      </a:cubicBezTo>
                      <a:close/>
                    </a:path>
                  </a:pathLst>
                </a:custGeom>
                <a:solidFill>
                  <a:srgbClr val="7030A0"/>
                </a:solidFill>
                <a:ln>
                  <a:noFill/>
                </a:ln>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prstClr val="black"/>
                    </a:solidFill>
                    <a:latin typeface="Calibri" panose="020F0502020204030204"/>
                    <a:cs typeface="+mn-cs"/>
                  </a:endParaRPr>
                </a:p>
              </p:txBody>
            </p:sp>
            <p:sp>
              <p:nvSpPr>
                <p:cNvPr id="75" name="Freeform 53"/>
                <p:cNvSpPr>
                  <a:spLocks noEditPoints="1"/>
                </p:cNvSpPr>
                <p:nvPr/>
              </p:nvSpPr>
              <p:spPr bwMode="auto">
                <a:xfrm rot="5400000" flipH="1">
                  <a:off x="4533424" y="1096515"/>
                  <a:ext cx="584464" cy="1330983"/>
                </a:xfrm>
                <a:custGeom>
                  <a:avLst/>
                  <a:gdLst>
                    <a:gd name="T0" fmla="*/ 56 w 93"/>
                    <a:gd name="T1" fmla="*/ 119 h 211"/>
                    <a:gd name="T2" fmla="*/ 56 w 93"/>
                    <a:gd name="T3" fmla="*/ 0 h 211"/>
                    <a:gd name="T4" fmla="*/ 41 w 93"/>
                    <a:gd name="T5" fmla="*/ 0 h 211"/>
                    <a:gd name="T6" fmla="*/ 41 w 93"/>
                    <a:gd name="T7" fmla="*/ 118 h 211"/>
                    <a:gd name="T8" fmla="*/ 0 w 93"/>
                    <a:gd name="T9" fmla="*/ 164 h 211"/>
                    <a:gd name="T10" fmla="*/ 46 w 93"/>
                    <a:gd name="T11" fmla="*/ 211 h 211"/>
                    <a:gd name="T12" fmla="*/ 93 w 93"/>
                    <a:gd name="T13" fmla="*/ 164 h 211"/>
                    <a:gd name="T14" fmla="*/ 56 w 93"/>
                    <a:gd name="T15" fmla="*/ 119 h 211"/>
                    <a:gd name="T16" fmla="*/ 46 w 93"/>
                    <a:gd name="T17" fmla="*/ 191 h 211"/>
                    <a:gd name="T18" fmla="*/ 19 w 93"/>
                    <a:gd name="T19" fmla="*/ 164 h 211"/>
                    <a:gd name="T20" fmla="*/ 46 w 93"/>
                    <a:gd name="T21" fmla="*/ 137 h 211"/>
                    <a:gd name="T22" fmla="*/ 74 w 93"/>
                    <a:gd name="T23" fmla="*/ 164 h 211"/>
                    <a:gd name="T24" fmla="*/ 46 w 93"/>
                    <a:gd name="T25" fmla="*/ 191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3" h="211">
                      <a:moveTo>
                        <a:pt x="56" y="119"/>
                      </a:moveTo>
                      <a:cubicBezTo>
                        <a:pt x="56" y="0"/>
                        <a:pt x="56" y="0"/>
                        <a:pt x="56" y="0"/>
                      </a:cubicBezTo>
                      <a:cubicBezTo>
                        <a:pt x="41" y="0"/>
                        <a:pt x="41" y="0"/>
                        <a:pt x="41" y="0"/>
                      </a:cubicBezTo>
                      <a:cubicBezTo>
                        <a:pt x="41" y="118"/>
                        <a:pt x="41" y="118"/>
                        <a:pt x="41" y="118"/>
                      </a:cubicBezTo>
                      <a:cubicBezTo>
                        <a:pt x="18" y="121"/>
                        <a:pt x="0" y="141"/>
                        <a:pt x="0" y="164"/>
                      </a:cubicBezTo>
                      <a:cubicBezTo>
                        <a:pt x="0" y="190"/>
                        <a:pt x="21" y="211"/>
                        <a:pt x="46" y="211"/>
                      </a:cubicBezTo>
                      <a:cubicBezTo>
                        <a:pt x="72" y="211"/>
                        <a:pt x="93" y="190"/>
                        <a:pt x="93" y="164"/>
                      </a:cubicBezTo>
                      <a:cubicBezTo>
                        <a:pt x="93" y="142"/>
                        <a:pt x="77" y="123"/>
                        <a:pt x="56" y="119"/>
                      </a:cubicBezTo>
                      <a:close/>
                      <a:moveTo>
                        <a:pt x="46" y="191"/>
                      </a:moveTo>
                      <a:cubicBezTo>
                        <a:pt x="31" y="191"/>
                        <a:pt x="19" y="179"/>
                        <a:pt x="19" y="164"/>
                      </a:cubicBezTo>
                      <a:cubicBezTo>
                        <a:pt x="19" y="149"/>
                        <a:pt x="31" y="137"/>
                        <a:pt x="46" y="137"/>
                      </a:cubicBezTo>
                      <a:cubicBezTo>
                        <a:pt x="61" y="137"/>
                        <a:pt x="74" y="149"/>
                        <a:pt x="74" y="164"/>
                      </a:cubicBezTo>
                      <a:cubicBezTo>
                        <a:pt x="74" y="179"/>
                        <a:pt x="61" y="191"/>
                        <a:pt x="46" y="191"/>
                      </a:cubicBezTo>
                      <a:close/>
                    </a:path>
                  </a:pathLst>
                </a:custGeom>
                <a:solidFill>
                  <a:srgbClr val="7030A0"/>
                </a:solidFill>
                <a:ln>
                  <a:noFill/>
                </a:ln>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prstClr val="black"/>
                    </a:solidFill>
                    <a:latin typeface="Calibri" panose="020F0502020204030204"/>
                    <a:cs typeface="+mn-cs"/>
                  </a:endParaRPr>
                </a:p>
              </p:txBody>
            </p:sp>
          </p:grpSp>
          <p:sp>
            <p:nvSpPr>
              <p:cNvPr id="71" name="Rectangle 41"/>
              <p:cNvSpPr>
                <a:spLocks noChangeAspect="1" noChangeArrowheads="1"/>
              </p:cNvSpPr>
              <p:nvPr/>
            </p:nvSpPr>
            <p:spPr bwMode="auto">
              <a:xfrm flipH="1">
                <a:off x="4780856" y="5763239"/>
                <a:ext cx="626974" cy="709713"/>
              </a:xfrm>
              <a:prstGeom prst="rect">
                <a:avLst/>
              </a:prstGeom>
              <a:solidFill>
                <a:srgbClr val="7030A0"/>
              </a:solidFill>
              <a:ln>
                <a:noFill/>
              </a:ln>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prstClr val="black"/>
                  </a:solidFill>
                  <a:latin typeface="Calibri" panose="020F0502020204030204"/>
                  <a:cs typeface="+mn-cs"/>
                </a:endParaRPr>
              </a:p>
            </p:txBody>
          </p:sp>
        </p:grpSp>
        <p:grpSp>
          <p:nvGrpSpPr>
            <p:cNvPr id="76" name="Group 75"/>
            <p:cNvGrpSpPr/>
            <p:nvPr/>
          </p:nvGrpSpPr>
          <p:grpSpPr>
            <a:xfrm>
              <a:off x="5821729" y="686933"/>
              <a:ext cx="2271978" cy="5785637"/>
              <a:chOff x="5821729" y="686933"/>
              <a:chExt cx="2271978" cy="5785637"/>
            </a:xfrm>
          </p:grpSpPr>
          <p:sp>
            <p:nvSpPr>
              <p:cNvPr id="77" name="Freeform 76"/>
              <p:cNvSpPr>
                <a:spLocks/>
              </p:cNvSpPr>
              <p:nvPr/>
            </p:nvSpPr>
            <p:spPr bwMode="auto">
              <a:xfrm rot="5400000" flipH="1">
                <a:off x="5878059" y="5206771"/>
                <a:ext cx="515391" cy="600404"/>
              </a:xfrm>
              <a:custGeom>
                <a:avLst/>
                <a:gdLst>
                  <a:gd name="T0" fmla="*/ 194 w 194"/>
                  <a:gd name="T1" fmla="*/ 98 h 226"/>
                  <a:gd name="T2" fmla="*/ 0 w 194"/>
                  <a:gd name="T3" fmla="*/ 0 h 226"/>
                  <a:gd name="T4" fmla="*/ 0 w 194"/>
                  <a:gd name="T5" fmla="*/ 226 h 226"/>
                  <a:gd name="T6" fmla="*/ 194 w 194"/>
                  <a:gd name="T7" fmla="*/ 133 h 226"/>
                  <a:gd name="T8" fmla="*/ 194 w 194"/>
                  <a:gd name="T9" fmla="*/ 98 h 226"/>
                </a:gdLst>
                <a:ahLst/>
                <a:cxnLst>
                  <a:cxn ang="0">
                    <a:pos x="T0" y="T1"/>
                  </a:cxn>
                  <a:cxn ang="0">
                    <a:pos x="T2" y="T3"/>
                  </a:cxn>
                  <a:cxn ang="0">
                    <a:pos x="T4" y="T5"/>
                  </a:cxn>
                  <a:cxn ang="0">
                    <a:pos x="T6" y="T7"/>
                  </a:cxn>
                  <a:cxn ang="0">
                    <a:pos x="T8" y="T9"/>
                  </a:cxn>
                </a:cxnLst>
                <a:rect l="0" t="0" r="r" b="b"/>
                <a:pathLst>
                  <a:path w="194" h="226">
                    <a:moveTo>
                      <a:pt x="194" y="98"/>
                    </a:moveTo>
                    <a:lnTo>
                      <a:pt x="0" y="0"/>
                    </a:lnTo>
                    <a:lnTo>
                      <a:pt x="0" y="226"/>
                    </a:lnTo>
                    <a:lnTo>
                      <a:pt x="194" y="133"/>
                    </a:lnTo>
                    <a:lnTo>
                      <a:pt x="194" y="98"/>
                    </a:lnTo>
                    <a:close/>
                  </a:path>
                </a:pathLst>
              </a:custGeom>
              <a:solidFill>
                <a:srgbClr val="FF0000"/>
              </a:solidFill>
              <a:ln>
                <a:noFill/>
              </a:ln>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prstClr val="black"/>
                  </a:solidFill>
                  <a:latin typeface="Calibri" panose="020F0502020204030204"/>
                  <a:cs typeface="+mn-cs"/>
                </a:endParaRPr>
              </a:p>
            </p:txBody>
          </p:sp>
          <p:sp>
            <p:nvSpPr>
              <p:cNvPr id="78" name="Rectangle 48"/>
              <p:cNvSpPr>
                <a:spLocks noChangeArrowheads="1"/>
              </p:cNvSpPr>
              <p:nvPr/>
            </p:nvSpPr>
            <p:spPr bwMode="auto">
              <a:xfrm rot="5400000" flipH="1">
                <a:off x="4199053" y="3272729"/>
                <a:ext cx="3860119" cy="92982"/>
              </a:xfrm>
              <a:prstGeom prst="rect">
                <a:avLst/>
              </a:prstGeom>
              <a:solidFill>
                <a:srgbClr val="FF0000"/>
              </a:solidFill>
              <a:ln>
                <a:noFill/>
              </a:ln>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prstClr val="black"/>
                  </a:solidFill>
                  <a:latin typeface="Calibri" panose="020F0502020204030204"/>
                  <a:cs typeface="+mn-cs"/>
                </a:endParaRPr>
              </a:p>
            </p:txBody>
          </p:sp>
          <p:sp>
            <p:nvSpPr>
              <p:cNvPr id="79" name="Freeform 49"/>
              <p:cNvSpPr>
                <a:spLocks noEditPoints="1"/>
              </p:cNvSpPr>
              <p:nvPr/>
            </p:nvSpPr>
            <p:spPr bwMode="auto">
              <a:xfrm rot="5400000" flipH="1">
                <a:off x="7076209" y="253898"/>
                <a:ext cx="584464" cy="1450533"/>
              </a:xfrm>
              <a:custGeom>
                <a:avLst/>
                <a:gdLst>
                  <a:gd name="T0" fmla="*/ 54 w 93"/>
                  <a:gd name="T1" fmla="*/ 92 h 230"/>
                  <a:gd name="T2" fmla="*/ 93 w 93"/>
                  <a:gd name="T3" fmla="*/ 47 h 230"/>
                  <a:gd name="T4" fmla="*/ 47 w 93"/>
                  <a:gd name="T5" fmla="*/ 0 h 230"/>
                  <a:gd name="T6" fmla="*/ 0 w 93"/>
                  <a:gd name="T7" fmla="*/ 47 h 230"/>
                  <a:gd name="T8" fmla="*/ 39 w 93"/>
                  <a:gd name="T9" fmla="*/ 92 h 230"/>
                  <a:gd name="T10" fmla="*/ 39 w 93"/>
                  <a:gd name="T11" fmla="*/ 230 h 230"/>
                  <a:gd name="T12" fmla="*/ 54 w 93"/>
                  <a:gd name="T13" fmla="*/ 230 h 230"/>
                  <a:gd name="T14" fmla="*/ 54 w 93"/>
                  <a:gd name="T15" fmla="*/ 92 h 230"/>
                  <a:gd name="T16" fmla="*/ 19 w 93"/>
                  <a:gd name="T17" fmla="*/ 47 h 230"/>
                  <a:gd name="T18" fmla="*/ 47 w 93"/>
                  <a:gd name="T19" fmla="*/ 19 h 230"/>
                  <a:gd name="T20" fmla="*/ 74 w 93"/>
                  <a:gd name="T21" fmla="*/ 47 h 230"/>
                  <a:gd name="T22" fmla="*/ 47 w 93"/>
                  <a:gd name="T23" fmla="*/ 74 h 230"/>
                  <a:gd name="T24" fmla="*/ 19 w 93"/>
                  <a:gd name="T25" fmla="*/ 47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3" h="230">
                    <a:moveTo>
                      <a:pt x="54" y="92"/>
                    </a:moveTo>
                    <a:cubicBezTo>
                      <a:pt x="76" y="89"/>
                      <a:pt x="93" y="70"/>
                      <a:pt x="93" y="47"/>
                    </a:cubicBezTo>
                    <a:cubicBezTo>
                      <a:pt x="93" y="21"/>
                      <a:pt x="72" y="0"/>
                      <a:pt x="47" y="0"/>
                    </a:cubicBezTo>
                    <a:cubicBezTo>
                      <a:pt x="21" y="0"/>
                      <a:pt x="0" y="21"/>
                      <a:pt x="0" y="47"/>
                    </a:cubicBezTo>
                    <a:cubicBezTo>
                      <a:pt x="0" y="70"/>
                      <a:pt x="17" y="89"/>
                      <a:pt x="39" y="92"/>
                    </a:cubicBezTo>
                    <a:cubicBezTo>
                      <a:pt x="39" y="230"/>
                      <a:pt x="39" y="230"/>
                      <a:pt x="39" y="230"/>
                    </a:cubicBezTo>
                    <a:cubicBezTo>
                      <a:pt x="54" y="230"/>
                      <a:pt x="54" y="230"/>
                      <a:pt x="54" y="230"/>
                    </a:cubicBezTo>
                    <a:lnTo>
                      <a:pt x="54" y="92"/>
                    </a:lnTo>
                    <a:close/>
                    <a:moveTo>
                      <a:pt x="19" y="47"/>
                    </a:moveTo>
                    <a:cubicBezTo>
                      <a:pt x="19" y="32"/>
                      <a:pt x="31" y="19"/>
                      <a:pt x="47" y="19"/>
                    </a:cubicBezTo>
                    <a:cubicBezTo>
                      <a:pt x="62" y="19"/>
                      <a:pt x="74" y="32"/>
                      <a:pt x="74" y="47"/>
                    </a:cubicBezTo>
                    <a:cubicBezTo>
                      <a:pt x="74" y="62"/>
                      <a:pt x="62" y="74"/>
                      <a:pt x="47" y="74"/>
                    </a:cubicBezTo>
                    <a:cubicBezTo>
                      <a:pt x="31" y="74"/>
                      <a:pt x="19" y="62"/>
                      <a:pt x="19" y="47"/>
                    </a:cubicBezTo>
                    <a:close/>
                  </a:path>
                </a:pathLst>
              </a:custGeom>
              <a:solidFill>
                <a:srgbClr val="FF0000"/>
              </a:solidFill>
              <a:ln>
                <a:noFill/>
              </a:ln>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prstClr val="black"/>
                  </a:solidFill>
                  <a:latin typeface="Calibri" panose="020F0502020204030204"/>
                  <a:cs typeface="+mn-cs"/>
                </a:endParaRPr>
              </a:p>
            </p:txBody>
          </p:sp>
          <p:sp>
            <p:nvSpPr>
              <p:cNvPr id="80" name="Freeform 50"/>
              <p:cNvSpPr>
                <a:spLocks/>
              </p:cNvSpPr>
              <p:nvPr/>
            </p:nvSpPr>
            <p:spPr bwMode="auto">
              <a:xfrm rot="5400000" flipH="1">
                <a:off x="6134426" y="880412"/>
                <a:ext cx="456944" cy="560553"/>
              </a:xfrm>
              <a:custGeom>
                <a:avLst/>
                <a:gdLst>
                  <a:gd name="T0" fmla="*/ 58 w 73"/>
                  <a:gd name="T1" fmla="*/ 0 h 89"/>
                  <a:gd name="T2" fmla="*/ 58 w 73"/>
                  <a:gd name="T3" fmla="*/ 1 h 89"/>
                  <a:gd name="T4" fmla="*/ 1 w 73"/>
                  <a:gd name="T5" fmla="*/ 74 h 89"/>
                  <a:gd name="T6" fmla="*/ 0 w 73"/>
                  <a:gd name="T7" fmla="*/ 74 h 89"/>
                  <a:gd name="T8" fmla="*/ 0 w 73"/>
                  <a:gd name="T9" fmla="*/ 89 h 89"/>
                  <a:gd name="T10" fmla="*/ 1 w 73"/>
                  <a:gd name="T11" fmla="*/ 89 h 89"/>
                  <a:gd name="T12" fmla="*/ 58 w 73"/>
                  <a:gd name="T13" fmla="*/ 60 h 89"/>
                  <a:gd name="T14" fmla="*/ 73 w 73"/>
                  <a:gd name="T15" fmla="*/ 1 h 89"/>
                  <a:gd name="T16" fmla="*/ 73 w 73"/>
                  <a:gd name="T17" fmla="*/ 0 h 89"/>
                  <a:gd name="T18" fmla="*/ 58 w 73"/>
                  <a:gd name="T19"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3" h="89">
                    <a:moveTo>
                      <a:pt x="58" y="0"/>
                    </a:moveTo>
                    <a:cubicBezTo>
                      <a:pt x="58" y="1"/>
                      <a:pt x="58" y="1"/>
                      <a:pt x="58" y="1"/>
                    </a:cubicBezTo>
                    <a:cubicBezTo>
                      <a:pt x="58" y="23"/>
                      <a:pt x="52" y="74"/>
                      <a:pt x="1" y="74"/>
                    </a:cubicBezTo>
                    <a:cubicBezTo>
                      <a:pt x="0" y="74"/>
                      <a:pt x="0" y="74"/>
                      <a:pt x="0" y="74"/>
                    </a:cubicBezTo>
                    <a:cubicBezTo>
                      <a:pt x="0" y="89"/>
                      <a:pt x="0" y="89"/>
                      <a:pt x="0" y="89"/>
                    </a:cubicBezTo>
                    <a:cubicBezTo>
                      <a:pt x="1" y="89"/>
                      <a:pt x="1" y="89"/>
                      <a:pt x="1" y="89"/>
                    </a:cubicBezTo>
                    <a:cubicBezTo>
                      <a:pt x="26" y="89"/>
                      <a:pt x="45" y="79"/>
                      <a:pt x="58" y="60"/>
                    </a:cubicBezTo>
                    <a:cubicBezTo>
                      <a:pt x="71" y="41"/>
                      <a:pt x="73" y="17"/>
                      <a:pt x="73" y="1"/>
                    </a:cubicBezTo>
                    <a:cubicBezTo>
                      <a:pt x="73" y="0"/>
                      <a:pt x="73" y="0"/>
                      <a:pt x="73" y="0"/>
                    </a:cubicBezTo>
                    <a:lnTo>
                      <a:pt x="58" y="0"/>
                    </a:lnTo>
                    <a:close/>
                  </a:path>
                </a:pathLst>
              </a:custGeom>
              <a:solidFill>
                <a:srgbClr val="FF0000"/>
              </a:solidFill>
              <a:ln>
                <a:noFill/>
              </a:ln>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prstClr val="black"/>
                  </a:solidFill>
                  <a:latin typeface="Calibri" panose="020F0502020204030204"/>
                  <a:cs typeface="+mn-cs"/>
                </a:endParaRPr>
              </a:p>
            </p:txBody>
          </p:sp>
          <p:sp>
            <p:nvSpPr>
              <p:cNvPr id="81" name="Rectangle 41"/>
              <p:cNvSpPr>
                <a:spLocks noChangeAspect="1" noChangeArrowheads="1"/>
              </p:cNvSpPr>
              <p:nvPr/>
            </p:nvSpPr>
            <p:spPr bwMode="auto">
              <a:xfrm flipH="1">
                <a:off x="5821729" y="5762857"/>
                <a:ext cx="626974" cy="709713"/>
              </a:xfrm>
              <a:prstGeom prst="rect">
                <a:avLst/>
              </a:prstGeom>
              <a:solidFill>
                <a:srgbClr val="FF0000"/>
              </a:solidFill>
              <a:ln>
                <a:noFill/>
              </a:ln>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prstClr val="black"/>
                  </a:solidFill>
                  <a:latin typeface="Calibri" panose="020F0502020204030204"/>
                  <a:cs typeface="+mn-cs"/>
                </a:endParaRPr>
              </a:p>
            </p:txBody>
          </p:sp>
        </p:grpSp>
        <p:grpSp>
          <p:nvGrpSpPr>
            <p:cNvPr id="82" name="Group 81"/>
            <p:cNvGrpSpPr/>
            <p:nvPr/>
          </p:nvGrpSpPr>
          <p:grpSpPr>
            <a:xfrm>
              <a:off x="6271243" y="2209195"/>
              <a:ext cx="1824250" cy="4263184"/>
              <a:chOff x="6271243" y="2209195"/>
              <a:chExt cx="1824250" cy="4263184"/>
            </a:xfrm>
          </p:grpSpPr>
          <p:sp>
            <p:nvSpPr>
              <p:cNvPr id="83" name="Freeform 82"/>
              <p:cNvSpPr>
                <a:spLocks/>
              </p:cNvSpPr>
              <p:nvPr/>
            </p:nvSpPr>
            <p:spPr bwMode="auto">
              <a:xfrm rot="5400000" flipH="1">
                <a:off x="6596682" y="4910554"/>
                <a:ext cx="528675" cy="1179554"/>
              </a:xfrm>
              <a:custGeom>
                <a:avLst/>
                <a:gdLst>
                  <a:gd name="T0" fmla="*/ 199 w 199"/>
                  <a:gd name="T1" fmla="*/ 408 h 444"/>
                  <a:gd name="T2" fmla="*/ 0 w 199"/>
                  <a:gd name="T3" fmla="*/ 0 h 444"/>
                  <a:gd name="T4" fmla="*/ 0 w 199"/>
                  <a:gd name="T5" fmla="*/ 228 h 444"/>
                  <a:gd name="T6" fmla="*/ 199 w 199"/>
                  <a:gd name="T7" fmla="*/ 444 h 444"/>
                  <a:gd name="T8" fmla="*/ 199 w 199"/>
                  <a:gd name="T9" fmla="*/ 408 h 444"/>
                </a:gdLst>
                <a:ahLst/>
                <a:cxnLst>
                  <a:cxn ang="0">
                    <a:pos x="T0" y="T1"/>
                  </a:cxn>
                  <a:cxn ang="0">
                    <a:pos x="T2" y="T3"/>
                  </a:cxn>
                  <a:cxn ang="0">
                    <a:pos x="T4" y="T5"/>
                  </a:cxn>
                  <a:cxn ang="0">
                    <a:pos x="T6" y="T7"/>
                  </a:cxn>
                  <a:cxn ang="0">
                    <a:pos x="T8" y="T9"/>
                  </a:cxn>
                </a:cxnLst>
                <a:rect l="0" t="0" r="r" b="b"/>
                <a:pathLst>
                  <a:path w="199" h="444">
                    <a:moveTo>
                      <a:pt x="199" y="408"/>
                    </a:moveTo>
                    <a:lnTo>
                      <a:pt x="0" y="0"/>
                    </a:lnTo>
                    <a:lnTo>
                      <a:pt x="0" y="228"/>
                    </a:lnTo>
                    <a:lnTo>
                      <a:pt x="199" y="444"/>
                    </a:lnTo>
                    <a:lnTo>
                      <a:pt x="199" y="408"/>
                    </a:lnTo>
                    <a:close/>
                  </a:path>
                </a:pathLst>
              </a:custGeom>
              <a:solidFill>
                <a:schemeClr val="accent5"/>
              </a:solidFill>
              <a:ln>
                <a:noFill/>
              </a:ln>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prstClr val="black"/>
                  </a:solidFill>
                  <a:latin typeface="Calibri" panose="020F0502020204030204"/>
                  <a:cs typeface="+mn-cs"/>
                </a:endParaRPr>
              </a:p>
            </p:txBody>
          </p:sp>
          <p:sp>
            <p:nvSpPr>
              <p:cNvPr id="84" name="Rectangle 45"/>
              <p:cNvSpPr>
                <a:spLocks noChangeArrowheads="1"/>
              </p:cNvSpPr>
              <p:nvPr/>
            </p:nvSpPr>
            <p:spPr bwMode="auto">
              <a:xfrm rot="5400000" flipH="1">
                <a:off x="5123568" y="3992682"/>
                <a:ext cx="2390989" cy="95639"/>
              </a:xfrm>
              <a:prstGeom prst="rect">
                <a:avLst/>
              </a:prstGeom>
              <a:solidFill>
                <a:schemeClr val="accent5"/>
              </a:solidFill>
              <a:ln>
                <a:noFill/>
              </a:ln>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prstClr val="black"/>
                  </a:solidFill>
                  <a:latin typeface="Calibri" panose="020F0502020204030204"/>
                  <a:cs typeface="+mn-cs"/>
                </a:endParaRPr>
              </a:p>
            </p:txBody>
          </p:sp>
          <p:sp>
            <p:nvSpPr>
              <p:cNvPr id="85" name="Freeform 46"/>
              <p:cNvSpPr>
                <a:spLocks/>
              </p:cNvSpPr>
              <p:nvPr/>
            </p:nvSpPr>
            <p:spPr bwMode="auto">
              <a:xfrm rot="5400000" flipH="1">
                <a:off x="6316863" y="2410644"/>
                <a:ext cx="390529" cy="478198"/>
              </a:xfrm>
              <a:custGeom>
                <a:avLst/>
                <a:gdLst>
                  <a:gd name="T0" fmla="*/ 46 w 62"/>
                  <a:gd name="T1" fmla="*/ 0 h 76"/>
                  <a:gd name="T2" fmla="*/ 46 w 62"/>
                  <a:gd name="T3" fmla="*/ 0 h 76"/>
                  <a:gd name="T4" fmla="*/ 1 w 62"/>
                  <a:gd name="T5" fmla="*/ 61 h 76"/>
                  <a:gd name="T6" fmla="*/ 0 w 62"/>
                  <a:gd name="T7" fmla="*/ 61 h 76"/>
                  <a:gd name="T8" fmla="*/ 0 w 62"/>
                  <a:gd name="T9" fmla="*/ 76 h 76"/>
                  <a:gd name="T10" fmla="*/ 1 w 62"/>
                  <a:gd name="T11" fmla="*/ 76 h 76"/>
                  <a:gd name="T12" fmla="*/ 62 w 62"/>
                  <a:gd name="T13" fmla="*/ 0 h 76"/>
                  <a:gd name="T14" fmla="*/ 62 w 62"/>
                  <a:gd name="T15" fmla="*/ 0 h 76"/>
                  <a:gd name="T16" fmla="*/ 46 w 62"/>
                  <a:gd name="T17"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 h="76">
                    <a:moveTo>
                      <a:pt x="46" y="0"/>
                    </a:moveTo>
                    <a:cubicBezTo>
                      <a:pt x="46" y="0"/>
                      <a:pt x="46" y="0"/>
                      <a:pt x="46" y="0"/>
                    </a:cubicBezTo>
                    <a:cubicBezTo>
                      <a:pt x="46" y="55"/>
                      <a:pt x="14" y="61"/>
                      <a:pt x="1" y="61"/>
                    </a:cubicBezTo>
                    <a:cubicBezTo>
                      <a:pt x="0" y="61"/>
                      <a:pt x="0" y="61"/>
                      <a:pt x="0" y="61"/>
                    </a:cubicBezTo>
                    <a:cubicBezTo>
                      <a:pt x="0" y="76"/>
                      <a:pt x="0" y="76"/>
                      <a:pt x="0" y="76"/>
                    </a:cubicBezTo>
                    <a:cubicBezTo>
                      <a:pt x="1" y="76"/>
                      <a:pt x="1" y="76"/>
                      <a:pt x="1" y="76"/>
                    </a:cubicBezTo>
                    <a:cubicBezTo>
                      <a:pt x="38" y="76"/>
                      <a:pt x="62" y="47"/>
                      <a:pt x="62" y="0"/>
                    </a:cubicBezTo>
                    <a:cubicBezTo>
                      <a:pt x="62" y="0"/>
                      <a:pt x="62" y="0"/>
                      <a:pt x="62" y="0"/>
                    </a:cubicBezTo>
                    <a:lnTo>
                      <a:pt x="46" y="0"/>
                    </a:lnTo>
                    <a:close/>
                  </a:path>
                </a:pathLst>
              </a:custGeom>
              <a:solidFill>
                <a:schemeClr val="accent5"/>
              </a:solidFill>
              <a:ln>
                <a:noFill/>
              </a:ln>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prstClr val="black"/>
                  </a:solidFill>
                  <a:latin typeface="Calibri" panose="020F0502020204030204"/>
                  <a:cs typeface="+mn-cs"/>
                </a:endParaRPr>
              </a:p>
            </p:txBody>
          </p:sp>
          <p:sp>
            <p:nvSpPr>
              <p:cNvPr id="86" name="Freeform 47"/>
              <p:cNvSpPr>
                <a:spLocks noEditPoints="1"/>
              </p:cNvSpPr>
              <p:nvPr/>
            </p:nvSpPr>
            <p:spPr bwMode="auto">
              <a:xfrm rot="5400000" flipH="1">
                <a:off x="7133784" y="1826637"/>
                <a:ext cx="579151" cy="1344267"/>
              </a:xfrm>
              <a:custGeom>
                <a:avLst/>
                <a:gdLst>
                  <a:gd name="T0" fmla="*/ 53 w 92"/>
                  <a:gd name="T1" fmla="*/ 93 h 213"/>
                  <a:gd name="T2" fmla="*/ 92 w 92"/>
                  <a:gd name="T3" fmla="*/ 47 h 213"/>
                  <a:gd name="T4" fmla="*/ 46 w 92"/>
                  <a:gd name="T5" fmla="*/ 0 h 213"/>
                  <a:gd name="T6" fmla="*/ 0 w 92"/>
                  <a:gd name="T7" fmla="*/ 47 h 213"/>
                  <a:gd name="T8" fmla="*/ 37 w 92"/>
                  <a:gd name="T9" fmla="*/ 92 h 213"/>
                  <a:gd name="T10" fmla="*/ 37 w 92"/>
                  <a:gd name="T11" fmla="*/ 213 h 213"/>
                  <a:gd name="T12" fmla="*/ 53 w 92"/>
                  <a:gd name="T13" fmla="*/ 213 h 213"/>
                  <a:gd name="T14" fmla="*/ 53 w 92"/>
                  <a:gd name="T15" fmla="*/ 93 h 213"/>
                  <a:gd name="T16" fmla="*/ 19 w 92"/>
                  <a:gd name="T17" fmla="*/ 47 h 213"/>
                  <a:gd name="T18" fmla="*/ 46 w 92"/>
                  <a:gd name="T19" fmla="*/ 19 h 213"/>
                  <a:gd name="T20" fmla="*/ 73 w 92"/>
                  <a:gd name="T21" fmla="*/ 47 h 213"/>
                  <a:gd name="T22" fmla="*/ 46 w 92"/>
                  <a:gd name="T23" fmla="*/ 74 h 213"/>
                  <a:gd name="T24" fmla="*/ 19 w 92"/>
                  <a:gd name="T25" fmla="*/ 47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2" h="213">
                    <a:moveTo>
                      <a:pt x="53" y="93"/>
                    </a:moveTo>
                    <a:cubicBezTo>
                      <a:pt x="75" y="89"/>
                      <a:pt x="92" y="70"/>
                      <a:pt x="92" y="47"/>
                    </a:cubicBezTo>
                    <a:cubicBezTo>
                      <a:pt x="92" y="21"/>
                      <a:pt x="72" y="0"/>
                      <a:pt x="46" y="0"/>
                    </a:cubicBezTo>
                    <a:cubicBezTo>
                      <a:pt x="20" y="0"/>
                      <a:pt x="0" y="21"/>
                      <a:pt x="0" y="47"/>
                    </a:cubicBezTo>
                    <a:cubicBezTo>
                      <a:pt x="0" y="69"/>
                      <a:pt x="16" y="88"/>
                      <a:pt x="37" y="92"/>
                    </a:cubicBezTo>
                    <a:cubicBezTo>
                      <a:pt x="37" y="213"/>
                      <a:pt x="37" y="213"/>
                      <a:pt x="37" y="213"/>
                    </a:cubicBezTo>
                    <a:cubicBezTo>
                      <a:pt x="53" y="213"/>
                      <a:pt x="53" y="213"/>
                      <a:pt x="53" y="213"/>
                    </a:cubicBezTo>
                    <a:lnTo>
                      <a:pt x="53" y="93"/>
                    </a:lnTo>
                    <a:close/>
                    <a:moveTo>
                      <a:pt x="19" y="47"/>
                    </a:moveTo>
                    <a:cubicBezTo>
                      <a:pt x="19" y="32"/>
                      <a:pt x="31" y="19"/>
                      <a:pt x="46" y="19"/>
                    </a:cubicBezTo>
                    <a:cubicBezTo>
                      <a:pt x="61" y="19"/>
                      <a:pt x="73" y="32"/>
                      <a:pt x="73" y="47"/>
                    </a:cubicBezTo>
                    <a:cubicBezTo>
                      <a:pt x="73" y="62"/>
                      <a:pt x="61" y="74"/>
                      <a:pt x="46" y="74"/>
                    </a:cubicBezTo>
                    <a:cubicBezTo>
                      <a:pt x="31" y="74"/>
                      <a:pt x="19" y="62"/>
                      <a:pt x="19" y="47"/>
                    </a:cubicBezTo>
                    <a:close/>
                  </a:path>
                </a:pathLst>
              </a:custGeom>
              <a:solidFill>
                <a:schemeClr val="accent5"/>
              </a:solidFill>
              <a:ln>
                <a:noFill/>
              </a:ln>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prstClr val="black"/>
                  </a:solidFill>
                  <a:latin typeface="Calibri" panose="020F0502020204030204"/>
                  <a:cs typeface="+mn-cs"/>
                </a:endParaRPr>
              </a:p>
            </p:txBody>
          </p:sp>
          <p:sp>
            <p:nvSpPr>
              <p:cNvPr id="87" name="Rectangle 41"/>
              <p:cNvSpPr>
                <a:spLocks noChangeAspect="1" noChangeArrowheads="1"/>
              </p:cNvSpPr>
              <p:nvPr/>
            </p:nvSpPr>
            <p:spPr bwMode="auto">
              <a:xfrm flipH="1">
                <a:off x="6845079" y="5762666"/>
                <a:ext cx="626974" cy="709713"/>
              </a:xfrm>
              <a:prstGeom prst="rect">
                <a:avLst/>
              </a:prstGeom>
              <a:solidFill>
                <a:schemeClr val="accent5"/>
              </a:solidFill>
              <a:ln>
                <a:noFill/>
              </a:ln>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prstClr val="black"/>
                  </a:solidFill>
                  <a:latin typeface="Calibri" panose="020F0502020204030204"/>
                  <a:cs typeface="+mn-cs"/>
                </a:endParaRPr>
              </a:p>
            </p:txBody>
          </p:sp>
        </p:grpSp>
        <p:grpSp>
          <p:nvGrpSpPr>
            <p:cNvPr id="88" name="Group 87"/>
            <p:cNvGrpSpPr/>
            <p:nvPr/>
          </p:nvGrpSpPr>
          <p:grpSpPr>
            <a:xfrm>
              <a:off x="6449239" y="3698665"/>
              <a:ext cx="2051297" cy="2759391"/>
              <a:chOff x="6449239" y="3698665"/>
              <a:chExt cx="2051297" cy="2759391"/>
            </a:xfrm>
          </p:grpSpPr>
          <p:sp>
            <p:nvSpPr>
              <p:cNvPr id="89" name="Freeform 88"/>
              <p:cNvSpPr>
                <a:spLocks/>
              </p:cNvSpPr>
              <p:nvPr/>
            </p:nvSpPr>
            <p:spPr bwMode="auto">
              <a:xfrm rot="5400000" flipH="1">
                <a:off x="7205057" y="4485491"/>
                <a:ext cx="510077" cy="2021713"/>
              </a:xfrm>
              <a:custGeom>
                <a:avLst/>
                <a:gdLst>
                  <a:gd name="T0" fmla="*/ 192 w 192"/>
                  <a:gd name="T1" fmla="*/ 724 h 761"/>
                  <a:gd name="T2" fmla="*/ 0 w 192"/>
                  <a:gd name="T3" fmla="*/ 0 h 761"/>
                  <a:gd name="T4" fmla="*/ 0 w 192"/>
                  <a:gd name="T5" fmla="*/ 223 h 761"/>
                  <a:gd name="T6" fmla="*/ 192 w 192"/>
                  <a:gd name="T7" fmla="*/ 761 h 761"/>
                  <a:gd name="T8" fmla="*/ 192 w 192"/>
                  <a:gd name="T9" fmla="*/ 724 h 761"/>
                </a:gdLst>
                <a:ahLst/>
                <a:cxnLst>
                  <a:cxn ang="0">
                    <a:pos x="T0" y="T1"/>
                  </a:cxn>
                  <a:cxn ang="0">
                    <a:pos x="T2" y="T3"/>
                  </a:cxn>
                  <a:cxn ang="0">
                    <a:pos x="T4" y="T5"/>
                  </a:cxn>
                  <a:cxn ang="0">
                    <a:pos x="T6" y="T7"/>
                  </a:cxn>
                  <a:cxn ang="0">
                    <a:pos x="T8" y="T9"/>
                  </a:cxn>
                </a:cxnLst>
                <a:rect l="0" t="0" r="r" b="b"/>
                <a:pathLst>
                  <a:path w="192" h="761">
                    <a:moveTo>
                      <a:pt x="192" y="724"/>
                    </a:moveTo>
                    <a:lnTo>
                      <a:pt x="0" y="0"/>
                    </a:lnTo>
                    <a:lnTo>
                      <a:pt x="0" y="223"/>
                    </a:lnTo>
                    <a:lnTo>
                      <a:pt x="192" y="761"/>
                    </a:lnTo>
                    <a:lnTo>
                      <a:pt x="192" y="724"/>
                    </a:lnTo>
                    <a:close/>
                  </a:path>
                </a:pathLst>
              </a:custGeom>
              <a:solidFill>
                <a:schemeClr val="accent4"/>
              </a:solidFill>
              <a:ln>
                <a:noFill/>
              </a:ln>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prstClr val="black"/>
                  </a:solidFill>
                  <a:latin typeface="Calibri" panose="020F0502020204030204"/>
                  <a:cs typeface="+mn-cs"/>
                </a:endParaRPr>
              </a:p>
            </p:txBody>
          </p:sp>
          <p:sp>
            <p:nvSpPr>
              <p:cNvPr id="90" name="Rectangle 42"/>
              <p:cNvSpPr>
                <a:spLocks noChangeArrowheads="1"/>
              </p:cNvSpPr>
              <p:nvPr/>
            </p:nvSpPr>
            <p:spPr bwMode="auto">
              <a:xfrm rot="5400000" flipH="1">
                <a:off x="6064023" y="4757798"/>
                <a:ext cx="868727" cy="98295"/>
              </a:xfrm>
              <a:prstGeom prst="rect">
                <a:avLst/>
              </a:prstGeom>
              <a:solidFill>
                <a:schemeClr val="accent4"/>
              </a:solidFill>
              <a:ln>
                <a:noFill/>
              </a:ln>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prstClr val="black"/>
                  </a:solidFill>
                  <a:latin typeface="Calibri" panose="020F0502020204030204"/>
                  <a:cs typeface="+mn-cs"/>
                </a:endParaRPr>
              </a:p>
            </p:txBody>
          </p:sp>
          <p:sp>
            <p:nvSpPr>
              <p:cNvPr id="91" name="Freeform 43"/>
              <p:cNvSpPr>
                <a:spLocks noEditPoints="1"/>
              </p:cNvSpPr>
              <p:nvPr/>
            </p:nvSpPr>
            <p:spPr bwMode="auto">
              <a:xfrm rot="5400000" flipH="1">
                <a:off x="7220997" y="3410418"/>
                <a:ext cx="584464" cy="1160957"/>
              </a:xfrm>
              <a:custGeom>
                <a:avLst/>
                <a:gdLst>
                  <a:gd name="T0" fmla="*/ 51 w 93"/>
                  <a:gd name="T1" fmla="*/ 93 h 184"/>
                  <a:gd name="T2" fmla="*/ 93 w 93"/>
                  <a:gd name="T3" fmla="*/ 47 h 184"/>
                  <a:gd name="T4" fmla="*/ 46 w 93"/>
                  <a:gd name="T5" fmla="*/ 0 h 184"/>
                  <a:gd name="T6" fmla="*/ 0 w 93"/>
                  <a:gd name="T7" fmla="*/ 47 h 184"/>
                  <a:gd name="T8" fmla="*/ 36 w 93"/>
                  <a:gd name="T9" fmla="*/ 92 h 184"/>
                  <a:gd name="T10" fmla="*/ 36 w 93"/>
                  <a:gd name="T11" fmla="*/ 184 h 184"/>
                  <a:gd name="T12" fmla="*/ 51 w 93"/>
                  <a:gd name="T13" fmla="*/ 184 h 184"/>
                  <a:gd name="T14" fmla="*/ 51 w 93"/>
                  <a:gd name="T15" fmla="*/ 93 h 184"/>
                  <a:gd name="T16" fmla="*/ 19 w 93"/>
                  <a:gd name="T17" fmla="*/ 47 h 184"/>
                  <a:gd name="T18" fmla="*/ 46 w 93"/>
                  <a:gd name="T19" fmla="*/ 19 h 184"/>
                  <a:gd name="T20" fmla="*/ 74 w 93"/>
                  <a:gd name="T21" fmla="*/ 47 h 184"/>
                  <a:gd name="T22" fmla="*/ 46 w 93"/>
                  <a:gd name="T23" fmla="*/ 74 h 184"/>
                  <a:gd name="T24" fmla="*/ 19 w 93"/>
                  <a:gd name="T25" fmla="*/ 47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3" h="184">
                    <a:moveTo>
                      <a:pt x="51" y="93"/>
                    </a:moveTo>
                    <a:cubicBezTo>
                      <a:pt x="75" y="90"/>
                      <a:pt x="93" y="71"/>
                      <a:pt x="93" y="47"/>
                    </a:cubicBezTo>
                    <a:cubicBezTo>
                      <a:pt x="93" y="21"/>
                      <a:pt x="72" y="0"/>
                      <a:pt x="46" y="0"/>
                    </a:cubicBezTo>
                    <a:cubicBezTo>
                      <a:pt x="21" y="0"/>
                      <a:pt x="0" y="21"/>
                      <a:pt x="0" y="47"/>
                    </a:cubicBezTo>
                    <a:cubicBezTo>
                      <a:pt x="0" y="69"/>
                      <a:pt x="15" y="87"/>
                      <a:pt x="36" y="92"/>
                    </a:cubicBezTo>
                    <a:cubicBezTo>
                      <a:pt x="36" y="184"/>
                      <a:pt x="36" y="184"/>
                      <a:pt x="36" y="184"/>
                    </a:cubicBezTo>
                    <a:cubicBezTo>
                      <a:pt x="51" y="184"/>
                      <a:pt x="51" y="184"/>
                      <a:pt x="51" y="184"/>
                    </a:cubicBezTo>
                    <a:lnTo>
                      <a:pt x="51" y="93"/>
                    </a:lnTo>
                    <a:close/>
                    <a:moveTo>
                      <a:pt x="19" y="47"/>
                    </a:moveTo>
                    <a:cubicBezTo>
                      <a:pt x="19" y="32"/>
                      <a:pt x="31" y="19"/>
                      <a:pt x="46" y="19"/>
                    </a:cubicBezTo>
                    <a:cubicBezTo>
                      <a:pt x="61" y="19"/>
                      <a:pt x="74" y="32"/>
                      <a:pt x="74" y="47"/>
                    </a:cubicBezTo>
                    <a:cubicBezTo>
                      <a:pt x="74" y="62"/>
                      <a:pt x="61" y="74"/>
                      <a:pt x="46" y="74"/>
                    </a:cubicBezTo>
                    <a:cubicBezTo>
                      <a:pt x="31" y="74"/>
                      <a:pt x="19" y="62"/>
                      <a:pt x="19" y="47"/>
                    </a:cubicBezTo>
                    <a:close/>
                  </a:path>
                </a:pathLst>
              </a:custGeom>
              <a:solidFill>
                <a:schemeClr val="accent4"/>
              </a:solidFill>
              <a:ln>
                <a:noFill/>
              </a:ln>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prstClr val="black"/>
                  </a:solidFill>
                  <a:latin typeface="Calibri" panose="020F0502020204030204"/>
                  <a:cs typeface="+mn-cs"/>
                </a:endParaRPr>
              </a:p>
            </p:txBody>
          </p:sp>
          <p:sp>
            <p:nvSpPr>
              <p:cNvPr id="92" name="Freeform 44"/>
              <p:cNvSpPr>
                <a:spLocks/>
              </p:cNvSpPr>
              <p:nvPr/>
            </p:nvSpPr>
            <p:spPr bwMode="auto">
              <a:xfrm rot="5400000" flipH="1">
                <a:off x="6486432" y="3926264"/>
                <a:ext cx="409125" cy="483511"/>
              </a:xfrm>
              <a:custGeom>
                <a:avLst/>
                <a:gdLst>
                  <a:gd name="T0" fmla="*/ 50 w 65"/>
                  <a:gd name="T1" fmla="*/ 0 h 77"/>
                  <a:gd name="T2" fmla="*/ 50 w 65"/>
                  <a:gd name="T3" fmla="*/ 0 h 77"/>
                  <a:gd name="T4" fmla="*/ 2 w 65"/>
                  <a:gd name="T5" fmla="*/ 61 h 77"/>
                  <a:gd name="T6" fmla="*/ 0 w 65"/>
                  <a:gd name="T7" fmla="*/ 61 h 77"/>
                  <a:gd name="T8" fmla="*/ 0 w 65"/>
                  <a:gd name="T9" fmla="*/ 77 h 77"/>
                  <a:gd name="T10" fmla="*/ 2 w 65"/>
                  <a:gd name="T11" fmla="*/ 77 h 77"/>
                  <a:gd name="T12" fmla="*/ 43 w 65"/>
                  <a:gd name="T13" fmla="*/ 63 h 77"/>
                  <a:gd name="T14" fmla="*/ 65 w 65"/>
                  <a:gd name="T15" fmla="*/ 0 h 77"/>
                  <a:gd name="T16" fmla="*/ 65 w 65"/>
                  <a:gd name="T17" fmla="*/ 0 h 77"/>
                  <a:gd name="T18" fmla="*/ 50 w 65"/>
                  <a:gd name="T19"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77">
                    <a:moveTo>
                      <a:pt x="50" y="0"/>
                    </a:moveTo>
                    <a:cubicBezTo>
                      <a:pt x="50" y="0"/>
                      <a:pt x="50" y="0"/>
                      <a:pt x="50" y="0"/>
                    </a:cubicBezTo>
                    <a:cubicBezTo>
                      <a:pt x="50" y="23"/>
                      <a:pt x="44" y="61"/>
                      <a:pt x="2" y="61"/>
                    </a:cubicBezTo>
                    <a:cubicBezTo>
                      <a:pt x="0" y="61"/>
                      <a:pt x="0" y="61"/>
                      <a:pt x="0" y="61"/>
                    </a:cubicBezTo>
                    <a:cubicBezTo>
                      <a:pt x="0" y="77"/>
                      <a:pt x="0" y="77"/>
                      <a:pt x="0" y="77"/>
                    </a:cubicBezTo>
                    <a:cubicBezTo>
                      <a:pt x="2" y="77"/>
                      <a:pt x="2" y="77"/>
                      <a:pt x="2" y="77"/>
                    </a:cubicBezTo>
                    <a:cubicBezTo>
                      <a:pt x="13" y="77"/>
                      <a:pt x="29" y="75"/>
                      <a:pt x="43" y="63"/>
                    </a:cubicBezTo>
                    <a:cubicBezTo>
                      <a:pt x="58" y="50"/>
                      <a:pt x="65" y="29"/>
                      <a:pt x="65" y="0"/>
                    </a:cubicBezTo>
                    <a:cubicBezTo>
                      <a:pt x="65" y="0"/>
                      <a:pt x="65" y="0"/>
                      <a:pt x="65" y="0"/>
                    </a:cubicBezTo>
                    <a:lnTo>
                      <a:pt x="50" y="0"/>
                    </a:lnTo>
                    <a:close/>
                  </a:path>
                </a:pathLst>
              </a:custGeom>
              <a:solidFill>
                <a:schemeClr val="accent4"/>
              </a:solidFill>
              <a:ln>
                <a:noFill/>
              </a:ln>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prstClr val="black"/>
                  </a:solidFill>
                  <a:latin typeface="Calibri" panose="020F0502020204030204"/>
                  <a:cs typeface="+mn-cs"/>
                </a:endParaRPr>
              </a:p>
            </p:txBody>
          </p:sp>
          <p:sp>
            <p:nvSpPr>
              <p:cNvPr id="93" name="Rectangle 41"/>
              <p:cNvSpPr>
                <a:spLocks noChangeAspect="1" noChangeArrowheads="1"/>
              </p:cNvSpPr>
              <p:nvPr/>
            </p:nvSpPr>
            <p:spPr bwMode="auto">
              <a:xfrm flipH="1">
                <a:off x="7873562" y="5748343"/>
                <a:ext cx="626974" cy="709713"/>
              </a:xfrm>
              <a:prstGeom prst="rect">
                <a:avLst/>
              </a:prstGeom>
              <a:solidFill>
                <a:schemeClr val="accent4"/>
              </a:solidFill>
              <a:ln>
                <a:noFill/>
              </a:ln>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prstClr val="black"/>
                  </a:solidFill>
                  <a:latin typeface="Calibri" panose="020F0502020204030204"/>
                  <a:cs typeface="+mn-cs"/>
                </a:endParaRPr>
              </a:p>
            </p:txBody>
          </p:sp>
        </p:grpSp>
      </p:grpSp>
      <p:sp>
        <p:nvSpPr>
          <p:cNvPr id="101" name="TextBox 100"/>
          <p:cNvSpPr txBox="1"/>
          <p:nvPr/>
        </p:nvSpPr>
        <p:spPr>
          <a:xfrm flipH="1">
            <a:off x="1619621" y="5261606"/>
            <a:ext cx="2142303" cy="523220"/>
          </a:xfrm>
          <a:prstGeom prst="rect">
            <a:avLst/>
          </a:prstGeom>
          <a:noFill/>
        </p:spPr>
        <p:txBody>
          <a:bodyPr wrap="square" rtlCol="0">
            <a:spAutoFit/>
          </a:bodyPr>
          <a:lstStyle/>
          <a:p>
            <a:pPr algn="r" rtl="1" fontAlgn="auto">
              <a:spcBef>
                <a:spcPts val="0"/>
              </a:spcBef>
              <a:spcAft>
                <a:spcPts val="0"/>
              </a:spcAft>
            </a:pPr>
            <a:r>
              <a:rPr lang="ar-SA" sz="2800" b="1" dirty="0" smtClean="0">
                <a:latin typeface="Diavlo Medium" panose="02000000000000000000" pitchFamily="50" charset="0"/>
                <a:cs typeface="+mn-cs"/>
              </a:rPr>
              <a:t>ناقل معرفة</a:t>
            </a:r>
            <a:endParaRPr lang="en-US" sz="2800" b="1" dirty="0">
              <a:latin typeface="Diavlo Medium" panose="02000000000000000000" pitchFamily="50" charset="0"/>
              <a:cs typeface="+mn-cs"/>
            </a:endParaRPr>
          </a:p>
        </p:txBody>
      </p:sp>
      <p:sp>
        <p:nvSpPr>
          <p:cNvPr id="103" name="TextBox 102"/>
          <p:cNvSpPr txBox="1"/>
          <p:nvPr/>
        </p:nvSpPr>
        <p:spPr>
          <a:xfrm flipH="1">
            <a:off x="8323060" y="4401193"/>
            <a:ext cx="3636273" cy="954107"/>
          </a:xfrm>
          <a:prstGeom prst="rect">
            <a:avLst/>
          </a:prstGeom>
          <a:noFill/>
        </p:spPr>
        <p:txBody>
          <a:bodyPr wrap="square" rtlCol="0">
            <a:spAutoFit/>
          </a:bodyPr>
          <a:lstStyle/>
          <a:p>
            <a:pPr rtl="1" fontAlgn="auto">
              <a:spcBef>
                <a:spcPts val="0"/>
              </a:spcBef>
              <a:spcAft>
                <a:spcPts val="0"/>
              </a:spcAft>
            </a:pPr>
            <a:r>
              <a:rPr lang="ar-SA" sz="2800" b="1" dirty="0" smtClean="0">
                <a:latin typeface="Diavlo Medium" panose="02000000000000000000" pitchFamily="50" charset="0"/>
                <a:cs typeface="+mn-cs"/>
              </a:rPr>
              <a:t>مخطط </a:t>
            </a:r>
            <a:r>
              <a:rPr lang="ar-SA" sz="2800" b="1" dirty="0">
                <a:latin typeface="Diavlo Medium" panose="02000000000000000000" pitchFamily="50" charset="0"/>
                <a:cs typeface="+mn-cs"/>
              </a:rPr>
              <a:t>ومصمم ومقيم للعملية التعليمية، ومعرف </a:t>
            </a:r>
            <a:r>
              <a:rPr lang="ar-SA" sz="2800" b="1" dirty="0" smtClean="0">
                <a:latin typeface="Diavlo Medium" panose="02000000000000000000" pitchFamily="50" charset="0"/>
                <a:cs typeface="+mn-cs"/>
              </a:rPr>
              <a:t>لأجزائها</a:t>
            </a:r>
            <a:endParaRPr lang="en-US" sz="2800" b="1" dirty="0">
              <a:latin typeface="Diavlo Medium" panose="02000000000000000000" pitchFamily="50" charset="0"/>
              <a:cs typeface="+mn-cs"/>
            </a:endParaRPr>
          </a:p>
        </p:txBody>
      </p:sp>
      <p:grpSp>
        <p:nvGrpSpPr>
          <p:cNvPr id="3" name="Group 2"/>
          <p:cNvGrpSpPr/>
          <p:nvPr/>
        </p:nvGrpSpPr>
        <p:grpSpPr>
          <a:xfrm>
            <a:off x="3769551" y="-20511"/>
            <a:ext cx="4726399" cy="719831"/>
            <a:chOff x="3769551" y="-20511"/>
            <a:chExt cx="4726399" cy="719831"/>
          </a:xfrm>
        </p:grpSpPr>
        <p:sp>
          <p:nvSpPr>
            <p:cNvPr id="104" name="Rectangle 41"/>
            <p:cNvSpPr>
              <a:spLocks noChangeAspect="1" noChangeArrowheads="1"/>
            </p:cNvSpPr>
            <p:nvPr/>
          </p:nvSpPr>
          <p:spPr bwMode="auto">
            <a:xfrm flipH="1">
              <a:off x="3769551" y="-10393"/>
              <a:ext cx="626974" cy="709713"/>
            </a:xfrm>
            <a:prstGeom prst="rect">
              <a:avLst/>
            </a:prstGeom>
            <a:solidFill>
              <a:schemeClr val="accent1"/>
            </a:solidFill>
            <a:ln>
              <a:noFill/>
            </a:ln>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prstClr val="black"/>
                </a:solidFill>
                <a:latin typeface="Calibri" panose="020F0502020204030204"/>
                <a:cs typeface="+mn-cs"/>
              </a:endParaRPr>
            </a:p>
          </p:txBody>
        </p:sp>
        <p:sp>
          <p:nvSpPr>
            <p:cNvPr id="105" name="Rectangle 41"/>
            <p:cNvSpPr>
              <a:spLocks noChangeAspect="1" noChangeArrowheads="1"/>
            </p:cNvSpPr>
            <p:nvPr/>
          </p:nvSpPr>
          <p:spPr bwMode="auto">
            <a:xfrm flipH="1">
              <a:off x="4797992" y="-10393"/>
              <a:ext cx="626974" cy="709713"/>
            </a:xfrm>
            <a:prstGeom prst="rect">
              <a:avLst/>
            </a:prstGeom>
            <a:solidFill>
              <a:schemeClr val="accent1"/>
            </a:solidFill>
            <a:ln>
              <a:noFill/>
            </a:ln>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prstClr val="black"/>
                </a:solidFill>
                <a:latin typeface="Calibri" panose="020F0502020204030204"/>
                <a:cs typeface="+mn-cs"/>
              </a:endParaRPr>
            </a:p>
          </p:txBody>
        </p:sp>
        <p:sp>
          <p:nvSpPr>
            <p:cNvPr id="106" name="Rectangle 41"/>
            <p:cNvSpPr>
              <a:spLocks noChangeAspect="1" noChangeArrowheads="1"/>
            </p:cNvSpPr>
            <p:nvPr/>
          </p:nvSpPr>
          <p:spPr bwMode="auto">
            <a:xfrm flipH="1">
              <a:off x="5826513" y="-18951"/>
              <a:ext cx="626974" cy="709713"/>
            </a:xfrm>
            <a:prstGeom prst="rect">
              <a:avLst/>
            </a:prstGeom>
            <a:solidFill>
              <a:schemeClr val="accent1"/>
            </a:solidFill>
            <a:ln>
              <a:noFill/>
            </a:ln>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prstClr val="black"/>
                </a:solidFill>
                <a:latin typeface="Calibri" panose="020F0502020204030204"/>
                <a:cs typeface="+mn-cs"/>
              </a:endParaRPr>
            </a:p>
          </p:txBody>
        </p:sp>
        <p:sp>
          <p:nvSpPr>
            <p:cNvPr id="107" name="Rectangle 41"/>
            <p:cNvSpPr>
              <a:spLocks noChangeAspect="1" noChangeArrowheads="1"/>
            </p:cNvSpPr>
            <p:nvPr/>
          </p:nvSpPr>
          <p:spPr bwMode="auto">
            <a:xfrm flipH="1">
              <a:off x="6864486" y="-10393"/>
              <a:ext cx="626974" cy="709713"/>
            </a:xfrm>
            <a:prstGeom prst="rect">
              <a:avLst/>
            </a:prstGeom>
            <a:solidFill>
              <a:schemeClr val="accent1"/>
            </a:solidFill>
            <a:ln>
              <a:noFill/>
            </a:ln>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prstClr val="black"/>
                </a:solidFill>
                <a:latin typeface="Calibri" panose="020F0502020204030204"/>
                <a:cs typeface="+mn-cs"/>
              </a:endParaRPr>
            </a:p>
          </p:txBody>
        </p:sp>
        <p:sp>
          <p:nvSpPr>
            <p:cNvPr id="108" name="Rectangle 41"/>
            <p:cNvSpPr>
              <a:spLocks noChangeAspect="1" noChangeArrowheads="1"/>
            </p:cNvSpPr>
            <p:nvPr/>
          </p:nvSpPr>
          <p:spPr bwMode="auto">
            <a:xfrm flipH="1">
              <a:off x="7868976" y="-20511"/>
              <a:ext cx="626974" cy="709713"/>
            </a:xfrm>
            <a:prstGeom prst="rect">
              <a:avLst/>
            </a:prstGeom>
            <a:solidFill>
              <a:schemeClr val="accent1"/>
            </a:solidFill>
            <a:ln>
              <a:noFill/>
            </a:ln>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prstClr val="black"/>
                </a:solidFill>
                <a:latin typeface="Calibri" panose="020F0502020204030204"/>
                <a:cs typeface="+mn-cs"/>
              </a:endParaRPr>
            </a:p>
          </p:txBody>
        </p:sp>
      </p:grpSp>
      <p:sp>
        <p:nvSpPr>
          <p:cNvPr id="110" name="TextBox 109"/>
          <p:cNvSpPr txBox="1"/>
          <p:nvPr/>
        </p:nvSpPr>
        <p:spPr>
          <a:xfrm flipH="1">
            <a:off x="210207" y="3407652"/>
            <a:ext cx="3757554" cy="1384995"/>
          </a:xfrm>
          <a:prstGeom prst="rect">
            <a:avLst/>
          </a:prstGeom>
          <a:noFill/>
        </p:spPr>
        <p:txBody>
          <a:bodyPr wrap="square" rtlCol="0">
            <a:spAutoFit/>
          </a:bodyPr>
          <a:lstStyle/>
          <a:p>
            <a:pPr algn="r" rtl="1" fontAlgn="auto">
              <a:spcBef>
                <a:spcPts val="0"/>
              </a:spcBef>
              <a:spcAft>
                <a:spcPts val="0"/>
              </a:spcAft>
            </a:pPr>
            <a:r>
              <a:rPr lang="ar-SA" sz="2800" b="1" dirty="0" smtClean="0">
                <a:latin typeface="Diavlo Medium" panose="02000000000000000000" pitchFamily="50" charset="0"/>
                <a:cs typeface="+mn-cs"/>
              </a:rPr>
              <a:t>وضع </a:t>
            </a:r>
            <a:r>
              <a:rPr lang="ar-SA" sz="2800" b="1" dirty="0">
                <a:latin typeface="Diavlo Medium" panose="02000000000000000000" pitchFamily="50" charset="0"/>
                <a:cs typeface="+mn-cs"/>
              </a:rPr>
              <a:t>الأهداف التعليمية المناسبة ومراعاة الفروق الفردية.</a:t>
            </a:r>
            <a:endParaRPr lang="en-US" sz="2800" b="1" dirty="0">
              <a:latin typeface="Diavlo Medium" panose="02000000000000000000" pitchFamily="50" charset="0"/>
              <a:cs typeface="+mn-cs"/>
            </a:endParaRPr>
          </a:p>
        </p:txBody>
      </p:sp>
      <p:sp>
        <p:nvSpPr>
          <p:cNvPr id="112" name="TextBox 111"/>
          <p:cNvSpPr txBox="1"/>
          <p:nvPr/>
        </p:nvSpPr>
        <p:spPr>
          <a:xfrm flipH="1">
            <a:off x="435405" y="1957498"/>
            <a:ext cx="3440339" cy="954107"/>
          </a:xfrm>
          <a:prstGeom prst="rect">
            <a:avLst/>
          </a:prstGeom>
          <a:noFill/>
        </p:spPr>
        <p:txBody>
          <a:bodyPr wrap="square" rtlCol="0">
            <a:spAutoFit/>
          </a:bodyPr>
          <a:lstStyle/>
          <a:p>
            <a:pPr algn="r" rtl="1" fontAlgn="auto">
              <a:spcBef>
                <a:spcPts val="0"/>
              </a:spcBef>
              <a:spcAft>
                <a:spcPts val="0"/>
              </a:spcAft>
            </a:pPr>
            <a:r>
              <a:rPr lang="ar-SA" sz="2800" b="1" dirty="0" smtClean="0">
                <a:latin typeface="Diavlo Medium" panose="02000000000000000000" pitchFamily="50" charset="0"/>
                <a:cs typeface="+mn-cs"/>
              </a:rPr>
              <a:t>تطوير </a:t>
            </a:r>
            <a:r>
              <a:rPr lang="ar-SA" sz="2800" b="1" dirty="0">
                <a:latin typeface="Diavlo Medium" panose="02000000000000000000" pitchFamily="50" charset="0"/>
                <a:cs typeface="+mn-cs"/>
              </a:rPr>
              <a:t>التعلم الذاتي عند </a:t>
            </a:r>
            <a:r>
              <a:rPr lang="ar-SA" sz="2800" b="1" dirty="0" smtClean="0">
                <a:latin typeface="Diavlo Medium" panose="02000000000000000000" pitchFamily="50" charset="0"/>
                <a:cs typeface="+mn-cs"/>
              </a:rPr>
              <a:t>الطلاب</a:t>
            </a:r>
            <a:endParaRPr lang="en-US" sz="2800" b="1" dirty="0">
              <a:latin typeface="Diavlo Medium" panose="02000000000000000000" pitchFamily="50" charset="0"/>
              <a:cs typeface="+mn-cs"/>
            </a:endParaRPr>
          </a:p>
        </p:txBody>
      </p:sp>
      <p:sp>
        <p:nvSpPr>
          <p:cNvPr id="114" name="TextBox 113"/>
          <p:cNvSpPr txBox="1"/>
          <p:nvPr/>
        </p:nvSpPr>
        <p:spPr>
          <a:xfrm flipH="1">
            <a:off x="8188949" y="2649602"/>
            <a:ext cx="3610751" cy="1384995"/>
          </a:xfrm>
          <a:prstGeom prst="rect">
            <a:avLst/>
          </a:prstGeom>
          <a:noFill/>
        </p:spPr>
        <p:txBody>
          <a:bodyPr wrap="square" rtlCol="0">
            <a:spAutoFit/>
          </a:bodyPr>
          <a:lstStyle/>
          <a:p>
            <a:pPr rtl="1" fontAlgn="auto">
              <a:spcBef>
                <a:spcPts val="0"/>
              </a:spcBef>
              <a:spcAft>
                <a:spcPts val="0"/>
              </a:spcAft>
            </a:pPr>
            <a:r>
              <a:rPr lang="ar-SA" sz="2800" b="1" dirty="0" smtClean="0">
                <a:latin typeface="Diavlo Medium" panose="02000000000000000000" pitchFamily="50" charset="0"/>
                <a:cs typeface="+mn-cs"/>
              </a:rPr>
              <a:t>استثارة </a:t>
            </a:r>
            <a:r>
              <a:rPr lang="ar-SA" sz="2800" b="1" dirty="0">
                <a:latin typeface="Diavlo Medium" panose="02000000000000000000" pitchFamily="50" charset="0"/>
                <a:cs typeface="+mn-cs"/>
              </a:rPr>
              <a:t>فاعلية التلاميذ ونشاطهم للتعلم من خلال اختيار أنسب الطرق للتدريس.</a:t>
            </a:r>
            <a:endParaRPr lang="en-US" sz="2800" b="1" dirty="0">
              <a:latin typeface="Diavlo Medium" panose="02000000000000000000" pitchFamily="50" charset="0"/>
              <a:cs typeface="+mn-cs"/>
            </a:endParaRPr>
          </a:p>
        </p:txBody>
      </p:sp>
    </p:spTree>
    <p:extLst>
      <p:ext uri="{BB962C8B-B14F-4D97-AF65-F5344CB8AC3E}">
        <p14:creationId xmlns:p14="http://schemas.microsoft.com/office/powerpoint/2010/main" val="401033174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500"/>
                                        <p:tgtEl>
                                          <p:spTgt spid="3"/>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410">
                                            <p:txEl>
                                              <p:pRg st="0" end="0"/>
                                            </p:txEl>
                                          </p:spTgt>
                                        </p:tgtEl>
                                        <p:attrNameLst>
                                          <p:attrName>style.visibility</p:attrName>
                                        </p:attrNameLst>
                                      </p:cBhvr>
                                      <p:to>
                                        <p:strVal val="visible"/>
                                      </p:to>
                                    </p:set>
                                    <p:animEffect transition="in" filter="wipe(left)">
                                      <p:cBhvr>
                                        <p:cTn id="10" dur="500"/>
                                        <p:tgtEl>
                                          <p:spTgt spid="410">
                                            <p:txEl>
                                              <p:pRg st="0" end="0"/>
                                            </p:txEl>
                                          </p:spTgt>
                                        </p:tgtEl>
                                      </p:cBhvr>
                                    </p:animEffect>
                                  </p:childTnLst>
                                </p:cTn>
                              </p:par>
                              <p:par>
                                <p:cTn id="11" presetID="22" presetClass="entr" presetSubtype="1" fill="hold" nodeType="withEffect">
                                  <p:stCondLst>
                                    <p:cond delay="500"/>
                                  </p:stCondLst>
                                  <p:childTnLst>
                                    <p:set>
                                      <p:cBhvr>
                                        <p:cTn id="12" dur="1" fill="hold">
                                          <p:stCondLst>
                                            <p:cond delay="0"/>
                                          </p:stCondLst>
                                        </p:cTn>
                                        <p:tgtEl>
                                          <p:spTgt spid="2"/>
                                        </p:tgtEl>
                                        <p:attrNameLst>
                                          <p:attrName>style.visibility</p:attrName>
                                        </p:attrNameLst>
                                      </p:cBhvr>
                                      <p:to>
                                        <p:strVal val="visible"/>
                                      </p:to>
                                    </p:set>
                                    <p:animEffect transition="in" filter="wipe(up)">
                                      <p:cBhvr>
                                        <p:cTn id="13" dur="1000"/>
                                        <p:tgtEl>
                                          <p:spTgt spid="2"/>
                                        </p:tgtEl>
                                      </p:cBhvr>
                                    </p:animEffect>
                                  </p:childTnLst>
                                </p:cTn>
                              </p:par>
                            </p:childTnLst>
                          </p:cTn>
                        </p:par>
                        <p:par>
                          <p:cTn id="14" fill="hold">
                            <p:stCondLst>
                              <p:cond delay="1500"/>
                            </p:stCondLst>
                            <p:childTnLst>
                              <p:par>
                                <p:cTn id="15" presetID="10" presetClass="entr" presetSubtype="0" fill="hold" grpId="0" nodeType="afterEffect">
                                  <p:stCondLst>
                                    <p:cond delay="0"/>
                                  </p:stCondLst>
                                  <p:childTnLst>
                                    <p:set>
                                      <p:cBhvr>
                                        <p:cTn id="16" dur="1" fill="hold">
                                          <p:stCondLst>
                                            <p:cond delay="0"/>
                                          </p:stCondLst>
                                        </p:cTn>
                                        <p:tgtEl>
                                          <p:spTgt spid="101"/>
                                        </p:tgtEl>
                                        <p:attrNameLst>
                                          <p:attrName>style.visibility</p:attrName>
                                        </p:attrNameLst>
                                      </p:cBhvr>
                                      <p:to>
                                        <p:strVal val="visible"/>
                                      </p:to>
                                    </p:set>
                                    <p:animEffect transition="in" filter="fade">
                                      <p:cBhvr>
                                        <p:cTn id="17" dur="500"/>
                                        <p:tgtEl>
                                          <p:spTgt spid="101"/>
                                        </p:tgtEl>
                                      </p:cBhvr>
                                    </p:animEffect>
                                  </p:childTnLst>
                                </p:cTn>
                              </p:par>
                            </p:childTnLst>
                          </p:cTn>
                        </p:par>
                        <p:par>
                          <p:cTn id="18" fill="hold">
                            <p:stCondLst>
                              <p:cond delay="2000"/>
                            </p:stCondLst>
                            <p:childTnLst>
                              <p:par>
                                <p:cTn id="19" presetID="10" presetClass="entr" presetSubtype="0" fill="hold" grpId="0" nodeType="afterEffect">
                                  <p:stCondLst>
                                    <p:cond delay="0"/>
                                  </p:stCondLst>
                                  <p:childTnLst>
                                    <p:set>
                                      <p:cBhvr>
                                        <p:cTn id="20" dur="1" fill="hold">
                                          <p:stCondLst>
                                            <p:cond delay="0"/>
                                          </p:stCondLst>
                                        </p:cTn>
                                        <p:tgtEl>
                                          <p:spTgt spid="103"/>
                                        </p:tgtEl>
                                        <p:attrNameLst>
                                          <p:attrName>style.visibility</p:attrName>
                                        </p:attrNameLst>
                                      </p:cBhvr>
                                      <p:to>
                                        <p:strVal val="visible"/>
                                      </p:to>
                                    </p:set>
                                    <p:animEffect transition="in" filter="fade">
                                      <p:cBhvr>
                                        <p:cTn id="21" dur="500"/>
                                        <p:tgtEl>
                                          <p:spTgt spid="103"/>
                                        </p:tgtEl>
                                      </p:cBhvr>
                                    </p:animEffect>
                                  </p:childTnLst>
                                </p:cTn>
                              </p:par>
                            </p:childTnLst>
                          </p:cTn>
                        </p:par>
                        <p:par>
                          <p:cTn id="22" fill="hold">
                            <p:stCondLst>
                              <p:cond delay="2500"/>
                            </p:stCondLst>
                            <p:childTnLst>
                              <p:par>
                                <p:cTn id="23" presetID="10" presetClass="entr" presetSubtype="0" fill="hold" grpId="0" nodeType="afterEffect">
                                  <p:stCondLst>
                                    <p:cond delay="0"/>
                                  </p:stCondLst>
                                  <p:childTnLst>
                                    <p:set>
                                      <p:cBhvr>
                                        <p:cTn id="24" dur="1" fill="hold">
                                          <p:stCondLst>
                                            <p:cond delay="0"/>
                                          </p:stCondLst>
                                        </p:cTn>
                                        <p:tgtEl>
                                          <p:spTgt spid="110"/>
                                        </p:tgtEl>
                                        <p:attrNameLst>
                                          <p:attrName>style.visibility</p:attrName>
                                        </p:attrNameLst>
                                      </p:cBhvr>
                                      <p:to>
                                        <p:strVal val="visible"/>
                                      </p:to>
                                    </p:set>
                                    <p:animEffect transition="in" filter="fade">
                                      <p:cBhvr>
                                        <p:cTn id="25" dur="500"/>
                                        <p:tgtEl>
                                          <p:spTgt spid="110"/>
                                        </p:tgtEl>
                                      </p:cBhvr>
                                    </p:animEffect>
                                  </p:childTnLst>
                                </p:cTn>
                              </p:par>
                            </p:childTnLst>
                          </p:cTn>
                        </p:par>
                        <p:par>
                          <p:cTn id="26" fill="hold">
                            <p:stCondLst>
                              <p:cond delay="3000"/>
                            </p:stCondLst>
                            <p:childTnLst>
                              <p:par>
                                <p:cTn id="27" presetID="10" presetClass="entr" presetSubtype="0" fill="hold" grpId="0" nodeType="afterEffect">
                                  <p:stCondLst>
                                    <p:cond delay="0"/>
                                  </p:stCondLst>
                                  <p:childTnLst>
                                    <p:set>
                                      <p:cBhvr>
                                        <p:cTn id="28" dur="1" fill="hold">
                                          <p:stCondLst>
                                            <p:cond delay="0"/>
                                          </p:stCondLst>
                                        </p:cTn>
                                        <p:tgtEl>
                                          <p:spTgt spid="114"/>
                                        </p:tgtEl>
                                        <p:attrNameLst>
                                          <p:attrName>style.visibility</p:attrName>
                                        </p:attrNameLst>
                                      </p:cBhvr>
                                      <p:to>
                                        <p:strVal val="visible"/>
                                      </p:to>
                                    </p:set>
                                    <p:animEffect transition="in" filter="fade">
                                      <p:cBhvr>
                                        <p:cTn id="29" dur="500"/>
                                        <p:tgtEl>
                                          <p:spTgt spid="114"/>
                                        </p:tgtEl>
                                      </p:cBhvr>
                                    </p:animEffect>
                                  </p:childTnLst>
                                </p:cTn>
                              </p:par>
                            </p:childTnLst>
                          </p:cTn>
                        </p:par>
                        <p:par>
                          <p:cTn id="30" fill="hold">
                            <p:stCondLst>
                              <p:cond delay="3500"/>
                            </p:stCondLst>
                            <p:childTnLst>
                              <p:par>
                                <p:cTn id="31" presetID="10" presetClass="entr" presetSubtype="0" fill="hold" grpId="0" nodeType="afterEffect">
                                  <p:stCondLst>
                                    <p:cond delay="0"/>
                                  </p:stCondLst>
                                  <p:childTnLst>
                                    <p:set>
                                      <p:cBhvr>
                                        <p:cTn id="32" dur="1" fill="hold">
                                          <p:stCondLst>
                                            <p:cond delay="0"/>
                                          </p:stCondLst>
                                        </p:cTn>
                                        <p:tgtEl>
                                          <p:spTgt spid="112"/>
                                        </p:tgtEl>
                                        <p:attrNameLst>
                                          <p:attrName>style.visibility</p:attrName>
                                        </p:attrNameLst>
                                      </p:cBhvr>
                                      <p:to>
                                        <p:strVal val="visible"/>
                                      </p:to>
                                    </p:set>
                                    <p:animEffect transition="in" filter="fade">
                                      <p:cBhvr>
                                        <p:cTn id="33" dur="500"/>
                                        <p:tgtEl>
                                          <p:spTgt spid="1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0" grpId="0" build="p"/>
      <p:bldP spid="101" grpId="0"/>
      <p:bldP spid="103" grpId="0"/>
      <p:bldP spid="110" grpId="0"/>
      <p:bldP spid="112" grpId="0"/>
      <p:bldP spid="114" grpId="0"/>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 name="Rectangle 118"/>
          <p:cNvSpPr/>
          <p:nvPr/>
        </p:nvSpPr>
        <p:spPr>
          <a:xfrm>
            <a:off x="0" y="5511614"/>
            <a:ext cx="12222750" cy="142874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11" name="Content Placeholder 7"/>
          <p:cNvSpPr txBox="1">
            <a:spLocks/>
          </p:cNvSpPr>
          <p:nvPr/>
        </p:nvSpPr>
        <p:spPr>
          <a:xfrm>
            <a:off x="405056" y="748370"/>
            <a:ext cx="11267491" cy="769441"/>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r" rtl="1" fontAlgn="auto">
              <a:spcAft>
                <a:spcPts val="0"/>
              </a:spcAft>
              <a:buNone/>
            </a:pPr>
            <a:r>
              <a:rPr lang="ar-SA" sz="4400" b="1" u="sng" dirty="0">
                <a:solidFill>
                  <a:srgbClr val="0070C0"/>
                </a:solidFill>
                <a:latin typeface="Calibri Light" panose="020F0302020204030204"/>
              </a:rPr>
              <a:t>2-	معلمو القرن الحادي والعشرين وإدارة التفاعل الصفي</a:t>
            </a:r>
            <a:endParaRPr lang="ar-SA" sz="4400" b="1" u="sng" dirty="0" smtClean="0">
              <a:solidFill>
                <a:srgbClr val="0070C0"/>
              </a:solidFill>
              <a:latin typeface="Calibri Light" panose="020F0302020204030204"/>
            </a:endParaRPr>
          </a:p>
        </p:txBody>
      </p:sp>
      <p:grpSp>
        <p:nvGrpSpPr>
          <p:cNvPr id="63" name="Group 62"/>
          <p:cNvGrpSpPr/>
          <p:nvPr/>
        </p:nvGrpSpPr>
        <p:grpSpPr>
          <a:xfrm rot="20675447">
            <a:off x="-284601" y="2861548"/>
            <a:ext cx="5815912" cy="2868261"/>
            <a:chOff x="812493" y="1298947"/>
            <a:chExt cx="6862137" cy="3384233"/>
          </a:xfrm>
        </p:grpSpPr>
        <p:sp>
          <p:nvSpPr>
            <p:cNvPr id="64" name="Freeform 13"/>
            <p:cNvSpPr>
              <a:spLocks noEditPoints="1"/>
            </p:cNvSpPr>
            <p:nvPr/>
          </p:nvSpPr>
          <p:spPr bwMode="auto">
            <a:xfrm rot="1715850">
              <a:off x="812493" y="3764350"/>
              <a:ext cx="3665024" cy="918830"/>
            </a:xfrm>
            <a:custGeom>
              <a:avLst/>
              <a:gdLst>
                <a:gd name="T0" fmla="*/ 229 w 695"/>
                <a:gd name="T1" fmla="*/ 157 h 174"/>
                <a:gd name="T2" fmla="*/ 338 w 695"/>
                <a:gd name="T3" fmla="*/ 173 h 174"/>
                <a:gd name="T4" fmla="*/ 395 w 695"/>
                <a:gd name="T5" fmla="*/ 157 h 174"/>
                <a:gd name="T6" fmla="*/ 273 w 695"/>
                <a:gd name="T7" fmla="*/ 86 h 174"/>
                <a:gd name="T8" fmla="*/ 273 w 695"/>
                <a:gd name="T9" fmla="*/ 72 h 174"/>
                <a:gd name="T10" fmla="*/ 355 w 695"/>
                <a:gd name="T11" fmla="*/ 82 h 174"/>
                <a:gd name="T12" fmla="*/ 493 w 695"/>
                <a:gd name="T13" fmla="*/ 99 h 174"/>
                <a:gd name="T14" fmla="*/ 563 w 695"/>
                <a:gd name="T15" fmla="*/ 86 h 174"/>
                <a:gd name="T16" fmla="*/ 534 w 695"/>
                <a:gd name="T17" fmla="*/ 47 h 174"/>
                <a:gd name="T18" fmla="*/ 569 w 695"/>
                <a:gd name="T19" fmla="*/ 32 h 174"/>
                <a:gd name="T20" fmla="*/ 656 w 695"/>
                <a:gd name="T21" fmla="*/ 39 h 174"/>
                <a:gd name="T22" fmla="*/ 653 w 695"/>
                <a:gd name="T23" fmla="*/ 8 h 174"/>
                <a:gd name="T24" fmla="*/ 656 w 695"/>
                <a:gd name="T25" fmla="*/ 4 h 174"/>
                <a:gd name="T26" fmla="*/ 677 w 695"/>
                <a:gd name="T27" fmla="*/ 3 h 174"/>
                <a:gd name="T28" fmla="*/ 689 w 695"/>
                <a:gd name="T29" fmla="*/ 2 h 174"/>
                <a:gd name="T30" fmla="*/ 656 w 695"/>
                <a:gd name="T31" fmla="*/ 1 h 174"/>
                <a:gd name="T32" fmla="*/ 645 w 695"/>
                <a:gd name="T33" fmla="*/ 8 h 174"/>
                <a:gd name="T34" fmla="*/ 652 w 695"/>
                <a:gd name="T35" fmla="*/ 28 h 174"/>
                <a:gd name="T36" fmla="*/ 633 w 695"/>
                <a:gd name="T37" fmla="*/ 32 h 174"/>
                <a:gd name="T38" fmla="*/ 631 w 695"/>
                <a:gd name="T39" fmla="*/ 31 h 174"/>
                <a:gd name="T40" fmla="*/ 623 w 695"/>
                <a:gd name="T41" fmla="*/ 29 h 174"/>
                <a:gd name="T42" fmla="*/ 588 w 695"/>
                <a:gd name="T43" fmla="*/ 27 h 174"/>
                <a:gd name="T44" fmla="*/ 573 w 695"/>
                <a:gd name="T45" fmla="*/ 24 h 174"/>
                <a:gd name="T46" fmla="*/ 562 w 695"/>
                <a:gd name="T47" fmla="*/ 22 h 174"/>
                <a:gd name="T48" fmla="*/ 532 w 695"/>
                <a:gd name="T49" fmla="*/ 21 h 174"/>
                <a:gd name="T50" fmla="*/ 498 w 695"/>
                <a:gd name="T51" fmla="*/ 36 h 174"/>
                <a:gd name="T52" fmla="*/ 500 w 695"/>
                <a:gd name="T53" fmla="*/ 43 h 174"/>
                <a:gd name="T54" fmla="*/ 516 w 695"/>
                <a:gd name="T55" fmla="*/ 47 h 174"/>
                <a:gd name="T56" fmla="*/ 509 w 695"/>
                <a:gd name="T57" fmla="*/ 51 h 174"/>
                <a:gd name="T58" fmla="*/ 529 w 695"/>
                <a:gd name="T59" fmla="*/ 74 h 174"/>
                <a:gd name="T60" fmla="*/ 535 w 695"/>
                <a:gd name="T61" fmla="*/ 83 h 174"/>
                <a:gd name="T62" fmla="*/ 515 w 695"/>
                <a:gd name="T63" fmla="*/ 91 h 174"/>
                <a:gd name="T64" fmla="*/ 466 w 695"/>
                <a:gd name="T65" fmla="*/ 86 h 174"/>
                <a:gd name="T66" fmla="*/ 444 w 695"/>
                <a:gd name="T67" fmla="*/ 84 h 174"/>
                <a:gd name="T68" fmla="*/ 435 w 695"/>
                <a:gd name="T69" fmla="*/ 82 h 174"/>
                <a:gd name="T70" fmla="*/ 418 w 695"/>
                <a:gd name="T71" fmla="*/ 82 h 174"/>
                <a:gd name="T72" fmla="*/ 383 w 695"/>
                <a:gd name="T73" fmla="*/ 77 h 174"/>
                <a:gd name="T74" fmla="*/ 346 w 695"/>
                <a:gd name="T75" fmla="*/ 71 h 174"/>
                <a:gd name="T76" fmla="*/ 307 w 695"/>
                <a:gd name="T77" fmla="*/ 68 h 174"/>
                <a:gd name="T78" fmla="*/ 240 w 695"/>
                <a:gd name="T79" fmla="*/ 69 h 174"/>
                <a:gd name="T80" fmla="*/ 241 w 695"/>
                <a:gd name="T81" fmla="*/ 78 h 174"/>
                <a:gd name="T82" fmla="*/ 247 w 695"/>
                <a:gd name="T83" fmla="*/ 84 h 174"/>
                <a:gd name="T84" fmla="*/ 245 w 695"/>
                <a:gd name="T85" fmla="*/ 86 h 174"/>
                <a:gd name="T86" fmla="*/ 269 w 695"/>
                <a:gd name="T87" fmla="*/ 98 h 174"/>
                <a:gd name="T88" fmla="*/ 293 w 695"/>
                <a:gd name="T89" fmla="*/ 111 h 174"/>
                <a:gd name="T90" fmla="*/ 308 w 695"/>
                <a:gd name="T91" fmla="*/ 118 h 174"/>
                <a:gd name="T92" fmla="*/ 332 w 695"/>
                <a:gd name="T93" fmla="*/ 128 h 174"/>
                <a:gd name="T94" fmla="*/ 352 w 695"/>
                <a:gd name="T95" fmla="*/ 144 h 174"/>
                <a:gd name="T96" fmla="*/ 371 w 695"/>
                <a:gd name="T97" fmla="*/ 156 h 174"/>
                <a:gd name="T98" fmla="*/ 370 w 695"/>
                <a:gd name="T99" fmla="*/ 167 h 174"/>
                <a:gd name="T100" fmla="*/ 281 w 695"/>
                <a:gd name="T101" fmla="*/ 157 h 174"/>
                <a:gd name="T102" fmla="*/ 249 w 695"/>
                <a:gd name="T103" fmla="*/ 152 h 174"/>
                <a:gd name="T104" fmla="*/ 160 w 695"/>
                <a:gd name="T105" fmla="*/ 140 h 174"/>
                <a:gd name="T106" fmla="*/ 79 w 695"/>
                <a:gd name="T107" fmla="*/ 123 h 174"/>
                <a:gd name="T108" fmla="*/ 656 w 695"/>
                <a:gd name="T109" fmla="*/ 33 h 174"/>
                <a:gd name="T110" fmla="*/ 648 w 695"/>
                <a:gd name="T111" fmla="*/ 5 h 174"/>
                <a:gd name="T112" fmla="*/ 655 w 695"/>
                <a:gd name="T113" fmla="*/ 33 h 174"/>
                <a:gd name="T114" fmla="*/ 648 w 695"/>
                <a:gd name="T115" fmla="*/ 37 h 174"/>
                <a:gd name="T116" fmla="*/ 535 w 695"/>
                <a:gd name="T117" fmla="*/ 92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95" h="174">
                  <a:moveTo>
                    <a:pt x="78" y="130"/>
                  </a:moveTo>
                  <a:cubicBezTo>
                    <a:pt x="88" y="132"/>
                    <a:pt x="101" y="134"/>
                    <a:pt x="109" y="136"/>
                  </a:cubicBezTo>
                  <a:cubicBezTo>
                    <a:pt x="147" y="143"/>
                    <a:pt x="179" y="151"/>
                    <a:pt x="220" y="157"/>
                  </a:cubicBezTo>
                  <a:cubicBezTo>
                    <a:pt x="219" y="157"/>
                    <a:pt x="222" y="157"/>
                    <a:pt x="225" y="157"/>
                  </a:cubicBezTo>
                  <a:cubicBezTo>
                    <a:pt x="224" y="157"/>
                    <a:pt x="224" y="157"/>
                    <a:pt x="224" y="157"/>
                  </a:cubicBezTo>
                  <a:cubicBezTo>
                    <a:pt x="229" y="157"/>
                    <a:pt x="229" y="157"/>
                    <a:pt x="229" y="157"/>
                  </a:cubicBezTo>
                  <a:cubicBezTo>
                    <a:pt x="232" y="157"/>
                    <a:pt x="229" y="158"/>
                    <a:pt x="226" y="158"/>
                  </a:cubicBezTo>
                  <a:cubicBezTo>
                    <a:pt x="242" y="160"/>
                    <a:pt x="257" y="162"/>
                    <a:pt x="272" y="165"/>
                  </a:cubicBezTo>
                  <a:cubicBezTo>
                    <a:pt x="275" y="164"/>
                    <a:pt x="280" y="166"/>
                    <a:pt x="283" y="165"/>
                  </a:cubicBezTo>
                  <a:cubicBezTo>
                    <a:pt x="283" y="166"/>
                    <a:pt x="283" y="166"/>
                    <a:pt x="282" y="166"/>
                  </a:cubicBezTo>
                  <a:cubicBezTo>
                    <a:pt x="294" y="167"/>
                    <a:pt x="295" y="167"/>
                    <a:pt x="303" y="169"/>
                  </a:cubicBezTo>
                  <a:cubicBezTo>
                    <a:pt x="314" y="171"/>
                    <a:pt x="325" y="172"/>
                    <a:pt x="338" y="173"/>
                  </a:cubicBezTo>
                  <a:cubicBezTo>
                    <a:pt x="346" y="174"/>
                    <a:pt x="351" y="174"/>
                    <a:pt x="366" y="173"/>
                  </a:cubicBezTo>
                  <a:cubicBezTo>
                    <a:pt x="367" y="173"/>
                    <a:pt x="372" y="173"/>
                    <a:pt x="375" y="172"/>
                  </a:cubicBezTo>
                  <a:cubicBezTo>
                    <a:pt x="379" y="171"/>
                    <a:pt x="379" y="171"/>
                    <a:pt x="379" y="171"/>
                  </a:cubicBezTo>
                  <a:cubicBezTo>
                    <a:pt x="396" y="166"/>
                    <a:pt x="387" y="169"/>
                    <a:pt x="391" y="167"/>
                  </a:cubicBezTo>
                  <a:cubicBezTo>
                    <a:pt x="398" y="163"/>
                    <a:pt x="396" y="163"/>
                    <a:pt x="397" y="161"/>
                  </a:cubicBezTo>
                  <a:cubicBezTo>
                    <a:pt x="397" y="160"/>
                    <a:pt x="396" y="158"/>
                    <a:pt x="395" y="157"/>
                  </a:cubicBezTo>
                  <a:cubicBezTo>
                    <a:pt x="389" y="149"/>
                    <a:pt x="378" y="143"/>
                    <a:pt x="368" y="136"/>
                  </a:cubicBezTo>
                  <a:cubicBezTo>
                    <a:pt x="347" y="123"/>
                    <a:pt x="322" y="111"/>
                    <a:pt x="300" y="97"/>
                  </a:cubicBezTo>
                  <a:cubicBezTo>
                    <a:pt x="292" y="96"/>
                    <a:pt x="289" y="93"/>
                    <a:pt x="282" y="92"/>
                  </a:cubicBezTo>
                  <a:cubicBezTo>
                    <a:pt x="283" y="91"/>
                    <a:pt x="283" y="91"/>
                    <a:pt x="283" y="91"/>
                  </a:cubicBezTo>
                  <a:cubicBezTo>
                    <a:pt x="278" y="90"/>
                    <a:pt x="279" y="89"/>
                    <a:pt x="277" y="86"/>
                  </a:cubicBezTo>
                  <a:cubicBezTo>
                    <a:pt x="276" y="86"/>
                    <a:pt x="275" y="85"/>
                    <a:pt x="273" y="86"/>
                  </a:cubicBezTo>
                  <a:cubicBezTo>
                    <a:pt x="270" y="85"/>
                    <a:pt x="274" y="83"/>
                    <a:pt x="271" y="82"/>
                  </a:cubicBezTo>
                  <a:cubicBezTo>
                    <a:pt x="272" y="82"/>
                    <a:pt x="270" y="83"/>
                    <a:pt x="270" y="82"/>
                  </a:cubicBezTo>
                  <a:cubicBezTo>
                    <a:pt x="262" y="79"/>
                    <a:pt x="272" y="82"/>
                    <a:pt x="269" y="77"/>
                  </a:cubicBezTo>
                  <a:cubicBezTo>
                    <a:pt x="267" y="76"/>
                    <a:pt x="264" y="74"/>
                    <a:pt x="262" y="72"/>
                  </a:cubicBezTo>
                  <a:cubicBezTo>
                    <a:pt x="265" y="72"/>
                    <a:pt x="269" y="72"/>
                    <a:pt x="272" y="73"/>
                  </a:cubicBezTo>
                  <a:cubicBezTo>
                    <a:pt x="270" y="73"/>
                    <a:pt x="271" y="72"/>
                    <a:pt x="273" y="72"/>
                  </a:cubicBezTo>
                  <a:cubicBezTo>
                    <a:pt x="273" y="74"/>
                    <a:pt x="281" y="72"/>
                    <a:pt x="284" y="73"/>
                  </a:cubicBezTo>
                  <a:cubicBezTo>
                    <a:pt x="283" y="73"/>
                    <a:pt x="281" y="73"/>
                    <a:pt x="280" y="73"/>
                  </a:cubicBezTo>
                  <a:cubicBezTo>
                    <a:pt x="288" y="75"/>
                    <a:pt x="297" y="75"/>
                    <a:pt x="304" y="76"/>
                  </a:cubicBezTo>
                  <a:cubicBezTo>
                    <a:pt x="314" y="76"/>
                    <a:pt x="320" y="79"/>
                    <a:pt x="327" y="78"/>
                  </a:cubicBezTo>
                  <a:cubicBezTo>
                    <a:pt x="325" y="79"/>
                    <a:pt x="330" y="79"/>
                    <a:pt x="331" y="80"/>
                  </a:cubicBezTo>
                  <a:cubicBezTo>
                    <a:pt x="341" y="79"/>
                    <a:pt x="345" y="82"/>
                    <a:pt x="355" y="82"/>
                  </a:cubicBezTo>
                  <a:cubicBezTo>
                    <a:pt x="354" y="82"/>
                    <a:pt x="354" y="82"/>
                    <a:pt x="354" y="82"/>
                  </a:cubicBezTo>
                  <a:cubicBezTo>
                    <a:pt x="376" y="85"/>
                    <a:pt x="398" y="88"/>
                    <a:pt x="422" y="90"/>
                  </a:cubicBezTo>
                  <a:cubicBezTo>
                    <a:pt x="436" y="92"/>
                    <a:pt x="446" y="95"/>
                    <a:pt x="463" y="96"/>
                  </a:cubicBezTo>
                  <a:cubicBezTo>
                    <a:pt x="466" y="96"/>
                    <a:pt x="464" y="96"/>
                    <a:pt x="467" y="96"/>
                  </a:cubicBezTo>
                  <a:cubicBezTo>
                    <a:pt x="470" y="96"/>
                    <a:pt x="466" y="96"/>
                    <a:pt x="467" y="96"/>
                  </a:cubicBezTo>
                  <a:cubicBezTo>
                    <a:pt x="475" y="97"/>
                    <a:pt x="483" y="98"/>
                    <a:pt x="493" y="99"/>
                  </a:cubicBezTo>
                  <a:cubicBezTo>
                    <a:pt x="494" y="99"/>
                    <a:pt x="497" y="99"/>
                    <a:pt x="497" y="99"/>
                  </a:cubicBezTo>
                  <a:cubicBezTo>
                    <a:pt x="501" y="100"/>
                    <a:pt x="508" y="100"/>
                    <a:pt x="516" y="100"/>
                  </a:cubicBezTo>
                  <a:cubicBezTo>
                    <a:pt x="520" y="100"/>
                    <a:pt x="524" y="100"/>
                    <a:pt x="530" y="100"/>
                  </a:cubicBezTo>
                  <a:cubicBezTo>
                    <a:pt x="534" y="101"/>
                    <a:pt x="558" y="94"/>
                    <a:pt x="557" y="93"/>
                  </a:cubicBezTo>
                  <a:cubicBezTo>
                    <a:pt x="549" y="96"/>
                    <a:pt x="562" y="89"/>
                    <a:pt x="560" y="87"/>
                  </a:cubicBezTo>
                  <a:cubicBezTo>
                    <a:pt x="561" y="86"/>
                    <a:pt x="562" y="86"/>
                    <a:pt x="563" y="86"/>
                  </a:cubicBezTo>
                  <a:cubicBezTo>
                    <a:pt x="564" y="83"/>
                    <a:pt x="563" y="81"/>
                    <a:pt x="563" y="77"/>
                  </a:cubicBezTo>
                  <a:cubicBezTo>
                    <a:pt x="562" y="76"/>
                    <a:pt x="559" y="76"/>
                    <a:pt x="559" y="74"/>
                  </a:cubicBezTo>
                  <a:cubicBezTo>
                    <a:pt x="561" y="72"/>
                    <a:pt x="557" y="70"/>
                    <a:pt x="557" y="68"/>
                  </a:cubicBezTo>
                  <a:cubicBezTo>
                    <a:pt x="554" y="69"/>
                    <a:pt x="551" y="68"/>
                    <a:pt x="550" y="66"/>
                  </a:cubicBezTo>
                  <a:cubicBezTo>
                    <a:pt x="554" y="65"/>
                    <a:pt x="554" y="65"/>
                    <a:pt x="554" y="65"/>
                  </a:cubicBezTo>
                  <a:cubicBezTo>
                    <a:pt x="548" y="61"/>
                    <a:pt x="545" y="52"/>
                    <a:pt x="534" y="47"/>
                  </a:cubicBezTo>
                  <a:cubicBezTo>
                    <a:pt x="536" y="46"/>
                    <a:pt x="536" y="46"/>
                    <a:pt x="536" y="46"/>
                  </a:cubicBezTo>
                  <a:cubicBezTo>
                    <a:pt x="528" y="41"/>
                    <a:pt x="524" y="34"/>
                    <a:pt x="521" y="29"/>
                  </a:cubicBezTo>
                  <a:cubicBezTo>
                    <a:pt x="521" y="29"/>
                    <a:pt x="520" y="30"/>
                    <a:pt x="527" y="30"/>
                  </a:cubicBezTo>
                  <a:cubicBezTo>
                    <a:pt x="534" y="29"/>
                    <a:pt x="537" y="29"/>
                    <a:pt x="543" y="29"/>
                  </a:cubicBezTo>
                  <a:cubicBezTo>
                    <a:pt x="546" y="29"/>
                    <a:pt x="546" y="30"/>
                    <a:pt x="547" y="30"/>
                  </a:cubicBezTo>
                  <a:cubicBezTo>
                    <a:pt x="555" y="31"/>
                    <a:pt x="560" y="33"/>
                    <a:pt x="569" y="32"/>
                  </a:cubicBezTo>
                  <a:cubicBezTo>
                    <a:pt x="568" y="33"/>
                    <a:pt x="568" y="33"/>
                    <a:pt x="568" y="33"/>
                  </a:cubicBezTo>
                  <a:cubicBezTo>
                    <a:pt x="575" y="33"/>
                    <a:pt x="586" y="34"/>
                    <a:pt x="592" y="35"/>
                  </a:cubicBezTo>
                  <a:cubicBezTo>
                    <a:pt x="595" y="35"/>
                    <a:pt x="603" y="36"/>
                    <a:pt x="601" y="35"/>
                  </a:cubicBezTo>
                  <a:cubicBezTo>
                    <a:pt x="604" y="35"/>
                    <a:pt x="600" y="36"/>
                    <a:pt x="605" y="36"/>
                  </a:cubicBezTo>
                  <a:cubicBezTo>
                    <a:pt x="600" y="36"/>
                    <a:pt x="600" y="36"/>
                    <a:pt x="600" y="36"/>
                  </a:cubicBezTo>
                  <a:cubicBezTo>
                    <a:pt x="618" y="38"/>
                    <a:pt x="625" y="42"/>
                    <a:pt x="656" y="39"/>
                  </a:cubicBezTo>
                  <a:cubicBezTo>
                    <a:pt x="672" y="35"/>
                    <a:pt x="667" y="30"/>
                    <a:pt x="667" y="26"/>
                  </a:cubicBezTo>
                  <a:cubicBezTo>
                    <a:pt x="665" y="25"/>
                    <a:pt x="664" y="21"/>
                    <a:pt x="659" y="21"/>
                  </a:cubicBezTo>
                  <a:cubicBezTo>
                    <a:pt x="661" y="20"/>
                    <a:pt x="661" y="20"/>
                    <a:pt x="661" y="20"/>
                  </a:cubicBezTo>
                  <a:cubicBezTo>
                    <a:pt x="659" y="18"/>
                    <a:pt x="657" y="14"/>
                    <a:pt x="655" y="11"/>
                  </a:cubicBezTo>
                  <a:cubicBezTo>
                    <a:pt x="655" y="9"/>
                    <a:pt x="653" y="10"/>
                    <a:pt x="651" y="8"/>
                  </a:cubicBezTo>
                  <a:cubicBezTo>
                    <a:pt x="653" y="8"/>
                    <a:pt x="653" y="8"/>
                    <a:pt x="653" y="8"/>
                  </a:cubicBezTo>
                  <a:cubicBezTo>
                    <a:pt x="651" y="6"/>
                    <a:pt x="649" y="6"/>
                    <a:pt x="647" y="6"/>
                  </a:cubicBezTo>
                  <a:cubicBezTo>
                    <a:pt x="648" y="5"/>
                    <a:pt x="648" y="5"/>
                    <a:pt x="648" y="5"/>
                  </a:cubicBezTo>
                  <a:cubicBezTo>
                    <a:pt x="649" y="5"/>
                    <a:pt x="650" y="4"/>
                    <a:pt x="651" y="4"/>
                  </a:cubicBezTo>
                  <a:cubicBezTo>
                    <a:pt x="652" y="5"/>
                    <a:pt x="653" y="5"/>
                    <a:pt x="654" y="5"/>
                  </a:cubicBezTo>
                  <a:cubicBezTo>
                    <a:pt x="653" y="5"/>
                    <a:pt x="654" y="5"/>
                    <a:pt x="654" y="4"/>
                  </a:cubicBezTo>
                  <a:cubicBezTo>
                    <a:pt x="655" y="4"/>
                    <a:pt x="655" y="4"/>
                    <a:pt x="656" y="4"/>
                  </a:cubicBezTo>
                  <a:cubicBezTo>
                    <a:pt x="662" y="4"/>
                    <a:pt x="666" y="4"/>
                    <a:pt x="668" y="3"/>
                  </a:cubicBezTo>
                  <a:cubicBezTo>
                    <a:pt x="666" y="4"/>
                    <a:pt x="671" y="4"/>
                    <a:pt x="667" y="4"/>
                  </a:cubicBezTo>
                  <a:cubicBezTo>
                    <a:pt x="671" y="4"/>
                    <a:pt x="674" y="4"/>
                    <a:pt x="677" y="4"/>
                  </a:cubicBezTo>
                  <a:cubicBezTo>
                    <a:pt x="676" y="4"/>
                    <a:pt x="675" y="4"/>
                    <a:pt x="674" y="4"/>
                  </a:cubicBezTo>
                  <a:cubicBezTo>
                    <a:pt x="678" y="3"/>
                    <a:pt x="682" y="3"/>
                    <a:pt x="682" y="3"/>
                  </a:cubicBezTo>
                  <a:cubicBezTo>
                    <a:pt x="680" y="3"/>
                    <a:pt x="679" y="3"/>
                    <a:pt x="677" y="3"/>
                  </a:cubicBezTo>
                  <a:cubicBezTo>
                    <a:pt x="679" y="2"/>
                    <a:pt x="687" y="2"/>
                    <a:pt x="687" y="3"/>
                  </a:cubicBezTo>
                  <a:cubicBezTo>
                    <a:pt x="687" y="4"/>
                    <a:pt x="681" y="4"/>
                    <a:pt x="683" y="4"/>
                  </a:cubicBezTo>
                  <a:cubicBezTo>
                    <a:pt x="695" y="4"/>
                    <a:pt x="695" y="4"/>
                    <a:pt x="695" y="4"/>
                  </a:cubicBezTo>
                  <a:cubicBezTo>
                    <a:pt x="692" y="4"/>
                    <a:pt x="691" y="3"/>
                    <a:pt x="693" y="3"/>
                  </a:cubicBezTo>
                  <a:cubicBezTo>
                    <a:pt x="688" y="3"/>
                    <a:pt x="688" y="3"/>
                    <a:pt x="688" y="3"/>
                  </a:cubicBezTo>
                  <a:cubicBezTo>
                    <a:pt x="689" y="2"/>
                    <a:pt x="689" y="2"/>
                    <a:pt x="689" y="2"/>
                  </a:cubicBezTo>
                  <a:cubicBezTo>
                    <a:pt x="682" y="2"/>
                    <a:pt x="677" y="1"/>
                    <a:pt x="668" y="1"/>
                  </a:cubicBezTo>
                  <a:cubicBezTo>
                    <a:pt x="670" y="2"/>
                    <a:pt x="670" y="2"/>
                    <a:pt x="670" y="2"/>
                  </a:cubicBezTo>
                  <a:cubicBezTo>
                    <a:pt x="665" y="2"/>
                    <a:pt x="659" y="3"/>
                    <a:pt x="655" y="3"/>
                  </a:cubicBezTo>
                  <a:cubicBezTo>
                    <a:pt x="658" y="2"/>
                    <a:pt x="656" y="2"/>
                    <a:pt x="657" y="2"/>
                  </a:cubicBezTo>
                  <a:cubicBezTo>
                    <a:pt x="655" y="2"/>
                    <a:pt x="654" y="2"/>
                    <a:pt x="652" y="2"/>
                  </a:cubicBezTo>
                  <a:cubicBezTo>
                    <a:pt x="656" y="1"/>
                    <a:pt x="656" y="1"/>
                    <a:pt x="656" y="1"/>
                  </a:cubicBezTo>
                  <a:cubicBezTo>
                    <a:pt x="655" y="1"/>
                    <a:pt x="654" y="2"/>
                    <a:pt x="652" y="2"/>
                  </a:cubicBezTo>
                  <a:cubicBezTo>
                    <a:pt x="649" y="3"/>
                    <a:pt x="655" y="0"/>
                    <a:pt x="645" y="4"/>
                  </a:cubicBezTo>
                  <a:cubicBezTo>
                    <a:pt x="644" y="4"/>
                    <a:pt x="644" y="4"/>
                    <a:pt x="644" y="4"/>
                  </a:cubicBezTo>
                  <a:cubicBezTo>
                    <a:pt x="644" y="6"/>
                    <a:pt x="643" y="7"/>
                    <a:pt x="643" y="7"/>
                  </a:cubicBezTo>
                  <a:cubicBezTo>
                    <a:pt x="643" y="7"/>
                    <a:pt x="643" y="7"/>
                    <a:pt x="643" y="7"/>
                  </a:cubicBezTo>
                  <a:cubicBezTo>
                    <a:pt x="641" y="10"/>
                    <a:pt x="645" y="6"/>
                    <a:pt x="645" y="8"/>
                  </a:cubicBezTo>
                  <a:cubicBezTo>
                    <a:pt x="644" y="9"/>
                    <a:pt x="641" y="9"/>
                    <a:pt x="640" y="11"/>
                  </a:cubicBezTo>
                  <a:cubicBezTo>
                    <a:pt x="640" y="13"/>
                    <a:pt x="645" y="16"/>
                    <a:pt x="644" y="19"/>
                  </a:cubicBezTo>
                  <a:cubicBezTo>
                    <a:pt x="647" y="21"/>
                    <a:pt x="650" y="23"/>
                    <a:pt x="653" y="24"/>
                  </a:cubicBezTo>
                  <a:cubicBezTo>
                    <a:pt x="654" y="25"/>
                    <a:pt x="649" y="25"/>
                    <a:pt x="652" y="26"/>
                  </a:cubicBezTo>
                  <a:cubicBezTo>
                    <a:pt x="650" y="26"/>
                    <a:pt x="649" y="26"/>
                    <a:pt x="648" y="27"/>
                  </a:cubicBezTo>
                  <a:cubicBezTo>
                    <a:pt x="650" y="27"/>
                    <a:pt x="650" y="30"/>
                    <a:pt x="652" y="28"/>
                  </a:cubicBezTo>
                  <a:cubicBezTo>
                    <a:pt x="653" y="30"/>
                    <a:pt x="654" y="32"/>
                    <a:pt x="653" y="33"/>
                  </a:cubicBezTo>
                  <a:cubicBezTo>
                    <a:pt x="652" y="33"/>
                    <a:pt x="650" y="33"/>
                    <a:pt x="649" y="33"/>
                  </a:cubicBezTo>
                  <a:cubicBezTo>
                    <a:pt x="648" y="34"/>
                    <a:pt x="650" y="34"/>
                    <a:pt x="646" y="34"/>
                  </a:cubicBezTo>
                  <a:cubicBezTo>
                    <a:pt x="638" y="35"/>
                    <a:pt x="640" y="33"/>
                    <a:pt x="639" y="32"/>
                  </a:cubicBezTo>
                  <a:cubicBezTo>
                    <a:pt x="643" y="32"/>
                    <a:pt x="643" y="32"/>
                    <a:pt x="643" y="32"/>
                  </a:cubicBezTo>
                  <a:cubicBezTo>
                    <a:pt x="640" y="32"/>
                    <a:pt x="637" y="32"/>
                    <a:pt x="633" y="32"/>
                  </a:cubicBezTo>
                  <a:cubicBezTo>
                    <a:pt x="635" y="30"/>
                    <a:pt x="640" y="32"/>
                    <a:pt x="643" y="32"/>
                  </a:cubicBezTo>
                  <a:cubicBezTo>
                    <a:pt x="642" y="30"/>
                    <a:pt x="642" y="30"/>
                    <a:pt x="642" y="30"/>
                  </a:cubicBezTo>
                  <a:cubicBezTo>
                    <a:pt x="636" y="29"/>
                    <a:pt x="638" y="31"/>
                    <a:pt x="632" y="30"/>
                  </a:cubicBezTo>
                  <a:cubicBezTo>
                    <a:pt x="634" y="30"/>
                    <a:pt x="634" y="30"/>
                    <a:pt x="634" y="30"/>
                  </a:cubicBezTo>
                  <a:cubicBezTo>
                    <a:pt x="629" y="29"/>
                    <a:pt x="629" y="29"/>
                    <a:pt x="629" y="29"/>
                  </a:cubicBezTo>
                  <a:cubicBezTo>
                    <a:pt x="628" y="30"/>
                    <a:pt x="627" y="31"/>
                    <a:pt x="631" y="31"/>
                  </a:cubicBezTo>
                  <a:cubicBezTo>
                    <a:pt x="626" y="32"/>
                    <a:pt x="627" y="31"/>
                    <a:pt x="621" y="30"/>
                  </a:cubicBezTo>
                  <a:cubicBezTo>
                    <a:pt x="618" y="31"/>
                    <a:pt x="624" y="31"/>
                    <a:pt x="622" y="31"/>
                  </a:cubicBezTo>
                  <a:cubicBezTo>
                    <a:pt x="621" y="32"/>
                    <a:pt x="617" y="32"/>
                    <a:pt x="614" y="31"/>
                  </a:cubicBezTo>
                  <a:cubicBezTo>
                    <a:pt x="609" y="31"/>
                    <a:pt x="614" y="30"/>
                    <a:pt x="613" y="30"/>
                  </a:cubicBezTo>
                  <a:cubicBezTo>
                    <a:pt x="614" y="30"/>
                    <a:pt x="618" y="30"/>
                    <a:pt x="616" y="30"/>
                  </a:cubicBezTo>
                  <a:cubicBezTo>
                    <a:pt x="624" y="30"/>
                    <a:pt x="618" y="29"/>
                    <a:pt x="623" y="29"/>
                  </a:cubicBezTo>
                  <a:cubicBezTo>
                    <a:pt x="619" y="27"/>
                    <a:pt x="617" y="28"/>
                    <a:pt x="615" y="28"/>
                  </a:cubicBezTo>
                  <a:cubicBezTo>
                    <a:pt x="616" y="29"/>
                    <a:pt x="612" y="29"/>
                    <a:pt x="613" y="29"/>
                  </a:cubicBezTo>
                  <a:cubicBezTo>
                    <a:pt x="600" y="30"/>
                    <a:pt x="611" y="27"/>
                    <a:pt x="603" y="27"/>
                  </a:cubicBezTo>
                  <a:cubicBezTo>
                    <a:pt x="602" y="28"/>
                    <a:pt x="589" y="27"/>
                    <a:pt x="591" y="29"/>
                  </a:cubicBezTo>
                  <a:cubicBezTo>
                    <a:pt x="589" y="29"/>
                    <a:pt x="586" y="29"/>
                    <a:pt x="585" y="29"/>
                  </a:cubicBezTo>
                  <a:cubicBezTo>
                    <a:pt x="589" y="28"/>
                    <a:pt x="583" y="28"/>
                    <a:pt x="588" y="27"/>
                  </a:cubicBezTo>
                  <a:cubicBezTo>
                    <a:pt x="586" y="27"/>
                    <a:pt x="586" y="27"/>
                    <a:pt x="586" y="27"/>
                  </a:cubicBezTo>
                  <a:cubicBezTo>
                    <a:pt x="592" y="27"/>
                    <a:pt x="592" y="27"/>
                    <a:pt x="592" y="27"/>
                  </a:cubicBezTo>
                  <a:cubicBezTo>
                    <a:pt x="590" y="26"/>
                    <a:pt x="587" y="24"/>
                    <a:pt x="586" y="24"/>
                  </a:cubicBezTo>
                  <a:cubicBezTo>
                    <a:pt x="581" y="24"/>
                    <a:pt x="586" y="25"/>
                    <a:pt x="580" y="24"/>
                  </a:cubicBezTo>
                  <a:cubicBezTo>
                    <a:pt x="583" y="24"/>
                    <a:pt x="581" y="23"/>
                    <a:pt x="579" y="23"/>
                  </a:cubicBezTo>
                  <a:cubicBezTo>
                    <a:pt x="582" y="24"/>
                    <a:pt x="576" y="24"/>
                    <a:pt x="573" y="24"/>
                  </a:cubicBezTo>
                  <a:cubicBezTo>
                    <a:pt x="569" y="24"/>
                    <a:pt x="567" y="23"/>
                    <a:pt x="568" y="23"/>
                  </a:cubicBezTo>
                  <a:cubicBezTo>
                    <a:pt x="574" y="22"/>
                    <a:pt x="574" y="22"/>
                    <a:pt x="574" y="22"/>
                  </a:cubicBezTo>
                  <a:cubicBezTo>
                    <a:pt x="570" y="23"/>
                    <a:pt x="573" y="22"/>
                    <a:pt x="570" y="22"/>
                  </a:cubicBezTo>
                  <a:cubicBezTo>
                    <a:pt x="568" y="22"/>
                    <a:pt x="564" y="23"/>
                    <a:pt x="562" y="23"/>
                  </a:cubicBezTo>
                  <a:cubicBezTo>
                    <a:pt x="558" y="23"/>
                    <a:pt x="558" y="22"/>
                    <a:pt x="556" y="22"/>
                  </a:cubicBezTo>
                  <a:cubicBezTo>
                    <a:pt x="562" y="22"/>
                    <a:pt x="562" y="22"/>
                    <a:pt x="562" y="22"/>
                  </a:cubicBezTo>
                  <a:cubicBezTo>
                    <a:pt x="556" y="22"/>
                    <a:pt x="564" y="21"/>
                    <a:pt x="556" y="21"/>
                  </a:cubicBezTo>
                  <a:cubicBezTo>
                    <a:pt x="553" y="21"/>
                    <a:pt x="553" y="21"/>
                    <a:pt x="553" y="21"/>
                  </a:cubicBezTo>
                  <a:cubicBezTo>
                    <a:pt x="552" y="21"/>
                    <a:pt x="552" y="21"/>
                    <a:pt x="554" y="20"/>
                  </a:cubicBezTo>
                  <a:cubicBezTo>
                    <a:pt x="552" y="21"/>
                    <a:pt x="548" y="21"/>
                    <a:pt x="546" y="21"/>
                  </a:cubicBezTo>
                  <a:cubicBezTo>
                    <a:pt x="546" y="20"/>
                    <a:pt x="546" y="20"/>
                    <a:pt x="546" y="20"/>
                  </a:cubicBezTo>
                  <a:cubicBezTo>
                    <a:pt x="543" y="20"/>
                    <a:pt x="536" y="21"/>
                    <a:pt x="532" y="21"/>
                  </a:cubicBezTo>
                  <a:cubicBezTo>
                    <a:pt x="534" y="22"/>
                    <a:pt x="538" y="20"/>
                    <a:pt x="543" y="21"/>
                  </a:cubicBezTo>
                  <a:cubicBezTo>
                    <a:pt x="545" y="22"/>
                    <a:pt x="536" y="22"/>
                    <a:pt x="534" y="22"/>
                  </a:cubicBezTo>
                  <a:cubicBezTo>
                    <a:pt x="537" y="21"/>
                    <a:pt x="523" y="22"/>
                    <a:pt x="513" y="25"/>
                  </a:cubicBezTo>
                  <a:cubicBezTo>
                    <a:pt x="507" y="26"/>
                    <a:pt x="500" y="29"/>
                    <a:pt x="500" y="29"/>
                  </a:cubicBezTo>
                  <a:cubicBezTo>
                    <a:pt x="501" y="30"/>
                    <a:pt x="501" y="30"/>
                    <a:pt x="501" y="30"/>
                  </a:cubicBezTo>
                  <a:cubicBezTo>
                    <a:pt x="493" y="32"/>
                    <a:pt x="499" y="34"/>
                    <a:pt x="498" y="36"/>
                  </a:cubicBezTo>
                  <a:cubicBezTo>
                    <a:pt x="496" y="35"/>
                    <a:pt x="494" y="35"/>
                    <a:pt x="494" y="37"/>
                  </a:cubicBezTo>
                  <a:cubicBezTo>
                    <a:pt x="497" y="35"/>
                    <a:pt x="499" y="38"/>
                    <a:pt x="501" y="37"/>
                  </a:cubicBezTo>
                  <a:cubicBezTo>
                    <a:pt x="501" y="39"/>
                    <a:pt x="496" y="37"/>
                    <a:pt x="494" y="38"/>
                  </a:cubicBezTo>
                  <a:cubicBezTo>
                    <a:pt x="497" y="39"/>
                    <a:pt x="494" y="41"/>
                    <a:pt x="498" y="41"/>
                  </a:cubicBezTo>
                  <a:cubicBezTo>
                    <a:pt x="498" y="40"/>
                    <a:pt x="500" y="41"/>
                    <a:pt x="502" y="41"/>
                  </a:cubicBezTo>
                  <a:cubicBezTo>
                    <a:pt x="503" y="43"/>
                    <a:pt x="500" y="41"/>
                    <a:pt x="500" y="43"/>
                  </a:cubicBezTo>
                  <a:cubicBezTo>
                    <a:pt x="501" y="43"/>
                    <a:pt x="504" y="44"/>
                    <a:pt x="504" y="42"/>
                  </a:cubicBezTo>
                  <a:cubicBezTo>
                    <a:pt x="504" y="43"/>
                    <a:pt x="509" y="44"/>
                    <a:pt x="507" y="45"/>
                  </a:cubicBezTo>
                  <a:cubicBezTo>
                    <a:pt x="506" y="46"/>
                    <a:pt x="505" y="44"/>
                    <a:pt x="504" y="45"/>
                  </a:cubicBezTo>
                  <a:cubicBezTo>
                    <a:pt x="505" y="47"/>
                    <a:pt x="510" y="45"/>
                    <a:pt x="513" y="47"/>
                  </a:cubicBezTo>
                  <a:cubicBezTo>
                    <a:pt x="513" y="45"/>
                    <a:pt x="518" y="45"/>
                    <a:pt x="520" y="46"/>
                  </a:cubicBezTo>
                  <a:cubicBezTo>
                    <a:pt x="521" y="49"/>
                    <a:pt x="518" y="45"/>
                    <a:pt x="516" y="47"/>
                  </a:cubicBezTo>
                  <a:cubicBezTo>
                    <a:pt x="517" y="48"/>
                    <a:pt x="517" y="48"/>
                    <a:pt x="517" y="48"/>
                  </a:cubicBezTo>
                  <a:cubicBezTo>
                    <a:pt x="515" y="50"/>
                    <a:pt x="508" y="46"/>
                    <a:pt x="506" y="48"/>
                  </a:cubicBezTo>
                  <a:cubicBezTo>
                    <a:pt x="509" y="49"/>
                    <a:pt x="509" y="49"/>
                    <a:pt x="509" y="49"/>
                  </a:cubicBezTo>
                  <a:cubicBezTo>
                    <a:pt x="507" y="49"/>
                    <a:pt x="505" y="49"/>
                    <a:pt x="504" y="50"/>
                  </a:cubicBezTo>
                  <a:cubicBezTo>
                    <a:pt x="507" y="50"/>
                    <a:pt x="507" y="52"/>
                    <a:pt x="508" y="52"/>
                  </a:cubicBezTo>
                  <a:cubicBezTo>
                    <a:pt x="511" y="52"/>
                    <a:pt x="507" y="52"/>
                    <a:pt x="509" y="51"/>
                  </a:cubicBezTo>
                  <a:cubicBezTo>
                    <a:pt x="510" y="52"/>
                    <a:pt x="514" y="52"/>
                    <a:pt x="515" y="54"/>
                  </a:cubicBezTo>
                  <a:cubicBezTo>
                    <a:pt x="512" y="53"/>
                    <a:pt x="512" y="55"/>
                    <a:pt x="510" y="55"/>
                  </a:cubicBezTo>
                  <a:cubicBezTo>
                    <a:pt x="510" y="56"/>
                    <a:pt x="513" y="55"/>
                    <a:pt x="513" y="56"/>
                  </a:cubicBezTo>
                  <a:cubicBezTo>
                    <a:pt x="512" y="56"/>
                    <a:pt x="512" y="56"/>
                    <a:pt x="512" y="56"/>
                  </a:cubicBezTo>
                  <a:cubicBezTo>
                    <a:pt x="516" y="61"/>
                    <a:pt x="521" y="66"/>
                    <a:pt x="530" y="69"/>
                  </a:cubicBezTo>
                  <a:cubicBezTo>
                    <a:pt x="528" y="70"/>
                    <a:pt x="529" y="72"/>
                    <a:pt x="529" y="74"/>
                  </a:cubicBezTo>
                  <a:cubicBezTo>
                    <a:pt x="529" y="73"/>
                    <a:pt x="531" y="74"/>
                    <a:pt x="532" y="74"/>
                  </a:cubicBezTo>
                  <a:cubicBezTo>
                    <a:pt x="530" y="76"/>
                    <a:pt x="530" y="76"/>
                    <a:pt x="530" y="76"/>
                  </a:cubicBezTo>
                  <a:cubicBezTo>
                    <a:pt x="530" y="78"/>
                    <a:pt x="533" y="79"/>
                    <a:pt x="535" y="80"/>
                  </a:cubicBezTo>
                  <a:cubicBezTo>
                    <a:pt x="535" y="80"/>
                    <a:pt x="534" y="80"/>
                    <a:pt x="534" y="80"/>
                  </a:cubicBezTo>
                  <a:cubicBezTo>
                    <a:pt x="533" y="82"/>
                    <a:pt x="536" y="81"/>
                    <a:pt x="537" y="82"/>
                  </a:cubicBezTo>
                  <a:cubicBezTo>
                    <a:pt x="535" y="83"/>
                    <a:pt x="535" y="83"/>
                    <a:pt x="535" y="83"/>
                  </a:cubicBezTo>
                  <a:cubicBezTo>
                    <a:pt x="537" y="83"/>
                    <a:pt x="537" y="83"/>
                    <a:pt x="537" y="83"/>
                  </a:cubicBezTo>
                  <a:cubicBezTo>
                    <a:pt x="538" y="84"/>
                    <a:pt x="538" y="86"/>
                    <a:pt x="535" y="86"/>
                  </a:cubicBezTo>
                  <a:cubicBezTo>
                    <a:pt x="536" y="86"/>
                    <a:pt x="536" y="87"/>
                    <a:pt x="537" y="86"/>
                  </a:cubicBezTo>
                  <a:cubicBezTo>
                    <a:pt x="536" y="87"/>
                    <a:pt x="535" y="90"/>
                    <a:pt x="535" y="91"/>
                  </a:cubicBezTo>
                  <a:cubicBezTo>
                    <a:pt x="530" y="91"/>
                    <a:pt x="523" y="91"/>
                    <a:pt x="518" y="91"/>
                  </a:cubicBezTo>
                  <a:cubicBezTo>
                    <a:pt x="516" y="91"/>
                    <a:pt x="516" y="91"/>
                    <a:pt x="515" y="91"/>
                  </a:cubicBezTo>
                  <a:cubicBezTo>
                    <a:pt x="510" y="89"/>
                    <a:pt x="499" y="90"/>
                    <a:pt x="493" y="88"/>
                  </a:cubicBezTo>
                  <a:cubicBezTo>
                    <a:pt x="494" y="89"/>
                    <a:pt x="489" y="90"/>
                    <a:pt x="485" y="90"/>
                  </a:cubicBezTo>
                  <a:cubicBezTo>
                    <a:pt x="479" y="90"/>
                    <a:pt x="486" y="88"/>
                    <a:pt x="483" y="87"/>
                  </a:cubicBezTo>
                  <a:cubicBezTo>
                    <a:pt x="480" y="87"/>
                    <a:pt x="476" y="87"/>
                    <a:pt x="475" y="87"/>
                  </a:cubicBezTo>
                  <a:cubicBezTo>
                    <a:pt x="475" y="87"/>
                    <a:pt x="475" y="87"/>
                    <a:pt x="475" y="87"/>
                  </a:cubicBezTo>
                  <a:cubicBezTo>
                    <a:pt x="472" y="87"/>
                    <a:pt x="468" y="87"/>
                    <a:pt x="466" y="86"/>
                  </a:cubicBezTo>
                  <a:cubicBezTo>
                    <a:pt x="466" y="86"/>
                    <a:pt x="466" y="86"/>
                    <a:pt x="466" y="86"/>
                  </a:cubicBezTo>
                  <a:cubicBezTo>
                    <a:pt x="464" y="86"/>
                    <a:pt x="463" y="85"/>
                    <a:pt x="460" y="85"/>
                  </a:cubicBezTo>
                  <a:cubicBezTo>
                    <a:pt x="457" y="85"/>
                    <a:pt x="453" y="84"/>
                    <a:pt x="450" y="85"/>
                  </a:cubicBezTo>
                  <a:cubicBezTo>
                    <a:pt x="450" y="84"/>
                    <a:pt x="450" y="84"/>
                    <a:pt x="450" y="84"/>
                  </a:cubicBezTo>
                  <a:cubicBezTo>
                    <a:pt x="448" y="85"/>
                    <a:pt x="448" y="85"/>
                    <a:pt x="448" y="85"/>
                  </a:cubicBezTo>
                  <a:cubicBezTo>
                    <a:pt x="444" y="84"/>
                    <a:pt x="444" y="84"/>
                    <a:pt x="444" y="84"/>
                  </a:cubicBezTo>
                  <a:cubicBezTo>
                    <a:pt x="446" y="84"/>
                    <a:pt x="447" y="83"/>
                    <a:pt x="448" y="83"/>
                  </a:cubicBezTo>
                  <a:cubicBezTo>
                    <a:pt x="444" y="82"/>
                    <a:pt x="445" y="84"/>
                    <a:pt x="442" y="84"/>
                  </a:cubicBezTo>
                  <a:cubicBezTo>
                    <a:pt x="437" y="84"/>
                    <a:pt x="439" y="83"/>
                    <a:pt x="438" y="83"/>
                  </a:cubicBezTo>
                  <a:cubicBezTo>
                    <a:pt x="440" y="83"/>
                    <a:pt x="440" y="83"/>
                    <a:pt x="441" y="83"/>
                  </a:cubicBezTo>
                  <a:cubicBezTo>
                    <a:pt x="445" y="83"/>
                    <a:pt x="440" y="83"/>
                    <a:pt x="440" y="82"/>
                  </a:cubicBezTo>
                  <a:cubicBezTo>
                    <a:pt x="440" y="82"/>
                    <a:pt x="438" y="83"/>
                    <a:pt x="435" y="82"/>
                  </a:cubicBezTo>
                  <a:cubicBezTo>
                    <a:pt x="433" y="82"/>
                    <a:pt x="428" y="82"/>
                    <a:pt x="430" y="81"/>
                  </a:cubicBezTo>
                  <a:cubicBezTo>
                    <a:pt x="427" y="81"/>
                    <a:pt x="425" y="81"/>
                    <a:pt x="423" y="81"/>
                  </a:cubicBezTo>
                  <a:cubicBezTo>
                    <a:pt x="424" y="81"/>
                    <a:pt x="427" y="82"/>
                    <a:pt x="427" y="82"/>
                  </a:cubicBezTo>
                  <a:cubicBezTo>
                    <a:pt x="425" y="82"/>
                    <a:pt x="421" y="82"/>
                    <a:pt x="421" y="82"/>
                  </a:cubicBezTo>
                  <a:cubicBezTo>
                    <a:pt x="423" y="82"/>
                    <a:pt x="423" y="82"/>
                    <a:pt x="423" y="82"/>
                  </a:cubicBezTo>
                  <a:cubicBezTo>
                    <a:pt x="421" y="82"/>
                    <a:pt x="417" y="81"/>
                    <a:pt x="418" y="82"/>
                  </a:cubicBezTo>
                  <a:cubicBezTo>
                    <a:pt x="417" y="80"/>
                    <a:pt x="417" y="80"/>
                    <a:pt x="417" y="80"/>
                  </a:cubicBezTo>
                  <a:cubicBezTo>
                    <a:pt x="414" y="81"/>
                    <a:pt x="411" y="80"/>
                    <a:pt x="408" y="80"/>
                  </a:cubicBezTo>
                  <a:cubicBezTo>
                    <a:pt x="409" y="79"/>
                    <a:pt x="413" y="79"/>
                    <a:pt x="408" y="78"/>
                  </a:cubicBezTo>
                  <a:cubicBezTo>
                    <a:pt x="402" y="78"/>
                    <a:pt x="402" y="78"/>
                    <a:pt x="402" y="78"/>
                  </a:cubicBezTo>
                  <a:cubicBezTo>
                    <a:pt x="400" y="78"/>
                    <a:pt x="399" y="78"/>
                    <a:pt x="401" y="77"/>
                  </a:cubicBezTo>
                  <a:cubicBezTo>
                    <a:pt x="393" y="76"/>
                    <a:pt x="388" y="78"/>
                    <a:pt x="383" y="77"/>
                  </a:cubicBezTo>
                  <a:cubicBezTo>
                    <a:pt x="387" y="76"/>
                    <a:pt x="385" y="76"/>
                    <a:pt x="383" y="75"/>
                  </a:cubicBezTo>
                  <a:cubicBezTo>
                    <a:pt x="383" y="75"/>
                    <a:pt x="382" y="76"/>
                    <a:pt x="380" y="76"/>
                  </a:cubicBezTo>
                  <a:cubicBezTo>
                    <a:pt x="380" y="76"/>
                    <a:pt x="383" y="75"/>
                    <a:pt x="384" y="76"/>
                  </a:cubicBezTo>
                  <a:cubicBezTo>
                    <a:pt x="384" y="77"/>
                    <a:pt x="381" y="76"/>
                    <a:pt x="379" y="76"/>
                  </a:cubicBezTo>
                  <a:cubicBezTo>
                    <a:pt x="378" y="73"/>
                    <a:pt x="361" y="73"/>
                    <a:pt x="354" y="71"/>
                  </a:cubicBezTo>
                  <a:cubicBezTo>
                    <a:pt x="352" y="72"/>
                    <a:pt x="349" y="71"/>
                    <a:pt x="346" y="71"/>
                  </a:cubicBezTo>
                  <a:cubicBezTo>
                    <a:pt x="349" y="70"/>
                    <a:pt x="340" y="71"/>
                    <a:pt x="339" y="70"/>
                  </a:cubicBezTo>
                  <a:cubicBezTo>
                    <a:pt x="338" y="71"/>
                    <a:pt x="338" y="71"/>
                    <a:pt x="338" y="71"/>
                  </a:cubicBezTo>
                  <a:cubicBezTo>
                    <a:pt x="333" y="70"/>
                    <a:pt x="325" y="71"/>
                    <a:pt x="324" y="70"/>
                  </a:cubicBezTo>
                  <a:cubicBezTo>
                    <a:pt x="321" y="69"/>
                    <a:pt x="327" y="69"/>
                    <a:pt x="329" y="69"/>
                  </a:cubicBezTo>
                  <a:cubicBezTo>
                    <a:pt x="327" y="67"/>
                    <a:pt x="314" y="69"/>
                    <a:pt x="313" y="67"/>
                  </a:cubicBezTo>
                  <a:cubicBezTo>
                    <a:pt x="312" y="67"/>
                    <a:pt x="312" y="68"/>
                    <a:pt x="307" y="68"/>
                  </a:cubicBezTo>
                  <a:cubicBezTo>
                    <a:pt x="305" y="68"/>
                    <a:pt x="299" y="66"/>
                    <a:pt x="300" y="66"/>
                  </a:cubicBezTo>
                  <a:cubicBezTo>
                    <a:pt x="297" y="66"/>
                    <a:pt x="295" y="67"/>
                    <a:pt x="293" y="66"/>
                  </a:cubicBezTo>
                  <a:cubicBezTo>
                    <a:pt x="294" y="66"/>
                    <a:pt x="295" y="66"/>
                    <a:pt x="297" y="66"/>
                  </a:cubicBezTo>
                  <a:cubicBezTo>
                    <a:pt x="292" y="65"/>
                    <a:pt x="287" y="65"/>
                    <a:pt x="282" y="65"/>
                  </a:cubicBezTo>
                  <a:cubicBezTo>
                    <a:pt x="281" y="64"/>
                    <a:pt x="271" y="64"/>
                    <a:pt x="263" y="64"/>
                  </a:cubicBezTo>
                  <a:cubicBezTo>
                    <a:pt x="259" y="65"/>
                    <a:pt x="244" y="65"/>
                    <a:pt x="240" y="69"/>
                  </a:cubicBezTo>
                  <a:cubicBezTo>
                    <a:pt x="240" y="68"/>
                    <a:pt x="238" y="69"/>
                    <a:pt x="237" y="70"/>
                  </a:cubicBezTo>
                  <a:cubicBezTo>
                    <a:pt x="235" y="72"/>
                    <a:pt x="239" y="72"/>
                    <a:pt x="239" y="73"/>
                  </a:cubicBezTo>
                  <a:cubicBezTo>
                    <a:pt x="236" y="73"/>
                    <a:pt x="236" y="73"/>
                    <a:pt x="236" y="73"/>
                  </a:cubicBezTo>
                  <a:cubicBezTo>
                    <a:pt x="233" y="74"/>
                    <a:pt x="237" y="76"/>
                    <a:pt x="236" y="77"/>
                  </a:cubicBezTo>
                  <a:cubicBezTo>
                    <a:pt x="238" y="76"/>
                    <a:pt x="237" y="78"/>
                    <a:pt x="239" y="77"/>
                  </a:cubicBezTo>
                  <a:cubicBezTo>
                    <a:pt x="241" y="78"/>
                    <a:pt x="241" y="78"/>
                    <a:pt x="241" y="78"/>
                  </a:cubicBezTo>
                  <a:cubicBezTo>
                    <a:pt x="243" y="80"/>
                    <a:pt x="242" y="78"/>
                    <a:pt x="245" y="80"/>
                  </a:cubicBezTo>
                  <a:cubicBezTo>
                    <a:pt x="246" y="81"/>
                    <a:pt x="242" y="81"/>
                    <a:pt x="242" y="81"/>
                  </a:cubicBezTo>
                  <a:cubicBezTo>
                    <a:pt x="241" y="82"/>
                    <a:pt x="243" y="82"/>
                    <a:pt x="245" y="83"/>
                  </a:cubicBezTo>
                  <a:cubicBezTo>
                    <a:pt x="245" y="83"/>
                    <a:pt x="245" y="83"/>
                    <a:pt x="246" y="83"/>
                  </a:cubicBezTo>
                  <a:cubicBezTo>
                    <a:pt x="245" y="83"/>
                    <a:pt x="245" y="83"/>
                    <a:pt x="245" y="83"/>
                  </a:cubicBezTo>
                  <a:cubicBezTo>
                    <a:pt x="246" y="84"/>
                    <a:pt x="246" y="84"/>
                    <a:pt x="247" y="84"/>
                  </a:cubicBezTo>
                  <a:cubicBezTo>
                    <a:pt x="247" y="84"/>
                    <a:pt x="247" y="84"/>
                    <a:pt x="247" y="84"/>
                  </a:cubicBezTo>
                  <a:cubicBezTo>
                    <a:pt x="246" y="84"/>
                    <a:pt x="246" y="84"/>
                    <a:pt x="245" y="83"/>
                  </a:cubicBezTo>
                  <a:cubicBezTo>
                    <a:pt x="245" y="84"/>
                    <a:pt x="246" y="84"/>
                    <a:pt x="246" y="84"/>
                  </a:cubicBezTo>
                  <a:cubicBezTo>
                    <a:pt x="246" y="85"/>
                    <a:pt x="246" y="85"/>
                    <a:pt x="246" y="85"/>
                  </a:cubicBezTo>
                  <a:cubicBezTo>
                    <a:pt x="247" y="85"/>
                    <a:pt x="247" y="85"/>
                    <a:pt x="247" y="85"/>
                  </a:cubicBezTo>
                  <a:cubicBezTo>
                    <a:pt x="245" y="86"/>
                    <a:pt x="245" y="86"/>
                    <a:pt x="245" y="86"/>
                  </a:cubicBezTo>
                  <a:cubicBezTo>
                    <a:pt x="245" y="86"/>
                    <a:pt x="250" y="87"/>
                    <a:pt x="251" y="87"/>
                  </a:cubicBezTo>
                  <a:cubicBezTo>
                    <a:pt x="252" y="90"/>
                    <a:pt x="260" y="94"/>
                    <a:pt x="263" y="95"/>
                  </a:cubicBezTo>
                  <a:cubicBezTo>
                    <a:pt x="262" y="95"/>
                    <a:pt x="262" y="95"/>
                    <a:pt x="263" y="95"/>
                  </a:cubicBezTo>
                  <a:cubicBezTo>
                    <a:pt x="265" y="96"/>
                    <a:pt x="268" y="96"/>
                    <a:pt x="267" y="96"/>
                  </a:cubicBezTo>
                  <a:cubicBezTo>
                    <a:pt x="269" y="97"/>
                    <a:pt x="266" y="97"/>
                    <a:pt x="268" y="99"/>
                  </a:cubicBezTo>
                  <a:cubicBezTo>
                    <a:pt x="268" y="99"/>
                    <a:pt x="270" y="98"/>
                    <a:pt x="269" y="98"/>
                  </a:cubicBezTo>
                  <a:cubicBezTo>
                    <a:pt x="270" y="101"/>
                    <a:pt x="279" y="102"/>
                    <a:pt x="281" y="105"/>
                  </a:cubicBezTo>
                  <a:cubicBezTo>
                    <a:pt x="280" y="105"/>
                    <a:pt x="279" y="105"/>
                    <a:pt x="278" y="105"/>
                  </a:cubicBezTo>
                  <a:cubicBezTo>
                    <a:pt x="282" y="106"/>
                    <a:pt x="285" y="108"/>
                    <a:pt x="291" y="109"/>
                  </a:cubicBezTo>
                  <a:cubicBezTo>
                    <a:pt x="289" y="109"/>
                    <a:pt x="289" y="109"/>
                    <a:pt x="287" y="109"/>
                  </a:cubicBezTo>
                  <a:cubicBezTo>
                    <a:pt x="289" y="110"/>
                    <a:pt x="292" y="112"/>
                    <a:pt x="295" y="112"/>
                  </a:cubicBezTo>
                  <a:cubicBezTo>
                    <a:pt x="295" y="111"/>
                    <a:pt x="294" y="112"/>
                    <a:pt x="293" y="111"/>
                  </a:cubicBezTo>
                  <a:cubicBezTo>
                    <a:pt x="293" y="110"/>
                    <a:pt x="298" y="111"/>
                    <a:pt x="299" y="112"/>
                  </a:cubicBezTo>
                  <a:cubicBezTo>
                    <a:pt x="299" y="112"/>
                    <a:pt x="299" y="112"/>
                    <a:pt x="299" y="112"/>
                  </a:cubicBezTo>
                  <a:cubicBezTo>
                    <a:pt x="301" y="113"/>
                    <a:pt x="302" y="113"/>
                    <a:pt x="304" y="114"/>
                  </a:cubicBezTo>
                  <a:cubicBezTo>
                    <a:pt x="304" y="115"/>
                    <a:pt x="302" y="114"/>
                    <a:pt x="302" y="115"/>
                  </a:cubicBezTo>
                  <a:cubicBezTo>
                    <a:pt x="299" y="116"/>
                    <a:pt x="304" y="118"/>
                    <a:pt x="304" y="118"/>
                  </a:cubicBezTo>
                  <a:cubicBezTo>
                    <a:pt x="306" y="118"/>
                    <a:pt x="307" y="119"/>
                    <a:pt x="308" y="118"/>
                  </a:cubicBezTo>
                  <a:cubicBezTo>
                    <a:pt x="310" y="119"/>
                    <a:pt x="307" y="119"/>
                    <a:pt x="308" y="120"/>
                  </a:cubicBezTo>
                  <a:cubicBezTo>
                    <a:pt x="318" y="121"/>
                    <a:pt x="318" y="121"/>
                    <a:pt x="318" y="121"/>
                  </a:cubicBezTo>
                  <a:cubicBezTo>
                    <a:pt x="317" y="121"/>
                    <a:pt x="317" y="123"/>
                    <a:pt x="314" y="122"/>
                  </a:cubicBezTo>
                  <a:cubicBezTo>
                    <a:pt x="318" y="124"/>
                    <a:pt x="324" y="124"/>
                    <a:pt x="328" y="125"/>
                  </a:cubicBezTo>
                  <a:cubicBezTo>
                    <a:pt x="329" y="126"/>
                    <a:pt x="333" y="127"/>
                    <a:pt x="334" y="128"/>
                  </a:cubicBezTo>
                  <a:cubicBezTo>
                    <a:pt x="333" y="129"/>
                    <a:pt x="334" y="127"/>
                    <a:pt x="332" y="128"/>
                  </a:cubicBezTo>
                  <a:cubicBezTo>
                    <a:pt x="332" y="129"/>
                    <a:pt x="332" y="129"/>
                    <a:pt x="332" y="129"/>
                  </a:cubicBezTo>
                  <a:cubicBezTo>
                    <a:pt x="329" y="128"/>
                    <a:pt x="329" y="130"/>
                    <a:pt x="326" y="130"/>
                  </a:cubicBezTo>
                  <a:cubicBezTo>
                    <a:pt x="329" y="131"/>
                    <a:pt x="332" y="133"/>
                    <a:pt x="335" y="135"/>
                  </a:cubicBezTo>
                  <a:cubicBezTo>
                    <a:pt x="336" y="133"/>
                    <a:pt x="340" y="137"/>
                    <a:pt x="343" y="136"/>
                  </a:cubicBezTo>
                  <a:cubicBezTo>
                    <a:pt x="347" y="138"/>
                    <a:pt x="342" y="138"/>
                    <a:pt x="342" y="139"/>
                  </a:cubicBezTo>
                  <a:cubicBezTo>
                    <a:pt x="347" y="140"/>
                    <a:pt x="349" y="143"/>
                    <a:pt x="352" y="144"/>
                  </a:cubicBezTo>
                  <a:cubicBezTo>
                    <a:pt x="352" y="144"/>
                    <a:pt x="352" y="144"/>
                    <a:pt x="351" y="144"/>
                  </a:cubicBezTo>
                  <a:cubicBezTo>
                    <a:pt x="355" y="146"/>
                    <a:pt x="358" y="149"/>
                    <a:pt x="363" y="150"/>
                  </a:cubicBezTo>
                  <a:cubicBezTo>
                    <a:pt x="363" y="150"/>
                    <a:pt x="362" y="150"/>
                    <a:pt x="361" y="150"/>
                  </a:cubicBezTo>
                  <a:cubicBezTo>
                    <a:pt x="362" y="152"/>
                    <a:pt x="366" y="149"/>
                    <a:pt x="367" y="152"/>
                  </a:cubicBezTo>
                  <a:cubicBezTo>
                    <a:pt x="364" y="152"/>
                    <a:pt x="364" y="152"/>
                    <a:pt x="364" y="152"/>
                  </a:cubicBezTo>
                  <a:cubicBezTo>
                    <a:pt x="368" y="153"/>
                    <a:pt x="366" y="155"/>
                    <a:pt x="371" y="156"/>
                  </a:cubicBezTo>
                  <a:cubicBezTo>
                    <a:pt x="370" y="156"/>
                    <a:pt x="369" y="156"/>
                    <a:pt x="368" y="156"/>
                  </a:cubicBezTo>
                  <a:cubicBezTo>
                    <a:pt x="371" y="157"/>
                    <a:pt x="372" y="159"/>
                    <a:pt x="376" y="160"/>
                  </a:cubicBezTo>
                  <a:cubicBezTo>
                    <a:pt x="375" y="160"/>
                    <a:pt x="374" y="160"/>
                    <a:pt x="372" y="160"/>
                  </a:cubicBezTo>
                  <a:cubicBezTo>
                    <a:pt x="372" y="161"/>
                    <a:pt x="377" y="161"/>
                    <a:pt x="376" y="162"/>
                  </a:cubicBezTo>
                  <a:cubicBezTo>
                    <a:pt x="376" y="163"/>
                    <a:pt x="375" y="164"/>
                    <a:pt x="375" y="164"/>
                  </a:cubicBezTo>
                  <a:cubicBezTo>
                    <a:pt x="378" y="164"/>
                    <a:pt x="376" y="167"/>
                    <a:pt x="370" y="167"/>
                  </a:cubicBezTo>
                  <a:cubicBezTo>
                    <a:pt x="370" y="167"/>
                    <a:pt x="368" y="167"/>
                    <a:pt x="365" y="167"/>
                  </a:cubicBezTo>
                  <a:cubicBezTo>
                    <a:pt x="339" y="166"/>
                    <a:pt x="317" y="163"/>
                    <a:pt x="293" y="161"/>
                  </a:cubicBezTo>
                  <a:cubicBezTo>
                    <a:pt x="292" y="159"/>
                    <a:pt x="300" y="161"/>
                    <a:pt x="299" y="160"/>
                  </a:cubicBezTo>
                  <a:cubicBezTo>
                    <a:pt x="297" y="161"/>
                    <a:pt x="295" y="159"/>
                    <a:pt x="288" y="159"/>
                  </a:cubicBezTo>
                  <a:cubicBezTo>
                    <a:pt x="288" y="159"/>
                    <a:pt x="288" y="159"/>
                    <a:pt x="288" y="159"/>
                  </a:cubicBezTo>
                  <a:cubicBezTo>
                    <a:pt x="285" y="158"/>
                    <a:pt x="285" y="157"/>
                    <a:pt x="281" y="157"/>
                  </a:cubicBezTo>
                  <a:cubicBezTo>
                    <a:pt x="280" y="158"/>
                    <a:pt x="280" y="158"/>
                    <a:pt x="280" y="158"/>
                  </a:cubicBezTo>
                  <a:cubicBezTo>
                    <a:pt x="276" y="158"/>
                    <a:pt x="276" y="155"/>
                    <a:pt x="272" y="156"/>
                  </a:cubicBezTo>
                  <a:cubicBezTo>
                    <a:pt x="271" y="155"/>
                    <a:pt x="271" y="155"/>
                    <a:pt x="271" y="155"/>
                  </a:cubicBezTo>
                  <a:cubicBezTo>
                    <a:pt x="265" y="156"/>
                    <a:pt x="267" y="154"/>
                    <a:pt x="261" y="154"/>
                  </a:cubicBezTo>
                  <a:cubicBezTo>
                    <a:pt x="262" y="154"/>
                    <a:pt x="262" y="154"/>
                    <a:pt x="262" y="154"/>
                  </a:cubicBezTo>
                  <a:cubicBezTo>
                    <a:pt x="258" y="153"/>
                    <a:pt x="249" y="154"/>
                    <a:pt x="249" y="152"/>
                  </a:cubicBezTo>
                  <a:cubicBezTo>
                    <a:pt x="244" y="152"/>
                    <a:pt x="239" y="151"/>
                    <a:pt x="236" y="152"/>
                  </a:cubicBezTo>
                  <a:cubicBezTo>
                    <a:pt x="236" y="151"/>
                    <a:pt x="238" y="151"/>
                    <a:pt x="239" y="151"/>
                  </a:cubicBezTo>
                  <a:cubicBezTo>
                    <a:pt x="222" y="149"/>
                    <a:pt x="205" y="145"/>
                    <a:pt x="188" y="144"/>
                  </a:cubicBezTo>
                  <a:cubicBezTo>
                    <a:pt x="188" y="143"/>
                    <a:pt x="189" y="144"/>
                    <a:pt x="190" y="143"/>
                  </a:cubicBezTo>
                  <a:cubicBezTo>
                    <a:pt x="179" y="143"/>
                    <a:pt x="175" y="139"/>
                    <a:pt x="164" y="140"/>
                  </a:cubicBezTo>
                  <a:cubicBezTo>
                    <a:pt x="160" y="140"/>
                    <a:pt x="160" y="140"/>
                    <a:pt x="160" y="140"/>
                  </a:cubicBezTo>
                  <a:cubicBezTo>
                    <a:pt x="159" y="139"/>
                    <a:pt x="160" y="139"/>
                    <a:pt x="159" y="138"/>
                  </a:cubicBezTo>
                  <a:cubicBezTo>
                    <a:pt x="156" y="139"/>
                    <a:pt x="151" y="137"/>
                    <a:pt x="148" y="138"/>
                  </a:cubicBezTo>
                  <a:cubicBezTo>
                    <a:pt x="148" y="137"/>
                    <a:pt x="150" y="137"/>
                    <a:pt x="150" y="137"/>
                  </a:cubicBezTo>
                  <a:cubicBezTo>
                    <a:pt x="147" y="136"/>
                    <a:pt x="139" y="136"/>
                    <a:pt x="136" y="135"/>
                  </a:cubicBezTo>
                  <a:cubicBezTo>
                    <a:pt x="138" y="135"/>
                    <a:pt x="138" y="135"/>
                    <a:pt x="138" y="135"/>
                  </a:cubicBezTo>
                  <a:cubicBezTo>
                    <a:pt x="122" y="130"/>
                    <a:pt x="100" y="124"/>
                    <a:pt x="79" y="123"/>
                  </a:cubicBezTo>
                  <a:cubicBezTo>
                    <a:pt x="74" y="122"/>
                    <a:pt x="80" y="122"/>
                    <a:pt x="78" y="121"/>
                  </a:cubicBezTo>
                  <a:cubicBezTo>
                    <a:pt x="58" y="120"/>
                    <a:pt x="44" y="114"/>
                    <a:pt x="23" y="113"/>
                  </a:cubicBezTo>
                  <a:cubicBezTo>
                    <a:pt x="10" y="111"/>
                    <a:pt x="0" y="113"/>
                    <a:pt x="0" y="113"/>
                  </a:cubicBezTo>
                  <a:cubicBezTo>
                    <a:pt x="31" y="117"/>
                    <a:pt x="53" y="123"/>
                    <a:pt x="78" y="130"/>
                  </a:cubicBezTo>
                  <a:close/>
                  <a:moveTo>
                    <a:pt x="656" y="33"/>
                  </a:moveTo>
                  <a:cubicBezTo>
                    <a:pt x="656" y="33"/>
                    <a:pt x="656" y="33"/>
                    <a:pt x="656" y="33"/>
                  </a:cubicBezTo>
                  <a:moveTo>
                    <a:pt x="655" y="33"/>
                  </a:moveTo>
                  <a:cubicBezTo>
                    <a:pt x="655" y="33"/>
                    <a:pt x="655" y="33"/>
                    <a:pt x="655" y="33"/>
                  </a:cubicBezTo>
                  <a:cubicBezTo>
                    <a:pt x="656" y="33"/>
                    <a:pt x="656" y="33"/>
                    <a:pt x="655" y="33"/>
                  </a:cubicBezTo>
                  <a:close/>
                  <a:moveTo>
                    <a:pt x="650" y="3"/>
                  </a:moveTo>
                  <a:cubicBezTo>
                    <a:pt x="650" y="3"/>
                    <a:pt x="650" y="4"/>
                    <a:pt x="650" y="4"/>
                  </a:cubicBezTo>
                  <a:cubicBezTo>
                    <a:pt x="650" y="4"/>
                    <a:pt x="649" y="4"/>
                    <a:pt x="648" y="5"/>
                  </a:cubicBezTo>
                  <a:cubicBezTo>
                    <a:pt x="648" y="4"/>
                    <a:pt x="648" y="3"/>
                    <a:pt x="650" y="3"/>
                  </a:cubicBezTo>
                  <a:close/>
                  <a:moveTo>
                    <a:pt x="649" y="34"/>
                  </a:moveTo>
                  <a:cubicBezTo>
                    <a:pt x="650" y="34"/>
                    <a:pt x="651" y="34"/>
                    <a:pt x="653" y="34"/>
                  </a:cubicBezTo>
                  <a:cubicBezTo>
                    <a:pt x="653" y="33"/>
                    <a:pt x="653" y="33"/>
                    <a:pt x="653" y="33"/>
                  </a:cubicBezTo>
                  <a:cubicBezTo>
                    <a:pt x="653" y="34"/>
                    <a:pt x="653" y="34"/>
                    <a:pt x="653" y="34"/>
                  </a:cubicBezTo>
                  <a:cubicBezTo>
                    <a:pt x="654" y="34"/>
                    <a:pt x="655" y="33"/>
                    <a:pt x="655" y="33"/>
                  </a:cubicBezTo>
                  <a:cubicBezTo>
                    <a:pt x="654" y="34"/>
                    <a:pt x="654" y="34"/>
                    <a:pt x="653" y="34"/>
                  </a:cubicBezTo>
                  <a:cubicBezTo>
                    <a:pt x="653" y="34"/>
                    <a:pt x="653" y="35"/>
                    <a:pt x="652" y="35"/>
                  </a:cubicBezTo>
                  <a:cubicBezTo>
                    <a:pt x="652" y="35"/>
                    <a:pt x="652" y="35"/>
                    <a:pt x="652" y="35"/>
                  </a:cubicBezTo>
                  <a:cubicBezTo>
                    <a:pt x="652" y="35"/>
                    <a:pt x="651" y="35"/>
                    <a:pt x="650" y="35"/>
                  </a:cubicBezTo>
                  <a:cubicBezTo>
                    <a:pt x="649" y="35"/>
                    <a:pt x="649" y="35"/>
                    <a:pt x="649" y="35"/>
                  </a:cubicBezTo>
                  <a:cubicBezTo>
                    <a:pt x="647" y="36"/>
                    <a:pt x="650" y="36"/>
                    <a:pt x="648" y="37"/>
                  </a:cubicBezTo>
                  <a:cubicBezTo>
                    <a:pt x="646" y="37"/>
                    <a:pt x="644" y="37"/>
                    <a:pt x="643" y="37"/>
                  </a:cubicBezTo>
                  <a:cubicBezTo>
                    <a:pt x="643" y="36"/>
                    <a:pt x="646" y="35"/>
                    <a:pt x="640" y="34"/>
                  </a:cubicBezTo>
                  <a:cubicBezTo>
                    <a:pt x="644" y="33"/>
                    <a:pt x="649" y="35"/>
                    <a:pt x="649" y="34"/>
                  </a:cubicBezTo>
                  <a:close/>
                  <a:moveTo>
                    <a:pt x="539" y="91"/>
                  </a:moveTo>
                  <a:cubicBezTo>
                    <a:pt x="541" y="91"/>
                    <a:pt x="537" y="92"/>
                    <a:pt x="538" y="92"/>
                  </a:cubicBezTo>
                  <a:cubicBezTo>
                    <a:pt x="537" y="92"/>
                    <a:pt x="535" y="93"/>
                    <a:pt x="535" y="92"/>
                  </a:cubicBezTo>
                  <a:cubicBezTo>
                    <a:pt x="538" y="92"/>
                    <a:pt x="539" y="91"/>
                    <a:pt x="539" y="91"/>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prstClr val="black"/>
                </a:solidFill>
                <a:latin typeface="Calibri" panose="020F0502020204030204"/>
                <a:cs typeface="+mn-cs"/>
              </a:endParaRPr>
            </a:p>
          </p:txBody>
        </p:sp>
        <p:grpSp>
          <p:nvGrpSpPr>
            <p:cNvPr id="65" name="Group 64"/>
            <p:cNvGrpSpPr/>
            <p:nvPr/>
          </p:nvGrpSpPr>
          <p:grpSpPr>
            <a:xfrm>
              <a:off x="4378607" y="1298947"/>
              <a:ext cx="3296023" cy="3382760"/>
              <a:chOff x="4516324" y="1568450"/>
              <a:chExt cx="3559176" cy="3652838"/>
            </a:xfrm>
          </p:grpSpPr>
          <p:sp>
            <p:nvSpPr>
              <p:cNvPr id="66" name="Freeform 18"/>
              <p:cNvSpPr>
                <a:spLocks/>
              </p:cNvSpPr>
              <p:nvPr/>
            </p:nvSpPr>
            <p:spPr bwMode="auto">
              <a:xfrm>
                <a:off x="7670687" y="1568450"/>
                <a:ext cx="404813" cy="365125"/>
              </a:xfrm>
              <a:custGeom>
                <a:avLst/>
                <a:gdLst>
                  <a:gd name="T0" fmla="*/ 0 w 71"/>
                  <a:gd name="T1" fmla="*/ 18 h 64"/>
                  <a:gd name="T2" fmla="*/ 26 w 71"/>
                  <a:gd name="T3" fmla="*/ 2 h 64"/>
                  <a:gd name="T4" fmla="*/ 55 w 71"/>
                  <a:gd name="T5" fmla="*/ 11 h 64"/>
                  <a:gd name="T6" fmla="*/ 65 w 71"/>
                  <a:gd name="T7" fmla="*/ 40 h 64"/>
                  <a:gd name="T8" fmla="*/ 52 w 71"/>
                  <a:gd name="T9" fmla="*/ 64 h 64"/>
                  <a:gd name="T10" fmla="*/ 0 w 71"/>
                  <a:gd name="T11" fmla="*/ 18 h 64"/>
                </a:gdLst>
                <a:ahLst/>
                <a:cxnLst>
                  <a:cxn ang="0">
                    <a:pos x="T0" y="T1"/>
                  </a:cxn>
                  <a:cxn ang="0">
                    <a:pos x="T2" y="T3"/>
                  </a:cxn>
                  <a:cxn ang="0">
                    <a:pos x="T4" y="T5"/>
                  </a:cxn>
                  <a:cxn ang="0">
                    <a:pos x="T6" y="T7"/>
                  </a:cxn>
                  <a:cxn ang="0">
                    <a:pos x="T8" y="T9"/>
                  </a:cxn>
                  <a:cxn ang="0">
                    <a:pos x="T10" y="T11"/>
                  </a:cxn>
                </a:cxnLst>
                <a:rect l="0" t="0" r="r" b="b"/>
                <a:pathLst>
                  <a:path w="71" h="64">
                    <a:moveTo>
                      <a:pt x="0" y="18"/>
                    </a:moveTo>
                    <a:cubicBezTo>
                      <a:pt x="0" y="18"/>
                      <a:pt x="17" y="3"/>
                      <a:pt x="26" y="2"/>
                    </a:cubicBezTo>
                    <a:cubicBezTo>
                      <a:pt x="36" y="0"/>
                      <a:pt x="47" y="3"/>
                      <a:pt x="55" y="11"/>
                    </a:cubicBezTo>
                    <a:cubicBezTo>
                      <a:pt x="62" y="18"/>
                      <a:pt x="71" y="29"/>
                      <a:pt x="65" y="40"/>
                    </a:cubicBezTo>
                    <a:cubicBezTo>
                      <a:pt x="60" y="52"/>
                      <a:pt x="52" y="64"/>
                      <a:pt x="52" y="64"/>
                    </a:cubicBezTo>
                    <a:lnTo>
                      <a:pt x="0" y="18"/>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prstClr val="black"/>
                  </a:solidFill>
                  <a:latin typeface="Calibri" panose="020F0502020204030204"/>
                  <a:cs typeface="+mn-cs"/>
                </a:endParaRPr>
              </a:p>
            </p:txBody>
          </p:sp>
          <p:sp>
            <p:nvSpPr>
              <p:cNvPr id="67" name="Freeform 19"/>
              <p:cNvSpPr>
                <a:spLocks/>
              </p:cNvSpPr>
              <p:nvPr/>
            </p:nvSpPr>
            <p:spPr bwMode="auto">
              <a:xfrm>
                <a:off x="7899287" y="1636713"/>
                <a:ext cx="153988" cy="268288"/>
              </a:xfrm>
              <a:custGeom>
                <a:avLst/>
                <a:gdLst>
                  <a:gd name="T0" fmla="*/ 0 w 27"/>
                  <a:gd name="T1" fmla="*/ 19 h 47"/>
                  <a:gd name="T2" fmla="*/ 14 w 27"/>
                  <a:gd name="T3" fmla="*/ 0 h 47"/>
                  <a:gd name="T4" fmla="*/ 25 w 27"/>
                  <a:gd name="T5" fmla="*/ 22 h 47"/>
                  <a:gd name="T6" fmla="*/ 13 w 27"/>
                  <a:gd name="T7" fmla="*/ 46 h 47"/>
                  <a:gd name="T8" fmla="*/ 0 w 27"/>
                  <a:gd name="T9" fmla="*/ 19 h 47"/>
                </a:gdLst>
                <a:ahLst/>
                <a:cxnLst>
                  <a:cxn ang="0">
                    <a:pos x="T0" y="T1"/>
                  </a:cxn>
                  <a:cxn ang="0">
                    <a:pos x="T2" y="T3"/>
                  </a:cxn>
                  <a:cxn ang="0">
                    <a:pos x="T4" y="T5"/>
                  </a:cxn>
                  <a:cxn ang="0">
                    <a:pos x="T6" y="T7"/>
                  </a:cxn>
                  <a:cxn ang="0">
                    <a:pos x="T8" y="T9"/>
                  </a:cxn>
                </a:cxnLst>
                <a:rect l="0" t="0" r="r" b="b"/>
                <a:pathLst>
                  <a:path w="27" h="47">
                    <a:moveTo>
                      <a:pt x="0" y="19"/>
                    </a:moveTo>
                    <a:cubicBezTo>
                      <a:pt x="0" y="19"/>
                      <a:pt x="15" y="7"/>
                      <a:pt x="14" y="0"/>
                    </a:cubicBezTo>
                    <a:cubicBezTo>
                      <a:pt x="14" y="0"/>
                      <a:pt x="27" y="12"/>
                      <a:pt x="25" y="22"/>
                    </a:cubicBezTo>
                    <a:cubicBezTo>
                      <a:pt x="23" y="32"/>
                      <a:pt x="14" y="45"/>
                      <a:pt x="13" y="46"/>
                    </a:cubicBezTo>
                    <a:cubicBezTo>
                      <a:pt x="11" y="47"/>
                      <a:pt x="0" y="19"/>
                      <a:pt x="0" y="19"/>
                    </a:cubicBez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prstClr val="black"/>
                  </a:solidFill>
                  <a:latin typeface="Calibri" panose="020F0502020204030204"/>
                  <a:cs typeface="+mn-cs"/>
                </a:endParaRPr>
              </a:p>
            </p:txBody>
          </p:sp>
          <p:sp>
            <p:nvSpPr>
              <p:cNvPr id="74" name="Freeform 20"/>
              <p:cNvSpPr>
                <a:spLocks/>
              </p:cNvSpPr>
              <p:nvPr/>
            </p:nvSpPr>
            <p:spPr bwMode="auto">
              <a:xfrm>
                <a:off x="7597662" y="1665288"/>
                <a:ext cx="398463" cy="314325"/>
              </a:xfrm>
              <a:custGeom>
                <a:avLst/>
                <a:gdLst>
                  <a:gd name="T0" fmla="*/ 64 w 70"/>
                  <a:gd name="T1" fmla="*/ 35 h 55"/>
                  <a:gd name="T2" fmla="*/ 18 w 70"/>
                  <a:gd name="T3" fmla="*/ 1 h 55"/>
                  <a:gd name="T4" fmla="*/ 0 w 70"/>
                  <a:gd name="T5" fmla="*/ 10 h 55"/>
                  <a:gd name="T6" fmla="*/ 60 w 70"/>
                  <a:gd name="T7" fmla="*/ 55 h 55"/>
                  <a:gd name="T8" fmla="*/ 64 w 70"/>
                  <a:gd name="T9" fmla="*/ 35 h 55"/>
                </a:gdLst>
                <a:ahLst/>
                <a:cxnLst>
                  <a:cxn ang="0">
                    <a:pos x="T0" y="T1"/>
                  </a:cxn>
                  <a:cxn ang="0">
                    <a:pos x="T2" y="T3"/>
                  </a:cxn>
                  <a:cxn ang="0">
                    <a:pos x="T4" y="T5"/>
                  </a:cxn>
                  <a:cxn ang="0">
                    <a:pos x="T6" y="T7"/>
                  </a:cxn>
                  <a:cxn ang="0">
                    <a:pos x="T8" y="T9"/>
                  </a:cxn>
                </a:cxnLst>
                <a:rect l="0" t="0" r="r" b="b"/>
                <a:pathLst>
                  <a:path w="70" h="55">
                    <a:moveTo>
                      <a:pt x="64" y="35"/>
                    </a:moveTo>
                    <a:cubicBezTo>
                      <a:pt x="52" y="1"/>
                      <a:pt x="28" y="2"/>
                      <a:pt x="18" y="1"/>
                    </a:cubicBezTo>
                    <a:cubicBezTo>
                      <a:pt x="8" y="0"/>
                      <a:pt x="0" y="10"/>
                      <a:pt x="0" y="10"/>
                    </a:cubicBezTo>
                    <a:cubicBezTo>
                      <a:pt x="60" y="55"/>
                      <a:pt x="60" y="55"/>
                      <a:pt x="60" y="55"/>
                    </a:cubicBezTo>
                    <a:cubicBezTo>
                      <a:pt x="70" y="47"/>
                      <a:pt x="64" y="35"/>
                      <a:pt x="64" y="35"/>
                    </a:cubicBez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prstClr val="black"/>
                  </a:solidFill>
                  <a:latin typeface="Calibri" panose="020F0502020204030204"/>
                  <a:cs typeface="+mn-cs"/>
                </a:endParaRPr>
              </a:p>
            </p:txBody>
          </p:sp>
          <p:sp>
            <p:nvSpPr>
              <p:cNvPr id="75" name="Freeform 21"/>
              <p:cNvSpPr>
                <a:spLocks/>
              </p:cNvSpPr>
              <p:nvPr/>
            </p:nvSpPr>
            <p:spPr bwMode="auto">
              <a:xfrm>
                <a:off x="7859599" y="1797050"/>
                <a:ext cx="125413" cy="182563"/>
              </a:xfrm>
              <a:custGeom>
                <a:avLst/>
                <a:gdLst>
                  <a:gd name="T0" fmla="*/ 11 w 22"/>
                  <a:gd name="T1" fmla="*/ 0 h 32"/>
                  <a:gd name="T2" fmla="*/ 6 w 22"/>
                  <a:gd name="T3" fmla="*/ 7 h 32"/>
                  <a:gd name="T4" fmla="*/ 0 w 22"/>
                  <a:gd name="T5" fmla="*/ 22 h 32"/>
                  <a:gd name="T6" fmla="*/ 14 w 22"/>
                  <a:gd name="T7" fmla="*/ 32 h 32"/>
                  <a:gd name="T8" fmla="*/ 18 w 22"/>
                  <a:gd name="T9" fmla="*/ 27 h 32"/>
                  <a:gd name="T10" fmla="*/ 11 w 22"/>
                  <a:gd name="T11" fmla="*/ 0 h 32"/>
                </a:gdLst>
                <a:ahLst/>
                <a:cxnLst>
                  <a:cxn ang="0">
                    <a:pos x="T0" y="T1"/>
                  </a:cxn>
                  <a:cxn ang="0">
                    <a:pos x="T2" y="T3"/>
                  </a:cxn>
                  <a:cxn ang="0">
                    <a:pos x="T4" y="T5"/>
                  </a:cxn>
                  <a:cxn ang="0">
                    <a:pos x="T6" y="T7"/>
                  </a:cxn>
                  <a:cxn ang="0">
                    <a:pos x="T8" y="T9"/>
                  </a:cxn>
                  <a:cxn ang="0">
                    <a:pos x="T10" y="T11"/>
                  </a:cxn>
                </a:cxnLst>
                <a:rect l="0" t="0" r="r" b="b"/>
                <a:pathLst>
                  <a:path w="22" h="32">
                    <a:moveTo>
                      <a:pt x="11" y="0"/>
                    </a:moveTo>
                    <a:cubicBezTo>
                      <a:pt x="12" y="7"/>
                      <a:pt x="6" y="7"/>
                      <a:pt x="6" y="7"/>
                    </a:cubicBezTo>
                    <a:cubicBezTo>
                      <a:pt x="0" y="22"/>
                      <a:pt x="0" y="22"/>
                      <a:pt x="0" y="22"/>
                    </a:cubicBezTo>
                    <a:cubicBezTo>
                      <a:pt x="14" y="32"/>
                      <a:pt x="14" y="32"/>
                      <a:pt x="14" y="32"/>
                    </a:cubicBezTo>
                    <a:cubicBezTo>
                      <a:pt x="16" y="30"/>
                      <a:pt x="17" y="28"/>
                      <a:pt x="18" y="27"/>
                    </a:cubicBezTo>
                    <a:cubicBezTo>
                      <a:pt x="22" y="17"/>
                      <a:pt x="11" y="0"/>
                      <a:pt x="11" y="0"/>
                    </a:cubicBezTo>
                    <a:close/>
                  </a:path>
                </a:pathLst>
              </a:custGeom>
              <a:solidFill>
                <a:srgbClr val="9999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prstClr val="black"/>
                  </a:solidFill>
                  <a:latin typeface="Calibri" panose="020F0502020204030204"/>
                  <a:cs typeface="+mn-cs"/>
                </a:endParaRPr>
              </a:p>
            </p:txBody>
          </p:sp>
          <p:sp>
            <p:nvSpPr>
              <p:cNvPr id="84" name="Freeform 22"/>
              <p:cNvSpPr>
                <a:spLocks/>
              </p:cNvSpPr>
              <p:nvPr/>
            </p:nvSpPr>
            <p:spPr bwMode="auto">
              <a:xfrm>
                <a:off x="5090999" y="1643063"/>
                <a:ext cx="2847975" cy="2911475"/>
              </a:xfrm>
              <a:custGeom>
                <a:avLst/>
                <a:gdLst>
                  <a:gd name="T0" fmla="*/ 0 w 500"/>
                  <a:gd name="T1" fmla="*/ 338 h 511"/>
                  <a:gd name="T2" fmla="*/ 440 w 500"/>
                  <a:gd name="T3" fmla="*/ 14 h 511"/>
                  <a:gd name="T4" fmla="*/ 500 w 500"/>
                  <a:gd name="T5" fmla="*/ 59 h 511"/>
                  <a:gd name="T6" fmla="*/ 227 w 500"/>
                  <a:gd name="T7" fmla="*/ 511 h 511"/>
                  <a:gd name="T8" fmla="*/ 0 w 500"/>
                  <a:gd name="T9" fmla="*/ 338 h 511"/>
                </a:gdLst>
                <a:ahLst/>
                <a:cxnLst>
                  <a:cxn ang="0">
                    <a:pos x="T0" y="T1"/>
                  </a:cxn>
                  <a:cxn ang="0">
                    <a:pos x="T2" y="T3"/>
                  </a:cxn>
                  <a:cxn ang="0">
                    <a:pos x="T4" y="T5"/>
                  </a:cxn>
                  <a:cxn ang="0">
                    <a:pos x="T6" y="T7"/>
                  </a:cxn>
                  <a:cxn ang="0">
                    <a:pos x="T8" y="T9"/>
                  </a:cxn>
                </a:cxnLst>
                <a:rect l="0" t="0" r="r" b="b"/>
                <a:pathLst>
                  <a:path w="500" h="511">
                    <a:moveTo>
                      <a:pt x="0" y="338"/>
                    </a:moveTo>
                    <a:cubicBezTo>
                      <a:pt x="440" y="14"/>
                      <a:pt x="440" y="14"/>
                      <a:pt x="440" y="14"/>
                    </a:cubicBezTo>
                    <a:cubicBezTo>
                      <a:pt x="440" y="14"/>
                      <a:pt x="491" y="0"/>
                      <a:pt x="500" y="59"/>
                    </a:cubicBezTo>
                    <a:cubicBezTo>
                      <a:pt x="227" y="511"/>
                      <a:pt x="227" y="511"/>
                      <a:pt x="227" y="511"/>
                    </a:cubicBezTo>
                    <a:lnTo>
                      <a:pt x="0" y="338"/>
                    </a:lnTo>
                    <a:close/>
                  </a:path>
                </a:pathLst>
              </a:custGeom>
              <a:solidFill>
                <a:srgbClr val="7030A0"/>
              </a:solidFill>
              <a:ln>
                <a:noFill/>
              </a:ln>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prstClr val="black"/>
                  </a:solidFill>
                  <a:latin typeface="Calibri" panose="020F0502020204030204"/>
                  <a:cs typeface="+mn-cs"/>
                </a:endParaRPr>
              </a:p>
            </p:txBody>
          </p:sp>
          <p:sp>
            <p:nvSpPr>
              <p:cNvPr id="85" name="Freeform 23"/>
              <p:cNvSpPr>
                <a:spLocks/>
              </p:cNvSpPr>
              <p:nvPr/>
            </p:nvSpPr>
            <p:spPr bwMode="auto">
              <a:xfrm>
                <a:off x="6195899" y="1836738"/>
                <a:ext cx="1743075" cy="2717800"/>
              </a:xfrm>
              <a:custGeom>
                <a:avLst/>
                <a:gdLst>
                  <a:gd name="T0" fmla="*/ 0 w 306"/>
                  <a:gd name="T1" fmla="*/ 414 h 477"/>
                  <a:gd name="T2" fmla="*/ 12 w 306"/>
                  <a:gd name="T3" fmla="*/ 461 h 477"/>
                  <a:gd name="T4" fmla="*/ 33 w 306"/>
                  <a:gd name="T5" fmla="*/ 477 h 477"/>
                  <a:gd name="T6" fmla="*/ 306 w 306"/>
                  <a:gd name="T7" fmla="*/ 25 h 477"/>
                  <a:gd name="T8" fmla="*/ 298 w 306"/>
                  <a:gd name="T9" fmla="*/ 0 h 477"/>
                  <a:gd name="T10" fmla="*/ 0 w 306"/>
                  <a:gd name="T11" fmla="*/ 414 h 477"/>
                </a:gdLst>
                <a:ahLst/>
                <a:cxnLst>
                  <a:cxn ang="0">
                    <a:pos x="T0" y="T1"/>
                  </a:cxn>
                  <a:cxn ang="0">
                    <a:pos x="T2" y="T3"/>
                  </a:cxn>
                  <a:cxn ang="0">
                    <a:pos x="T4" y="T5"/>
                  </a:cxn>
                  <a:cxn ang="0">
                    <a:pos x="T6" y="T7"/>
                  </a:cxn>
                  <a:cxn ang="0">
                    <a:pos x="T8" y="T9"/>
                  </a:cxn>
                  <a:cxn ang="0">
                    <a:pos x="T10" y="T11"/>
                  </a:cxn>
                </a:cxnLst>
                <a:rect l="0" t="0" r="r" b="b"/>
                <a:pathLst>
                  <a:path w="306" h="477">
                    <a:moveTo>
                      <a:pt x="0" y="414"/>
                    </a:moveTo>
                    <a:cubicBezTo>
                      <a:pt x="12" y="461"/>
                      <a:pt x="12" y="461"/>
                      <a:pt x="12" y="461"/>
                    </a:cubicBezTo>
                    <a:cubicBezTo>
                      <a:pt x="33" y="477"/>
                      <a:pt x="33" y="477"/>
                      <a:pt x="33" y="477"/>
                    </a:cubicBezTo>
                    <a:cubicBezTo>
                      <a:pt x="306" y="25"/>
                      <a:pt x="306" y="25"/>
                      <a:pt x="306" y="25"/>
                    </a:cubicBezTo>
                    <a:cubicBezTo>
                      <a:pt x="304" y="14"/>
                      <a:pt x="302" y="7"/>
                      <a:pt x="298" y="0"/>
                    </a:cubicBezTo>
                    <a:lnTo>
                      <a:pt x="0" y="414"/>
                    </a:lnTo>
                    <a:close/>
                  </a:path>
                </a:pathLst>
              </a:custGeom>
              <a:solidFill>
                <a:schemeClr val="accent4"/>
              </a:solidFill>
              <a:ln>
                <a:noFill/>
              </a:ln>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prstClr val="black"/>
                  </a:solidFill>
                  <a:latin typeface="Calibri" panose="020F0502020204030204"/>
                  <a:cs typeface="+mn-cs"/>
                </a:endParaRPr>
              </a:p>
            </p:txBody>
          </p:sp>
          <p:sp>
            <p:nvSpPr>
              <p:cNvPr id="94" name="Freeform 24"/>
              <p:cNvSpPr>
                <a:spLocks/>
              </p:cNvSpPr>
              <p:nvPr/>
            </p:nvSpPr>
            <p:spPr bwMode="auto">
              <a:xfrm>
                <a:off x="5090999" y="1693863"/>
                <a:ext cx="2693988" cy="2092325"/>
              </a:xfrm>
              <a:custGeom>
                <a:avLst/>
                <a:gdLst>
                  <a:gd name="T0" fmla="*/ 473 w 473"/>
                  <a:gd name="T1" fmla="*/ 8 h 367"/>
                  <a:gd name="T2" fmla="*/ 440 w 473"/>
                  <a:gd name="T3" fmla="*/ 5 h 367"/>
                  <a:gd name="T4" fmla="*/ 0 w 473"/>
                  <a:gd name="T5" fmla="*/ 329 h 367"/>
                  <a:gd name="T6" fmla="*/ 51 w 473"/>
                  <a:gd name="T7" fmla="*/ 367 h 367"/>
                  <a:gd name="T8" fmla="*/ 114 w 473"/>
                  <a:gd name="T9" fmla="*/ 355 h 367"/>
                  <a:gd name="T10" fmla="*/ 473 w 473"/>
                  <a:gd name="T11" fmla="*/ 8 h 367"/>
                </a:gdLst>
                <a:ahLst/>
                <a:cxnLst>
                  <a:cxn ang="0">
                    <a:pos x="T0" y="T1"/>
                  </a:cxn>
                  <a:cxn ang="0">
                    <a:pos x="T2" y="T3"/>
                  </a:cxn>
                  <a:cxn ang="0">
                    <a:pos x="T4" y="T5"/>
                  </a:cxn>
                  <a:cxn ang="0">
                    <a:pos x="T6" y="T7"/>
                  </a:cxn>
                  <a:cxn ang="0">
                    <a:pos x="T8" y="T9"/>
                  </a:cxn>
                  <a:cxn ang="0">
                    <a:pos x="T10" y="T11"/>
                  </a:cxn>
                </a:cxnLst>
                <a:rect l="0" t="0" r="r" b="b"/>
                <a:pathLst>
                  <a:path w="473" h="367">
                    <a:moveTo>
                      <a:pt x="473" y="8"/>
                    </a:moveTo>
                    <a:cubicBezTo>
                      <a:pt x="457" y="0"/>
                      <a:pt x="440" y="5"/>
                      <a:pt x="440" y="5"/>
                    </a:cubicBezTo>
                    <a:cubicBezTo>
                      <a:pt x="0" y="329"/>
                      <a:pt x="0" y="329"/>
                      <a:pt x="0" y="329"/>
                    </a:cubicBezTo>
                    <a:cubicBezTo>
                      <a:pt x="51" y="367"/>
                      <a:pt x="51" y="367"/>
                      <a:pt x="51" y="367"/>
                    </a:cubicBezTo>
                    <a:cubicBezTo>
                      <a:pt x="114" y="355"/>
                      <a:pt x="114" y="355"/>
                      <a:pt x="114" y="355"/>
                    </a:cubicBezTo>
                    <a:cubicBezTo>
                      <a:pt x="473" y="8"/>
                      <a:pt x="473" y="8"/>
                      <a:pt x="473" y="8"/>
                    </a:cubicBezTo>
                    <a:close/>
                  </a:path>
                </a:pathLst>
              </a:custGeom>
              <a:solidFill>
                <a:srgbClr val="358FCB"/>
              </a:solidFill>
              <a:ln>
                <a:noFill/>
              </a:ln>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prstClr val="black"/>
                  </a:solidFill>
                  <a:latin typeface="Calibri" panose="020F0502020204030204"/>
                  <a:cs typeface="+mn-cs"/>
                </a:endParaRPr>
              </a:p>
            </p:txBody>
          </p:sp>
          <p:sp>
            <p:nvSpPr>
              <p:cNvPr id="95" name="Freeform 25"/>
              <p:cNvSpPr>
                <a:spLocks/>
              </p:cNvSpPr>
              <p:nvPr/>
            </p:nvSpPr>
            <p:spPr bwMode="auto">
              <a:xfrm>
                <a:off x="4822712" y="3335338"/>
                <a:ext cx="1560513" cy="1549400"/>
              </a:xfrm>
              <a:custGeom>
                <a:avLst/>
                <a:gdLst>
                  <a:gd name="T0" fmla="*/ 0 w 274"/>
                  <a:gd name="T1" fmla="*/ 156 h 272"/>
                  <a:gd name="T2" fmla="*/ 47 w 274"/>
                  <a:gd name="T3" fmla="*/ 41 h 272"/>
                  <a:gd name="T4" fmla="*/ 161 w 274"/>
                  <a:gd name="T5" fmla="*/ 67 h 272"/>
                  <a:gd name="T6" fmla="*/ 241 w 274"/>
                  <a:gd name="T7" fmla="*/ 151 h 272"/>
                  <a:gd name="T8" fmla="*/ 274 w 274"/>
                  <a:gd name="T9" fmla="*/ 214 h 272"/>
                  <a:gd name="T10" fmla="*/ 146 w 274"/>
                  <a:gd name="T11" fmla="*/ 272 h 272"/>
                  <a:gd name="T12" fmla="*/ 0 w 274"/>
                  <a:gd name="T13" fmla="*/ 156 h 272"/>
                </a:gdLst>
                <a:ahLst/>
                <a:cxnLst>
                  <a:cxn ang="0">
                    <a:pos x="T0" y="T1"/>
                  </a:cxn>
                  <a:cxn ang="0">
                    <a:pos x="T2" y="T3"/>
                  </a:cxn>
                  <a:cxn ang="0">
                    <a:pos x="T4" y="T5"/>
                  </a:cxn>
                  <a:cxn ang="0">
                    <a:pos x="T6" y="T7"/>
                  </a:cxn>
                  <a:cxn ang="0">
                    <a:pos x="T8" y="T9"/>
                  </a:cxn>
                  <a:cxn ang="0">
                    <a:pos x="T10" y="T11"/>
                  </a:cxn>
                  <a:cxn ang="0">
                    <a:pos x="T12" y="T13"/>
                  </a:cxn>
                </a:cxnLst>
                <a:rect l="0" t="0" r="r" b="b"/>
                <a:pathLst>
                  <a:path w="274" h="272">
                    <a:moveTo>
                      <a:pt x="0" y="156"/>
                    </a:moveTo>
                    <a:cubicBezTo>
                      <a:pt x="0" y="156"/>
                      <a:pt x="41" y="65"/>
                      <a:pt x="47" y="41"/>
                    </a:cubicBezTo>
                    <a:cubicBezTo>
                      <a:pt x="47" y="41"/>
                      <a:pt x="116" y="0"/>
                      <a:pt x="161" y="67"/>
                    </a:cubicBezTo>
                    <a:cubicBezTo>
                      <a:pt x="161" y="67"/>
                      <a:pt x="255" y="55"/>
                      <a:pt x="241" y="151"/>
                    </a:cubicBezTo>
                    <a:cubicBezTo>
                      <a:pt x="241" y="151"/>
                      <a:pt x="274" y="164"/>
                      <a:pt x="274" y="214"/>
                    </a:cubicBezTo>
                    <a:cubicBezTo>
                      <a:pt x="274" y="214"/>
                      <a:pt x="203" y="249"/>
                      <a:pt x="146" y="272"/>
                    </a:cubicBezTo>
                    <a:lnTo>
                      <a:pt x="0" y="156"/>
                    </a:lnTo>
                    <a:close/>
                  </a:path>
                </a:pathLst>
              </a:custGeom>
              <a:solidFill>
                <a:srgbClr val="F7DD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prstClr val="black"/>
                  </a:solidFill>
                  <a:latin typeface="Calibri" panose="020F0502020204030204"/>
                  <a:cs typeface="+mn-cs"/>
                </a:endParaRPr>
              </a:p>
            </p:txBody>
          </p:sp>
          <p:sp>
            <p:nvSpPr>
              <p:cNvPr id="96" name="Freeform 26"/>
              <p:cNvSpPr>
                <a:spLocks/>
              </p:cNvSpPr>
              <p:nvPr/>
            </p:nvSpPr>
            <p:spPr bwMode="auto">
              <a:xfrm>
                <a:off x="4862399" y="3414713"/>
                <a:ext cx="838200" cy="860425"/>
              </a:xfrm>
              <a:custGeom>
                <a:avLst/>
                <a:gdLst>
                  <a:gd name="T0" fmla="*/ 47 w 147"/>
                  <a:gd name="T1" fmla="*/ 31 h 151"/>
                  <a:gd name="T2" fmla="*/ 147 w 147"/>
                  <a:gd name="T3" fmla="*/ 57 h 151"/>
                  <a:gd name="T4" fmla="*/ 63 w 147"/>
                  <a:gd name="T5" fmla="*/ 151 h 151"/>
                  <a:gd name="T6" fmla="*/ 0 w 147"/>
                  <a:gd name="T7" fmla="*/ 141 h 151"/>
                  <a:gd name="T8" fmla="*/ 47 w 147"/>
                  <a:gd name="T9" fmla="*/ 31 h 151"/>
                </a:gdLst>
                <a:ahLst/>
                <a:cxnLst>
                  <a:cxn ang="0">
                    <a:pos x="T0" y="T1"/>
                  </a:cxn>
                  <a:cxn ang="0">
                    <a:pos x="T2" y="T3"/>
                  </a:cxn>
                  <a:cxn ang="0">
                    <a:pos x="T4" y="T5"/>
                  </a:cxn>
                  <a:cxn ang="0">
                    <a:pos x="T6" y="T7"/>
                  </a:cxn>
                  <a:cxn ang="0">
                    <a:pos x="T8" y="T9"/>
                  </a:cxn>
                </a:cxnLst>
                <a:rect l="0" t="0" r="r" b="b"/>
                <a:pathLst>
                  <a:path w="147" h="151">
                    <a:moveTo>
                      <a:pt x="47" y="31"/>
                    </a:moveTo>
                    <a:cubicBezTo>
                      <a:pt x="47" y="31"/>
                      <a:pt x="104" y="0"/>
                      <a:pt x="147" y="57"/>
                    </a:cubicBezTo>
                    <a:cubicBezTo>
                      <a:pt x="63" y="151"/>
                      <a:pt x="63" y="151"/>
                      <a:pt x="63" y="151"/>
                    </a:cubicBezTo>
                    <a:cubicBezTo>
                      <a:pt x="0" y="141"/>
                      <a:pt x="0" y="141"/>
                      <a:pt x="0" y="141"/>
                    </a:cubicBezTo>
                    <a:lnTo>
                      <a:pt x="47" y="31"/>
                    </a:lnTo>
                    <a:close/>
                  </a:path>
                </a:pathLst>
              </a:custGeom>
              <a:solidFill>
                <a:srgbClr val="FFF3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prstClr val="black"/>
                  </a:solidFill>
                  <a:latin typeface="Calibri" panose="020F0502020204030204"/>
                  <a:cs typeface="+mn-cs"/>
                </a:endParaRPr>
              </a:p>
            </p:txBody>
          </p:sp>
          <p:sp>
            <p:nvSpPr>
              <p:cNvPr id="97" name="Freeform 27"/>
              <p:cNvSpPr>
                <a:spLocks/>
              </p:cNvSpPr>
              <p:nvPr/>
            </p:nvSpPr>
            <p:spPr bwMode="auto">
              <a:xfrm>
                <a:off x="5511687" y="4217988"/>
                <a:ext cx="849313" cy="666750"/>
              </a:xfrm>
              <a:custGeom>
                <a:avLst/>
                <a:gdLst>
                  <a:gd name="T0" fmla="*/ 116 w 149"/>
                  <a:gd name="T1" fmla="*/ 0 h 117"/>
                  <a:gd name="T2" fmla="*/ 145 w 149"/>
                  <a:gd name="T3" fmla="*/ 63 h 117"/>
                  <a:gd name="T4" fmla="*/ 25 w 149"/>
                  <a:gd name="T5" fmla="*/ 117 h 117"/>
                  <a:gd name="T6" fmla="*/ 0 w 149"/>
                  <a:gd name="T7" fmla="*/ 54 h 117"/>
                  <a:gd name="T8" fmla="*/ 116 w 149"/>
                  <a:gd name="T9" fmla="*/ 0 h 117"/>
                </a:gdLst>
                <a:ahLst/>
                <a:cxnLst>
                  <a:cxn ang="0">
                    <a:pos x="T0" y="T1"/>
                  </a:cxn>
                  <a:cxn ang="0">
                    <a:pos x="T2" y="T3"/>
                  </a:cxn>
                  <a:cxn ang="0">
                    <a:pos x="T4" y="T5"/>
                  </a:cxn>
                  <a:cxn ang="0">
                    <a:pos x="T6" y="T7"/>
                  </a:cxn>
                  <a:cxn ang="0">
                    <a:pos x="T8" y="T9"/>
                  </a:cxn>
                </a:cxnLst>
                <a:rect l="0" t="0" r="r" b="b"/>
                <a:pathLst>
                  <a:path w="149" h="117">
                    <a:moveTo>
                      <a:pt x="116" y="0"/>
                    </a:moveTo>
                    <a:cubicBezTo>
                      <a:pt x="116" y="0"/>
                      <a:pt x="149" y="19"/>
                      <a:pt x="145" y="63"/>
                    </a:cubicBezTo>
                    <a:cubicBezTo>
                      <a:pt x="25" y="117"/>
                      <a:pt x="25" y="117"/>
                      <a:pt x="25" y="117"/>
                    </a:cubicBezTo>
                    <a:cubicBezTo>
                      <a:pt x="0" y="54"/>
                      <a:pt x="0" y="54"/>
                      <a:pt x="0" y="54"/>
                    </a:cubicBezTo>
                    <a:lnTo>
                      <a:pt x="116" y="0"/>
                    </a:lnTo>
                    <a:close/>
                  </a:path>
                </a:pathLst>
              </a:custGeom>
              <a:solidFill>
                <a:srgbClr val="ECC4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prstClr val="black"/>
                  </a:solidFill>
                  <a:latin typeface="Calibri" panose="020F0502020204030204"/>
                  <a:cs typeface="+mn-cs"/>
                </a:endParaRPr>
              </a:p>
            </p:txBody>
          </p:sp>
          <p:sp>
            <p:nvSpPr>
              <p:cNvPr id="98" name="Freeform 28"/>
              <p:cNvSpPr>
                <a:spLocks/>
              </p:cNvSpPr>
              <p:nvPr/>
            </p:nvSpPr>
            <p:spPr bwMode="auto">
              <a:xfrm>
                <a:off x="4516324" y="4081463"/>
                <a:ext cx="1138238" cy="1139825"/>
              </a:xfrm>
              <a:custGeom>
                <a:avLst/>
                <a:gdLst>
                  <a:gd name="T0" fmla="*/ 0 w 200"/>
                  <a:gd name="T1" fmla="*/ 200 h 200"/>
                  <a:gd name="T2" fmla="*/ 200 w 200"/>
                  <a:gd name="T3" fmla="*/ 141 h 200"/>
                  <a:gd name="T4" fmla="*/ 54 w 200"/>
                  <a:gd name="T5" fmla="*/ 25 h 200"/>
                  <a:gd name="T6" fmla="*/ 0 w 200"/>
                  <a:gd name="T7" fmla="*/ 200 h 200"/>
                </a:gdLst>
                <a:ahLst/>
                <a:cxnLst>
                  <a:cxn ang="0">
                    <a:pos x="T0" y="T1"/>
                  </a:cxn>
                  <a:cxn ang="0">
                    <a:pos x="T2" y="T3"/>
                  </a:cxn>
                  <a:cxn ang="0">
                    <a:pos x="T4" y="T5"/>
                  </a:cxn>
                  <a:cxn ang="0">
                    <a:pos x="T6" y="T7"/>
                  </a:cxn>
                </a:cxnLst>
                <a:rect l="0" t="0" r="r" b="b"/>
                <a:pathLst>
                  <a:path w="200" h="200">
                    <a:moveTo>
                      <a:pt x="0" y="200"/>
                    </a:moveTo>
                    <a:cubicBezTo>
                      <a:pt x="200" y="141"/>
                      <a:pt x="200" y="141"/>
                      <a:pt x="200" y="141"/>
                    </a:cubicBezTo>
                    <a:cubicBezTo>
                      <a:pt x="169" y="0"/>
                      <a:pt x="54" y="25"/>
                      <a:pt x="54" y="25"/>
                    </a:cubicBezTo>
                    <a:lnTo>
                      <a:pt x="0" y="20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prstClr val="black"/>
                  </a:solidFill>
                  <a:latin typeface="Calibri" panose="020F0502020204030204"/>
                  <a:cs typeface="+mn-cs"/>
                </a:endParaRPr>
              </a:p>
            </p:txBody>
          </p:sp>
          <p:sp>
            <p:nvSpPr>
              <p:cNvPr id="99" name="Freeform 29"/>
              <p:cNvSpPr>
                <a:spLocks/>
              </p:cNvSpPr>
              <p:nvPr/>
            </p:nvSpPr>
            <p:spPr bwMode="auto">
              <a:xfrm>
                <a:off x="4571887" y="4206875"/>
                <a:ext cx="655638" cy="912813"/>
              </a:xfrm>
              <a:custGeom>
                <a:avLst/>
                <a:gdLst>
                  <a:gd name="T0" fmla="*/ 115 w 115"/>
                  <a:gd name="T1" fmla="*/ 12 h 160"/>
                  <a:gd name="T2" fmla="*/ 115 w 115"/>
                  <a:gd name="T3" fmla="*/ 12 h 160"/>
                  <a:gd name="T4" fmla="*/ 51 w 115"/>
                  <a:gd name="T5" fmla="*/ 2 h 160"/>
                  <a:gd name="T6" fmla="*/ 0 w 115"/>
                  <a:gd name="T7" fmla="*/ 160 h 160"/>
                  <a:gd name="T8" fmla="*/ 115 w 115"/>
                  <a:gd name="T9" fmla="*/ 12 h 160"/>
                </a:gdLst>
                <a:ahLst/>
                <a:cxnLst>
                  <a:cxn ang="0">
                    <a:pos x="T0" y="T1"/>
                  </a:cxn>
                  <a:cxn ang="0">
                    <a:pos x="T2" y="T3"/>
                  </a:cxn>
                  <a:cxn ang="0">
                    <a:pos x="T4" y="T5"/>
                  </a:cxn>
                  <a:cxn ang="0">
                    <a:pos x="T6" y="T7"/>
                  </a:cxn>
                  <a:cxn ang="0">
                    <a:pos x="T8" y="T9"/>
                  </a:cxn>
                </a:cxnLst>
                <a:rect l="0" t="0" r="r" b="b"/>
                <a:pathLst>
                  <a:path w="115" h="160">
                    <a:moveTo>
                      <a:pt x="115" y="12"/>
                    </a:moveTo>
                    <a:cubicBezTo>
                      <a:pt x="115" y="12"/>
                      <a:pt x="115" y="12"/>
                      <a:pt x="115" y="12"/>
                    </a:cubicBezTo>
                    <a:cubicBezTo>
                      <a:pt x="88" y="0"/>
                      <a:pt x="63" y="1"/>
                      <a:pt x="51" y="2"/>
                    </a:cubicBezTo>
                    <a:cubicBezTo>
                      <a:pt x="0" y="160"/>
                      <a:pt x="0" y="160"/>
                      <a:pt x="0" y="160"/>
                    </a:cubicBezTo>
                    <a:lnTo>
                      <a:pt x="115" y="12"/>
                    </a:lnTo>
                    <a:close/>
                  </a:path>
                </a:pathLst>
              </a:custGeom>
              <a:solidFill>
                <a:srgbClr val="4239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prstClr val="black"/>
                  </a:solidFill>
                  <a:latin typeface="Calibri" panose="020F0502020204030204"/>
                  <a:cs typeface="+mn-cs"/>
                </a:endParaRPr>
              </a:p>
            </p:txBody>
          </p:sp>
          <p:sp>
            <p:nvSpPr>
              <p:cNvPr id="100" name="Freeform 30"/>
              <p:cNvSpPr>
                <a:spLocks/>
              </p:cNvSpPr>
              <p:nvPr/>
            </p:nvSpPr>
            <p:spPr bwMode="auto">
              <a:xfrm>
                <a:off x="5711712" y="1739899"/>
                <a:ext cx="2073275" cy="1976438"/>
              </a:xfrm>
              <a:custGeom>
                <a:avLst/>
                <a:gdLst>
                  <a:gd name="T0" fmla="*/ 1306 w 1306"/>
                  <a:gd name="T1" fmla="*/ 0 h 1245"/>
                  <a:gd name="T2" fmla="*/ 18 w 1306"/>
                  <a:gd name="T3" fmla="*/ 1245 h 1245"/>
                  <a:gd name="T4" fmla="*/ 0 w 1306"/>
                  <a:gd name="T5" fmla="*/ 1220 h 1245"/>
                  <a:gd name="T6" fmla="*/ 1306 w 1306"/>
                  <a:gd name="T7" fmla="*/ 0 h 1245"/>
                </a:gdLst>
                <a:ahLst/>
                <a:cxnLst>
                  <a:cxn ang="0">
                    <a:pos x="T0" y="T1"/>
                  </a:cxn>
                  <a:cxn ang="0">
                    <a:pos x="T2" y="T3"/>
                  </a:cxn>
                  <a:cxn ang="0">
                    <a:pos x="T4" y="T5"/>
                  </a:cxn>
                  <a:cxn ang="0">
                    <a:pos x="T6" y="T7"/>
                  </a:cxn>
                </a:cxnLst>
                <a:rect l="0" t="0" r="r" b="b"/>
                <a:pathLst>
                  <a:path w="1306" h="1245">
                    <a:moveTo>
                      <a:pt x="1306" y="0"/>
                    </a:moveTo>
                    <a:lnTo>
                      <a:pt x="18" y="1245"/>
                    </a:lnTo>
                    <a:lnTo>
                      <a:pt x="0" y="1220"/>
                    </a:lnTo>
                    <a:lnTo>
                      <a:pt x="1306" y="0"/>
                    </a:lnTo>
                    <a:close/>
                  </a:path>
                </a:pathLst>
              </a:custGeom>
              <a:solidFill>
                <a:schemeClr val="bg1">
                  <a:alpha val="20000"/>
                </a:schemeClr>
              </a:solidFill>
              <a:ln>
                <a:noFill/>
              </a:ln>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prstClr val="black"/>
                  </a:solidFill>
                  <a:latin typeface="Calibri" panose="020F0502020204030204"/>
                  <a:cs typeface="+mn-cs"/>
                </a:endParaRPr>
              </a:p>
            </p:txBody>
          </p:sp>
          <p:sp>
            <p:nvSpPr>
              <p:cNvPr id="101" name="Freeform 31"/>
              <p:cNvSpPr>
                <a:spLocks/>
              </p:cNvSpPr>
              <p:nvPr/>
            </p:nvSpPr>
            <p:spPr bwMode="auto">
              <a:xfrm>
                <a:off x="6195899" y="1836738"/>
                <a:ext cx="1697038" cy="2359025"/>
              </a:xfrm>
              <a:custGeom>
                <a:avLst/>
                <a:gdLst>
                  <a:gd name="T0" fmla="*/ 1069 w 1069"/>
                  <a:gd name="T1" fmla="*/ 0 h 1486"/>
                  <a:gd name="T2" fmla="*/ 0 w 1069"/>
                  <a:gd name="T3" fmla="*/ 1486 h 1486"/>
                  <a:gd name="T4" fmla="*/ 4 w 1069"/>
                  <a:gd name="T5" fmla="*/ 1450 h 1486"/>
                  <a:gd name="T6" fmla="*/ 1069 w 1069"/>
                  <a:gd name="T7" fmla="*/ 0 h 1486"/>
                </a:gdLst>
                <a:ahLst/>
                <a:cxnLst>
                  <a:cxn ang="0">
                    <a:pos x="T0" y="T1"/>
                  </a:cxn>
                  <a:cxn ang="0">
                    <a:pos x="T2" y="T3"/>
                  </a:cxn>
                  <a:cxn ang="0">
                    <a:pos x="T4" y="T5"/>
                  </a:cxn>
                  <a:cxn ang="0">
                    <a:pos x="T6" y="T7"/>
                  </a:cxn>
                </a:cxnLst>
                <a:rect l="0" t="0" r="r" b="b"/>
                <a:pathLst>
                  <a:path w="1069" h="1486">
                    <a:moveTo>
                      <a:pt x="1069" y="0"/>
                    </a:moveTo>
                    <a:lnTo>
                      <a:pt x="0" y="1486"/>
                    </a:lnTo>
                    <a:lnTo>
                      <a:pt x="4" y="1450"/>
                    </a:lnTo>
                    <a:lnTo>
                      <a:pt x="1069" y="0"/>
                    </a:lnTo>
                    <a:close/>
                  </a:path>
                </a:pathLst>
              </a:custGeom>
              <a:solidFill>
                <a:schemeClr val="bg1">
                  <a:alpha val="20000"/>
                </a:schemeClr>
              </a:solidFill>
              <a:ln>
                <a:noFill/>
              </a:ln>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prstClr val="black"/>
                  </a:solidFill>
                  <a:latin typeface="Calibri" panose="020F0502020204030204"/>
                  <a:cs typeface="+mn-cs"/>
                </a:endParaRPr>
              </a:p>
            </p:txBody>
          </p:sp>
          <p:sp>
            <p:nvSpPr>
              <p:cNvPr id="102" name="Freeform 32"/>
              <p:cNvSpPr>
                <a:spLocks/>
              </p:cNvSpPr>
              <p:nvPr/>
            </p:nvSpPr>
            <p:spPr bwMode="auto">
              <a:xfrm>
                <a:off x="5090999" y="1722438"/>
                <a:ext cx="2506663" cy="1846263"/>
              </a:xfrm>
              <a:custGeom>
                <a:avLst/>
                <a:gdLst>
                  <a:gd name="T0" fmla="*/ 1579 w 1579"/>
                  <a:gd name="T1" fmla="*/ 0 h 1163"/>
                  <a:gd name="T2" fmla="*/ 0 w 1579"/>
                  <a:gd name="T3" fmla="*/ 1163 h 1163"/>
                  <a:gd name="T4" fmla="*/ 57 w 1579"/>
                  <a:gd name="T5" fmla="*/ 1138 h 1163"/>
                  <a:gd name="T6" fmla="*/ 1579 w 1579"/>
                  <a:gd name="T7" fmla="*/ 0 h 1163"/>
                </a:gdLst>
                <a:ahLst/>
                <a:cxnLst>
                  <a:cxn ang="0">
                    <a:pos x="T0" y="T1"/>
                  </a:cxn>
                  <a:cxn ang="0">
                    <a:pos x="T2" y="T3"/>
                  </a:cxn>
                  <a:cxn ang="0">
                    <a:pos x="T4" y="T5"/>
                  </a:cxn>
                  <a:cxn ang="0">
                    <a:pos x="T6" y="T7"/>
                  </a:cxn>
                </a:cxnLst>
                <a:rect l="0" t="0" r="r" b="b"/>
                <a:pathLst>
                  <a:path w="1579" h="1163">
                    <a:moveTo>
                      <a:pt x="1579" y="0"/>
                    </a:moveTo>
                    <a:lnTo>
                      <a:pt x="0" y="1163"/>
                    </a:lnTo>
                    <a:lnTo>
                      <a:pt x="57" y="1138"/>
                    </a:lnTo>
                    <a:lnTo>
                      <a:pt x="1579" y="0"/>
                    </a:lnTo>
                    <a:close/>
                  </a:path>
                </a:pathLst>
              </a:custGeom>
              <a:solidFill>
                <a:schemeClr val="bg1">
                  <a:alpha val="20000"/>
                </a:schemeClr>
              </a:solidFill>
              <a:ln>
                <a:noFill/>
              </a:ln>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prstClr val="black"/>
                  </a:solidFill>
                  <a:latin typeface="Calibri" panose="020F0502020204030204"/>
                  <a:cs typeface="+mn-cs"/>
                </a:endParaRPr>
              </a:p>
            </p:txBody>
          </p:sp>
        </p:grpSp>
      </p:grpSp>
      <p:sp>
        <p:nvSpPr>
          <p:cNvPr id="122" name="Content Placeholder 2"/>
          <p:cNvSpPr txBox="1">
            <a:spLocks/>
          </p:cNvSpPr>
          <p:nvPr/>
        </p:nvSpPr>
        <p:spPr>
          <a:xfrm>
            <a:off x="5273835" y="2611575"/>
            <a:ext cx="6701791" cy="1421126"/>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rtl="1" fontAlgn="auto">
              <a:spcAft>
                <a:spcPts val="0"/>
              </a:spcAft>
              <a:buNone/>
            </a:pPr>
            <a:r>
              <a:rPr lang="ar-SA" sz="2800" b="1" dirty="0">
                <a:solidFill>
                  <a:schemeClr val="tx1"/>
                </a:solidFill>
              </a:rPr>
              <a:t>من أهم العوامل التي يمكن أن تؤدي إلى التفاعل الصفي والتواصل الفعال، ما يلي (أبو غريب، 2007):</a:t>
            </a:r>
            <a:endParaRPr lang="en-US" sz="2800" b="1" dirty="0">
              <a:solidFill>
                <a:schemeClr val="tx1"/>
              </a:solidFill>
            </a:endParaRPr>
          </a:p>
        </p:txBody>
      </p:sp>
    </p:spTree>
    <p:extLst>
      <p:ext uri="{BB962C8B-B14F-4D97-AF65-F5344CB8AC3E}">
        <p14:creationId xmlns:p14="http://schemas.microsoft.com/office/powerpoint/2010/main" val="323548994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afterEffect">
                                  <p:stCondLst>
                                    <p:cond delay="0"/>
                                  </p:stCondLst>
                                  <p:childTnLst>
                                    <p:set>
                                      <p:cBhvr>
                                        <p:cTn id="6" dur="1" fill="hold">
                                          <p:stCondLst>
                                            <p:cond delay="0"/>
                                          </p:stCondLst>
                                        </p:cTn>
                                        <p:tgtEl>
                                          <p:spTgt spid="411"/>
                                        </p:tgtEl>
                                        <p:attrNameLst>
                                          <p:attrName>style.visibility</p:attrName>
                                        </p:attrNameLst>
                                      </p:cBhvr>
                                      <p:to>
                                        <p:strVal val="visible"/>
                                      </p:to>
                                    </p:set>
                                    <p:animEffect transition="in" filter="wipe(up)">
                                      <p:cBhvr>
                                        <p:cTn id="7" dur="1000"/>
                                        <p:tgtEl>
                                          <p:spTgt spid="411"/>
                                        </p:tgtEl>
                                      </p:cBhvr>
                                    </p:animEffect>
                                  </p:childTnLst>
                                </p:cTn>
                              </p:par>
                            </p:childTnLst>
                          </p:cTn>
                        </p:par>
                        <p:par>
                          <p:cTn id="8" fill="hold">
                            <p:stCondLst>
                              <p:cond delay="1000"/>
                            </p:stCondLst>
                            <p:childTnLst>
                              <p:par>
                                <p:cTn id="9" presetID="10" presetClass="entr" presetSubtype="0" fill="hold" grpId="0" nodeType="afterEffect">
                                  <p:stCondLst>
                                    <p:cond delay="0"/>
                                  </p:stCondLst>
                                  <p:childTnLst>
                                    <p:set>
                                      <p:cBhvr>
                                        <p:cTn id="10" dur="1" fill="hold">
                                          <p:stCondLst>
                                            <p:cond delay="0"/>
                                          </p:stCondLst>
                                        </p:cTn>
                                        <p:tgtEl>
                                          <p:spTgt spid="122"/>
                                        </p:tgtEl>
                                        <p:attrNameLst>
                                          <p:attrName>style.visibility</p:attrName>
                                        </p:attrNameLst>
                                      </p:cBhvr>
                                      <p:to>
                                        <p:strVal val="visible"/>
                                      </p:to>
                                    </p:set>
                                    <p:animEffect transition="in" filter="fade">
                                      <p:cBhvr>
                                        <p:cTn id="11" dur="500"/>
                                        <p:tgtEl>
                                          <p:spTgt spid="122"/>
                                        </p:tgtEl>
                                      </p:cBhvr>
                                    </p:animEffect>
                                  </p:childTnLst>
                                </p:cTn>
                              </p:par>
                            </p:childTnLst>
                          </p:cTn>
                        </p:par>
                        <p:par>
                          <p:cTn id="12" fill="hold">
                            <p:stCondLst>
                              <p:cond delay="1500"/>
                            </p:stCondLst>
                            <p:childTnLst>
                              <p:par>
                                <p:cTn id="13" presetID="22" presetClass="entr" presetSubtype="4" fill="hold" grpId="0" nodeType="afterEffect">
                                  <p:stCondLst>
                                    <p:cond delay="0"/>
                                  </p:stCondLst>
                                  <p:childTnLst>
                                    <p:set>
                                      <p:cBhvr>
                                        <p:cTn id="14" dur="1" fill="hold">
                                          <p:stCondLst>
                                            <p:cond delay="0"/>
                                          </p:stCondLst>
                                        </p:cTn>
                                        <p:tgtEl>
                                          <p:spTgt spid="119"/>
                                        </p:tgtEl>
                                        <p:attrNameLst>
                                          <p:attrName>style.visibility</p:attrName>
                                        </p:attrNameLst>
                                      </p:cBhvr>
                                      <p:to>
                                        <p:strVal val="visible"/>
                                      </p:to>
                                    </p:set>
                                    <p:animEffect transition="in" filter="wipe(down)">
                                      <p:cBhvr>
                                        <p:cTn id="15" dur="500"/>
                                        <p:tgtEl>
                                          <p:spTgt spid="119"/>
                                        </p:tgtEl>
                                      </p:cBhvr>
                                    </p:animEffect>
                                  </p:childTnLst>
                                </p:cTn>
                              </p:par>
                            </p:childTnLst>
                          </p:cTn>
                        </p:par>
                        <p:par>
                          <p:cTn id="16" fill="hold">
                            <p:stCondLst>
                              <p:cond delay="2000"/>
                            </p:stCondLst>
                            <p:childTnLst>
                              <p:par>
                                <p:cTn id="17" presetID="22" presetClass="entr" presetSubtype="2" fill="hold" nodeType="afterEffect">
                                  <p:stCondLst>
                                    <p:cond delay="0"/>
                                  </p:stCondLst>
                                  <p:childTnLst>
                                    <p:set>
                                      <p:cBhvr>
                                        <p:cTn id="18" dur="1" fill="hold">
                                          <p:stCondLst>
                                            <p:cond delay="0"/>
                                          </p:stCondLst>
                                        </p:cTn>
                                        <p:tgtEl>
                                          <p:spTgt spid="63"/>
                                        </p:tgtEl>
                                        <p:attrNameLst>
                                          <p:attrName>style.visibility</p:attrName>
                                        </p:attrNameLst>
                                      </p:cBhvr>
                                      <p:to>
                                        <p:strVal val="visible"/>
                                      </p:to>
                                    </p:set>
                                    <p:animEffect transition="in" filter="wipe(right)">
                                      <p:cBhvr>
                                        <p:cTn id="19" dur="1000"/>
                                        <p:tgtEl>
                                          <p:spTgt spid="6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9" grpId="0" animBg="1"/>
      <p:bldP spid="411" grpId="0"/>
      <p:bldP spid="122" grpId="0"/>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rot="10800000">
            <a:off x="4180816" y="-24263"/>
            <a:ext cx="4319720" cy="5792762"/>
            <a:chOff x="3773987" y="686933"/>
            <a:chExt cx="4319720" cy="5792762"/>
          </a:xfrm>
        </p:grpSpPr>
        <p:sp>
          <p:nvSpPr>
            <p:cNvPr id="60" name="TextBox 59"/>
            <p:cNvSpPr txBox="1">
              <a:spLocks/>
            </p:cNvSpPr>
            <p:nvPr/>
          </p:nvSpPr>
          <p:spPr>
            <a:xfrm rot="10800000" flipH="1">
              <a:off x="7637188" y="794098"/>
              <a:ext cx="314510" cy="369332"/>
            </a:xfrm>
            <a:prstGeom prst="rect">
              <a:avLst/>
            </a:prstGeom>
            <a:noFill/>
          </p:spPr>
          <p:txBody>
            <a:bodyPr wrap="none" rtlCol="0">
              <a:spAutoFit/>
            </a:bodyPr>
            <a:lstStyle/>
            <a:p>
              <a:pPr fontAlgn="auto">
                <a:spcBef>
                  <a:spcPts val="0"/>
                </a:spcBef>
                <a:spcAft>
                  <a:spcPts val="0"/>
                </a:spcAft>
              </a:pPr>
              <a:r>
                <a:rPr lang="id-ID" b="1" dirty="0" smtClean="0">
                  <a:solidFill>
                    <a:srgbClr val="FF0000"/>
                  </a:solidFill>
                  <a:latin typeface="Diavlo Medium" panose="02000000000000000000" pitchFamily="50" charset="0"/>
                  <a:cs typeface="+mn-cs"/>
                </a:rPr>
                <a:t>1</a:t>
              </a:r>
              <a:endParaRPr lang="id-ID" b="1" dirty="0">
                <a:solidFill>
                  <a:srgbClr val="FF0000"/>
                </a:solidFill>
                <a:latin typeface="Diavlo Medium" panose="02000000000000000000" pitchFamily="50" charset="0"/>
                <a:cs typeface="+mn-cs"/>
              </a:endParaRPr>
            </a:p>
          </p:txBody>
        </p:sp>
        <p:sp>
          <p:nvSpPr>
            <p:cNvPr id="61" name="TextBox 60"/>
            <p:cNvSpPr txBox="1">
              <a:spLocks/>
            </p:cNvSpPr>
            <p:nvPr/>
          </p:nvSpPr>
          <p:spPr>
            <a:xfrm rot="10800000" flipH="1">
              <a:off x="4308995" y="3078821"/>
              <a:ext cx="312906" cy="369332"/>
            </a:xfrm>
            <a:prstGeom prst="rect">
              <a:avLst/>
            </a:prstGeom>
            <a:noFill/>
          </p:spPr>
          <p:txBody>
            <a:bodyPr wrap="none" rtlCol="0">
              <a:spAutoFit/>
            </a:bodyPr>
            <a:lstStyle/>
            <a:p>
              <a:pPr fontAlgn="auto">
                <a:spcBef>
                  <a:spcPts val="0"/>
                </a:spcBef>
                <a:spcAft>
                  <a:spcPts val="0"/>
                </a:spcAft>
              </a:pPr>
              <a:r>
                <a:rPr lang="en-US" b="1" dirty="0" smtClean="0">
                  <a:solidFill>
                    <a:srgbClr val="70AD47"/>
                  </a:solidFill>
                  <a:latin typeface="Diavlo Medium" panose="02000000000000000000" pitchFamily="50" charset="0"/>
                  <a:cs typeface="+mn-cs"/>
                </a:rPr>
                <a:t>2</a:t>
              </a:r>
              <a:endParaRPr lang="id-ID" b="1" dirty="0">
                <a:solidFill>
                  <a:srgbClr val="70AD47"/>
                </a:solidFill>
                <a:latin typeface="Diavlo Medium" panose="02000000000000000000" pitchFamily="50" charset="0"/>
                <a:cs typeface="+mn-cs"/>
              </a:endParaRPr>
            </a:p>
          </p:txBody>
        </p:sp>
        <p:grpSp>
          <p:nvGrpSpPr>
            <p:cNvPr id="63" name="Group 62"/>
            <p:cNvGrpSpPr/>
            <p:nvPr/>
          </p:nvGrpSpPr>
          <p:grpSpPr>
            <a:xfrm>
              <a:off x="3773987" y="2971655"/>
              <a:ext cx="2042969" cy="3508040"/>
              <a:chOff x="3773987" y="2971655"/>
              <a:chExt cx="2042969" cy="3508040"/>
            </a:xfrm>
          </p:grpSpPr>
          <p:sp>
            <p:nvSpPr>
              <p:cNvPr id="64" name="Freeform 63"/>
              <p:cNvSpPr>
                <a:spLocks/>
              </p:cNvSpPr>
              <p:nvPr/>
            </p:nvSpPr>
            <p:spPr bwMode="auto">
              <a:xfrm rot="5400000" flipH="1">
                <a:off x="4532462" y="4485490"/>
                <a:ext cx="539302" cy="2029684"/>
              </a:xfrm>
              <a:custGeom>
                <a:avLst/>
                <a:gdLst>
                  <a:gd name="T0" fmla="*/ 203 w 203"/>
                  <a:gd name="T1" fmla="*/ 0 h 764"/>
                  <a:gd name="T2" fmla="*/ 0 w 203"/>
                  <a:gd name="T3" fmla="*/ 536 h 764"/>
                  <a:gd name="T4" fmla="*/ 0 w 203"/>
                  <a:gd name="T5" fmla="*/ 764 h 764"/>
                  <a:gd name="T6" fmla="*/ 203 w 203"/>
                  <a:gd name="T7" fmla="*/ 35 h 764"/>
                  <a:gd name="T8" fmla="*/ 203 w 203"/>
                  <a:gd name="T9" fmla="*/ 0 h 764"/>
                </a:gdLst>
                <a:ahLst/>
                <a:cxnLst>
                  <a:cxn ang="0">
                    <a:pos x="T0" y="T1"/>
                  </a:cxn>
                  <a:cxn ang="0">
                    <a:pos x="T2" y="T3"/>
                  </a:cxn>
                  <a:cxn ang="0">
                    <a:pos x="T4" y="T5"/>
                  </a:cxn>
                  <a:cxn ang="0">
                    <a:pos x="T6" y="T7"/>
                  </a:cxn>
                  <a:cxn ang="0">
                    <a:pos x="T8" y="T9"/>
                  </a:cxn>
                </a:cxnLst>
                <a:rect l="0" t="0" r="r" b="b"/>
                <a:pathLst>
                  <a:path w="203" h="764">
                    <a:moveTo>
                      <a:pt x="203" y="0"/>
                    </a:moveTo>
                    <a:lnTo>
                      <a:pt x="0" y="536"/>
                    </a:lnTo>
                    <a:lnTo>
                      <a:pt x="0" y="764"/>
                    </a:lnTo>
                    <a:lnTo>
                      <a:pt x="203" y="35"/>
                    </a:lnTo>
                    <a:lnTo>
                      <a:pt x="203" y="0"/>
                    </a:lnTo>
                    <a:close/>
                  </a:path>
                </a:pathLst>
              </a:custGeom>
              <a:solidFill>
                <a:schemeClr val="accent6"/>
              </a:solidFill>
              <a:ln>
                <a:noFill/>
              </a:ln>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prstClr val="black"/>
                  </a:solidFill>
                  <a:latin typeface="Calibri" panose="020F0502020204030204"/>
                  <a:cs typeface="+mn-cs"/>
                </a:endParaRPr>
              </a:p>
            </p:txBody>
          </p:sp>
          <p:sp>
            <p:nvSpPr>
              <p:cNvPr id="65" name="Freeform 54"/>
              <p:cNvSpPr>
                <a:spLocks/>
              </p:cNvSpPr>
              <p:nvPr/>
            </p:nvSpPr>
            <p:spPr bwMode="auto">
              <a:xfrm rot="5400000" flipH="1">
                <a:off x="5393219" y="3212953"/>
                <a:ext cx="433036" cy="414438"/>
              </a:xfrm>
              <a:custGeom>
                <a:avLst/>
                <a:gdLst>
                  <a:gd name="T0" fmla="*/ 69 w 69"/>
                  <a:gd name="T1" fmla="*/ 64 h 66"/>
                  <a:gd name="T2" fmla="*/ 1 w 69"/>
                  <a:gd name="T3" fmla="*/ 0 h 66"/>
                  <a:gd name="T4" fmla="*/ 0 w 69"/>
                  <a:gd name="T5" fmla="*/ 0 h 66"/>
                  <a:gd name="T6" fmla="*/ 0 w 69"/>
                  <a:gd name="T7" fmla="*/ 15 h 66"/>
                  <a:gd name="T8" fmla="*/ 1 w 69"/>
                  <a:gd name="T9" fmla="*/ 15 h 66"/>
                  <a:gd name="T10" fmla="*/ 53 w 69"/>
                  <a:gd name="T11" fmla="*/ 64 h 66"/>
                  <a:gd name="T12" fmla="*/ 53 w 69"/>
                  <a:gd name="T13" fmla="*/ 66 h 66"/>
                  <a:gd name="T14" fmla="*/ 69 w 69"/>
                  <a:gd name="T15" fmla="*/ 66 h 66"/>
                  <a:gd name="T16" fmla="*/ 69 w 69"/>
                  <a:gd name="T17" fmla="*/ 64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9" h="66">
                    <a:moveTo>
                      <a:pt x="69" y="64"/>
                    </a:moveTo>
                    <a:cubicBezTo>
                      <a:pt x="69" y="28"/>
                      <a:pt x="31" y="0"/>
                      <a:pt x="1" y="0"/>
                    </a:cubicBezTo>
                    <a:cubicBezTo>
                      <a:pt x="0" y="0"/>
                      <a:pt x="0" y="0"/>
                      <a:pt x="0" y="0"/>
                    </a:cubicBezTo>
                    <a:cubicBezTo>
                      <a:pt x="0" y="15"/>
                      <a:pt x="0" y="15"/>
                      <a:pt x="0" y="15"/>
                    </a:cubicBezTo>
                    <a:cubicBezTo>
                      <a:pt x="1" y="15"/>
                      <a:pt x="1" y="15"/>
                      <a:pt x="1" y="15"/>
                    </a:cubicBezTo>
                    <a:cubicBezTo>
                      <a:pt x="21" y="15"/>
                      <a:pt x="53" y="36"/>
                      <a:pt x="53" y="64"/>
                    </a:cubicBezTo>
                    <a:cubicBezTo>
                      <a:pt x="53" y="65"/>
                      <a:pt x="53" y="66"/>
                      <a:pt x="53" y="66"/>
                    </a:cubicBezTo>
                    <a:cubicBezTo>
                      <a:pt x="69" y="66"/>
                      <a:pt x="69" y="66"/>
                      <a:pt x="69" y="66"/>
                    </a:cubicBezTo>
                    <a:cubicBezTo>
                      <a:pt x="69" y="66"/>
                      <a:pt x="69" y="65"/>
                      <a:pt x="69" y="64"/>
                    </a:cubicBezTo>
                    <a:close/>
                  </a:path>
                </a:pathLst>
              </a:custGeom>
              <a:solidFill>
                <a:schemeClr val="accent6"/>
              </a:solidFill>
              <a:ln>
                <a:noFill/>
              </a:ln>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prstClr val="black"/>
                  </a:solidFill>
                  <a:latin typeface="Calibri" panose="020F0502020204030204"/>
                  <a:cs typeface="+mn-cs"/>
                </a:endParaRPr>
              </a:p>
            </p:txBody>
          </p:sp>
          <p:sp>
            <p:nvSpPr>
              <p:cNvPr id="66" name="Rectangle 55"/>
              <p:cNvSpPr>
                <a:spLocks noChangeArrowheads="1"/>
              </p:cNvSpPr>
              <p:nvPr/>
            </p:nvSpPr>
            <p:spPr bwMode="auto">
              <a:xfrm rot="5400000" flipH="1">
                <a:off x="4973469" y="4387195"/>
                <a:ext cx="1593992" cy="92982"/>
              </a:xfrm>
              <a:prstGeom prst="rect">
                <a:avLst/>
              </a:prstGeom>
              <a:solidFill>
                <a:schemeClr val="accent6"/>
              </a:solidFill>
              <a:ln>
                <a:noFill/>
              </a:ln>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prstClr val="black"/>
                  </a:solidFill>
                  <a:latin typeface="Calibri" panose="020F0502020204030204"/>
                  <a:cs typeface="+mn-cs"/>
                </a:endParaRPr>
              </a:p>
            </p:txBody>
          </p:sp>
          <p:sp>
            <p:nvSpPr>
              <p:cNvPr id="67" name="Freeform 56"/>
              <p:cNvSpPr>
                <a:spLocks noEditPoints="1"/>
              </p:cNvSpPr>
              <p:nvPr/>
            </p:nvSpPr>
            <p:spPr bwMode="auto">
              <a:xfrm rot="5400000" flipH="1">
                <a:off x="4495271" y="2648872"/>
                <a:ext cx="584464" cy="1230030"/>
              </a:xfrm>
              <a:custGeom>
                <a:avLst/>
                <a:gdLst>
                  <a:gd name="T0" fmla="*/ 55 w 93"/>
                  <a:gd name="T1" fmla="*/ 103 h 195"/>
                  <a:gd name="T2" fmla="*/ 56 w 93"/>
                  <a:gd name="T3" fmla="*/ 0 h 195"/>
                  <a:gd name="T4" fmla="*/ 40 w 93"/>
                  <a:gd name="T5" fmla="*/ 0 h 195"/>
                  <a:gd name="T6" fmla="*/ 39 w 93"/>
                  <a:gd name="T7" fmla="*/ 102 h 195"/>
                  <a:gd name="T8" fmla="*/ 0 w 93"/>
                  <a:gd name="T9" fmla="*/ 148 h 195"/>
                  <a:gd name="T10" fmla="*/ 47 w 93"/>
                  <a:gd name="T11" fmla="*/ 195 h 195"/>
                  <a:gd name="T12" fmla="*/ 93 w 93"/>
                  <a:gd name="T13" fmla="*/ 148 h 195"/>
                  <a:gd name="T14" fmla="*/ 55 w 93"/>
                  <a:gd name="T15" fmla="*/ 103 h 195"/>
                  <a:gd name="T16" fmla="*/ 47 w 93"/>
                  <a:gd name="T17" fmla="*/ 176 h 195"/>
                  <a:gd name="T18" fmla="*/ 19 w 93"/>
                  <a:gd name="T19" fmla="*/ 148 h 195"/>
                  <a:gd name="T20" fmla="*/ 47 w 93"/>
                  <a:gd name="T21" fmla="*/ 121 h 195"/>
                  <a:gd name="T22" fmla="*/ 74 w 93"/>
                  <a:gd name="T23" fmla="*/ 148 h 195"/>
                  <a:gd name="T24" fmla="*/ 47 w 93"/>
                  <a:gd name="T25" fmla="*/ 176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3" h="195">
                    <a:moveTo>
                      <a:pt x="55" y="103"/>
                    </a:moveTo>
                    <a:cubicBezTo>
                      <a:pt x="55" y="81"/>
                      <a:pt x="56" y="27"/>
                      <a:pt x="56" y="0"/>
                    </a:cubicBezTo>
                    <a:cubicBezTo>
                      <a:pt x="40" y="0"/>
                      <a:pt x="40" y="0"/>
                      <a:pt x="40" y="0"/>
                    </a:cubicBezTo>
                    <a:cubicBezTo>
                      <a:pt x="40" y="27"/>
                      <a:pt x="39" y="81"/>
                      <a:pt x="39" y="102"/>
                    </a:cubicBezTo>
                    <a:cubicBezTo>
                      <a:pt x="17" y="106"/>
                      <a:pt x="0" y="125"/>
                      <a:pt x="0" y="148"/>
                    </a:cubicBezTo>
                    <a:cubicBezTo>
                      <a:pt x="0" y="174"/>
                      <a:pt x="21" y="195"/>
                      <a:pt x="47" y="195"/>
                    </a:cubicBezTo>
                    <a:cubicBezTo>
                      <a:pt x="72" y="195"/>
                      <a:pt x="93" y="174"/>
                      <a:pt x="93" y="148"/>
                    </a:cubicBezTo>
                    <a:cubicBezTo>
                      <a:pt x="93" y="125"/>
                      <a:pt x="77" y="106"/>
                      <a:pt x="55" y="103"/>
                    </a:cubicBezTo>
                    <a:close/>
                    <a:moveTo>
                      <a:pt x="47" y="176"/>
                    </a:moveTo>
                    <a:cubicBezTo>
                      <a:pt x="32" y="176"/>
                      <a:pt x="19" y="163"/>
                      <a:pt x="19" y="148"/>
                    </a:cubicBezTo>
                    <a:cubicBezTo>
                      <a:pt x="19" y="133"/>
                      <a:pt x="32" y="121"/>
                      <a:pt x="47" y="121"/>
                    </a:cubicBezTo>
                    <a:cubicBezTo>
                      <a:pt x="62" y="121"/>
                      <a:pt x="74" y="133"/>
                      <a:pt x="74" y="148"/>
                    </a:cubicBezTo>
                    <a:cubicBezTo>
                      <a:pt x="74" y="163"/>
                      <a:pt x="62" y="176"/>
                      <a:pt x="47" y="176"/>
                    </a:cubicBezTo>
                    <a:close/>
                  </a:path>
                </a:pathLst>
              </a:custGeom>
              <a:solidFill>
                <a:schemeClr val="accent6"/>
              </a:solidFill>
              <a:ln>
                <a:noFill/>
              </a:ln>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prstClr val="black"/>
                  </a:solidFill>
                  <a:latin typeface="Calibri" panose="020F0502020204030204"/>
                  <a:cs typeface="+mn-cs"/>
                </a:endParaRPr>
              </a:p>
            </p:txBody>
          </p:sp>
          <p:sp>
            <p:nvSpPr>
              <p:cNvPr id="68" name="Rectangle 41"/>
              <p:cNvSpPr>
                <a:spLocks noChangeAspect="1" noChangeArrowheads="1"/>
              </p:cNvSpPr>
              <p:nvPr/>
            </p:nvSpPr>
            <p:spPr bwMode="auto">
              <a:xfrm flipH="1">
                <a:off x="3773987" y="5769982"/>
                <a:ext cx="626974" cy="709713"/>
              </a:xfrm>
              <a:prstGeom prst="rect">
                <a:avLst/>
              </a:prstGeom>
              <a:solidFill>
                <a:schemeClr val="accent6"/>
              </a:solidFill>
              <a:ln>
                <a:noFill/>
              </a:ln>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prstClr val="black"/>
                  </a:solidFill>
                  <a:latin typeface="Calibri" panose="020F0502020204030204"/>
                  <a:cs typeface="+mn-cs"/>
                </a:endParaRPr>
              </a:p>
            </p:txBody>
          </p:sp>
        </p:grpSp>
        <p:grpSp>
          <p:nvGrpSpPr>
            <p:cNvPr id="76" name="Group 75"/>
            <p:cNvGrpSpPr/>
            <p:nvPr/>
          </p:nvGrpSpPr>
          <p:grpSpPr>
            <a:xfrm>
              <a:off x="5821729" y="686933"/>
              <a:ext cx="2271978" cy="5785637"/>
              <a:chOff x="5821729" y="686933"/>
              <a:chExt cx="2271978" cy="5785637"/>
            </a:xfrm>
          </p:grpSpPr>
          <p:sp>
            <p:nvSpPr>
              <p:cNvPr id="77" name="Freeform 76"/>
              <p:cNvSpPr>
                <a:spLocks/>
              </p:cNvSpPr>
              <p:nvPr/>
            </p:nvSpPr>
            <p:spPr bwMode="auto">
              <a:xfrm rot="5400000" flipH="1">
                <a:off x="5878059" y="5206771"/>
                <a:ext cx="515391" cy="600404"/>
              </a:xfrm>
              <a:custGeom>
                <a:avLst/>
                <a:gdLst>
                  <a:gd name="T0" fmla="*/ 194 w 194"/>
                  <a:gd name="T1" fmla="*/ 98 h 226"/>
                  <a:gd name="T2" fmla="*/ 0 w 194"/>
                  <a:gd name="T3" fmla="*/ 0 h 226"/>
                  <a:gd name="T4" fmla="*/ 0 w 194"/>
                  <a:gd name="T5" fmla="*/ 226 h 226"/>
                  <a:gd name="T6" fmla="*/ 194 w 194"/>
                  <a:gd name="T7" fmla="*/ 133 h 226"/>
                  <a:gd name="T8" fmla="*/ 194 w 194"/>
                  <a:gd name="T9" fmla="*/ 98 h 226"/>
                </a:gdLst>
                <a:ahLst/>
                <a:cxnLst>
                  <a:cxn ang="0">
                    <a:pos x="T0" y="T1"/>
                  </a:cxn>
                  <a:cxn ang="0">
                    <a:pos x="T2" y="T3"/>
                  </a:cxn>
                  <a:cxn ang="0">
                    <a:pos x="T4" y="T5"/>
                  </a:cxn>
                  <a:cxn ang="0">
                    <a:pos x="T6" y="T7"/>
                  </a:cxn>
                  <a:cxn ang="0">
                    <a:pos x="T8" y="T9"/>
                  </a:cxn>
                </a:cxnLst>
                <a:rect l="0" t="0" r="r" b="b"/>
                <a:pathLst>
                  <a:path w="194" h="226">
                    <a:moveTo>
                      <a:pt x="194" y="98"/>
                    </a:moveTo>
                    <a:lnTo>
                      <a:pt x="0" y="0"/>
                    </a:lnTo>
                    <a:lnTo>
                      <a:pt x="0" y="226"/>
                    </a:lnTo>
                    <a:lnTo>
                      <a:pt x="194" y="133"/>
                    </a:lnTo>
                    <a:lnTo>
                      <a:pt x="194" y="98"/>
                    </a:lnTo>
                    <a:close/>
                  </a:path>
                </a:pathLst>
              </a:custGeom>
              <a:solidFill>
                <a:srgbClr val="FF0000"/>
              </a:solidFill>
              <a:ln>
                <a:noFill/>
              </a:ln>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prstClr val="black"/>
                  </a:solidFill>
                  <a:latin typeface="Calibri" panose="020F0502020204030204"/>
                  <a:cs typeface="+mn-cs"/>
                </a:endParaRPr>
              </a:p>
            </p:txBody>
          </p:sp>
          <p:sp>
            <p:nvSpPr>
              <p:cNvPr id="78" name="Rectangle 48"/>
              <p:cNvSpPr>
                <a:spLocks noChangeArrowheads="1"/>
              </p:cNvSpPr>
              <p:nvPr/>
            </p:nvSpPr>
            <p:spPr bwMode="auto">
              <a:xfrm rot="5400000" flipH="1">
                <a:off x="4199053" y="3272729"/>
                <a:ext cx="3860119" cy="92982"/>
              </a:xfrm>
              <a:prstGeom prst="rect">
                <a:avLst/>
              </a:prstGeom>
              <a:solidFill>
                <a:srgbClr val="FF0000"/>
              </a:solidFill>
              <a:ln>
                <a:noFill/>
              </a:ln>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prstClr val="black"/>
                  </a:solidFill>
                  <a:latin typeface="Calibri" panose="020F0502020204030204"/>
                  <a:cs typeface="+mn-cs"/>
                </a:endParaRPr>
              </a:p>
            </p:txBody>
          </p:sp>
          <p:sp>
            <p:nvSpPr>
              <p:cNvPr id="79" name="Freeform 49"/>
              <p:cNvSpPr>
                <a:spLocks noEditPoints="1"/>
              </p:cNvSpPr>
              <p:nvPr/>
            </p:nvSpPr>
            <p:spPr bwMode="auto">
              <a:xfrm rot="5400000" flipH="1">
                <a:off x="7076209" y="253898"/>
                <a:ext cx="584464" cy="1450533"/>
              </a:xfrm>
              <a:custGeom>
                <a:avLst/>
                <a:gdLst>
                  <a:gd name="T0" fmla="*/ 54 w 93"/>
                  <a:gd name="T1" fmla="*/ 92 h 230"/>
                  <a:gd name="T2" fmla="*/ 93 w 93"/>
                  <a:gd name="T3" fmla="*/ 47 h 230"/>
                  <a:gd name="T4" fmla="*/ 47 w 93"/>
                  <a:gd name="T5" fmla="*/ 0 h 230"/>
                  <a:gd name="T6" fmla="*/ 0 w 93"/>
                  <a:gd name="T7" fmla="*/ 47 h 230"/>
                  <a:gd name="T8" fmla="*/ 39 w 93"/>
                  <a:gd name="T9" fmla="*/ 92 h 230"/>
                  <a:gd name="T10" fmla="*/ 39 w 93"/>
                  <a:gd name="T11" fmla="*/ 230 h 230"/>
                  <a:gd name="T12" fmla="*/ 54 w 93"/>
                  <a:gd name="T13" fmla="*/ 230 h 230"/>
                  <a:gd name="T14" fmla="*/ 54 w 93"/>
                  <a:gd name="T15" fmla="*/ 92 h 230"/>
                  <a:gd name="T16" fmla="*/ 19 w 93"/>
                  <a:gd name="T17" fmla="*/ 47 h 230"/>
                  <a:gd name="T18" fmla="*/ 47 w 93"/>
                  <a:gd name="T19" fmla="*/ 19 h 230"/>
                  <a:gd name="T20" fmla="*/ 74 w 93"/>
                  <a:gd name="T21" fmla="*/ 47 h 230"/>
                  <a:gd name="T22" fmla="*/ 47 w 93"/>
                  <a:gd name="T23" fmla="*/ 74 h 230"/>
                  <a:gd name="T24" fmla="*/ 19 w 93"/>
                  <a:gd name="T25" fmla="*/ 47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3" h="230">
                    <a:moveTo>
                      <a:pt x="54" y="92"/>
                    </a:moveTo>
                    <a:cubicBezTo>
                      <a:pt x="76" y="89"/>
                      <a:pt x="93" y="70"/>
                      <a:pt x="93" y="47"/>
                    </a:cubicBezTo>
                    <a:cubicBezTo>
                      <a:pt x="93" y="21"/>
                      <a:pt x="72" y="0"/>
                      <a:pt x="47" y="0"/>
                    </a:cubicBezTo>
                    <a:cubicBezTo>
                      <a:pt x="21" y="0"/>
                      <a:pt x="0" y="21"/>
                      <a:pt x="0" y="47"/>
                    </a:cubicBezTo>
                    <a:cubicBezTo>
                      <a:pt x="0" y="70"/>
                      <a:pt x="17" y="89"/>
                      <a:pt x="39" y="92"/>
                    </a:cubicBezTo>
                    <a:cubicBezTo>
                      <a:pt x="39" y="230"/>
                      <a:pt x="39" y="230"/>
                      <a:pt x="39" y="230"/>
                    </a:cubicBezTo>
                    <a:cubicBezTo>
                      <a:pt x="54" y="230"/>
                      <a:pt x="54" y="230"/>
                      <a:pt x="54" y="230"/>
                    </a:cubicBezTo>
                    <a:lnTo>
                      <a:pt x="54" y="92"/>
                    </a:lnTo>
                    <a:close/>
                    <a:moveTo>
                      <a:pt x="19" y="47"/>
                    </a:moveTo>
                    <a:cubicBezTo>
                      <a:pt x="19" y="32"/>
                      <a:pt x="31" y="19"/>
                      <a:pt x="47" y="19"/>
                    </a:cubicBezTo>
                    <a:cubicBezTo>
                      <a:pt x="62" y="19"/>
                      <a:pt x="74" y="32"/>
                      <a:pt x="74" y="47"/>
                    </a:cubicBezTo>
                    <a:cubicBezTo>
                      <a:pt x="74" y="62"/>
                      <a:pt x="62" y="74"/>
                      <a:pt x="47" y="74"/>
                    </a:cubicBezTo>
                    <a:cubicBezTo>
                      <a:pt x="31" y="74"/>
                      <a:pt x="19" y="62"/>
                      <a:pt x="19" y="47"/>
                    </a:cubicBezTo>
                    <a:close/>
                  </a:path>
                </a:pathLst>
              </a:custGeom>
              <a:solidFill>
                <a:srgbClr val="FF0000"/>
              </a:solidFill>
              <a:ln>
                <a:noFill/>
              </a:ln>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prstClr val="black"/>
                  </a:solidFill>
                  <a:latin typeface="Calibri" panose="020F0502020204030204"/>
                  <a:cs typeface="+mn-cs"/>
                </a:endParaRPr>
              </a:p>
            </p:txBody>
          </p:sp>
          <p:sp>
            <p:nvSpPr>
              <p:cNvPr id="80" name="Freeform 50"/>
              <p:cNvSpPr>
                <a:spLocks/>
              </p:cNvSpPr>
              <p:nvPr/>
            </p:nvSpPr>
            <p:spPr bwMode="auto">
              <a:xfrm rot="5400000" flipH="1">
                <a:off x="6134426" y="880412"/>
                <a:ext cx="456944" cy="560553"/>
              </a:xfrm>
              <a:custGeom>
                <a:avLst/>
                <a:gdLst>
                  <a:gd name="T0" fmla="*/ 58 w 73"/>
                  <a:gd name="T1" fmla="*/ 0 h 89"/>
                  <a:gd name="T2" fmla="*/ 58 w 73"/>
                  <a:gd name="T3" fmla="*/ 1 h 89"/>
                  <a:gd name="T4" fmla="*/ 1 w 73"/>
                  <a:gd name="T5" fmla="*/ 74 h 89"/>
                  <a:gd name="T6" fmla="*/ 0 w 73"/>
                  <a:gd name="T7" fmla="*/ 74 h 89"/>
                  <a:gd name="T8" fmla="*/ 0 w 73"/>
                  <a:gd name="T9" fmla="*/ 89 h 89"/>
                  <a:gd name="T10" fmla="*/ 1 w 73"/>
                  <a:gd name="T11" fmla="*/ 89 h 89"/>
                  <a:gd name="T12" fmla="*/ 58 w 73"/>
                  <a:gd name="T13" fmla="*/ 60 h 89"/>
                  <a:gd name="T14" fmla="*/ 73 w 73"/>
                  <a:gd name="T15" fmla="*/ 1 h 89"/>
                  <a:gd name="T16" fmla="*/ 73 w 73"/>
                  <a:gd name="T17" fmla="*/ 0 h 89"/>
                  <a:gd name="T18" fmla="*/ 58 w 73"/>
                  <a:gd name="T19"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3" h="89">
                    <a:moveTo>
                      <a:pt x="58" y="0"/>
                    </a:moveTo>
                    <a:cubicBezTo>
                      <a:pt x="58" y="1"/>
                      <a:pt x="58" y="1"/>
                      <a:pt x="58" y="1"/>
                    </a:cubicBezTo>
                    <a:cubicBezTo>
                      <a:pt x="58" y="23"/>
                      <a:pt x="52" y="74"/>
                      <a:pt x="1" y="74"/>
                    </a:cubicBezTo>
                    <a:cubicBezTo>
                      <a:pt x="0" y="74"/>
                      <a:pt x="0" y="74"/>
                      <a:pt x="0" y="74"/>
                    </a:cubicBezTo>
                    <a:cubicBezTo>
                      <a:pt x="0" y="89"/>
                      <a:pt x="0" y="89"/>
                      <a:pt x="0" y="89"/>
                    </a:cubicBezTo>
                    <a:cubicBezTo>
                      <a:pt x="1" y="89"/>
                      <a:pt x="1" y="89"/>
                      <a:pt x="1" y="89"/>
                    </a:cubicBezTo>
                    <a:cubicBezTo>
                      <a:pt x="26" y="89"/>
                      <a:pt x="45" y="79"/>
                      <a:pt x="58" y="60"/>
                    </a:cubicBezTo>
                    <a:cubicBezTo>
                      <a:pt x="71" y="41"/>
                      <a:pt x="73" y="17"/>
                      <a:pt x="73" y="1"/>
                    </a:cubicBezTo>
                    <a:cubicBezTo>
                      <a:pt x="73" y="0"/>
                      <a:pt x="73" y="0"/>
                      <a:pt x="73" y="0"/>
                    </a:cubicBezTo>
                    <a:lnTo>
                      <a:pt x="58" y="0"/>
                    </a:lnTo>
                    <a:close/>
                  </a:path>
                </a:pathLst>
              </a:custGeom>
              <a:solidFill>
                <a:srgbClr val="FF0000"/>
              </a:solidFill>
              <a:ln>
                <a:noFill/>
              </a:ln>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prstClr val="black"/>
                  </a:solidFill>
                  <a:latin typeface="Calibri" panose="020F0502020204030204"/>
                  <a:cs typeface="+mn-cs"/>
                </a:endParaRPr>
              </a:p>
            </p:txBody>
          </p:sp>
          <p:sp>
            <p:nvSpPr>
              <p:cNvPr id="81" name="Rectangle 41"/>
              <p:cNvSpPr>
                <a:spLocks noChangeAspect="1" noChangeArrowheads="1"/>
              </p:cNvSpPr>
              <p:nvPr/>
            </p:nvSpPr>
            <p:spPr bwMode="auto">
              <a:xfrm flipH="1">
                <a:off x="5821729" y="5762857"/>
                <a:ext cx="626974" cy="709713"/>
              </a:xfrm>
              <a:prstGeom prst="rect">
                <a:avLst/>
              </a:prstGeom>
              <a:solidFill>
                <a:srgbClr val="FF0000"/>
              </a:solidFill>
              <a:ln>
                <a:noFill/>
              </a:ln>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prstClr val="black"/>
                  </a:solidFill>
                  <a:latin typeface="Calibri" panose="020F0502020204030204"/>
                  <a:cs typeface="+mn-cs"/>
                </a:endParaRPr>
              </a:p>
            </p:txBody>
          </p:sp>
        </p:grpSp>
      </p:grpSp>
      <p:sp>
        <p:nvSpPr>
          <p:cNvPr id="101" name="TextBox 100"/>
          <p:cNvSpPr txBox="1"/>
          <p:nvPr/>
        </p:nvSpPr>
        <p:spPr>
          <a:xfrm flipH="1">
            <a:off x="465261" y="4276094"/>
            <a:ext cx="3761924" cy="1815882"/>
          </a:xfrm>
          <a:prstGeom prst="rect">
            <a:avLst/>
          </a:prstGeom>
          <a:noFill/>
        </p:spPr>
        <p:txBody>
          <a:bodyPr wrap="square" rtlCol="0">
            <a:spAutoFit/>
          </a:bodyPr>
          <a:lstStyle/>
          <a:p>
            <a:pPr algn="ctr" rtl="1" fontAlgn="auto">
              <a:spcBef>
                <a:spcPts val="0"/>
              </a:spcBef>
              <a:spcAft>
                <a:spcPts val="0"/>
              </a:spcAft>
            </a:pPr>
            <a:r>
              <a:rPr lang="ar-SA" sz="2800" b="1" u="sng" dirty="0">
                <a:latin typeface="Diavlo Medium" panose="02000000000000000000" pitchFamily="50" charset="0"/>
                <a:cs typeface="+mn-cs"/>
              </a:rPr>
              <a:t>‌الإصغاء</a:t>
            </a:r>
            <a:r>
              <a:rPr lang="ar-SA" sz="2800" b="1" dirty="0">
                <a:latin typeface="Diavlo Medium" panose="02000000000000000000" pitchFamily="50" charset="0"/>
                <a:cs typeface="+mn-cs"/>
              </a:rPr>
              <a:t>:</a:t>
            </a:r>
          </a:p>
          <a:p>
            <a:pPr algn="ctr" rtl="1" fontAlgn="auto">
              <a:spcBef>
                <a:spcPts val="0"/>
              </a:spcBef>
              <a:spcAft>
                <a:spcPts val="0"/>
              </a:spcAft>
            </a:pPr>
            <a:r>
              <a:rPr lang="ar-SA" sz="2800" b="1" dirty="0">
                <a:latin typeface="Diavlo Medium" panose="02000000000000000000" pitchFamily="50" charset="0"/>
                <a:cs typeface="+mn-cs"/>
              </a:rPr>
              <a:t> وهو بلا شك مهارة ومطلب أساسي في جميع النشاطات التعليمية.</a:t>
            </a:r>
          </a:p>
        </p:txBody>
      </p:sp>
      <p:grpSp>
        <p:nvGrpSpPr>
          <p:cNvPr id="3" name="Group 2"/>
          <p:cNvGrpSpPr/>
          <p:nvPr/>
        </p:nvGrpSpPr>
        <p:grpSpPr>
          <a:xfrm>
            <a:off x="5826513" y="-20511"/>
            <a:ext cx="2669437" cy="711273"/>
            <a:chOff x="5826513" y="-20511"/>
            <a:chExt cx="2669437" cy="711273"/>
          </a:xfrm>
        </p:grpSpPr>
        <p:sp>
          <p:nvSpPr>
            <p:cNvPr id="106" name="Rectangle 41"/>
            <p:cNvSpPr>
              <a:spLocks noChangeAspect="1" noChangeArrowheads="1"/>
            </p:cNvSpPr>
            <p:nvPr/>
          </p:nvSpPr>
          <p:spPr bwMode="auto">
            <a:xfrm flipH="1">
              <a:off x="5826513" y="-18951"/>
              <a:ext cx="626974" cy="709713"/>
            </a:xfrm>
            <a:prstGeom prst="rect">
              <a:avLst/>
            </a:prstGeom>
            <a:solidFill>
              <a:schemeClr val="accent1"/>
            </a:solidFill>
            <a:ln>
              <a:noFill/>
            </a:ln>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prstClr val="black"/>
                </a:solidFill>
                <a:latin typeface="Calibri" panose="020F0502020204030204"/>
                <a:cs typeface="+mn-cs"/>
              </a:endParaRPr>
            </a:p>
          </p:txBody>
        </p:sp>
        <p:sp>
          <p:nvSpPr>
            <p:cNvPr id="108" name="Rectangle 41"/>
            <p:cNvSpPr>
              <a:spLocks noChangeAspect="1" noChangeArrowheads="1"/>
            </p:cNvSpPr>
            <p:nvPr/>
          </p:nvSpPr>
          <p:spPr bwMode="auto">
            <a:xfrm flipH="1">
              <a:off x="7868976" y="-20511"/>
              <a:ext cx="626974" cy="709713"/>
            </a:xfrm>
            <a:prstGeom prst="rect">
              <a:avLst/>
            </a:prstGeom>
            <a:solidFill>
              <a:schemeClr val="accent1"/>
            </a:solidFill>
            <a:ln>
              <a:noFill/>
            </a:ln>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prstClr val="black"/>
                </a:solidFill>
                <a:latin typeface="Calibri" panose="020F0502020204030204"/>
                <a:cs typeface="+mn-cs"/>
              </a:endParaRPr>
            </a:p>
          </p:txBody>
        </p:sp>
      </p:grpSp>
      <p:sp>
        <p:nvSpPr>
          <p:cNvPr id="114" name="TextBox 113"/>
          <p:cNvSpPr txBox="1"/>
          <p:nvPr/>
        </p:nvSpPr>
        <p:spPr>
          <a:xfrm flipH="1">
            <a:off x="8114359" y="2394868"/>
            <a:ext cx="3610751" cy="2246769"/>
          </a:xfrm>
          <a:prstGeom prst="rect">
            <a:avLst/>
          </a:prstGeom>
          <a:noFill/>
        </p:spPr>
        <p:txBody>
          <a:bodyPr wrap="square" rtlCol="0">
            <a:spAutoFit/>
          </a:bodyPr>
          <a:lstStyle/>
          <a:p>
            <a:pPr algn="ctr" rtl="1" fontAlgn="auto">
              <a:spcBef>
                <a:spcPts val="0"/>
              </a:spcBef>
              <a:spcAft>
                <a:spcPts val="0"/>
              </a:spcAft>
            </a:pPr>
            <a:r>
              <a:rPr lang="ar-SA" sz="2800" b="1" u="sng" dirty="0">
                <a:latin typeface="Diavlo Medium" panose="02000000000000000000" pitchFamily="50" charset="0"/>
                <a:cs typeface="+mn-cs"/>
              </a:rPr>
              <a:t>‌المشاركة في المناقشة: </a:t>
            </a:r>
          </a:p>
          <a:p>
            <a:pPr algn="ctr" rtl="1" fontAlgn="auto">
              <a:spcBef>
                <a:spcPts val="0"/>
              </a:spcBef>
              <a:spcAft>
                <a:spcPts val="0"/>
              </a:spcAft>
            </a:pPr>
            <a:r>
              <a:rPr lang="ar-SA" sz="2800" b="1" dirty="0">
                <a:latin typeface="Diavlo Medium" panose="02000000000000000000" pitchFamily="50" charset="0"/>
                <a:cs typeface="+mn-cs"/>
              </a:rPr>
              <a:t>وهي وسيلة فعالة تساعد المعلم في استثارة الطلاب وتحفزهم على السؤال والجواب.</a:t>
            </a:r>
          </a:p>
        </p:txBody>
      </p:sp>
    </p:spTree>
    <p:extLst>
      <p:ext uri="{BB962C8B-B14F-4D97-AF65-F5344CB8AC3E}">
        <p14:creationId xmlns:p14="http://schemas.microsoft.com/office/powerpoint/2010/main" val="162827995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500"/>
                                        <p:tgtEl>
                                          <p:spTgt spid="3"/>
                                        </p:tgtEl>
                                      </p:cBhvr>
                                    </p:animEffect>
                                  </p:childTnLst>
                                </p:cTn>
                              </p:par>
                              <p:par>
                                <p:cTn id="8" presetID="22" presetClass="entr" presetSubtype="1" fill="hold" nodeType="withEffect">
                                  <p:stCondLst>
                                    <p:cond delay="600"/>
                                  </p:stCondLst>
                                  <p:childTnLst>
                                    <p:set>
                                      <p:cBhvr>
                                        <p:cTn id="9" dur="1" fill="hold">
                                          <p:stCondLst>
                                            <p:cond delay="0"/>
                                          </p:stCondLst>
                                        </p:cTn>
                                        <p:tgtEl>
                                          <p:spTgt spid="2"/>
                                        </p:tgtEl>
                                        <p:attrNameLst>
                                          <p:attrName>style.visibility</p:attrName>
                                        </p:attrNameLst>
                                      </p:cBhvr>
                                      <p:to>
                                        <p:strVal val="visible"/>
                                      </p:to>
                                    </p:set>
                                    <p:animEffect transition="in" filter="wipe(up)">
                                      <p:cBhvr>
                                        <p:cTn id="10" dur="1000"/>
                                        <p:tgtEl>
                                          <p:spTgt spid="2"/>
                                        </p:tgtEl>
                                      </p:cBhvr>
                                    </p:animEffect>
                                  </p:childTnLst>
                                </p:cTn>
                              </p:par>
                            </p:childTnLst>
                          </p:cTn>
                        </p:par>
                        <p:par>
                          <p:cTn id="11" fill="hold">
                            <p:stCondLst>
                              <p:cond delay="1600"/>
                            </p:stCondLst>
                            <p:childTnLst>
                              <p:par>
                                <p:cTn id="12" presetID="10" presetClass="entr" presetSubtype="0" fill="hold" grpId="0" nodeType="afterEffect">
                                  <p:stCondLst>
                                    <p:cond delay="250"/>
                                  </p:stCondLst>
                                  <p:childTnLst>
                                    <p:set>
                                      <p:cBhvr>
                                        <p:cTn id="13" dur="1" fill="hold">
                                          <p:stCondLst>
                                            <p:cond delay="0"/>
                                          </p:stCondLst>
                                        </p:cTn>
                                        <p:tgtEl>
                                          <p:spTgt spid="101"/>
                                        </p:tgtEl>
                                        <p:attrNameLst>
                                          <p:attrName>style.visibility</p:attrName>
                                        </p:attrNameLst>
                                      </p:cBhvr>
                                      <p:to>
                                        <p:strVal val="visible"/>
                                      </p:to>
                                    </p:set>
                                    <p:animEffect transition="in" filter="fade">
                                      <p:cBhvr>
                                        <p:cTn id="14" dur="500"/>
                                        <p:tgtEl>
                                          <p:spTgt spid="101"/>
                                        </p:tgtEl>
                                      </p:cBhvr>
                                    </p:animEffect>
                                  </p:childTnLst>
                                </p:cTn>
                              </p:par>
                            </p:childTnLst>
                          </p:cTn>
                        </p:par>
                        <p:par>
                          <p:cTn id="15" fill="hold">
                            <p:stCondLst>
                              <p:cond delay="2350"/>
                            </p:stCondLst>
                            <p:childTnLst>
                              <p:par>
                                <p:cTn id="16" presetID="10" presetClass="entr" presetSubtype="0" fill="hold" grpId="0" nodeType="afterEffect">
                                  <p:stCondLst>
                                    <p:cond delay="250"/>
                                  </p:stCondLst>
                                  <p:childTnLst>
                                    <p:set>
                                      <p:cBhvr>
                                        <p:cTn id="17" dur="1" fill="hold">
                                          <p:stCondLst>
                                            <p:cond delay="0"/>
                                          </p:stCondLst>
                                        </p:cTn>
                                        <p:tgtEl>
                                          <p:spTgt spid="114"/>
                                        </p:tgtEl>
                                        <p:attrNameLst>
                                          <p:attrName>style.visibility</p:attrName>
                                        </p:attrNameLst>
                                      </p:cBhvr>
                                      <p:to>
                                        <p:strVal val="visible"/>
                                      </p:to>
                                    </p:set>
                                    <p:animEffect transition="in" filter="fade">
                                      <p:cBhvr>
                                        <p:cTn id="18" dur="500"/>
                                        <p:tgtEl>
                                          <p:spTgt spid="1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p:bldP spid="114" grpId="0"/>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rot="10800000">
            <a:off x="3773987" y="-17520"/>
            <a:ext cx="4340372" cy="5003177"/>
            <a:chOff x="4160164" y="1469775"/>
            <a:chExt cx="4340372" cy="5003177"/>
          </a:xfrm>
        </p:grpSpPr>
        <p:sp>
          <p:nvSpPr>
            <p:cNvPr id="58" name="TextBox 57"/>
            <p:cNvSpPr txBox="1">
              <a:spLocks/>
            </p:cNvSpPr>
            <p:nvPr/>
          </p:nvSpPr>
          <p:spPr>
            <a:xfrm rot="10800000" flipH="1">
              <a:off x="7637188" y="3805830"/>
              <a:ext cx="325730" cy="369332"/>
            </a:xfrm>
            <a:prstGeom prst="rect">
              <a:avLst/>
            </a:prstGeom>
            <a:noFill/>
          </p:spPr>
          <p:txBody>
            <a:bodyPr wrap="none" rtlCol="0">
              <a:spAutoFit/>
            </a:bodyPr>
            <a:lstStyle/>
            <a:p>
              <a:pPr fontAlgn="auto">
                <a:spcBef>
                  <a:spcPts val="0"/>
                </a:spcBef>
                <a:spcAft>
                  <a:spcPts val="0"/>
                </a:spcAft>
              </a:pPr>
              <a:r>
                <a:rPr lang="id-ID" b="1" dirty="0" smtClean="0">
                  <a:solidFill>
                    <a:srgbClr val="FFC000"/>
                  </a:solidFill>
                  <a:latin typeface="Diavlo Medium" panose="02000000000000000000" pitchFamily="50" charset="0"/>
                  <a:cs typeface="+mn-cs"/>
                </a:rPr>
                <a:t>5</a:t>
              </a:r>
              <a:endParaRPr lang="id-ID" b="1" dirty="0">
                <a:solidFill>
                  <a:srgbClr val="FFC000"/>
                </a:solidFill>
                <a:latin typeface="Diavlo Medium" panose="02000000000000000000" pitchFamily="50" charset="0"/>
                <a:cs typeface="+mn-cs"/>
              </a:endParaRPr>
            </a:p>
          </p:txBody>
        </p:sp>
        <p:sp>
          <p:nvSpPr>
            <p:cNvPr id="59" name="TextBox 58"/>
            <p:cNvSpPr txBox="1">
              <a:spLocks/>
            </p:cNvSpPr>
            <p:nvPr/>
          </p:nvSpPr>
          <p:spPr>
            <a:xfrm rot="10800000" flipH="1">
              <a:off x="7637188" y="2313705"/>
              <a:ext cx="328936" cy="369332"/>
            </a:xfrm>
            <a:prstGeom prst="rect">
              <a:avLst/>
            </a:prstGeom>
            <a:noFill/>
          </p:spPr>
          <p:txBody>
            <a:bodyPr wrap="none" rtlCol="0">
              <a:spAutoFit/>
            </a:bodyPr>
            <a:lstStyle/>
            <a:p>
              <a:pPr fontAlgn="auto">
                <a:spcBef>
                  <a:spcPts val="0"/>
                </a:spcBef>
                <a:spcAft>
                  <a:spcPts val="0"/>
                </a:spcAft>
              </a:pPr>
              <a:r>
                <a:rPr lang="id-ID" b="1" dirty="0" smtClean="0">
                  <a:solidFill>
                    <a:srgbClr val="4472C4"/>
                  </a:solidFill>
                  <a:latin typeface="Diavlo Medium" panose="02000000000000000000" pitchFamily="50" charset="0"/>
                  <a:cs typeface="+mn-cs"/>
                </a:rPr>
                <a:t>3</a:t>
              </a:r>
              <a:endParaRPr lang="id-ID" b="1" dirty="0">
                <a:solidFill>
                  <a:srgbClr val="4472C4"/>
                </a:solidFill>
                <a:latin typeface="Diavlo Medium" panose="02000000000000000000" pitchFamily="50" charset="0"/>
                <a:cs typeface="+mn-cs"/>
              </a:endParaRPr>
            </a:p>
          </p:txBody>
        </p:sp>
        <p:sp>
          <p:nvSpPr>
            <p:cNvPr id="62" name="TextBox 61"/>
            <p:cNvSpPr txBox="1">
              <a:spLocks/>
            </p:cNvSpPr>
            <p:nvPr/>
          </p:nvSpPr>
          <p:spPr>
            <a:xfrm rot="10800000" flipH="1">
              <a:off x="4288103" y="1578277"/>
              <a:ext cx="328936" cy="369332"/>
            </a:xfrm>
            <a:prstGeom prst="rect">
              <a:avLst/>
            </a:prstGeom>
            <a:noFill/>
          </p:spPr>
          <p:txBody>
            <a:bodyPr wrap="none" rtlCol="0">
              <a:spAutoFit/>
            </a:bodyPr>
            <a:lstStyle/>
            <a:p>
              <a:pPr fontAlgn="auto">
                <a:spcBef>
                  <a:spcPts val="0"/>
                </a:spcBef>
                <a:spcAft>
                  <a:spcPts val="0"/>
                </a:spcAft>
              </a:pPr>
              <a:r>
                <a:rPr lang="id-ID" b="1" dirty="0" smtClean="0">
                  <a:solidFill>
                    <a:srgbClr val="7030A0"/>
                  </a:solidFill>
                  <a:latin typeface="Diavlo Medium" panose="02000000000000000000" pitchFamily="50" charset="0"/>
                  <a:cs typeface="+mn-cs"/>
                </a:rPr>
                <a:t>2</a:t>
              </a:r>
              <a:endParaRPr lang="id-ID" b="1" dirty="0">
                <a:solidFill>
                  <a:srgbClr val="7030A0"/>
                </a:solidFill>
                <a:latin typeface="Diavlo Medium" panose="02000000000000000000" pitchFamily="50" charset="0"/>
                <a:cs typeface="+mn-cs"/>
              </a:endParaRPr>
            </a:p>
          </p:txBody>
        </p:sp>
        <p:grpSp>
          <p:nvGrpSpPr>
            <p:cNvPr id="69" name="Group 68"/>
            <p:cNvGrpSpPr/>
            <p:nvPr/>
          </p:nvGrpSpPr>
          <p:grpSpPr>
            <a:xfrm>
              <a:off x="4160164" y="1469775"/>
              <a:ext cx="1840101" cy="5003177"/>
              <a:chOff x="4160164" y="1469775"/>
              <a:chExt cx="1840101" cy="5003177"/>
            </a:xfrm>
          </p:grpSpPr>
          <p:grpSp>
            <p:nvGrpSpPr>
              <p:cNvPr id="70" name="Group 69"/>
              <p:cNvGrpSpPr/>
              <p:nvPr/>
            </p:nvGrpSpPr>
            <p:grpSpPr>
              <a:xfrm>
                <a:off x="4160164" y="1469775"/>
                <a:ext cx="1840101" cy="4294893"/>
                <a:chOff x="4160164" y="1469775"/>
                <a:chExt cx="1840101" cy="4294893"/>
              </a:xfrm>
            </p:grpSpPr>
            <p:sp>
              <p:nvSpPr>
                <p:cNvPr id="72" name="Freeform 71"/>
                <p:cNvSpPr>
                  <a:spLocks/>
                </p:cNvSpPr>
                <p:nvPr/>
              </p:nvSpPr>
              <p:spPr bwMode="auto">
                <a:xfrm rot="5400000" flipH="1">
                  <a:off x="5134195" y="4911882"/>
                  <a:ext cx="528675" cy="1176897"/>
                </a:xfrm>
                <a:custGeom>
                  <a:avLst/>
                  <a:gdLst>
                    <a:gd name="T0" fmla="*/ 199 w 199"/>
                    <a:gd name="T1" fmla="*/ 0 h 443"/>
                    <a:gd name="T2" fmla="*/ 0 w 199"/>
                    <a:gd name="T3" fmla="*/ 218 h 443"/>
                    <a:gd name="T4" fmla="*/ 0 w 199"/>
                    <a:gd name="T5" fmla="*/ 443 h 443"/>
                    <a:gd name="T6" fmla="*/ 199 w 199"/>
                    <a:gd name="T7" fmla="*/ 35 h 443"/>
                    <a:gd name="T8" fmla="*/ 199 w 199"/>
                    <a:gd name="T9" fmla="*/ 0 h 443"/>
                  </a:gdLst>
                  <a:ahLst/>
                  <a:cxnLst>
                    <a:cxn ang="0">
                      <a:pos x="T0" y="T1"/>
                    </a:cxn>
                    <a:cxn ang="0">
                      <a:pos x="T2" y="T3"/>
                    </a:cxn>
                    <a:cxn ang="0">
                      <a:pos x="T4" y="T5"/>
                    </a:cxn>
                    <a:cxn ang="0">
                      <a:pos x="T6" y="T7"/>
                    </a:cxn>
                    <a:cxn ang="0">
                      <a:pos x="T8" y="T9"/>
                    </a:cxn>
                  </a:cxnLst>
                  <a:rect l="0" t="0" r="r" b="b"/>
                  <a:pathLst>
                    <a:path w="199" h="443">
                      <a:moveTo>
                        <a:pt x="199" y="0"/>
                      </a:moveTo>
                      <a:lnTo>
                        <a:pt x="0" y="218"/>
                      </a:lnTo>
                      <a:lnTo>
                        <a:pt x="0" y="443"/>
                      </a:lnTo>
                      <a:lnTo>
                        <a:pt x="199" y="35"/>
                      </a:lnTo>
                      <a:lnTo>
                        <a:pt x="199" y="0"/>
                      </a:lnTo>
                      <a:close/>
                    </a:path>
                  </a:pathLst>
                </a:custGeom>
                <a:solidFill>
                  <a:srgbClr val="7030A0"/>
                </a:solidFill>
                <a:ln>
                  <a:noFill/>
                </a:ln>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prstClr val="black"/>
                    </a:solidFill>
                    <a:latin typeface="Calibri" panose="020F0502020204030204"/>
                    <a:cs typeface="+mn-cs"/>
                  </a:endParaRPr>
                </a:p>
              </p:txBody>
            </p:sp>
            <p:sp>
              <p:nvSpPr>
                <p:cNvPr id="73" name="Freeform 51"/>
                <p:cNvSpPr>
                  <a:spLocks/>
                </p:cNvSpPr>
                <p:nvPr/>
              </p:nvSpPr>
              <p:spPr bwMode="auto">
                <a:xfrm rot="5400000" flipH="1">
                  <a:off x="5552249" y="1640671"/>
                  <a:ext cx="382559" cy="504764"/>
                </a:xfrm>
                <a:custGeom>
                  <a:avLst/>
                  <a:gdLst>
                    <a:gd name="T0" fmla="*/ 61 w 61"/>
                    <a:gd name="T1" fmla="*/ 78 h 80"/>
                    <a:gd name="T2" fmla="*/ 4 w 61"/>
                    <a:gd name="T3" fmla="*/ 1 h 80"/>
                    <a:gd name="T4" fmla="*/ 0 w 61"/>
                    <a:gd name="T5" fmla="*/ 0 h 80"/>
                    <a:gd name="T6" fmla="*/ 0 w 61"/>
                    <a:gd name="T7" fmla="*/ 16 h 80"/>
                    <a:gd name="T8" fmla="*/ 3 w 61"/>
                    <a:gd name="T9" fmla="*/ 16 h 80"/>
                    <a:gd name="T10" fmla="*/ 46 w 61"/>
                    <a:gd name="T11" fmla="*/ 78 h 80"/>
                    <a:gd name="T12" fmla="*/ 46 w 61"/>
                    <a:gd name="T13" fmla="*/ 80 h 80"/>
                    <a:gd name="T14" fmla="*/ 61 w 61"/>
                    <a:gd name="T15" fmla="*/ 80 h 80"/>
                    <a:gd name="T16" fmla="*/ 61 w 61"/>
                    <a:gd name="T17" fmla="*/ 7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80">
                      <a:moveTo>
                        <a:pt x="61" y="78"/>
                      </a:moveTo>
                      <a:cubicBezTo>
                        <a:pt x="61" y="26"/>
                        <a:pt x="45" y="3"/>
                        <a:pt x="4" y="1"/>
                      </a:cubicBezTo>
                      <a:cubicBezTo>
                        <a:pt x="3" y="1"/>
                        <a:pt x="2" y="1"/>
                        <a:pt x="0" y="0"/>
                      </a:cubicBezTo>
                      <a:cubicBezTo>
                        <a:pt x="0" y="16"/>
                        <a:pt x="0" y="16"/>
                        <a:pt x="0" y="16"/>
                      </a:cubicBezTo>
                      <a:cubicBezTo>
                        <a:pt x="1" y="16"/>
                        <a:pt x="2" y="16"/>
                        <a:pt x="3" y="16"/>
                      </a:cubicBezTo>
                      <a:cubicBezTo>
                        <a:pt x="26" y="18"/>
                        <a:pt x="46" y="24"/>
                        <a:pt x="46" y="78"/>
                      </a:cubicBezTo>
                      <a:cubicBezTo>
                        <a:pt x="46" y="80"/>
                        <a:pt x="46" y="80"/>
                        <a:pt x="46" y="80"/>
                      </a:cubicBezTo>
                      <a:cubicBezTo>
                        <a:pt x="61" y="80"/>
                        <a:pt x="61" y="80"/>
                        <a:pt x="61" y="80"/>
                      </a:cubicBezTo>
                      <a:lnTo>
                        <a:pt x="61" y="78"/>
                      </a:lnTo>
                      <a:close/>
                    </a:path>
                  </a:pathLst>
                </a:custGeom>
                <a:solidFill>
                  <a:srgbClr val="7030A0"/>
                </a:solidFill>
                <a:ln>
                  <a:noFill/>
                </a:ln>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prstClr val="black"/>
                    </a:solidFill>
                    <a:latin typeface="Calibri" panose="020F0502020204030204"/>
                    <a:cs typeface="+mn-cs"/>
                  </a:endParaRPr>
                </a:p>
              </p:txBody>
            </p:sp>
            <p:sp>
              <p:nvSpPr>
                <p:cNvPr id="74" name="Freeform 52"/>
                <p:cNvSpPr>
                  <a:spLocks/>
                </p:cNvSpPr>
                <p:nvPr/>
              </p:nvSpPr>
              <p:spPr bwMode="auto">
                <a:xfrm rot="5400000" flipH="1">
                  <a:off x="4370407" y="3606139"/>
                  <a:ext cx="3153449" cy="106266"/>
                </a:xfrm>
                <a:custGeom>
                  <a:avLst/>
                  <a:gdLst>
                    <a:gd name="T0" fmla="*/ 0 w 501"/>
                    <a:gd name="T1" fmla="*/ 2 h 17"/>
                    <a:gd name="T2" fmla="*/ 0 w 501"/>
                    <a:gd name="T3" fmla="*/ 17 h 17"/>
                    <a:gd name="T4" fmla="*/ 501 w 501"/>
                    <a:gd name="T5" fmla="*/ 17 h 17"/>
                    <a:gd name="T6" fmla="*/ 501 w 501"/>
                    <a:gd name="T7" fmla="*/ 1 h 17"/>
                    <a:gd name="T8" fmla="*/ 0 w 501"/>
                    <a:gd name="T9" fmla="*/ 2 h 17"/>
                  </a:gdLst>
                  <a:ahLst/>
                  <a:cxnLst>
                    <a:cxn ang="0">
                      <a:pos x="T0" y="T1"/>
                    </a:cxn>
                    <a:cxn ang="0">
                      <a:pos x="T2" y="T3"/>
                    </a:cxn>
                    <a:cxn ang="0">
                      <a:pos x="T4" y="T5"/>
                    </a:cxn>
                    <a:cxn ang="0">
                      <a:pos x="T6" y="T7"/>
                    </a:cxn>
                    <a:cxn ang="0">
                      <a:pos x="T8" y="T9"/>
                    </a:cxn>
                  </a:cxnLst>
                  <a:rect l="0" t="0" r="r" b="b"/>
                  <a:pathLst>
                    <a:path w="501" h="17">
                      <a:moveTo>
                        <a:pt x="0" y="2"/>
                      </a:moveTo>
                      <a:cubicBezTo>
                        <a:pt x="0" y="17"/>
                        <a:pt x="0" y="17"/>
                        <a:pt x="0" y="17"/>
                      </a:cubicBezTo>
                      <a:cubicBezTo>
                        <a:pt x="4" y="17"/>
                        <a:pt x="447" y="15"/>
                        <a:pt x="501" y="17"/>
                      </a:cubicBezTo>
                      <a:cubicBezTo>
                        <a:pt x="501" y="1"/>
                        <a:pt x="501" y="1"/>
                        <a:pt x="501" y="1"/>
                      </a:cubicBezTo>
                      <a:cubicBezTo>
                        <a:pt x="443" y="0"/>
                        <a:pt x="18" y="2"/>
                        <a:pt x="0" y="2"/>
                      </a:cubicBezTo>
                      <a:close/>
                    </a:path>
                  </a:pathLst>
                </a:custGeom>
                <a:solidFill>
                  <a:srgbClr val="7030A0"/>
                </a:solidFill>
                <a:ln>
                  <a:noFill/>
                </a:ln>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prstClr val="black"/>
                    </a:solidFill>
                    <a:latin typeface="Calibri" panose="020F0502020204030204"/>
                    <a:cs typeface="+mn-cs"/>
                  </a:endParaRPr>
                </a:p>
              </p:txBody>
            </p:sp>
            <p:sp>
              <p:nvSpPr>
                <p:cNvPr id="75" name="Freeform 53"/>
                <p:cNvSpPr>
                  <a:spLocks noEditPoints="1"/>
                </p:cNvSpPr>
                <p:nvPr/>
              </p:nvSpPr>
              <p:spPr bwMode="auto">
                <a:xfrm rot="5400000" flipH="1">
                  <a:off x="4533424" y="1096515"/>
                  <a:ext cx="584464" cy="1330983"/>
                </a:xfrm>
                <a:custGeom>
                  <a:avLst/>
                  <a:gdLst>
                    <a:gd name="T0" fmla="*/ 56 w 93"/>
                    <a:gd name="T1" fmla="*/ 119 h 211"/>
                    <a:gd name="T2" fmla="*/ 56 w 93"/>
                    <a:gd name="T3" fmla="*/ 0 h 211"/>
                    <a:gd name="T4" fmla="*/ 41 w 93"/>
                    <a:gd name="T5" fmla="*/ 0 h 211"/>
                    <a:gd name="T6" fmla="*/ 41 w 93"/>
                    <a:gd name="T7" fmla="*/ 118 h 211"/>
                    <a:gd name="T8" fmla="*/ 0 w 93"/>
                    <a:gd name="T9" fmla="*/ 164 h 211"/>
                    <a:gd name="T10" fmla="*/ 46 w 93"/>
                    <a:gd name="T11" fmla="*/ 211 h 211"/>
                    <a:gd name="T12" fmla="*/ 93 w 93"/>
                    <a:gd name="T13" fmla="*/ 164 h 211"/>
                    <a:gd name="T14" fmla="*/ 56 w 93"/>
                    <a:gd name="T15" fmla="*/ 119 h 211"/>
                    <a:gd name="T16" fmla="*/ 46 w 93"/>
                    <a:gd name="T17" fmla="*/ 191 h 211"/>
                    <a:gd name="T18" fmla="*/ 19 w 93"/>
                    <a:gd name="T19" fmla="*/ 164 h 211"/>
                    <a:gd name="T20" fmla="*/ 46 w 93"/>
                    <a:gd name="T21" fmla="*/ 137 h 211"/>
                    <a:gd name="T22" fmla="*/ 74 w 93"/>
                    <a:gd name="T23" fmla="*/ 164 h 211"/>
                    <a:gd name="T24" fmla="*/ 46 w 93"/>
                    <a:gd name="T25" fmla="*/ 191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3" h="211">
                      <a:moveTo>
                        <a:pt x="56" y="119"/>
                      </a:moveTo>
                      <a:cubicBezTo>
                        <a:pt x="56" y="0"/>
                        <a:pt x="56" y="0"/>
                        <a:pt x="56" y="0"/>
                      </a:cubicBezTo>
                      <a:cubicBezTo>
                        <a:pt x="41" y="0"/>
                        <a:pt x="41" y="0"/>
                        <a:pt x="41" y="0"/>
                      </a:cubicBezTo>
                      <a:cubicBezTo>
                        <a:pt x="41" y="118"/>
                        <a:pt x="41" y="118"/>
                        <a:pt x="41" y="118"/>
                      </a:cubicBezTo>
                      <a:cubicBezTo>
                        <a:pt x="18" y="121"/>
                        <a:pt x="0" y="141"/>
                        <a:pt x="0" y="164"/>
                      </a:cubicBezTo>
                      <a:cubicBezTo>
                        <a:pt x="0" y="190"/>
                        <a:pt x="21" y="211"/>
                        <a:pt x="46" y="211"/>
                      </a:cubicBezTo>
                      <a:cubicBezTo>
                        <a:pt x="72" y="211"/>
                        <a:pt x="93" y="190"/>
                        <a:pt x="93" y="164"/>
                      </a:cubicBezTo>
                      <a:cubicBezTo>
                        <a:pt x="93" y="142"/>
                        <a:pt x="77" y="123"/>
                        <a:pt x="56" y="119"/>
                      </a:cubicBezTo>
                      <a:close/>
                      <a:moveTo>
                        <a:pt x="46" y="191"/>
                      </a:moveTo>
                      <a:cubicBezTo>
                        <a:pt x="31" y="191"/>
                        <a:pt x="19" y="179"/>
                        <a:pt x="19" y="164"/>
                      </a:cubicBezTo>
                      <a:cubicBezTo>
                        <a:pt x="19" y="149"/>
                        <a:pt x="31" y="137"/>
                        <a:pt x="46" y="137"/>
                      </a:cubicBezTo>
                      <a:cubicBezTo>
                        <a:pt x="61" y="137"/>
                        <a:pt x="74" y="149"/>
                        <a:pt x="74" y="164"/>
                      </a:cubicBezTo>
                      <a:cubicBezTo>
                        <a:pt x="74" y="179"/>
                        <a:pt x="61" y="191"/>
                        <a:pt x="46" y="191"/>
                      </a:cubicBezTo>
                      <a:close/>
                    </a:path>
                  </a:pathLst>
                </a:custGeom>
                <a:solidFill>
                  <a:srgbClr val="7030A0"/>
                </a:solidFill>
                <a:ln>
                  <a:noFill/>
                </a:ln>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prstClr val="black"/>
                    </a:solidFill>
                    <a:latin typeface="Calibri" panose="020F0502020204030204"/>
                    <a:cs typeface="+mn-cs"/>
                  </a:endParaRPr>
                </a:p>
              </p:txBody>
            </p:sp>
          </p:grpSp>
          <p:sp>
            <p:nvSpPr>
              <p:cNvPr id="71" name="Rectangle 41"/>
              <p:cNvSpPr>
                <a:spLocks noChangeAspect="1" noChangeArrowheads="1"/>
              </p:cNvSpPr>
              <p:nvPr/>
            </p:nvSpPr>
            <p:spPr bwMode="auto">
              <a:xfrm flipH="1">
                <a:off x="4780856" y="5763239"/>
                <a:ext cx="626974" cy="709713"/>
              </a:xfrm>
              <a:prstGeom prst="rect">
                <a:avLst/>
              </a:prstGeom>
              <a:solidFill>
                <a:srgbClr val="7030A0"/>
              </a:solidFill>
              <a:ln>
                <a:noFill/>
              </a:ln>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prstClr val="black"/>
                  </a:solidFill>
                  <a:latin typeface="Calibri" panose="020F0502020204030204"/>
                  <a:cs typeface="+mn-cs"/>
                </a:endParaRPr>
              </a:p>
            </p:txBody>
          </p:sp>
        </p:grpSp>
        <p:grpSp>
          <p:nvGrpSpPr>
            <p:cNvPr id="82" name="Group 81"/>
            <p:cNvGrpSpPr/>
            <p:nvPr/>
          </p:nvGrpSpPr>
          <p:grpSpPr>
            <a:xfrm>
              <a:off x="6271243" y="2209195"/>
              <a:ext cx="1824250" cy="4263184"/>
              <a:chOff x="6271243" y="2209195"/>
              <a:chExt cx="1824250" cy="4263184"/>
            </a:xfrm>
          </p:grpSpPr>
          <p:sp>
            <p:nvSpPr>
              <p:cNvPr id="83" name="Freeform 82"/>
              <p:cNvSpPr>
                <a:spLocks/>
              </p:cNvSpPr>
              <p:nvPr/>
            </p:nvSpPr>
            <p:spPr bwMode="auto">
              <a:xfrm rot="5400000" flipH="1">
                <a:off x="6596682" y="4910554"/>
                <a:ext cx="528675" cy="1179554"/>
              </a:xfrm>
              <a:custGeom>
                <a:avLst/>
                <a:gdLst>
                  <a:gd name="T0" fmla="*/ 199 w 199"/>
                  <a:gd name="T1" fmla="*/ 408 h 444"/>
                  <a:gd name="T2" fmla="*/ 0 w 199"/>
                  <a:gd name="T3" fmla="*/ 0 h 444"/>
                  <a:gd name="T4" fmla="*/ 0 w 199"/>
                  <a:gd name="T5" fmla="*/ 228 h 444"/>
                  <a:gd name="T6" fmla="*/ 199 w 199"/>
                  <a:gd name="T7" fmla="*/ 444 h 444"/>
                  <a:gd name="T8" fmla="*/ 199 w 199"/>
                  <a:gd name="T9" fmla="*/ 408 h 444"/>
                </a:gdLst>
                <a:ahLst/>
                <a:cxnLst>
                  <a:cxn ang="0">
                    <a:pos x="T0" y="T1"/>
                  </a:cxn>
                  <a:cxn ang="0">
                    <a:pos x="T2" y="T3"/>
                  </a:cxn>
                  <a:cxn ang="0">
                    <a:pos x="T4" y="T5"/>
                  </a:cxn>
                  <a:cxn ang="0">
                    <a:pos x="T6" y="T7"/>
                  </a:cxn>
                  <a:cxn ang="0">
                    <a:pos x="T8" y="T9"/>
                  </a:cxn>
                </a:cxnLst>
                <a:rect l="0" t="0" r="r" b="b"/>
                <a:pathLst>
                  <a:path w="199" h="444">
                    <a:moveTo>
                      <a:pt x="199" y="408"/>
                    </a:moveTo>
                    <a:lnTo>
                      <a:pt x="0" y="0"/>
                    </a:lnTo>
                    <a:lnTo>
                      <a:pt x="0" y="228"/>
                    </a:lnTo>
                    <a:lnTo>
                      <a:pt x="199" y="444"/>
                    </a:lnTo>
                    <a:lnTo>
                      <a:pt x="199" y="408"/>
                    </a:lnTo>
                    <a:close/>
                  </a:path>
                </a:pathLst>
              </a:custGeom>
              <a:solidFill>
                <a:schemeClr val="accent5"/>
              </a:solidFill>
              <a:ln>
                <a:noFill/>
              </a:ln>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prstClr val="black"/>
                  </a:solidFill>
                  <a:latin typeface="Calibri" panose="020F0502020204030204"/>
                  <a:cs typeface="+mn-cs"/>
                </a:endParaRPr>
              </a:p>
            </p:txBody>
          </p:sp>
          <p:sp>
            <p:nvSpPr>
              <p:cNvPr id="84" name="Rectangle 45"/>
              <p:cNvSpPr>
                <a:spLocks noChangeArrowheads="1"/>
              </p:cNvSpPr>
              <p:nvPr/>
            </p:nvSpPr>
            <p:spPr bwMode="auto">
              <a:xfrm rot="5400000" flipH="1">
                <a:off x="5123568" y="3992682"/>
                <a:ext cx="2390989" cy="95639"/>
              </a:xfrm>
              <a:prstGeom prst="rect">
                <a:avLst/>
              </a:prstGeom>
              <a:solidFill>
                <a:schemeClr val="accent5"/>
              </a:solidFill>
              <a:ln>
                <a:noFill/>
              </a:ln>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prstClr val="black"/>
                  </a:solidFill>
                  <a:latin typeface="Calibri" panose="020F0502020204030204"/>
                  <a:cs typeface="+mn-cs"/>
                </a:endParaRPr>
              </a:p>
            </p:txBody>
          </p:sp>
          <p:sp>
            <p:nvSpPr>
              <p:cNvPr id="85" name="Freeform 46"/>
              <p:cNvSpPr>
                <a:spLocks/>
              </p:cNvSpPr>
              <p:nvPr/>
            </p:nvSpPr>
            <p:spPr bwMode="auto">
              <a:xfrm rot="5400000" flipH="1">
                <a:off x="6316863" y="2410644"/>
                <a:ext cx="390529" cy="478198"/>
              </a:xfrm>
              <a:custGeom>
                <a:avLst/>
                <a:gdLst>
                  <a:gd name="T0" fmla="*/ 46 w 62"/>
                  <a:gd name="T1" fmla="*/ 0 h 76"/>
                  <a:gd name="T2" fmla="*/ 46 w 62"/>
                  <a:gd name="T3" fmla="*/ 0 h 76"/>
                  <a:gd name="T4" fmla="*/ 1 w 62"/>
                  <a:gd name="T5" fmla="*/ 61 h 76"/>
                  <a:gd name="T6" fmla="*/ 0 w 62"/>
                  <a:gd name="T7" fmla="*/ 61 h 76"/>
                  <a:gd name="T8" fmla="*/ 0 w 62"/>
                  <a:gd name="T9" fmla="*/ 76 h 76"/>
                  <a:gd name="T10" fmla="*/ 1 w 62"/>
                  <a:gd name="T11" fmla="*/ 76 h 76"/>
                  <a:gd name="T12" fmla="*/ 62 w 62"/>
                  <a:gd name="T13" fmla="*/ 0 h 76"/>
                  <a:gd name="T14" fmla="*/ 62 w 62"/>
                  <a:gd name="T15" fmla="*/ 0 h 76"/>
                  <a:gd name="T16" fmla="*/ 46 w 62"/>
                  <a:gd name="T17"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 h="76">
                    <a:moveTo>
                      <a:pt x="46" y="0"/>
                    </a:moveTo>
                    <a:cubicBezTo>
                      <a:pt x="46" y="0"/>
                      <a:pt x="46" y="0"/>
                      <a:pt x="46" y="0"/>
                    </a:cubicBezTo>
                    <a:cubicBezTo>
                      <a:pt x="46" y="55"/>
                      <a:pt x="14" y="61"/>
                      <a:pt x="1" y="61"/>
                    </a:cubicBezTo>
                    <a:cubicBezTo>
                      <a:pt x="0" y="61"/>
                      <a:pt x="0" y="61"/>
                      <a:pt x="0" y="61"/>
                    </a:cubicBezTo>
                    <a:cubicBezTo>
                      <a:pt x="0" y="76"/>
                      <a:pt x="0" y="76"/>
                      <a:pt x="0" y="76"/>
                    </a:cubicBezTo>
                    <a:cubicBezTo>
                      <a:pt x="1" y="76"/>
                      <a:pt x="1" y="76"/>
                      <a:pt x="1" y="76"/>
                    </a:cubicBezTo>
                    <a:cubicBezTo>
                      <a:pt x="38" y="76"/>
                      <a:pt x="62" y="47"/>
                      <a:pt x="62" y="0"/>
                    </a:cubicBezTo>
                    <a:cubicBezTo>
                      <a:pt x="62" y="0"/>
                      <a:pt x="62" y="0"/>
                      <a:pt x="62" y="0"/>
                    </a:cubicBezTo>
                    <a:lnTo>
                      <a:pt x="46" y="0"/>
                    </a:lnTo>
                    <a:close/>
                  </a:path>
                </a:pathLst>
              </a:custGeom>
              <a:solidFill>
                <a:schemeClr val="accent5"/>
              </a:solidFill>
              <a:ln>
                <a:noFill/>
              </a:ln>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prstClr val="black"/>
                  </a:solidFill>
                  <a:latin typeface="Calibri" panose="020F0502020204030204"/>
                  <a:cs typeface="+mn-cs"/>
                </a:endParaRPr>
              </a:p>
            </p:txBody>
          </p:sp>
          <p:sp>
            <p:nvSpPr>
              <p:cNvPr id="86" name="Freeform 47"/>
              <p:cNvSpPr>
                <a:spLocks noEditPoints="1"/>
              </p:cNvSpPr>
              <p:nvPr/>
            </p:nvSpPr>
            <p:spPr bwMode="auto">
              <a:xfrm rot="5400000" flipH="1">
                <a:off x="7133784" y="1826637"/>
                <a:ext cx="579151" cy="1344267"/>
              </a:xfrm>
              <a:custGeom>
                <a:avLst/>
                <a:gdLst>
                  <a:gd name="T0" fmla="*/ 53 w 92"/>
                  <a:gd name="T1" fmla="*/ 93 h 213"/>
                  <a:gd name="T2" fmla="*/ 92 w 92"/>
                  <a:gd name="T3" fmla="*/ 47 h 213"/>
                  <a:gd name="T4" fmla="*/ 46 w 92"/>
                  <a:gd name="T5" fmla="*/ 0 h 213"/>
                  <a:gd name="T6" fmla="*/ 0 w 92"/>
                  <a:gd name="T7" fmla="*/ 47 h 213"/>
                  <a:gd name="T8" fmla="*/ 37 w 92"/>
                  <a:gd name="T9" fmla="*/ 92 h 213"/>
                  <a:gd name="T10" fmla="*/ 37 w 92"/>
                  <a:gd name="T11" fmla="*/ 213 h 213"/>
                  <a:gd name="T12" fmla="*/ 53 w 92"/>
                  <a:gd name="T13" fmla="*/ 213 h 213"/>
                  <a:gd name="T14" fmla="*/ 53 w 92"/>
                  <a:gd name="T15" fmla="*/ 93 h 213"/>
                  <a:gd name="T16" fmla="*/ 19 w 92"/>
                  <a:gd name="T17" fmla="*/ 47 h 213"/>
                  <a:gd name="T18" fmla="*/ 46 w 92"/>
                  <a:gd name="T19" fmla="*/ 19 h 213"/>
                  <a:gd name="T20" fmla="*/ 73 w 92"/>
                  <a:gd name="T21" fmla="*/ 47 h 213"/>
                  <a:gd name="T22" fmla="*/ 46 w 92"/>
                  <a:gd name="T23" fmla="*/ 74 h 213"/>
                  <a:gd name="T24" fmla="*/ 19 w 92"/>
                  <a:gd name="T25" fmla="*/ 47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2" h="213">
                    <a:moveTo>
                      <a:pt x="53" y="93"/>
                    </a:moveTo>
                    <a:cubicBezTo>
                      <a:pt x="75" y="89"/>
                      <a:pt x="92" y="70"/>
                      <a:pt x="92" y="47"/>
                    </a:cubicBezTo>
                    <a:cubicBezTo>
                      <a:pt x="92" y="21"/>
                      <a:pt x="72" y="0"/>
                      <a:pt x="46" y="0"/>
                    </a:cubicBezTo>
                    <a:cubicBezTo>
                      <a:pt x="20" y="0"/>
                      <a:pt x="0" y="21"/>
                      <a:pt x="0" y="47"/>
                    </a:cubicBezTo>
                    <a:cubicBezTo>
                      <a:pt x="0" y="69"/>
                      <a:pt x="16" y="88"/>
                      <a:pt x="37" y="92"/>
                    </a:cubicBezTo>
                    <a:cubicBezTo>
                      <a:pt x="37" y="213"/>
                      <a:pt x="37" y="213"/>
                      <a:pt x="37" y="213"/>
                    </a:cubicBezTo>
                    <a:cubicBezTo>
                      <a:pt x="53" y="213"/>
                      <a:pt x="53" y="213"/>
                      <a:pt x="53" y="213"/>
                    </a:cubicBezTo>
                    <a:lnTo>
                      <a:pt x="53" y="93"/>
                    </a:lnTo>
                    <a:close/>
                    <a:moveTo>
                      <a:pt x="19" y="47"/>
                    </a:moveTo>
                    <a:cubicBezTo>
                      <a:pt x="19" y="32"/>
                      <a:pt x="31" y="19"/>
                      <a:pt x="46" y="19"/>
                    </a:cubicBezTo>
                    <a:cubicBezTo>
                      <a:pt x="61" y="19"/>
                      <a:pt x="73" y="32"/>
                      <a:pt x="73" y="47"/>
                    </a:cubicBezTo>
                    <a:cubicBezTo>
                      <a:pt x="73" y="62"/>
                      <a:pt x="61" y="74"/>
                      <a:pt x="46" y="74"/>
                    </a:cubicBezTo>
                    <a:cubicBezTo>
                      <a:pt x="31" y="74"/>
                      <a:pt x="19" y="62"/>
                      <a:pt x="19" y="47"/>
                    </a:cubicBezTo>
                    <a:close/>
                  </a:path>
                </a:pathLst>
              </a:custGeom>
              <a:solidFill>
                <a:schemeClr val="accent5"/>
              </a:solidFill>
              <a:ln>
                <a:noFill/>
              </a:ln>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prstClr val="black"/>
                  </a:solidFill>
                  <a:latin typeface="Calibri" panose="020F0502020204030204"/>
                  <a:cs typeface="+mn-cs"/>
                </a:endParaRPr>
              </a:p>
            </p:txBody>
          </p:sp>
          <p:sp>
            <p:nvSpPr>
              <p:cNvPr id="87" name="Rectangle 41"/>
              <p:cNvSpPr>
                <a:spLocks noChangeAspect="1" noChangeArrowheads="1"/>
              </p:cNvSpPr>
              <p:nvPr/>
            </p:nvSpPr>
            <p:spPr bwMode="auto">
              <a:xfrm flipH="1">
                <a:off x="6845079" y="5762666"/>
                <a:ext cx="626974" cy="709713"/>
              </a:xfrm>
              <a:prstGeom prst="rect">
                <a:avLst/>
              </a:prstGeom>
              <a:solidFill>
                <a:schemeClr val="accent5"/>
              </a:solidFill>
              <a:ln>
                <a:noFill/>
              </a:ln>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prstClr val="black"/>
                  </a:solidFill>
                  <a:latin typeface="Calibri" panose="020F0502020204030204"/>
                  <a:cs typeface="+mn-cs"/>
                </a:endParaRPr>
              </a:p>
            </p:txBody>
          </p:sp>
        </p:grpSp>
        <p:grpSp>
          <p:nvGrpSpPr>
            <p:cNvPr id="88" name="Group 87"/>
            <p:cNvGrpSpPr/>
            <p:nvPr/>
          </p:nvGrpSpPr>
          <p:grpSpPr>
            <a:xfrm>
              <a:off x="6449239" y="3698665"/>
              <a:ext cx="2051297" cy="2759391"/>
              <a:chOff x="6449239" y="3698665"/>
              <a:chExt cx="2051297" cy="2759391"/>
            </a:xfrm>
          </p:grpSpPr>
          <p:sp>
            <p:nvSpPr>
              <p:cNvPr id="89" name="Freeform 88"/>
              <p:cNvSpPr>
                <a:spLocks/>
              </p:cNvSpPr>
              <p:nvPr/>
            </p:nvSpPr>
            <p:spPr bwMode="auto">
              <a:xfrm rot="5400000" flipH="1">
                <a:off x="7205057" y="4485491"/>
                <a:ext cx="510077" cy="2021713"/>
              </a:xfrm>
              <a:custGeom>
                <a:avLst/>
                <a:gdLst>
                  <a:gd name="T0" fmla="*/ 192 w 192"/>
                  <a:gd name="T1" fmla="*/ 724 h 761"/>
                  <a:gd name="T2" fmla="*/ 0 w 192"/>
                  <a:gd name="T3" fmla="*/ 0 h 761"/>
                  <a:gd name="T4" fmla="*/ 0 w 192"/>
                  <a:gd name="T5" fmla="*/ 223 h 761"/>
                  <a:gd name="T6" fmla="*/ 192 w 192"/>
                  <a:gd name="T7" fmla="*/ 761 h 761"/>
                  <a:gd name="T8" fmla="*/ 192 w 192"/>
                  <a:gd name="T9" fmla="*/ 724 h 761"/>
                </a:gdLst>
                <a:ahLst/>
                <a:cxnLst>
                  <a:cxn ang="0">
                    <a:pos x="T0" y="T1"/>
                  </a:cxn>
                  <a:cxn ang="0">
                    <a:pos x="T2" y="T3"/>
                  </a:cxn>
                  <a:cxn ang="0">
                    <a:pos x="T4" y="T5"/>
                  </a:cxn>
                  <a:cxn ang="0">
                    <a:pos x="T6" y="T7"/>
                  </a:cxn>
                  <a:cxn ang="0">
                    <a:pos x="T8" y="T9"/>
                  </a:cxn>
                </a:cxnLst>
                <a:rect l="0" t="0" r="r" b="b"/>
                <a:pathLst>
                  <a:path w="192" h="761">
                    <a:moveTo>
                      <a:pt x="192" y="724"/>
                    </a:moveTo>
                    <a:lnTo>
                      <a:pt x="0" y="0"/>
                    </a:lnTo>
                    <a:lnTo>
                      <a:pt x="0" y="223"/>
                    </a:lnTo>
                    <a:lnTo>
                      <a:pt x="192" y="761"/>
                    </a:lnTo>
                    <a:lnTo>
                      <a:pt x="192" y="724"/>
                    </a:lnTo>
                    <a:close/>
                  </a:path>
                </a:pathLst>
              </a:custGeom>
              <a:solidFill>
                <a:schemeClr val="accent4"/>
              </a:solidFill>
              <a:ln>
                <a:noFill/>
              </a:ln>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prstClr val="black"/>
                  </a:solidFill>
                  <a:latin typeface="Calibri" panose="020F0502020204030204"/>
                  <a:cs typeface="+mn-cs"/>
                </a:endParaRPr>
              </a:p>
            </p:txBody>
          </p:sp>
          <p:sp>
            <p:nvSpPr>
              <p:cNvPr id="90" name="Rectangle 42"/>
              <p:cNvSpPr>
                <a:spLocks noChangeArrowheads="1"/>
              </p:cNvSpPr>
              <p:nvPr/>
            </p:nvSpPr>
            <p:spPr bwMode="auto">
              <a:xfrm rot="5400000" flipH="1">
                <a:off x="6064023" y="4757798"/>
                <a:ext cx="868727" cy="98295"/>
              </a:xfrm>
              <a:prstGeom prst="rect">
                <a:avLst/>
              </a:prstGeom>
              <a:solidFill>
                <a:schemeClr val="accent4"/>
              </a:solidFill>
              <a:ln>
                <a:noFill/>
              </a:ln>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prstClr val="black"/>
                  </a:solidFill>
                  <a:latin typeface="Calibri" panose="020F0502020204030204"/>
                  <a:cs typeface="+mn-cs"/>
                </a:endParaRPr>
              </a:p>
            </p:txBody>
          </p:sp>
          <p:sp>
            <p:nvSpPr>
              <p:cNvPr id="91" name="Freeform 43"/>
              <p:cNvSpPr>
                <a:spLocks noEditPoints="1"/>
              </p:cNvSpPr>
              <p:nvPr/>
            </p:nvSpPr>
            <p:spPr bwMode="auto">
              <a:xfrm rot="5400000" flipH="1">
                <a:off x="7220997" y="3410418"/>
                <a:ext cx="584464" cy="1160957"/>
              </a:xfrm>
              <a:custGeom>
                <a:avLst/>
                <a:gdLst>
                  <a:gd name="T0" fmla="*/ 51 w 93"/>
                  <a:gd name="T1" fmla="*/ 93 h 184"/>
                  <a:gd name="T2" fmla="*/ 93 w 93"/>
                  <a:gd name="T3" fmla="*/ 47 h 184"/>
                  <a:gd name="T4" fmla="*/ 46 w 93"/>
                  <a:gd name="T5" fmla="*/ 0 h 184"/>
                  <a:gd name="T6" fmla="*/ 0 w 93"/>
                  <a:gd name="T7" fmla="*/ 47 h 184"/>
                  <a:gd name="T8" fmla="*/ 36 w 93"/>
                  <a:gd name="T9" fmla="*/ 92 h 184"/>
                  <a:gd name="T10" fmla="*/ 36 w 93"/>
                  <a:gd name="T11" fmla="*/ 184 h 184"/>
                  <a:gd name="T12" fmla="*/ 51 w 93"/>
                  <a:gd name="T13" fmla="*/ 184 h 184"/>
                  <a:gd name="T14" fmla="*/ 51 w 93"/>
                  <a:gd name="T15" fmla="*/ 93 h 184"/>
                  <a:gd name="T16" fmla="*/ 19 w 93"/>
                  <a:gd name="T17" fmla="*/ 47 h 184"/>
                  <a:gd name="T18" fmla="*/ 46 w 93"/>
                  <a:gd name="T19" fmla="*/ 19 h 184"/>
                  <a:gd name="T20" fmla="*/ 74 w 93"/>
                  <a:gd name="T21" fmla="*/ 47 h 184"/>
                  <a:gd name="T22" fmla="*/ 46 w 93"/>
                  <a:gd name="T23" fmla="*/ 74 h 184"/>
                  <a:gd name="T24" fmla="*/ 19 w 93"/>
                  <a:gd name="T25" fmla="*/ 47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3" h="184">
                    <a:moveTo>
                      <a:pt x="51" y="93"/>
                    </a:moveTo>
                    <a:cubicBezTo>
                      <a:pt x="75" y="90"/>
                      <a:pt x="93" y="71"/>
                      <a:pt x="93" y="47"/>
                    </a:cubicBezTo>
                    <a:cubicBezTo>
                      <a:pt x="93" y="21"/>
                      <a:pt x="72" y="0"/>
                      <a:pt x="46" y="0"/>
                    </a:cubicBezTo>
                    <a:cubicBezTo>
                      <a:pt x="21" y="0"/>
                      <a:pt x="0" y="21"/>
                      <a:pt x="0" y="47"/>
                    </a:cubicBezTo>
                    <a:cubicBezTo>
                      <a:pt x="0" y="69"/>
                      <a:pt x="15" y="87"/>
                      <a:pt x="36" y="92"/>
                    </a:cubicBezTo>
                    <a:cubicBezTo>
                      <a:pt x="36" y="184"/>
                      <a:pt x="36" y="184"/>
                      <a:pt x="36" y="184"/>
                    </a:cubicBezTo>
                    <a:cubicBezTo>
                      <a:pt x="51" y="184"/>
                      <a:pt x="51" y="184"/>
                      <a:pt x="51" y="184"/>
                    </a:cubicBezTo>
                    <a:lnTo>
                      <a:pt x="51" y="93"/>
                    </a:lnTo>
                    <a:close/>
                    <a:moveTo>
                      <a:pt x="19" y="47"/>
                    </a:moveTo>
                    <a:cubicBezTo>
                      <a:pt x="19" y="32"/>
                      <a:pt x="31" y="19"/>
                      <a:pt x="46" y="19"/>
                    </a:cubicBezTo>
                    <a:cubicBezTo>
                      <a:pt x="61" y="19"/>
                      <a:pt x="74" y="32"/>
                      <a:pt x="74" y="47"/>
                    </a:cubicBezTo>
                    <a:cubicBezTo>
                      <a:pt x="74" y="62"/>
                      <a:pt x="61" y="74"/>
                      <a:pt x="46" y="74"/>
                    </a:cubicBezTo>
                    <a:cubicBezTo>
                      <a:pt x="31" y="74"/>
                      <a:pt x="19" y="62"/>
                      <a:pt x="19" y="47"/>
                    </a:cubicBezTo>
                    <a:close/>
                  </a:path>
                </a:pathLst>
              </a:custGeom>
              <a:solidFill>
                <a:schemeClr val="accent4"/>
              </a:solidFill>
              <a:ln>
                <a:noFill/>
              </a:ln>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prstClr val="black"/>
                  </a:solidFill>
                  <a:latin typeface="Calibri" panose="020F0502020204030204"/>
                  <a:cs typeface="+mn-cs"/>
                </a:endParaRPr>
              </a:p>
            </p:txBody>
          </p:sp>
          <p:sp>
            <p:nvSpPr>
              <p:cNvPr id="92" name="Freeform 44"/>
              <p:cNvSpPr>
                <a:spLocks/>
              </p:cNvSpPr>
              <p:nvPr/>
            </p:nvSpPr>
            <p:spPr bwMode="auto">
              <a:xfrm rot="5400000" flipH="1">
                <a:off x="6486432" y="3926264"/>
                <a:ext cx="409125" cy="483511"/>
              </a:xfrm>
              <a:custGeom>
                <a:avLst/>
                <a:gdLst>
                  <a:gd name="T0" fmla="*/ 50 w 65"/>
                  <a:gd name="T1" fmla="*/ 0 h 77"/>
                  <a:gd name="T2" fmla="*/ 50 w 65"/>
                  <a:gd name="T3" fmla="*/ 0 h 77"/>
                  <a:gd name="T4" fmla="*/ 2 w 65"/>
                  <a:gd name="T5" fmla="*/ 61 h 77"/>
                  <a:gd name="T6" fmla="*/ 0 w 65"/>
                  <a:gd name="T7" fmla="*/ 61 h 77"/>
                  <a:gd name="T8" fmla="*/ 0 w 65"/>
                  <a:gd name="T9" fmla="*/ 77 h 77"/>
                  <a:gd name="T10" fmla="*/ 2 w 65"/>
                  <a:gd name="T11" fmla="*/ 77 h 77"/>
                  <a:gd name="T12" fmla="*/ 43 w 65"/>
                  <a:gd name="T13" fmla="*/ 63 h 77"/>
                  <a:gd name="T14" fmla="*/ 65 w 65"/>
                  <a:gd name="T15" fmla="*/ 0 h 77"/>
                  <a:gd name="T16" fmla="*/ 65 w 65"/>
                  <a:gd name="T17" fmla="*/ 0 h 77"/>
                  <a:gd name="T18" fmla="*/ 50 w 65"/>
                  <a:gd name="T19"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77">
                    <a:moveTo>
                      <a:pt x="50" y="0"/>
                    </a:moveTo>
                    <a:cubicBezTo>
                      <a:pt x="50" y="0"/>
                      <a:pt x="50" y="0"/>
                      <a:pt x="50" y="0"/>
                    </a:cubicBezTo>
                    <a:cubicBezTo>
                      <a:pt x="50" y="23"/>
                      <a:pt x="44" y="61"/>
                      <a:pt x="2" y="61"/>
                    </a:cubicBezTo>
                    <a:cubicBezTo>
                      <a:pt x="0" y="61"/>
                      <a:pt x="0" y="61"/>
                      <a:pt x="0" y="61"/>
                    </a:cubicBezTo>
                    <a:cubicBezTo>
                      <a:pt x="0" y="77"/>
                      <a:pt x="0" y="77"/>
                      <a:pt x="0" y="77"/>
                    </a:cubicBezTo>
                    <a:cubicBezTo>
                      <a:pt x="2" y="77"/>
                      <a:pt x="2" y="77"/>
                      <a:pt x="2" y="77"/>
                    </a:cubicBezTo>
                    <a:cubicBezTo>
                      <a:pt x="13" y="77"/>
                      <a:pt x="29" y="75"/>
                      <a:pt x="43" y="63"/>
                    </a:cubicBezTo>
                    <a:cubicBezTo>
                      <a:pt x="58" y="50"/>
                      <a:pt x="65" y="29"/>
                      <a:pt x="65" y="0"/>
                    </a:cubicBezTo>
                    <a:cubicBezTo>
                      <a:pt x="65" y="0"/>
                      <a:pt x="65" y="0"/>
                      <a:pt x="65" y="0"/>
                    </a:cubicBezTo>
                    <a:lnTo>
                      <a:pt x="50" y="0"/>
                    </a:lnTo>
                    <a:close/>
                  </a:path>
                </a:pathLst>
              </a:custGeom>
              <a:solidFill>
                <a:schemeClr val="accent4"/>
              </a:solidFill>
              <a:ln>
                <a:noFill/>
              </a:ln>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prstClr val="black"/>
                  </a:solidFill>
                  <a:latin typeface="Calibri" panose="020F0502020204030204"/>
                  <a:cs typeface="+mn-cs"/>
                </a:endParaRPr>
              </a:p>
            </p:txBody>
          </p:sp>
          <p:sp>
            <p:nvSpPr>
              <p:cNvPr id="93" name="Rectangle 41"/>
              <p:cNvSpPr>
                <a:spLocks noChangeAspect="1" noChangeArrowheads="1"/>
              </p:cNvSpPr>
              <p:nvPr/>
            </p:nvSpPr>
            <p:spPr bwMode="auto">
              <a:xfrm flipH="1">
                <a:off x="7873562" y="5748343"/>
                <a:ext cx="626974" cy="709713"/>
              </a:xfrm>
              <a:prstGeom prst="rect">
                <a:avLst/>
              </a:prstGeom>
              <a:solidFill>
                <a:schemeClr val="accent4"/>
              </a:solidFill>
              <a:ln>
                <a:noFill/>
              </a:ln>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prstClr val="black"/>
                  </a:solidFill>
                  <a:latin typeface="Calibri" panose="020F0502020204030204"/>
                  <a:cs typeface="+mn-cs"/>
                </a:endParaRPr>
              </a:p>
            </p:txBody>
          </p:sp>
        </p:grpSp>
      </p:grpSp>
      <p:sp>
        <p:nvSpPr>
          <p:cNvPr id="103" name="TextBox 102"/>
          <p:cNvSpPr txBox="1"/>
          <p:nvPr/>
        </p:nvSpPr>
        <p:spPr>
          <a:xfrm flipH="1">
            <a:off x="8323060" y="4401193"/>
            <a:ext cx="3636273" cy="1384995"/>
          </a:xfrm>
          <a:prstGeom prst="rect">
            <a:avLst/>
          </a:prstGeom>
          <a:noFill/>
        </p:spPr>
        <p:txBody>
          <a:bodyPr wrap="square" rtlCol="0">
            <a:spAutoFit/>
          </a:bodyPr>
          <a:lstStyle/>
          <a:p>
            <a:pPr algn="ctr" rtl="1" fontAlgn="auto">
              <a:spcBef>
                <a:spcPts val="0"/>
              </a:spcBef>
              <a:spcAft>
                <a:spcPts val="0"/>
              </a:spcAft>
            </a:pPr>
            <a:r>
              <a:rPr lang="ar-SA" sz="2800" b="1" u="sng" dirty="0" smtClean="0">
                <a:latin typeface="Diavlo Medium" panose="02000000000000000000" pitchFamily="50" charset="0"/>
                <a:cs typeface="+mn-cs"/>
              </a:rPr>
              <a:t>‌التواصل</a:t>
            </a:r>
            <a:r>
              <a:rPr lang="ar-SA" sz="2800" b="1" dirty="0">
                <a:latin typeface="Diavlo Medium" panose="02000000000000000000" pitchFamily="50" charset="0"/>
                <a:cs typeface="+mn-cs"/>
              </a:rPr>
              <a:t>: </a:t>
            </a:r>
            <a:endParaRPr lang="en-US" sz="2800" b="1" dirty="0" smtClean="0">
              <a:latin typeface="Diavlo Medium" panose="02000000000000000000" pitchFamily="50" charset="0"/>
              <a:cs typeface="+mn-cs"/>
            </a:endParaRPr>
          </a:p>
          <a:p>
            <a:pPr algn="ctr" rtl="1" fontAlgn="auto">
              <a:spcBef>
                <a:spcPts val="0"/>
              </a:spcBef>
              <a:spcAft>
                <a:spcPts val="0"/>
              </a:spcAft>
            </a:pPr>
            <a:r>
              <a:rPr lang="ar-SA" sz="2800" b="1" dirty="0" smtClean="0">
                <a:latin typeface="Diavlo Medium" panose="02000000000000000000" pitchFamily="50" charset="0"/>
                <a:cs typeface="+mn-cs"/>
              </a:rPr>
              <a:t>تعد </a:t>
            </a:r>
            <a:r>
              <a:rPr lang="ar-SA" sz="2800" b="1" dirty="0">
                <a:latin typeface="Diavlo Medium" panose="02000000000000000000" pitchFamily="50" charset="0"/>
                <a:cs typeface="+mn-cs"/>
              </a:rPr>
              <a:t>مهارات التواصل جوهر النشاطات الصفية</a:t>
            </a:r>
            <a:endParaRPr lang="en-US" sz="2800" b="1" dirty="0">
              <a:latin typeface="Diavlo Medium" panose="02000000000000000000" pitchFamily="50" charset="0"/>
              <a:cs typeface="+mn-cs"/>
            </a:endParaRPr>
          </a:p>
        </p:txBody>
      </p:sp>
      <p:grpSp>
        <p:nvGrpSpPr>
          <p:cNvPr id="3" name="Group 2"/>
          <p:cNvGrpSpPr/>
          <p:nvPr/>
        </p:nvGrpSpPr>
        <p:grpSpPr>
          <a:xfrm>
            <a:off x="3769551" y="-10393"/>
            <a:ext cx="3721909" cy="709713"/>
            <a:chOff x="3769551" y="-10393"/>
            <a:chExt cx="3721909" cy="709713"/>
          </a:xfrm>
        </p:grpSpPr>
        <p:sp>
          <p:nvSpPr>
            <p:cNvPr id="104" name="Rectangle 41"/>
            <p:cNvSpPr>
              <a:spLocks noChangeAspect="1" noChangeArrowheads="1"/>
            </p:cNvSpPr>
            <p:nvPr/>
          </p:nvSpPr>
          <p:spPr bwMode="auto">
            <a:xfrm flipH="1">
              <a:off x="3769551" y="-10393"/>
              <a:ext cx="626974" cy="709713"/>
            </a:xfrm>
            <a:prstGeom prst="rect">
              <a:avLst/>
            </a:prstGeom>
            <a:solidFill>
              <a:schemeClr val="accent1"/>
            </a:solidFill>
            <a:ln>
              <a:noFill/>
            </a:ln>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prstClr val="black"/>
                </a:solidFill>
                <a:latin typeface="Calibri" panose="020F0502020204030204"/>
                <a:cs typeface="+mn-cs"/>
              </a:endParaRPr>
            </a:p>
          </p:txBody>
        </p:sp>
        <p:sp>
          <p:nvSpPr>
            <p:cNvPr id="105" name="Rectangle 41"/>
            <p:cNvSpPr>
              <a:spLocks noChangeAspect="1" noChangeArrowheads="1"/>
            </p:cNvSpPr>
            <p:nvPr/>
          </p:nvSpPr>
          <p:spPr bwMode="auto">
            <a:xfrm flipH="1">
              <a:off x="4797992" y="-10393"/>
              <a:ext cx="626974" cy="709713"/>
            </a:xfrm>
            <a:prstGeom prst="rect">
              <a:avLst/>
            </a:prstGeom>
            <a:solidFill>
              <a:schemeClr val="accent1"/>
            </a:solidFill>
            <a:ln>
              <a:noFill/>
            </a:ln>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prstClr val="black"/>
                </a:solidFill>
                <a:latin typeface="Calibri" panose="020F0502020204030204"/>
                <a:cs typeface="+mn-cs"/>
              </a:endParaRPr>
            </a:p>
          </p:txBody>
        </p:sp>
        <p:sp>
          <p:nvSpPr>
            <p:cNvPr id="107" name="Rectangle 41"/>
            <p:cNvSpPr>
              <a:spLocks noChangeAspect="1" noChangeArrowheads="1"/>
            </p:cNvSpPr>
            <p:nvPr/>
          </p:nvSpPr>
          <p:spPr bwMode="auto">
            <a:xfrm flipH="1">
              <a:off x="6864486" y="-10393"/>
              <a:ext cx="626974" cy="709713"/>
            </a:xfrm>
            <a:prstGeom prst="rect">
              <a:avLst/>
            </a:prstGeom>
            <a:solidFill>
              <a:schemeClr val="accent1"/>
            </a:solidFill>
            <a:ln>
              <a:noFill/>
            </a:ln>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prstClr val="black"/>
                </a:solidFill>
                <a:latin typeface="Calibri" panose="020F0502020204030204"/>
                <a:cs typeface="+mn-cs"/>
              </a:endParaRPr>
            </a:p>
          </p:txBody>
        </p:sp>
      </p:grpSp>
      <p:sp>
        <p:nvSpPr>
          <p:cNvPr id="110" name="TextBox 109"/>
          <p:cNvSpPr txBox="1"/>
          <p:nvPr/>
        </p:nvSpPr>
        <p:spPr>
          <a:xfrm flipH="1">
            <a:off x="1181248" y="4194623"/>
            <a:ext cx="3757554" cy="1815882"/>
          </a:xfrm>
          <a:prstGeom prst="rect">
            <a:avLst/>
          </a:prstGeom>
          <a:noFill/>
        </p:spPr>
        <p:txBody>
          <a:bodyPr wrap="square" rtlCol="0">
            <a:spAutoFit/>
          </a:bodyPr>
          <a:lstStyle/>
          <a:p>
            <a:pPr algn="ctr" rtl="1" fontAlgn="auto">
              <a:spcBef>
                <a:spcPts val="0"/>
              </a:spcBef>
              <a:spcAft>
                <a:spcPts val="0"/>
              </a:spcAft>
            </a:pPr>
            <a:r>
              <a:rPr lang="ar-SA" sz="2800" b="1" dirty="0" smtClean="0">
                <a:latin typeface="Diavlo Medium" panose="02000000000000000000" pitchFamily="50" charset="0"/>
                <a:cs typeface="+mn-cs"/>
              </a:rPr>
              <a:t>‌</a:t>
            </a:r>
            <a:r>
              <a:rPr lang="ar-SA" sz="2800" b="1" u="sng" dirty="0" smtClean="0">
                <a:latin typeface="Diavlo Medium" panose="02000000000000000000" pitchFamily="50" charset="0"/>
                <a:cs typeface="+mn-cs"/>
              </a:rPr>
              <a:t>التقويم</a:t>
            </a:r>
            <a:r>
              <a:rPr lang="ar-SA" sz="2800" b="1" dirty="0">
                <a:latin typeface="Diavlo Medium" panose="02000000000000000000" pitchFamily="50" charset="0"/>
                <a:cs typeface="+mn-cs"/>
              </a:rPr>
              <a:t>: </a:t>
            </a:r>
            <a:endParaRPr lang="en-US" sz="2800" b="1" dirty="0" smtClean="0">
              <a:latin typeface="Diavlo Medium" panose="02000000000000000000" pitchFamily="50" charset="0"/>
              <a:cs typeface="+mn-cs"/>
            </a:endParaRPr>
          </a:p>
          <a:p>
            <a:pPr algn="ctr" rtl="1" fontAlgn="auto">
              <a:spcBef>
                <a:spcPts val="0"/>
              </a:spcBef>
              <a:spcAft>
                <a:spcPts val="0"/>
              </a:spcAft>
            </a:pPr>
            <a:r>
              <a:rPr lang="ar-SA" sz="2800" b="1" dirty="0" smtClean="0">
                <a:latin typeface="Diavlo Medium" panose="02000000000000000000" pitchFamily="50" charset="0"/>
                <a:cs typeface="+mn-cs"/>
              </a:rPr>
              <a:t>ويكن </a:t>
            </a:r>
            <a:r>
              <a:rPr lang="ar-SA" sz="2800" b="1" dirty="0">
                <a:latin typeface="Diavlo Medium" panose="02000000000000000000" pitchFamily="50" charset="0"/>
                <a:cs typeface="+mn-cs"/>
              </a:rPr>
              <a:t>من قبل طرفي العملية التعليمية، فاستجابة الطلاب لما يقدمه المعلم تعتبر تقويماً</a:t>
            </a:r>
            <a:endParaRPr lang="en-US" sz="2800" b="1" dirty="0">
              <a:latin typeface="Diavlo Medium" panose="02000000000000000000" pitchFamily="50" charset="0"/>
              <a:cs typeface="+mn-cs"/>
            </a:endParaRPr>
          </a:p>
        </p:txBody>
      </p:sp>
      <p:sp>
        <p:nvSpPr>
          <p:cNvPr id="112" name="TextBox 111"/>
          <p:cNvSpPr txBox="1"/>
          <p:nvPr/>
        </p:nvSpPr>
        <p:spPr>
          <a:xfrm flipH="1">
            <a:off x="565943" y="1633383"/>
            <a:ext cx="3440339" cy="2246769"/>
          </a:xfrm>
          <a:prstGeom prst="rect">
            <a:avLst/>
          </a:prstGeom>
          <a:noFill/>
        </p:spPr>
        <p:txBody>
          <a:bodyPr wrap="square" rtlCol="0">
            <a:spAutoFit/>
          </a:bodyPr>
          <a:lstStyle/>
          <a:p>
            <a:pPr algn="ctr" rtl="1" fontAlgn="auto">
              <a:spcBef>
                <a:spcPts val="0"/>
              </a:spcBef>
              <a:spcAft>
                <a:spcPts val="0"/>
              </a:spcAft>
            </a:pPr>
            <a:r>
              <a:rPr lang="ar-SA" sz="2800" b="1" dirty="0" smtClean="0">
                <a:latin typeface="Diavlo Medium" panose="02000000000000000000" pitchFamily="50" charset="0"/>
                <a:cs typeface="+mn-cs"/>
              </a:rPr>
              <a:t>‌</a:t>
            </a:r>
            <a:r>
              <a:rPr lang="ar-SA" sz="2800" b="1" u="sng" dirty="0" smtClean="0">
                <a:latin typeface="Diavlo Medium" panose="02000000000000000000" pitchFamily="50" charset="0"/>
                <a:cs typeface="+mn-cs"/>
              </a:rPr>
              <a:t>الاستجابة</a:t>
            </a:r>
            <a:r>
              <a:rPr lang="ar-SA" sz="2800" b="1" dirty="0">
                <a:latin typeface="Diavlo Medium" panose="02000000000000000000" pitchFamily="50" charset="0"/>
                <a:cs typeface="+mn-cs"/>
              </a:rPr>
              <a:t>: </a:t>
            </a:r>
            <a:endParaRPr lang="en-US" sz="2800" b="1" dirty="0" smtClean="0">
              <a:latin typeface="Diavlo Medium" panose="02000000000000000000" pitchFamily="50" charset="0"/>
              <a:cs typeface="+mn-cs"/>
            </a:endParaRPr>
          </a:p>
          <a:p>
            <a:pPr algn="ctr" rtl="1" fontAlgn="auto">
              <a:spcBef>
                <a:spcPts val="0"/>
              </a:spcBef>
              <a:spcAft>
                <a:spcPts val="0"/>
              </a:spcAft>
            </a:pPr>
            <a:r>
              <a:rPr lang="ar-SA" sz="2800" b="1" dirty="0" smtClean="0">
                <a:latin typeface="Diavlo Medium" panose="02000000000000000000" pitchFamily="50" charset="0"/>
                <a:cs typeface="+mn-cs"/>
              </a:rPr>
              <a:t>ويقصد </a:t>
            </a:r>
            <a:r>
              <a:rPr lang="ar-SA" sz="2800" b="1" dirty="0">
                <a:latin typeface="Diavlo Medium" panose="02000000000000000000" pitchFamily="50" charset="0"/>
                <a:cs typeface="+mn-cs"/>
              </a:rPr>
              <a:t>بها المشاركة الايجابية والحسية والتفاعل مع الموقف التعليمي من قبل المعلم والطالب.</a:t>
            </a:r>
            <a:endParaRPr lang="en-US" sz="2800" b="1" dirty="0">
              <a:latin typeface="Diavlo Medium" panose="02000000000000000000" pitchFamily="50" charset="0"/>
              <a:cs typeface="+mn-cs"/>
            </a:endParaRPr>
          </a:p>
        </p:txBody>
      </p:sp>
    </p:spTree>
    <p:extLst>
      <p:ext uri="{BB962C8B-B14F-4D97-AF65-F5344CB8AC3E}">
        <p14:creationId xmlns:p14="http://schemas.microsoft.com/office/powerpoint/2010/main" val="99277429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500"/>
                                        <p:tgtEl>
                                          <p:spTgt spid="3"/>
                                        </p:tgtEl>
                                      </p:cBhvr>
                                    </p:animEffect>
                                  </p:childTnLst>
                                </p:cTn>
                              </p:par>
                              <p:par>
                                <p:cTn id="8" presetID="22" presetClass="entr" presetSubtype="1" fill="hold" nodeType="withEffect">
                                  <p:stCondLst>
                                    <p:cond delay="600"/>
                                  </p:stCondLst>
                                  <p:childTnLst>
                                    <p:set>
                                      <p:cBhvr>
                                        <p:cTn id="9" dur="1" fill="hold">
                                          <p:stCondLst>
                                            <p:cond delay="0"/>
                                          </p:stCondLst>
                                        </p:cTn>
                                        <p:tgtEl>
                                          <p:spTgt spid="2"/>
                                        </p:tgtEl>
                                        <p:attrNameLst>
                                          <p:attrName>style.visibility</p:attrName>
                                        </p:attrNameLst>
                                      </p:cBhvr>
                                      <p:to>
                                        <p:strVal val="visible"/>
                                      </p:to>
                                    </p:set>
                                    <p:animEffect transition="in" filter="wipe(up)">
                                      <p:cBhvr>
                                        <p:cTn id="10" dur="1000"/>
                                        <p:tgtEl>
                                          <p:spTgt spid="2"/>
                                        </p:tgtEl>
                                      </p:cBhvr>
                                    </p:animEffect>
                                  </p:childTnLst>
                                </p:cTn>
                              </p:par>
                            </p:childTnLst>
                          </p:cTn>
                        </p:par>
                        <p:par>
                          <p:cTn id="11" fill="hold">
                            <p:stCondLst>
                              <p:cond delay="1600"/>
                            </p:stCondLst>
                            <p:childTnLst>
                              <p:par>
                                <p:cTn id="12" presetID="10" presetClass="entr" presetSubtype="0" fill="hold" grpId="0" nodeType="afterEffect">
                                  <p:stCondLst>
                                    <p:cond delay="250"/>
                                  </p:stCondLst>
                                  <p:childTnLst>
                                    <p:set>
                                      <p:cBhvr>
                                        <p:cTn id="13" dur="1" fill="hold">
                                          <p:stCondLst>
                                            <p:cond delay="0"/>
                                          </p:stCondLst>
                                        </p:cTn>
                                        <p:tgtEl>
                                          <p:spTgt spid="112"/>
                                        </p:tgtEl>
                                        <p:attrNameLst>
                                          <p:attrName>style.visibility</p:attrName>
                                        </p:attrNameLst>
                                      </p:cBhvr>
                                      <p:to>
                                        <p:strVal val="visible"/>
                                      </p:to>
                                    </p:set>
                                    <p:animEffect transition="in" filter="fade">
                                      <p:cBhvr>
                                        <p:cTn id="14" dur="500"/>
                                        <p:tgtEl>
                                          <p:spTgt spid="112"/>
                                        </p:tgtEl>
                                      </p:cBhvr>
                                    </p:animEffect>
                                  </p:childTnLst>
                                </p:cTn>
                              </p:par>
                            </p:childTnLst>
                          </p:cTn>
                        </p:par>
                        <p:par>
                          <p:cTn id="15" fill="hold">
                            <p:stCondLst>
                              <p:cond delay="2350"/>
                            </p:stCondLst>
                            <p:childTnLst>
                              <p:par>
                                <p:cTn id="16" presetID="10" presetClass="entr" presetSubtype="0" fill="hold" grpId="0" nodeType="afterEffect">
                                  <p:stCondLst>
                                    <p:cond delay="250"/>
                                  </p:stCondLst>
                                  <p:childTnLst>
                                    <p:set>
                                      <p:cBhvr>
                                        <p:cTn id="17" dur="1" fill="hold">
                                          <p:stCondLst>
                                            <p:cond delay="0"/>
                                          </p:stCondLst>
                                        </p:cTn>
                                        <p:tgtEl>
                                          <p:spTgt spid="110"/>
                                        </p:tgtEl>
                                        <p:attrNameLst>
                                          <p:attrName>style.visibility</p:attrName>
                                        </p:attrNameLst>
                                      </p:cBhvr>
                                      <p:to>
                                        <p:strVal val="visible"/>
                                      </p:to>
                                    </p:set>
                                    <p:animEffect transition="in" filter="fade">
                                      <p:cBhvr>
                                        <p:cTn id="18" dur="500"/>
                                        <p:tgtEl>
                                          <p:spTgt spid="110"/>
                                        </p:tgtEl>
                                      </p:cBhvr>
                                    </p:animEffect>
                                  </p:childTnLst>
                                </p:cTn>
                              </p:par>
                            </p:childTnLst>
                          </p:cTn>
                        </p:par>
                        <p:par>
                          <p:cTn id="19" fill="hold">
                            <p:stCondLst>
                              <p:cond delay="3100"/>
                            </p:stCondLst>
                            <p:childTnLst>
                              <p:par>
                                <p:cTn id="20" presetID="10" presetClass="entr" presetSubtype="0" fill="hold" grpId="0" nodeType="afterEffect">
                                  <p:stCondLst>
                                    <p:cond delay="250"/>
                                  </p:stCondLst>
                                  <p:childTnLst>
                                    <p:set>
                                      <p:cBhvr>
                                        <p:cTn id="21" dur="1" fill="hold">
                                          <p:stCondLst>
                                            <p:cond delay="0"/>
                                          </p:stCondLst>
                                        </p:cTn>
                                        <p:tgtEl>
                                          <p:spTgt spid="103"/>
                                        </p:tgtEl>
                                        <p:attrNameLst>
                                          <p:attrName>style.visibility</p:attrName>
                                        </p:attrNameLst>
                                      </p:cBhvr>
                                      <p:to>
                                        <p:strVal val="visible"/>
                                      </p:to>
                                    </p:set>
                                    <p:animEffect transition="in" filter="fade">
                                      <p:cBhvr>
                                        <p:cTn id="22" dur="500"/>
                                        <p:tgtEl>
                                          <p:spTgt spid="10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3" grpId="0"/>
      <p:bldP spid="110" grpId="0"/>
      <p:bldP spid="112" grpId="0"/>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 name="Rectangle 118"/>
          <p:cNvSpPr/>
          <p:nvPr/>
        </p:nvSpPr>
        <p:spPr>
          <a:xfrm>
            <a:off x="34639" y="5493704"/>
            <a:ext cx="12222750" cy="142874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0" name="Subtitle 2"/>
          <p:cNvSpPr txBox="1">
            <a:spLocks/>
          </p:cNvSpPr>
          <p:nvPr/>
        </p:nvSpPr>
        <p:spPr>
          <a:xfrm>
            <a:off x="11507374" y="6290064"/>
            <a:ext cx="538592" cy="313932"/>
          </a:xfrm>
          <a:prstGeom prst="rect">
            <a:avLst/>
          </a:prstGeom>
        </p:spPr>
        <p:txBody>
          <a:bodyPr vert="horz" wrap="square" lIns="91440" tIns="45720" rIns="91440" bIns="45720" rtlCol="0">
            <a:spAutoFit/>
          </a:bodyPr>
          <a:lstStyle>
            <a:lvl1pPr marL="0" indent="0" algn="ctr" defTabSz="914400" rtl="0" eaLnBrk="1" latinLnBrk="0" hangingPunct="1">
              <a:lnSpc>
                <a:spcPct val="90000"/>
              </a:lnSpc>
              <a:spcBef>
                <a:spcPts val="1000"/>
              </a:spcBef>
              <a:buFont typeface="Arial" panose="020B0604020202020204" pitchFamily="34" charset="0"/>
              <a:buNone/>
              <a:defRPr sz="2400" kern="1200">
                <a:solidFill>
                  <a:schemeClr val="tx1"/>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5pPr>
            <a:lvl6pPr marL="22860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6pPr>
            <a:lvl7pPr marL="27432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7pPr>
            <a:lvl8pPr marL="32004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8pPr>
            <a:lvl9pPr marL="3657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9pPr>
          </a:lstStyle>
          <a:p>
            <a:pPr fontAlgn="auto">
              <a:spcAft>
                <a:spcPts val="0"/>
              </a:spcAft>
            </a:pPr>
            <a:fld id="{5BC7B3C4-688C-4C03-84C4-F5EEB57CAA43}" type="slidenum">
              <a:rPr lang="id-ID" sz="1600" smtClean="0">
                <a:solidFill>
                  <a:prstClr val="white">
                    <a:lumMod val="95000"/>
                  </a:prstClr>
                </a:solidFill>
                <a:latin typeface="Calibri Light" panose="020F0302020204030204"/>
              </a:rPr>
              <a:pPr fontAlgn="auto">
                <a:spcAft>
                  <a:spcPts val="0"/>
                </a:spcAft>
              </a:pPr>
              <a:t>62</a:t>
            </a:fld>
            <a:endParaRPr lang="en-US" sz="1600" dirty="0">
              <a:solidFill>
                <a:prstClr val="white">
                  <a:lumMod val="95000"/>
                </a:prstClr>
              </a:solidFill>
              <a:latin typeface="Calibri Light" panose="020F0302020204030204"/>
            </a:endParaRPr>
          </a:p>
        </p:txBody>
      </p:sp>
      <p:sp>
        <p:nvSpPr>
          <p:cNvPr id="411" name="Content Placeholder 7"/>
          <p:cNvSpPr txBox="1">
            <a:spLocks/>
          </p:cNvSpPr>
          <p:nvPr/>
        </p:nvSpPr>
        <p:spPr>
          <a:xfrm>
            <a:off x="405056" y="748370"/>
            <a:ext cx="11267491" cy="769441"/>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r" rtl="1" fontAlgn="auto">
              <a:spcAft>
                <a:spcPts val="0"/>
              </a:spcAft>
              <a:buNone/>
            </a:pPr>
            <a:r>
              <a:rPr lang="ar-SA" sz="4400" b="1" u="sng" dirty="0">
                <a:solidFill>
                  <a:srgbClr val="0070C0"/>
                </a:solidFill>
                <a:latin typeface="Calibri Light" panose="020F0302020204030204"/>
              </a:rPr>
              <a:t> </a:t>
            </a:r>
            <a:r>
              <a:rPr lang="ar-SA" sz="4400" b="1" u="sng" dirty="0" smtClean="0">
                <a:solidFill>
                  <a:srgbClr val="0070C0"/>
                </a:solidFill>
                <a:latin typeface="Calibri Light" panose="020F0302020204030204"/>
              </a:rPr>
              <a:t>3-</a:t>
            </a:r>
            <a:r>
              <a:rPr lang="ar-SA" sz="4400" b="1" u="sng" dirty="0">
                <a:solidFill>
                  <a:srgbClr val="0070C0"/>
                </a:solidFill>
                <a:latin typeface="Calibri Light" panose="020F0302020204030204"/>
              </a:rPr>
              <a:t>	استراتيجيات التعليم التفاعلي:</a:t>
            </a:r>
          </a:p>
        </p:txBody>
      </p:sp>
      <p:sp>
        <p:nvSpPr>
          <p:cNvPr id="122" name="Content Placeholder 2"/>
          <p:cNvSpPr txBox="1">
            <a:spLocks/>
          </p:cNvSpPr>
          <p:nvPr/>
        </p:nvSpPr>
        <p:spPr>
          <a:xfrm>
            <a:off x="5121861" y="2611575"/>
            <a:ext cx="6853766" cy="1421126"/>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rtl="1" fontAlgn="auto">
              <a:spcAft>
                <a:spcPts val="0"/>
              </a:spcAft>
              <a:buNone/>
            </a:pPr>
            <a:r>
              <a:rPr lang="ar-SA" sz="2800" b="1" dirty="0">
                <a:solidFill>
                  <a:schemeClr val="tx1"/>
                </a:solidFill>
              </a:rPr>
              <a:t>ترتكز عملية التعليم والتعلم في التعليم التفاعلي على أسلوب التفاعل بين الطالب والمعلم والمادة التعليمية، ويمكن تطبيق هذا المفهوم من خلال مجموعة من الاستراتيجيات الحديثة، منها:</a:t>
            </a:r>
            <a:endParaRPr lang="en-US" sz="2800" b="1" dirty="0">
              <a:solidFill>
                <a:schemeClr val="tx1"/>
              </a:solidFill>
            </a:endParaRPr>
          </a:p>
        </p:txBody>
      </p:sp>
      <p:sp>
        <p:nvSpPr>
          <p:cNvPr id="26" name="TextBox 25"/>
          <p:cNvSpPr txBox="1"/>
          <p:nvPr/>
        </p:nvSpPr>
        <p:spPr>
          <a:xfrm>
            <a:off x="524120" y="5002901"/>
            <a:ext cx="10771831" cy="1375180"/>
          </a:xfrm>
          <a:prstGeom prst="rect">
            <a:avLst/>
          </a:prstGeom>
          <a:noFill/>
        </p:spPr>
        <p:txBody>
          <a:bodyPr wrap="square" rIns="144000" bIns="36000" numCol="1" spcCol="360000">
            <a:spAutoFit/>
          </a:bodyPr>
          <a:lstStyle/>
          <a:p>
            <a:pPr algn="just" rtl="1" fontAlgn="auto">
              <a:spcBef>
                <a:spcPts val="0"/>
              </a:spcBef>
              <a:spcAft>
                <a:spcPts val="0"/>
              </a:spcAft>
              <a:defRPr/>
            </a:pPr>
            <a:r>
              <a:rPr lang="ar-SA" sz="2800" b="1" u="sng" dirty="0">
                <a:solidFill>
                  <a:srgbClr val="FF0000"/>
                </a:solidFill>
                <a:latin typeface="Calibri" panose="020F0502020204030204"/>
                <a:ea typeface="Roboto" panose="02000000000000000000" pitchFamily="2" charset="0"/>
              </a:rPr>
              <a:t>‌أ-	التعليم التعاوني:</a:t>
            </a:r>
            <a:endParaRPr lang="en-US" sz="2800" b="1" u="sng" dirty="0">
              <a:solidFill>
                <a:srgbClr val="FF0000"/>
              </a:solidFill>
              <a:latin typeface="Calibri" panose="020F0502020204030204"/>
              <a:ea typeface="Roboto" panose="02000000000000000000" pitchFamily="2" charset="0"/>
            </a:endParaRPr>
          </a:p>
          <a:p>
            <a:pPr algn="just" rtl="1" fontAlgn="auto">
              <a:spcBef>
                <a:spcPts val="0"/>
              </a:spcBef>
              <a:spcAft>
                <a:spcPts val="0"/>
              </a:spcAft>
              <a:defRPr/>
            </a:pPr>
            <a:r>
              <a:rPr lang="ar-SA" sz="2800" b="1" dirty="0">
                <a:solidFill>
                  <a:srgbClr val="002060"/>
                </a:solidFill>
                <a:latin typeface="Calibri" panose="020F0502020204030204"/>
                <a:ea typeface="Roboto" panose="02000000000000000000" pitchFamily="2" charset="0"/>
              </a:rPr>
              <a:t>استراتيجية تدريسية يتعلم فيها الطلاب من خلال العمل في مجموعات صغيرة غير متجانسة يتعاون أفرادها في انجاز المهمات التعليمية المنوطة بهم.</a:t>
            </a:r>
            <a:endParaRPr lang="en-US" sz="2800" b="1" dirty="0">
              <a:solidFill>
                <a:srgbClr val="002060"/>
              </a:solidFill>
              <a:latin typeface="Calibri" panose="020F0502020204030204"/>
              <a:ea typeface="Roboto" panose="02000000000000000000" pitchFamily="2" charset="0"/>
            </a:endParaRPr>
          </a:p>
        </p:txBody>
      </p:sp>
      <p:grpSp>
        <p:nvGrpSpPr>
          <p:cNvPr id="27" name="Group 26"/>
          <p:cNvGrpSpPr/>
          <p:nvPr/>
        </p:nvGrpSpPr>
        <p:grpSpPr>
          <a:xfrm>
            <a:off x="2215941" y="1527302"/>
            <a:ext cx="1452960" cy="3520213"/>
            <a:chOff x="2506265" y="1668893"/>
            <a:chExt cx="1452960" cy="3520213"/>
          </a:xfrm>
        </p:grpSpPr>
        <p:sp>
          <p:nvSpPr>
            <p:cNvPr id="28" name="Freeform 27"/>
            <p:cNvSpPr>
              <a:spLocks/>
            </p:cNvSpPr>
            <p:nvPr/>
          </p:nvSpPr>
          <p:spPr bwMode="auto">
            <a:xfrm rot="10800000" flipH="1">
              <a:off x="3150883" y="2540339"/>
              <a:ext cx="670156" cy="1250520"/>
            </a:xfrm>
            <a:custGeom>
              <a:avLst/>
              <a:gdLst>
                <a:gd name="connsiteX0" fmla="*/ 138788 w 670156"/>
                <a:gd name="connsiteY0" fmla="*/ 1155858 h 1155858"/>
                <a:gd name="connsiteX1" fmla="*/ 270962 w 670156"/>
                <a:gd name="connsiteY1" fmla="*/ 1155858 h 1155858"/>
                <a:gd name="connsiteX2" fmla="*/ 392969 w 670156"/>
                <a:gd name="connsiteY2" fmla="*/ 1155858 h 1155858"/>
                <a:gd name="connsiteX3" fmla="*/ 530227 w 670156"/>
                <a:gd name="connsiteY3" fmla="*/ 1155858 h 1155858"/>
                <a:gd name="connsiteX4" fmla="*/ 611724 w 670156"/>
                <a:gd name="connsiteY4" fmla="*/ 1132192 h 1155858"/>
                <a:gd name="connsiteX5" fmla="*/ 633088 w 670156"/>
                <a:gd name="connsiteY5" fmla="*/ 1125988 h 1155858"/>
                <a:gd name="connsiteX6" fmla="*/ 643824 w 670156"/>
                <a:gd name="connsiteY6" fmla="*/ 1075078 h 1155858"/>
                <a:gd name="connsiteX7" fmla="*/ 670156 w 670156"/>
                <a:gd name="connsiteY7" fmla="*/ 739370 h 1155858"/>
                <a:gd name="connsiteX8" fmla="*/ 663833 w 670156"/>
                <a:gd name="connsiteY8" fmla="*/ 577939 h 1155858"/>
                <a:gd name="connsiteX9" fmla="*/ 670156 w 670156"/>
                <a:gd name="connsiteY9" fmla="*/ 416488 h 1155858"/>
                <a:gd name="connsiteX10" fmla="*/ 643824 w 670156"/>
                <a:gd name="connsiteY10" fmla="*/ 80780 h 1155858"/>
                <a:gd name="connsiteX11" fmla="*/ 632928 w 670156"/>
                <a:gd name="connsiteY11" fmla="*/ 29109 h 1155858"/>
                <a:gd name="connsiteX12" fmla="*/ 590098 w 670156"/>
                <a:gd name="connsiteY12" fmla="*/ 16833 h 1155858"/>
                <a:gd name="connsiteX13" fmla="*/ 531368 w 670156"/>
                <a:gd name="connsiteY13" fmla="*/ 0 h 1155858"/>
                <a:gd name="connsiteX14" fmla="*/ 399194 w 670156"/>
                <a:gd name="connsiteY14" fmla="*/ 0 h 1155858"/>
                <a:gd name="connsiteX15" fmla="*/ 277187 w 670156"/>
                <a:gd name="connsiteY15" fmla="*/ 0 h 1155858"/>
                <a:gd name="connsiteX16" fmla="*/ 139929 w 670156"/>
                <a:gd name="connsiteY16" fmla="*/ 0 h 1155858"/>
                <a:gd name="connsiteX17" fmla="*/ 58432 w 670156"/>
                <a:gd name="connsiteY17" fmla="*/ 23666 h 1155858"/>
                <a:gd name="connsiteX18" fmla="*/ 37068 w 670156"/>
                <a:gd name="connsiteY18" fmla="*/ 29870 h 1155858"/>
                <a:gd name="connsiteX19" fmla="*/ 26332 w 670156"/>
                <a:gd name="connsiteY19" fmla="*/ 80780 h 1155858"/>
                <a:gd name="connsiteX20" fmla="*/ 0 w 670156"/>
                <a:gd name="connsiteY20" fmla="*/ 416488 h 1155858"/>
                <a:gd name="connsiteX21" fmla="*/ 6323 w 670156"/>
                <a:gd name="connsiteY21" fmla="*/ 577920 h 1155858"/>
                <a:gd name="connsiteX22" fmla="*/ 0 w 670156"/>
                <a:gd name="connsiteY22" fmla="*/ 739370 h 1155858"/>
                <a:gd name="connsiteX23" fmla="*/ 26332 w 670156"/>
                <a:gd name="connsiteY23" fmla="*/ 1075078 h 1155858"/>
                <a:gd name="connsiteX24" fmla="*/ 37228 w 670156"/>
                <a:gd name="connsiteY24" fmla="*/ 1126749 h 1155858"/>
                <a:gd name="connsiteX25" fmla="*/ 80058 w 670156"/>
                <a:gd name="connsiteY25" fmla="*/ 1139025 h 1155858"/>
                <a:gd name="connsiteX26" fmla="*/ 138788 w 670156"/>
                <a:gd name="connsiteY26" fmla="*/ 1155858 h 1155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670156" h="1155858">
                  <a:moveTo>
                    <a:pt x="138788" y="1155858"/>
                  </a:moveTo>
                  <a:cubicBezTo>
                    <a:pt x="138788" y="1155858"/>
                    <a:pt x="138788" y="1155858"/>
                    <a:pt x="270962" y="1155858"/>
                  </a:cubicBezTo>
                  <a:cubicBezTo>
                    <a:pt x="270962" y="1155858"/>
                    <a:pt x="270962" y="1155858"/>
                    <a:pt x="392969" y="1155858"/>
                  </a:cubicBezTo>
                  <a:cubicBezTo>
                    <a:pt x="392969" y="1155858"/>
                    <a:pt x="392969" y="1155858"/>
                    <a:pt x="530227" y="1155858"/>
                  </a:cubicBezTo>
                  <a:cubicBezTo>
                    <a:pt x="530227" y="1155858"/>
                    <a:pt x="530227" y="1155858"/>
                    <a:pt x="611724" y="1132192"/>
                  </a:cubicBezTo>
                  <a:lnTo>
                    <a:pt x="633088" y="1125988"/>
                  </a:lnTo>
                  <a:lnTo>
                    <a:pt x="643824" y="1075078"/>
                  </a:lnTo>
                  <a:cubicBezTo>
                    <a:pt x="660780" y="971895"/>
                    <a:pt x="670156" y="858451"/>
                    <a:pt x="670156" y="739370"/>
                  </a:cubicBezTo>
                  <a:lnTo>
                    <a:pt x="663833" y="577939"/>
                  </a:lnTo>
                  <a:lnTo>
                    <a:pt x="670156" y="416488"/>
                  </a:lnTo>
                  <a:cubicBezTo>
                    <a:pt x="670156" y="297407"/>
                    <a:pt x="660780" y="183963"/>
                    <a:pt x="643824" y="80780"/>
                  </a:cubicBezTo>
                  <a:lnTo>
                    <a:pt x="632928" y="29109"/>
                  </a:lnTo>
                  <a:lnTo>
                    <a:pt x="590098" y="16833"/>
                  </a:lnTo>
                  <a:cubicBezTo>
                    <a:pt x="573070" y="11953"/>
                    <a:pt x="553609" y="6375"/>
                    <a:pt x="531368" y="0"/>
                  </a:cubicBezTo>
                  <a:cubicBezTo>
                    <a:pt x="531368" y="0"/>
                    <a:pt x="531368" y="0"/>
                    <a:pt x="399194" y="0"/>
                  </a:cubicBezTo>
                  <a:cubicBezTo>
                    <a:pt x="399194" y="0"/>
                    <a:pt x="399194" y="0"/>
                    <a:pt x="277187" y="0"/>
                  </a:cubicBezTo>
                  <a:cubicBezTo>
                    <a:pt x="277187" y="0"/>
                    <a:pt x="277187" y="0"/>
                    <a:pt x="139929" y="0"/>
                  </a:cubicBezTo>
                  <a:cubicBezTo>
                    <a:pt x="139929" y="0"/>
                    <a:pt x="139929" y="0"/>
                    <a:pt x="58432" y="23666"/>
                  </a:cubicBezTo>
                  <a:lnTo>
                    <a:pt x="37068" y="29870"/>
                  </a:lnTo>
                  <a:lnTo>
                    <a:pt x="26332" y="80780"/>
                  </a:lnTo>
                  <a:cubicBezTo>
                    <a:pt x="9376" y="183963"/>
                    <a:pt x="0" y="297407"/>
                    <a:pt x="0" y="416488"/>
                  </a:cubicBezTo>
                  <a:lnTo>
                    <a:pt x="6323" y="577920"/>
                  </a:lnTo>
                  <a:lnTo>
                    <a:pt x="0" y="739370"/>
                  </a:lnTo>
                  <a:cubicBezTo>
                    <a:pt x="0" y="858451"/>
                    <a:pt x="9376" y="971895"/>
                    <a:pt x="26332" y="1075078"/>
                  </a:cubicBezTo>
                  <a:lnTo>
                    <a:pt x="37228" y="1126749"/>
                  </a:lnTo>
                  <a:lnTo>
                    <a:pt x="80058" y="1139025"/>
                  </a:lnTo>
                  <a:cubicBezTo>
                    <a:pt x="97086" y="1143905"/>
                    <a:pt x="116547" y="1149483"/>
                    <a:pt x="138788" y="1155858"/>
                  </a:cubicBezTo>
                  <a:close/>
                </a:path>
              </a:pathLst>
            </a:custGeom>
            <a:solidFill>
              <a:srgbClr val="44546A"/>
            </a:solidFill>
            <a:ln>
              <a:noFill/>
            </a:ln>
            <a:extLst/>
          </p:spPr>
          <p:txBody>
            <a:bodyPr vert="horz" wrap="square" lIns="91440" tIns="45720" rIns="91440" bIns="45720" numCol="1" anchor="t" anchorCtr="0" compatLnSpc="1">
              <a:prstTxWarp prst="textNoShape">
                <a:avLst/>
              </a:prstTxWarp>
              <a:noAutofit/>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29" name="Oval 28"/>
            <p:cNvSpPr/>
            <p:nvPr/>
          </p:nvSpPr>
          <p:spPr>
            <a:xfrm>
              <a:off x="3563330" y="2568894"/>
              <a:ext cx="386231" cy="755200"/>
            </a:xfrm>
            <a:prstGeom prst="ellipse">
              <a:avLst/>
            </a:prstGeom>
            <a:solidFill>
              <a:srgbClr val="44546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0" name="Rectangle 71"/>
            <p:cNvSpPr>
              <a:spLocks noChangeArrowheads="1"/>
            </p:cNvSpPr>
            <p:nvPr/>
          </p:nvSpPr>
          <p:spPr bwMode="auto">
            <a:xfrm>
              <a:off x="3550534" y="3717156"/>
              <a:ext cx="195263" cy="1360488"/>
            </a:xfrm>
            <a:prstGeom prst="rect">
              <a:avLst/>
            </a:prstGeom>
            <a:solidFill>
              <a:srgbClr val="44546A"/>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GB" dirty="0">
                <a:solidFill>
                  <a:prstClr val="black"/>
                </a:solidFill>
                <a:latin typeface="Roboto Lt"/>
                <a:cs typeface="Simplified Arabic" panose="02020603050405020304" pitchFamily="18" charset="-78"/>
              </a:endParaRPr>
            </a:p>
          </p:txBody>
        </p:sp>
        <p:sp>
          <p:nvSpPr>
            <p:cNvPr id="31" name="Rectangle 72"/>
            <p:cNvSpPr>
              <a:spLocks noChangeArrowheads="1"/>
            </p:cNvSpPr>
            <p:nvPr/>
          </p:nvSpPr>
          <p:spPr bwMode="auto">
            <a:xfrm>
              <a:off x="3240019" y="3717156"/>
              <a:ext cx="195263" cy="1360488"/>
            </a:xfrm>
            <a:prstGeom prst="rect">
              <a:avLst/>
            </a:prstGeom>
            <a:solidFill>
              <a:srgbClr val="44546A"/>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GB" dirty="0">
                <a:solidFill>
                  <a:prstClr val="black"/>
                </a:solidFill>
                <a:latin typeface="Roboto Lt"/>
                <a:cs typeface="Simplified Arabic" panose="02020603050405020304" pitchFamily="18" charset="-78"/>
              </a:endParaRPr>
            </a:p>
          </p:txBody>
        </p:sp>
        <p:grpSp>
          <p:nvGrpSpPr>
            <p:cNvPr id="32" name="Group 31"/>
            <p:cNvGrpSpPr/>
            <p:nvPr/>
          </p:nvGrpSpPr>
          <p:grpSpPr>
            <a:xfrm>
              <a:off x="2506265" y="2570592"/>
              <a:ext cx="837860" cy="1877663"/>
              <a:chOff x="3842575" y="3854062"/>
              <a:chExt cx="916124" cy="2053053"/>
            </a:xfrm>
          </p:grpSpPr>
          <p:sp>
            <p:nvSpPr>
              <p:cNvPr id="87" name="Freeform 86"/>
              <p:cNvSpPr>
                <a:spLocks/>
              </p:cNvSpPr>
              <p:nvPr/>
            </p:nvSpPr>
            <p:spPr bwMode="auto">
              <a:xfrm>
                <a:off x="4145599" y="5164821"/>
                <a:ext cx="389941" cy="202018"/>
              </a:xfrm>
              <a:custGeom>
                <a:avLst/>
                <a:gdLst>
                  <a:gd name="T0" fmla="*/ 34 w 35"/>
                  <a:gd name="T1" fmla="*/ 18 h 18"/>
                  <a:gd name="T2" fmla="*/ 18 w 35"/>
                  <a:gd name="T3" fmla="*/ 2 h 18"/>
                  <a:gd name="T4" fmla="*/ 2 w 35"/>
                  <a:gd name="T5" fmla="*/ 16 h 18"/>
                  <a:gd name="T6" fmla="*/ 0 w 35"/>
                  <a:gd name="T7" fmla="*/ 16 h 18"/>
                  <a:gd name="T8" fmla="*/ 18 w 35"/>
                  <a:gd name="T9" fmla="*/ 1 h 18"/>
                  <a:gd name="T10" fmla="*/ 35 w 35"/>
                  <a:gd name="T11" fmla="*/ 17 h 18"/>
                  <a:gd name="T12" fmla="*/ 34 w 35"/>
                  <a:gd name="T13" fmla="*/ 18 h 18"/>
                </a:gdLst>
                <a:ahLst/>
                <a:cxnLst>
                  <a:cxn ang="0">
                    <a:pos x="T0" y="T1"/>
                  </a:cxn>
                  <a:cxn ang="0">
                    <a:pos x="T2" y="T3"/>
                  </a:cxn>
                  <a:cxn ang="0">
                    <a:pos x="T4" y="T5"/>
                  </a:cxn>
                  <a:cxn ang="0">
                    <a:pos x="T6" y="T7"/>
                  </a:cxn>
                  <a:cxn ang="0">
                    <a:pos x="T8" y="T9"/>
                  </a:cxn>
                  <a:cxn ang="0">
                    <a:pos x="T10" y="T11"/>
                  </a:cxn>
                  <a:cxn ang="0">
                    <a:pos x="T12" y="T13"/>
                  </a:cxn>
                </a:cxnLst>
                <a:rect l="0" t="0" r="r" b="b"/>
                <a:pathLst>
                  <a:path w="35" h="18">
                    <a:moveTo>
                      <a:pt x="34" y="18"/>
                    </a:moveTo>
                    <a:cubicBezTo>
                      <a:pt x="29" y="8"/>
                      <a:pt x="24" y="2"/>
                      <a:pt x="18" y="2"/>
                    </a:cubicBezTo>
                    <a:cubicBezTo>
                      <a:pt x="9" y="2"/>
                      <a:pt x="2" y="16"/>
                      <a:pt x="2" y="16"/>
                    </a:cubicBezTo>
                    <a:cubicBezTo>
                      <a:pt x="0" y="16"/>
                      <a:pt x="0" y="16"/>
                      <a:pt x="0" y="16"/>
                    </a:cubicBezTo>
                    <a:cubicBezTo>
                      <a:pt x="0" y="15"/>
                      <a:pt x="8" y="0"/>
                      <a:pt x="18" y="1"/>
                    </a:cubicBezTo>
                    <a:cubicBezTo>
                      <a:pt x="24" y="1"/>
                      <a:pt x="30" y="6"/>
                      <a:pt x="35" y="17"/>
                    </a:cubicBezTo>
                    <a:cubicBezTo>
                      <a:pt x="34" y="18"/>
                      <a:pt x="34" y="18"/>
                      <a:pt x="34" y="18"/>
                    </a:cubicBezTo>
                  </a:path>
                </a:pathLst>
              </a:custGeom>
              <a:solidFill>
                <a:srgbClr val="2E26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88" name="Freeform 87"/>
              <p:cNvSpPr>
                <a:spLocks/>
              </p:cNvSpPr>
              <p:nvPr/>
            </p:nvSpPr>
            <p:spPr bwMode="auto">
              <a:xfrm>
                <a:off x="3842575" y="5333951"/>
                <a:ext cx="916124" cy="573164"/>
              </a:xfrm>
              <a:custGeom>
                <a:avLst/>
                <a:gdLst>
                  <a:gd name="T0" fmla="*/ 81 w 82"/>
                  <a:gd name="T1" fmla="*/ 47 h 51"/>
                  <a:gd name="T2" fmla="*/ 77 w 82"/>
                  <a:gd name="T3" fmla="*/ 51 h 51"/>
                  <a:gd name="T4" fmla="*/ 3 w 82"/>
                  <a:gd name="T5" fmla="*/ 48 h 51"/>
                  <a:gd name="T6" fmla="*/ 0 w 82"/>
                  <a:gd name="T7" fmla="*/ 44 h 51"/>
                  <a:gd name="T8" fmla="*/ 1 w 82"/>
                  <a:gd name="T9" fmla="*/ 3 h 51"/>
                  <a:gd name="T10" fmla="*/ 5 w 82"/>
                  <a:gd name="T11" fmla="*/ 0 h 51"/>
                  <a:gd name="T12" fmla="*/ 79 w 82"/>
                  <a:gd name="T13" fmla="*/ 3 h 51"/>
                  <a:gd name="T14" fmla="*/ 82 w 82"/>
                  <a:gd name="T15" fmla="*/ 6 h 51"/>
                  <a:gd name="T16" fmla="*/ 81 w 82"/>
                  <a:gd name="T17" fmla="*/ 47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2" h="51">
                    <a:moveTo>
                      <a:pt x="81" y="47"/>
                    </a:moveTo>
                    <a:cubicBezTo>
                      <a:pt x="80" y="49"/>
                      <a:pt x="79" y="51"/>
                      <a:pt x="77" y="51"/>
                    </a:cubicBezTo>
                    <a:cubicBezTo>
                      <a:pt x="3" y="48"/>
                      <a:pt x="3" y="48"/>
                      <a:pt x="3" y="48"/>
                    </a:cubicBezTo>
                    <a:cubicBezTo>
                      <a:pt x="1" y="48"/>
                      <a:pt x="0" y="46"/>
                      <a:pt x="0" y="44"/>
                    </a:cubicBezTo>
                    <a:cubicBezTo>
                      <a:pt x="1" y="3"/>
                      <a:pt x="1" y="3"/>
                      <a:pt x="1" y="3"/>
                    </a:cubicBezTo>
                    <a:cubicBezTo>
                      <a:pt x="1" y="1"/>
                      <a:pt x="3" y="0"/>
                      <a:pt x="5" y="0"/>
                    </a:cubicBezTo>
                    <a:cubicBezTo>
                      <a:pt x="79" y="3"/>
                      <a:pt x="79" y="3"/>
                      <a:pt x="79" y="3"/>
                    </a:cubicBezTo>
                    <a:cubicBezTo>
                      <a:pt x="81" y="3"/>
                      <a:pt x="82" y="4"/>
                      <a:pt x="82" y="6"/>
                    </a:cubicBezTo>
                    <a:cubicBezTo>
                      <a:pt x="81" y="47"/>
                      <a:pt x="81" y="47"/>
                      <a:pt x="81" y="47"/>
                    </a:cubicBezTo>
                  </a:path>
                </a:pathLst>
              </a:custGeom>
              <a:solidFill>
                <a:srgbClr val="242424"/>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89" name="Freeform 88"/>
              <p:cNvSpPr>
                <a:spLocks/>
              </p:cNvSpPr>
              <p:nvPr/>
            </p:nvSpPr>
            <p:spPr bwMode="auto">
              <a:xfrm>
                <a:off x="4265401" y="5582950"/>
                <a:ext cx="89265" cy="108057"/>
              </a:xfrm>
              <a:custGeom>
                <a:avLst/>
                <a:gdLst>
                  <a:gd name="T0" fmla="*/ 19 w 19"/>
                  <a:gd name="T1" fmla="*/ 23 h 23"/>
                  <a:gd name="T2" fmla="*/ 0 w 19"/>
                  <a:gd name="T3" fmla="*/ 23 h 23"/>
                  <a:gd name="T4" fmla="*/ 3 w 19"/>
                  <a:gd name="T5" fmla="*/ 0 h 23"/>
                  <a:gd name="T6" fmla="*/ 19 w 19"/>
                  <a:gd name="T7" fmla="*/ 0 h 23"/>
                  <a:gd name="T8" fmla="*/ 19 w 19"/>
                  <a:gd name="T9" fmla="*/ 23 h 23"/>
                </a:gdLst>
                <a:ahLst/>
                <a:cxnLst>
                  <a:cxn ang="0">
                    <a:pos x="T0" y="T1"/>
                  </a:cxn>
                  <a:cxn ang="0">
                    <a:pos x="T2" y="T3"/>
                  </a:cxn>
                  <a:cxn ang="0">
                    <a:pos x="T4" y="T5"/>
                  </a:cxn>
                  <a:cxn ang="0">
                    <a:pos x="T6" y="T7"/>
                  </a:cxn>
                  <a:cxn ang="0">
                    <a:pos x="T8" y="T9"/>
                  </a:cxn>
                </a:cxnLst>
                <a:rect l="0" t="0" r="r" b="b"/>
                <a:pathLst>
                  <a:path w="19" h="23">
                    <a:moveTo>
                      <a:pt x="19" y="23"/>
                    </a:moveTo>
                    <a:lnTo>
                      <a:pt x="0" y="23"/>
                    </a:lnTo>
                    <a:lnTo>
                      <a:pt x="3" y="0"/>
                    </a:lnTo>
                    <a:lnTo>
                      <a:pt x="19" y="0"/>
                    </a:lnTo>
                    <a:lnTo>
                      <a:pt x="19" y="2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90" name="Freeform 89"/>
              <p:cNvSpPr>
                <a:spLocks/>
              </p:cNvSpPr>
              <p:nvPr/>
            </p:nvSpPr>
            <p:spPr bwMode="auto">
              <a:xfrm>
                <a:off x="3851972" y="5333951"/>
                <a:ext cx="906727" cy="394637"/>
              </a:xfrm>
              <a:custGeom>
                <a:avLst/>
                <a:gdLst>
                  <a:gd name="T0" fmla="*/ 78 w 81"/>
                  <a:gd name="T1" fmla="*/ 3 h 35"/>
                  <a:gd name="T2" fmla="*/ 4 w 81"/>
                  <a:gd name="T3" fmla="*/ 0 h 35"/>
                  <a:gd name="T4" fmla="*/ 0 w 81"/>
                  <a:gd name="T5" fmla="*/ 3 h 35"/>
                  <a:gd name="T6" fmla="*/ 0 w 81"/>
                  <a:gd name="T7" fmla="*/ 8 h 35"/>
                  <a:gd name="T8" fmla="*/ 81 w 81"/>
                  <a:gd name="T9" fmla="*/ 13 h 35"/>
                  <a:gd name="T10" fmla="*/ 81 w 81"/>
                  <a:gd name="T11" fmla="*/ 6 h 35"/>
                  <a:gd name="T12" fmla="*/ 78 w 81"/>
                  <a:gd name="T13" fmla="*/ 3 h 35"/>
                </a:gdLst>
                <a:ahLst/>
                <a:cxnLst>
                  <a:cxn ang="0">
                    <a:pos x="T0" y="T1"/>
                  </a:cxn>
                  <a:cxn ang="0">
                    <a:pos x="T2" y="T3"/>
                  </a:cxn>
                  <a:cxn ang="0">
                    <a:pos x="T4" y="T5"/>
                  </a:cxn>
                  <a:cxn ang="0">
                    <a:pos x="T6" y="T7"/>
                  </a:cxn>
                  <a:cxn ang="0">
                    <a:pos x="T8" y="T9"/>
                  </a:cxn>
                  <a:cxn ang="0">
                    <a:pos x="T10" y="T11"/>
                  </a:cxn>
                  <a:cxn ang="0">
                    <a:pos x="T12" y="T13"/>
                  </a:cxn>
                </a:cxnLst>
                <a:rect l="0" t="0" r="r" b="b"/>
                <a:pathLst>
                  <a:path w="81" h="35">
                    <a:moveTo>
                      <a:pt x="78" y="3"/>
                    </a:moveTo>
                    <a:cubicBezTo>
                      <a:pt x="4" y="0"/>
                      <a:pt x="4" y="0"/>
                      <a:pt x="4" y="0"/>
                    </a:cubicBezTo>
                    <a:cubicBezTo>
                      <a:pt x="2" y="0"/>
                      <a:pt x="0" y="1"/>
                      <a:pt x="0" y="3"/>
                    </a:cubicBezTo>
                    <a:cubicBezTo>
                      <a:pt x="0" y="8"/>
                      <a:pt x="0" y="8"/>
                      <a:pt x="0" y="8"/>
                    </a:cubicBezTo>
                    <a:cubicBezTo>
                      <a:pt x="17" y="21"/>
                      <a:pt x="47" y="35"/>
                      <a:pt x="81" y="13"/>
                    </a:cubicBezTo>
                    <a:cubicBezTo>
                      <a:pt x="81" y="6"/>
                      <a:pt x="81" y="6"/>
                      <a:pt x="81" y="6"/>
                    </a:cubicBezTo>
                    <a:cubicBezTo>
                      <a:pt x="81" y="4"/>
                      <a:pt x="80" y="3"/>
                      <a:pt x="78" y="3"/>
                    </a:cubicBezTo>
                  </a:path>
                </a:pathLst>
              </a:custGeom>
              <a:solidFill>
                <a:srgbClr val="4C4C4C"/>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91" name="Freeform 90"/>
              <p:cNvSpPr>
                <a:spLocks/>
              </p:cNvSpPr>
              <p:nvPr/>
            </p:nvSpPr>
            <p:spPr bwMode="auto">
              <a:xfrm>
                <a:off x="4265401" y="5568854"/>
                <a:ext cx="89265" cy="122150"/>
              </a:xfrm>
              <a:custGeom>
                <a:avLst/>
                <a:gdLst>
                  <a:gd name="T0" fmla="*/ 7 w 8"/>
                  <a:gd name="T1" fmla="*/ 10 h 11"/>
                  <a:gd name="T2" fmla="*/ 1 w 8"/>
                  <a:gd name="T3" fmla="*/ 9 h 11"/>
                  <a:gd name="T4" fmla="*/ 1 w 8"/>
                  <a:gd name="T5" fmla="*/ 0 h 11"/>
                  <a:gd name="T6" fmla="*/ 8 w 8"/>
                  <a:gd name="T7" fmla="*/ 0 h 11"/>
                  <a:gd name="T8" fmla="*/ 7 w 8"/>
                  <a:gd name="T9" fmla="*/ 10 h 11"/>
                </a:gdLst>
                <a:ahLst/>
                <a:cxnLst>
                  <a:cxn ang="0">
                    <a:pos x="T0" y="T1"/>
                  </a:cxn>
                  <a:cxn ang="0">
                    <a:pos x="T2" y="T3"/>
                  </a:cxn>
                  <a:cxn ang="0">
                    <a:pos x="T4" y="T5"/>
                  </a:cxn>
                  <a:cxn ang="0">
                    <a:pos x="T6" y="T7"/>
                  </a:cxn>
                  <a:cxn ang="0">
                    <a:pos x="T8" y="T9"/>
                  </a:cxn>
                </a:cxnLst>
                <a:rect l="0" t="0" r="r" b="b"/>
                <a:pathLst>
                  <a:path w="8" h="11">
                    <a:moveTo>
                      <a:pt x="7" y="10"/>
                    </a:moveTo>
                    <a:cubicBezTo>
                      <a:pt x="6" y="11"/>
                      <a:pt x="2" y="10"/>
                      <a:pt x="1" y="9"/>
                    </a:cubicBezTo>
                    <a:cubicBezTo>
                      <a:pt x="0" y="6"/>
                      <a:pt x="1" y="0"/>
                      <a:pt x="1" y="0"/>
                    </a:cubicBezTo>
                    <a:cubicBezTo>
                      <a:pt x="8" y="0"/>
                      <a:pt x="8" y="0"/>
                      <a:pt x="8" y="0"/>
                    </a:cubicBezTo>
                    <a:cubicBezTo>
                      <a:pt x="8" y="0"/>
                      <a:pt x="8" y="6"/>
                      <a:pt x="7" y="10"/>
                    </a:cubicBezTo>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92" name="Freeform 91"/>
              <p:cNvSpPr>
                <a:spLocks/>
              </p:cNvSpPr>
              <p:nvPr/>
            </p:nvSpPr>
            <p:spPr bwMode="auto">
              <a:xfrm>
                <a:off x="4143251" y="5277574"/>
                <a:ext cx="46980" cy="70472"/>
              </a:xfrm>
              <a:custGeom>
                <a:avLst/>
                <a:gdLst>
                  <a:gd name="T0" fmla="*/ 4 w 4"/>
                  <a:gd name="T1" fmla="*/ 0 h 6"/>
                  <a:gd name="T2" fmla="*/ 0 w 4"/>
                  <a:gd name="T3" fmla="*/ 6 h 6"/>
                  <a:gd name="T4" fmla="*/ 0 w 4"/>
                  <a:gd name="T5" fmla="*/ 6 h 6"/>
                  <a:gd name="T6" fmla="*/ 4 w 4"/>
                  <a:gd name="T7" fmla="*/ 0 h 6"/>
                  <a:gd name="T8" fmla="*/ 4 w 4"/>
                  <a:gd name="T9" fmla="*/ 0 h 6"/>
                </a:gdLst>
                <a:ahLst/>
                <a:cxnLst>
                  <a:cxn ang="0">
                    <a:pos x="T0" y="T1"/>
                  </a:cxn>
                  <a:cxn ang="0">
                    <a:pos x="T2" y="T3"/>
                  </a:cxn>
                  <a:cxn ang="0">
                    <a:pos x="T4" y="T5"/>
                  </a:cxn>
                  <a:cxn ang="0">
                    <a:pos x="T6" y="T7"/>
                  </a:cxn>
                  <a:cxn ang="0">
                    <a:pos x="T8" y="T9"/>
                  </a:cxn>
                </a:cxnLst>
                <a:rect l="0" t="0" r="r" b="b"/>
                <a:pathLst>
                  <a:path w="4" h="6">
                    <a:moveTo>
                      <a:pt x="4" y="0"/>
                    </a:moveTo>
                    <a:cubicBezTo>
                      <a:pt x="2" y="2"/>
                      <a:pt x="1" y="5"/>
                      <a:pt x="0" y="6"/>
                    </a:cubicBezTo>
                    <a:cubicBezTo>
                      <a:pt x="0" y="6"/>
                      <a:pt x="0" y="6"/>
                      <a:pt x="0" y="6"/>
                    </a:cubicBezTo>
                    <a:cubicBezTo>
                      <a:pt x="1" y="5"/>
                      <a:pt x="2" y="2"/>
                      <a:pt x="4" y="0"/>
                    </a:cubicBezTo>
                    <a:cubicBezTo>
                      <a:pt x="4" y="0"/>
                      <a:pt x="4" y="0"/>
                      <a:pt x="4" y="0"/>
                    </a:cubicBezTo>
                  </a:path>
                </a:pathLst>
              </a:custGeom>
              <a:solidFill>
                <a:srgbClr val="898C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93" name="Freeform 92"/>
              <p:cNvSpPr>
                <a:spLocks/>
              </p:cNvSpPr>
              <p:nvPr/>
            </p:nvSpPr>
            <p:spPr bwMode="auto">
              <a:xfrm>
                <a:off x="4190232" y="5188312"/>
                <a:ext cx="122150" cy="89265"/>
              </a:xfrm>
              <a:custGeom>
                <a:avLst/>
                <a:gdLst>
                  <a:gd name="T0" fmla="*/ 11 w 11"/>
                  <a:gd name="T1" fmla="*/ 0 h 8"/>
                  <a:gd name="T2" fmla="*/ 0 w 11"/>
                  <a:gd name="T3" fmla="*/ 8 h 8"/>
                  <a:gd name="T4" fmla="*/ 0 w 11"/>
                  <a:gd name="T5" fmla="*/ 8 h 8"/>
                  <a:gd name="T6" fmla="*/ 11 w 11"/>
                  <a:gd name="T7" fmla="*/ 0 h 8"/>
                  <a:gd name="T8" fmla="*/ 11 w 11"/>
                  <a:gd name="T9" fmla="*/ 0 h 8"/>
                </a:gdLst>
                <a:ahLst/>
                <a:cxnLst>
                  <a:cxn ang="0">
                    <a:pos x="T0" y="T1"/>
                  </a:cxn>
                  <a:cxn ang="0">
                    <a:pos x="T2" y="T3"/>
                  </a:cxn>
                  <a:cxn ang="0">
                    <a:pos x="T4" y="T5"/>
                  </a:cxn>
                  <a:cxn ang="0">
                    <a:pos x="T6" y="T7"/>
                  </a:cxn>
                  <a:cxn ang="0">
                    <a:pos x="T8" y="T9"/>
                  </a:cxn>
                </a:cxnLst>
                <a:rect l="0" t="0" r="r" b="b"/>
                <a:pathLst>
                  <a:path w="11" h="8">
                    <a:moveTo>
                      <a:pt x="11" y="0"/>
                    </a:moveTo>
                    <a:cubicBezTo>
                      <a:pt x="7" y="1"/>
                      <a:pt x="3" y="4"/>
                      <a:pt x="0" y="8"/>
                    </a:cubicBezTo>
                    <a:cubicBezTo>
                      <a:pt x="0" y="8"/>
                      <a:pt x="0" y="8"/>
                      <a:pt x="0" y="8"/>
                    </a:cubicBezTo>
                    <a:cubicBezTo>
                      <a:pt x="3" y="4"/>
                      <a:pt x="7" y="1"/>
                      <a:pt x="11" y="0"/>
                    </a:cubicBezTo>
                    <a:cubicBezTo>
                      <a:pt x="11" y="0"/>
                      <a:pt x="11" y="0"/>
                      <a:pt x="11" y="0"/>
                    </a:cubicBezTo>
                  </a:path>
                </a:pathLst>
              </a:custGeom>
              <a:solidFill>
                <a:srgbClr val="4F52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103" name="Freeform 102"/>
              <p:cNvSpPr>
                <a:spLocks/>
              </p:cNvSpPr>
              <p:nvPr/>
            </p:nvSpPr>
            <p:spPr bwMode="auto">
              <a:xfrm>
                <a:off x="4205172" y="5000390"/>
                <a:ext cx="300676" cy="324168"/>
              </a:xfrm>
              <a:custGeom>
                <a:avLst/>
                <a:gdLst>
                  <a:gd name="T0" fmla="*/ 1 w 27"/>
                  <a:gd name="T1" fmla="*/ 23 h 29"/>
                  <a:gd name="T2" fmla="*/ 6 w 27"/>
                  <a:gd name="T3" fmla="*/ 22 h 29"/>
                  <a:gd name="T4" fmla="*/ 5 w 27"/>
                  <a:gd name="T5" fmla="*/ 20 h 29"/>
                  <a:gd name="T6" fmla="*/ 6 w 27"/>
                  <a:gd name="T7" fmla="*/ 20 h 29"/>
                  <a:gd name="T8" fmla="*/ 6 w 27"/>
                  <a:gd name="T9" fmla="*/ 25 h 29"/>
                  <a:gd name="T10" fmla="*/ 11 w 27"/>
                  <a:gd name="T11" fmla="*/ 24 h 29"/>
                  <a:gd name="T12" fmla="*/ 11 w 27"/>
                  <a:gd name="T13" fmla="*/ 20 h 29"/>
                  <a:gd name="T14" fmla="*/ 11 w 27"/>
                  <a:gd name="T15" fmla="*/ 20 h 29"/>
                  <a:gd name="T16" fmla="*/ 11 w 27"/>
                  <a:gd name="T17" fmla="*/ 26 h 29"/>
                  <a:gd name="T18" fmla="*/ 16 w 27"/>
                  <a:gd name="T19" fmla="*/ 26 h 29"/>
                  <a:gd name="T20" fmla="*/ 16 w 27"/>
                  <a:gd name="T21" fmla="*/ 19 h 29"/>
                  <a:gd name="T22" fmla="*/ 16 w 27"/>
                  <a:gd name="T23" fmla="*/ 19 h 29"/>
                  <a:gd name="T24" fmla="*/ 16 w 27"/>
                  <a:gd name="T25" fmla="*/ 25 h 29"/>
                  <a:gd name="T26" fmla="*/ 21 w 27"/>
                  <a:gd name="T27" fmla="*/ 25 h 29"/>
                  <a:gd name="T28" fmla="*/ 21 w 27"/>
                  <a:gd name="T29" fmla="*/ 13 h 29"/>
                  <a:gd name="T30" fmla="*/ 23 w 27"/>
                  <a:gd name="T31" fmla="*/ 14 h 29"/>
                  <a:gd name="T32" fmla="*/ 23 w 27"/>
                  <a:gd name="T33" fmla="*/ 18 h 29"/>
                  <a:gd name="T34" fmla="*/ 27 w 27"/>
                  <a:gd name="T35" fmla="*/ 21 h 29"/>
                  <a:gd name="T36" fmla="*/ 27 w 27"/>
                  <a:gd name="T37" fmla="*/ 11 h 29"/>
                  <a:gd name="T38" fmla="*/ 21 w 27"/>
                  <a:gd name="T39" fmla="*/ 5 h 29"/>
                  <a:gd name="T40" fmla="*/ 19 w 27"/>
                  <a:gd name="T41" fmla="*/ 0 h 29"/>
                  <a:gd name="T42" fmla="*/ 3 w 27"/>
                  <a:gd name="T43" fmla="*/ 0 h 29"/>
                  <a:gd name="T44" fmla="*/ 3 w 27"/>
                  <a:gd name="T45" fmla="*/ 3 h 29"/>
                  <a:gd name="T46" fmla="*/ 1 w 27"/>
                  <a:gd name="T47" fmla="*/ 5 h 29"/>
                  <a:gd name="T48" fmla="*/ 1 w 27"/>
                  <a:gd name="T49" fmla="*/ 18 h 29"/>
                  <a:gd name="T50" fmla="*/ 1 w 27"/>
                  <a:gd name="T51" fmla="*/ 23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7" h="29">
                    <a:moveTo>
                      <a:pt x="1" y="23"/>
                    </a:moveTo>
                    <a:cubicBezTo>
                      <a:pt x="1" y="25"/>
                      <a:pt x="6" y="25"/>
                      <a:pt x="6" y="22"/>
                    </a:cubicBezTo>
                    <a:cubicBezTo>
                      <a:pt x="5" y="21"/>
                      <a:pt x="5" y="20"/>
                      <a:pt x="5" y="20"/>
                    </a:cubicBezTo>
                    <a:cubicBezTo>
                      <a:pt x="6" y="20"/>
                      <a:pt x="6" y="20"/>
                      <a:pt x="6" y="20"/>
                    </a:cubicBezTo>
                    <a:cubicBezTo>
                      <a:pt x="6" y="20"/>
                      <a:pt x="6" y="25"/>
                      <a:pt x="6" y="25"/>
                    </a:cubicBezTo>
                    <a:cubicBezTo>
                      <a:pt x="6" y="27"/>
                      <a:pt x="11" y="26"/>
                      <a:pt x="11" y="24"/>
                    </a:cubicBezTo>
                    <a:cubicBezTo>
                      <a:pt x="11" y="23"/>
                      <a:pt x="11" y="21"/>
                      <a:pt x="11" y="20"/>
                    </a:cubicBezTo>
                    <a:cubicBezTo>
                      <a:pt x="11" y="19"/>
                      <a:pt x="11" y="19"/>
                      <a:pt x="11" y="20"/>
                    </a:cubicBezTo>
                    <a:cubicBezTo>
                      <a:pt x="11" y="26"/>
                      <a:pt x="11" y="26"/>
                      <a:pt x="11" y="26"/>
                    </a:cubicBezTo>
                    <a:cubicBezTo>
                      <a:pt x="11" y="29"/>
                      <a:pt x="16" y="29"/>
                      <a:pt x="16" y="26"/>
                    </a:cubicBezTo>
                    <a:cubicBezTo>
                      <a:pt x="16" y="24"/>
                      <a:pt x="16" y="19"/>
                      <a:pt x="16" y="19"/>
                    </a:cubicBezTo>
                    <a:cubicBezTo>
                      <a:pt x="16" y="19"/>
                      <a:pt x="16" y="19"/>
                      <a:pt x="16" y="19"/>
                    </a:cubicBezTo>
                    <a:cubicBezTo>
                      <a:pt x="16" y="21"/>
                      <a:pt x="16" y="25"/>
                      <a:pt x="16" y="25"/>
                    </a:cubicBezTo>
                    <a:cubicBezTo>
                      <a:pt x="16" y="27"/>
                      <a:pt x="21" y="27"/>
                      <a:pt x="21" y="25"/>
                    </a:cubicBezTo>
                    <a:cubicBezTo>
                      <a:pt x="21" y="20"/>
                      <a:pt x="21" y="16"/>
                      <a:pt x="21" y="13"/>
                    </a:cubicBezTo>
                    <a:cubicBezTo>
                      <a:pt x="21" y="11"/>
                      <a:pt x="23" y="14"/>
                      <a:pt x="23" y="14"/>
                    </a:cubicBezTo>
                    <a:cubicBezTo>
                      <a:pt x="23" y="18"/>
                      <a:pt x="23" y="18"/>
                      <a:pt x="23" y="18"/>
                    </a:cubicBezTo>
                    <a:cubicBezTo>
                      <a:pt x="23" y="19"/>
                      <a:pt x="27" y="21"/>
                      <a:pt x="27" y="21"/>
                    </a:cubicBezTo>
                    <a:cubicBezTo>
                      <a:pt x="27" y="20"/>
                      <a:pt x="27" y="12"/>
                      <a:pt x="27" y="11"/>
                    </a:cubicBezTo>
                    <a:cubicBezTo>
                      <a:pt x="25" y="9"/>
                      <a:pt x="23" y="7"/>
                      <a:pt x="21" y="5"/>
                    </a:cubicBezTo>
                    <a:cubicBezTo>
                      <a:pt x="19" y="3"/>
                      <a:pt x="19" y="0"/>
                      <a:pt x="19" y="0"/>
                    </a:cubicBezTo>
                    <a:cubicBezTo>
                      <a:pt x="3" y="0"/>
                      <a:pt x="3" y="0"/>
                      <a:pt x="3" y="0"/>
                    </a:cubicBezTo>
                    <a:cubicBezTo>
                      <a:pt x="3" y="2"/>
                      <a:pt x="3" y="2"/>
                      <a:pt x="3" y="3"/>
                    </a:cubicBezTo>
                    <a:cubicBezTo>
                      <a:pt x="3" y="4"/>
                      <a:pt x="2" y="4"/>
                      <a:pt x="1" y="5"/>
                    </a:cubicBezTo>
                    <a:cubicBezTo>
                      <a:pt x="0" y="8"/>
                      <a:pt x="1" y="18"/>
                      <a:pt x="1" y="18"/>
                    </a:cubicBezTo>
                    <a:lnTo>
                      <a:pt x="1" y="23"/>
                    </a:lnTo>
                    <a:close/>
                  </a:path>
                </a:pathLst>
              </a:custGeom>
              <a:solidFill>
                <a:srgbClr val="FDD0AB"/>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104" name="Rectangle 103"/>
              <p:cNvSpPr>
                <a:spLocks noChangeArrowheads="1"/>
              </p:cNvSpPr>
              <p:nvPr/>
            </p:nvSpPr>
            <p:spPr bwMode="auto">
              <a:xfrm>
                <a:off x="4176140" y="4962805"/>
                <a:ext cx="281884" cy="37584"/>
              </a:xfrm>
              <a:prstGeom prst="rect">
                <a:avLst/>
              </a:prstGeom>
              <a:solidFill>
                <a:schemeClr val="bg1"/>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105" name="Freeform 104"/>
              <p:cNvSpPr>
                <a:spLocks/>
              </p:cNvSpPr>
              <p:nvPr/>
            </p:nvSpPr>
            <p:spPr bwMode="auto">
              <a:xfrm>
                <a:off x="4152647" y="3854062"/>
                <a:ext cx="446318" cy="1108743"/>
              </a:xfrm>
              <a:custGeom>
                <a:avLst/>
                <a:gdLst>
                  <a:gd name="T0" fmla="*/ 39 w 40"/>
                  <a:gd name="T1" fmla="*/ 0 h 99"/>
                  <a:gd name="T2" fmla="*/ 1 w 40"/>
                  <a:gd name="T3" fmla="*/ 67 h 99"/>
                  <a:gd name="T4" fmla="*/ 0 w 40"/>
                  <a:gd name="T5" fmla="*/ 99 h 99"/>
                  <a:gd name="T6" fmla="*/ 31 w 40"/>
                  <a:gd name="T7" fmla="*/ 99 h 99"/>
                  <a:gd name="T8" fmla="*/ 29 w 40"/>
                  <a:gd name="T9" fmla="*/ 67 h 99"/>
                  <a:gd name="T10" fmla="*/ 40 w 40"/>
                  <a:gd name="T11" fmla="*/ 25 h 99"/>
                  <a:gd name="T12" fmla="*/ 39 w 40"/>
                  <a:gd name="T13" fmla="*/ 0 h 99"/>
                </a:gdLst>
                <a:ahLst/>
                <a:cxnLst>
                  <a:cxn ang="0">
                    <a:pos x="T0" y="T1"/>
                  </a:cxn>
                  <a:cxn ang="0">
                    <a:pos x="T2" y="T3"/>
                  </a:cxn>
                  <a:cxn ang="0">
                    <a:pos x="T4" y="T5"/>
                  </a:cxn>
                  <a:cxn ang="0">
                    <a:pos x="T6" y="T7"/>
                  </a:cxn>
                  <a:cxn ang="0">
                    <a:pos x="T8" y="T9"/>
                  </a:cxn>
                  <a:cxn ang="0">
                    <a:pos x="T10" y="T11"/>
                  </a:cxn>
                  <a:cxn ang="0">
                    <a:pos x="T12" y="T13"/>
                  </a:cxn>
                </a:cxnLst>
                <a:rect l="0" t="0" r="r" b="b"/>
                <a:pathLst>
                  <a:path w="40" h="99">
                    <a:moveTo>
                      <a:pt x="39" y="0"/>
                    </a:moveTo>
                    <a:cubicBezTo>
                      <a:pt x="5" y="14"/>
                      <a:pt x="2" y="44"/>
                      <a:pt x="1" y="67"/>
                    </a:cubicBezTo>
                    <a:cubicBezTo>
                      <a:pt x="1" y="76"/>
                      <a:pt x="0" y="99"/>
                      <a:pt x="0" y="99"/>
                    </a:cubicBezTo>
                    <a:cubicBezTo>
                      <a:pt x="31" y="99"/>
                      <a:pt x="31" y="99"/>
                      <a:pt x="31" y="99"/>
                    </a:cubicBezTo>
                    <a:cubicBezTo>
                      <a:pt x="31" y="99"/>
                      <a:pt x="30" y="86"/>
                      <a:pt x="29" y="67"/>
                    </a:cubicBezTo>
                    <a:cubicBezTo>
                      <a:pt x="26" y="14"/>
                      <a:pt x="40" y="25"/>
                      <a:pt x="40" y="25"/>
                    </a:cubicBezTo>
                    <a:lnTo>
                      <a:pt x="39" y="0"/>
                    </a:lnTo>
                    <a:close/>
                  </a:path>
                </a:pathLst>
              </a:custGeom>
              <a:solidFill>
                <a:srgbClr val="44546A"/>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grpSp>
        <p:sp>
          <p:nvSpPr>
            <p:cNvPr id="33" name="Freeform 290"/>
            <p:cNvSpPr>
              <a:spLocks/>
            </p:cNvSpPr>
            <p:nvPr/>
          </p:nvSpPr>
          <p:spPr bwMode="auto">
            <a:xfrm flipH="1">
              <a:off x="3280114" y="2530090"/>
              <a:ext cx="386696" cy="515595"/>
            </a:xfrm>
            <a:custGeom>
              <a:avLst/>
              <a:gdLst>
                <a:gd name="T0" fmla="*/ 180 w 180"/>
                <a:gd name="T1" fmla="*/ 71 h 240"/>
                <a:gd name="T2" fmla="*/ 92 w 180"/>
                <a:gd name="T3" fmla="*/ 240 h 240"/>
                <a:gd name="T4" fmla="*/ 0 w 180"/>
                <a:gd name="T5" fmla="*/ 71 h 240"/>
                <a:gd name="T6" fmla="*/ 33 w 180"/>
                <a:gd name="T7" fmla="*/ 69 h 240"/>
                <a:gd name="T8" fmla="*/ 33 w 180"/>
                <a:gd name="T9" fmla="*/ 0 h 240"/>
                <a:gd name="T10" fmla="*/ 151 w 180"/>
                <a:gd name="T11" fmla="*/ 0 h 240"/>
                <a:gd name="T12" fmla="*/ 151 w 180"/>
                <a:gd name="T13" fmla="*/ 69 h 240"/>
                <a:gd name="T14" fmla="*/ 180 w 180"/>
                <a:gd name="T15" fmla="*/ 71 h 2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0" h="240">
                  <a:moveTo>
                    <a:pt x="180" y="71"/>
                  </a:moveTo>
                  <a:lnTo>
                    <a:pt x="92" y="240"/>
                  </a:lnTo>
                  <a:lnTo>
                    <a:pt x="0" y="71"/>
                  </a:lnTo>
                  <a:lnTo>
                    <a:pt x="33" y="69"/>
                  </a:lnTo>
                  <a:lnTo>
                    <a:pt x="33" y="0"/>
                  </a:lnTo>
                  <a:lnTo>
                    <a:pt x="151" y="0"/>
                  </a:lnTo>
                  <a:lnTo>
                    <a:pt x="151" y="69"/>
                  </a:lnTo>
                  <a:lnTo>
                    <a:pt x="180" y="71"/>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34" name="Freeform 306"/>
            <p:cNvSpPr>
              <a:spLocks/>
            </p:cNvSpPr>
            <p:nvPr/>
          </p:nvSpPr>
          <p:spPr bwMode="auto">
            <a:xfrm flipH="1">
              <a:off x="3412979" y="2601739"/>
              <a:ext cx="116009" cy="122455"/>
            </a:xfrm>
            <a:custGeom>
              <a:avLst/>
              <a:gdLst>
                <a:gd name="T0" fmla="*/ 0 w 54"/>
                <a:gd name="T1" fmla="*/ 14 h 57"/>
                <a:gd name="T2" fmla="*/ 28 w 54"/>
                <a:gd name="T3" fmla="*/ 57 h 57"/>
                <a:gd name="T4" fmla="*/ 54 w 54"/>
                <a:gd name="T5" fmla="*/ 14 h 57"/>
                <a:gd name="T6" fmla="*/ 28 w 54"/>
                <a:gd name="T7" fmla="*/ 0 h 57"/>
                <a:gd name="T8" fmla="*/ 0 w 54"/>
                <a:gd name="T9" fmla="*/ 14 h 57"/>
              </a:gdLst>
              <a:ahLst/>
              <a:cxnLst>
                <a:cxn ang="0">
                  <a:pos x="T0" y="T1"/>
                </a:cxn>
                <a:cxn ang="0">
                  <a:pos x="T2" y="T3"/>
                </a:cxn>
                <a:cxn ang="0">
                  <a:pos x="T4" y="T5"/>
                </a:cxn>
                <a:cxn ang="0">
                  <a:pos x="T6" y="T7"/>
                </a:cxn>
                <a:cxn ang="0">
                  <a:pos x="T8" y="T9"/>
                </a:cxn>
              </a:cxnLst>
              <a:rect l="0" t="0" r="r" b="b"/>
              <a:pathLst>
                <a:path w="54" h="57">
                  <a:moveTo>
                    <a:pt x="0" y="14"/>
                  </a:moveTo>
                  <a:lnTo>
                    <a:pt x="28" y="57"/>
                  </a:lnTo>
                  <a:lnTo>
                    <a:pt x="54" y="14"/>
                  </a:lnTo>
                  <a:lnTo>
                    <a:pt x="28" y="0"/>
                  </a:lnTo>
                  <a:lnTo>
                    <a:pt x="0" y="14"/>
                  </a:lnTo>
                  <a:close/>
                </a:path>
              </a:pathLst>
            </a:custGeom>
            <a:solidFill>
              <a:srgbClr val="141414"/>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35" name="Freeform 307"/>
            <p:cNvSpPr>
              <a:spLocks/>
            </p:cNvSpPr>
            <p:nvPr/>
          </p:nvSpPr>
          <p:spPr bwMode="auto">
            <a:xfrm flipH="1">
              <a:off x="3477428" y="2601739"/>
              <a:ext cx="51559" cy="111712"/>
            </a:xfrm>
            <a:custGeom>
              <a:avLst/>
              <a:gdLst>
                <a:gd name="T0" fmla="*/ 0 w 24"/>
                <a:gd name="T1" fmla="*/ 14 h 52"/>
                <a:gd name="T2" fmla="*/ 24 w 24"/>
                <a:gd name="T3" fmla="*/ 52 h 52"/>
                <a:gd name="T4" fmla="*/ 24 w 24"/>
                <a:gd name="T5" fmla="*/ 0 h 52"/>
                <a:gd name="T6" fmla="*/ 0 w 24"/>
                <a:gd name="T7" fmla="*/ 14 h 52"/>
              </a:gdLst>
              <a:ahLst/>
              <a:cxnLst>
                <a:cxn ang="0">
                  <a:pos x="T0" y="T1"/>
                </a:cxn>
                <a:cxn ang="0">
                  <a:pos x="T2" y="T3"/>
                </a:cxn>
                <a:cxn ang="0">
                  <a:pos x="T4" y="T5"/>
                </a:cxn>
                <a:cxn ang="0">
                  <a:pos x="T6" y="T7"/>
                </a:cxn>
              </a:cxnLst>
              <a:rect l="0" t="0" r="r" b="b"/>
              <a:pathLst>
                <a:path w="24" h="52">
                  <a:moveTo>
                    <a:pt x="0" y="14"/>
                  </a:moveTo>
                  <a:lnTo>
                    <a:pt x="24" y="52"/>
                  </a:lnTo>
                  <a:lnTo>
                    <a:pt x="24" y="0"/>
                  </a:lnTo>
                  <a:lnTo>
                    <a:pt x="0" y="14"/>
                  </a:lnTo>
                  <a:close/>
                </a:path>
              </a:pathLst>
            </a:custGeom>
            <a:solidFill>
              <a:srgbClr val="141414"/>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36" name="Freeform 308"/>
            <p:cNvSpPr>
              <a:spLocks/>
            </p:cNvSpPr>
            <p:nvPr/>
          </p:nvSpPr>
          <p:spPr bwMode="auto">
            <a:xfrm flipH="1">
              <a:off x="3473131" y="2535142"/>
              <a:ext cx="193348" cy="137493"/>
            </a:xfrm>
            <a:custGeom>
              <a:avLst/>
              <a:gdLst>
                <a:gd name="T0" fmla="*/ 33 w 90"/>
                <a:gd name="T1" fmla="*/ 0 h 64"/>
                <a:gd name="T2" fmla="*/ 0 w 90"/>
                <a:gd name="T3" fmla="*/ 0 h 64"/>
                <a:gd name="T4" fmla="*/ 35 w 90"/>
                <a:gd name="T5" fmla="*/ 64 h 64"/>
                <a:gd name="T6" fmla="*/ 90 w 90"/>
                <a:gd name="T7" fmla="*/ 31 h 64"/>
                <a:gd name="T8" fmla="*/ 33 w 90"/>
                <a:gd name="T9" fmla="*/ 0 h 64"/>
              </a:gdLst>
              <a:ahLst/>
              <a:cxnLst>
                <a:cxn ang="0">
                  <a:pos x="T0" y="T1"/>
                </a:cxn>
                <a:cxn ang="0">
                  <a:pos x="T2" y="T3"/>
                </a:cxn>
                <a:cxn ang="0">
                  <a:pos x="T4" y="T5"/>
                </a:cxn>
                <a:cxn ang="0">
                  <a:pos x="T6" y="T7"/>
                </a:cxn>
                <a:cxn ang="0">
                  <a:pos x="T8" y="T9"/>
                </a:cxn>
              </a:cxnLst>
              <a:rect l="0" t="0" r="r" b="b"/>
              <a:pathLst>
                <a:path w="90" h="64">
                  <a:moveTo>
                    <a:pt x="33" y="0"/>
                  </a:moveTo>
                  <a:lnTo>
                    <a:pt x="0" y="0"/>
                  </a:lnTo>
                  <a:lnTo>
                    <a:pt x="35" y="64"/>
                  </a:lnTo>
                  <a:lnTo>
                    <a:pt x="90" y="31"/>
                  </a:lnTo>
                  <a:lnTo>
                    <a:pt x="3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37" name="Freeform 309"/>
            <p:cNvSpPr>
              <a:spLocks/>
            </p:cNvSpPr>
            <p:nvPr/>
          </p:nvSpPr>
          <p:spPr bwMode="auto">
            <a:xfrm flipH="1">
              <a:off x="3275486" y="2535142"/>
              <a:ext cx="193348" cy="137493"/>
            </a:xfrm>
            <a:custGeom>
              <a:avLst/>
              <a:gdLst>
                <a:gd name="T0" fmla="*/ 57 w 90"/>
                <a:gd name="T1" fmla="*/ 0 h 64"/>
                <a:gd name="T2" fmla="*/ 90 w 90"/>
                <a:gd name="T3" fmla="*/ 0 h 64"/>
                <a:gd name="T4" fmla="*/ 55 w 90"/>
                <a:gd name="T5" fmla="*/ 64 h 64"/>
                <a:gd name="T6" fmla="*/ 0 w 90"/>
                <a:gd name="T7" fmla="*/ 31 h 64"/>
                <a:gd name="T8" fmla="*/ 57 w 90"/>
                <a:gd name="T9" fmla="*/ 0 h 64"/>
              </a:gdLst>
              <a:ahLst/>
              <a:cxnLst>
                <a:cxn ang="0">
                  <a:pos x="T0" y="T1"/>
                </a:cxn>
                <a:cxn ang="0">
                  <a:pos x="T2" y="T3"/>
                </a:cxn>
                <a:cxn ang="0">
                  <a:pos x="T4" y="T5"/>
                </a:cxn>
                <a:cxn ang="0">
                  <a:pos x="T6" y="T7"/>
                </a:cxn>
                <a:cxn ang="0">
                  <a:pos x="T8" y="T9"/>
                </a:cxn>
              </a:cxnLst>
              <a:rect l="0" t="0" r="r" b="b"/>
              <a:pathLst>
                <a:path w="90" h="64">
                  <a:moveTo>
                    <a:pt x="57" y="0"/>
                  </a:moveTo>
                  <a:lnTo>
                    <a:pt x="90" y="0"/>
                  </a:lnTo>
                  <a:lnTo>
                    <a:pt x="55" y="64"/>
                  </a:lnTo>
                  <a:lnTo>
                    <a:pt x="0" y="31"/>
                  </a:lnTo>
                  <a:lnTo>
                    <a:pt x="5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38" name="Freeform 310"/>
            <p:cNvSpPr>
              <a:spLocks/>
            </p:cNvSpPr>
            <p:nvPr/>
          </p:nvSpPr>
          <p:spPr bwMode="auto">
            <a:xfrm flipH="1">
              <a:off x="3421571" y="2666190"/>
              <a:ext cx="96674" cy="236314"/>
            </a:xfrm>
            <a:custGeom>
              <a:avLst/>
              <a:gdLst>
                <a:gd name="T0" fmla="*/ 0 w 45"/>
                <a:gd name="T1" fmla="*/ 67 h 110"/>
                <a:gd name="T2" fmla="*/ 23 w 45"/>
                <a:gd name="T3" fmla="*/ 0 h 110"/>
                <a:gd name="T4" fmla="*/ 45 w 45"/>
                <a:gd name="T5" fmla="*/ 69 h 110"/>
                <a:gd name="T6" fmla="*/ 23 w 45"/>
                <a:gd name="T7" fmla="*/ 110 h 110"/>
                <a:gd name="T8" fmla="*/ 0 w 45"/>
                <a:gd name="T9" fmla="*/ 67 h 110"/>
              </a:gdLst>
              <a:ahLst/>
              <a:cxnLst>
                <a:cxn ang="0">
                  <a:pos x="T0" y="T1"/>
                </a:cxn>
                <a:cxn ang="0">
                  <a:pos x="T2" y="T3"/>
                </a:cxn>
                <a:cxn ang="0">
                  <a:pos x="T4" y="T5"/>
                </a:cxn>
                <a:cxn ang="0">
                  <a:pos x="T6" y="T7"/>
                </a:cxn>
                <a:cxn ang="0">
                  <a:pos x="T8" y="T9"/>
                </a:cxn>
              </a:cxnLst>
              <a:rect l="0" t="0" r="r" b="b"/>
              <a:pathLst>
                <a:path w="45" h="110">
                  <a:moveTo>
                    <a:pt x="0" y="67"/>
                  </a:moveTo>
                  <a:lnTo>
                    <a:pt x="23" y="0"/>
                  </a:lnTo>
                  <a:lnTo>
                    <a:pt x="45" y="69"/>
                  </a:lnTo>
                  <a:lnTo>
                    <a:pt x="23" y="110"/>
                  </a:lnTo>
                  <a:lnTo>
                    <a:pt x="0" y="67"/>
                  </a:lnTo>
                  <a:close/>
                </a:path>
              </a:pathLst>
            </a:custGeom>
            <a:solidFill>
              <a:srgbClr val="141414"/>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39" name="Freeform 311"/>
            <p:cNvSpPr>
              <a:spLocks/>
            </p:cNvSpPr>
            <p:nvPr/>
          </p:nvSpPr>
          <p:spPr bwMode="auto">
            <a:xfrm flipH="1">
              <a:off x="3473131" y="2683375"/>
              <a:ext cx="45115" cy="208386"/>
            </a:xfrm>
            <a:custGeom>
              <a:avLst/>
              <a:gdLst>
                <a:gd name="T0" fmla="*/ 0 w 21"/>
                <a:gd name="T1" fmla="*/ 59 h 97"/>
                <a:gd name="T2" fmla="*/ 21 w 21"/>
                <a:gd name="T3" fmla="*/ 0 h 97"/>
                <a:gd name="T4" fmla="*/ 21 w 21"/>
                <a:gd name="T5" fmla="*/ 97 h 97"/>
                <a:gd name="T6" fmla="*/ 0 w 21"/>
                <a:gd name="T7" fmla="*/ 59 h 97"/>
              </a:gdLst>
              <a:ahLst/>
              <a:cxnLst>
                <a:cxn ang="0">
                  <a:pos x="T0" y="T1"/>
                </a:cxn>
                <a:cxn ang="0">
                  <a:pos x="T2" y="T3"/>
                </a:cxn>
                <a:cxn ang="0">
                  <a:pos x="T4" y="T5"/>
                </a:cxn>
                <a:cxn ang="0">
                  <a:pos x="T6" y="T7"/>
                </a:cxn>
              </a:cxnLst>
              <a:rect l="0" t="0" r="r" b="b"/>
              <a:pathLst>
                <a:path w="21" h="97">
                  <a:moveTo>
                    <a:pt x="0" y="59"/>
                  </a:moveTo>
                  <a:lnTo>
                    <a:pt x="21" y="0"/>
                  </a:lnTo>
                  <a:lnTo>
                    <a:pt x="21" y="97"/>
                  </a:lnTo>
                  <a:lnTo>
                    <a:pt x="0" y="59"/>
                  </a:lnTo>
                  <a:close/>
                </a:path>
              </a:pathLst>
            </a:custGeom>
            <a:solidFill>
              <a:srgbClr val="141414"/>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41" name="Freeform 312"/>
            <p:cNvSpPr>
              <a:spLocks/>
            </p:cNvSpPr>
            <p:nvPr/>
          </p:nvSpPr>
          <p:spPr bwMode="auto">
            <a:xfrm flipH="1">
              <a:off x="3468834" y="2539439"/>
              <a:ext cx="268540" cy="545671"/>
            </a:xfrm>
            <a:custGeom>
              <a:avLst/>
              <a:gdLst>
                <a:gd name="T0" fmla="*/ 33 w 125"/>
                <a:gd name="T1" fmla="*/ 0 h 254"/>
                <a:gd name="T2" fmla="*/ 0 w 125"/>
                <a:gd name="T3" fmla="*/ 83 h 254"/>
                <a:gd name="T4" fmla="*/ 54 w 125"/>
                <a:gd name="T5" fmla="*/ 81 h 254"/>
                <a:gd name="T6" fmla="*/ 12 w 125"/>
                <a:gd name="T7" fmla="*/ 128 h 254"/>
                <a:gd name="T8" fmla="*/ 123 w 125"/>
                <a:gd name="T9" fmla="*/ 254 h 254"/>
                <a:gd name="T10" fmla="*/ 125 w 125"/>
                <a:gd name="T11" fmla="*/ 169 h 254"/>
                <a:gd name="T12" fmla="*/ 33 w 125"/>
                <a:gd name="T13" fmla="*/ 0 h 254"/>
              </a:gdLst>
              <a:ahLst/>
              <a:cxnLst>
                <a:cxn ang="0">
                  <a:pos x="T0" y="T1"/>
                </a:cxn>
                <a:cxn ang="0">
                  <a:pos x="T2" y="T3"/>
                </a:cxn>
                <a:cxn ang="0">
                  <a:pos x="T4" y="T5"/>
                </a:cxn>
                <a:cxn ang="0">
                  <a:pos x="T6" y="T7"/>
                </a:cxn>
                <a:cxn ang="0">
                  <a:pos x="T8" y="T9"/>
                </a:cxn>
                <a:cxn ang="0">
                  <a:pos x="T10" y="T11"/>
                </a:cxn>
                <a:cxn ang="0">
                  <a:pos x="T12" y="T13"/>
                </a:cxn>
              </a:cxnLst>
              <a:rect l="0" t="0" r="r" b="b"/>
              <a:pathLst>
                <a:path w="125" h="254">
                  <a:moveTo>
                    <a:pt x="33" y="0"/>
                  </a:moveTo>
                  <a:lnTo>
                    <a:pt x="0" y="83"/>
                  </a:lnTo>
                  <a:lnTo>
                    <a:pt x="54" y="81"/>
                  </a:lnTo>
                  <a:lnTo>
                    <a:pt x="12" y="128"/>
                  </a:lnTo>
                  <a:lnTo>
                    <a:pt x="123" y="254"/>
                  </a:lnTo>
                  <a:lnTo>
                    <a:pt x="125" y="169"/>
                  </a:lnTo>
                  <a:lnTo>
                    <a:pt x="33" y="0"/>
                  </a:lnTo>
                  <a:close/>
                </a:path>
              </a:pathLst>
            </a:custGeom>
            <a:solidFill>
              <a:srgbClr val="333F50"/>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42" name="Freeform 313"/>
            <p:cNvSpPr>
              <a:spLocks/>
            </p:cNvSpPr>
            <p:nvPr/>
          </p:nvSpPr>
          <p:spPr bwMode="auto">
            <a:xfrm flipH="1">
              <a:off x="3204591" y="2539439"/>
              <a:ext cx="268540" cy="545671"/>
            </a:xfrm>
            <a:custGeom>
              <a:avLst/>
              <a:gdLst>
                <a:gd name="T0" fmla="*/ 92 w 125"/>
                <a:gd name="T1" fmla="*/ 0 h 254"/>
                <a:gd name="T2" fmla="*/ 125 w 125"/>
                <a:gd name="T3" fmla="*/ 83 h 254"/>
                <a:gd name="T4" fmla="*/ 71 w 125"/>
                <a:gd name="T5" fmla="*/ 81 h 254"/>
                <a:gd name="T6" fmla="*/ 113 w 125"/>
                <a:gd name="T7" fmla="*/ 128 h 254"/>
                <a:gd name="T8" fmla="*/ 0 w 125"/>
                <a:gd name="T9" fmla="*/ 254 h 254"/>
                <a:gd name="T10" fmla="*/ 0 w 125"/>
                <a:gd name="T11" fmla="*/ 169 h 254"/>
                <a:gd name="T12" fmla="*/ 92 w 125"/>
                <a:gd name="T13" fmla="*/ 0 h 254"/>
              </a:gdLst>
              <a:ahLst/>
              <a:cxnLst>
                <a:cxn ang="0">
                  <a:pos x="T0" y="T1"/>
                </a:cxn>
                <a:cxn ang="0">
                  <a:pos x="T2" y="T3"/>
                </a:cxn>
                <a:cxn ang="0">
                  <a:pos x="T4" y="T5"/>
                </a:cxn>
                <a:cxn ang="0">
                  <a:pos x="T6" y="T7"/>
                </a:cxn>
                <a:cxn ang="0">
                  <a:pos x="T8" y="T9"/>
                </a:cxn>
                <a:cxn ang="0">
                  <a:pos x="T10" y="T11"/>
                </a:cxn>
                <a:cxn ang="0">
                  <a:pos x="T12" y="T13"/>
                </a:cxn>
              </a:cxnLst>
              <a:rect l="0" t="0" r="r" b="b"/>
              <a:pathLst>
                <a:path w="125" h="254">
                  <a:moveTo>
                    <a:pt x="92" y="0"/>
                  </a:moveTo>
                  <a:lnTo>
                    <a:pt x="125" y="83"/>
                  </a:lnTo>
                  <a:lnTo>
                    <a:pt x="71" y="81"/>
                  </a:lnTo>
                  <a:lnTo>
                    <a:pt x="113" y="128"/>
                  </a:lnTo>
                  <a:lnTo>
                    <a:pt x="0" y="254"/>
                  </a:lnTo>
                  <a:lnTo>
                    <a:pt x="0" y="169"/>
                  </a:lnTo>
                  <a:lnTo>
                    <a:pt x="92" y="0"/>
                  </a:lnTo>
                  <a:close/>
                </a:path>
              </a:pathLst>
            </a:custGeom>
            <a:solidFill>
              <a:srgbClr val="333F50"/>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43" name="Freeform 95"/>
            <p:cNvSpPr>
              <a:spLocks/>
            </p:cNvSpPr>
            <p:nvPr/>
          </p:nvSpPr>
          <p:spPr bwMode="auto">
            <a:xfrm>
              <a:off x="3457385" y="3137497"/>
              <a:ext cx="41745" cy="57250"/>
            </a:xfrm>
            <a:custGeom>
              <a:avLst/>
              <a:gdLst>
                <a:gd name="T0" fmla="*/ 25 w 26"/>
                <a:gd name="T1" fmla="*/ 19 h 36"/>
                <a:gd name="T2" fmla="*/ 11 w 26"/>
                <a:gd name="T3" fmla="*/ 35 h 36"/>
                <a:gd name="T4" fmla="*/ 1 w 26"/>
                <a:gd name="T5" fmla="*/ 17 h 36"/>
                <a:gd name="T6" fmla="*/ 15 w 26"/>
                <a:gd name="T7" fmla="*/ 1 h 36"/>
                <a:gd name="T8" fmla="*/ 25 w 26"/>
                <a:gd name="T9" fmla="*/ 19 h 36"/>
              </a:gdLst>
              <a:ahLst/>
              <a:cxnLst>
                <a:cxn ang="0">
                  <a:pos x="T0" y="T1"/>
                </a:cxn>
                <a:cxn ang="0">
                  <a:pos x="T2" y="T3"/>
                </a:cxn>
                <a:cxn ang="0">
                  <a:pos x="T4" y="T5"/>
                </a:cxn>
                <a:cxn ang="0">
                  <a:pos x="T6" y="T7"/>
                </a:cxn>
                <a:cxn ang="0">
                  <a:pos x="T8" y="T9"/>
                </a:cxn>
              </a:cxnLst>
              <a:rect l="0" t="0" r="r" b="b"/>
              <a:pathLst>
                <a:path w="26" h="36">
                  <a:moveTo>
                    <a:pt x="25" y="19"/>
                  </a:moveTo>
                  <a:cubicBezTo>
                    <a:pt x="24" y="29"/>
                    <a:pt x="18" y="36"/>
                    <a:pt x="11" y="35"/>
                  </a:cubicBezTo>
                  <a:cubicBezTo>
                    <a:pt x="5" y="35"/>
                    <a:pt x="0" y="26"/>
                    <a:pt x="1" y="17"/>
                  </a:cubicBezTo>
                  <a:cubicBezTo>
                    <a:pt x="2" y="7"/>
                    <a:pt x="8" y="0"/>
                    <a:pt x="15" y="1"/>
                  </a:cubicBezTo>
                  <a:cubicBezTo>
                    <a:pt x="21" y="1"/>
                    <a:pt x="26" y="10"/>
                    <a:pt x="25" y="19"/>
                  </a:cubicBezTo>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44" name="Freeform 96"/>
            <p:cNvSpPr>
              <a:spLocks/>
            </p:cNvSpPr>
            <p:nvPr/>
          </p:nvSpPr>
          <p:spPr bwMode="auto">
            <a:xfrm>
              <a:off x="3455963" y="3249427"/>
              <a:ext cx="38167" cy="56057"/>
            </a:xfrm>
            <a:custGeom>
              <a:avLst/>
              <a:gdLst>
                <a:gd name="T0" fmla="*/ 24 w 24"/>
                <a:gd name="T1" fmla="*/ 17 h 35"/>
                <a:gd name="T2" fmla="*/ 13 w 24"/>
                <a:gd name="T3" fmla="*/ 35 h 35"/>
                <a:gd name="T4" fmla="*/ 0 w 24"/>
                <a:gd name="T5" fmla="*/ 18 h 35"/>
                <a:gd name="T6" fmla="*/ 11 w 24"/>
                <a:gd name="T7" fmla="*/ 0 h 35"/>
                <a:gd name="T8" fmla="*/ 24 w 24"/>
                <a:gd name="T9" fmla="*/ 17 h 35"/>
              </a:gdLst>
              <a:ahLst/>
              <a:cxnLst>
                <a:cxn ang="0">
                  <a:pos x="T0" y="T1"/>
                </a:cxn>
                <a:cxn ang="0">
                  <a:pos x="T2" y="T3"/>
                </a:cxn>
                <a:cxn ang="0">
                  <a:pos x="T4" y="T5"/>
                </a:cxn>
                <a:cxn ang="0">
                  <a:pos x="T6" y="T7"/>
                </a:cxn>
                <a:cxn ang="0">
                  <a:pos x="T8" y="T9"/>
                </a:cxn>
              </a:cxnLst>
              <a:rect l="0" t="0" r="r" b="b"/>
              <a:pathLst>
                <a:path w="24" h="35">
                  <a:moveTo>
                    <a:pt x="24" y="17"/>
                  </a:moveTo>
                  <a:cubicBezTo>
                    <a:pt x="24" y="27"/>
                    <a:pt x="19" y="35"/>
                    <a:pt x="13" y="35"/>
                  </a:cubicBezTo>
                  <a:cubicBezTo>
                    <a:pt x="6" y="35"/>
                    <a:pt x="1" y="28"/>
                    <a:pt x="0" y="18"/>
                  </a:cubicBezTo>
                  <a:cubicBezTo>
                    <a:pt x="0" y="9"/>
                    <a:pt x="5" y="1"/>
                    <a:pt x="11" y="0"/>
                  </a:cubicBezTo>
                  <a:cubicBezTo>
                    <a:pt x="18" y="0"/>
                    <a:pt x="23" y="8"/>
                    <a:pt x="24" y="17"/>
                  </a:cubicBezTo>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45" name="Freeform 96"/>
            <p:cNvSpPr>
              <a:spLocks/>
            </p:cNvSpPr>
            <p:nvPr/>
          </p:nvSpPr>
          <p:spPr bwMode="auto">
            <a:xfrm>
              <a:off x="3458344" y="3359691"/>
              <a:ext cx="38167" cy="56057"/>
            </a:xfrm>
            <a:custGeom>
              <a:avLst/>
              <a:gdLst>
                <a:gd name="T0" fmla="*/ 24 w 24"/>
                <a:gd name="T1" fmla="*/ 17 h 35"/>
                <a:gd name="T2" fmla="*/ 13 w 24"/>
                <a:gd name="T3" fmla="*/ 35 h 35"/>
                <a:gd name="T4" fmla="*/ 0 w 24"/>
                <a:gd name="T5" fmla="*/ 18 h 35"/>
                <a:gd name="T6" fmla="*/ 11 w 24"/>
                <a:gd name="T7" fmla="*/ 0 h 35"/>
                <a:gd name="T8" fmla="*/ 24 w 24"/>
                <a:gd name="T9" fmla="*/ 17 h 35"/>
              </a:gdLst>
              <a:ahLst/>
              <a:cxnLst>
                <a:cxn ang="0">
                  <a:pos x="T0" y="T1"/>
                </a:cxn>
                <a:cxn ang="0">
                  <a:pos x="T2" y="T3"/>
                </a:cxn>
                <a:cxn ang="0">
                  <a:pos x="T4" y="T5"/>
                </a:cxn>
                <a:cxn ang="0">
                  <a:pos x="T6" y="T7"/>
                </a:cxn>
                <a:cxn ang="0">
                  <a:pos x="T8" y="T9"/>
                </a:cxn>
              </a:cxnLst>
              <a:rect l="0" t="0" r="r" b="b"/>
              <a:pathLst>
                <a:path w="24" h="35">
                  <a:moveTo>
                    <a:pt x="24" y="17"/>
                  </a:moveTo>
                  <a:cubicBezTo>
                    <a:pt x="24" y="27"/>
                    <a:pt x="19" y="35"/>
                    <a:pt x="13" y="35"/>
                  </a:cubicBezTo>
                  <a:cubicBezTo>
                    <a:pt x="6" y="35"/>
                    <a:pt x="1" y="28"/>
                    <a:pt x="0" y="18"/>
                  </a:cubicBezTo>
                  <a:cubicBezTo>
                    <a:pt x="0" y="9"/>
                    <a:pt x="5" y="1"/>
                    <a:pt x="11" y="0"/>
                  </a:cubicBezTo>
                  <a:cubicBezTo>
                    <a:pt x="18" y="0"/>
                    <a:pt x="23" y="8"/>
                    <a:pt x="24" y="17"/>
                  </a:cubicBezTo>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grpSp>
          <p:nvGrpSpPr>
            <p:cNvPr id="46" name="Group 45"/>
            <p:cNvGrpSpPr/>
            <p:nvPr/>
          </p:nvGrpSpPr>
          <p:grpSpPr>
            <a:xfrm rot="694546" flipH="1">
              <a:off x="3765635" y="2094931"/>
              <a:ext cx="89826" cy="224565"/>
              <a:chOff x="5836327" y="2247088"/>
              <a:chExt cx="130060" cy="325149"/>
            </a:xfrm>
          </p:grpSpPr>
          <p:sp>
            <p:nvSpPr>
              <p:cNvPr id="83" name="Freeform 82"/>
              <p:cNvSpPr>
                <a:spLocks/>
              </p:cNvSpPr>
              <p:nvPr/>
            </p:nvSpPr>
            <p:spPr bwMode="auto">
              <a:xfrm>
                <a:off x="5836327" y="2247088"/>
                <a:ext cx="130060" cy="325149"/>
              </a:xfrm>
              <a:custGeom>
                <a:avLst/>
                <a:gdLst>
                  <a:gd name="T0" fmla="*/ 10 w 10"/>
                  <a:gd name="T1" fmla="*/ 20 h 25"/>
                  <a:gd name="T2" fmla="*/ 5 w 10"/>
                  <a:gd name="T3" fmla="*/ 25 h 25"/>
                  <a:gd name="T4" fmla="*/ 0 w 10"/>
                  <a:gd name="T5" fmla="*/ 20 h 25"/>
                  <a:gd name="T6" fmla="*/ 0 w 10"/>
                  <a:gd name="T7" fmla="*/ 5 h 25"/>
                  <a:gd name="T8" fmla="*/ 5 w 10"/>
                  <a:gd name="T9" fmla="*/ 0 h 25"/>
                  <a:gd name="T10" fmla="*/ 10 w 10"/>
                  <a:gd name="T11" fmla="*/ 5 h 25"/>
                  <a:gd name="T12" fmla="*/ 10 w 10"/>
                  <a:gd name="T13" fmla="*/ 20 h 25"/>
                </a:gdLst>
                <a:ahLst/>
                <a:cxnLst>
                  <a:cxn ang="0">
                    <a:pos x="T0" y="T1"/>
                  </a:cxn>
                  <a:cxn ang="0">
                    <a:pos x="T2" y="T3"/>
                  </a:cxn>
                  <a:cxn ang="0">
                    <a:pos x="T4" y="T5"/>
                  </a:cxn>
                  <a:cxn ang="0">
                    <a:pos x="T6" y="T7"/>
                  </a:cxn>
                  <a:cxn ang="0">
                    <a:pos x="T8" y="T9"/>
                  </a:cxn>
                  <a:cxn ang="0">
                    <a:pos x="T10" y="T11"/>
                  </a:cxn>
                  <a:cxn ang="0">
                    <a:pos x="T12" y="T13"/>
                  </a:cxn>
                </a:cxnLst>
                <a:rect l="0" t="0" r="r" b="b"/>
                <a:pathLst>
                  <a:path w="10" h="25">
                    <a:moveTo>
                      <a:pt x="10" y="20"/>
                    </a:moveTo>
                    <a:cubicBezTo>
                      <a:pt x="10" y="23"/>
                      <a:pt x="8" y="25"/>
                      <a:pt x="5" y="25"/>
                    </a:cubicBezTo>
                    <a:cubicBezTo>
                      <a:pt x="2" y="25"/>
                      <a:pt x="0" y="23"/>
                      <a:pt x="0" y="20"/>
                    </a:cubicBezTo>
                    <a:cubicBezTo>
                      <a:pt x="0" y="5"/>
                      <a:pt x="0" y="5"/>
                      <a:pt x="0" y="5"/>
                    </a:cubicBezTo>
                    <a:cubicBezTo>
                      <a:pt x="0" y="2"/>
                      <a:pt x="2" y="0"/>
                      <a:pt x="5" y="0"/>
                    </a:cubicBezTo>
                    <a:cubicBezTo>
                      <a:pt x="8" y="0"/>
                      <a:pt x="10" y="2"/>
                      <a:pt x="10" y="5"/>
                    </a:cubicBezTo>
                    <a:lnTo>
                      <a:pt x="10" y="20"/>
                    </a:lnTo>
                    <a:close/>
                  </a:path>
                </a:pathLst>
              </a:custGeom>
              <a:solidFill>
                <a:srgbClr val="FFDC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86" name="Freeform 85"/>
              <p:cNvSpPr>
                <a:spLocks/>
              </p:cNvSpPr>
              <p:nvPr/>
            </p:nvSpPr>
            <p:spPr bwMode="auto">
              <a:xfrm>
                <a:off x="5863421" y="2301279"/>
                <a:ext cx="102966" cy="205928"/>
              </a:xfrm>
              <a:custGeom>
                <a:avLst/>
                <a:gdLst>
                  <a:gd name="T0" fmla="*/ 5 w 8"/>
                  <a:gd name="T1" fmla="*/ 13 h 16"/>
                  <a:gd name="T2" fmla="*/ 5 w 8"/>
                  <a:gd name="T3" fmla="*/ 4 h 16"/>
                  <a:gd name="T4" fmla="*/ 8 w 8"/>
                  <a:gd name="T5" fmla="*/ 0 h 16"/>
                  <a:gd name="T6" fmla="*/ 7 w 8"/>
                  <a:gd name="T7" fmla="*/ 0 h 16"/>
                  <a:gd name="T8" fmla="*/ 0 w 8"/>
                  <a:gd name="T9" fmla="*/ 4 h 16"/>
                  <a:gd name="T10" fmla="*/ 0 w 8"/>
                  <a:gd name="T11" fmla="*/ 13 h 16"/>
                  <a:gd name="T12" fmla="*/ 5 w 8"/>
                  <a:gd name="T13" fmla="*/ 16 h 16"/>
                  <a:gd name="T14" fmla="*/ 6 w 8"/>
                  <a:gd name="T15" fmla="*/ 16 h 16"/>
                  <a:gd name="T16" fmla="*/ 5 w 8"/>
                  <a:gd name="T17"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6">
                    <a:moveTo>
                      <a:pt x="5" y="13"/>
                    </a:moveTo>
                    <a:cubicBezTo>
                      <a:pt x="5" y="4"/>
                      <a:pt x="5" y="4"/>
                      <a:pt x="5" y="4"/>
                    </a:cubicBezTo>
                    <a:cubicBezTo>
                      <a:pt x="5" y="2"/>
                      <a:pt x="5" y="1"/>
                      <a:pt x="8" y="0"/>
                    </a:cubicBezTo>
                    <a:cubicBezTo>
                      <a:pt x="8" y="0"/>
                      <a:pt x="7" y="0"/>
                      <a:pt x="7" y="0"/>
                    </a:cubicBezTo>
                    <a:cubicBezTo>
                      <a:pt x="3" y="0"/>
                      <a:pt x="0" y="2"/>
                      <a:pt x="0" y="4"/>
                    </a:cubicBezTo>
                    <a:cubicBezTo>
                      <a:pt x="0" y="13"/>
                      <a:pt x="0" y="13"/>
                      <a:pt x="0" y="13"/>
                    </a:cubicBezTo>
                    <a:cubicBezTo>
                      <a:pt x="0" y="15"/>
                      <a:pt x="2" y="16"/>
                      <a:pt x="5" y="16"/>
                    </a:cubicBezTo>
                    <a:cubicBezTo>
                      <a:pt x="6" y="16"/>
                      <a:pt x="6" y="16"/>
                      <a:pt x="6" y="16"/>
                    </a:cubicBezTo>
                    <a:cubicBezTo>
                      <a:pt x="4" y="16"/>
                      <a:pt x="5" y="15"/>
                      <a:pt x="5" y="13"/>
                    </a:cubicBezTo>
                    <a:close/>
                  </a:path>
                </a:pathLst>
              </a:custGeom>
              <a:solidFill>
                <a:srgbClr val="B992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grpSp>
        <p:grpSp>
          <p:nvGrpSpPr>
            <p:cNvPr id="47" name="Group 46"/>
            <p:cNvGrpSpPr/>
            <p:nvPr/>
          </p:nvGrpSpPr>
          <p:grpSpPr>
            <a:xfrm rot="20905454">
              <a:off x="3049520" y="2097677"/>
              <a:ext cx="89826" cy="224565"/>
              <a:chOff x="5836327" y="2247088"/>
              <a:chExt cx="130060" cy="325149"/>
            </a:xfrm>
          </p:grpSpPr>
          <p:sp>
            <p:nvSpPr>
              <p:cNvPr id="81" name="Freeform 80"/>
              <p:cNvSpPr>
                <a:spLocks/>
              </p:cNvSpPr>
              <p:nvPr/>
            </p:nvSpPr>
            <p:spPr bwMode="auto">
              <a:xfrm>
                <a:off x="5836327" y="2247088"/>
                <a:ext cx="130060" cy="325149"/>
              </a:xfrm>
              <a:custGeom>
                <a:avLst/>
                <a:gdLst>
                  <a:gd name="T0" fmla="*/ 10 w 10"/>
                  <a:gd name="T1" fmla="*/ 20 h 25"/>
                  <a:gd name="T2" fmla="*/ 5 w 10"/>
                  <a:gd name="T3" fmla="*/ 25 h 25"/>
                  <a:gd name="T4" fmla="*/ 0 w 10"/>
                  <a:gd name="T5" fmla="*/ 20 h 25"/>
                  <a:gd name="T6" fmla="*/ 0 w 10"/>
                  <a:gd name="T7" fmla="*/ 5 h 25"/>
                  <a:gd name="T8" fmla="*/ 5 w 10"/>
                  <a:gd name="T9" fmla="*/ 0 h 25"/>
                  <a:gd name="T10" fmla="*/ 10 w 10"/>
                  <a:gd name="T11" fmla="*/ 5 h 25"/>
                  <a:gd name="T12" fmla="*/ 10 w 10"/>
                  <a:gd name="T13" fmla="*/ 20 h 25"/>
                </a:gdLst>
                <a:ahLst/>
                <a:cxnLst>
                  <a:cxn ang="0">
                    <a:pos x="T0" y="T1"/>
                  </a:cxn>
                  <a:cxn ang="0">
                    <a:pos x="T2" y="T3"/>
                  </a:cxn>
                  <a:cxn ang="0">
                    <a:pos x="T4" y="T5"/>
                  </a:cxn>
                  <a:cxn ang="0">
                    <a:pos x="T6" y="T7"/>
                  </a:cxn>
                  <a:cxn ang="0">
                    <a:pos x="T8" y="T9"/>
                  </a:cxn>
                  <a:cxn ang="0">
                    <a:pos x="T10" y="T11"/>
                  </a:cxn>
                  <a:cxn ang="0">
                    <a:pos x="T12" y="T13"/>
                  </a:cxn>
                </a:cxnLst>
                <a:rect l="0" t="0" r="r" b="b"/>
                <a:pathLst>
                  <a:path w="10" h="25">
                    <a:moveTo>
                      <a:pt x="10" y="20"/>
                    </a:moveTo>
                    <a:cubicBezTo>
                      <a:pt x="10" y="23"/>
                      <a:pt x="8" y="25"/>
                      <a:pt x="5" y="25"/>
                    </a:cubicBezTo>
                    <a:cubicBezTo>
                      <a:pt x="2" y="25"/>
                      <a:pt x="0" y="23"/>
                      <a:pt x="0" y="20"/>
                    </a:cubicBezTo>
                    <a:cubicBezTo>
                      <a:pt x="0" y="5"/>
                      <a:pt x="0" y="5"/>
                      <a:pt x="0" y="5"/>
                    </a:cubicBezTo>
                    <a:cubicBezTo>
                      <a:pt x="0" y="2"/>
                      <a:pt x="2" y="0"/>
                      <a:pt x="5" y="0"/>
                    </a:cubicBezTo>
                    <a:cubicBezTo>
                      <a:pt x="8" y="0"/>
                      <a:pt x="10" y="2"/>
                      <a:pt x="10" y="5"/>
                    </a:cubicBezTo>
                    <a:lnTo>
                      <a:pt x="10" y="20"/>
                    </a:lnTo>
                    <a:close/>
                  </a:path>
                </a:pathLst>
              </a:custGeom>
              <a:solidFill>
                <a:srgbClr val="FFDC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82" name="Freeform 81"/>
              <p:cNvSpPr>
                <a:spLocks/>
              </p:cNvSpPr>
              <p:nvPr/>
            </p:nvSpPr>
            <p:spPr bwMode="auto">
              <a:xfrm>
                <a:off x="5863421" y="2301279"/>
                <a:ext cx="102966" cy="205928"/>
              </a:xfrm>
              <a:custGeom>
                <a:avLst/>
                <a:gdLst>
                  <a:gd name="T0" fmla="*/ 5 w 8"/>
                  <a:gd name="T1" fmla="*/ 13 h 16"/>
                  <a:gd name="T2" fmla="*/ 5 w 8"/>
                  <a:gd name="T3" fmla="*/ 4 h 16"/>
                  <a:gd name="T4" fmla="*/ 8 w 8"/>
                  <a:gd name="T5" fmla="*/ 0 h 16"/>
                  <a:gd name="T6" fmla="*/ 7 w 8"/>
                  <a:gd name="T7" fmla="*/ 0 h 16"/>
                  <a:gd name="T8" fmla="*/ 0 w 8"/>
                  <a:gd name="T9" fmla="*/ 4 h 16"/>
                  <a:gd name="T10" fmla="*/ 0 w 8"/>
                  <a:gd name="T11" fmla="*/ 13 h 16"/>
                  <a:gd name="T12" fmla="*/ 5 w 8"/>
                  <a:gd name="T13" fmla="*/ 16 h 16"/>
                  <a:gd name="T14" fmla="*/ 6 w 8"/>
                  <a:gd name="T15" fmla="*/ 16 h 16"/>
                  <a:gd name="T16" fmla="*/ 5 w 8"/>
                  <a:gd name="T17"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6">
                    <a:moveTo>
                      <a:pt x="5" y="13"/>
                    </a:moveTo>
                    <a:cubicBezTo>
                      <a:pt x="5" y="4"/>
                      <a:pt x="5" y="4"/>
                      <a:pt x="5" y="4"/>
                    </a:cubicBezTo>
                    <a:cubicBezTo>
                      <a:pt x="5" y="2"/>
                      <a:pt x="5" y="1"/>
                      <a:pt x="8" y="0"/>
                    </a:cubicBezTo>
                    <a:cubicBezTo>
                      <a:pt x="8" y="0"/>
                      <a:pt x="7" y="0"/>
                      <a:pt x="7" y="0"/>
                    </a:cubicBezTo>
                    <a:cubicBezTo>
                      <a:pt x="3" y="0"/>
                      <a:pt x="0" y="2"/>
                      <a:pt x="0" y="4"/>
                    </a:cubicBezTo>
                    <a:cubicBezTo>
                      <a:pt x="0" y="13"/>
                      <a:pt x="0" y="13"/>
                      <a:pt x="0" y="13"/>
                    </a:cubicBezTo>
                    <a:cubicBezTo>
                      <a:pt x="0" y="15"/>
                      <a:pt x="2" y="16"/>
                      <a:pt x="5" y="16"/>
                    </a:cubicBezTo>
                    <a:cubicBezTo>
                      <a:pt x="6" y="16"/>
                      <a:pt x="6" y="16"/>
                      <a:pt x="6" y="16"/>
                    </a:cubicBezTo>
                    <a:cubicBezTo>
                      <a:pt x="4" y="16"/>
                      <a:pt x="5" y="15"/>
                      <a:pt x="5" y="13"/>
                    </a:cubicBezTo>
                    <a:close/>
                  </a:path>
                </a:pathLst>
              </a:custGeom>
              <a:solidFill>
                <a:srgbClr val="B992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grpSp>
        <p:grpSp>
          <p:nvGrpSpPr>
            <p:cNvPr id="48" name="Group 47"/>
            <p:cNvGrpSpPr/>
            <p:nvPr/>
          </p:nvGrpSpPr>
          <p:grpSpPr>
            <a:xfrm>
              <a:off x="3106565" y="1845534"/>
              <a:ext cx="697300" cy="730906"/>
              <a:chOff x="8166769" y="4034040"/>
              <a:chExt cx="1017381" cy="1009306"/>
            </a:xfrm>
          </p:grpSpPr>
          <p:sp>
            <p:nvSpPr>
              <p:cNvPr id="79" name="Freeform 296"/>
              <p:cNvSpPr>
                <a:spLocks/>
              </p:cNvSpPr>
              <p:nvPr/>
            </p:nvSpPr>
            <p:spPr bwMode="auto">
              <a:xfrm flipH="1">
                <a:off x="8166769" y="4034040"/>
                <a:ext cx="1017380" cy="1009306"/>
              </a:xfrm>
              <a:custGeom>
                <a:avLst/>
                <a:gdLst>
                  <a:gd name="T0" fmla="*/ 80 w 160"/>
                  <a:gd name="T1" fmla="*/ 0 h 158"/>
                  <a:gd name="T2" fmla="*/ 85 w 160"/>
                  <a:gd name="T3" fmla="*/ 1 h 158"/>
                  <a:gd name="T4" fmla="*/ 139 w 160"/>
                  <a:gd name="T5" fmla="*/ 1 h 158"/>
                  <a:gd name="T6" fmla="*/ 143 w 160"/>
                  <a:gd name="T7" fmla="*/ 18 h 158"/>
                  <a:gd name="T8" fmla="*/ 160 w 160"/>
                  <a:gd name="T9" fmla="*/ 35 h 158"/>
                  <a:gd name="T10" fmla="*/ 160 w 160"/>
                  <a:gd name="T11" fmla="*/ 77 h 158"/>
                  <a:gd name="T12" fmla="*/ 159 w 160"/>
                  <a:gd name="T13" fmla="*/ 77 h 158"/>
                  <a:gd name="T14" fmla="*/ 159 w 160"/>
                  <a:gd name="T15" fmla="*/ 79 h 158"/>
                  <a:gd name="T16" fmla="*/ 80 w 160"/>
                  <a:gd name="T17" fmla="*/ 158 h 158"/>
                  <a:gd name="T18" fmla="*/ 0 w 160"/>
                  <a:gd name="T19" fmla="*/ 79 h 158"/>
                  <a:gd name="T20" fmla="*/ 0 w 160"/>
                  <a:gd name="T21" fmla="*/ 73 h 158"/>
                  <a:gd name="T22" fmla="*/ 0 w 160"/>
                  <a:gd name="T23" fmla="*/ 17 h 158"/>
                  <a:gd name="T24" fmla="*/ 12 w 160"/>
                  <a:gd name="T25" fmla="*/ 1 h 158"/>
                  <a:gd name="T26" fmla="*/ 75 w 160"/>
                  <a:gd name="T27" fmla="*/ 1 h 158"/>
                  <a:gd name="T28" fmla="*/ 80 w 160"/>
                  <a:gd name="T29" fmla="*/ 0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0" h="158">
                    <a:moveTo>
                      <a:pt x="80" y="0"/>
                    </a:moveTo>
                    <a:cubicBezTo>
                      <a:pt x="81" y="0"/>
                      <a:pt x="83" y="1"/>
                      <a:pt x="85" y="1"/>
                    </a:cubicBezTo>
                    <a:cubicBezTo>
                      <a:pt x="139" y="1"/>
                      <a:pt x="139" y="1"/>
                      <a:pt x="139" y="1"/>
                    </a:cubicBezTo>
                    <a:cubicBezTo>
                      <a:pt x="143" y="18"/>
                      <a:pt x="143" y="18"/>
                      <a:pt x="143" y="18"/>
                    </a:cubicBezTo>
                    <a:cubicBezTo>
                      <a:pt x="160" y="35"/>
                      <a:pt x="160" y="35"/>
                      <a:pt x="160" y="35"/>
                    </a:cubicBezTo>
                    <a:cubicBezTo>
                      <a:pt x="160" y="77"/>
                      <a:pt x="160" y="77"/>
                      <a:pt x="160" y="77"/>
                    </a:cubicBezTo>
                    <a:cubicBezTo>
                      <a:pt x="159" y="77"/>
                      <a:pt x="159" y="77"/>
                      <a:pt x="159" y="77"/>
                    </a:cubicBezTo>
                    <a:cubicBezTo>
                      <a:pt x="159" y="78"/>
                      <a:pt x="159" y="79"/>
                      <a:pt x="159" y="79"/>
                    </a:cubicBezTo>
                    <a:cubicBezTo>
                      <a:pt x="159" y="123"/>
                      <a:pt x="124" y="158"/>
                      <a:pt x="80" y="158"/>
                    </a:cubicBezTo>
                    <a:cubicBezTo>
                      <a:pt x="36" y="158"/>
                      <a:pt x="0" y="123"/>
                      <a:pt x="0" y="79"/>
                    </a:cubicBezTo>
                    <a:cubicBezTo>
                      <a:pt x="0" y="77"/>
                      <a:pt x="0" y="75"/>
                      <a:pt x="0" y="73"/>
                    </a:cubicBezTo>
                    <a:cubicBezTo>
                      <a:pt x="0" y="17"/>
                      <a:pt x="0" y="17"/>
                      <a:pt x="0" y="17"/>
                    </a:cubicBezTo>
                    <a:cubicBezTo>
                      <a:pt x="12" y="1"/>
                      <a:pt x="12" y="1"/>
                      <a:pt x="12" y="1"/>
                    </a:cubicBezTo>
                    <a:cubicBezTo>
                      <a:pt x="75" y="1"/>
                      <a:pt x="75" y="1"/>
                      <a:pt x="75" y="1"/>
                    </a:cubicBezTo>
                    <a:cubicBezTo>
                      <a:pt x="76" y="1"/>
                      <a:pt x="78" y="0"/>
                      <a:pt x="80" y="0"/>
                    </a:cubicBezTo>
                    <a:close/>
                  </a:path>
                </a:pathLst>
              </a:custGeom>
              <a:solidFill>
                <a:srgbClr val="FFDCB8"/>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80" name="Freeform 297"/>
              <p:cNvSpPr>
                <a:spLocks/>
              </p:cNvSpPr>
              <p:nvPr/>
            </p:nvSpPr>
            <p:spPr bwMode="auto">
              <a:xfrm flipH="1">
                <a:off x="8745437" y="4039423"/>
                <a:ext cx="438713" cy="995848"/>
              </a:xfrm>
              <a:custGeom>
                <a:avLst/>
                <a:gdLst>
                  <a:gd name="T0" fmla="*/ 69 w 69"/>
                  <a:gd name="T1" fmla="*/ 156 h 156"/>
                  <a:gd name="T2" fmla="*/ 0 w 69"/>
                  <a:gd name="T3" fmla="*/ 78 h 156"/>
                  <a:gd name="T4" fmla="*/ 0 w 69"/>
                  <a:gd name="T5" fmla="*/ 72 h 156"/>
                  <a:gd name="T6" fmla="*/ 0 w 69"/>
                  <a:gd name="T7" fmla="*/ 16 h 156"/>
                  <a:gd name="T8" fmla="*/ 12 w 69"/>
                  <a:gd name="T9" fmla="*/ 0 h 156"/>
                  <a:gd name="T10" fmla="*/ 69 w 69"/>
                  <a:gd name="T11" fmla="*/ 0 h 156"/>
                  <a:gd name="T12" fmla="*/ 69 w 69"/>
                  <a:gd name="T13" fmla="*/ 156 h 156"/>
                </a:gdLst>
                <a:ahLst/>
                <a:cxnLst>
                  <a:cxn ang="0">
                    <a:pos x="T0" y="T1"/>
                  </a:cxn>
                  <a:cxn ang="0">
                    <a:pos x="T2" y="T3"/>
                  </a:cxn>
                  <a:cxn ang="0">
                    <a:pos x="T4" y="T5"/>
                  </a:cxn>
                  <a:cxn ang="0">
                    <a:pos x="T6" y="T7"/>
                  </a:cxn>
                  <a:cxn ang="0">
                    <a:pos x="T8" y="T9"/>
                  </a:cxn>
                  <a:cxn ang="0">
                    <a:pos x="T10" y="T11"/>
                  </a:cxn>
                  <a:cxn ang="0">
                    <a:pos x="T12" y="T13"/>
                  </a:cxn>
                </a:cxnLst>
                <a:rect l="0" t="0" r="r" b="b"/>
                <a:pathLst>
                  <a:path w="69" h="156">
                    <a:moveTo>
                      <a:pt x="69" y="156"/>
                    </a:moveTo>
                    <a:cubicBezTo>
                      <a:pt x="30" y="151"/>
                      <a:pt x="0" y="118"/>
                      <a:pt x="0" y="78"/>
                    </a:cubicBezTo>
                    <a:cubicBezTo>
                      <a:pt x="0" y="76"/>
                      <a:pt x="0" y="74"/>
                      <a:pt x="0" y="72"/>
                    </a:cubicBezTo>
                    <a:cubicBezTo>
                      <a:pt x="0" y="16"/>
                      <a:pt x="0" y="16"/>
                      <a:pt x="0" y="16"/>
                    </a:cubicBezTo>
                    <a:cubicBezTo>
                      <a:pt x="12" y="0"/>
                      <a:pt x="12" y="0"/>
                      <a:pt x="12" y="0"/>
                    </a:cubicBezTo>
                    <a:cubicBezTo>
                      <a:pt x="69" y="0"/>
                      <a:pt x="69" y="0"/>
                      <a:pt x="69" y="0"/>
                    </a:cubicBezTo>
                    <a:lnTo>
                      <a:pt x="69" y="156"/>
                    </a:lnTo>
                    <a:close/>
                  </a:path>
                </a:pathLst>
              </a:custGeom>
              <a:solidFill>
                <a:srgbClr val="FFDCB8"/>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grpSp>
        <p:sp>
          <p:nvSpPr>
            <p:cNvPr id="49" name="Freeform 48"/>
            <p:cNvSpPr/>
            <p:nvPr/>
          </p:nvSpPr>
          <p:spPr>
            <a:xfrm rot="1142545">
              <a:off x="3130169" y="1668893"/>
              <a:ext cx="722764" cy="562400"/>
            </a:xfrm>
            <a:custGeom>
              <a:avLst/>
              <a:gdLst>
                <a:gd name="connsiteX0" fmla="*/ 249439 w 722764"/>
                <a:gd name="connsiteY0" fmla="*/ 0 h 562400"/>
                <a:gd name="connsiteX1" fmla="*/ 267217 w 722764"/>
                <a:gd name="connsiteY1" fmla="*/ 70473 h 562400"/>
                <a:gd name="connsiteX2" fmla="*/ 497427 w 722764"/>
                <a:gd name="connsiteY2" fmla="*/ 35702 h 562400"/>
                <a:gd name="connsiteX3" fmla="*/ 705044 w 722764"/>
                <a:gd name="connsiteY3" fmla="*/ 276861 h 562400"/>
                <a:gd name="connsiteX4" fmla="*/ 722764 w 722764"/>
                <a:gd name="connsiteY4" fmla="*/ 328201 h 562400"/>
                <a:gd name="connsiteX5" fmla="*/ 699367 w 722764"/>
                <a:gd name="connsiteY5" fmla="*/ 336277 h 562400"/>
                <a:gd name="connsiteX6" fmla="*/ 681646 w 722764"/>
                <a:gd name="connsiteY6" fmla="*/ 284937 h 562400"/>
                <a:gd name="connsiteX7" fmla="*/ 645237 w 722764"/>
                <a:gd name="connsiteY7" fmla="*/ 224866 h 562400"/>
                <a:gd name="connsiteX8" fmla="*/ 640876 w 722764"/>
                <a:gd name="connsiteY8" fmla="*/ 231814 h 562400"/>
                <a:gd name="connsiteX9" fmla="*/ 430289 w 722764"/>
                <a:gd name="connsiteY9" fmla="*/ 276714 h 562400"/>
                <a:gd name="connsiteX10" fmla="*/ 268682 w 722764"/>
                <a:gd name="connsiteY10" fmla="*/ 255182 h 562400"/>
                <a:gd name="connsiteX11" fmla="*/ 254712 w 722764"/>
                <a:gd name="connsiteY11" fmla="*/ 248517 h 562400"/>
                <a:gd name="connsiteX12" fmla="*/ 242396 w 722764"/>
                <a:gd name="connsiteY12" fmla="*/ 252321 h 562400"/>
                <a:gd name="connsiteX13" fmla="*/ 241723 w 722764"/>
                <a:gd name="connsiteY13" fmla="*/ 253889 h 562400"/>
                <a:gd name="connsiteX14" fmla="*/ 167607 w 722764"/>
                <a:gd name="connsiteY14" fmla="*/ 338711 h 562400"/>
                <a:gd name="connsiteX15" fmla="*/ 73868 w 722764"/>
                <a:gd name="connsiteY15" fmla="*/ 401167 h 562400"/>
                <a:gd name="connsiteX16" fmla="*/ 44424 w 722764"/>
                <a:gd name="connsiteY16" fmla="*/ 409476 h 562400"/>
                <a:gd name="connsiteX17" fmla="*/ 44369 w 722764"/>
                <a:gd name="connsiteY17" fmla="*/ 455221 h 562400"/>
                <a:gd name="connsiteX18" fmla="*/ 49910 w 722764"/>
                <a:gd name="connsiteY18" fmla="*/ 502984 h 562400"/>
                <a:gd name="connsiteX19" fmla="*/ 67631 w 722764"/>
                <a:gd name="connsiteY19" fmla="*/ 554324 h 562400"/>
                <a:gd name="connsiteX20" fmla="*/ 44233 w 722764"/>
                <a:gd name="connsiteY20" fmla="*/ 562400 h 562400"/>
                <a:gd name="connsiteX21" fmla="*/ 24544 w 722764"/>
                <a:gd name="connsiteY21" fmla="*/ 505356 h 562400"/>
                <a:gd name="connsiteX22" fmla="*/ 82119 w 722764"/>
                <a:gd name="connsiteY22" fmla="*/ 179048 h 562400"/>
                <a:gd name="connsiteX23" fmla="*/ 136618 w 722764"/>
                <a:gd name="connsiteY23" fmla="*/ 128317 h 562400"/>
                <a:gd name="connsiteX24" fmla="*/ 249439 w 722764"/>
                <a:gd name="connsiteY24" fmla="*/ 0 h 56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22764" h="562400">
                  <a:moveTo>
                    <a:pt x="249439" y="0"/>
                  </a:moveTo>
                  <a:cubicBezTo>
                    <a:pt x="237913" y="61435"/>
                    <a:pt x="267217" y="70473"/>
                    <a:pt x="267217" y="70473"/>
                  </a:cubicBezTo>
                  <a:cubicBezTo>
                    <a:pt x="317835" y="27465"/>
                    <a:pt x="446637" y="21313"/>
                    <a:pt x="497427" y="35702"/>
                  </a:cubicBezTo>
                  <a:cubicBezTo>
                    <a:pt x="659529" y="69129"/>
                    <a:pt x="695142" y="229206"/>
                    <a:pt x="705044" y="276861"/>
                  </a:cubicBezTo>
                  <a:cubicBezTo>
                    <a:pt x="701163" y="284585"/>
                    <a:pt x="722764" y="328201"/>
                    <a:pt x="722764" y="328201"/>
                  </a:cubicBezTo>
                  <a:cubicBezTo>
                    <a:pt x="722764" y="328201"/>
                    <a:pt x="722764" y="328201"/>
                    <a:pt x="699367" y="336277"/>
                  </a:cubicBezTo>
                  <a:cubicBezTo>
                    <a:pt x="697398" y="330572"/>
                    <a:pt x="683615" y="290641"/>
                    <a:pt x="681646" y="284937"/>
                  </a:cubicBezTo>
                  <a:lnTo>
                    <a:pt x="645237" y="224866"/>
                  </a:lnTo>
                  <a:lnTo>
                    <a:pt x="640876" y="231814"/>
                  </a:lnTo>
                  <a:cubicBezTo>
                    <a:pt x="606180" y="258200"/>
                    <a:pt x="524956" y="276714"/>
                    <a:pt x="430289" y="276714"/>
                  </a:cubicBezTo>
                  <a:cubicBezTo>
                    <a:pt x="367178" y="276714"/>
                    <a:pt x="310041" y="268486"/>
                    <a:pt x="268682" y="255182"/>
                  </a:cubicBezTo>
                  <a:lnTo>
                    <a:pt x="254712" y="248517"/>
                  </a:lnTo>
                  <a:lnTo>
                    <a:pt x="242396" y="252321"/>
                  </a:lnTo>
                  <a:lnTo>
                    <a:pt x="241723" y="253889"/>
                  </a:lnTo>
                  <a:cubicBezTo>
                    <a:pt x="226306" y="279644"/>
                    <a:pt x="200383" y="309953"/>
                    <a:pt x="167607" y="338711"/>
                  </a:cubicBezTo>
                  <a:cubicBezTo>
                    <a:pt x="134831" y="367469"/>
                    <a:pt x="101409" y="389231"/>
                    <a:pt x="73868" y="401167"/>
                  </a:cubicBezTo>
                  <a:lnTo>
                    <a:pt x="44424" y="409476"/>
                  </a:lnTo>
                  <a:lnTo>
                    <a:pt x="44369" y="455221"/>
                  </a:lnTo>
                  <a:cubicBezTo>
                    <a:pt x="45680" y="475317"/>
                    <a:pt x="47927" y="492497"/>
                    <a:pt x="49910" y="502984"/>
                  </a:cubicBezTo>
                  <a:cubicBezTo>
                    <a:pt x="51879" y="508689"/>
                    <a:pt x="67631" y="554324"/>
                    <a:pt x="67631" y="554324"/>
                  </a:cubicBezTo>
                  <a:cubicBezTo>
                    <a:pt x="67631" y="554324"/>
                    <a:pt x="67631" y="554324"/>
                    <a:pt x="44233" y="562400"/>
                  </a:cubicBezTo>
                  <a:cubicBezTo>
                    <a:pt x="42264" y="556696"/>
                    <a:pt x="26512" y="511060"/>
                    <a:pt x="24544" y="505356"/>
                  </a:cubicBezTo>
                  <a:cubicBezTo>
                    <a:pt x="-54328" y="238912"/>
                    <a:pt x="82119" y="179048"/>
                    <a:pt x="82119" y="179048"/>
                  </a:cubicBezTo>
                  <a:cubicBezTo>
                    <a:pt x="66368" y="133413"/>
                    <a:pt x="136618" y="128317"/>
                    <a:pt x="136618" y="128317"/>
                  </a:cubicBezTo>
                  <a:cubicBezTo>
                    <a:pt x="118898" y="76977"/>
                    <a:pt x="249439" y="0"/>
                    <a:pt x="249439" y="0"/>
                  </a:cubicBezTo>
                  <a:close/>
                </a:path>
              </a:pathLst>
            </a:custGeom>
            <a:solidFill>
              <a:srgbClr val="725C2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50" name="Freeform 49"/>
            <p:cNvSpPr>
              <a:spLocks/>
            </p:cNvSpPr>
            <p:nvPr/>
          </p:nvSpPr>
          <p:spPr bwMode="auto">
            <a:xfrm>
              <a:off x="3443363" y="2218042"/>
              <a:ext cx="65773" cy="98661"/>
            </a:xfrm>
            <a:custGeom>
              <a:avLst/>
              <a:gdLst>
                <a:gd name="T0" fmla="*/ 3 w 6"/>
                <a:gd name="T1" fmla="*/ 0 h 9"/>
                <a:gd name="T2" fmla="*/ 2 w 6"/>
                <a:gd name="T3" fmla="*/ 2 h 9"/>
                <a:gd name="T4" fmla="*/ 2 w 6"/>
                <a:gd name="T5" fmla="*/ 3 h 9"/>
                <a:gd name="T6" fmla="*/ 1 w 6"/>
                <a:gd name="T7" fmla="*/ 3 h 9"/>
                <a:gd name="T8" fmla="*/ 1 w 6"/>
                <a:gd name="T9" fmla="*/ 4 h 9"/>
                <a:gd name="T10" fmla="*/ 1 w 6"/>
                <a:gd name="T11" fmla="*/ 4 h 9"/>
                <a:gd name="T12" fmla="*/ 1 w 6"/>
                <a:gd name="T13" fmla="*/ 5 h 9"/>
                <a:gd name="T14" fmla="*/ 1 w 6"/>
                <a:gd name="T15" fmla="*/ 6 h 9"/>
                <a:gd name="T16" fmla="*/ 1 w 6"/>
                <a:gd name="T17" fmla="*/ 6 h 9"/>
                <a:gd name="T18" fmla="*/ 2 w 6"/>
                <a:gd name="T19" fmla="*/ 7 h 9"/>
                <a:gd name="T20" fmla="*/ 4 w 6"/>
                <a:gd name="T21" fmla="*/ 8 h 9"/>
                <a:gd name="T22" fmla="*/ 6 w 6"/>
                <a:gd name="T23" fmla="*/ 9 h 9"/>
                <a:gd name="T24" fmla="*/ 4 w 6"/>
                <a:gd name="T25" fmla="*/ 8 h 9"/>
                <a:gd name="T26" fmla="*/ 2 w 6"/>
                <a:gd name="T27" fmla="*/ 8 h 9"/>
                <a:gd name="T28" fmla="*/ 1 w 6"/>
                <a:gd name="T29" fmla="*/ 7 h 9"/>
                <a:gd name="T30" fmla="*/ 0 w 6"/>
                <a:gd name="T31" fmla="*/ 6 h 9"/>
                <a:gd name="T32" fmla="*/ 0 w 6"/>
                <a:gd name="T33" fmla="*/ 5 h 9"/>
                <a:gd name="T34" fmla="*/ 0 w 6"/>
                <a:gd name="T35" fmla="*/ 4 h 9"/>
                <a:gd name="T36" fmla="*/ 0 w 6"/>
                <a:gd name="T37" fmla="*/ 3 h 9"/>
                <a:gd name="T38" fmla="*/ 1 w 6"/>
                <a:gd name="T39" fmla="*/ 3 h 9"/>
                <a:gd name="T40" fmla="*/ 1 w 6"/>
                <a:gd name="T41" fmla="*/ 2 h 9"/>
                <a:gd name="T42" fmla="*/ 2 w 6"/>
                <a:gd name="T43" fmla="*/ 2 h 9"/>
                <a:gd name="T44" fmla="*/ 3 w 6"/>
                <a:gd name="T45"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 h="9">
                  <a:moveTo>
                    <a:pt x="3" y="0"/>
                  </a:moveTo>
                  <a:cubicBezTo>
                    <a:pt x="3" y="0"/>
                    <a:pt x="3" y="1"/>
                    <a:pt x="2" y="2"/>
                  </a:cubicBezTo>
                  <a:cubicBezTo>
                    <a:pt x="2" y="3"/>
                    <a:pt x="2" y="3"/>
                    <a:pt x="2" y="3"/>
                  </a:cubicBezTo>
                  <a:cubicBezTo>
                    <a:pt x="1" y="3"/>
                    <a:pt x="1" y="3"/>
                    <a:pt x="1" y="3"/>
                  </a:cubicBezTo>
                  <a:cubicBezTo>
                    <a:pt x="1" y="4"/>
                    <a:pt x="1" y="4"/>
                    <a:pt x="1" y="4"/>
                  </a:cubicBezTo>
                  <a:cubicBezTo>
                    <a:pt x="1" y="4"/>
                    <a:pt x="1" y="4"/>
                    <a:pt x="1" y="4"/>
                  </a:cubicBezTo>
                  <a:cubicBezTo>
                    <a:pt x="1" y="5"/>
                    <a:pt x="1" y="5"/>
                    <a:pt x="1" y="5"/>
                  </a:cubicBezTo>
                  <a:cubicBezTo>
                    <a:pt x="1" y="6"/>
                    <a:pt x="1" y="6"/>
                    <a:pt x="1" y="6"/>
                  </a:cubicBezTo>
                  <a:cubicBezTo>
                    <a:pt x="1" y="6"/>
                    <a:pt x="1" y="6"/>
                    <a:pt x="1" y="6"/>
                  </a:cubicBezTo>
                  <a:cubicBezTo>
                    <a:pt x="2" y="7"/>
                    <a:pt x="2" y="7"/>
                    <a:pt x="2" y="7"/>
                  </a:cubicBezTo>
                  <a:cubicBezTo>
                    <a:pt x="3" y="7"/>
                    <a:pt x="4" y="8"/>
                    <a:pt x="4" y="8"/>
                  </a:cubicBezTo>
                  <a:cubicBezTo>
                    <a:pt x="6" y="8"/>
                    <a:pt x="6" y="9"/>
                    <a:pt x="6" y="9"/>
                  </a:cubicBezTo>
                  <a:cubicBezTo>
                    <a:pt x="6" y="9"/>
                    <a:pt x="6" y="9"/>
                    <a:pt x="4" y="8"/>
                  </a:cubicBezTo>
                  <a:cubicBezTo>
                    <a:pt x="4" y="8"/>
                    <a:pt x="3" y="8"/>
                    <a:pt x="2" y="8"/>
                  </a:cubicBezTo>
                  <a:cubicBezTo>
                    <a:pt x="2" y="8"/>
                    <a:pt x="1" y="7"/>
                    <a:pt x="1" y="7"/>
                  </a:cubicBezTo>
                  <a:cubicBezTo>
                    <a:pt x="1" y="7"/>
                    <a:pt x="0" y="6"/>
                    <a:pt x="0" y="6"/>
                  </a:cubicBezTo>
                  <a:cubicBezTo>
                    <a:pt x="0" y="6"/>
                    <a:pt x="0" y="5"/>
                    <a:pt x="0" y="5"/>
                  </a:cubicBezTo>
                  <a:cubicBezTo>
                    <a:pt x="0" y="4"/>
                    <a:pt x="0" y="4"/>
                    <a:pt x="0" y="4"/>
                  </a:cubicBezTo>
                  <a:cubicBezTo>
                    <a:pt x="0" y="3"/>
                    <a:pt x="0" y="3"/>
                    <a:pt x="0" y="3"/>
                  </a:cubicBezTo>
                  <a:cubicBezTo>
                    <a:pt x="1" y="3"/>
                    <a:pt x="1" y="3"/>
                    <a:pt x="1" y="3"/>
                  </a:cubicBezTo>
                  <a:cubicBezTo>
                    <a:pt x="1" y="2"/>
                    <a:pt x="1" y="2"/>
                    <a:pt x="1" y="2"/>
                  </a:cubicBezTo>
                  <a:cubicBezTo>
                    <a:pt x="2" y="2"/>
                    <a:pt x="2" y="2"/>
                    <a:pt x="2" y="2"/>
                  </a:cubicBezTo>
                  <a:cubicBezTo>
                    <a:pt x="3" y="1"/>
                    <a:pt x="3" y="0"/>
                    <a:pt x="3" y="0"/>
                  </a:cubicBezTo>
                  <a:close/>
                </a:path>
              </a:pathLst>
            </a:custGeom>
            <a:solidFill>
              <a:srgbClr val="A46D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grpSp>
          <p:nvGrpSpPr>
            <p:cNvPr id="51" name="Group 50"/>
            <p:cNvGrpSpPr/>
            <p:nvPr/>
          </p:nvGrpSpPr>
          <p:grpSpPr>
            <a:xfrm>
              <a:off x="3186152" y="2034312"/>
              <a:ext cx="562365" cy="194530"/>
              <a:chOff x="4085835" y="2438386"/>
              <a:chExt cx="746990" cy="258394"/>
            </a:xfrm>
          </p:grpSpPr>
          <p:sp>
            <p:nvSpPr>
              <p:cNvPr id="69" name="Freeform 68"/>
              <p:cNvSpPr>
                <a:spLocks/>
              </p:cNvSpPr>
              <p:nvPr/>
            </p:nvSpPr>
            <p:spPr bwMode="auto">
              <a:xfrm>
                <a:off x="4085835" y="2438386"/>
                <a:ext cx="202018" cy="93961"/>
              </a:xfrm>
              <a:custGeom>
                <a:avLst/>
                <a:gdLst>
                  <a:gd name="T0" fmla="*/ 3 w 43"/>
                  <a:gd name="T1" fmla="*/ 20 h 20"/>
                  <a:gd name="T2" fmla="*/ 0 w 43"/>
                  <a:gd name="T3" fmla="*/ 12 h 20"/>
                  <a:gd name="T4" fmla="*/ 41 w 43"/>
                  <a:gd name="T5" fmla="*/ 0 h 20"/>
                  <a:gd name="T6" fmla="*/ 43 w 43"/>
                  <a:gd name="T7" fmla="*/ 8 h 20"/>
                  <a:gd name="T8" fmla="*/ 3 w 43"/>
                  <a:gd name="T9" fmla="*/ 20 h 20"/>
                </a:gdLst>
                <a:ahLst/>
                <a:cxnLst>
                  <a:cxn ang="0">
                    <a:pos x="T0" y="T1"/>
                  </a:cxn>
                  <a:cxn ang="0">
                    <a:pos x="T2" y="T3"/>
                  </a:cxn>
                  <a:cxn ang="0">
                    <a:pos x="T4" y="T5"/>
                  </a:cxn>
                  <a:cxn ang="0">
                    <a:pos x="T6" y="T7"/>
                  </a:cxn>
                  <a:cxn ang="0">
                    <a:pos x="T8" y="T9"/>
                  </a:cxn>
                </a:cxnLst>
                <a:rect l="0" t="0" r="r" b="b"/>
                <a:pathLst>
                  <a:path w="43" h="20">
                    <a:moveTo>
                      <a:pt x="3" y="20"/>
                    </a:moveTo>
                    <a:lnTo>
                      <a:pt x="0" y="12"/>
                    </a:lnTo>
                    <a:lnTo>
                      <a:pt x="41" y="0"/>
                    </a:lnTo>
                    <a:lnTo>
                      <a:pt x="43" y="8"/>
                    </a:lnTo>
                    <a:lnTo>
                      <a:pt x="3" y="20"/>
                    </a:ln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70" name="Freeform 69"/>
              <p:cNvSpPr>
                <a:spLocks/>
              </p:cNvSpPr>
              <p:nvPr/>
            </p:nvSpPr>
            <p:spPr bwMode="auto">
              <a:xfrm>
                <a:off x="4118720" y="2508857"/>
                <a:ext cx="216111" cy="187923"/>
              </a:xfrm>
              <a:custGeom>
                <a:avLst/>
                <a:gdLst>
                  <a:gd name="T0" fmla="*/ 16 w 19"/>
                  <a:gd name="T1" fmla="*/ 0 h 17"/>
                  <a:gd name="T2" fmla="*/ 0 w 19"/>
                  <a:gd name="T3" fmla="*/ 5 h 17"/>
                  <a:gd name="T4" fmla="*/ 0 w 19"/>
                  <a:gd name="T5" fmla="*/ 7 h 17"/>
                  <a:gd name="T6" fmla="*/ 10 w 19"/>
                  <a:gd name="T7" fmla="*/ 17 h 17"/>
                  <a:gd name="T8" fmla="*/ 19 w 19"/>
                  <a:gd name="T9" fmla="*/ 7 h 17"/>
                  <a:gd name="T10" fmla="*/ 16 w 19"/>
                  <a:gd name="T11" fmla="*/ 0 h 17"/>
                </a:gdLst>
                <a:ahLst/>
                <a:cxnLst>
                  <a:cxn ang="0">
                    <a:pos x="T0" y="T1"/>
                  </a:cxn>
                  <a:cxn ang="0">
                    <a:pos x="T2" y="T3"/>
                  </a:cxn>
                  <a:cxn ang="0">
                    <a:pos x="T4" y="T5"/>
                  </a:cxn>
                  <a:cxn ang="0">
                    <a:pos x="T6" y="T7"/>
                  </a:cxn>
                  <a:cxn ang="0">
                    <a:pos x="T8" y="T9"/>
                  </a:cxn>
                  <a:cxn ang="0">
                    <a:pos x="T10" y="T11"/>
                  </a:cxn>
                </a:cxnLst>
                <a:rect l="0" t="0" r="r" b="b"/>
                <a:pathLst>
                  <a:path w="19" h="17">
                    <a:moveTo>
                      <a:pt x="16" y="0"/>
                    </a:moveTo>
                    <a:cubicBezTo>
                      <a:pt x="0" y="5"/>
                      <a:pt x="0" y="5"/>
                      <a:pt x="0" y="5"/>
                    </a:cubicBezTo>
                    <a:cubicBezTo>
                      <a:pt x="0" y="6"/>
                      <a:pt x="0" y="6"/>
                      <a:pt x="0" y="7"/>
                    </a:cubicBezTo>
                    <a:cubicBezTo>
                      <a:pt x="0" y="13"/>
                      <a:pt x="4" y="17"/>
                      <a:pt x="10" y="17"/>
                    </a:cubicBezTo>
                    <a:cubicBezTo>
                      <a:pt x="15" y="17"/>
                      <a:pt x="19" y="13"/>
                      <a:pt x="19" y="7"/>
                    </a:cubicBezTo>
                    <a:cubicBezTo>
                      <a:pt x="19" y="4"/>
                      <a:pt x="18" y="1"/>
                      <a:pt x="1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71" name="Oval 70"/>
              <p:cNvSpPr>
                <a:spLocks noChangeArrowheads="1"/>
              </p:cNvSpPr>
              <p:nvPr/>
            </p:nvSpPr>
            <p:spPr bwMode="auto">
              <a:xfrm>
                <a:off x="4175096" y="2532346"/>
                <a:ext cx="136245" cy="131546"/>
              </a:xfrm>
              <a:prstGeom prst="ellipse">
                <a:avLst/>
              </a:pr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72" name="Oval 71"/>
              <p:cNvSpPr>
                <a:spLocks noChangeArrowheads="1"/>
              </p:cNvSpPr>
              <p:nvPr/>
            </p:nvSpPr>
            <p:spPr bwMode="auto">
              <a:xfrm>
                <a:off x="4198589" y="2565234"/>
                <a:ext cx="32888" cy="32888"/>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73" name="Freeform 72"/>
              <p:cNvSpPr>
                <a:spLocks/>
              </p:cNvSpPr>
              <p:nvPr/>
            </p:nvSpPr>
            <p:spPr bwMode="auto">
              <a:xfrm>
                <a:off x="4635507" y="2438386"/>
                <a:ext cx="197318" cy="93961"/>
              </a:xfrm>
              <a:custGeom>
                <a:avLst/>
                <a:gdLst>
                  <a:gd name="T0" fmla="*/ 40 w 42"/>
                  <a:gd name="T1" fmla="*/ 20 h 20"/>
                  <a:gd name="T2" fmla="*/ 42 w 42"/>
                  <a:gd name="T3" fmla="*/ 12 h 20"/>
                  <a:gd name="T4" fmla="*/ 2 w 42"/>
                  <a:gd name="T5" fmla="*/ 0 h 20"/>
                  <a:gd name="T6" fmla="*/ 0 w 42"/>
                  <a:gd name="T7" fmla="*/ 8 h 20"/>
                  <a:gd name="T8" fmla="*/ 40 w 42"/>
                  <a:gd name="T9" fmla="*/ 20 h 20"/>
                </a:gdLst>
                <a:ahLst/>
                <a:cxnLst>
                  <a:cxn ang="0">
                    <a:pos x="T0" y="T1"/>
                  </a:cxn>
                  <a:cxn ang="0">
                    <a:pos x="T2" y="T3"/>
                  </a:cxn>
                  <a:cxn ang="0">
                    <a:pos x="T4" y="T5"/>
                  </a:cxn>
                  <a:cxn ang="0">
                    <a:pos x="T6" y="T7"/>
                  </a:cxn>
                  <a:cxn ang="0">
                    <a:pos x="T8" y="T9"/>
                  </a:cxn>
                </a:cxnLst>
                <a:rect l="0" t="0" r="r" b="b"/>
                <a:pathLst>
                  <a:path w="42" h="20">
                    <a:moveTo>
                      <a:pt x="40" y="20"/>
                    </a:moveTo>
                    <a:lnTo>
                      <a:pt x="42" y="12"/>
                    </a:lnTo>
                    <a:lnTo>
                      <a:pt x="2" y="0"/>
                    </a:lnTo>
                    <a:lnTo>
                      <a:pt x="0" y="8"/>
                    </a:lnTo>
                    <a:lnTo>
                      <a:pt x="40" y="20"/>
                    </a:ln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76" name="Freeform 75"/>
              <p:cNvSpPr>
                <a:spLocks/>
              </p:cNvSpPr>
              <p:nvPr/>
            </p:nvSpPr>
            <p:spPr bwMode="auto">
              <a:xfrm>
                <a:off x="4579130" y="2508857"/>
                <a:ext cx="220811" cy="187923"/>
              </a:xfrm>
              <a:custGeom>
                <a:avLst/>
                <a:gdLst>
                  <a:gd name="T0" fmla="*/ 4 w 20"/>
                  <a:gd name="T1" fmla="*/ 0 h 17"/>
                  <a:gd name="T2" fmla="*/ 20 w 20"/>
                  <a:gd name="T3" fmla="*/ 5 h 17"/>
                  <a:gd name="T4" fmla="*/ 20 w 20"/>
                  <a:gd name="T5" fmla="*/ 7 h 17"/>
                  <a:gd name="T6" fmla="*/ 10 w 20"/>
                  <a:gd name="T7" fmla="*/ 17 h 17"/>
                  <a:gd name="T8" fmla="*/ 0 w 20"/>
                  <a:gd name="T9" fmla="*/ 7 h 17"/>
                  <a:gd name="T10" fmla="*/ 4 w 20"/>
                  <a:gd name="T11" fmla="*/ 0 h 17"/>
                </a:gdLst>
                <a:ahLst/>
                <a:cxnLst>
                  <a:cxn ang="0">
                    <a:pos x="T0" y="T1"/>
                  </a:cxn>
                  <a:cxn ang="0">
                    <a:pos x="T2" y="T3"/>
                  </a:cxn>
                  <a:cxn ang="0">
                    <a:pos x="T4" y="T5"/>
                  </a:cxn>
                  <a:cxn ang="0">
                    <a:pos x="T6" y="T7"/>
                  </a:cxn>
                  <a:cxn ang="0">
                    <a:pos x="T8" y="T9"/>
                  </a:cxn>
                  <a:cxn ang="0">
                    <a:pos x="T10" y="T11"/>
                  </a:cxn>
                </a:cxnLst>
                <a:rect l="0" t="0" r="r" b="b"/>
                <a:pathLst>
                  <a:path w="20" h="17">
                    <a:moveTo>
                      <a:pt x="4" y="0"/>
                    </a:moveTo>
                    <a:cubicBezTo>
                      <a:pt x="20" y="5"/>
                      <a:pt x="20" y="5"/>
                      <a:pt x="20" y="5"/>
                    </a:cubicBezTo>
                    <a:cubicBezTo>
                      <a:pt x="20" y="6"/>
                      <a:pt x="20" y="6"/>
                      <a:pt x="20" y="7"/>
                    </a:cubicBezTo>
                    <a:cubicBezTo>
                      <a:pt x="20" y="13"/>
                      <a:pt x="16" y="17"/>
                      <a:pt x="10" y="17"/>
                    </a:cubicBezTo>
                    <a:cubicBezTo>
                      <a:pt x="5" y="17"/>
                      <a:pt x="0" y="13"/>
                      <a:pt x="0" y="7"/>
                    </a:cubicBezTo>
                    <a:cubicBezTo>
                      <a:pt x="0" y="4"/>
                      <a:pt x="2" y="1"/>
                      <a:pt x="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77" name="Oval 76"/>
              <p:cNvSpPr>
                <a:spLocks noChangeArrowheads="1"/>
              </p:cNvSpPr>
              <p:nvPr/>
            </p:nvSpPr>
            <p:spPr bwMode="auto">
              <a:xfrm>
                <a:off x="4612018" y="2532346"/>
                <a:ext cx="131546" cy="131546"/>
              </a:xfrm>
              <a:prstGeom prst="ellipse">
                <a:avLst/>
              </a:pr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78" name="Oval 77"/>
              <p:cNvSpPr>
                <a:spLocks noChangeArrowheads="1"/>
              </p:cNvSpPr>
              <p:nvPr/>
            </p:nvSpPr>
            <p:spPr bwMode="auto">
              <a:xfrm>
                <a:off x="4691884" y="2565234"/>
                <a:ext cx="32888" cy="32888"/>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grpSp>
        <p:sp>
          <p:nvSpPr>
            <p:cNvPr id="52" name="Freeform 101"/>
            <p:cNvSpPr>
              <a:spLocks/>
            </p:cNvSpPr>
            <p:nvPr/>
          </p:nvSpPr>
          <p:spPr bwMode="auto">
            <a:xfrm>
              <a:off x="3550534" y="5039543"/>
              <a:ext cx="408691" cy="149563"/>
            </a:xfrm>
            <a:custGeom>
              <a:avLst/>
              <a:gdLst>
                <a:gd name="T0" fmla="*/ 47 w 99"/>
                <a:gd name="T1" fmla="*/ 0 h 36"/>
                <a:gd name="T2" fmla="*/ 49 w 99"/>
                <a:gd name="T3" fmla="*/ 0 h 36"/>
                <a:gd name="T4" fmla="*/ 51 w 99"/>
                <a:gd name="T5" fmla="*/ 0 h 36"/>
                <a:gd name="T6" fmla="*/ 52 w 99"/>
                <a:gd name="T7" fmla="*/ 0 h 36"/>
                <a:gd name="T8" fmla="*/ 52 w 99"/>
                <a:gd name="T9" fmla="*/ 0 h 36"/>
                <a:gd name="T10" fmla="*/ 99 w 99"/>
                <a:gd name="T11" fmla="*/ 36 h 36"/>
                <a:gd name="T12" fmla="*/ 0 w 99"/>
                <a:gd name="T13" fmla="*/ 36 h 36"/>
                <a:gd name="T14" fmla="*/ 0 w 99"/>
                <a:gd name="T15" fmla="*/ 0 h 36"/>
                <a:gd name="T16" fmla="*/ 47 w 99"/>
                <a:gd name="T17"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 h="36">
                  <a:moveTo>
                    <a:pt x="47" y="0"/>
                  </a:moveTo>
                  <a:cubicBezTo>
                    <a:pt x="48" y="0"/>
                    <a:pt x="49" y="0"/>
                    <a:pt x="49" y="0"/>
                  </a:cubicBezTo>
                  <a:cubicBezTo>
                    <a:pt x="50" y="0"/>
                    <a:pt x="51" y="0"/>
                    <a:pt x="51" y="0"/>
                  </a:cubicBezTo>
                  <a:cubicBezTo>
                    <a:pt x="52" y="0"/>
                    <a:pt x="52" y="0"/>
                    <a:pt x="52" y="0"/>
                  </a:cubicBezTo>
                  <a:cubicBezTo>
                    <a:pt x="52" y="0"/>
                    <a:pt x="52" y="0"/>
                    <a:pt x="52" y="0"/>
                  </a:cubicBezTo>
                  <a:cubicBezTo>
                    <a:pt x="78" y="2"/>
                    <a:pt x="99" y="17"/>
                    <a:pt x="99" y="36"/>
                  </a:cubicBezTo>
                  <a:cubicBezTo>
                    <a:pt x="0" y="36"/>
                    <a:pt x="0" y="36"/>
                    <a:pt x="0" y="36"/>
                  </a:cubicBezTo>
                  <a:cubicBezTo>
                    <a:pt x="0" y="0"/>
                    <a:pt x="0" y="0"/>
                    <a:pt x="0" y="0"/>
                  </a:cubicBezTo>
                  <a:lnTo>
                    <a:pt x="47" y="0"/>
                  </a:lnTo>
                  <a:close/>
                </a:path>
              </a:pathLst>
            </a:custGeom>
            <a:solidFill>
              <a:srgbClr val="5431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GB" dirty="0">
                <a:solidFill>
                  <a:prstClr val="black"/>
                </a:solidFill>
                <a:latin typeface="Roboto Lt"/>
                <a:cs typeface="Simplified Arabic" panose="02020603050405020304" pitchFamily="18" charset="-78"/>
              </a:endParaRPr>
            </a:p>
          </p:txBody>
        </p:sp>
        <p:sp>
          <p:nvSpPr>
            <p:cNvPr id="53" name="Freeform 102"/>
            <p:cNvSpPr>
              <a:spLocks/>
            </p:cNvSpPr>
            <p:nvPr/>
          </p:nvSpPr>
          <p:spPr bwMode="auto">
            <a:xfrm>
              <a:off x="3028332" y="5039543"/>
              <a:ext cx="406950" cy="149563"/>
            </a:xfrm>
            <a:custGeom>
              <a:avLst/>
              <a:gdLst>
                <a:gd name="T0" fmla="*/ 52 w 99"/>
                <a:gd name="T1" fmla="*/ 0 h 36"/>
                <a:gd name="T2" fmla="*/ 50 w 99"/>
                <a:gd name="T3" fmla="*/ 0 h 36"/>
                <a:gd name="T4" fmla="*/ 48 w 99"/>
                <a:gd name="T5" fmla="*/ 0 h 36"/>
                <a:gd name="T6" fmla="*/ 47 w 99"/>
                <a:gd name="T7" fmla="*/ 0 h 36"/>
                <a:gd name="T8" fmla="*/ 47 w 99"/>
                <a:gd name="T9" fmla="*/ 0 h 36"/>
                <a:gd name="T10" fmla="*/ 0 w 99"/>
                <a:gd name="T11" fmla="*/ 36 h 36"/>
                <a:gd name="T12" fmla="*/ 99 w 99"/>
                <a:gd name="T13" fmla="*/ 36 h 36"/>
                <a:gd name="T14" fmla="*/ 99 w 99"/>
                <a:gd name="T15" fmla="*/ 0 h 36"/>
                <a:gd name="T16" fmla="*/ 52 w 99"/>
                <a:gd name="T17"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 h="36">
                  <a:moveTo>
                    <a:pt x="52" y="0"/>
                  </a:moveTo>
                  <a:cubicBezTo>
                    <a:pt x="51" y="0"/>
                    <a:pt x="50" y="0"/>
                    <a:pt x="50" y="0"/>
                  </a:cubicBezTo>
                  <a:cubicBezTo>
                    <a:pt x="49" y="0"/>
                    <a:pt x="48" y="0"/>
                    <a:pt x="48" y="0"/>
                  </a:cubicBezTo>
                  <a:cubicBezTo>
                    <a:pt x="47" y="0"/>
                    <a:pt x="47" y="0"/>
                    <a:pt x="47" y="0"/>
                  </a:cubicBezTo>
                  <a:cubicBezTo>
                    <a:pt x="47" y="0"/>
                    <a:pt x="47" y="0"/>
                    <a:pt x="47" y="0"/>
                  </a:cubicBezTo>
                  <a:cubicBezTo>
                    <a:pt x="21" y="2"/>
                    <a:pt x="0" y="17"/>
                    <a:pt x="0" y="36"/>
                  </a:cubicBezTo>
                  <a:cubicBezTo>
                    <a:pt x="99" y="36"/>
                    <a:pt x="99" y="36"/>
                    <a:pt x="99" y="36"/>
                  </a:cubicBezTo>
                  <a:cubicBezTo>
                    <a:pt x="99" y="0"/>
                    <a:pt x="99" y="0"/>
                    <a:pt x="99" y="0"/>
                  </a:cubicBezTo>
                  <a:lnTo>
                    <a:pt x="52" y="0"/>
                  </a:lnTo>
                  <a:close/>
                </a:path>
              </a:pathLst>
            </a:custGeom>
            <a:solidFill>
              <a:srgbClr val="5431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GB" dirty="0">
                <a:solidFill>
                  <a:prstClr val="black"/>
                </a:solidFill>
                <a:latin typeface="Roboto Lt"/>
                <a:cs typeface="Simplified Arabic" panose="02020603050405020304" pitchFamily="18" charset="-78"/>
              </a:endParaRPr>
            </a:p>
          </p:txBody>
        </p:sp>
        <p:sp>
          <p:nvSpPr>
            <p:cNvPr id="54" name="Freeform 53"/>
            <p:cNvSpPr>
              <a:spLocks/>
            </p:cNvSpPr>
            <p:nvPr/>
          </p:nvSpPr>
          <p:spPr bwMode="auto">
            <a:xfrm>
              <a:off x="3556073" y="3515927"/>
              <a:ext cx="180000" cy="9396"/>
            </a:xfrm>
            <a:custGeom>
              <a:avLst/>
              <a:gdLst>
                <a:gd name="T0" fmla="*/ 23 w 23"/>
                <a:gd name="T1" fmla="*/ 0 h 1"/>
                <a:gd name="T2" fmla="*/ 0 w 23"/>
                <a:gd name="T3" fmla="*/ 0 h 1"/>
                <a:gd name="T4" fmla="*/ 11 w 23"/>
                <a:gd name="T5" fmla="*/ 1 h 1"/>
                <a:gd name="T6" fmla="*/ 23 w 23"/>
                <a:gd name="T7" fmla="*/ 0 h 1"/>
              </a:gdLst>
              <a:ahLst/>
              <a:cxnLst>
                <a:cxn ang="0">
                  <a:pos x="T0" y="T1"/>
                </a:cxn>
                <a:cxn ang="0">
                  <a:pos x="T2" y="T3"/>
                </a:cxn>
                <a:cxn ang="0">
                  <a:pos x="T4" y="T5"/>
                </a:cxn>
                <a:cxn ang="0">
                  <a:pos x="T6" y="T7"/>
                </a:cxn>
              </a:cxnLst>
              <a:rect l="0" t="0" r="r" b="b"/>
              <a:pathLst>
                <a:path w="23" h="1">
                  <a:moveTo>
                    <a:pt x="23" y="0"/>
                  </a:moveTo>
                  <a:cubicBezTo>
                    <a:pt x="0" y="0"/>
                    <a:pt x="0" y="0"/>
                    <a:pt x="0" y="0"/>
                  </a:cubicBezTo>
                  <a:cubicBezTo>
                    <a:pt x="0" y="0"/>
                    <a:pt x="4" y="1"/>
                    <a:pt x="11" y="1"/>
                  </a:cubicBezTo>
                  <a:cubicBezTo>
                    <a:pt x="14" y="1"/>
                    <a:pt x="18" y="1"/>
                    <a:pt x="23" y="0"/>
                  </a:cubicBezTo>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grpSp>
          <p:nvGrpSpPr>
            <p:cNvPr id="55" name="Group 54"/>
            <p:cNvGrpSpPr/>
            <p:nvPr/>
          </p:nvGrpSpPr>
          <p:grpSpPr>
            <a:xfrm>
              <a:off x="3300800" y="2725954"/>
              <a:ext cx="509011" cy="711962"/>
              <a:chOff x="3297073" y="2751109"/>
              <a:chExt cx="509011" cy="711962"/>
            </a:xfrm>
          </p:grpSpPr>
          <p:sp>
            <p:nvSpPr>
              <p:cNvPr id="60" name="Freeform 59"/>
              <p:cNvSpPr>
                <a:spLocks/>
              </p:cNvSpPr>
              <p:nvPr/>
            </p:nvSpPr>
            <p:spPr bwMode="auto">
              <a:xfrm flipH="1">
                <a:off x="3297073" y="2751109"/>
                <a:ext cx="498735" cy="711962"/>
              </a:xfrm>
              <a:custGeom>
                <a:avLst/>
                <a:gdLst>
                  <a:gd name="connsiteX0" fmla="*/ 1498959 w 3279375"/>
                  <a:gd name="connsiteY0" fmla="*/ 0 h 4681430"/>
                  <a:gd name="connsiteX1" fmla="*/ 1470705 w 3279375"/>
                  <a:gd name="connsiteY1" fmla="*/ 0 h 4681430"/>
                  <a:gd name="connsiteX2" fmla="*/ 1218988 w 3279375"/>
                  <a:gd name="connsiteY2" fmla="*/ 225522 h 4681430"/>
                  <a:gd name="connsiteX3" fmla="*/ 1218988 w 3279375"/>
                  <a:gd name="connsiteY3" fmla="*/ 2125253 h 4681430"/>
                  <a:gd name="connsiteX4" fmla="*/ 1218988 w 3279375"/>
                  <a:gd name="connsiteY4" fmla="*/ 2128596 h 4681430"/>
                  <a:gd name="connsiteX5" fmla="*/ 1191662 w 3279375"/>
                  <a:gd name="connsiteY5" fmla="*/ 2128596 h 4681430"/>
                  <a:gd name="connsiteX6" fmla="*/ 1133770 w 3279375"/>
                  <a:gd name="connsiteY6" fmla="*/ 2128596 h 4681430"/>
                  <a:gd name="connsiteX7" fmla="*/ 1133770 w 3279375"/>
                  <a:gd name="connsiteY7" fmla="*/ 1853157 h 4681430"/>
                  <a:gd name="connsiteX8" fmla="*/ 1133770 w 3279375"/>
                  <a:gd name="connsiteY8" fmla="*/ 520472 h 4681430"/>
                  <a:gd name="connsiteX9" fmla="*/ 882054 w 3279375"/>
                  <a:gd name="connsiteY9" fmla="*/ 292704 h 4681430"/>
                  <a:gd name="connsiteX10" fmla="*/ 853800 w 3279375"/>
                  <a:gd name="connsiteY10" fmla="*/ 292704 h 4681430"/>
                  <a:gd name="connsiteX11" fmla="*/ 602083 w 3279375"/>
                  <a:gd name="connsiteY11" fmla="*/ 520472 h 4681430"/>
                  <a:gd name="connsiteX12" fmla="*/ 602083 w 3279375"/>
                  <a:gd name="connsiteY12" fmla="*/ 2112586 h 4681430"/>
                  <a:gd name="connsiteX13" fmla="*/ 602083 w 3279375"/>
                  <a:gd name="connsiteY13" fmla="*/ 2128596 h 4681430"/>
                  <a:gd name="connsiteX14" fmla="*/ 531688 w 3279375"/>
                  <a:gd name="connsiteY14" fmla="*/ 2128596 h 4681430"/>
                  <a:gd name="connsiteX15" fmla="*/ 531688 w 3279375"/>
                  <a:gd name="connsiteY15" fmla="*/ 1930726 h 4681430"/>
                  <a:gd name="connsiteX16" fmla="*/ 531688 w 3279375"/>
                  <a:gd name="connsiteY16" fmla="*/ 961139 h 4681430"/>
                  <a:gd name="connsiteX17" fmla="*/ 279972 w 3279375"/>
                  <a:gd name="connsiteY17" fmla="*/ 735467 h 4681430"/>
                  <a:gd name="connsiteX18" fmla="*/ 251718 w 3279375"/>
                  <a:gd name="connsiteY18" fmla="*/ 735467 h 4681430"/>
                  <a:gd name="connsiteX19" fmla="*/ 1 w 3279375"/>
                  <a:gd name="connsiteY19" fmla="*/ 961139 h 4681430"/>
                  <a:gd name="connsiteX20" fmla="*/ 1 w 3279375"/>
                  <a:gd name="connsiteY20" fmla="*/ 2119473 h 4681430"/>
                  <a:gd name="connsiteX21" fmla="*/ 1 w 3279375"/>
                  <a:gd name="connsiteY21" fmla="*/ 2128596 h 4681430"/>
                  <a:gd name="connsiteX22" fmla="*/ 0 w 3279375"/>
                  <a:gd name="connsiteY22" fmla="*/ 2128596 h 4681430"/>
                  <a:gd name="connsiteX23" fmla="*/ 0 w 3279375"/>
                  <a:gd name="connsiteY23" fmla="*/ 3726992 h 4681430"/>
                  <a:gd name="connsiteX24" fmla="*/ 1194964 w 3279375"/>
                  <a:gd name="connsiteY24" fmla="*/ 4681430 h 4681430"/>
                  <a:gd name="connsiteX25" fmla="*/ 2353951 w 3279375"/>
                  <a:gd name="connsiteY25" fmla="*/ 4157064 h 4681430"/>
                  <a:gd name="connsiteX26" fmla="*/ 2382138 w 3279375"/>
                  <a:gd name="connsiteY26" fmla="*/ 4114373 h 4681430"/>
                  <a:gd name="connsiteX27" fmla="*/ 2389734 w 3279375"/>
                  <a:gd name="connsiteY27" fmla="*/ 4103000 h 4681430"/>
                  <a:gd name="connsiteX28" fmla="*/ 2389821 w 3279375"/>
                  <a:gd name="connsiteY28" fmla="*/ 4109426 h 4681430"/>
                  <a:gd name="connsiteX29" fmla="*/ 2390291 w 3279375"/>
                  <a:gd name="connsiteY29" fmla="*/ 4144186 h 4681430"/>
                  <a:gd name="connsiteX30" fmla="*/ 3223017 w 3279375"/>
                  <a:gd name="connsiteY30" fmla="*/ 2816463 h 4681430"/>
                  <a:gd name="connsiteX31" fmla="*/ 2966003 w 3279375"/>
                  <a:gd name="connsiteY31" fmla="*/ 2441387 h 4681430"/>
                  <a:gd name="connsiteX32" fmla="*/ 2457547 w 3279375"/>
                  <a:gd name="connsiteY32" fmla="*/ 2920021 h 4681430"/>
                  <a:gd name="connsiteX33" fmla="*/ 2390559 w 3279375"/>
                  <a:gd name="connsiteY33" fmla="*/ 2987787 h 4681430"/>
                  <a:gd name="connsiteX34" fmla="*/ 2389928 w 3279375"/>
                  <a:gd name="connsiteY34" fmla="*/ 2931244 h 4681430"/>
                  <a:gd name="connsiteX35" fmla="*/ 2389928 w 3279375"/>
                  <a:gd name="connsiteY35" fmla="*/ 2393079 h 4681430"/>
                  <a:gd name="connsiteX36" fmla="*/ 2389928 w 3279375"/>
                  <a:gd name="connsiteY36" fmla="*/ 2128596 h 4681430"/>
                  <a:gd name="connsiteX37" fmla="*/ 2389809 w 3279375"/>
                  <a:gd name="connsiteY37" fmla="*/ 2128596 h 4681430"/>
                  <a:gd name="connsiteX38" fmla="*/ 2389809 w 3279375"/>
                  <a:gd name="connsiteY38" fmla="*/ 1884715 h 4681430"/>
                  <a:gd name="connsiteX39" fmla="*/ 2389809 w 3279375"/>
                  <a:gd name="connsiteY39" fmla="*/ 699751 h 4681430"/>
                  <a:gd name="connsiteX40" fmla="*/ 2138093 w 3279375"/>
                  <a:gd name="connsiteY40" fmla="*/ 474256 h 4681430"/>
                  <a:gd name="connsiteX41" fmla="*/ 2109839 w 3279375"/>
                  <a:gd name="connsiteY41" fmla="*/ 474256 h 4681430"/>
                  <a:gd name="connsiteX42" fmla="*/ 1858122 w 3279375"/>
                  <a:gd name="connsiteY42" fmla="*/ 699751 h 4681430"/>
                  <a:gd name="connsiteX43" fmla="*/ 1858122 w 3279375"/>
                  <a:gd name="connsiteY43" fmla="*/ 2115389 h 4681430"/>
                  <a:gd name="connsiteX44" fmla="*/ 1858122 w 3279375"/>
                  <a:gd name="connsiteY44" fmla="*/ 2128596 h 4681430"/>
                  <a:gd name="connsiteX45" fmla="*/ 1778807 w 3279375"/>
                  <a:gd name="connsiteY45" fmla="*/ 2128596 h 4681430"/>
                  <a:gd name="connsiteX46" fmla="*/ 1750675 w 3279375"/>
                  <a:gd name="connsiteY46" fmla="*/ 2128596 h 4681430"/>
                  <a:gd name="connsiteX47" fmla="*/ 1750675 w 3279375"/>
                  <a:gd name="connsiteY47" fmla="*/ 1964122 h 4681430"/>
                  <a:gd name="connsiteX48" fmla="*/ 1750675 w 3279375"/>
                  <a:gd name="connsiteY48" fmla="*/ 225522 h 4681430"/>
                  <a:gd name="connsiteX49" fmla="*/ 1498959 w 3279375"/>
                  <a:gd name="connsiteY49" fmla="*/ 0 h 4681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3279375" h="4681430">
                    <a:moveTo>
                      <a:pt x="1498959" y="0"/>
                    </a:moveTo>
                    <a:cubicBezTo>
                      <a:pt x="1470705" y="0"/>
                      <a:pt x="1470705" y="0"/>
                      <a:pt x="1470705" y="0"/>
                    </a:cubicBezTo>
                    <a:cubicBezTo>
                      <a:pt x="1332004" y="0"/>
                      <a:pt x="1218988" y="101255"/>
                      <a:pt x="1218988" y="225522"/>
                    </a:cubicBezTo>
                    <a:cubicBezTo>
                      <a:pt x="1218988" y="1779296"/>
                      <a:pt x="1218988" y="2070628"/>
                      <a:pt x="1218988" y="2125253"/>
                    </a:cubicBezTo>
                    <a:lnTo>
                      <a:pt x="1218988" y="2128596"/>
                    </a:lnTo>
                    <a:lnTo>
                      <a:pt x="1191662" y="2128596"/>
                    </a:lnTo>
                    <a:lnTo>
                      <a:pt x="1133770" y="2128596"/>
                    </a:lnTo>
                    <a:lnTo>
                      <a:pt x="1133770" y="1853157"/>
                    </a:lnTo>
                    <a:cubicBezTo>
                      <a:pt x="1133770" y="520472"/>
                      <a:pt x="1133770" y="520472"/>
                      <a:pt x="1133770" y="520472"/>
                    </a:cubicBezTo>
                    <a:cubicBezTo>
                      <a:pt x="1133770" y="393934"/>
                      <a:pt x="1020755" y="292704"/>
                      <a:pt x="882054" y="292704"/>
                    </a:cubicBezTo>
                    <a:cubicBezTo>
                      <a:pt x="853800" y="292704"/>
                      <a:pt x="853800" y="292704"/>
                      <a:pt x="853800" y="292704"/>
                    </a:cubicBezTo>
                    <a:cubicBezTo>
                      <a:pt x="715099" y="292704"/>
                      <a:pt x="602083" y="393934"/>
                      <a:pt x="602083" y="520472"/>
                    </a:cubicBezTo>
                    <a:cubicBezTo>
                      <a:pt x="602083" y="1733512"/>
                      <a:pt x="602083" y="2036771"/>
                      <a:pt x="602083" y="2112586"/>
                    </a:cubicBezTo>
                    <a:lnTo>
                      <a:pt x="602083" y="2128596"/>
                    </a:lnTo>
                    <a:lnTo>
                      <a:pt x="531688" y="2128596"/>
                    </a:lnTo>
                    <a:lnTo>
                      <a:pt x="531688" y="1930726"/>
                    </a:lnTo>
                    <a:cubicBezTo>
                      <a:pt x="531688" y="961139"/>
                      <a:pt x="531688" y="961139"/>
                      <a:pt x="531688" y="961139"/>
                    </a:cubicBezTo>
                    <a:cubicBezTo>
                      <a:pt x="531688" y="834486"/>
                      <a:pt x="418673" y="735467"/>
                      <a:pt x="279972" y="735467"/>
                    </a:cubicBezTo>
                    <a:cubicBezTo>
                      <a:pt x="251718" y="735467"/>
                      <a:pt x="251718" y="735467"/>
                      <a:pt x="251718" y="735467"/>
                    </a:cubicBezTo>
                    <a:cubicBezTo>
                      <a:pt x="113017" y="735467"/>
                      <a:pt x="1" y="834486"/>
                      <a:pt x="1" y="961139"/>
                    </a:cubicBezTo>
                    <a:cubicBezTo>
                      <a:pt x="1" y="1843679"/>
                      <a:pt x="1" y="2064314"/>
                      <a:pt x="1" y="2119473"/>
                    </a:cubicBezTo>
                    <a:lnTo>
                      <a:pt x="1" y="2128596"/>
                    </a:lnTo>
                    <a:lnTo>
                      <a:pt x="0" y="2128596"/>
                    </a:lnTo>
                    <a:cubicBezTo>
                      <a:pt x="0" y="3726992"/>
                      <a:pt x="0" y="3726992"/>
                      <a:pt x="0" y="3726992"/>
                    </a:cubicBezTo>
                    <a:cubicBezTo>
                      <a:pt x="0" y="3726992"/>
                      <a:pt x="0" y="4681430"/>
                      <a:pt x="1194964" y="4681430"/>
                    </a:cubicBezTo>
                    <a:cubicBezTo>
                      <a:pt x="1940210" y="4681430"/>
                      <a:pt x="2256298" y="4370950"/>
                      <a:pt x="2353951" y="4157064"/>
                    </a:cubicBezTo>
                    <a:cubicBezTo>
                      <a:pt x="2353951" y="4157064"/>
                      <a:pt x="2364069" y="4141540"/>
                      <a:pt x="2382138" y="4114373"/>
                    </a:cubicBezTo>
                    <a:lnTo>
                      <a:pt x="2389734" y="4103000"/>
                    </a:lnTo>
                    <a:lnTo>
                      <a:pt x="2389821" y="4109426"/>
                    </a:lnTo>
                    <a:cubicBezTo>
                      <a:pt x="2390291" y="4144186"/>
                      <a:pt x="2390291" y="4144186"/>
                      <a:pt x="2390291" y="4144186"/>
                    </a:cubicBezTo>
                    <a:cubicBezTo>
                      <a:pt x="2570201" y="3858852"/>
                      <a:pt x="3094510" y="3035066"/>
                      <a:pt x="3223017" y="2816463"/>
                    </a:cubicBezTo>
                    <a:cubicBezTo>
                      <a:pt x="3377225" y="2549538"/>
                      <a:pt x="3189605" y="2395365"/>
                      <a:pt x="2966003" y="2441387"/>
                    </a:cubicBezTo>
                    <a:cubicBezTo>
                      <a:pt x="2813079" y="2471588"/>
                      <a:pt x="2669995" y="2693823"/>
                      <a:pt x="2457547" y="2920021"/>
                    </a:cubicBezTo>
                    <a:lnTo>
                      <a:pt x="2390559" y="2987787"/>
                    </a:lnTo>
                    <a:lnTo>
                      <a:pt x="2389928" y="2931244"/>
                    </a:lnTo>
                    <a:cubicBezTo>
                      <a:pt x="2389928" y="2393079"/>
                      <a:pt x="2389928" y="2393079"/>
                      <a:pt x="2389928" y="2393079"/>
                    </a:cubicBezTo>
                    <a:cubicBezTo>
                      <a:pt x="2389928" y="2128596"/>
                      <a:pt x="2389928" y="2128596"/>
                      <a:pt x="2389928" y="2128596"/>
                    </a:cubicBezTo>
                    <a:lnTo>
                      <a:pt x="2389809" y="2128596"/>
                    </a:lnTo>
                    <a:lnTo>
                      <a:pt x="2389809" y="1884715"/>
                    </a:lnTo>
                    <a:cubicBezTo>
                      <a:pt x="2389809" y="699751"/>
                      <a:pt x="2389809" y="699751"/>
                      <a:pt x="2389809" y="699751"/>
                    </a:cubicBezTo>
                    <a:cubicBezTo>
                      <a:pt x="2389809" y="575499"/>
                      <a:pt x="2276793" y="474256"/>
                      <a:pt x="2138093" y="474256"/>
                    </a:cubicBezTo>
                    <a:cubicBezTo>
                      <a:pt x="2109839" y="474256"/>
                      <a:pt x="2109839" y="474256"/>
                      <a:pt x="2109839" y="474256"/>
                    </a:cubicBezTo>
                    <a:cubicBezTo>
                      <a:pt x="1971138" y="474256"/>
                      <a:pt x="1858122" y="575499"/>
                      <a:pt x="1858122" y="699751"/>
                    </a:cubicBezTo>
                    <a:cubicBezTo>
                      <a:pt x="1858122" y="1778332"/>
                      <a:pt x="1858122" y="2047977"/>
                      <a:pt x="1858122" y="2115389"/>
                    </a:cubicBezTo>
                    <a:lnTo>
                      <a:pt x="1858122" y="2128596"/>
                    </a:lnTo>
                    <a:lnTo>
                      <a:pt x="1778807" y="2128596"/>
                    </a:lnTo>
                    <a:lnTo>
                      <a:pt x="1750675" y="2128596"/>
                    </a:lnTo>
                    <a:lnTo>
                      <a:pt x="1750675" y="1964122"/>
                    </a:lnTo>
                    <a:cubicBezTo>
                      <a:pt x="1750675" y="225522"/>
                      <a:pt x="1750675" y="225522"/>
                      <a:pt x="1750675" y="225522"/>
                    </a:cubicBezTo>
                    <a:cubicBezTo>
                      <a:pt x="1750675" y="101255"/>
                      <a:pt x="1637660" y="0"/>
                      <a:pt x="1498959" y="0"/>
                    </a:cubicBezTo>
                    <a:close/>
                  </a:path>
                </a:pathLst>
              </a:custGeom>
              <a:solidFill>
                <a:srgbClr val="FFDCB8"/>
              </a:solidFill>
              <a:ln>
                <a:noFill/>
              </a:ln>
            </p:spPr>
            <p:txBody>
              <a:bodyPr vert="horz" wrap="square" lIns="121920" tIns="60960" rIns="121920" bIns="60960" numCol="1" anchor="t" anchorCtr="0" compatLnSpc="1">
                <a:prstTxWarp prst="textNoShape">
                  <a:avLst/>
                </a:prstTxWarp>
                <a:noAutofit/>
              </a:bodyPr>
              <a:lstStyle/>
              <a:p>
                <a:pPr fontAlgn="auto">
                  <a:spcBef>
                    <a:spcPts val="0"/>
                  </a:spcBef>
                  <a:spcAft>
                    <a:spcPts val="0"/>
                  </a:spcAft>
                </a:pPr>
                <a:endParaRPr lang="en-US" sz="2400" dirty="0">
                  <a:solidFill>
                    <a:prstClr val="black"/>
                  </a:solidFill>
                  <a:latin typeface="Roboto Lt"/>
                  <a:cs typeface="Simplified Arabic" panose="02020603050405020304" pitchFamily="18" charset="-78"/>
                </a:endParaRPr>
              </a:p>
            </p:txBody>
          </p:sp>
          <p:sp>
            <p:nvSpPr>
              <p:cNvPr id="61" name="Freeform 124"/>
              <p:cNvSpPr>
                <a:spLocks/>
              </p:cNvSpPr>
              <p:nvPr/>
            </p:nvSpPr>
            <p:spPr bwMode="auto">
              <a:xfrm rot="21102715" flipH="1">
                <a:off x="3603535" y="3130551"/>
                <a:ext cx="202549" cy="64170"/>
              </a:xfrm>
              <a:custGeom>
                <a:avLst/>
                <a:gdLst>
                  <a:gd name="T0" fmla="*/ 0 w 743"/>
                  <a:gd name="T1" fmla="*/ 115 h 235"/>
                  <a:gd name="T2" fmla="*/ 289 w 743"/>
                  <a:gd name="T3" fmla="*/ 105 h 235"/>
                  <a:gd name="T4" fmla="*/ 708 w 743"/>
                  <a:gd name="T5" fmla="*/ 22 h 235"/>
                  <a:gd name="T6" fmla="*/ 508 w 743"/>
                  <a:gd name="T7" fmla="*/ 65 h 235"/>
                  <a:gd name="T8" fmla="*/ 0 w 743"/>
                  <a:gd name="T9" fmla="*/ 115 h 235"/>
                </a:gdLst>
                <a:ahLst/>
                <a:cxnLst>
                  <a:cxn ang="0">
                    <a:pos x="T0" y="T1"/>
                  </a:cxn>
                  <a:cxn ang="0">
                    <a:pos x="T2" y="T3"/>
                  </a:cxn>
                  <a:cxn ang="0">
                    <a:pos x="T4" y="T5"/>
                  </a:cxn>
                  <a:cxn ang="0">
                    <a:pos x="T6" y="T7"/>
                  </a:cxn>
                  <a:cxn ang="0">
                    <a:pos x="T8" y="T9"/>
                  </a:cxn>
                </a:cxnLst>
                <a:rect l="0" t="0" r="r" b="b"/>
                <a:pathLst>
                  <a:path w="743" h="235">
                    <a:moveTo>
                      <a:pt x="0" y="115"/>
                    </a:moveTo>
                    <a:cubicBezTo>
                      <a:pt x="31" y="147"/>
                      <a:pt x="116" y="167"/>
                      <a:pt x="289" y="105"/>
                    </a:cubicBezTo>
                    <a:cubicBezTo>
                      <a:pt x="462" y="43"/>
                      <a:pt x="673" y="44"/>
                      <a:pt x="708" y="22"/>
                    </a:cubicBezTo>
                    <a:cubicBezTo>
                      <a:pt x="743" y="0"/>
                      <a:pt x="696" y="54"/>
                      <a:pt x="508" y="65"/>
                    </a:cubicBezTo>
                    <a:cubicBezTo>
                      <a:pt x="320" y="76"/>
                      <a:pt x="123" y="235"/>
                      <a:pt x="0" y="115"/>
                    </a:cubicBezTo>
                    <a:close/>
                  </a:path>
                </a:pathLst>
              </a:custGeom>
              <a:solidFill>
                <a:srgbClr val="7D60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62" name="Freeform 124"/>
              <p:cNvSpPr>
                <a:spLocks/>
              </p:cNvSpPr>
              <p:nvPr/>
            </p:nvSpPr>
            <p:spPr bwMode="auto">
              <a:xfrm rot="11290532" flipH="1">
                <a:off x="3456250" y="3159521"/>
                <a:ext cx="202549" cy="64170"/>
              </a:xfrm>
              <a:custGeom>
                <a:avLst/>
                <a:gdLst>
                  <a:gd name="T0" fmla="*/ 0 w 743"/>
                  <a:gd name="T1" fmla="*/ 115 h 235"/>
                  <a:gd name="T2" fmla="*/ 289 w 743"/>
                  <a:gd name="T3" fmla="*/ 105 h 235"/>
                  <a:gd name="T4" fmla="*/ 708 w 743"/>
                  <a:gd name="T5" fmla="*/ 22 h 235"/>
                  <a:gd name="T6" fmla="*/ 508 w 743"/>
                  <a:gd name="T7" fmla="*/ 65 h 235"/>
                  <a:gd name="T8" fmla="*/ 0 w 743"/>
                  <a:gd name="T9" fmla="*/ 115 h 235"/>
                </a:gdLst>
                <a:ahLst/>
                <a:cxnLst>
                  <a:cxn ang="0">
                    <a:pos x="T0" y="T1"/>
                  </a:cxn>
                  <a:cxn ang="0">
                    <a:pos x="T2" y="T3"/>
                  </a:cxn>
                  <a:cxn ang="0">
                    <a:pos x="T4" y="T5"/>
                  </a:cxn>
                  <a:cxn ang="0">
                    <a:pos x="T6" y="T7"/>
                  </a:cxn>
                  <a:cxn ang="0">
                    <a:pos x="T8" y="T9"/>
                  </a:cxn>
                </a:cxnLst>
                <a:rect l="0" t="0" r="r" b="b"/>
                <a:pathLst>
                  <a:path w="743" h="235">
                    <a:moveTo>
                      <a:pt x="0" y="115"/>
                    </a:moveTo>
                    <a:cubicBezTo>
                      <a:pt x="31" y="147"/>
                      <a:pt x="116" y="167"/>
                      <a:pt x="289" y="105"/>
                    </a:cubicBezTo>
                    <a:cubicBezTo>
                      <a:pt x="462" y="43"/>
                      <a:pt x="673" y="44"/>
                      <a:pt x="708" y="22"/>
                    </a:cubicBezTo>
                    <a:cubicBezTo>
                      <a:pt x="743" y="0"/>
                      <a:pt x="696" y="54"/>
                      <a:pt x="508" y="65"/>
                    </a:cubicBezTo>
                    <a:cubicBezTo>
                      <a:pt x="320" y="76"/>
                      <a:pt x="123" y="235"/>
                      <a:pt x="0" y="115"/>
                    </a:cubicBezTo>
                    <a:close/>
                  </a:path>
                </a:pathLst>
              </a:custGeom>
              <a:solidFill>
                <a:srgbClr val="7D60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68" name="Freeform 124"/>
              <p:cNvSpPr>
                <a:spLocks/>
              </p:cNvSpPr>
              <p:nvPr/>
            </p:nvSpPr>
            <p:spPr bwMode="auto">
              <a:xfrm rot="13336286" flipH="1">
                <a:off x="3428016" y="3223214"/>
                <a:ext cx="250276" cy="64170"/>
              </a:xfrm>
              <a:custGeom>
                <a:avLst/>
                <a:gdLst>
                  <a:gd name="T0" fmla="*/ 0 w 743"/>
                  <a:gd name="T1" fmla="*/ 115 h 235"/>
                  <a:gd name="T2" fmla="*/ 289 w 743"/>
                  <a:gd name="T3" fmla="*/ 105 h 235"/>
                  <a:gd name="T4" fmla="*/ 708 w 743"/>
                  <a:gd name="T5" fmla="*/ 22 h 235"/>
                  <a:gd name="T6" fmla="*/ 508 w 743"/>
                  <a:gd name="T7" fmla="*/ 65 h 235"/>
                  <a:gd name="T8" fmla="*/ 0 w 743"/>
                  <a:gd name="T9" fmla="*/ 115 h 235"/>
                </a:gdLst>
                <a:ahLst/>
                <a:cxnLst>
                  <a:cxn ang="0">
                    <a:pos x="T0" y="T1"/>
                  </a:cxn>
                  <a:cxn ang="0">
                    <a:pos x="T2" y="T3"/>
                  </a:cxn>
                  <a:cxn ang="0">
                    <a:pos x="T4" y="T5"/>
                  </a:cxn>
                  <a:cxn ang="0">
                    <a:pos x="T6" y="T7"/>
                  </a:cxn>
                  <a:cxn ang="0">
                    <a:pos x="T8" y="T9"/>
                  </a:cxn>
                </a:cxnLst>
                <a:rect l="0" t="0" r="r" b="b"/>
                <a:pathLst>
                  <a:path w="743" h="235">
                    <a:moveTo>
                      <a:pt x="0" y="115"/>
                    </a:moveTo>
                    <a:cubicBezTo>
                      <a:pt x="31" y="147"/>
                      <a:pt x="116" y="167"/>
                      <a:pt x="289" y="105"/>
                    </a:cubicBezTo>
                    <a:cubicBezTo>
                      <a:pt x="462" y="43"/>
                      <a:pt x="673" y="44"/>
                      <a:pt x="708" y="22"/>
                    </a:cubicBezTo>
                    <a:cubicBezTo>
                      <a:pt x="743" y="0"/>
                      <a:pt x="696" y="54"/>
                      <a:pt x="508" y="65"/>
                    </a:cubicBezTo>
                    <a:cubicBezTo>
                      <a:pt x="320" y="76"/>
                      <a:pt x="123" y="235"/>
                      <a:pt x="0" y="115"/>
                    </a:cubicBezTo>
                    <a:close/>
                  </a:path>
                </a:pathLst>
              </a:custGeom>
              <a:solidFill>
                <a:srgbClr val="7D60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grpSp>
        <p:grpSp>
          <p:nvGrpSpPr>
            <p:cNvPr id="56" name="Group 55"/>
            <p:cNvGrpSpPr/>
            <p:nvPr/>
          </p:nvGrpSpPr>
          <p:grpSpPr>
            <a:xfrm>
              <a:off x="3362253" y="2389311"/>
              <a:ext cx="247414" cy="100543"/>
              <a:chOff x="5833696" y="2651325"/>
              <a:chExt cx="247414" cy="100543"/>
            </a:xfrm>
          </p:grpSpPr>
          <p:sp>
            <p:nvSpPr>
              <p:cNvPr id="57" name="Freeform 56"/>
              <p:cNvSpPr>
                <a:spLocks/>
              </p:cNvSpPr>
              <p:nvPr/>
            </p:nvSpPr>
            <p:spPr bwMode="auto">
              <a:xfrm>
                <a:off x="5833696" y="2651325"/>
                <a:ext cx="247414" cy="100543"/>
              </a:xfrm>
              <a:custGeom>
                <a:avLst/>
                <a:gdLst>
                  <a:gd name="T0" fmla="*/ 0 w 106"/>
                  <a:gd name="T1" fmla="*/ 2 h 43"/>
                  <a:gd name="T2" fmla="*/ 54 w 106"/>
                  <a:gd name="T3" fmla="*/ 42 h 43"/>
                  <a:gd name="T4" fmla="*/ 106 w 106"/>
                  <a:gd name="T5" fmla="*/ 0 h 43"/>
                  <a:gd name="T6" fmla="*/ 0 w 106"/>
                  <a:gd name="T7" fmla="*/ 2 h 43"/>
                </a:gdLst>
                <a:ahLst/>
                <a:cxnLst>
                  <a:cxn ang="0">
                    <a:pos x="T0" y="T1"/>
                  </a:cxn>
                  <a:cxn ang="0">
                    <a:pos x="T2" y="T3"/>
                  </a:cxn>
                  <a:cxn ang="0">
                    <a:pos x="T4" y="T5"/>
                  </a:cxn>
                  <a:cxn ang="0">
                    <a:pos x="T6" y="T7"/>
                  </a:cxn>
                </a:cxnLst>
                <a:rect l="0" t="0" r="r" b="b"/>
                <a:pathLst>
                  <a:path w="106" h="43">
                    <a:moveTo>
                      <a:pt x="0" y="2"/>
                    </a:moveTo>
                    <a:cubicBezTo>
                      <a:pt x="1" y="25"/>
                      <a:pt x="25" y="43"/>
                      <a:pt x="54" y="42"/>
                    </a:cubicBezTo>
                    <a:cubicBezTo>
                      <a:pt x="83" y="41"/>
                      <a:pt x="106" y="23"/>
                      <a:pt x="106" y="0"/>
                    </a:cubicBezTo>
                    <a:lnTo>
                      <a:pt x="0" y="2"/>
                    </a:lnTo>
                    <a:close/>
                  </a:path>
                </a:pathLst>
              </a:custGeom>
              <a:solidFill>
                <a:srgbClr val="DDAA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GB" dirty="0">
                  <a:solidFill>
                    <a:prstClr val="black"/>
                  </a:solidFill>
                  <a:latin typeface="Roboto Lt"/>
                  <a:cs typeface="Simplified Arabic" panose="02020603050405020304" pitchFamily="18" charset="-78"/>
                </a:endParaRPr>
              </a:p>
            </p:txBody>
          </p:sp>
          <p:sp>
            <p:nvSpPr>
              <p:cNvPr id="58" name="Freeform 57"/>
              <p:cNvSpPr>
                <a:spLocks/>
              </p:cNvSpPr>
              <p:nvPr/>
            </p:nvSpPr>
            <p:spPr bwMode="auto">
              <a:xfrm>
                <a:off x="5896782" y="2714411"/>
                <a:ext cx="123214" cy="34500"/>
              </a:xfrm>
              <a:custGeom>
                <a:avLst/>
                <a:gdLst>
                  <a:gd name="T0" fmla="*/ 0 w 53"/>
                  <a:gd name="T1" fmla="*/ 10 h 15"/>
                  <a:gd name="T2" fmla="*/ 27 w 53"/>
                  <a:gd name="T3" fmla="*/ 15 h 15"/>
                  <a:gd name="T4" fmla="*/ 53 w 53"/>
                  <a:gd name="T5" fmla="*/ 9 h 15"/>
                  <a:gd name="T6" fmla="*/ 27 w 53"/>
                  <a:gd name="T7" fmla="*/ 0 h 15"/>
                  <a:gd name="T8" fmla="*/ 0 w 53"/>
                  <a:gd name="T9" fmla="*/ 10 h 15"/>
                </a:gdLst>
                <a:ahLst/>
                <a:cxnLst>
                  <a:cxn ang="0">
                    <a:pos x="T0" y="T1"/>
                  </a:cxn>
                  <a:cxn ang="0">
                    <a:pos x="T2" y="T3"/>
                  </a:cxn>
                  <a:cxn ang="0">
                    <a:pos x="T4" y="T5"/>
                  </a:cxn>
                  <a:cxn ang="0">
                    <a:pos x="T6" y="T7"/>
                  </a:cxn>
                  <a:cxn ang="0">
                    <a:pos x="T8" y="T9"/>
                  </a:cxn>
                </a:cxnLst>
                <a:rect l="0" t="0" r="r" b="b"/>
                <a:pathLst>
                  <a:path w="53" h="15">
                    <a:moveTo>
                      <a:pt x="0" y="10"/>
                    </a:moveTo>
                    <a:cubicBezTo>
                      <a:pt x="8" y="13"/>
                      <a:pt x="17" y="15"/>
                      <a:pt x="27" y="15"/>
                    </a:cubicBezTo>
                    <a:cubicBezTo>
                      <a:pt x="36" y="15"/>
                      <a:pt x="45" y="13"/>
                      <a:pt x="53" y="9"/>
                    </a:cubicBezTo>
                    <a:cubicBezTo>
                      <a:pt x="48" y="4"/>
                      <a:pt x="38" y="0"/>
                      <a:pt x="27" y="0"/>
                    </a:cubicBezTo>
                    <a:cubicBezTo>
                      <a:pt x="15" y="1"/>
                      <a:pt x="5" y="5"/>
                      <a:pt x="0" y="10"/>
                    </a:cubicBezTo>
                    <a:close/>
                  </a:path>
                </a:pathLst>
              </a:custGeom>
              <a:solidFill>
                <a:srgbClr val="F27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GB" dirty="0">
                  <a:solidFill>
                    <a:prstClr val="black"/>
                  </a:solidFill>
                  <a:latin typeface="Roboto Lt"/>
                  <a:cs typeface="Simplified Arabic" panose="02020603050405020304" pitchFamily="18" charset="-78"/>
                </a:endParaRPr>
              </a:p>
            </p:txBody>
          </p:sp>
          <p:sp>
            <p:nvSpPr>
              <p:cNvPr id="59" name="Freeform 58"/>
              <p:cNvSpPr>
                <a:spLocks/>
              </p:cNvSpPr>
              <p:nvPr/>
            </p:nvSpPr>
            <p:spPr bwMode="auto">
              <a:xfrm>
                <a:off x="5840596" y="2651325"/>
                <a:ext cx="233614" cy="39429"/>
              </a:xfrm>
              <a:custGeom>
                <a:avLst/>
                <a:gdLst>
                  <a:gd name="T0" fmla="*/ 50 w 100"/>
                  <a:gd name="T1" fmla="*/ 17 h 17"/>
                  <a:gd name="T2" fmla="*/ 100 w 100"/>
                  <a:gd name="T3" fmla="*/ 0 h 17"/>
                  <a:gd name="T4" fmla="*/ 0 w 100"/>
                  <a:gd name="T5" fmla="*/ 2 h 17"/>
                  <a:gd name="T6" fmla="*/ 50 w 100"/>
                  <a:gd name="T7" fmla="*/ 17 h 17"/>
                </a:gdLst>
                <a:ahLst/>
                <a:cxnLst>
                  <a:cxn ang="0">
                    <a:pos x="T0" y="T1"/>
                  </a:cxn>
                  <a:cxn ang="0">
                    <a:pos x="T2" y="T3"/>
                  </a:cxn>
                  <a:cxn ang="0">
                    <a:pos x="T4" y="T5"/>
                  </a:cxn>
                  <a:cxn ang="0">
                    <a:pos x="T6" y="T7"/>
                  </a:cxn>
                </a:cxnLst>
                <a:rect l="0" t="0" r="r" b="b"/>
                <a:pathLst>
                  <a:path w="100" h="17">
                    <a:moveTo>
                      <a:pt x="50" y="17"/>
                    </a:moveTo>
                    <a:cubicBezTo>
                      <a:pt x="74" y="16"/>
                      <a:pt x="94" y="9"/>
                      <a:pt x="100" y="0"/>
                    </a:cubicBezTo>
                    <a:cubicBezTo>
                      <a:pt x="0" y="2"/>
                      <a:pt x="0" y="2"/>
                      <a:pt x="0" y="2"/>
                    </a:cubicBezTo>
                    <a:cubicBezTo>
                      <a:pt x="6" y="11"/>
                      <a:pt x="27" y="17"/>
                      <a:pt x="50" y="1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GB" dirty="0">
                  <a:solidFill>
                    <a:prstClr val="black"/>
                  </a:solidFill>
                  <a:latin typeface="Roboto Lt"/>
                  <a:cs typeface="Simplified Arabic" panose="02020603050405020304" pitchFamily="18" charset="-78"/>
                </a:endParaRPr>
              </a:p>
            </p:txBody>
          </p:sp>
        </p:grpSp>
      </p:grpSp>
    </p:spTree>
    <p:extLst>
      <p:ext uri="{BB962C8B-B14F-4D97-AF65-F5344CB8AC3E}">
        <p14:creationId xmlns:p14="http://schemas.microsoft.com/office/powerpoint/2010/main" val="208190503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411"/>
                                        </p:tgtEl>
                                        <p:attrNameLst>
                                          <p:attrName>style.visibility</p:attrName>
                                        </p:attrNameLst>
                                      </p:cBhvr>
                                      <p:to>
                                        <p:strVal val="visible"/>
                                      </p:to>
                                    </p:set>
                                    <p:animEffect transition="in" filter="wipe(up)">
                                      <p:cBhvr>
                                        <p:cTn id="7" dur="1000"/>
                                        <p:tgtEl>
                                          <p:spTgt spid="411"/>
                                        </p:tgtEl>
                                      </p:cBhvr>
                                    </p:animEffect>
                                  </p:childTnLst>
                                </p:cTn>
                              </p:par>
                            </p:childTnLst>
                          </p:cTn>
                        </p:par>
                        <p:par>
                          <p:cTn id="8" fill="hold">
                            <p:stCondLst>
                              <p:cond delay="1000"/>
                            </p:stCondLst>
                            <p:childTnLst>
                              <p:par>
                                <p:cTn id="9" presetID="10" presetClass="entr" presetSubtype="0" fill="hold" grpId="0" nodeType="afterEffect">
                                  <p:stCondLst>
                                    <p:cond delay="0"/>
                                  </p:stCondLst>
                                  <p:childTnLst>
                                    <p:set>
                                      <p:cBhvr>
                                        <p:cTn id="10" dur="1" fill="hold">
                                          <p:stCondLst>
                                            <p:cond delay="0"/>
                                          </p:stCondLst>
                                        </p:cTn>
                                        <p:tgtEl>
                                          <p:spTgt spid="122"/>
                                        </p:tgtEl>
                                        <p:attrNameLst>
                                          <p:attrName>style.visibility</p:attrName>
                                        </p:attrNameLst>
                                      </p:cBhvr>
                                      <p:to>
                                        <p:strVal val="visible"/>
                                      </p:to>
                                    </p:set>
                                    <p:animEffect transition="in" filter="fade">
                                      <p:cBhvr>
                                        <p:cTn id="11" dur="500"/>
                                        <p:tgtEl>
                                          <p:spTgt spid="122"/>
                                        </p:tgtEl>
                                      </p:cBhvr>
                                    </p:animEffect>
                                  </p:childTnLst>
                                </p:cTn>
                              </p:par>
                              <p:par>
                                <p:cTn id="12" presetID="22" presetClass="entr" presetSubtype="8" fill="hold" grpId="0" nodeType="withEffect">
                                  <p:stCondLst>
                                    <p:cond delay="500"/>
                                  </p:stCondLst>
                                  <p:childTnLst>
                                    <p:set>
                                      <p:cBhvr>
                                        <p:cTn id="13" dur="1" fill="hold">
                                          <p:stCondLst>
                                            <p:cond delay="0"/>
                                          </p:stCondLst>
                                        </p:cTn>
                                        <p:tgtEl>
                                          <p:spTgt spid="40">
                                            <p:txEl>
                                              <p:pRg st="0" end="0"/>
                                            </p:txEl>
                                          </p:spTgt>
                                        </p:tgtEl>
                                        <p:attrNameLst>
                                          <p:attrName>style.visibility</p:attrName>
                                        </p:attrNameLst>
                                      </p:cBhvr>
                                      <p:to>
                                        <p:strVal val="visible"/>
                                      </p:to>
                                    </p:set>
                                    <p:animEffect transition="in" filter="wipe(left)">
                                      <p:cBhvr>
                                        <p:cTn id="14" dur="500"/>
                                        <p:tgtEl>
                                          <p:spTgt spid="40">
                                            <p:txEl>
                                              <p:pRg st="0" end="0"/>
                                            </p:txEl>
                                          </p:spTgt>
                                        </p:tgtEl>
                                      </p:cBhvr>
                                    </p:animEffect>
                                  </p:childTnLst>
                                </p:cTn>
                              </p:par>
                              <p:par>
                                <p:cTn id="15" presetID="22" presetClass="entr" presetSubtype="4" fill="hold" grpId="0" nodeType="withEffect">
                                  <p:stCondLst>
                                    <p:cond delay="1000"/>
                                  </p:stCondLst>
                                  <p:childTnLst>
                                    <p:set>
                                      <p:cBhvr>
                                        <p:cTn id="16" dur="1" fill="hold">
                                          <p:stCondLst>
                                            <p:cond delay="0"/>
                                          </p:stCondLst>
                                        </p:cTn>
                                        <p:tgtEl>
                                          <p:spTgt spid="119"/>
                                        </p:tgtEl>
                                        <p:attrNameLst>
                                          <p:attrName>style.visibility</p:attrName>
                                        </p:attrNameLst>
                                      </p:cBhvr>
                                      <p:to>
                                        <p:strVal val="visible"/>
                                      </p:to>
                                    </p:set>
                                    <p:animEffect transition="in" filter="wipe(down)">
                                      <p:cBhvr>
                                        <p:cTn id="17" dur="500"/>
                                        <p:tgtEl>
                                          <p:spTgt spid="119"/>
                                        </p:tgtEl>
                                      </p:cBhvr>
                                    </p:animEffect>
                                  </p:childTnLst>
                                </p:cTn>
                              </p:par>
                            </p:childTnLst>
                          </p:cTn>
                        </p:par>
                        <p:par>
                          <p:cTn id="18" fill="hold">
                            <p:stCondLst>
                              <p:cond delay="2500"/>
                            </p:stCondLst>
                            <p:childTnLst>
                              <p:par>
                                <p:cTn id="19" presetID="53" presetClass="entr" presetSubtype="16" fill="hold" nodeType="afterEffect">
                                  <p:stCondLst>
                                    <p:cond delay="0"/>
                                  </p:stCondLst>
                                  <p:childTnLst>
                                    <p:set>
                                      <p:cBhvr>
                                        <p:cTn id="20" dur="1" fill="hold">
                                          <p:stCondLst>
                                            <p:cond delay="0"/>
                                          </p:stCondLst>
                                        </p:cTn>
                                        <p:tgtEl>
                                          <p:spTgt spid="27"/>
                                        </p:tgtEl>
                                        <p:attrNameLst>
                                          <p:attrName>style.visibility</p:attrName>
                                        </p:attrNameLst>
                                      </p:cBhvr>
                                      <p:to>
                                        <p:strVal val="visible"/>
                                      </p:to>
                                    </p:set>
                                    <p:anim calcmode="lin" valueType="num">
                                      <p:cBhvr>
                                        <p:cTn id="21" dur="500" fill="hold"/>
                                        <p:tgtEl>
                                          <p:spTgt spid="27"/>
                                        </p:tgtEl>
                                        <p:attrNameLst>
                                          <p:attrName>ppt_w</p:attrName>
                                        </p:attrNameLst>
                                      </p:cBhvr>
                                      <p:tavLst>
                                        <p:tav tm="0">
                                          <p:val>
                                            <p:fltVal val="0"/>
                                          </p:val>
                                        </p:tav>
                                        <p:tav tm="100000">
                                          <p:val>
                                            <p:strVal val="#ppt_w"/>
                                          </p:val>
                                        </p:tav>
                                      </p:tavLst>
                                    </p:anim>
                                    <p:anim calcmode="lin" valueType="num">
                                      <p:cBhvr>
                                        <p:cTn id="22" dur="500" fill="hold"/>
                                        <p:tgtEl>
                                          <p:spTgt spid="27"/>
                                        </p:tgtEl>
                                        <p:attrNameLst>
                                          <p:attrName>ppt_h</p:attrName>
                                        </p:attrNameLst>
                                      </p:cBhvr>
                                      <p:tavLst>
                                        <p:tav tm="0">
                                          <p:val>
                                            <p:fltVal val="0"/>
                                          </p:val>
                                        </p:tav>
                                        <p:tav tm="100000">
                                          <p:val>
                                            <p:strVal val="#ppt_h"/>
                                          </p:val>
                                        </p:tav>
                                      </p:tavLst>
                                    </p:anim>
                                    <p:animEffect transition="in" filter="fade">
                                      <p:cBhvr>
                                        <p:cTn id="23" dur="500"/>
                                        <p:tgtEl>
                                          <p:spTgt spid="27"/>
                                        </p:tgtEl>
                                      </p:cBhvr>
                                    </p:animEffect>
                                  </p:childTnLst>
                                </p:cTn>
                              </p:par>
                              <p:par>
                                <p:cTn id="24" presetID="2" presetClass="entr" presetSubtype="2" fill="hold" grpId="0" nodeType="withEffect">
                                  <p:stCondLst>
                                    <p:cond delay="600"/>
                                  </p:stCondLst>
                                  <p:childTnLst>
                                    <p:set>
                                      <p:cBhvr>
                                        <p:cTn id="25" dur="1" fill="hold">
                                          <p:stCondLst>
                                            <p:cond delay="0"/>
                                          </p:stCondLst>
                                        </p:cTn>
                                        <p:tgtEl>
                                          <p:spTgt spid="26"/>
                                        </p:tgtEl>
                                        <p:attrNameLst>
                                          <p:attrName>style.visibility</p:attrName>
                                        </p:attrNameLst>
                                      </p:cBhvr>
                                      <p:to>
                                        <p:strVal val="visible"/>
                                      </p:to>
                                    </p:set>
                                    <p:anim calcmode="lin" valueType="num">
                                      <p:cBhvr additive="base">
                                        <p:cTn id="26" dur="500" fill="hold"/>
                                        <p:tgtEl>
                                          <p:spTgt spid="26"/>
                                        </p:tgtEl>
                                        <p:attrNameLst>
                                          <p:attrName>ppt_x</p:attrName>
                                        </p:attrNameLst>
                                      </p:cBhvr>
                                      <p:tavLst>
                                        <p:tav tm="0">
                                          <p:val>
                                            <p:strVal val="1+#ppt_w/2"/>
                                          </p:val>
                                        </p:tav>
                                        <p:tav tm="100000">
                                          <p:val>
                                            <p:strVal val="#ppt_x"/>
                                          </p:val>
                                        </p:tav>
                                      </p:tavLst>
                                    </p:anim>
                                    <p:anim calcmode="lin" valueType="num">
                                      <p:cBhvr additive="base">
                                        <p:cTn id="27" dur="500" fill="hold"/>
                                        <p:tgtEl>
                                          <p:spTgt spid="2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9" grpId="0" animBg="1"/>
      <p:bldP spid="40" grpId="0" build="p"/>
      <p:bldP spid="411" grpId="0"/>
      <p:bldP spid="122" grpId="0"/>
      <p:bldP spid="26" grpId="0"/>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 3"/>
          <p:cNvGrpSpPr/>
          <p:nvPr/>
        </p:nvGrpSpPr>
        <p:grpSpPr>
          <a:xfrm>
            <a:off x="8050738" y="2533447"/>
            <a:ext cx="1452960" cy="3520213"/>
            <a:chOff x="2506265" y="1668893"/>
            <a:chExt cx="1452960" cy="3520213"/>
          </a:xfrm>
        </p:grpSpPr>
        <p:sp>
          <p:nvSpPr>
            <p:cNvPr id="5" name="Freeform 4"/>
            <p:cNvSpPr>
              <a:spLocks/>
            </p:cNvSpPr>
            <p:nvPr/>
          </p:nvSpPr>
          <p:spPr bwMode="auto">
            <a:xfrm rot="10800000" flipH="1">
              <a:off x="3150883" y="2540339"/>
              <a:ext cx="670156" cy="1250520"/>
            </a:xfrm>
            <a:custGeom>
              <a:avLst/>
              <a:gdLst>
                <a:gd name="connsiteX0" fmla="*/ 138788 w 670156"/>
                <a:gd name="connsiteY0" fmla="*/ 1155858 h 1155858"/>
                <a:gd name="connsiteX1" fmla="*/ 270962 w 670156"/>
                <a:gd name="connsiteY1" fmla="*/ 1155858 h 1155858"/>
                <a:gd name="connsiteX2" fmla="*/ 392969 w 670156"/>
                <a:gd name="connsiteY2" fmla="*/ 1155858 h 1155858"/>
                <a:gd name="connsiteX3" fmla="*/ 530227 w 670156"/>
                <a:gd name="connsiteY3" fmla="*/ 1155858 h 1155858"/>
                <a:gd name="connsiteX4" fmla="*/ 611724 w 670156"/>
                <a:gd name="connsiteY4" fmla="*/ 1132192 h 1155858"/>
                <a:gd name="connsiteX5" fmla="*/ 633088 w 670156"/>
                <a:gd name="connsiteY5" fmla="*/ 1125988 h 1155858"/>
                <a:gd name="connsiteX6" fmla="*/ 643824 w 670156"/>
                <a:gd name="connsiteY6" fmla="*/ 1075078 h 1155858"/>
                <a:gd name="connsiteX7" fmla="*/ 670156 w 670156"/>
                <a:gd name="connsiteY7" fmla="*/ 739370 h 1155858"/>
                <a:gd name="connsiteX8" fmla="*/ 663833 w 670156"/>
                <a:gd name="connsiteY8" fmla="*/ 577939 h 1155858"/>
                <a:gd name="connsiteX9" fmla="*/ 670156 w 670156"/>
                <a:gd name="connsiteY9" fmla="*/ 416488 h 1155858"/>
                <a:gd name="connsiteX10" fmla="*/ 643824 w 670156"/>
                <a:gd name="connsiteY10" fmla="*/ 80780 h 1155858"/>
                <a:gd name="connsiteX11" fmla="*/ 632928 w 670156"/>
                <a:gd name="connsiteY11" fmla="*/ 29109 h 1155858"/>
                <a:gd name="connsiteX12" fmla="*/ 590098 w 670156"/>
                <a:gd name="connsiteY12" fmla="*/ 16833 h 1155858"/>
                <a:gd name="connsiteX13" fmla="*/ 531368 w 670156"/>
                <a:gd name="connsiteY13" fmla="*/ 0 h 1155858"/>
                <a:gd name="connsiteX14" fmla="*/ 399194 w 670156"/>
                <a:gd name="connsiteY14" fmla="*/ 0 h 1155858"/>
                <a:gd name="connsiteX15" fmla="*/ 277187 w 670156"/>
                <a:gd name="connsiteY15" fmla="*/ 0 h 1155858"/>
                <a:gd name="connsiteX16" fmla="*/ 139929 w 670156"/>
                <a:gd name="connsiteY16" fmla="*/ 0 h 1155858"/>
                <a:gd name="connsiteX17" fmla="*/ 58432 w 670156"/>
                <a:gd name="connsiteY17" fmla="*/ 23666 h 1155858"/>
                <a:gd name="connsiteX18" fmla="*/ 37068 w 670156"/>
                <a:gd name="connsiteY18" fmla="*/ 29870 h 1155858"/>
                <a:gd name="connsiteX19" fmla="*/ 26332 w 670156"/>
                <a:gd name="connsiteY19" fmla="*/ 80780 h 1155858"/>
                <a:gd name="connsiteX20" fmla="*/ 0 w 670156"/>
                <a:gd name="connsiteY20" fmla="*/ 416488 h 1155858"/>
                <a:gd name="connsiteX21" fmla="*/ 6323 w 670156"/>
                <a:gd name="connsiteY21" fmla="*/ 577920 h 1155858"/>
                <a:gd name="connsiteX22" fmla="*/ 0 w 670156"/>
                <a:gd name="connsiteY22" fmla="*/ 739370 h 1155858"/>
                <a:gd name="connsiteX23" fmla="*/ 26332 w 670156"/>
                <a:gd name="connsiteY23" fmla="*/ 1075078 h 1155858"/>
                <a:gd name="connsiteX24" fmla="*/ 37228 w 670156"/>
                <a:gd name="connsiteY24" fmla="*/ 1126749 h 1155858"/>
                <a:gd name="connsiteX25" fmla="*/ 80058 w 670156"/>
                <a:gd name="connsiteY25" fmla="*/ 1139025 h 1155858"/>
                <a:gd name="connsiteX26" fmla="*/ 138788 w 670156"/>
                <a:gd name="connsiteY26" fmla="*/ 1155858 h 1155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670156" h="1155858">
                  <a:moveTo>
                    <a:pt x="138788" y="1155858"/>
                  </a:moveTo>
                  <a:cubicBezTo>
                    <a:pt x="138788" y="1155858"/>
                    <a:pt x="138788" y="1155858"/>
                    <a:pt x="270962" y="1155858"/>
                  </a:cubicBezTo>
                  <a:cubicBezTo>
                    <a:pt x="270962" y="1155858"/>
                    <a:pt x="270962" y="1155858"/>
                    <a:pt x="392969" y="1155858"/>
                  </a:cubicBezTo>
                  <a:cubicBezTo>
                    <a:pt x="392969" y="1155858"/>
                    <a:pt x="392969" y="1155858"/>
                    <a:pt x="530227" y="1155858"/>
                  </a:cubicBezTo>
                  <a:cubicBezTo>
                    <a:pt x="530227" y="1155858"/>
                    <a:pt x="530227" y="1155858"/>
                    <a:pt x="611724" y="1132192"/>
                  </a:cubicBezTo>
                  <a:lnTo>
                    <a:pt x="633088" y="1125988"/>
                  </a:lnTo>
                  <a:lnTo>
                    <a:pt x="643824" y="1075078"/>
                  </a:lnTo>
                  <a:cubicBezTo>
                    <a:pt x="660780" y="971895"/>
                    <a:pt x="670156" y="858451"/>
                    <a:pt x="670156" y="739370"/>
                  </a:cubicBezTo>
                  <a:lnTo>
                    <a:pt x="663833" y="577939"/>
                  </a:lnTo>
                  <a:lnTo>
                    <a:pt x="670156" y="416488"/>
                  </a:lnTo>
                  <a:cubicBezTo>
                    <a:pt x="670156" y="297407"/>
                    <a:pt x="660780" y="183963"/>
                    <a:pt x="643824" y="80780"/>
                  </a:cubicBezTo>
                  <a:lnTo>
                    <a:pt x="632928" y="29109"/>
                  </a:lnTo>
                  <a:lnTo>
                    <a:pt x="590098" y="16833"/>
                  </a:lnTo>
                  <a:cubicBezTo>
                    <a:pt x="573070" y="11953"/>
                    <a:pt x="553609" y="6375"/>
                    <a:pt x="531368" y="0"/>
                  </a:cubicBezTo>
                  <a:cubicBezTo>
                    <a:pt x="531368" y="0"/>
                    <a:pt x="531368" y="0"/>
                    <a:pt x="399194" y="0"/>
                  </a:cubicBezTo>
                  <a:cubicBezTo>
                    <a:pt x="399194" y="0"/>
                    <a:pt x="399194" y="0"/>
                    <a:pt x="277187" y="0"/>
                  </a:cubicBezTo>
                  <a:cubicBezTo>
                    <a:pt x="277187" y="0"/>
                    <a:pt x="277187" y="0"/>
                    <a:pt x="139929" y="0"/>
                  </a:cubicBezTo>
                  <a:cubicBezTo>
                    <a:pt x="139929" y="0"/>
                    <a:pt x="139929" y="0"/>
                    <a:pt x="58432" y="23666"/>
                  </a:cubicBezTo>
                  <a:lnTo>
                    <a:pt x="37068" y="29870"/>
                  </a:lnTo>
                  <a:lnTo>
                    <a:pt x="26332" y="80780"/>
                  </a:lnTo>
                  <a:cubicBezTo>
                    <a:pt x="9376" y="183963"/>
                    <a:pt x="0" y="297407"/>
                    <a:pt x="0" y="416488"/>
                  </a:cubicBezTo>
                  <a:lnTo>
                    <a:pt x="6323" y="577920"/>
                  </a:lnTo>
                  <a:lnTo>
                    <a:pt x="0" y="739370"/>
                  </a:lnTo>
                  <a:cubicBezTo>
                    <a:pt x="0" y="858451"/>
                    <a:pt x="9376" y="971895"/>
                    <a:pt x="26332" y="1075078"/>
                  </a:cubicBezTo>
                  <a:lnTo>
                    <a:pt x="37228" y="1126749"/>
                  </a:lnTo>
                  <a:lnTo>
                    <a:pt x="80058" y="1139025"/>
                  </a:lnTo>
                  <a:cubicBezTo>
                    <a:pt x="97086" y="1143905"/>
                    <a:pt x="116547" y="1149483"/>
                    <a:pt x="138788" y="1155858"/>
                  </a:cubicBezTo>
                  <a:close/>
                </a:path>
              </a:pathLst>
            </a:custGeom>
            <a:solidFill>
              <a:srgbClr val="44546A"/>
            </a:solidFill>
            <a:ln>
              <a:noFill/>
            </a:ln>
            <a:extLst/>
          </p:spPr>
          <p:txBody>
            <a:bodyPr vert="horz" wrap="square" lIns="91440" tIns="45720" rIns="91440" bIns="45720" numCol="1" anchor="t" anchorCtr="0" compatLnSpc="1">
              <a:prstTxWarp prst="textNoShape">
                <a:avLst/>
              </a:prstTxWarp>
              <a:noAutofit/>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6" name="Oval 5"/>
            <p:cNvSpPr/>
            <p:nvPr/>
          </p:nvSpPr>
          <p:spPr>
            <a:xfrm>
              <a:off x="3563330" y="2568894"/>
              <a:ext cx="386231" cy="755200"/>
            </a:xfrm>
            <a:prstGeom prst="ellipse">
              <a:avLst/>
            </a:prstGeom>
            <a:solidFill>
              <a:srgbClr val="44546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7" name="Rectangle 71"/>
            <p:cNvSpPr>
              <a:spLocks noChangeArrowheads="1"/>
            </p:cNvSpPr>
            <p:nvPr/>
          </p:nvSpPr>
          <p:spPr bwMode="auto">
            <a:xfrm>
              <a:off x="3550534" y="3717156"/>
              <a:ext cx="195263" cy="1360488"/>
            </a:xfrm>
            <a:prstGeom prst="rect">
              <a:avLst/>
            </a:prstGeom>
            <a:solidFill>
              <a:srgbClr val="44546A"/>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GB" dirty="0">
                <a:solidFill>
                  <a:prstClr val="black"/>
                </a:solidFill>
                <a:latin typeface="Roboto Lt"/>
                <a:cs typeface="Simplified Arabic" panose="02020603050405020304" pitchFamily="18" charset="-78"/>
              </a:endParaRPr>
            </a:p>
          </p:txBody>
        </p:sp>
        <p:sp>
          <p:nvSpPr>
            <p:cNvPr id="8" name="Rectangle 72"/>
            <p:cNvSpPr>
              <a:spLocks noChangeArrowheads="1"/>
            </p:cNvSpPr>
            <p:nvPr/>
          </p:nvSpPr>
          <p:spPr bwMode="auto">
            <a:xfrm>
              <a:off x="3240019" y="3717156"/>
              <a:ext cx="195263" cy="1360488"/>
            </a:xfrm>
            <a:prstGeom prst="rect">
              <a:avLst/>
            </a:prstGeom>
            <a:solidFill>
              <a:srgbClr val="44546A"/>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GB" dirty="0">
                <a:solidFill>
                  <a:prstClr val="black"/>
                </a:solidFill>
                <a:latin typeface="Roboto Lt"/>
                <a:cs typeface="Simplified Arabic" panose="02020603050405020304" pitchFamily="18" charset="-78"/>
              </a:endParaRPr>
            </a:p>
          </p:txBody>
        </p:sp>
        <p:grpSp>
          <p:nvGrpSpPr>
            <p:cNvPr id="9" name="Group 8"/>
            <p:cNvGrpSpPr/>
            <p:nvPr/>
          </p:nvGrpSpPr>
          <p:grpSpPr>
            <a:xfrm>
              <a:off x="2506265" y="2570592"/>
              <a:ext cx="837860" cy="1877663"/>
              <a:chOff x="3842575" y="3854062"/>
              <a:chExt cx="916124" cy="2053053"/>
            </a:xfrm>
          </p:grpSpPr>
          <p:sp>
            <p:nvSpPr>
              <p:cNvPr id="54" name="Freeform 53"/>
              <p:cNvSpPr>
                <a:spLocks/>
              </p:cNvSpPr>
              <p:nvPr/>
            </p:nvSpPr>
            <p:spPr bwMode="auto">
              <a:xfrm>
                <a:off x="4145599" y="5164821"/>
                <a:ext cx="389941" cy="202018"/>
              </a:xfrm>
              <a:custGeom>
                <a:avLst/>
                <a:gdLst>
                  <a:gd name="T0" fmla="*/ 34 w 35"/>
                  <a:gd name="T1" fmla="*/ 18 h 18"/>
                  <a:gd name="T2" fmla="*/ 18 w 35"/>
                  <a:gd name="T3" fmla="*/ 2 h 18"/>
                  <a:gd name="T4" fmla="*/ 2 w 35"/>
                  <a:gd name="T5" fmla="*/ 16 h 18"/>
                  <a:gd name="T6" fmla="*/ 0 w 35"/>
                  <a:gd name="T7" fmla="*/ 16 h 18"/>
                  <a:gd name="T8" fmla="*/ 18 w 35"/>
                  <a:gd name="T9" fmla="*/ 1 h 18"/>
                  <a:gd name="T10" fmla="*/ 35 w 35"/>
                  <a:gd name="T11" fmla="*/ 17 h 18"/>
                  <a:gd name="T12" fmla="*/ 34 w 35"/>
                  <a:gd name="T13" fmla="*/ 18 h 18"/>
                </a:gdLst>
                <a:ahLst/>
                <a:cxnLst>
                  <a:cxn ang="0">
                    <a:pos x="T0" y="T1"/>
                  </a:cxn>
                  <a:cxn ang="0">
                    <a:pos x="T2" y="T3"/>
                  </a:cxn>
                  <a:cxn ang="0">
                    <a:pos x="T4" y="T5"/>
                  </a:cxn>
                  <a:cxn ang="0">
                    <a:pos x="T6" y="T7"/>
                  </a:cxn>
                  <a:cxn ang="0">
                    <a:pos x="T8" y="T9"/>
                  </a:cxn>
                  <a:cxn ang="0">
                    <a:pos x="T10" y="T11"/>
                  </a:cxn>
                  <a:cxn ang="0">
                    <a:pos x="T12" y="T13"/>
                  </a:cxn>
                </a:cxnLst>
                <a:rect l="0" t="0" r="r" b="b"/>
                <a:pathLst>
                  <a:path w="35" h="18">
                    <a:moveTo>
                      <a:pt x="34" y="18"/>
                    </a:moveTo>
                    <a:cubicBezTo>
                      <a:pt x="29" y="8"/>
                      <a:pt x="24" y="2"/>
                      <a:pt x="18" y="2"/>
                    </a:cubicBezTo>
                    <a:cubicBezTo>
                      <a:pt x="9" y="2"/>
                      <a:pt x="2" y="16"/>
                      <a:pt x="2" y="16"/>
                    </a:cubicBezTo>
                    <a:cubicBezTo>
                      <a:pt x="0" y="16"/>
                      <a:pt x="0" y="16"/>
                      <a:pt x="0" y="16"/>
                    </a:cubicBezTo>
                    <a:cubicBezTo>
                      <a:pt x="0" y="15"/>
                      <a:pt x="8" y="0"/>
                      <a:pt x="18" y="1"/>
                    </a:cubicBezTo>
                    <a:cubicBezTo>
                      <a:pt x="24" y="1"/>
                      <a:pt x="30" y="6"/>
                      <a:pt x="35" y="17"/>
                    </a:cubicBezTo>
                    <a:cubicBezTo>
                      <a:pt x="34" y="18"/>
                      <a:pt x="34" y="18"/>
                      <a:pt x="34" y="18"/>
                    </a:cubicBezTo>
                  </a:path>
                </a:pathLst>
              </a:custGeom>
              <a:solidFill>
                <a:srgbClr val="2E26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55" name="Freeform 54"/>
              <p:cNvSpPr>
                <a:spLocks/>
              </p:cNvSpPr>
              <p:nvPr/>
            </p:nvSpPr>
            <p:spPr bwMode="auto">
              <a:xfrm>
                <a:off x="3842575" y="5333951"/>
                <a:ext cx="916124" cy="573164"/>
              </a:xfrm>
              <a:custGeom>
                <a:avLst/>
                <a:gdLst>
                  <a:gd name="T0" fmla="*/ 81 w 82"/>
                  <a:gd name="T1" fmla="*/ 47 h 51"/>
                  <a:gd name="T2" fmla="*/ 77 w 82"/>
                  <a:gd name="T3" fmla="*/ 51 h 51"/>
                  <a:gd name="T4" fmla="*/ 3 w 82"/>
                  <a:gd name="T5" fmla="*/ 48 h 51"/>
                  <a:gd name="T6" fmla="*/ 0 w 82"/>
                  <a:gd name="T7" fmla="*/ 44 h 51"/>
                  <a:gd name="T8" fmla="*/ 1 w 82"/>
                  <a:gd name="T9" fmla="*/ 3 h 51"/>
                  <a:gd name="T10" fmla="*/ 5 w 82"/>
                  <a:gd name="T11" fmla="*/ 0 h 51"/>
                  <a:gd name="T12" fmla="*/ 79 w 82"/>
                  <a:gd name="T13" fmla="*/ 3 h 51"/>
                  <a:gd name="T14" fmla="*/ 82 w 82"/>
                  <a:gd name="T15" fmla="*/ 6 h 51"/>
                  <a:gd name="T16" fmla="*/ 81 w 82"/>
                  <a:gd name="T17" fmla="*/ 47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2" h="51">
                    <a:moveTo>
                      <a:pt x="81" y="47"/>
                    </a:moveTo>
                    <a:cubicBezTo>
                      <a:pt x="80" y="49"/>
                      <a:pt x="79" y="51"/>
                      <a:pt x="77" y="51"/>
                    </a:cubicBezTo>
                    <a:cubicBezTo>
                      <a:pt x="3" y="48"/>
                      <a:pt x="3" y="48"/>
                      <a:pt x="3" y="48"/>
                    </a:cubicBezTo>
                    <a:cubicBezTo>
                      <a:pt x="1" y="48"/>
                      <a:pt x="0" y="46"/>
                      <a:pt x="0" y="44"/>
                    </a:cubicBezTo>
                    <a:cubicBezTo>
                      <a:pt x="1" y="3"/>
                      <a:pt x="1" y="3"/>
                      <a:pt x="1" y="3"/>
                    </a:cubicBezTo>
                    <a:cubicBezTo>
                      <a:pt x="1" y="1"/>
                      <a:pt x="3" y="0"/>
                      <a:pt x="5" y="0"/>
                    </a:cubicBezTo>
                    <a:cubicBezTo>
                      <a:pt x="79" y="3"/>
                      <a:pt x="79" y="3"/>
                      <a:pt x="79" y="3"/>
                    </a:cubicBezTo>
                    <a:cubicBezTo>
                      <a:pt x="81" y="3"/>
                      <a:pt x="82" y="4"/>
                      <a:pt x="82" y="6"/>
                    </a:cubicBezTo>
                    <a:cubicBezTo>
                      <a:pt x="81" y="47"/>
                      <a:pt x="81" y="47"/>
                      <a:pt x="81" y="47"/>
                    </a:cubicBezTo>
                  </a:path>
                </a:pathLst>
              </a:custGeom>
              <a:solidFill>
                <a:srgbClr val="242424"/>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56" name="Freeform 55"/>
              <p:cNvSpPr>
                <a:spLocks/>
              </p:cNvSpPr>
              <p:nvPr/>
            </p:nvSpPr>
            <p:spPr bwMode="auto">
              <a:xfrm>
                <a:off x="4265401" y="5582950"/>
                <a:ext cx="89265" cy="108057"/>
              </a:xfrm>
              <a:custGeom>
                <a:avLst/>
                <a:gdLst>
                  <a:gd name="T0" fmla="*/ 19 w 19"/>
                  <a:gd name="T1" fmla="*/ 23 h 23"/>
                  <a:gd name="T2" fmla="*/ 0 w 19"/>
                  <a:gd name="T3" fmla="*/ 23 h 23"/>
                  <a:gd name="T4" fmla="*/ 3 w 19"/>
                  <a:gd name="T5" fmla="*/ 0 h 23"/>
                  <a:gd name="T6" fmla="*/ 19 w 19"/>
                  <a:gd name="T7" fmla="*/ 0 h 23"/>
                  <a:gd name="T8" fmla="*/ 19 w 19"/>
                  <a:gd name="T9" fmla="*/ 23 h 23"/>
                </a:gdLst>
                <a:ahLst/>
                <a:cxnLst>
                  <a:cxn ang="0">
                    <a:pos x="T0" y="T1"/>
                  </a:cxn>
                  <a:cxn ang="0">
                    <a:pos x="T2" y="T3"/>
                  </a:cxn>
                  <a:cxn ang="0">
                    <a:pos x="T4" y="T5"/>
                  </a:cxn>
                  <a:cxn ang="0">
                    <a:pos x="T6" y="T7"/>
                  </a:cxn>
                  <a:cxn ang="0">
                    <a:pos x="T8" y="T9"/>
                  </a:cxn>
                </a:cxnLst>
                <a:rect l="0" t="0" r="r" b="b"/>
                <a:pathLst>
                  <a:path w="19" h="23">
                    <a:moveTo>
                      <a:pt x="19" y="23"/>
                    </a:moveTo>
                    <a:lnTo>
                      <a:pt x="0" y="23"/>
                    </a:lnTo>
                    <a:lnTo>
                      <a:pt x="3" y="0"/>
                    </a:lnTo>
                    <a:lnTo>
                      <a:pt x="19" y="0"/>
                    </a:lnTo>
                    <a:lnTo>
                      <a:pt x="19" y="2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57" name="Freeform 56"/>
              <p:cNvSpPr>
                <a:spLocks/>
              </p:cNvSpPr>
              <p:nvPr/>
            </p:nvSpPr>
            <p:spPr bwMode="auto">
              <a:xfrm>
                <a:off x="3851972" y="5333951"/>
                <a:ext cx="906727" cy="394637"/>
              </a:xfrm>
              <a:custGeom>
                <a:avLst/>
                <a:gdLst>
                  <a:gd name="T0" fmla="*/ 78 w 81"/>
                  <a:gd name="T1" fmla="*/ 3 h 35"/>
                  <a:gd name="T2" fmla="*/ 4 w 81"/>
                  <a:gd name="T3" fmla="*/ 0 h 35"/>
                  <a:gd name="T4" fmla="*/ 0 w 81"/>
                  <a:gd name="T5" fmla="*/ 3 h 35"/>
                  <a:gd name="T6" fmla="*/ 0 w 81"/>
                  <a:gd name="T7" fmla="*/ 8 h 35"/>
                  <a:gd name="T8" fmla="*/ 81 w 81"/>
                  <a:gd name="T9" fmla="*/ 13 h 35"/>
                  <a:gd name="T10" fmla="*/ 81 w 81"/>
                  <a:gd name="T11" fmla="*/ 6 h 35"/>
                  <a:gd name="T12" fmla="*/ 78 w 81"/>
                  <a:gd name="T13" fmla="*/ 3 h 35"/>
                </a:gdLst>
                <a:ahLst/>
                <a:cxnLst>
                  <a:cxn ang="0">
                    <a:pos x="T0" y="T1"/>
                  </a:cxn>
                  <a:cxn ang="0">
                    <a:pos x="T2" y="T3"/>
                  </a:cxn>
                  <a:cxn ang="0">
                    <a:pos x="T4" y="T5"/>
                  </a:cxn>
                  <a:cxn ang="0">
                    <a:pos x="T6" y="T7"/>
                  </a:cxn>
                  <a:cxn ang="0">
                    <a:pos x="T8" y="T9"/>
                  </a:cxn>
                  <a:cxn ang="0">
                    <a:pos x="T10" y="T11"/>
                  </a:cxn>
                  <a:cxn ang="0">
                    <a:pos x="T12" y="T13"/>
                  </a:cxn>
                </a:cxnLst>
                <a:rect l="0" t="0" r="r" b="b"/>
                <a:pathLst>
                  <a:path w="81" h="35">
                    <a:moveTo>
                      <a:pt x="78" y="3"/>
                    </a:moveTo>
                    <a:cubicBezTo>
                      <a:pt x="4" y="0"/>
                      <a:pt x="4" y="0"/>
                      <a:pt x="4" y="0"/>
                    </a:cubicBezTo>
                    <a:cubicBezTo>
                      <a:pt x="2" y="0"/>
                      <a:pt x="0" y="1"/>
                      <a:pt x="0" y="3"/>
                    </a:cubicBezTo>
                    <a:cubicBezTo>
                      <a:pt x="0" y="8"/>
                      <a:pt x="0" y="8"/>
                      <a:pt x="0" y="8"/>
                    </a:cubicBezTo>
                    <a:cubicBezTo>
                      <a:pt x="17" y="21"/>
                      <a:pt x="47" y="35"/>
                      <a:pt x="81" y="13"/>
                    </a:cubicBezTo>
                    <a:cubicBezTo>
                      <a:pt x="81" y="6"/>
                      <a:pt x="81" y="6"/>
                      <a:pt x="81" y="6"/>
                    </a:cubicBezTo>
                    <a:cubicBezTo>
                      <a:pt x="81" y="4"/>
                      <a:pt x="80" y="3"/>
                      <a:pt x="78" y="3"/>
                    </a:cubicBezTo>
                  </a:path>
                </a:pathLst>
              </a:custGeom>
              <a:solidFill>
                <a:srgbClr val="4C4C4C"/>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58" name="Freeform 57"/>
              <p:cNvSpPr>
                <a:spLocks/>
              </p:cNvSpPr>
              <p:nvPr/>
            </p:nvSpPr>
            <p:spPr bwMode="auto">
              <a:xfrm>
                <a:off x="4265401" y="5568854"/>
                <a:ext cx="89265" cy="122150"/>
              </a:xfrm>
              <a:custGeom>
                <a:avLst/>
                <a:gdLst>
                  <a:gd name="T0" fmla="*/ 7 w 8"/>
                  <a:gd name="T1" fmla="*/ 10 h 11"/>
                  <a:gd name="T2" fmla="*/ 1 w 8"/>
                  <a:gd name="T3" fmla="*/ 9 h 11"/>
                  <a:gd name="T4" fmla="*/ 1 w 8"/>
                  <a:gd name="T5" fmla="*/ 0 h 11"/>
                  <a:gd name="T6" fmla="*/ 8 w 8"/>
                  <a:gd name="T7" fmla="*/ 0 h 11"/>
                  <a:gd name="T8" fmla="*/ 7 w 8"/>
                  <a:gd name="T9" fmla="*/ 10 h 11"/>
                </a:gdLst>
                <a:ahLst/>
                <a:cxnLst>
                  <a:cxn ang="0">
                    <a:pos x="T0" y="T1"/>
                  </a:cxn>
                  <a:cxn ang="0">
                    <a:pos x="T2" y="T3"/>
                  </a:cxn>
                  <a:cxn ang="0">
                    <a:pos x="T4" y="T5"/>
                  </a:cxn>
                  <a:cxn ang="0">
                    <a:pos x="T6" y="T7"/>
                  </a:cxn>
                  <a:cxn ang="0">
                    <a:pos x="T8" y="T9"/>
                  </a:cxn>
                </a:cxnLst>
                <a:rect l="0" t="0" r="r" b="b"/>
                <a:pathLst>
                  <a:path w="8" h="11">
                    <a:moveTo>
                      <a:pt x="7" y="10"/>
                    </a:moveTo>
                    <a:cubicBezTo>
                      <a:pt x="6" y="11"/>
                      <a:pt x="2" y="10"/>
                      <a:pt x="1" y="9"/>
                    </a:cubicBezTo>
                    <a:cubicBezTo>
                      <a:pt x="0" y="6"/>
                      <a:pt x="1" y="0"/>
                      <a:pt x="1" y="0"/>
                    </a:cubicBezTo>
                    <a:cubicBezTo>
                      <a:pt x="8" y="0"/>
                      <a:pt x="8" y="0"/>
                      <a:pt x="8" y="0"/>
                    </a:cubicBezTo>
                    <a:cubicBezTo>
                      <a:pt x="8" y="0"/>
                      <a:pt x="8" y="6"/>
                      <a:pt x="7" y="10"/>
                    </a:cubicBezTo>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59" name="Freeform 58"/>
              <p:cNvSpPr>
                <a:spLocks/>
              </p:cNvSpPr>
              <p:nvPr/>
            </p:nvSpPr>
            <p:spPr bwMode="auto">
              <a:xfrm>
                <a:off x="4143251" y="5277574"/>
                <a:ext cx="46980" cy="70472"/>
              </a:xfrm>
              <a:custGeom>
                <a:avLst/>
                <a:gdLst>
                  <a:gd name="T0" fmla="*/ 4 w 4"/>
                  <a:gd name="T1" fmla="*/ 0 h 6"/>
                  <a:gd name="T2" fmla="*/ 0 w 4"/>
                  <a:gd name="T3" fmla="*/ 6 h 6"/>
                  <a:gd name="T4" fmla="*/ 0 w 4"/>
                  <a:gd name="T5" fmla="*/ 6 h 6"/>
                  <a:gd name="T6" fmla="*/ 4 w 4"/>
                  <a:gd name="T7" fmla="*/ 0 h 6"/>
                  <a:gd name="T8" fmla="*/ 4 w 4"/>
                  <a:gd name="T9" fmla="*/ 0 h 6"/>
                </a:gdLst>
                <a:ahLst/>
                <a:cxnLst>
                  <a:cxn ang="0">
                    <a:pos x="T0" y="T1"/>
                  </a:cxn>
                  <a:cxn ang="0">
                    <a:pos x="T2" y="T3"/>
                  </a:cxn>
                  <a:cxn ang="0">
                    <a:pos x="T4" y="T5"/>
                  </a:cxn>
                  <a:cxn ang="0">
                    <a:pos x="T6" y="T7"/>
                  </a:cxn>
                  <a:cxn ang="0">
                    <a:pos x="T8" y="T9"/>
                  </a:cxn>
                </a:cxnLst>
                <a:rect l="0" t="0" r="r" b="b"/>
                <a:pathLst>
                  <a:path w="4" h="6">
                    <a:moveTo>
                      <a:pt x="4" y="0"/>
                    </a:moveTo>
                    <a:cubicBezTo>
                      <a:pt x="2" y="2"/>
                      <a:pt x="1" y="5"/>
                      <a:pt x="0" y="6"/>
                    </a:cubicBezTo>
                    <a:cubicBezTo>
                      <a:pt x="0" y="6"/>
                      <a:pt x="0" y="6"/>
                      <a:pt x="0" y="6"/>
                    </a:cubicBezTo>
                    <a:cubicBezTo>
                      <a:pt x="1" y="5"/>
                      <a:pt x="2" y="2"/>
                      <a:pt x="4" y="0"/>
                    </a:cubicBezTo>
                    <a:cubicBezTo>
                      <a:pt x="4" y="0"/>
                      <a:pt x="4" y="0"/>
                      <a:pt x="4" y="0"/>
                    </a:cubicBezTo>
                  </a:path>
                </a:pathLst>
              </a:custGeom>
              <a:solidFill>
                <a:srgbClr val="898C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60" name="Freeform 59"/>
              <p:cNvSpPr>
                <a:spLocks/>
              </p:cNvSpPr>
              <p:nvPr/>
            </p:nvSpPr>
            <p:spPr bwMode="auto">
              <a:xfrm>
                <a:off x="4190232" y="5188312"/>
                <a:ext cx="122150" cy="89265"/>
              </a:xfrm>
              <a:custGeom>
                <a:avLst/>
                <a:gdLst>
                  <a:gd name="T0" fmla="*/ 11 w 11"/>
                  <a:gd name="T1" fmla="*/ 0 h 8"/>
                  <a:gd name="T2" fmla="*/ 0 w 11"/>
                  <a:gd name="T3" fmla="*/ 8 h 8"/>
                  <a:gd name="T4" fmla="*/ 0 w 11"/>
                  <a:gd name="T5" fmla="*/ 8 h 8"/>
                  <a:gd name="T6" fmla="*/ 11 w 11"/>
                  <a:gd name="T7" fmla="*/ 0 h 8"/>
                  <a:gd name="T8" fmla="*/ 11 w 11"/>
                  <a:gd name="T9" fmla="*/ 0 h 8"/>
                </a:gdLst>
                <a:ahLst/>
                <a:cxnLst>
                  <a:cxn ang="0">
                    <a:pos x="T0" y="T1"/>
                  </a:cxn>
                  <a:cxn ang="0">
                    <a:pos x="T2" y="T3"/>
                  </a:cxn>
                  <a:cxn ang="0">
                    <a:pos x="T4" y="T5"/>
                  </a:cxn>
                  <a:cxn ang="0">
                    <a:pos x="T6" y="T7"/>
                  </a:cxn>
                  <a:cxn ang="0">
                    <a:pos x="T8" y="T9"/>
                  </a:cxn>
                </a:cxnLst>
                <a:rect l="0" t="0" r="r" b="b"/>
                <a:pathLst>
                  <a:path w="11" h="8">
                    <a:moveTo>
                      <a:pt x="11" y="0"/>
                    </a:moveTo>
                    <a:cubicBezTo>
                      <a:pt x="7" y="1"/>
                      <a:pt x="3" y="4"/>
                      <a:pt x="0" y="8"/>
                    </a:cubicBezTo>
                    <a:cubicBezTo>
                      <a:pt x="0" y="8"/>
                      <a:pt x="0" y="8"/>
                      <a:pt x="0" y="8"/>
                    </a:cubicBezTo>
                    <a:cubicBezTo>
                      <a:pt x="3" y="4"/>
                      <a:pt x="7" y="1"/>
                      <a:pt x="11" y="0"/>
                    </a:cubicBezTo>
                    <a:cubicBezTo>
                      <a:pt x="11" y="0"/>
                      <a:pt x="11" y="0"/>
                      <a:pt x="11" y="0"/>
                    </a:cubicBezTo>
                  </a:path>
                </a:pathLst>
              </a:custGeom>
              <a:solidFill>
                <a:srgbClr val="4F52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61" name="Freeform 60"/>
              <p:cNvSpPr>
                <a:spLocks/>
              </p:cNvSpPr>
              <p:nvPr/>
            </p:nvSpPr>
            <p:spPr bwMode="auto">
              <a:xfrm>
                <a:off x="4205172" y="5000390"/>
                <a:ext cx="300676" cy="324168"/>
              </a:xfrm>
              <a:custGeom>
                <a:avLst/>
                <a:gdLst>
                  <a:gd name="T0" fmla="*/ 1 w 27"/>
                  <a:gd name="T1" fmla="*/ 23 h 29"/>
                  <a:gd name="T2" fmla="*/ 6 w 27"/>
                  <a:gd name="T3" fmla="*/ 22 h 29"/>
                  <a:gd name="T4" fmla="*/ 5 w 27"/>
                  <a:gd name="T5" fmla="*/ 20 h 29"/>
                  <a:gd name="T6" fmla="*/ 6 w 27"/>
                  <a:gd name="T7" fmla="*/ 20 h 29"/>
                  <a:gd name="T8" fmla="*/ 6 w 27"/>
                  <a:gd name="T9" fmla="*/ 25 h 29"/>
                  <a:gd name="T10" fmla="*/ 11 w 27"/>
                  <a:gd name="T11" fmla="*/ 24 h 29"/>
                  <a:gd name="T12" fmla="*/ 11 w 27"/>
                  <a:gd name="T13" fmla="*/ 20 h 29"/>
                  <a:gd name="T14" fmla="*/ 11 w 27"/>
                  <a:gd name="T15" fmla="*/ 20 h 29"/>
                  <a:gd name="T16" fmla="*/ 11 w 27"/>
                  <a:gd name="T17" fmla="*/ 26 h 29"/>
                  <a:gd name="T18" fmla="*/ 16 w 27"/>
                  <a:gd name="T19" fmla="*/ 26 h 29"/>
                  <a:gd name="T20" fmla="*/ 16 w 27"/>
                  <a:gd name="T21" fmla="*/ 19 h 29"/>
                  <a:gd name="T22" fmla="*/ 16 w 27"/>
                  <a:gd name="T23" fmla="*/ 19 h 29"/>
                  <a:gd name="T24" fmla="*/ 16 w 27"/>
                  <a:gd name="T25" fmla="*/ 25 h 29"/>
                  <a:gd name="T26" fmla="*/ 21 w 27"/>
                  <a:gd name="T27" fmla="*/ 25 h 29"/>
                  <a:gd name="T28" fmla="*/ 21 w 27"/>
                  <a:gd name="T29" fmla="*/ 13 h 29"/>
                  <a:gd name="T30" fmla="*/ 23 w 27"/>
                  <a:gd name="T31" fmla="*/ 14 h 29"/>
                  <a:gd name="T32" fmla="*/ 23 w 27"/>
                  <a:gd name="T33" fmla="*/ 18 h 29"/>
                  <a:gd name="T34" fmla="*/ 27 w 27"/>
                  <a:gd name="T35" fmla="*/ 21 h 29"/>
                  <a:gd name="T36" fmla="*/ 27 w 27"/>
                  <a:gd name="T37" fmla="*/ 11 h 29"/>
                  <a:gd name="T38" fmla="*/ 21 w 27"/>
                  <a:gd name="T39" fmla="*/ 5 h 29"/>
                  <a:gd name="T40" fmla="*/ 19 w 27"/>
                  <a:gd name="T41" fmla="*/ 0 h 29"/>
                  <a:gd name="T42" fmla="*/ 3 w 27"/>
                  <a:gd name="T43" fmla="*/ 0 h 29"/>
                  <a:gd name="T44" fmla="*/ 3 w 27"/>
                  <a:gd name="T45" fmla="*/ 3 h 29"/>
                  <a:gd name="T46" fmla="*/ 1 w 27"/>
                  <a:gd name="T47" fmla="*/ 5 h 29"/>
                  <a:gd name="T48" fmla="*/ 1 w 27"/>
                  <a:gd name="T49" fmla="*/ 18 h 29"/>
                  <a:gd name="T50" fmla="*/ 1 w 27"/>
                  <a:gd name="T51" fmla="*/ 23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7" h="29">
                    <a:moveTo>
                      <a:pt x="1" y="23"/>
                    </a:moveTo>
                    <a:cubicBezTo>
                      <a:pt x="1" y="25"/>
                      <a:pt x="6" y="25"/>
                      <a:pt x="6" y="22"/>
                    </a:cubicBezTo>
                    <a:cubicBezTo>
                      <a:pt x="5" y="21"/>
                      <a:pt x="5" y="20"/>
                      <a:pt x="5" y="20"/>
                    </a:cubicBezTo>
                    <a:cubicBezTo>
                      <a:pt x="6" y="20"/>
                      <a:pt x="6" y="20"/>
                      <a:pt x="6" y="20"/>
                    </a:cubicBezTo>
                    <a:cubicBezTo>
                      <a:pt x="6" y="20"/>
                      <a:pt x="6" y="25"/>
                      <a:pt x="6" y="25"/>
                    </a:cubicBezTo>
                    <a:cubicBezTo>
                      <a:pt x="6" y="27"/>
                      <a:pt x="11" y="26"/>
                      <a:pt x="11" y="24"/>
                    </a:cubicBezTo>
                    <a:cubicBezTo>
                      <a:pt x="11" y="23"/>
                      <a:pt x="11" y="21"/>
                      <a:pt x="11" y="20"/>
                    </a:cubicBezTo>
                    <a:cubicBezTo>
                      <a:pt x="11" y="19"/>
                      <a:pt x="11" y="19"/>
                      <a:pt x="11" y="20"/>
                    </a:cubicBezTo>
                    <a:cubicBezTo>
                      <a:pt x="11" y="26"/>
                      <a:pt x="11" y="26"/>
                      <a:pt x="11" y="26"/>
                    </a:cubicBezTo>
                    <a:cubicBezTo>
                      <a:pt x="11" y="29"/>
                      <a:pt x="16" y="29"/>
                      <a:pt x="16" y="26"/>
                    </a:cubicBezTo>
                    <a:cubicBezTo>
                      <a:pt x="16" y="24"/>
                      <a:pt x="16" y="19"/>
                      <a:pt x="16" y="19"/>
                    </a:cubicBezTo>
                    <a:cubicBezTo>
                      <a:pt x="16" y="19"/>
                      <a:pt x="16" y="19"/>
                      <a:pt x="16" y="19"/>
                    </a:cubicBezTo>
                    <a:cubicBezTo>
                      <a:pt x="16" y="21"/>
                      <a:pt x="16" y="25"/>
                      <a:pt x="16" y="25"/>
                    </a:cubicBezTo>
                    <a:cubicBezTo>
                      <a:pt x="16" y="27"/>
                      <a:pt x="21" y="27"/>
                      <a:pt x="21" y="25"/>
                    </a:cubicBezTo>
                    <a:cubicBezTo>
                      <a:pt x="21" y="20"/>
                      <a:pt x="21" y="16"/>
                      <a:pt x="21" y="13"/>
                    </a:cubicBezTo>
                    <a:cubicBezTo>
                      <a:pt x="21" y="11"/>
                      <a:pt x="23" y="14"/>
                      <a:pt x="23" y="14"/>
                    </a:cubicBezTo>
                    <a:cubicBezTo>
                      <a:pt x="23" y="18"/>
                      <a:pt x="23" y="18"/>
                      <a:pt x="23" y="18"/>
                    </a:cubicBezTo>
                    <a:cubicBezTo>
                      <a:pt x="23" y="19"/>
                      <a:pt x="27" y="21"/>
                      <a:pt x="27" y="21"/>
                    </a:cubicBezTo>
                    <a:cubicBezTo>
                      <a:pt x="27" y="20"/>
                      <a:pt x="27" y="12"/>
                      <a:pt x="27" y="11"/>
                    </a:cubicBezTo>
                    <a:cubicBezTo>
                      <a:pt x="25" y="9"/>
                      <a:pt x="23" y="7"/>
                      <a:pt x="21" y="5"/>
                    </a:cubicBezTo>
                    <a:cubicBezTo>
                      <a:pt x="19" y="3"/>
                      <a:pt x="19" y="0"/>
                      <a:pt x="19" y="0"/>
                    </a:cubicBezTo>
                    <a:cubicBezTo>
                      <a:pt x="3" y="0"/>
                      <a:pt x="3" y="0"/>
                      <a:pt x="3" y="0"/>
                    </a:cubicBezTo>
                    <a:cubicBezTo>
                      <a:pt x="3" y="2"/>
                      <a:pt x="3" y="2"/>
                      <a:pt x="3" y="3"/>
                    </a:cubicBezTo>
                    <a:cubicBezTo>
                      <a:pt x="3" y="4"/>
                      <a:pt x="2" y="4"/>
                      <a:pt x="1" y="5"/>
                    </a:cubicBezTo>
                    <a:cubicBezTo>
                      <a:pt x="0" y="8"/>
                      <a:pt x="1" y="18"/>
                      <a:pt x="1" y="18"/>
                    </a:cubicBezTo>
                    <a:lnTo>
                      <a:pt x="1" y="23"/>
                    </a:lnTo>
                    <a:close/>
                  </a:path>
                </a:pathLst>
              </a:custGeom>
              <a:solidFill>
                <a:srgbClr val="FDD0AB"/>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62" name="Rectangle 61"/>
              <p:cNvSpPr>
                <a:spLocks noChangeArrowheads="1"/>
              </p:cNvSpPr>
              <p:nvPr/>
            </p:nvSpPr>
            <p:spPr bwMode="auto">
              <a:xfrm>
                <a:off x="4176140" y="4962805"/>
                <a:ext cx="281884" cy="37584"/>
              </a:xfrm>
              <a:prstGeom prst="rect">
                <a:avLst/>
              </a:prstGeom>
              <a:solidFill>
                <a:schemeClr val="bg1"/>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63" name="Freeform 62"/>
              <p:cNvSpPr>
                <a:spLocks/>
              </p:cNvSpPr>
              <p:nvPr/>
            </p:nvSpPr>
            <p:spPr bwMode="auto">
              <a:xfrm>
                <a:off x="4152647" y="3854062"/>
                <a:ext cx="446318" cy="1108743"/>
              </a:xfrm>
              <a:custGeom>
                <a:avLst/>
                <a:gdLst>
                  <a:gd name="T0" fmla="*/ 39 w 40"/>
                  <a:gd name="T1" fmla="*/ 0 h 99"/>
                  <a:gd name="T2" fmla="*/ 1 w 40"/>
                  <a:gd name="T3" fmla="*/ 67 h 99"/>
                  <a:gd name="T4" fmla="*/ 0 w 40"/>
                  <a:gd name="T5" fmla="*/ 99 h 99"/>
                  <a:gd name="T6" fmla="*/ 31 w 40"/>
                  <a:gd name="T7" fmla="*/ 99 h 99"/>
                  <a:gd name="T8" fmla="*/ 29 w 40"/>
                  <a:gd name="T9" fmla="*/ 67 h 99"/>
                  <a:gd name="T10" fmla="*/ 40 w 40"/>
                  <a:gd name="T11" fmla="*/ 25 h 99"/>
                  <a:gd name="T12" fmla="*/ 39 w 40"/>
                  <a:gd name="T13" fmla="*/ 0 h 99"/>
                </a:gdLst>
                <a:ahLst/>
                <a:cxnLst>
                  <a:cxn ang="0">
                    <a:pos x="T0" y="T1"/>
                  </a:cxn>
                  <a:cxn ang="0">
                    <a:pos x="T2" y="T3"/>
                  </a:cxn>
                  <a:cxn ang="0">
                    <a:pos x="T4" y="T5"/>
                  </a:cxn>
                  <a:cxn ang="0">
                    <a:pos x="T6" y="T7"/>
                  </a:cxn>
                  <a:cxn ang="0">
                    <a:pos x="T8" y="T9"/>
                  </a:cxn>
                  <a:cxn ang="0">
                    <a:pos x="T10" y="T11"/>
                  </a:cxn>
                  <a:cxn ang="0">
                    <a:pos x="T12" y="T13"/>
                  </a:cxn>
                </a:cxnLst>
                <a:rect l="0" t="0" r="r" b="b"/>
                <a:pathLst>
                  <a:path w="40" h="99">
                    <a:moveTo>
                      <a:pt x="39" y="0"/>
                    </a:moveTo>
                    <a:cubicBezTo>
                      <a:pt x="5" y="14"/>
                      <a:pt x="2" y="44"/>
                      <a:pt x="1" y="67"/>
                    </a:cubicBezTo>
                    <a:cubicBezTo>
                      <a:pt x="1" y="76"/>
                      <a:pt x="0" y="99"/>
                      <a:pt x="0" y="99"/>
                    </a:cubicBezTo>
                    <a:cubicBezTo>
                      <a:pt x="31" y="99"/>
                      <a:pt x="31" y="99"/>
                      <a:pt x="31" y="99"/>
                    </a:cubicBezTo>
                    <a:cubicBezTo>
                      <a:pt x="31" y="99"/>
                      <a:pt x="30" y="86"/>
                      <a:pt x="29" y="67"/>
                    </a:cubicBezTo>
                    <a:cubicBezTo>
                      <a:pt x="26" y="14"/>
                      <a:pt x="40" y="25"/>
                      <a:pt x="40" y="25"/>
                    </a:cubicBezTo>
                    <a:lnTo>
                      <a:pt x="39" y="0"/>
                    </a:lnTo>
                    <a:close/>
                  </a:path>
                </a:pathLst>
              </a:custGeom>
              <a:solidFill>
                <a:srgbClr val="44546A"/>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grpSp>
        <p:sp>
          <p:nvSpPr>
            <p:cNvPr id="10" name="Freeform 290"/>
            <p:cNvSpPr>
              <a:spLocks/>
            </p:cNvSpPr>
            <p:nvPr/>
          </p:nvSpPr>
          <p:spPr bwMode="auto">
            <a:xfrm flipH="1">
              <a:off x="3280114" y="2530090"/>
              <a:ext cx="386696" cy="515595"/>
            </a:xfrm>
            <a:custGeom>
              <a:avLst/>
              <a:gdLst>
                <a:gd name="T0" fmla="*/ 180 w 180"/>
                <a:gd name="T1" fmla="*/ 71 h 240"/>
                <a:gd name="T2" fmla="*/ 92 w 180"/>
                <a:gd name="T3" fmla="*/ 240 h 240"/>
                <a:gd name="T4" fmla="*/ 0 w 180"/>
                <a:gd name="T5" fmla="*/ 71 h 240"/>
                <a:gd name="T6" fmla="*/ 33 w 180"/>
                <a:gd name="T7" fmla="*/ 69 h 240"/>
                <a:gd name="T8" fmla="*/ 33 w 180"/>
                <a:gd name="T9" fmla="*/ 0 h 240"/>
                <a:gd name="T10" fmla="*/ 151 w 180"/>
                <a:gd name="T11" fmla="*/ 0 h 240"/>
                <a:gd name="T12" fmla="*/ 151 w 180"/>
                <a:gd name="T13" fmla="*/ 69 h 240"/>
                <a:gd name="T14" fmla="*/ 180 w 180"/>
                <a:gd name="T15" fmla="*/ 71 h 2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0" h="240">
                  <a:moveTo>
                    <a:pt x="180" y="71"/>
                  </a:moveTo>
                  <a:lnTo>
                    <a:pt x="92" y="240"/>
                  </a:lnTo>
                  <a:lnTo>
                    <a:pt x="0" y="71"/>
                  </a:lnTo>
                  <a:lnTo>
                    <a:pt x="33" y="69"/>
                  </a:lnTo>
                  <a:lnTo>
                    <a:pt x="33" y="0"/>
                  </a:lnTo>
                  <a:lnTo>
                    <a:pt x="151" y="0"/>
                  </a:lnTo>
                  <a:lnTo>
                    <a:pt x="151" y="69"/>
                  </a:lnTo>
                  <a:lnTo>
                    <a:pt x="180" y="71"/>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11" name="Freeform 306"/>
            <p:cNvSpPr>
              <a:spLocks/>
            </p:cNvSpPr>
            <p:nvPr/>
          </p:nvSpPr>
          <p:spPr bwMode="auto">
            <a:xfrm flipH="1">
              <a:off x="3412979" y="2601739"/>
              <a:ext cx="116009" cy="122455"/>
            </a:xfrm>
            <a:custGeom>
              <a:avLst/>
              <a:gdLst>
                <a:gd name="T0" fmla="*/ 0 w 54"/>
                <a:gd name="T1" fmla="*/ 14 h 57"/>
                <a:gd name="T2" fmla="*/ 28 w 54"/>
                <a:gd name="T3" fmla="*/ 57 h 57"/>
                <a:gd name="T4" fmla="*/ 54 w 54"/>
                <a:gd name="T5" fmla="*/ 14 h 57"/>
                <a:gd name="T6" fmla="*/ 28 w 54"/>
                <a:gd name="T7" fmla="*/ 0 h 57"/>
                <a:gd name="T8" fmla="*/ 0 w 54"/>
                <a:gd name="T9" fmla="*/ 14 h 57"/>
              </a:gdLst>
              <a:ahLst/>
              <a:cxnLst>
                <a:cxn ang="0">
                  <a:pos x="T0" y="T1"/>
                </a:cxn>
                <a:cxn ang="0">
                  <a:pos x="T2" y="T3"/>
                </a:cxn>
                <a:cxn ang="0">
                  <a:pos x="T4" y="T5"/>
                </a:cxn>
                <a:cxn ang="0">
                  <a:pos x="T6" y="T7"/>
                </a:cxn>
                <a:cxn ang="0">
                  <a:pos x="T8" y="T9"/>
                </a:cxn>
              </a:cxnLst>
              <a:rect l="0" t="0" r="r" b="b"/>
              <a:pathLst>
                <a:path w="54" h="57">
                  <a:moveTo>
                    <a:pt x="0" y="14"/>
                  </a:moveTo>
                  <a:lnTo>
                    <a:pt x="28" y="57"/>
                  </a:lnTo>
                  <a:lnTo>
                    <a:pt x="54" y="14"/>
                  </a:lnTo>
                  <a:lnTo>
                    <a:pt x="28" y="0"/>
                  </a:lnTo>
                  <a:lnTo>
                    <a:pt x="0" y="14"/>
                  </a:lnTo>
                  <a:close/>
                </a:path>
              </a:pathLst>
            </a:custGeom>
            <a:solidFill>
              <a:srgbClr val="141414"/>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12" name="Freeform 307"/>
            <p:cNvSpPr>
              <a:spLocks/>
            </p:cNvSpPr>
            <p:nvPr/>
          </p:nvSpPr>
          <p:spPr bwMode="auto">
            <a:xfrm flipH="1">
              <a:off x="3477428" y="2601739"/>
              <a:ext cx="51559" cy="111712"/>
            </a:xfrm>
            <a:custGeom>
              <a:avLst/>
              <a:gdLst>
                <a:gd name="T0" fmla="*/ 0 w 24"/>
                <a:gd name="T1" fmla="*/ 14 h 52"/>
                <a:gd name="T2" fmla="*/ 24 w 24"/>
                <a:gd name="T3" fmla="*/ 52 h 52"/>
                <a:gd name="T4" fmla="*/ 24 w 24"/>
                <a:gd name="T5" fmla="*/ 0 h 52"/>
                <a:gd name="T6" fmla="*/ 0 w 24"/>
                <a:gd name="T7" fmla="*/ 14 h 52"/>
              </a:gdLst>
              <a:ahLst/>
              <a:cxnLst>
                <a:cxn ang="0">
                  <a:pos x="T0" y="T1"/>
                </a:cxn>
                <a:cxn ang="0">
                  <a:pos x="T2" y="T3"/>
                </a:cxn>
                <a:cxn ang="0">
                  <a:pos x="T4" y="T5"/>
                </a:cxn>
                <a:cxn ang="0">
                  <a:pos x="T6" y="T7"/>
                </a:cxn>
              </a:cxnLst>
              <a:rect l="0" t="0" r="r" b="b"/>
              <a:pathLst>
                <a:path w="24" h="52">
                  <a:moveTo>
                    <a:pt x="0" y="14"/>
                  </a:moveTo>
                  <a:lnTo>
                    <a:pt x="24" y="52"/>
                  </a:lnTo>
                  <a:lnTo>
                    <a:pt x="24" y="0"/>
                  </a:lnTo>
                  <a:lnTo>
                    <a:pt x="0" y="14"/>
                  </a:lnTo>
                  <a:close/>
                </a:path>
              </a:pathLst>
            </a:custGeom>
            <a:solidFill>
              <a:srgbClr val="141414"/>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13" name="Freeform 308"/>
            <p:cNvSpPr>
              <a:spLocks/>
            </p:cNvSpPr>
            <p:nvPr/>
          </p:nvSpPr>
          <p:spPr bwMode="auto">
            <a:xfrm flipH="1">
              <a:off x="3473131" y="2535142"/>
              <a:ext cx="193348" cy="137493"/>
            </a:xfrm>
            <a:custGeom>
              <a:avLst/>
              <a:gdLst>
                <a:gd name="T0" fmla="*/ 33 w 90"/>
                <a:gd name="T1" fmla="*/ 0 h 64"/>
                <a:gd name="T2" fmla="*/ 0 w 90"/>
                <a:gd name="T3" fmla="*/ 0 h 64"/>
                <a:gd name="T4" fmla="*/ 35 w 90"/>
                <a:gd name="T5" fmla="*/ 64 h 64"/>
                <a:gd name="T6" fmla="*/ 90 w 90"/>
                <a:gd name="T7" fmla="*/ 31 h 64"/>
                <a:gd name="T8" fmla="*/ 33 w 90"/>
                <a:gd name="T9" fmla="*/ 0 h 64"/>
              </a:gdLst>
              <a:ahLst/>
              <a:cxnLst>
                <a:cxn ang="0">
                  <a:pos x="T0" y="T1"/>
                </a:cxn>
                <a:cxn ang="0">
                  <a:pos x="T2" y="T3"/>
                </a:cxn>
                <a:cxn ang="0">
                  <a:pos x="T4" y="T5"/>
                </a:cxn>
                <a:cxn ang="0">
                  <a:pos x="T6" y="T7"/>
                </a:cxn>
                <a:cxn ang="0">
                  <a:pos x="T8" y="T9"/>
                </a:cxn>
              </a:cxnLst>
              <a:rect l="0" t="0" r="r" b="b"/>
              <a:pathLst>
                <a:path w="90" h="64">
                  <a:moveTo>
                    <a:pt x="33" y="0"/>
                  </a:moveTo>
                  <a:lnTo>
                    <a:pt x="0" y="0"/>
                  </a:lnTo>
                  <a:lnTo>
                    <a:pt x="35" y="64"/>
                  </a:lnTo>
                  <a:lnTo>
                    <a:pt x="90" y="31"/>
                  </a:lnTo>
                  <a:lnTo>
                    <a:pt x="3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14" name="Freeform 309"/>
            <p:cNvSpPr>
              <a:spLocks/>
            </p:cNvSpPr>
            <p:nvPr/>
          </p:nvSpPr>
          <p:spPr bwMode="auto">
            <a:xfrm flipH="1">
              <a:off x="3275486" y="2535142"/>
              <a:ext cx="193348" cy="137493"/>
            </a:xfrm>
            <a:custGeom>
              <a:avLst/>
              <a:gdLst>
                <a:gd name="T0" fmla="*/ 57 w 90"/>
                <a:gd name="T1" fmla="*/ 0 h 64"/>
                <a:gd name="T2" fmla="*/ 90 w 90"/>
                <a:gd name="T3" fmla="*/ 0 h 64"/>
                <a:gd name="T4" fmla="*/ 55 w 90"/>
                <a:gd name="T5" fmla="*/ 64 h 64"/>
                <a:gd name="T6" fmla="*/ 0 w 90"/>
                <a:gd name="T7" fmla="*/ 31 h 64"/>
                <a:gd name="T8" fmla="*/ 57 w 90"/>
                <a:gd name="T9" fmla="*/ 0 h 64"/>
              </a:gdLst>
              <a:ahLst/>
              <a:cxnLst>
                <a:cxn ang="0">
                  <a:pos x="T0" y="T1"/>
                </a:cxn>
                <a:cxn ang="0">
                  <a:pos x="T2" y="T3"/>
                </a:cxn>
                <a:cxn ang="0">
                  <a:pos x="T4" y="T5"/>
                </a:cxn>
                <a:cxn ang="0">
                  <a:pos x="T6" y="T7"/>
                </a:cxn>
                <a:cxn ang="0">
                  <a:pos x="T8" y="T9"/>
                </a:cxn>
              </a:cxnLst>
              <a:rect l="0" t="0" r="r" b="b"/>
              <a:pathLst>
                <a:path w="90" h="64">
                  <a:moveTo>
                    <a:pt x="57" y="0"/>
                  </a:moveTo>
                  <a:lnTo>
                    <a:pt x="90" y="0"/>
                  </a:lnTo>
                  <a:lnTo>
                    <a:pt x="55" y="64"/>
                  </a:lnTo>
                  <a:lnTo>
                    <a:pt x="0" y="31"/>
                  </a:lnTo>
                  <a:lnTo>
                    <a:pt x="5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15" name="Freeform 310"/>
            <p:cNvSpPr>
              <a:spLocks/>
            </p:cNvSpPr>
            <p:nvPr/>
          </p:nvSpPr>
          <p:spPr bwMode="auto">
            <a:xfrm flipH="1">
              <a:off x="3421571" y="2666190"/>
              <a:ext cx="96674" cy="236314"/>
            </a:xfrm>
            <a:custGeom>
              <a:avLst/>
              <a:gdLst>
                <a:gd name="T0" fmla="*/ 0 w 45"/>
                <a:gd name="T1" fmla="*/ 67 h 110"/>
                <a:gd name="T2" fmla="*/ 23 w 45"/>
                <a:gd name="T3" fmla="*/ 0 h 110"/>
                <a:gd name="T4" fmla="*/ 45 w 45"/>
                <a:gd name="T5" fmla="*/ 69 h 110"/>
                <a:gd name="T6" fmla="*/ 23 w 45"/>
                <a:gd name="T7" fmla="*/ 110 h 110"/>
                <a:gd name="T8" fmla="*/ 0 w 45"/>
                <a:gd name="T9" fmla="*/ 67 h 110"/>
              </a:gdLst>
              <a:ahLst/>
              <a:cxnLst>
                <a:cxn ang="0">
                  <a:pos x="T0" y="T1"/>
                </a:cxn>
                <a:cxn ang="0">
                  <a:pos x="T2" y="T3"/>
                </a:cxn>
                <a:cxn ang="0">
                  <a:pos x="T4" y="T5"/>
                </a:cxn>
                <a:cxn ang="0">
                  <a:pos x="T6" y="T7"/>
                </a:cxn>
                <a:cxn ang="0">
                  <a:pos x="T8" y="T9"/>
                </a:cxn>
              </a:cxnLst>
              <a:rect l="0" t="0" r="r" b="b"/>
              <a:pathLst>
                <a:path w="45" h="110">
                  <a:moveTo>
                    <a:pt x="0" y="67"/>
                  </a:moveTo>
                  <a:lnTo>
                    <a:pt x="23" y="0"/>
                  </a:lnTo>
                  <a:lnTo>
                    <a:pt x="45" y="69"/>
                  </a:lnTo>
                  <a:lnTo>
                    <a:pt x="23" y="110"/>
                  </a:lnTo>
                  <a:lnTo>
                    <a:pt x="0" y="67"/>
                  </a:lnTo>
                  <a:close/>
                </a:path>
              </a:pathLst>
            </a:custGeom>
            <a:solidFill>
              <a:srgbClr val="141414"/>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16" name="Freeform 311"/>
            <p:cNvSpPr>
              <a:spLocks/>
            </p:cNvSpPr>
            <p:nvPr/>
          </p:nvSpPr>
          <p:spPr bwMode="auto">
            <a:xfrm flipH="1">
              <a:off x="3473131" y="2683375"/>
              <a:ext cx="45115" cy="208386"/>
            </a:xfrm>
            <a:custGeom>
              <a:avLst/>
              <a:gdLst>
                <a:gd name="T0" fmla="*/ 0 w 21"/>
                <a:gd name="T1" fmla="*/ 59 h 97"/>
                <a:gd name="T2" fmla="*/ 21 w 21"/>
                <a:gd name="T3" fmla="*/ 0 h 97"/>
                <a:gd name="T4" fmla="*/ 21 w 21"/>
                <a:gd name="T5" fmla="*/ 97 h 97"/>
                <a:gd name="T6" fmla="*/ 0 w 21"/>
                <a:gd name="T7" fmla="*/ 59 h 97"/>
              </a:gdLst>
              <a:ahLst/>
              <a:cxnLst>
                <a:cxn ang="0">
                  <a:pos x="T0" y="T1"/>
                </a:cxn>
                <a:cxn ang="0">
                  <a:pos x="T2" y="T3"/>
                </a:cxn>
                <a:cxn ang="0">
                  <a:pos x="T4" y="T5"/>
                </a:cxn>
                <a:cxn ang="0">
                  <a:pos x="T6" y="T7"/>
                </a:cxn>
              </a:cxnLst>
              <a:rect l="0" t="0" r="r" b="b"/>
              <a:pathLst>
                <a:path w="21" h="97">
                  <a:moveTo>
                    <a:pt x="0" y="59"/>
                  </a:moveTo>
                  <a:lnTo>
                    <a:pt x="21" y="0"/>
                  </a:lnTo>
                  <a:lnTo>
                    <a:pt x="21" y="97"/>
                  </a:lnTo>
                  <a:lnTo>
                    <a:pt x="0" y="59"/>
                  </a:lnTo>
                  <a:close/>
                </a:path>
              </a:pathLst>
            </a:custGeom>
            <a:solidFill>
              <a:srgbClr val="141414"/>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17" name="Freeform 312"/>
            <p:cNvSpPr>
              <a:spLocks/>
            </p:cNvSpPr>
            <p:nvPr/>
          </p:nvSpPr>
          <p:spPr bwMode="auto">
            <a:xfrm flipH="1">
              <a:off x="3468834" y="2539439"/>
              <a:ext cx="268540" cy="545671"/>
            </a:xfrm>
            <a:custGeom>
              <a:avLst/>
              <a:gdLst>
                <a:gd name="T0" fmla="*/ 33 w 125"/>
                <a:gd name="T1" fmla="*/ 0 h 254"/>
                <a:gd name="T2" fmla="*/ 0 w 125"/>
                <a:gd name="T3" fmla="*/ 83 h 254"/>
                <a:gd name="T4" fmla="*/ 54 w 125"/>
                <a:gd name="T5" fmla="*/ 81 h 254"/>
                <a:gd name="T6" fmla="*/ 12 w 125"/>
                <a:gd name="T7" fmla="*/ 128 h 254"/>
                <a:gd name="T8" fmla="*/ 123 w 125"/>
                <a:gd name="T9" fmla="*/ 254 h 254"/>
                <a:gd name="T10" fmla="*/ 125 w 125"/>
                <a:gd name="T11" fmla="*/ 169 h 254"/>
                <a:gd name="T12" fmla="*/ 33 w 125"/>
                <a:gd name="T13" fmla="*/ 0 h 254"/>
              </a:gdLst>
              <a:ahLst/>
              <a:cxnLst>
                <a:cxn ang="0">
                  <a:pos x="T0" y="T1"/>
                </a:cxn>
                <a:cxn ang="0">
                  <a:pos x="T2" y="T3"/>
                </a:cxn>
                <a:cxn ang="0">
                  <a:pos x="T4" y="T5"/>
                </a:cxn>
                <a:cxn ang="0">
                  <a:pos x="T6" y="T7"/>
                </a:cxn>
                <a:cxn ang="0">
                  <a:pos x="T8" y="T9"/>
                </a:cxn>
                <a:cxn ang="0">
                  <a:pos x="T10" y="T11"/>
                </a:cxn>
                <a:cxn ang="0">
                  <a:pos x="T12" y="T13"/>
                </a:cxn>
              </a:cxnLst>
              <a:rect l="0" t="0" r="r" b="b"/>
              <a:pathLst>
                <a:path w="125" h="254">
                  <a:moveTo>
                    <a:pt x="33" y="0"/>
                  </a:moveTo>
                  <a:lnTo>
                    <a:pt x="0" y="83"/>
                  </a:lnTo>
                  <a:lnTo>
                    <a:pt x="54" y="81"/>
                  </a:lnTo>
                  <a:lnTo>
                    <a:pt x="12" y="128"/>
                  </a:lnTo>
                  <a:lnTo>
                    <a:pt x="123" y="254"/>
                  </a:lnTo>
                  <a:lnTo>
                    <a:pt x="125" y="169"/>
                  </a:lnTo>
                  <a:lnTo>
                    <a:pt x="33" y="0"/>
                  </a:lnTo>
                  <a:close/>
                </a:path>
              </a:pathLst>
            </a:custGeom>
            <a:solidFill>
              <a:srgbClr val="333F50"/>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18" name="Freeform 313"/>
            <p:cNvSpPr>
              <a:spLocks/>
            </p:cNvSpPr>
            <p:nvPr/>
          </p:nvSpPr>
          <p:spPr bwMode="auto">
            <a:xfrm flipH="1">
              <a:off x="3204591" y="2539439"/>
              <a:ext cx="268540" cy="545671"/>
            </a:xfrm>
            <a:custGeom>
              <a:avLst/>
              <a:gdLst>
                <a:gd name="T0" fmla="*/ 92 w 125"/>
                <a:gd name="T1" fmla="*/ 0 h 254"/>
                <a:gd name="T2" fmla="*/ 125 w 125"/>
                <a:gd name="T3" fmla="*/ 83 h 254"/>
                <a:gd name="T4" fmla="*/ 71 w 125"/>
                <a:gd name="T5" fmla="*/ 81 h 254"/>
                <a:gd name="T6" fmla="*/ 113 w 125"/>
                <a:gd name="T7" fmla="*/ 128 h 254"/>
                <a:gd name="T8" fmla="*/ 0 w 125"/>
                <a:gd name="T9" fmla="*/ 254 h 254"/>
                <a:gd name="T10" fmla="*/ 0 w 125"/>
                <a:gd name="T11" fmla="*/ 169 h 254"/>
                <a:gd name="T12" fmla="*/ 92 w 125"/>
                <a:gd name="T13" fmla="*/ 0 h 254"/>
              </a:gdLst>
              <a:ahLst/>
              <a:cxnLst>
                <a:cxn ang="0">
                  <a:pos x="T0" y="T1"/>
                </a:cxn>
                <a:cxn ang="0">
                  <a:pos x="T2" y="T3"/>
                </a:cxn>
                <a:cxn ang="0">
                  <a:pos x="T4" y="T5"/>
                </a:cxn>
                <a:cxn ang="0">
                  <a:pos x="T6" y="T7"/>
                </a:cxn>
                <a:cxn ang="0">
                  <a:pos x="T8" y="T9"/>
                </a:cxn>
                <a:cxn ang="0">
                  <a:pos x="T10" y="T11"/>
                </a:cxn>
                <a:cxn ang="0">
                  <a:pos x="T12" y="T13"/>
                </a:cxn>
              </a:cxnLst>
              <a:rect l="0" t="0" r="r" b="b"/>
              <a:pathLst>
                <a:path w="125" h="254">
                  <a:moveTo>
                    <a:pt x="92" y="0"/>
                  </a:moveTo>
                  <a:lnTo>
                    <a:pt x="125" y="83"/>
                  </a:lnTo>
                  <a:lnTo>
                    <a:pt x="71" y="81"/>
                  </a:lnTo>
                  <a:lnTo>
                    <a:pt x="113" y="128"/>
                  </a:lnTo>
                  <a:lnTo>
                    <a:pt x="0" y="254"/>
                  </a:lnTo>
                  <a:lnTo>
                    <a:pt x="0" y="169"/>
                  </a:lnTo>
                  <a:lnTo>
                    <a:pt x="92" y="0"/>
                  </a:lnTo>
                  <a:close/>
                </a:path>
              </a:pathLst>
            </a:custGeom>
            <a:solidFill>
              <a:srgbClr val="333F50"/>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19" name="Freeform 95"/>
            <p:cNvSpPr>
              <a:spLocks/>
            </p:cNvSpPr>
            <p:nvPr/>
          </p:nvSpPr>
          <p:spPr bwMode="auto">
            <a:xfrm>
              <a:off x="3457385" y="3137497"/>
              <a:ext cx="41745" cy="57250"/>
            </a:xfrm>
            <a:custGeom>
              <a:avLst/>
              <a:gdLst>
                <a:gd name="T0" fmla="*/ 25 w 26"/>
                <a:gd name="T1" fmla="*/ 19 h 36"/>
                <a:gd name="T2" fmla="*/ 11 w 26"/>
                <a:gd name="T3" fmla="*/ 35 h 36"/>
                <a:gd name="T4" fmla="*/ 1 w 26"/>
                <a:gd name="T5" fmla="*/ 17 h 36"/>
                <a:gd name="T6" fmla="*/ 15 w 26"/>
                <a:gd name="T7" fmla="*/ 1 h 36"/>
                <a:gd name="T8" fmla="*/ 25 w 26"/>
                <a:gd name="T9" fmla="*/ 19 h 36"/>
              </a:gdLst>
              <a:ahLst/>
              <a:cxnLst>
                <a:cxn ang="0">
                  <a:pos x="T0" y="T1"/>
                </a:cxn>
                <a:cxn ang="0">
                  <a:pos x="T2" y="T3"/>
                </a:cxn>
                <a:cxn ang="0">
                  <a:pos x="T4" y="T5"/>
                </a:cxn>
                <a:cxn ang="0">
                  <a:pos x="T6" y="T7"/>
                </a:cxn>
                <a:cxn ang="0">
                  <a:pos x="T8" y="T9"/>
                </a:cxn>
              </a:cxnLst>
              <a:rect l="0" t="0" r="r" b="b"/>
              <a:pathLst>
                <a:path w="26" h="36">
                  <a:moveTo>
                    <a:pt x="25" y="19"/>
                  </a:moveTo>
                  <a:cubicBezTo>
                    <a:pt x="24" y="29"/>
                    <a:pt x="18" y="36"/>
                    <a:pt x="11" y="35"/>
                  </a:cubicBezTo>
                  <a:cubicBezTo>
                    <a:pt x="5" y="35"/>
                    <a:pt x="0" y="26"/>
                    <a:pt x="1" y="17"/>
                  </a:cubicBezTo>
                  <a:cubicBezTo>
                    <a:pt x="2" y="7"/>
                    <a:pt x="8" y="0"/>
                    <a:pt x="15" y="1"/>
                  </a:cubicBezTo>
                  <a:cubicBezTo>
                    <a:pt x="21" y="1"/>
                    <a:pt x="26" y="10"/>
                    <a:pt x="25" y="19"/>
                  </a:cubicBezTo>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20" name="Freeform 96"/>
            <p:cNvSpPr>
              <a:spLocks/>
            </p:cNvSpPr>
            <p:nvPr/>
          </p:nvSpPr>
          <p:spPr bwMode="auto">
            <a:xfrm>
              <a:off x="3455963" y="3249427"/>
              <a:ext cx="38167" cy="56057"/>
            </a:xfrm>
            <a:custGeom>
              <a:avLst/>
              <a:gdLst>
                <a:gd name="T0" fmla="*/ 24 w 24"/>
                <a:gd name="T1" fmla="*/ 17 h 35"/>
                <a:gd name="T2" fmla="*/ 13 w 24"/>
                <a:gd name="T3" fmla="*/ 35 h 35"/>
                <a:gd name="T4" fmla="*/ 0 w 24"/>
                <a:gd name="T5" fmla="*/ 18 h 35"/>
                <a:gd name="T6" fmla="*/ 11 w 24"/>
                <a:gd name="T7" fmla="*/ 0 h 35"/>
                <a:gd name="T8" fmla="*/ 24 w 24"/>
                <a:gd name="T9" fmla="*/ 17 h 35"/>
              </a:gdLst>
              <a:ahLst/>
              <a:cxnLst>
                <a:cxn ang="0">
                  <a:pos x="T0" y="T1"/>
                </a:cxn>
                <a:cxn ang="0">
                  <a:pos x="T2" y="T3"/>
                </a:cxn>
                <a:cxn ang="0">
                  <a:pos x="T4" y="T5"/>
                </a:cxn>
                <a:cxn ang="0">
                  <a:pos x="T6" y="T7"/>
                </a:cxn>
                <a:cxn ang="0">
                  <a:pos x="T8" y="T9"/>
                </a:cxn>
              </a:cxnLst>
              <a:rect l="0" t="0" r="r" b="b"/>
              <a:pathLst>
                <a:path w="24" h="35">
                  <a:moveTo>
                    <a:pt x="24" y="17"/>
                  </a:moveTo>
                  <a:cubicBezTo>
                    <a:pt x="24" y="27"/>
                    <a:pt x="19" y="35"/>
                    <a:pt x="13" y="35"/>
                  </a:cubicBezTo>
                  <a:cubicBezTo>
                    <a:pt x="6" y="35"/>
                    <a:pt x="1" y="28"/>
                    <a:pt x="0" y="18"/>
                  </a:cubicBezTo>
                  <a:cubicBezTo>
                    <a:pt x="0" y="9"/>
                    <a:pt x="5" y="1"/>
                    <a:pt x="11" y="0"/>
                  </a:cubicBezTo>
                  <a:cubicBezTo>
                    <a:pt x="18" y="0"/>
                    <a:pt x="23" y="8"/>
                    <a:pt x="24" y="17"/>
                  </a:cubicBezTo>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21" name="Freeform 96"/>
            <p:cNvSpPr>
              <a:spLocks/>
            </p:cNvSpPr>
            <p:nvPr/>
          </p:nvSpPr>
          <p:spPr bwMode="auto">
            <a:xfrm>
              <a:off x="3458344" y="3359691"/>
              <a:ext cx="38167" cy="56057"/>
            </a:xfrm>
            <a:custGeom>
              <a:avLst/>
              <a:gdLst>
                <a:gd name="T0" fmla="*/ 24 w 24"/>
                <a:gd name="T1" fmla="*/ 17 h 35"/>
                <a:gd name="T2" fmla="*/ 13 w 24"/>
                <a:gd name="T3" fmla="*/ 35 h 35"/>
                <a:gd name="T4" fmla="*/ 0 w 24"/>
                <a:gd name="T5" fmla="*/ 18 h 35"/>
                <a:gd name="T6" fmla="*/ 11 w 24"/>
                <a:gd name="T7" fmla="*/ 0 h 35"/>
                <a:gd name="T8" fmla="*/ 24 w 24"/>
                <a:gd name="T9" fmla="*/ 17 h 35"/>
              </a:gdLst>
              <a:ahLst/>
              <a:cxnLst>
                <a:cxn ang="0">
                  <a:pos x="T0" y="T1"/>
                </a:cxn>
                <a:cxn ang="0">
                  <a:pos x="T2" y="T3"/>
                </a:cxn>
                <a:cxn ang="0">
                  <a:pos x="T4" y="T5"/>
                </a:cxn>
                <a:cxn ang="0">
                  <a:pos x="T6" y="T7"/>
                </a:cxn>
                <a:cxn ang="0">
                  <a:pos x="T8" y="T9"/>
                </a:cxn>
              </a:cxnLst>
              <a:rect l="0" t="0" r="r" b="b"/>
              <a:pathLst>
                <a:path w="24" h="35">
                  <a:moveTo>
                    <a:pt x="24" y="17"/>
                  </a:moveTo>
                  <a:cubicBezTo>
                    <a:pt x="24" y="27"/>
                    <a:pt x="19" y="35"/>
                    <a:pt x="13" y="35"/>
                  </a:cubicBezTo>
                  <a:cubicBezTo>
                    <a:pt x="6" y="35"/>
                    <a:pt x="1" y="28"/>
                    <a:pt x="0" y="18"/>
                  </a:cubicBezTo>
                  <a:cubicBezTo>
                    <a:pt x="0" y="9"/>
                    <a:pt x="5" y="1"/>
                    <a:pt x="11" y="0"/>
                  </a:cubicBezTo>
                  <a:cubicBezTo>
                    <a:pt x="18" y="0"/>
                    <a:pt x="23" y="8"/>
                    <a:pt x="24" y="17"/>
                  </a:cubicBezTo>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grpSp>
          <p:nvGrpSpPr>
            <p:cNvPr id="22" name="Group 21"/>
            <p:cNvGrpSpPr/>
            <p:nvPr/>
          </p:nvGrpSpPr>
          <p:grpSpPr>
            <a:xfrm rot="694546" flipH="1">
              <a:off x="3765635" y="2094931"/>
              <a:ext cx="89826" cy="224565"/>
              <a:chOff x="5836327" y="2247088"/>
              <a:chExt cx="130060" cy="325149"/>
            </a:xfrm>
          </p:grpSpPr>
          <p:sp>
            <p:nvSpPr>
              <p:cNvPr id="52" name="Freeform 51"/>
              <p:cNvSpPr>
                <a:spLocks/>
              </p:cNvSpPr>
              <p:nvPr/>
            </p:nvSpPr>
            <p:spPr bwMode="auto">
              <a:xfrm>
                <a:off x="5836327" y="2247088"/>
                <a:ext cx="130060" cy="325149"/>
              </a:xfrm>
              <a:custGeom>
                <a:avLst/>
                <a:gdLst>
                  <a:gd name="T0" fmla="*/ 10 w 10"/>
                  <a:gd name="T1" fmla="*/ 20 h 25"/>
                  <a:gd name="T2" fmla="*/ 5 w 10"/>
                  <a:gd name="T3" fmla="*/ 25 h 25"/>
                  <a:gd name="T4" fmla="*/ 0 w 10"/>
                  <a:gd name="T5" fmla="*/ 20 h 25"/>
                  <a:gd name="T6" fmla="*/ 0 w 10"/>
                  <a:gd name="T7" fmla="*/ 5 h 25"/>
                  <a:gd name="T8" fmla="*/ 5 w 10"/>
                  <a:gd name="T9" fmla="*/ 0 h 25"/>
                  <a:gd name="T10" fmla="*/ 10 w 10"/>
                  <a:gd name="T11" fmla="*/ 5 h 25"/>
                  <a:gd name="T12" fmla="*/ 10 w 10"/>
                  <a:gd name="T13" fmla="*/ 20 h 25"/>
                </a:gdLst>
                <a:ahLst/>
                <a:cxnLst>
                  <a:cxn ang="0">
                    <a:pos x="T0" y="T1"/>
                  </a:cxn>
                  <a:cxn ang="0">
                    <a:pos x="T2" y="T3"/>
                  </a:cxn>
                  <a:cxn ang="0">
                    <a:pos x="T4" y="T5"/>
                  </a:cxn>
                  <a:cxn ang="0">
                    <a:pos x="T6" y="T7"/>
                  </a:cxn>
                  <a:cxn ang="0">
                    <a:pos x="T8" y="T9"/>
                  </a:cxn>
                  <a:cxn ang="0">
                    <a:pos x="T10" y="T11"/>
                  </a:cxn>
                  <a:cxn ang="0">
                    <a:pos x="T12" y="T13"/>
                  </a:cxn>
                </a:cxnLst>
                <a:rect l="0" t="0" r="r" b="b"/>
                <a:pathLst>
                  <a:path w="10" h="25">
                    <a:moveTo>
                      <a:pt x="10" y="20"/>
                    </a:moveTo>
                    <a:cubicBezTo>
                      <a:pt x="10" y="23"/>
                      <a:pt x="8" y="25"/>
                      <a:pt x="5" y="25"/>
                    </a:cubicBezTo>
                    <a:cubicBezTo>
                      <a:pt x="2" y="25"/>
                      <a:pt x="0" y="23"/>
                      <a:pt x="0" y="20"/>
                    </a:cubicBezTo>
                    <a:cubicBezTo>
                      <a:pt x="0" y="5"/>
                      <a:pt x="0" y="5"/>
                      <a:pt x="0" y="5"/>
                    </a:cubicBezTo>
                    <a:cubicBezTo>
                      <a:pt x="0" y="2"/>
                      <a:pt x="2" y="0"/>
                      <a:pt x="5" y="0"/>
                    </a:cubicBezTo>
                    <a:cubicBezTo>
                      <a:pt x="8" y="0"/>
                      <a:pt x="10" y="2"/>
                      <a:pt x="10" y="5"/>
                    </a:cubicBezTo>
                    <a:lnTo>
                      <a:pt x="10" y="20"/>
                    </a:lnTo>
                    <a:close/>
                  </a:path>
                </a:pathLst>
              </a:custGeom>
              <a:solidFill>
                <a:srgbClr val="FFDC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53" name="Freeform 52"/>
              <p:cNvSpPr>
                <a:spLocks/>
              </p:cNvSpPr>
              <p:nvPr/>
            </p:nvSpPr>
            <p:spPr bwMode="auto">
              <a:xfrm>
                <a:off x="5863421" y="2301279"/>
                <a:ext cx="102966" cy="205928"/>
              </a:xfrm>
              <a:custGeom>
                <a:avLst/>
                <a:gdLst>
                  <a:gd name="T0" fmla="*/ 5 w 8"/>
                  <a:gd name="T1" fmla="*/ 13 h 16"/>
                  <a:gd name="T2" fmla="*/ 5 w 8"/>
                  <a:gd name="T3" fmla="*/ 4 h 16"/>
                  <a:gd name="T4" fmla="*/ 8 w 8"/>
                  <a:gd name="T5" fmla="*/ 0 h 16"/>
                  <a:gd name="T6" fmla="*/ 7 w 8"/>
                  <a:gd name="T7" fmla="*/ 0 h 16"/>
                  <a:gd name="T8" fmla="*/ 0 w 8"/>
                  <a:gd name="T9" fmla="*/ 4 h 16"/>
                  <a:gd name="T10" fmla="*/ 0 w 8"/>
                  <a:gd name="T11" fmla="*/ 13 h 16"/>
                  <a:gd name="T12" fmla="*/ 5 w 8"/>
                  <a:gd name="T13" fmla="*/ 16 h 16"/>
                  <a:gd name="T14" fmla="*/ 6 w 8"/>
                  <a:gd name="T15" fmla="*/ 16 h 16"/>
                  <a:gd name="T16" fmla="*/ 5 w 8"/>
                  <a:gd name="T17"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6">
                    <a:moveTo>
                      <a:pt x="5" y="13"/>
                    </a:moveTo>
                    <a:cubicBezTo>
                      <a:pt x="5" y="4"/>
                      <a:pt x="5" y="4"/>
                      <a:pt x="5" y="4"/>
                    </a:cubicBezTo>
                    <a:cubicBezTo>
                      <a:pt x="5" y="2"/>
                      <a:pt x="5" y="1"/>
                      <a:pt x="8" y="0"/>
                    </a:cubicBezTo>
                    <a:cubicBezTo>
                      <a:pt x="8" y="0"/>
                      <a:pt x="7" y="0"/>
                      <a:pt x="7" y="0"/>
                    </a:cubicBezTo>
                    <a:cubicBezTo>
                      <a:pt x="3" y="0"/>
                      <a:pt x="0" y="2"/>
                      <a:pt x="0" y="4"/>
                    </a:cubicBezTo>
                    <a:cubicBezTo>
                      <a:pt x="0" y="13"/>
                      <a:pt x="0" y="13"/>
                      <a:pt x="0" y="13"/>
                    </a:cubicBezTo>
                    <a:cubicBezTo>
                      <a:pt x="0" y="15"/>
                      <a:pt x="2" y="16"/>
                      <a:pt x="5" y="16"/>
                    </a:cubicBezTo>
                    <a:cubicBezTo>
                      <a:pt x="6" y="16"/>
                      <a:pt x="6" y="16"/>
                      <a:pt x="6" y="16"/>
                    </a:cubicBezTo>
                    <a:cubicBezTo>
                      <a:pt x="4" y="16"/>
                      <a:pt x="5" y="15"/>
                      <a:pt x="5" y="13"/>
                    </a:cubicBezTo>
                    <a:close/>
                  </a:path>
                </a:pathLst>
              </a:custGeom>
              <a:solidFill>
                <a:srgbClr val="B992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grpSp>
        <p:grpSp>
          <p:nvGrpSpPr>
            <p:cNvPr id="23" name="Group 22"/>
            <p:cNvGrpSpPr/>
            <p:nvPr/>
          </p:nvGrpSpPr>
          <p:grpSpPr>
            <a:xfrm rot="20905454">
              <a:off x="3049520" y="2097677"/>
              <a:ext cx="89826" cy="224565"/>
              <a:chOff x="5836327" y="2247088"/>
              <a:chExt cx="130060" cy="325149"/>
            </a:xfrm>
          </p:grpSpPr>
          <p:sp>
            <p:nvSpPr>
              <p:cNvPr id="50" name="Freeform 49"/>
              <p:cNvSpPr>
                <a:spLocks/>
              </p:cNvSpPr>
              <p:nvPr/>
            </p:nvSpPr>
            <p:spPr bwMode="auto">
              <a:xfrm>
                <a:off x="5836327" y="2247088"/>
                <a:ext cx="130060" cy="325149"/>
              </a:xfrm>
              <a:custGeom>
                <a:avLst/>
                <a:gdLst>
                  <a:gd name="T0" fmla="*/ 10 w 10"/>
                  <a:gd name="T1" fmla="*/ 20 h 25"/>
                  <a:gd name="T2" fmla="*/ 5 w 10"/>
                  <a:gd name="T3" fmla="*/ 25 h 25"/>
                  <a:gd name="T4" fmla="*/ 0 w 10"/>
                  <a:gd name="T5" fmla="*/ 20 h 25"/>
                  <a:gd name="T6" fmla="*/ 0 w 10"/>
                  <a:gd name="T7" fmla="*/ 5 h 25"/>
                  <a:gd name="T8" fmla="*/ 5 w 10"/>
                  <a:gd name="T9" fmla="*/ 0 h 25"/>
                  <a:gd name="T10" fmla="*/ 10 w 10"/>
                  <a:gd name="T11" fmla="*/ 5 h 25"/>
                  <a:gd name="T12" fmla="*/ 10 w 10"/>
                  <a:gd name="T13" fmla="*/ 20 h 25"/>
                </a:gdLst>
                <a:ahLst/>
                <a:cxnLst>
                  <a:cxn ang="0">
                    <a:pos x="T0" y="T1"/>
                  </a:cxn>
                  <a:cxn ang="0">
                    <a:pos x="T2" y="T3"/>
                  </a:cxn>
                  <a:cxn ang="0">
                    <a:pos x="T4" y="T5"/>
                  </a:cxn>
                  <a:cxn ang="0">
                    <a:pos x="T6" y="T7"/>
                  </a:cxn>
                  <a:cxn ang="0">
                    <a:pos x="T8" y="T9"/>
                  </a:cxn>
                  <a:cxn ang="0">
                    <a:pos x="T10" y="T11"/>
                  </a:cxn>
                  <a:cxn ang="0">
                    <a:pos x="T12" y="T13"/>
                  </a:cxn>
                </a:cxnLst>
                <a:rect l="0" t="0" r="r" b="b"/>
                <a:pathLst>
                  <a:path w="10" h="25">
                    <a:moveTo>
                      <a:pt x="10" y="20"/>
                    </a:moveTo>
                    <a:cubicBezTo>
                      <a:pt x="10" y="23"/>
                      <a:pt x="8" y="25"/>
                      <a:pt x="5" y="25"/>
                    </a:cubicBezTo>
                    <a:cubicBezTo>
                      <a:pt x="2" y="25"/>
                      <a:pt x="0" y="23"/>
                      <a:pt x="0" y="20"/>
                    </a:cubicBezTo>
                    <a:cubicBezTo>
                      <a:pt x="0" y="5"/>
                      <a:pt x="0" y="5"/>
                      <a:pt x="0" y="5"/>
                    </a:cubicBezTo>
                    <a:cubicBezTo>
                      <a:pt x="0" y="2"/>
                      <a:pt x="2" y="0"/>
                      <a:pt x="5" y="0"/>
                    </a:cubicBezTo>
                    <a:cubicBezTo>
                      <a:pt x="8" y="0"/>
                      <a:pt x="10" y="2"/>
                      <a:pt x="10" y="5"/>
                    </a:cubicBezTo>
                    <a:lnTo>
                      <a:pt x="10" y="20"/>
                    </a:lnTo>
                    <a:close/>
                  </a:path>
                </a:pathLst>
              </a:custGeom>
              <a:solidFill>
                <a:srgbClr val="FFDC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51" name="Freeform 50"/>
              <p:cNvSpPr>
                <a:spLocks/>
              </p:cNvSpPr>
              <p:nvPr/>
            </p:nvSpPr>
            <p:spPr bwMode="auto">
              <a:xfrm>
                <a:off x="5863421" y="2301279"/>
                <a:ext cx="102966" cy="205928"/>
              </a:xfrm>
              <a:custGeom>
                <a:avLst/>
                <a:gdLst>
                  <a:gd name="T0" fmla="*/ 5 w 8"/>
                  <a:gd name="T1" fmla="*/ 13 h 16"/>
                  <a:gd name="T2" fmla="*/ 5 w 8"/>
                  <a:gd name="T3" fmla="*/ 4 h 16"/>
                  <a:gd name="T4" fmla="*/ 8 w 8"/>
                  <a:gd name="T5" fmla="*/ 0 h 16"/>
                  <a:gd name="T6" fmla="*/ 7 w 8"/>
                  <a:gd name="T7" fmla="*/ 0 h 16"/>
                  <a:gd name="T8" fmla="*/ 0 w 8"/>
                  <a:gd name="T9" fmla="*/ 4 h 16"/>
                  <a:gd name="T10" fmla="*/ 0 w 8"/>
                  <a:gd name="T11" fmla="*/ 13 h 16"/>
                  <a:gd name="T12" fmla="*/ 5 w 8"/>
                  <a:gd name="T13" fmla="*/ 16 h 16"/>
                  <a:gd name="T14" fmla="*/ 6 w 8"/>
                  <a:gd name="T15" fmla="*/ 16 h 16"/>
                  <a:gd name="T16" fmla="*/ 5 w 8"/>
                  <a:gd name="T17"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6">
                    <a:moveTo>
                      <a:pt x="5" y="13"/>
                    </a:moveTo>
                    <a:cubicBezTo>
                      <a:pt x="5" y="4"/>
                      <a:pt x="5" y="4"/>
                      <a:pt x="5" y="4"/>
                    </a:cubicBezTo>
                    <a:cubicBezTo>
                      <a:pt x="5" y="2"/>
                      <a:pt x="5" y="1"/>
                      <a:pt x="8" y="0"/>
                    </a:cubicBezTo>
                    <a:cubicBezTo>
                      <a:pt x="8" y="0"/>
                      <a:pt x="7" y="0"/>
                      <a:pt x="7" y="0"/>
                    </a:cubicBezTo>
                    <a:cubicBezTo>
                      <a:pt x="3" y="0"/>
                      <a:pt x="0" y="2"/>
                      <a:pt x="0" y="4"/>
                    </a:cubicBezTo>
                    <a:cubicBezTo>
                      <a:pt x="0" y="13"/>
                      <a:pt x="0" y="13"/>
                      <a:pt x="0" y="13"/>
                    </a:cubicBezTo>
                    <a:cubicBezTo>
                      <a:pt x="0" y="15"/>
                      <a:pt x="2" y="16"/>
                      <a:pt x="5" y="16"/>
                    </a:cubicBezTo>
                    <a:cubicBezTo>
                      <a:pt x="6" y="16"/>
                      <a:pt x="6" y="16"/>
                      <a:pt x="6" y="16"/>
                    </a:cubicBezTo>
                    <a:cubicBezTo>
                      <a:pt x="4" y="16"/>
                      <a:pt x="5" y="15"/>
                      <a:pt x="5" y="13"/>
                    </a:cubicBezTo>
                    <a:close/>
                  </a:path>
                </a:pathLst>
              </a:custGeom>
              <a:solidFill>
                <a:srgbClr val="B992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grpSp>
        <p:grpSp>
          <p:nvGrpSpPr>
            <p:cNvPr id="24" name="Group 23"/>
            <p:cNvGrpSpPr/>
            <p:nvPr/>
          </p:nvGrpSpPr>
          <p:grpSpPr>
            <a:xfrm>
              <a:off x="3106565" y="1845534"/>
              <a:ext cx="697300" cy="730906"/>
              <a:chOff x="8166769" y="4034040"/>
              <a:chExt cx="1017381" cy="1009306"/>
            </a:xfrm>
          </p:grpSpPr>
          <p:sp>
            <p:nvSpPr>
              <p:cNvPr id="48" name="Freeform 296"/>
              <p:cNvSpPr>
                <a:spLocks/>
              </p:cNvSpPr>
              <p:nvPr/>
            </p:nvSpPr>
            <p:spPr bwMode="auto">
              <a:xfrm flipH="1">
                <a:off x="8166769" y="4034040"/>
                <a:ext cx="1017380" cy="1009306"/>
              </a:xfrm>
              <a:custGeom>
                <a:avLst/>
                <a:gdLst>
                  <a:gd name="T0" fmla="*/ 80 w 160"/>
                  <a:gd name="T1" fmla="*/ 0 h 158"/>
                  <a:gd name="T2" fmla="*/ 85 w 160"/>
                  <a:gd name="T3" fmla="*/ 1 h 158"/>
                  <a:gd name="T4" fmla="*/ 139 w 160"/>
                  <a:gd name="T5" fmla="*/ 1 h 158"/>
                  <a:gd name="T6" fmla="*/ 143 w 160"/>
                  <a:gd name="T7" fmla="*/ 18 h 158"/>
                  <a:gd name="T8" fmla="*/ 160 w 160"/>
                  <a:gd name="T9" fmla="*/ 35 h 158"/>
                  <a:gd name="T10" fmla="*/ 160 w 160"/>
                  <a:gd name="T11" fmla="*/ 77 h 158"/>
                  <a:gd name="T12" fmla="*/ 159 w 160"/>
                  <a:gd name="T13" fmla="*/ 77 h 158"/>
                  <a:gd name="T14" fmla="*/ 159 w 160"/>
                  <a:gd name="T15" fmla="*/ 79 h 158"/>
                  <a:gd name="T16" fmla="*/ 80 w 160"/>
                  <a:gd name="T17" fmla="*/ 158 h 158"/>
                  <a:gd name="T18" fmla="*/ 0 w 160"/>
                  <a:gd name="T19" fmla="*/ 79 h 158"/>
                  <a:gd name="T20" fmla="*/ 0 w 160"/>
                  <a:gd name="T21" fmla="*/ 73 h 158"/>
                  <a:gd name="T22" fmla="*/ 0 w 160"/>
                  <a:gd name="T23" fmla="*/ 17 h 158"/>
                  <a:gd name="T24" fmla="*/ 12 w 160"/>
                  <a:gd name="T25" fmla="*/ 1 h 158"/>
                  <a:gd name="T26" fmla="*/ 75 w 160"/>
                  <a:gd name="T27" fmla="*/ 1 h 158"/>
                  <a:gd name="T28" fmla="*/ 80 w 160"/>
                  <a:gd name="T29" fmla="*/ 0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0" h="158">
                    <a:moveTo>
                      <a:pt x="80" y="0"/>
                    </a:moveTo>
                    <a:cubicBezTo>
                      <a:pt x="81" y="0"/>
                      <a:pt x="83" y="1"/>
                      <a:pt x="85" y="1"/>
                    </a:cubicBezTo>
                    <a:cubicBezTo>
                      <a:pt x="139" y="1"/>
                      <a:pt x="139" y="1"/>
                      <a:pt x="139" y="1"/>
                    </a:cubicBezTo>
                    <a:cubicBezTo>
                      <a:pt x="143" y="18"/>
                      <a:pt x="143" y="18"/>
                      <a:pt x="143" y="18"/>
                    </a:cubicBezTo>
                    <a:cubicBezTo>
                      <a:pt x="160" y="35"/>
                      <a:pt x="160" y="35"/>
                      <a:pt x="160" y="35"/>
                    </a:cubicBezTo>
                    <a:cubicBezTo>
                      <a:pt x="160" y="77"/>
                      <a:pt x="160" y="77"/>
                      <a:pt x="160" y="77"/>
                    </a:cubicBezTo>
                    <a:cubicBezTo>
                      <a:pt x="159" y="77"/>
                      <a:pt x="159" y="77"/>
                      <a:pt x="159" y="77"/>
                    </a:cubicBezTo>
                    <a:cubicBezTo>
                      <a:pt x="159" y="78"/>
                      <a:pt x="159" y="79"/>
                      <a:pt x="159" y="79"/>
                    </a:cubicBezTo>
                    <a:cubicBezTo>
                      <a:pt x="159" y="123"/>
                      <a:pt x="124" y="158"/>
                      <a:pt x="80" y="158"/>
                    </a:cubicBezTo>
                    <a:cubicBezTo>
                      <a:pt x="36" y="158"/>
                      <a:pt x="0" y="123"/>
                      <a:pt x="0" y="79"/>
                    </a:cubicBezTo>
                    <a:cubicBezTo>
                      <a:pt x="0" y="77"/>
                      <a:pt x="0" y="75"/>
                      <a:pt x="0" y="73"/>
                    </a:cubicBezTo>
                    <a:cubicBezTo>
                      <a:pt x="0" y="17"/>
                      <a:pt x="0" y="17"/>
                      <a:pt x="0" y="17"/>
                    </a:cubicBezTo>
                    <a:cubicBezTo>
                      <a:pt x="12" y="1"/>
                      <a:pt x="12" y="1"/>
                      <a:pt x="12" y="1"/>
                    </a:cubicBezTo>
                    <a:cubicBezTo>
                      <a:pt x="75" y="1"/>
                      <a:pt x="75" y="1"/>
                      <a:pt x="75" y="1"/>
                    </a:cubicBezTo>
                    <a:cubicBezTo>
                      <a:pt x="76" y="1"/>
                      <a:pt x="78" y="0"/>
                      <a:pt x="80" y="0"/>
                    </a:cubicBezTo>
                    <a:close/>
                  </a:path>
                </a:pathLst>
              </a:custGeom>
              <a:solidFill>
                <a:srgbClr val="FFDCB8"/>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49" name="Freeform 297"/>
              <p:cNvSpPr>
                <a:spLocks/>
              </p:cNvSpPr>
              <p:nvPr/>
            </p:nvSpPr>
            <p:spPr bwMode="auto">
              <a:xfrm flipH="1">
                <a:off x="8745437" y="4039423"/>
                <a:ext cx="438713" cy="995848"/>
              </a:xfrm>
              <a:custGeom>
                <a:avLst/>
                <a:gdLst>
                  <a:gd name="T0" fmla="*/ 69 w 69"/>
                  <a:gd name="T1" fmla="*/ 156 h 156"/>
                  <a:gd name="T2" fmla="*/ 0 w 69"/>
                  <a:gd name="T3" fmla="*/ 78 h 156"/>
                  <a:gd name="T4" fmla="*/ 0 w 69"/>
                  <a:gd name="T5" fmla="*/ 72 h 156"/>
                  <a:gd name="T6" fmla="*/ 0 w 69"/>
                  <a:gd name="T7" fmla="*/ 16 h 156"/>
                  <a:gd name="T8" fmla="*/ 12 w 69"/>
                  <a:gd name="T9" fmla="*/ 0 h 156"/>
                  <a:gd name="T10" fmla="*/ 69 w 69"/>
                  <a:gd name="T11" fmla="*/ 0 h 156"/>
                  <a:gd name="T12" fmla="*/ 69 w 69"/>
                  <a:gd name="T13" fmla="*/ 156 h 156"/>
                </a:gdLst>
                <a:ahLst/>
                <a:cxnLst>
                  <a:cxn ang="0">
                    <a:pos x="T0" y="T1"/>
                  </a:cxn>
                  <a:cxn ang="0">
                    <a:pos x="T2" y="T3"/>
                  </a:cxn>
                  <a:cxn ang="0">
                    <a:pos x="T4" y="T5"/>
                  </a:cxn>
                  <a:cxn ang="0">
                    <a:pos x="T6" y="T7"/>
                  </a:cxn>
                  <a:cxn ang="0">
                    <a:pos x="T8" y="T9"/>
                  </a:cxn>
                  <a:cxn ang="0">
                    <a:pos x="T10" y="T11"/>
                  </a:cxn>
                  <a:cxn ang="0">
                    <a:pos x="T12" y="T13"/>
                  </a:cxn>
                </a:cxnLst>
                <a:rect l="0" t="0" r="r" b="b"/>
                <a:pathLst>
                  <a:path w="69" h="156">
                    <a:moveTo>
                      <a:pt x="69" y="156"/>
                    </a:moveTo>
                    <a:cubicBezTo>
                      <a:pt x="30" y="151"/>
                      <a:pt x="0" y="118"/>
                      <a:pt x="0" y="78"/>
                    </a:cubicBezTo>
                    <a:cubicBezTo>
                      <a:pt x="0" y="76"/>
                      <a:pt x="0" y="74"/>
                      <a:pt x="0" y="72"/>
                    </a:cubicBezTo>
                    <a:cubicBezTo>
                      <a:pt x="0" y="16"/>
                      <a:pt x="0" y="16"/>
                      <a:pt x="0" y="16"/>
                    </a:cubicBezTo>
                    <a:cubicBezTo>
                      <a:pt x="12" y="0"/>
                      <a:pt x="12" y="0"/>
                      <a:pt x="12" y="0"/>
                    </a:cubicBezTo>
                    <a:cubicBezTo>
                      <a:pt x="69" y="0"/>
                      <a:pt x="69" y="0"/>
                      <a:pt x="69" y="0"/>
                    </a:cubicBezTo>
                    <a:lnTo>
                      <a:pt x="69" y="156"/>
                    </a:lnTo>
                    <a:close/>
                  </a:path>
                </a:pathLst>
              </a:custGeom>
              <a:solidFill>
                <a:srgbClr val="FFDCB8"/>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grpSp>
        <p:sp>
          <p:nvSpPr>
            <p:cNvPr id="25" name="Freeform 24"/>
            <p:cNvSpPr/>
            <p:nvPr/>
          </p:nvSpPr>
          <p:spPr>
            <a:xfrm rot="1142545">
              <a:off x="3130169" y="1668893"/>
              <a:ext cx="722764" cy="562400"/>
            </a:xfrm>
            <a:custGeom>
              <a:avLst/>
              <a:gdLst>
                <a:gd name="connsiteX0" fmla="*/ 249439 w 722764"/>
                <a:gd name="connsiteY0" fmla="*/ 0 h 562400"/>
                <a:gd name="connsiteX1" fmla="*/ 267217 w 722764"/>
                <a:gd name="connsiteY1" fmla="*/ 70473 h 562400"/>
                <a:gd name="connsiteX2" fmla="*/ 497427 w 722764"/>
                <a:gd name="connsiteY2" fmla="*/ 35702 h 562400"/>
                <a:gd name="connsiteX3" fmla="*/ 705044 w 722764"/>
                <a:gd name="connsiteY3" fmla="*/ 276861 h 562400"/>
                <a:gd name="connsiteX4" fmla="*/ 722764 w 722764"/>
                <a:gd name="connsiteY4" fmla="*/ 328201 h 562400"/>
                <a:gd name="connsiteX5" fmla="*/ 699367 w 722764"/>
                <a:gd name="connsiteY5" fmla="*/ 336277 h 562400"/>
                <a:gd name="connsiteX6" fmla="*/ 681646 w 722764"/>
                <a:gd name="connsiteY6" fmla="*/ 284937 h 562400"/>
                <a:gd name="connsiteX7" fmla="*/ 645237 w 722764"/>
                <a:gd name="connsiteY7" fmla="*/ 224866 h 562400"/>
                <a:gd name="connsiteX8" fmla="*/ 640876 w 722764"/>
                <a:gd name="connsiteY8" fmla="*/ 231814 h 562400"/>
                <a:gd name="connsiteX9" fmla="*/ 430289 w 722764"/>
                <a:gd name="connsiteY9" fmla="*/ 276714 h 562400"/>
                <a:gd name="connsiteX10" fmla="*/ 268682 w 722764"/>
                <a:gd name="connsiteY10" fmla="*/ 255182 h 562400"/>
                <a:gd name="connsiteX11" fmla="*/ 254712 w 722764"/>
                <a:gd name="connsiteY11" fmla="*/ 248517 h 562400"/>
                <a:gd name="connsiteX12" fmla="*/ 242396 w 722764"/>
                <a:gd name="connsiteY12" fmla="*/ 252321 h 562400"/>
                <a:gd name="connsiteX13" fmla="*/ 241723 w 722764"/>
                <a:gd name="connsiteY13" fmla="*/ 253889 h 562400"/>
                <a:gd name="connsiteX14" fmla="*/ 167607 w 722764"/>
                <a:gd name="connsiteY14" fmla="*/ 338711 h 562400"/>
                <a:gd name="connsiteX15" fmla="*/ 73868 w 722764"/>
                <a:gd name="connsiteY15" fmla="*/ 401167 h 562400"/>
                <a:gd name="connsiteX16" fmla="*/ 44424 w 722764"/>
                <a:gd name="connsiteY16" fmla="*/ 409476 h 562400"/>
                <a:gd name="connsiteX17" fmla="*/ 44369 w 722764"/>
                <a:gd name="connsiteY17" fmla="*/ 455221 h 562400"/>
                <a:gd name="connsiteX18" fmla="*/ 49910 w 722764"/>
                <a:gd name="connsiteY18" fmla="*/ 502984 h 562400"/>
                <a:gd name="connsiteX19" fmla="*/ 67631 w 722764"/>
                <a:gd name="connsiteY19" fmla="*/ 554324 h 562400"/>
                <a:gd name="connsiteX20" fmla="*/ 44233 w 722764"/>
                <a:gd name="connsiteY20" fmla="*/ 562400 h 562400"/>
                <a:gd name="connsiteX21" fmla="*/ 24544 w 722764"/>
                <a:gd name="connsiteY21" fmla="*/ 505356 h 562400"/>
                <a:gd name="connsiteX22" fmla="*/ 82119 w 722764"/>
                <a:gd name="connsiteY22" fmla="*/ 179048 h 562400"/>
                <a:gd name="connsiteX23" fmla="*/ 136618 w 722764"/>
                <a:gd name="connsiteY23" fmla="*/ 128317 h 562400"/>
                <a:gd name="connsiteX24" fmla="*/ 249439 w 722764"/>
                <a:gd name="connsiteY24" fmla="*/ 0 h 56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22764" h="562400">
                  <a:moveTo>
                    <a:pt x="249439" y="0"/>
                  </a:moveTo>
                  <a:cubicBezTo>
                    <a:pt x="237913" y="61435"/>
                    <a:pt x="267217" y="70473"/>
                    <a:pt x="267217" y="70473"/>
                  </a:cubicBezTo>
                  <a:cubicBezTo>
                    <a:pt x="317835" y="27465"/>
                    <a:pt x="446637" y="21313"/>
                    <a:pt x="497427" y="35702"/>
                  </a:cubicBezTo>
                  <a:cubicBezTo>
                    <a:pt x="659529" y="69129"/>
                    <a:pt x="695142" y="229206"/>
                    <a:pt x="705044" y="276861"/>
                  </a:cubicBezTo>
                  <a:cubicBezTo>
                    <a:pt x="701163" y="284585"/>
                    <a:pt x="722764" y="328201"/>
                    <a:pt x="722764" y="328201"/>
                  </a:cubicBezTo>
                  <a:cubicBezTo>
                    <a:pt x="722764" y="328201"/>
                    <a:pt x="722764" y="328201"/>
                    <a:pt x="699367" y="336277"/>
                  </a:cubicBezTo>
                  <a:cubicBezTo>
                    <a:pt x="697398" y="330572"/>
                    <a:pt x="683615" y="290641"/>
                    <a:pt x="681646" y="284937"/>
                  </a:cubicBezTo>
                  <a:lnTo>
                    <a:pt x="645237" y="224866"/>
                  </a:lnTo>
                  <a:lnTo>
                    <a:pt x="640876" y="231814"/>
                  </a:lnTo>
                  <a:cubicBezTo>
                    <a:pt x="606180" y="258200"/>
                    <a:pt x="524956" y="276714"/>
                    <a:pt x="430289" y="276714"/>
                  </a:cubicBezTo>
                  <a:cubicBezTo>
                    <a:pt x="367178" y="276714"/>
                    <a:pt x="310041" y="268486"/>
                    <a:pt x="268682" y="255182"/>
                  </a:cubicBezTo>
                  <a:lnTo>
                    <a:pt x="254712" y="248517"/>
                  </a:lnTo>
                  <a:lnTo>
                    <a:pt x="242396" y="252321"/>
                  </a:lnTo>
                  <a:lnTo>
                    <a:pt x="241723" y="253889"/>
                  </a:lnTo>
                  <a:cubicBezTo>
                    <a:pt x="226306" y="279644"/>
                    <a:pt x="200383" y="309953"/>
                    <a:pt x="167607" y="338711"/>
                  </a:cubicBezTo>
                  <a:cubicBezTo>
                    <a:pt x="134831" y="367469"/>
                    <a:pt x="101409" y="389231"/>
                    <a:pt x="73868" y="401167"/>
                  </a:cubicBezTo>
                  <a:lnTo>
                    <a:pt x="44424" y="409476"/>
                  </a:lnTo>
                  <a:lnTo>
                    <a:pt x="44369" y="455221"/>
                  </a:lnTo>
                  <a:cubicBezTo>
                    <a:pt x="45680" y="475317"/>
                    <a:pt x="47927" y="492497"/>
                    <a:pt x="49910" y="502984"/>
                  </a:cubicBezTo>
                  <a:cubicBezTo>
                    <a:pt x="51879" y="508689"/>
                    <a:pt x="67631" y="554324"/>
                    <a:pt x="67631" y="554324"/>
                  </a:cubicBezTo>
                  <a:cubicBezTo>
                    <a:pt x="67631" y="554324"/>
                    <a:pt x="67631" y="554324"/>
                    <a:pt x="44233" y="562400"/>
                  </a:cubicBezTo>
                  <a:cubicBezTo>
                    <a:pt x="42264" y="556696"/>
                    <a:pt x="26512" y="511060"/>
                    <a:pt x="24544" y="505356"/>
                  </a:cubicBezTo>
                  <a:cubicBezTo>
                    <a:pt x="-54328" y="238912"/>
                    <a:pt x="82119" y="179048"/>
                    <a:pt x="82119" y="179048"/>
                  </a:cubicBezTo>
                  <a:cubicBezTo>
                    <a:pt x="66368" y="133413"/>
                    <a:pt x="136618" y="128317"/>
                    <a:pt x="136618" y="128317"/>
                  </a:cubicBezTo>
                  <a:cubicBezTo>
                    <a:pt x="118898" y="76977"/>
                    <a:pt x="249439" y="0"/>
                    <a:pt x="249439" y="0"/>
                  </a:cubicBezTo>
                  <a:close/>
                </a:path>
              </a:pathLst>
            </a:custGeom>
            <a:solidFill>
              <a:srgbClr val="725C2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6" name="Freeform 25"/>
            <p:cNvSpPr>
              <a:spLocks/>
            </p:cNvSpPr>
            <p:nvPr/>
          </p:nvSpPr>
          <p:spPr bwMode="auto">
            <a:xfrm>
              <a:off x="3443363" y="2218042"/>
              <a:ext cx="65773" cy="98661"/>
            </a:xfrm>
            <a:custGeom>
              <a:avLst/>
              <a:gdLst>
                <a:gd name="T0" fmla="*/ 3 w 6"/>
                <a:gd name="T1" fmla="*/ 0 h 9"/>
                <a:gd name="T2" fmla="*/ 2 w 6"/>
                <a:gd name="T3" fmla="*/ 2 h 9"/>
                <a:gd name="T4" fmla="*/ 2 w 6"/>
                <a:gd name="T5" fmla="*/ 3 h 9"/>
                <a:gd name="T6" fmla="*/ 1 w 6"/>
                <a:gd name="T7" fmla="*/ 3 h 9"/>
                <a:gd name="T8" fmla="*/ 1 w 6"/>
                <a:gd name="T9" fmla="*/ 4 h 9"/>
                <a:gd name="T10" fmla="*/ 1 w 6"/>
                <a:gd name="T11" fmla="*/ 4 h 9"/>
                <a:gd name="T12" fmla="*/ 1 w 6"/>
                <a:gd name="T13" fmla="*/ 5 h 9"/>
                <a:gd name="T14" fmla="*/ 1 w 6"/>
                <a:gd name="T15" fmla="*/ 6 h 9"/>
                <a:gd name="T16" fmla="*/ 1 w 6"/>
                <a:gd name="T17" fmla="*/ 6 h 9"/>
                <a:gd name="T18" fmla="*/ 2 w 6"/>
                <a:gd name="T19" fmla="*/ 7 h 9"/>
                <a:gd name="T20" fmla="*/ 4 w 6"/>
                <a:gd name="T21" fmla="*/ 8 h 9"/>
                <a:gd name="T22" fmla="*/ 6 w 6"/>
                <a:gd name="T23" fmla="*/ 9 h 9"/>
                <a:gd name="T24" fmla="*/ 4 w 6"/>
                <a:gd name="T25" fmla="*/ 8 h 9"/>
                <a:gd name="T26" fmla="*/ 2 w 6"/>
                <a:gd name="T27" fmla="*/ 8 h 9"/>
                <a:gd name="T28" fmla="*/ 1 w 6"/>
                <a:gd name="T29" fmla="*/ 7 h 9"/>
                <a:gd name="T30" fmla="*/ 0 w 6"/>
                <a:gd name="T31" fmla="*/ 6 h 9"/>
                <a:gd name="T32" fmla="*/ 0 w 6"/>
                <a:gd name="T33" fmla="*/ 5 h 9"/>
                <a:gd name="T34" fmla="*/ 0 w 6"/>
                <a:gd name="T35" fmla="*/ 4 h 9"/>
                <a:gd name="T36" fmla="*/ 0 w 6"/>
                <a:gd name="T37" fmla="*/ 3 h 9"/>
                <a:gd name="T38" fmla="*/ 1 w 6"/>
                <a:gd name="T39" fmla="*/ 3 h 9"/>
                <a:gd name="T40" fmla="*/ 1 w 6"/>
                <a:gd name="T41" fmla="*/ 2 h 9"/>
                <a:gd name="T42" fmla="*/ 2 w 6"/>
                <a:gd name="T43" fmla="*/ 2 h 9"/>
                <a:gd name="T44" fmla="*/ 3 w 6"/>
                <a:gd name="T45"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 h="9">
                  <a:moveTo>
                    <a:pt x="3" y="0"/>
                  </a:moveTo>
                  <a:cubicBezTo>
                    <a:pt x="3" y="0"/>
                    <a:pt x="3" y="1"/>
                    <a:pt x="2" y="2"/>
                  </a:cubicBezTo>
                  <a:cubicBezTo>
                    <a:pt x="2" y="3"/>
                    <a:pt x="2" y="3"/>
                    <a:pt x="2" y="3"/>
                  </a:cubicBezTo>
                  <a:cubicBezTo>
                    <a:pt x="1" y="3"/>
                    <a:pt x="1" y="3"/>
                    <a:pt x="1" y="3"/>
                  </a:cubicBezTo>
                  <a:cubicBezTo>
                    <a:pt x="1" y="4"/>
                    <a:pt x="1" y="4"/>
                    <a:pt x="1" y="4"/>
                  </a:cubicBezTo>
                  <a:cubicBezTo>
                    <a:pt x="1" y="4"/>
                    <a:pt x="1" y="4"/>
                    <a:pt x="1" y="4"/>
                  </a:cubicBezTo>
                  <a:cubicBezTo>
                    <a:pt x="1" y="5"/>
                    <a:pt x="1" y="5"/>
                    <a:pt x="1" y="5"/>
                  </a:cubicBezTo>
                  <a:cubicBezTo>
                    <a:pt x="1" y="6"/>
                    <a:pt x="1" y="6"/>
                    <a:pt x="1" y="6"/>
                  </a:cubicBezTo>
                  <a:cubicBezTo>
                    <a:pt x="1" y="6"/>
                    <a:pt x="1" y="6"/>
                    <a:pt x="1" y="6"/>
                  </a:cubicBezTo>
                  <a:cubicBezTo>
                    <a:pt x="2" y="7"/>
                    <a:pt x="2" y="7"/>
                    <a:pt x="2" y="7"/>
                  </a:cubicBezTo>
                  <a:cubicBezTo>
                    <a:pt x="3" y="7"/>
                    <a:pt x="4" y="8"/>
                    <a:pt x="4" y="8"/>
                  </a:cubicBezTo>
                  <a:cubicBezTo>
                    <a:pt x="6" y="8"/>
                    <a:pt x="6" y="9"/>
                    <a:pt x="6" y="9"/>
                  </a:cubicBezTo>
                  <a:cubicBezTo>
                    <a:pt x="6" y="9"/>
                    <a:pt x="6" y="9"/>
                    <a:pt x="4" y="8"/>
                  </a:cubicBezTo>
                  <a:cubicBezTo>
                    <a:pt x="4" y="8"/>
                    <a:pt x="3" y="8"/>
                    <a:pt x="2" y="8"/>
                  </a:cubicBezTo>
                  <a:cubicBezTo>
                    <a:pt x="2" y="8"/>
                    <a:pt x="1" y="7"/>
                    <a:pt x="1" y="7"/>
                  </a:cubicBezTo>
                  <a:cubicBezTo>
                    <a:pt x="1" y="7"/>
                    <a:pt x="0" y="6"/>
                    <a:pt x="0" y="6"/>
                  </a:cubicBezTo>
                  <a:cubicBezTo>
                    <a:pt x="0" y="6"/>
                    <a:pt x="0" y="5"/>
                    <a:pt x="0" y="5"/>
                  </a:cubicBezTo>
                  <a:cubicBezTo>
                    <a:pt x="0" y="4"/>
                    <a:pt x="0" y="4"/>
                    <a:pt x="0" y="4"/>
                  </a:cubicBezTo>
                  <a:cubicBezTo>
                    <a:pt x="0" y="3"/>
                    <a:pt x="0" y="3"/>
                    <a:pt x="0" y="3"/>
                  </a:cubicBezTo>
                  <a:cubicBezTo>
                    <a:pt x="1" y="3"/>
                    <a:pt x="1" y="3"/>
                    <a:pt x="1" y="3"/>
                  </a:cubicBezTo>
                  <a:cubicBezTo>
                    <a:pt x="1" y="2"/>
                    <a:pt x="1" y="2"/>
                    <a:pt x="1" y="2"/>
                  </a:cubicBezTo>
                  <a:cubicBezTo>
                    <a:pt x="2" y="2"/>
                    <a:pt x="2" y="2"/>
                    <a:pt x="2" y="2"/>
                  </a:cubicBezTo>
                  <a:cubicBezTo>
                    <a:pt x="3" y="1"/>
                    <a:pt x="3" y="0"/>
                    <a:pt x="3" y="0"/>
                  </a:cubicBezTo>
                  <a:close/>
                </a:path>
              </a:pathLst>
            </a:custGeom>
            <a:solidFill>
              <a:srgbClr val="A46D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grpSp>
          <p:nvGrpSpPr>
            <p:cNvPr id="27" name="Group 26"/>
            <p:cNvGrpSpPr/>
            <p:nvPr/>
          </p:nvGrpSpPr>
          <p:grpSpPr>
            <a:xfrm>
              <a:off x="3186152" y="2034312"/>
              <a:ext cx="562365" cy="194530"/>
              <a:chOff x="4085835" y="2438386"/>
              <a:chExt cx="746990" cy="258394"/>
            </a:xfrm>
          </p:grpSpPr>
          <p:sp>
            <p:nvSpPr>
              <p:cNvPr id="40" name="Freeform 39"/>
              <p:cNvSpPr>
                <a:spLocks/>
              </p:cNvSpPr>
              <p:nvPr/>
            </p:nvSpPr>
            <p:spPr bwMode="auto">
              <a:xfrm>
                <a:off x="4085835" y="2438386"/>
                <a:ext cx="202018" cy="93961"/>
              </a:xfrm>
              <a:custGeom>
                <a:avLst/>
                <a:gdLst>
                  <a:gd name="T0" fmla="*/ 3 w 43"/>
                  <a:gd name="T1" fmla="*/ 20 h 20"/>
                  <a:gd name="T2" fmla="*/ 0 w 43"/>
                  <a:gd name="T3" fmla="*/ 12 h 20"/>
                  <a:gd name="T4" fmla="*/ 41 w 43"/>
                  <a:gd name="T5" fmla="*/ 0 h 20"/>
                  <a:gd name="T6" fmla="*/ 43 w 43"/>
                  <a:gd name="T7" fmla="*/ 8 h 20"/>
                  <a:gd name="T8" fmla="*/ 3 w 43"/>
                  <a:gd name="T9" fmla="*/ 20 h 20"/>
                </a:gdLst>
                <a:ahLst/>
                <a:cxnLst>
                  <a:cxn ang="0">
                    <a:pos x="T0" y="T1"/>
                  </a:cxn>
                  <a:cxn ang="0">
                    <a:pos x="T2" y="T3"/>
                  </a:cxn>
                  <a:cxn ang="0">
                    <a:pos x="T4" y="T5"/>
                  </a:cxn>
                  <a:cxn ang="0">
                    <a:pos x="T6" y="T7"/>
                  </a:cxn>
                  <a:cxn ang="0">
                    <a:pos x="T8" y="T9"/>
                  </a:cxn>
                </a:cxnLst>
                <a:rect l="0" t="0" r="r" b="b"/>
                <a:pathLst>
                  <a:path w="43" h="20">
                    <a:moveTo>
                      <a:pt x="3" y="20"/>
                    </a:moveTo>
                    <a:lnTo>
                      <a:pt x="0" y="12"/>
                    </a:lnTo>
                    <a:lnTo>
                      <a:pt x="41" y="0"/>
                    </a:lnTo>
                    <a:lnTo>
                      <a:pt x="43" y="8"/>
                    </a:lnTo>
                    <a:lnTo>
                      <a:pt x="3" y="20"/>
                    </a:ln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41" name="Freeform 40"/>
              <p:cNvSpPr>
                <a:spLocks/>
              </p:cNvSpPr>
              <p:nvPr/>
            </p:nvSpPr>
            <p:spPr bwMode="auto">
              <a:xfrm>
                <a:off x="4118720" y="2508857"/>
                <a:ext cx="216111" cy="187923"/>
              </a:xfrm>
              <a:custGeom>
                <a:avLst/>
                <a:gdLst>
                  <a:gd name="T0" fmla="*/ 16 w 19"/>
                  <a:gd name="T1" fmla="*/ 0 h 17"/>
                  <a:gd name="T2" fmla="*/ 0 w 19"/>
                  <a:gd name="T3" fmla="*/ 5 h 17"/>
                  <a:gd name="T4" fmla="*/ 0 w 19"/>
                  <a:gd name="T5" fmla="*/ 7 h 17"/>
                  <a:gd name="T6" fmla="*/ 10 w 19"/>
                  <a:gd name="T7" fmla="*/ 17 h 17"/>
                  <a:gd name="T8" fmla="*/ 19 w 19"/>
                  <a:gd name="T9" fmla="*/ 7 h 17"/>
                  <a:gd name="T10" fmla="*/ 16 w 19"/>
                  <a:gd name="T11" fmla="*/ 0 h 17"/>
                </a:gdLst>
                <a:ahLst/>
                <a:cxnLst>
                  <a:cxn ang="0">
                    <a:pos x="T0" y="T1"/>
                  </a:cxn>
                  <a:cxn ang="0">
                    <a:pos x="T2" y="T3"/>
                  </a:cxn>
                  <a:cxn ang="0">
                    <a:pos x="T4" y="T5"/>
                  </a:cxn>
                  <a:cxn ang="0">
                    <a:pos x="T6" y="T7"/>
                  </a:cxn>
                  <a:cxn ang="0">
                    <a:pos x="T8" y="T9"/>
                  </a:cxn>
                  <a:cxn ang="0">
                    <a:pos x="T10" y="T11"/>
                  </a:cxn>
                </a:cxnLst>
                <a:rect l="0" t="0" r="r" b="b"/>
                <a:pathLst>
                  <a:path w="19" h="17">
                    <a:moveTo>
                      <a:pt x="16" y="0"/>
                    </a:moveTo>
                    <a:cubicBezTo>
                      <a:pt x="0" y="5"/>
                      <a:pt x="0" y="5"/>
                      <a:pt x="0" y="5"/>
                    </a:cubicBezTo>
                    <a:cubicBezTo>
                      <a:pt x="0" y="6"/>
                      <a:pt x="0" y="6"/>
                      <a:pt x="0" y="7"/>
                    </a:cubicBezTo>
                    <a:cubicBezTo>
                      <a:pt x="0" y="13"/>
                      <a:pt x="4" y="17"/>
                      <a:pt x="10" y="17"/>
                    </a:cubicBezTo>
                    <a:cubicBezTo>
                      <a:pt x="15" y="17"/>
                      <a:pt x="19" y="13"/>
                      <a:pt x="19" y="7"/>
                    </a:cubicBezTo>
                    <a:cubicBezTo>
                      <a:pt x="19" y="4"/>
                      <a:pt x="18" y="1"/>
                      <a:pt x="1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42" name="Oval 41"/>
              <p:cNvSpPr>
                <a:spLocks noChangeArrowheads="1"/>
              </p:cNvSpPr>
              <p:nvPr/>
            </p:nvSpPr>
            <p:spPr bwMode="auto">
              <a:xfrm>
                <a:off x="4175096" y="2532346"/>
                <a:ext cx="136245" cy="131546"/>
              </a:xfrm>
              <a:prstGeom prst="ellipse">
                <a:avLst/>
              </a:pr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43" name="Oval 42"/>
              <p:cNvSpPr>
                <a:spLocks noChangeArrowheads="1"/>
              </p:cNvSpPr>
              <p:nvPr/>
            </p:nvSpPr>
            <p:spPr bwMode="auto">
              <a:xfrm>
                <a:off x="4198589" y="2565234"/>
                <a:ext cx="32888" cy="32888"/>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44" name="Freeform 43"/>
              <p:cNvSpPr>
                <a:spLocks/>
              </p:cNvSpPr>
              <p:nvPr/>
            </p:nvSpPr>
            <p:spPr bwMode="auto">
              <a:xfrm>
                <a:off x="4635507" y="2438386"/>
                <a:ext cx="197318" cy="93961"/>
              </a:xfrm>
              <a:custGeom>
                <a:avLst/>
                <a:gdLst>
                  <a:gd name="T0" fmla="*/ 40 w 42"/>
                  <a:gd name="T1" fmla="*/ 20 h 20"/>
                  <a:gd name="T2" fmla="*/ 42 w 42"/>
                  <a:gd name="T3" fmla="*/ 12 h 20"/>
                  <a:gd name="T4" fmla="*/ 2 w 42"/>
                  <a:gd name="T5" fmla="*/ 0 h 20"/>
                  <a:gd name="T6" fmla="*/ 0 w 42"/>
                  <a:gd name="T7" fmla="*/ 8 h 20"/>
                  <a:gd name="T8" fmla="*/ 40 w 42"/>
                  <a:gd name="T9" fmla="*/ 20 h 20"/>
                </a:gdLst>
                <a:ahLst/>
                <a:cxnLst>
                  <a:cxn ang="0">
                    <a:pos x="T0" y="T1"/>
                  </a:cxn>
                  <a:cxn ang="0">
                    <a:pos x="T2" y="T3"/>
                  </a:cxn>
                  <a:cxn ang="0">
                    <a:pos x="T4" y="T5"/>
                  </a:cxn>
                  <a:cxn ang="0">
                    <a:pos x="T6" y="T7"/>
                  </a:cxn>
                  <a:cxn ang="0">
                    <a:pos x="T8" y="T9"/>
                  </a:cxn>
                </a:cxnLst>
                <a:rect l="0" t="0" r="r" b="b"/>
                <a:pathLst>
                  <a:path w="42" h="20">
                    <a:moveTo>
                      <a:pt x="40" y="20"/>
                    </a:moveTo>
                    <a:lnTo>
                      <a:pt x="42" y="12"/>
                    </a:lnTo>
                    <a:lnTo>
                      <a:pt x="2" y="0"/>
                    </a:lnTo>
                    <a:lnTo>
                      <a:pt x="0" y="8"/>
                    </a:lnTo>
                    <a:lnTo>
                      <a:pt x="40" y="20"/>
                    </a:ln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45" name="Freeform 44"/>
              <p:cNvSpPr>
                <a:spLocks/>
              </p:cNvSpPr>
              <p:nvPr/>
            </p:nvSpPr>
            <p:spPr bwMode="auto">
              <a:xfrm>
                <a:off x="4579130" y="2508857"/>
                <a:ext cx="220811" cy="187923"/>
              </a:xfrm>
              <a:custGeom>
                <a:avLst/>
                <a:gdLst>
                  <a:gd name="T0" fmla="*/ 4 w 20"/>
                  <a:gd name="T1" fmla="*/ 0 h 17"/>
                  <a:gd name="T2" fmla="*/ 20 w 20"/>
                  <a:gd name="T3" fmla="*/ 5 h 17"/>
                  <a:gd name="T4" fmla="*/ 20 w 20"/>
                  <a:gd name="T5" fmla="*/ 7 h 17"/>
                  <a:gd name="T6" fmla="*/ 10 w 20"/>
                  <a:gd name="T7" fmla="*/ 17 h 17"/>
                  <a:gd name="T8" fmla="*/ 0 w 20"/>
                  <a:gd name="T9" fmla="*/ 7 h 17"/>
                  <a:gd name="T10" fmla="*/ 4 w 20"/>
                  <a:gd name="T11" fmla="*/ 0 h 17"/>
                </a:gdLst>
                <a:ahLst/>
                <a:cxnLst>
                  <a:cxn ang="0">
                    <a:pos x="T0" y="T1"/>
                  </a:cxn>
                  <a:cxn ang="0">
                    <a:pos x="T2" y="T3"/>
                  </a:cxn>
                  <a:cxn ang="0">
                    <a:pos x="T4" y="T5"/>
                  </a:cxn>
                  <a:cxn ang="0">
                    <a:pos x="T6" y="T7"/>
                  </a:cxn>
                  <a:cxn ang="0">
                    <a:pos x="T8" y="T9"/>
                  </a:cxn>
                  <a:cxn ang="0">
                    <a:pos x="T10" y="T11"/>
                  </a:cxn>
                </a:cxnLst>
                <a:rect l="0" t="0" r="r" b="b"/>
                <a:pathLst>
                  <a:path w="20" h="17">
                    <a:moveTo>
                      <a:pt x="4" y="0"/>
                    </a:moveTo>
                    <a:cubicBezTo>
                      <a:pt x="20" y="5"/>
                      <a:pt x="20" y="5"/>
                      <a:pt x="20" y="5"/>
                    </a:cubicBezTo>
                    <a:cubicBezTo>
                      <a:pt x="20" y="6"/>
                      <a:pt x="20" y="6"/>
                      <a:pt x="20" y="7"/>
                    </a:cubicBezTo>
                    <a:cubicBezTo>
                      <a:pt x="20" y="13"/>
                      <a:pt x="16" y="17"/>
                      <a:pt x="10" y="17"/>
                    </a:cubicBezTo>
                    <a:cubicBezTo>
                      <a:pt x="5" y="17"/>
                      <a:pt x="0" y="13"/>
                      <a:pt x="0" y="7"/>
                    </a:cubicBezTo>
                    <a:cubicBezTo>
                      <a:pt x="0" y="4"/>
                      <a:pt x="2" y="1"/>
                      <a:pt x="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46" name="Oval 45"/>
              <p:cNvSpPr>
                <a:spLocks noChangeArrowheads="1"/>
              </p:cNvSpPr>
              <p:nvPr/>
            </p:nvSpPr>
            <p:spPr bwMode="auto">
              <a:xfrm>
                <a:off x="4612018" y="2532346"/>
                <a:ext cx="131546" cy="131546"/>
              </a:xfrm>
              <a:prstGeom prst="ellipse">
                <a:avLst/>
              </a:pr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47" name="Oval 46"/>
              <p:cNvSpPr>
                <a:spLocks noChangeArrowheads="1"/>
              </p:cNvSpPr>
              <p:nvPr/>
            </p:nvSpPr>
            <p:spPr bwMode="auto">
              <a:xfrm>
                <a:off x="4691884" y="2565234"/>
                <a:ext cx="32888" cy="32888"/>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grpSp>
        <p:sp>
          <p:nvSpPr>
            <p:cNvPr id="28" name="Freeform 101"/>
            <p:cNvSpPr>
              <a:spLocks/>
            </p:cNvSpPr>
            <p:nvPr/>
          </p:nvSpPr>
          <p:spPr bwMode="auto">
            <a:xfrm>
              <a:off x="3550534" y="5039543"/>
              <a:ext cx="408691" cy="149563"/>
            </a:xfrm>
            <a:custGeom>
              <a:avLst/>
              <a:gdLst>
                <a:gd name="T0" fmla="*/ 47 w 99"/>
                <a:gd name="T1" fmla="*/ 0 h 36"/>
                <a:gd name="T2" fmla="*/ 49 w 99"/>
                <a:gd name="T3" fmla="*/ 0 h 36"/>
                <a:gd name="T4" fmla="*/ 51 w 99"/>
                <a:gd name="T5" fmla="*/ 0 h 36"/>
                <a:gd name="T6" fmla="*/ 52 w 99"/>
                <a:gd name="T7" fmla="*/ 0 h 36"/>
                <a:gd name="T8" fmla="*/ 52 w 99"/>
                <a:gd name="T9" fmla="*/ 0 h 36"/>
                <a:gd name="T10" fmla="*/ 99 w 99"/>
                <a:gd name="T11" fmla="*/ 36 h 36"/>
                <a:gd name="T12" fmla="*/ 0 w 99"/>
                <a:gd name="T13" fmla="*/ 36 h 36"/>
                <a:gd name="T14" fmla="*/ 0 w 99"/>
                <a:gd name="T15" fmla="*/ 0 h 36"/>
                <a:gd name="T16" fmla="*/ 47 w 99"/>
                <a:gd name="T17"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 h="36">
                  <a:moveTo>
                    <a:pt x="47" y="0"/>
                  </a:moveTo>
                  <a:cubicBezTo>
                    <a:pt x="48" y="0"/>
                    <a:pt x="49" y="0"/>
                    <a:pt x="49" y="0"/>
                  </a:cubicBezTo>
                  <a:cubicBezTo>
                    <a:pt x="50" y="0"/>
                    <a:pt x="51" y="0"/>
                    <a:pt x="51" y="0"/>
                  </a:cubicBezTo>
                  <a:cubicBezTo>
                    <a:pt x="52" y="0"/>
                    <a:pt x="52" y="0"/>
                    <a:pt x="52" y="0"/>
                  </a:cubicBezTo>
                  <a:cubicBezTo>
                    <a:pt x="52" y="0"/>
                    <a:pt x="52" y="0"/>
                    <a:pt x="52" y="0"/>
                  </a:cubicBezTo>
                  <a:cubicBezTo>
                    <a:pt x="78" y="2"/>
                    <a:pt x="99" y="17"/>
                    <a:pt x="99" y="36"/>
                  </a:cubicBezTo>
                  <a:cubicBezTo>
                    <a:pt x="0" y="36"/>
                    <a:pt x="0" y="36"/>
                    <a:pt x="0" y="36"/>
                  </a:cubicBezTo>
                  <a:cubicBezTo>
                    <a:pt x="0" y="0"/>
                    <a:pt x="0" y="0"/>
                    <a:pt x="0" y="0"/>
                  </a:cubicBezTo>
                  <a:lnTo>
                    <a:pt x="47" y="0"/>
                  </a:lnTo>
                  <a:close/>
                </a:path>
              </a:pathLst>
            </a:custGeom>
            <a:solidFill>
              <a:srgbClr val="5431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GB" dirty="0">
                <a:solidFill>
                  <a:prstClr val="black"/>
                </a:solidFill>
                <a:latin typeface="Roboto Lt"/>
                <a:cs typeface="Simplified Arabic" panose="02020603050405020304" pitchFamily="18" charset="-78"/>
              </a:endParaRPr>
            </a:p>
          </p:txBody>
        </p:sp>
        <p:sp>
          <p:nvSpPr>
            <p:cNvPr id="29" name="Freeform 102"/>
            <p:cNvSpPr>
              <a:spLocks/>
            </p:cNvSpPr>
            <p:nvPr/>
          </p:nvSpPr>
          <p:spPr bwMode="auto">
            <a:xfrm>
              <a:off x="3028332" y="5039543"/>
              <a:ext cx="406950" cy="149563"/>
            </a:xfrm>
            <a:custGeom>
              <a:avLst/>
              <a:gdLst>
                <a:gd name="T0" fmla="*/ 52 w 99"/>
                <a:gd name="T1" fmla="*/ 0 h 36"/>
                <a:gd name="T2" fmla="*/ 50 w 99"/>
                <a:gd name="T3" fmla="*/ 0 h 36"/>
                <a:gd name="T4" fmla="*/ 48 w 99"/>
                <a:gd name="T5" fmla="*/ 0 h 36"/>
                <a:gd name="T6" fmla="*/ 47 w 99"/>
                <a:gd name="T7" fmla="*/ 0 h 36"/>
                <a:gd name="T8" fmla="*/ 47 w 99"/>
                <a:gd name="T9" fmla="*/ 0 h 36"/>
                <a:gd name="T10" fmla="*/ 0 w 99"/>
                <a:gd name="T11" fmla="*/ 36 h 36"/>
                <a:gd name="T12" fmla="*/ 99 w 99"/>
                <a:gd name="T13" fmla="*/ 36 h 36"/>
                <a:gd name="T14" fmla="*/ 99 w 99"/>
                <a:gd name="T15" fmla="*/ 0 h 36"/>
                <a:gd name="T16" fmla="*/ 52 w 99"/>
                <a:gd name="T17"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 h="36">
                  <a:moveTo>
                    <a:pt x="52" y="0"/>
                  </a:moveTo>
                  <a:cubicBezTo>
                    <a:pt x="51" y="0"/>
                    <a:pt x="50" y="0"/>
                    <a:pt x="50" y="0"/>
                  </a:cubicBezTo>
                  <a:cubicBezTo>
                    <a:pt x="49" y="0"/>
                    <a:pt x="48" y="0"/>
                    <a:pt x="48" y="0"/>
                  </a:cubicBezTo>
                  <a:cubicBezTo>
                    <a:pt x="47" y="0"/>
                    <a:pt x="47" y="0"/>
                    <a:pt x="47" y="0"/>
                  </a:cubicBezTo>
                  <a:cubicBezTo>
                    <a:pt x="47" y="0"/>
                    <a:pt x="47" y="0"/>
                    <a:pt x="47" y="0"/>
                  </a:cubicBezTo>
                  <a:cubicBezTo>
                    <a:pt x="21" y="2"/>
                    <a:pt x="0" y="17"/>
                    <a:pt x="0" y="36"/>
                  </a:cubicBezTo>
                  <a:cubicBezTo>
                    <a:pt x="99" y="36"/>
                    <a:pt x="99" y="36"/>
                    <a:pt x="99" y="36"/>
                  </a:cubicBezTo>
                  <a:cubicBezTo>
                    <a:pt x="99" y="0"/>
                    <a:pt x="99" y="0"/>
                    <a:pt x="99" y="0"/>
                  </a:cubicBezTo>
                  <a:lnTo>
                    <a:pt x="52" y="0"/>
                  </a:lnTo>
                  <a:close/>
                </a:path>
              </a:pathLst>
            </a:custGeom>
            <a:solidFill>
              <a:srgbClr val="5431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GB" dirty="0">
                <a:solidFill>
                  <a:prstClr val="black"/>
                </a:solidFill>
                <a:latin typeface="Roboto Lt"/>
                <a:cs typeface="Simplified Arabic" panose="02020603050405020304" pitchFamily="18" charset="-78"/>
              </a:endParaRPr>
            </a:p>
          </p:txBody>
        </p:sp>
        <p:sp>
          <p:nvSpPr>
            <p:cNvPr id="30" name="Freeform 29"/>
            <p:cNvSpPr>
              <a:spLocks/>
            </p:cNvSpPr>
            <p:nvPr/>
          </p:nvSpPr>
          <p:spPr bwMode="auto">
            <a:xfrm>
              <a:off x="3556073" y="3515927"/>
              <a:ext cx="180000" cy="9396"/>
            </a:xfrm>
            <a:custGeom>
              <a:avLst/>
              <a:gdLst>
                <a:gd name="T0" fmla="*/ 23 w 23"/>
                <a:gd name="T1" fmla="*/ 0 h 1"/>
                <a:gd name="T2" fmla="*/ 0 w 23"/>
                <a:gd name="T3" fmla="*/ 0 h 1"/>
                <a:gd name="T4" fmla="*/ 11 w 23"/>
                <a:gd name="T5" fmla="*/ 1 h 1"/>
                <a:gd name="T6" fmla="*/ 23 w 23"/>
                <a:gd name="T7" fmla="*/ 0 h 1"/>
              </a:gdLst>
              <a:ahLst/>
              <a:cxnLst>
                <a:cxn ang="0">
                  <a:pos x="T0" y="T1"/>
                </a:cxn>
                <a:cxn ang="0">
                  <a:pos x="T2" y="T3"/>
                </a:cxn>
                <a:cxn ang="0">
                  <a:pos x="T4" y="T5"/>
                </a:cxn>
                <a:cxn ang="0">
                  <a:pos x="T6" y="T7"/>
                </a:cxn>
              </a:cxnLst>
              <a:rect l="0" t="0" r="r" b="b"/>
              <a:pathLst>
                <a:path w="23" h="1">
                  <a:moveTo>
                    <a:pt x="23" y="0"/>
                  </a:moveTo>
                  <a:cubicBezTo>
                    <a:pt x="0" y="0"/>
                    <a:pt x="0" y="0"/>
                    <a:pt x="0" y="0"/>
                  </a:cubicBezTo>
                  <a:cubicBezTo>
                    <a:pt x="0" y="0"/>
                    <a:pt x="4" y="1"/>
                    <a:pt x="11" y="1"/>
                  </a:cubicBezTo>
                  <a:cubicBezTo>
                    <a:pt x="14" y="1"/>
                    <a:pt x="18" y="1"/>
                    <a:pt x="23" y="0"/>
                  </a:cubicBezTo>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grpSp>
          <p:nvGrpSpPr>
            <p:cNvPr id="31" name="Group 30"/>
            <p:cNvGrpSpPr/>
            <p:nvPr/>
          </p:nvGrpSpPr>
          <p:grpSpPr>
            <a:xfrm>
              <a:off x="3300800" y="2725954"/>
              <a:ext cx="509011" cy="711962"/>
              <a:chOff x="3297073" y="2751109"/>
              <a:chExt cx="509011" cy="711962"/>
            </a:xfrm>
          </p:grpSpPr>
          <p:sp>
            <p:nvSpPr>
              <p:cNvPr id="36" name="Freeform 35"/>
              <p:cNvSpPr>
                <a:spLocks/>
              </p:cNvSpPr>
              <p:nvPr/>
            </p:nvSpPr>
            <p:spPr bwMode="auto">
              <a:xfrm flipH="1">
                <a:off x="3297073" y="2751109"/>
                <a:ext cx="498735" cy="711962"/>
              </a:xfrm>
              <a:custGeom>
                <a:avLst/>
                <a:gdLst>
                  <a:gd name="connsiteX0" fmla="*/ 1498959 w 3279375"/>
                  <a:gd name="connsiteY0" fmla="*/ 0 h 4681430"/>
                  <a:gd name="connsiteX1" fmla="*/ 1470705 w 3279375"/>
                  <a:gd name="connsiteY1" fmla="*/ 0 h 4681430"/>
                  <a:gd name="connsiteX2" fmla="*/ 1218988 w 3279375"/>
                  <a:gd name="connsiteY2" fmla="*/ 225522 h 4681430"/>
                  <a:gd name="connsiteX3" fmla="*/ 1218988 w 3279375"/>
                  <a:gd name="connsiteY3" fmla="*/ 2125253 h 4681430"/>
                  <a:gd name="connsiteX4" fmla="*/ 1218988 w 3279375"/>
                  <a:gd name="connsiteY4" fmla="*/ 2128596 h 4681430"/>
                  <a:gd name="connsiteX5" fmla="*/ 1191662 w 3279375"/>
                  <a:gd name="connsiteY5" fmla="*/ 2128596 h 4681430"/>
                  <a:gd name="connsiteX6" fmla="*/ 1133770 w 3279375"/>
                  <a:gd name="connsiteY6" fmla="*/ 2128596 h 4681430"/>
                  <a:gd name="connsiteX7" fmla="*/ 1133770 w 3279375"/>
                  <a:gd name="connsiteY7" fmla="*/ 1853157 h 4681430"/>
                  <a:gd name="connsiteX8" fmla="*/ 1133770 w 3279375"/>
                  <a:gd name="connsiteY8" fmla="*/ 520472 h 4681430"/>
                  <a:gd name="connsiteX9" fmla="*/ 882054 w 3279375"/>
                  <a:gd name="connsiteY9" fmla="*/ 292704 h 4681430"/>
                  <a:gd name="connsiteX10" fmla="*/ 853800 w 3279375"/>
                  <a:gd name="connsiteY10" fmla="*/ 292704 h 4681430"/>
                  <a:gd name="connsiteX11" fmla="*/ 602083 w 3279375"/>
                  <a:gd name="connsiteY11" fmla="*/ 520472 h 4681430"/>
                  <a:gd name="connsiteX12" fmla="*/ 602083 w 3279375"/>
                  <a:gd name="connsiteY12" fmla="*/ 2112586 h 4681430"/>
                  <a:gd name="connsiteX13" fmla="*/ 602083 w 3279375"/>
                  <a:gd name="connsiteY13" fmla="*/ 2128596 h 4681430"/>
                  <a:gd name="connsiteX14" fmla="*/ 531688 w 3279375"/>
                  <a:gd name="connsiteY14" fmla="*/ 2128596 h 4681430"/>
                  <a:gd name="connsiteX15" fmla="*/ 531688 w 3279375"/>
                  <a:gd name="connsiteY15" fmla="*/ 1930726 h 4681430"/>
                  <a:gd name="connsiteX16" fmla="*/ 531688 w 3279375"/>
                  <a:gd name="connsiteY16" fmla="*/ 961139 h 4681430"/>
                  <a:gd name="connsiteX17" fmla="*/ 279972 w 3279375"/>
                  <a:gd name="connsiteY17" fmla="*/ 735467 h 4681430"/>
                  <a:gd name="connsiteX18" fmla="*/ 251718 w 3279375"/>
                  <a:gd name="connsiteY18" fmla="*/ 735467 h 4681430"/>
                  <a:gd name="connsiteX19" fmla="*/ 1 w 3279375"/>
                  <a:gd name="connsiteY19" fmla="*/ 961139 h 4681430"/>
                  <a:gd name="connsiteX20" fmla="*/ 1 w 3279375"/>
                  <a:gd name="connsiteY20" fmla="*/ 2119473 h 4681430"/>
                  <a:gd name="connsiteX21" fmla="*/ 1 w 3279375"/>
                  <a:gd name="connsiteY21" fmla="*/ 2128596 h 4681430"/>
                  <a:gd name="connsiteX22" fmla="*/ 0 w 3279375"/>
                  <a:gd name="connsiteY22" fmla="*/ 2128596 h 4681430"/>
                  <a:gd name="connsiteX23" fmla="*/ 0 w 3279375"/>
                  <a:gd name="connsiteY23" fmla="*/ 3726992 h 4681430"/>
                  <a:gd name="connsiteX24" fmla="*/ 1194964 w 3279375"/>
                  <a:gd name="connsiteY24" fmla="*/ 4681430 h 4681430"/>
                  <a:gd name="connsiteX25" fmla="*/ 2353951 w 3279375"/>
                  <a:gd name="connsiteY25" fmla="*/ 4157064 h 4681430"/>
                  <a:gd name="connsiteX26" fmla="*/ 2382138 w 3279375"/>
                  <a:gd name="connsiteY26" fmla="*/ 4114373 h 4681430"/>
                  <a:gd name="connsiteX27" fmla="*/ 2389734 w 3279375"/>
                  <a:gd name="connsiteY27" fmla="*/ 4103000 h 4681430"/>
                  <a:gd name="connsiteX28" fmla="*/ 2389821 w 3279375"/>
                  <a:gd name="connsiteY28" fmla="*/ 4109426 h 4681430"/>
                  <a:gd name="connsiteX29" fmla="*/ 2390291 w 3279375"/>
                  <a:gd name="connsiteY29" fmla="*/ 4144186 h 4681430"/>
                  <a:gd name="connsiteX30" fmla="*/ 3223017 w 3279375"/>
                  <a:gd name="connsiteY30" fmla="*/ 2816463 h 4681430"/>
                  <a:gd name="connsiteX31" fmla="*/ 2966003 w 3279375"/>
                  <a:gd name="connsiteY31" fmla="*/ 2441387 h 4681430"/>
                  <a:gd name="connsiteX32" fmla="*/ 2457547 w 3279375"/>
                  <a:gd name="connsiteY32" fmla="*/ 2920021 h 4681430"/>
                  <a:gd name="connsiteX33" fmla="*/ 2390559 w 3279375"/>
                  <a:gd name="connsiteY33" fmla="*/ 2987787 h 4681430"/>
                  <a:gd name="connsiteX34" fmla="*/ 2389928 w 3279375"/>
                  <a:gd name="connsiteY34" fmla="*/ 2931244 h 4681430"/>
                  <a:gd name="connsiteX35" fmla="*/ 2389928 w 3279375"/>
                  <a:gd name="connsiteY35" fmla="*/ 2393079 h 4681430"/>
                  <a:gd name="connsiteX36" fmla="*/ 2389928 w 3279375"/>
                  <a:gd name="connsiteY36" fmla="*/ 2128596 h 4681430"/>
                  <a:gd name="connsiteX37" fmla="*/ 2389809 w 3279375"/>
                  <a:gd name="connsiteY37" fmla="*/ 2128596 h 4681430"/>
                  <a:gd name="connsiteX38" fmla="*/ 2389809 w 3279375"/>
                  <a:gd name="connsiteY38" fmla="*/ 1884715 h 4681430"/>
                  <a:gd name="connsiteX39" fmla="*/ 2389809 w 3279375"/>
                  <a:gd name="connsiteY39" fmla="*/ 699751 h 4681430"/>
                  <a:gd name="connsiteX40" fmla="*/ 2138093 w 3279375"/>
                  <a:gd name="connsiteY40" fmla="*/ 474256 h 4681430"/>
                  <a:gd name="connsiteX41" fmla="*/ 2109839 w 3279375"/>
                  <a:gd name="connsiteY41" fmla="*/ 474256 h 4681430"/>
                  <a:gd name="connsiteX42" fmla="*/ 1858122 w 3279375"/>
                  <a:gd name="connsiteY42" fmla="*/ 699751 h 4681430"/>
                  <a:gd name="connsiteX43" fmla="*/ 1858122 w 3279375"/>
                  <a:gd name="connsiteY43" fmla="*/ 2115389 h 4681430"/>
                  <a:gd name="connsiteX44" fmla="*/ 1858122 w 3279375"/>
                  <a:gd name="connsiteY44" fmla="*/ 2128596 h 4681430"/>
                  <a:gd name="connsiteX45" fmla="*/ 1778807 w 3279375"/>
                  <a:gd name="connsiteY45" fmla="*/ 2128596 h 4681430"/>
                  <a:gd name="connsiteX46" fmla="*/ 1750675 w 3279375"/>
                  <a:gd name="connsiteY46" fmla="*/ 2128596 h 4681430"/>
                  <a:gd name="connsiteX47" fmla="*/ 1750675 w 3279375"/>
                  <a:gd name="connsiteY47" fmla="*/ 1964122 h 4681430"/>
                  <a:gd name="connsiteX48" fmla="*/ 1750675 w 3279375"/>
                  <a:gd name="connsiteY48" fmla="*/ 225522 h 4681430"/>
                  <a:gd name="connsiteX49" fmla="*/ 1498959 w 3279375"/>
                  <a:gd name="connsiteY49" fmla="*/ 0 h 4681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3279375" h="4681430">
                    <a:moveTo>
                      <a:pt x="1498959" y="0"/>
                    </a:moveTo>
                    <a:cubicBezTo>
                      <a:pt x="1470705" y="0"/>
                      <a:pt x="1470705" y="0"/>
                      <a:pt x="1470705" y="0"/>
                    </a:cubicBezTo>
                    <a:cubicBezTo>
                      <a:pt x="1332004" y="0"/>
                      <a:pt x="1218988" y="101255"/>
                      <a:pt x="1218988" y="225522"/>
                    </a:cubicBezTo>
                    <a:cubicBezTo>
                      <a:pt x="1218988" y="1779296"/>
                      <a:pt x="1218988" y="2070628"/>
                      <a:pt x="1218988" y="2125253"/>
                    </a:cubicBezTo>
                    <a:lnTo>
                      <a:pt x="1218988" y="2128596"/>
                    </a:lnTo>
                    <a:lnTo>
                      <a:pt x="1191662" y="2128596"/>
                    </a:lnTo>
                    <a:lnTo>
                      <a:pt x="1133770" y="2128596"/>
                    </a:lnTo>
                    <a:lnTo>
                      <a:pt x="1133770" y="1853157"/>
                    </a:lnTo>
                    <a:cubicBezTo>
                      <a:pt x="1133770" y="520472"/>
                      <a:pt x="1133770" y="520472"/>
                      <a:pt x="1133770" y="520472"/>
                    </a:cubicBezTo>
                    <a:cubicBezTo>
                      <a:pt x="1133770" y="393934"/>
                      <a:pt x="1020755" y="292704"/>
                      <a:pt x="882054" y="292704"/>
                    </a:cubicBezTo>
                    <a:cubicBezTo>
                      <a:pt x="853800" y="292704"/>
                      <a:pt x="853800" y="292704"/>
                      <a:pt x="853800" y="292704"/>
                    </a:cubicBezTo>
                    <a:cubicBezTo>
                      <a:pt x="715099" y="292704"/>
                      <a:pt x="602083" y="393934"/>
                      <a:pt x="602083" y="520472"/>
                    </a:cubicBezTo>
                    <a:cubicBezTo>
                      <a:pt x="602083" y="1733512"/>
                      <a:pt x="602083" y="2036771"/>
                      <a:pt x="602083" y="2112586"/>
                    </a:cubicBezTo>
                    <a:lnTo>
                      <a:pt x="602083" y="2128596"/>
                    </a:lnTo>
                    <a:lnTo>
                      <a:pt x="531688" y="2128596"/>
                    </a:lnTo>
                    <a:lnTo>
                      <a:pt x="531688" y="1930726"/>
                    </a:lnTo>
                    <a:cubicBezTo>
                      <a:pt x="531688" y="961139"/>
                      <a:pt x="531688" y="961139"/>
                      <a:pt x="531688" y="961139"/>
                    </a:cubicBezTo>
                    <a:cubicBezTo>
                      <a:pt x="531688" y="834486"/>
                      <a:pt x="418673" y="735467"/>
                      <a:pt x="279972" y="735467"/>
                    </a:cubicBezTo>
                    <a:cubicBezTo>
                      <a:pt x="251718" y="735467"/>
                      <a:pt x="251718" y="735467"/>
                      <a:pt x="251718" y="735467"/>
                    </a:cubicBezTo>
                    <a:cubicBezTo>
                      <a:pt x="113017" y="735467"/>
                      <a:pt x="1" y="834486"/>
                      <a:pt x="1" y="961139"/>
                    </a:cubicBezTo>
                    <a:cubicBezTo>
                      <a:pt x="1" y="1843679"/>
                      <a:pt x="1" y="2064314"/>
                      <a:pt x="1" y="2119473"/>
                    </a:cubicBezTo>
                    <a:lnTo>
                      <a:pt x="1" y="2128596"/>
                    </a:lnTo>
                    <a:lnTo>
                      <a:pt x="0" y="2128596"/>
                    </a:lnTo>
                    <a:cubicBezTo>
                      <a:pt x="0" y="3726992"/>
                      <a:pt x="0" y="3726992"/>
                      <a:pt x="0" y="3726992"/>
                    </a:cubicBezTo>
                    <a:cubicBezTo>
                      <a:pt x="0" y="3726992"/>
                      <a:pt x="0" y="4681430"/>
                      <a:pt x="1194964" y="4681430"/>
                    </a:cubicBezTo>
                    <a:cubicBezTo>
                      <a:pt x="1940210" y="4681430"/>
                      <a:pt x="2256298" y="4370950"/>
                      <a:pt x="2353951" y="4157064"/>
                    </a:cubicBezTo>
                    <a:cubicBezTo>
                      <a:pt x="2353951" y="4157064"/>
                      <a:pt x="2364069" y="4141540"/>
                      <a:pt x="2382138" y="4114373"/>
                    </a:cubicBezTo>
                    <a:lnTo>
                      <a:pt x="2389734" y="4103000"/>
                    </a:lnTo>
                    <a:lnTo>
                      <a:pt x="2389821" y="4109426"/>
                    </a:lnTo>
                    <a:cubicBezTo>
                      <a:pt x="2390291" y="4144186"/>
                      <a:pt x="2390291" y="4144186"/>
                      <a:pt x="2390291" y="4144186"/>
                    </a:cubicBezTo>
                    <a:cubicBezTo>
                      <a:pt x="2570201" y="3858852"/>
                      <a:pt x="3094510" y="3035066"/>
                      <a:pt x="3223017" y="2816463"/>
                    </a:cubicBezTo>
                    <a:cubicBezTo>
                      <a:pt x="3377225" y="2549538"/>
                      <a:pt x="3189605" y="2395365"/>
                      <a:pt x="2966003" y="2441387"/>
                    </a:cubicBezTo>
                    <a:cubicBezTo>
                      <a:pt x="2813079" y="2471588"/>
                      <a:pt x="2669995" y="2693823"/>
                      <a:pt x="2457547" y="2920021"/>
                    </a:cubicBezTo>
                    <a:lnTo>
                      <a:pt x="2390559" y="2987787"/>
                    </a:lnTo>
                    <a:lnTo>
                      <a:pt x="2389928" y="2931244"/>
                    </a:lnTo>
                    <a:cubicBezTo>
                      <a:pt x="2389928" y="2393079"/>
                      <a:pt x="2389928" y="2393079"/>
                      <a:pt x="2389928" y="2393079"/>
                    </a:cubicBezTo>
                    <a:cubicBezTo>
                      <a:pt x="2389928" y="2128596"/>
                      <a:pt x="2389928" y="2128596"/>
                      <a:pt x="2389928" y="2128596"/>
                    </a:cubicBezTo>
                    <a:lnTo>
                      <a:pt x="2389809" y="2128596"/>
                    </a:lnTo>
                    <a:lnTo>
                      <a:pt x="2389809" y="1884715"/>
                    </a:lnTo>
                    <a:cubicBezTo>
                      <a:pt x="2389809" y="699751"/>
                      <a:pt x="2389809" y="699751"/>
                      <a:pt x="2389809" y="699751"/>
                    </a:cubicBezTo>
                    <a:cubicBezTo>
                      <a:pt x="2389809" y="575499"/>
                      <a:pt x="2276793" y="474256"/>
                      <a:pt x="2138093" y="474256"/>
                    </a:cubicBezTo>
                    <a:cubicBezTo>
                      <a:pt x="2109839" y="474256"/>
                      <a:pt x="2109839" y="474256"/>
                      <a:pt x="2109839" y="474256"/>
                    </a:cubicBezTo>
                    <a:cubicBezTo>
                      <a:pt x="1971138" y="474256"/>
                      <a:pt x="1858122" y="575499"/>
                      <a:pt x="1858122" y="699751"/>
                    </a:cubicBezTo>
                    <a:cubicBezTo>
                      <a:pt x="1858122" y="1778332"/>
                      <a:pt x="1858122" y="2047977"/>
                      <a:pt x="1858122" y="2115389"/>
                    </a:cubicBezTo>
                    <a:lnTo>
                      <a:pt x="1858122" y="2128596"/>
                    </a:lnTo>
                    <a:lnTo>
                      <a:pt x="1778807" y="2128596"/>
                    </a:lnTo>
                    <a:lnTo>
                      <a:pt x="1750675" y="2128596"/>
                    </a:lnTo>
                    <a:lnTo>
                      <a:pt x="1750675" y="1964122"/>
                    </a:lnTo>
                    <a:cubicBezTo>
                      <a:pt x="1750675" y="225522"/>
                      <a:pt x="1750675" y="225522"/>
                      <a:pt x="1750675" y="225522"/>
                    </a:cubicBezTo>
                    <a:cubicBezTo>
                      <a:pt x="1750675" y="101255"/>
                      <a:pt x="1637660" y="0"/>
                      <a:pt x="1498959" y="0"/>
                    </a:cubicBezTo>
                    <a:close/>
                  </a:path>
                </a:pathLst>
              </a:custGeom>
              <a:solidFill>
                <a:srgbClr val="FFDCB8"/>
              </a:solidFill>
              <a:ln>
                <a:noFill/>
              </a:ln>
            </p:spPr>
            <p:txBody>
              <a:bodyPr vert="horz" wrap="square" lIns="121920" tIns="60960" rIns="121920" bIns="60960" numCol="1" anchor="t" anchorCtr="0" compatLnSpc="1">
                <a:prstTxWarp prst="textNoShape">
                  <a:avLst/>
                </a:prstTxWarp>
                <a:noAutofit/>
              </a:bodyPr>
              <a:lstStyle/>
              <a:p>
                <a:pPr fontAlgn="auto">
                  <a:spcBef>
                    <a:spcPts val="0"/>
                  </a:spcBef>
                  <a:spcAft>
                    <a:spcPts val="0"/>
                  </a:spcAft>
                </a:pPr>
                <a:endParaRPr lang="en-US" sz="2400" dirty="0">
                  <a:solidFill>
                    <a:prstClr val="black"/>
                  </a:solidFill>
                  <a:latin typeface="Roboto Lt"/>
                  <a:cs typeface="Simplified Arabic" panose="02020603050405020304" pitchFamily="18" charset="-78"/>
                </a:endParaRPr>
              </a:p>
            </p:txBody>
          </p:sp>
          <p:sp>
            <p:nvSpPr>
              <p:cNvPr id="37" name="Freeform 124"/>
              <p:cNvSpPr>
                <a:spLocks/>
              </p:cNvSpPr>
              <p:nvPr/>
            </p:nvSpPr>
            <p:spPr bwMode="auto">
              <a:xfrm rot="21102715" flipH="1">
                <a:off x="3603535" y="3130551"/>
                <a:ext cx="202549" cy="64170"/>
              </a:xfrm>
              <a:custGeom>
                <a:avLst/>
                <a:gdLst>
                  <a:gd name="T0" fmla="*/ 0 w 743"/>
                  <a:gd name="T1" fmla="*/ 115 h 235"/>
                  <a:gd name="T2" fmla="*/ 289 w 743"/>
                  <a:gd name="T3" fmla="*/ 105 h 235"/>
                  <a:gd name="T4" fmla="*/ 708 w 743"/>
                  <a:gd name="T5" fmla="*/ 22 h 235"/>
                  <a:gd name="T6" fmla="*/ 508 w 743"/>
                  <a:gd name="T7" fmla="*/ 65 h 235"/>
                  <a:gd name="T8" fmla="*/ 0 w 743"/>
                  <a:gd name="T9" fmla="*/ 115 h 235"/>
                </a:gdLst>
                <a:ahLst/>
                <a:cxnLst>
                  <a:cxn ang="0">
                    <a:pos x="T0" y="T1"/>
                  </a:cxn>
                  <a:cxn ang="0">
                    <a:pos x="T2" y="T3"/>
                  </a:cxn>
                  <a:cxn ang="0">
                    <a:pos x="T4" y="T5"/>
                  </a:cxn>
                  <a:cxn ang="0">
                    <a:pos x="T6" y="T7"/>
                  </a:cxn>
                  <a:cxn ang="0">
                    <a:pos x="T8" y="T9"/>
                  </a:cxn>
                </a:cxnLst>
                <a:rect l="0" t="0" r="r" b="b"/>
                <a:pathLst>
                  <a:path w="743" h="235">
                    <a:moveTo>
                      <a:pt x="0" y="115"/>
                    </a:moveTo>
                    <a:cubicBezTo>
                      <a:pt x="31" y="147"/>
                      <a:pt x="116" y="167"/>
                      <a:pt x="289" y="105"/>
                    </a:cubicBezTo>
                    <a:cubicBezTo>
                      <a:pt x="462" y="43"/>
                      <a:pt x="673" y="44"/>
                      <a:pt x="708" y="22"/>
                    </a:cubicBezTo>
                    <a:cubicBezTo>
                      <a:pt x="743" y="0"/>
                      <a:pt x="696" y="54"/>
                      <a:pt x="508" y="65"/>
                    </a:cubicBezTo>
                    <a:cubicBezTo>
                      <a:pt x="320" y="76"/>
                      <a:pt x="123" y="235"/>
                      <a:pt x="0" y="115"/>
                    </a:cubicBezTo>
                    <a:close/>
                  </a:path>
                </a:pathLst>
              </a:custGeom>
              <a:solidFill>
                <a:srgbClr val="7D60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38" name="Freeform 124"/>
              <p:cNvSpPr>
                <a:spLocks/>
              </p:cNvSpPr>
              <p:nvPr/>
            </p:nvSpPr>
            <p:spPr bwMode="auto">
              <a:xfrm rot="11290532" flipH="1">
                <a:off x="3456250" y="3159521"/>
                <a:ext cx="202549" cy="64170"/>
              </a:xfrm>
              <a:custGeom>
                <a:avLst/>
                <a:gdLst>
                  <a:gd name="T0" fmla="*/ 0 w 743"/>
                  <a:gd name="T1" fmla="*/ 115 h 235"/>
                  <a:gd name="T2" fmla="*/ 289 w 743"/>
                  <a:gd name="T3" fmla="*/ 105 h 235"/>
                  <a:gd name="T4" fmla="*/ 708 w 743"/>
                  <a:gd name="T5" fmla="*/ 22 h 235"/>
                  <a:gd name="T6" fmla="*/ 508 w 743"/>
                  <a:gd name="T7" fmla="*/ 65 h 235"/>
                  <a:gd name="T8" fmla="*/ 0 w 743"/>
                  <a:gd name="T9" fmla="*/ 115 h 235"/>
                </a:gdLst>
                <a:ahLst/>
                <a:cxnLst>
                  <a:cxn ang="0">
                    <a:pos x="T0" y="T1"/>
                  </a:cxn>
                  <a:cxn ang="0">
                    <a:pos x="T2" y="T3"/>
                  </a:cxn>
                  <a:cxn ang="0">
                    <a:pos x="T4" y="T5"/>
                  </a:cxn>
                  <a:cxn ang="0">
                    <a:pos x="T6" y="T7"/>
                  </a:cxn>
                  <a:cxn ang="0">
                    <a:pos x="T8" y="T9"/>
                  </a:cxn>
                </a:cxnLst>
                <a:rect l="0" t="0" r="r" b="b"/>
                <a:pathLst>
                  <a:path w="743" h="235">
                    <a:moveTo>
                      <a:pt x="0" y="115"/>
                    </a:moveTo>
                    <a:cubicBezTo>
                      <a:pt x="31" y="147"/>
                      <a:pt x="116" y="167"/>
                      <a:pt x="289" y="105"/>
                    </a:cubicBezTo>
                    <a:cubicBezTo>
                      <a:pt x="462" y="43"/>
                      <a:pt x="673" y="44"/>
                      <a:pt x="708" y="22"/>
                    </a:cubicBezTo>
                    <a:cubicBezTo>
                      <a:pt x="743" y="0"/>
                      <a:pt x="696" y="54"/>
                      <a:pt x="508" y="65"/>
                    </a:cubicBezTo>
                    <a:cubicBezTo>
                      <a:pt x="320" y="76"/>
                      <a:pt x="123" y="235"/>
                      <a:pt x="0" y="115"/>
                    </a:cubicBezTo>
                    <a:close/>
                  </a:path>
                </a:pathLst>
              </a:custGeom>
              <a:solidFill>
                <a:srgbClr val="7D60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39" name="Freeform 124"/>
              <p:cNvSpPr>
                <a:spLocks/>
              </p:cNvSpPr>
              <p:nvPr/>
            </p:nvSpPr>
            <p:spPr bwMode="auto">
              <a:xfrm rot="13336286" flipH="1">
                <a:off x="3428016" y="3223214"/>
                <a:ext cx="250276" cy="64170"/>
              </a:xfrm>
              <a:custGeom>
                <a:avLst/>
                <a:gdLst>
                  <a:gd name="T0" fmla="*/ 0 w 743"/>
                  <a:gd name="T1" fmla="*/ 115 h 235"/>
                  <a:gd name="T2" fmla="*/ 289 w 743"/>
                  <a:gd name="T3" fmla="*/ 105 h 235"/>
                  <a:gd name="T4" fmla="*/ 708 w 743"/>
                  <a:gd name="T5" fmla="*/ 22 h 235"/>
                  <a:gd name="T6" fmla="*/ 508 w 743"/>
                  <a:gd name="T7" fmla="*/ 65 h 235"/>
                  <a:gd name="T8" fmla="*/ 0 w 743"/>
                  <a:gd name="T9" fmla="*/ 115 h 235"/>
                </a:gdLst>
                <a:ahLst/>
                <a:cxnLst>
                  <a:cxn ang="0">
                    <a:pos x="T0" y="T1"/>
                  </a:cxn>
                  <a:cxn ang="0">
                    <a:pos x="T2" y="T3"/>
                  </a:cxn>
                  <a:cxn ang="0">
                    <a:pos x="T4" y="T5"/>
                  </a:cxn>
                  <a:cxn ang="0">
                    <a:pos x="T6" y="T7"/>
                  </a:cxn>
                  <a:cxn ang="0">
                    <a:pos x="T8" y="T9"/>
                  </a:cxn>
                </a:cxnLst>
                <a:rect l="0" t="0" r="r" b="b"/>
                <a:pathLst>
                  <a:path w="743" h="235">
                    <a:moveTo>
                      <a:pt x="0" y="115"/>
                    </a:moveTo>
                    <a:cubicBezTo>
                      <a:pt x="31" y="147"/>
                      <a:pt x="116" y="167"/>
                      <a:pt x="289" y="105"/>
                    </a:cubicBezTo>
                    <a:cubicBezTo>
                      <a:pt x="462" y="43"/>
                      <a:pt x="673" y="44"/>
                      <a:pt x="708" y="22"/>
                    </a:cubicBezTo>
                    <a:cubicBezTo>
                      <a:pt x="743" y="0"/>
                      <a:pt x="696" y="54"/>
                      <a:pt x="508" y="65"/>
                    </a:cubicBezTo>
                    <a:cubicBezTo>
                      <a:pt x="320" y="76"/>
                      <a:pt x="123" y="235"/>
                      <a:pt x="0" y="115"/>
                    </a:cubicBezTo>
                    <a:close/>
                  </a:path>
                </a:pathLst>
              </a:custGeom>
              <a:solidFill>
                <a:srgbClr val="7D60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grpSp>
        <p:grpSp>
          <p:nvGrpSpPr>
            <p:cNvPr id="32" name="Group 31"/>
            <p:cNvGrpSpPr/>
            <p:nvPr/>
          </p:nvGrpSpPr>
          <p:grpSpPr>
            <a:xfrm>
              <a:off x="3362253" y="2389311"/>
              <a:ext cx="247414" cy="100543"/>
              <a:chOff x="5833696" y="2651325"/>
              <a:chExt cx="247414" cy="100543"/>
            </a:xfrm>
          </p:grpSpPr>
          <p:sp>
            <p:nvSpPr>
              <p:cNvPr id="33" name="Freeform 32"/>
              <p:cNvSpPr>
                <a:spLocks/>
              </p:cNvSpPr>
              <p:nvPr/>
            </p:nvSpPr>
            <p:spPr bwMode="auto">
              <a:xfrm>
                <a:off x="5833696" y="2651325"/>
                <a:ext cx="247414" cy="100543"/>
              </a:xfrm>
              <a:custGeom>
                <a:avLst/>
                <a:gdLst>
                  <a:gd name="T0" fmla="*/ 0 w 106"/>
                  <a:gd name="T1" fmla="*/ 2 h 43"/>
                  <a:gd name="T2" fmla="*/ 54 w 106"/>
                  <a:gd name="T3" fmla="*/ 42 h 43"/>
                  <a:gd name="T4" fmla="*/ 106 w 106"/>
                  <a:gd name="T5" fmla="*/ 0 h 43"/>
                  <a:gd name="T6" fmla="*/ 0 w 106"/>
                  <a:gd name="T7" fmla="*/ 2 h 43"/>
                </a:gdLst>
                <a:ahLst/>
                <a:cxnLst>
                  <a:cxn ang="0">
                    <a:pos x="T0" y="T1"/>
                  </a:cxn>
                  <a:cxn ang="0">
                    <a:pos x="T2" y="T3"/>
                  </a:cxn>
                  <a:cxn ang="0">
                    <a:pos x="T4" y="T5"/>
                  </a:cxn>
                  <a:cxn ang="0">
                    <a:pos x="T6" y="T7"/>
                  </a:cxn>
                </a:cxnLst>
                <a:rect l="0" t="0" r="r" b="b"/>
                <a:pathLst>
                  <a:path w="106" h="43">
                    <a:moveTo>
                      <a:pt x="0" y="2"/>
                    </a:moveTo>
                    <a:cubicBezTo>
                      <a:pt x="1" y="25"/>
                      <a:pt x="25" y="43"/>
                      <a:pt x="54" y="42"/>
                    </a:cubicBezTo>
                    <a:cubicBezTo>
                      <a:pt x="83" y="41"/>
                      <a:pt x="106" y="23"/>
                      <a:pt x="106" y="0"/>
                    </a:cubicBezTo>
                    <a:lnTo>
                      <a:pt x="0" y="2"/>
                    </a:lnTo>
                    <a:close/>
                  </a:path>
                </a:pathLst>
              </a:custGeom>
              <a:solidFill>
                <a:srgbClr val="DDAA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GB" dirty="0">
                  <a:solidFill>
                    <a:prstClr val="black"/>
                  </a:solidFill>
                  <a:latin typeface="Roboto Lt"/>
                  <a:cs typeface="Simplified Arabic" panose="02020603050405020304" pitchFamily="18" charset="-78"/>
                </a:endParaRPr>
              </a:p>
            </p:txBody>
          </p:sp>
          <p:sp>
            <p:nvSpPr>
              <p:cNvPr id="34" name="Freeform 33"/>
              <p:cNvSpPr>
                <a:spLocks/>
              </p:cNvSpPr>
              <p:nvPr/>
            </p:nvSpPr>
            <p:spPr bwMode="auto">
              <a:xfrm>
                <a:off x="5896782" y="2714411"/>
                <a:ext cx="123214" cy="34500"/>
              </a:xfrm>
              <a:custGeom>
                <a:avLst/>
                <a:gdLst>
                  <a:gd name="T0" fmla="*/ 0 w 53"/>
                  <a:gd name="T1" fmla="*/ 10 h 15"/>
                  <a:gd name="T2" fmla="*/ 27 w 53"/>
                  <a:gd name="T3" fmla="*/ 15 h 15"/>
                  <a:gd name="T4" fmla="*/ 53 w 53"/>
                  <a:gd name="T5" fmla="*/ 9 h 15"/>
                  <a:gd name="T6" fmla="*/ 27 w 53"/>
                  <a:gd name="T7" fmla="*/ 0 h 15"/>
                  <a:gd name="T8" fmla="*/ 0 w 53"/>
                  <a:gd name="T9" fmla="*/ 10 h 15"/>
                </a:gdLst>
                <a:ahLst/>
                <a:cxnLst>
                  <a:cxn ang="0">
                    <a:pos x="T0" y="T1"/>
                  </a:cxn>
                  <a:cxn ang="0">
                    <a:pos x="T2" y="T3"/>
                  </a:cxn>
                  <a:cxn ang="0">
                    <a:pos x="T4" y="T5"/>
                  </a:cxn>
                  <a:cxn ang="0">
                    <a:pos x="T6" y="T7"/>
                  </a:cxn>
                  <a:cxn ang="0">
                    <a:pos x="T8" y="T9"/>
                  </a:cxn>
                </a:cxnLst>
                <a:rect l="0" t="0" r="r" b="b"/>
                <a:pathLst>
                  <a:path w="53" h="15">
                    <a:moveTo>
                      <a:pt x="0" y="10"/>
                    </a:moveTo>
                    <a:cubicBezTo>
                      <a:pt x="8" y="13"/>
                      <a:pt x="17" y="15"/>
                      <a:pt x="27" y="15"/>
                    </a:cubicBezTo>
                    <a:cubicBezTo>
                      <a:pt x="36" y="15"/>
                      <a:pt x="45" y="13"/>
                      <a:pt x="53" y="9"/>
                    </a:cubicBezTo>
                    <a:cubicBezTo>
                      <a:pt x="48" y="4"/>
                      <a:pt x="38" y="0"/>
                      <a:pt x="27" y="0"/>
                    </a:cubicBezTo>
                    <a:cubicBezTo>
                      <a:pt x="15" y="1"/>
                      <a:pt x="5" y="5"/>
                      <a:pt x="0" y="10"/>
                    </a:cubicBezTo>
                    <a:close/>
                  </a:path>
                </a:pathLst>
              </a:custGeom>
              <a:solidFill>
                <a:srgbClr val="F27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GB" dirty="0">
                  <a:solidFill>
                    <a:prstClr val="black"/>
                  </a:solidFill>
                  <a:latin typeface="Roboto Lt"/>
                  <a:cs typeface="Simplified Arabic" panose="02020603050405020304" pitchFamily="18" charset="-78"/>
                </a:endParaRPr>
              </a:p>
            </p:txBody>
          </p:sp>
          <p:sp>
            <p:nvSpPr>
              <p:cNvPr id="35" name="Freeform 34"/>
              <p:cNvSpPr>
                <a:spLocks/>
              </p:cNvSpPr>
              <p:nvPr/>
            </p:nvSpPr>
            <p:spPr bwMode="auto">
              <a:xfrm>
                <a:off x="5840596" y="2651325"/>
                <a:ext cx="233614" cy="39429"/>
              </a:xfrm>
              <a:custGeom>
                <a:avLst/>
                <a:gdLst>
                  <a:gd name="T0" fmla="*/ 50 w 100"/>
                  <a:gd name="T1" fmla="*/ 17 h 17"/>
                  <a:gd name="T2" fmla="*/ 100 w 100"/>
                  <a:gd name="T3" fmla="*/ 0 h 17"/>
                  <a:gd name="T4" fmla="*/ 0 w 100"/>
                  <a:gd name="T5" fmla="*/ 2 h 17"/>
                  <a:gd name="T6" fmla="*/ 50 w 100"/>
                  <a:gd name="T7" fmla="*/ 17 h 17"/>
                </a:gdLst>
                <a:ahLst/>
                <a:cxnLst>
                  <a:cxn ang="0">
                    <a:pos x="T0" y="T1"/>
                  </a:cxn>
                  <a:cxn ang="0">
                    <a:pos x="T2" y="T3"/>
                  </a:cxn>
                  <a:cxn ang="0">
                    <a:pos x="T4" y="T5"/>
                  </a:cxn>
                  <a:cxn ang="0">
                    <a:pos x="T6" y="T7"/>
                  </a:cxn>
                </a:cxnLst>
                <a:rect l="0" t="0" r="r" b="b"/>
                <a:pathLst>
                  <a:path w="100" h="17">
                    <a:moveTo>
                      <a:pt x="50" y="17"/>
                    </a:moveTo>
                    <a:cubicBezTo>
                      <a:pt x="74" y="16"/>
                      <a:pt x="94" y="9"/>
                      <a:pt x="100" y="0"/>
                    </a:cubicBezTo>
                    <a:cubicBezTo>
                      <a:pt x="0" y="2"/>
                      <a:pt x="0" y="2"/>
                      <a:pt x="0" y="2"/>
                    </a:cubicBezTo>
                    <a:cubicBezTo>
                      <a:pt x="6" y="11"/>
                      <a:pt x="27" y="17"/>
                      <a:pt x="50" y="1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GB" dirty="0">
                  <a:solidFill>
                    <a:prstClr val="black"/>
                  </a:solidFill>
                  <a:latin typeface="Roboto Lt"/>
                  <a:cs typeface="Simplified Arabic" panose="02020603050405020304" pitchFamily="18" charset="-78"/>
                </a:endParaRPr>
              </a:p>
            </p:txBody>
          </p:sp>
        </p:grpSp>
      </p:grpSp>
      <p:sp>
        <p:nvSpPr>
          <p:cNvPr id="72" name="Text Placeholder 26"/>
          <p:cNvSpPr txBox="1">
            <a:spLocks/>
          </p:cNvSpPr>
          <p:nvPr/>
        </p:nvSpPr>
        <p:spPr>
          <a:xfrm>
            <a:off x="822389" y="3200906"/>
            <a:ext cx="6613941" cy="1948628"/>
          </a:xfrm>
          <a:prstGeom prst="rect">
            <a:avLst/>
          </a:prstGeom>
        </p:spPr>
        <p:txBody>
          <a:bodyPr/>
          <a:lstStyle>
            <a:lvl1pPr marL="0" indent="0" algn="l" defTabSz="914400" rtl="0" eaLnBrk="1" latinLnBrk="0" hangingPunct="1">
              <a:lnSpc>
                <a:spcPct val="90000"/>
              </a:lnSpc>
              <a:spcBef>
                <a:spcPts val="1000"/>
              </a:spcBef>
              <a:buFontTx/>
              <a:buNone/>
              <a:defRPr sz="1600" kern="1200">
                <a:solidFill>
                  <a:schemeClr val="tx1"/>
                </a:solidFill>
                <a:latin typeface="+mn-lt"/>
                <a:ea typeface="+mn-ea"/>
                <a:cs typeface="+mn-cs"/>
              </a:defRPr>
            </a:lvl1pPr>
            <a:lvl2pPr marL="457200" indent="0" algn="l" defTabSz="914400" rtl="0" eaLnBrk="1" latinLnBrk="0" hangingPunct="1">
              <a:lnSpc>
                <a:spcPct val="90000"/>
              </a:lnSpc>
              <a:spcBef>
                <a:spcPts val="500"/>
              </a:spcBef>
              <a:buFontTx/>
              <a:buNone/>
              <a:defRPr sz="14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Tx/>
              <a:buNone/>
              <a:defRPr sz="12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Tx/>
              <a:buNone/>
              <a:defRPr sz="11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Tx/>
              <a:buNone/>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r" rtl="1" fontAlgn="auto">
              <a:spcAft>
                <a:spcPts val="0"/>
              </a:spcAft>
            </a:pPr>
            <a:r>
              <a:rPr lang="ar-SA" sz="3200" b="1" dirty="0">
                <a:cs typeface="Simplified Arabic" panose="02020603050405020304" pitchFamily="18" charset="-78"/>
              </a:rPr>
              <a:t>نظام يسمح بإمكانية نقل وتوصيل المادة العلمية للطالب عبر وسائل تكنولوجيا المعلومات والاتصالات ووسائطهما المتعددة دون الحاجة للحضور إلى قاعات الدرس بشكل منتظم</a:t>
            </a:r>
            <a:endParaRPr lang="en-AU" sz="3200" dirty="0"/>
          </a:p>
        </p:txBody>
      </p:sp>
      <p:sp>
        <p:nvSpPr>
          <p:cNvPr id="85" name="Title 1"/>
          <p:cNvSpPr>
            <a:spLocks noGrp="1"/>
          </p:cNvSpPr>
          <p:nvPr>
            <p:ph type="title"/>
          </p:nvPr>
        </p:nvSpPr>
        <p:spPr>
          <a:xfrm>
            <a:off x="479425" y="703816"/>
            <a:ext cx="11233150" cy="405130"/>
          </a:xfrm>
        </p:spPr>
        <p:txBody>
          <a:bodyPr>
            <a:normAutofit fontScale="90000"/>
          </a:bodyPr>
          <a:lstStyle/>
          <a:p>
            <a:pPr algn="r" rtl="1"/>
            <a:r>
              <a:rPr lang="ar-SA" u="sng" dirty="0">
                <a:solidFill>
                  <a:srgbClr val="FF0000"/>
                </a:solidFill>
              </a:rPr>
              <a:t>‌ب-	التعليم الإلكتروني </a:t>
            </a:r>
            <a:r>
              <a:rPr lang="en-US" u="sng" dirty="0">
                <a:solidFill>
                  <a:srgbClr val="FF0000"/>
                </a:solidFill>
              </a:rPr>
              <a:t>E-Learning:</a:t>
            </a:r>
            <a:endParaRPr lang="en-AU" u="sng" dirty="0">
              <a:solidFill>
                <a:srgbClr val="FF0000"/>
              </a:solidFill>
            </a:endParaRPr>
          </a:p>
        </p:txBody>
      </p:sp>
    </p:spTree>
    <p:extLst>
      <p:ext uri="{BB962C8B-B14F-4D97-AF65-F5344CB8AC3E}">
        <p14:creationId xmlns:p14="http://schemas.microsoft.com/office/powerpoint/2010/main" val="20358498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animEffect transition="in" filter="fade">
                                      <p:cBhvr>
                                        <p:cTn id="9" dur="500"/>
                                        <p:tgtEl>
                                          <p:spTgt spid="4"/>
                                        </p:tgtEl>
                                      </p:cBhvr>
                                    </p:animEffect>
                                  </p:childTnLst>
                                </p:cTn>
                              </p:par>
                            </p:childTnLst>
                          </p:cTn>
                        </p:par>
                        <p:par>
                          <p:cTn id="10" fill="hold">
                            <p:stCondLst>
                              <p:cond delay="500"/>
                            </p:stCondLst>
                            <p:childTnLst>
                              <p:par>
                                <p:cTn id="11" presetID="10" presetClass="entr" presetSubtype="0" fill="hold" grpId="0" nodeType="afterEffect">
                                  <p:stCondLst>
                                    <p:cond delay="0"/>
                                  </p:stCondLst>
                                  <p:childTnLst>
                                    <p:set>
                                      <p:cBhvr>
                                        <p:cTn id="12" dur="1" fill="hold">
                                          <p:stCondLst>
                                            <p:cond delay="0"/>
                                          </p:stCondLst>
                                        </p:cTn>
                                        <p:tgtEl>
                                          <p:spTgt spid="72"/>
                                        </p:tgtEl>
                                        <p:attrNameLst>
                                          <p:attrName>style.visibility</p:attrName>
                                        </p:attrNameLst>
                                      </p:cBhvr>
                                      <p:to>
                                        <p:strVal val="visible"/>
                                      </p:to>
                                    </p:set>
                                    <p:animEffect transition="in" filter="fade">
                                      <p:cBhvr>
                                        <p:cTn id="13" dur="500"/>
                                        <p:tgtEl>
                                          <p:spTgt spid="7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2" grpId="0"/>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 3"/>
          <p:cNvGrpSpPr/>
          <p:nvPr/>
        </p:nvGrpSpPr>
        <p:grpSpPr>
          <a:xfrm>
            <a:off x="1992838" y="821094"/>
            <a:ext cx="1452960" cy="3520213"/>
            <a:chOff x="2506265" y="1668893"/>
            <a:chExt cx="1452960" cy="3520213"/>
          </a:xfrm>
        </p:grpSpPr>
        <p:sp>
          <p:nvSpPr>
            <p:cNvPr id="5" name="Freeform 4"/>
            <p:cNvSpPr>
              <a:spLocks/>
            </p:cNvSpPr>
            <p:nvPr/>
          </p:nvSpPr>
          <p:spPr bwMode="auto">
            <a:xfrm rot="10800000" flipH="1">
              <a:off x="3150883" y="2540339"/>
              <a:ext cx="670156" cy="1250520"/>
            </a:xfrm>
            <a:custGeom>
              <a:avLst/>
              <a:gdLst>
                <a:gd name="connsiteX0" fmla="*/ 138788 w 670156"/>
                <a:gd name="connsiteY0" fmla="*/ 1155858 h 1155858"/>
                <a:gd name="connsiteX1" fmla="*/ 270962 w 670156"/>
                <a:gd name="connsiteY1" fmla="*/ 1155858 h 1155858"/>
                <a:gd name="connsiteX2" fmla="*/ 392969 w 670156"/>
                <a:gd name="connsiteY2" fmla="*/ 1155858 h 1155858"/>
                <a:gd name="connsiteX3" fmla="*/ 530227 w 670156"/>
                <a:gd name="connsiteY3" fmla="*/ 1155858 h 1155858"/>
                <a:gd name="connsiteX4" fmla="*/ 611724 w 670156"/>
                <a:gd name="connsiteY4" fmla="*/ 1132192 h 1155858"/>
                <a:gd name="connsiteX5" fmla="*/ 633088 w 670156"/>
                <a:gd name="connsiteY5" fmla="*/ 1125988 h 1155858"/>
                <a:gd name="connsiteX6" fmla="*/ 643824 w 670156"/>
                <a:gd name="connsiteY6" fmla="*/ 1075078 h 1155858"/>
                <a:gd name="connsiteX7" fmla="*/ 670156 w 670156"/>
                <a:gd name="connsiteY7" fmla="*/ 739370 h 1155858"/>
                <a:gd name="connsiteX8" fmla="*/ 663833 w 670156"/>
                <a:gd name="connsiteY8" fmla="*/ 577939 h 1155858"/>
                <a:gd name="connsiteX9" fmla="*/ 670156 w 670156"/>
                <a:gd name="connsiteY9" fmla="*/ 416488 h 1155858"/>
                <a:gd name="connsiteX10" fmla="*/ 643824 w 670156"/>
                <a:gd name="connsiteY10" fmla="*/ 80780 h 1155858"/>
                <a:gd name="connsiteX11" fmla="*/ 632928 w 670156"/>
                <a:gd name="connsiteY11" fmla="*/ 29109 h 1155858"/>
                <a:gd name="connsiteX12" fmla="*/ 590098 w 670156"/>
                <a:gd name="connsiteY12" fmla="*/ 16833 h 1155858"/>
                <a:gd name="connsiteX13" fmla="*/ 531368 w 670156"/>
                <a:gd name="connsiteY13" fmla="*/ 0 h 1155858"/>
                <a:gd name="connsiteX14" fmla="*/ 399194 w 670156"/>
                <a:gd name="connsiteY14" fmla="*/ 0 h 1155858"/>
                <a:gd name="connsiteX15" fmla="*/ 277187 w 670156"/>
                <a:gd name="connsiteY15" fmla="*/ 0 h 1155858"/>
                <a:gd name="connsiteX16" fmla="*/ 139929 w 670156"/>
                <a:gd name="connsiteY16" fmla="*/ 0 h 1155858"/>
                <a:gd name="connsiteX17" fmla="*/ 58432 w 670156"/>
                <a:gd name="connsiteY17" fmla="*/ 23666 h 1155858"/>
                <a:gd name="connsiteX18" fmla="*/ 37068 w 670156"/>
                <a:gd name="connsiteY18" fmla="*/ 29870 h 1155858"/>
                <a:gd name="connsiteX19" fmla="*/ 26332 w 670156"/>
                <a:gd name="connsiteY19" fmla="*/ 80780 h 1155858"/>
                <a:gd name="connsiteX20" fmla="*/ 0 w 670156"/>
                <a:gd name="connsiteY20" fmla="*/ 416488 h 1155858"/>
                <a:gd name="connsiteX21" fmla="*/ 6323 w 670156"/>
                <a:gd name="connsiteY21" fmla="*/ 577920 h 1155858"/>
                <a:gd name="connsiteX22" fmla="*/ 0 w 670156"/>
                <a:gd name="connsiteY22" fmla="*/ 739370 h 1155858"/>
                <a:gd name="connsiteX23" fmla="*/ 26332 w 670156"/>
                <a:gd name="connsiteY23" fmla="*/ 1075078 h 1155858"/>
                <a:gd name="connsiteX24" fmla="*/ 37228 w 670156"/>
                <a:gd name="connsiteY24" fmla="*/ 1126749 h 1155858"/>
                <a:gd name="connsiteX25" fmla="*/ 80058 w 670156"/>
                <a:gd name="connsiteY25" fmla="*/ 1139025 h 1155858"/>
                <a:gd name="connsiteX26" fmla="*/ 138788 w 670156"/>
                <a:gd name="connsiteY26" fmla="*/ 1155858 h 1155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670156" h="1155858">
                  <a:moveTo>
                    <a:pt x="138788" y="1155858"/>
                  </a:moveTo>
                  <a:cubicBezTo>
                    <a:pt x="138788" y="1155858"/>
                    <a:pt x="138788" y="1155858"/>
                    <a:pt x="270962" y="1155858"/>
                  </a:cubicBezTo>
                  <a:cubicBezTo>
                    <a:pt x="270962" y="1155858"/>
                    <a:pt x="270962" y="1155858"/>
                    <a:pt x="392969" y="1155858"/>
                  </a:cubicBezTo>
                  <a:cubicBezTo>
                    <a:pt x="392969" y="1155858"/>
                    <a:pt x="392969" y="1155858"/>
                    <a:pt x="530227" y="1155858"/>
                  </a:cubicBezTo>
                  <a:cubicBezTo>
                    <a:pt x="530227" y="1155858"/>
                    <a:pt x="530227" y="1155858"/>
                    <a:pt x="611724" y="1132192"/>
                  </a:cubicBezTo>
                  <a:lnTo>
                    <a:pt x="633088" y="1125988"/>
                  </a:lnTo>
                  <a:lnTo>
                    <a:pt x="643824" y="1075078"/>
                  </a:lnTo>
                  <a:cubicBezTo>
                    <a:pt x="660780" y="971895"/>
                    <a:pt x="670156" y="858451"/>
                    <a:pt x="670156" y="739370"/>
                  </a:cubicBezTo>
                  <a:lnTo>
                    <a:pt x="663833" y="577939"/>
                  </a:lnTo>
                  <a:lnTo>
                    <a:pt x="670156" y="416488"/>
                  </a:lnTo>
                  <a:cubicBezTo>
                    <a:pt x="670156" y="297407"/>
                    <a:pt x="660780" y="183963"/>
                    <a:pt x="643824" y="80780"/>
                  </a:cubicBezTo>
                  <a:lnTo>
                    <a:pt x="632928" y="29109"/>
                  </a:lnTo>
                  <a:lnTo>
                    <a:pt x="590098" y="16833"/>
                  </a:lnTo>
                  <a:cubicBezTo>
                    <a:pt x="573070" y="11953"/>
                    <a:pt x="553609" y="6375"/>
                    <a:pt x="531368" y="0"/>
                  </a:cubicBezTo>
                  <a:cubicBezTo>
                    <a:pt x="531368" y="0"/>
                    <a:pt x="531368" y="0"/>
                    <a:pt x="399194" y="0"/>
                  </a:cubicBezTo>
                  <a:cubicBezTo>
                    <a:pt x="399194" y="0"/>
                    <a:pt x="399194" y="0"/>
                    <a:pt x="277187" y="0"/>
                  </a:cubicBezTo>
                  <a:cubicBezTo>
                    <a:pt x="277187" y="0"/>
                    <a:pt x="277187" y="0"/>
                    <a:pt x="139929" y="0"/>
                  </a:cubicBezTo>
                  <a:cubicBezTo>
                    <a:pt x="139929" y="0"/>
                    <a:pt x="139929" y="0"/>
                    <a:pt x="58432" y="23666"/>
                  </a:cubicBezTo>
                  <a:lnTo>
                    <a:pt x="37068" y="29870"/>
                  </a:lnTo>
                  <a:lnTo>
                    <a:pt x="26332" y="80780"/>
                  </a:lnTo>
                  <a:cubicBezTo>
                    <a:pt x="9376" y="183963"/>
                    <a:pt x="0" y="297407"/>
                    <a:pt x="0" y="416488"/>
                  </a:cubicBezTo>
                  <a:lnTo>
                    <a:pt x="6323" y="577920"/>
                  </a:lnTo>
                  <a:lnTo>
                    <a:pt x="0" y="739370"/>
                  </a:lnTo>
                  <a:cubicBezTo>
                    <a:pt x="0" y="858451"/>
                    <a:pt x="9376" y="971895"/>
                    <a:pt x="26332" y="1075078"/>
                  </a:cubicBezTo>
                  <a:lnTo>
                    <a:pt x="37228" y="1126749"/>
                  </a:lnTo>
                  <a:lnTo>
                    <a:pt x="80058" y="1139025"/>
                  </a:lnTo>
                  <a:cubicBezTo>
                    <a:pt x="97086" y="1143905"/>
                    <a:pt x="116547" y="1149483"/>
                    <a:pt x="138788" y="1155858"/>
                  </a:cubicBezTo>
                  <a:close/>
                </a:path>
              </a:pathLst>
            </a:custGeom>
            <a:solidFill>
              <a:srgbClr val="44546A"/>
            </a:solidFill>
            <a:ln>
              <a:noFill/>
            </a:ln>
            <a:extLst/>
          </p:spPr>
          <p:txBody>
            <a:bodyPr vert="horz" wrap="square" lIns="91440" tIns="45720" rIns="91440" bIns="45720" numCol="1" anchor="t" anchorCtr="0" compatLnSpc="1">
              <a:prstTxWarp prst="textNoShape">
                <a:avLst/>
              </a:prstTxWarp>
              <a:noAutofit/>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6" name="Oval 5"/>
            <p:cNvSpPr/>
            <p:nvPr/>
          </p:nvSpPr>
          <p:spPr>
            <a:xfrm>
              <a:off x="3563330" y="2568894"/>
              <a:ext cx="386231" cy="755200"/>
            </a:xfrm>
            <a:prstGeom prst="ellipse">
              <a:avLst/>
            </a:prstGeom>
            <a:solidFill>
              <a:srgbClr val="44546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7" name="Rectangle 71"/>
            <p:cNvSpPr>
              <a:spLocks noChangeArrowheads="1"/>
            </p:cNvSpPr>
            <p:nvPr/>
          </p:nvSpPr>
          <p:spPr bwMode="auto">
            <a:xfrm>
              <a:off x="3550534" y="3717156"/>
              <a:ext cx="195263" cy="1360488"/>
            </a:xfrm>
            <a:prstGeom prst="rect">
              <a:avLst/>
            </a:prstGeom>
            <a:solidFill>
              <a:srgbClr val="44546A"/>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GB" dirty="0">
                <a:solidFill>
                  <a:prstClr val="black"/>
                </a:solidFill>
                <a:latin typeface="Roboto Lt"/>
                <a:cs typeface="Simplified Arabic" panose="02020603050405020304" pitchFamily="18" charset="-78"/>
              </a:endParaRPr>
            </a:p>
          </p:txBody>
        </p:sp>
        <p:sp>
          <p:nvSpPr>
            <p:cNvPr id="8" name="Rectangle 72"/>
            <p:cNvSpPr>
              <a:spLocks noChangeArrowheads="1"/>
            </p:cNvSpPr>
            <p:nvPr/>
          </p:nvSpPr>
          <p:spPr bwMode="auto">
            <a:xfrm>
              <a:off x="3240019" y="3717156"/>
              <a:ext cx="195263" cy="1360488"/>
            </a:xfrm>
            <a:prstGeom prst="rect">
              <a:avLst/>
            </a:prstGeom>
            <a:solidFill>
              <a:srgbClr val="44546A"/>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GB" dirty="0">
                <a:solidFill>
                  <a:prstClr val="black"/>
                </a:solidFill>
                <a:latin typeface="Roboto Lt"/>
                <a:cs typeface="Simplified Arabic" panose="02020603050405020304" pitchFamily="18" charset="-78"/>
              </a:endParaRPr>
            </a:p>
          </p:txBody>
        </p:sp>
        <p:grpSp>
          <p:nvGrpSpPr>
            <p:cNvPr id="9" name="Group 8"/>
            <p:cNvGrpSpPr/>
            <p:nvPr/>
          </p:nvGrpSpPr>
          <p:grpSpPr>
            <a:xfrm>
              <a:off x="2506265" y="2570592"/>
              <a:ext cx="837860" cy="1877663"/>
              <a:chOff x="3842575" y="3854062"/>
              <a:chExt cx="916124" cy="2053053"/>
            </a:xfrm>
          </p:grpSpPr>
          <p:sp>
            <p:nvSpPr>
              <p:cNvPr id="54" name="Freeform 53"/>
              <p:cNvSpPr>
                <a:spLocks/>
              </p:cNvSpPr>
              <p:nvPr/>
            </p:nvSpPr>
            <p:spPr bwMode="auto">
              <a:xfrm>
                <a:off x="4145599" y="5164821"/>
                <a:ext cx="389941" cy="202018"/>
              </a:xfrm>
              <a:custGeom>
                <a:avLst/>
                <a:gdLst>
                  <a:gd name="T0" fmla="*/ 34 w 35"/>
                  <a:gd name="T1" fmla="*/ 18 h 18"/>
                  <a:gd name="T2" fmla="*/ 18 w 35"/>
                  <a:gd name="T3" fmla="*/ 2 h 18"/>
                  <a:gd name="T4" fmla="*/ 2 w 35"/>
                  <a:gd name="T5" fmla="*/ 16 h 18"/>
                  <a:gd name="T6" fmla="*/ 0 w 35"/>
                  <a:gd name="T7" fmla="*/ 16 h 18"/>
                  <a:gd name="T8" fmla="*/ 18 w 35"/>
                  <a:gd name="T9" fmla="*/ 1 h 18"/>
                  <a:gd name="T10" fmla="*/ 35 w 35"/>
                  <a:gd name="T11" fmla="*/ 17 h 18"/>
                  <a:gd name="T12" fmla="*/ 34 w 35"/>
                  <a:gd name="T13" fmla="*/ 18 h 18"/>
                </a:gdLst>
                <a:ahLst/>
                <a:cxnLst>
                  <a:cxn ang="0">
                    <a:pos x="T0" y="T1"/>
                  </a:cxn>
                  <a:cxn ang="0">
                    <a:pos x="T2" y="T3"/>
                  </a:cxn>
                  <a:cxn ang="0">
                    <a:pos x="T4" y="T5"/>
                  </a:cxn>
                  <a:cxn ang="0">
                    <a:pos x="T6" y="T7"/>
                  </a:cxn>
                  <a:cxn ang="0">
                    <a:pos x="T8" y="T9"/>
                  </a:cxn>
                  <a:cxn ang="0">
                    <a:pos x="T10" y="T11"/>
                  </a:cxn>
                  <a:cxn ang="0">
                    <a:pos x="T12" y="T13"/>
                  </a:cxn>
                </a:cxnLst>
                <a:rect l="0" t="0" r="r" b="b"/>
                <a:pathLst>
                  <a:path w="35" h="18">
                    <a:moveTo>
                      <a:pt x="34" y="18"/>
                    </a:moveTo>
                    <a:cubicBezTo>
                      <a:pt x="29" y="8"/>
                      <a:pt x="24" y="2"/>
                      <a:pt x="18" y="2"/>
                    </a:cubicBezTo>
                    <a:cubicBezTo>
                      <a:pt x="9" y="2"/>
                      <a:pt x="2" y="16"/>
                      <a:pt x="2" y="16"/>
                    </a:cubicBezTo>
                    <a:cubicBezTo>
                      <a:pt x="0" y="16"/>
                      <a:pt x="0" y="16"/>
                      <a:pt x="0" y="16"/>
                    </a:cubicBezTo>
                    <a:cubicBezTo>
                      <a:pt x="0" y="15"/>
                      <a:pt x="8" y="0"/>
                      <a:pt x="18" y="1"/>
                    </a:cubicBezTo>
                    <a:cubicBezTo>
                      <a:pt x="24" y="1"/>
                      <a:pt x="30" y="6"/>
                      <a:pt x="35" y="17"/>
                    </a:cubicBezTo>
                    <a:cubicBezTo>
                      <a:pt x="34" y="18"/>
                      <a:pt x="34" y="18"/>
                      <a:pt x="34" y="18"/>
                    </a:cubicBezTo>
                  </a:path>
                </a:pathLst>
              </a:custGeom>
              <a:solidFill>
                <a:srgbClr val="2E26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55" name="Freeform 54"/>
              <p:cNvSpPr>
                <a:spLocks/>
              </p:cNvSpPr>
              <p:nvPr/>
            </p:nvSpPr>
            <p:spPr bwMode="auto">
              <a:xfrm>
                <a:off x="3842575" y="5333951"/>
                <a:ext cx="916124" cy="573164"/>
              </a:xfrm>
              <a:custGeom>
                <a:avLst/>
                <a:gdLst>
                  <a:gd name="T0" fmla="*/ 81 w 82"/>
                  <a:gd name="T1" fmla="*/ 47 h 51"/>
                  <a:gd name="T2" fmla="*/ 77 w 82"/>
                  <a:gd name="T3" fmla="*/ 51 h 51"/>
                  <a:gd name="T4" fmla="*/ 3 w 82"/>
                  <a:gd name="T5" fmla="*/ 48 h 51"/>
                  <a:gd name="T6" fmla="*/ 0 w 82"/>
                  <a:gd name="T7" fmla="*/ 44 h 51"/>
                  <a:gd name="T8" fmla="*/ 1 w 82"/>
                  <a:gd name="T9" fmla="*/ 3 h 51"/>
                  <a:gd name="T10" fmla="*/ 5 w 82"/>
                  <a:gd name="T11" fmla="*/ 0 h 51"/>
                  <a:gd name="T12" fmla="*/ 79 w 82"/>
                  <a:gd name="T13" fmla="*/ 3 h 51"/>
                  <a:gd name="T14" fmla="*/ 82 w 82"/>
                  <a:gd name="T15" fmla="*/ 6 h 51"/>
                  <a:gd name="T16" fmla="*/ 81 w 82"/>
                  <a:gd name="T17" fmla="*/ 47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2" h="51">
                    <a:moveTo>
                      <a:pt x="81" y="47"/>
                    </a:moveTo>
                    <a:cubicBezTo>
                      <a:pt x="80" y="49"/>
                      <a:pt x="79" y="51"/>
                      <a:pt x="77" y="51"/>
                    </a:cubicBezTo>
                    <a:cubicBezTo>
                      <a:pt x="3" y="48"/>
                      <a:pt x="3" y="48"/>
                      <a:pt x="3" y="48"/>
                    </a:cubicBezTo>
                    <a:cubicBezTo>
                      <a:pt x="1" y="48"/>
                      <a:pt x="0" y="46"/>
                      <a:pt x="0" y="44"/>
                    </a:cubicBezTo>
                    <a:cubicBezTo>
                      <a:pt x="1" y="3"/>
                      <a:pt x="1" y="3"/>
                      <a:pt x="1" y="3"/>
                    </a:cubicBezTo>
                    <a:cubicBezTo>
                      <a:pt x="1" y="1"/>
                      <a:pt x="3" y="0"/>
                      <a:pt x="5" y="0"/>
                    </a:cubicBezTo>
                    <a:cubicBezTo>
                      <a:pt x="79" y="3"/>
                      <a:pt x="79" y="3"/>
                      <a:pt x="79" y="3"/>
                    </a:cubicBezTo>
                    <a:cubicBezTo>
                      <a:pt x="81" y="3"/>
                      <a:pt x="82" y="4"/>
                      <a:pt x="82" y="6"/>
                    </a:cubicBezTo>
                    <a:cubicBezTo>
                      <a:pt x="81" y="47"/>
                      <a:pt x="81" y="47"/>
                      <a:pt x="81" y="47"/>
                    </a:cubicBezTo>
                  </a:path>
                </a:pathLst>
              </a:custGeom>
              <a:solidFill>
                <a:srgbClr val="242424"/>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56" name="Freeform 55"/>
              <p:cNvSpPr>
                <a:spLocks/>
              </p:cNvSpPr>
              <p:nvPr/>
            </p:nvSpPr>
            <p:spPr bwMode="auto">
              <a:xfrm>
                <a:off x="4265401" y="5582950"/>
                <a:ext cx="89265" cy="108057"/>
              </a:xfrm>
              <a:custGeom>
                <a:avLst/>
                <a:gdLst>
                  <a:gd name="T0" fmla="*/ 19 w 19"/>
                  <a:gd name="T1" fmla="*/ 23 h 23"/>
                  <a:gd name="T2" fmla="*/ 0 w 19"/>
                  <a:gd name="T3" fmla="*/ 23 h 23"/>
                  <a:gd name="T4" fmla="*/ 3 w 19"/>
                  <a:gd name="T5" fmla="*/ 0 h 23"/>
                  <a:gd name="T6" fmla="*/ 19 w 19"/>
                  <a:gd name="T7" fmla="*/ 0 h 23"/>
                  <a:gd name="T8" fmla="*/ 19 w 19"/>
                  <a:gd name="T9" fmla="*/ 23 h 23"/>
                </a:gdLst>
                <a:ahLst/>
                <a:cxnLst>
                  <a:cxn ang="0">
                    <a:pos x="T0" y="T1"/>
                  </a:cxn>
                  <a:cxn ang="0">
                    <a:pos x="T2" y="T3"/>
                  </a:cxn>
                  <a:cxn ang="0">
                    <a:pos x="T4" y="T5"/>
                  </a:cxn>
                  <a:cxn ang="0">
                    <a:pos x="T6" y="T7"/>
                  </a:cxn>
                  <a:cxn ang="0">
                    <a:pos x="T8" y="T9"/>
                  </a:cxn>
                </a:cxnLst>
                <a:rect l="0" t="0" r="r" b="b"/>
                <a:pathLst>
                  <a:path w="19" h="23">
                    <a:moveTo>
                      <a:pt x="19" y="23"/>
                    </a:moveTo>
                    <a:lnTo>
                      <a:pt x="0" y="23"/>
                    </a:lnTo>
                    <a:lnTo>
                      <a:pt x="3" y="0"/>
                    </a:lnTo>
                    <a:lnTo>
                      <a:pt x="19" y="0"/>
                    </a:lnTo>
                    <a:lnTo>
                      <a:pt x="19" y="2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57" name="Freeform 56"/>
              <p:cNvSpPr>
                <a:spLocks/>
              </p:cNvSpPr>
              <p:nvPr/>
            </p:nvSpPr>
            <p:spPr bwMode="auto">
              <a:xfrm>
                <a:off x="3851972" y="5333951"/>
                <a:ext cx="906727" cy="394637"/>
              </a:xfrm>
              <a:custGeom>
                <a:avLst/>
                <a:gdLst>
                  <a:gd name="T0" fmla="*/ 78 w 81"/>
                  <a:gd name="T1" fmla="*/ 3 h 35"/>
                  <a:gd name="T2" fmla="*/ 4 w 81"/>
                  <a:gd name="T3" fmla="*/ 0 h 35"/>
                  <a:gd name="T4" fmla="*/ 0 w 81"/>
                  <a:gd name="T5" fmla="*/ 3 h 35"/>
                  <a:gd name="T6" fmla="*/ 0 w 81"/>
                  <a:gd name="T7" fmla="*/ 8 h 35"/>
                  <a:gd name="T8" fmla="*/ 81 w 81"/>
                  <a:gd name="T9" fmla="*/ 13 h 35"/>
                  <a:gd name="T10" fmla="*/ 81 w 81"/>
                  <a:gd name="T11" fmla="*/ 6 h 35"/>
                  <a:gd name="T12" fmla="*/ 78 w 81"/>
                  <a:gd name="T13" fmla="*/ 3 h 35"/>
                </a:gdLst>
                <a:ahLst/>
                <a:cxnLst>
                  <a:cxn ang="0">
                    <a:pos x="T0" y="T1"/>
                  </a:cxn>
                  <a:cxn ang="0">
                    <a:pos x="T2" y="T3"/>
                  </a:cxn>
                  <a:cxn ang="0">
                    <a:pos x="T4" y="T5"/>
                  </a:cxn>
                  <a:cxn ang="0">
                    <a:pos x="T6" y="T7"/>
                  </a:cxn>
                  <a:cxn ang="0">
                    <a:pos x="T8" y="T9"/>
                  </a:cxn>
                  <a:cxn ang="0">
                    <a:pos x="T10" y="T11"/>
                  </a:cxn>
                  <a:cxn ang="0">
                    <a:pos x="T12" y="T13"/>
                  </a:cxn>
                </a:cxnLst>
                <a:rect l="0" t="0" r="r" b="b"/>
                <a:pathLst>
                  <a:path w="81" h="35">
                    <a:moveTo>
                      <a:pt x="78" y="3"/>
                    </a:moveTo>
                    <a:cubicBezTo>
                      <a:pt x="4" y="0"/>
                      <a:pt x="4" y="0"/>
                      <a:pt x="4" y="0"/>
                    </a:cubicBezTo>
                    <a:cubicBezTo>
                      <a:pt x="2" y="0"/>
                      <a:pt x="0" y="1"/>
                      <a:pt x="0" y="3"/>
                    </a:cubicBezTo>
                    <a:cubicBezTo>
                      <a:pt x="0" y="8"/>
                      <a:pt x="0" y="8"/>
                      <a:pt x="0" y="8"/>
                    </a:cubicBezTo>
                    <a:cubicBezTo>
                      <a:pt x="17" y="21"/>
                      <a:pt x="47" y="35"/>
                      <a:pt x="81" y="13"/>
                    </a:cubicBezTo>
                    <a:cubicBezTo>
                      <a:pt x="81" y="6"/>
                      <a:pt x="81" y="6"/>
                      <a:pt x="81" y="6"/>
                    </a:cubicBezTo>
                    <a:cubicBezTo>
                      <a:pt x="81" y="4"/>
                      <a:pt x="80" y="3"/>
                      <a:pt x="78" y="3"/>
                    </a:cubicBezTo>
                  </a:path>
                </a:pathLst>
              </a:custGeom>
              <a:solidFill>
                <a:srgbClr val="4C4C4C"/>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58" name="Freeform 57"/>
              <p:cNvSpPr>
                <a:spLocks/>
              </p:cNvSpPr>
              <p:nvPr/>
            </p:nvSpPr>
            <p:spPr bwMode="auto">
              <a:xfrm>
                <a:off x="4265401" y="5568854"/>
                <a:ext cx="89265" cy="122150"/>
              </a:xfrm>
              <a:custGeom>
                <a:avLst/>
                <a:gdLst>
                  <a:gd name="T0" fmla="*/ 7 w 8"/>
                  <a:gd name="T1" fmla="*/ 10 h 11"/>
                  <a:gd name="T2" fmla="*/ 1 w 8"/>
                  <a:gd name="T3" fmla="*/ 9 h 11"/>
                  <a:gd name="T4" fmla="*/ 1 w 8"/>
                  <a:gd name="T5" fmla="*/ 0 h 11"/>
                  <a:gd name="T6" fmla="*/ 8 w 8"/>
                  <a:gd name="T7" fmla="*/ 0 h 11"/>
                  <a:gd name="T8" fmla="*/ 7 w 8"/>
                  <a:gd name="T9" fmla="*/ 10 h 11"/>
                </a:gdLst>
                <a:ahLst/>
                <a:cxnLst>
                  <a:cxn ang="0">
                    <a:pos x="T0" y="T1"/>
                  </a:cxn>
                  <a:cxn ang="0">
                    <a:pos x="T2" y="T3"/>
                  </a:cxn>
                  <a:cxn ang="0">
                    <a:pos x="T4" y="T5"/>
                  </a:cxn>
                  <a:cxn ang="0">
                    <a:pos x="T6" y="T7"/>
                  </a:cxn>
                  <a:cxn ang="0">
                    <a:pos x="T8" y="T9"/>
                  </a:cxn>
                </a:cxnLst>
                <a:rect l="0" t="0" r="r" b="b"/>
                <a:pathLst>
                  <a:path w="8" h="11">
                    <a:moveTo>
                      <a:pt x="7" y="10"/>
                    </a:moveTo>
                    <a:cubicBezTo>
                      <a:pt x="6" y="11"/>
                      <a:pt x="2" y="10"/>
                      <a:pt x="1" y="9"/>
                    </a:cubicBezTo>
                    <a:cubicBezTo>
                      <a:pt x="0" y="6"/>
                      <a:pt x="1" y="0"/>
                      <a:pt x="1" y="0"/>
                    </a:cubicBezTo>
                    <a:cubicBezTo>
                      <a:pt x="8" y="0"/>
                      <a:pt x="8" y="0"/>
                      <a:pt x="8" y="0"/>
                    </a:cubicBezTo>
                    <a:cubicBezTo>
                      <a:pt x="8" y="0"/>
                      <a:pt x="8" y="6"/>
                      <a:pt x="7" y="10"/>
                    </a:cubicBezTo>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59" name="Freeform 58"/>
              <p:cNvSpPr>
                <a:spLocks/>
              </p:cNvSpPr>
              <p:nvPr/>
            </p:nvSpPr>
            <p:spPr bwMode="auto">
              <a:xfrm>
                <a:off x="4143251" y="5277574"/>
                <a:ext cx="46980" cy="70472"/>
              </a:xfrm>
              <a:custGeom>
                <a:avLst/>
                <a:gdLst>
                  <a:gd name="T0" fmla="*/ 4 w 4"/>
                  <a:gd name="T1" fmla="*/ 0 h 6"/>
                  <a:gd name="T2" fmla="*/ 0 w 4"/>
                  <a:gd name="T3" fmla="*/ 6 h 6"/>
                  <a:gd name="T4" fmla="*/ 0 w 4"/>
                  <a:gd name="T5" fmla="*/ 6 h 6"/>
                  <a:gd name="T6" fmla="*/ 4 w 4"/>
                  <a:gd name="T7" fmla="*/ 0 h 6"/>
                  <a:gd name="T8" fmla="*/ 4 w 4"/>
                  <a:gd name="T9" fmla="*/ 0 h 6"/>
                </a:gdLst>
                <a:ahLst/>
                <a:cxnLst>
                  <a:cxn ang="0">
                    <a:pos x="T0" y="T1"/>
                  </a:cxn>
                  <a:cxn ang="0">
                    <a:pos x="T2" y="T3"/>
                  </a:cxn>
                  <a:cxn ang="0">
                    <a:pos x="T4" y="T5"/>
                  </a:cxn>
                  <a:cxn ang="0">
                    <a:pos x="T6" y="T7"/>
                  </a:cxn>
                  <a:cxn ang="0">
                    <a:pos x="T8" y="T9"/>
                  </a:cxn>
                </a:cxnLst>
                <a:rect l="0" t="0" r="r" b="b"/>
                <a:pathLst>
                  <a:path w="4" h="6">
                    <a:moveTo>
                      <a:pt x="4" y="0"/>
                    </a:moveTo>
                    <a:cubicBezTo>
                      <a:pt x="2" y="2"/>
                      <a:pt x="1" y="5"/>
                      <a:pt x="0" y="6"/>
                    </a:cubicBezTo>
                    <a:cubicBezTo>
                      <a:pt x="0" y="6"/>
                      <a:pt x="0" y="6"/>
                      <a:pt x="0" y="6"/>
                    </a:cubicBezTo>
                    <a:cubicBezTo>
                      <a:pt x="1" y="5"/>
                      <a:pt x="2" y="2"/>
                      <a:pt x="4" y="0"/>
                    </a:cubicBezTo>
                    <a:cubicBezTo>
                      <a:pt x="4" y="0"/>
                      <a:pt x="4" y="0"/>
                      <a:pt x="4" y="0"/>
                    </a:cubicBezTo>
                  </a:path>
                </a:pathLst>
              </a:custGeom>
              <a:solidFill>
                <a:srgbClr val="898C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60" name="Freeform 59"/>
              <p:cNvSpPr>
                <a:spLocks/>
              </p:cNvSpPr>
              <p:nvPr/>
            </p:nvSpPr>
            <p:spPr bwMode="auto">
              <a:xfrm>
                <a:off x="4190232" y="5188312"/>
                <a:ext cx="122150" cy="89265"/>
              </a:xfrm>
              <a:custGeom>
                <a:avLst/>
                <a:gdLst>
                  <a:gd name="T0" fmla="*/ 11 w 11"/>
                  <a:gd name="T1" fmla="*/ 0 h 8"/>
                  <a:gd name="T2" fmla="*/ 0 w 11"/>
                  <a:gd name="T3" fmla="*/ 8 h 8"/>
                  <a:gd name="T4" fmla="*/ 0 w 11"/>
                  <a:gd name="T5" fmla="*/ 8 h 8"/>
                  <a:gd name="T6" fmla="*/ 11 w 11"/>
                  <a:gd name="T7" fmla="*/ 0 h 8"/>
                  <a:gd name="T8" fmla="*/ 11 w 11"/>
                  <a:gd name="T9" fmla="*/ 0 h 8"/>
                </a:gdLst>
                <a:ahLst/>
                <a:cxnLst>
                  <a:cxn ang="0">
                    <a:pos x="T0" y="T1"/>
                  </a:cxn>
                  <a:cxn ang="0">
                    <a:pos x="T2" y="T3"/>
                  </a:cxn>
                  <a:cxn ang="0">
                    <a:pos x="T4" y="T5"/>
                  </a:cxn>
                  <a:cxn ang="0">
                    <a:pos x="T6" y="T7"/>
                  </a:cxn>
                  <a:cxn ang="0">
                    <a:pos x="T8" y="T9"/>
                  </a:cxn>
                </a:cxnLst>
                <a:rect l="0" t="0" r="r" b="b"/>
                <a:pathLst>
                  <a:path w="11" h="8">
                    <a:moveTo>
                      <a:pt x="11" y="0"/>
                    </a:moveTo>
                    <a:cubicBezTo>
                      <a:pt x="7" y="1"/>
                      <a:pt x="3" y="4"/>
                      <a:pt x="0" y="8"/>
                    </a:cubicBezTo>
                    <a:cubicBezTo>
                      <a:pt x="0" y="8"/>
                      <a:pt x="0" y="8"/>
                      <a:pt x="0" y="8"/>
                    </a:cubicBezTo>
                    <a:cubicBezTo>
                      <a:pt x="3" y="4"/>
                      <a:pt x="7" y="1"/>
                      <a:pt x="11" y="0"/>
                    </a:cubicBezTo>
                    <a:cubicBezTo>
                      <a:pt x="11" y="0"/>
                      <a:pt x="11" y="0"/>
                      <a:pt x="11" y="0"/>
                    </a:cubicBezTo>
                  </a:path>
                </a:pathLst>
              </a:custGeom>
              <a:solidFill>
                <a:srgbClr val="4F52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61" name="Freeform 60"/>
              <p:cNvSpPr>
                <a:spLocks/>
              </p:cNvSpPr>
              <p:nvPr/>
            </p:nvSpPr>
            <p:spPr bwMode="auto">
              <a:xfrm>
                <a:off x="4205172" y="5000390"/>
                <a:ext cx="300676" cy="324168"/>
              </a:xfrm>
              <a:custGeom>
                <a:avLst/>
                <a:gdLst>
                  <a:gd name="T0" fmla="*/ 1 w 27"/>
                  <a:gd name="T1" fmla="*/ 23 h 29"/>
                  <a:gd name="T2" fmla="*/ 6 w 27"/>
                  <a:gd name="T3" fmla="*/ 22 h 29"/>
                  <a:gd name="T4" fmla="*/ 5 w 27"/>
                  <a:gd name="T5" fmla="*/ 20 h 29"/>
                  <a:gd name="T6" fmla="*/ 6 w 27"/>
                  <a:gd name="T7" fmla="*/ 20 h 29"/>
                  <a:gd name="T8" fmla="*/ 6 w 27"/>
                  <a:gd name="T9" fmla="*/ 25 h 29"/>
                  <a:gd name="T10" fmla="*/ 11 w 27"/>
                  <a:gd name="T11" fmla="*/ 24 h 29"/>
                  <a:gd name="T12" fmla="*/ 11 w 27"/>
                  <a:gd name="T13" fmla="*/ 20 h 29"/>
                  <a:gd name="T14" fmla="*/ 11 w 27"/>
                  <a:gd name="T15" fmla="*/ 20 h 29"/>
                  <a:gd name="T16" fmla="*/ 11 w 27"/>
                  <a:gd name="T17" fmla="*/ 26 h 29"/>
                  <a:gd name="T18" fmla="*/ 16 w 27"/>
                  <a:gd name="T19" fmla="*/ 26 h 29"/>
                  <a:gd name="T20" fmla="*/ 16 w 27"/>
                  <a:gd name="T21" fmla="*/ 19 h 29"/>
                  <a:gd name="T22" fmla="*/ 16 w 27"/>
                  <a:gd name="T23" fmla="*/ 19 h 29"/>
                  <a:gd name="T24" fmla="*/ 16 w 27"/>
                  <a:gd name="T25" fmla="*/ 25 h 29"/>
                  <a:gd name="T26" fmla="*/ 21 w 27"/>
                  <a:gd name="T27" fmla="*/ 25 h 29"/>
                  <a:gd name="T28" fmla="*/ 21 w 27"/>
                  <a:gd name="T29" fmla="*/ 13 h 29"/>
                  <a:gd name="T30" fmla="*/ 23 w 27"/>
                  <a:gd name="T31" fmla="*/ 14 h 29"/>
                  <a:gd name="T32" fmla="*/ 23 w 27"/>
                  <a:gd name="T33" fmla="*/ 18 h 29"/>
                  <a:gd name="T34" fmla="*/ 27 w 27"/>
                  <a:gd name="T35" fmla="*/ 21 h 29"/>
                  <a:gd name="T36" fmla="*/ 27 w 27"/>
                  <a:gd name="T37" fmla="*/ 11 h 29"/>
                  <a:gd name="T38" fmla="*/ 21 w 27"/>
                  <a:gd name="T39" fmla="*/ 5 h 29"/>
                  <a:gd name="T40" fmla="*/ 19 w 27"/>
                  <a:gd name="T41" fmla="*/ 0 h 29"/>
                  <a:gd name="T42" fmla="*/ 3 w 27"/>
                  <a:gd name="T43" fmla="*/ 0 h 29"/>
                  <a:gd name="T44" fmla="*/ 3 w 27"/>
                  <a:gd name="T45" fmla="*/ 3 h 29"/>
                  <a:gd name="T46" fmla="*/ 1 w 27"/>
                  <a:gd name="T47" fmla="*/ 5 h 29"/>
                  <a:gd name="T48" fmla="*/ 1 w 27"/>
                  <a:gd name="T49" fmla="*/ 18 h 29"/>
                  <a:gd name="T50" fmla="*/ 1 w 27"/>
                  <a:gd name="T51" fmla="*/ 23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7" h="29">
                    <a:moveTo>
                      <a:pt x="1" y="23"/>
                    </a:moveTo>
                    <a:cubicBezTo>
                      <a:pt x="1" y="25"/>
                      <a:pt x="6" y="25"/>
                      <a:pt x="6" y="22"/>
                    </a:cubicBezTo>
                    <a:cubicBezTo>
                      <a:pt x="5" y="21"/>
                      <a:pt x="5" y="20"/>
                      <a:pt x="5" y="20"/>
                    </a:cubicBezTo>
                    <a:cubicBezTo>
                      <a:pt x="6" y="20"/>
                      <a:pt x="6" y="20"/>
                      <a:pt x="6" y="20"/>
                    </a:cubicBezTo>
                    <a:cubicBezTo>
                      <a:pt x="6" y="20"/>
                      <a:pt x="6" y="25"/>
                      <a:pt x="6" y="25"/>
                    </a:cubicBezTo>
                    <a:cubicBezTo>
                      <a:pt x="6" y="27"/>
                      <a:pt x="11" y="26"/>
                      <a:pt x="11" y="24"/>
                    </a:cubicBezTo>
                    <a:cubicBezTo>
                      <a:pt x="11" y="23"/>
                      <a:pt x="11" y="21"/>
                      <a:pt x="11" y="20"/>
                    </a:cubicBezTo>
                    <a:cubicBezTo>
                      <a:pt x="11" y="19"/>
                      <a:pt x="11" y="19"/>
                      <a:pt x="11" y="20"/>
                    </a:cubicBezTo>
                    <a:cubicBezTo>
                      <a:pt x="11" y="26"/>
                      <a:pt x="11" y="26"/>
                      <a:pt x="11" y="26"/>
                    </a:cubicBezTo>
                    <a:cubicBezTo>
                      <a:pt x="11" y="29"/>
                      <a:pt x="16" y="29"/>
                      <a:pt x="16" y="26"/>
                    </a:cubicBezTo>
                    <a:cubicBezTo>
                      <a:pt x="16" y="24"/>
                      <a:pt x="16" y="19"/>
                      <a:pt x="16" y="19"/>
                    </a:cubicBezTo>
                    <a:cubicBezTo>
                      <a:pt x="16" y="19"/>
                      <a:pt x="16" y="19"/>
                      <a:pt x="16" y="19"/>
                    </a:cubicBezTo>
                    <a:cubicBezTo>
                      <a:pt x="16" y="21"/>
                      <a:pt x="16" y="25"/>
                      <a:pt x="16" y="25"/>
                    </a:cubicBezTo>
                    <a:cubicBezTo>
                      <a:pt x="16" y="27"/>
                      <a:pt x="21" y="27"/>
                      <a:pt x="21" y="25"/>
                    </a:cubicBezTo>
                    <a:cubicBezTo>
                      <a:pt x="21" y="20"/>
                      <a:pt x="21" y="16"/>
                      <a:pt x="21" y="13"/>
                    </a:cubicBezTo>
                    <a:cubicBezTo>
                      <a:pt x="21" y="11"/>
                      <a:pt x="23" y="14"/>
                      <a:pt x="23" y="14"/>
                    </a:cubicBezTo>
                    <a:cubicBezTo>
                      <a:pt x="23" y="18"/>
                      <a:pt x="23" y="18"/>
                      <a:pt x="23" y="18"/>
                    </a:cubicBezTo>
                    <a:cubicBezTo>
                      <a:pt x="23" y="19"/>
                      <a:pt x="27" y="21"/>
                      <a:pt x="27" y="21"/>
                    </a:cubicBezTo>
                    <a:cubicBezTo>
                      <a:pt x="27" y="20"/>
                      <a:pt x="27" y="12"/>
                      <a:pt x="27" y="11"/>
                    </a:cubicBezTo>
                    <a:cubicBezTo>
                      <a:pt x="25" y="9"/>
                      <a:pt x="23" y="7"/>
                      <a:pt x="21" y="5"/>
                    </a:cubicBezTo>
                    <a:cubicBezTo>
                      <a:pt x="19" y="3"/>
                      <a:pt x="19" y="0"/>
                      <a:pt x="19" y="0"/>
                    </a:cubicBezTo>
                    <a:cubicBezTo>
                      <a:pt x="3" y="0"/>
                      <a:pt x="3" y="0"/>
                      <a:pt x="3" y="0"/>
                    </a:cubicBezTo>
                    <a:cubicBezTo>
                      <a:pt x="3" y="2"/>
                      <a:pt x="3" y="2"/>
                      <a:pt x="3" y="3"/>
                    </a:cubicBezTo>
                    <a:cubicBezTo>
                      <a:pt x="3" y="4"/>
                      <a:pt x="2" y="4"/>
                      <a:pt x="1" y="5"/>
                    </a:cubicBezTo>
                    <a:cubicBezTo>
                      <a:pt x="0" y="8"/>
                      <a:pt x="1" y="18"/>
                      <a:pt x="1" y="18"/>
                    </a:cubicBezTo>
                    <a:lnTo>
                      <a:pt x="1" y="23"/>
                    </a:lnTo>
                    <a:close/>
                  </a:path>
                </a:pathLst>
              </a:custGeom>
              <a:solidFill>
                <a:srgbClr val="FDD0AB"/>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62" name="Rectangle 61"/>
              <p:cNvSpPr>
                <a:spLocks noChangeArrowheads="1"/>
              </p:cNvSpPr>
              <p:nvPr/>
            </p:nvSpPr>
            <p:spPr bwMode="auto">
              <a:xfrm>
                <a:off x="4176140" y="4962805"/>
                <a:ext cx="281884" cy="37584"/>
              </a:xfrm>
              <a:prstGeom prst="rect">
                <a:avLst/>
              </a:prstGeom>
              <a:solidFill>
                <a:schemeClr val="bg1"/>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63" name="Freeform 62"/>
              <p:cNvSpPr>
                <a:spLocks/>
              </p:cNvSpPr>
              <p:nvPr/>
            </p:nvSpPr>
            <p:spPr bwMode="auto">
              <a:xfrm>
                <a:off x="4152647" y="3854062"/>
                <a:ext cx="446318" cy="1108743"/>
              </a:xfrm>
              <a:custGeom>
                <a:avLst/>
                <a:gdLst>
                  <a:gd name="T0" fmla="*/ 39 w 40"/>
                  <a:gd name="T1" fmla="*/ 0 h 99"/>
                  <a:gd name="T2" fmla="*/ 1 w 40"/>
                  <a:gd name="T3" fmla="*/ 67 h 99"/>
                  <a:gd name="T4" fmla="*/ 0 w 40"/>
                  <a:gd name="T5" fmla="*/ 99 h 99"/>
                  <a:gd name="T6" fmla="*/ 31 w 40"/>
                  <a:gd name="T7" fmla="*/ 99 h 99"/>
                  <a:gd name="T8" fmla="*/ 29 w 40"/>
                  <a:gd name="T9" fmla="*/ 67 h 99"/>
                  <a:gd name="T10" fmla="*/ 40 w 40"/>
                  <a:gd name="T11" fmla="*/ 25 h 99"/>
                  <a:gd name="T12" fmla="*/ 39 w 40"/>
                  <a:gd name="T13" fmla="*/ 0 h 99"/>
                </a:gdLst>
                <a:ahLst/>
                <a:cxnLst>
                  <a:cxn ang="0">
                    <a:pos x="T0" y="T1"/>
                  </a:cxn>
                  <a:cxn ang="0">
                    <a:pos x="T2" y="T3"/>
                  </a:cxn>
                  <a:cxn ang="0">
                    <a:pos x="T4" y="T5"/>
                  </a:cxn>
                  <a:cxn ang="0">
                    <a:pos x="T6" y="T7"/>
                  </a:cxn>
                  <a:cxn ang="0">
                    <a:pos x="T8" y="T9"/>
                  </a:cxn>
                  <a:cxn ang="0">
                    <a:pos x="T10" y="T11"/>
                  </a:cxn>
                  <a:cxn ang="0">
                    <a:pos x="T12" y="T13"/>
                  </a:cxn>
                </a:cxnLst>
                <a:rect l="0" t="0" r="r" b="b"/>
                <a:pathLst>
                  <a:path w="40" h="99">
                    <a:moveTo>
                      <a:pt x="39" y="0"/>
                    </a:moveTo>
                    <a:cubicBezTo>
                      <a:pt x="5" y="14"/>
                      <a:pt x="2" y="44"/>
                      <a:pt x="1" y="67"/>
                    </a:cubicBezTo>
                    <a:cubicBezTo>
                      <a:pt x="1" y="76"/>
                      <a:pt x="0" y="99"/>
                      <a:pt x="0" y="99"/>
                    </a:cubicBezTo>
                    <a:cubicBezTo>
                      <a:pt x="31" y="99"/>
                      <a:pt x="31" y="99"/>
                      <a:pt x="31" y="99"/>
                    </a:cubicBezTo>
                    <a:cubicBezTo>
                      <a:pt x="31" y="99"/>
                      <a:pt x="30" y="86"/>
                      <a:pt x="29" y="67"/>
                    </a:cubicBezTo>
                    <a:cubicBezTo>
                      <a:pt x="26" y="14"/>
                      <a:pt x="40" y="25"/>
                      <a:pt x="40" y="25"/>
                    </a:cubicBezTo>
                    <a:lnTo>
                      <a:pt x="39" y="0"/>
                    </a:lnTo>
                    <a:close/>
                  </a:path>
                </a:pathLst>
              </a:custGeom>
              <a:solidFill>
                <a:srgbClr val="44546A"/>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grpSp>
        <p:sp>
          <p:nvSpPr>
            <p:cNvPr id="10" name="Freeform 290"/>
            <p:cNvSpPr>
              <a:spLocks/>
            </p:cNvSpPr>
            <p:nvPr/>
          </p:nvSpPr>
          <p:spPr bwMode="auto">
            <a:xfrm flipH="1">
              <a:off x="3280114" y="2530090"/>
              <a:ext cx="386696" cy="515595"/>
            </a:xfrm>
            <a:custGeom>
              <a:avLst/>
              <a:gdLst>
                <a:gd name="T0" fmla="*/ 180 w 180"/>
                <a:gd name="T1" fmla="*/ 71 h 240"/>
                <a:gd name="T2" fmla="*/ 92 w 180"/>
                <a:gd name="T3" fmla="*/ 240 h 240"/>
                <a:gd name="T4" fmla="*/ 0 w 180"/>
                <a:gd name="T5" fmla="*/ 71 h 240"/>
                <a:gd name="T6" fmla="*/ 33 w 180"/>
                <a:gd name="T7" fmla="*/ 69 h 240"/>
                <a:gd name="T8" fmla="*/ 33 w 180"/>
                <a:gd name="T9" fmla="*/ 0 h 240"/>
                <a:gd name="T10" fmla="*/ 151 w 180"/>
                <a:gd name="T11" fmla="*/ 0 h 240"/>
                <a:gd name="T12" fmla="*/ 151 w 180"/>
                <a:gd name="T13" fmla="*/ 69 h 240"/>
                <a:gd name="T14" fmla="*/ 180 w 180"/>
                <a:gd name="T15" fmla="*/ 71 h 2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0" h="240">
                  <a:moveTo>
                    <a:pt x="180" y="71"/>
                  </a:moveTo>
                  <a:lnTo>
                    <a:pt x="92" y="240"/>
                  </a:lnTo>
                  <a:lnTo>
                    <a:pt x="0" y="71"/>
                  </a:lnTo>
                  <a:lnTo>
                    <a:pt x="33" y="69"/>
                  </a:lnTo>
                  <a:lnTo>
                    <a:pt x="33" y="0"/>
                  </a:lnTo>
                  <a:lnTo>
                    <a:pt x="151" y="0"/>
                  </a:lnTo>
                  <a:lnTo>
                    <a:pt x="151" y="69"/>
                  </a:lnTo>
                  <a:lnTo>
                    <a:pt x="180" y="71"/>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11" name="Freeform 306"/>
            <p:cNvSpPr>
              <a:spLocks/>
            </p:cNvSpPr>
            <p:nvPr/>
          </p:nvSpPr>
          <p:spPr bwMode="auto">
            <a:xfrm flipH="1">
              <a:off x="3412979" y="2601739"/>
              <a:ext cx="116009" cy="122455"/>
            </a:xfrm>
            <a:custGeom>
              <a:avLst/>
              <a:gdLst>
                <a:gd name="T0" fmla="*/ 0 w 54"/>
                <a:gd name="T1" fmla="*/ 14 h 57"/>
                <a:gd name="T2" fmla="*/ 28 w 54"/>
                <a:gd name="T3" fmla="*/ 57 h 57"/>
                <a:gd name="T4" fmla="*/ 54 w 54"/>
                <a:gd name="T5" fmla="*/ 14 h 57"/>
                <a:gd name="T6" fmla="*/ 28 w 54"/>
                <a:gd name="T7" fmla="*/ 0 h 57"/>
                <a:gd name="T8" fmla="*/ 0 w 54"/>
                <a:gd name="T9" fmla="*/ 14 h 57"/>
              </a:gdLst>
              <a:ahLst/>
              <a:cxnLst>
                <a:cxn ang="0">
                  <a:pos x="T0" y="T1"/>
                </a:cxn>
                <a:cxn ang="0">
                  <a:pos x="T2" y="T3"/>
                </a:cxn>
                <a:cxn ang="0">
                  <a:pos x="T4" y="T5"/>
                </a:cxn>
                <a:cxn ang="0">
                  <a:pos x="T6" y="T7"/>
                </a:cxn>
                <a:cxn ang="0">
                  <a:pos x="T8" y="T9"/>
                </a:cxn>
              </a:cxnLst>
              <a:rect l="0" t="0" r="r" b="b"/>
              <a:pathLst>
                <a:path w="54" h="57">
                  <a:moveTo>
                    <a:pt x="0" y="14"/>
                  </a:moveTo>
                  <a:lnTo>
                    <a:pt x="28" y="57"/>
                  </a:lnTo>
                  <a:lnTo>
                    <a:pt x="54" y="14"/>
                  </a:lnTo>
                  <a:lnTo>
                    <a:pt x="28" y="0"/>
                  </a:lnTo>
                  <a:lnTo>
                    <a:pt x="0" y="14"/>
                  </a:lnTo>
                  <a:close/>
                </a:path>
              </a:pathLst>
            </a:custGeom>
            <a:solidFill>
              <a:srgbClr val="141414"/>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12" name="Freeform 307"/>
            <p:cNvSpPr>
              <a:spLocks/>
            </p:cNvSpPr>
            <p:nvPr/>
          </p:nvSpPr>
          <p:spPr bwMode="auto">
            <a:xfrm flipH="1">
              <a:off x="3477428" y="2601739"/>
              <a:ext cx="51559" cy="111712"/>
            </a:xfrm>
            <a:custGeom>
              <a:avLst/>
              <a:gdLst>
                <a:gd name="T0" fmla="*/ 0 w 24"/>
                <a:gd name="T1" fmla="*/ 14 h 52"/>
                <a:gd name="T2" fmla="*/ 24 w 24"/>
                <a:gd name="T3" fmla="*/ 52 h 52"/>
                <a:gd name="T4" fmla="*/ 24 w 24"/>
                <a:gd name="T5" fmla="*/ 0 h 52"/>
                <a:gd name="T6" fmla="*/ 0 w 24"/>
                <a:gd name="T7" fmla="*/ 14 h 52"/>
              </a:gdLst>
              <a:ahLst/>
              <a:cxnLst>
                <a:cxn ang="0">
                  <a:pos x="T0" y="T1"/>
                </a:cxn>
                <a:cxn ang="0">
                  <a:pos x="T2" y="T3"/>
                </a:cxn>
                <a:cxn ang="0">
                  <a:pos x="T4" y="T5"/>
                </a:cxn>
                <a:cxn ang="0">
                  <a:pos x="T6" y="T7"/>
                </a:cxn>
              </a:cxnLst>
              <a:rect l="0" t="0" r="r" b="b"/>
              <a:pathLst>
                <a:path w="24" h="52">
                  <a:moveTo>
                    <a:pt x="0" y="14"/>
                  </a:moveTo>
                  <a:lnTo>
                    <a:pt x="24" y="52"/>
                  </a:lnTo>
                  <a:lnTo>
                    <a:pt x="24" y="0"/>
                  </a:lnTo>
                  <a:lnTo>
                    <a:pt x="0" y="14"/>
                  </a:lnTo>
                  <a:close/>
                </a:path>
              </a:pathLst>
            </a:custGeom>
            <a:solidFill>
              <a:srgbClr val="141414"/>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13" name="Freeform 308"/>
            <p:cNvSpPr>
              <a:spLocks/>
            </p:cNvSpPr>
            <p:nvPr/>
          </p:nvSpPr>
          <p:spPr bwMode="auto">
            <a:xfrm flipH="1">
              <a:off x="3473131" y="2535142"/>
              <a:ext cx="193348" cy="137493"/>
            </a:xfrm>
            <a:custGeom>
              <a:avLst/>
              <a:gdLst>
                <a:gd name="T0" fmla="*/ 33 w 90"/>
                <a:gd name="T1" fmla="*/ 0 h 64"/>
                <a:gd name="T2" fmla="*/ 0 w 90"/>
                <a:gd name="T3" fmla="*/ 0 h 64"/>
                <a:gd name="T4" fmla="*/ 35 w 90"/>
                <a:gd name="T5" fmla="*/ 64 h 64"/>
                <a:gd name="T6" fmla="*/ 90 w 90"/>
                <a:gd name="T7" fmla="*/ 31 h 64"/>
                <a:gd name="T8" fmla="*/ 33 w 90"/>
                <a:gd name="T9" fmla="*/ 0 h 64"/>
              </a:gdLst>
              <a:ahLst/>
              <a:cxnLst>
                <a:cxn ang="0">
                  <a:pos x="T0" y="T1"/>
                </a:cxn>
                <a:cxn ang="0">
                  <a:pos x="T2" y="T3"/>
                </a:cxn>
                <a:cxn ang="0">
                  <a:pos x="T4" y="T5"/>
                </a:cxn>
                <a:cxn ang="0">
                  <a:pos x="T6" y="T7"/>
                </a:cxn>
                <a:cxn ang="0">
                  <a:pos x="T8" y="T9"/>
                </a:cxn>
              </a:cxnLst>
              <a:rect l="0" t="0" r="r" b="b"/>
              <a:pathLst>
                <a:path w="90" h="64">
                  <a:moveTo>
                    <a:pt x="33" y="0"/>
                  </a:moveTo>
                  <a:lnTo>
                    <a:pt x="0" y="0"/>
                  </a:lnTo>
                  <a:lnTo>
                    <a:pt x="35" y="64"/>
                  </a:lnTo>
                  <a:lnTo>
                    <a:pt x="90" y="31"/>
                  </a:lnTo>
                  <a:lnTo>
                    <a:pt x="3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14" name="Freeform 309"/>
            <p:cNvSpPr>
              <a:spLocks/>
            </p:cNvSpPr>
            <p:nvPr/>
          </p:nvSpPr>
          <p:spPr bwMode="auto">
            <a:xfrm flipH="1">
              <a:off x="3275486" y="2535142"/>
              <a:ext cx="193348" cy="137493"/>
            </a:xfrm>
            <a:custGeom>
              <a:avLst/>
              <a:gdLst>
                <a:gd name="T0" fmla="*/ 57 w 90"/>
                <a:gd name="T1" fmla="*/ 0 h 64"/>
                <a:gd name="T2" fmla="*/ 90 w 90"/>
                <a:gd name="T3" fmla="*/ 0 h 64"/>
                <a:gd name="T4" fmla="*/ 55 w 90"/>
                <a:gd name="T5" fmla="*/ 64 h 64"/>
                <a:gd name="T6" fmla="*/ 0 w 90"/>
                <a:gd name="T7" fmla="*/ 31 h 64"/>
                <a:gd name="T8" fmla="*/ 57 w 90"/>
                <a:gd name="T9" fmla="*/ 0 h 64"/>
              </a:gdLst>
              <a:ahLst/>
              <a:cxnLst>
                <a:cxn ang="0">
                  <a:pos x="T0" y="T1"/>
                </a:cxn>
                <a:cxn ang="0">
                  <a:pos x="T2" y="T3"/>
                </a:cxn>
                <a:cxn ang="0">
                  <a:pos x="T4" y="T5"/>
                </a:cxn>
                <a:cxn ang="0">
                  <a:pos x="T6" y="T7"/>
                </a:cxn>
                <a:cxn ang="0">
                  <a:pos x="T8" y="T9"/>
                </a:cxn>
              </a:cxnLst>
              <a:rect l="0" t="0" r="r" b="b"/>
              <a:pathLst>
                <a:path w="90" h="64">
                  <a:moveTo>
                    <a:pt x="57" y="0"/>
                  </a:moveTo>
                  <a:lnTo>
                    <a:pt x="90" y="0"/>
                  </a:lnTo>
                  <a:lnTo>
                    <a:pt x="55" y="64"/>
                  </a:lnTo>
                  <a:lnTo>
                    <a:pt x="0" y="31"/>
                  </a:lnTo>
                  <a:lnTo>
                    <a:pt x="5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15" name="Freeform 310"/>
            <p:cNvSpPr>
              <a:spLocks/>
            </p:cNvSpPr>
            <p:nvPr/>
          </p:nvSpPr>
          <p:spPr bwMode="auto">
            <a:xfrm flipH="1">
              <a:off x="3421571" y="2666190"/>
              <a:ext cx="96674" cy="236314"/>
            </a:xfrm>
            <a:custGeom>
              <a:avLst/>
              <a:gdLst>
                <a:gd name="T0" fmla="*/ 0 w 45"/>
                <a:gd name="T1" fmla="*/ 67 h 110"/>
                <a:gd name="T2" fmla="*/ 23 w 45"/>
                <a:gd name="T3" fmla="*/ 0 h 110"/>
                <a:gd name="T4" fmla="*/ 45 w 45"/>
                <a:gd name="T5" fmla="*/ 69 h 110"/>
                <a:gd name="T6" fmla="*/ 23 w 45"/>
                <a:gd name="T7" fmla="*/ 110 h 110"/>
                <a:gd name="T8" fmla="*/ 0 w 45"/>
                <a:gd name="T9" fmla="*/ 67 h 110"/>
              </a:gdLst>
              <a:ahLst/>
              <a:cxnLst>
                <a:cxn ang="0">
                  <a:pos x="T0" y="T1"/>
                </a:cxn>
                <a:cxn ang="0">
                  <a:pos x="T2" y="T3"/>
                </a:cxn>
                <a:cxn ang="0">
                  <a:pos x="T4" y="T5"/>
                </a:cxn>
                <a:cxn ang="0">
                  <a:pos x="T6" y="T7"/>
                </a:cxn>
                <a:cxn ang="0">
                  <a:pos x="T8" y="T9"/>
                </a:cxn>
              </a:cxnLst>
              <a:rect l="0" t="0" r="r" b="b"/>
              <a:pathLst>
                <a:path w="45" h="110">
                  <a:moveTo>
                    <a:pt x="0" y="67"/>
                  </a:moveTo>
                  <a:lnTo>
                    <a:pt x="23" y="0"/>
                  </a:lnTo>
                  <a:lnTo>
                    <a:pt x="45" y="69"/>
                  </a:lnTo>
                  <a:lnTo>
                    <a:pt x="23" y="110"/>
                  </a:lnTo>
                  <a:lnTo>
                    <a:pt x="0" y="67"/>
                  </a:lnTo>
                  <a:close/>
                </a:path>
              </a:pathLst>
            </a:custGeom>
            <a:solidFill>
              <a:srgbClr val="141414"/>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16" name="Freeform 311"/>
            <p:cNvSpPr>
              <a:spLocks/>
            </p:cNvSpPr>
            <p:nvPr/>
          </p:nvSpPr>
          <p:spPr bwMode="auto">
            <a:xfrm flipH="1">
              <a:off x="3473131" y="2683375"/>
              <a:ext cx="45115" cy="208386"/>
            </a:xfrm>
            <a:custGeom>
              <a:avLst/>
              <a:gdLst>
                <a:gd name="T0" fmla="*/ 0 w 21"/>
                <a:gd name="T1" fmla="*/ 59 h 97"/>
                <a:gd name="T2" fmla="*/ 21 w 21"/>
                <a:gd name="T3" fmla="*/ 0 h 97"/>
                <a:gd name="T4" fmla="*/ 21 w 21"/>
                <a:gd name="T5" fmla="*/ 97 h 97"/>
                <a:gd name="T6" fmla="*/ 0 w 21"/>
                <a:gd name="T7" fmla="*/ 59 h 97"/>
              </a:gdLst>
              <a:ahLst/>
              <a:cxnLst>
                <a:cxn ang="0">
                  <a:pos x="T0" y="T1"/>
                </a:cxn>
                <a:cxn ang="0">
                  <a:pos x="T2" y="T3"/>
                </a:cxn>
                <a:cxn ang="0">
                  <a:pos x="T4" y="T5"/>
                </a:cxn>
                <a:cxn ang="0">
                  <a:pos x="T6" y="T7"/>
                </a:cxn>
              </a:cxnLst>
              <a:rect l="0" t="0" r="r" b="b"/>
              <a:pathLst>
                <a:path w="21" h="97">
                  <a:moveTo>
                    <a:pt x="0" y="59"/>
                  </a:moveTo>
                  <a:lnTo>
                    <a:pt x="21" y="0"/>
                  </a:lnTo>
                  <a:lnTo>
                    <a:pt x="21" y="97"/>
                  </a:lnTo>
                  <a:lnTo>
                    <a:pt x="0" y="59"/>
                  </a:lnTo>
                  <a:close/>
                </a:path>
              </a:pathLst>
            </a:custGeom>
            <a:solidFill>
              <a:srgbClr val="141414"/>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17" name="Freeform 312"/>
            <p:cNvSpPr>
              <a:spLocks/>
            </p:cNvSpPr>
            <p:nvPr/>
          </p:nvSpPr>
          <p:spPr bwMode="auto">
            <a:xfrm flipH="1">
              <a:off x="3468834" y="2539439"/>
              <a:ext cx="268540" cy="545671"/>
            </a:xfrm>
            <a:custGeom>
              <a:avLst/>
              <a:gdLst>
                <a:gd name="T0" fmla="*/ 33 w 125"/>
                <a:gd name="T1" fmla="*/ 0 h 254"/>
                <a:gd name="T2" fmla="*/ 0 w 125"/>
                <a:gd name="T3" fmla="*/ 83 h 254"/>
                <a:gd name="T4" fmla="*/ 54 w 125"/>
                <a:gd name="T5" fmla="*/ 81 h 254"/>
                <a:gd name="T6" fmla="*/ 12 w 125"/>
                <a:gd name="T7" fmla="*/ 128 h 254"/>
                <a:gd name="T8" fmla="*/ 123 w 125"/>
                <a:gd name="T9" fmla="*/ 254 h 254"/>
                <a:gd name="T10" fmla="*/ 125 w 125"/>
                <a:gd name="T11" fmla="*/ 169 h 254"/>
                <a:gd name="T12" fmla="*/ 33 w 125"/>
                <a:gd name="T13" fmla="*/ 0 h 254"/>
              </a:gdLst>
              <a:ahLst/>
              <a:cxnLst>
                <a:cxn ang="0">
                  <a:pos x="T0" y="T1"/>
                </a:cxn>
                <a:cxn ang="0">
                  <a:pos x="T2" y="T3"/>
                </a:cxn>
                <a:cxn ang="0">
                  <a:pos x="T4" y="T5"/>
                </a:cxn>
                <a:cxn ang="0">
                  <a:pos x="T6" y="T7"/>
                </a:cxn>
                <a:cxn ang="0">
                  <a:pos x="T8" y="T9"/>
                </a:cxn>
                <a:cxn ang="0">
                  <a:pos x="T10" y="T11"/>
                </a:cxn>
                <a:cxn ang="0">
                  <a:pos x="T12" y="T13"/>
                </a:cxn>
              </a:cxnLst>
              <a:rect l="0" t="0" r="r" b="b"/>
              <a:pathLst>
                <a:path w="125" h="254">
                  <a:moveTo>
                    <a:pt x="33" y="0"/>
                  </a:moveTo>
                  <a:lnTo>
                    <a:pt x="0" y="83"/>
                  </a:lnTo>
                  <a:lnTo>
                    <a:pt x="54" y="81"/>
                  </a:lnTo>
                  <a:lnTo>
                    <a:pt x="12" y="128"/>
                  </a:lnTo>
                  <a:lnTo>
                    <a:pt x="123" y="254"/>
                  </a:lnTo>
                  <a:lnTo>
                    <a:pt x="125" y="169"/>
                  </a:lnTo>
                  <a:lnTo>
                    <a:pt x="33" y="0"/>
                  </a:lnTo>
                  <a:close/>
                </a:path>
              </a:pathLst>
            </a:custGeom>
            <a:solidFill>
              <a:srgbClr val="333F50"/>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18" name="Freeform 313"/>
            <p:cNvSpPr>
              <a:spLocks/>
            </p:cNvSpPr>
            <p:nvPr/>
          </p:nvSpPr>
          <p:spPr bwMode="auto">
            <a:xfrm flipH="1">
              <a:off x="3204591" y="2539439"/>
              <a:ext cx="268540" cy="545671"/>
            </a:xfrm>
            <a:custGeom>
              <a:avLst/>
              <a:gdLst>
                <a:gd name="T0" fmla="*/ 92 w 125"/>
                <a:gd name="T1" fmla="*/ 0 h 254"/>
                <a:gd name="T2" fmla="*/ 125 w 125"/>
                <a:gd name="T3" fmla="*/ 83 h 254"/>
                <a:gd name="T4" fmla="*/ 71 w 125"/>
                <a:gd name="T5" fmla="*/ 81 h 254"/>
                <a:gd name="T6" fmla="*/ 113 w 125"/>
                <a:gd name="T7" fmla="*/ 128 h 254"/>
                <a:gd name="T8" fmla="*/ 0 w 125"/>
                <a:gd name="T9" fmla="*/ 254 h 254"/>
                <a:gd name="T10" fmla="*/ 0 w 125"/>
                <a:gd name="T11" fmla="*/ 169 h 254"/>
                <a:gd name="T12" fmla="*/ 92 w 125"/>
                <a:gd name="T13" fmla="*/ 0 h 254"/>
              </a:gdLst>
              <a:ahLst/>
              <a:cxnLst>
                <a:cxn ang="0">
                  <a:pos x="T0" y="T1"/>
                </a:cxn>
                <a:cxn ang="0">
                  <a:pos x="T2" y="T3"/>
                </a:cxn>
                <a:cxn ang="0">
                  <a:pos x="T4" y="T5"/>
                </a:cxn>
                <a:cxn ang="0">
                  <a:pos x="T6" y="T7"/>
                </a:cxn>
                <a:cxn ang="0">
                  <a:pos x="T8" y="T9"/>
                </a:cxn>
                <a:cxn ang="0">
                  <a:pos x="T10" y="T11"/>
                </a:cxn>
                <a:cxn ang="0">
                  <a:pos x="T12" y="T13"/>
                </a:cxn>
              </a:cxnLst>
              <a:rect l="0" t="0" r="r" b="b"/>
              <a:pathLst>
                <a:path w="125" h="254">
                  <a:moveTo>
                    <a:pt x="92" y="0"/>
                  </a:moveTo>
                  <a:lnTo>
                    <a:pt x="125" y="83"/>
                  </a:lnTo>
                  <a:lnTo>
                    <a:pt x="71" y="81"/>
                  </a:lnTo>
                  <a:lnTo>
                    <a:pt x="113" y="128"/>
                  </a:lnTo>
                  <a:lnTo>
                    <a:pt x="0" y="254"/>
                  </a:lnTo>
                  <a:lnTo>
                    <a:pt x="0" y="169"/>
                  </a:lnTo>
                  <a:lnTo>
                    <a:pt x="92" y="0"/>
                  </a:lnTo>
                  <a:close/>
                </a:path>
              </a:pathLst>
            </a:custGeom>
            <a:solidFill>
              <a:srgbClr val="333F50"/>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19" name="Freeform 95"/>
            <p:cNvSpPr>
              <a:spLocks/>
            </p:cNvSpPr>
            <p:nvPr/>
          </p:nvSpPr>
          <p:spPr bwMode="auto">
            <a:xfrm>
              <a:off x="3457385" y="3137497"/>
              <a:ext cx="41745" cy="57250"/>
            </a:xfrm>
            <a:custGeom>
              <a:avLst/>
              <a:gdLst>
                <a:gd name="T0" fmla="*/ 25 w 26"/>
                <a:gd name="T1" fmla="*/ 19 h 36"/>
                <a:gd name="T2" fmla="*/ 11 w 26"/>
                <a:gd name="T3" fmla="*/ 35 h 36"/>
                <a:gd name="T4" fmla="*/ 1 w 26"/>
                <a:gd name="T5" fmla="*/ 17 h 36"/>
                <a:gd name="T6" fmla="*/ 15 w 26"/>
                <a:gd name="T7" fmla="*/ 1 h 36"/>
                <a:gd name="T8" fmla="*/ 25 w 26"/>
                <a:gd name="T9" fmla="*/ 19 h 36"/>
              </a:gdLst>
              <a:ahLst/>
              <a:cxnLst>
                <a:cxn ang="0">
                  <a:pos x="T0" y="T1"/>
                </a:cxn>
                <a:cxn ang="0">
                  <a:pos x="T2" y="T3"/>
                </a:cxn>
                <a:cxn ang="0">
                  <a:pos x="T4" y="T5"/>
                </a:cxn>
                <a:cxn ang="0">
                  <a:pos x="T6" y="T7"/>
                </a:cxn>
                <a:cxn ang="0">
                  <a:pos x="T8" y="T9"/>
                </a:cxn>
              </a:cxnLst>
              <a:rect l="0" t="0" r="r" b="b"/>
              <a:pathLst>
                <a:path w="26" h="36">
                  <a:moveTo>
                    <a:pt x="25" y="19"/>
                  </a:moveTo>
                  <a:cubicBezTo>
                    <a:pt x="24" y="29"/>
                    <a:pt x="18" y="36"/>
                    <a:pt x="11" y="35"/>
                  </a:cubicBezTo>
                  <a:cubicBezTo>
                    <a:pt x="5" y="35"/>
                    <a:pt x="0" y="26"/>
                    <a:pt x="1" y="17"/>
                  </a:cubicBezTo>
                  <a:cubicBezTo>
                    <a:pt x="2" y="7"/>
                    <a:pt x="8" y="0"/>
                    <a:pt x="15" y="1"/>
                  </a:cubicBezTo>
                  <a:cubicBezTo>
                    <a:pt x="21" y="1"/>
                    <a:pt x="26" y="10"/>
                    <a:pt x="25" y="19"/>
                  </a:cubicBezTo>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20" name="Freeform 96"/>
            <p:cNvSpPr>
              <a:spLocks/>
            </p:cNvSpPr>
            <p:nvPr/>
          </p:nvSpPr>
          <p:spPr bwMode="auto">
            <a:xfrm>
              <a:off x="3455963" y="3249427"/>
              <a:ext cx="38167" cy="56057"/>
            </a:xfrm>
            <a:custGeom>
              <a:avLst/>
              <a:gdLst>
                <a:gd name="T0" fmla="*/ 24 w 24"/>
                <a:gd name="T1" fmla="*/ 17 h 35"/>
                <a:gd name="T2" fmla="*/ 13 w 24"/>
                <a:gd name="T3" fmla="*/ 35 h 35"/>
                <a:gd name="T4" fmla="*/ 0 w 24"/>
                <a:gd name="T5" fmla="*/ 18 h 35"/>
                <a:gd name="T6" fmla="*/ 11 w 24"/>
                <a:gd name="T7" fmla="*/ 0 h 35"/>
                <a:gd name="T8" fmla="*/ 24 w 24"/>
                <a:gd name="T9" fmla="*/ 17 h 35"/>
              </a:gdLst>
              <a:ahLst/>
              <a:cxnLst>
                <a:cxn ang="0">
                  <a:pos x="T0" y="T1"/>
                </a:cxn>
                <a:cxn ang="0">
                  <a:pos x="T2" y="T3"/>
                </a:cxn>
                <a:cxn ang="0">
                  <a:pos x="T4" y="T5"/>
                </a:cxn>
                <a:cxn ang="0">
                  <a:pos x="T6" y="T7"/>
                </a:cxn>
                <a:cxn ang="0">
                  <a:pos x="T8" y="T9"/>
                </a:cxn>
              </a:cxnLst>
              <a:rect l="0" t="0" r="r" b="b"/>
              <a:pathLst>
                <a:path w="24" h="35">
                  <a:moveTo>
                    <a:pt x="24" y="17"/>
                  </a:moveTo>
                  <a:cubicBezTo>
                    <a:pt x="24" y="27"/>
                    <a:pt x="19" y="35"/>
                    <a:pt x="13" y="35"/>
                  </a:cubicBezTo>
                  <a:cubicBezTo>
                    <a:pt x="6" y="35"/>
                    <a:pt x="1" y="28"/>
                    <a:pt x="0" y="18"/>
                  </a:cubicBezTo>
                  <a:cubicBezTo>
                    <a:pt x="0" y="9"/>
                    <a:pt x="5" y="1"/>
                    <a:pt x="11" y="0"/>
                  </a:cubicBezTo>
                  <a:cubicBezTo>
                    <a:pt x="18" y="0"/>
                    <a:pt x="23" y="8"/>
                    <a:pt x="24" y="17"/>
                  </a:cubicBezTo>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21" name="Freeform 96"/>
            <p:cNvSpPr>
              <a:spLocks/>
            </p:cNvSpPr>
            <p:nvPr/>
          </p:nvSpPr>
          <p:spPr bwMode="auto">
            <a:xfrm>
              <a:off x="3458344" y="3359691"/>
              <a:ext cx="38167" cy="56057"/>
            </a:xfrm>
            <a:custGeom>
              <a:avLst/>
              <a:gdLst>
                <a:gd name="T0" fmla="*/ 24 w 24"/>
                <a:gd name="T1" fmla="*/ 17 h 35"/>
                <a:gd name="T2" fmla="*/ 13 w 24"/>
                <a:gd name="T3" fmla="*/ 35 h 35"/>
                <a:gd name="T4" fmla="*/ 0 w 24"/>
                <a:gd name="T5" fmla="*/ 18 h 35"/>
                <a:gd name="T6" fmla="*/ 11 w 24"/>
                <a:gd name="T7" fmla="*/ 0 h 35"/>
                <a:gd name="T8" fmla="*/ 24 w 24"/>
                <a:gd name="T9" fmla="*/ 17 h 35"/>
              </a:gdLst>
              <a:ahLst/>
              <a:cxnLst>
                <a:cxn ang="0">
                  <a:pos x="T0" y="T1"/>
                </a:cxn>
                <a:cxn ang="0">
                  <a:pos x="T2" y="T3"/>
                </a:cxn>
                <a:cxn ang="0">
                  <a:pos x="T4" y="T5"/>
                </a:cxn>
                <a:cxn ang="0">
                  <a:pos x="T6" y="T7"/>
                </a:cxn>
                <a:cxn ang="0">
                  <a:pos x="T8" y="T9"/>
                </a:cxn>
              </a:cxnLst>
              <a:rect l="0" t="0" r="r" b="b"/>
              <a:pathLst>
                <a:path w="24" h="35">
                  <a:moveTo>
                    <a:pt x="24" y="17"/>
                  </a:moveTo>
                  <a:cubicBezTo>
                    <a:pt x="24" y="27"/>
                    <a:pt x="19" y="35"/>
                    <a:pt x="13" y="35"/>
                  </a:cubicBezTo>
                  <a:cubicBezTo>
                    <a:pt x="6" y="35"/>
                    <a:pt x="1" y="28"/>
                    <a:pt x="0" y="18"/>
                  </a:cubicBezTo>
                  <a:cubicBezTo>
                    <a:pt x="0" y="9"/>
                    <a:pt x="5" y="1"/>
                    <a:pt x="11" y="0"/>
                  </a:cubicBezTo>
                  <a:cubicBezTo>
                    <a:pt x="18" y="0"/>
                    <a:pt x="23" y="8"/>
                    <a:pt x="24" y="17"/>
                  </a:cubicBezTo>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grpSp>
          <p:nvGrpSpPr>
            <p:cNvPr id="22" name="Group 21"/>
            <p:cNvGrpSpPr/>
            <p:nvPr/>
          </p:nvGrpSpPr>
          <p:grpSpPr>
            <a:xfrm rot="694546" flipH="1">
              <a:off x="3765635" y="2094931"/>
              <a:ext cx="89826" cy="224565"/>
              <a:chOff x="5836327" y="2247088"/>
              <a:chExt cx="130060" cy="325149"/>
            </a:xfrm>
          </p:grpSpPr>
          <p:sp>
            <p:nvSpPr>
              <p:cNvPr id="52" name="Freeform 51"/>
              <p:cNvSpPr>
                <a:spLocks/>
              </p:cNvSpPr>
              <p:nvPr/>
            </p:nvSpPr>
            <p:spPr bwMode="auto">
              <a:xfrm>
                <a:off x="5836327" y="2247088"/>
                <a:ext cx="130060" cy="325149"/>
              </a:xfrm>
              <a:custGeom>
                <a:avLst/>
                <a:gdLst>
                  <a:gd name="T0" fmla="*/ 10 w 10"/>
                  <a:gd name="T1" fmla="*/ 20 h 25"/>
                  <a:gd name="T2" fmla="*/ 5 w 10"/>
                  <a:gd name="T3" fmla="*/ 25 h 25"/>
                  <a:gd name="T4" fmla="*/ 0 w 10"/>
                  <a:gd name="T5" fmla="*/ 20 h 25"/>
                  <a:gd name="T6" fmla="*/ 0 w 10"/>
                  <a:gd name="T7" fmla="*/ 5 h 25"/>
                  <a:gd name="T8" fmla="*/ 5 w 10"/>
                  <a:gd name="T9" fmla="*/ 0 h 25"/>
                  <a:gd name="T10" fmla="*/ 10 w 10"/>
                  <a:gd name="T11" fmla="*/ 5 h 25"/>
                  <a:gd name="T12" fmla="*/ 10 w 10"/>
                  <a:gd name="T13" fmla="*/ 20 h 25"/>
                </a:gdLst>
                <a:ahLst/>
                <a:cxnLst>
                  <a:cxn ang="0">
                    <a:pos x="T0" y="T1"/>
                  </a:cxn>
                  <a:cxn ang="0">
                    <a:pos x="T2" y="T3"/>
                  </a:cxn>
                  <a:cxn ang="0">
                    <a:pos x="T4" y="T5"/>
                  </a:cxn>
                  <a:cxn ang="0">
                    <a:pos x="T6" y="T7"/>
                  </a:cxn>
                  <a:cxn ang="0">
                    <a:pos x="T8" y="T9"/>
                  </a:cxn>
                  <a:cxn ang="0">
                    <a:pos x="T10" y="T11"/>
                  </a:cxn>
                  <a:cxn ang="0">
                    <a:pos x="T12" y="T13"/>
                  </a:cxn>
                </a:cxnLst>
                <a:rect l="0" t="0" r="r" b="b"/>
                <a:pathLst>
                  <a:path w="10" h="25">
                    <a:moveTo>
                      <a:pt x="10" y="20"/>
                    </a:moveTo>
                    <a:cubicBezTo>
                      <a:pt x="10" y="23"/>
                      <a:pt x="8" y="25"/>
                      <a:pt x="5" y="25"/>
                    </a:cubicBezTo>
                    <a:cubicBezTo>
                      <a:pt x="2" y="25"/>
                      <a:pt x="0" y="23"/>
                      <a:pt x="0" y="20"/>
                    </a:cubicBezTo>
                    <a:cubicBezTo>
                      <a:pt x="0" y="5"/>
                      <a:pt x="0" y="5"/>
                      <a:pt x="0" y="5"/>
                    </a:cubicBezTo>
                    <a:cubicBezTo>
                      <a:pt x="0" y="2"/>
                      <a:pt x="2" y="0"/>
                      <a:pt x="5" y="0"/>
                    </a:cubicBezTo>
                    <a:cubicBezTo>
                      <a:pt x="8" y="0"/>
                      <a:pt x="10" y="2"/>
                      <a:pt x="10" y="5"/>
                    </a:cubicBezTo>
                    <a:lnTo>
                      <a:pt x="10" y="20"/>
                    </a:lnTo>
                    <a:close/>
                  </a:path>
                </a:pathLst>
              </a:custGeom>
              <a:solidFill>
                <a:srgbClr val="FFDC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53" name="Freeform 52"/>
              <p:cNvSpPr>
                <a:spLocks/>
              </p:cNvSpPr>
              <p:nvPr/>
            </p:nvSpPr>
            <p:spPr bwMode="auto">
              <a:xfrm>
                <a:off x="5863421" y="2301279"/>
                <a:ext cx="102966" cy="205928"/>
              </a:xfrm>
              <a:custGeom>
                <a:avLst/>
                <a:gdLst>
                  <a:gd name="T0" fmla="*/ 5 w 8"/>
                  <a:gd name="T1" fmla="*/ 13 h 16"/>
                  <a:gd name="T2" fmla="*/ 5 w 8"/>
                  <a:gd name="T3" fmla="*/ 4 h 16"/>
                  <a:gd name="T4" fmla="*/ 8 w 8"/>
                  <a:gd name="T5" fmla="*/ 0 h 16"/>
                  <a:gd name="T6" fmla="*/ 7 w 8"/>
                  <a:gd name="T7" fmla="*/ 0 h 16"/>
                  <a:gd name="T8" fmla="*/ 0 w 8"/>
                  <a:gd name="T9" fmla="*/ 4 h 16"/>
                  <a:gd name="T10" fmla="*/ 0 w 8"/>
                  <a:gd name="T11" fmla="*/ 13 h 16"/>
                  <a:gd name="T12" fmla="*/ 5 w 8"/>
                  <a:gd name="T13" fmla="*/ 16 h 16"/>
                  <a:gd name="T14" fmla="*/ 6 w 8"/>
                  <a:gd name="T15" fmla="*/ 16 h 16"/>
                  <a:gd name="T16" fmla="*/ 5 w 8"/>
                  <a:gd name="T17"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6">
                    <a:moveTo>
                      <a:pt x="5" y="13"/>
                    </a:moveTo>
                    <a:cubicBezTo>
                      <a:pt x="5" y="4"/>
                      <a:pt x="5" y="4"/>
                      <a:pt x="5" y="4"/>
                    </a:cubicBezTo>
                    <a:cubicBezTo>
                      <a:pt x="5" y="2"/>
                      <a:pt x="5" y="1"/>
                      <a:pt x="8" y="0"/>
                    </a:cubicBezTo>
                    <a:cubicBezTo>
                      <a:pt x="8" y="0"/>
                      <a:pt x="7" y="0"/>
                      <a:pt x="7" y="0"/>
                    </a:cubicBezTo>
                    <a:cubicBezTo>
                      <a:pt x="3" y="0"/>
                      <a:pt x="0" y="2"/>
                      <a:pt x="0" y="4"/>
                    </a:cubicBezTo>
                    <a:cubicBezTo>
                      <a:pt x="0" y="13"/>
                      <a:pt x="0" y="13"/>
                      <a:pt x="0" y="13"/>
                    </a:cubicBezTo>
                    <a:cubicBezTo>
                      <a:pt x="0" y="15"/>
                      <a:pt x="2" y="16"/>
                      <a:pt x="5" y="16"/>
                    </a:cubicBezTo>
                    <a:cubicBezTo>
                      <a:pt x="6" y="16"/>
                      <a:pt x="6" y="16"/>
                      <a:pt x="6" y="16"/>
                    </a:cubicBezTo>
                    <a:cubicBezTo>
                      <a:pt x="4" y="16"/>
                      <a:pt x="5" y="15"/>
                      <a:pt x="5" y="13"/>
                    </a:cubicBezTo>
                    <a:close/>
                  </a:path>
                </a:pathLst>
              </a:custGeom>
              <a:solidFill>
                <a:srgbClr val="B992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grpSp>
        <p:grpSp>
          <p:nvGrpSpPr>
            <p:cNvPr id="23" name="Group 22"/>
            <p:cNvGrpSpPr/>
            <p:nvPr/>
          </p:nvGrpSpPr>
          <p:grpSpPr>
            <a:xfrm rot="20905454">
              <a:off x="3049520" y="2097677"/>
              <a:ext cx="89826" cy="224565"/>
              <a:chOff x="5836327" y="2247088"/>
              <a:chExt cx="130060" cy="325149"/>
            </a:xfrm>
          </p:grpSpPr>
          <p:sp>
            <p:nvSpPr>
              <p:cNvPr id="50" name="Freeform 49"/>
              <p:cNvSpPr>
                <a:spLocks/>
              </p:cNvSpPr>
              <p:nvPr/>
            </p:nvSpPr>
            <p:spPr bwMode="auto">
              <a:xfrm>
                <a:off x="5836327" y="2247088"/>
                <a:ext cx="130060" cy="325149"/>
              </a:xfrm>
              <a:custGeom>
                <a:avLst/>
                <a:gdLst>
                  <a:gd name="T0" fmla="*/ 10 w 10"/>
                  <a:gd name="T1" fmla="*/ 20 h 25"/>
                  <a:gd name="T2" fmla="*/ 5 w 10"/>
                  <a:gd name="T3" fmla="*/ 25 h 25"/>
                  <a:gd name="T4" fmla="*/ 0 w 10"/>
                  <a:gd name="T5" fmla="*/ 20 h 25"/>
                  <a:gd name="T6" fmla="*/ 0 w 10"/>
                  <a:gd name="T7" fmla="*/ 5 h 25"/>
                  <a:gd name="T8" fmla="*/ 5 w 10"/>
                  <a:gd name="T9" fmla="*/ 0 h 25"/>
                  <a:gd name="T10" fmla="*/ 10 w 10"/>
                  <a:gd name="T11" fmla="*/ 5 h 25"/>
                  <a:gd name="T12" fmla="*/ 10 w 10"/>
                  <a:gd name="T13" fmla="*/ 20 h 25"/>
                </a:gdLst>
                <a:ahLst/>
                <a:cxnLst>
                  <a:cxn ang="0">
                    <a:pos x="T0" y="T1"/>
                  </a:cxn>
                  <a:cxn ang="0">
                    <a:pos x="T2" y="T3"/>
                  </a:cxn>
                  <a:cxn ang="0">
                    <a:pos x="T4" y="T5"/>
                  </a:cxn>
                  <a:cxn ang="0">
                    <a:pos x="T6" y="T7"/>
                  </a:cxn>
                  <a:cxn ang="0">
                    <a:pos x="T8" y="T9"/>
                  </a:cxn>
                  <a:cxn ang="0">
                    <a:pos x="T10" y="T11"/>
                  </a:cxn>
                  <a:cxn ang="0">
                    <a:pos x="T12" y="T13"/>
                  </a:cxn>
                </a:cxnLst>
                <a:rect l="0" t="0" r="r" b="b"/>
                <a:pathLst>
                  <a:path w="10" h="25">
                    <a:moveTo>
                      <a:pt x="10" y="20"/>
                    </a:moveTo>
                    <a:cubicBezTo>
                      <a:pt x="10" y="23"/>
                      <a:pt x="8" y="25"/>
                      <a:pt x="5" y="25"/>
                    </a:cubicBezTo>
                    <a:cubicBezTo>
                      <a:pt x="2" y="25"/>
                      <a:pt x="0" y="23"/>
                      <a:pt x="0" y="20"/>
                    </a:cubicBezTo>
                    <a:cubicBezTo>
                      <a:pt x="0" y="5"/>
                      <a:pt x="0" y="5"/>
                      <a:pt x="0" y="5"/>
                    </a:cubicBezTo>
                    <a:cubicBezTo>
                      <a:pt x="0" y="2"/>
                      <a:pt x="2" y="0"/>
                      <a:pt x="5" y="0"/>
                    </a:cubicBezTo>
                    <a:cubicBezTo>
                      <a:pt x="8" y="0"/>
                      <a:pt x="10" y="2"/>
                      <a:pt x="10" y="5"/>
                    </a:cubicBezTo>
                    <a:lnTo>
                      <a:pt x="10" y="20"/>
                    </a:lnTo>
                    <a:close/>
                  </a:path>
                </a:pathLst>
              </a:custGeom>
              <a:solidFill>
                <a:srgbClr val="FFDC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51" name="Freeform 50"/>
              <p:cNvSpPr>
                <a:spLocks/>
              </p:cNvSpPr>
              <p:nvPr/>
            </p:nvSpPr>
            <p:spPr bwMode="auto">
              <a:xfrm>
                <a:off x="5863421" y="2301279"/>
                <a:ext cx="102966" cy="205928"/>
              </a:xfrm>
              <a:custGeom>
                <a:avLst/>
                <a:gdLst>
                  <a:gd name="T0" fmla="*/ 5 w 8"/>
                  <a:gd name="T1" fmla="*/ 13 h 16"/>
                  <a:gd name="T2" fmla="*/ 5 w 8"/>
                  <a:gd name="T3" fmla="*/ 4 h 16"/>
                  <a:gd name="T4" fmla="*/ 8 w 8"/>
                  <a:gd name="T5" fmla="*/ 0 h 16"/>
                  <a:gd name="T6" fmla="*/ 7 w 8"/>
                  <a:gd name="T7" fmla="*/ 0 h 16"/>
                  <a:gd name="T8" fmla="*/ 0 w 8"/>
                  <a:gd name="T9" fmla="*/ 4 h 16"/>
                  <a:gd name="T10" fmla="*/ 0 w 8"/>
                  <a:gd name="T11" fmla="*/ 13 h 16"/>
                  <a:gd name="T12" fmla="*/ 5 w 8"/>
                  <a:gd name="T13" fmla="*/ 16 h 16"/>
                  <a:gd name="T14" fmla="*/ 6 w 8"/>
                  <a:gd name="T15" fmla="*/ 16 h 16"/>
                  <a:gd name="T16" fmla="*/ 5 w 8"/>
                  <a:gd name="T17"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6">
                    <a:moveTo>
                      <a:pt x="5" y="13"/>
                    </a:moveTo>
                    <a:cubicBezTo>
                      <a:pt x="5" y="4"/>
                      <a:pt x="5" y="4"/>
                      <a:pt x="5" y="4"/>
                    </a:cubicBezTo>
                    <a:cubicBezTo>
                      <a:pt x="5" y="2"/>
                      <a:pt x="5" y="1"/>
                      <a:pt x="8" y="0"/>
                    </a:cubicBezTo>
                    <a:cubicBezTo>
                      <a:pt x="8" y="0"/>
                      <a:pt x="7" y="0"/>
                      <a:pt x="7" y="0"/>
                    </a:cubicBezTo>
                    <a:cubicBezTo>
                      <a:pt x="3" y="0"/>
                      <a:pt x="0" y="2"/>
                      <a:pt x="0" y="4"/>
                    </a:cubicBezTo>
                    <a:cubicBezTo>
                      <a:pt x="0" y="13"/>
                      <a:pt x="0" y="13"/>
                      <a:pt x="0" y="13"/>
                    </a:cubicBezTo>
                    <a:cubicBezTo>
                      <a:pt x="0" y="15"/>
                      <a:pt x="2" y="16"/>
                      <a:pt x="5" y="16"/>
                    </a:cubicBezTo>
                    <a:cubicBezTo>
                      <a:pt x="6" y="16"/>
                      <a:pt x="6" y="16"/>
                      <a:pt x="6" y="16"/>
                    </a:cubicBezTo>
                    <a:cubicBezTo>
                      <a:pt x="4" y="16"/>
                      <a:pt x="5" y="15"/>
                      <a:pt x="5" y="13"/>
                    </a:cubicBezTo>
                    <a:close/>
                  </a:path>
                </a:pathLst>
              </a:custGeom>
              <a:solidFill>
                <a:srgbClr val="B992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grpSp>
        <p:grpSp>
          <p:nvGrpSpPr>
            <p:cNvPr id="24" name="Group 23"/>
            <p:cNvGrpSpPr/>
            <p:nvPr/>
          </p:nvGrpSpPr>
          <p:grpSpPr>
            <a:xfrm>
              <a:off x="3106565" y="1845534"/>
              <a:ext cx="697300" cy="730906"/>
              <a:chOff x="8166769" y="4034040"/>
              <a:chExt cx="1017381" cy="1009306"/>
            </a:xfrm>
          </p:grpSpPr>
          <p:sp>
            <p:nvSpPr>
              <p:cNvPr id="48" name="Freeform 296"/>
              <p:cNvSpPr>
                <a:spLocks/>
              </p:cNvSpPr>
              <p:nvPr/>
            </p:nvSpPr>
            <p:spPr bwMode="auto">
              <a:xfrm flipH="1">
                <a:off x="8166769" y="4034040"/>
                <a:ext cx="1017380" cy="1009306"/>
              </a:xfrm>
              <a:custGeom>
                <a:avLst/>
                <a:gdLst>
                  <a:gd name="T0" fmla="*/ 80 w 160"/>
                  <a:gd name="T1" fmla="*/ 0 h 158"/>
                  <a:gd name="T2" fmla="*/ 85 w 160"/>
                  <a:gd name="T3" fmla="*/ 1 h 158"/>
                  <a:gd name="T4" fmla="*/ 139 w 160"/>
                  <a:gd name="T5" fmla="*/ 1 h 158"/>
                  <a:gd name="T6" fmla="*/ 143 w 160"/>
                  <a:gd name="T7" fmla="*/ 18 h 158"/>
                  <a:gd name="T8" fmla="*/ 160 w 160"/>
                  <a:gd name="T9" fmla="*/ 35 h 158"/>
                  <a:gd name="T10" fmla="*/ 160 w 160"/>
                  <a:gd name="T11" fmla="*/ 77 h 158"/>
                  <a:gd name="T12" fmla="*/ 159 w 160"/>
                  <a:gd name="T13" fmla="*/ 77 h 158"/>
                  <a:gd name="T14" fmla="*/ 159 w 160"/>
                  <a:gd name="T15" fmla="*/ 79 h 158"/>
                  <a:gd name="T16" fmla="*/ 80 w 160"/>
                  <a:gd name="T17" fmla="*/ 158 h 158"/>
                  <a:gd name="T18" fmla="*/ 0 w 160"/>
                  <a:gd name="T19" fmla="*/ 79 h 158"/>
                  <a:gd name="T20" fmla="*/ 0 w 160"/>
                  <a:gd name="T21" fmla="*/ 73 h 158"/>
                  <a:gd name="T22" fmla="*/ 0 w 160"/>
                  <a:gd name="T23" fmla="*/ 17 h 158"/>
                  <a:gd name="T24" fmla="*/ 12 w 160"/>
                  <a:gd name="T25" fmla="*/ 1 h 158"/>
                  <a:gd name="T26" fmla="*/ 75 w 160"/>
                  <a:gd name="T27" fmla="*/ 1 h 158"/>
                  <a:gd name="T28" fmla="*/ 80 w 160"/>
                  <a:gd name="T29" fmla="*/ 0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0" h="158">
                    <a:moveTo>
                      <a:pt x="80" y="0"/>
                    </a:moveTo>
                    <a:cubicBezTo>
                      <a:pt x="81" y="0"/>
                      <a:pt x="83" y="1"/>
                      <a:pt x="85" y="1"/>
                    </a:cubicBezTo>
                    <a:cubicBezTo>
                      <a:pt x="139" y="1"/>
                      <a:pt x="139" y="1"/>
                      <a:pt x="139" y="1"/>
                    </a:cubicBezTo>
                    <a:cubicBezTo>
                      <a:pt x="143" y="18"/>
                      <a:pt x="143" y="18"/>
                      <a:pt x="143" y="18"/>
                    </a:cubicBezTo>
                    <a:cubicBezTo>
                      <a:pt x="160" y="35"/>
                      <a:pt x="160" y="35"/>
                      <a:pt x="160" y="35"/>
                    </a:cubicBezTo>
                    <a:cubicBezTo>
                      <a:pt x="160" y="77"/>
                      <a:pt x="160" y="77"/>
                      <a:pt x="160" y="77"/>
                    </a:cubicBezTo>
                    <a:cubicBezTo>
                      <a:pt x="159" y="77"/>
                      <a:pt x="159" y="77"/>
                      <a:pt x="159" y="77"/>
                    </a:cubicBezTo>
                    <a:cubicBezTo>
                      <a:pt x="159" y="78"/>
                      <a:pt x="159" y="79"/>
                      <a:pt x="159" y="79"/>
                    </a:cubicBezTo>
                    <a:cubicBezTo>
                      <a:pt x="159" y="123"/>
                      <a:pt x="124" y="158"/>
                      <a:pt x="80" y="158"/>
                    </a:cubicBezTo>
                    <a:cubicBezTo>
                      <a:pt x="36" y="158"/>
                      <a:pt x="0" y="123"/>
                      <a:pt x="0" y="79"/>
                    </a:cubicBezTo>
                    <a:cubicBezTo>
                      <a:pt x="0" y="77"/>
                      <a:pt x="0" y="75"/>
                      <a:pt x="0" y="73"/>
                    </a:cubicBezTo>
                    <a:cubicBezTo>
                      <a:pt x="0" y="17"/>
                      <a:pt x="0" y="17"/>
                      <a:pt x="0" y="17"/>
                    </a:cubicBezTo>
                    <a:cubicBezTo>
                      <a:pt x="12" y="1"/>
                      <a:pt x="12" y="1"/>
                      <a:pt x="12" y="1"/>
                    </a:cubicBezTo>
                    <a:cubicBezTo>
                      <a:pt x="75" y="1"/>
                      <a:pt x="75" y="1"/>
                      <a:pt x="75" y="1"/>
                    </a:cubicBezTo>
                    <a:cubicBezTo>
                      <a:pt x="76" y="1"/>
                      <a:pt x="78" y="0"/>
                      <a:pt x="80" y="0"/>
                    </a:cubicBezTo>
                    <a:close/>
                  </a:path>
                </a:pathLst>
              </a:custGeom>
              <a:solidFill>
                <a:srgbClr val="FFDCB8"/>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49" name="Freeform 297"/>
              <p:cNvSpPr>
                <a:spLocks/>
              </p:cNvSpPr>
              <p:nvPr/>
            </p:nvSpPr>
            <p:spPr bwMode="auto">
              <a:xfrm flipH="1">
                <a:off x="8745437" y="4039423"/>
                <a:ext cx="438713" cy="995848"/>
              </a:xfrm>
              <a:custGeom>
                <a:avLst/>
                <a:gdLst>
                  <a:gd name="T0" fmla="*/ 69 w 69"/>
                  <a:gd name="T1" fmla="*/ 156 h 156"/>
                  <a:gd name="T2" fmla="*/ 0 w 69"/>
                  <a:gd name="T3" fmla="*/ 78 h 156"/>
                  <a:gd name="T4" fmla="*/ 0 w 69"/>
                  <a:gd name="T5" fmla="*/ 72 h 156"/>
                  <a:gd name="T6" fmla="*/ 0 w 69"/>
                  <a:gd name="T7" fmla="*/ 16 h 156"/>
                  <a:gd name="T8" fmla="*/ 12 w 69"/>
                  <a:gd name="T9" fmla="*/ 0 h 156"/>
                  <a:gd name="T10" fmla="*/ 69 w 69"/>
                  <a:gd name="T11" fmla="*/ 0 h 156"/>
                  <a:gd name="T12" fmla="*/ 69 w 69"/>
                  <a:gd name="T13" fmla="*/ 156 h 156"/>
                </a:gdLst>
                <a:ahLst/>
                <a:cxnLst>
                  <a:cxn ang="0">
                    <a:pos x="T0" y="T1"/>
                  </a:cxn>
                  <a:cxn ang="0">
                    <a:pos x="T2" y="T3"/>
                  </a:cxn>
                  <a:cxn ang="0">
                    <a:pos x="T4" y="T5"/>
                  </a:cxn>
                  <a:cxn ang="0">
                    <a:pos x="T6" y="T7"/>
                  </a:cxn>
                  <a:cxn ang="0">
                    <a:pos x="T8" y="T9"/>
                  </a:cxn>
                  <a:cxn ang="0">
                    <a:pos x="T10" y="T11"/>
                  </a:cxn>
                  <a:cxn ang="0">
                    <a:pos x="T12" y="T13"/>
                  </a:cxn>
                </a:cxnLst>
                <a:rect l="0" t="0" r="r" b="b"/>
                <a:pathLst>
                  <a:path w="69" h="156">
                    <a:moveTo>
                      <a:pt x="69" y="156"/>
                    </a:moveTo>
                    <a:cubicBezTo>
                      <a:pt x="30" y="151"/>
                      <a:pt x="0" y="118"/>
                      <a:pt x="0" y="78"/>
                    </a:cubicBezTo>
                    <a:cubicBezTo>
                      <a:pt x="0" y="76"/>
                      <a:pt x="0" y="74"/>
                      <a:pt x="0" y="72"/>
                    </a:cubicBezTo>
                    <a:cubicBezTo>
                      <a:pt x="0" y="16"/>
                      <a:pt x="0" y="16"/>
                      <a:pt x="0" y="16"/>
                    </a:cubicBezTo>
                    <a:cubicBezTo>
                      <a:pt x="12" y="0"/>
                      <a:pt x="12" y="0"/>
                      <a:pt x="12" y="0"/>
                    </a:cubicBezTo>
                    <a:cubicBezTo>
                      <a:pt x="69" y="0"/>
                      <a:pt x="69" y="0"/>
                      <a:pt x="69" y="0"/>
                    </a:cubicBezTo>
                    <a:lnTo>
                      <a:pt x="69" y="156"/>
                    </a:lnTo>
                    <a:close/>
                  </a:path>
                </a:pathLst>
              </a:custGeom>
              <a:solidFill>
                <a:srgbClr val="FFDCB8"/>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grpSp>
        <p:sp>
          <p:nvSpPr>
            <p:cNvPr id="25" name="Freeform 24"/>
            <p:cNvSpPr/>
            <p:nvPr/>
          </p:nvSpPr>
          <p:spPr>
            <a:xfrm rot="1142545">
              <a:off x="3130169" y="1668893"/>
              <a:ext cx="722764" cy="562400"/>
            </a:xfrm>
            <a:custGeom>
              <a:avLst/>
              <a:gdLst>
                <a:gd name="connsiteX0" fmla="*/ 249439 w 722764"/>
                <a:gd name="connsiteY0" fmla="*/ 0 h 562400"/>
                <a:gd name="connsiteX1" fmla="*/ 267217 w 722764"/>
                <a:gd name="connsiteY1" fmla="*/ 70473 h 562400"/>
                <a:gd name="connsiteX2" fmla="*/ 497427 w 722764"/>
                <a:gd name="connsiteY2" fmla="*/ 35702 h 562400"/>
                <a:gd name="connsiteX3" fmla="*/ 705044 w 722764"/>
                <a:gd name="connsiteY3" fmla="*/ 276861 h 562400"/>
                <a:gd name="connsiteX4" fmla="*/ 722764 w 722764"/>
                <a:gd name="connsiteY4" fmla="*/ 328201 h 562400"/>
                <a:gd name="connsiteX5" fmla="*/ 699367 w 722764"/>
                <a:gd name="connsiteY5" fmla="*/ 336277 h 562400"/>
                <a:gd name="connsiteX6" fmla="*/ 681646 w 722764"/>
                <a:gd name="connsiteY6" fmla="*/ 284937 h 562400"/>
                <a:gd name="connsiteX7" fmla="*/ 645237 w 722764"/>
                <a:gd name="connsiteY7" fmla="*/ 224866 h 562400"/>
                <a:gd name="connsiteX8" fmla="*/ 640876 w 722764"/>
                <a:gd name="connsiteY8" fmla="*/ 231814 h 562400"/>
                <a:gd name="connsiteX9" fmla="*/ 430289 w 722764"/>
                <a:gd name="connsiteY9" fmla="*/ 276714 h 562400"/>
                <a:gd name="connsiteX10" fmla="*/ 268682 w 722764"/>
                <a:gd name="connsiteY10" fmla="*/ 255182 h 562400"/>
                <a:gd name="connsiteX11" fmla="*/ 254712 w 722764"/>
                <a:gd name="connsiteY11" fmla="*/ 248517 h 562400"/>
                <a:gd name="connsiteX12" fmla="*/ 242396 w 722764"/>
                <a:gd name="connsiteY12" fmla="*/ 252321 h 562400"/>
                <a:gd name="connsiteX13" fmla="*/ 241723 w 722764"/>
                <a:gd name="connsiteY13" fmla="*/ 253889 h 562400"/>
                <a:gd name="connsiteX14" fmla="*/ 167607 w 722764"/>
                <a:gd name="connsiteY14" fmla="*/ 338711 h 562400"/>
                <a:gd name="connsiteX15" fmla="*/ 73868 w 722764"/>
                <a:gd name="connsiteY15" fmla="*/ 401167 h 562400"/>
                <a:gd name="connsiteX16" fmla="*/ 44424 w 722764"/>
                <a:gd name="connsiteY16" fmla="*/ 409476 h 562400"/>
                <a:gd name="connsiteX17" fmla="*/ 44369 w 722764"/>
                <a:gd name="connsiteY17" fmla="*/ 455221 h 562400"/>
                <a:gd name="connsiteX18" fmla="*/ 49910 w 722764"/>
                <a:gd name="connsiteY18" fmla="*/ 502984 h 562400"/>
                <a:gd name="connsiteX19" fmla="*/ 67631 w 722764"/>
                <a:gd name="connsiteY19" fmla="*/ 554324 h 562400"/>
                <a:gd name="connsiteX20" fmla="*/ 44233 w 722764"/>
                <a:gd name="connsiteY20" fmla="*/ 562400 h 562400"/>
                <a:gd name="connsiteX21" fmla="*/ 24544 w 722764"/>
                <a:gd name="connsiteY21" fmla="*/ 505356 h 562400"/>
                <a:gd name="connsiteX22" fmla="*/ 82119 w 722764"/>
                <a:gd name="connsiteY22" fmla="*/ 179048 h 562400"/>
                <a:gd name="connsiteX23" fmla="*/ 136618 w 722764"/>
                <a:gd name="connsiteY23" fmla="*/ 128317 h 562400"/>
                <a:gd name="connsiteX24" fmla="*/ 249439 w 722764"/>
                <a:gd name="connsiteY24" fmla="*/ 0 h 56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22764" h="562400">
                  <a:moveTo>
                    <a:pt x="249439" y="0"/>
                  </a:moveTo>
                  <a:cubicBezTo>
                    <a:pt x="237913" y="61435"/>
                    <a:pt x="267217" y="70473"/>
                    <a:pt x="267217" y="70473"/>
                  </a:cubicBezTo>
                  <a:cubicBezTo>
                    <a:pt x="317835" y="27465"/>
                    <a:pt x="446637" y="21313"/>
                    <a:pt x="497427" y="35702"/>
                  </a:cubicBezTo>
                  <a:cubicBezTo>
                    <a:pt x="659529" y="69129"/>
                    <a:pt x="695142" y="229206"/>
                    <a:pt x="705044" y="276861"/>
                  </a:cubicBezTo>
                  <a:cubicBezTo>
                    <a:pt x="701163" y="284585"/>
                    <a:pt x="722764" y="328201"/>
                    <a:pt x="722764" y="328201"/>
                  </a:cubicBezTo>
                  <a:cubicBezTo>
                    <a:pt x="722764" y="328201"/>
                    <a:pt x="722764" y="328201"/>
                    <a:pt x="699367" y="336277"/>
                  </a:cubicBezTo>
                  <a:cubicBezTo>
                    <a:pt x="697398" y="330572"/>
                    <a:pt x="683615" y="290641"/>
                    <a:pt x="681646" y="284937"/>
                  </a:cubicBezTo>
                  <a:lnTo>
                    <a:pt x="645237" y="224866"/>
                  </a:lnTo>
                  <a:lnTo>
                    <a:pt x="640876" y="231814"/>
                  </a:lnTo>
                  <a:cubicBezTo>
                    <a:pt x="606180" y="258200"/>
                    <a:pt x="524956" y="276714"/>
                    <a:pt x="430289" y="276714"/>
                  </a:cubicBezTo>
                  <a:cubicBezTo>
                    <a:pt x="367178" y="276714"/>
                    <a:pt x="310041" y="268486"/>
                    <a:pt x="268682" y="255182"/>
                  </a:cubicBezTo>
                  <a:lnTo>
                    <a:pt x="254712" y="248517"/>
                  </a:lnTo>
                  <a:lnTo>
                    <a:pt x="242396" y="252321"/>
                  </a:lnTo>
                  <a:lnTo>
                    <a:pt x="241723" y="253889"/>
                  </a:lnTo>
                  <a:cubicBezTo>
                    <a:pt x="226306" y="279644"/>
                    <a:pt x="200383" y="309953"/>
                    <a:pt x="167607" y="338711"/>
                  </a:cubicBezTo>
                  <a:cubicBezTo>
                    <a:pt x="134831" y="367469"/>
                    <a:pt x="101409" y="389231"/>
                    <a:pt x="73868" y="401167"/>
                  </a:cubicBezTo>
                  <a:lnTo>
                    <a:pt x="44424" y="409476"/>
                  </a:lnTo>
                  <a:lnTo>
                    <a:pt x="44369" y="455221"/>
                  </a:lnTo>
                  <a:cubicBezTo>
                    <a:pt x="45680" y="475317"/>
                    <a:pt x="47927" y="492497"/>
                    <a:pt x="49910" y="502984"/>
                  </a:cubicBezTo>
                  <a:cubicBezTo>
                    <a:pt x="51879" y="508689"/>
                    <a:pt x="67631" y="554324"/>
                    <a:pt x="67631" y="554324"/>
                  </a:cubicBezTo>
                  <a:cubicBezTo>
                    <a:pt x="67631" y="554324"/>
                    <a:pt x="67631" y="554324"/>
                    <a:pt x="44233" y="562400"/>
                  </a:cubicBezTo>
                  <a:cubicBezTo>
                    <a:pt x="42264" y="556696"/>
                    <a:pt x="26512" y="511060"/>
                    <a:pt x="24544" y="505356"/>
                  </a:cubicBezTo>
                  <a:cubicBezTo>
                    <a:pt x="-54328" y="238912"/>
                    <a:pt x="82119" y="179048"/>
                    <a:pt x="82119" y="179048"/>
                  </a:cubicBezTo>
                  <a:cubicBezTo>
                    <a:pt x="66368" y="133413"/>
                    <a:pt x="136618" y="128317"/>
                    <a:pt x="136618" y="128317"/>
                  </a:cubicBezTo>
                  <a:cubicBezTo>
                    <a:pt x="118898" y="76977"/>
                    <a:pt x="249439" y="0"/>
                    <a:pt x="249439" y="0"/>
                  </a:cubicBezTo>
                  <a:close/>
                </a:path>
              </a:pathLst>
            </a:custGeom>
            <a:solidFill>
              <a:srgbClr val="725C2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6" name="Freeform 25"/>
            <p:cNvSpPr>
              <a:spLocks/>
            </p:cNvSpPr>
            <p:nvPr/>
          </p:nvSpPr>
          <p:spPr bwMode="auto">
            <a:xfrm>
              <a:off x="3443363" y="2218042"/>
              <a:ext cx="65773" cy="98661"/>
            </a:xfrm>
            <a:custGeom>
              <a:avLst/>
              <a:gdLst>
                <a:gd name="T0" fmla="*/ 3 w 6"/>
                <a:gd name="T1" fmla="*/ 0 h 9"/>
                <a:gd name="T2" fmla="*/ 2 w 6"/>
                <a:gd name="T3" fmla="*/ 2 h 9"/>
                <a:gd name="T4" fmla="*/ 2 w 6"/>
                <a:gd name="T5" fmla="*/ 3 h 9"/>
                <a:gd name="T6" fmla="*/ 1 w 6"/>
                <a:gd name="T7" fmla="*/ 3 h 9"/>
                <a:gd name="T8" fmla="*/ 1 w 6"/>
                <a:gd name="T9" fmla="*/ 4 h 9"/>
                <a:gd name="T10" fmla="*/ 1 w 6"/>
                <a:gd name="T11" fmla="*/ 4 h 9"/>
                <a:gd name="T12" fmla="*/ 1 w 6"/>
                <a:gd name="T13" fmla="*/ 5 h 9"/>
                <a:gd name="T14" fmla="*/ 1 w 6"/>
                <a:gd name="T15" fmla="*/ 6 h 9"/>
                <a:gd name="T16" fmla="*/ 1 w 6"/>
                <a:gd name="T17" fmla="*/ 6 h 9"/>
                <a:gd name="T18" fmla="*/ 2 w 6"/>
                <a:gd name="T19" fmla="*/ 7 h 9"/>
                <a:gd name="T20" fmla="*/ 4 w 6"/>
                <a:gd name="T21" fmla="*/ 8 h 9"/>
                <a:gd name="T22" fmla="*/ 6 w 6"/>
                <a:gd name="T23" fmla="*/ 9 h 9"/>
                <a:gd name="T24" fmla="*/ 4 w 6"/>
                <a:gd name="T25" fmla="*/ 8 h 9"/>
                <a:gd name="T26" fmla="*/ 2 w 6"/>
                <a:gd name="T27" fmla="*/ 8 h 9"/>
                <a:gd name="T28" fmla="*/ 1 w 6"/>
                <a:gd name="T29" fmla="*/ 7 h 9"/>
                <a:gd name="T30" fmla="*/ 0 w 6"/>
                <a:gd name="T31" fmla="*/ 6 h 9"/>
                <a:gd name="T32" fmla="*/ 0 w 6"/>
                <a:gd name="T33" fmla="*/ 5 h 9"/>
                <a:gd name="T34" fmla="*/ 0 w 6"/>
                <a:gd name="T35" fmla="*/ 4 h 9"/>
                <a:gd name="T36" fmla="*/ 0 w 6"/>
                <a:gd name="T37" fmla="*/ 3 h 9"/>
                <a:gd name="T38" fmla="*/ 1 w 6"/>
                <a:gd name="T39" fmla="*/ 3 h 9"/>
                <a:gd name="T40" fmla="*/ 1 w 6"/>
                <a:gd name="T41" fmla="*/ 2 h 9"/>
                <a:gd name="T42" fmla="*/ 2 w 6"/>
                <a:gd name="T43" fmla="*/ 2 h 9"/>
                <a:gd name="T44" fmla="*/ 3 w 6"/>
                <a:gd name="T45"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 h="9">
                  <a:moveTo>
                    <a:pt x="3" y="0"/>
                  </a:moveTo>
                  <a:cubicBezTo>
                    <a:pt x="3" y="0"/>
                    <a:pt x="3" y="1"/>
                    <a:pt x="2" y="2"/>
                  </a:cubicBezTo>
                  <a:cubicBezTo>
                    <a:pt x="2" y="3"/>
                    <a:pt x="2" y="3"/>
                    <a:pt x="2" y="3"/>
                  </a:cubicBezTo>
                  <a:cubicBezTo>
                    <a:pt x="1" y="3"/>
                    <a:pt x="1" y="3"/>
                    <a:pt x="1" y="3"/>
                  </a:cubicBezTo>
                  <a:cubicBezTo>
                    <a:pt x="1" y="4"/>
                    <a:pt x="1" y="4"/>
                    <a:pt x="1" y="4"/>
                  </a:cubicBezTo>
                  <a:cubicBezTo>
                    <a:pt x="1" y="4"/>
                    <a:pt x="1" y="4"/>
                    <a:pt x="1" y="4"/>
                  </a:cubicBezTo>
                  <a:cubicBezTo>
                    <a:pt x="1" y="5"/>
                    <a:pt x="1" y="5"/>
                    <a:pt x="1" y="5"/>
                  </a:cubicBezTo>
                  <a:cubicBezTo>
                    <a:pt x="1" y="6"/>
                    <a:pt x="1" y="6"/>
                    <a:pt x="1" y="6"/>
                  </a:cubicBezTo>
                  <a:cubicBezTo>
                    <a:pt x="1" y="6"/>
                    <a:pt x="1" y="6"/>
                    <a:pt x="1" y="6"/>
                  </a:cubicBezTo>
                  <a:cubicBezTo>
                    <a:pt x="2" y="7"/>
                    <a:pt x="2" y="7"/>
                    <a:pt x="2" y="7"/>
                  </a:cubicBezTo>
                  <a:cubicBezTo>
                    <a:pt x="3" y="7"/>
                    <a:pt x="4" y="8"/>
                    <a:pt x="4" y="8"/>
                  </a:cubicBezTo>
                  <a:cubicBezTo>
                    <a:pt x="6" y="8"/>
                    <a:pt x="6" y="9"/>
                    <a:pt x="6" y="9"/>
                  </a:cubicBezTo>
                  <a:cubicBezTo>
                    <a:pt x="6" y="9"/>
                    <a:pt x="6" y="9"/>
                    <a:pt x="4" y="8"/>
                  </a:cubicBezTo>
                  <a:cubicBezTo>
                    <a:pt x="4" y="8"/>
                    <a:pt x="3" y="8"/>
                    <a:pt x="2" y="8"/>
                  </a:cubicBezTo>
                  <a:cubicBezTo>
                    <a:pt x="2" y="8"/>
                    <a:pt x="1" y="7"/>
                    <a:pt x="1" y="7"/>
                  </a:cubicBezTo>
                  <a:cubicBezTo>
                    <a:pt x="1" y="7"/>
                    <a:pt x="0" y="6"/>
                    <a:pt x="0" y="6"/>
                  </a:cubicBezTo>
                  <a:cubicBezTo>
                    <a:pt x="0" y="6"/>
                    <a:pt x="0" y="5"/>
                    <a:pt x="0" y="5"/>
                  </a:cubicBezTo>
                  <a:cubicBezTo>
                    <a:pt x="0" y="4"/>
                    <a:pt x="0" y="4"/>
                    <a:pt x="0" y="4"/>
                  </a:cubicBezTo>
                  <a:cubicBezTo>
                    <a:pt x="0" y="3"/>
                    <a:pt x="0" y="3"/>
                    <a:pt x="0" y="3"/>
                  </a:cubicBezTo>
                  <a:cubicBezTo>
                    <a:pt x="1" y="3"/>
                    <a:pt x="1" y="3"/>
                    <a:pt x="1" y="3"/>
                  </a:cubicBezTo>
                  <a:cubicBezTo>
                    <a:pt x="1" y="2"/>
                    <a:pt x="1" y="2"/>
                    <a:pt x="1" y="2"/>
                  </a:cubicBezTo>
                  <a:cubicBezTo>
                    <a:pt x="2" y="2"/>
                    <a:pt x="2" y="2"/>
                    <a:pt x="2" y="2"/>
                  </a:cubicBezTo>
                  <a:cubicBezTo>
                    <a:pt x="3" y="1"/>
                    <a:pt x="3" y="0"/>
                    <a:pt x="3" y="0"/>
                  </a:cubicBezTo>
                  <a:close/>
                </a:path>
              </a:pathLst>
            </a:custGeom>
            <a:solidFill>
              <a:srgbClr val="A46D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grpSp>
          <p:nvGrpSpPr>
            <p:cNvPr id="27" name="Group 26"/>
            <p:cNvGrpSpPr/>
            <p:nvPr/>
          </p:nvGrpSpPr>
          <p:grpSpPr>
            <a:xfrm>
              <a:off x="3186152" y="2034312"/>
              <a:ext cx="562365" cy="194530"/>
              <a:chOff x="4085835" y="2438386"/>
              <a:chExt cx="746990" cy="258394"/>
            </a:xfrm>
          </p:grpSpPr>
          <p:sp>
            <p:nvSpPr>
              <p:cNvPr id="40" name="Freeform 39"/>
              <p:cNvSpPr>
                <a:spLocks/>
              </p:cNvSpPr>
              <p:nvPr/>
            </p:nvSpPr>
            <p:spPr bwMode="auto">
              <a:xfrm>
                <a:off x="4085835" y="2438386"/>
                <a:ext cx="202018" cy="93961"/>
              </a:xfrm>
              <a:custGeom>
                <a:avLst/>
                <a:gdLst>
                  <a:gd name="T0" fmla="*/ 3 w 43"/>
                  <a:gd name="T1" fmla="*/ 20 h 20"/>
                  <a:gd name="T2" fmla="*/ 0 w 43"/>
                  <a:gd name="T3" fmla="*/ 12 h 20"/>
                  <a:gd name="T4" fmla="*/ 41 w 43"/>
                  <a:gd name="T5" fmla="*/ 0 h 20"/>
                  <a:gd name="T6" fmla="*/ 43 w 43"/>
                  <a:gd name="T7" fmla="*/ 8 h 20"/>
                  <a:gd name="T8" fmla="*/ 3 w 43"/>
                  <a:gd name="T9" fmla="*/ 20 h 20"/>
                </a:gdLst>
                <a:ahLst/>
                <a:cxnLst>
                  <a:cxn ang="0">
                    <a:pos x="T0" y="T1"/>
                  </a:cxn>
                  <a:cxn ang="0">
                    <a:pos x="T2" y="T3"/>
                  </a:cxn>
                  <a:cxn ang="0">
                    <a:pos x="T4" y="T5"/>
                  </a:cxn>
                  <a:cxn ang="0">
                    <a:pos x="T6" y="T7"/>
                  </a:cxn>
                  <a:cxn ang="0">
                    <a:pos x="T8" y="T9"/>
                  </a:cxn>
                </a:cxnLst>
                <a:rect l="0" t="0" r="r" b="b"/>
                <a:pathLst>
                  <a:path w="43" h="20">
                    <a:moveTo>
                      <a:pt x="3" y="20"/>
                    </a:moveTo>
                    <a:lnTo>
                      <a:pt x="0" y="12"/>
                    </a:lnTo>
                    <a:lnTo>
                      <a:pt x="41" y="0"/>
                    </a:lnTo>
                    <a:lnTo>
                      <a:pt x="43" y="8"/>
                    </a:lnTo>
                    <a:lnTo>
                      <a:pt x="3" y="20"/>
                    </a:ln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41" name="Freeform 40"/>
              <p:cNvSpPr>
                <a:spLocks/>
              </p:cNvSpPr>
              <p:nvPr/>
            </p:nvSpPr>
            <p:spPr bwMode="auto">
              <a:xfrm>
                <a:off x="4118720" y="2508857"/>
                <a:ext cx="216111" cy="187923"/>
              </a:xfrm>
              <a:custGeom>
                <a:avLst/>
                <a:gdLst>
                  <a:gd name="T0" fmla="*/ 16 w 19"/>
                  <a:gd name="T1" fmla="*/ 0 h 17"/>
                  <a:gd name="T2" fmla="*/ 0 w 19"/>
                  <a:gd name="T3" fmla="*/ 5 h 17"/>
                  <a:gd name="T4" fmla="*/ 0 w 19"/>
                  <a:gd name="T5" fmla="*/ 7 h 17"/>
                  <a:gd name="T6" fmla="*/ 10 w 19"/>
                  <a:gd name="T7" fmla="*/ 17 h 17"/>
                  <a:gd name="T8" fmla="*/ 19 w 19"/>
                  <a:gd name="T9" fmla="*/ 7 h 17"/>
                  <a:gd name="T10" fmla="*/ 16 w 19"/>
                  <a:gd name="T11" fmla="*/ 0 h 17"/>
                </a:gdLst>
                <a:ahLst/>
                <a:cxnLst>
                  <a:cxn ang="0">
                    <a:pos x="T0" y="T1"/>
                  </a:cxn>
                  <a:cxn ang="0">
                    <a:pos x="T2" y="T3"/>
                  </a:cxn>
                  <a:cxn ang="0">
                    <a:pos x="T4" y="T5"/>
                  </a:cxn>
                  <a:cxn ang="0">
                    <a:pos x="T6" y="T7"/>
                  </a:cxn>
                  <a:cxn ang="0">
                    <a:pos x="T8" y="T9"/>
                  </a:cxn>
                  <a:cxn ang="0">
                    <a:pos x="T10" y="T11"/>
                  </a:cxn>
                </a:cxnLst>
                <a:rect l="0" t="0" r="r" b="b"/>
                <a:pathLst>
                  <a:path w="19" h="17">
                    <a:moveTo>
                      <a:pt x="16" y="0"/>
                    </a:moveTo>
                    <a:cubicBezTo>
                      <a:pt x="0" y="5"/>
                      <a:pt x="0" y="5"/>
                      <a:pt x="0" y="5"/>
                    </a:cubicBezTo>
                    <a:cubicBezTo>
                      <a:pt x="0" y="6"/>
                      <a:pt x="0" y="6"/>
                      <a:pt x="0" y="7"/>
                    </a:cubicBezTo>
                    <a:cubicBezTo>
                      <a:pt x="0" y="13"/>
                      <a:pt x="4" y="17"/>
                      <a:pt x="10" y="17"/>
                    </a:cubicBezTo>
                    <a:cubicBezTo>
                      <a:pt x="15" y="17"/>
                      <a:pt x="19" y="13"/>
                      <a:pt x="19" y="7"/>
                    </a:cubicBezTo>
                    <a:cubicBezTo>
                      <a:pt x="19" y="4"/>
                      <a:pt x="18" y="1"/>
                      <a:pt x="1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42" name="Oval 41"/>
              <p:cNvSpPr>
                <a:spLocks noChangeArrowheads="1"/>
              </p:cNvSpPr>
              <p:nvPr/>
            </p:nvSpPr>
            <p:spPr bwMode="auto">
              <a:xfrm>
                <a:off x="4175096" y="2532346"/>
                <a:ext cx="136245" cy="131546"/>
              </a:xfrm>
              <a:prstGeom prst="ellipse">
                <a:avLst/>
              </a:pr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43" name="Oval 42"/>
              <p:cNvSpPr>
                <a:spLocks noChangeArrowheads="1"/>
              </p:cNvSpPr>
              <p:nvPr/>
            </p:nvSpPr>
            <p:spPr bwMode="auto">
              <a:xfrm>
                <a:off x="4198589" y="2565234"/>
                <a:ext cx="32888" cy="32888"/>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44" name="Freeform 43"/>
              <p:cNvSpPr>
                <a:spLocks/>
              </p:cNvSpPr>
              <p:nvPr/>
            </p:nvSpPr>
            <p:spPr bwMode="auto">
              <a:xfrm>
                <a:off x="4635507" y="2438386"/>
                <a:ext cx="197318" cy="93961"/>
              </a:xfrm>
              <a:custGeom>
                <a:avLst/>
                <a:gdLst>
                  <a:gd name="T0" fmla="*/ 40 w 42"/>
                  <a:gd name="T1" fmla="*/ 20 h 20"/>
                  <a:gd name="T2" fmla="*/ 42 w 42"/>
                  <a:gd name="T3" fmla="*/ 12 h 20"/>
                  <a:gd name="T4" fmla="*/ 2 w 42"/>
                  <a:gd name="T5" fmla="*/ 0 h 20"/>
                  <a:gd name="T6" fmla="*/ 0 w 42"/>
                  <a:gd name="T7" fmla="*/ 8 h 20"/>
                  <a:gd name="T8" fmla="*/ 40 w 42"/>
                  <a:gd name="T9" fmla="*/ 20 h 20"/>
                </a:gdLst>
                <a:ahLst/>
                <a:cxnLst>
                  <a:cxn ang="0">
                    <a:pos x="T0" y="T1"/>
                  </a:cxn>
                  <a:cxn ang="0">
                    <a:pos x="T2" y="T3"/>
                  </a:cxn>
                  <a:cxn ang="0">
                    <a:pos x="T4" y="T5"/>
                  </a:cxn>
                  <a:cxn ang="0">
                    <a:pos x="T6" y="T7"/>
                  </a:cxn>
                  <a:cxn ang="0">
                    <a:pos x="T8" y="T9"/>
                  </a:cxn>
                </a:cxnLst>
                <a:rect l="0" t="0" r="r" b="b"/>
                <a:pathLst>
                  <a:path w="42" h="20">
                    <a:moveTo>
                      <a:pt x="40" y="20"/>
                    </a:moveTo>
                    <a:lnTo>
                      <a:pt x="42" y="12"/>
                    </a:lnTo>
                    <a:lnTo>
                      <a:pt x="2" y="0"/>
                    </a:lnTo>
                    <a:lnTo>
                      <a:pt x="0" y="8"/>
                    </a:lnTo>
                    <a:lnTo>
                      <a:pt x="40" y="20"/>
                    </a:ln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45" name="Freeform 44"/>
              <p:cNvSpPr>
                <a:spLocks/>
              </p:cNvSpPr>
              <p:nvPr/>
            </p:nvSpPr>
            <p:spPr bwMode="auto">
              <a:xfrm>
                <a:off x="4579130" y="2508857"/>
                <a:ext cx="220811" cy="187923"/>
              </a:xfrm>
              <a:custGeom>
                <a:avLst/>
                <a:gdLst>
                  <a:gd name="T0" fmla="*/ 4 w 20"/>
                  <a:gd name="T1" fmla="*/ 0 h 17"/>
                  <a:gd name="T2" fmla="*/ 20 w 20"/>
                  <a:gd name="T3" fmla="*/ 5 h 17"/>
                  <a:gd name="T4" fmla="*/ 20 w 20"/>
                  <a:gd name="T5" fmla="*/ 7 h 17"/>
                  <a:gd name="T6" fmla="*/ 10 w 20"/>
                  <a:gd name="T7" fmla="*/ 17 h 17"/>
                  <a:gd name="T8" fmla="*/ 0 w 20"/>
                  <a:gd name="T9" fmla="*/ 7 h 17"/>
                  <a:gd name="T10" fmla="*/ 4 w 20"/>
                  <a:gd name="T11" fmla="*/ 0 h 17"/>
                </a:gdLst>
                <a:ahLst/>
                <a:cxnLst>
                  <a:cxn ang="0">
                    <a:pos x="T0" y="T1"/>
                  </a:cxn>
                  <a:cxn ang="0">
                    <a:pos x="T2" y="T3"/>
                  </a:cxn>
                  <a:cxn ang="0">
                    <a:pos x="T4" y="T5"/>
                  </a:cxn>
                  <a:cxn ang="0">
                    <a:pos x="T6" y="T7"/>
                  </a:cxn>
                  <a:cxn ang="0">
                    <a:pos x="T8" y="T9"/>
                  </a:cxn>
                  <a:cxn ang="0">
                    <a:pos x="T10" y="T11"/>
                  </a:cxn>
                </a:cxnLst>
                <a:rect l="0" t="0" r="r" b="b"/>
                <a:pathLst>
                  <a:path w="20" h="17">
                    <a:moveTo>
                      <a:pt x="4" y="0"/>
                    </a:moveTo>
                    <a:cubicBezTo>
                      <a:pt x="20" y="5"/>
                      <a:pt x="20" y="5"/>
                      <a:pt x="20" y="5"/>
                    </a:cubicBezTo>
                    <a:cubicBezTo>
                      <a:pt x="20" y="6"/>
                      <a:pt x="20" y="6"/>
                      <a:pt x="20" y="7"/>
                    </a:cubicBezTo>
                    <a:cubicBezTo>
                      <a:pt x="20" y="13"/>
                      <a:pt x="16" y="17"/>
                      <a:pt x="10" y="17"/>
                    </a:cubicBezTo>
                    <a:cubicBezTo>
                      <a:pt x="5" y="17"/>
                      <a:pt x="0" y="13"/>
                      <a:pt x="0" y="7"/>
                    </a:cubicBezTo>
                    <a:cubicBezTo>
                      <a:pt x="0" y="4"/>
                      <a:pt x="2" y="1"/>
                      <a:pt x="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46" name="Oval 45"/>
              <p:cNvSpPr>
                <a:spLocks noChangeArrowheads="1"/>
              </p:cNvSpPr>
              <p:nvPr/>
            </p:nvSpPr>
            <p:spPr bwMode="auto">
              <a:xfrm>
                <a:off x="4612018" y="2532346"/>
                <a:ext cx="131546" cy="131546"/>
              </a:xfrm>
              <a:prstGeom prst="ellipse">
                <a:avLst/>
              </a:pr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47" name="Oval 46"/>
              <p:cNvSpPr>
                <a:spLocks noChangeArrowheads="1"/>
              </p:cNvSpPr>
              <p:nvPr/>
            </p:nvSpPr>
            <p:spPr bwMode="auto">
              <a:xfrm>
                <a:off x="4691884" y="2565234"/>
                <a:ext cx="32888" cy="32888"/>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grpSp>
        <p:sp>
          <p:nvSpPr>
            <p:cNvPr id="28" name="Freeform 101"/>
            <p:cNvSpPr>
              <a:spLocks/>
            </p:cNvSpPr>
            <p:nvPr/>
          </p:nvSpPr>
          <p:spPr bwMode="auto">
            <a:xfrm>
              <a:off x="3550534" y="5039543"/>
              <a:ext cx="408691" cy="149563"/>
            </a:xfrm>
            <a:custGeom>
              <a:avLst/>
              <a:gdLst>
                <a:gd name="T0" fmla="*/ 47 w 99"/>
                <a:gd name="T1" fmla="*/ 0 h 36"/>
                <a:gd name="T2" fmla="*/ 49 w 99"/>
                <a:gd name="T3" fmla="*/ 0 h 36"/>
                <a:gd name="T4" fmla="*/ 51 w 99"/>
                <a:gd name="T5" fmla="*/ 0 h 36"/>
                <a:gd name="T6" fmla="*/ 52 w 99"/>
                <a:gd name="T7" fmla="*/ 0 h 36"/>
                <a:gd name="T8" fmla="*/ 52 w 99"/>
                <a:gd name="T9" fmla="*/ 0 h 36"/>
                <a:gd name="T10" fmla="*/ 99 w 99"/>
                <a:gd name="T11" fmla="*/ 36 h 36"/>
                <a:gd name="T12" fmla="*/ 0 w 99"/>
                <a:gd name="T13" fmla="*/ 36 h 36"/>
                <a:gd name="T14" fmla="*/ 0 w 99"/>
                <a:gd name="T15" fmla="*/ 0 h 36"/>
                <a:gd name="T16" fmla="*/ 47 w 99"/>
                <a:gd name="T17"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 h="36">
                  <a:moveTo>
                    <a:pt x="47" y="0"/>
                  </a:moveTo>
                  <a:cubicBezTo>
                    <a:pt x="48" y="0"/>
                    <a:pt x="49" y="0"/>
                    <a:pt x="49" y="0"/>
                  </a:cubicBezTo>
                  <a:cubicBezTo>
                    <a:pt x="50" y="0"/>
                    <a:pt x="51" y="0"/>
                    <a:pt x="51" y="0"/>
                  </a:cubicBezTo>
                  <a:cubicBezTo>
                    <a:pt x="52" y="0"/>
                    <a:pt x="52" y="0"/>
                    <a:pt x="52" y="0"/>
                  </a:cubicBezTo>
                  <a:cubicBezTo>
                    <a:pt x="52" y="0"/>
                    <a:pt x="52" y="0"/>
                    <a:pt x="52" y="0"/>
                  </a:cubicBezTo>
                  <a:cubicBezTo>
                    <a:pt x="78" y="2"/>
                    <a:pt x="99" y="17"/>
                    <a:pt x="99" y="36"/>
                  </a:cubicBezTo>
                  <a:cubicBezTo>
                    <a:pt x="0" y="36"/>
                    <a:pt x="0" y="36"/>
                    <a:pt x="0" y="36"/>
                  </a:cubicBezTo>
                  <a:cubicBezTo>
                    <a:pt x="0" y="0"/>
                    <a:pt x="0" y="0"/>
                    <a:pt x="0" y="0"/>
                  </a:cubicBezTo>
                  <a:lnTo>
                    <a:pt x="47" y="0"/>
                  </a:lnTo>
                  <a:close/>
                </a:path>
              </a:pathLst>
            </a:custGeom>
            <a:solidFill>
              <a:srgbClr val="5431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GB" dirty="0">
                <a:solidFill>
                  <a:prstClr val="black"/>
                </a:solidFill>
                <a:latin typeface="Roboto Lt"/>
                <a:cs typeface="Simplified Arabic" panose="02020603050405020304" pitchFamily="18" charset="-78"/>
              </a:endParaRPr>
            </a:p>
          </p:txBody>
        </p:sp>
        <p:sp>
          <p:nvSpPr>
            <p:cNvPr id="29" name="Freeform 102"/>
            <p:cNvSpPr>
              <a:spLocks/>
            </p:cNvSpPr>
            <p:nvPr/>
          </p:nvSpPr>
          <p:spPr bwMode="auto">
            <a:xfrm>
              <a:off x="3028332" y="5039543"/>
              <a:ext cx="406950" cy="149563"/>
            </a:xfrm>
            <a:custGeom>
              <a:avLst/>
              <a:gdLst>
                <a:gd name="T0" fmla="*/ 52 w 99"/>
                <a:gd name="T1" fmla="*/ 0 h 36"/>
                <a:gd name="T2" fmla="*/ 50 w 99"/>
                <a:gd name="T3" fmla="*/ 0 h 36"/>
                <a:gd name="T4" fmla="*/ 48 w 99"/>
                <a:gd name="T5" fmla="*/ 0 h 36"/>
                <a:gd name="T6" fmla="*/ 47 w 99"/>
                <a:gd name="T7" fmla="*/ 0 h 36"/>
                <a:gd name="T8" fmla="*/ 47 w 99"/>
                <a:gd name="T9" fmla="*/ 0 h 36"/>
                <a:gd name="T10" fmla="*/ 0 w 99"/>
                <a:gd name="T11" fmla="*/ 36 h 36"/>
                <a:gd name="T12" fmla="*/ 99 w 99"/>
                <a:gd name="T13" fmla="*/ 36 h 36"/>
                <a:gd name="T14" fmla="*/ 99 w 99"/>
                <a:gd name="T15" fmla="*/ 0 h 36"/>
                <a:gd name="T16" fmla="*/ 52 w 99"/>
                <a:gd name="T17"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 h="36">
                  <a:moveTo>
                    <a:pt x="52" y="0"/>
                  </a:moveTo>
                  <a:cubicBezTo>
                    <a:pt x="51" y="0"/>
                    <a:pt x="50" y="0"/>
                    <a:pt x="50" y="0"/>
                  </a:cubicBezTo>
                  <a:cubicBezTo>
                    <a:pt x="49" y="0"/>
                    <a:pt x="48" y="0"/>
                    <a:pt x="48" y="0"/>
                  </a:cubicBezTo>
                  <a:cubicBezTo>
                    <a:pt x="47" y="0"/>
                    <a:pt x="47" y="0"/>
                    <a:pt x="47" y="0"/>
                  </a:cubicBezTo>
                  <a:cubicBezTo>
                    <a:pt x="47" y="0"/>
                    <a:pt x="47" y="0"/>
                    <a:pt x="47" y="0"/>
                  </a:cubicBezTo>
                  <a:cubicBezTo>
                    <a:pt x="21" y="2"/>
                    <a:pt x="0" y="17"/>
                    <a:pt x="0" y="36"/>
                  </a:cubicBezTo>
                  <a:cubicBezTo>
                    <a:pt x="99" y="36"/>
                    <a:pt x="99" y="36"/>
                    <a:pt x="99" y="36"/>
                  </a:cubicBezTo>
                  <a:cubicBezTo>
                    <a:pt x="99" y="0"/>
                    <a:pt x="99" y="0"/>
                    <a:pt x="99" y="0"/>
                  </a:cubicBezTo>
                  <a:lnTo>
                    <a:pt x="52" y="0"/>
                  </a:lnTo>
                  <a:close/>
                </a:path>
              </a:pathLst>
            </a:custGeom>
            <a:solidFill>
              <a:srgbClr val="5431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GB" dirty="0">
                <a:solidFill>
                  <a:prstClr val="black"/>
                </a:solidFill>
                <a:latin typeface="Roboto Lt"/>
                <a:cs typeface="Simplified Arabic" panose="02020603050405020304" pitchFamily="18" charset="-78"/>
              </a:endParaRPr>
            </a:p>
          </p:txBody>
        </p:sp>
        <p:sp>
          <p:nvSpPr>
            <p:cNvPr id="30" name="Freeform 29"/>
            <p:cNvSpPr>
              <a:spLocks/>
            </p:cNvSpPr>
            <p:nvPr/>
          </p:nvSpPr>
          <p:spPr bwMode="auto">
            <a:xfrm>
              <a:off x="3556073" y="3515927"/>
              <a:ext cx="180000" cy="9396"/>
            </a:xfrm>
            <a:custGeom>
              <a:avLst/>
              <a:gdLst>
                <a:gd name="T0" fmla="*/ 23 w 23"/>
                <a:gd name="T1" fmla="*/ 0 h 1"/>
                <a:gd name="T2" fmla="*/ 0 w 23"/>
                <a:gd name="T3" fmla="*/ 0 h 1"/>
                <a:gd name="T4" fmla="*/ 11 w 23"/>
                <a:gd name="T5" fmla="*/ 1 h 1"/>
                <a:gd name="T6" fmla="*/ 23 w 23"/>
                <a:gd name="T7" fmla="*/ 0 h 1"/>
              </a:gdLst>
              <a:ahLst/>
              <a:cxnLst>
                <a:cxn ang="0">
                  <a:pos x="T0" y="T1"/>
                </a:cxn>
                <a:cxn ang="0">
                  <a:pos x="T2" y="T3"/>
                </a:cxn>
                <a:cxn ang="0">
                  <a:pos x="T4" y="T5"/>
                </a:cxn>
                <a:cxn ang="0">
                  <a:pos x="T6" y="T7"/>
                </a:cxn>
              </a:cxnLst>
              <a:rect l="0" t="0" r="r" b="b"/>
              <a:pathLst>
                <a:path w="23" h="1">
                  <a:moveTo>
                    <a:pt x="23" y="0"/>
                  </a:moveTo>
                  <a:cubicBezTo>
                    <a:pt x="0" y="0"/>
                    <a:pt x="0" y="0"/>
                    <a:pt x="0" y="0"/>
                  </a:cubicBezTo>
                  <a:cubicBezTo>
                    <a:pt x="0" y="0"/>
                    <a:pt x="4" y="1"/>
                    <a:pt x="11" y="1"/>
                  </a:cubicBezTo>
                  <a:cubicBezTo>
                    <a:pt x="14" y="1"/>
                    <a:pt x="18" y="1"/>
                    <a:pt x="23" y="0"/>
                  </a:cubicBezTo>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grpSp>
          <p:nvGrpSpPr>
            <p:cNvPr id="31" name="Group 30"/>
            <p:cNvGrpSpPr/>
            <p:nvPr/>
          </p:nvGrpSpPr>
          <p:grpSpPr>
            <a:xfrm>
              <a:off x="3300800" y="2725954"/>
              <a:ext cx="509011" cy="711962"/>
              <a:chOff x="3297073" y="2751109"/>
              <a:chExt cx="509011" cy="711962"/>
            </a:xfrm>
          </p:grpSpPr>
          <p:sp>
            <p:nvSpPr>
              <p:cNvPr id="36" name="Freeform 35"/>
              <p:cNvSpPr>
                <a:spLocks/>
              </p:cNvSpPr>
              <p:nvPr/>
            </p:nvSpPr>
            <p:spPr bwMode="auto">
              <a:xfrm flipH="1">
                <a:off x="3297073" y="2751109"/>
                <a:ext cx="498735" cy="711962"/>
              </a:xfrm>
              <a:custGeom>
                <a:avLst/>
                <a:gdLst>
                  <a:gd name="connsiteX0" fmla="*/ 1498959 w 3279375"/>
                  <a:gd name="connsiteY0" fmla="*/ 0 h 4681430"/>
                  <a:gd name="connsiteX1" fmla="*/ 1470705 w 3279375"/>
                  <a:gd name="connsiteY1" fmla="*/ 0 h 4681430"/>
                  <a:gd name="connsiteX2" fmla="*/ 1218988 w 3279375"/>
                  <a:gd name="connsiteY2" fmla="*/ 225522 h 4681430"/>
                  <a:gd name="connsiteX3" fmla="*/ 1218988 w 3279375"/>
                  <a:gd name="connsiteY3" fmla="*/ 2125253 h 4681430"/>
                  <a:gd name="connsiteX4" fmla="*/ 1218988 w 3279375"/>
                  <a:gd name="connsiteY4" fmla="*/ 2128596 h 4681430"/>
                  <a:gd name="connsiteX5" fmla="*/ 1191662 w 3279375"/>
                  <a:gd name="connsiteY5" fmla="*/ 2128596 h 4681430"/>
                  <a:gd name="connsiteX6" fmla="*/ 1133770 w 3279375"/>
                  <a:gd name="connsiteY6" fmla="*/ 2128596 h 4681430"/>
                  <a:gd name="connsiteX7" fmla="*/ 1133770 w 3279375"/>
                  <a:gd name="connsiteY7" fmla="*/ 1853157 h 4681430"/>
                  <a:gd name="connsiteX8" fmla="*/ 1133770 w 3279375"/>
                  <a:gd name="connsiteY8" fmla="*/ 520472 h 4681430"/>
                  <a:gd name="connsiteX9" fmla="*/ 882054 w 3279375"/>
                  <a:gd name="connsiteY9" fmla="*/ 292704 h 4681430"/>
                  <a:gd name="connsiteX10" fmla="*/ 853800 w 3279375"/>
                  <a:gd name="connsiteY10" fmla="*/ 292704 h 4681430"/>
                  <a:gd name="connsiteX11" fmla="*/ 602083 w 3279375"/>
                  <a:gd name="connsiteY11" fmla="*/ 520472 h 4681430"/>
                  <a:gd name="connsiteX12" fmla="*/ 602083 w 3279375"/>
                  <a:gd name="connsiteY12" fmla="*/ 2112586 h 4681430"/>
                  <a:gd name="connsiteX13" fmla="*/ 602083 w 3279375"/>
                  <a:gd name="connsiteY13" fmla="*/ 2128596 h 4681430"/>
                  <a:gd name="connsiteX14" fmla="*/ 531688 w 3279375"/>
                  <a:gd name="connsiteY14" fmla="*/ 2128596 h 4681430"/>
                  <a:gd name="connsiteX15" fmla="*/ 531688 w 3279375"/>
                  <a:gd name="connsiteY15" fmla="*/ 1930726 h 4681430"/>
                  <a:gd name="connsiteX16" fmla="*/ 531688 w 3279375"/>
                  <a:gd name="connsiteY16" fmla="*/ 961139 h 4681430"/>
                  <a:gd name="connsiteX17" fmla="*/ 279972 w 3279375"/>
                  <a:gd name="connsiteY17" fmla="*/ 735467 h 4681430"/>
                  <a:gd name="connsiteX18" fmla="*/ 251718 w 3279375"/>
                  <a:gd name="connsiteY18" fmla="*/ 735467 h 4681430"/>
                  <a:gd name="connsiteX19" fmla="*/ 1 w 3279375"/>
                  <a:gd name="connsiteY19" fmla="*/ 961139 h 4681430"/>
                  <a:gd name="connsiteX20" fmla="*/ 1 w 3279375"/>
                  <a:gd name="connsiteY20" fmla="*/ 2119473 h 4681430"/>
                  <a:gd name="connsiteX21" fmla="*/ 1 w 3279375"/>
                  <a:gd name="connsiteY21" fmla="*/ 2128596 h 4681430"/>
                  <a:gd name="connsiteX22" fmla="*/ 0 w 3279375"/>
                  <a:gd name="connsiteY22" fmla="*/ 2128596 h 4681430"/>
                  <a:gd name="connsiteX23" fmla="*/ 0 w 3279375"/>
                  <a:gd name="connsiteY23" fmla="*/ 3726992 h 4681430"/>
                  <a:gd name="connsiteX24" fmla="*/ 1194964 w 3279375"/>
                  <a:gd name="connsiteY24" fmla="*/ 4681430 h 4681430"/>
                  <a:gd name="connsiteX25" fmla="*/ 2353951 w 3279375"/>
                  <a:gd name="connsiteY25" fmla="*/ 4157064 h 4681430"/>
                  <a:gd name="connsiteX26" fmla="*/ 2382138 w 3279375"/>
                  <a:gd name="connsiteY26" fmla="*/ 4114373 h 4681430"/>
                  <a:gd name="connsiteX27" fmla="*/ 2389734 w 3279375"/>
                  <a:gd name="connsiteY27" fmla="*/ 4103000 h 4681430"/>
                  <a:gd name="connsiteX28" fmla="*/ 2389821 w 3279375"/>
                  <a:gd name="connsiteY28" fmla="*/ 4109426 h 4681430"/>
                  <a:gd name="connsiteX29" fmla="*/ 2390291 w 3279375"/>
                  <a:gd name="connsiteY29" fmla="*/ 4144186 h 4681430"/>
                  <a:gd name="connsiteX30" fmla="*/ 3223017 w 3279375"/>
                  <a:gd name="connsiteY30" fmla="*/ 2816463 h 4681430"/>
                  <a:gd name="connsiteX31" fmla="*/ 2966003 w 3279375"/>
                  <a:gd name="connsiteY31" fmla="*/ 2441387 h 4681430"/>
                  <a:gd name="connsiteX32" fmla="*/ 2457547 w 3279375"/>
                  <a:gd name="connsiteY32" fmla="*/ 2920021 h 4681430"/>
                  <a:gd name="connsiteX33" fmla="*/ 2390559 w 3279375"/>
                  <a:gd name="connsiteY33" fmla="*/ 2987787 h 4681430"/>
                  <a:gd name="connsiteX34" fmla="*/ 2389928 w 3279375"/>
                  <a:gd name="connsiteY34" fmla="*/ 2931244 h 4681430"/>
                  <a:gd name="connsiteX35" fmla="*/ 2389928 w 3279375"/>
                  <a:gd name="connsiteY35" fmla="*/ 2393079 h 4681430"/>
                  <a:gd name="connsiteX36" fmla="*/ 2389928 w 3279375"/>
                  <a:gd name="connsiteY36" fmla="*/ 2128596 h 4681430"/>
                  <a:gd name="connsiteX37" fmla="*/ 2389809 w 3279375"/>
                  <a:gd name="connsiteY37" fmla="*/ 2128596 h 4681430"/>
                  <a:gd name="connsiteX38" fmla="*/ 2389809 w 3279375"/>
                  <a:gd name="connsiteY38" fmla="*/ 1884715 h 4681430"/>
                  <a:gd name="connsiteX39" fmla="*/ 2389809 w 3279375"/>
                  <a:gd name="connsiteY39" fmla="*/ 699751 h 4681430"/>
                  <a:gd name="connsiteX40" fmla="*/ 2138093 w 3279375"/>
                  <a:gd name="connsiteY40" fmla="*/ 474256 h 4681430"/>
                  <a:gd name="connsiteX41" fmla="*/ 2109839 w 3279375"/>
                  <a:gd name="connsiteY41" fmla="*/ 474256 h 4681430"/>
                  <a:gd name="connsiteX42" fmla="*/ 1858122 w 3279375"/>
                  <a:gd name="connsiteY42" fmla="*/ 699751 h 4681430"/>
                  <a:gd name="connsiteX43" fmla="*/ 1858122 w 3279375"/>
                  <a:gd name="connsiteY43" fmla="*/ 2115389 h 4681430"/>
                  <a:gd name="connsiteX44" fmla="*/ 1858122 w 3279375"/>
                  <a:gd name="connsiteY44" fmla="*/ 2128596 h 4681430"/>
                  <a:gd name="connsiteX45" fmla="*/ 1778807 w 3279375"/>
                  <a:gd name="connsiteY45" fmla="*/ 2128596 h 4681430"/>
                  <a:gd name="connsiteX46" fmla="*/ 1750675 w 3279375"/>
                  <a:gd name="connsiteY46" fmla="*/ 2128596 h 4681430"/>
                  <a:gd name="connsiteX47" fmla="*/ 1750675 w 3279375"/>
                  <a:gd name="connsiteY47" fmla="*/ 1964122 h 4681430"/>
                  <a:gd name="connsiteX48" fmla="*/ 1750675 w 3279375"/>
                  <a:gd name="connsiteY48" fmla="*/ 225522 h 4681430"/>
                  <a:gd name="connsiteX49" fmla="*/ 1498959 w 3279375"/>
                  <a:gd name="connsiteY49" fmla="*/ 0 h 4681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3279375" h="4681430">
                    <a:moveTo>
                      <a:pt x="1498959" y="0"/>
                    </a:moveTo>
                    <a:cubicBezTo>
                      <a:pt x="1470705" y="0"/>
                      <a:pt x="1470705" y="0"/>
                      <a:pt x="1470705" y="0"/>
                    </a:cubicBezTo>
                    <a:cubicBezTo>
                      <a:pt x="1332004" y="0"/>
                      <a:pt x="1218988" y="101255"/>
                      <a:pt x="1218988" y="225522"/>
                    </a:cubicBezTo>
                    <a:cubicBezTo>
                      <a:pt x="1218988" y="1779296"/>
                      <a:pt x="1218988" y="2070628"/>
                      <a:pt x="1218988" y="2125253"/>
                    </a:cubicBezTo>
                    <a:lnTo>
                      <a:pt x="1218988" y="2128596"/>
                    </a:lnTo>
                    <a:lnTo>
                      <a:pt x="1191662" y="2128596"/>
                    </a:lnTo>
                    <a:lnTo>
                      <a:pt x="1133770" y="2128596"/>
                    </a:lnTo>
                    <a:lnTo>
                      <a:pt x="1133770" y="1853157"/>
                    </a:lnTo>
                    <a:cubicBezTo>
                      <a:pt x="1133770" y="520472"/>
                      <a:pt x="1133770" y="520472"/>
                      <a:pt x="1133770" y="520472"/>
                    </a:cubicBezTo>
                    <a:cubicBezTo>
                      <a:pt x="1133770" y="393934"/>
                      <a:pt x="1020755" y="292704"/>
                      <a:pt x="882054" y="292704"/>
                    </a:cubicBezTo>
                    <a:cubicBezTo>
                      <a:pt x="853800" y="292704"/>
                      <a:pt x="853800" y="292704"/>
                      <a:pt x="853800" y="292704"/>
                    </a:cubicBezTo>
                    <a:cubicBezTo>
                      <a:pt x="715099" y="292704"/>
                      <a:pt x="602083" y="393934"/>
                      <a:pt x="602083" y="520472"/>
                    </a:cubicBezTo>
                    <a:cubicBezTo>
                      <a:pt x="602083" y="1733512"/>
                      <a:pt x="602083" y="2036771"/>
                      <a:pt x="602083" y="2112586"/>
                    </a:cubicBezTo>
                    <a:lnTo>
                      <a:pt x="602083" y="2128596"/>
                    </a:lnTo>
                    <a:lnTo>
                      <a:pt x="531688" y="2128596"/>
                    </a:lnTo>
                    <a:lnTo>
                      <a:pt x="531688" y="1930726"/>
                    </a:lnTo>
                    <a:cubicBezTo>
                      <a:pt x="531688" y="961139"/>
                      <a:pt x="531688" y="961139"/>
                      <a:pt x="531688" y="961139"/>
                    </a:cubicBezTo>
                    <a:cubicBezTo>
                      <a:pt x="531688" y="834486"/>
                      <a:pt x="418673" y="735467"/>
                      <a:pt x="279972" y="735467"/>
                    </a:cubicBezTo>
                    <a:cubicBezTo>
                      <a:pt x="251718" y="735467"/>
                      <a:pt x="251718" y="735467"/>
                      <a:pt x="251718" y="735467"/>
                    </a:cubicBezTo>
                    <a:cubicBezTo>
                      <a:pt x="113017" y="735467"/>
                      <a:pt x="1" y="834486"/>
                      <a:pt x="1" y="961139"/>
                    </a:cubicBezTo>
                    <a:cubicBezTo>
                      <a:pt x="1" y="1843679"/>
                      <a:pt x="1" y="2064314"/>
                      <a:pt x="1" y="2119473"/>
                    </a:cubicBezTo>
                    <a:lnTo>
                      <a:pt x="1" y="2128596"/>
                    </a:lnTo>
                    <a:lnTo>
                      <a:pt x="0" y="2128596"/>
                    </a:lnTo>
                    <a:cubicBezTo>
                      <a:pt x="0" y="3726992"/>
                      <a:pt x="0" y="3726992"/>
                      <a:pt x="0" y="3726992"/>
                    </a:cubicBezTo>
                    <a:cubicBezTo>
                      <a:pt x="0" y="3726992"/>
                      <a:pt x="0" y="4681430"/>
                      <a:pt x="1194964" y="4681430"/>
                    </a:cubicBezTo>
                    <a:cubicBezTo>
                      <a:pt x="1940210" y="4681430"/>
                      <a:pt x="2256298" y="4370950"/>
                      <a:pt x="2353951" y="4157064"/>
                    </a:cubicBezTo>
                    <a:cubicBezTo>
                      <a:pt x="2353951" y="4157064"/>
                      <a:pt x="2364069" y="4141540"/>
                      <a:pt x="2382138" y="4114373"/>
                    </a:cubicBezTo>
                    <a:lnTo>
                      <a:pt x="2389734" y="4103000"/>
                    </a:lnTo>
                    <a:lnTo>
                      <a:pt x="2389821" y="4109426"/>
                    </a:lnTo>
                    <a:cubicBezTo>
                      <a:pt x="2390291" y="4144186"/>
                      <a:pt x="2390291" y="4144186"/>
                      <a:pt x="2390291" y="4144186"/>
                    </a:cubicBezTo>
                    <a:cubicBezTo>
                      <a:pt x="2570201" y="3858852"/>
                      <a:pt x="3094510" y="3035066"/>
                      <a:pt x="3223017" y="2816463"/>
                    </a:cubicBezTo>
                    <a:cubicBezTo>
                      <a:pt x="3377225" y="2549538"/>
                      <a:pt x="3189605" y="2395365"/>
                      <a:pt x="2966003" y="2441387"/>
                    </a:cubicBezTo>
                    <a:cubicBezTo>
                      <a:pt x="2813079" y="2471588"/>
                      <a:pt x="2669995" y="2693823"/>
                      <a:pt x="2457547" y="2920021"/>
                    </a:cubicBezTo>
                    <a:lnTo>
                      <a:pt x="2390559" y="2987787"/>
                    </a:lnTo>
                    <a:lnTo>
                      <a:pt x="2389928" y="2931244"/>
                    </a:lnTo>
                    <a:cubicBezTo>
                      <a:pt x="2389928" y="2393079"/>
                      <a:pt x="2389928" y="2393079"/>
                      <a:pt x="2389928" y="2393079"/>
                    </a:cubicBezTo>
                    <a:cubicBezTo>
                      <a:pt x="2389928" y="2128596"/>
                      <a:pt x="2389928" y="2128596"/>
                      <a:pt x="2389928" y="2128596"/>
                    </a:cubicBezTo>
                    <a:lnTo>
                      <a:pt x="2389809" y="2128596"/>
                    </a:lnTo>
                    <a:lnTo>
                      <a:pt x="2389809" y="1884715"/>
                    </a:lnTo>
                    <a:cubicBezTo>
                      <a:pt x="2389809" y="699751"/>
                      <a:pt x="2389809" y="699751"/>
                      <a:pt x="2389809" y="699751"/>
                    </a:cubicBezTo>
                    <a:cubicBezTo>
                      <a:pt x="2389809" y="575499"/>
                      <a:pt x="2276793" y="474256"/>
                      <a:pt x="2138093" y="474256"/>
                    </a:cubicBezTo>
                    <a:cubicBezTo>
                      <a:pt x="2109839" y="474256"/>
                      <a:pt x="2109839" y="474256"/>
                      <a:pt x="2109839" y="474256"/>
                    </a:cubicBezTo>
                    <a:cubicBezTo>
                      <a:pt x="1971138" y="474256"/>
                      <a:pt x="1858122" y="575499"/>
                      <a:pt x="1858122" y="699751"/>
                    </a:cubicBezTo>
                    <a:cubicBezTo>
                      <a:pt x="1858122" y="1778332"/>
                      <a:pt x="1858122" y="2047977"/>
                      <a:pt x="1858122" y="2115389"/>
                    </a:cubicBezTo>
                    <a:lnTo>
                      <a:pt x="1858122" y="2128596"/>
                    </a:lnTo>
                    <a:lnTo>
                      <a:pt x="1778807" y="2128596"/>
                    </a:lnTo>
                    <a:lnTo>
                      <a:pt x="1750675" y="2128596"/>
                    </a:lnTo>
                    <a:lnTo>
                      <a:pt x="1750675" y="1964122"/>
                    </a:lnTo>
                    <a:cubicBezTo>
                      <a:pt x="1750675" y="225522"/>
                      <a:pt x="1750675" y="225522"/>
                      <a:pt x="1750675" y="225522"/>
                    </a:cubicBezTo>
                    <a:cubicBezTo>
                      <a:pt x="1750675" y="101255"/>
                      <a:pt x="1637660" y="0"/>
                      <a:pt x="1498959" y="0"/>
                    </a:cubicBezTo>
                    <a:close/>
                  </a:path>
                </a:pathLst>
              </a:custGeom>
              <a:solidFill>
                <a:srgbClr val="FFDCB8"/>
              </a:solidFill>
              <a:ln>
                <a:noFill/>
              </a:ln>
            </p:spPr>
            <p:txBody>
              <a:bodyPr vert="horz" wrap="square" lIns="121920" tIns="60960" rIns="121920" bIns="60960" numCol="1" anchor="t" anchorCtr="0" compatLnSpc="1">
                <a:prstTxWarp prst="textNoShape">
                  <a:avLst/>
                </a:prstTxWarp>
                <a:noAutofit/>
              </a:bodyPr>
              <a:lstStyle/>
              <a:p>
                <a:pPr fontAlgn="auto">
                  <a:spcBef>
                    <a:spcPts val="0"/>
                  </a:spcBef>
                  <a:spcAft>
                    <a:spcPts val="0"/>
                  </a:spcAft>
                </a:pPr>
                <a:endParaRPr lang="en-US" sz="2400" dirty="0">
                  <a:solidFill>
                    <a:prstClr val="black"/>
                  </a:solidFill>
                  <a:latin typeface="Roboto Lt"/>
                  <a:cs typeface="Simplified Arabic" panose="02020603050405020304" pitchFamily="18" charset="-78"/>
                </a:endParaRPr>
              </a:p>
            </p:txBody>
          </p:sp>
          <p:sp>
            <p:nvSpPr>
              <p:cNvPr id="37" name="Freeform 124"/>
              <p:cNvSpPr>
                <a:spLocks/>
              </p:cNvSpPr>
              <p:nvPr/>
            </p:nvSpPr>
            <p:spPr bwMode="auto">
              <a:xfrm rot="21102715" flipH="1">
                <a:off x="3603535" y="3130551"/>
                <a:ext cx="202549" cy="64170"/>
              </a:xfrm>
              <a:custGeom>
                <a:avLst/>
                <a:gdLst>
                  <a:gd name="T0" fmla="*/ 0 w 743"/>
                  <a:gd name="T1" fmla="*/ 115 h 235"/>
                  <a:gd name="T2" fmla="*/ 289 w 743"/>
                  <a:gd name="T3" fmla="*/ 105 h 235"/>
                  <a:gd name="T4" fmla="*/ 708 w 743"/>
                  <a:gd name="T5" fmla="*/ 22 h 235"/>
                  <a:gd name="T6" fmla="*/ 508 w 743"/>
                  <a:gd name="T7" fmla="*/ 65 h 235"/>
                  <a:gd name="T8" fmla="*/ 0 w 743"/>
                  <a:gd name="T9" fmla="*/ 115 h 235"/>
                </a:gdLst>
                <a:ahLst/>
                <a:cxnLst>
                  <a:cxn ang="0">
                    <a:pos x="T0" y="T1"/>
                  </a:cxn>
                  <a:cxn ang="0">
                    <a:pos x="T2" y="T3"/>
                  </a:cxn>
                  <a:cxn ang="0">
                    <a:pos x="T4" y="T5"/>
                  </a:cxn>
                  <a:cxn ang="0">
                    <a:pos x="T6" y="T7"/>
                  </a:cxn>
                  <a:cxn ang="0">
                    <a:pos x="T8" y="T9"/>
                  </a:cxn>
                </a:cxnLst>
                <a:rect l="0" t="0" r="r" b="b"/>
                <a:pathLst>
                  <a:path w="743" h="235">
                    <a:moveTo>
                      <a:pt x="0" y="115"/>
                    </a:moveTo>
                    <a:cubicBezTo>
                      <a:pt x="31" y="147"/>
                      <a:pt x="116" y="167"/>
                      <a:pt x="289" y="105"/>
                    </a:cubicBezTo>
                    <a:cubicBezTo>
                      <a:pt x="462" y="43"/>
                      <a:pt x="673" y="44"/>
                      <a:pt x="708" y="22"/>
                    </a:cubicBezTo>
                    <a:cubicBezTo>
                      <a:pt x="743" y="0"/>
                      <a:pt x="696" y="54"/>
                      <a:pt x="508" y="65"/>
                    </a:cubicBezTo>
                    <a:cubicBezTo>
                      <a:pt x="320" y="76"/>
                      <a:pt x="123" y="235"/>
                      <a:pt x="0" y="115"/>
                    </a:cubicBezTo>
                    <a:close/>
                  </a:path>
                </a:pathLst>
              </a:custGeom>
              <a:solidFill>
                <a:srgbClr val="7D60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38" name="Freeform 124"/>
              <p:cNvSpPr>
                <a:spLocks/>
              </p:cNvSpPr>
              <p:nvPr/>
            </p:nvSpPr>
            <p:spPr bwMode="auto">
              <a:xfrm rot="11290532" flipH="1">
                <a:off x="3456250" y="3159521"/>
                <a:ext cx="202549" cy="64170"/>
              </a:xfrm>
              <a:custGeom>
                <a:avLst/>
                <a:gdLst>
                  <a:gd name="T0" fmla="*/ 0 w 743"/>
                  <a:gd name="T1" fmla="*/ 115 h 235"/>
                  <a:gd name="T2" fmla="*/ 289 w 743"/>
                  <a:gd name="T3" fmla="*/ 105 h 235"/>
                  <a:gd name="T4" fmla="*/ 708 w 743"/>
                  <a:gd name="T5" fmla="*/ 22 h 235"/>
                  <a:gd name="T6" fmla="*/ 508 w 743"/>
                  <a:gd name="T7" fmla="*/ 65 h 235"/>
                  <a:gd name="T8" fmla="*/ 0 w 743"/>
                  <a:gd name="T9" fmla="*/ 115 h 235"/>
                </a:gdLst>
                <a:ahLst/>
                <a:cxnLst>
                  <a:cxn ang="0">
                    <a:pos x="T0" y="T1"/>
                  </a:cxn>
                  <a:cxn ang="0">
                    <a:pos x="T2" y="T3"/>
                  </a:cxn>
                  <a:cxn ang="0">
                    <a:pos x="T4" y="T5"/>
                  </a:cxn>
                  <a:cxn ang="0">
                    <a:pos x="T6" y="T7"/>
                  </a:cxn>
                  <a:cxn ang="0">
                    <a:pos x="T8" y="T9"/>
                  </a:cxn>
                </a:cxnLst>
                <a:rect l="0" t="0" r="r" b="b"/>
                <a:pathLst>
                  <a:path w="743" h="235">
                    <a:moveTo>
                      <a:pt x="0" y="115"/>
                    </a:moveTo>
                    <a:cubicBezTo>
                      <a:pt x="31" y="147"/>
                      <a:pt x="116" y="167"/>
                      <a:pt x="289" y="105"/>
                    </a:cubicBezTo>
                    <a:cubicBezTo>
                      <a:pt x="462" y="43"/>
                      <a:pt x="673" y="44"/>
                      <a:pt x="708" y="22"/>
                    </a:cubicBezTo>
                    <a:cubicBezTo>
                      <a:pt x="743" y="0"/>
                      <a:pt x="696" y="54"/>
                      <a:pt x="508" y="65"/>
                    </a:cubicBezTo>
                    <a:cubicBezTo>
                      <a:pt x="320" y="76"/>
                      <a:pt x="123" y="235"/>
                      <a:pt x="0" y="115"/>
                    </a:cubicBezTo>
                    <a:close/>
                  </a:path>
                </a:pathLst>
              </a:custGeom>
              <a:solidFill>
                <a:srgbClr val="7D60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39" name="Freeform 124"/>
              <p:cNvSpPr>
                <a:spLocks/>
              </p:cNvSpPr>
              <p:nvPr/>
            </p:nvSpPr>
            <p:spPr bwMode="auto">
              <a:xfrm rot="13336286" flipH="1">
                <a:off x="3428016" y="3223214"/>
                <a:ext cx="250276" cy="64170"/>
              </a:xfrm>
              <a:custGeom>
                <a:avLst/>
                <a:gdLst>
                  <a:gd name="T0" fmla="*/ 0 w 743"/>
                  <a:gd name="T1" fmla="*/ 115 h 235"/>
                  <a:gd name="T2" fmla="*/ 289 w 743"/>
                  <a:gd name="T3" fmla="*/ 105 h 235"/>
                  <a:gd name="T4" fmla="*/ 708 w 743"/>
                  <a:gd name="T5" fmla="*/ 22 h 235"/>
                  <a:gd name="T6" fmla="*/ 508 w 743"/>
                  <a:gd name="T7" fmla="*/ 65 h 235"/>
                  <a:gd name="T8" fmla="*/ 0 w 743"/>
                  <a:gd name="T9" fmla="*/ 115 h 235"/>
                </a:gdLst>
                <a:ahLst/>
                <a:cxnLst>
                  <a:cxn ang="0">
                    <a:pos x="T0" y="T1"/>
                  </a:cxn>
                  <a:cxn ang="0">
                    <a:pos x="T2" y="T3"/>
                  </a:cxn>
                  <a:cxn ang="0">
                    <a:pos x="T4" y="T5"/>
                  </a:cxn>
                  <a:cxn ang="0">
                    <a:pos x="T6" y="T7"/>
                  </a:cxn>
                  <a:cxn ang="0">
                    <a:pos x="T8" y="T9"/>
                  </a:cxn>
                </a:cxnLst>
                <a:rect l="0" t="0" r="r" b="b"/>
                <a:pathLst>
                  <a:path w="743" h="235">
                    <a:moveTo>
                      <a:pt x="0" y="115"/>
                    </a:moveTo>
                    <a:cubicBezTo>
                      <a:pt x="31" y="147"/>
                      <a:pt x="116" y="167"/>
                      <a:pt x="289" y="105"/>
                    </a:cubicBezTo>
                    <a:cubicBezTo>
                      <a:pt x="462" y="43"/>
                      <a:pt x="673" y="44"/>
                      <a:pt x="708" y="22"/>
                    </a:cubicBezTo>
                    <a:cubicBezTo>
                      <a:pt x="743" y="0"/>
                      <a:pt x="696" y="54"/>
                      <a:pt x="508" y="65"/>
                    </a:cubicBezTo>
                    <a:cubicBezTo>
                      <a:pt x="320" y="76"/>
                      <a:pt x="123" y="235"/>
                      <a:pt x="0" y="115"/>
                    </a:cubicBezTo>
                    <a:close/>
                  </a:path>
                </a:pathLst>
              </a:custGeom>
              <a:solidFill>
                <a:srgbClr val="7D60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grpSp>
        <p:grpSp>
          <p:nvGrpSpPr>
            <p:cNvPr id="32" name="Group 31"/>
            <p:cNvGrpSpPr/>
            <p:nvPr/>
          </p:nvGrpSpPr>
          <p:grpSpPr>
            <a:xfrm>
              <a:off x="3362253" y="2389311"/>
              <a:ext cx="247414" cy="100543"/>
              <a:chOff x="5833696" y="2651325"/>
              <a:chExt cx="247414" cy="100543"/>
            </a:xfrm>
          </p:grpSpPr>
          <p:sp>
            <p:nvSpPr>
              <p:cNvPr id="33" name="Freeform 32"/>
              <p:cNvSpPr>
                <a:spLocks/>
              </p:cNvSpPr>
              <p:nvPr/>
            </p:nvSpPr>
            <p:spPr bwMode="auto">
              <a:xfrm>
                <a:off x="5833696" y="2651325"/>
                <a:ext cx="247414" cy="100543"/>
              </a:xfrm>
              <a:custGeom>
                <a:avLst/>
                <a:gdLst>
                  <a:gd name="T0" fmla="*/ 0 w 106"/>
                  <a:gd name="T1" fmla="*/ 2 h 43"/>
                  <a:gd name="T2" fmla="*/ 54 w 106"/>
                  <a:gd name="T3" fmla="*/ 42 h 43"/>
                  <a:gd name="T4" fmla="*/ 106 w 106"/>
                  <a:gd name="T5" fmla="*/ 0 h 43"/>
                  <a:gd name="T6" fmla="*/ 0 w 106"/>
                  <a:gd name="T7" fmla="*/ 2 h 43"/>
                </a:gdLst>
                <a:ahLst/>
                <a:cxnLst>
                  <a:cxn ang="0">
                    <a:pos x="T0" y="T1"/>
                  </a:cxn>
                  <a:cxn ang="0">
                    <a:pos x="T2" y="T3"/>
                  </a:cxn>
                  <a:cxn ang="0">
                    <a:pos x="T4" y="T5"/>
                  </a:cxn>
                  <a:cxn ang="0">
                    <a:pos x="T6" y="T7"/>
                  </a:cxn>
                </a:cxnLst>
                <a:rect l="0" t="0" r="r" b="b"/>
                <a:pathLst>
                  <a:path w="106" h="43">
                    <a:moveTo>
                      <a:pt x="0" y="2"/>
                    </a:moveTo>
                    <a:cubicBezTo>
                      <a:pt x="1" y="25"/>
                      <a:pt x="25" y="43"/>
                      <a:pt x="54" y="42"/>
                    </a:cubicBezTo>
                    <a:cubicBezTo>
                      <a:pt x="83" y="41"/>
                      <a:pt x="106" y="23"/>
                      <a:pt x="106" y="0"/>
                    </a:cubicBezTo>
                    <a:lnTo>
                      <a:pt x="0" y="2"/>
                    </a:lnTo>
                    <a:close/>
                  </a:path>
                </a:pathLst>
              </a:custGeom>
              <a:solidFill>
                <a:srgbClr val="DDAA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GB" dirty="0">
                  <a:solidFill>
                    <a:prstClr val="black"/>
                  </a:solidFill>
                  <a:latin typeface="Roboto Lt"/>
                  <a:cs typeface="Simplified Arabic" panose="02020603050405020304" pitchFamily="18" charset="-78"/>
                </a:endParaRPr>
              </a:p>
            </p:txBody>
          </p:sp>
          <p:sp>
            <p:nvSpPr>
              <p:cNvPr id="34" name="Freeform 33"/>
              <p:cNvSpPr>
                <a:spLocks/>
              </p:cNvSpPr>
              <p:nvPr/>
            </p:nvSpPr>
            <p:spPr bwMode="auto">
              <a:xfrm>
                <a:off x="5896782" y="2714411"/>
                <a:ext cx="123214" cy="34500"/>
              </a:xfrm>
              <a:custGeom>
                <a:avLst/>
                <a:gdLst>
                  <a:gd name="T0" fmla="*/ 0 w 53"/>
                  <a:gd name="T1" fmla="*/ 10 h 15"/>
                  <a:gd name="T2" fmla="*/ 27 w 53"/>
                  <a:gd name="T3" fmla="*/ 15 h 15"/>
                  <a:gd name="T4" fmla="*/ 53 w 53"/>
                  <a:gd name="T5" fmla="*/ 9 h 15"/>
                  <a:gd name="T6" fmla="*/ 27 w 53"/>
                  <a:gd name="T7" fmla="*/ 0 h 15"/>
                  <a:gd name="T8" fmla="*/ 0 w 53"/>
                  <a:gd name="T9" fmla="*/ 10 h 15"/>
                </a:gdLst>
                <a:ahLst/>
                <a:cxnLst>
                  <a:cxn ang="0">
                    <a:pos x="T0" y="T1"/>
                  </a:cxn>
                  <a:cxn ang="0">
                    <a:pos x="T2" y="T3"/>
                  </a:cxn>
                  <a:cxn ang="0">
                    <a:pos x="T4" y="T5"/>
                  </a:cxn>
                  <a:cxn ang="0">
                    <a:pos x="T6" y="T7"/>
                  </a:cxn>
                  <a:cxn ang="0">
                    <a:pos x="T8" y="T9"/>
                  </a:cxn>
                </a:cxnLst>
                <a:rect l="0" t="0" r="r" b="b"/>
                <a:pathLst>
                  <a:path w="53" h="15">
                    <a:moveTo>
                      <a:pt x="0" y="10"/>
                    </a:moveTo>
                    <a:cubicBezTo>
                      <a:pt x="8" y="13"/>
                      <a:pt x="17" y="15"/>
                      <a:pt x="27" y="15"/>
                    </a:cubicBezTo>
                    <a:cubicBezTo>
                      <a:pt x="36" y="15"/>
                      <a:pt x="45" y="13"/>
                      <a:pt x="53" y="9"/>
                    </a:cubicBezTo>
                    <a:cubicBezTo>
                      <a:pt x="48" y="4"/>
                      <a:pt x="38" y="0"/>
                      <a:pt x="27" y="0"/>
                    </a:cubicBezTo>
                    <a:cubicBezTo>
                      <a:pt x="15" y="1"/>
                      <a:pt x="5" y="5"/>
                      <a:pt x="0" y="10"/>
                    </a:cubicBezTo>
                    <a:close/>
                  </a:path>
                </a:pathLst>
              </a:custGeom>
              <a:solidFill>
                <a:srgbClr val="F27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GB" dirty="0">
                  <a:solidFill>
                    <a:prstClr val="black"/>
                  </a:solidFill>
                  <a:latin typeface="Roboto Lt"/>
                  <a:cs typeface="Simplified Arabic" panose="02020603050405020304" pitchFamily="18" charset="-78"/>
                </a:endParaRPr>
              </a:p>
            </p:txBody>
          </p:sp>
          <p:sp>
            <p:nvSpPr>
              <p:cNvPr id="35" name="Freeform 34"/>
              <p:cNvSpPr>
                <a:spLocks/>
              </p:cNvSpPr>
              <p:nvPr/>
            </p:nvSpPr>
            <p:spPr bwMode="auto">
              <a:xfrm>
                <a:off x="5840596" y="2651325"/>
                <a:ext cx="233614" cy="39429"/>
              </a:xfrm>
              <a:custGeom>
                <a:avLst/>
                <a:gdLst>
                  <a:gd name="T0" fmla="*/ 50 w 100"/>
                  <a:gd name="T1" fmla="*/ 17 h 17"/>
                  <a:gd name="T2" fmla="*/ 100 w 100"/>
                  <a:gd name="T3" fmla="*/ 0 h 17"/>
                  <a:gd name="T4" fmla="*/ 0 w 100"/>
                  <a:gd name="T5" fmla="*/ 2 h 17"/>
                  <a:gd name="T6" fmla="*/ 50 w 100"/>
                  <a:gd name="T7" fmla="*/ 17 h 17"/>
                </a:gdLst>
                <a:ahLst/>
                <a:cxnLst>
                  <a:cxn ang="0">
                    <a:pos x="T0" y="T1"/>
                  </a:cxn>
                  <a:cxn ang="0">
                    <a:pos x="T2" y="T3"/>
                  </a:cxn>
                  <a:cxn ang="0">
                    <a:pos x="T4" y="T5"/>
                  </a:cxn>
                  <a:cxn ang="0">
                    <a:pos x="T6" y="T7"/>
                  </a:cxn>
                </a:cxnLst>
                <a:rect l="0" t="0" r="r" b="b"/>
                <a:pathLst>
                  <a:path w="100" h="17">
                    <a:moveTo>
                      <a:pt x="50" y="17"/>
                    </a:moveTo>
                    <a:cubicBezTo>
                      <a:pt x="74" y="16"/>
                      <a:pt x="94" y="9"/>
                      <a:pt x="100" y="0"/>
                    </a:cubicBezTo>
                    <a:cubicBezTo>
                      <a:pt x="0" y="2"/>
                      <a:pt x="0" y="2"/>
                      <a:pt x="0" y="2"/>
                    </a:cubicBezTo>
                    <a:cubicBezTo>
                      <a:pt x="6" y="11"/>
                      <a:pt x="27" y="17"/>
                      <a:pt x="50" y="1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GB" dirty="0">
                  <a:solidFill>
                    <a:prstClr val="black"/>
                  </a:solidFill>
                  <a:latin typeface="Roboto Lt"/>
                  <a:cs typeface="Simplified Arabic" panose="02020603050405020304" pitchFamily="18" charset="-78"/>
                </a:endParaRPr>
              </a:p>
            </p:txBody>
          </p:sp>
        </p:grpSp>
      </p:grpSp>
      <p:sp>
        <p:nvSpPr>
          <p:cNvPr id="68" name="Text Placeholder 26"/>
          <p:cNvSpPr txBox="1">
            <a:spLocks/>
          </p:cNvSpPr>
          <p:nvPr/>
        </p:nvSpPr>
        <p:spPr>
          <a:xfrm>
            <a:off x="4469045" y="2382345"/>
            <a:ext cx="7243530" cy="3292833"/>
          </a:xfrm>
          <a:prstGeom prst="rect">
            <a:avLst/>
          </a:prstGeom>
        </p:spPr>
        <p:txBody>
          <a:bodyPr/>
          <a:lstStyle>
            <a:lvl1pPr marL="0" indent="0" algn="l" defTabSz="914400" rtl="0" eaLnBrk="1" latinLnBrk="0" hangingPunct="1">
              <a:lnSpc>
                <a:spcPct val="90000"/>
              </a:lnSpc>
              <a:spcBef>
                <a:spcPts val="1000"/>
              </a:spcBef>
              <a:buFontTx/>
              <a:buNone/>
              <a:defRPr sz="1600" kern="1200">
                <a:solidFill>
                  <a:schemeClr val="tx1"/>
                </a:solidFill>
                <a:latin typeface="+mn-lt"/>
                <a:ea typeface="+mn-ea"/>
                <a:cs typeface="+mn-cs"/>
              </a:defRPr>
            </a:lvl1pPr>
            <a:lvl2pPr marL="457200" indent="0" algn="l" defTabSz="914400" rtl="0" eaLnBrk="1" latinLnBrk="0" hangingPunct="1">
              <a:lnSpc>
                <a:spcPct val="90000"/>
              </a:lnSpc>
              <a:spcBef>
                <a:spcPts val="500"/>
              </a:spcBef>
              <a:buFontTx/>
              <a:buNone/>
              <a:defRPr sz="14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Tx/>
              <a:buNone/>
              <a:defRPr sz="12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Tx/>
              <a:buNone/>
              <a:defRPr sz="11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Tx/>
              <a:buNone/>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rtl="1" fontAlgn="auto">
              <a:spcAft>
                <a:spcPts val="0"/>
              </a:spcAft>
            </a:pPr>
            <a:r>
              <a:rPr lang="ar-SA" sz="3200" b="1" dirty="0">
                <a:solidFill>
                  <a:srgbClr val="3392E2"/>
                </a:solidFill>
                <a:cs typeface="Simplified Arabic" panose="02020603050405020304" pitchFamily="18" charset="-78"/>
              </a:rPr>
              <a:t>يعتبر العصف الذهني، شأنه في ذلك شأن التعليم الإلكتروني، طريقة جديدة لتطوير المحاضرة التقليدية، فهو يشجع التفكير الإبداعي، ويحرر الطاقات الكامنة عند المتعلمين، ويسمح بظهور كل الأراء والأفكار، كون المتعلم يكون في قمة التفاعل في الموقف التعليمي</a:t>
            </a:r>
            <a:endParaRPr lang="en-AU" sz="3200" dirty="0">
              <a:solidFill>
                <a:prstClr val="black"/>
              </a:solidFill>
            </a:endParaRPr>
          </a:p>
        </p:txBody>
      </p:sp>
      <p:sp>
        <p:nvSpPr>
          <p:cNvPr id="85" name="Title 1"/>
          <p:cNvSpPr>
            <a:spLocks noGrp="1"/>
          </p:cNvSpPr>
          <p:nvPr>
            <p:ph type="title"/>
          </p:nvPr>
        </p:nvSpPr>
        <p:spPr>
          <a:xfrm>
            <a:off x="479425" y="703816"/>
            <a:ext cx="11233150" cy="405130"/>
          </a:xfrm>
        </p:spPr>
        <p:txBody>
          <a:bodyPr>
            <a:normAutofit fontScale="90000"/>
          </a:bodyPr>
          <a:lstStyle/>
          <a:p>
            <a:pPr algn="r" rtl="1"/>
            <a:r>
              <a:rPr lang="ar-SA" u="sng" dirty="0">
                <a:solidFill>
                  <a:srgbClr val="FF0000"/>
                </a:solidFill>
              </a:rPr>
              <a:t>‌ج-	العصف الذهني:</a:t>
            </a:r>
            <a:endParaRPr lang="en-AU" u="sng" dirty="0">
              <a:solidFill>
                <a:srgbClr val="FF0000"/>
              </a:solidFill>
            </a:endParaRPr>
          </a:p>
        </p:txBody>
      </p:sp>
    </p:spTree>
    <p:extLst>
      <p:ext uri="{BB962C8B-B14F-4D97-AF65-F5344CB8AC3E}">
        <p14:creationId xmlns:p14="http://schemas.microsoft.com/office/powerpoint/2010/main" val="133278574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animEffect transition="in" filter="fade">
                                      <p:cBhvr>
                                        <p:cTn id="9" dur="500"/>
                                        <p:tgtEl>
                                          <p:spTgt spid="4"/>
                                        </p:tgtEl>
                                      </p:cBhvr>
                                    </p:animEffect>
                                  </p:childTnLst>
                                </p:cTn>
                              </p:par>
                            </p:childTnLst>
                          </p:cTn>
                        </p:par>
                        <p:par>
                          <p:cTn id="10" fill="hold">
                            <p:stCondLst>
                              <p:cond delay="500"/>
                            </p:stCondLst>
                            <p:childTnLst>
                              <p:par>
                                <p:cTn id="11" presetID="10" presetClass="entr" presetSubtype="0" fill="hold" grpId="0" nodeType="afterEffect">
                                  <p:stCondLst>
                                    <p:cond delay="0"/>
                                  </p:stCondLst>
                                  <p:childTnLst>
                                    <p:set>
                                      <p:cBhvr>
                                        <p:cTn id="12" dur="1" fill="hold">
                                          <p:stCondLst>
                                            <p:cond delay="0"/>
                                          </p:stCondLst>
                                        </p:cTn>
                                        <p:tgtEl>
                                          <p:spTgt spid="68"/>
                                        </p:tgtEl>
                                        <p:attrNameLst>
                                          <p:attrName>style.visibility</p:attrName>
                                        </p:attrNameLst>
                                      </p:cBhvr>
                                      <p:to>
                                        <p:strVal val="visible"/>
                                      </p:to>
                                    </p:set>
                                    <p:animEffect transition="in" filter="fade">
                                      <p:cBhvr>
                                        <p:cTn id="13" dur="500"/>
                                        <p:tgtEl>
                                          <p:spTgt spid="6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8" grpId="0"/>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Hexagon 6"/>
          <p:cNvSpPr/>
          <p:nvPr/>
        </p:nvSpPr>
        <p:spPr>
          <a:xfrm>
            <a:off x="6086669" y="987211"/>
            <a:ext cx="6526306" cy="2822938"/>
          </a:xfrm>
          <a:prstGeom prst="hexagon">
            <a:avLst/>
          </a:prstGeom>
          <a:solidFill>
            <a:schemeClr val="accent6">
              <a:lumMod val="60000"/>
              <a:lumOff val="40000"/>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6" name="TextBox 5"/>
          <p:cNvSpPr txBox="1"/>
          <p:nvPr/>
        </p:nvSpPr>
        <p:spPr>
          <a:xfrm>
            <a:off x="6568751" y="1901793"/>
            <a:ext cx="5623249" cy="646331"/>
          </a:xfrm>
          <a:prstGeom prst="rect">
            <a:avLst/>
          </a:prstGeom>
          <a:noFill/>
        </p:spPr>
        <p:txBody>
          <a:bodyPr wrap="square" rtlCol="0">
            <a:spAutoFit/>
          </a:bodyPr>
          <a:lstStyle/>
          <a:p>
            <a:pPr algn="ctr" rtl="1" fontAlgn="auto">
              <a:spcBef>
                <a:spcPts val="0"/>
              </a:spcBef>
              <a:spcAft>
                <a:spcPts val="0"/>
              </a:spcAft>
            </a:pPr>
            <a:r>
              <a:rPr lang="ar-AE" sz="3600" b="1" u="sng" dirty="0">
                <a:cs typeface="Simplified Arabic" panose="02020603050405020304" pitchFamily="18" charset="-78"/>
              </a:rPr>
              <a:t>ما هو العصف الذهني؟</a:t>
            </a:r>
            <a:endParaRPr lang="en-US" sz="3600" u="sng"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9" name="Group 8"/>
          <p:cNvGrpSpPr/>
          <p:nvPr/>
        </p:nvGrpSpPr>
        <p:grpSpPr>
          <a:xfrm>
            <a:off x="2445396" y="523842"/>
            <a:ext cx="1897063" cy="3749675"/>
            <a:chOff x="5075238" y="1525588"/>
            <a:chExt cx="1897063" cy="3749675"/>
          </a:xfrm>
        </p:grpSpPr>
        <p:sp>
          <p:nvSpPr>
            <p:cNvPr id="10" name="AutoShape 3"/>
            <p:cNvSpPr>
              <a:spLocks noChangeAspect="1" noChangeArrowheads="1" noTextEdit="1"/>
            </p:cNvSpPr>
            <p:nvPr/>
          </p:nvSpPr>
          <p:spPr bwMode="auto">
            <a:xfrm>
              <a:off x="5091113" y="1525588"/>
              <a:ext cx="1866900" cy="3749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11" name="Freeform 10"/>
            <p:cNvSpPr>
              <a:spLocks/>
            </p:cNvSpPr>
            <p:nvPr/>
          </p:nvSpPr>
          <p:spPr bwMode="auto">
            <a:xfrm>
              <a:off x="5251451" y="4984751"/>
              <a:ext cx="1512888" cy="288925"/>
            </a:xfrm>
            <a:custGeom>
              <a:avLst/>
              <a:gdLst>
                <a:gd name="T0" fmla="*/ 505 w 931"/>
                <a:gd name="T1" fmla="*/ 0 h 178"/>
                <a:gd name="T2" fmla="*/ 385 w 931"/>
                <a:gd name="T3" fmla="*/ 3 h 178"/>
                <a:gd name="T4" fmla="*/ 304 w 931"/>
                <a:gd name="T5" fmla="*/ 12 h 178"/>
                <a:gd name="T6" fmla="*/ 270 w 931"/>
                <a:gd name="T7" fmla="*/ 16 h 178"/>
                <a:gd name="T8" fmla="*/ 106 w 931"/>
                <a:gd name="T9" fmla="*/ 34 h 178"/>
                <a:gd name="T10" fmla="*/ 37 w 931"/>
                <a:gd name="T11" fmla="*/ 133 h 178"/>
                <a:gd name="T12" fmla="*/ 144 w 931"/>
                <a:gd name="T13" fmla="*/ 165 h 178"/>
                <a:gd name="T14" fmla="*/ 248 w 931"/>
                <a:gd name="T15" fmla="*/ 170 h 178"/>
                <a:gd name="T16" fmla="*/ 342 w 931"/>
                <a:gd name="T17" fmla="*/ 169 h 178"/>
                <a:gd name="T18" fmla="*/ 352 w 931"/>
                <a:gd name="T19" fmla="*/ 168 h 178"/>
                <a:gd name="T20" fmla="*/ 549 w 931"/>
                <a:gd name="T21" fmla="*/ 177 h 178"/>
                <a:gd name="T22" fmla="*/ 641 w 931"/>
                <a:gd name="T23" fmla="*/ 178 h 178"/>
                <a:gd name="T24" fmla="*/ 758 w 931"/>
                <a:gd name="T25" fmla="*/ 175 h 178"/>
                <a:gd name="T26" fmla="*/ 868 w 931"/>
                <a:gd name="T27" fmla="*/ 161 h 178"/>
                <a:gd name="T28" fmla="*/ 921 w 931"/>
                <a:gd name="T29" fmla="*/ 117 h 178"/>
                <a:gd name="T30" fmla="*/ 893 w 931"/>
                <a:gd name="T31" fmla="*/ 47 h 178"/>
                <a:gd name="T32" fmla="*/ 747 w 931"/>
                <a:gd name="T33" fmla="*/ 11 h 178"/>
                <a:gd name="T34" fmla="*/ 519 w 931"/>
                <a:gd name="T35" fmla="*/ 1 h 178"/>
                <a:gd name="T36" fmla="*/ 505 w 931"/>
                <a:gd name="T37" fmla="*/ 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31" h="178">
                  <a:moveTo>
                    <a:pt x="505" y="0"/>
                  </a:moveTo>
                  <a:cubicBezTo>
                    <a:pt x="465" y="0"/>
                    <a:pt x="425" y="2"/>
                    <a:pt x="385" y="3"/>
                  </a:cubicBezTo>
                  <a:cubicBezTo>
                    <a:pt x="359" y="5"/>
                    <a:pt x="331" y="7"/>
                    <a:pt x="304" y="12"/>
                  </a:cubicBezTo>
                  <a:cubicBezTo>
                    <a:pt x="292" y="13"/>
                    <a:pt x="281" y="15"/>
                    <a:pt x="270" y="16"/>
                  </a:cubicBezTo>
                  <a:cubicBezTo>
                    <a:pt x="215" y="22"/>
                    <a:pt x="159" y="18"/>
                    <a:pt x="106" y="34"/>
                  </a:cubicBezTo>
                  <a:cubicBezTo>
                    <a:pt x="64" y="47"/>
                    <a:pt x="0" y="82"/>
                    <a:pt x="37" y="133"/>
                  </a:cubicBezTo>
                  <a:cubicBezTo>
                    <a:pt x="57" y="162"/>
                    <a:pt x="113" y="162"/>
                    <a:pt x="144" y="165"/>
                  </a:cubicBezTo>
                  <a:cubicBezTo>
                    <a:pt x="179" y="169"/>
                    <a:pt x="213" y="170"/>
                    <a:pt x="248" y="170"/>
                  </a:cubicBezTo>
                  <a:cubicBezTo>
                    <a:pt x="279" y="170"/>
                    <a:pt x="311" y="169"/>
                    <a:pt x="342" y="169"/>
                  </a:cubicBezTo>
                  <a:cubicBezTo>
                    <a:pt x="345" y="169"/>
                    <a:pt x="349" y="168"/>
                    <a:pt x="352" y="168"/>
                  </a:cubicBezTo>
                  <a:cubicBezTo>
                    <a:pt x="418" y="168"/>
                    <a:pt x="483" y="174"/>
                    <a:pt x="549" y="177"/>
                  </a:cubicBezTo>
                  <a:cubicBezTo>
                    <a:pt x="580" y="178"/>
                    <a:pt x="611" y="178"/>
                    <a:pt x="641" y="178"/>
                  </a:cubicBezTo>
                  <a:cubicBezTo>
                    <a:pt x="680" y="178"/>
                    <a:pt x="719" y="177"/>
                    <a:pt x="758" y="175"/>
                  </a:cubicBezTo>
                  <a:cubicBezTo>
                    <a:pt x="794" y="173"/>
                    <a:pt x="833" y="172"/>
                    <a:pt x="868" y="161"/>
                  </a:cubicBezTo>
                  <a:cubicBezTo>
                    <a:pt x="891" y="154"/>
                    <a:pt x="912" y="142"/>
                    <a:pt x="921" y="117"/>
                  </a:cubicBezTo>
                  <a:cubicBezTo>
                    <a:pt x="931" y="90"/>
                    <a:pt x="914" y="63"/>
                    <a:pt x="893" y="47"/>
                  </a:cubicBezTo>
                  <a:cubicBezTo>
                    <a:pt x="855" y="16"/>
                    <a:pt x="793" y="15"/>
                    <a:pt x="747" y="11"/>
                  </a:cubicBezTo>
                  <a:cubicBezTo>
                    <a:pt x="671" y="5"/>
                    <a:pt x="595" y="1"/>
                    <a:pt x="519" y="1"/>
                  </a:cubicBezTo>
                  <a:cubicBezTo>
                    <a:pt x="514" y="0"/>
                    <a:pt x="510" y="0"/>
                    <a:pt x="505" y="0"/>
                  </a:cubicBezTo>
                </a:path>
              </a:pathLst>
            </a:custGeom>
            <a:solidFill>
              <a:srgbClr val="E7E6E6">
                <a:lumMod val="90000"/>
              </a:srgbClr>
            </a:solidFill>
            <a:ln>
              <a:noFill/>
            </a:ln>
            <a:effectLst>
              <a:outerShdw blurRad="50800" dist="38100" dir="2700000" algn="tl" rotWithShape="0">
                <a:prstClr val="black">
                  <a:alpha val="40000"/>
                </a:prstClr>
              </a:outerShdw>
            </a:effec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12" name="Freeform 11"/>
            <p:cNvSpPr>
              <a:spLocks/>
            </p:cNvSpPr>
            <p:nvPr/>
          </p:nvSpPr>
          <p:spPr bwMode="auto">
            <a:xfrm>
              <a:off x="5235576" y="2057401"/>
              <a:ext cx="1484313" cy="1423988"/>
            </a:xfrm>
            <a:custGeom>
              <a:avLst/>
              <a:gdLst>
                <a:gd name="T0" fmla="*/ 878 w 913"/>
                <a:gd name="T1" fmla="*/ 747 h 878"/>
                <a:gd name="T2" fmla="*/ 881 w 913"/>
                <a:gd name="T3" fmla="*/ 746 h 878"/>
                <a:gd name="T4" fmla="*/ 809 w 913"/>
                <a:gd name="T5" fmla="*/ 247 h 878"/>
                <a:gd name="T6" fmla="*/ 135 w 913"/>
                <a:gd name="T7" fmla="*/ 225 h 878"/>
                <a:gd name="T8" fmla="*/ 77 w 913"/>
                <a:gd name="T9" fmla="*/ 772 h 878"/>
                <a:gd name="T10" fmla="*/ 78 w 913"/>
                <a:gd name="T11" fmla="*/ 772 h 878"/>
                <a:gd name="T12" fmla="*/ 878 w 913"/>
                <a:gd name="T13" fmla="*/ 747 h 878"/>
              </a:gdLst>
              <a:ahLst/>
              <a:cxnLst>
                <a:cxn ang="0">
                  <a:pos x="T0" y="T1"/>
                </a:cxn>
                <a:cxn ang="0">
                  <a:pos x="T2" y="T3"/>
                </a:cxn>
                <a:cxn ang="0">
                  <a:pos x="T4" y="T5"/>
                </a:cxn>
                <a:cxn ang="0">
                  <a:pos x="T6" y="T7"/>
                </a:cxn>
                <a:cxn ang="0">
                  <a:pos x="T8" y="T9"/>
                </a:cxn>
                <a:cxn ang="0">
                  <a:pos x="T10" y="T11"/>
                </a:cxn>
                <a:cxn ang="0">
                  <a:pos x="T12" y="T13"/>
                </a:cxn>
              </a:cxnLst>
              <a:rect l="0" t="0" r="r" b="b"/>
              <a:pathLst>
                <a:path w="913" h="878">
                  <a:moveTo>
                    <a:pt x="878" y="747"/>
                  </a:moveTo>
                  <a:cubicBezTo>
                    <a:pt x="880" y="746"/>
                    <a:pt x="881" y="746"/>
                    <a:pt x="881" y="746"/>
                  </a:cubicBezTo>
                  <a:cubicBezTo>
                    <a:pt x="913" y="526"/>
                    <a:pt x="881" y="350"/>
                    <a:pt x="809" y="247"/>
                  </a:cubicBezTo>
                  <a:cubicBezTo>
                    <a:pt x="636" y="0"/>
                    <a:pt x="253" y="67"/>
                    <a:pt x="135" y="225"/>
                  </a:cubicBezTo>
                  <a:cubicBezTo>
                    <a:pt x="0" y="407"/>
                    <a:pt x="77" y="772"/>
                    <a:pt x="77" y="772"/>
                  </a:cubicBezTo>
                  <a:cubicBezTo>
                    <a:pt x="77" y="772"/>
                    <a:pt x="78" y="772"/>
                    <a:pt x="78" y="772"/>
                  </a:cubicBezTo>
                  <a:cubicBezTo>
                    <a:pt x="467" y="878"/>
                    <a:pt x="841" y="759"/>
                    <a:pt x="878" y="747"/>
                  </a:cubicBezTo>
                </a:path>
              </a:pathLst>
            </a:custGeom>
            <a:solidFill>
              <a:srgbClr val="F7DE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13" name="Freeform 12"/>
            <p:cNvSpPr>
              <a:spLocks/>
            </p:cNvSpPr>
            <p:nvPr/>
          </p:nvSpPr>
          <p:spPr bwMode="auto">
            <a:xfrm>
              <a:off x="5303838" y="2071688"/>
              <a:ext cx="1379538" cy="1041400"/>
            </a:xfrm>
            <a:custGeom>
              <a:avLst/>
              <a:gdLst>
                <a:gd name="T0" fmla="*/ 12 w 849"/>
                <a:gd name="T1" fmla="*/ 548 h 642"/>
                <a:gd name="T2" fmla="*/ 78 w 849"/>
                <a:gd name="T3" fmla="*/ 529 h 642"/>
                <a:gd name="T4" fmla="*/ 83 w 849"/>
                <a:gd name="T5" fmla="*/ 639 h 642"/>
                <a:gd name="T6" fmla="*/ 133 w 849"/>
                <a:gd name="T7" fmla="*/ 642 h 642"/>
                <a:gd name="T8" fmla="*/ 133 w 849"/>
                <a:gd name="T9" fmla="*/ 461 h 642"/>
                <a:gd name="T10" fmla="*/ 162 w 849"/>
                <a:gd name="T11" fmla="*/ 252 h 642"/>
                <a:gd name="T12" fmla="*/ 439 w 849"/>
                <a:gd name="T13" fmla="*/ 252 h 642"/>
                <a:gd name="T14" fmla="*/ 686 w 849"/>
                <a:gd name="T15" fmla="*/ 252 h 642"/>
                <a:gd name="T16" fmla="*/ 752 w 849"/>
                <a:gd name="T17" fmla="*/ 456 h 642"/>
                <a:gd name="T18" fmla="*/ 758 w 849"/>
                <a:gd name="T19" fmla="*/ 613 h 642"/>
                <a:gd name="T20" fmla="*/ 792 w 849"/>
                <a:gd name="T21" fmla="*/ 613 h 642"/>
                <a:gd name="T22" fmla="*/ 849 w 849"/>
                <a:gd name="T23" fmla="*/ 503 h 642"/>
                <a:gd name="T24" fmla="*/ 828 w 849"/>
                <a:gd name="T25" fmla="*/ 254 h 642"/>
                <a:gd name="T26" fmla="*/ 707 w 849"/>
                <a:gd name="T27" fmla="*/ 45 h 642"/>
                <a:gd name="T28" fmla="*/ 664 w 849"/>
                <a:gd name="T29" fmla="*/ 46 h 642"/>
                <a:gd name="T30" fmla="*/ 620 w 849"/>
                <a:gd name="T31" fmla="*/ 45 h 642"/>
                <a:gd name="T32" fmla="*/ 503 w 849"/>
                <a:gd name="T33" fmla="*/ 1 h 642"/>
                <a:gd name="T34" fmla="*/ 443 w 849"/>
                <a:gd name="T35" fmla="*/ 11 h 642"/>
                <a:gd name="T36" fmla="*/ 366 w 849"/>
                <a:gd name="T37" fmla="*/ 20 h 642"/>
                <a:gd name="T38" fmla="*/ 247 w 849"/>
                <a:gd name="T39" fmla="*/ 13 h 642"/>
                <a:gd name="T40" fmla="*/ 147 w 849"/>
                <a:gd name="T41" fmla="*/ 105 h 642"/>
                <a:gd name="T42" fmla="*/ 64 w 849"/>
                <a:gd name="T43" fmla="*/ 150 h 642"/>
                <a:gd name="T44" fmla="*/ 22 w 849"/>
                <a:gd name="T45" fmla="*/ 307 h 642"/>
                <a:gd name="T46" fmla="*/ 12 w 849"/>
                <a:gd name="T47" fmla="*/ 548 h 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49" h="642">
                  <a:moveTo>
                    <a:pt x="12" y="548"/>
                  </a:moveTo>
                  <a:cubicBezTo>
                    <a:pt x="12" y="548"/>
                    <a:pt x="38" y="495"/>
                    <a:pt x="78" y="529"/>
                  </a:cubicBezTo>
                  <a:cubicBezTo>
                    <a:pt x="119" y="563"/>
                    <a:pt x="83" y="639"/>
                    <a:pt x="83" y="639"/>
                  </a:cubicBezTo>
                  <a:cubicBezTo>
                    <a:pt x="133" y="642"/>
                    <a:pt x="133" y="642"/>
                    <a:pt x="133" y="642"/>
                  </a:cubicBezTo>
                  <a:cubicBezTo>
                    <a:pt x="133" y="642"/>
                    <a:pt x="154" y="535"/>
                    <a:pt x="133" y="461"/>
                  </a:cubicBezTo>
                  <a:cubicBezTo>
                    <a:pt x="113" y="386"/>
                    <a:pt x="115" y="299"/>
                    <a:pt x="162" y="252"/>
                  </a:cubicBezTo>
                  <a:cubicBezTo>
                    <a:pt x="209" y="205"/>
                    <a:pt x="277" y="252"/>
                    <a:pt x="439" y="252"/>
                  </a:cubicBezTo>
                  <a:cubicBezTo>
                    <a:pt x="601" y="252"/>
                    <a:pt x="622" y="194"/>
                    <a:pt x="686" y="252"/>
                  </a:cubicBezTo>
                  <a:cubicBezTo>
                    <a:pt x="750" y="309"/>
                    <a:pt x="758" y="394"/>
                    <a:pt x="752" y="456"/>
                  </a:cubicBezTo>
                  <a:cubicBezTo>
                    <a:pt x="745" y="518"/>
                    <a:pt x="758" y="613"/>
                    <a:pt x="758" y="613"/>
                  </a:cubicBezTo>
                  <a:cubicBezTo>
                    <a:pt x="792" y="613"/>
                    <a:pt x="792" y="613"/>
                    <a:pt x="792" y="613"/>
                  </a:cubicBezTo>
                  <a:cubicBezTo>
                    <a:pt x="792" y="613"/>
                    <a:pt x="769" y="458"/>
                    <a:pt x="849" y="503"/>
                  </a:cubicBezTo>
                  <a:cubicBezTo>
                    <a:pt x="849" y="503"/>
                    <a:pt x="828" y="329"/>
                    <a:pt x="828" y="254"/>
                  </a:cubicBezTo>
                  <a:cubicBezTo>
                    <a:pt x="828" y="162"/>
                    <a:pt x="784" y="67"/>
                    <a:pt x="707" y="45"/>
                  </a:cubicBezTo>
                  <a:cubicBezTo>
                    <a:pt x="692" y="41"/>
                    <a:pt x="678" y="43"/>
                    <a:pt x="664" y="46"/>
                  </a:cubicBezTo>
                  <a:cubicBezTo>
                    <a:pt x="649" y="48"/>
                    <a:pt x="634" y="51"/>
                    <a:pt x="620" y="45"/>
                  </a:cubicBezTo>
                  <a:cubicBezTo>
                    <a:pt x="578" y="30"/>
                    <a:pt x="538" y="2"/>
                    <a:pt x="503" y="1"/>
                  </a:cubicBezTo>
                  <a:cubicBezTo>
                    <a:pt x="476" y="0"/>
                    <a:pt x="459" y="5"/>
                    <a:pt x="443" y="11"/>
                  </a:cubicBezTo>
                  <a:cubicBezTo>
                    <a:pt x="424" y="18"/>
                    <a:pt x="405" y="24"/>
                    <a:pt x="366" y="20"/>
                  </a:cubicBezTo>
                  <a:cubicBezTo>
                    <a:pt x="347" y="18"/>
                    <a:pt x="290" y="1"/>
                    <a:pt x="247" y="13"/>
                  </a:cubicBezTo>
                  <a:cubicBezTo>
                    <a:pt x="205" y="26"/>
                    <a:pt x="179" y="92"/>
                    <a:pt x="147" y="105"/>
                  </a:cubicBezTo>
                  <a:cubicBezTo>
                    <a:pt x="115" y="118"/>
                    <a:pt x="100" y="107"/>
                    <a:pt x="64" y="150"/>
                  </a:cubicBezTo>
                  <a:cubicBezTo>
                    <a:pt x="29" y="192"/>
                    <a:pt x="25" y="284"/>
                    <a:pt x="22" y="307"/>
                  </a:cubicBezTo>
                  <a:cubicBezTo>
                    <a:pt x="20" y="331"/>
                    <a:pt x="0" y="492"/>
                    <a:pt x="12" y="548"/>
                  </a:cubicBezTo>
                </a:path>
              </a:pathLst>
            </a:custGeom>
            <a:solidFill>
              <a:srgbClr val="BC85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14" name="Freeform 13"/>
            <p:cNvSpPr>
              <a:spLocks/>
            </p:cNvSpPr>
            <p:nvPr/>
          </p:nvSpPr>
          <p:spPr bwMode="auto">
            <a:xfrm>
              <a:off x="5922963" y="2852738"/>
              <a:ext cx="177800" cy="263525"/>
            </a:xfrm>
            <a:custGeom>
              <a:avLst/>
              <a:gdLst>
                <a:gd name="T0" fmla="*/ 56 w 109"/>
                <a:gd name="T1" fmla="*/ 0 h 162"/>
                <a:gd name="T2" fmla="*/ 32 w 109"/>
                <a:gd name="T3" fmla="*/ 136 h 162"/>
                <a:gd name="T4" fmla="*/ 100 w 109"/>
                <a:gd name="T5" fmla="*/ 121 h 162"/>
                <a:gd name="T6" fmla="*/ 56 w 109"/>
                <a:gd name="T7" fmla="*/ 0 h 162"/>
              </a:gdLst>
              <a:ahLst/>
              <a:cxnLst>
                <a:cxn ang="0">
                  <a:pos x="T0" y="T1"/>
                </a:cxn>
                <a:cxn ang="0">
                  <a:pos x="T2" y="T3"/>
                </a:cxn>
                <a:cxn ang="0">
                  <a:pos x="T4" y="T5"/>
                </a:cxn>
                <a:cxn ang="0">
                  <a:pos x="T6" y="T7"/>
                </a:cxn>
              </a:cxnLst>
              <a:rect l="0" t="0" r="r" b="b"/>
              <a:pathLst>
                <a:path w="109" h="162">
                  <a:moveTo>
                    <a:pt x="56" y="0"/>
                  </a:moveTo>
                  <a:cubicBezTo>
                    <a:pt x="56" y="0"/>
                    <a:pt x="0" y="111"/>
                    <a:pt x="32" y="136"/>
                  </a:cubicBezTo>
                  <a:cubicBezTo>
                    <a:pt x="64" y="162"/>
                    <a:pt x="92" y="145"/>
                    <a:pt x="100" y="121"/>
                  </a:cubicBezTo>
                  <a:cubicBezTo>
                    <a:pt x="109" y="98"/>
                    <a:pt x="56" y="0"/>
                    <a:pt x="56" y="0"/>
                  </a:cubicBezTo>
                  <a:close/>
                </a:path>
              </a:pathLst>
            </a:custGeom>
            <a:solidFill>
              <a:srgbClr val="E9BF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15" name="Freeform 14"/>
            <p:cNvSpPr>
              <a:spLocks/>
            </p:cNvSpPr>
            <p:nvPr/>
          </p:nvSpPr>
          <p:spPr bwMode="auto">
            <a:xfrm>
              <a:off x="5826126" y="2803526"/>
              <a:ext cx="92075" cy="92075"/>
            </a:xfrm>
            <a:custGeom>
              <a:avLst/>
              <a:gdLst>
                <a:gd name="T0" fmla="*/ 44 w 57"/>
                <a:gd name="T1" fmla="*/ 5 h 57"/>
                <a:gd name="T2" fmla="*/ 38 w 57"/>
                <a:gd name="T3" fmla="*/ 1 h 57"/>
                <a:gd name="T4" fmla="*/ 23 w 57"/>
                <a:gd name="T5" fmla="*/ 1 h 57"/>
                <a:gd name="T6" fmla="*/ 15 w 57"/>
                <a:gd name="T7" fmla="*/ 4 h 57"/>
                <a:gd name="T8" fmla="*/ 2 w 57"/>
                <a:gd name="T9" fmla="*/ 18 h 57"/>
                <a:gd name="T10" fmla="*/ 4 w 57"/>
                <a:gd name="T11" fmla="*/ 38 h 57"/>
                <a:gd name="T12" fmla="*/ 42 w 57"/>
                <a:gd name="T13" fmla="*/ 50 h 57"/>
                <a:gd name="T14" fmla="*/ 56 w 57"/>
                <a:gd name="T15" fmla="*/ 29 h 57"/>
                <a:gd name="T16" fmla="*/ 44 w 57"/>
                <a:gd name="T17" fmla="*/ 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57">
                  <a:moveTo>
                    <a:pt x="44" y="5"/>
                  </a:moveTo>
                  <a:cubicBezTo>
                    <a:pt x="42" y="3"/>
                    <a:pt x="40" y="2"/>
                    <a:pt x="38" y="1"/>
                  </a:cubicBezTo>
                  <a:cubicBezTo>
                    <a:pt x="33" y="0"/>
                    <a:pt x="28" y="0"/>
                    <a:pt x="23" y="1"/>
                  </a:cubicBezTo>
                  <a:cubicBezTo>
                    <a:pt x="21" y="2"/>
                    <a:pt x="18" y="3"/>
                    <a:pt x="15" y="4"/>
                  </a:cubicBezTo>
                  <a:cubicBezTo>
                    <a:pt x="9" y="6"/>
                    <a:pt x="4" y="13"/>
                    <a:pt x="2" y="18"/>
                  </a:cubicBezTo>
                  <a:cubicBezTo>
                    <a:pt x="0" y="25"/>
                    <a:pt x="1" y="32"/>
                    <a:pt x="4" y="38"/>
                  </a:cubicBezTo>
                  <a:cubicBezTo>
                    <a:pt x="10" y="52"/>
                    <a:pt x="28" y="57"/>
                    <a:pt x="42" y="50"/>
                  </a:cubicBezTo>
                  <a:cubicBezTo>
                    <a:pt x="50" y="46"/>
                    <a:pt x="56" y="38"/>
                    <a:pt x="56" y="29"/>
                  </a:cubicBezTo>
                  <a:cubicBezTo>
                    <a:pt x="57" y="19"/>
                    <a:pt x="52" y="10"/>
                    <a:pt x="44" y="5"/>
                  </a:cubicBezTo>
                  <a:close/>
                </a:path>
              </a:pathLst>
            </a:custGeom>
            <a:solidFill>
              <a:srgbClr val="493F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16" name="Freeform 15"/>
            <p:cNvSpPr>
              <a:spLocks/>
            </p:cNvSpPr>
            <p:nvPr/>
          </p:nvSpPr>
          <p:spPr bwMode="auto">
            <a:xfrm>
              <a:off x="6091238" y="2813051"/>
              <a:ext cx="73025" cy="53975"/>
            </a:xfrm>
            <a:custGeom>
              <a:avLst/>
              <a:gdLst>
                <a:gd name="T0" fmla="*/ 23 w 44"/>
                <a:gd name="T1" fmla="*/ 0 h 33"/>
                <a:gd name="T2" fmla="*/ 21 w 44"/>
                <a:gd name="T3" fmla="*/ 33 h 33"/>
                <a:gd name="T4" fmla="*/ 23 w 44"/>
                <a:gd name="T5" fmla="*/ 0 h 33"/>
              </a:gdLst>
              <a:ahLst/>
              <a:cxnLst>
                <a:cxn ang="0">
                  <a:pos x="T0" y="T1"/>
                </a:cxn>
                <a:cxn ang="0">
                  <a:pos x="T2" y="T3"/>
                </a:cxn>
                <a:cxn ang="0">
                  <a:pos x="T4" y="T5"/>
                </a:cxn>
              </a:cxnLst>
              <a:rect l="0" t="0" r="r" b="b"/>
              <a:pathLst>
                <a:path w="44" h="33">
                  <a:moveTo>
                    <a:pt x="23" y="0"/>
                  </a:moveTo>
                  <a:cubicBezTo>
                    <a:pt x="2" y="0"/>
                    <a:pt x="0" y="33"/>
                    <a:pt x="21" y="33"/>
                  </a:cubicBezTo>
                  <a:cubicBezTo>
                    <a:pt x="42" y="33"/>
                    <a:pt x="44" y="0"/>
                    <a:pt x="23" y="0"/>
                  </a:cubicBezTo>
                  <a:close/>
                </a:path>
              </a:pathLst>
            </a:custGeom>
            <a:solidFill>
              <a:srgbClr val="493F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17" name="Freeform 16"/>
            <p:cNvSpPr>
              <a:spLocks/>
            </p:cNvSpPr>
            <p:nvPr/>
          </p:nvSpPr>
          <p:spPr bwMode="auto">
            <a:xfrm>
              <a:off x="6005513" y="3157538"/>
              <a:ext cx="52388" cy="93663"/>
            </a:xfrm>
            <a:custGeom>
              <a:avLst/>
              <a:gdLst>
                <a:gd name="T0" fmla="*/ 22 w 32"/>
                <a:gd name="T1" fmla="*/ 4 h 57"/>
                <a:gd name="T2" fmla="*/ 4 w 32"/>
                <a:gd name="T3" fmla="*/ 13 h 57"/>
                <a:gd name="T4" fmla="*/ 11 w 32"/>
                <a:gd name="T5" fmla="*/ 36 h 57"/>
                <a:gd name="T6" fmla="*/ 13 w 32"/>
                <a:gd name="T7" fmla="*/ 37 h 57"/>
                <a:gd name="T8" fmla="*/ 5 w 32"/>
                <a:gd name="T9" fmla="*/ 45 h 57"/>
                <a:gd name="T10" fmla="*/ 11 w 32"/>
                <a:gd name="T11" fmla="*/ 55 h 57"/>
                <a:gd name="T12" fmla="*/ 31 w 32"/>
                <a:gd name="T13" fmla="*/ 30 h 57"/>
                <a:gd name="T14" fmla="*/ 22 w 32"/>
                <a:gd name="T15" fmla="*/ 4 h 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57">
                  <a:moveTo>
                    <a:pt x="22" y="4"/>
                  </a:moveTo>
                  <a:cubicBezTo>
                    <a:pt x="14" y="0"/>
                    <a:pt x="7" y="5"/>
                    <a:pt x="4" y="13"/>
                  </a:cubicBezTo>
                  <a:cubicBezTo>
                    <a:pt x="1" y="21"/>
                    <a:pt x="4" y="32"/>
                    <a:pt x="11" y="36"/>
                  </a:cubicBezTo>
                  <a:cubicBezTo>
                    <a:pt x="12" y="37"/>
                    <a:pt x="12" y="37"/>
                    <a:pt x="13" y="37"/>
                  </a:cubicBezTo>
                  <a:cubicBezTo>
                    <a:pt x="11" y="40"/>
                    <a:pt x="8" y="43"/>
                    <a:pt x="5" y="45"/>
                  </a:cubicBezTo>
                  <a:cubicBezTo>
                    <a:pt x="0" y="50"/>
                    <a:pt x="6" y="57"/>
                    <a:pt x="11" y="55"/>
                  </a:cubicBezTo>
                  <a:cubicBezTo>
                    <a:pt x="22" y="51"/>
                    <a:pt x="29" y="41"/>
                    <a:pt x="31" y="30"/>
                  </a:cubicBezTo>
                  <a:cubicBezTo>
                    <a:pt x="32" y="22"/>
                    <a:pt x="31" y="8"/>
                    <a:pt x="22" y="4"/>
                  </a:cubicBezTo>
                  <a:close/>
                </a:path>
              </a:pathLst>
            </a:custGeom>
            <a:solidFill>
              <a:srgbClr val="8337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18" name="Freeform 17"/>
            <p:cNvSpPr>
              <a:spLocks noEditPoints="1"/>
            </p:cNvSpPr>
            <p:nvPr/>
          </p:nvSpPr>
          <p:spPr bwMode="auto">
            <a:xfrm>
              <a:off x="5813426" y="2520951"/>
              <a:ext cx="358775" cy="209550"/>
            </a:xfrm>
            <a:custGeom>
              <a:avLst/>
              <a:gdLst>
                <a:gd name="T0" fmla="*/ 206 w 220"/>
                <a:gd name="T1" fmla="*/ 67 h 129"/>
                <a:gd name="T2" fmla="*/ 127 w 220"/>
                <a:gd name="T3" fmla="*/ 89 h 129"/>
                <a:gd name="T4" fmla="*/ 122 w 220"/>
                <a:gd name="T5" fmla="*/ 89 h 129"/>
                <a:gd name="T6" fmla="*/ 132 w 220"/>
                <a:gd name="T7" fmla="*/ 28 h 129"/>
                <a:gd name="T8" fmla="*/ 78 w 220"/>
                <a:gd name="T9" fmla="*/ 14 h 129"/>
                <a:gd name="T10" fmla="*/ 61 w 220"/>
                <a:gd name="T11" fmla="*/ 61 h 129"/>
                <a:gd name="T12" fmla="*/ 94 w 220"/>
                <a:gd name="T13" fmla="*/ 96 h 129"/>
                <a:gd name="T14" fmla="*/ 9 w 220"/>
                <a:gd name="T15" fmla="*/ 100 h 129"/>
                <a:gd name="T16" fmla="*/ 4 w 220"/>
                <a:gd name="T17" fmla="*/ 107 h 129"/>
                <a:gd name="T18" fmla="*/ 109 w 220"/>
                <a:gd name="T19" fmla="*/ 102 h 129"/>
                <a:gd name="T20" fmla="*/ 216 w 220"/>
                <a:gd name="T21" fmla="*/ 75 h 129"/>
                <a:gd name="T22" fmla="*/ 206 w 220"/>
                <a:gd name="T23" fmla="*/ 67 h 129"/>
                <a:gd name="T24" fmla="*/ 75 w 220"/>
                <a:gd name="T25" fmla="*/ 45 h 129"/>
                <a:gd name="T26" fmla="*/ 88 w 220"/>
                <a:gd name="T27" fmla="*/ 25 h 129"/>
                <a:gd name="T28" fmla="*/ 122 w 220"/>
                <a:gd name="T29" fmla="*/ 39 h 129"/>
                <a:gd name="T30" fmla="*/ 108 w 220"/>
                <a:gd name="T31" fmla="*/ 84 h 129"/>
                <a:gd name="T32" fmla="*/ 75 w 220"/>
                <a:gd name="T33" fmla="*/ 45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0" h="129">
                  <a:moveTo>
                    <a:pt x="206" y="67"/>
                  </a:moveTo>
                  <a:cubicBezTo>
                    <a:pt x="184" y="87"/>
                    <a:pt x="156" y="94"/>
                    <a:pt x="127" y="89"/>
                  </a:cubicBezTo>
                  <a:cubicBezTo>
                    <a:pt x="125" y="89"/>
                    <a:pt x="124" y="89"/>
                    <a:pt x="122" y="89"/>
                  </a:cubicBezTo>
                  <a:cubicBezTo>
                    <a:pt x="137" y="71"/>
                    <a:pt x="142" y="50"/>
                    <a:pt x="132" y="28"/>
                  </a:cubicBezTo>
                  <a:cubicBezTo>
                    <a:pt x="122" y="6"/>
                    <a:pt x="97" y="0"/>
                    <a:pt x="78" y="14"/>
                  </a:cubicBezTo>
                  <a:cubicBezTo>
                    <a:pt x="64" y="24"/>
                    <a:pt x="57" y="44"/>
                    <a:pt x="61" y="61"/>
                  </a:cubicBezTo>
                  <a:cubicBezTo>
                    <a:pt x="65" y="77"/>
                    <a:pt x="80" y="88"/>
                    <a:pt x="94" y="96"/>
                  </a:cubicBezTo>
                  <a:cubicBezTo>
                    <a:pt x="70" y="112"/>
                    <a:pt x="34" y="117"/>
                    <a:pt x="9" y="100"/>
                  </a:cubicBezTo>
                  <a:cubicBezTo>
                    <a:pt x="5" y="97"/>
                    <a:pt x="0" y="104"/>
                    <a:pt x="4" y="107"/>
                  </a:cubicBezTo>
                  <a:cubicBezTo>
                    <a:pt x="33" y="129"/>
                    <a:pt x="79" y="123"/>
                    <a:pt x="109" y="102"/>
                  </a:cubicBezTo>
                  <a:cubicBezTo>
                    <a:pt x="145" y="114"/>
                    <a:pt x="194" y="108"/>
                    <a:pt x="216" y="75"/>
                  </a:cubicBezTo>
                  <a:cubicBezTo>
                    <a:pt x="220" y="69"/>
                    <a:pt x="212" y="62"/>
                    <a:pt x="206" y="67"/>
                  </a:cubicBezTo>
                  <a:close/>
                  <a:moveTo>
                    <a:pt x="75" y="45"/>
                  </a:moveTo>
                  <a:cubicBezTo>
                    <a:pt x="77" y="37"/>
                    <a:pt x="82" y="30"/>
                    <a:pt x="88" y="25"/>
                  </a:cubicBezTo>
                  <a:cubicBezTo>
                    <a:pt x="102" y="11"/>
                    <a:pt x="116" y="28"/>
                    <a:pt x="122" y="39"/>
                  </a:cubicBezTo>
                  <a:cubicBezTo>
                    <a:pt x="129" y="55"/>
                    <a:pt x="119" y="73"/>
                    <a:pt x="108" y="84"/>
                  </a:cubicBezTo>
                  <a:cubicBezTo>
                    <a:pt x="89" y="78"/>
                    <a:pt x="71" y="64"/>
                    <a:pt x="75" y="4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19" name="Freeform 18"/>
            <p:cNvSpPr>
              <a:spLocks/>
            </p:cNvSpPr>
            <p:nvPr/>
          </p:nvSpPr>
          <p:spPr bwMode="auto">
            <a:xfrm>
              <a:off x="5568951" y="5072063"/>
              <a:ext cx="196850" cy="79375"/>
            </a:xfrm>
            <a:custGeom>
              <a:avLst/>
              <a:gdLst>
                <a:gd name="T0" fmla="*/ 67 w 121"/>
                <a:gd name="T1" fmla="*/ 4 h 49"/>
                <a:gd name="T2" fmla="*/ 33 w 121"/>
                <a:gd name="T3" fmla="*/ 7 h 49"/>
                <a:gd name="T4" fmla="*/ 8 w 121"/>
                <a:gd name="T5" fmla="*/ 21 h 49"/>
                <a:gd name="T6" fmla="*/ 39 w 121"/>
                <a:gd name="T7" fmla="*/ 48 h 49"/>
                <a:gd name="T8" fmla="*/ 93 w 121"/>
                <a:gd name="T9" fmla="*/ 40 h 49"/>
                <a:gd name="T10" fmla="*/ 112 w 121"/>
                <a:gd name="T11" fmla="*/ 0 h 49"/>
                <a:gd name="T12" fmla="*/ 67 w 121"/>
                <a:gd name="T13" fmla="*/ 4 h 49"/>
              </a:gdLst>
              <a:ahLst/>
              <a:cxnLst>
                <a:cxn ang="0">
                  <a:pos x="T0" y="T1"/>
                </a:cxn>
                <a:cxn ang="0">
                  <a:pos x="T2" y="T3"/>
                </a:cxn>
                <a:cxn ang="0">
                  <a:pos x="T4" y="T5"/>
                </a:cxn>
                <a:cxn ang="0">
                  <a:pos x="T6" y="T7"/>
                </a:cxn>
                <a:cxn ang="0">
                  <a:pos x="T8" y="T9"/>
                </a:cxn>
                <a:cxn ang="0">
                  <a:pos x="T10" y="T11"/>
                </a:cxn>
                <a:cxn ang="0">
                  <a:pos x="T12" y="T13"/>
                </a:cxn>
              </a:cxnLst>
              <a:rect l="0" t="0" r="r" b="b"/>
              <a:pathLst>
                <a:path w="121" h="49">
                  <a:moveTo>
                    <a:pt x="67" y="4"/>
                  </a:moveTo>
                  <a:cubicBezTo>
                    <a:pt x="67" y="4"/>
                    <a:pt x="39" y="6"/>
                    <a:pt x="33" y="7"/>
                  </a:cubicBezTo>
                  <a:cubicBezTo>
                    <a:pt x="23" y="8"/>
                    <a:pt x="12" y="12"/>
                    <a:pt x="8" y="21"/>
                  </a:cubicBezTo>
                  <a:cubicBezTo>
                    <a:pt x="0" y="41"/>
                    <a:pt x="25" y="48"/>
                    <a:pt x="39" y="48"/>
                  </a:cubicBezTo>
                  <a:cubicBezTo>
                    <a:pt x="58" y="49"/>
                    <a:pt x="76" y="45"/>
                    <a:pt x="93" y="40"/>
                  </a:cubicBezTo>
                  <a:cubicBezTo>
                    <a:pt x="121" y="33"/>
                    <a:pt x="112" y="0"/>
                    <a:pt x="112" y="0"/>
                  </a:cubicBezTo>
                  <a:lnTo>
                    <a:pt x="67" y="4"/>
                  </a:lnTo>
                  <a:close/>
                </a:path>
              </a:pathLst>
            </a:custGeom>
            <a:solidFill>
              <a:srgbClr val="3235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20" name="Freeform 19"/>
            <p:cNvSpPr>
              <a:spLocks/>
            </p:cNvSpPr>
            <p:nvPr/>
          </p:nvSpPr>
          <p:spPr bwMode="auto">
            <a:xfrm>
              <a:off x="6261101" y="5062538"/>
              <a:ext cx="209550" cy="85725"/>
            </a:xfrm>
            <a:custGeom>
              <a:avLst/>
              <a:gdLst>
                <a:gd name="T0" fmla="*/ 0 w 129"/>
                <a:gd name="T1" fmla="*/ 16 h 53"/>
                <a:gd name="T2" fmla="*/ 104 w 129"/>
                <a:gd name="T3" fmla="*/ 41 h 53"/>
                <a:gd name="T4" fmla="*/ 111 w 129"/>
                <a:gd name="T5" fmla="*/ 5 h 53"/>
                <a:gd name="T6" fmla="*/ 79 w 129"/>
                <a:gd name="T7" fmla="*/ 3 h 53"/>
                <a:gd name="T8" fmla="*/ 47 w 129"/>
                <a:gd name="T9" fmla="*/ 6 h 53"/>
                <a:gd name="T10" fmla="*/ 0 w 129"/>
                <a:gd name="T11" fmla="*/ 16 h 53"/>
              </a:gdLst>
              <a:ahLst/>
              <a:cxnLst>
                <a:cxn ang="0">
                  <a:pos x="T0" y="T1"/>
                </a:cxn>
                <a:cxn ang="0">
                  <a:pos x="T2" y="T3"/>
                </a:cxn>
                <a:cxn ang="0">
                  <a:pos x="T4" y="T5"/>
                </a:cxn>
                <a:cxn ang="0">
                  <a:pos x="T6" y="T7"/>
                </a:cxn>
                <a:cxn ang="0">
                  <a:pos x="T8" y="T9"/>
                </a:cxn>
                <a:cxn ang="0">
                  <a:pos x="T10" y="T11"/>
                </a:cxn>
              </a:cxnLst>
              <a:rect l="0" t="0" r="r" b="b"/>
              <a:pathLst>
                <a:path w="129" h="53">
                  <a:moveTo>
                    <a:pt x="0" y="16"/>
                  </a:moveTo>
                  <a:cubicBezTo>
                    <a:pt x="5" y="53"/>
                    <a:pt x="78" y="49"/>
                    <a:pt x="104" y="41"/>
                  </a:cubicBezTo>
                  <a:cubicBezTo>
                    <a:pt x="122" y="35"/>
                    <a:pt x="129" y="16"/>
                    <a:pt x="111" y="5"/>
                  </a:cubicBezTo>
                  <a:cubicBezTo>
                    <a:pt x="102" y="0"/>
                    <a:pt x="89" y="2"/>
                    <a:pt x="79" y="3"/>
                  </a:cubicBezTo>
                  <a:cubicBezTo>
                    <a:pt x="69" y="5"/>
                    <a:pt x="47" y="6"/>
                    <a:pt x="47" y="6"/>
                  </a:cubicBezTo>
                  <a:lnTo>
                    <a:pt x="0" y="16"/>
                  </a:lnTo>
                  <a:close/>
                </a:path>
              </a:pathLst>
            </a:custGeom>
            <a:solidFill>
              <a:srgbClr val="3235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21" name="Freeform 20"/>
            <p:cNvSpPr>
              <a:spLocks/>
            </p:cNvSpPr>
            <p:nvPr/>
          </p:nvSpPr>
          <p:spPr bwMode="auto">
            <a:xfrm>
              <a:off x="5365751" y="4254501"/>
              <a:ext cx="1274763" cy="835025"/>
            </a:xfrm>
            <a:custGeom>
              <a:avLst/>
              <a:gdLst>
                <a:gd name="T0" fmla="*/ 785 w 785"/>
                <a:gd name="T1" fmla="*/ 2 h 515"/>
                <a:gd name="T2" fmla="*/ 772 w 785"/>
                <a:gd name="T3" fmla="*/ 0 h 515"/>
                <a:gd name="T4" fmla="*/ 2 w 785"/>
                <a:gd name="T5" fmla="*/ 0 h 515"/>
                <a:gd name="T6" fmla="*/ 0 w 785"/>
                <a:gd name="T7" fmla="*/ 4 h 515"/>
                <a:gd name="T8" fmla="*/ 165 w 785"/>
                <a:gd name="T9" fmla="*/ 128 h 515"/>
                <a:gd name="T10" fmla="*/ 167 w 785"/>
                <a:gd name="T11" fmla="*/ 271 h 515"/>
                <a:gd name="T12" fmla="*/ 191 w 785"/>
                <a:gd name="T13" fmla="*/ 502 h 515"/>
                <a:gd name="T14" fmla="*/ 192 w 785"/>
                <a:gd name="T15" fmla="*/ 509 h 515"/>
                <a:gd name="T16" fmla="*/ 237 w 785"/>
                <a:gd name="T17" fmla="*/ 505 h 515"/>
                <a:gd name="T18" fmla="*/ 237 w 785"/>
                <a:gd name="T19" fmla="*/ 498 h 515"/>
                <a:gd name="T20" fmla="*/ 237 w 785"/>
                <a:gd name="T21" fmla="*/ 295 h 515"/>
                <a:gd name="T22" fmla="*/ 263 w 785"/>
                <a:gd name="T23" fmla="*/ 162 h 515"/>
                <a:gd name="T24" fmla="*/ 497 w 785"/>
                <a:gd name="T25" fmla="*/ 161 h 515"/>
                <a:gd name="T26" fmla="*/ 538 w 785"/>
                <a:gd name="T27" fmla="*/ 339 h 515"/>
                <a:gd name="T28" fmla="*/ 550 w 785"/>
                <a:gd name="T29" fmla="*/ 515 h 515"/>
                <a:gd name="T30" fmla="*/ 552 w 785"/>
                <a:gd name="T31" fmla="*/ 515 h 515"/>
                <a:gd name="T32" fmla="*/ 598 w 785"/>
                <a:gd name="T33" fmla="*/ 505 h 515"/>
                <a:gd name="T34" fmla="*/ 598 w 785"/>
                <a:gd name="T35" fmla="*/ 502 h 515"/>
                <a:gd name="T36" fmla="*/ 601 w 785"/>
                <a:gd name="T37" fmla="*/ 315 h 515"/>
                <a:gd name="T38" fmla="*/ 591 w 785"/>
                <a:gd name="T39" fmla="*/ 137 h 515"/>
                <a:gd name="T40" fmla="*/ 785 w 785"/>
                <a:gd name="T41" fmla="*/ 2 h 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85" h="515">
                  <a:moveTo>
                    <a:pt x="785" y="2"/>
                  </a:moveTo>
                  <a:cubicBezTo>
                    <a:pt x="785" y="2"/>
                    <a:pt x="781" y="1"/>
                    <a:pt x="772" y="0"/>
                  </a:cubicBezTo>
                  <a:cubicBezTo>
                    <a:pt x="396" y="81"/>
                    <a:pt x="35" y="7"/>
                    <a:pt x="2" y="0"/>
                  </a:cubicBezTo>
                  <a:cubicBezTo>
                    <a:pt x="1" y="1"/>
                    <a:pt x="0" y="3"/>
                    <a:pt x="0" y="4"/>
                  </a:cubicBezTo>
                  <a:cubicBezTo>
                    <a:pt x="0" y="4"/>
                    <a:pt x="21" y="60"/>
                    <a:pt x="165" y="128"/>
                  </a:cubicBezTo>
                  <a:cubicBezTo>
                    <a:pt x="165" y="128"/>
                    <a:pt x="164" y="192"/>
                    <a:pt x="167" y="271"/>
                  </a:cubicBezTo>
                  <a:cubicBezTo>
                    <a:pt x="170" y="366"/>
                    <a:pt x="187" y="474"/>
                    <a:pt x="191" y="502"/>
                  </a:cubicBezTo>
                  <a:cubicBezTo>
                    <a:pt x="192" y="507"/>
                    <a:pt x="192" y="509"/>
                    <a:pt x="192" y="509"/>
                  </a:cubicBezTo>
                  <a:cubicBezTo>
                    <a:pt x="237" y="505"/>
                    <a:pt x="237" y="505"/>
                    <a:pt x="237" y="505"/>
                  </a:cubicBezTo>
                  <a:cubicBezTo>
                    <a:pt x="237" y="505"/>
                    <a:pt x="237" y="502"/>
                    <a:pt x="237" y="498"/>
                  </a:cubicBezTo>
                  <a:cubicBezTo>
                    <a:pt x="235" y="471"/>
                    <a:pt x="230" y="363"/>
                    <a:pt x="237" y="295"/>
                  </a:cubicBezTo>
                  <a:cubicBezTo>
                    <a:pt x="243" y="231"/>
                    <a:pt x="263" y="162"/>
                    <a:pt x="263" y="162"/>
                  </a:cubicBezTo>
                  <a:cubicBezTo>
                    <a:pt x="263" y="162"/>
                    <a:pt x="395" y="188"/>
                    <a:pt x="497" y="161"/>
                  </a:cubicBezTo>
                  <a:cubicBezTo>
                    <a:pt x="497" y="161"/>
                    <a:pt x="532" y="285"/>
                    <a:pt x="538" y="339"/>
                  </a:cubicBezTo>
                  <a:cubicBezTo>
                    <a:pt x="543" y="386"/>
                    <a:pt x="550" y="515"/>
                    <a:pt x="550" y="515"/>
                  </a:cubicBezTo>
                  <a:cubicBezTo>
                    <a:pt x="552" y="515"/>
                    <a:pt x="552" y="515"/>
                    <a:pt x="552" y="515"/>
                  </a:cubicBezTo>
                  <a:cubicBezTo>
                    <a:pt x="598" y="505"/>
                    <a:pt x="598" y="505"/>
                    <a:pt x="598" y="505"/>
                  </a:cubicBezTo>
                  <a:cubicBezTo>
                    <a:pt x="598" y="505"/>
                    <a:pt x="598" y="504"/>
                    <a:pt x="598" y="502"/>
                  </a:cubicBezTo>
                  <a:cubicBezTo>
                    <a:pt x="600" y="481"/>
                    <a:pt x="606" y="380"/>
                    <a:pt x="601" y="315"/>
                  </a:cubicBezTo>
                  <a:cubicBezTo>
                    <a:pt x="597" y="276"/>
                    <a:pt x="603" y="228"/>
                    <a:pt x="591" y="137"/>
                  </a:cubicBezTo>
                  <a:cubicBezTo>
                    <a:pt x="591" y="137"/>
                    <a:pt x="735" y="63"/>
                    <a:pt x="785" y="2"/>
                  </a:cubicBezTo>
                  <a:close/>
                </a:path>
              </a:pathLst>
            </a:custGeom>
            <a:solidFill>
              <a:srgbClr val="4448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22" name="Freeform 21"/>
            <p:cNvSpPr>
              <a:spLocks/>
            </p:cNvSpPr>
            <p:nvPr/>
          </p:nvSpPr>
          <p:spPr bwMode="auto">
            <a:xfrm>
              <a:off x="6470651" y="1527176"/>
              <a:ext cx="330200" cy="403225"/>
            </a:xfrm>
            <a:custGeom>
              <a:avLst/>
              <a:gdLst>
                <a:gd name="T0" fmla="*/ 188 w 203"/>
                <a:gd name="T1" fmla="*/ 66 h 249"/>
                <a:gd name="T2" fmla="*/ 89 w 203"/>
                <a:gd name="T3" fmla="*/ 0 h 249"/>
                <a:gd name="T4" fmla="*/ 17 w 203"/>
                <a:gd name="T5" fmla="*/ 67 h 249"/>
                <a:gd name="T6" fmla="*/ 31 w 203"/>
                <a:gd name="T7" fmla="*/ 69 h 249"/>
                <a:gd name="T8" fmla="*/ 105 w 203"/>
                <a:gd name="T9" fmla="*/ 50 h 249"/>
                <a:gd name="T10" fmla="*/ 142 w 203"/>
                <a:gd name="T11" fmla="*/ 103 h 249"/>
                <a:gd name="T12" fmla="*/ 88 w 203"/>
                <a:gd name="T13" fmla="*/ 148 h 249"/>
                <a:gd name="T14" fmla="*/ 50 w 203"/>
                <a:gd name="T15" fmla="*/ 222 h 249"/>
                <a:gd name="T16" fmla="*/ 72 w 203"/>
                <a:gd name="T17" fmla="*/ 247 h 249"/>
                <a:gd name="T18" fmla="*/ 93 w 203"/>
                <a:gd name="T19" fmla="*/ 243 h 249"/>
                <a:gd name="T20" fmla="*/ 104 w 203"/>
                <a:gd name="T21" fmla="*/ 219 h 249"/>
                <a:gd name="T22" fmla="*/ 158 w 203"/>
                <a:gd name="T23" fmla="*/ 159 h 249"/>
                <a:gd name="T24" fmla="*/ 188 w 203"/>
                <a:gd name="T25" fmla="*/ 66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3" h="249">
                  <a:moveTo>
                    <a:pt x="188" y="66"/>
                  </a:moveTo>
                  <a:cubicBezTo>
                    <a:pt x="172" y="26"/>
                    <a:pt x="132" y="1"/>
                    <a:pt x="89" y="0"/>
                  </a:cubicBezTo>
                  <a:cubicBezTo>
                    <a:pt x="54" y="0"/>
                    <a:pt x="0" y="22"/>
                    <a:pt x="17" y="67"/>
                  </a:cubicBezTo>
                  <a:cubicBezTo>
                    <a:pt x="19" y="72"/>
                    <a:pt x="26" y="74"/>
                    <a:pt x="31" y="69"/>
                  </a:cubicBezTo>
                  <a:cubicBezTo>
                    <a:pt x="51" y="46"/>
                    <a:pt x="75" y="42"/>
                    <a:pt x="105" y="50"/>
                  </a:cubicBezTo>
                  <a:cubicBezTo>
                    <a:pt x="125" y="55"/>
                    <a:pt x="153" y="80"/>
                    <a:pt x="142" y="103"/>
                  </a:cubicBezTo>
                  <a:cubicBezTo>
                    <a:pt x="133" y="122"/>
                    <a:pt x="104" y="135"/>
                    <a:pt x="88" y="148"/>
                  </a:cubicBezTo>
                  <a:cubicBezTo>
                    <a:pt x="65" y="167"/>
                    <a:pt x="48" y="192"/>
                    <a:pt x="50" y="222"/>
                  </a:cubicBezTo>
                  <a:cubicBezTo>
                    <a:pt x="51" y="235"/>
                    <a:pt x="60" y="244"/>
                    <a:pt x="72" y="247"/>
                  </a:cubicBezTo>
                  <a:cubicBezTo>
                    <a:pt x="80" y="249"/>
                    <a:pt x="86" y="247"/>
                    <a:pt x="93" y="243"/>
                  </a:cubicBezTo>
                  <a:cubicBezTo>
                    <a:pt x="100" y="238"/>
                    <a:pt x="105" y="229"/>
                    <a:pt x="104" y="219"/>
                  </a:cubicBezTo>
                  <a:cubicBezTo>
                    <a:pt x="102" y="192"/>
                    <a:pt x="140" y="174"/>
                    <a:pt x="158" y="159"/>
                  </a:cubicBezTo>
                  <a:cubicBezTo>
                    <a:pt x="186" y="135"/>
                    <a:pt x="203" y="104"/>
                    <a:pt x="188" y="66"/>
                  </a:cubicBezTo>
                  <a:close/>
                </a:path>
              </a:pathLst>
            </a:custGeom>
            <a:solidFill>
              <a:srgbClr val="3235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23" name="Freeform 22"/>
            <p:cNvSpPr>
              <a:spLocks/>
            </p:cNvSpPr>
            <p:nvPr/>
          </p:nvSpPr>
          <p:spPr bwMode="auto">
            <a:xfrm>
              <a:off x="6519863" y="1992313"/>
              <a:ext cx="133350" cy="101600"/>
            </a:xfrm>
            <a:custGeom>
              <a:avLst/>
              <a:gdLst>
                <a:gd name="T0" fmla="*/ 47 w 82"/>
                <a:gd name="T1" fmla="*/ 4 h 63"/>
                <a:gd name="T2" fmla="*/ 35 w 82"/>
                <a:gd name="T3" fmla="*/ 59 h 63"/>
                <a:gd name="T4" fmla="*/ 47 w 82"/>
                <a:gd name="T5" fmla="*/ 4 h 63"/>
              </a:gdLst>
              <a:ahLst/>
              <a:cxnLst>
                <a:cxn ang="0">
                  <a:pos x="T0" y="T1"/>
                </a:cxn>
                <a:cxn ang="0">
                  <a:pos x="T2" y="T3"/>
                </a:cxn>
                <a:cxn ang="0">
                  <a:pos x="T4" y="T5"/>
                </a:cxn>
              </a:cxnLst>
              <a:rect l="0" t="0" r="r" b="b"/>
              <a:pathLst>
                <a:path w="82" h="63">
                  <a:moveTo>
                    <a:pt x="47" y="4"/>
                  </a:moveTo>
                  <a:cubicBezTo>
                    <a:pt x="11" y="0"/>
                    <a:pt x="0" y="54"/>
                    <a:pt x="35" y="59"/>
                  </a:cubicBezTo>
                  <a:cubicBezTo>
                    <a:pt x="71" y="63"/>
                    <a:pt x="82" y="9"/>
                    <a:pt x="47" y="4"/>
                  </a:cubicBezTo>
                  <a:close/>
                </a:path>
              </a:pathLst>
            </a:custGeom>
            <a:solidFill>
              <a:srgbClr val="3235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24" name="Freeform 23"/>
            <p:cNvSpPr>
              <a:spLocks/>
            </p:cNvSpPr>
            <p:nvPr/>
          </p:nvSpPr>
          <p:spPr bwMode="auto">
            <a:xfrm>
              <a:off x="6272213" y="1782763"/>
              <a:ext cx="176213" cy="222250"/>
            </a:xfrm>
            <a:custGeom>
              <a:avLst/>
              <a:gdLst>
                <a:gd name="T0" fmla="*/ 7 w 108"/>
                <a:gd name="T1" fmla="*/ 95 h 137"/>
                <a:gd name="T2" fmla="*/ 58 w 108"/>
                <a:gd name="T3" fmla="*/ 136 h 137"/>
                <a:gd name="T4" fmla="*/ 100 w 108"/>
                <a:gd name="T5" fmla="*/ 102 h 137"/>
                <a:gd name="T6" fmla="*/ 93 w 108"/>
                <a:gd name="T7" fmla="*/ 100 h 137"/>
                <a:gd name="T8" fmla="*/ 51 w 108"/>
                <a:gd name="T9" fmla="*/ 108 h 137"/>
                <a:gd name="T10" fmla="*/ 33 w 108"/>
                <a:gd name="T11" fmla="*/ 77 h 137"/>
                <a:gd name="T12" fmla="*/ 65 w 108"/>
                <a:gd name="T13" fmla="*/ 55 h 137"/>
                <a:gd name="T14" fmla="*/ 88 w 108"/>
                <a:gd name="T15" fmla="*/ 16 h 137"/>
                <a:gd name="T16" fmla="*/ 78 w 108"/>
                <a:gd name="T17" fmla="*/ 1 h 137"/>
                <a:gd name="T18" fmla="*/ 66 w 108"/>
                <a:gd name="T19" fmla="*/ 3 h 137"/>
                <a:gd name="T20" fmla="*/ 59 w 108"/>
                <a:gd name="T21" fmla="*/ 15 h 137"/>
                <a:gd name="T22" fmla="*/ 27 w 108"/>
                <a:gd name="T23" fmla="*/ 46 h 137"/>
                <a:gd name="T24" fmla="*/ 7 w 108"/>
                <a:gd name="T25" fmla="*/ 95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8" h="137">
                  <a:moveTo>
                    <a:pt x="7" y="95"/>
                  </a:moveTo>
                  <a:cubicBezTo>
                    <a:pt x="14" y="118"/>
                    <a:pt x="34" y="133"/>
                    <a:pt x="58" y="136"/>
                  </a:cubicBezTo>
                  <a:cubicBezTo>
                    <a:pt x="77" y="137"/>
                    <a:pt x="108" y="128"/>
                    <a:pt x="100" y="102"/>
                  </a:cubicBezTo>
                  <a:cubicBezTo>
                    <a:pt x="99" y="99"/>
                    <a:pt x="95" y="98"/>
                    <a:pt x="93" y="100"/>
                  </a:cubicBezTo>
                  <a:cubicBezTo>
                    <a:pt x="81" y="112"/>
                    <a:pt x="68" y="114"/>
                    <a:pt x="51" y="108"/>
                  </a:cubicBezTo>
                  <a:cubicBezTo>
                    <a:pt x="41" y="104"/>
                    <a:pt x="26" y="89"/>
                    <a:pt x="33" y="77"/>
                  </a:cubicBezTo>
                  <a:cubicBezTo>
                    <a:pt x="39" y="67"/>
                    <a:pt x="56" y="61"/>
                    <a:pt x="65" y="55"/>
                  </a:cubicBezTo>
                  <a:cubicBezTo>
                    <a:pt x="78" y="45"/>
                    <a:pt x="88" y="33"/>
                    <a:pt x="88" y="16"/>
                  </a:cubicBezTo>
                  <a:cubicBezTo>
                    <a:pt x="88" y="9"/>
                    <a:pt x="84" y="3"/>
                    <a:pt x="78" y="1"/>
                  </a:cubicBezTo>
                  <a:cubicBezTo>
                    <a:pt x="74" y="0"/>
                    <a:pt x="70" y="1"/>
                    <a:pt x="66" y="3"/>
                  </a:cubicBezTo>
                  <a:cubicBezTo>
                    <a:pt x="62" y="5"/>
                    <a:pt x="59" y="10"/>
                    <a:pt x="59" y="15"/>
                  </a:cubicBezTo>
                  <a:cubicBezTo>
                    <a:pt x="59" y="30"/>
                    <a:pt x="37" y="38"/>
                    <a:pt x="27" y="46"/>
                  </a:cubicBezTo>
                  <a:cubicBezTo>
                    <a:pt x="10" y="58"/>
                    <a:pt x="0" y="74"/>
                    <a:pt x="7" y="95"/>
                  </a:cubicBezTo>
                  <a:close/>
                </a:path>
              </a:pathLst>
            </a:custGeom>
            <a:solidFill>
              <a:srgbClr val="6564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25" name="Freeform 24"/>
            <p:cNvSpPr>
              <a:spLocks/>
            </p:cNvSpPr>
            <p:nvPr/>
          </p:nvSpPr>
          <p:spPr bwMode="auto">
            <a:xfrm>
              <a:off x="6365876" y="1692276"/>
              <a:ext cx="77788" cy="60325"/>
            </a:xfrm>
            <a:custGeom>
              <a:avLst/>
              <a:gdLst>
                <a:gd name="T0" fmla="*/ 19 w 47"/>
                <a:gd name="T1" fmla="*/ 33 h 37"/>
                <a:gd name="T2" fmla="*/ 27 w 47"/>
                <a:gd name="T3" fmla="*/ 4 h 37"/>
                <a:gd name="T4" fmla="*/ 19 w 47"/>
                <a:gd name="T5" fmla="*/ 33 h 37"/>
              </a:gdLst>
              <a:ahLst/>
              <a:cxnLst>
                <a:cxn ang="0">
                  <a:pos x="T0" y="T1"/>
                </a:cxn>
                <a:cxn ang="0">
                  <a:pos x="T2" y="T3"/>
                </a:cxn>
                <a:cxn ang="0">
                  <a:pos x="T4" y="T5"/>
                </a:cxn>
              </a:cxnLst>
              <a:rect l="0" t="0" r="r" b="b"/>
              <a:pathLst>
                <a:path w="47" h="37">
                  <a:moveTo>
                    <a:pt x="19" y="33"/>
                  </a:moveTo>
                  <a:cubicBezTo>
                    <a:pt x="38" y="37"/>
                    <a:pt x="47" y="8"/>
                    <a:pt x="27" y="4"/>
                  </a:cubicBezTo>
                  <a:cubicBezTo>
                    <a:pt x="8" y="0"/>
                    <a:pt x="0" y="29"/>
                    <a:pt x="19" y="33"/>
                  </a:cubicBezTo>
                  <a:close/>
                </a:path>
              </a:pathLst>
            </a:custGeom>
            <a:solidFill>
              <a:srgbClr val="6564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26" name="Freeform 25"/>
            <p:cNvSpPr>
              <a:spLocks/>
            </p:cNvSpPr>
            <p:nvPr/>
          </p:nvSpPr>
          <p:spPr bwMode="auto">
            <a:xfrm>
              <a:off x="6797676" y="2100263"/>
              <a:ext cx="138113" cy="117475"/>
            </a:xfrm>
            <a:custGeom>
              <a:avLst/>
              <a:gdLst>
                <a:gd name="T0" fmla="*/ 49 w 85"/>
                <a:gd name="T1" fmla="*/ 0 h 73"/>
                <a:gd name="T2" fmla="*/ 35 w 85"/>
                <a:gd name="T3" fmla="*/ 8 h 73"/>
                <a:gd name="T4" fmla="*/ 38 w 85"/>
                <a:gd name="T5" fmla="*/ 13 h 73"/>
                <a:gd name="T6" fmla="*/ 38 w 85"/>
                <a:gd name="T7" fmla="*/ 13 h 73"/>
                <a:gd name="T8" fmla="*/ 40 w 85"/>
                <a:gd name="T9" fmla="*/ 13 h 73"/>
                <a:gd name="T10" fmla="*/ 62 w 85"/>
                <a:gd name="T11" fmla="*/ 27 h 73"/>
                <a:gd name="T12" fmla="*/ 58 w 85"/>
                <a:gd name="T13" fmla="*/ 50 h 73"/>
                <a:gd name="T14" fmla="*/ 52 w 85"/>
                <a:gd name="T15" fmla="*/ 51 h 73"/>
                <a:gd name="T16" fmla="*/ 32 w 85"/>
                <a:gd name="T17" fmla="*/ 47 h 73"/>
                <a:gd name="T18" fmla="*/ 27 w 85"/>
                <a:gd name="T19" fmla="*/ 47 h 73"/>
                <a:gd name="T20" fmla="*/ 4 w 85"/>
                <a:gd name="T21" fmla="*/ 57 h 73"/>
                <a:gd name="T22" fmla="*/ 3 w 85"/>
                <a:gd name="T23" fmla="*/ 69 h 73"/>
                <a:gd name="T24" fmla="*/ 9 w 85"/>
                <a:gd name="T25" fmla="*/ 73 h 73"/>
                <a:gd name="T26" fmla="*/ 11 w 85"/>
                <a:gd name="T27" fmla="*/ 73 h 73"/>
                <a:gd name="T28" fmla="*/ 18 w 85"/>
                <a:gd name="T29" fmla="*/ 70 h 73"/>
                <a:gd name="T30" fmla="*/ 29 w 85"/>
                <a:gd name="T31" fmla="*/ 66 h 73"/>
                <a:gd name="T32" fmla="*/ 47 w 85"/>
                <a:gd name="T33" fmla="*/ 68 h 73"/>
                <a:gd name="T34" fmla="*/ 52 w 85"/>
                <a:gd name="T35" fmla="*/ 69 h 73"/>
                <a:gd name="T36" fmla="*/ 79 w 85"/>
                <a:gd name="T37" fmla="*/ 53 h 73"/>
                <a:gd name="T38" fmla="*/ 71 w 85"/>
                <a:gd name="T39" fmla="*/ 10 h 73"/>
                <a:gd name="T40" fmla="*/ 49 w 85"/>
                <a:gd name="T41"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5" h="73">
                  <a:moveTo>
                    <a:pt x="49" y="0"/>
                  </a:moveTo>
                  <a:cubicBezTo>
                    <a:pt x="43" y="0"/>
                    <a:pt x="38" y="2"/>
                    <a:pt x="35" y="8"/>
                  </a:cubicBezTo>
                  <a:cubicBezTo>
                    <a:pt x="35" y="10"/>
                    <a:pt x="36" y="13"/>
                    <a:pt x="38" y="13"/>
                  </a:cubicBezTo>
                  <a:cubicBezTo>
                    <a:pt x="38" y="13"/>
                    <a:pt x="38" y="13"/>
                    <a:pt x="38" y="13"/>
                  </a:cubicBezTo>
                  <a:cubicBezTo>
                    <a:pt x="39" y="13"/>
                    <a:pt x="40" y="13"/>
                    <a:pt x="40" y="13"/>
                  </a:cubicBezTo>
                  <a:cubicBezTo>
                    <a:pt x="50" y="13"/>
                    <a:pt x="57" y="18"/>
                    <a:pt x="62" y="27"/>
                  </a:cubicBezTo>
                  <a:cubicBezTo>
                    <a:pt x="66" y="33"/>
                    <a:pt x="67" y="47"/>
                    <a:pt x="58" y="50"/>
                  </a:cubicBezTo>
                  <a:cubicBezTo>
                    <a:pt x="56" y="51"/>
                    <a:pt x="54" y="51"/>
                    <a:pt x="52" y="51"/>
                  </a:cubicBezTo>
                  <a:cubicBezTo>
                    <a:pt x="46" y="51"/>
                    <a:pt x="38" y="48"/>
                    <a:pt x="32" y="47"/>
                  </a:cubicBezTo>
                  <a:cubicBezTo>
                    <a:pt x="30" y="47"/>
                    <a:pt x="29" y="47"/>
                    <a:pt x="27" y="47"/>
                  </a:cubicBezTo>
                  <a:cubicBezTo>
                    <a:pt x="18" y="47"/>
                    <a:pt x="10" y="50"/>
                    <a:pt x="4" y="57"/>
                  </a:cubicBezTo>
                  <a:cubicBezTo>
                    <a:pt x="0" y="60"/>
                    <a:pt x="0" y="65"/>
                    <a:pt x="3" y="69"/>
                  </a:cubicBezTo>
                  <a:cubicBezTo>
                    <a:pt x="4" y="71"/>
                    <a:pt x="6" y="72"/>
                    <a:pt x="9" y="73"/>
                  </a:cubicBezTo>
                  <a:cubicBezTo>
                    <a:pt x="9" y="73"/>
                    <a:pt x="10" y="73"/>
                    <a:pt x="11" y="73"/>
                  </a:cubicBezTo>
                  <a:cubicBezTo>
                    <a:pt x="13" y="73"/>
                    <a:pt x="16" y="72"/>
                    <a:pt x="18" y="70"/>
                  </a:cubicBezTo>
                  <a:cubicBezTo>
                    <a:pt x="21" y="67"/>
                    <a:pt x="24" y="66"/>
                    <a:pt x="29" y="66"/>
                  </a:cubicBezTo>
                  <a:cubicBezTo>
                    <a:pt x="35" y="66"/>
                    <a:pt x="42" y="68"/>
                    <a:pt x="47" y="68"/>
                  </a:cubicBezTo>
                  <a:cubicBezTo>
                    <a:pt x="49" y="69"/>
                    <a:pt x="50" y="69"/>
                    <a:pt x="52" y="69"/>
                  </a:cubicBezTo>
                  <a:cubicBezTo>
                    <a:pt x="64" y="69"/>
                    <a:pt x="74" y="64"/>
                    <a:pt x="79" y="53"/>
                  </a:cubicBezTo>
                  <a:cubicBezTo>
                    <a:pt x="85" y="38"/>
                    <a:pt x="82" y="22"/>
                    <a:pt x="71" y="10"/>
                  </a:cubicBezTo>
                  <a:cubicBezTo>
                    <a:pt x="66" y="5"/>
                    <a:pt x="57" y="0"/>
                    <a:pt x="49" y="0"/>
                  </a:cubicBezTo>
                </a:path>
              </a:pathLst>
            </a:custGeom>
            <a:solidFill>
              <a:srgbClr val="D0D0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27" name="Freeform 26"/>
            <p:cNvSpPr>
              <a:spLocks/>
            </p:cNvSpPr>
            <p:nvPr/>
          </p:nvSpPr>
          <p:spPr bwMode="auto">
            <a:xfrm>
              <a:off x="6748463" y="2224088"/>
              <a:ext cx="46038" cy="31750"/>
            </a:xfrm>
            <a:custGeom>
              <a:avLst/>
              <a:gdLst>
                <a:gd name="T0" fmla="*/ 14 w 28"/>
                <a:gd name="T1" fmla="*/ 0 h 19"/>
                <a:gd name="T2" fmla="*/ 5 w 28"/>
                <a:gd name="T3" fmla="*/ 15 h 19"/>
                <a:gd name="T4" fmla="*/ 13 w 28"/>
                <a:gd name="T5" fmla="*/ 19 h 19"/>
                <a:gd name="T6" fmla="*/ 22 w 28"/>
                <a:gd name="T7" fmla="*/ 4 h 19"/>
                <a:gd name="T8" fmla="*/ 14 w 28"/>
                <a:gd name="T9" fmla="*/ 0 h 19"/>
              </a:gdLst>
              <a:ahLst/>
              <a:cxnLst>
                <a:cxn ang="0">
                  <a:pos x="T0" y="T1"/>
                </a:cxn>
                <a:cxn ang="0">
                  <a:pos x="T2" y="T3"/>
                </a:cxn>
                <a:cxn ang="0">
                  <a:pos x="T4" y="T5"/>
                </a:cxn>
                <a:cxn ang="0">
                  <a:pos x="T6" y="T7"/>
                </a:cxn>
                <a:cxn ang="0">
                  <a:pos x="T8" y="T9"/>
                </a:cxn>
              </a:cxnLst>
              <a:rect l="0" t="0" r="r" b="b"/>
              <a:pathLst>
                <a:path w="28" h="19">
                  <a:moveTo>
                    <a:pt x="14" y="0"/>
                  </a:moveTo>
                  <a:cubicBezTo>
                    <a:pt x="7" y="0"/>
                    <a:pt x="0" y="7"/>
                    <a:pt x="5" y="15"/>
                  </a:cubicBezTo>
                  <a:cubicBezTo>
                    <a:pt x="8" y="18"/>
                    <a:pt x="10" y="19"/>
                    <a:pt x="13" y="19"/>
                  </a:cubicBezTo>
                  <a:cubicBezTo>
                    <a:pt x="21" y="19"/>
                    <a:pt x="28" y="11"/>
                    <a:pt x="22" y="4"/>
                  </a:cubicBezTo>
                  <a:cubicBezTo>
                    <a:pt x="20" y="1"/>
                    <a:pt x="17" y="0"/>
                    <a:pt x="14" y="0"/>
                  </a:cubicBezTo>
                </a:path>
              </a:pathLst>
            </a:custGeom>
            <a:solidFill>
              <a:srgbClr val="D0D0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28" name="Freeform 27"/>
            <p:cNvSpPr>
              <a:spLocks/>
            </p:cNvSpPr>
            <p:nvPr/>
          </p:nvSpPr>
          <p:spPr bwMode="auto">
            <a:xfrm>
              <a:off x="5573713" y="1584326"/>
              <a:ext cx="206375" cy="234950"/>
            </a:xfrm>
            <a:custGeom>
              <a:avLst/>
              <a:gdLst>
                <a:gd name="T0" fmla="*/ 62 w 127"/>
                <a:gd name="T1" fmla="*/ 0 h 145"/>
                <a:gd name="T2" fmla="*/ 48 w 127"/>
                <a:gd name="T3" fmla="*/ 1 h 145"/>
                <a:gd name="T4" fmla="*/ 15 w 127"/>
                <a:gd name="T5" fmla="*/ 48 h 145"/>
                <a:gd name="T6" fmla="*/ 19 w 127"/>
                <a:gd name="T7" fmla="*/ 50 h 145"/>
                <a:gd name="T8" fmla="*/ 24 w 127"/>
                <a:gd name="T9" fmla="*/ 48 h 145"/>
                <a:gd name="T10" fmla="*/ 61 w 127"/>
                <a:gd name="T11" fmla="*/ 27 h 145"/>
                <a:gd name="T12" fmla="*/ 64 w 127"/>
                <a:gd name="T13" fmla="*/ 28 h 145"/>
                <a:gd name="T14" fmla="*/ 92 w 127"/>
                <a:gd name="T15" fmla="*/ 53 h 145"/>
                <a:gd name="T16" fmla="*/ 66 w 127"/>
                <a:gd name="T17" fmla="*/ 86 h 145"/>
                <a:gd name="T18" fmla="*/ 54 w 127"/>
                <a:gd name="T19" fmla="*/ 133 h 145"/>
                <a:gd name="T20" fmla="*/ 70 w 127"/>
                <a:gd name="T21" fmla="*/ 145 h 145"/>
                <a:gd name="T22" fmla="*/ 70 w 127"/>
                <a:gd name="T23" fmla="*/ 145 h 145"/>
                <a:gd name="T24" fmla="*/ 81 w 127"/>
                <a:gd name="T25" fmla="*/ 140 h 145"/>
                <a:gd name="T26" fmla="*/ 85 w 127"/>
                <a:gd name="T27" fmla="*/ 125 h 145"/>
                <a:gd name="T28" fmla="*/ 108 w 127"/>
                <a:gd name="T29" fmla="*/ 84 h 145"/>
                <a:gd name="T30" fmla="*/ 113 w 127"/>
                <a:gd name="T31" fmla="*/ 27 h 145"/>
                <a:gd name="T32" fmla="*/ 62 w 127"/>
                <a:gd name="T33"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7" h="145">
                  <a:moveTo>
                    <a:pt x="62" y="0"/>
                  </a:moveTo>
                  <a:cubicBezTo>
                    <a:pt x="57" y="0"/>
                    <a:pt x="53" y="0"/>
                    <a:pt x="48" y="1"/>
                  </a:cubicBezTo>
                  <a:cubicBezTo>
                    <a:pt x="28" y="5"/>
                    <a:pt x="0" y="25"/>
                    <a:pt x="15" y="48"/>
                  </a:cubicBezTo>
                  <a:cubicBezTo>
                    <a:pt x="16" y="50"/>
                    <a:pt x="18" y="50"/>
                    <a:pt x="19" y="50"/>
                  </a:cubicBezTo>
                  <a:cubicBezTo>
                    <a:pt x="21" y="50"/>
                    <a:pt x="23" y="50"/>
                    <a:pt x="24" y="48"/>
                  </a:cubicBezTo>
                  <a:cubicBezTo>
                    <a:pt x="32" y="33"/>
                    <a:pt x="44" y="27"/>
                    <a:pt x="61" y="27"/>
                  </a:cubicBezTo>
                  <a:cubicBezTo>
                    <a:pt x="62" y="27"/>
                    <a:pt x="63" y="27"/>
                    <a:pt x="64" y="28"/>
                  </a:cubicBezTo>
                  <a:cubicBezTo>
                    <a:pt x="76" y="28"/>
                    <a:pt x="95" y="39"/>
                    <a:pt x="92" y="53"/>
                  </a:cubicBezTo>
                  <a:cubicBezTo>
                    <a:pt x="89" y="66"/>
                    <a:pt x="74" y="76"/>
                    <a:pt x="66" y="86"/>
                  </a:cubicBezTo>
                  <a:cubicBezTo>
                    <a:pt x="55" y="100"/>
                    <a:pt x="49" y="116"/>
                    <a:pt x="54" y="133"/>
                  </a:cubicBezTo>
                  <a:cubicBezTo>
                    <a:pt x="56" y="141"/>
                    <a:pt x="63" y="145"/>
                    <a:pt x="70" y="145"/>
                  </a:cubicBezTo>
                  <a:cubicBezTo>
                    <a:pt x="70" y="145"/>
                    <a:pt x="70" y="145"/>
                    <a:pt x="70" y="145"/>
                  </a:cubicBezTo>
                  <a:cubicBezTo>
                    <a:pt x="75" y="145"/>
                    <a:pt x="78" y="143"/>
                    <a:pt x="81" y="140"/>
                  </a:cubicBezTo>
                  <a:cubicBezTo>
                    <a:pt x="85" y="136"/>
                    <a:pt x="86" y="130"/>
                    <a:pt x="85" y="125"/>
                  </a:cubicBezTo>
                  <a:cubicBezTo>
                    <a:pt x="80" y="110"/>
                    <a:pt x="100" y="95"/>
                    <a:pt x="108" y="84"/>
                  </a:cubicBezTo>
                  <a:cubicBezTo>
                    <a:pt x="121" y="66"/>
                    <a:pt x="127" y="46"/>
                    <a:pt x="113" y="27"/>
                  </a:cubicBezTo>
                  <a:cubicBezTo>
                    <a:pt x="102" y="9"/>
                    <a:pt x="82" y="0"/>
                    <a:pt x="62" y="0"/>
                  </a:cubicBezTo>
                </a:path>
              </a:pathLst>
            </a:custGeom>
            <a:solidFill>
              <a:srgbClr val="D0D0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29" name="Freeform 28"/>
            <p:cNvSpPr>
              <a:spLocks/>
            </p:cNvSpPr>
            <p:nvPr/>
          </p:nvSpPr>
          <p:spPr bwMode="auto">
            <a:xfrm>
              <a:off x="5665788" y="1858963"/>
              <a:ext cx="68263" cy="52388"/>
            </a:xfrm>
            <a:custGeom>
              <a:avLst/>
              <a:gdLst>
                <a:gd name="T0" fmla="*/ 23 w 42"/>
                <a:gd name="T1" fmla="*/ 0 h 32"/>
                <a:gd name="T2" fmla="*/ 21 w 42"/>
                <a:gd name="T3" fmla="*/ 0 h 32"/>
                <a:gd name="T4" fmla="*/ 20 w 42"/>
                <a:gd name="T5" fmla="*/ 32 h 32"/>
                <a:gd name="T6" fmla="*/ 21 w 42"/>
                <a:gd name="T7" fmla="*/ 32 h 32"/>
                <a:gd name="T8" fmla="*/ 23 w 42"/>
                <a:gd name="T9" fmla="*/ 0 h 32"/>
              </a:gdLst>
              <a:ahLst/>
              <a:cxnLst>
                <a:cxn ang="0">
                  <a:pos x="T0" y="T1"/>
                </a:cxn>
                <a:cxn ang="0">
                  <a:pos x="T2" y="T3"/>
                </a:cxn>
                <a:cxn ang="0">
                  <a:pos x="T4" y="T5"/>
                </a:cxn>
                <a:cxn ang="0">
                  <a:pos x="T6" y="T7"/>
                </a:cxn>
                <a:cxn ang="0">
                  <a:pos x="T8" y="T9"/>
                </a:cxn>
              </a:cxnLst>
              <a:rect l="0" t="0" r="r" b="b"/>
              <a:pathLst>
                <a:path w="42" h="32">
                  <a:moveTo>
                    <a:pt x="23" y="0"/>
                  </a:moveTo>
                  <a:cubicBezTo>
                    <a:pt x="22" y="0"/>
                    <a:pt x="21" y="0"/>
                    <a:pt x="21" y="0"/>
                  </a:cubicBezTo>
                  <a:cubicBezTo>
                    <a:pt x="0" y="1"/>
                    <a:pt x="0" y="32"/>
                    <a:pt x="20" y="32"/>
                  </a:cubicBezTo>
                  <a:cubicBezTo>
                    <a:pt x="20" y="32"/>
                    <a:pt x="21" y="32"/>
                    <a:pt x="21" y="32"/>
                  </a:cubicBezTo>
                  <a:cubicBezTo>
                    <a:pt x="42" y="31"/>
                    <a:pt x="42" y="0"/>
                    <a:pt x="23" y="0"/>
                  </a:cubicBezTo>
                </a:path>
              </a:pathLst>
            </a:custGeom>
            <a:solidFill>
              <a:srgbClr val="D0D0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30" name="Freeform 29"/>
            <p:cNvSpPr>
              <a:spLocks/>
            </p:cNvSpPr>
            <p:nvPr/>
          </p:nvSpPr>
          <p:spPr bwMode="auto">
            <a:xfrm>
              <a:off x="5356226" y="2038351"/>
              <a:ext cx="160338" cy="144463"/>
            </a:xfrm>
            <a:custGeom>
              <a:avLst/>
              <a:gdLst>
                <a:gd name="T0" fmla="*/ 11 w 99"/>
                <a:gd name="T1" fmla="*/ 0 h 89"/>
                <a:gd name="T2" fmla="*/ 4 w 99"/>
                <a:gd name="T3" fmla="*/ 3 h 89"/>
                <a:gd name="T4" fmla="*/ 0 w 99"/>
                <a:gd name="T5" fmla="*/ 11 h 89"/>
                <a:gd name="T6" fmla="*/ 5 w 99"/>
                <a:gd name="T7" fmla="*/ 21 h 89"/>
                <a:gd name="T8" fmla="*/ 12 w 99"/>
                <a:gd name="T9" fmla="*/ 54 h 89"/>
                <a:gd name="T10" fmla="*/ 36 w 99"/>
                <a:gd name="T11" fmla="*/ 88 h 89"/>
                <a:gd name="T12" fmla="*/ 47 w 99"/>
                <a:gd name="T13" fmla="*/ 89 h 89"/>
                <a:gd name="T14" fmla="*/ 84 w 99"/>
                <a:gd name="T15" fmla="*/ 70 h 89"/>
                <a:gd name="T16" fmla="*/ 79 w 99"/>
                <a:gd name="T17" fmla="*/ 29 h 89"/>
                <a:gd name="T18" fmla="*/ 78 w 99"/>
                <a:gd name="T19" fmla="*/ 29 h 89"/>
                <a:gd name="T20" fmla="*/ 75 w 99"/>
                <a:gd name="T21" fmla="*/ 33 h 89"/>
                <a:gd name="T22" fmla="*/ 63 w 99"/>
                <a:gd name="T23" fmla="*/ 63 h 89"/>
                <a:gd name="T24" fmla="*/ 47 w 99"/>
                <a:gd name="T25" fmla="*/ 69 h 89"/>
                <a:gd name="T26" fmla="*/ 35 w 99"/>
                <a:gd name="T27" fmla="*/ 63 h 89"/>
                <a:gd name="T28" fmla="*/ 34 w 99"/>
                <a:gd name="T29" fmla="*/ 33 h 89"/>
                <a:gd name="T30" fmla="*/ 18 w 99"/>
                <a:gd name="T31" fmla="*/ 2 h 89"/>
                <a:gd name="T32" fmla="*/ 11 w 99"/>
                <a:gd name="T33"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9" h="89">
                  <a:moveTo>
                    <a:pt x="11" y="0"/>
                  </a:moveTo>
                  <a:cubicBezTo>
                    <a:pt x="9" y="0"/>
                    <a:pt x="6" y="1"/>
                    <a:pt x="4" y="3"/>
                  </a:cubicBezTo>
                  <a:cubicBezTo>
                    <a:pt x="1" y="5"/>
                    <a:pt x="0" y="8"/>
                    <a:pt x="0" y="11"/>
                  </a:cubicBezTo>
                  <a:cubicBezTo>
                    <a:pt x="0" y="15"/>
                    <a:pt x="2" y="19"/>
                    <a:pt x="5" y="21"/>
                  </a:cubicBezTo>
                  <a:cubicBezTo>
                    <a:pt x="15" y="27"/>
                    <a:pt x="12" y="44"/>
                    <a:pt x="12" y="54"/>
                  </a:cubicBezTo>
                  <a:cubicBezTo>
                    <a:pt x="13" y="70"/>
                    <a:pt x="20" y="83"/>
                    <a:pt x="36" y="88"/>
                  </a:cubicBezTo>
                  <a:cubicBezTo>
                    <a:pt x="40" y="89"/>
                    <a:pt x="44" y="89"/>
                    <a:pt x="47" y="89"/>
                  </a:cubicBezTo>
                  <a:cubicBezTo>
                    <a:pt x="61" y="89"/>
                    <a:pt x="75" y="82"/>
                    <a:pt x="84" y="70"/>
                  </a:cubicBezTo>
                  <a:cubicBezTo>
                    <a:pt x="93" y="59"/>
                    <a:pt x="99" y="35"/>
                    <a:pt x="79" y="29"/>
                  </a:cubicBezTo>
                  <a:cubicBezTo>
                    <a:pt x="79" y="29"/>
                    <a:pt x="79" y="29"/>
                    <a:pt x="78" y="29"/>
                  </a:cubicBezTo>
                  <a:cubicBezTo>
                    <a:pt x="76" y="29"/>
                    <a:pt x="74" y="31"/>
                    <a:pt x="75" y="33"/>
                  </a:cubicBezTo>
                  <a:cubicBezTo>
                    <a:pt x="78" y="46"/>
                    <a:pt x="73" y="55"/>
                    <a:pt x="63" y="63"/>
                  </a:cubicBezTo>
                  <a:cubicBezTo>
                    <a:pt x="59" y="66"/>
                    <a:pt x="53" y="69"/>
                    <a:pt x="47" y="69"/>
                  </a:cubicBezTo>
                  <a:cubicBezTo>
                    <a:pt x="42" y="69"/>
                    <a:pt x="38" y="67"/>
                    <a:pt x="35" y="63"/>
                  </a:cubicBezTo>
                  <a:cubicBezTo>
                    <a:pt x="31" y="55"/>
                    <a:pt x="34" y="42"/>
                    <a:pt x="34" y="33"/>
                  </a:cubicBezTo>
                  <a:cubicBezTo>
                    <a:pt x="33" y="20"/>
                    <a:pt x="29" y="9"/>
                    <a:pt x="18" y="2"/>
                  </a:cubicBezTo>
                  <a:cubicBezTo>
                    <a:pt x="16" y="0"/>
                    <a:pt x="14" y="0"/>
                    <a:pt x="11" y="0"/>
                  </a:cubicBezTo>
                </a:path>
              </a:pathLst>
            </a:custGeom>
            <a:solidFill>
              <a:srgbClr val="D0D0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31" name="Freeform 30"/>
            <p:cNvSpPr>
              <a:spLocks/>
            </p:cNvSpPr>
            <p:nvPr/>
          </p:nvSpPr>
          <p:spPr bwMode="auto">
            <a:xfrm>
              <a:off x="5297488" y="1992313"/>
              <a:ext cx="52388" cy="41275"/>
            </a:xfrm>
            <a:custGeom>
              <a:avLst/>
              <a:gdLst>
                <a:gd name="T0" fmla="*/ 15 w 32"/>
                <a:gd name="T1" fmla="*/ 0 h 25"/>
                <a:gd name="T2" fmla="*/ 8 w 32"/>
                <a:gd name="T3" fmla="*/ 4 h 25"/>
                <a:gd name="T4" fmla="*/ 16 w 32"/>
                <a:gd name="T5" fmla="*/ 25 h 25"/>
                <a:gd name="T6" fmla="*/ 24 w 32"/>
                <a:gd name="T7" fmla="*/ 21 h 25"/>
                <a:gd name="T8" fmla="*/ 15 w 32"/>
                <a:gd name="T9" fmla="*/ 0 h 25"/>
              </a:gdLst>
              <a:ahLst/>
              <a:cxnLst>
                <a:cxn ang="0">
                  <a:pos x="T0" y="T1"/>
                </a:cxn>
                <a:cxn ang="0">
                  <a:pos x="T2" y="T3"/>
                </a:cxn>
                <a:cxn ang="0">
                  <a:pos x="T4" y="T5"/>
                </a:cxn>
                <a:cxn ang="0">
                  <a:pos x="T6" y="T7"/>
                </a:cxn>
                <a:cxn ang="0">
                  <a:pos x="T8" y="T9"/>
                </a:cxn>
              </a:cxnLst>
              <a:rect l="0" t="0" r="r" b="b"/>
              <a:pathLst>
                <a:path w="32" h="25">
                  <a:moveTo>
                    <a:pt x="15" y="0"/>
                  </a:moveTo>
                  <a:cubicBezTo>
                    <a:pt x="13" y="0"/>
                    <a:pt x="10" y="1"/>
                    <a:pt x="8" y="4"/>
                  </a:cubicBezTo>
                  <a:cubicBezTo>
                    <a:pt x="0" y="12"/>
                    <a:pt x="7" y="25"/>
                    <a:pt x="16" y="25"/>
                  </a:cubicBezTo>
                  <a:cubicBezTo>
                    <a:pt x="19" y="25"/>
                    <a:pt x="21" y="24"/>
                    <a:pt x="24" y="21"/>
                  </a:cubicBezTo>
                  <a:cubicBezTo>
                    <a:pt x="32" y="13"/>
                    <a:pt x="24" y="0"/>
                    <a:pt x="15" y="0"/>
                  </a:cubicBezTo>
                </a:path>
              </a:pathLst>
            </a:custGeom>
            <a:solidFill>
              <a:srgbClr val="D0D0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32" name="Freeform 31"/>
            <p:cNvSpPr>
              <a:spLocks/>
            </p:cNvSpPr>
            <p:nvPr/>
          </p:nvSpPr>
          <p:spPr bwMode="auto">
            <a:xfrm>
              <a:off x="5280026" y="3268663"/>
              <a:ext cx="1516063" cy="1116013"/>
            </a:xfrm>
            <a:custGeom>
              <a:avLst/>
              <a:gdLst>
                <a:gd name="T0" fmla="*/ 860 w 933"/>
                <a:gd name="T1" fmla="*/ 30 h 689"/>
                <a:gd name="T2" fmla="*/ 851 w 933"/>
                <a:gd name="T3" fmla="*/ 0 h 689"/>
                <a:gd name="T4" fmla="*/ 51 w 933"/>
                <a:gd name="T5" fmla="*/ 25 h 689"/>
                <a:gd name="T6" fmla="*/ 53 w 933"/>
                <a:gd name="T7" fmla="*/ 607 h 689"/>
                <a:gd name="T8" fmla="*/ 55 w 933"/>
                <a:gd name="T9" fmla="*/ 608 h 689"/>
                <a:gd name="T10" fmla="*/ 825 w 933"/>
                <a:gd name="T11" fmla="*/ 608 h 689"/>
                <a:gd name="T12" fmla="*/ 838 w 933"/>
                <a:gd name="T13" fmla="*/ 605 h 689"/>
                <a:gd name="T14" fmla="*/ 860 w 933"/>
                <a:gd name="T15" fmla="*/ 30 h 6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33" h="689">
                  <a:moveTo>
                    <a:pt x="860" y="30"/>
                  </a:moveTo>
                  <a:cubicBezTo>
                    <a:pt x="858" y="19"/>
                    <a:pt x="854" y="9"/>
                    <a:pt x="851" y="0"/>
                  </a:cubicBezTo>
                  <a:cubicBezTo>
                    <a:pt x="814" y="12"/>
                    <a:pt x="440" y="131"/>
                    <a:pt x="51" y="25"/>
                  </a:cubicBezTo>
                  <a:cubicBezTo>
                    <a:pt x="37" y="94"/>
                    <a:pt x="0" y="319"/>
                    <a:pt x="53" y="607"/>
                  </a:cubicBezTo>
                  <a:cubicBezTo>
                    <a:pt x="53" y="607"/>
                    <a:pt x="54" y="607"/>
                    <a:pt x="55" y="608"/>
                  </a:cubicBezTo>
                  <a:cubicBezTo>
                    <a:pt x="88" y="615"/>
                    <a:pt x="449" y="689"/>
                    <a:pt x="825" y="608"/>
                  </a:cubicBezTo>
                  <a:cubicBezTo>
                    <a:pt x="830" y="607"/>
                    <a:pt x="834" y="606"/>
                    <a:pt x="838" y="605"/>
                  </a:cubicBezTo>
                  <a:cubicBezTo>
                    <a:pt x="838" y="605"/>
                    <a:pt x="933" y="346"/>
                    <a:pt x="860" y="30"/>
                  </a:cubicBezTo>
                  <a:close/>
                </a:path>
              </a:pathLst>
            </a:custGeom>
            <a:solidFill>
              <a:srgbClr val="70AD47">
                <a:lumMod val="60000"/>
                <a:lumOff val="40000"/>
              </a:srgb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33" name="Freeform 32"/>
            <p:cNvSpPr>
              <a:spLocks/>
            </p:cNvSpPr>
            <p:nvPr/>
          </p:nvSpPr>
          <p:spPr bwMode="auto">
            <a:xfrm>
              <a:off x="5316538" y="2805113"/>
              <a:ext cx="3175" cy="14288"/>
            </a:xfrm>
            <a:custGeom>
              <a:avLst/>
              <a:gdLst>
                <a:gd name="T0" fmla="*/ 2 w 2"/>
                <a:gd name="T1" fmla="*/ 0 h 9"/>
                <a:gd name="T2" fmla="*/ 0 w 2"/>
                <a:gd name="T3" fmla="*/ 9 h 9"/>
                <a:gd name="T4" fmla="*/ 1 w 2"/>
                <a:gd name="T5" fmla="*/ 8 h 9"/>
                <a:gd name="T6" fmla="*/ 2 w 2"/>
                <a:gd name="T7" fmla="*/ 0 h 9"/>
              </a:gdLst>
              <a:ahLst/>
              <a:cxnLst>
                <a:cxn ang="0">
                  <a:pos x="T0" y="T1"/>
                </a:cxn>
                <a:cxn ang="0">
                  <a:pos x="T2" y="T3"/>
                </a:cxn>
                <a:cxn ang="0">
                  <a:pos x="T4" y="T5"/>
                </a:cxn>
                <a:cxn ang="0">
                  <a:pos x="T6" y="T7"/>
                </a:cxn>
              </a:cxnLst>
              <a:rect l="0" t="0" r="r" b="b"/>
              <a:pathLst>
                <a:path w="2" h="9">
                  <a:moveTo>
                    <a:pt x="2" y="0"/>
                  </a:moveTo>
                  <a:cubicBezTo>
                    <a:pt x="1" y="3"/>
                    <a:pt x="1" y="6"/>
                    <a:pt x="0" y="9"/>
                  </a:cubicBezTo>
                  <a:cubicBezTo>
                    <a:pt x="1" y="9"/>
                    <a:pt x="1" y="8"/>
                    <a:pt x="1" y="8"/>
                  </a:cubicBezTo>
                  <a:cubicBezTo>
                    <a:pt x="1" y="5"/>
                    <a:pt x="1" y="2"/>
                    <a:pt x="2" y="0"/>
                  </a:cubicBezTo>
                </a:path>
              </a:pathLst>
            </a:custGeom>
            <a:solidFill>
              <a:srgbClr val="B6B2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34" name="Freeform 33"/>
            <p:cNvSpPr>
              <a:spLocks/>
            </p:cNvSpPr>
            <p:nvPr/>
          </p:nvSpPr>
          <p:spPr bwMode="auto">
            <a:xfrm>
              <a:off x="5497513" y="2563813"/>
              <a:ext cx="84138" cy="176213"/>
            </a:xfrm>
            <a:custGeom>
              <a:avLst/>
              <a:gdLst>
                <a:gd name="T0" fmla="*/ 13 w 52"/>
                <a:gd name="T1" fmla="*/ 0 h 109"/>
                <a:gd name="T2" fmla="*/ 5 w 52"/>
                <a:gd name="T3" fmla="*/ 108 h 109"/>
                <a:gd name="T4" fmla="*/ 15 w 52"/>
                <a:gd name="T5" fmla="*/ 109 h 109"/>
                <a:gd name="T6" fmla="*/ 38 w 52"/>
                <a:gd name="T7" fmla="*/ 102 h 109"/>
                <a:gd name="T8" fmla="*/ 28 w 52"/>
                <a:gd name="T9" fmla="*/ 73 h 109"/>
                <a:gd name="T10" fmla="*/ 36 w 52"/>
                <a:gd name="T11" fmla="*/ 52 h 109"/>
                <a:gd name="T12" fmla="*/ 14 w 52"/>
                <a:gd name="T13" fmla="*/ 43 h 109"/>
                <a:gd name="T14" fmla="*/ 13 w 52"/>
                <a:gd name="T15" fmla="*/ 43 h 109"/>
                <a:gd name="T16" fmla="*/ 15 w 52"/>
                <a:gd name="T17" fmla="*/ 1 h 109"/>
                <a:gd name="T18" fmla="*/ 13 w 52"/>
                <a:gd name="T19"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109">
                  <a:moveTo>
                    <a:pt x="13" y="0"/>
                  </a:moveTo>
                  <a:cubicBezTo>
                    <a:pt x="2" y="32"/>
                    <a:pt x="0" y="70"/>
                    <a:pt x="5" y="108"/>
                  </a:cubicBezTo>
                  <a:cubicBezTo>
                    <a:pt x="8" y="109"/>
                    <a:pt x="12" y="109"/>
                    <a:pt x="15" y="109"/>
                  </a:cubicBezTo>
                  <a:cubicBezTo>
                    <a:pt x="24" y="109"/>
                    <a:pt x="32" y="107"/>
                    <a:pt x="38" y="102"/>
                  </a:cubicBezTo>
                  <a:cubicBezTo>
                    <a:pt x="52" y="89"/>
                    <a:pt x="41" y="78"/>
                    <a:pt x="28" y="73"/>
                  </a:cubicBezTo>
                  <a:cubicBezTo>
                    <a:pt x="34" y="67"/>
                    <a:pt x="40" y="59"/>
                    <a:pt x="36" y="52"/>
                  </a:cubicBezTo>
                  <a:cubicBezTo>
                    <a:pt x="33" y="44"/>
                    <a:pt x="23" y="43"/>
                    <a:pt x="14" y="43"/>
                  </a:cubicBezTo>
                  <a:cubicBezTo>
                    <a:pt x="13" y="43"/>
                    <a:pt x="13" y="43"/>
                    <a:pt x="13" y="43"/>
                  </a:cubicBezTo>
                  <a:cubicBezTo>
                    <a:pt x="18" y="29"/>
                    <a:pt x="31" y="11"/>
                    <a:pt x="15" y="1"/>
                  </a:cubicBezTo>
                  <a:cubicBezTo>
                    <a:pt x="14" y="1"/>
                    <a:pt x="14" y="0"/>
                    <a:pt x="13" y="0"/>
                  </a:cubicBezTo>
                </a:path>
              </a:pathLst>
            </a:custGeom>
            <a:solidFill>
              <a:srgbClr val="B19E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35" name="Freeform 34"/>
            <p:cNvSpPr>
              <a:spLocks noEditPoints="1"/>
            </p:cNvSpPr>
            <p:nvPr/>
          </p:nvSpPr>
          <p:spPr bwMode="auto">
            <a:xfrm>
              <a:off x="5318126" y="2549526"/>
              <a:ext cx="200025" cy="268288"/>
            </a:xfrm>
            <a:custGeom>
              <a:avLst/>
              <a:gdLst>
                <a:gd name="T0" fmla="*/ 60 w 123"/>
                <a:gd name="T1" fmla="*/ 57 h 165"/>
                <a:gd name="T2" fmla="*/ 60 w 123"/>
                <a:gd name="T3" fmla="*/ 56 h 165"/>
                <a:gd name="T4" fmla="*/ 61 w 123"/>
                <a:gd name="T5" fmla="*/ 57 h 165"/>
                <a:gd name="T6" fmla="*/ 61 w 123"/>
                <a:gd name="T7" fmla="*/ 57 h 165"/>
                <a:gd name="T8" fmla="*/ 60 w 123"/>
                <a:gd name="T9" fmla="*/ 57 h 165"/>
                <a:gd name="T10" fmla="*/ 87 w 123"/>
                <a:gd name="T11" fmla="*/ 0 h 165"/>
                <a:gd name="T12" fmla="*/ 85 w 123"/>
                <a:gd name="T13" fmla="*/ 0 h 165"/>
                <a:gd name="T14" fmla="*/ 57 w 123"/>
                <a:gd name="T15" fmla="*/ 51 h 165"/>
                <a:gd name="T16" fmla="*/ 11 w 123"/>
                <a:gd name="T17" fmla="*/ 91 h 165"/>
                <a:gd name="T18" fmla="*/ 2 w 123"/>
                <a:gd name="T19" fmla="*/ 144 h 165"/>
                <a:gd name="T20" fmla="*/ 1 w 123"/>
                <a:gd name="T21" fmla="*/ 157 h 165"/>
                <a:gd name="T22" fmla="*/ 0 w 123"/>
                <a:gd name="T23" fmla="*/ 165 h 165"/>
                <a:gd name="T24" fmla="*/ 69 w 123"/>
                <a:gd name="T25" fmla="*/ 100 h 165"/>
                <a:gd name="T26" fmla="*/ 78 w 123"/>
                <a:gd name="T27" fmla="*/ 103 h 165"/>
                <a:gd name="T28" fmla="*/ 115 w 123"/>
                <a:gd name="T29" fmla="*/ 116 h 165"/>
                <a:gd name="T30" fmla="*/ 123 w 123"/>
                <a:gd name="T31" fmla="*/ 8 h 165"/>
                <a:gd name="T32" fmla="*/ 119 w 123"/>
                <a:gd name="T33" fmla="*/ 7 h 165"/>
                <a:gd name="T34" fmla="*/ 96 w 123"/>
                <a:gd name="T35" fmla="*/ 22 h 165"/>
                <a:gd name="T36" fmla="*/ 87 w 123"/>
                <a:gd name="T37"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3" h="165">
                  <a:moveTo>
                    <a:pt x="60" y="57"/>
                  </a:moveTo>
                  <a:cubicBezTo>
                    <a:pt x="60" y="56"/>
                    <a:pt x="60" y="56"/>
                    <a:pt x="60" y="56"/>
                  </a:cubicBezTo>
                  <a:cubicBezTo>
                    <a:pt x="61" y="56"/>
                    <a:pt x="61" y="56"/>
                    <a:pt x="61" y="57"/>
                  </a:cubicBezTo>
                  <a:cubicBezTo>
                    <a:pt x="61" y="57"/>
                    <a:pt x="61" y="57"/>
                    <a:pt x="61" y="57"/>
                  </a:cubicBezTo>
                  <a:cubicBezTo>
                    <a:pt x="61" y="57"/>
                    <a:pt x="61" y="57"/>
                    <a:pt x="60" y="57"/>
                  </a:cubicBezTo>
                  <a:moveTo>
                    <a:pt x="87" y="0"/>
                  </a:moveTo>
                  <a:cubicBezTo>
                    <a:pt x="86" y="0"/>
                    <a:pt x="86" y="0"/>
                    <a:pt x="85" y="0"/>
                  </a:cubicBezTo>
                  <a:cubicBezTo>
                    <a:pt x="63" y="4"/>
                    <a:pt x="63" y="34"/>
                    <a:pt x="57" y="51"/>
                  </a:cubicBezTo>
                  <a:cubicBezTo>
                    <a:pt x="40" y="65"/>
                    <a:pt x="25" y="78"/>
                    <a:pt x="11" y="91"/>
                  </a:cubicBezTo>
                  <a:cubicBezTo>
                    <a:pt x="9" y="109"/>
                    <a:pt x="5" y="126"/>
                    <a:pt x="2" y="144"/>
                  </a:cubicBezTo>
                  <a:cubicBezTo>
                    <a:pt x="2" y="149"/>
                    <a:pt x="1" y="153"/>
                    <a:pt x="1" y="157"/>
                  </a:cubicBezTo>
                  <a:cubicBezTo>
                    <a:pt x="0" y="159"/>
                    <a:pt x="0" y="162"/>
                    <a:pt x="0" y="165"/>
                  </a:cubicBezTo>
                  <a:cubicBezTo>
                    <a:pt x="38" y="124"/>
                    <a:pt x="69" y="100"/>
                    <a:pt x="69" y="100"/>
                  </a:cubicBezTo>
                  <a:cubicBezTo>
                    <a:pt x="69" y="100"/>
                    <a:pt x="75" y="101"/>
                    <a:pt x="78" y="103"/>
                  </a:cubicBezTo>
                  <a:cubicBezTo>
                    <a:pt x="86" y="108"/>
                    <a:pt x="101" y="114"/>
                    <a:pt x="115" y="116"/>
                  </a:cubicBezTo>
                  <a:cubicBezTo>
                    <a:pt x="110" y="78"/>
                    <a:pt x="112" y="40"/>
                    <a:pt x="123" y="8"/>
                  </a:cubicBezTo>
                  <a:cubicBezTo>
                    <a:pt x="121" y="7"/>
                    <a:pt x="120" y="7"/>
                    <a:pt x="119" y="7"/>
                  </a:cubicBezTo>
                  <a:cubicBezTo>
                    <a:pt x="111" y="7"/>
                    <a:pt x="103" y="15"/>
                    <a:pt x="96" y="22"/>
                  </a:cubicBezTo>
                  <a:cubicBezTo>
                    <a:pt x="96" y="12"/>
                    <a:pt x="95" y="0"/>
                    <a:pt x="87" y="0"/>
                  </a:cubicBezTo>
                </a:path>
              </a:pathLst>
            </a:custGeom>
            <a:solidFill>
              <a:srgbClr val="8E69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36" name="Freeform 35"/>
            <p:cNvSpPr>
              <a:spLocks/>
            </p:cNvSpPr>
            <p:nvPr/>
          </p:nvSpPr>
          <p:spPr bwMode="auto">
            <a:xfrm>
              <a:off x="5394326" y="2527301"/>
              <a:ext cx="174625" cy="204788"/>
            </a:xfrm>
            <a:custGeom>
              <a:avLst/>
              <a:gdLst>
                <a:gd name="T0" fmla="*/ 82 w 107"/>
                <a:gd name="T1" fmla="*/ 82 h 126"/>
                <a:gd name="T2" fmla="*/ 91 w 107"/>
                <a:gd name="T3" fmla="*/ 61 h 126"/>
                <a:gd name="T4" fmla="*/ 67 w 107"/>
                <a:gd name="T5" fmla="*/ 52 h 126"/>
                <a:gd name="T6" fmla="*/ 70 w 107"/>
                <a:gd name="T7" fmla="*/ 10 h 126"/>
                <a:gd name="T8" fmla="*/ 41 w 107"/>
                <a:gd name="T9" fmla="*/ 23 h 126"/>
                <a:gd name="T10" fmla="*/ 30 w 107"/>
                <a:gd name="T11" fmla="*/ 1 h 126"/>
                <a:gd name="T12" fmla="*/ 0 w 107"/>
                <a:gd name="T13" fmla="*/ 56 h 126"/>
                <a:gd name="T14" fmla="*/ 21 w 107"/>
                <a:gd name="T15" fmla="*/ 98 h 126"/>
                <a:gd name="T16" fmla="*/ 93 w 107"/>
                <a:gd name="T17" fmla="*/ 111 h 126"/>
                <a:gd name="T18" fmla="*/ 82 w 107"/>
                <a:gd name="T19" fmla="*/ 82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7" h="126">
                  <a:moveTo>
                    <a:pt x="82" y="82"/>
                  </a:moveTo>
                  <a:cubicBezTo>
                    <a:pt x="88" y="76"/>
                    <a:pt x="94" y="69"/>
                    <a:pt x="91" y="61"/>
                  </a:cubicBezTo>
                  <a:cubicBezTo>
                    <a:pt x="87" y="53"/>
                    <a:pt x="77" y="52"/>
                    <a:pt x="67" y="52"/>
                  </a:cubicBezTo>
                  <a:cubicBezTo>
                    <a:pt x="72" y="38"/>
                    <a:pt x="86" y="20"/>
                    <a:pt x="70" y="10"/>
                  </a:cubicBezTo>
                  <a:cubicBezTo>
                    <a:pt x="60" y="4"/>
                    <a:pt x="49" y="14"/>
                    <a:pt x="41" y="23"/>
                  </a:cubicBezTo>
                  <a:cubicBezTo>
                    <a:pt x="41" y="13"/>
                    <a:pt x="39" y="0"/>
                    <a:pt x="30" y="1"/>
                  </a:cubicBezTo>
                  <a:cubicBezTo>
                    <a:pt x="6" y="5"/>
                    <a:pt x="8" y="39"/>
                    <a:pt x="0" y="56"/>
                  </a:cubicBezTo>
                  <a:cubicBezTo>
                    <a:pt x="2" y="55"/>
                    <a:pt x="11" y="87"/>
                    <a:pt x="21" y="98"/>
                  </a:cubicBezTo>
                  <a:cubicBezTo>
                    <a:pt x="20" y="100"/>
                    <a:pt x="76" y="126"/>
                    <a:pt x="93" y="111"/>
                  </a:cubicBezTo>
                  <a:cubicBezTo>
                    <a:pt x="107" y="99"/>
                    <a:pt x="95" y="88"/>
                    <a:pt x="82" y="82"/>
                  </a:cubicBezTo>
                  <a:close/>
                </a:path>
              </a:pathLst>
            </a:custGeom>
            <a:solidFill>
              <a:srgbClr val="F7DE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37" name="Freeform 36"/>
            <p:cNvSpPr>
              <a:spLocks/>
            </p:cNvSpPr>
            <p:nvPr/>
          </p:nvSpPr>
          <p:spPr bwMode="auto">
            <a:xfrm>
              <a:off x="5075238" y="2611438"/>
              <a:ext cx="358775" cy="1035050"/>
            </a:xfrm>
            <a:custGeom>
              <a:avLst/>
              <a:gdLst>
                <a:gd name="T0" fmla="*/ 217 w 221"/>
                <a:gd name="T1" fmla="*/ 46 h 638"/>
                <a:gd name="T2" fmla="*/ 67 w 221"/>
                <a:gd name="T3" fmla="*/ 266 h 638"/>
                <a:gd name="T4" fmla="*/ 221 w 221"/>
                <a:gd name="T5" fmla="*/ 588 h 638"/>
                <a:gd name="T6" fmla="*/ 190 w 221"/>
                <a:gd name="T7" fmla="*/ 638 h 638"/>
                <a:gd name="T8" fmla="*/ 11 w 221"/>
                <a:gd name="T9" fmla="*/ 300 h 638"/>
                <a:gd name="T10" fmla="*/ 199 w 221"/>
                <a:gd name="T11" fmla="*/ 0 h 638"/>
              </a:gdLst>
              <a:ahLst/>
              <a:cxnLst>
                <a:cxn ang="0">
                  <a:pos x="T0" y="T1"/>
                </a:cxn>
                <a:cxn ang="0">
                  <a:pos x="T2" y="T3"/>
                </a:cxn>
                <a:cxn ang="0">
                  <a:pos x="T4" y="T5"/>
                </a:cxn>
                <a:cxn ang="0">
                  <a:pos x="T6" y="T7"/>
                </a:cxn>
                <a:cxn ang="0">
                  <a:pos x="T8" y="T9"/>
                </a:cxn>
                <a:cxn ang="0">
                  <a:pos x="T10" y="T11"/>
                </a:cxn>
              </a:cxnLst>
              <a:rect l="0" t="0" r="r" b="b"/>
              <a:pathLst>
                <a:path w="221" h="638">
                  <a:moveTo>
                    <a:pt x="217" y="46"/>
                  </a:moveTo>
                  <a:cubicBezTo>
                    <a:pt x="217" y="46"/>
                    <a:pt x="61" y="163"/>
                    <a:pt x="67" y="266"/>
                  </a:cubicBezTo>
                  <a:cubicBezTo>
                    <a:pt x="73" y="369"/>
                    <a:pt x="221" y="588"/>
                    <a:pt x="221" y="588"/>
                  </a:cubicBezTo>
                  <a:cubicBezTo>
                    <a:pt x="190" y="638"/>
                    <a:pt x="190" y="638"/>
                    <a:pt x="190" y="638"/>
                  </a:cubicBezTo>
                  <a:cubicBezTo>
                    <a:pt x="190" y="638"/>
                    <a:pt x="21" y="412"/>
                    <a:pt x="11" y="300"/>
                  </a:cubicBezTo>
                  <a:cubicBezTo>
                    <a:pt x="0" y="189"/>
                    <a:pt x="54" y="121"/>
                    <a:pt x="199" y="0"/>
                  </a:cubicBezTo>
                </a:path>
              </a:pathLst>
            </a:custGeom>
            <a:solidFill>
              <a:srgbClr val="70AD47">
                <a:lumMod val="60000"/>
                <a:lumOff val="40000"/>
              </a:srgb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38" name="Freeform 37"/>
            <p:cNvSpPr>
              <a:spLocks/>
            </p:cNvSpPr>
            <p:nvPr/>
          </p:nvSpPr>
          <p:spPr bwMode="auto">
            <a:xfrm>
              <a:off x="6657976" y="2627313"/>
              <a:ext cx="6350" cy="66675"/>
            </a:xfrm>
            <a:custGeom>
              <a:avLst/>
              <a:gdLst>
                <a:gd name="T0" fmla="*/ 0 w 4"/>
                <a:gd name="T1" fmla="*/ 0 h 41"/>
                <a:gd name="T2" fmla="*/ 3 w 4"/>
                <a:gd name="T3" fmla="*/ 41 h 41"/>
                <a:gd name="T4" fmla="*/ 3 w 4"/>
                <a:gd name="T5" fmla="*/ 13 h 41"/>
                <a:gd name="T6" fmla="*/ 1 w 4"/>
                <a:gd name="T7" fmla="*/ 3 h 41"/>
                <a:gd name="T8" fmla="*/ 1 w 4"/>
                <a:gd name="T9" fmla="*/ 2 h 41"/>
                <a:gd name="T10" fmla="*/ 0 w 4"/>
                <a:gd name="T11" fmla="*/ 0 h 41"/>
              </a:gdLst>
              <a:ahLst/>
              <a:cxnLst>
                <a:cxn ang="0">
                  <a:pos x="T0" y="T1"/>
                </a:cxn>
                <a:cxn ang="0">
                  <a:pos x="T2" y="T3"/>
                </a:cxn>
                <a:cxn ang="0">
                  <a:pos x="T4" y="T5"/>
                </a:cxn>
                <a:cxn ang="0">
                  <a:pos x="T6" y="T7"/>
                </a:cxn>
                <a:cxn ang="0">
                  <a:pos x="T8" y="T9"/>
                </a:cxn>
                <a:cxn ang="0">
                  <a:pos x="T10" y="T11"/>
                </a:cxn>
              </a:cxnLst>
              <a:rect l="0" t="0" r="r" b="b"/>
              <a:pathLst>
                <a:path w="4" h="41">
                  <a:moveTo>
                    <a:pt x="0" y="0"/>
                  </a:moveTo>
                  <a:cubicBezTo>
                    <a:pt x="1" y="13"/>
                    <a:pt x="2" y="27"/>
                    <a:pt x="3" y="41"/>
                  </a:cubicBezTo>
                  <a:cubicBezTo>
                    <a:pt x="3" y="32"/>
                    <a:pt x="4" y="23"/>
                    <a:pt x="3" y="13"/>
                  </a:cubicBezTo>
                  <a:cubicBezTo>
                    <a:pt x="2" y="10"/>
                    <a:pt x="1" y="7"/>
                    <a:pt x="1" y="3"/>
                  </a:cubicBezTo>
                  <a:cubicBezTo>
                    <a:pt x="1" y="3"/>
                    <a:pt x="1" y="2"/>
                    <a:pt x="1" y="2"/>
                  </a:cubicBezTo>
                  <a:cubicBezTo>
                    <a:pt x="0" y="1"/>
                    <a:pt x="0" y="0"/>
                    <a:pt x="0" y="0"/>
                  </a:cubicBezTo>
                </a:path>
              </a:pathLst>
            </a:custGeom>
            <a:solidFill>
              <a:srgbClr val="B6B2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39" name="Freeform 38"/>
            <p:cNvSpPr>
              <a:spLocks noEditPoints="1"/>
            </p:cNvSpPr>
            <p:nvPr/>
          </p:nvSpPr>
          <p:spPr bwMode="auto">
            <a:xfrm>
              <a:off x="6488113" y="2578101"/>
              <a:ext cx="28575" cy="69850"/>
            </a:xfrm>
            <a:custGeom>
              <a:avLst/>
              <a:gdLst>
                <a:gd name="T0" fmla="*/ 10 w 17"/>
                <a:gd name="T1" fmla="*/ 21 h 43"/>
                <a:gd name="T2" fmla="*/ 8 w 17"/>
                <a:gd name="T3" fmla="*/ 35 h 43"/>
                <a:gd name="T4" fmla="*/ 17 w 17"/>
                <a:gd name="T5" fmla="*/ 43 h 43"/>
                <a:gd name="T6" fmla="*/ 10 w 17"/>
                <a:gd name="T7" fmla="*/ 21 h 43"/>
                <a:gd name="T8" fmla="*/ 2 w 17"/>
                <a:gd name="T9" fmla="*/ 0 h 43"/>
                <a:gd name="T10" fmla="*/ 7 w 17"/>
                <a:gd name="T11" fmla="*/ 13 h 43"/>
                <a:gd name="T12" fmla="*/ 2 w 17"/>
                <a:gd name="T13" fmla="*/ 0 h 43"/>
              </a:gdLst>
              <a:ahLst/>
              <a:cxnLst>
                <a:cxn ang="0">
                  <a:pos x="T0" y="T1"/>
                </a:cxn>
                <a:cxn ang="0">
                  <a:pos x="T2" y="T3"/>
                </a:cxn>
                <a:cxn ang="0">
                  <a:pos x="T4" y="T5"/>
                </a:cxn>
                <a:cxn ang="0">
                  <a:pos x="T6" y="T7"/>
                </a:cxn>
                <a:cxn ang="0">
                  <a:pos x="T8" y="T9"/>
                </a:cxn>
                <a:cxn ang="0">
                  <a:pos x="T10" y="T11"/>
                </a:cxn>
                <a:cxn ang="0">
                  <a:pos x="T12" y="T13"/>
                </a:cxn>
              </a:cxnLst>
              <a:rect l="0" t="0" r="r" b="b"/>
              <a:pathLst>
                <a:path w="17" h="43">
                  <a:moveTo>
                    <a:pt x="10" y="21"/>
                  </a:moveTo>
                  <a:cubicBezTo>
                    <a:pt x="7" y="24"/>
                    <a:pt x="5" y="28"/>
                    <a:pt x="8" y="35"/>
                  </a:cubicBezTo>
                  <a:cubicBezTo>
                    <a:pt x="10" y="39"/>
                    <a:pt x="13" y="41"/>
                    <a:pt x="17" y="43"/>
                  </a:cubicBezTo>
                  <a:cubicBezTo>
                    <a:pt x="15" y="35"/>
                    <a:pt x="13" y="28"/>
                    <a:pt x="10" y="21"/>
                  </a:cubicBezTo>
                  <a:moveTo>
                    <a:pt x="2" y="0"/>
                  </a:moveTo>
                  <a:cubicBezTo>
                    <a:pt x="0" y="6"/>
                    <a:pt x="2" y="10"/>
                    <a:pt x="7" y="13"/>
                  </a:cubicBezTo>
                  <a:cubicBezTo>
                    <a:pt x="5" y="9"/>
                    <a:pt x="4" y="4"/>
                    <a:pt x="2" y="0"/>
                  </a:cubicBezTo>
                </a:path>
              </a:pathLst>
            </a:custGeom>
            <a:solidFill>
              <a:srgbClr val="B19E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40" name="Freeform 39"/>
            <p:cNvSpPr>
              <a:spLocks/>
            </p:cNvSpPr>
            <p:nvPr/>
          </p:nvSpPr>
          <p:spPr bwMode="auto">
            <a:xfrm>
              <a:off x="6491288" y="2517776"/>
              <a:ext cx="173038" cy="198438"/>
            </a:xfrm>
            <a:custGeom>
              <a:avLst/>
              <a:gdLst>
                <a:gd name="T0" fmla="*/ 31 w 106"/>
                <a:gd name="T1" fmla="*/ 0 h 122"/>
                <a:gd name="T2" fmla="*/ 21 w 106"/>
                <a:gd name="T3" fmla="*/ 5 h 122"/>
                <a:gd name="T4" fmla="*/ 27 w 106"/>
                <a:gd name="T5" fmla="*/ 25 h 122"/>
                <a:gd name="T6" fmla="*/ 23 w 106"/>
                <a:gd name="T7" fmla="*/ 25 h 122"/>
                <a:gd name="T8" fmla="*/ 0 w 106"/>
                <a:gd name="T9" fmla="*/ 35 h 122"/>
                <a:gd name="T10" fmla="*/ 0 w 106"/>
                <a:gd name="T11" fmla="*/ 37 h 122"/>
                <a:gd name="T12" fmla="*/ 5 w 106"/>
                <a:gd name="T13" fmla="*/ 50 h 122"/>
                <a:gd name="T14" fmla="*/ 17 w 106"/>
                <a:gd name="T15" fmla="*/ 55 h 122"/>
                <a:gd name="T16" fmla="*/ 8 w 106"/>
                <a:gd name="T17" fmla="*/ 58 h 122"/>
                <a:gd name="T18" fmla="*/ 15 w 106"/>
                <a:gd name="T19" fmla="*/ 80 h 122"/>
                <a:gd name="T20" fmla="*/ 29 w 106"/>
                <a:gd name="T21" fmla="*/ 84 h 122"/>
                <a:gd name="T22" fmla="*/ 73 w 106"/>
                <a:gd name="T23" fmla="*/ 94 h 122"/>
                <a:gd name="T24" fmla="*/ 73 w 106"/>
                <a:gd name="T25" fmla="*/ 95 h 122"/>
                <a:gd name="T26" fmla="*/ 106 w 106"/>
                <a:gd name="T27" fmla="*/ 122 h 122"/>
                <a:gd name="T28" fmla="*/ 105 w 106"/>
                <a:gd name="T29" fmla="*/ 109 h 122"/>
                <a:gd name="T30" fmla="*/ 102 w 106"/>
                <a:gd name="T31" fmla="*/ 68 h 122"/>
                <a:gd name="T32" fmla="*/ 100 w 106"/>
                <a:gd name="T33" fmla="*/ 55 h 122"/>
                <a:gd name="T34" fmla="*/ 99 w 106"/>
                <a:gd name="T35" fmla="*/ 46 h 122"/>
                <a:gd name="T36" fmla="*/ 96 w 106"/>
                <a:gd name="T37" fmla="*/ 43 h 122"/>
                <a:gd name="T38" fmla="*/ 96 w 106"/>
                <a:gd name="T39" fmla="*/ 45 h 122"/>
                <a:gd name="T40" fmla="*/ 93 w 106"/>
                <a:gd name="T41" fmla="*/ 43 h 122"/>
                <a:gd name="T42" fmla="*/ 80 w 106"/>
                <a:gd name="T43" fmla="*/ 8 h 122"/>
                <a:gd name="T44" fmla="*/ 68 w 106"/>
                <a:gd name="T45" fmla="*/ 3 h 122"/>
                <a:gd name="T46" fmla="*/ 66 w 106"/>
                <a:gd name="T47" fmla="*/ 3 h 122"/>
                <a:gd name="T48" fmla="*/ 65 w 106"/>
                <a:gd name="T49" fmla="*/ 3 h 122"/>
                <a:gd name="T50" fmla="*/ 63 w 106"/>
                <a:gd name="T51" fmla="*/ 3 h 122"/>
                <a:gd name="T52" fmla="*/ 60 w 106"/>
                <a:gd name="T53" fmla="*/ 5 h 122"/>
                <a:gd name="T54" fmla="*/ 55 w 106"/>
                <a:gd name="T55" fmla="*/ 14 h 122"/>
                <a:gd name="T56" fmla="*/ 31 w 106"/>
                <a:gd name="T57" fmla="*/ 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06" h="122">
                  <a:moveTo>
                    <a:pt x="31" y="0"/>
                  </a:moveTo>
                  <a:cubicBezTo>
                    <a:pt x="27" y="0"/>
                    <a:pt x="24" y="1"/>
                    <a:pt x="21" y="5"/>
                  </a:cubicBezTo>
                  <a:cubicBezTo>
                    <a:pt x="16" y="11"/>
                    <a:pt x="21" y="19"/>
                    <a:pt x="27" y="25"/>
                  </a:cubicBezTo>
                  <a:cubicBezTo>
                    <a:pt x="26" y="25"/>
                    <a:pt x="25" y="25"/>
                    <a:pt x="23" y="25"/>
                  </a:cubicBezTo>
                  <a:cubicBezTo>
                    <a:pt x="13" y="25"/>
                    <a:pt x="4" y="27"/>
                    <a:pt x="0" y="35"/>
                  </a:cubicBezTo>
                  <a:cubicBezTo>
                    <a:pt x="0" y="36"/>
                    <a:pt x="0" y="36"/>
                    <a:pt x="0" y="37"/>
                  </a:cubicBezTo>
                  <a:cubicBezTo>
                    <a:pt x="2" y="41"/>
                    <a:pt x="3" y="46"/>
                    <a:pt x="5" y="50"/>
                  </a:cubicBezTo>
                  <a:cubicBezTo>
                    <a:pt x="8" y="52"/>
                    <a:pt x="12" y="53"/>
                    <a:pt x="17" y="55"/>
                  </a:cubicBezTo>
                  <a:cubicBezTo>
                    <a:pt x="13" y="55"/>
                    <a:pt x="10" y="56"/>
                    <a:pt x="8" y="58"/>
                  </a:cubicBezTo>
                  <a:cubicBezTo>
                    <a:pt x="11" y="65"/>
                    <a:pt x="13" y="72"/>
                    <a:pt x="15" y="80"/>
                  </a:cubicBezTo>
                  <a:cubicBezTo>
                    <a:pt x="19" y="82"/>
                    <a:pt x="24" y="83"/>
                    <a:pt x="29" y="84"/>
                  </a:cubicBezTo>
                  <a:cubicBezTo>
                    <a:pt x="42" y="88"/>
                    <a:pt x="58" y="92"/>
                    <a:pt x="73" y="94"/>
                  </a:cubicBezTo>
                  <a:cubicBezTo>
                    <a:pt x="73" y="95"/>
                    <a:pt x="73" y="95"/>
                    <a:pt x="73" y="95"/>
                  </a:cubicBezTo>
                  <a:cubicBezTo>
                    <a:pt x="73" y="95"/>
                    <a:pt x="85" y="105"/>
                    <a:pt x="106" y="122"/>
                  </a:cubicBezTo>
                  <a:cubicBezTo>
                    <a:pt x="106" y="117"/>
                    <a:pt x="106" y="113"/>
                    <a:pt x="105" y="109"/>
                  </a:cubicBezTo>
                  <a:cubicBezTo>
                    <a:pt x="104" y="95"/>
                    <a:pt x="103" y="81"/>
                    <a:pt x="102" y="68"/>
                  </a:cubicBezTo>
                  <a:cubicBezTo>
                    <a:pt x="101" y="64"/>
                    <a:pt x="100" y="60"/>
                    <a:pt x="100" y="55"/>
                  </a:cubicBezTo>
                  <a:cubicBezTo>
                    <a:pt x="100" y="52"/>
                    <a:pt x="100" y="49"/>
                    <a:pt x="99" y="46"/>
                  </a:cubicBezTo>
                  <a:cubicBezTo>
                    <a:pt x="98" y="45"/>
                    <a:pt x="97" y="44"/>
                    <a:pt x="96" y="43"/>
                  </a:cubicBezTo>
                  <a:cubicBezTo>
                    <a:pt x="96" y="45"/>
                    <a:pt x="96" y="45"/>
                    <a:pt x="96" y="45"/>
                  </a:cubicBezTo>
                  <a:cubicBezTo>
                    <a:pt x="95" y="44"/>
                    <a:pt x="94" y="44"/>
                    <a:pt x="93" y="43"/>
                  </a:cubicBezTo>
                  <a:cubicBezTo>
                    <a:pt x="94" y="31"/>
                    <a:pt x="87" y="16"/>
                    <a:pt x="80" y="8"/>
                  </a:cubicBezTo>
                  <a:cubicBezTo>
                    <a:pt x="76" y="5"/>
                    <a:pt x="72" y="3"/>
                    <a:pt x="68" y="3"/>
                  </a:cubicBezTo>
                  <a:cubicBezTo>
                    <a:pt x="67" y="3"/>
                    <a:pt x="66" y="3"/>
                    <a:pt x="66" y="3"/>
                  </a:cubicBezTo>
                  <a:cubicBezTo>
                    <a:pt x="65" y="3"/>
                    <a:pt x="65" y="3"/>
                    <a:pt x="65" y="3"/>
                  </a:cubicBezTo>
                  <a:cubicBezTo>
                    <a:pt x="64" y="3"/>
                    <a:pt x="64" y="3"/>
                    <a:pt x="63" y="3"/>
                  </a:cubicBezTo>
                  <a:cubicBezTo>
                    <a:pt x="62" y="4"/>
                    <a:pt x="61" y="4"/>
                    <a:pt x="60" y="5"/>
                  </a:cubicBezTo>
                  <a:cubicBezTo>
                    <a:pt x="57" y="7"/>
                    <a:pt x="56" y="11"/>
                    <a:pt x="55" y="14"/>
                  </a:cubicBezTo>
                  <a:cubicBezTo>
                    <a:pt x="48" y="7"/>
                    <a:pt x="39" y="0"/>
                    <a:pt x="31" y="0"/>
                  </a:cubicBezTo>
                </a:path>
              </a:pathLst>
            </a:custGeom>
            <a:solidFill>
              <a:srgbClr val="8E69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41" name="Freeform 40"/>
            <p:cNvSpPr>
              <a:spLocks/>
            </p:cNvSpPr>
            <p:nvPr/>
          </p:nvSpPr>
          <p:spPr bwMode="auto">
            <a:xfrm>
              <a:off x="6483351" y="2487613"/>
              <a:ext cx="165100" cy="163513"/>
            </a:xfrm>
            <a:custGeom>
              <a:avLst/>
              <a:gdLst>
                <a:gd name="T0" fmla="*/ 98 w 101"/>
                <a:gd name="T1" fmla="*/ 49 h 101"/>
                <a:gd name="T2" fmla="*/ 85 w 101"/>
                <a:gd name="T3" fmla="*/ 15 h 101"/>
                <a:gd name="T4" fmla="*/ 71 w 101"/>
                <a:gd name="T5" fmla="*/ 9 h 101"/>
                <a:gd name="T6" fmla="*/ 68 w 101"/>
                <a:gd name="T7" fmla="*/ 10 h 101"/>
                <a:gd name="T8" fmla="*/ 65 w 101"/>
                <a:gd name="T9" fmla="*/ 11 h 101"/>
                <a:gd name="T10" fmla="*/ 60 w 101"/>
                <a:gd name="T11" fmla="*/ 21 h 101"/>
                <a:gd name="T12" fmla="*/ 26 w 101"/>
                <a:gd name="T13" fmla="*/ 11 h 101"/>
                <a:gd name="T14" fmla="*/ 32 w 101"/>
                <a:gd name="T15" fmla="*/ 32 h 101"/>
                <a:gd name="T16" fmla="*/ 5 w 101"/>
                <a:gd name="T17" fmla="*/ 42 h 101"/>
                <a:gd name="T18" fmla="*/ 22 w 101"/>
                <a:gd name="T19" fmla="*/ 61 h 101"/>
                <a:gd name="T20" fmla="*/ 11 w 101"/>
                <a:gd name="T21" fmla="*/ 78 h 101"/>
                <a:gd name="T22" fmla="*/ 34 w 101"/>
                <a:gd name="T23" fmla="*/ 90 h 101"/>
                <a:gd name="T24" fmla="*/ 78 w 101"/>
                <a:gd name="T25" fmla="*/ 101 h 101"/>
                <a:gd name="T26" fmla="*/ 101 w 101"/>
                <a:gd name="T27" fmla="*/ 51 h 101"/>
                <a:gd name="T28" fmla="*/ 98 w 101"/>
                <a:gd name="T29" fmla="*/ 49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1" h="101">
                  <a:moveTo>
                    <a:pt x="98" y="49"/>
                  </a:moveTo>
                  <a:cubicBezTo>
                    <a:pt x="99" y="37"/>
                    <a:pt x="92" y="23"/>
                    <a:pt x="85" y="15"/>
                  </a:cubicBezTo>
                  <a:cubicBezTo>
                    <a:pt x="81" y="11"/>
                    <a:pt x="76" y="8"/>
                    <a:pt x="71" y="9"/>
                  </a:cubicBezTo>
                  <a:cubicBezTo>
                    <a:pt x="70" y="9"/>
                    <a:pt x="69" y="9"/>
                    <a:pt x="68" y="10"/>
                  </a:cubicBezTo>
                  <a:cubicBezTo>
                    <a:pt x="67" y="10"/>
                    <a:pt x="66" y="11"/>
                    <a:pt x="65" y="11"/>
                  </a:cubicBezTo>
                  <a:cubicBezTo>
                    <a:pt x="62" y="13"/>
                    <a:pt x="61" y="17"/>
                    <a:pt x="60" y="21"/>
                  </a:cubicBezTo>
                  <a:cubicBezTo>
                    <a:pt x="50" y="11"/>
                    <a:pt x="35" y="0"/>
                    <a:pt x="26" y="11"/>
                  </a:cubicBezTo>
                  <a:cubicBezTo>
                    <a:pt x="21" y="17"/>
                    <a:pt x="26" y="25"/>
                    <a:pt x="32" y="32"/>
                  </a:cubicBezTo>
                  <a:cubicBezTo>
                    <a:pt x="21" y="31"/>
                    <a:pt x="9" y="32"/>
                    <a:pt x="5" y="42"/>
                  </a:cubicBezTo>
                  <a:cubicBezTo>
                    <a:pt x="0" y="53"/>
                    <a:pt x="11" y="58"/>
                    <a:pt x="22" y="61"/>
                  </a:cubicBezTo>
                  <a:cubicBezTo>
                    <a:pt x="13" y="63"/>
                    <a:pt x="6" y="68"/>
                    <a:pt x="11" y="78"/>
                  </a:cubicBezTo>
                  <a:cubicBezTo>
                    <a:pt x="15" y="86"/>
                    <a:pt x="26" y="88"/>
                    <a:pt x="34" y="90"/>
                  </a:cubicBezTo>
                  <a:cubicBezTo>
                    <a:pt x="47" y="94"/>
                    <a:pt x="63" y="99"/>
                    <a:pt x="78" y="101"/>
                  </a:cubicBezTo>
                  <a:cubicBezTo>
                    <a:pt x="101" y="51"/>
                    <a:pt x="101" y="51"/>
                    <a:pt x="101" y="51"/>
                  </a:cubicBezTo>
                  <a:cubicBezTo>
                    <a:pt x="100" y="51"/>
                    <a:pt x="99" y="50"/>
                    <a:pt x="98" y="49"/>
                  </a:cubicBezTo>
                  <a:close/>
                </a:path>
              </a:pathLst>
            </a:custGeom>
            <a:solidFill>
              <a:srgbClr val="F7DE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42" name="Freeform 41"/>
            <p:cNvSpPr>
              <a:spLocks/>
            </p:cNvSpPr>
            <p:nvPr/>
          </p:nvSpPr>
          <p:spPr bwMode="auto">
            <a:xfrm>
              <a:off x="6607176" y="2566988"/>
              <a:ext cx="365125" cy="1079500"/>
            </a:xfrm>
            <a:custGeom>
              <a:avLst/>
              <a:gdLst>
                <a:gd name="T0" fmla="*/ 25 w 225"/>
                <a:gd name="T1" fmla="*/ 0 h 666"/>
                <a:gd name="T2" fmla="*/ 25 w 225"/>
                <a:gd name="T3" fmla="*/ 2 h 666"/>
                <a:gd name="T4" fmla="*/ 2 w 225"/>
                <a:gd name="T5" fmla="*/ 52 h 666"/>
                <a:gd name="T6" fmla="*/ 2 w 225"/>
                <a:gd name="T7" fmla="*/ 52 h 666"/>
                <a:gd name="T8" fmla="*/ 158 w 225"/>
                <a:gd name="T9" fmla="*/ 264 h 666"/>
                <a:gd name="T10" fmla="*/ 0 w 225"/>
                <a:gd name="T11" fmla="*/ 616 h 666"/>
                <a:gd name="T12" fmla="*/ 30 w 225"/>
                <a:gd name="T13" fmla="*/ 666 h 666"/>
                <a:gd name="T14" fmla="*/ 214 w 225"/>
                <a:gd name="T15" fmla="*/ 299 h 666"/>
                <a:gd name="T16" fmla="*/ 25 w 225"/>
                <a:gd name="T17" fmla="*/ 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5" h="666">
                  <a:moveTo>
                    <a:pt x="25" y="0"/>
                  </a:moveTo>
                  <a:cubicBezTo>
                    <a:pt x="25" y="2"/>
                    <a:pt x="25" y="2"/>
                    <a:pt x="25" y="2"/>
                  </a:cubicBezTo>
                  <a:cubicBezTo>
                    <a:pt x="2" y="52"/>
                    <a:pt x="2" y="52"/>
                    <a:pt x="2" y="52"/>
                  </a:cubicBezTo>
                  <a:cubicBezTo>
                    <a:pt x="2" y="52"/>
                    <a:pt x="2" y="52"/>
                    <a:pt x="2" y="52"/>
                  </a:cubicBezTo>
                  <a:cubicBezTo>
                    <a:pt x="2" y="52"/>
                    <a:pt x="164" y="161"/>
                    <a:pt x="158" y="264"/>
                  </a:cubicBezTo>
                  <a:cubicBezTo>
                    <a:pt x="152" y="367"/>
                    <a:pt x="0" y="616"/>
                    <a:pt x="0" y="616"/>
                  </a:cubicBezTo>
                  <a:cubicBezTo>
                    <a:pt x="30" y="666"/>
                    <a:pt x="30" y="666"/>
                    <a:pt x="30" y="666"/>
                  </a:cubicBezTo>
                  <a:cubicBezTo>
                    <a:pt x="30" y="666"/>
                    <a:pt x="204" y="410"/>
                    <a:pt x="214" y="299"/>
                  </a:cubicBezTo>
                  <a:cubicBezTo>
                    <a:pt x="225" y="187"/>
                    <a:pt x="170" y="121"/>
                    <a:pt x="25" y="0"/>
                  </a:cubicBezTo>
                  <a:close/>
                </a:path>
              </a:pathLst>
            </a:custGeom>
            <a:solidFill>
              <a:srgbClr val="70AD47">
                <a:lumMod val="60000"/>
                <a:lumOff val="40000"/>
              </a:srgb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43" name="Freeform 42"/>
            <p:cNvSpPr>
              <a:spLocks/>
            </p:cNvSpPr>
            <p:nvPr/>
          </p:nvSpPr>
          <p:spPr bwMode="auto">
            <a:xfrm>
              <a:off x="5969001" y="3373438"/>
              <a:ext cx="201613" cy="733425"/>
            </a:xfrm>
            <a:custGeom>
              <a:avLst/>
              <a:gdLst>
                <a:gd name="T0" fmla="*/ 37 w 124"/>
                <a:gd name="T1" fmla="*/ 70 h 452"/>
                <a:gd name="T2" fmla="*/ 10 w 124"/>
                <a:gd name="T3" fmla="*/ 268 h 452"/>
                <a:gd name="T4" fmla="*/ 72 w 124"/>
                <a:gd name="T5" fmla="*/ 450 h 452"/>
                <a:gd name="T6" fmla="*/ 122 w 124"/>
                <a:gd name="T7" fmla="*/ 264 h 452"/>
                <a:gd name="T8" fmla="*/ 70 w 124"/>
                <a:gd name="T9" fmla="*/ 69 h 452"/>
                <a:gd name="T10" fmla="*/ 90 w 124"/>
                <a:gd name="T11" fmla="*/ 40 h 452"/>
                <a:gd name="T12" fmla="*/ 49 w 124"/>
                <a:gd name="T13" fmla="*/ 2 h 452"/>
                <a:gd name="T14" fmla="*/ 37 w 124"/>
                <a:gd name="T15" fmla="*/ 70 h 4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4" h="452">
                  <a:moveTo>
                    <a:pt x="37" y="70"/>
                  </a:moveTo>
                  <a:cubicBezTo>
                    <a:pt x="37" y="70"/>
                    <a:pt x="3" y="231"/>
                    <a:pt x="10" y="268"/>
                  </a:cubicBezTo>
                  <a:cubicBezTo>
                    <a:pt x="16" y="305"/>
                    <a:pt x="59" y="448"/>
                    <a:pt x="72" y="450"/>
                  </a:cubicBezTo>
                  <a:cubicBezTo>
                    <a:pt x="85" y="452"/>
                    <a:pt x="124" y="290"/>
                    <a:pt x="122" y="264"/>
                  </a:cubicBezTo>
                  <a:cubicBezTo>
                    <a:pt x="120" y="238"/>
                    <a:pt x="70" y="69"/>
                    <a:pt x="70" y="69"/>
                  </a:cubicBezTo>
                  <a:cubicBezTo>
                    <a:pt x="70" y="69"/>
                    <a:pt x="86" y="58"/>
                    <a:pt x="90" y="40"/>
                  </a:cubicBezTo>
                  <a:cubicBezTo>
                    <a:pt x="94" y="19"/>
                    <a:pt x="77" y="0"/>
                    <a:pt x="49" y="2"/>
                  </a:cubicBezTo>
                  <a:cubicBezTo>
                    <a:pt x="21" y="4"/>
                    <a:pt x="0" y="39"/>
                    <a:pt x="37" y="70"/>
                  </a:cubicBezTo>
                  <a:close/>
                </a:path>
              </a:pathLst>
            </a:custGeom>
            <a:solidFill>
              <a:srgbClr val="CA4E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44" name="Freeform 43"/>
            <p:cNvSpPr>
              <a:spLocks/>
            </p:cNvSpPr>
            <p:nvPr/>
          </p:nvSpPr>
          <p:spPr bwMode="auto">
            <a:xfrm>
              <a:off x="5351463" y="3287713"/>
              <a:ext cx="695325" cy="269875"/>
            </a:xfrm>
            <a:custGeom>
              <a:avLst/>
              <a:gdLst>
                <a:gd name="T0" fmla="*/ 5 w 428"/>
                <a:gd name="T1" fmla="*/ 0 h 166"/>
                <a:gd name="T2" fmla="*/ 0 w 428"/>
                <a:gd name="T3" fmla="*/ 53 h 166"/>
                <a:gd name="T4" fmla="*/ 328 w 428"/>
                <a:gd name="T5" fmla="*/ 166 h 166"/>
                <a:gd name="T6" fmla="*/ 428 w 428"/>
                <a:gd name="T7" fmla="*/ 55 h 166"/>
                <a:gd name="T8" fmla="*/ 5 w 428"/>
                <a:gd name="T9" fmla="*/ 0 h 166"/>
              </a:gdLst>
              <a:ahLst/>
              <a:cxnLst>
                <a:cxn ang="0">
                  <a:pos x="T0" y="T1"/>
                </a:cxn>
                <a:cxn ang="0">
                  <a:pos x="T2" y="T3"/>
                </a:cxn>
                <a:cxn ang="0">
                  <a:pos x="T4" y="T5"/>
                </a:cxn>
                <a:cxn ang="0">
                  <a:pos x="T6" y="T7"/>
                </a:cxn>
                <a:cxn ang="0">
                  <a:pos x="T8" y="T9"/>
                </a:cxn>
              </a:cxnLst>
              <a:rect l="0" t="0" r="r" b="b"/>
              <a:pathLst>
                <a:path w="428" h="166">
                  <a:moveTo>
                    <a:pt x="5" y="0"/>
                  </a:moveTo>
                  <a:cubicBezTo>
                    <a:pt x="0" y="53"/>
                    <a:pt x="0" y="53"/>
                    <a:pt x="0" y="53"/>
                  </a:cubicBezTo>
                  <a:cubicBezTo>
                    <a:pt x="0" y="53"/>
                    <a:pt x="236" y="108"/>
                    <a:pt x="328" y="166"/>
                  </a:cubicBezTo>
                  <a:cubicBezTo>
                    <a:pt x="328" y="166"/>
                    <a:pt x="357" y="59"/>
                    <a:pt x="428" y="55"/>
                  </a:cubicBezTo>
                  <a:cubicBezTo>
                    <a:pt x="428" y="55"/>
                    <a:pt x="192" y="65"/>
                    <a:pt x="5" y="0"/>
                  </a:cubicBezTo>
                  <a:close/>
                </a:path>
              </a:pathLst>
            </a:custGeom>
            <a:solidFill>
              <a:srgbClr val="70AD47">
                <a:lumMod val="75000"/>
              </a:srgb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45" name="Freeform 44"/>
            <p:cNvSpPr>
              <a:spLocks/>
            </p:cNvSpPr>
            <p:nvPr/>
          </p:nvSpPr>
          <p:spPr bwMode="auto">
            <a:xfrm>
              <a:off x="6103938" y="3267076"/>
              <a:ext cx="581025" cy="261938"/>
            </a:xfrm>
            <a:custGeom>
              <a:avLst/>
              <a:gdLst>
                <a:gd name="T0" fmla="*/ 0 w 358"/>
                <a:gd name="T1" fmla="*/ 66 h 162"/>
                <a:gd name="T2" fmla="*/ 154 w 358"/>
                <a:gd name="T3" fmla="*/ 162 h 162"/>
                <a:gd name="T4" fmla="*/ 358 w 358"/>
                <a:gd name="T5" fmla="*/ 51 h 162"/>
                <a:gd name="T6" fmla="*/ 347 w 358"/>
                <a:gd name="T7" fmla="*/ 0 h 162"/>
                <a:gd name="T8" fmla="*/ 0 w 358"/>
                <a:gd name="T9" fmla="*/ 66 h 162"/>
              </a:gdLst>
              <a:ahLst/>
              <a:cxnLst>
                <a:cxn ang="0">
                  <a:pos x="T0" y="T1"/>
                </a:cxn>
                <a:cxn ang="0">
                  <a:pos x="T2" y="T3"/>
                </a:cxn>
                <a:cxn ang="0">
                  <a:pos x="T4" y="T5"/>
                </a:cxn>
                <a:cxn ang="0">
                  <a:pos x="T6" y="T7"/>
                </a:cxn>
                <a:cxn ang="0">
                  <a:pos x="T8" y="T9"/>
                </a:cxn>
              </a:cxnLst>
              <a:rect l="0" t="0" r="r" b="b"/>
              <a:pathLst>
                <a:path w="358" h="162">
                  <a:moveTo>
                    <a:pt x="0" y="66"/>
                  </a:moveTo>
                  <a:cubicBezTo>
                    <a:pt x="0" y="66"/>
                    <a:pt x="135" y="82"/>
                    <a:pt x="154" y="162"/>
                  </a:cubicBezTo>
                  <a:cubicBezTo>
                    <a:pt x="154" y="162"/>
                    <a:pt x="259" y="69"/>
                    <a:pt x="358" y="51"/>
                  </a:cubicBezTo>
                  <a:cubicBezTo>
                    <a:pt x="358" y="51"/>
                    <a:pt x="353" y="11"/>
                    <a:pt x="347" y="0"/>
                  </a:cubicBezTo>
                  <a:cubicBezTo>
                    <a:pt x="347" y="0"/>
                    <a:pt x="163" y="46"/>
                    <a:pt x="0" y="66"/>
                  </a:cubicBezTo>
                  <a:close/>
                </a:path>
              </a:pathLst>
            </a:custGeom>
            <a:solidFill>
              <a:srgbClr val="70AD47">
                <a:lumMod val="75000"/>
              </a:srgb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grpSp>
      <p:sp>
        <p:nvSpPr>
          <p:cNvPr id="46" name="Rectangle 45"/>
          <p:cNvSpPr/>
          <p:nvPr/>
        </p:nvSpPr>
        <p:spPr>
          <a:xfrm>
            <a:off x="1257300" y="4710654"/>
            <a:ext cx="10276115" cy="1384995"/>
          </a:xfrm>
          <a:prstGeom prst="rect">
            <a:avLst/>
          </a:prstGeom>
        </p:spPr>
        <p:txBody>
          <a:bodyPr wrap="square">
            <a:spAutoFit/>
          </a:bodyPr>
          <a:lstStyle/>
          <a:p>
            <a:pPr algn="ctr" rtl="1" fontAlgn="auto">
              <a:spcBef>
                <a:spcPts val="0"/>
              </a:spcBef>
              <a:spcAft>
                <a:spcPts val="0"/>
              </a:spcAft>
            </a:pPr>
            <a:r>
              <a:rPr lang="ar-SA" sz="2800" b="1" dirty="0">
                <a:solidFill>
                  <a:prstClr val="black"/>
                </a:solidFill>
                <a:cs typeface="Simplified Arabic" panose="02020603050405020304" pitchFamily="18" charset="-78"/>
              </a:rPr>
              <a:t>أما الأحمدي (2010) فتعرف طريقة العصف الذهني بأنها تلك "الطريقة التي سيتم بها توليد الأفكار من أذهان الطالبات للحصول على أكبر عدد ممكن منها، بغية التوصل إلى حلول إبداعية".</a:t>
            </a:r>
            <a:endParaRPr lang="en-US" sz="2800" b="1" dirty="0">
              <a:solidFill>
                <a:prstClr val="black"/>
              </a:solidFill>
              <a:latin typeface="Calibri" panose="020F0502020204030204"/>
              <a:cs typeface="Simplified Arabic" panose="02020603050405020304" pitchFamily="18" charset="-78"/>
            </a:endParaRPr>
          </a:p>
        </p:txBody>
      </p:sp>
    </p:spTree>
    <p:extLst>
      <p:ext uri="{BB962C8B-B14F-4D97-AF65-F5344CB8AC3E}">
        <p14:creationId xmlns:p14="http://schemas.microsoft.com/office/powerpoint/2010/main" val="374393728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1+#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2" presetClass="entr" presetSubtype="0" fill="hold" grpId="0" nodeType="after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anim calcmode="lin" valueType="num">
                                      <p:cBhvr>
                                        <p:cTn id="13" dur="500" fill="hold"/>
                                        <p:tgtEl>
                                          <p:spTgt spid="6"/>
                                        </p:tgtEl>
                                        <p:attrNameLst>
                                          <p:attrName>ppt_x</p:attrName>
                                        </p:attrNameLst>
                                      </p:cBhvr>
                                      <p:tavLst>
                                        <p:tav tm="0">
                                          <p:val>
                                            <p:strVal val="#ppt_x"/>
                                          </p:val>
                                        </p:tav>
                                        <p:tav tm="100000">
                                          <p:val>
                                            <p:strVal val="#ppt_x"/>
                                          </p:val>
                                        </p:tav>
                                      </p:tavLst>
                                    </p:anim>
                                    <p:anim calcmode="lin" valueType="num">
                                      <p:cBhvr>
                                        <p:cTn id="14" dur="500" fill="hold"/>
                                        <p:tgtEl>
                                          <p:spTgt spid="6"/>
                                        </p:tgtEl>
                                        <p:attrNameLst>
                                          <p:attrName>ppt_y</p:attrName>
                                        </p:attrNameLst>
                                      </p:cBhvr>
                                      <p:tavLst>
                                        <p:tav tm="0">
                                          <p:val>
                                            <p:strVal val="#ppt_y+.1"/>
                                          </p:val>
                                        </p:tav>
                                        <p:tav tm="100000">
                                          <p:val>
                                            <p:strVal val="#ppt_y"/>
                                          </p:val>
                                        </p:tav>
                                      </p:tavLst>
                                    </p:anim>
                                  </p:childTnLst>
                                </p:cTn>
                              </p:par>
                            </p:childTnLst>
                          </p:cTn>
                        </p:par>
                        <p:par>
                          <p:cTn id="15" fill="hold">
                            <p:stCondLst>
                              <p:cond delay="1000"/>
                            </p:stCondLst>
                            <p:childTnLst>
                              <p:par>
                                <p:cTn id="16" presetID="2" presetClass="entr" presetSubtype="4" fill="hold" nodeType="afterEffect">
                                  <p:stCondLst>
                                    <p:cond delay="0"/>
                                  </p:stCondLst>
                                  <p:childTnLst>
                                    <p:set>
                                      <p:cBhvr>
                                        <p:cTn id="17" dur="1" fill="hold">
                                          <p:stCondLst>
                                            <p:cond delay="0"/>
                                          </p:stCondLst>
                                        </p:cTn>
                                        <p:tgtEl>
                                          <p:spTgt spid="9"/>
                                        </p:tgtEl>
                                        <p:attrNameLst>
                                          <p:attrName>style.visibility</p:attrName>
                                        </p:attrNameLst>
                                      </p:cBhvr>
                                      <p:to>
                                        <p:strVal val="visible"/>
                                      </p:to>
                                    </p:set>
                                    <p:anim calcmode="lin" valueType="num">
                                      <p:cBhvr additive="base">
                                        <p:cTn id="18" dur="500" fill="hold"/>
                                        <p:tgtEl>
                                          <p:spTgt spid="9"/>
                                        </p:tgtEl>
                                        <p:attrNameLst>
                                          <p:attrName>ppt_x</p:attrName>
                                        </p:attrNameLst>
                                      </p:cBhvr>
                                      <p:tavLst>
                                        <p:tav tm="0">
                                          <p:val>
                                            <p:strVal val="#ppt_x"/>
                                          </p:val>
                                        </p:tav>
                                        <p:tav tm="100000">
                                          <p:val>
                                            <p:strVal val="#ppt_x"/>
                                          </p:val>
                                        </p:tav>
                                      </p:tavLst>
                                    </p:anim>
                                    <p:anim calcmode="lin" valueType="num">
                                      <p:cBhvr additive="base">
                                        <p:cTn id="19" dur="500" fill="hold"/>
                                        <p:tgtEl>
                                          <p:spTgt spid="9"/>
                                        </p:tgtEl>
                                        <p:attrNameLst>
                                          <p:attrName>ppt_y</p:attrName>
                                        </p:attrNameLst>
                                      </p:cBhvr>
                                      <p:tavLst>
                                        <p:tav tm="0">
                                          <p:val>
                                            <p:strVal val="1+#ppt_h/2"/>
                                          </p:val>
                                        </p:tav>
                                        <p:tav tm="100000">
                                          <p:val>
                                            <p:strVal val="#ppt_y"/>
                                          </p:val>
                                        </p:tav>
                                      </p:tavLst>
                                    </p:anim>
                                  </p:childTnLst>
                                </p:cTn>
                              </p:par>
                            </p:childTnLst>
                          </p:cTn>
                        </p:par>
                        <p:par>
                          <p:cTn id="20" fill="hold">
                            <p:stCondLst>
                              <p:cond delay="1500"/>
                            </p:stCondLst>
                            <p:childTnLst>
                              <p:par>
                                <p:cTn id="21" presetID="10" presetClass="entr" presetSubtype="0" fill="hold" grpId="0" nodeType="afterEffect">
                                  <p:stCondLst>
                                    <p:cond delay="0"/>
                                  </p:stCondLst>
                                  <p:childTnLst>
                                    <p:set>
                                      <p:cBhvr>
                                        <p:cTn id="22" dur="1" fill="hold">
                                          <p:stCondLst>
                                            <p:cond delay="0"/>
                                          </p:stCondLst>
                                        </p:cTn>
                                        <p:tgtEl>
                                          <p:spTgt spid="46"/>
                                        </p:tgtEl>
                                        <p:attrNameLst>
                                          <p:attrName>style.visibility</p:attrName>
                                        </p:attrNameLst>
                                      </p:cBhvr>
                                      <p:to>
                                        <p:strVal val="visible"/>
                                      </p:to>
                                    </p:set>
                                    <p:animEffect transition="in" filter="fade">
                                      <p:cBhvr>
                                        <p:cTn id="23" dur="500"/>
                                        <p:tgtEl>
                                          <p:spTgt spid="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6" grpId="0"/>
      <p:bldP spid="46" grpId="0"/>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38" name="Group 14"/>
          <p:cNvGrpSpPr>
            <a:grpSpLocks/>
          </p:cNvGrpSpPr>
          <p:nvPr/>
        </p:nvGrpSpPr>
        <p:grpSpPr bwMode="auto">
          <a:xfrm>
            <a:off x="2072641" y="886088"/>
            <a:ext cx="7961984" cy="5354687"/>
            <a:chOff x="0" y="2631"/>
            <a:chExt cx="15222" cy="10237"/>
          </a:xfrm>
        </p:grpSpPr>
        <p:sp>
          <p:nvSpPr>
            <p:cNvPr id="1039" name="Freeform 15"/>
            <p:cNvSpPr>
              <a:spLocks/>
            </p:cNvSpPr>
            <p:nvPr/>
          </p:nvSpPr>
          <p:spPr bwMode="auto">
            <a:xfrm>
              <a:off x="0" y="2631"/>
              <a:ext cx="15222" cy="10237"/>
            </a:xfrm>
            <a:custGeom>
              <a:avLst/>
              <a:gdLst/>
              <a:ahLst/>
              <a:cxnLst>
                <a:cxn ang="0">
                  <a:pos x="10" y="10236"/>
                </a:cxn>
                <a:cxn ang="0">
                  <a:pos x="3112" y="10236"/>
                </a:cxn>
                <a:cxn ang="0">
                  <a:pos x="13348" y="0"/>
                </a:cxn>
                <a:cxn ang="0">
                  <a:pos x="15232" y="0"/>
                </a:cxn>
              </a:cxnLst>
              <a:rect l="0" t="0" r="r" b="b"/>
              <a:pathLst>
                <a:path w="15222" h="10237">
                  <a:moveTo>
                    <a:pt x="10" y="10236"/>
                  </a:moveTo>
                  <a:lnTo>
                    <a:pt x="3112" y="10236"/>
                  </a:lnTo>
                  <a:lnTo>
                    <a:pt x="13348" y="0"/>
                  </a:lnTo>
                  <a:lnTo>
                    <a:pt x="15232" y="0"/>
                  </a:lnTo>
                </a:path>
              </a:pathLst>
            </a:custGeom>
            <a:noFill/>
            <a:ln w="88900">
              <a:solidFill>
                <a:srgbClr val="00ACC1"/>
              </a:solidFill>
              <a:round/>
              <a:headEnd/>
              <a:tailEnd/>
            </a:ln>
          </p:spPr>
          <p:txBody>
            <a:bodyPr vert="horz" wrap="square" lIns="109728" tIns="54864" rIns="109728" bIns="54864" numCol="1" anchor="t" anchorCtr="0" compatLnSpc="1">
              <a:prstTxWarp prst="textNoShape">
                <a:avLst/>
              </a:prstTxWarp>
            </a:bodyPr>
            <a:lstStyle/>
            <a:p>
              <a:pPr fontAlgn="auto">
                <a:spcBef>
                  <a:spcPts val="0"/>
                </a:spcBef>
                <a:spcAft>
                  <a:spcPts val="0"/>
                </a:spcAft>
              </a:pPr>
              <a:endParaRPr lang="en-US" sz="2160" dirty="0">
                <a:solidFill>
                  <a:prstClr val="black"/>
                </a:solidFill>
                <a:latin typeface="Open Sans Light"/>
                <a:cs typeface="Simplified Arabic" panose="02020603050405020304" pitchFamily="18" charset="-78"/>
              </a:endParaRPr>
            </a:p>
          </p:txBody>
        </p:sp>
      </p:grpSp>
      <p:grpSp>
        <p:nvGrpSpPr>
          <p:cNvPr id="1040" name="Group 16"/>
          <p:cNvGrpSpPr>
            <a:grpSpLocks/>
          </p:cNvGrpSpPr>
          <p:nvPr/>
        </p:nvGrpSpPr>
        <p:grpSpPr bwMode="auto">
          <a:xfrm>
            <a:off x="9742235" y="586367"/>
            <a:ext cx="371894" cy="598918"/>
            <a:chOff x="14663" y="2058"/>
            <a:chExt cx="711" cy="1145"/>
          </a:xfrm>
        </p:grpSpPr>
        <p:sp>
          <p:nvSpPr>
            <p:cNvPr id="1041" name="Freeform 17"/>
            <p:cNvSpPr>
              <a:spLocks/>
            </p:cNvSpPr>
            <p:nvPr/>
          </p:nvSpPr>
          <p:spPr bwMode="auto">
            <a:xfrm>
              <a:off x="14663" y="2058"/>
              <a:ext cx="711" cy="1145"/>
            </a:xfrm>
            <a:custGeom>
              <a:avLst/>
              <a:gdLst/>
              <a:ahLst/>
              <a:cxnLst>
                <a:cxn ang="0">
                  <a:pos x="95" y="0"/>
                </a:cxn>
                <a:cxn ang="0">
                  <a:pos x="0" y="103"/>
                </a:cxn>
                <a:cxn ang="0">
                  <a:pos x="505" y="573"/>
                </a:cxn>
                <a:cxn ang="0">
                  <a:pos x="0" y="1043"/>
                </a:cxn>
                <a:cxn ang="0">
                  <a:pos x="95" y="1145"/>
                </a:cxn>
                <a:cxn ang="0">
                  <a:pos x="711" y="573"/>
                </a:cxn>
                <a:cxn ang="0">
                  <a:pos x="95" y="0"/>
                </a:cxn>
              </a:cxnLst>
              <a:rect l="0" t="0" r="r" b="b"/>
              <a:pathLst>
                <a:path w="711" h="1145">
                  <a:moveTo>
                    <a:pt x="95" y="0"/>
                  </a:moveTo>
                  <a:lnTo>
                    <a:pt x="0" y="103"/>
                  </a:lnTo>
                  <a:lnTo>
                    <a:pt x="505" y="573"/>
                  </a:lnTo>
                  <a:lnTo>
                    <a:pt x="0" y="1043"/>
                  </a:lnTo>
                  <a:lnTo>
                    <a:pt x="95" y="1145"/>
                  </a:lnTo>
                  <a:lnTo>
                    <a:pt x="711" y="573"/>
                  </a:lnTo>
                  <a:lnTo>
                    <a:pt x="95" y="0"/>
                  </a:lnTo>
                </a:path>
              </a:pathLst>
            </a:custGeom>
            <a:solidFill>
              <a:srgbClr val="00ACC1"/>
            </a:solidFill>
            <a:ln w="9525">
              <a:noFill/>
              <a:round/>
              <a:headEnd/>
              <a:tailEnd/>
            </a:ln>
          </p:spPr>
          <p:txBody>
            <a:bodyPr vert="horz" wrap="square" lIns="109728" tIns="54864" rIns="109728" bIns="54864" numCol="1" anchor="t" anchorCtr="0" compatLnSpc="1">
              <a:prstTxWarp prst="textNoShape">
                <a:avLst/>
              </a:prstTxWarp>
            </a:bodyPr>
            <a:lstStyle/>
            <a:p>
              <a:pPr fontAlgn="auto">
                <a:spcBef>
                  <a:spcPts val="0"/>
                </a:spcBef>
                <a:spcAft>
                  <a:spcPts val="0"/>
                </a:spcAft>
              </a:pPr>
              <a:endParaRPr lang="en-US" sz="2160" dirty="0">
                <a:solidFill>
                  <a:prstClr val="black"/>
                </a:solidFill>
                <a:latin typeface="Open Sans Light"/>
                <a:cs typeface="Simplified Arabic" panose="02020603050405020304" pitchFamily="18" charset="-78"/>
              </a:endParaRPr>
            </a:p>
          </p:txBody>
        </p:sp>
      </p:grpSp>
      <p:grpSp>
        <p:nvGrpSpPr>
          <p:cNvPr id="1084" name="Group 60"/>
          <p:cNvGrpSpPr>
            <a:grpSpLocks/>
          </p:cNvGrpSpPr>
          <p:nvPr/>
        </p:nvGrpSpPr>
        <p:grpSpPr bwMode="auto">
          <a:xfrm>
            <a:off x="6052059" y="1636042"/>
            <a:ext cx="1046" cy="484888"/>
            <a:chOff x="8478" y="3133"/>
            <a:chExt cx="2" cy="927"/>
          </a:xfrm>
        </p:grpSpPr>
        <p:sp>
          <p:nvSpPr>
            <p:cNvPr id="1085" name="Freeform 61"/>
            <p:cNvSpPr>
              <a:spLocks/>
            </p:cNvSpPr>
            <p:nvPr/>
          </p:nvSpPr>
          <p:spPr bwMode="auto">
            <a:xfrm>
              <a:off x="8478" y="3133"/>
              <a:ext cx="2" cy="927"/>
            </a:xfrm>
            <a:custGeom>
              <a:avLst/>
              <a:gdLst/>
              <a:ahLst/>
              <a:cxnLst>
                <a:cxn ang="0">
                  <a:pos x="0" y="0"/>
                </a:cxn>
                <a:cxn ang="0">
                  <a:pos x="0" y="927"/>
                </a:cxn>
              </a:cxnLst>
              <a:rect l="0" t="0" r="r" b="b"/>
              <a:pathLst>
                <a:path h="927">
                  <a:moveTo>
                    <a:pt x="0" y="0"/>
                  </a:moveTo>
                  <a:lnTo>
                    <a:pt x="0" y="927"/>
                  </a:lnTo>
                </a:path>
              </a:pathLst>
            </a:custGeom>
            <a:noFill/>
            <a:ln w="54610">
              <a:solidFill>
                <a:srgbClr val="E64918"/>
              </a:solidFill>
              <a:round/>
              <a:headEnd/>
              <a:tailEnd/>
            </a:ln>
          </p:spPr>
          <p:txBody>
            <a:bodyPr vert="horz" wrap="square" lIns="109728" tIns="54864" rIns="109728" bIns="54864" numCol="1" anchor="t" anchorCtr="0" compatLnSpc="1">
              <a:prstTxWarp prst="textNoShape">
                <a:avLst/>
              </a:prstTxWarp>
            </a:bodyPr>
            <a:lstStyle/>
            <a:p>
              <a:pPr fontAlgn="auto">
                <a:spcBef>
                  <a:spcPts val="0"/>
                </a:spcBef>
                <a:spcAft>
                  <a:spcPts val="0"/>
                </a:spcAft>
              </a:pPr>
              <a:endParaRPr lang="en-US" sz="2160" dirty="0">
                <a:solidFill>
                  <a:prstClr val="black"/>
                </a:solidFill>
                <a:latin typeface="Open Sans Light"/>
                <a:cs typeface="Simplified Arabic" panose="02020603050405020304" pitchFamily="18" charset="-78"/>
              </a:endParaRPr>
            </a:p>
          </p:txBody>
        </p:sp>
      </p:grpSp>
      <p:grpSp>
        <p:nvGrpSpPr>
          <p:cNvPr id="1088" name="Group 64"/>
          <p:cNvGrpSpPr>
            <a:grpSpLocks/>
          </p:cNvGrpSpPr>
          <p:nvPr/>
        </p:nvGrpSpPr>
        <p:grpSpPr bwMode="auto">
          <a:xfrm>
            <a:off x="3559694" y="4367109"/>
            <a:ext cx="1046" cy="304428"/>
            <a:chOff x="2688" y="9398"/>
            <a:chExt cx="2" cy="582"/>
          </a:xfrm>
        </p:grpSpPr>
        <p:sp>
          <p:nvSpPr>
            <p:cNvPr id="1089" name="Freeform 65"/>
            <p:cNvSpPr>
              <a:spLocks/>
            </p:cNvSpPr>
            <p:nvPr/>
          </p:nvSpPr>
          <p:spPr bwMode="auto">
            <a:xfrm>
              <a:off x="2688" y="9398"/>
              <a:ext cx="2" cy="582"/>
            </a:xfrm>
            <a:custGeom>
              <a:avLst/>
              <a:gdLst/>
              <a:ahLst/>
              <a:cxnLst>
                <a:cxn ang="0">
                  <a:pos x="0" y="0"/>
                </a:cxn>
                <a:cxn ang="0">
                  <a:pos x="0" y="582"/>
                </a:cxn>
              </a:cxnLst>
              <a:rect l="0" t="0" r="r" b="b"/>
              <a:pathLst>
                <a:path h="582">
                  <a:moveTo>
                    <a:pt x="0" y="0"/>
                  </a:moveTo>
                  <a:lnTo>
                    <a:pt x="0" y="582"/>
                  </a:lnTo>
                </a:path>
              </a:pathLst>
            </a:custGeom>
            <a:noFill/>
            <a:ln w="54610">
              <a:solidFill>
                <a:srgbClr val="8AB72C"/>
              </a:solidFill>
              <a:round/>
              <a:headEnd/>
              <a:tailEnd/>
            </a:ln>
          </p:spPr>
          <p:txBody>
            <a:bodyPr vert="horz" wrap="square" lIns="109728" tIns="54864" rIns="109728" bIns="54864" numCol="1" anchor="t" anchorCtr="0" compatLnSpc="1">
              <a:prstTxWarp prst="textNoShape">
                <a:avLst/>
              </a:prstTxWarp>
            </a:bodyPr>
            <a:lstStyle/>
            <a:p>
              <a:pPr fontAlgn="auto">
                <a:spcBef>
                  <a:spcPts val="0"/>
                </a:spcBef>
                <a:spcAft>
                  <a:spcPts val="0"/>
                </a:spcAft>
              </a:pPr>
              <a:endParaRPr lang="en-US" sz="2160" dirty="0">
                <a:solidFill>
                  <a:prstClr val="black"/>
                </a:solidFill>
                <a:latin typeface="Open Sans Light"/>
                <a:cs typeface="Simplified Arabic" panose="02020603050405020304" pitchFamily="18" charset="-78"/>
              </a:endParaRPr>
            </a:p>
          </p:txBody>
        </p:sp>
      </p:grpSp>
      <p:grpSp>
        <p:nvGrpSpPr>
          <p:cNvPr id="1090" name="Group 66"/>
          <p:cNvGrpSpPr>
            <a:grpSpLocks/>
          </p:cNvGrpSpPr>
          <p:nvPr/>
        </p:nvGrpSpPr>
        <p:grpSpPr bwMode="auto">
          <a:xfrm>
            <a:off x="6135225" y="2258497"/>
            <a:ext cx="783540" cy="783562"/>
            <a:chOff x="8637" y="4323"/>
            <a:chExt cx="1498" cy="1498"/>
          </a:xfrm>
        </p:grpSpPr>
        <p:sp>
          <p:nvSpPr>
            <p:cNvPr id="1091" name="Freeform 67"/>
            <p:cNvSpPr>
              <a:spLocks/>
            </p:cNvSpPr>
            <p:nvPr/>
          </p:nvSpPr>
          <p:spPr bwMode="auto">
            <a:xfrm>
              <a:off x="8637" y="4323"/>
              <a:ext cx="1498" cy="1498"/>
            </a:xfrm>
            <a:custGeom>
              <a:avLst/>
              <a:gdLst/>
              <a:ahLst/>
              <a:cxnLst>
                <a:cxn ang="0">
                  <a:pos x="1498" y="1499"/>
                </a:cxn>
                <a:cxn ang="0">
                  <a:pos x="0" y="0"/>
                </a:cxn>
              </a:cxnLst>
              <a:rect l="0" t="0" r="r" b="b"/>
              <a:pathLst>
                <a:path w="1498" h="1498">
                  <a:moveTo>
                    <a:pt x="1498" y="1499"/>
                  </a:moveTo>
                  <a:lnTo>
                    <a:pt x="0" y="0"/>
                  </a:lnTo>
                </a:path>
              </a:pathLst>
            </a:custGeom>
            <a:noFill/>
            <a:ln w="12700">
              <a:solidFill>
                <a:srgbClr val="BBBDC0"/>
              </a:solidFill>
              <a:round/>
              <a:headEnd/>
              <a:tailEnd/>
            </a:ln>
          </p:spPr>
          <p:txBody>
            <a:bodyPr vert="horz" wrap="square" lIns="109728" tIns="54864" rIns="109728" bIns="54864" numCol="1" anchor="t" anchorCtr="0" compatLnSpc="1">
              <a:prstTxWarp prst="textNoShape">
                <a:avLst/>
              </a:prstTxWarp>
            </a:bodyPr>
            <a:lstStyle/>
            <a:p>
              <a:pPr fontAlgn="auto">
                <a:spcBef>
                  <a:spcPts val="0"/>
                </a:spcBef>
                <a:spcAft>
                  <a:spcPts val="0"/>
                </a:spcAft>
              </a:pPr>
              <a:endParaRPr lang="en-US" sz="2160" dirty="0">
                <a:solidFill>
                  <a:prstClr val="black"/>
                </a:solidFill>
                <a:latin typeface="Open Sans Light"/>
                <a:cs typeface="Simplified Arabic" panose="02020603050405020304" pitchFamily="18" charset="-78"/>
              </a:endParaRPr>
            </a:p>
          </p:txBody>
        </p:sp>
      </p:grpSp>
      <p:grpSp>
        <p:nvGrpSpPr>
          <p:cNvPr id="1092" name="Group 68"/>
          <p:cNvGrpSpPr>
            <a:grpSpLocks/>
          </p:cNvGrpSpPr>
          <p:nvPr/>
        </p:nvGrpSpPr>
        <p:grpSpPr bwMode="auto">
          <a:xfrm>
            <a:off x="6599701" y="2726124"/>
            <a:ext cx="638130" cy="638148"/>
            <a:chOff x="9525" y="5217"/>
            <a:chExt cx="1220" cy="1220"/>
          </a:xfrm>
        </p:grpSpPr>
        <p:sp>
          <p:nvSpPr>
            <p:cNvPr id="1093" name="Freeform 69"/>
            <p:cNvSpPr>
              <a:spLocks/>
            </p:cNvSpPr>
            <p:nvPr/>
          </p:nvSpPr>
          <p:spPr bwMode="auto">
            <a:xfrm>
              <a:off x="9525" y="5217"/>
              <a:ext cx="1220" cy="1220"/>
            </a:xfrm>
            <a:custGeom>
              <a:avLst/>
              <a:gdLst/>
              <a:ahLst/>
              <a:cxnLst>
                <a:cxn ang="0">
                  <a:pos x="0" y="0"/>
                </a:cxn>
                <a:cxn ang="0">
                  <a:pos x="1220" y="0"/>
                </a:cxn>
                <a:cxn ang="0">
                  <a:pos x="1220" y="1220"/>
                </a:cxn>
                <a:cxn ang="0">
                  <a:pos x="0" y="1220"/>
                </a:cxn>
                <a:cxn ang="0">
                  <a:pos x="0" y="0"/>
                </a:cxn>
              </a:cxnLst>
              <a:rect l="0" t="0" r="r" b="b"/>
              <a:pathLst>
                <a:path w="1220" h="1220">
                  <a:moveTo>
                    <a:pt x="0" y="0"/>
                  </a:moveTo>
                  <a:lnTo>
                    <a:pt x="1220" y="0"/>
                  </a:lnTo>
                  <a:lnTo>
                    <a:pt x="1220" y="1220"/>
                  </a:lnTo>
                  <a:lnTo>
                    <a:pt x="0" y="1220"/>
                  </a:lnTo>
                  <a:lnTo>
                    <a:pt x="0" y="0"/>
                  </a:lnTo>
                </a:path>
              </a:pathLst>
            </a:custGeom>
            <a:solidFill>
              <a:srgbClr val="E64918"/>
            </a:solidFill>
            <a:ln w="28575">
              <a:solidFill>
                <a:schemeClr val="bg1"/>
              </a:solidFill>
              <a:round/>
              <a:headEnd/>
              <a:tailEnd/>
            </a:ln>
          </p:spPr>
          <p:txBody>
            <a:bodyPr vert="horz" wrap="square" lIns="109728" tIns="87782" rIns="109728" bIns="0" numCol="1" anchor="t" anchorCtr="0" compatLnSpc="1">
              <a:prstTxWarp prst="textNoShape">
                <a:avLst/>
              </a:prstTxWarp>
            </a:bodyPr>
            <a:lstStyle/>
            <a:p>
              <a:pPr algn="ctr" fontAlgn="auto">
                <a:spcBef>
                  <a:spcPts val="0"/>
                </a:spcBef>
                <a:spcAft>
                  <a:spcPts val="0"/>
                </a:spcAft>
              </a:pPr>
              <a:r>
                <a:rPr lang="en-US" sz="2880" dirty="0" smtClean="0">
                  <a:solidFill>
                    <a:prstClr val="white"/>
                  </a:solidFill>
                  <a:latin typeface="Sosa" pitchFamily="2" charset="0"/>
                  <a:cs typeface="Simplified Arabic" panose="02020603050405020304" pitchFamily="18" charset="-78"/>
                </a:rPr>
                <a:t>3</a:t>
              </a:r>
              <a:endParaRPr lang="en-US" sz="2880" dirty="0">
                <a:solidFill>
                  <a:prstClr val="white"/>
                </a:solidFill>
                <a:latin typeface="Sosa" pitchFamily="2" charset="0"/>
                <a:cs typeface="Simplified Arabic" panose="02020603050405020304" pitchFamily="18" charset="-78"/>
              </a:endParaRPr>
            </a:p>
          </p:txBody>
        </p:sp>
      </p:grpSp>
      <p:grpSp>
        <p:nvGrpSpPr>
          <p:cNvPr id="1114" name="Group 90"/>
          <p:cNvGrpSpPr>
            <a:grpSpLocks/>
          </p:cNvGrpSpPr>
          <p:nvPr/>
        </p:nvGrpSpPr>
        <p:grpSpPr bwMode="auto">
          <a:xfrm>
            <a:off x="8130172" y="1803032"/>
            <a:ext cx="808124" cy="804485"/>
            <a:chOff x="11581" y="4384"/>
            <a:chExt cx="1545" cy="1538"/>
          </a:xfrm>
        </p:grpSpPr>
        <p:sp>
          <p:nvSpPr>
            <p:cNvPr id="1115" name="Freeform 91"/>
            <p:cNvSpPr>
              <a:spLocks/>
            </p:cNvSpPr>
            <p:nvPr/>
          </p:nvSpPr>
          <p:spPr bwMode="auto">
            <a:xfrm>
              <a:off x="11581" y="4384"/>
              <a:ext cx="1545" cy="1538"/>
            </a:xfrm>
            <a:custGeom>
              <a:avLst/>
              <a:gdLst/>
              <a:ahLst/>
              <a:cxnLst>
                <a:cxn ang="0">
                  <a:pos x="0" y="0"/>
                </a:cxn>
                <a:cxn ang="0">
                  <a:pos x="1546" y="1538"/>
                </a:cxn>
              </a:cxnLst>
              <a:rect l="0" t="0" r="r" b="b"/>
              <a:pathLst>
                <a:path w="1545" h="1538">
                  <a:moveTo>
                    <a:pt x="0" y="0"/>
                  </a:moveTo>
                  <a:lnTo>
                    <a:pt x="1546" y="1538"/>
                  </a:lnTo>
                </a:path>
              </a:pathLst>
            </a:custGeom>
            <a:noFill/>
            <a:ln w="12700">
              <a:solidFill>
                <a:srgbClr val="BBBDC0"/>
              </a:solidFill>
              <a:round/>
              <a:headEnd/>
              <a:tailEnd/>
            </a:ln>
          </p:spPr>
          <p:txBody>
            <a:bodyPr vert="horz" wrap="square" lIns="109728" tIns="54864" rIns="109728" bIns="54864" numCol="1" anchor="t" anchorCtr="0" compatLnSpc="1">
              <a:prstTxWarp prst="textNoShape">
                <a:avLst/>
              </a:prstTxWarp>
            </a:bodyPr>
            <a:lstStyle/>
            <a:p>
              <a:pPr fontAlgn="auto">
                <a:spcBef>
                  <a:spcPts val="0"/>
                </a:spcBef>
                <a:spcAft>
                  <a:spcPts val="0"/>
                </a:spcAft>
              </a:pPr>
              <a:endParaRPr lang="en-US" sz="2160" dirty="0">
                <a:solidFill>
                  <a:prstClr val="black"/>
                </a:solidFill>
                <a:latin typeface="Open Sans Light"/>
                <a:cs typeface="Simplified Arabic" panose="02020603050405020304" pitchFamily="18" charset="-78"/>
              </a:endParaRPr>
            </a:p>
          </p:txBody>
        </p:sp>
      </p:grpSp>
      <p:grpSp>
        <p:nvGrpSpPr>
          <p:cNvPr id="1116" name="Group 92"/>
          <p:cNvGrpSpPr>
            <a:grpSpLocks/>
          </p:cNvGrpSpPr>
          <p:nvPr/>
        </p:nvGrpSpPr>
        <p:grpSpPr bwMode="auto">
          <a:xfrm>
            <a:off x="9029831" y="2713178"/>
            <a:ext cx="1046" cy="376612"/>
            <a:chOff x="13301" y="6124"/>
            <a:chExt cx="2" cy="720"/>
          </a:xfrm>
        </p:grpSpPr>
        <p:sp>
          <p:nvSpPr>
            <p:cNvPr id="1117" name="Freeform 93"/>
            <p:cNvSpPr>
              <a:spLocks/>
            </p:cNvSpPr>
            <p:nvPr/>
          </p:nvSpPr>
          <p:spPr bwMode="auto">
            <a:xfrm>
              <a:off x="13301" y="6124"/>
              <a:ext cx="2" cy="720"/>
            </a:xfrm>
            <a:custGeom>
              <a:avLst/>
              <a:gdLst/>
              <a:ahLst/>
              <a:cxnLst>
                <a:cxn ang="0">
                  <a:pos x="0" y="0"/>
                </a:cxn>
                <a:cxn ang="0">
                  <a:pos x="0" y="720"/>
                </a:cxn>
              </a:cxnLst>
              <a:rect l="0" t="0" r="r" b="b"/>
              <a:pathLst>
                <a:path h="720">
                  <a:moveTo>
                    <a:pt x="0" y="0"/>
                  </a:moveTo>
                  <a:lnTo>
                    <a:pt x="0" y="720"/>
                  </a:lnTo>
                </a:path>
              </a:pathLst>
            </a:custGeom>
            <a:noFill/>
            <a:ln w="52070">
              <a:solidFill>
                <a:srgbClr val="00BEA4"/>
              </a:solidFill>
              <a:round/>
              <a:headEnd/>
              <a:tailEnd/>
            </a:ln>
          </p:spPr>
          <p:txBody>
            <a:bodyPr vert="horz" wrap="square" lIns="109728" tIns="54864" rIns="109728" bIns="54864" numCol="1" anchor="t" anchorCtr="0" compatLnSpc="1">
              <a:prstTxWarp prst="textNoShape">
                <a:avLst/>
              </a:prstTxWarp>
            </a:bodyPr>
            <a:lstStyle/>
            <a:p>
              <a:pPr fontAlgn="auto">
                <a:spcBef>
                  <a:spcPts val="0"/>
                </a:spcBef>
                <a:spcAft>
                  <a:spcPts val="0"/>
                </a:spcAft>
              </a:pPr>
              <a:endParaRPr lang="en-US" sz="2160" dirty="0">
                <a:solidFill>
                  <a:prstClr val="black"/>
                </a:solidFill>
                <a:latin typeface="Open Sans Light"/>
                <a:cs typeface="Simplified Arabic" panose="02020603050405020304" pitchFamily="18" charset="-78"/>
              </a:endParaRPr>
            </a:p>
          </p:txBody>
        </p:sp>
      </p:grpSp>
      <p:grpSp>
        <p:nvGrpSpPr>
          <p:cNvPr id="1120" name="Group 96"/>
          <p:cNvGrpSpPr>
            <a:grpSpLocks/>
          </p:cNvGrpSpPr>
          <p:nvPr/>
        </p:nvGrpSpPr>
        <p:grpSpPr bwMode="auto">
          <a:xfrm>
            <a:off x="6525858" y="5155572"/>
            <a:ext cx="1046" cy="336858"/>
            <a:chOff x="7452" y="11941"/>
            <a:chExt cx="2" cy="644"/>
          </a:xfrm>
        </p:grpSpPr>
        <p:sp>
          <p:nvSpPr>
            <p:cNvPr id="1121" name="Freeform 97"/>
            <p:cNvSpPr>
              <a:spLocks/>
            </p:cNvSpPr>
            <p:nvPr/>
          </p:nvSpPr>
          <p:spPr bwMode="auto">
            <a:xfrm>
              <a:off x="7452" y="11941"/>
              <a:ext cx="2" cy="644"/>
            </a:xfrm>
            <a:custGeom>
              <a:avLst/>
              <a:gdLst/>
              <a:ahLst/>
              <a:cxnLst>
                <a:cxn ang="0">
                  <a:pos x="0" y="0"/>
                </a:cxn>
                <a:cxn ang="0">
                  <a:pos x="0" y="644"/>
                </a:cxn>
              </a:cxnLst>
              <a:rect l="0" t="0" r="r" b="b"/>
              <a:pathLst>
                <a:path h="644">
                  <a:moveTo>
                    <a:pt x="0" y="0"/>
                  </a:moveTo>
                  <a:lnTo>
                    <a:pt x="0" y="644"/>
                  </a:lnTo>
                </a:path>
              </a:pathLst>
            </a:custGeom>
            <a:noFill/>
            <a:ln w="54623">
              <a:solidFill>
                <a:srgbClr val="EE5250"/>
              </a:solidFill>
              <a:round/>
              <a:headEnd/>
              <a:tailEnd/>
            </a:ln>
          </p:spPr>
          <p:txBody>
            <a:bodyPr vert="horz" wrap="square" lIns="109728" tIns="54864" rIns="109728" bIns="54864" numCol="1" anchor="t" anchorCtr="0" compatLnSpc="1">
              <a:prstTxWarp prst="textNoShape">
                <a:avLst/>
              </a:prstTxWarp>
            </a:bodyPr>
            <a:lstStyle/>
            <a:p>
              <a:pPr fontAlgn="auto">
                <a:spcBef>
                  <a:spcPts val="0"/>
                </a:spcBef>
                <a:spcAft>
                  <a:spcPts val="0"/>
                </a:spcAft>
              </a:pPr>
              <a:endParaRPr lang="en-US" sz="2160" dirty="0">
                <a:solidFill>
                  <a:prstClr val="black"/>
                </a:solidFill>
                <a:latin typeface="Open Sans Light"/>
                <a:cs typeface="Simplified Arabic" panose="02020603050405020304" pitchFamily="18" charset="-78"/>
              </a:endParaRPr>
            </a:p>
          </p:txBody>
        </p:sp>
      </p:grpSp>
      <p:grpSp>
        <p:nvGrpSpPr>
          <p:cNvPr id="1122" name="Group 98"/>
          <p:cNvGrpSpPr>
            <a:grpSpLocks/>
          </p:cNvGrpSpPr>
          <p:nvPr/>
        </p:nvGrpSpPr>
        <p:grpSpPr bwMode="auto">
          <a:xfrm>
            <a:off x="7811107" y="1482389"/>
            <a:ext cx="638130" cy="638148"/>
            <a:chOff x="10971" y="3771"/>
            <a:chExt cx="1220" cy="1220"/>
          </a:xfrm>
        </p:grpSpPr>
        <p:sp>
          <p:nvSpPr>
            <p:cNvPr id="1123" name="Freeform 99"/>
            <p:cNvSpPr>
              <a:spLocks/>
            </p:cNvSpPr>
            <p:nvPr/>
          </p:nvSpPr>
          <p:spPr bwMode="auto">
            <a:xfrm>
              <a:off x="10971" y="3771"/>
              <a:ext cx="1220" cy="1220"/>
            </a:xfrm>
            <a:custGeom>
              <a:avLst/>
              <a:gdLst/>
              <a:ahLst/>
              <a:cxnLst>
                <a:cxn ang="0">
                  <a:pos x="0" y="0"/>
                </a:cxn>
                <a:cxn ang="0">
                  <a:pos x="1220" y="0"/>
                </a:cxn>
                <a:cxn ang="0">
                  <a:pos x="1220" y="1220"/>
                </a:cxn>
                <a:cxn ang="0">
                  <a:pos x="0" y="1220"/>
                </a:cxn>
                <a:cxn ang="0">
                  <a:pos x="0" y="0"/>
                </a:cxn>
              </a:cxnLst>
              <a:rect l="0" t="0" r="r" b="b"/>
              <a:pathLst>
                <a:path w="1220" h="1220">
                  <a:moveTo>
                    <a:pt x="0" y="0"/>
                  </a:moveTo>
                  <a:lnTo>
                    <a:pt x="1220" y="0"/>
                  </a:lnTo>
                  <a:lnTo>
                    <a:pt x="1220" y="1220"/>
                  </a:lnTo>
                  <a:lnTo>
                    <a:pt x="0" y="1220"/>
                  </a:lnTo>
                  <a:lnTo>
                    <a:pt x="0" y="0"/>
                  </a:lnTo>
                </a:path>
              </a:pathLst>
            </a:custGeom>
            <a:solidFill>
              <a:srgbClr val="00BEA4"/>
            </a:solidFill>
            <a:ln w="28575">
              <a:solidFill>
                <a:schemeClr val="bg1"/>
              </a:solidFill>
              <a:round/>
              <a:headEnd/>
              <a:tailEnd/>
            </a:ln>
          </p:spPr>
          <p:txBody>
            <a:bodyPr vert="horz" wrap="square" lIns="109728" tIns="87782" rIns="109728" bIns="0" numCol="1" anchor="t" anchorCtr="0" compatLnSpc="1">
              <a:prstTxWarp prst="textNoShape">
                <a:avLst/>
              </a:prstTxWarp>
            </a:bodyPr>
            <a:lstStyle/>
            <a:p>
              <a:pPr algn="ctr" fontAlgn="auto">
                <a:spcBef>
                  <a:spcPts val="0"/>
                </a:spcBef>
                <a:spcAft>
                  <a:spcPts val="0"/>
                </a:spcAft>
              </a:pPr>
              <a:r>
                <a:rPr lang="en-US" sz="2880" dirty="0" smtClean="0">
                  <a:solidFill>
                    <a:prstClr val="white"/>
                  </a:solidFill>
                  <a:latin typeface="Sosa" pitchFamily="2" charset="0"/>
                  <a:cs typeface="Simplified Arabic" panose="02020603050405020304" pitchFamily="18" charset="-78"/>
                </a:rPr>
                <a:t>4</a:t>
              </a:r>
              <a:endParaRPr lang="en-US" sz="2880" dirty="0">
                <a:solidFill>
                  <a:prstClr val="white"/>
                </a:solidFill>
                <a:latin typeface="Sosa" pitchFamily="2" charset="0"/>
                <a:cs typeface="Simplified Arabic" panose="02020603050405020304" pitchFamily="18" charset="-78"/>
              </a:endParaRPr>
            </a:p>
          </p:txBody>
        </p:sp>
      </p:grpSp>
      <p:grpSp>
        <p:nvGrpSpPr>
          <p:cNvPr id="1170" name="Group 146"/>
          <p:cNvGrpSpPr>
            <a:grpSpLocks/>
          </p:cNvGrpSpPr>
          <p:nvPr/>
        </p:nvGrpSpPr>
        <p:grpSpPr bwMode="auto">
          <a:xfrm>
            <a:off x="5660199" y="4240719"/>
            <a:ext cx="774126" cy="774146"/>
            <a:chOff x="5797" y="10192"/>
            <a:chExt cx="1480" cy="1480"/>
          </a:xfrm>
        </p:grpSpPr>
        <p:sp>
          <p:nvSpPr>
            <p:cNvPr id="1171" name="Freeform 147"/>
            <p:cNvSpPr>
              <a:spLocks/>
            </p:cNvSpPr>
            <p:nvPr/>
          </p:nvSpPr>
          <p:spPr bwMode="auto">
            <a:xfrm>
              <a:off x="5797" y="10192"/>
              <a:ext cx="1480" cy="1480"/>
            </a:xfrm>
            <a:custGeom>
              <a:avLst/>
              <a:gdLst/>
              <a:ahLst/>
              <a:cxnLst>
                <a:cxn ang="0">
                  <a:pos x="0" y="0"/>
                </a:cxn>
                <a:cxn ang="0">
                  <a:pos x="1480" y="1480"/>
                </a:cxn>
              </a:cxnLst>
              <a:rect l="0" t="0" r="r" b="b"/>
              <a:pathLst>
                <a:path w="1480" h="1480">
                  <a:moveTo>
                    <a:pt x="0" y="0"/>
                  </a:moveTo>
                  <a:lnTo>
                    <a:pt x="1480" y="1480"/>
                  </a:lnTo>
                </a:path>
              </a:pathLst>
            </a:custGeom>
            <a:noFill/>
            <a:ln w="12700">
              <a:solidFill>
                <a:srgbClr val="BBBDC0"/>
              </a:solidFill>
              <a:round/>
              <a:headEnd/>
              <a:tailEnd/>
            </a:ln>
          </p:spPr>
          <p:txBody>
            <a:bodyPr vert="horz" wrap="square" lIns="109728" tIns="54864" rIns="109728" bIns="54864" numCol="1" anchor="t" anchorCtr="0" compatLnSpc="1">
              <a:prstTxWarp prst="textNoShape">
                <a:avLst/>
              </a:prstTxWarp>
            </a:bodyPr>
            <a:lstStyle/>
            <a:p>
              <a:pPr fontAlgn="auto">
                <a:spcBef>
                  <a:spcPts val="0"/>
                </a:spcBef>
                <a:spcAft>
                  <a:spcPts val="0"/>
                </a:spcAft>
              </a:pPr>
              <a:endParaRPr lang="en-US" sz="2160" dirty="0">
                <a:solidFill>
                  <a:prstClr val="black"/>
                </a:solidFill>
                <a:latin typeface="Open Sans Light"/>
                <a:cs typeface="Simplified Arabic" panose="02020603050405020304" pitchFamily="18" charset="-78"/>
              </a:endParaRPr>
            </a:p>
          </p:txBody>
        </p:sp>
      </p:grpSp>
      <p:sp>
        <p:nvSpPr>
          <p:cNvPr id="1173" name="Freeform 149"/>
          <p:cNvSpPr>
            <a:spLocks/>
          </p:cNvSpPr>
          <p:nvPr/>
        </p:nvSpPr>
        <p:spPr bwMode="auto">
          <a:xfrm>
            <a:off x="5341133" y="3907522"/>
            <a:ext cx="638130" cy="638148"/>
          </a:xfrm>
          <a:custGeom>
            <a:avLst/>
            <a:gdLst/>
            <a:ahLst/>
            <a:cxnLst>
              <a:cxn ang="0">
                <a:pos x="0" y="0"/>
              </a:cxn>
              <a:cxn ang="0">
                <a:pos x="1220" y="0"/>
              </a:cxn>
              <a:cxn ang="0">
                <a:pos x="1220" y="1220"/>
              </a:cxn>
              <a:cxn ang="0">
                <a:pos x="0" y="1220"/>
              </a:cxn>
              <a:cxn ang="0">
                <a:pos x="0" y="0"/>
              </a:cxn>
            </a:cxnLst>
            <a:rect l="0" t="0" r="r" b="b"/>
            <a:pathLst>
              <a:path w="1220" h="1220">
                <a:moveTo>
                  <a:pt x="0" y="0"/>
                </a:moveTo>
                <a:lnTo>
                  <a:pt x="1220" y="0"/>
                </a:lnTo>
                <a:lnTo>
                  <a:pt x="1220" y="1220"/>
                </a:lnTo>
                <a:lnTo>
                  <a:pt x="0" y="1220"/>
                </a:lnTo>
                <a:lnTo>
                  <a:pt x="0" y="0"/>
                </a:lnTo>
              </a:path>
            </a:pathLst>
          </a:custGeom>
          <a:solidFill>
            <a:srgbClr val="EE5250"/>
          </a:solidFill>
          <a:ln w="28575">
            <a:solidFill>
              <a:schemeClr val="bg1"/>
            </a:solidFill>
            <a:round/>
            <a:headEnd/>
            <a:tailEnd/>
          </a:ln>
        </p:spPr>
        <p:txBody>
          <a:bodyPr vert="horz" wrap="square" lIns="109728" tIns="87782" rIns="109728" bIns="0" numCol="1" anchor="t" anchorCtr="0" compatLnSpc="1">
            <a:prstTxWarp prst="textNoShape">
              <a:avLst/>
            </a:prstTxWarp>
          </a:bodyPr>
          <a:lstStyle/>
          <a:p>
            <a:pPr fontAlgn="auto">
              <a:spcBef>
                <a:spcPts val="0"/>
              </a:spcBef>
              <a:spcAft>
                <a:spcPts val="0"/>
              </a:spcAft>
            </a:pPr>
            <a:r>
              <a:rPr lang="en-US" sz="2880" dirty="0" smtClean="0">
                <a:solidFill>
                  <a:prstClr val="white"/>
                </a:solidFill>
                <a:latin typeface="Sosa" pitchFamily="2" charset="0"/>
                <a:cs typeface="Simplified Arabic" panose="02020603050405020304" pitchFamily="18" charset="-78"/>
              </a:rPr>
              <a:t>2</a:t>
            </a:r>
            <a:endParaRPr lang="en-US" sz="2880" dirty="0">
              <a:solidFill>
                <a:prstClr val="white"/>
              </a:solidFill>
              <a:latin typeface="Sosa" pitchFamily="2" charset="0"/>
              <a:cs typeface="Simplified Arabic" panose="02020603050405020304" pitchFamily="18" charset="-78"/>
            </a:endParaRPr>
          </a:p>
        </p:txBody>
      </p:sp>
      <p:grpSp>
        <p:nvGrpSpPr>
          <p:cNvPr id="1220" name="Group 196"/>
          <p:cNvGrpSpPr>
            <a:grpSpLocks/>
          </p:cNvGrpSpPr>
          <p:nvPr/>
        </p:nvGrpSpPr>
        <p:grpSpPr bwMode="auto">
          <a:xfrm>
            <a:off x="3559694" y="4804419"/>
            <a:ext cx="788771" cy="788792"/>
            <a:chOff x="2843" y="10122"/>
            <a:chExt cx="1508" cy="1508"/>
          </a:xfrm>
        </p:grpSpPr>
        <p:sp>
          <p:nvSpPr>
            <p:cNvPr id="1221" name="Freeform 197"/>
            <p:cNvSpPr>
              <a:spLocks/>
            </p:cNvSpPr>
            <p:nvPr/>
          </p:nvSpPr>
          <p:spPr bwMode="auto">
            <a:xfrm>
              <a:off x="2843" y="10122"/>
              <a:ext cx="1508" cy="1508"/>
            </a:xfrm>
            <a:custGeom>
              <a:avLst/>
              <a:gdLst/>
              <a:ahLst/>
              <a:cxnLst>
                <a:cxn ang="0">
                  <a:pos x="1508" y="1508"/>
                </a:cxn>
                <a:cxn ang="0">
                  <a:pos x="0" y="0"/>
                </a:cxn>
              </a:cxnLst>
              <a:rect l="0" t="0" r="r" b="b"/>
              <a:pathLst>
                <a:path w="1508" h="1508">
                  <a:moveTo>
                    <a:pt x="1508" y="1508"/>
                  </a:moveTo>
                  <a:lnTo>
                    <a:pt x="0" y="0"/>
                  </a:lnTo>
                </a:path>
              </a:pathLst>
            </a:custGeom>
            <a:noFill/>
            <a:ln w="12700">
              <a:solidFill>
                <a:srgbClr val="BBBDC0"/>
              </a:solidFill>
              <a:round/>
              <a:headEnd/>
              <a:tailEnd/>
            </a:ln>
          </p:spPr>
          <p:txBody>
            <a:bodyPr vert="horz" wrap="square" lIns="109728" tIns="54864" rIns="109728" bIns="54864" numCol="1" anchor="t" anchorCtr="0" compatLnSpc="1">
              <a:prstTxWarp prst="textNoShape">
                <a:avLst/>
              </a:prstTxWarp>
            </a:bodyPr>
            <a:lstStyle/>
            <a:p>
              <a:pPr fontAlgn="auto">
                <a:spcBef>
                  <a:spcPts val="0"/>
                </a:spcBef>
                <a:spcAft>
                  <a:spcPts val="0"/>
                </a:spcAft>
              </a:pPr>
              <a:endParaRPr lang="en-US" sz="2160" dirty="0">
                <a:solidFill>
                  <a:prstClr val="black"/>
                </a:solidFill>
                <a:latin typeface="Open Sans Light"/>
                <a:cs typeface="Simplified Arabic" panose="02020603050405020304" pitchFamily="18" charset="-78"/>
              </a:endParaRPr>
            </a:p>
          </p:txBody>
        </p:sp>
      </p:grpSp>
      <p:sp>
        <p:nvSpPr>
          <p:cNvPr id="1223" name="Freeform 199"/>
          <p:cNvSpPr>
            <a:spLocks/>
          </p:cNvSpPr>
          <p:nvPr/>
        </p:nvSpPr>
        <p:spPr bwMode="auto">
          <a:xfrm>
            <a:off x="4029399" y="5264198"/>
            <a:ext cx="638130" cy="638148"/>
          </a:xfrm>
          <a:custGeom>
            <a:avLst/>
            <a:gdLst/>
            <a:ahLst/>
            <a:cxnLst>
              <a:cxn ang="0">
                <a:pos x="0" y="0"/>
              </a:cxn>
              <a:cxn ang="0">
                <a:pos x="1220" y="0"/>
              </a:cxn>
              <a:cxn ang="0">
                <a:pos x="1220" y="1220"/>
              </a:cxn>
              <a:cxn ang="0">
                <a:pos x="0" y="1220"/>
              </a:cxn>
              <a:cxn ang="0">
                <a:pos x="0" y="0"/>
              </a:cxn>
            </a:cxnLst>
            <a:rect l="0" t="0" r="r" b="b"/>
            <a:pathLst>
              <a:path w="1220" h="1220">
                <a:moveTo>
                  <a:pt x="0" y="0"/>
                </a:moveTo>
                <a:lnTo>
                  <a:pt x="1220" y="0"/>
                </a:lnTo>
                <a:lnTo>
                  <a:pt x="1220" y="1220"/>
                </a:lnTo>
                <a:lnTo>
                  <a:pt x="0" y="1220"/>
                </a:lnTo>
                <a:lnTo>
                  <a:pt x="0" y="0"/>
                </a:lnTo>
              </a:path>
            </a:pathLst>
          </a:custGeom>
          <a:solidFill>
            <a:srgbClr val="8AB72C"/>
          </a:solidFill>
          <a:ln w="28575">
            <a:solidFill>
              <a:schemeClr val="bg1"/>
            </a:solidFill>
            <a:round/>
            <a:headEnd/>
            <a:tailEnd/>
          </a:ln>
        </p:spPr>
        <p:txBody>
          <a:bodyPr vert="horz" wrap="square" lIns="109728" tIns="54864" rIns="109728" bIns="54864" numCol="1" anchor="ctr" anchorCtr="0" compatLnSpc="1">
            <a:prstTxWarp prst="textNoShape">
              <a:avLst/>
            </a:prstTxWarp>
          </a:bodyPr>
          <a:lstStyle/>
          <a:p>
            <a:pPr algn="ctr" fontAlgn="auto">
              <a:spcBef>
                <a:spcPts val="0"/>
              </a:spcBef>
              <a:spcAft>
                <a:spcPts val="0"/>
              </a:spcAft>
            </a:pPr>
            <a:r>
              <a:rPr lang="en-US" sz="2880" dirty="0" smtClean="0">
                <a:solidFill>
                  <a:prstClr val="white"/>
                </a:solidFill>
                <a:latin typeface="Sosa" pitchFamily="2" charset="0"/>
                <a:cs typeface="Simplified Arabic" panose="02020603050405020304" pitchFamily="18" charset="-78"/>
              </a:rPr>
              <a:t>1</a:t>
            </a:r>
            <a:endParaRPr lang="en-US" sz="2880" dirty="0">
              <a:solidFill>
                <a:prstClr val="white"/>
              </a:solidFill>
              <a:latin typeface="Sosa" pitchFamily="2" charset="0"/>
              <a:cs typeface="Simplified Arabic" panose="02020603050405020304" pitchFamily="18" charset="-78"/>
            </a:endParaRPr>
          </a:p>
        </p:txBody>
      </p:sp>
      <p:sp>
        <p:nvSpPr>
          <p:cNvPr id="50" name="TextBox 49"/>
          <p:cNvSpPr txBox="1"/>
          <p:nvPr/>
        </p:nvSpPr>
        <p:spPr>
          <a:xfrm>
            <a:off x="51973" y="4244708"/>
            <a:ext cx="3575626" cy="954107"/>
          </a:xfrm>
          <a:prstGeom prst="rect">
            <a:avLst/>
          </a:prstGeom>
          <a:noFill/>
        </p:spPr>
        <p:txBody>
          <a:bodyPr wrap="square" rtlCol="0">
            <a:spAutoFit/>
          </a:bodyPr>
          <a:lstStyle/>
          <a:p>
            <a:pPr algn="ctr" rtl="1" fontAlgn="auto">
              <a:spcBef>
                <a:spcPts val="0"/>
              </a:spcBef>
              <a:spcAft>
                <a:spcPts val="0"/>
              </a:spcAft>
            </a:pPr>
            <a:r>
              <a:rPr lang="ar-SA" sz="2800" b="1" dirty="0">
                <a:solidFill>
                  <a:srgbClr val="8AB72C"/>
                </a:solidFill>
                <a:cs typeface="Simplified Arabic" panose="02020603050405020304" pitchFamily="18" charset="-78"/>
              </a:rPr>
              <a:t>تأجيل الأحكام المسبقة أو منعها</a:t>
            </a:r>
            <a:endParaRPr lang="en-US" sz="2800" b="1" dirty="0">
              <a:solidFill>
                <a:prstClr val="black"/>
              </a:solidFill>
              <a:latin typeface="Open Sans" pitchFamily="34" charset="0"/>
              <a:ea typeface="Open Sans" pitchFamily="34" charset="0"/>
              <a:cs typeface="Open Sans" pitchFamily="34" charset="0"/>
            </a:endParaRPr>
          </a:p>
        </p:txBody>
      </p:sp>
      <p:sp>
        <p:nvSpPr>
          <p:cNvPr id="52" name="TextBox 51"/>
          <p:cNvSpPr txBox="1"/>
          <p:nvPr/>
        </p:nvSpPr>
        <p:spPr>
          <a:xfrm>
            <a:off x="6273803" y="5071156"/>
            <a:ext cx="4520862" cy="523220"/>
          </a:xfrm>
          <a:prstGeom prst="rect">
            <a:avLst/>
          </a:prstGeom>
          <a:noFill/>
        </p:spPr>
        <p:txBody>
          <a:bodyPr wrap="square" rtlCol="0">
            <a:spAutoFit/>
          </a:bodyPr>
          <a:lstStyle/>
          <a:p>
            <a:pPr algn="ctr" rtl="1" fontAlgn="auto">
              <a:spcBef>
                <a:spcPts val="0"/>
              </a:spcBef>
              <a:spcAft>
                <a:spcPts val="0"/>
              </a:spcAft>
            </a:pPr>
            <a:r>
              <a:rPr lang="ar-SA" sz="2800" b="1" dirty="0">
                <a:solidFill>
                  <a:srgbClr val="EE5250"/>
                </a:solidFill>
                <a:cs typeface="Simplified Arabic" panose="02020603050405020304" pitchFamily="18" charset="-78"/>
              </a:rPr>
              <a:t>تشجيع الأفكار الجديدة والمغالية</a:t>
            </a:r>
            <a:endParaRPr lang="en-US" sz="2800" b="1" dirty="0">
              <a:solidFill>
                <a:prstClr val="black"/>
              </a:solidFill>
              <a:latin typeface="Open Sans" pitchFamily="34" charset="0"/>
              <a:ea typeface="Open Sans" pitchFamily="34" charset="0"/>
              <a:cs typeface="Open Sans" pitchFamily="34" charset="0"/>
            </a:endParaRPr>
          </a:p>
        </p:txBody>
      </p:sp>
      <p:sp>
        <p:nvSpPr>
          <p:cNvPr id="54" name="TextBox 53"/>
          <p:cNvSpPr txBox="1"/>
          <p:nvPr/>
        </p:nvSpPr>
        <p:spPr>
          <a:xfrm>
            <a:off x="8938296" y="2660616"/>
            <a:ext cx="3053111" cy="954107"/>
          </a:xfrm>
          <a:prstGeom prst="rect">
            <a:avLst/>
          </a:prstGeom>
          <a:noFill/>
        </p:spPr>
        <p:txBody>
          <a:bodyPr wrap="square" rtlCol="0">
            <a:spAutoFit/>
          </a:bodyPr>
          <a:lstStyle/>
          <a:p>
            <a:pPr algn="ctr" rtl="1" fontAlgn="auto">
              <a:spcBef>
                <a:spcPts val="0"/>
              </a:spcBef>
              <a:spcAft>
                <a:spcPts val="0"/>
              </a:spcAft>
            </a:pPr>
            <a:r>
              <a:rPr lang="ar-SA" sz="2800" b="1" dirty="0">
                <a:solidFill>
                  <a:srgbClr val="00BEA4"/>
                </a:solidFill>
                <a:cs typeface="Simplified Arabic" panose="02020603050405020304" pitchFamily="18" charset="-78"/>
              </a:rPr>
              <a:t>الكم مقدم على الكيف والنوع</a:t>
            </a:r>
            <a:endParaRPr lang="en-US" sz="2800" b="1" dirty="0">
              <a:solidFill>
                <a:srgbClr val="00BEA4"/>
              </a:solidFill>
              <a:latin typeface="Open Sans" pitchFamily="34" charset="0"/>
              <a:ea typeface="Open Sans" pitchFamily="34" charset="0"/>
              <a:cs typeface="Open Sans" pitchFamily="34" charset="0"/>
            </a:endParaRPr>
          </a:p>
        </p:txBody>
      </p:sp>
      <p:sp>
        <p:nvSpPr>
          <p:cNvPr id="55" name="TextBox 54"/>
          <p:cNvSpPr txBox="1"/>
          <p:nvPr/>
        </p:nvSpPr>
        <p:spPr>
          <a:xfrm>
            <a:off x="2104707" y="1611975"/>
            <a:ext cx="3942555" cy="523220"/>
          </a:xfrm>
          <a:prstGeom prst="rect">
            <a:avLst/>
          </a:prstGeom>
          <a:noFill/>
        </p:spPr>
        <p:txBody>
          <a:bodyPr wrap="square" rtlCol="0">
            <a:spAutoFit/>
          </a:bodyPr>
          <a:lstStyle/>
          <a:p>
            <a:pPr algn="ctr" rtl="1" fontAlgn="auto">
              <a:spcBef>
                <a:spcPts val="0"/>
              </a:spcBef>
              <a:spcAft>
                <a:spcPts val="0"/>
              </a:spcAft>
            </a:pPr>
            <a:r>
              <a:rPr lang="ar-SA" sz="2800" b="1" dirty="0">
                <a:solidFill>
                  <a:srgbClr val="E64918"/>
                </a:solidFill>
                <a:cs typeface="Simplified Arabic" panose="02020603050405020304" pitchFamily="18" charset="-78"/>
              </a:rPr>
              <a:t>تشييد البناء على أفكار الآخرين</a:t>
            </a:r>
            <a:endParaRPr lang="en-US" sz="2800" b="1" dirty="0">
              <a:solidFill>
                <a:prstClr val="black"/>
              </a:solidFill>
              <a:latin typeface="Open Sans" pitchFamily="34" charset="0"/>
              <a:ea typeface="Open Sans" pitchFamily="34" charset="0"/>
              <a:cs typeface="Open Sans" pitchFamily="34" charset="0"/>
            </a:endParaRPr>
          </a:p>
        </p:txBody>
      </p:sp>
      <p:sp>
        <p:nvSpPr>
          <p:cNvPr id="32" name="TextBox 31"/>
          <p:cNvSpPr txBox="1"/>
          <p:nvPr/>
        </p:nvSpPr>
        <p:spPr>
          <a:xfrm>
            <a:off x="2187858" y="168644"/>
            <a:ext cx="5623249" cy="646331"/>
          </a:xfrm>
          <a:prstGeom prst="rect">
            <a:avLst/>
          </a:prstGeom>
          <a:noFill/>
        </p:spPr>
        <p:txBody>
          <a:bodyPr wrap="square" rtlCol="0">
            <a:spAutoFit/>
          </a:bodyPr>
          <a:lstStyle/>
          <a:p>
            <a:pPr algn="ctr" rtl="1" fontAlgn="auto">
              <a:spcBef>
                <a:spcPts val="0"/>
              </a:spcBef>
              <a:spcAft>
                <a:spcPts val="0"/>
              </a:spcAft>
            </a:pPr>
            <a:r>
              <a:rPr lang="ar-AE" sz="3600" b="1" u="sng" dirty="0">
                <a:solidFill>
                  <a:prstClr val="black"/>
                </a:solidFill>
                <a:cs typeface="Simplified Arabic" panose="02020603050405020304" pitchFamily="18" charset="-78"/>
              </a:rPr>
              <a:t>مبادئ العصف الذهني:</a:t>
            </a:r>
            <a:endParaRPr lang="en-US" sz="3600" u="sng" dirty="0">
              <a:solidFill>
                <a:prstClr val="black"/>
              </a:solidFill>
              <a:latin typeface="Open Sans Light" panose="020B0306030504020204" pitchFamily="34" charset="0"/>
              <a:ea typeface="Open Sans Light" panose="020B0306030504020204" pitchFamily="34" charset="0"/>
              <a:cs typeface="Open Sans Light" panose="020B0306030504020204" pitchFamily="34" charset="0"/>
            </a:endParaRPr>
          </a:p>
        </p:txBody>
      </p:sp>
    </p:spTree>
    <p:extLst>
      <p:ext uri="{BB962C8B-B14F-4D97-AF65-F5344CB8AC3E}">
        <p14:creationId xmlns:p14="http://schemas.microsoft.com/office/powerpoint/2010/main" val="42832205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250"/>
                                  </p:stCondLst>
                                  <p:childTnLst>
                                    <p:set>
                                      <p:cBhvr>
                                        <p:cTn id="6" dur="1" fill="hold">
                                          <p:stCondLst>
                                            <p:cond delay="0"/>
                                          </p:stCondLst>
                                        </p:cTn>
                                        <p:tgtEl>
                                          <p:spTgt spid="1223"/>
                                        </p:tgtEl>
                                        <p:attrNameLst>
                                          <p:attrName>style.visibility</p:attrName>
                                        </p:attrNameLst>
                                      </p:cBhvr>
                                      <p:to>
                                        <p:strVal val="visible"/>
                                      </p:to>
                                    </p:set>
                                  </p:childTnLst>
                                </p:cTn>
                              </p:par>
                            </p:childTnLst>
                          </p:cTn>
                        </p:par>
                        <p:par>
                          <p:cTn id="7" fill="hold">
                            <p:stCondLst>
                              <p:cond delay="250"/>
                            </p:stCondLst>
                            <p:childTnLst>
                              <p:par>
                                <p:cTn id="8" presetID="1" presetClass="entr" presetSubtype="0" fill="hold" nodeType="afterEffect">
                                  <p:stCondLst>
                                    <p:cond delay="250"/>
                                  </p:stCondLst>
                                  <p:childTnLst>
                                    <p:set>
                                      <p:cBhvr>
                                        <p:cTn id="9" dur="1" fill="hold">
                                          <p:stCondLst>
                                            <p:cond delay="0"/>
                                          </p:stCondLst>
                                        </p:cTn>
                                        <p:tgtEl>
                                          <p:spTgt spid="1220"/>
                                        </p:tgtEl>
                                        <p:attrNameLst>
                                          <p:attrName>style.visibility</p:attrName>
                                        </p:attrNameLst>
                                      </p:cBhvr>
                                      <p:to>
                                        <p:strVal val="visible"/>
                                      </p:to>
                                    </p:set>
                                  </p:childTnLst>
                                </p:cTn>
                              </p:par>
                            </p:childTnLst>
                          </p:cTn>
                        </p:par>
                        <p:par>
                          <p:cTn id="10" fill="hold">
                            <p:stCondLst>
                              <p:cond delay="500"/>
                            </p:stCondLst>
                            <p:childTnLst>
                              <p:par>
                                <p:cTn id="11" presetID="1" presetClass="entr" presetSubtype="0" fill="hold" nodeType="afterEffect">
                                  <p:stCondLst>
                                    <p:cond delay="250"/>
                                  </p:stCondLst>
                                  <p:childTnLst>
                                    <p:set>
                                      <p:cBhvr>
                                        <p:cTn id="12" dur="1" fill="hold">
                                          <p:stCondLst>
                                            <p:cond delay="0"/>
                                          </p:stCondLst>
                                        </p:cTn>
                                        <p:tgtEl>
                                          <p:spTgt spid="1088"/>
                                        </p:tgtEl>
                                        <p:attrNameLst>
                                          <p:attrName>style.visibility</p:attrName>
                                        </p:attrNameLst>
                                      </p:cBhvr>
                                      <p:to>
                                        <p:strVal val="visible"/>
                                      </p:to>
                                    </p:set>
                                  </p:childTnLst>
                                </p:cTn>
                              </p:par>
                            </p:childTnLst>
                          </p:cTn>
                        </p:par>
                        <p:par>
                          <p:cTn id="13" fill="hold">
                            <p:stCondLst>
                              <p:cond delay="750"/>
                            </p:stCondLst>
                            <p:childTnLst>
                              <p:par>
                                <p:cTn id="14" presetID="1" presetClass="entr" presetSubtype="0" fill="hold" grpId="0" nodeType="afterEffect">
                                  <p:stCondLst>
                                    <p:cond delay="250"/>
                                  </p:stCondLst>
                                  <p:childTnLst>
                                    <p:set>
                                      <p:cBhvr>
                                        <p:cTn id="15" dur="1" fill="hold">
                                          <p:stCondLst>
                                            <p:cond delay="0"/>
                                          </p:stCondLst>
                                        </p:cTn>
                                        <p:tgtEl>
                                          <p:spTgt spid="50"/>
                                        </p:tgtEl>
                                        <p:attrNameLst>
                                          <p:attrName>style.visibility</p:attrName>
                                        </p:attrNameLst>
                                      </p:cBhvr>
                                      <p:to>
                                        <p:strVal val="visible"/>
                                      </p:to>
                                    </p:set>
                                  </p:childTnLst>
                                </p:cTn>
                              </p:par>
                            </p:childTnLst>
                          </p:cTn>
                        </p:par>
                        <p:par>
                          <p:cTn id="16" fill="hold">
                            <p:stCondLst>
                              <p:cond delay="1000"/>
                            </p:stCondLst>
                            <p:childTnLst>
                              <p:par>
                                <p:cTn id="17" presetID="1" presetClass="entr" presetSubtype="0" fill="hold" grpId="0" nodeType="afterEffect">
                                  <p:stCondLst>
                                    <p:cond delay="250"/>
                                  </p:stCondLst>
                                  <p:childTnLst>
                                    <p:set>
                                      <p:cBhvr>
                                        <p:cTn id="18" dur="1" fill="hold">
                                          <p:stCondLst>
                                            <p:cond delay="0"/>
                                          </p:stCondLst>
                                        </p:cTn>
                                        <p:tgtEl>
                                          <p:spTgt spid="1173"/>
                                        </p:tgtEl>
                                        <p:attrNameLst>
                                          <p:attrName>style.visibility</p:attrName>
                                        </p:attrNameLst>
                                      </p:cBhvr>
                                      <p:to>
                                        <p:strVal val="visible"/>
                                      </p:to>
                                    </p:set>
                                  </p:childTnLst>
                                </p:cTn>
                              </p:par>
                            </p:childTnLst>
                          </p:cTn>
                        </p:par>
                        <p:par>
                          <p:cTn id="19" fill="hold">
                            <p:stCondLst>
                              <p:cond delay="1250"/>
                            </p:stCondLst>
                            <p:childTnLst>
                              <p:par>
                                <p:cTn id="20" presetID="1" presetClass="entr" presetSubtype="0" fill="hold" nodeType="afterEffect">
                                  <p:stCondLst>
                                    <p:cond delay="250"/>
                                  </p:stCondLst>
                                  <p:childTnLst>
                                    <p:set>
                                      <p:cBhvr>
                                        <p:cTn id="21" dur="1" fill="hold">
                                          <p:stCondLst>
                                            <p:cond delay="0"/>
                                          </p:stCondLst>
                                        </p:cTn>
                                        <p:tgtEl>
                                          <p:spTgt spid="1170"/>
                                        </p:tgtEl>
                                        <p:attrNameLst>
                                          <p:attrName>style.visibility</p:attrName>
                                        </p:attrNameLst>
                                      </p:cBhvr>
                                      <p:to>
                                        <p:strVal val="visible"/>
                                      </p:to>
                                    </p:set>
                                  </p:childTnLst>
                                </p:cTn>
                              </p:par>
                            </p:childTnLst>
                          </p:cTn>
                        </p:par>
                        <p:par>
                          <p:cTn id="22" fill="hold">
                            <p:stCondLst>
                              <p:cond delay="1500"/>
                            </p:stCondLst>
                            <p:childTnLst>
                              <p:par>
                                <p:cTn id="23" presetID="1" presetClass="entr" presetSubtype="0" fill="hold" nodeType="afterEffect">
                                  <p:stCondLst>
                                    <p:cond delay="250"/>
                                  </p:stCondLst>
                                  <p:childTnLst>
                                    <p:set>
                                      <p:cBhvr>
                                        <p:cTn id="24" dur="1" fill="hold">
                                          <p:stCondLst>
                                            <p:cond delay="0"/>
                                          </p:stCondLst>
                                        </p:cTn>
                                        <p:tgtEl>
                                          <p:spTgt spid="1120"/>
                                        </p:tgtEl>
                                        <p:attrNameLst>
                                          <p:attrName>style.visibility</p:attrName>
                                        </p:attrNameLst>
                                      </p:cBhvr>
                                      <p:to>
                                        <p:strVal val="visible"/>
                                      </p:to>
                                    </p:set>
                                  </p:childTnLst>
                                </p:cTn>
                              </p:par>
                            </p:childTnLst>
                          </p:cTn>
                        </p:par>
                        <p:par>
                          <p:cTn id="25" fill="hold">
                            <p:stCondLst>
                              <p:cond delay="1750"/>
                            </p:stCondLst>
                            <p:childTnLst>
                              <p:par>
                                <p:cTn id="26" presetID="1" presetClass="entr" presetSubtype="0" fill="hold" grpId="0" nodeType="afterEffect">
                                  <p:stCondLst>
                                    <p:cond delay="250"/>
                                  </p:stCondLst>
                                  <p:childTnLst>
                                    <p:set>
                                      <p:cBhvr>
                                        <p:cTn id="27" dur="1" fill="hold">
                                          <p:stCondLst>
                                            <p:cond delay="0"/>
                                          </p:stCondLst>
                                        </p:cTn>
                                        <p:tgtEl>
                                          <p:spTgt spid="52"/>
                                        </p:tgtEl>
                                        <p:attrNameLst>
                                          <p:attrName>style.visibility</p:attrName>
                                        </p:attrNameLst>
                                      </p:cBhvr>
                                      <p:to>
                                        <p:strVal val="visible"/>
                                      </p:to>
                                    </p:set>
                                  </p:childTnLst>
                                </p:cTn>
                              </p:par>
                            </p:childTnLst>
                          </p:cTn>
                        </p:par>
                        <p:par>
                          <p:cTn id="28" fill="hold">
                            <p:stCondLst>
                              <p:cond delay="2000"/>
                            </p:stCondLst>
                            <p:childTnLst>
                              <p:par>
                                <p:cTn id="29" presetID="1" presetClass="entr" presetSubtype="0" fill="hold" nodeType="afterEffect">
                                  <p:stCondLst>
                                    <p:cond delay="250"/>
                                  </p:stCondLst>
                                  <p:childTnLst>
                                    <p:set>
                                      <p:cBhvr>
                                        <p:cTn id="30" dur="1" fill="hold">
                                          <p:stCondLst>
                                            <p:cond delay="0"/>
                                          </p:stCondLst>
                                        </p:cTn>
                                        <p:tgtEl>
                                          <p:spTgt spid="1092"/>
                                        </p:tgtEl>
                                        <p:attrNameLst>
                                          <p:attrName>style.visibility</p:attrName>
                                        </p:attrNameLst>
                                      </p:cBhvr>
                                      <p:to>
                                        <p:strVal val="visible"/>
                                      </p:to>
                                    </p:set>
                                  </p:childTnLst>
                                </p:cTn>
                              </p:par>
                            </p:childTnLst>
                          </p:cTn>
                        </p:par>
                        <p:par>
                          <p:cTn id="31" fill="hold">
                            <p:stCondLst>
                              <p:cond delay="2250"/>
                            </p:stCondLst>
                            <p:childTnLst>
                              <p:par>
                                <p:cTn id="32" presetID="1" presetClass="entr" presetSubtype="0" fill="hold" nodeType="afterEffect">
                                  <p:stCondLst>
                                    <p:cond delay="250"/>
                                  </p:stCondLst>
                                  <p:childTnLst>
                                    <p:set>
                                      <p:cBhvr>
                                        <p:cTn id="33" dur="1" fill="hold">
                                          <p:stCondLst>
                                            <p:cond delay="0"/>
                                          </p:stCondLst>
                                        </p:cTn>
                                        <p:tgtEl>
                                          <p:spTgt spid="1090"/>
                                        </p:tgtEl>
                                        <p:attrNameLst>
                                          <p:attrName>style.visibility</p:attrName>
                                        </p:attrNameLst>
                                      </p:cBhvr>
                                      <p:to>
                                        <p:strVal val="visible"/>
                                      </p:to>
                                    </p:set>
                                  </p:childTnLst>
                                </p:cTn>
                              </p:par>
                            </p:childTnLst>
                          </p:cTn>
                        </p:par>
                        <p:par>
                          <p:cTn id="34" fill="hold">
                            <p:stCondLst>
                              <p:cond delay="2500"/>
                            </p:stCondLst>
                            <p:childTnLst>
                              <p:par>
                                <p:cTn id="35" presetID="1" presetClass="entr" presetSubtype="0" fill="hold" nodeType="afterEffect">
                                  <p:stCondLst>
                                    <p:cond delay="250"/>
                                  </p:stCondLst>
                                  <p:childTnLst>
                                    <p:set>
                                      <p:cBhvr>
                                        <p:cTn id="36" dur="1" fill="hold">
                                          <p:stCondLst>
                                            <p:cond delay="0"/>
                                          </p:stCondLst>
                                        </p:cTn>
                                        <p:tgtEl>
                                          <p:spTgt spid="1084"/>
                                        </p:tgtEl>
                                        <p:attrNameLst>
                                          <p:attrName>style.visibility</p:attrName>
                                        </p:attrNameLst>
                                      </p:cBhvr>
                                      <p:to>
                                        <p:strVal val="visible"/>
                                      </p:to>
                                    </p:set>
                                  </p:childTnLst>
                                </p:cTn>
                              </p:par>
                            </p:childTnLst>
                          </p:cTn>
                        </p:par>
                        <p:par>
                          <p:cTn id="37" fill="hold">
                            <p:stCondLst>
                              <p:cond delay="2750"/>
                            </p:stCondLst>
                            <p:childTnLst>
                              <p:par>
                                <p:cTn id="38" presetID="1" presetClass="entr" presetSubtype="0" fill="hold" grpId="0" nodeType="afterEffect">
                                  <p:stCondLst>
                                    <p:cond delay="250"/>
                                  </p:stCondLst>
                                  <p:childTnLst>
                                    <p:set>
                                      <p:cBhvr>
                                        <p:cTn id="39" dur="1" fill="hold">
                                          <p:stCondLst>
                                            <p:cond delay="0"/>
                                          </p:stCondLst>
                                        </p:cTn>
                                        <p:tgtEl>
                                          <p:spTgt spid="55"/>
                                        </p:tgtEl>
                                        <p:attrNameLst>
                                          <p:attrName>style.visibility</p:attrName>
                                        </p:attrNameLst>
                                      </p:cBhvr>
                                      <p:to>
                                        <p:strVal val="visible"/>
                                      </p:to>
                                    </p:set>
                                  </p:childTnLst>
                                </p:cTn>
                              </p:par>
                            </p:childTnLst>
                          </p:cTn>
                        </p:par>
                        <p:par>
                          <p:cTn id="40" fill="hold">
                            <p:stCondLst>
                              <p:cond delay="3000"/>
                            </p:stCondLst>
                            <p:childTnLst>
                              <p:par>
                                <p:cTn id="41" presetID="1" presetClass="entr" presetSubtype="0" fill="hold" nodeType="afterEffect">
                                  <p:stCondLst>
                                    <p:cond delay="250"/>
                                  </p:stCondLst>
                                  <p:childTnLst>
                                    <p:set>
                                      <p:cBhvr>
                                        <p:cTn id="42" dur="1" fill="hold">
                                          <p:stCondLst>
                                            <p:cond delay="0"/>
                                          </p:stCondLst>
                                        </p:cTn>
                                        <p:tgtEl>
                                          <p:spTgt spid="1122"/>
                                        </p:tgtEl>
                                        <p:attrNameLst>
                                          <p:attrName>style.visibility</p:attrName>
                                        </p:attrNameLst>
                                      </p:cBhvr>
                                      <p:to>
                                        <p:strVal val="visible"/>
                                      </p:to>
                                    </p:set>
                                  </p:childTnLst>
                                </p:cTn>
                              </p:par>
                            </p:childTnLst>
                          </p:cTn>
                        </p:par>
                        <p:par>
                          <p:cTn id="43" fill="hold">
                            <p:stCondLst>
                              <p:cond delay="3250"/>
                            </p:stCondLst>
                            <p:childTnLst>
                              <p:par>
                                <p:cTn id="44" presetID="1" presetClass="entr" presetSubtype="0" fill="hold" nodeType="afterEffect">
                                  <p:stCondLst>
                                    <p:cond delay="250"/>
                                  </p:stCondLst>
                                  <p:childTnLst>
                                    <p:set>
                                      <p:cBhvr>
                                        <p:cTn id="45" dur="1" fill="hold">
                                          <p:stCondLst>
                                            <p:cond delay="0"/>
                                          </p:stCondLst>
                                        </p:cTn>
                                        <p:tgtEl>
                                          <p:spTgt spid="1114"/>
                                        </p:tgtEl>
                                        <p:attrNameLst>
                                          <p:attrName>style.visibility</p:attrName>
                                        </p:attrNameLst>
                                      </p:cBhvr>
                                      <p:to>
                                        <p:strVal val="visible"/>
                                      </p:to>
                                    </p:set>
                                  </p:childTnLst>
                                </p:cTn>
                              </p:par>
                            </p:childTnLst>
                          </p:cTn>
                        </p:par>
                        <p:par>
                          <p:cTn id="46" fill="hold">
                            <p:stCondLst>
                              <p:cond delay="3500"/>
                            </p:stCondLst>
                            <p:childTnLst>
                              <p:par>
                                <p:cTn id="47" presetID="1" presetClass="entr" presetSubtype="0" fill="hold" nodeType="afterEffect">
                                  <p:stCondLst>
                                    <p:cond delay="250"/>
                                  </p:stCondLst>
                                  <p:childTnLst>
                                    <p:set>
                                      <p:cBhvr>
                                        <p:cTn id="48" dur="1" fill="hold">
                                          <p:stCondLst>
                                            <p:cond delay="0"/>
                                          </p:stCondLst>
                                        </p:cTn>
                                        <p:tgtEl>
                                          <p:spTgt spid="1116"/>
                                        </p:tgtEl>
                                        <p:attrNameLst>
                                          <p:attrName>style.visibility</p:attrName>
                                        </p:attrNameLst>
                                      </p:cBhvr>
                                      <p:to>
                                        <p:strVal val="visible"/>
                                      </p:to>
                                    </p:set>
                                  </p:childTnLst>
                                </p:cTn>
                              </p:par>
                            </p:childTnLst>
                          </p:cTn>
                        </p:par>
                        <p:par>
                          <p:cTn id="49" fill="hold">
                            <p:stCondLst>
                              <p:cond delay="3750"/>
                            </p:stCondLst>
                            <p:childTnLst>
                              <p:par>
                                <p:cTn id="50" presetID="1" presetClass="entr" presetSubtype="0" fill="hold" grpId="0" nodeType="afterEffect">
                                  <p:stCondLst>
                                    <p:cond delay="250"/>
                                  </p:stCondLst>
                                  <p:childTnLst>
                                    <p:set>
                                      <p:cBhvr>
                                        <p:cTn id="51" dur="1" fill="hold">
                                          <p:stCondLst>
                                            <p:cond delay="0"/>
                                          </p:stCondLst>
                                        </p:cTn>
                                        <p:tgtEl>
                                          <p:spTgt spid="54"/>
                                        </p:tgtEl>
                                        <p:attrNameLst>
                                          <p:attrName>style.visibility</p:attrName>
                                        </p:attrNameLst>
                                      </p:cBhvr>
                                      <p:to>
                                        <p:strVal val="visible"/>
                                      </p:to>
                                    </p:set>
                                  </p:childTnLst>
                                </p:cTn>
                              </p:par>
                            </p:childTnLst>
                          </p:cTn>
                        </p:par>
                        <p:par>
                          <p:cTn id="52" fill="hold">
                            <p:stCondLst>
                              <p:cond delay="4000"/>
                            </p:stCondLst>
                            <p:childTnLst>
                              <p:par>
                                <p:cTn id="53" presetID="42" presetClass="entr" presetSubtype="0" fill="hold" grpId="0" nodeType="afterEffect">
                                  <p:stCondLst>
                                    <p:cond delay="0"/>
                                  </p:stCondLst>
                                  <p:childTnLst>
                                    <p:set>
                                      <p:cBhvr>
                                        <p:cTn id="54" dur="1" fill="hold">
                                          <p:stCondLst>
                                            <p:cond delay="0"/>
                                          </p:stCondLst>
                                        </p:cTn>
                                        <p:tgtEl>
                                          <p:spTgt spid="32"/>
                                        </p:tgtEl>
                                        <p:attrNameLst>
                                          <p:attrName>style.visibility</p:attrName>
                                        </p:attrNameLst>
                                      </p:cBhvr>
                                      <p:to>
                                        <p:strVal val="visible"/>
                                      </p:to>
                                    </p:set>
                                    <p:animEffect transition="in" filter="fade">
                                      <p:cBhvr>
                                        <p:cTn id="55" dur="500"/>
                                        <p:tgtEl>
                                          <p:spTgt spid="32"/>
                                        </p:tgtEl>
                                      </p:cBhvr>
                                    </p:animEffect>
                                    <p:anim calcmode="lin" valueType="num">
                                      <p:cBhvr>
                                        <p:cTn id="56" dur="500" fill="hold"/>
                                        <p:tgtEl>
                                          <p:spTgt spid="32"/>
                                        </p:tgtEl>
                                        <p:attrNameLst>
                                          <p:attrName>ppt_x</p:attrName>
                                        </p:attrNameLst>
                                      </p:cBhvr>
                                      <p:tavLst>
                                        <p:tav tm="0">
                                          <p:val>
                                            <p:strVal val="#ppt_x"/>
                                          </p:val>
                                        </p:tav>
                                        <p:tav tm="100000">
                                          <p:val>
                                            <p:strVal val="#ppt_x"/>
                                          </p:val>
                                        </p:tav>
                                      </p:tavLst>
                                    </p:anim>
                                    <p:anim calcmode="lin" valueType="num">
                                      <p:cBhvr>
                                        <p:cTn id="57" dur="500" fill="hold"/>
                                        <p:tgtEl>
                                          <p:spTgt spid="3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73" grpId="0" animBg="1"/>
      <p:bldP spid="1223" grpId="0" animBg="1"/>
      <p:bldP spid="50" grpId="0"/>
      <p:bldP spid="52" grpId="0"/>
      <p:bldP spid="54" grpId="0"/>
      <p:bldP spid="55" grpId="0"/>
      <p:bldP spid="32" grpId="0"/>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 name="Text Placeholder 26"/>
          <p:cNvSpPr txBox="1">
            <a:spLocks/>
          </p:cNvSpPr>
          <p:nvPr/>
        </p:nvSpPr>
        <p:spPr>
          <a:xfrm>
            <a:off x="5981700" y="3025612"/>
            <a:ext cx="5432259" cy="1948628"/>
          </a:xfrm>
          <a:prstGeom prst="rect">
            <a:avLst/>
          </a:prstGeom>
        </p:spPr>
        <p:txBody>
          <a:bodyPr/>
          <a:lstStyle>
            <a:lvl1pPr marL="0" indent="0" algn="l" defTabSz="914400" rtl="0" eaLnBrk="1" latinLnBrk="0" hangingPunct="1">
              <a:lnSpc>
                <a:spcPct val="90000"/>
              </a:lnSpc>
              <a:spcBef>
                <a:spcPts val="1000"/>
              </a:spcBef>
              <a:buFontTx/>
              <a:buNone/>
              <a:defRPr sz="1600" kern="1200">
                <a:solidFill>
                  <a:schemeClr val="tx1"/>
                </a:solidFill>
                <a:latin typeface="+mn-lt"/>
                <a:ea typeface="+mn-ea"/>
                <a:cs typeface="+mn-cs"/>
              </a:defRPr>
            </a:lvl1pPr>
            <a:lvl2pPr marL="457200" indent="0" algn="l" defTabSz="914400" rtl="0" eaLnBrk="1" latinLnBrk="0" hangingPunct="1">
              <a:lnSpc>
                <a:spcPct val="90000"/>
              </a:lnSpc>
              <a:spcBef>
                <a:spcPts val="500"/>
              </a:spcBef>
              <a:buFontTx/>
              <a:buNone/>
              <a:defRPr sz="14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Tx/>
              <a:buNone/>
              <a:defRPr sz="12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Tx/>
              <a:buNone/>
              <a:defRPr sz="11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Tx/>
              <a:buNone/>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rtl="1" fontAlgn="auto">
              <a:spcAft>
                <a:spcPts val="0"/>
              </a:spcAft>
            </a:pPr>
            <a:r>
              <a:rPr lang="ar-SA" sz="3200" b="1" dirty="0">
                <a:cs typeface="Simplified Arabic" panose="02020603050405020304" pitchFamily="18" charset="-78"/>
              </a:rPr>
              <a:t>يهدف التعليم الذاتي الذي ظهر في النصف الثاني من القرن العشرين، إلى زيادة تنمية وإتقان مفاهيم ومهارات التعليم والتعلم الإلكترونية</a:t>
            </a:r>
            <a:endParaRPr lang="en-AU" sz="3200" dirty="0"/>
          </a:p>
        </p:txBody>
      </p:sp>
      <p:sp>
        <p:nvSpPr>
          <p:cNvPr id="85" name="Title 1"/>
          <p:cNvSpPr>
            <a:spLocks noGrp="1"/>
          </p:cNvSpPr>
          <p:nvPr>
            <p:ph type="title"/>
          </p:nvPr>
        </p:nvSpPr>
        <p:spPr>
          <a:xfrm>
            <a:off x="479425" y="703816"/>
            <a:ext cx="11233150" cy="405130"/>
          </a:xfrm>
        </p:spPr>
        <p:txBody>
          <a:bodyPr>
            <a:normAutofit fontScale="90000"/>
          </a:bodyPr>
          <a:lstStyle/>
          <a:p>
            <a:pPr algn="r" rtl="1"/>
            <a:r>
              <a:rPr lang="ar-SA" u="sng" dirty="0">
                <a:solidFill>
                  <a:srgbClr val="FF0000"/>
                </a:solidFill>
              </a:rPr>
              <a:t>‌د-	استراتيجية التعلم الذاتي:</a:t>
            </a:r>
            <a:endParaRPr lang="en-AU" u="sng" dirty="0">
              <a:solidFill>
                <a:srgbClr val="FF0000"/>
              </a:solidFill>
            </a:endParaRPr>
          </a:p>
        </p:txBody>
      </p:sp>
      <p:pic>
        <p:nvPicPr>
          <p:cNvPr id="2" name="Picture 1"/>
          <p:cNvPicPr>
            <a:picLocks noChangeAspect="1"/>
          </p:cNvPicPr>
          <p:nvPr/>
        </p:nvPicPr>
        <p:blipFill>
          <a:blip r:embed="rId2"/>
          <a:stretch>
            <a:fillRect/>
          </a:stretch>
        </p:blipFill>
        <p:spPr>
          <a:xfrm>
            <a:off x="277154" y="733317"/>
            <a:ext cx="4932091" cy="4584589"/>
          </a:xfrm>
          <a:prstGeom prst="rect">
            <a:avLst/>
          </a:prstGeom>
        </p:spPr>
      </p:pic>
    </p:spTree>
    <p:extLst>
      <p:ext uri="{BB962C8B-B14F-4D97-AF65-F5344CB8AC3E}">
        <p14:creationId xmlns:p14="http://schemas.microsoft.com/office/powerpoint/2010/main" val="285595498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72"/>
                                        </p:tgtEl>
                                        <p:attrNameLst>
                                          <p:attrName>style.visibility</p:attrName>
                                        </p:attrNameLst>
                                      </p:cBhvr>
                                      <p:to>
                                        <p:strVal val="visible"/>
                                      </p:to>
                                    </p:set>
                                    <p:animEffect transition="in" filter="fade">
                                      <p:cBhvr>
                                        <p:cTn id="7" dur="500"/>
                                        <p:tgtEl>
                                          <p:spTgt spid="7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2" grpId="0"/>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 name="Text Placeholder 26"/>
          <p:cNvSpPr txBox="1">
            <a:spLocks/>
          </p:cNvSpPr>
          <p:nvPr/>
        </p:nvSpPr>
        <p:spPr>
          <a:xfrm>
            <a:off x="5746916" y="3025612"/>
            <a:ext cx="5965659" cy="1948628"/>
          </a:xfrm>
          <a:prstGeom prst="rect">
            <a:avLst/>
          </a:prstGeom>
        </p:spPr>
        <p:txBody>
          <a:bodyPr/>
          <a:lstStyle>
            <a:lvl1pPr marL="0" indent="0" algn="l" defTabSz="914400" rtl="0" eaLnBrk="1" latinLnBrk="0" hangingPunct="1">
              <a:lnSpc>
                <a:spcPct val="90000"/>
              </a:lnSpc>
              <a:spcBef>
                <a:spcPts val="1000"/>
              </a:spcBef>
              <a:buFontTx/>
              <a:buNone/>
              <a:defRPr sz="1600" kern="1200">
                <a:solidFill>
                  <a:schemeClr val="tx1"/>
                </a:solidFill>
                <a:latin typeface="+mn-lt"/>
                <a:ea typeface="+mn-ea"/>
                <a:cs typeface="+mn-cs"/>
              </a:defRPr>
            </a:lvl1pPr>
            <a:lvl2pPr marL="457200" indent="0" algn="l" defTabSz="914400" rtl="0" eaLnBrk="1" latinLnBrk="0" hangingPunct="1">
              <a:lnSpc>
                <a:spcPct val="90000"/>
              </a:lnSpc>
              <a:spcBef>
                <a:spcPts val="500"/>
              </a:spcBef>
              <a:buFontTx/>
              <a:buNone/>
              <a:defRPr sz="14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Tx/>
              <a:buNone/>
              <a:defRPr sz="12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Tx/>
              <a:buNone/>
              <a:defRPr sz="11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Tx/>
              <a:buNone/>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rtl="1" fontAlgn="auto">
              <a:spcAft>
                <a:spcPts val="0"/>
              </a:spcAft>
            </a:pPr>
            <a:r>
              <a:rPr lang="ar-SA" sz="3200" b="1" dirty="0">
                <a:cs typeface="Simplified Arabic" panose="02020603050405020304" pitchFamily="18" charset="-78"/>
              </a:rPr>
              <a:t>يمكن استخدام استراتيجية التعلم التجريبي لإتاحة الفرصة للطلاب للتجريب بأنفسهم في أداء واكتساب المهارات مع توفير التغذية الراجعة</a:t>
            </a:r>
            <a:endParaRPr lang="en-AU" sz="3200" dirty="0"/>
          </a:p>
        </p:txBody>
      </p:sp>
      <p:sp>
        <p:nvSpPr>
          <p:cNvPr id="85" name="Title 1"/>
          <p:cNvSpPr>
            <a:spLocks noGrp="1"/>
          </p:cNvSpPr>
          <p:nvPr>
            <p:ph type="title"/>
          </p:nvPr>
        </p:nvSpPr>
        <p:spPr>
          <a:xfrm>
            <a:off x="479425" y="703816"/>
            <a:ext cx="11233150" cy="405130"/>
          </a:xfrm>
        </p:spPr>
        <p:txBody>
          <a:bodyPr>
            <a:normAutofit fontScale="90000"/>
          </a:bodyPr>
          <a:lstStyle/>
          <a:p>
            <a:pPr algn="r" rtl="1"/>
            <a:r>
              <a:rPr lang="ar-SA" u="sng" dirty="0">
                <a:solidFill>
                  <a:srgbClr val="FF0000"/>
                </a:solidFill>
              </a:rPr>
              <a:t>‌ه-	 استراتيجية التعلم التجريبي:</a:t>
            </a:r>
            <a:endParaRPr lang="en-AU" u="sng" dirty="0">
              <a:solidFill>
                <a:srgbClr val="FF0000"/>
              </a:solidFill>
            </a:endParaRPr>
          </a:p>
        </p:txBody>
      </p:sp>
      <p:pic>
        <p:nvPicPr>
          <p:cNvPr id="2" name="Picture 1"/>
          <p:cNvPicPr>
            <a:picLocks noChangeAspect="1"/>
          </p:cNvPicPr>
          <p:nvPr/>
        </p:nvPicPr>
        <p:blipFill>
          <a:blip r:embed="rId2"/>
          <a:stretch>
            <a:fillRect/>
          </a:stretch>
        </p:blipFill>
        <p:spPr>
          <a:xfrm>
            <a:off x="277154" y="733317"/>
            <a:ext cx="4932091" cy="4584589"/>
          </a:xfrm>
          <a:prstGeom prst="rect">
            <a:avLst/>
          </a:prstGeom>
        </p:spPr>
      </p:pic>
    </p:spTree>
    <p:extLst>
      <p:ext uri="{BB962C8B-B14F-4D97-AF65-F5344CB8AC3E}">
        <p14:creationId xmlns:p14="http://schemas.microsoft.com/office/powerpoint/2010/main" val="244027151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72"/>
                                        </p:tgtEl>
                                        <p:attrNameLst>
                                          <p:attrName>style.visibility</p:attrName>
                                        </p:attrNameLst>
                                      </p:cBhvr>
                                      <p:to>
                                        <p:strVal val="visible"/>
                                      </p:to>
                                    </p:set>
                                    <p:animEffect transition="in" filter="fade">
                                      <p:cBhvr>
                                        <p:cTn id="7" dur="500"/>
                                        <p:tgtEl>
                                          <p:spTgt spid="7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2" grpId="0"/>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 name="Text Placeholder 26"/>
          <p:cNvSpPr txBox="1">
            <a:spLocks/>
          </p:cNvSpPr>
          <p:nvPr/>
        </p:nvSpPr>
        <p:spPr>
          <a:xfrm>
            <a:off x="4800600" y="3025612"/>
            <a:ext cx="6911975" cy="1948628"/>
          </a:xfrm>
          <a:prstGeom prst="rect">
            <a:avLst/>
          </a:prstGeom>
        </p:spPr>
        <p:txBody>
          <a:bodyPr/>
          <a:lstStyle>
            <a:lvl1pPr marL="0" indent="0" algn="l" defTabSz="914400" rtl="0" eaLnBrk="1" latinLnBrk="0" hangingPunct="1">
              <a:lnSpc>
                <a:spcPct val="90000"/>
              </a:lnSpc>
              <a:spcBef>
                <a:spcPts val="1000"/>
              </a:spcBef>
              <a:buFontTx/>
              <a:buNone/>
              <a:defRPr sz="1600" kern="1200">
                <a:solidFill>
                  <a:schemeClr val="tx1"/>
                </a:solidFill>
                <a:latin typeface="+mn-lt"/>
                <a:ea typeface="+mn-ea"/>
                <a:cs typeface="+mn-cs"/>
              </a:defRPr>
            </a:lvl1pPr>
            <a:lvl2pPr marL="457200" indent="0" algn="l" defTabSz="914400" rtl="0" eaLnBrk="1" latinLnBrk="0" hangingPunct="1">
              <a:lnSpc>
                <a:spcPct val="90000"/>
              </a:lnSpc>
              <a:spcBef>
                <a:spcPts val="500"/>
              </a:spcBef>
              <a:buFontTx/>
              <a:buNone/>
              <a:defRPr sz="14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Tx/>
              <a:buNone/>
              <a:defRPr sz="12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Tx/>
              <a:buNone/>
              <a:defRPr sz="11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Tx/>
              <a:buNone/>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rtl="1" fontAlgn="auto">
              <a:spcAft>
                <a:spcPts val="0"/>
              </a:spcAft>
            </a:pPr>
            <a:r>
              <a:rPr lang="ar-SA" sz="3200" b="1" dirty="0">
                <a:cs typeface="Simplified Arabic" panose="02020603050405020304" pitchFamily="18" charset="-78"/>
              </a:rPr>
              <a:t>باستخدام إستراتيجية التعليم الغير مباشر يمكن للمتعلمين اختيار الوقت الذي يناسبهم للتعلم، والتعلم بدون وجود المدرس المباشر</a:t>
            </a:r>
            <a:endParaRPr lang="en-AU" sz="3200" dirty="0"/>
          </a:p>
        </p:txBody>
      </p:sp>
      <p:sp>
        <p:nvSpPr>
          <p:cNvPr id="85" name="Title 1"/>
          <p:cNvSpPr>
            <a:spLocks noGrp="1"/>
          </p:cNvSpPr>
          <p:nvPr>
            <p:ph type="title"/>
          </p:nvPr>
        </p:nvSpPr>
        <p:spPr>
          <a:xfrm>
            <a:off x="479425" y="703816"/>
            <a:ext cx="11233150" cy="405130"/>
          </a:xfrm>
        </p:spPr>
        <p:txBody>
          <a:bodyPr>
            <a:normAutofit fontScale="90000"/>
          </a:bodyPr>
          <a:lstStyle/>
          <a:p>
            <a:pPr algn="r" rtl="1"/>
            <a:r>
              <a:rPr lang="ar-SA" u="sng" dirty="0">
                <a:solidFill>
                  <a:srgbClr val="FF0000"/>
                </a:solidFill>
              </a:rPr>
              <a:t>‌و-	استراتيجية التعليم الغير مباشر:</a:t>
            </a:r>
            <a:endParaRPr lang="en-AU" u="sng" dirty="0">
              <a:solidFill>
                <a:srgbClr val="FF0000"/>
              </a:solidFill>
            </a:endParaRPr>
          </a:p>
        </p:txBody>
      </p:sp>
      <p:pic>
        <p:nvPicPr>
          <p:cNvPr id="3" name="Picture 2"/>
          <p:cNvPicPr>
            <a:picLocks noChangeAspect="1"/>
          </p:cNvPicPr>
          <p:nvPr/>
        </p:nvPicPr>
        <p:blipFill>
          <a:blip r:embed="rId2"/>
          <a:stretch>
            <a:fillRect/>
          </a:stretch>
        </p:blipFill>
        <p:spPr>
          <a:xfrm>
            <a:off x="209550" y="1625869"/>
            <a:ext cx="4071483" cy="5232131"/>
          </a:xfrm>
          <a:prstGeom prst="rect">
            <a:avLst/>
          </a:prstGeom>
        </p:spPr>
      </p:pic>
    </p:spTree>
    <p:extLst>
      <p:ext uri="{BB962C8B-B14F-4D97-AF65-F5344CB8AC3E}">
        <p14:creationId xmlns:p14="http://schemas.microsoft.com/office/powerpoint/2010/main" val="322717563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72"/>
                                        </p:tgtEl>
                                        <p:attrNameLst>
                                          <p:attrName>style.visibility</p:attrName>
                                        </p:attrNameLst>
                                      </p:cBhvr>
                                      <p:to>
                                        <p:strVal val="visible"/>
                                      </p:to>
                                    </p:set>
                                    <p:animEffect transition="in" filter="fade">
                                      <p:cBhvr>
                                        <p:cTn id="7" dur="500"/>
                                        <p:tgtEl>
                                          <p:spTgt spid="7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2" grpId="0"/>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Group 8"/>
          <p:cNvGrpSpPr/>
          <p:nvPr/>
        </p:nvGrpSpPr>
        <p:grpSpPr>
          <a:xfrm flipH="1">
            <a:off x="8530359" y="2227098"/>
            <a:ext cx="2036505" cy="4117068"/>
            <a:chOff x="7018338" y="1674638"/>
            <a:chExt cx="2282826" cy="4615039"/>
          </a:xfrm>
        </p:grpSpPr>
        <p:sp>
          <p:nvSpPr>
            <p:cNvPr id="10" name="Freeform 9"/>
            <p:cNvSpPr>
              <a:spLocks/>
            </p:cNvSpPr>
            <p:nvPr/>
          </p:nvSpPr>
          <p:spPr bwMode="auto">
            <a:xfrm>
              <a:off x="8302626" y="1674638"/>
              <a:ext cx="998538" cy="4549189"/>
            </a:xfrm>
            <a:custGeom>
              <a:avLst/>
              <a:gdLst>
                <a:gd name="connsiteX0" fmla="*/ 85632 w 998538"/>
                <a:gd name="connsiteY0" fmla="*/ 846282 h 4549189"/>
                <a:gd name="connsiteX1" fmla="*/ 85632 w 998538"/>
                <a:gd name="connsiteY1" fmla="*/ 846283 h 4549189"/>
                <a:gd name="connsiteX2" fmla="*/ 85632 w 998538"/>
                <a:gd name="connsiteY2" fmla="*/ 846282 h 4549189"/>
                <a:gd name="connsiteX3" fmla="*/ 88070 w 998538"/>
                <a:gd name="connsiteY3" fmla="*/ 789505 h 4549189"/>
                <a:gd name="connsiteX4" fmla="*/ 101322 w 998538"/>
                <a:gd name="connsiteY4" fmla="*/ 814904 h 4549189"/>
                <a:gd name="connsiteX5" fmla="*/ 85632 w 998538"/>
                <a:gd name="connsiteY5" fmla="*/ 846282 h 4549189"/>
                <a:gd name="connsiteX6" fmla="*/ 86851 w 998538"/>
                <a:gd name="connsiteY6" fmla="*/ 817893 h 4549189"/>
                <a:gd name="connsiteX7" fmla="*/ 89433 w 998538"/>
                <a:gd name="connsiteY7" fmla="*/ 757738 h 4549189"/>
                <a:gd name="connsiteX8" fmla="*/ 89433 w 998538"/>
                <a:gd name="connsiteY8" fmla="*/ 757739 h 4549189"/>
                <a:gd name="connsiteX9" fmla="*/ 89433 w 998538"/>
                <a:gd name="connsiteY9" fmla="*/ 757738 h 4549189"/>
                <a:gd name="connsiteX10" fmla="*/ 0 w 998538"/>
                <a:gd name="connsiteY10" fmla="*/ 0 h 4549189"/>
                <a:gd name="connsiteX11" fmla="*/ 3918 w 998538"/>
                <a:gd name="connsiteY11" fmla="*/ 0 h 4549189"/>
                <a:gd name="connsiteX12" fmla="*/ 69769 w 998538"/>
                <a:gd name="connsiteY12" fmla="*/ 0 h 4549189"/>
                <a:gd name="connsiteX13" fmla="*/ 84859 w 998538"/>
                <a:gd name="connsiteY13" fmla="*/ 16463 h 4549189"/>
                <a:gd name="connsiteX14" fmla="*/ 101322 w 998538"/>
                <a:gd name="connsiteY14" fmla="*/ 32925 h 4549189"/>
                <a:gd name="connsiteX15" fmla="*/ 101322 w 998538"/>
                <a:gd name="connsiteY15" fmla="*/ 80942 h 4549189"/>
                <a:gd name="connsiteX16" fmla="*/ 117785 w 998538"/>
                <a:gd name="connsiteY16" fmla="*/ 97405 h 4549189"/>
                <a:gd name="connsiteX17" fmla="*/ 134247 w 998538"/>
                <a:gd name="connsiteY17" fmla="*/ 130330 h 4549189"/>
                <a:gd name="connsiteX18" fmla="*/ 200098 w 998538"/>
                <a:gd name="connsiteY18" fmla="*/ 179718 h 4549189"/>
                <a:gd name="connsiteX19" fmla="*/ 231651 w 998538"/>
                <a:gd name="connsiteY19" fmla="*/ 227735 h 4549189"/>
                <a:gd name="connsiteX20" fmla="*/ 231651 w 998538"/>
                <a:gd name="connsiteY20" fmla="*/ 260660 h 4549189"/>
                <a:gd name="connsiteX21" fmla="*/ 231651 w 998538"/>
                <a:gd name="connsiteY21" fmla="*/ 293585 h 4549189"/>
                <a:gd name="connsiteX22" fmla="*/ 215189 w 998538"/>
                <a:gd name="connsiteY22" fmla="*/ 277123 h 4549189"/>
                <a:gd name="connsiteX23" fmla="*/ 231651 w 998538"/>
                <a:gd name="connsiteY23" fmla="*/ 423915 h 4549189"/>
                <a:gd name="connsiteX24" fmla="*/ 167173 w 998538"/>
                <a:gd name="connsiteY24" fmla="*/ 651648 h 4549189"/>
                <a:gd name="connsiteX25" fmla="*/ 150710 w 998538"/>
                <a:gd name="connsiteY25" fmla="*/ 684574 h 4549189"/>
                <a:gd name="connsiteX26" fmla="*/ 134247 w 998538"/>
                <a:gd name="connsiteY26" fmla="*/ 684574 h 4549189"/>
                <a:gd name="connsiteX27" fmla="*/ 134247 w 998538"/>
                <a:gd name="connsiteY27" fmla="*/ 717499 h 4549189"/>
                <a:gd name="connsiteX28" fmla="*/ 264577 w 998538"/>
                <a:gd name="connsiteY28" fmla="*/ 783350 h 4549189"/>
                <a:gd name="connsiteX29" fmla="*/ 346890 w 998538"/>
                <a:gd name="connsiteY29" fmla="*/ 783350 h 4549189"/>
                <a:gd name="connsiteX30" fmla="*/ 394907 w 998538"/>
                <a:gd name="connsiteY30" fmla="*/ 798441 h 4549189"/>
                <a:gd name="connsiteX31" fmla="*/ 427832 w 998538"/>
                <a:gd name="connsiteY31" fmla="*/ 814904 h 4549189"/>
                <a:gd name="connsiteX32" fmla="*/ 477220 w 998538"/>
                <a:gd name="connsiteY32" fmla="*/ 1011084 h 4549189"/>
                <a:gd name="connsiteX33" fmla="*/ 493683 w 998538"/>
                <a:gd name="connsiteY33" fmla="*/ 1157876 h 4549189"/>
                <a:gd name="connsiteX34" fmla="*/ 493683 w 998538"/>
                <a:gd name="connsiteY34" fmla="*/ 1223727 h 4549189"/>
                <a:gd name="connsiteX35" fmla="*/ 493683 w 998538"/>
                <a:gd name="connsiteY35" fmla="*/ 1271743 h 4549189"/>
                <a:gd name="connsiteX36" fmla="*/ 427832 w 998538"/>
                <a:gd name="connsiteY36" fmla="*/ 1370519 h 4549189"/>
                <a:gd name="connsiteX37" fmla="*/ 411369 w 998538"/>
                <a:gd name="connsiteY37" fmla="*/ 1484386 h 4549189"/>
                <a:gd name="connsiteX38" fmla="*/ 361981 w 998538"/>
                <a:gd name="connsiteY38" fmla="*/ 1565327 h 4549189"/>
                <a:gd name="connsiteX39" fmla="*/ 346890 w 998538"/>
                <a:gd name="connsiteY39" fmla="*/ 1598253 h 4549189"/>
                <a:gd name="connsiteX40" fmla="*/ 330427 w 998538"/>
                <a:gd name="connsiteY40" fmla="*/ 1614715 h 4549189"/>
                <a:gd name="connsiteX41" fmla="*/ 281039 w 998538"/>
                <a:gd name="connsiteY41" fmla="*/ 1647641 h 4549189"/>
                <a:gd name="connsiteX42" fmla="*/ 248114 w 998538"/>
                <a:gd name="connsiteY42" fmla="*/ 1662732 h 4549189"/>
                <a:gd name="connsiteX43" fmla="*/ 264577 w 998538"/>
                <a:gd name="connsiteY43" fmla="*/ 1794433 h 4549189"/>
                <a:gd name="connsiteX44" fmla="*/ 264577 w 998538"/>
                <a:gd name="connsiteY44" fmla="*/ 1941225 h 4549189"/>
                <a:gd name="connsiteX45" fmla="*/ 313965 w 998538"/>
                <a:gd name="connsiteY45" fmla="*/ 2201884 h 4549189"/>
                <a:gd name="connsiteX46" fmla="*/ 361981 w 998538"/>
                <a:gd name="connsiteY46" fmla="*/ 2479006 h 4549189"/>
                <a:gd name="connsiteX47" fmla="*/ 411369 w 998538"/>
                <a:gd name="connsiteY47" fmla="*/ 2967399 h 4549189"/>
                <a:gd name="connsiteX48" fmla="*/ 394907 w 998538"/>
                <a:gd name="connsiteY48" fmla="*/ 2967399 h 4549189"/>
                <a:gd name="connsiteX49" fmla="*/ 444295 w 998538"/>
                <a:gd name="connsiteY49" fmla="*/ 3114191 h 4549189"/>
                <a:gd name="connsiteX50" fmla="*/ 477220 w 998538"/>
                <a:gd name="connsiteY50" fmla="*/ 3212967 h 4549189"/>
                <a:gd name="connsiteX51" fmla="*/ 477220 w 998538"/>
                <a:gd name="connsiteY51" fmla="*/ 3277446 h 4549189"/>
                <a:gd name="connsiteX52" fmla="*/ 558162 w 998538"/>
                <a:gd name="connsiteY52" fmla="*/ 3620419 h 4549189"/>
                <a:gd name="connsiteX53" fmla="*/ 672028 w 998538"/>
                <a:gd name="connsiteY53" fmla="*/ 3994945 h 4549189"/>
                <a:gd name="connsiteX54" fmla="*/ 704954 w 998538"/>
                <a:gd name="connsiteY54" fmla="*/ 4060796 h 4549189"/>
                <a:gd name="connsiteX55" fmla="*/ 835284 w 998538"/>
                <a:gd name="connsiteY55" fmla="*/ 4354380 h 4549189"/>
                <a:gd name="connsiteX56" fmla="*/ 884672 w 998538"/>
                <a:gd name="connsiteY56" fmla="*/ 4354380 h 4549189"/>
                <a:gd name="connsiteX57" fmla="*/ 901134 w 998538"/>
                <a:gd name="connsiteY57" fmla="*/ 4370843 h 4549189"/>
                <a:gd name="connsiteX58" fmla="*/ 917597 w 998538"/>
                <a:gd name="connsiteY58" fmla="*/ 4387306 h 4549189"/>
                <a:gd name="connsiteX59" fmla="*/ 917597 w 998538"/>
                <a:gd name="connsiteY59" fmla="*/ 4402397 h 4549189"/>
                <a:gd name="connsiteX60" fmla="*/ 949150 w 998538"/>
                <a:gd name="connsiteY60" fmla="*/ 4451785 h 4549189"/>
                <a:gd name="connsiteX61" fmla="*/ 982075 w 998538"/>
                <a:gd name="connsiteY61" fmla="*/ 4468247 h 4549189"/>
                <a:gd name="connsiteX62" fmla="*/ 982075 w 998538"/>
                <a:gd name="connsiteY62" fmla="*/ 4484710 h 4549189"/>
                <a:gd name="connsiteX63" fmla="*/ 998538 w 998538"/>
                <a:gd name="connsiteY63" fmla="*/ 4517635 h 4549189"/>
                <a:gd name="connsiteX64" fmla="*/ 982075 w 998538"/>
                <a:gd name="connsiteY64" fmla="*/ 4534098 h 4549189"/>
                <a:gd name="connsiteX65" fmla="*/ 965613 w 998538"/>
                <a:gd name="connsiteY65" fmla="*/ 4549189 h 4549189"/>
                <a:gd name="connsiteX66" fmla="*/ 868209 w 998538"/>
                <a:gd name="connsiteY66" fmla="*/ 4549189 h 4549189"/>
                <a:gd name="connsiteX67" fmla="*/ 785896 w 998538"/>
                <a:gd name="connsiteY67" fmla="*/ 4549189 h 4549189"/>
                <a:gd name="connsiteX68" fmla="*/ 770804 w 998538"/>
                <a:gd name="connsiteY68" fmla="*/ 4549189 h 4549189"/>
                <a:gd name="connsiteX69" fmla="*/ 754342 w 998538"/>
                <a:gd name="connsiteY69" fmla="*/ 4534098 h 4549189"/>
                <a:gd name="connsiteX70" fmla="*/ 721416 w 998538"/>
                <a:gd name="connsiteY70" fmla="*/ 4451785 h 4549189"/>
                <a:gd name="connsiteX71" fmla="*/ 704954 w 998538"/>
                <a:gd name="connsiteY71" fmla="*/ 4418859 h 4549189"/>
                <a:gd name="connsiteX72" fmla="*/ 655566 w 998538"/>
                <a:gd name="connsiteY72" fmla="*/ 4354380 h 4549189"/>
                <a:gd name="connsiteX73" fmla="*/ 640475 w 998538"/>
                <a:gd name="connsiteY73" fmla="*/ 4321455 h 4549189"/>
                <a:gd name="connsiteX74" fmla="*/ 624013 w 998538"/>
                <a:gd name="connsiteY74" fmla="*/ 4321455 h 4549189"/>
                <a:gd name="connsiteX75" fmla="*/ 607550 w 998538"/>
                <a:gd name="connsiteY75" fmla="*/ 4354380 h 4549189"/>
                <a:gd name="connsiteX76" fmla="*/ 624013 w 998538"/>
                <a:gd name="connsiteY76" fmla="*/ 4468247 h 4549189"/>
                <a:gd name="connsiteX77" fmla="*/ 574625 w 998538"/>
                <a:gd name="connsiteY77" fmla="*/ 4451785 h 4549189"/>
                <a:gd name="connsiteX78" fmla="*/ 558162 w 998538"/>
                <a:gd name="connsiteY78" fmla="*/ 4354380 h 4549189"/>
                <a:gd name="connsiteX79" fmla="*/ 525236 w 998538"/>
                <a:gd name="connsiteY79" fmla="*/ 4288529 h 4549189"/>
                <a:gd name="connsiteX80" fmla="*/ 508773 w 998538"/>
                <a:gd name="connsiteY80" fmla="*/ 4240514 h 4549189"/>
                <a:gd name="connsiteX81" fmla="*/ 493683 w 998538"/>
                <a:gd name="connsiteY81" fmla="*/ 4224051 h 4549189"/>
                <a:gd name="connsiteX82" fmla="*/ 508773 w 998538"/>
                <a:gd name="connsiteY82" fmla="*/ 4207588 h 4549189"/>
                <a:gd name="connsiteX83" fmla="*/ 525236 w 998538"/>
                <a:gd name="connsiteY83" fmla="*/ 4207588 h 4549189"/>
                <a:gd name="connsiteX84" fmla="*/ 525236 w 998538"/>
                <a:gd name="connsiteY84" fmla="*/ 4158200 h 4549189"/>
                <a:gd name="connsiteX85" fmla="*/ 525236 w 998538"/>
                <a:gd name="connsiteY85" fmla="*/ 4125275 h 4549189"/>
                <a:gd name="connsiteX86" fmla="*/ 558162 w 998538"/>
                <a:gd name="connsiteY86" fmla="*/ 4110184 h 4549189"/>
                <a:gd name="connsiteX87" fmla="*/ 558162 w 998538"/>
                <a:gd name="connsiteY87" fmla="*/ 4093721 h 4549189"/>
                <a:gd name="connsiteX88" fmla="*/ 558162 w 998538"/>
                <a:gd name="connsiteY88" fmla="*/ 4077258 h 4549189"/>
                <a:gd name="connsiteX89" fmla="*/ 541698 w 998538"/>
                <a:gd name="connsiteY89" fmla="*/ 4044333 h 4549189"/>
                <a:gd name="connsiteX90" fmla="*/ 394907 w 998538"/>
                <a:gd name="connsiteY90" fmla="*/ 3767211 h 4549189"/>
                <a:gd name="connsiteX91" fmla="*/ 297502 w 998538"/>
                <a:gd name="connsiteY91" fmla="*/ 3571031 h 4549189"/>
                <a:gd name="connsiteX92" fmla="*/ 248114 w 998538"/>
                <a:gd name="connsiteY92" fmla="*/ 3457164 h 4549189"/>
                <a:gd name="connsiteX93" fmla="*/ 248114 w 998538"/>
                <a:gd name="connsiteY93" fmla="*/ 3359759 h 4549189"/>
                <a:gd name="connsiteX94" fmla="*/ 231651 w 998538"/>
                <a:gd name="connsiteY94" fmla="*/ 3326834 h 4549189"/>
                <a:gd name="connsiteX95" fmla="*/ 150710 w 998538"/>
                <a:gd name="connsiteY95" fmla="*/ 3180042 h 4549189"/>
                <a:gd name="connsiteX96" fmla="*/ 101322 w 998538"/>
                <a:gd name="connsiteY96" fmla="*/ 3082638 h 4549189"/>
                <a:gd name="connsiteX97" fmla="*/ 101322 w 998538"/>
                <a:gd name="connsiteY97" fmla="*/ 3033249 h 4549189"/>
                <a:gd name="connsiteX98" fmla="*/ 101322 w 998538"/>
                <a:gd name="connsiteY98" fmla="*/ 3000324 h 4549189"/>
                <a:gd name="connsiteX99" fmla="*/ 0 w 998538"/>
                <a:gd name="connsiteY99" fmla="*/ 3000324 h 4549189"/>
                <a:gd name="connsiteX100" fmla="*/ 0 w 998538"/>
                <a:gd name="connsiteY100" fmla="*/ 2563071 h 4549189"/>
                <a:gd name="connsiteX101" fmla="*/ 3917 w 998538"/>
                <a:gd name="connsiteY101" fmla="*/ 2543485 h 4549189"/>
                <a:gd name="connsiteX102" fmla="*/ 36843 w 998538"/>
                <a:gd name="connsiteY102" fmla="*/ 2446081 h 4549189"/>
                <a:gd name="connsiteX103" fmla="*/ 84859 w 998538"/>
                <a:gd name="connsiteY103" fmla="*/ 2332214 h 4549189"/>
                <a:gd name="connsiteX104" fmla="*/ 167173 w 998538"/>
                <a:gd name="connsiteY104" fmla="*/ 2119571 h 4549189"/>
                <a:gd name="connsiteX105" fmla="*/ 101322 w 998538"/>
                <a:gd name="connsiteY105" fmla="*/ 2185421 h 4549189"/>
                <a:gd name="connsiteX106" fmla="*/ 69768 w 998538"/>
                <a:gd name="connsiteY106" fmla="*/ 2234809 h 4549189"/>
                <a:gd name="connsiteX107" fmla="*/ 53305 w 998538"/>
                <a:gd name="connsiteY107" fmla="*/ 2282826 h 4549189"/>
                <a:gd name="connsiteX108" fmla="*/ 3917 w 998538"/>
                <a:gd name="connsiteY108" fmla="*/ 2413155 h 4549189"/>
                <a:gd name="connsiteX109" fmla="*/ 0 w 998538"/>
                <a:gd name="connsiteY109" fmla="*/ 2424907 h 4549189"/>
                <a:gd name="connsiteX110" fmla="*/ 0 w 998538"/>
                <a:gd name="connsiteY110" fmla="*/ 1976855 h 4549189"/>
                <a:gd name="connsiteX111" fmla="*/ 20380 w 998538"/>
                <a:gd name="connsiteY111" fmla="*/ 1972779 h 4549189"/>
                <a:gd name="connsiteX112" fmla="*/ 215189 w 998538"/>
                <a:gd name="connsiteY112" fmla="*/ 1941225 h 4549189"/>
                <a:gd name="connsiteX113" fmla="*/ 20380 w 998538"/>
                <a:gd name="connsiteY113" fmla="*/ 1941225 h 4549189"/>
                <a:gd name="connsiteX114" fmla="*/ 0 w 998538"/>
                <a:gd name="connsiteY114" fmla="*/ 1941225 h 4549189"/>
                <a:gd name="connsiteX115" fmla="*/ 0 w 998538"/>
                <a:gd name="connsiteY115" fmla="*/ 1670674 h 4549189"/>
                <a:gd name="connsiteX116" fmla="*/ 36843 w 998538"/>
                <a:gd name="connsiteY116" fmla="*/ 1662732 h 4549189"/>
                <a:gd name="connsiteX117" fmla="*/ 183635 w 998538"/>
                <a:gd name="connsiteY117" fmla="*/ 1647641 h 4549189"/>
                <a:gd name="connsiteX118" fmla="*/ 36844 w 998538"/>
                <a:gd name="connsiteY118" fmla="*/ 1647641 h 4549189"/>
                <a:gd name="connsiteX119" fmla="*/ 0 w 998538"/>
                <a:gd name="connsiteY119" fmla="*/ 1650875 h 4549189"/>
                <a:gd name="connsiteX120" fmla="*/ 0 w 998538"/>
                <a:gd name="connsiteY120" fmla="*/ 1397945 h 4549189"/>
                <a:gd name="connsiteX121" fmla="*/ 53306 w 998538"/>
                <a:gd name="connsiteY121" fmla="*/ 1402072 h 4549189"/>
                <a:gd name="connsiteX122" fmla="*/ 53306 w 998538"/>
                <a:gd name="connsiteY122" fmla="*/ 1402073 h 4549189"/>
                <a:gd name="connsiteX123" fmla="*/ 231651 w 998538"/>
                <a:gd name="connsiteY123" fmla="*/ 1385610 h 4549189"/>
                <a:gd name="connsiteX124" fmla="*/ 264577 w 998538"/>
                <a:gd name="connsiteY124" fmla="*/ 1238817 h 4549189"/>
                <a:gd name="connsiteX125" fmla="*/ 281039 w 998538"/>
                <a:gd name="connsiteY125" fmla="*/ 1207264 h 4549189"/>
                <a:gd name="connsiteX126" fmla="*/ 297502 w 998538"/>
                <a:gd name="connsiteY126" fmla="*/ 1141414 h 4549189"/>
                <a:gd name="connsiteX127" fmla="*/ 313965 w 998538"/>
                <a:gd name="connsiteY127" fmla="*/ 1011084 h 4549189"/>
                <a:gd name="connsiteX128" fmla="*/ 330427 w 998538"/>
                <a:gd name="connsiteY128" fmla="*/ 913680 h 4549189"/>
                <a:gd name="connsiteX129" fmla="*/ 297502 w 998538"/>
                <a:gd name="connsiteY129" fmla="*/ 978158 h 4549189"/>
                <a:gd name="connsiteX130" fmla="*/ 281039 w 998538"/>
                <a:gd name="connsiteY130" fmla="*/ 1027546 h 4549189"/>
                <a:gd name="connsiteX131" fmla="*/ 281039 w 998538"/>
                <a:gd name="connsiteY131" fmla="*/ 1060472 h 4549189"/>
                <a:gd name="connsiteX132" fmla="*/ 297502 w 998538"/>
                <a:gd name="connsiteY132" fmla="*/ 1108488 h 4549189"/>
                <a:gd name="connsiteX133" fmla="*/ 281039 w 998538"/>
                <a:gd name="connsiteY133" fmla="*/ 1141414 h 4549189"/>
                <a:gd name="connsiteX134" fmla="*/ 248114 w 998538"/>
                <a:gd name="connsiteY134" fmla="*/ 1207264 h 4549189"/>
                <a:gd name="connsiteX135" fmla="*/ 215189 w 998538"/>
                <a:gd name="connsiteY135" fmla="*/ 1271743 h 4549189"/>
                <a:gd name="connsiteX136" fmla="*/ 200098 w 998538"/>
                <a:gd name="connsiteY136" fmla="*/ 1354056 h 4549189"/>
                <a:gd name="connsiteX137" fmla="*/ 150710 w 998538"/>
                <a:gd name="connsiteY137" fmla="*/ 1354056 h 4549189"/>
                <a:gd name="connsiteX138" fmla="*/ 101322 w 998538"/>
                <a:gd name="connsiteY138" fmla="*/ 1354056 h 4549189"/>
                <a:gd name="connsiteX139" fmla="*/ 84859 w 998538"/>
                <a:gd name="connsiteY139" fmla="*/ 1370519 h 4549189"/>
                <a:gd name="connsiteX140" fmla="*/ 53306 w 998538"/>
                <a:gd name="connsiteY140" fmla="*/ 1385609 h 4549189"/>
                <a:gd name="connsiteX141" fmla="*/ 53305 w 998538"/>
                <a:gd name="connsiteY141" fmla="*/ 1385610 h 4549189"/>
                <a:gd name="connsiteX142" fmla="*/ 53305 w 998538"/>
                <a:gd name="connsiteY142" fmla="*/ 1385609 h 4549189"/>
                <a:gd name="connsiteX143" fmla="*/ 0 w 998538"/>
                <a:gd name="connsiteY143" fmla="*/ 1385609 h 4549189"/>
                <a:gd name="connsiteX144" fmla="*/ 0 w 998538"/>
                <a:gd name="connsiteY144" fmla="*/ 990628 h 4549189"/>
                <a:gd name="connsiteX145" fmla="*/ 84859 w 998538"/>
                <a:gd name="connsiteY145" fmla="*/ 913679 h 4549189"/>
                <a:gd name="connsiteX146" fmla="*/ 101322 w 998538"/>
                <a:gd name="connsiteY146" fmla="*/ 897217 h 4549189"/>
                <a:gd name="connsiteX147" fmla="*/ 134247 w 998538"/>
                <a:gd name="connsiteY147" fmla="*/ 864292 h 4549189"/>
                <a:gd name="connsiteX148" fmla="*/ 134247 w 998538"/>
                <a:gd name="connsiteY148" fmla="*/ 814904 h 4549189"/>
                <a:gd name="connsiteX149" fmla="*/ 134247 w 998538"/>
                <a:gd name="connsiteY149" fmla="*/ 783350 h 4549189"/>
                <a:gd name="connsiteX150" fmla="*/ 101322 w 998538"/>
                <a:gd name="connsiteY150" fmla="*/ 733962 h 4549189"/>
                <a:gd name="connsiteX151" fmla="*/ 89433 w 998538"/>
                <a:gd name="connsiteY151" fmla="*/ 757738 h 4549189"/>
                <a:gd name="connsiteX152" fmla="*/ 91459 w 998538"/>
                <a:gd name="connsiteY152" fmla="*/ 710556 h 4549189"/>
                <a:gd name="connsiteX153" fmla="*/ 117785 w 998538"/>
                <a:gd name="connsiteY153" fmla="*/ 97406 h 4549189"/>
                <a:gd name="connsiteX154" fmla="*/ 117784 w 998538"/>
                <a:gd name="connsiteY154" fmla="*/ 97407 h 4549189"/>
                <a:gd name="connsiteX155" fmla="*/ 91459 w 998538"/>
                <a:gd name="connsiteY155" fmla="*/ 710556 h 4549189"/>
                <a:gd name="connsiteX156" fmla="*/ 89433 w 998538"/>
                <a:gd name="connsiteY156" fmla="*/ 757738 h 4549189"/>
                <a:gd name="connsiteX157" fmla="*/ 88070 w 998538"/>
                <a:gd name="connsiteY157" fmla="*/ 789505 h 4549189"/>
                <a:gd name="connsiteX158" fmla="*/ 88070 w 998538"/>
                <a:gd name="connsiteY158" fmla="*/ 789504 h 4549189"/>
                <a:gd name="connsiteX159" fmla="*/ 86851 w 998538"/>
                <a:gd name="connsiteY159" fmla="*/ 817893 h 4549189"/>
                <a:gd name="connsiteX160" fmla="*/ 85632 w 998538"/>
                <a:gd name="connsiteY160" fmla="*/ 846282 h 4549189"/>
                <a:gd name="connsiteX161" fmla="*/ 84859 w 998538"/>
                <a:gd name="connsiteY161" fmla="*/ 864292 h 4549189"/>
                <a:gd name="connsiteX162" fmla="*/ 84859 w 998538"/>
                <a:gd name="connsiteY162" fmla="*/ 864281 h 4549189"/>
                <a:gd name="connsiteX163" fmla="*/ 84859 w 998538"/>
                <a:gd name="connsiteY163" fmla="*/ 864292 h 4549189"/>
                <a:gd name="connsiteX164" fmla="*/ 20380 w 998538"/>
                <a:gd name="connsiteY164" fmla="*/ 897217 h 4549189"/>
                <a:gd name="connsiteX165" fmla="*/ 0 w 998538"/>
                <a:gd name="connsiteY165" fmla="*/ 917031 h 4549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Lst>
              <a:rect l="l" t="t" r="r" b="b"/>
              <a:pathLst>
                <a:path w="998538" h="4549189">
                  <a:moveTo>
                    <a:pt x="85632" y="846282"/>
                  </a:moveTo>
                  <a:lnTo>
                    <a:pt x="85632" y="846283"/>
                  </a:lnTo>
                  <a:lnTo>
                    <a:pt x="85632" y="846282"/>
                  </a:lnTo>
                  <a:close/>
                  <a:moveTo>
                    <a:pt x="88070" y="789505"/>
                  </a:moveTo>
                  <a:lnTo>
                    <a:pt x="101322" y="814904"/>
                  </a:lnTo>
                  <a:lnTo>
                    <a:pt x="85632" y="846282"/>
                  </a:lnTo>
                  <a:lnTo>
                    <a:pt x="86851" y="817893"/>
                  </a:lnTo>
                  <a:close/>
                  <a:moveTo>
                    <a:pt x="89433" y="757738"/>
                  </a:moveTo>
                  <a:lnTo>
                    <a:pt x="89433" y="757739"/>
                  </a:lnTo>
                  <a:lnTo>
                    <a:pt x="89433" y="757738"/>
                  </a:lnTo>
                  <a:close/>
                  <a:moveTo>
                    <a:pt x="0" y="0"/>
                  </a:moveTo>
                  <a:lnTo>
                    <a:pt x="3918" y="0"/>
                  </a:lnTo>
                  <a:lnTo>
                    <a:pt x="69769" y="0"/>
                  </a:lnTo>
                  <a:lnTo>
                    <a:pt x="84859" y="16463"/>
                  </a:lnTo>
                  <a:lnTo>
                    <a:pt x="101322" y="32925"/>
                  </a:lnTo>
                  <a:lnTo>
                    <a:pt x="101322" y="80942"/>
                  </a:lnTo>
                  <a:lnTo>
                    <a:pt x="117785" y="97405"/>
                  </a:lnTo>
                  <a:lnTo>
                    <a:pt x="134247" y="130330"/>
                  </a:lnTo>
                  <a:lnTo>
                    <a:pt x="200098" y="179718"/>
                  </a:lnTo>
                  <a:lnTo>
                    <a:pt x="231651" y="227735"/>
                  </a:lnTo>
                  <a:lnTo>
                    <a:pt x="231651" y="260660"/>
                  </a:lnTo>
                  <a:lnTo>
                    <a:pt x="231651" y="293585"/>
                  </a:lnTo>
                  <a:lnTo>
                    <a:pt x="215189" y="277123"/>
                  </a:lnTo>
                  <a:lnTo>
                    <a:pt x="231651" y="423915"/>
                  </a:lnTo>
                  <a:lnTo>
                    <a:pt x="167173" y="651648"/>
                  </a:lnTo>
                  <a:lnTo>
                    <a:pt x="150710" y="684574"/>
                  </a:lnTo>
                  <a:lnTo>
                    <a:pt x="134247" y="684574"/>
                  </a:lnTo>
                  <a:lnTo>
                    <a:pt x="134247" y="717499"/>
                  </a:lnTo>
                  <a:lnTo>
                    <a:pt x="264577" y="783350"/>
                  </a:lnTo>
                  <a:lnTo>
                    <a:pt x="346890" y="783350"/>
                  </a:lnTo>
                  <a:lnTo>
                    <a:pt x="394907" y="798441"/>
                  </a:lnTo>
                  <a:lnTo>
                    <a:pt x="427832" y="814904"/>
                  </a:lnTo>
                  <a:lnTo>
                    <a:pt x="477220" y="1011084"/>
                  </a:lnTo>
                  <a:lnTo>
                    <a:pt x="493683" y="1157876"/>
                  </a:lnTo>
                  <a:lnTo>
                    <a:pt x="493683" y="1223727"/>
                  </a:lnTo>
                  <a:lnTo>
                    <a:pt x="493683" y="1271743"/>
                  </a:lnTo>
                  <a:lnTo>
                    <a:pt x="427832" y="1370519"/>
                  </a:lnTo>
                  <a:lnTo>
                    <a:pt x="411369" y="1484386"/>
                  </a:lnTo>
                  <a:lnTo>
                    <a:pt x="361981" y="1565327"/>
                  </a:lnTo>
                  <a:lnTo>
                    <a:pt x="346890" y="1598253"/>
                  </a:lnTo>
                  <a:lnTo>
                    <a:pt x="330427" y="1614715"/>
                  </a:lnTo>
                  <a:lnTo>
                    <a:pt x="281039" y="1647641"/>
                  </a:lnTo>
                  <a:lnTo>
                    <a:pt x="248114" y="1662732"/>
                  </a:lnTo>
                  <a:lnTo>
                    <a:pt x="264577" y="1794433"/>
                  </a:lnTo>
                  <a:lnTo>
                    <a:pt x="264577" y="1941225"/>
                  </a:lnTo>
                  <a:lnTo>
                    <a:pt x="313965" y="2201884"/>
                  </a:lnTo>
                  <a:lnTo>
                    <a:pt x="361981" y="2479006"/>
                  </a:lnTo>
                  <a:lnTo>
                    <a:pt x="411369" y="2967399"/>
                  </a:lnTo>
                  <a:lnTo>
                    <a:pt x="394907" y="2967399"/>
                  </a:lnTo>
                  <a:lnTo>
                    <a:pt x="444295" y="3114191"/>
                  </a:lnTo>
                  <a:lnTo>
                    <a:pt x="477220" y="3212967"/>
                  </a:lnTo>
                  <a:lnTo>
                    <a:pt x="477220" y="3277446"/>
                  </a:lnTo>
                  <a:lnTo>
                    <a:pt x="558162" y="3620419"/>
                  </a:lnTo>
                  <a:lnTo>
                    <a:pt x="672028" y="3994945"/>
                  </a:lnTo>
                  <a:lnTo>
                    <a:pt x="704954" y="4060796"/>
                  </a:lnTo>
                  <a:lnTo>
                    <a:pt x="835284" y="4354380"/>
                  </a:lnTo>
                  <a:lnTo>
                    <a:pt x="884672" y="4354380"/>
                  </a:lnTo>
                  <a:lnTo>
                    <a:pt x="901134" y="4370843"/>
                  </a:lnTo>
                  <a:lnTo>
                    <a:pt x="917597" y="4387306"/>
                  </a:lnTo>
                  <a:lnTo>
                    <a:pt x="917597" y="4402397"/>
                  </a:lnTo>
                  <a:lnTo>
                    <a:pt x="949150" y="4451785"/>
                  </a:lnTo>
                  <a:lnTo>
                    <a:pt x="982075" y="4468247"/>
                  </a:lnTo>
                  <a:lnTo>
                    <a:pt x="982075" y="4484710"/>
                  </a:lnTo>
                  <a:lnTo>
                    <a:pt x="998538" y="4517635"/>
                  </a:lnTo>
                  <a:lnTo>
                    <a:pt x="982075" y="4534098"/>
                  </a:lnTo>
                  <a:lnTo>
                    <a:pt x="965613" y="4549189"/>
                  </a:lnTo>
                  <a:lnTo>
                    <a:pt x="868209" y="4549189"/>
                  </a:lnTo>
                  <a:lnTo>
                    <a:pt x="785896" y="4549189"/>
                  </a:lnTo>
                  <a:lnTo>
                    <a:pt x="770804" y="4549189"/>
                  </a:lnTo>
                  <a:lnTo>
                    <a:pt x="754342" y="4534098"/>
                  </a:lnTo>
                  <a:lnTo>
                    <a:pt x="721416" y="4451785"/>
                  </a:lnTo>
                  <a:lnTo>
                    <a:pt x="704954" y="4418859"/>
                  </a:lnTo>
                  <a:lnTo>
                    <a:pt x="655566" y="4354380"/>
                  </a:lnTo>
                  <a:lnTo>
                    <a:pt x="640475" y="4321455"/>
                  </a:lnTo>
                  <a:lnTo>
                    <a:pt x="624013" y="4321455"/>
                  </a:lnTo>
                  <a:lnTo>
                    <a:pt x="607550" y="4354380"/>
                  </a:lnTo>
                  <a:lnTo>
                    <a:pt x="624013" y="4468247"/>
                  </a:lnTo>
                  <a:lnTo>
                    <a:pt x="574625" y="4451785"/>
                  </a:lnTo>
                  <a:lnTo>
                    <a:pt x="558162" y="4354380"/>
                  </a:lnTo>
                  <a:lnTo>
                    <a:pt x="525236" y="4288529"/>
                  </a:lnTo>
                  <a:lnTo>
                    <a:pt x="508773" y="4240514"/>
                  </a:lnTo>
                  <a:lnTo>
                    <a:pt x="493683" y="4224051"/>
                  </a:lnTo>
                  <a:lnTo>
                    <a:pt x="508773" y="4207588"/>
                  </a:lnTo>
                  <a:lnTo>
                    <a:pt x="525236" y="4207588"/>
                  </a:lnTo>
                  <a:lnTo>
                    <a:pt x="525236" y="4158200"/>
                  </a:lnTo>
                  <a:lnTo>
                    <a:pt x="525236" y="4125275"/>
                  </a:lnTo>
                  <a:lnTo>
                    <a:pt x="558162" y="4110184"/>
                  </a:lnTo>
                  <a:lnTo>
                    <a:pt x="558162" y="4093721"/>
                  </a:lnTo>
                  <a:lnTo>
                    <a:pt x="558162" y="4077258"/>
                  </a:lnTo>
                  <a:lnTo>
                    <a:pt x="541698" y="4044333"/>
                  </a:lnTo>
                  <a:lnTo>
                    <a:pt x="394907" y="3767211"/>
                  </a:lnTo>
                  <a:lnTo>
                    <a:pt x="297502" y="3571031"/>
                  </a:lnTo>
                  <a:lnTo>
                    <a:pt x="248114" y="3457164"/>
                  </a:lnTo>
                  <a:lnTo>
                    <a:pt x="248114" y="3359759"/>
                  </a:lnTo>
                  <a:lnTo>
                    <a:pt x="231651" y="3326834"/>
                  </a:lnTo>
                  <a:lnTo>
                    <a:pt x="150710" y="3180042"/>
                  </a:lnTo>
                  <a:lnTo>
                    <a:pt x="101322" y="3082638"/>
                  </a:lnTo>
                  <a:lnTo>
                    <a:pt x="101322" y="3033249"/>
                  </a:lnTo>
                  <a:lnTo>
                    <a:pt x="101322" y="3000324"/>
                  </a:lnTo>
                  <a:lnTo>
                    <a:pt x="0" y="3000324"/>
                  </a:lnTo>
                  <a:lnTo>
                    <a:pt x="0" y="2563071"/>
                  </a:lnTo>
                  <a:lnTo>
                    <a:pt x="3917" y="2543485"/>
                  </a:lnTo>
                  <a:lnTo>
                    <a:pt x="36843" y="2446081"/>
                  </a:lnTo>
                  <a:lnTo>
                    <a:pt x="84859" y="2332214"/>
                  </a:lnTo>
                  <a:lnTo>
                    <a:pt x="167173" y="2119571"/>
                  </a:lnTo>
                  <a:lnTo>
                    <a:pt x="101322" y="2185421"/>
                  </a:lnTo>
                  <a:lnTo>
                    <a:pt x="69768" y="2234809"/>
                  </a:lnTo>
                  <a:lnTo>
                    <a:pt x="53305" y="2282826"/>
                  </a:lnTo>
                  <a:lnTo>
                    <a:pt x="3917" y="2413155"/>
                  </a:lnTo>
                  <a:lnTo>
                    <a:pt x="0" y="2424907"/>
                  </a:lnTo>
                  <a:lnTo>
                    <a:pt x="0" y="1976855"/>
                  </a:lnTo>
                  <a:lnTo>
                    <a:pt x="20380" y="1972779"/>
                  </a:lnTo>
                  <a:lnTo>
                    <a:pt x="215189" y="1941225"/>
                  </a:lnTo>
                  <a:lnTo>
                    <a:pt x="20380" y="1941225"/>
                  </a:lnTo>
                  <a:lnTo>
                    <a:pt x="0" y="1941225"/>
                  </a:lnTo>
                  <a:lnTo>
                    <a:pt x="0" y="1670674"/>
                  </a:lnTo>
                  <a:lnTo>
                    <a:pt x="36843" y="1662732"/>
                  </a:lnTo>
                  <a:lnTo>
                    <a:pt x="183635" y="1647641"/>
                  </a:lnTo>
                  <a:lnTo>
                    <a:pt x="36844" y="1647641"/>
                  </a:lnTo>
                  <a:lnTo>
                    <a:pt x="0" y="1650875"/>
                  </a:lnTo>
                  <a:lnTo>
                    <a:pt x="0" y="1397945"/>
                  </a:lnTo>
                  <a:lnTo>
                    <a:pt x="53306" y="1402072"/>
                  </a:lnTo>
                  <a:lnTo>
                    <a:pt x="53306" y="1402073"/>
                  </a:lnTo>
                  <a:lnTo>
                    <a:pt x="231651" y="1385610"/>
                  </a:lnTo>
                  <a:lnTo>
                    <a:pt x="264577" y="1238817"/>
                  </a:lnTo>
                  <a:lnTo>
                    <a:pt x="281039" y="1207264"/>
                  </a:lnTo>
                  <a:lnTo>
                    <a:pt x="297502" y="1141414"/>
                  </a:lnTo>
                  <a:lnTo>
                    <a:pt x="313965" y="1011084"/>
                  </a:lnTo>
                  <a:lnTo>
                    <a:pt x="330427" y="913680"/>
                  </a:lnTo>
                  <a:lnTo>
                    <a:pt x="297502" y="978158"/>
                  </a:lnTo>
                  <a:lnTo>
                    <a:pt x="281039" y="1027546"/>
                  </a:lnTo>
                  <a:lnTo>
                    <a:pt x="281039" y="1060472"/>
                  </a:lnTo>
                  <a:lnTo>
                    <a:pt x="297502" y="1108488"/>
                  </a:lnTo>
                  <a:lnTo>
                    <a:pt x="281039" y="1141414"/>
                  </a:lnTo>
                  <a:lnTo>
                    <a:pt x="248114" y="1207264"/>
                  </a:lnTo>
                  <a:lnTo>
                    <a:pt x="215189" y="1271743"/>
                  </a:lnTo>
                  <a:lnTo>
                    <a:pt x="200098" y="1354056"/>
                  </a:lnTo>
                  <a:lnTo>
                    <a:pt x="150710" y="1354056"/>
                  </a:lnTo>
                  <a:lnTo>
                    <a:pt x="101322" y="1354056"/>
                  </a:lnTo>
                  <a:lnTo>
                    <a:pt x="84859" y="1370519"/>
                  </a:lnTo>
                  <a:lnTo>
                    <a:pt x="53306" y="1385609"/>
                  </a:lnTo>
                  <a:lnTo>
                    <a:pt x="53305" y="1385610"/>
                  </a:lnTo>
                  <a:lnTo>
                    <a:pt x="53305" y="1385609"/>
                  </a:lnTo>
                  <a:lnTo>
                    <a:pt x="0" y="1385609"/>
                  </a:lnTo>
                  <a:lnTo>
                    <a:pt x="0" y="990628"/>
                  </a:lnTo>
                  <a:lnTo>
                    <a:pt x="84859" y="913679"/>
                  </a:lnTo>
                  <a:lnTo>
                    <a:pt x="101322" y="897217"/>
                  </a:lnTo>
                  <a:lnTo>
                    <a:pt x="134247" y="864292"/>
                  </a:lnTo>
                  <a:lnTo>
                    <a:pt x="134247" y="814904"/>
                  </a:lnTo>
                  <a:lnTo>
                    <a:pt x="134247" y="783350"/>
                  </a:lnTo>
                  <a:lnTo>
                    <a:pt x="101322" y="733962"/>
                  </a:lnTo>
                  <a:lnTo>
                    <a:pt x="89433" y="757738"/>
                  </a:lnTo>
                  <a:lnTo>
                    <a:pt x="91459" y="710556"/>
                  </a:lnTo>
                  <a:lnTo>
                    <a:pt x="117785" y="97406"/>
                  </a:lnTo>
                  <a:lnTo>
                    <a:pt x="117784" y="97407"/>
                  </a:lnTo>
                  <a:lnTo>
                    <a:pt x="91459" y="710556"/>
                  </a:lnTo>
                  <a:lnTo>
                    <a:pt x="89433" y="757738"/>
                  </a:lnTo>
                  <a:lnTo>
                    <a:pt x="88070" y="789505"/>
                  </a:lnTo>
                  <a:lnTo>
                    <a:pt x="88070" y="789504"/>
                  </a:lnTo>
                  <a:lnTo>
                    <a:pt x="86851" y="817893"/>
                  </a:lnTo>
                  <a:lnTo>
                    <a:pt x="85632" y="846282"/>
                  </a:lnTo>
                  <a:lnTo>
                    <a:pt x="84859" y="864292"/>
                  </a:lnTo>
                  <a:lnTo>
                    <a:pt x="84859" y="864281"/>
                  </a:lnTo>
                  <a:lnTo>
                    <a:pt x="84859" y="864292"/>
                  </a:lnTo>
                  <a:lnTo>
                    <a:pt x="20380" y="897217"/>
                  </a:lnTo>
                  <a:lnTo>
                    <a:pt x="0" y="917031"/>
                  </a:lnTo>
                  <a:close/>
                </a:path>
              </a:pathLst>
            </a:custGeom>
            <a:solidFill>
              <a:schemeClr val="accent1"/>
            </a:solidFill>
            <a:ln>
              <a:noFill/>
            </a:ln>
          </p:spPr>
          <p:txBody>
            <a:bodyPr vert="horz" wrap="square" lIns="91440" tIns="45720" rIns="91440" bIns="45720" numCol="1" anchor="t" anchorCtr="0" compatLnSpc="1">
              <a:prstTxWarp prst="textNoShape">
                <a:avLst/>
              </a:prstTxWarp>
              <a:noAutofit/>
            </a:bodyPr>
            <a:lstStyle/>
            <a:p>
              <a:pPr fontAlgn="auto">
                <a:spcBef>
                  <a:spcPts val="0"/>
                </a:spcBef>
                <a:spcAft>
                  <a:spcPts val="0"/>
                </a:spcAft>
              </a:pPr>
              <a:endParaRPr lang="en-AU">
                <a:solidFill>
                  <a:prstClr val="black"/>
                </a:solidFill>
                <a:latin typeface="Roboto Lt"/>
                <a:cs typeface="+mn-cs"/>
              </a:endParaRPr>
            </a:p>
          </p:txBody>
        </p:sp>
        <p:sp>
          <p:nvSpPr>
            <p:cNvPr id="11" name="Freeform 10"/>
            <p:cNvSpPr>
              <a:spLocks/>
            </p:cNvSpPr>
            <p:nvPr/>
          </p:nvSpPr>
          <p:spPr bwMode="auto">
            <a:xfrm>
              <a:off x="7018338" y="1674638"/>
              <a:ext cx="1284288" cy="4615039"/>
            </a:xfrm>
            <a:custGeom>
              <a:avLst/>
              <a:gdLst>
                <a:gd name="connsiteX0" fmla="*/ 504857 w 1284288"/>
                <a:gd name="connsiteY0" fmla="*/ 1500849 h 4615039"/>
                <a:gd name="connsiteX1" fmla="*/ 717499 w 1284288"/>
                <a:gd name="connsiteY1" fmla="*/ 1565327 h 4615039"/>
                <a:gd name="connsiteX2" fmla="*/ 814904 w 1284288"/>
                <a:gd name="connsiteY2" fmla="*/ 1598253 h 4615039"/>
                <a:gd name="connsiteX3" fmla="*/ 831366 w 1284288"/>
                <a:gd name="connsiteY3" fmla="*/ 1598253 h 4615039"/>
                <a:gd name="connsiteX4" fmla="*/ 847829 w 1284288"/>
                <a:gd name="connsiteY4" fmla="*/ 1581790 h 4615039"/>
                <a:gd name="connsiteX5" fmla="*/ 847829 w 1284288"/>
                <a:gd name="connsiteY5" fmla="*/ 1565327 h 4615039"/>
                <a:gd name="connsiteX6" fmla="*/ 847829 w 1284288"/>
                <a:gd name="connsiteY6" fmla="*/ 1548864 h 4615039"/>
                <a:gd name="connsiteX7" fmla="*/ 733962 w 1284288"/>
                <a:gd name="connsiteY7" fmla="*/ 1548864 h 4615039"/>
                <a:gd name="connsiteX8" fmla="*/ 913680 w 1284288"/>
                <a:gd name="connsiteY8" fmla="*/ 1044009 h 4615039"/>
                <a:gd name="connsiteX9" fmla="*/ 897217 w 1284288"/>
                <a:gd name="connsiteY9" fmla="*/ 1157875 h 4615039"/>
                <a:gd name="connsiteX10" fmla="*/ 913680 w 1284288"/>
                <a:gd name="connsiteY10" fmla="*/ 1255280 h 4615039"/>
                <a:gd name="connsiteX11" fmla="*/ 928770 w 1284288"/>
                <a:gd name="connsiteY11" fmla="*/ 1288205 h 4615039"/>
                <a:gd name="connsiteX12" fmla="*/ 961696 w 1284288"/>
                <a:gd name="connsiteY12" fmla="*/ 1337593 h 4615039"/>
                <a:gd name="connsiteX13" fmla="*/ 961696 w 1284288"/>
                <a:gd name="connsiteY13" fmla="*/ 1337594 h 4615039"/>
                <a:gd name="connsiteX14" fmla="*/ 978158 w 1284288"/>
                <a:gd name="connsiteY14" fmla="*/ 1370519 h 4615039"/>
                <a:gd name="connsiteX15" fmla="*/ 1044009 w 1284288"/>
                <a:gd name="connsiteY15" fmla="*/ 1370519 h 4615039"/>
                <a:gd name="connsiteX16" fmla="*/ 1027546 w 1284288"/>
                <a:gd name="connsiteY16" fmla="*/ 1354056 h 4615039"/>
                <a:gd name="connsiteX17" fmla="*/ 978158 w 1284288"/>
                <a:gd name="connsiteY17" fmla="*/ 1288205 h 4615039"/>
                <a:gd name="connsiteX18" fmla="*/ 978158 w 1284288"/>
                <a:gd name="connsiteY18" fmla="*/ 1288205 h 4615039"/>
                <a:gd name="connsiteX19" fmla="*/ 945233 w 1284288"/>
                <a:gd name="connsiteY19" fmla="*/ 1238817 h 4615039"/>
                <a:gd name="connsiteX20" fmla="*/ 928770 w 1284288"/>
                <a:gd name="connsiteY20" fmla="*/ 1190801 h 4615039"/>
                <a:gd name="connsiteX21" fmla="*/ 913680 w 1284288"/>
                <a:gd name="connsiteY21" fmla="*/ 1076934 h 4615039"/>
                <a:gd name="connsiteX22" fmla="*/ 897216 w 1284288"/>
                <a:gd name="connsiteY22" fmla="*/ 798440 h 4615039"/>
                <a:gd name="connsiteX23" fmla="*/ 897216 w 1284288"/>
                <a:gd name="connsiteY23" fmla="*/ 831366 h 4615039"/>
                <a:gd name="connsiteX24" fmla="*/ 880754 w 1284288"/>
                <a:gd name="connsiteY24" fmla="*/ 814903 h 4615039"/>
                <a:gd name="connsiteX25" fmla="*/ 227734 w 1284288"/>
                <a:gd name="connsiteY25" fmla="*/ 636557 h 4615039"/>
                <a:gd name="connsiteX26" fmla="*/ 260659 w 1284288"/>
                <a:gd name="connsiteY26" fmla="*/ 636557 h 4615039"/>
                <a:gd name="connsiteX27" fmla="*/ 277122 w 1284288"/>
                <a:gd name="connsiteY27" fmla="*/ 1271743 h 4615039"/>
                <a:gd name="connsiteX28" fmla="*/ 212643 w 1284288"/>
                <a:gd name="connsiteY28" fmla="*/ 1354056 h 4615039"/>
                <a:gd name="connsiteX29" fmla="*/ 179717 w 1284288"/>
                <a:gd name="connsiteY29" fmla="*/ 1321131 h 4615039"/>
                <a:gd name="connsiteX30" fmla="*/ 146792 w 1284288"/>
                <a:gd name="connsiteY30" fmla="*/ 1190801 h 4615039"/>
                <a:gd name="connsiteX31" fmla="*/ 130329 w 1284288"/>
                <a:gd name="connsiteY31" fmla="*/ 1174338 h 4615039"/>
                <a:gd name="connsiteX32" fmla="*/ 113867 w 1284288"/>
                <a:gd name="connsiteY32" fmla="*/ 1157875 h 4615039"/>
                <a:gd name="connsiteX33" fmla="*/ 97404 w 1284288"/>
                <a:gd name="connsiteY33" fmla="*/ 1157875 h 4615039"/>
                <a:gd name="connsiteX34" fmla="*/ 80941 w 1284288"/>
                <a:gd name="connsiteY34" fmla="*/ 1174338 h 4615039"/>
                <a:gd name="connsiteX35" fmla="*/ 80941 w 1284288"/>
                <a:gd name="connsiteY35" fmla="*/ 1190801 h 4615039"/>
                <a:gd name="connsiteX36" fmla="*/ 113867 w 1284288"/>
                <a:gd name="connsiteY36" fmla="*/ 1223726 h 4615039"/>
                <a:gd name="connsiteX37" fmla="*/ 130329 w 1284288"/>
                <a:gd name="connsiteY37" fmla="*/ 1238817 h 4615039"/>
                <a:gd name="connsiteX38" fmla="*/ 163255 w 1284288"/>
                <a:gd name="connsiteY38" fmla="*/ 1321131 h 4615039"/>
                <a:gd name="connsiteX39" fmla="*/ 179717 w 1284288"/>
                <a:gd name="connsiteY39" fmla="*/ 1370519 h 4615039"/>
                <a:gd name="connsiteX40" fmla="*/ 97404 w 1284288"/>
                <a:gd name="connsiteY40" fmla="*/ 1451460 h 4615039"/>
                <a:gd name="connsiteX41" fmla="*/ 80941 w 1284288"/>
                <a:gd name="connsiteY41" fmla="*/ 1385609 h 4615039"/>
                <a:gd name="connsiteX42" fmla="*/ 49388 w 1284288"/>
                <a:gd name="connsiteY42" fmla="*/ 1385609 h 4615039"/>
                <a:gd name="connsiteX43" fmla="*/ 0 w 1284288"/>
                <a:gd name="connsiteY43" fmla="*/ 684574 h 4615039"/>
                <a:gd name="connsiteX44" fmla="*/ 1174339 w 1284288"/>
                <a:gd name="connsiteY44" fmla="*/ 0 h 4615039"/>
                <a:gd name="connsiteX45" fmla="*/ 1284288 w 1284288"/>
                <a:gd name="connsiteY45" fmla="*/ 0 h 4615039"/>
                <a:gd name="connsiteX46" fmla="*/ 1284288 w 1284288"/>
                <a:gd name="connsiteY46" fmla="*/ 917031 h 4615039"/>
                <a:gd name="connsiteX47" fmla="*/ 1255280 w 1284288"/>
                <a:gd name="connsiteY47" fmla="*/ 945233 h 4615039"/>
                <a:gd name="connsiteX48" fmla="*/ 1222355 w 1284288"/>
                <a:gd name="connsiteY48" fmla="*/ 1011084 h 4615039"/>
                <a:gd name="connsiteX49" fmla="*/ 1124950 w 1284288"/>
                <a:gd name="connsiteY49" fmla="*/ 897217 h 4615039"/>
                <a:gd name="connsiteX50" fmla="*/ 1124951 w 1284288"/>
                <a:gd name="connsiteY50" fmla="*/ 897216 h 4615039"/>
                <a:gd name="connsiteX51" fmla="*/ 1108488 w 1284288"/>
                <a:gd name="connsiteY51" fmla="*/ 880754 h 4615039"/>
                <a:gd name="connsiteX52" fmla="*/ 1092026 w 1284288"/>
                <a:gd name="connsiteY52" fmla="*/ 847828 h 4615039"/>
                <a:gd name="connsiteX53" fmla="*/ 1092026 w 1284288"/>
                <a:gd name="connsiteY53" fmla="*/ 798440 h 4615039"/>
                <a:gd name="connsiteX54" fmla="*/ 1124951 w 1284288"/>
                <a:gd name="connsiteY54" fmla="*/ 733962 h 4615039"/>
                <a:gd name="connsiteX55" fmla="*/ 1157876 w 1284288"/>
                <a:gd name="connsiteY55" fmla="*/ 651648 h 4615039"/>
                <a:gd name="connsiteX56" fmla="*/ 1124951 w 1284288"/>
                <a:gd name="connsiteY56" fmla="*/ 701036 h 4615039"/>
                <a:gd name="connsiteX57" fmla="*/ 1075563 w 1284288"/>
                <a:gd name="connsiteY57" fmla="*/ 750424 h 4615039"/>
                <a:gd name="connsiteX58" fmla="*/ 1060473 w 1284288"/>
                <a:gd name="connsiteY58" fmla="*/ 814903 h 4615039"/>
                <a:gd name="connsiteX59" fmla="*/ 1060473 w 1284288"/>
                <a:gd name="connsiteY59" fmla="*/ 847828 h 4615039"/>
                <a:gd name="connsiteX60" fmla="*/ 1060473 w 1284288"/>
                <a:gd name="connsiteY60" fmla="*/ 880754 h 4615039"/>
                <a:gd name="connsiteX61" fmla="*/ 1092026 w 1284288"/>
                <a:gd name="connsiteY61" fmla="*/ 945233 h 4615039"/>
                <a:gd name="connsiteX62" fmla="*/ 1207264 w 1284288"/>
                <a:gd name="connsiteY62" fmla="*/ 1060472 h 4615039"/>
                <a:gd name="connsiteX63" fmla="*/ 1284288 w 1284288"/>
                <a:gd name="connsiteY63" fmla="*/ 990628 h 4615039"/>
                <a:gd name="connsiteX64" fmla="*/ 1284288 w 1284288"/>
                <a:gd name="connsiteY64" fmla="*/ 1385609 h 4615039"/>
                <a:gd name="connsiteX65" fmla="*/ 1207264 w 1284288"/>
                <a:gd name="connsiteY65" fmla="*/ 1385609 h 4615039"/>
                <a:gd name="connsiteX66" fmla="*/ 1124951 w 1284288"/>
                <a:gd name="connsiteY66" fmla="*/ 1385609 h 4615039"/>
                <a:gd name="connsiteX67" fmla="*/ 1284288 w 1284288"/>
                <a:gd name="connsiteY67" fmla="*/ 1397945 h 4615039"/>
                <a:gd name="connsiteX68" fmla="*/ 1284288 w 1284288"/>
                <a:gd name="connsiteY68" fmla="*/ 1650875 h 4615039"/>
                <a:gd name="connsiteX69" fmla="*/ 961696 w 1284288"/>
                <a:gd name="connsiteY69" fmla="*/ 1679194 h 4615039"/>
                <a:gd name="connsiteX70" fmla="*/ 961696 w 1284288"/>
                <a:gd name="connsiteY70" fmla="*/ 1532402 h 4615039"/>
                <a:gd name="connsiteX71" fmla="*/ 928770 w 1284288"/>
                <a:gd name="connsiteY71" fmla="*/ 1712120 h 4615039"/>
                <a:gd name="connsiteX72" fmla="*/ 978158 w 1284288"/>
                <a:gd name="connsiteY72" fmla="*/ 1712120 h 4615039"/>
                <a:gd name="connsiteX73" fmla="*/ 1027546 w 1284288"/>
                <a:gd name="connsiteY73" fmla="*/ 1712120 h 4615039"/>
                <a:gd name="connsiteX74" fmla="*/ 1092026 w 1284288"/>
                <a:gd name="connsiteY74" fmla="*/ 1712120 h 4615039"/>
                <a:gd name="connsiteX75" fmla="*/ 1284288 w 1284288"/>
                <a:gd name="connsiteY75" fmla="*/ 1670674 h 4615039"/>
                <a:gd name="connsiteX76" fmla="*/ 1284288 w 1284288"/>
                <a:gd name="connsiteY76" fmla="*/ 1941225 h 4615039"/>
                <a:gd name="connsiteX77" fmla="*/ 1238818 w 1284288"/>
                <a:gd name="connsiteY77" fmla="*/ 1941225 h 4615039"/>
                <a:gd name="connsiteX78" fmla="*/ 1157876 w 1284288"/>
                <a:gd name="connsiteY78" fmla="*/ 1941225 h 4615039"/>
                <a:gd name="connsiteX79" fmla="*/ 978158 w 1284288"/>
                <a:gd name="connsiteY79" fmla="*/ 1908300 h 4615039"/>
                <a:gd name="connsiteX80" fmla="*/ 783350 w 1284288"/>
                <a:gd name="connsiteY80" fmla="*/ 1842449 h 4615039"/>
                <a:gd name="connsiteX81" fmla="*/ 978158 w 1284288"/>
                <a:gd name="connsiteY81" fmla="*/ 1941225 h 4615039"/>
                <a:gd name="connsiteX82" fmla="*/ 1222355 w 1284288"/>
                <a:gd name="connsiteY82" fmla="*/ 1989242 h 4615039"/>
                <a:gd name="connsiteX83" fmla="*/ 1284288 w 1284288"/>
                <a:gd name="connsiteY83" fmla="*/ 1976855 h 4615039"/>
                <a:gd name="connsiteX84" fmla="*/ 1284288 w 1284288"/>
                <a:gd name="connsiteY84" fmla="*/ 2424906 h 4615039"/>
                <a:gd name="connsiteX85" fmla="*/ 1255280 w 1284288"/>
                <a:gd name="connsiteY85" fmla="*/ 2511931 h 4615039"/>
                <a:gd name="connsiteX86" fmla="*/ 1207264 w 1284288"/>
                <a:gd name="connsiteY86" fmla="*/ 2935846 h 4615039"/>
                <a:gd name="connsiteX87" fmla="*/ 1238817 w 1284288"/>
                <a:gd name="connsiteY87" fmla="*/ 2902920 h 4615039"/>
                <a:gd name="connsiteX88" fmla="*/ 1255280 w 1284288"/>
                <a:gd name="connsiteY88" fmla="*/ 2886458 h 4615039"/>
                <a:gd name="connsiteX89" fmla="*/ 1255280 w 1284288"/>
                <a:gd name="connsiteY89" fmla="*/ 2853532 h 4615039"/>
                <a:gd name="connsiteX90" fmla="*/ 1271743 w 1284288"/>
                <a:gd name="connsiteY90" fmla="*/ 2625799 h 4615039"/>
                <a:gd name="connsiteX91" fmla="*/ 1284288 w 1284288"/>
                <a:gd name="connsiteY91" fmla="*/ 2563070 h 4615039"/>
                <a:gd name="connsiteX92" fmla="*/ 1284288 w 1284288"/>
                <a:gd name="connsiteY92" fmla="*/ 3000324 h 4615039"/>
                <a:gd name="connsiteX93" fmla="*/ 1255280 w 1284288"/>
                <a:gd name="connsiteY93" fmla="*/ 3000324 h 4615039"/>
                <a:gd name="connsiteX94" fmla="*/ 1207264 w 1284288"/>
                <a:gd name="connsiteY94" fmla="*/ 3000324 h 4615039"/>
                <a:gd name="connsiteX95" fmla="*/ 1190802 w 1284288"/>
                <a:gd name="connsiteY95" fmla="*/ 3066175 h 4615039"/>
                <a:gd name="connsiteX96" fmla="*/ 1108488 w 1284288"/>
                <a:gd name="connsiteY96" fmla="*/ 3016787 h 4615039"/>
                <a:gd name="connsiteX97" fmla="*/ 1108488 w 1284288"/>
                <a:gd name="connsiteY97" fmla="*/ 3114191 h 4615039"/>
                <a:gd name="connsiteX98" fmla="*/ 1092026 w 1284288"/>
                <a:gd name="connsiteY98" fmla="*/ 3260983 h 4615039"/>
                <a:gd name="connsiteX99" fmla="*/ 1092026 w 1284288"/>
                <a:gd name="connsiteY99" fmla="*/ 3424239 h 4615039"/>
                <a:gd name="connsiteX100" fmla="*/ 1075563 w 1284288"/>
                <a:gd name="connsiteY100" fmla="*/ 3684898 h 4615039"/>
                <a:gd name="connsiteX101" fmla="*/ 1075563 w 1284288"/>
                <a:gd name="connsiteY101" fmla="*/ 4027870 h 4615039"/>
                <a:gd name="connsiteX102" fmla="*/ 1092026 w 1284288"/>
                <a:gd name="connsiteY102" fmla="*/ 4060796 h 4615039"/>
                <a:gd name="connsiteX103" fmla="*/ 1108488 w 1284288"/>
                <a:gd name="connsiteY103" fmla="*/ 4093721 h 4615039"/>
                <a:gd name="connsiteX104" fmla="*/ 1108488 w 1284288"/>
                <a:gd name="connsiteY104" fmla="*/ 4125275 h 4615039"/>
                <a:gd name="connsiteX105" fmla="*/ 1124951 w 1284288"/>
                <a:gd name="connsiteY105" fmla="*/ 4272067 h 4615039"/>
                <a:gd name="connsiteX106" fmla="*/ 1157876 w 1284288"/>
                <a:gd name="connsiteY106" fmla="*/ 4402397 h 4615039"/>
                <a:gd name="connsiteX107" fmla="*/ 1174339 w 1284288"/>
                <a:gd name="connsiteY107" fmla="*/ 4418859 h 4615039"/>
                <a:gd name="connsiteX108" fmla="*/ 1174339 w 1284288"/>
                <a:gd name="connsiteY108" fmla="*/ 4484710 h 4615039"/>
                <a:gd name="connsiteX109" fmla="*/ 1190802 w 1284288"/>
                <a:gd name="connsiteY109" fmla="*/ 4534098 h 4615039"/>
                <a:gd name="connsiteX110" fmla="*/ 1207264 w 1284288"/>
                <a:gd name="connsiteY110" fmla="*/ 4565651 h 4615039"/>
                <a:gd name="connsiteX111" fmla="*/ 1190802 w 1284288"/>
                <a:gd name="connsiteY111" fmla="*/ 4582114 h 4615039"/>
                <a:gd name="connsiteX112" fmla="*/ 1157876 w 1284288"/>
                <a:gd name="connsiteY112" fmla="*/ 4615039 h 4615039"/>
                <a:gd name="connsiteX113" fmla="*/ 1075563 w 1284288"/>
                <a:gd name="connsiteY113" fmla="*/ 4615039 h 4615039"/>
                <a:gd name="connsiteX114" fmla="*/ 1027546 w 1284288"/>
                <a:gd name="connsiteY114" fmla="*/ 4582114 h 4615039"/>
                <a:gd name="connsiteX115" fmla="*/ 978158 w 1284288"/>
                <a:gd name="connsiteY115" fmla="*/ 4549189 h 4615039"/>
                <a:gd name="connsiteX116" fmla="*/ 961696 w 1284288"/>
                <a:gd name="connsiteY116" fmla="*/ 4501173 h 4615039"/>
                <a:gd name="connsiteX117" fmla="*/ 945233 w 1284288"/>
                <a:gd name="connsiteY117" fmla="*/ 4224051 h 4615039"/>
                <a:gd name="connsiteX118" fmla="*/ 961696 w 1284288"/>
                <a:gd name="connsiteY118" fmla="*/ 4060796 h 4615039"/>
                <a:gd name="connsiteX119" fmla="*/ 880754 w 1284288"/>
                <a:gd name="connsiteY119" fmla="*/ 3831689 h 4615039"/>
                <a:gd name="connsiteX120" fmla="*/ 814903 w 1284288"/>
                <a:gd name="connsiteY120" fmla="*/ 3554568 h 4615039"/>
                <a:gd name="connsiteX121" fmla="*/ 798440 w 1284288"/>
                <a:gd name="connsiteY121" fmla="*/ 3473627 h 4615039"/>
                <a:gd name="connsiteX122" fmla="*/ 798440 w 1284288"/>
                <a:gd name="connsiteY122" fmla="*/ 3391313 h 4615039"/>
                <a:gd name="connsiteX123" fmla="*/ 814903 w 1284288"/>
                <a:gd name="connsiteY123" fmla="*/ 3212967 h 4615039"/>
                <a:gd name="connsiteX124" fmla="*/ 798440 w 1284288"/>
                <a:gd name="connsiteY124" fmla="*/ 2952308 h 4615039"/>
                <a:gd name="connsiteX125" fmla="*/ 537781 w 1284288"/>
                <a:gd name="connsiteY125" fmla="*/ 2869995 h 4615039"/>
                <a:gd name="connsiteX126" fmla="*/ 603632 w 1284288"/>
                <a:gd name="connsiteY126" fmla="*/ 2527022 h 4615039"/>
                <a:gd name="connsiteX127" fmla="*/ 651648 w 1284288"/>
                <a:gd name="connsiteY127" fmla="*/ 2201884 h 4615039"/>
                <a:gd name="connsiteX128" fmla="*/ 651648 w 1284288"/>
                <a:gd name="connsiteY128" fmla="*/ 2201882 h 4615039"/>
                <a:gd name="connsiteX129" fmla="*/ 668111 w 1284288"/>
                <a:gd name="connsiteY129" fmla="*/ 2103108 h 4615039"/>
                <a:gd name="connsiteX130" fmla="*/ 701036 w 1284288"/>
                <a:gd name="connsiteY130" fmla="*/ 1941225 h 4615039"/>
                <a:gd name="connsiteX131" fmla="*/ 717499 w 1284288"/>
                <a:gd name="connsiteY131" fmla="*/ 1825986 h 4615039"/>
                <a:gd name="connsiteX132" fmla="*/ 798440 w 1284288"/>
                <a:gd name="connsiteY132" fmla="*/ 1712120 h 4615039"/>
                <a:gd name="connsiteX133" fmla="*/ 374527 w 1284288"/>
                <a:gd name="connsiteY133" fmla="*/ 1695657 h 4615039"/>
                <a:gd name="connsiteX134" fmla="*/ 358064 w 1284288"/>
                <a:gd name="connsiteY134" fmla="*/ 1662732 h 4615039"/>
                <a:gd name="connsiteX135" fmla="*/ 326510 w 1284288"/>
                <a:gd name="connsiteY135" fmla="*/ 1565328 h 4615039"/>
                <a:gd name="connsiteX136" fmla="*/ 293585 w 1284288"/>
                <a:gd name="connsiteY136" fmla="*/ 1532402 h 4615039"/>
                <a:gd name="connsiteX137" fmla="*/ 212644 w 1284288"/>
                <a:gd name="connsiteY137" fmla="*/ 1515939 h 4615039"/>
                <a:gd name="connsiteX138" fmla="*/ 113868 w 1284288"/>
                <a:gd name="connsiteY138" fmla="*/ 1467923 h 4615039"/>
                <a:gd name="connsiteX139" fmla="*/ 97405 w 1284288"/>
                <a:gd name="connsiteY139" fmla="*/ 1467923 h 4615039"/>
                <a:gd name="connsiteX140" fmla="*/ 97405 w 1284288"/>
                <a:gd name="connsiteY140" fmla="*/ 1451461 h 4615039"/>
                <a:gd name="connsiteX141" fmla="*/ 179718 w 1284288"/>
                <a:gd name="connsiteY141" fmla="*/ 1370519 h 4615039"/>
                <a:gd name="connsiteX142" fmla="*/ 227734 w 1284288"/>
                <a:gd name="connsiteY142" fmla="*/ 1418535 h 4615039"/>
                <a:gd name="connsiteX143" fmla="*/ 260659 w 1284288"/>
                <a:gd name="connsiteY143" fmla="*/ 1418535 h 4615039"/>
                <a:gd name="connsiteX144" fmla="*/ 277122 w 1284288"/>
                <a:gd name="connsiteY144" fmla="*/ 1434998 h 4615039"/>
                <a:gd name="connsiteX145" fmla="*/ 277122 w 1284288"/>
                <a:gd name="connsiteY145" fmla="*/ 1418535 h 4615039"/>
                <a:gd name="connsiteX146" fmla="*/ 277122 w 1284288"/>
                <a:gd name="connsiteY146" fmla="*/ 1402073 h 4615039"/>
                <a:gd name="connsiteX147" fmla="*/ 212644 w 1284288"/>
                <a:gd name="connsiteY147" fmla="*/ 1354056 h 4615039"/>
                <a:gd name="connsiteX148" fmla="*/ 277122 w 1284288"/>
                <a:gd name="connsiteY148" fmla="*/ 1271743 h 4615039"/>
                <a:gd name="connsiteX149" fmla="*/ 277122 w 1284288"/>
                <a:gd name="connsiteY149" fmla="*/ 1337593 h 4615039"/>
                <a:gd name="connsiteX150" fmla="*/ 587170 w 1284288"/>
                <a:gd name="connsiteY150" fmla="*/ 1402073 h 4615039"/>
                <a:gd name="connsiteX151" fmla="*/ 620094 w 1284288"/>
                <a:gd name="connsiteY151" fmla="*/ 1385611 h 4615039"/>
                <a:gd name="connsiteX152" fmla="*/ 620095 w 1284288"/>
                <a:gd name="connsiteY152" fmla="*/ 1385610 h 4615039"/>
                <a:gd name="connsiteX153" fmla="*/ 684574 w 1284288"/>
                <a:gd name="connsiteY153" fmla="*/ 1370519 h 4615039"/>
                <a:gd name="connsiteX154" fmla="*/ 717499 w 1284288"/>
                <a:gd name="connsiteY154" fmla="*/ 1354056 h 4615039"/>
                <a:gd name="connsiteX155" fmla="*/ 750425 w 1284288"/>
                <a:gd name="connsiteY155" fmla="*/ 1354056 h 4615039"/>
                <a:gd name="connsiteX156" fmla="*/ 798440 w 1284288"/>
                <a:gd name="connsiteY156" fmla="*/ 1370519 h 4615039"/>
                <a:gd name="connsiteX157" fmla="*/ 766887 w 1284288"/>
                <a:gd name="connsiteY157" fmla="*/ 1027546 h 4615039"/>
                <a:gd name="connsiteX158" fmla="*/ 766887 w 1284288"/>
                <a:gd name="connsiteY158" fmla="*/ 994621 h 4615039"/>
                <a:gd name="connsiteX159" fmla="*/ 783350 w 1284288"/>
                <a:gd name="connsiteY159" fmla="*/ 930142 h 4615039"/>
                <a:gd name="connsiteX160" fmla="*/ 847829 w 1284288"/>
                <a:gd name="connsiteY160" fmla="*/ 880754 h 4615039"/>
                <a:gd name="connsiteX161" fmla="*/ 913680 w 1284288"/>
                <a:gd name="connsiteY161" fmla="*/ 847828 h 4615039"/>
                <a:gd name="connsiteX162" fmla="*/ 1060473 w 1284288"/>
                <a:gd name="connsiteY162" fmla="*/ 717499 h 4615039"/>
                <a:gd name="connsiteX163" fmla="*/ 1092026 w 1284288"/>
                <a:gd name="connsiteY163" fmla="*/ 668111 h 4615039"/>
                <a:gd name="connsiteX164" fmla="*/ 1124951 w 1284288"/>
                <a:gd name="connsiteY164" fmla="*/ 636557 h 4615039"/>
                <a:gd name="connsiteX165" fmla="*/ 1124951 w 1284288"/>
                <a:gd name="connsiteY165" fmla="*/ 620094 h 4615039"/>
                <a:gd name="connsiteX166" fmla="*/ 1141414 w 1284288"/>
                <a:gd name="connsiteY166" fmla="*/ 603632 h 4615039"/>
                <a:gd name="connsiteX167" fmla="*/ 1124951 w 1284288"/>
                <a:gd name="connsiteY167" fmla="*/ 570706 h 4615039"/>
                <a:gd name="connsiteX168" fmla="*/ 1108488 w 1284288"/>
                <a:gd name="connsiteY168" fmla="*/ 521318 h 4615039"/>
                <a:gd name="connsiteX169" fmla="*/ 1075563 w 1284288"/>
                <a:gd name="connsiteY169" fmla="*/ 504856 h 4615039"/>
                <a:gd name="connsiteX170" fmla="*/ 1075563 w 1284288"/>
                <a:gd name="connsiteY170" fmla="*/ 537781 h 4615039"/>
                <a:gd name="connsiteX171" fmla="*/ 1060473 w 1284288"/>
                <a:gd name="connsiteY171" fmla="*/ 570706 h 4615039"/>
                <a:gd name="connsiteX172" fmla="*/ 1060473 w 1284288"/>
                <a:gd name="connsiteY172" fmla="*/ 620094 h 4615039"/>
                <a:gd name="connsiteX173" fmla="*/ 1060473 w 1284288"/>
                <a:gd name="connsiteY173" fmla="*/ 684574 h 4615039"/>
                <a:gd name="connsiteX174" fmla="*/ 1027547 w 1284288"/>
                <a:gd name="connsiteY174" fmla="*/ 717499 h 4615039"/>
                <a:gd name="connsiteX175" fmla="*/ 994622 w 1284288"/>
                <a:gd name="connsiteY175" fmla="*/ 750424 h 4615039"/>
                <a:gd name="connsiteX176" fmla="*/ 945233 w 1284288"/>
                <a:gd name="connsiteY176" fmla="*/ 783350 h 4615039"/>
                <a:gd name="connsiteX177" fmla="*/ 897217 w 1284288"/>
                <a:gd name="connsiteY177" fmla="*/ 798440 h 4615039"/>
                <a:gd name="connsiteX178" fmla="*/ 880755 w 1284288"/>
                <a:gd name="connsiteY178" fmla="*/ 668111 h 4615039"/>
                <a:gd name="connsiteX179" fmla="*/ 897217 w 1284288"/>
                <a:gd name="connsiteY179" fmla="*/ 603632 h 4615039"/>
                <a:gd name="connsiteX180" fmla="*/ 913680 w 1284288"/>
                <a:gd name="connsiteY180" fmla="*/ 570706 h 4615039"/>
                <a:gd name="connsiteX181" fmla="*/ 945233 w 1284288"/>
                <a:gd name="connsiteY181" fmla="*/ 554244 h 4615039"/>
                <a:gd name="connsiteX182" fmla="*/ 978159 w 1284288"/>
                <a:gd name="connsiteY182" fmla="*/ 521318 h 4615039"/>
                <a:gd name="connsiteX183" fmla="*/ 978159 w 1284288"/>
                <a:gd name="connsiteY183" fmla="*/ 489765 h 4615039"/>
                <a:gd name="connsiteX184" fmla="*/ 945233 w 1284288"/>
                <a:gd name="connsiteY184" fmla="*/ 473303 h 4615039"/>
                <a:gd name="connsiteX185" fmla="*/ 928770 w 1284288"/>
                <a:gd name="connsiteY185" fmla="*/ 504856 h 4615039"/>
                <a:gd name="connsiteX186" fmla="*/ 913680 w 1284288"/>
                <a:gd name="connsiteY186" fmla="*/ 456840 h 4615039"/>
                <a:gd name="connsiteX187" fmla="*/ 913680 w 1284288"/>
                <a:gd name="connsiteY187" fmla="*/ 374527 h 4615039"/>
                <a:gd name="connsiteX188" fmla="*/ 913680 w 1284288"/>
                <a:gd name="connsiteY188" fmla="*/ 326510 h 4615039"/>
                <a:gd name="connsiteX189" fmla="*/ 880755 w 1284288"/>
                <a:gd name="connsiteY189" fmla="*/ 359435 h 4615039"/>
                <a:gd name="connsiteX190" fmla="*/ 847829 w 1284288"/>
                <a:gd name="connsiteY190" fmla="*/ 390989 h 4615039"/>
                <a:gd name="connsiteX191" fmla="*/ 814904 w 1284288"/>
                <a:gd name="connsiteY191" fmla="*/ 440377 h 4615039"/>
                <a:gd name="connsiteX192" fmla="*/ 847829 w 1284288"/>
                <a:gd name="connsiteY192" fmla="*/ 359435 h 4615039"/>
                <a:gd name="connsiteX193" fmla="*/ 880755 w 1284288"/>
                <a:gd name="connsiteY193" fmla="*/ 260659 h 4615039"/>
                <a:gd name="connsiteX194" fmla="*/ 897217 w 1284288"/>
                <a:gd name="connsiteY194" fmla="*/ 227734 h 4615039"/>
                <a:gd name="connsiteX195" fmla="*/ 913680 w 1284288"/>
                <a:gd name="connsiteY195" fmla="*/ 212644 h 4615039"/>
                <a:gd name="connsiteX196" fmla="*/ 913680 w 1284288"/>
                <a:gd name="connsiteY196" fmla="*/ 196181 h 4615039"/>
                <a:gd name="connsiteX197" fmla="*/ 897217 w 1284288"/>
                <a:gd name="connsiteY197" fmla="*/ 196181 h 4615039"/>
                <a:gd name="connsiteX198" fmla="*/ 847829 w 1284288"/>
                <a:gd name="connsiteY198" fmla="*/ 196181 h 4615039"/>
                <a:gd name="connsiteX199" fmla="*/ 897217 w 1284288"/>
                <a:gd name="connsiteY199" fmla="*/ 163256 h 4615039"/>
                <a:gd name="connsiteX200" fmla="*/ 945233 w 1284288"/>
                <a:gd name="connsiteY200" fmla="*/ 146793 h 4615039"/>
                <a:gd name="connsiteX201" fmla="*/ 978159 w 1284288"/>
                <a:gd name="connsiteY201" fmla="*/ 146793 h 4615039"/>
                <a:gd name="connsiteX202" fmla="*/ 1011085 w 1284288"/>
                <a:gd name="connsiteY202" fmla="*/ 179718 h 4615039"/>
                <a:gd name="connsiteX203" fmla="*/ 1060473 w 1284288"/>
                <a:gd name="connsiteY203" fmla="*/ 97405 h 4615039"/>
                <a:gd name="connsiteX204" fmla="*/ 1108488 w 1284288"/>
                <a:gd name="connsiteY204" fmla="*/ 65851 h 4615039"/>
                <a:gd name="connsiteX205" fmla="*/ 1157876 w 1284288"/>
                <a:gd name="connsiteY205" fmla="*/ 49388 h 4615039"/>
                <a:gd name="connsiteX206" fmla="*/ 1174339 w 1284288"/>
                <a:gd name="connsiteY206" fmla="*/ 32926 h 4615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Lst>
              <a:rect l="l" t="t" r="r" b="b"/>
              <a:pathLst>
                <a:path w="1284288" h="4615039">
                  <a:moveTo>
                    <a:pt x="504857" y="1500849"/>
                  </a:moveTo>
                  <a:lnTo>
                    <a:pt x="717499" y="1565327"/>
                  </a:lnTo>
                  <a:lnTo>
                    <a:pt x="814904" y="1598253"/>
                  </a:lnTo>
                  <a:lnTo>
                    <a:pt x="831366" y="1598253"/>
                  </a:lnTo>
                  <a:lnTo>
                    <a:pt x="847829" y="1581790"/>
                  </a:lnTo>
                  <a:lnTo>
                    <a:pt x="847829" y="1565327"/>
                  </a:lnTo>
                  <a:lnTo>
                    <a:pt x="847829" y="1548864"/>
                  </a:lnTo>
                  <a:lnTo>
                    <a:pt x="733962" y="1548864"/>
                  </a:lnTo>
                  <a:close/>
                  <a:moveTo>
                    <a:pt x="913680" y="1044009"/>
                  </a:moveTo>
                  <a:lnTo>
                    <a:pt x="897217" y="1157875"/>
                  </a:lnTo>
                  <a:lnTo>
                    <a:pt x="913680" y="1255280"/>
                  </a:lnTo>
                  <a:lnTo>
                    <a:pt x="928770" y="1288205"/>
                  </a:lnTo>
                  <a:lnTo>
                    <a:pt x="961696" y="1337593"/>
                  </a:lnTo>
                  <a:lnTo>
                    <a:pt x="961696" y="1337594"/>
                  </a:lnTo>
                  <a:lnTo>
                    <a:pt x="978158" y="1370519"/>
                  </a:lnTo>
                  <a:lnTo>
                    <a:pt x="1044009" y="1370519"/>
                  </a:lnTo>
                  <a:lnTo>
                    <a:pt x="1027546" y="1354056"/>
                  </a:lnTo>
                  <a:lnTo>
                    <a:pt x="978158" y="1288205"/>
                  </a:lnTo>
                  <a:lnTo>
                    <a:pt x="978158" y="1288205"/>
                  </a:lnTo>
                  <a:lnTo>
                    <a:pt x="945233" y="1238817"/>
                  </a:lnTo>
                  <a:lnTo>
                    <a:pt x="928770" y="1190801"/>
                  </a:lnTo>
                  <a:lnTo>
                    <a:pt x="913680" y="1076934"/>
                  </a:lnTo>
                  <a:close/>
                  <a:moveTo>
                    <a:pt x="897216" y="798440"/>
                  </a:moveTo>
                  <a:lnTo>
                    <a:pt x="897216" y="831366"/>
                  </a:lnTo>
                  <a:lnTo>
                    <a:pt x="880754" y="814903"/>
                  </a:lnTo>
                  <a:close/>
                  <a:moveTo>
                    <a:pt x="227734" y="636557"/>
                  </a:moveTo>
                  <a:lnTo>
                    <a:pt x="260659" y="636557"/>
                  </a:lnTo>
                  <a:lnTo>
                    <a:pt x="277122" y="1271743"/>
                  </a:lnTo>
                  <a:lnTo>
                    <a:pt x="212643" y="1354056"/>
                  </a:lnTo>
                  <a:lnTo>
                    <a:pt x="179717" y="1321131"/>
                  </a:lnTo>
                  <a:lnTo>
                    <a:pt x="146792" y="1190801"/>
                  </a:lnTo>
                  <a:lnTo>
                    <a:pt x="130329" y="1174338"/>
                  </a:lnTo>
                  <a:lnTo>
                    <a:pt x="113867" y="1157875"/>
                  </a:lnTo>
                  <a:lnTo>
                    <a:pt x="97404" y="1157875"/>
                  </a:lnTo>
                  <a:lnTo>
                    <a:pt x="80941" y="1174338"/>
                  </a:lnTo>
                  <a:lnTo>
                    <a:pt x="80941" y="1190801"/>
                  </a:lnTo>
                  <a:lnTo>
                    <a:pt x="113867" y="1223726"/>
                  </a:lnTo>
                  <a:lnTo>
                    <a:pt x="130329" y="1238817"/>
                  </a:lnTo>
                  <a:lnTo>
                    <a:pt x="163255" y="1321131"/>
                  </a:lnTo>
                  <a:lnTo>
                    <a:pt x="179717" y="1370519"/>
                  </a:lnTo>
                  <a:lnTo>
                    <a:pt x="97404" y="1451460"/>
                  </a:lnTo>
                  <a:lnTo>
                    <a:pt x="80941" y="1385609"/>
                  </a:lnTo>
                  <a:lnTo>
                    <a:pt x="49388" y="1385609"/>
                  </a:lnTo>
                  <a:lnTo>
                    <a:pt x="0" y="684574"/>
                  </a:lnTo>
                  <a:close/>
                  <a:moveTo>
                    <a:pt x="1174339" y="0"/>
                  </a:moveTo>
                  <a:lnTo>
                    <a:pt x="1284288" y="0"/>
                  </a:lnTo>
                  <a:lnTo>
                    <a:pt x="1284288" y="917031"/>
                  </a:lnTo>
                  <a:lnTo>
                    <a:pt x="1255280" y="945233"/>
                  </a:lnTo>
                  <a:lnTo>
                    <a:pt x="1222355" y="1011084"/>
                  </a:lnTo>
                  <a:lnTo>
                    <a:pt x="1124950" y="897217"/>
                  </a:lnTo>
                  <a:lnTo>
                    <a:pt x="1124951" y="897216"/>
                  </a:lnTo>
                  <a:lnTo>
                    <a:pt x="1108488" y="880754"/>
                  </a:lnTo>
                  <a:lnTo>
                    <a:pt x="1092026" y="847828"/>
                  </a:lnTo>
                  <a:lnTo>
                    <a:pt x="1092026" y="798440"/>
                  </a:lnTo>
                  <a:lnTo>
                    <a:pt x="1124951" y="733962"/>
                  </a:lnTo>
                  <a:lnTo>
                    <a:pt x="1157876" y="651648"/>
                  </a:lnTo>
                  <a:lnTo>
                    <a:pt x="1124951" y="701036"/>
                  </a:lnTo>
                  <a:lnTo>
                    <a:pt x="1075563" y="750424"/>
                  </a:lnTo>
                  <a:lnTo>
                    <a:pt x="1060473" y="814903"/>
                  </a:lnTo>
                  <a:lnTo>
                    <a:pt x="1060473" y="847828"/>
                  </a:lnTo>
                  <a:lnTo>
                    <a:pt x="1060473" y="880754"/>
                  </a:lnTo>
                  <a:lnTo>
                    <a:pt x="1092026" y="945233"/>
                  </a:lnTo>
                  <a:lnTo>
                    <a:pt x="1207264" y="1060472"/>
                  </a:lnTo>
                  <a:lnTo>
                    <a:pt x="1284288" y="990628"/>
                  </a:lnTo>
                  <a:lnTo>
                    <a:pt x="1284288" y="1385609"/>
                  </a:lnTo>
                  <a:lnTo>
                    <a:pt x="1207264" y="1385609"/>
                  </a:lnTo>
                  <a:lnTo>
                    <a:pt x="1124951" y="1385609"/>
                  </a:lnTo>
                  <a:lnTo>
                    <a:pt x="1284288" y="1397945"/>
                  </a:lnTo>
                  <a:lnTo>
                    <a:pt x="1284288" y="1650875"/>
                  </a:lnTo>
                  <a:lnTo>
                    <a:pt x="961696" y="1679194"/>
                  </a:lnTo>
                  <a:lnTo>
                    <a:pt x="961696" y="1532402"/>
                  </a:lnTo>
                  <a:lnTo>
                    <a:pt x="928770" y="1712120"/>
                  </a:lnTo>
                  <a:lnTo>
                    <a:pt x="978158" y="1712120"/>
                  </a:lnTo>
                  <a:lnTo>
                    <a:pt x="1027546" y="1712120"/>
                  </a:lnTo>
                  <a:lnTo>
                    <a:pt x="1092026" y="1712120"/>
                  </a:lnTo>
                  <a:lnTo>
                    <a:pt x="1284288" y="1670674"/>
                  </a:lnTo>
                  <a:lnTo>
                    <a:pt x="1284288" y="1941225"/>
                  </a:lnTo>
                  <a:lnTo>
                    <a:pt x="1238818" y="1941225"/>
                  </a:lnTo>
                  <a:lnTo>
                    <a:pt x="1157876" y="1941225"/>
                  </a:lnTo>
                  <a:lnTo>
                    <a:pt x="978158" y="1908300"/>
                  </a:lnTo>
                  <a:lnTo>
                    <a:pt x="783350" y="1842449"/>
                  </a:lnTo>
                  <a:lnTo>
                    <a:pt x="978158" y="1941225"/>
                  </a:lnTo>
                  <a:lnTo>
                    <a:pt x="1222355" y="1989242"/>
                  </a:lnTo>
                  <a:lnTo>
                    <a:pt x="1284288" y="1976855"/>
                  </a:lnTo>
                  <a:lnTo>
                    <a:pt x="1284288" y="2424906"/>
                  </a:lnTo>
                  <a:lnTo>
                    <a:pt x="1255280" y="2511931"/>
                  </a:lnTo>
                  <a:lnTo>
                    <a:pt x="1207264" y="2935846"/>
                  </a:lnTo>
                  <a:lnTo>
                    <a:pt x="1238817" y="2902920"/>
                  </a:lnTo>
                  <a:lnTo>
                    <a:pt x="1255280" y="2886458"/>
                  </a:lnTo>
                  <a:lnTo>
                    <a:pt x="1255280" y="2853532"/>
                  </a:lnTo>
                  <a:lnTo>
                    <a:pt x="1271743" y="2625799"/>
                  </a:lnTo>
                  <a:lnTo>
                    <a:pt x="1284288" y="2563070"/>
                  </a:lnTo>
                  <a:lnTo>
                    <a:pt x="1284288" y="3000324"/>
                  </a:lnTo>
                  <a:lnTo>
                    <a:pt x="1255280" y="3000324"/>
                  </a:lnTo>
                  <a:lnTo>
                    <a:pt x="1207264" y="3000324"/>
                  </a:lnTo>
                  <a:lnTo>
                    <a:pt x="1190802" y="3066175"/>
                  </a:lnTo>
                  <a:lnTo>
                    <a:pt x="1108488" y="3016787"/>
                  </a:lnTo>
                  <a:lnTo>
                    <a:pt x="1108488" y="3114191"/>
                  </a:lnTo>
                  <a:lnTo>
                    <a:pt x="1092026" y="3260983"/>
                  </a:lnTo>
                  <a:lnTo>
                    <a:pt x="1092026" y="3424239"/>
                  </a:lnTo>
                  <a:lnTo>
                    <a:pt x="1075563" y="3684898"/>
                  </a:lnTo>
                  <a:lnTo>
                    <a:pt x="1075563" y="4027870"/>
                  </a:lnTo>
                  <a:lnTo>
                    <a:pt x="1092026" y="4060796"/>
                  </a:lnTo>
                  <a:lnTo>
                    <a:pt x="1108488" y="4093721"/>
                  </a:lnTo>
                  <a:lnTo>
                    <a:pt x="1108488" y="4125275"/>
                  </a:lnTo>
                  <a:lnTo>
                    <a:pt x="1124951" y="4272067"/>
                  </a:lnTo>
                  <a:lnTo>
                    <a:pt x="1157876" y="4402397"/>
                  </a:lnTo>
                  <a:lnTo>
                    <a:pt x="1174339" y="4418859"/>
                  </a:lnTo>
                  <a:lnTo>
                    <a:pt x="1174339" y="4484710"/>
                  </a:lnTo>
                  <a:lnTo>
                    <a:pt x="1190802" y="4534098"/>
                  </a:lnTo>
                  <a:lnTo>
                    <a:pt x="1207264" y="4565651"/>
                  </a:lnTo>
                  <a:lnTo>
                    <a:pt x="1190802" y="4582114"/>
                  </a:lnTo>
                  <a:lnTo>
                    <a:pt x="1157876" y="4615039"/>
                  </a:lnTo>
                  <a:lnTo>
                    <a:pt x="1075563" y="4615039"/>
                  </a:lnTo>
                  <a:lnTo>
                    <a:pt x="1027546" y="4582114"/>
                  </a:lnTo>
                  <a:lnTo>
                    <a:pt x="978158" y="4549189"/>
                  </a:lnTo>
                  <a:lnTo>
                    <a:pt x="961696" y="4501173"/>
                  </a:lnTo>
                  <a:lnTo>
                    <a:pt x="945233" y="4224051"/>
                  </a:lnTo>
                  <a:lnTo>
                    <a:pt x="961696" y="4060796"/>
                  </a:lnTo>
                  <a:lnTo>
                    <a:pt x="880754" y="3831689"/>
                  </a:lnTo>
                  <a:lnTo>
                    <a:pt x="814903" y="3554568"/>
                  </a:lnTo>
                  <a:lnTo>
                    <a:pt x="798440" y="3473627"/>
                  </a:lnTo>
                  <a:lnTo>
                    <a:pt x="798440" y="3391313"/>
                  </a:lnTo>
                  <a:lnTo>
                    <a:pt x="814903" y="3212967"/>
                  </a:lnTo>
                  <a:lnTo>
                    <a:pt x="798440" y="2952308"/>
                  </a:lnTo>
                  <a:lnTo>
                    <a:pt x="537781" y="2869995"/>
                  </a:lnTo>
                  <a:lnTo>
                    <a:pt x="603632" y="2527022"/>
                  </a:lnTo>
                  <a:lnTo>
                    <a:pt x="651648" y="2201884"/>
                  </a:lnTo>
                  <a:lnTo>
                    <a:pt x="651648" y="2201882"/>
                  </a:lnTo>
                  <a:lnTo>
                    <a:pt x="668111" y="2103108"/>
                  </a:lnTo>
                  <a:lnTo>
                    <a:pt x="701036" y="1941225"/>
                  </a:lnTo>
                  <a:lnTo>
                    <a:pt x="717499" y="1825986"/>
                  </a:lnTo>
                  <a:lnTo>
                    <a:pt x="798440" y="1712120"/>
                  </a:lnTo>
                  <a:lnTo>
                    <a:pt x="374527" y="1695657"/>
                  </a:lnTo>
                  <a:lnTo>
                    <a:pt x="358064" y="1662732"/>
                  </a:lnTo>
                  <a:lnTo>
                    <a:pt x="326510" y="1565328"/>
                  </a:lnTo>
                  <a:lnTo>
                    <a:pt x="293585" y="1532402"/>
                  </a:lnTo>
                  <a:lnTo>
                    <a:pt x="212644" y="1515939"/>
                  </a:lnTo>
                  <a:lnTo>
                    <a:pt x="113868" y="1467923"/>
                  </a:lnTo>
                  <a:lnTo>
                    <a:pt x="97405" y="1467923"/>
                  </a:lnTo>
                  <a:lnTo>
                    <a:pt x="97405" y="1451461"/>
                  </a:lnTo>
                  <a:lnTo>
                    <a:pt x="179718" y="1370519"/>
                  </a:lnTo>
                  <a:lnTo>
                    <a:pt x="227734" y="1418535"/>
                  </a:lnTo>
                  <a:lnTo>
                    <a:pt x="260659" y="1418535"/>
                  </a:lnTo>
                  <a:lnTo>
                    <a:pt x="277122" y="1434998"/>
                  </a:lnTo>
                  <a:lnTo>
                    <a:pt x="277122" y="1418535"/>
                  </a:lnTo>
                  <a:lnTo>
                    <a:pt x="277122" y="1402073"/>
                  </a:lnTo>
                  <a:lnTo>
                    <a:pt x="212644" y="1354056"/>
                  </a:lnTo>
                  <a:lnTo>
                    <a:pt x="277122" y="1271743"/>
                  </a:lnTo>
                  <a:lnTo>
                    <a:pt x="277122" y="1337593"/>
                  </a:lnTo>
                  <a:lnTo>
                    <a:pt x="587170" y="1402073"/>
                  </a:lnTo>
                  <a:lnTo>
                    <a:pt x="620094" y="1385611"/>
                  </a:lnTo>
                  <a:lnTo>
                    <a:pt x="620095" y="1385610"/>
                  </a:lnTo>
                  <a:lnTo>
                    <a:pt x="684574" y="1370519"/>
                  </a:lnTo>
                  <a:lnTo>
                    <a:pt x="717499" y="1354056"/>
                  </a:lnTo>
                  <a:lnTo>
                    <a:pt x="750425" y="1354056"/>
                  </a:lnTo>
                  <a:lnTo>
                    <a:pt x="798440" y="1370519"/>
                  </a:lnTo>
                  <a:lnTo>
                    <a:pt x="766887" y="1027546"/>
                  </a:lnTo>
                  <a:lnTo>
                    <a:pt x="766887" y="994621"/>
                  </a:lnTo>
                  <a:lnTo>
                    <a:pt x="783350" y="930142"/>
                  </a:lnTo>
                  <a:lnTo>
                    <a:pt x="847829" y="880754"/>
                  </a:lnTo>
                  <a:lnTo>
                    <a:pt x="913680" y="847828"/>
                  </a:lnTo>
                  <a:lnTo>
                    <a:pt x="1060473" y="717499"/>
                  </a:lnTo>
                  <a:lnTo>
                    <a:pt x="1092026" y="668111"/>
                  </a:lnTo>
                  <a:lnTo>
                    <a:pt x="1124951" y="636557"/>
                  </a:lnTo>
                  <a:lnTo>
                    <a:pt x="1124951" y="620094"/>
                  </a:lnTo>
                  <a:lnTo>
                    <a:pt x="1141414" y="603632"/>
                  </a:lnTo>
                  <a:lnTo>
                    <a:pt x="1124951" y="570706"/>
                  </a:lnTo>
                  <a:lnTo>
                    <a:pt x="1108488" y="521318"/>
                  </a:lnTo>
                  <a:lnTo>
                    <a:pt x="1075563" y="504856"/>
                  </a:lnTo>
                  <a:lnTo>
                    <a:pt x="1075563" y="537781"/>
                  </a:lnTo>
                  <a:lnTo>
                    <a:pt x="1060473" y="570706"/>
                  </a:lnTo>
                  <a:lnTo>
                    <a:pt x="1060473" y="620094"/>
                  </a:lnTo>
                  <a:lnTo>
                    <a:pt x="1060473" y="684574"/>
                  </a:lnTo>
                  <a:lnTo>
                    <a:pt x="1027547" y="717499"/>
                  </a:lnTo>
                  <a:lnTo>
                    <a:pt x="994622" y="750424"/>
                  </a:lnTo>
                  <a:lnTo>
                    <a:pt x="945233" y="783350"/>
                  </a:lnTo>
                  <a:lnTo>
                    <a:pt x="897217" y="798440"/>
                  </a:lnTo>
                  <a:lnTo>
                    <a:pt x="880755" y="668111"/>
                  </a:lnTo>
                  <a:lnTo>
                    <a:pt x="897217" y="603632"/>
                  </a:lnTo>
                  <a:lnTo>
                    <a:pt x="913680" y="570706"/>
                  </a:lnTo>
                  <a:lnTo>
                    <a:pt x="945233" y="554244"/>
                  </a:lnTo>
                  <a:lnTo>
                    <a:pt x="978159" y="521318"/>
                  </a:lnTo>
                  <a:lnTo>
                    <a:pt x="978159" y="489765"/>
                  </a:lnTo>
                  <a:lnTo>
                    <a:pt x="945233" y="473303"/>
                  </a:lnTo>
                  <a:lnTo>
                    <a:pt x="928770" y="504856"/>
                  </a:lnTo>
                  <a:lnTo>
                    <a:pt x="913680" y="456840"/>
                  </a:lnTo>
                  <a:lnTo>
                    <a:pt x="913680" y="374527"/>
                  </a:lnTo>
                  <a:lnTo>
                    <a:pt x="913680" y="326510"/>
                  </a:lnTo>
                  <a:lnTo>
                    <a:pt x="880755" y="359435"/>
                  </a:lnTo>
                  <a:lnTo>
                    <a:pt x="847829" y="390989"/>
                  </a:lnTo>
                  <a:lnTo>
                    <a:pt x="814904" y="440377"/>
                  </a:lnTo>
                  <a:lnTo>
                    <a:pt x="847829" y="359435"/>
                  </a:lnTo>
                  <a:lnTo>
                    <a:pt x="880755" y="260659"/>
                  </a:lnTo>
                  <a:lnTo>
                    <a:pt x="897217" y="227734"/>
                  </a:lnTo>
                  <a:lnTo>
                    <a:pt x="913680" y="212644"/>
                  </a:lnTo>
                  <a:lnTo>
                    <a:pt x="913680" y="196181"/>
                  </a:lnTo>
                  <a:lnTo>
                    <a:pt x="897217" y="196181"/>
                  </a:lnTo>
                  <a:lnTo>
                    <a:pt x="847829" y="196181"/>
                  </a:lnTo>
                  <a:lnTo>
                    <a:pt x="897217" y="163256"/>
                  </a:lnTo>
                  <a:lnTo>
                    <a:pt x="945233" y="146793"/>
                  </a:lnTo>
                  <a:lnTo>
                    <a:pt x="978159" y="146793"/>
                  </a:lnTo>
                  <a:lnTo>
                    <a:pt x="1011085" y="179718"/>
                  </a:lnTo>
                  <a:lnTo>
                    <a:pt x="1060473" y="97405"/>
                  </a:lnTo>
                  <a:lnTo>
                    <a:pt x="1108488" y="65851"/>
                  </a:lnTo>
                  <a:lnTo>
                    <a:pt x="1157876" y="49388"/>
                  </a:lnTo>
                  <a:lnTo>
                    <a:pt x="1174339" y="32926"/>
                  </a:ln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noAutofit/>
            </a:bodyPr>
            <a:lstStyle/>
            <a:p>
              <a:pPr fontAlgn="auto">
                <a:spcBef>
                  <a:spcPts val="0"/>
                </a:spcBef>
                <a:spcAft>
                  <a:spcPts val="0"/>
                </a:spcAft>
              </a:pPr>
              <a:endParaRPr lang="en-AU">
                <a:solidFill>
                  <a:prstClr val="black"/>
                </a:solidFill>
                <a:latin typeface="Roboto Lt"/>
                <a:cs typeface="+mn-cs"/>
              </a:endParaRPr>
            </a:p>
          </p:txBody>
        </p:sp>
      </p:grpSp>
      <p:grpSp>
        <p:nvGrpSpPr>
          <p:cNvPr id="43" name="Group 42"/>
          <p:cNvGrpSpPr/>
          <p:nvPr/>
        </p:nvGrpSpPr>
        <p:grpSpPr>
          <a:xfrm>
            <a:off x="335383" y="2741583"/>
            <a:ext cx="6451749" cy="1938992"/>
            <a:chOff x="-2331043" y="2004753"/>
            <a:chExt cx="6451749" cy="1938992"/>
          </a:xfrm>
        </p:grpSpPr>
        <p:sp>
          <p:nvSpPr>
            <p:cNvPr id="44" name="TextBox 43"/>
            <p:cNvSpPr txBox="1"/>
            <p:nvPr/>
          </p:nvSpPr>
          <p:spPr>
            <a:xfrm>
              <a:off x="-2331043" y="2004753"/>
              <a:ext cx="6451749" cy="1938992"/>
            </a:xfrm>
            <a:prstGeom prst="rect">
              <a:avLst/>
            </a:prstGeom>
            <a:noFill/>
          </p:spPr>
          <p:txBody>
            <a:bodyPr wrap="square" rtlCol="0">
              <a:spAutoFit/>
            </a:bodyPr>
            <a:lstStyle/>
            <a:p>
              <a:pPr algn="r" fontAlgn="auto">
                <a:spcBef>
                  <a:spcPts val="0"/>
                </a:spcBef>
                <a:spcAft>
                  <a:spcPts val="0"/>
                </a:spcAft>
              </a:pPr>
              <a:r>
                <a:rPr lang="ar-SA" sz="2400" b="1" dirty="0">
                  <a:solidFill>
                    <a:prstClr val="black"/>
                  </a:solidFill>
                  <a:latin typeface="Roboto"/>
                  <a:cs typeface="+mn-cs"/>
                </a:rPr>
                <a:t>يرجع ظهور مصطلح التعلم التفاعلي التشاركى نظراً لحاجة المتعلمين للتفاعل الإجتماعى، ويقصد به ذلك التعلم المبني على إعادة تعريف وتوزيع الأدوار بشكل مستمر في العملية التعليمية، وفي هذا النمط من التعليم يحدث التفاعل داخل الغرفة الصفية وخارجها من خلال الاتصال الاجتماعي على المستوى الشخصي</a:t>
              </a:r>
              <a:endParaRPr lang="id-ID" sz="2400" b="1" dirty="0" smtClean="0">
                <a:solidFill>
                  <a:prstClr val="black"/>
                </a:solidFill>
                <a:latin typeface="Roboto"/>
                <a:cs typeface="+mn-cs"/>
              </a:endParaRPr>
            </a:p>
          </p:txBody>
        </p:sp>
        <p:sp>
          <p:nvSpPr>
            <p:cNvPr id="45" name="TextBox 44"/>
            <p:cNvSpPr txBox="1"/>
            <p:nvPr/>
          </p:nvSpPr>
          <p:spPr>
            <a:xfrm>
              <a:off x="2019206" y="2679572"/>
              <a:ext cx="1847113" cy="294632"/>
            </a:xfrm>
            <a:prstGeom prst="rect">
              <a:avLst/>
            </a:prstGeom>
            <a:noFill/>
          </p:spPr>
          <p:txBody>
            <a:bodyPr wrap="square" rtlCol="0">
              <a:spAutoFit/>
            </a:bodyPr>
            <a:lstStyle/>
            <a:p>
              <a:pPr algn="r" fontAlgn="auto">
                <a:lnSpc>
                  <a:spcPct val="150000"/>
                </a:lnSpc>
                <a:spcBef>
                  <a:spcPts val="0"/>
                </a:spcBef>
                <a:spcAft>
                  <a:spcPts val="0"/>
                </a:spcAft>
              </a:pPr>
              <a:endParaRPr lang="en-US" sz="1000" b="1" dirty="0">
                <a:solidFill>
                  <a:prstClr val="white">
                    <a:lumMod val="65000"/>
                  </a:prstClr>
                </a:solidFill>
                <a:latin typeface="Roboto Lt"/>
                <a:cs typeface="+mn-cs"/>
              </a:endParaRPr>
            </a:p>
          </p:txBody>
        </p:sp>
      </p:grpSp>
      <p:cxnSp>
        <p:nvCxnSpPr>
          <p:cNvPr id="64" name="Straight Connector 63"/>
          <p:cNvCxnSpPr/>
          <p:nvPr/>
        </p:nvCxnSpPr>
        <p:spPr>
          <a:xfrm>
            <a:off x="8163494" y="3419597"/>
            <a:ext cx="582542" cy="0"/>
          </a:xfrm>
          <a:prstGeom prst="line">
            <a:avLst/>
          </a:prstGeom>
          <a:ln w="12700">
            <a:solidFill>
              <a:schemeClr val="bg1">
                <a:lumMod val="75000"/>
              </a:schemeClr>
            </a:solidFill>
            <a:prstDash val="dash"/>
            <a:headEnd type="oval"/>
          </a:ln>
        </p:spPr>
        <p:style>
          <a:lnRef idx="1">
            <a:schemeClr val="accent1"/>
          </a:lnRef>
          <a:fillRef idx="0">
            <a:schemeClr val="accent1"/>
          </a:fillRef>
          <a:effectRef idx="0">
            <a:schemeClr val="accent1"/>
          </a:effectRef>
          <a:fontRef idx="minor">
            <a:schemeClr val="tx1"/>
          </a:fontRef>
        </p:style>
      </p:cxnSp>
      <p:grpSp>
        <p:nvGrpSpPr>
          <p:cNvPr id="4" name="Group 3"/>
          <p:cNvGrpSpPr/>
          <p:nvPr/>
        </p:nvGrpSpPr>
        <p:grpSpPr>
          <a:xfrm>
            <a:off x="7207862" y="2993977"/>
            <a:ext cx="901768" cy="901768"/>
            <a:chOff x="2670537" y="2209359"/>
            <a:chExt cx="901768" cy="901768"/>
          </a:xfrm>
        </p:grpSpPr>
        <p:sp>
          <p:nvSpPr>
            <p:cNvPr id="27" name="Oval 26"/>
            <p:cNvSpPr/>
            <p:nvPr/>
          </p:nvSpPr>
          <p:spPr>
            <a:xfrm>
              <a:off x="2670537" y="2209359"/>
              <a:ext cx="901768" cy="901768"/>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a:solidFill>
                  <a:prstClr val="white"/>
                </a:solidFill>
              </a:endParaRPr>
            </a:p>
          </p:txBody>
        </p:sp>
        <p:grpSp>
          <p:nvGrpSpPr>
            <p:cNvPr id="18" name="Group 17"/>
            <p:cNvGrpSpPr/>
            <p:nvPr/>
          </p:nvGrpSpPr>
          <p:grpSpPr>
            <a:xfrm>
              <a:off x="2939009" y="2416653"/>
              <a:ext cx="344442" cy="500499"/>
              <a:chOff x="-1587" y="-1587"/>
              <a:chExt cx="4211637" cy="6119812"/>
            </a:xfrm>
            <a:solidFill>
              <a:schemeClr val="bg1"/>
            </a:solidFill>
          </p:grpSpPr>
          <p:sp>
            <p:nvSpPr>
              <p:cNvPr id="19" name="Freeform 39"/>
              <p:cNvSpPr>
                <a:spLocks noEditPoints="1"/>
              </p:cNvSpPr>
              <p:nvPr/>
            </p:nvSpPr>
            <p:spPr bwMode="auto">
              <a:xfrm>
                <a:off x="-1587" y="-1587"/>
                <a:ext cx="4211637" cy="6119812"/>
              </a:xfrm>
              <a:custGeom>
                <a:avLst/>
                <a:gdLst>
                  <a:gd name="T0" fmla="*/ 560 w 1120"/>
                  <a:gd name="T1" fmla="*/ 0 h 1629"/>
                  <a:gd name="T2" fmla="*/ 0 w 1120"/>
                  <a:gd name="T3" fmla="*/ 560 h 1629"/>
                  <a:gd name="T4" fmla="*/ 256 w 1120"/>
                  <a:gd name="T5" fmla="*/ 1174 h 1629"/>
                  <a:gd name="T6" fmla="*/ 560 w 1120"/>
                  <a:gd name="T7" fmla="*/ 1629 h 1629"/>
                  <a:gd name="T8" fmla="*/ 864 w 1120"/>
                  <a:gd name="T9" fmla="*/ 1175 h 1629"/>
                  <a:gd name="T10" fmla="*/ 1120 w 1120"/>
                  <a:gd name="T11" fmla="*/ 560 h 1629"/>
                  <a:gd name="T12" fmla="*/ 560 w 1120"/>
                  <a:gd name="T13" fmla="*/ 0 h 1629"/>
                  <a:gd name="T14" fmla="*/ 692 w 1120"/>
                  <a:gd name="T15" fmla="*/ 1383 h 1629"/>
                  <a:gd name="T16" fmla="*/ 440 w 1120"/>
                  <a:gd name="T17" fmla="*/ 1415 h 1629"/>
                  <a:gd name="T18" fmla="*/ 409 w 1120"/>
                  <a:gd name="T19" fmla="*/ 1319 h 1629"/>
                  <a:gd name="T20" fmla="*/ 409 w 1120"/>
                  <a:gd name="T21" fmla="*/ 1317 h 1629"/>
                  <a:gd name="T22" fmla="*/ 724 w 1120"/>
                  <a:gd name="T23" fmla="*/ 1278 h 1629"/>
                  <a:gd name="T24" fmla="*/ 710 w 1120"/>
                  <a:gd name="T25" fmla="*/ 1323 h 1629"/>
                  <a:gd name="T26" fmla="*/ 692 w 1120"/>
                  <a:gd name="T27" fmla="*/ 1383 h 1629"/>
                  <a:gd name="T28" fmla="*/ 394 w 1120"/>
                  <a:gd name="T29" fmla="*/ 1268 h 1629"/>
                  <a:gd name="T30" fmla="*/ 363 w 1120"/>
                  <a:gd name="T31" fmla="*/ 1171 h 1629"/>
                  <a:gd name="T32" fmla="*/ 758 w 1120"/>
                  <a:gd name="T33" fmla="*/ 1171 h 1629"/>
                  <a:gd name="T34" fmla="*/ 740 w 1120"/>
                  <a:gd name="T35" fmla="*/ 1225 h 1629"/>
                  <a:gd name="T36" fmla="*/ 394 w 1120"/>
                  <a:gd name="T37" fmla="*/ 1268 h 1629"/>
                  <a:gd name="T38" fmla="*/ 560 w 1120"/>
                  <a:gd name="T39" fmla="*/ 1527 h 1629"/>
                  <a:gd name="T40" fmla="*/ 458 w 1120"/>
                  <a:gd name="T41" fmla="*/ 1464 h 1629"/>
                  <a:gd name="T42" fmla="*/ 674 w 1120"/>
                  <a:gd name="T43" fmla="*/ 1437 h 1629"/>
                  <a:gd name="T44" fmla="*/ 560 w 1120"/>
                  <a:gd name="T45" fmla="*/ 1527 h 1629"/>
                  <a:gd name="T46" fmla="*/ 798 w 1120"/>
                  <a:gd name="T47" fmla="*/ 1069 h 1629"/>
                  <a:gd name="T48" fmla="*/ 323 w 1120"/>
                  <a:gd name="T49" fmla="*/ 1069 h 1629"/>
                  <a:gd name="T50" fmla="*/ 237 w 1120"/>
                  <a:gd name="T51" fmla="*/ 905 h 1629"/>
                  <a:gd name="T52" fmla="*/ 102 w 1120"/>
                  <a:gd name="T53" fmla="*/ 560 h 1629"/>
                  <a:gd name="T54" fmla="*/ 560 w 1120"/>
                  <a:gd name="T55" fmla="*/ 102 h 1629"/>
                  <a:gd name="T56" fmla="*/ 1018 w 1120"/>
                  <a:gd name="T57" fmla="*/ 560 h 1629"/>
                  <a:gd name="T58" fmla="*/ 883 w 1120"/>
                  <a:gd name="T59" fmla="*/ 906 h 1629"/>
                  <a:gd name="T60" fmla="*/ 798 w 1120"/>
                  <a:gd name="T61" fmla="*/ 1069 h 16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20" h="1629">
                    <a:moveTo>
                      <a:pt x="560" y="0"/>
                    </a:moveTo>
                    <a:cubicBezTo>
                      <a:pt x="251" y="0"/>
                      <a:pt x="0" y="251"/>
                      <a:pt x="0" y="560"/>
                    </a:cubicBezTo>
                    <a:cubicBezTo>
                      <a:pt x="0" y="765"/>
                      <a:pt x="188" y="983"/>
                      <a:pt x="256" y="1174"/>
                    </a:cubicBezTo>
                    <a:cubicBezTo>
                      <a:pt x="358" y="1459"/>
                      <a:pt x="347" y="1629"/>
                      <a:pt x="560" y="1629"/>
                    </a:cubicBezTo>
                    <a:cubicBezTo>
                      <a:pt x="776" y="1629"/>
                      <a:pt x="762" y="1459"/>
                      <a:pt x="864" y="1175"/>
                    </a:cubicBezTo>
                    <a:cubicBezTo>
                      <a:pt x="932" y="983"/>
                      <a:pt x="1120" y="764"/>
                      <a:pt x="1120" y="560"/>
                    </a:cubicBezTo>
                    <a:cubicBezTo>
                      <a:pt x="1120" y="251"/>
                      <a:pt x="869" y="0"/>
                      <a:pt x="560" y="0"/>
                    </a:cubicBezTo>
                    <a:close/>
                    <a:moveTo>
                      <a:pt x="692" y="1383"/>
                    </a:moveTo>
                    <a:cubicBezTo>
                      <a:pt x="440" y="1415"/>
                      <a:pt x="440" y="1415"/>
                      <a:pt x="440" y="1415"/>
                    </a:cubicBezTo>
                    <a:cubicBezTo>
                      <a:pt x="431" y="1389"/>
                      <a:pt x="421" y="1358"/>
                      <a:pt x="409" y="1319"/>
                    </a:cubicBezTo>
                    <a:cubicBezTo>
                      <a:pt x="409" y="1318"/>
                      <a:pt x="409" y="1318"/>
                      <a:pt x="409" y="1317"/>
                    </a:cubicBezTo>
                    <a:cubicBezTo>
                      <a:pt x="724" y="1278"/>
                      <a:pt x="724" y="1278"/>
                      <a:pt x="724" y="1278"/>
                    </a:cubicBezTo>
                    <a:cubicBezTo>
                      <a:pt x="719" y="1293"/>
                      <a:pt x="714" y="1309"/>
                      <a:pt x="710" y="1323"/>
                    </a:cubicBezTo>
                    <a:cubicBezTo>
                      <a:pt x="704" y="1346"/>
                      <a:pt x="698" y="1365"/>
                      <a:pt x="692" y="1383"/>
                    </a:cubicBezTo>
                    <a:close/>
                    <a:moveTo>
                      <a:pt x="394" y="1268"/>
                    </a:moveTo>
                    <a:cubicBezTo>
                      <a:pt x="385" y="1237"/>
                      <a:pt x="374" y="1205"/>
                      <a:pt x="363" y="1171"/>
                    </a:cubicBezTo>
                    <a:cubicBezTo>
                      <a:pt x="758" y="1171"/>
                      <a:pt x="758" y="1171"/>
                      <a:pt x="758" y="1171"/>
                    </a:cubicBezTo>
                    <a:cubicBezTo>
                      <a:pt x="752" y="1189"/>
                      <a:pt x="745" y="1208"/>
                      <a:pt x="740" y="1225"/>
                    </a:cubicBezTo>
                    <a:lnTo>
                      <a:pt x="394" y="1268"/>
                    </a:lnTo>
                    <a:close/>
                    <a:moveTo>
                      <a:pt x="560" y="1527"/>
                    </a:moveTo>
                    <a:cubicBezTo>
                      <a:pt x="508" y="1527"/>
                      <a:pt x="485" y="1521"/>
                      <a:pt x="458" y="1464"/>
                    </a:cubicBezTo>
                    <a:cubicBezTo>
                      <a:pt x="674" y="1437"/>
                      <a:pt x="674" y="1437"/>
                      <a:pt x="674" y="1437"/>
                    </a:cubicBezTo>
                    <a:cubicBezTo>
                      <a:pt x="643" y="1521"/>
                      <a:pt x="620" y="1527"/>
                      <a:pt x="560" y="1527"/>
                    </a:cubicBezTo>
                    <a:close/>
                    <a:moveTo>
                      <a:pt x="798" y="1069"/>
                    </a:moveTo>
                    <a:cubicBezTo>
                      <a:pt x="323" y="1069"/>
                      <a:pt x="323" y="1069"/>
                      <a:pt x="323" y="1069"/>
                    </a:cubicBezTo>
                    <a:cubicBezTo>
                      <a:pt x="297" y="1014"/>
                      <a:pt x="267" y="959"/>
                      <a:pt x="237" y="905"/>
                    </a:cubicBezTo>
                    <a:cubicBezTo>
                      <a:pt x="170" y="786"/>
                      <a:pt x="102" y="664"/>
                      <a:pt x="102" y="560"/>
                    </a:cubicBezTo>
                    <a:cubicBezTo>
                      <a:pt x="102" y="307"/>
                      <a:pt x="307" y="102"/>
                      <a:pt x="560" y="102"/>
                    </a:cubicBezTo>
                    <a:cubicBezTo>
                      <a:pt x="813" y="102"/>
                      <a:pt x="1018" y="307"/>
                      <a:pt x="1018" y="560"/>
                    </a:cubicBezTo>
                    <a:cubicBezTo>
                      <a:pt x="1018" y="663"/>
                      <a:pt x="949" y="786"/>
                      <a:pt x="883" y="906"/>
                    </a:cubicBezTo>
                    <a:cubicBezTo>
                      <a:pt x="853" y="960"/>
                      <a:pt x="823" y="1014"/>
                      <a:pt x="798" y="1069"/>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sp>
            <p:nvSpPr>
              <p:cNvPr id="20" name="Freeform 40"/>
              <p:cNvSpPr>
                <a:spLocks/>
              </p:cNvSpPr>
              <p:nvPr/>
            </p:nvSpPr>
            <p:spPr bwMode="auto">
              <a:xfrm>
                <a:off x="957263" y="955675"/>
                <a:ext cx="1239837" cy="1239837"/>
              </a:xfrm>
              <a:custGeom>
                <a:avLst/>
                <a:gdLst>
                  <a:gd name="T0" fmla="*/ 305 w 330"/>
                  <a:gd name="T1" fmla="*/ 0 h 330"/>
                  <a:gd name="T2" fmla="*/ 0 w 330"/>
                  <a:gd name="T3" fmla="*/ 305 h 330"/>
                  <a:gd name="T4" fmla="*/ 25 w 330"/>
                  <a:gd name="T5" fmla="*/ 330 h 330"/>
                  <a:gd name="T6" fmla="*/ 50 w 330"/>
                  <a:gd name="T7" fmla="*/ 305 h 330"/>
                  <a:gd name="T8" fmla="*/ 305 w 330"/>
                  <a:gd name="T9" fmla="*/ 50 h 330"/>
                  <a:gd name="T10" fmla="*/ 330 w 330"/>
                  <a:gd name="T11" fmla="*/ 25 h 330"/>
                  <a:gd name="T12" fmla="*/ 305 w 330"/>
                  <a:gd name="T13" fmla="*/ 0 h 330"/>
                </a:gdLst>
                <a:ahLst/>
                <a:cxnLst>
                  <a:cxn ang="0">
                    <a:pos x="T0" y="T1"/>
                  </a:cxn>
                  <a:cxn ang="0">
                    <a:pos x="T2" y="T3"/>
                  </a:cxn>
                  <a:cxn ang="0">
                    <a:pos x="T4" y="T5"/>
                  </a:cxn>
                  <a:cxn ang="0">
                    <a:pos x="T6" y="T7"/>
                  </a:cxn>
                  <a:cxn ang="0">
                    <a:pos x="T8" y="T9"/>
                  </a:cxn>
                  <a:cxn ang="0">
                    <a:pos x="T10" y="T11"/>
                  </a:cxn>
                  <a:cxn ang="0">
                    <a:pos x="T12" y="T13"/>
                  </a:cxn>
                </a:cxnLst>
                <a:rect l="0" t="0" r="r" b="b"/>
                <a:pathLst>
                  <a:path w="330" h="330">
                    <a:moveTo>
                      <a:pt x="305" y="0"/>
                    </a:moveTo>
                    <a:cubicBezTo>
                      <a:pt x="137" y="0"/>
                      <a:pt x="0" y="137"/>
                      <a:pt x="0" y="305"/>
                    </a:cubicBezTo>
                    <a:cubicBezTo>
                      <a:pt x="0" y="319"/>
                      <a:pt x="11" y="330"/>
                      <a:pt x="25" y="330"/>
                    </a:cubicBezTo>
                    <a:cubicBezTo>
                      <a:pt x="39" y="330"/>
                      <a:pt x="50" y="319"/>
                      <a:pt x="50" y="305"/>
                    </a:cubicBezTo>
                    <a:cubicBezTo>
                      <a:pt x="50" y="165"/>
                      <a:pt x="165" y="50"/>
                      <a:pt x="305" y="50"/>
                    </a:cubicBezTo>
                    <a:cubicBezTo>
                      <a:pt x="319" y="50"/>
                      <a:pt x="330" y="39"/>
                      <a:pt x="330" y="25"/>
                    </a:cubicBezTo>
                    <a:cubicBezTo>
                      <a:pt x="330" y="11"/>
                      <a:pt x="319" y="0"/>
                      <a:pt x="305"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grpSp>
      </p:grpSp>
      <p:sp>
        <p:nvSpPr>
          <p:cNvPr id="90" name="Text Placeholder 2"/>
          <p:cNvSpPr txBox="1">
            <a:spLocks/>
          </p:cNvSpPr>
          <p:nvPr/>
        </p:nvSpPr>
        <p:spPr>
          <a:xfrm>
            <a:off x="479424" y="285329"/>
            <a:ext cx="9674225" cy="974672"/>
          </a:xfrm>
          <a:prstGeom prst="rect">
            <a:avLst/>
          </a:prstGeom>
        </p:spPr>
        <p:txBody>
          <a:bodyPr>
            <a:noAutofit/>
          </a:bodyPr>
          <a:lstStyle>
            <a:lvl1pPr marL="0" indent="0" algn="l" defTabSz="914400" rtl="0" eaLnBrk="1" latinLnBrk="0" hangingPunct="1">
              <a:lnSpc>
                <a:spcPct val="90000"/>
              </a:lnSpc>
              <a:spcBef>
                <a:spcPts val="1000"/>
              </a:spcBef>
              <a:buFontTx/>
              <a:buNone/>
              <a:defRPr sz="1600" kern="1200">
                <a:solidFill>
                  <a:schemeClr val="tx1"/>
                </a:solidFill>
                <a:latin typeface="+mn-lt"/>
                <a:ea typeface="+mn-ea"/>
                <a:cs typeface="+mn-cs"/>
              </a:defRPr>
            </a:lvl1pPr>
            <a:lvl2pPr marL="457200" indent="0" algn="l" defTabSz="914400" rtl="0" eaLnBrk="1" latinLnBrk="0" hangingPunct="1">
              <a:lnSpc>
                <a:spcPct val="90000"/>
              </a:lnSpc>
              <a:spcBef>
                <a:spcPts val="500"/>
              </a:spcBef>
              <a:buFontTx/>
              <a:buNone/>
              <a:defRPr sz="14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Tx/>
              <a:buNone/>
              <a:defRPr sz="12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Tx/>
              <a:buNone/>
              <a:defRPr sz="11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Tx/>
              <a:buNone/>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r" rtl="1" fontAlgn="auto">
              <a:spcAft>
                <a:spcPts val="0"/>
              </a:spcAft>
            </a:pPr>
            <a:r>
              <a:rPr lang="ar-SA" sz="4000" b="1" u="sng" dirty="0">
                <a:solidFill>
                  <a:prstClr val="black"/>
                </a:solidFill>
              </a:rPr>
              <a:t>4-	التعلم التفاعلي التشاركي في التدريس الجامعي:</a:t>
            </a:r>
            <a:endParaRPr lang="id-ID" sz="4000" b="1" u="sng" dirty="0">
              <a:solidFill>
                <a:prstClr val="black"/>
              </a:solidFill>
            </a:endParaRPr>
          </a:p>
        </p:txBody>
      </p:sp>
      <p:pic>
        <p:nvPicPr>
          <p:cNvPr id="91" name="Picture 90"/>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1539349" y="-263"/>
            <a:ext cx="732103" cy="644688"/>
          </a:xfrm>
          <a:prstGeom prst="rect">
            <a:avLst/>
          </a:prstGeom>
        </p:spPr>
      </p:pic>
    </p:spTree>
    <p:extLst>
      <p:ext uri="{BB962C8B-B14F-4D97-AF65-F5344CB8AC3E}">
        <p14:creationId xmlns:p14="http://schemas.microsoft.com/office/powerpoint/2010/main" val="102953872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p:cTn id="7" dur="500" fill="hold"/>
                                        <p:tgtEl>
                                          <p:spTgt spid="9"/>
                                        </p:tgtEl>
                                        <p:attrNameLst>
                                          <p:attrName>ppt_w</p:attrName>
                                        </p:attrNameLst>
                                      </p:cBhvr>
                                      <p:tavLst>
                                        <p:tav tm="0">
                                          <p:val>
                                            <p:fltVal val="0"/>
                                          </p:val>
                                        </p:tav>
                                        <p:tav tm="100000">
                                          <p:val>
                                            <p:strVal val="#ppt_w"/>
                                          </p:val>
                                        </p:tav>
                                      </p:tavLst>
                                    </p:anim>
                                    <p:anim calcmode="lin" valueType="num">
                                      <p:cBhvr>
                                        <p:cTn id="8" dur="500" fill="hold"/>
                                        <p:tgtEl>
                                          <p:spTgt spid="9"/>
                                        </p:tgtEl>
                                        <p:attrNameLst>
                                          <p:attrName>ppt_h</p:attrName>
                                        </p:attrNameLst>
                                      </p:cBhvr>
                                      <p:tavLst>
                                        <p:tav tm="0">
                                          <p:val>
                                            <p:fltVal val="0"/>
                                          </p:val>
                                        </p:tav>
                                        <p:tav tm="100000">
                                          <p:val>
                                            <p:strVal val="#ppt_h"/>
                                          </p:val>
                                        </p:tav>
                                      </p:tavLst>
                                    </p:anim>
                                    <p:animEffect transition="in" filter="fade">
                                      <p:cBhvr>
                                        <p:cTn id="9" dur="500"/>
                                        <p:tgtEl>
                                          <p:spTgt spid="9"/>
                                        </p:tgtEl>
                                      </p:cBhvr>
                                    </p:animEffect>
                                  </p:childTnLst>
                                </p:cTn>
                              </p:par>
                            </p:childTnLst>
                          </p:cTn>
                        </p:par>
                        <p:par>
                          <p:cTn id="10" fill="hold">
                            <p:stCondLst>
                              <p:cond delay="500"/>
                            </p:stCondLst>
                            <p:childTnLst>
                              <p:par>
                                <p:cTn id="11" presetID="22" presetClass="entr" presetSubtype="2" fill="hold" nodeType="afterEffect">
                                  <p:stCondLst>
                                    <p:cond delay="0"/>
                                  </p:stCondLst>
                                  <p:childTnLst>
                                    <p:set>
                                      <p:cBhvr>
                                        <p:cTn id="12" dur="1" fill="hold">
                                          <p:stCondLst>
                                            <p:cond delay="0"/>
                                          </p:stCondLst>
                                        </p:cTn>
                                        <p:tgtEl>
                                          <p:spTgt spid="64"/>
                                        </p:tgtEl>
                                        <p:attrNameLst>
                                          <p:attrName>style.visibility</p:attrName>
                                        </p:attrNameLst>
                                      </p:cBhvr>
                                      <p:to>
                                        <p:strVal val="visible"/>
                                      </p:to>
                                    </p:set>
                                    <p:animEffect transition="in" filter="wipe(right)">
                                      <p:cBhvr>
                                        <p:cTn id="13" dur="500"/>
                                        <p:tgtEl>
                                          <p:spTgt spid="64"/>
                                        </p:tgtEl>
                                      </p:cBhvr>
                                    </p:animEffect>
                                  </p:childTnLst>
                                </p:cTn>
                              </p:par>
                              <p:par>
                                <p:cTn id="14" presetID="10" presetClass="entr" presetSubtype="0" fill="hold" nodeType="withEffect">
                                  <p:stCondLst>
                                    <p:cond delay="0"/>
                                  </p:stCondLst>
                                  <p:childTnLst>
                                    <p:set>
                                      <p:cBhvr>
                                        <p:cTn id="15" dur="1" fill="hold">
                                          <p:stCondLst>
                                            <p:cond delay="0"/>
                                          </p:stCondLst>
                                        </p:cTn>
                                        <p:tgtEl>
                                          <p:spTgt spid="4"/>
                                        </p:tgtEl>
                                        <p:attrNameLst>
                                          <p:attrName>style.visibility</p:attrName>
                                        </p:attrNameLst>
                                      </p:cBhvr>
                                      <p:to>
                                        <p:strVal val="visible"/>
                                      </p:to>
                                    </p:set>
                                    <p:animEffect transition="in" filter="fade">
                                      <p:cBhvr>
                                        <p:cTn id="16" dur="500"/>
                                        <p:tgtEl>
                                          <p:spTgt spid="4"/>
                                        </p:tgtEl>
                                      </p:cBhvr>
                                    </p:animEffect>
                                  </p:childTnLst>
                                </p:cTn>
                              </p:par>
                              <p:par>
                                <p:cTn id="17" presetID="10" presetClass="entr" presetSubtype="0" fill="hold" nodeType="withEffect">
                                  <p:stCondLst>
                                    <p:cond delay="0"/>
                                  </p:stCondLst>
                                  <p:childTnLst>
                                    <p:set>
                                      <p:cBhvr>
                                        <p:cTn id="18" dur="1" fill="hold">
                                          <p:stCondLst>
                                            <p:cond delay="0"/>
                                          </p:stCondLst>
                                        </p:cTn>
                                        <p:tgtEl>
                                          <p:spTgt spid="43"/>
                                        </p:tgtEl>
                                        <p:attrNameLst>
                                          <p:attrName>style.visibility</p:attrName>
                                        </p:attrNameLst>
                                      </p:cBhvr>
                                      <p:to>
                                        <p:strVal val="visible"/>
                                      </p:to>
                                    </p:set>
                                    <p:animEffect transition="in" filter="fade">
                                      <p:cBhvr>
                                        <p:cTn id="19" dur="5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Hexagon 6"/>
          <p:cNvSpPr/>
          <p:nvPr/>
        </p:nvSpPr>
        <p:spPr>
          <a:xfrm>
            <a:off x="4899671" y="987211"/>
            <a:ext cx="7713304" cy="2822938"/>
          </a:xfrm>
          <a:prstGeom prst="hexagon">
            <a:avLst/>
          </a:prstGeom>
          <a:solidFill>
            <a:schemeClr val="accent6">
              <a:lumMod val="60000"/>
              <a:lumOff val="40000"/>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6" name="TextBox 5"/>
          <p:cNvSpPr txBox="1"/>
          <p:nvPr/>
        </p:nvSpPr>
        <p:spPr>
          <a:xfrm>
            <a:off x="5367984" y="1927103"/>
            <a:ext cx="6515100" cy="1200329"/>
          </a:xfrm>
          <a:prstGeom prst="rect">
            <a:avLst/>
          </a:prstGeom>
          <a:noFill/>
        </p:spPr>
        <p:txBody>
          <a:bodyPr wrap="square" rtlCol="0">
            <a:spAutoFit/>
          </a:bodyPr>
          <a:lstStyle/>
          <a:p>
            <a:pPr algn="ctr" rtl="1" fontAlgn="auto">
              <a:spcBef>
                <a:spcPts val="0"/>
              </a:spcBef>
              <a:spcAft>
                <a:spcPts val="0"/>
              </a:spcAft>
            </a:pPr>
            <a:r>
              <a:rPr lang="ar-AE" sz="3600" b="1" u="sng" dirty="0">
                <a:solidFill>
                  <a:prstClr val="black"/>
                </a:solidFill>
                <a:cs typeface="Simplified Arabic" panose="02020603050405020304" pitchFamily="18" charset="-78"/>
              </a:rPr>
              <a:t>ما هو تأثير التفاعلية والتشاركية في التعلم في ظل تكنولوجيا التعليم؟</a:t>
            </a:r>
            <a:endParaRPr lang="en-US" sz="3600" u="sng" dirty="0">
              <a:solidFill>
                <a:prstClr val="black"/>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9" name="Group 8"/>
          <p:cNvGrpSpPr/>
          <p:nvPr/>
        </p:nvGrpSpPr>
        <p:grpSpPr>
          <a:xfrm>
            <a:off x="2445396" y="523842"/>
            <a:ext cx="1897063" cy="3749675"/>
            <a:chOff x="5075238" y="1525588"/>
            <a:chExt cx="1897063" cy="3749675"/>
          </a:xfrm>
        </p:grpSpPr>
        <p:sp>
          <p:nvSpPr>
            <p:cNvPr id="10" name="AutoShape 3"/>
            <p:cNvSpPr>
              <a:spLocks noChangeAspect="1" noChangeArrowheads="1" noTextEdit="1"/>
            </p:cNvSpPr>
            <p:nvPr/>
          </p:nvSpPr>
          <p:spPr bwMode="auto">
            <a:xfrm>
              <a:off x="5091113" y="1525588"/>
              <a:ext cx="1866900" cy="3749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11" name="Freeform 10"/>
            <p:cNvSpPr>
              <a:spLocks/>
            </p:cNvSpPr>
            <p:nvPr/>
          </p:nvSpPr>
          <p:spPr bwMode="auto">
            <a:xfrm>
              <a:off x="5251451" y="4984751"/>
              <a:ext cx="1512888" cy="288925"/>
            </a:xfrm>
            <a:custGeom>
              <a:avLst/>
              <a:gdLst>
                <a:gd name="T0" fmla="*/ 505 w 931"/>
                <a:gd name="T1" fmla="*/ 0 h 178"/>
                <a:gd name="T2" fmla="*/ 385 w 931"/>
                <a:gd name="T3" fmla="*/ 3 h 178"/>
                <a:gd name="T4" fmla="*/ 304 w 931"/>
                <a:gd name="T5" fmla="*/ 12 h 178"/>
                <a:gd name="T6" fmla="*/ 270 w 931"/>
                <a:gd name="T7" fmla="*/ 16 h 178"/>
                <a:gd name="T8" fmla="*/ 106 w 931"/>
                <a:gd name="T9" fmla="*/ 34 h 178"/>
                <a:gd name="T10" fmla="*/ 37 w 931"/>
                <a:gd name="T11" fmla="*/ 133 h 178"/>
                <a:gd name="T12" fmla="*/ 144 w 931"/>
                <a:gd name="T13" fmla="*/ 165 h 178"/>
                <a:gd name="T14" fmla="*/ 248 w 931"/>
                <a:gd name="T15" fmla="*/ 170 h 178"/>
                <a:gd name="T16" fmla="*/ 342 w 931"/>
                <a:gd name="T17" fmla="*/ 169 h 178"/>
                <a:gd name="T18" fmla="*/ 352 w 931"/>
                <a:gd name="T19" fmla="*/ 168 h 178"/>
                <a:gd name="T20" fmla="*/ 549 w 931"/>
                <a:gd name="T21" fmla="*/ 177 h 178"/>
                <a:gd name="T22" fmla="*/ 641 w 931"/>
                <a:gd name="T23" fmla="*/ 178 h 178"/>
                <a:gd name="T24" fmla="*/ 758 w 931"/>
                <a:gd name="T25" fmla="*/ 175 h 178"/>
                <a:gd name="T26" fmla="*/ 868 w 931"/>
                <a:gd name="T27" fmla="*/ 161 h 178"/>
                <a:gd name="T28" fmla="*/ 921 w 931"/>
                <a:gd name="T29" fmla="*/ 117 h 178"/>
                <a:gd name="T30" fmla="*/ 893 w 931"/>
                <a:gd name="T31" fmla="*/ 47 h 178"/>
                <a:gd name="T32" fmla="*/ 747 w 931"/>
                <a:gd name="T33" fmla="*/ 11 h 178"/>
                <a:gd name="T34" fmla="*/ 519 w 931"/>
                <a:gd name="T35" fmla="*/ 1 h 178"/>
                <a:gd name="T36" fmla="*/ 505 w 931"/>
                <a:gd name="T37" fmla="*/ 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31" h="178">
                  <a:moveTo>
                    <a:pt x="505" y="0"/>
                  </a:moveTo>
                  <a:cubicBezTo>
                    <a:pt x="465" y="0"/>
                    <a:pt x="425" y="2"/>
                    <a:pt x="385" y="3"/>
                  </a:cubicBezTo>
                  <a:cubicBezTo>
                    <a:pt x="359" y="5"/>
                    <a:pt x="331" y="7"/>
                    <a:pt x="304" y="12"/>
                  </a:cubicBezTo>
                  <a:cubicBezTo>
                    <a:pt x="292" y="13"/>
                    <a:pt x="281" y="15"/>
                    <a:pt x="270" y="16"/>
                  </a:cubicBezTo>
                  <a:cubicBezTo>
                    <a:pt x="215" y="22"/>
                    <a:pt x="159" y="18"/>
                    <a:pt x="106" y="34"/>
                  </a:cubicBezTo>
                  <a:cubicBezTo>
                    <a:pt x="64" y="47"/>
                    <a:pt x="0" y="82"/>
                    <a:pt x="37" y="133"/>
                  </a:cubicBezTo>
                  <a:cubicBezTo>
                    <a:pt x="57" y="162"/>
                    <a:pt x="113" y="162"/>
                    <a:pt x="144" y="165"/>
                  </a:cubicBezTo>
                  <a:cubicBezTo>
                    <a:pt x="179" y="169"/>
                    <a:pt x="213" y="170"/>
                    <a:pt x="248" y="170"/>
                  </a:cubicBezTo>
                  <a:cubicBezTo>
                    <a:pt x="279" y="170"/>
                    <a:pt x="311" y="169"/>
                    <a:pt x="342" y="169"/>
                  </a:cubicBezTo>
                  <a:cubicBezTo>
                    <a:pt x="345" y="169"/>
                    <a:pt x="349" y="168"/>
                    <a:pt x="352" y="168"/>
                  </a:cubicBezTo>
                  <a:cubicBezTo>
                    <a:pt x="418" y="168"/>
                    <a:pt x="483" y="174"/>
                    <a:pt x="549" y="177"/>
                  </a:cubicBezTo>
                  <a:cubicBezTo>
                    <a:pt x="580" y="178"/>
                    <a:pt x="611" y="178"/>
                    <a:pt x="641" y="178"/>
                  </a:cubicBezTo>
                  <a:cubicBezTo>
                    <a:pt x="680" y="178"/>
                    <a:pt x="719" y="177"/>
                    <a:pt x="758" y="175"/>
                  </a:cubicBezTo>
                  <a:cubicBezTo>
                    <a:pt x="794" y="173"/>
                    <a:pt x="833" y="172"/>
                    <a:pt x="868" y="161"/>
                  </a:cubicBezTo>
                  <a:cubicBezTo>
                    <a:pt x="891" y="154"/>
                    <a:pt x="912" y="142"/>
                    <a:pt x="921" y="117"/>
                  </a:cubicBezTo>
                  <a:cubicBezTo>
                    <a:pt x="931" y="90"/>
                    <a:pt x="914" y="63"/>
                    <a:pt x="893" y="47"/>
                  </a:cubicBezTo>
                  <a:cubicBezTo>
                    <a:pt x="855" y="16"/>
                    <a:pt x="793" y="15"/>
                    <a:pt x="747" y="11"/>
                  </a:cubicBezTo>
                  <a:cubicBezTo>
                    <a:pt x="671" y="5"/>
                    <a:pt x="595" y="1"/>
                    <a:pt x="519" y="1"/>
                  </a:cubicBezTo>
                  <a:cubicBezTo>
                    <a:pt x="514" y="0"/>
                    <a:pt x="510" y="0"/>
                    <a:pt x="505" y="0"/>
                  </a:cubicBezTo>
                </a:path>
              </a:pathLst>
            </a:custGeom>
            <a:solidFill>
              <a:srgbClr val="E7E6E6">
                <a:lumMod val="90000"/>
              </a:srgbClr>
            </a:solidFill>
            <a:ln>
              <a:noFill/>
            </a:ln>
            <a:effectLst>
              <a:outerShdw blurRad="50800" dist="38100" dir="2700000" algn="tl" rotWithShape="0">
                <a:prstClr val="black">
                  <a:alpha val="40000"/>
                </a:prstClr>
              </a:outerShdw>
            </a:effec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12" name="Freeform 11"/>
            <p:cNvSpPr>
              <a:spLocks/>
            </p:cNvSpPr>
            <p:nvPr/>
          </p:nvSpPr>
          <p:spPr bwMode="auto">
            <a:xfrm>
              <a:off x="5235576" y="2057401"/>
              <a:ext cx="1484313" cy="1423988"/>
            </a:xfrm>
            <a:custGeom>
              <a:avLst/>
              <a:gdLst>
                <a:gd name="T0" fmla="*/ 878 w 913"/>
                <a:gd name="T1" fmla="*/ 747 h 878"/>
                <a:gd name="T2" fmla="*/ 881 w 913"/>
                <a:gd name="T3" fmla="*/ 746 h 878"/>
                <a:gd name="T4" fmla="*/ 809 w 913"/>
                <a:gd name="T5" fmla="*/ 247 h 878"/>
                <a:gd name="T6" fmla="*/ 135 w 913"/>
                <a:gd name="T7" fmla="*/ 225 h 878"/>
                <a:gd name="T8" fmla="*/ 77 w 913"/>
                <a:gd name="T9" fmla="*/ 772 h 878"/>
                <a:gd name="T10" fmla="*/ 78 w 913"/>
                <a:gd name="T11" fmla="*/ 772 h 878"/>
                <a:gd name="T12" fmla="*/ 878 w 913"/>
                <a:gd name="T13" fmla="*/ 747 h 878"/>
              </a:gdLst>
              <a:ahLst/>
              <a:cxnLst>
                <a:cxn ang="0">
                  <a:pos x="T0" y="T1"/>
                </a:cxn>
                <a:cxn ang="0">
                  <a:pos x="T2" y="T3"/>
                </a:cxn>
                <a:cxn ang="0">
                  <a:pos x="T4" y="T5"/>
                </a:cxn>
                <a:cxn ang="0">
                  <a:pos x="T6" y="T7"/>
                </a:cxn>
                <a:cxn ang="0">
                  <a:pos x="T8" y="T9"/>
                </a:cxn>
                <a:cxn ang="0">
                  <a:pos x="T10" y="T11"/>
                </a:cxn>
                <a:cxn ang="0">
                  <a:pos x="T12" y="T13"/>
                </a:cxn>
              </a:cxnLst>
              <a:rect l="0" t="0" r="r" b="b"/>
              <a:pathLst>
                <a:path w="913" h="878">
                  <a:moveTo>
                    <a:pt x="878" y="747"/>
                  </a:moveTo>
                  <a:cubicBezTo>
                    <a:pt x="880" y="746"/>
                    <a:pt x="881" y="746"/>
                    <a:pt x="881" y="746"/>
                  </a:cubicBezTo>
                  <a:cubicBezTo>
                    <a:pt x="913" y="526"/>
                    <a:pt x="881" y="350"/>
                    <a:pt x="809" y="247"/>
                  </a:cubicBezTo>
                  <a:cubicBezTo>
                    <a:pt x="636" y="0"/>
                    <a:pt x="253" y="67"/>
                    <a:pt x="135" y="225"/>
                  </a:cubicBezTo>
                  <a:cubicBezTo>
                    <a:pt x="0" y="407"/>
                    <a:pt x="77" y="772"/>
                    <a:pt x="77" y="772"/>
                  </a:cubicBezTo>
                  <a:cubicBezTo>
                    <a:pt x="77" y="772"/>
                    <a:pt x="78" y="772"/>
                    <a:pt x="78" y="772"/>
                  </a:cubicBezTo>
                  <a:cubicBezTo>
                    <a:pt x="467" y="878"/>
                    <a:pt x="841" y="759"/>
                    <a:pt x="878" y="747"/>
                  </a:cubicBezTo>
                </a:path>
              </a:pathLst>
            </a:custGeom>
            <a:solidFill>
              <a:srgbClr val="F7DE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13" name="Freeform 12"/>
            <p:cNvSpPr>
              <a:spLocks/>
            </p:cNvSpPr>
            <p:nvPr/>
          </p:nvSpPr>
          <p:spPr bwMode="auto">
            <a:xfrm>
              <a:off x="5303838" y="2071688"/>
              <a:ext cx="1379538" cy="1041400"/>
            </a:xfrm>
            <a:custGeom>
              <a:avLst/>
              <a:gdLst>
                <a:gd name="T0" fmla="*/ 12 w 849"/>
                <a:gd name="T1" fmla="*/ 548 h 642"/>
                <a:gd name="T2" fmla="*/ 78 w 849"/>
                <a:gd name="T3" fmla="*/ 529 h 642"/>
                <a:gd name="T4" fmla="*/ 83 w 849"/>
                <a:gd name="T5" fmla="*/ 639 h 642"/>
                <a:gd name="T6" fmla="*/ 133 w 849"/>
                <a:gd name="T7" fmla="*/ 642 h 642"/>
                <a:gd name="T8" fmla="*/ 133 w 849"/>
                <a:gd name="T9" fmla="*/ 461 h 642"/>
                <a:gd name="T10" fmla="*/ 162 w 849"/>
                <a:gd name="T11" fmla="*/ 252 h 642"/>
                <a:gd name="T12" fmla="*/ 439 w 849"/>
                <a:gd name="T13" fmla="*/ 252 h 642"/>
                <a:gd name="T14" fmla="*/ 686 w 849"/>
                <a:gd name="T15" fmla="*/ 252 h 642"/>
                <a:gd name="T16" fmla="*/ 752 w 849"/>
                <a:gd name="T17" fmla="*/ 456 h 642"/>
                <a:gd name="T18" fmla="*/ 758 w 849"/>
                <a:gd name="T19" fmla="*/ 613 h 642"/>
                <a:gd name="T20" fmla="*/ 792 w 849"/>
                <a:gd name="T21" fmla="*/ 613 h 642"/>
                <a:gd name="T22" fmla="*/ 849 w 849"/>
                <a:gd name="T23" fmla="*/ 503 h 642"/>
                <a:gd name="T24" fmla="*/ 828 w 849"/>
                <a:gd name="T25" fmla="*/ 254 h 642"/>
                <a:gd name="T26" fmla="*/ 707 w 849"/>
                <a:gd name="T27" fmla="*/ 45 h 642"/>
                <a:gd name="T28" fmla="*/ 664 w 849"/>
                <a:gd name="T29" fmla="*/ 46 h 642"/>
                <a:gd name="T30" fmla="*/ 620 w 849"/>
                <a:gd name="T31" fmla="*/ 45 h 642"/>
                <a:gd name="T32" fmla="*/ 503 w 849"/>
                <a:gd name="T33" fmla="*/ 1 h 642"/>
                <a:gd name="T34" fmla="*/ 443 w 849"/>
                <a:gd name="T35" fmla="*/ 11 h 642"/>
                <a:gd name="T36" fmla="*/ 366 w 849"/>
                <a:gd name="T37" fmla="*/ 20 h 642"/>
                <a:gd name="T38" fmla="*/ 247 w 849"/>
                <a:gd name="T39" fmla="*/ 13 h 642"/>
                <a:gd name="T40" fmla="*/ 147 w 849"/>
                <a:gd name="T41" fmla="*/ 105 h 642"/>
                <a:gd name="T42" fmla="*/ 64 w 849"/>
                <a:gd name="T43" fmla="*/ 150 h 642"/>
                <a:gd name="T44" fmla="*/ 22 w 849"/>
                <a:gd name="T45" fmla="*/ 307 h 642"/>
                <a:gd name="T46" fmla="*/ 12 w 849"/>
                <a:gd name="T47" fmla="*/ 548 h 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49" h="642">
                  <a:moveTo>
                    <a:pt x="12" y="548"/>
                  </a:moveTo>
                  <a:cubicBezTo>
                    <a:pt x="12" y="548"/>
                    <a:pt x="38" y="495"/>
                    <a:pt x="78" y="529"/>
                  </a:cubicBezTo>
                  <a:cubicBezTo>
                    <a:pt x="119" y="563"/>
                    <a:pt x="83" y="639"/>
                    <a:pt x="83" y="639"/>
                  </a:cubicBezTo>
                  <a:cubicBezTo>
                    <a:pt x="133" y="642"/>
                    <a:pt x="133" y="642"/>
                    <a:pt x="133" y="642"/>
                  </a:cubicBezTo>
                  <a:cubicBezTo>
                    <a:pt x="133" y="642"/>
                    <a:pt x="154" y="535"/>
                    <a:pt x="133" y="461"/>
                  </a:cubicBezTo>
                  <a:cubicBezTo>
                    <a:pt x="113" y="386"/>
                    <a:pt x="115" y="299"/>
                    <a:pt x="162" y="252"/>
                  </a:cubicBezTo>
                  <a:cubicBezTo>
                    <a:pt x="209" y="205"/>
                    <a:pt x="277" y="252"/>
                    <a:pt x="439" y="252"/>
                  </a:cubicBezTo>
                  <a:cubicBezTo>
                    <a:pt x="601" y="252"/>
                    <a:pt x="622" y="194"/>
                    <a:pt x="686" y="252"/>
                  </a:cubicBezTo>
                  <a:cubicBezTo>
                    <a:pt x="750" y="309"/>
                    <a:pt x="758" y="394"/>
                    <a:pt x="752" y="456"/>
                  </a:cubicBezTo>
                  <a:cubicBezTo>
                    <a:pt x="745" y="518"/>
                    <a:pt x="758" y="613"/>
                    <a:pt x="758" y="613"/>
                  </a:cubicBezTo>
                  <a:cubicBezTo>
                    <a:pt x="792" y="613"/>
                    <a:pt x="792" y="613"/>
                    <a:pt x="792" y="613"/>
                  </a:cubicBezTo>
                  <a:cubicBezTo>
                    <a:pt x="792" y="613"/>
                    <a:pt x="769" y="458"/>
                    <a:pt x="849" y="503"/>
                  </a:cubicBezTo>
                  <a:cubicBezTo>
                    <a:pt x="849" y="503"/>
                    <a:pt x="828" y="329"/>
                    <a:pt x="828" y="254"/>
                  </a:cubicBezTo>
                  <a:cubicBezTo>
                    <a:pt x="828" y="162"/>
                    <a:pt x="784" y="67"/>
                    <a:pt x="707" y="45"/>
                  </a:cubicBezTo>
                  <a:cubicBezTo>
                    <a:pt x="692" y="41"/>
                    <a:pt x="678" y="43"/>
                    <a:pt x="664" y="46"/>
                  </a:cubicBezTo>
                  <a:cubicBezTo>
                    <a:pt x="649" y="48"/>
                    <a:pt x="634" y="51"/>
                    <a:pt x="620" y="45"/>
                  </a:cubicBezTo>
                  <a:cubicBezTo>
                    <a:pt x="578" y="30"/>
                    <a:pt x="538" y="2"/>
                    <a:pt x="503" y="1"/>
                  </a:cubicBezTo>
                  <a:cubicBezTo>
                    <a:pt x="476" y="0"/>
                    <a:pt x="459" y="5"/>
                    <a:pt x="443" y="11"/>
                  </a:cubicBezTo>
                  <a:cubicBezTo>
                    <a:pt x="424" y="18"/>
                    <a:pt x="405" y="24"/>
                    <a:pt x="366" y="20"/>
                  </a:cubicBezTo>
                  <a:cubicBezTo>
                    <a:pt x="347" y="18"/>
                    <a:pt x="290" y="1"/>
                    <a:pt x="247" y="13"/>
                  </a:cubicBezTo>
                  <a:cubicBezTo>
                    <a:pt x="205" y="26"/>
                    <a:pt x="179" y="92"/>
                    <a:pt x="147" y="105"/>
                  </a:cubicBezTo>
                  <a:cubicBezTo>
                    <a:pt x="115" y="118"/>
                    <a:pt x="100" y="107"/>
                    <a:pt x="64" y="150"/>
                  </a:cubicBezTo>
                  <a:cubicBezTo>
                    <a:pt x="29" y="192"/>
                    <a:pt x="25" y="284"/>
                    <a:pt x="22" y="307"/>
                  </a:cubicBezTo>
                  <a:cubicBezTo>
                    <a:pt x="20" y="331"/>
                    <a:pt x="0" y="492"/>
                    <a:pt x="12" y="548"/>
                  </a:cubicBezTo>
                </a:path>
              </a:pathLst>
            </a:custGeom>
            <a:solidFill>
              <a:srgbClr val="BC85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14" name="Freeform 13"/>
            <p:cNvSpPr>
              <a:spLocks/>
            </p:cNvSpPr>
            <p:nvPr/>
          </p:nvSpPr>
          <p:spPr bwMode="auto">
            <a:xfrm>
              <a:off x="5922963" y="2852738"/>
              <a:ext cx="177800" cy="263525"/>
            </a:xfrm>
            <a:custGeom>
              <a:avLst/>
              <a:gdLst>
                <a:gd name="T0" fmla="*/ 56 w 109"/>
                <a:gd name="T1" fmla="*/ 0 h 162"/>
                <a:gd name="T2" fmla="*/ 32 w 109"/>
                <a:gd name="T3" fmla="*/ 136 h 162"/>
                <a:gd name="T4" fmla="*/ 100 w 109"/>
                <a:gd name="T5" fmla="*/ 121 h 162"/>
                <a:gd name="T6" fmla="*/ 56 w 109"/>
                <a:gd name="T7" fmla="*/ 0 h 162"/>
              </a:gdLst>
              <a:ahLst/>
              <a:cxnLst>
                <a:cxn ang="0">
                  <a:pos x="T0" y="T1"/>
                </a:cxn>
                <a:cxn ang="0">
                  <a:pos x="T2" y="T3"/>
                </a:cxn>
                <a:cxn ang="0">
                  <a:pos x="T4" y="T5"/>
                </a:cxn>
                <a:cxn ang="0">
                  <a:pos x="T6" y="T7"/>
                </a:cxn>
              </a:cxnLst>
              <a:rect l="0" t="0" r="r" b="b"/>
              <a:pathLst>
                <a:path w="109" h="162">
                  <a:moveTo>
                    <a:pt x="56" y="0"/>
                  </a:moveTo>
                  <a:cubicBezTo>
                    <a:pt x="56" y="0"/>
                    <a:pt x="0" y="111"/>
                    <a:pt x="32" y="136"/>
                  </a:cubicBezTo>
                  <a:cubicBezTo>
                    <a:pt x="64" y="162"/>
                    <a:pt x="92" y="145"/>
                    <a:pt x="100" y="121"/>
                  </a:cubicBezTo>
                  <a:cubicBezTo>
                    <a:pt x="109" y="98"/>
                    <a:pt x="56" y="0"/>
                    <a:pt x="56" y="0"/>
                  </a:cubicBezTo>
                  <a:close/>
                </a:path>
              </a:pathLst>
            </a:custGeom>
            <a:solidFill>
              <a:srgbClr val="E9BF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15" name="Freeform 14"/>
            <p:cNvSpPr>
              <a:spLocks/>
            </p:cNvSpPr>
            <p:nvPr/>
          </p:nvSpPr>
          <p:spPr bwMode="auto">
            <a:xfrm>
              <a:off x="5826126" y="2803526"/>
              <a:ext cx="92075" cy="92075"/>
            </a:xfrm>
            <a:custGeom>
              <a:avLst/>
              <a:gdLst>
                <a:gd name="T0" fmla="*/ 44 w 57"/>
                <a:gd name="T1" fmla="*/ 5 h 57"/>
                <a:gd name="T2" fmla="*/ 38 w 57"/>
                <a:gd name="T3" fmla="*/ 1 h 57"/>
                <a:gd name="T4" fmla="*/ 23 w 57"/>
                <a:gd name="T5" fmla="*/ 1 h 57"/>
                <a:gd name="T6" fmla="*/ 15 w 57"/>
                <a:gd name="T7" fmla="*/ 4 h 57"/>
                <a:gd name="T8" fmla="*/ 2 w 57"/>
                <a:gd name="T9" fmla="*/ 18 h 57"/>
                <a:gd name="T10" fmla="*/ 4 w 57"/>
                <a:gd name="T11" fmla="*/ 38 h 57"/>
                <a:gd name="T12" fmla="*/ 42 w 57"/>
                <a:gd name="T13" fmla="*/ 50 h 57"/>
                <a:gd name="T14" fmla="*/ 56 w 57"/>
                <a:gd name="T15" fmla="*/ 29 h 57"/>
                <a:gd name="T16" fmla="*/ 44 w 57"/>
                <a:gd name="T17" fmla="*/ 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57">
                  <a:moveTo>
                    <a:pt x="44" y="5"/>
                  </a:moveTo>
                  <a:cubicBezTo>
                    <a:pt x="42" y="3"/>
                    <a:pt x="40" y="2"/>
                    <a:pt x="38" y="1"/>
                  </a:cubicBezTo>
                  <a:cubicBezTo>
                    <a:pt x="33" y="0"/>
                    <a:pt x="28" y="0"/>
                    <a:pt x="23" y="1"/>
                  </a:cubicBezTo>
                  <a:cubicBezTo>
                    <a:pt x="21" y="2"/>
                    <a:pt x="18" y="3"/>
                    <a:pt x="15" y="4"/>
                  </a:cubicBezTo>
                  <a:cubicBezTo>
                    <a:pt x="9" y="6"/>
                    <a:pt x="4" y="13"/>
                    <a:pt x="2" y="18"/>
                  </a:cubicBezTo>
                  <a:cubicBezTo>
                    <a:pt x="0" y="25"/>
                    <a:pt x="1" y="32"/>
                    <a:pt x="4" y="38"/>
                  </a:cubicBezTo>
                  <a:cubicBezTo>
                    <a:pt x="10" y="52"/>
                    <a:pt x="28" y="57"/>
                    <a:pt x="42" y="50"/>
                  </a:cubicBezTo>
                  <a:cubicBezTo>
                    <a:pt x="50" y="46"/>
                    <a:pt x="56" y="38"/>
                    <a:pt x="56" y="29"/>
                  </a:cubicBezTo>
                  <a:cubicBezTo>
                    <a:pt x="57" y="19"/>
                    <a:pt x="52" y="10"/>
                    <a:pt x="44" y="5"/>
                  </a:cubicBezTo>
                  <a:close/>
                </a:path>
              </a:pathLst>
            </a:custGeom>
            <a:solidFill>
              <a:srgbClr val="493F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16" name="Freeform 15"/>
            <p:cNvSpPr>
              <a:spLocks/>
            </p:cNvSpPr>
            <p:nvPr/>
          </p:nvSpPr>
          <p:spPr bwMode="auto">
            <a:xfrm>
              <a:off x="6091238" y="2813051"/>
              <a:ext cx="73025" cy="53975"/>
            </a:xfrm>
            <a:custGeom>
              <a:avLst/>
              <a:gdLst>
                <a:gd name="T0" fmla="*/ 23 w 44"/>
                <a:gd name="T1" fmla="*/ 0 h 33"/>
                <a:gd name="T2" fmla="*/ 21 w 44"/>
                <a:gd name="T3" fmla="*/ 33 h 33"/>
                <a:gd name="T4" fmla="*/ 23 w 44"/>
                <a:gd name="T5" fmla="*/ 0 h 33"/>
              </a:gdLst>
              <a:ahLst/>
              <a:cxnLst>
                <a:cxn ang="0">
                  <a:pos x="T0" y="T1"/>
                </a:cxn>
                <a:cxn ang="0">
                  <a:pos x="T2" y="T3"/>
                </a:cxn>
                <a:cxn ang="0">
                  <a:pos x="T4" y="T5"/>
                </a:cxn>
              </a:cxnLst>
              <a:rect l="0" t="0" r="r" b="b"/>
              <a:pathLst>
                <a:path w="44" h="33">
                  <a:moveTo>
                    <a:pt x="23" y="0"/>
                  </a:moveTo>
                  <a:cubicBezTo>
                    <a:pt x="2" y="0"/>
                    <a:pt x="0" y="33"/>
                    <a:pt x="21" y="33"/>
                  </a:cubicBezTo>
                  <a:cubicBezTo>
                    <a:pt x="42" y="33"/>
                    <a:pt x="44" y="0"/>
                    <a:pt x="23" y="0"/>
                  </a:cubicBezTo>
                  <a:close/>
                </a:path>
              </a:pathLst>
            </a:custGeom>
            <a:solidFill>
              <a:srgbClr val="493F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17" name="Freeform 16"/>
            <p:cNvSpPr>
              <a:spLocks/>
            </p:cNvSpPr>
            <p:nvPr/>
          </p:nvSpPr>
          <p:spPr bwMode="auto">
            <a:xfrm>
              <a:off x="6005513" y="3157538"/>
              <a:ext cx="52388" cy="93663"/>
            </a:xfrm>
            <a:custGeom>
              <a:avLst/>
              <a:gdLst>
                <a:gd name="T0" fmla="*/ 22 w 32"/>
                <a:gd name="T1" fmla="*/ 4 h 57"/>
                <a:gd name="T2" fmla="*/ 4 w 32"/>
                <a:gd name="T3" fmla="*/ 13 h 57"/>
                <a:gd name="T4" fmla="*/ 11 w 32"/>
                <a:gd name="T5" fmla="*/ 36 h 57"/>
                <a:gd name="T6" fmla="*/ 13 w 32"/>
                <a:gd name="T7" fmla="*/ 37 h 57"/>
                <a:gd name="T8" fmla="*/ 5 w 32"/>
                <a:gd name="T9" fmla="*/ 45 h 57"/>
                <a:gd name="T10" fmla="*/ 11 w 32"/>
                <a:gd name="T11" fmla="*/ 55 h 57"/>
                <a:gd name="T12" fmla="*/ 31 w 32"/>
                <a:gd name="T13" fmla="*/ 30 h 57"/>
                <a:gd name="T14" fmla="*/ 22 w 32"/>
                <a:gd name="T15" fmla="*/ 4 h 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57">
                  <a:moveTo>
                    <a:pt x="22" y="4"/>
                  </a:moveTo>
                  <a:cubicBezTo>
                    <a:pt x="14" y="0"/>
                    <a:pt x="7" y="5"/>
                    <a:pt x="4" y="13"/>
                  </a:cubicBezTo>
                  <a:cubicBezTo>
                    <a:pt x="1" y="21"/>
                    <a:pt x="4" y="32"/>
                    <a:pt x="11" y="36"/>
                  </a:cubicBezTo>
                  <a:cubicBezTo>
                    <a:pt x="12" y="37"/>
                    <a:pt x="12" y="37"/>
                    <a:pt x="13" y="37"/>
                  </a:cubicBezTo>
                  <a:cubicBezTo>
                    <a:pt x="11" y="40"/>
                    <a:pt x="8" y="43"/>
                    <a:pt x="5" y="45"/>
                  </a:cubicBezTo>
                  <a:cubicBezTo>
                    <a:pt x="0" y="50"/>
                    <a:pt x="6" y="57"/>
                    <a:pt x="11" y="55"/>
                  </a:cubicBezTo>
                  <a:cubicBezTo>
                    <a:pt x="22" y="51"/>
                    <a:pt x="29" y="41"/>
                    <a:pt x="31" y="30"/>
                  </a:cubicBezTo>
                  <a:cubicBezTo>
                    <a:pt x="32" y="22"/>
                    <a:pt x="31" y="8"/>
                    <a:pt x="22" y="4"/>
                  </a:cubicBezTo>
                  <a:close/>
                </a:path>
              </a:pathLst>
            </a:custGeom>
            <a:solidFill>
              <a:srgbClr val="8337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18" name="Freeform 17"/>
            <p:cNvSpPr>
              <a:spLocks noEditPoints="1"/>
            </p:cNvSpPr>
            <p:nvPr/>
          </p:nvSpPr>
          <p:spPr bwMode="auto">
            <a:xfrm>
              <a:off x="5813426" y="2520951"/>
              <a:ext cx="358775" cy="209550"/>
            </a:xfrm>
            <a:custGeom>
              <a:avLst/>
              <a:gdLst>
                <a:gd name="T0" fmla="*/ 206 w 220"/>
                <a:gd name="T1" fmla="*/ 67 h 129"/>
                <a:gd name="T2" fmla="*/ 127 w 220"/>
                <a:gd name="T3" fmla="*/ 89 h 129"/>
                <a:gd name="T4" fmla="*/ 122 w 220"/>
                <a:gd name="T5" fmla="*/ 89 h 129"/>
                <a:gd name="T6" fmla="*/ 132 w 220"/>
                <a:gd name="T7" fmla="*/ 28 h 129"/>
                <a:gd name="T8" fmla="*/ 78 w 220"/>
                <a:gd name="T9" fmla="*/ 14 h 129"/>
                <a:gd name="T10" fmla="*/ 61 w 220"/>
                <a:gd name="T11" fmla="*/ 61 h 129"/>
                <a:gd name="T12" fmla="*/ 94 w 220"/>
                <a:gd name="T13" fmla="*/ 96 h 129"/>
                <a:gd name="T14" fmla="*/ 9 w 220"/>
                <a:gd name="T15" fmla="*/ 100 h 129"/>
                <a:gd name="T16" fmla="*/ 4 w 220"/>
                <a:gd name="T17" fmla="*/ 107 h 129"/>
                <a:gd name="T18" fmla="*/ 109 w 220"/>
                <a:gd name="T19" fmla="*/ 102 h 129"/>
                <a:gd name="T20" fmla="*/ 216 w 220"/>
                <a:gd name="T21" fmla="*/ 75 h 129"/>
                <a:gd name="T22" fmla="*/ 206 w 220"/>
                <a:gd name="T23" fmla="*/ 67 h 129"/>
                <a:gd name="T24" fmla="*/ 75 w 220"/>
                <a:gd name="T25" fmla="*/ 45 h 129"/>
                <a:gd name="T26" fmla="*/ 88 w 220"/>
                <a:gd name="T27" fmla="*/ 25 h 129"/>
                <a:gd name="T28" fmla="*/ 122 w 220"/>
                <a:gd name="T29" fmla="*/ 39 h 129"/>
                <a:gd name="T30" fmla="*/ 108 w 220"/>
                <a:gd name="T31" fmla="*/ 84 h 129"/>
                <a:gd name="T32" fmla="*/ 75 w 220"/>
                <a:gd name="T33" fmla="*/ 45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0" h="129">
                  <a:moveTo>
                    <a:pt x="206" y="67"/>
                  </a:moveTo>
                  <a:cubicBezTo>
                    <a:pt x="184" y="87"/>
                    <a:pt x="156" y="94"/>
                    <a:pt x="127" y="89"/>
                  </a:cubicBezTo>
                  <a:cubicBezTo>
                    <a:pt x="125" y="89"/>
                    <a:pt x="124" y="89"/>
                    <a:pt x="122" y="89"/>
                  </a:cubicBezTo>
                  <a:cubicBezTo>
                    <a:pt x="137" y="71"/>
                    <a:pt x="142" y="50"/>
                    <a:pt x="132" y="28"/>
                  </a:cubicBezTo>
                  <a:cubicBezTo>
                    <a:pt x="122" y="6"/>
                    <a:pt x="97" y="0"/>
                    <a:pt x="78" y="14"/>
                  </a:cubicBezTo>
                  <a:cubicBezTo>
                    <a:pt x="64" y="24"/>
                    <a:pt x="57" y="44"/>
                    <a:pt x="61" y="61"/>
                  </a:cubicBezTo>
                  <a:cubicBezTo>
                    <a:pt x="65" y="77"/>
                    <a:pt x="80" y="88"/>
                    <a:pt x="94" y="96"/>
                  </a:cubicBezTo>
                  <a:cubicBezTo>
                    <a:pt x="70" y="112"/>
                    <a:pt x="34" y="117"/>
                    <a:pt x="9" y="100"/>
                  </a:cubicBezTo>
                  <a:cubicBezTo>
                    <a:pt x="5" y="97"/>
                    <a:pt x="0" y="104"/>
                    <a:pt x="4" y="107"/>
                  </a:cubicBezTo>
                  <a:cubicBezTo>
                    <a:pt x="33" y="129"/>
                    <a:pt x="79" y="123"/>
                    <a:pt x="109" y="102"/>
                  </a:cubicBezTo>
                  <a:cubicBezTo>
                    <a:pt x="145" y="114"/>
                    <a:pt x="194" y="108"/>
                    <a:pt x="216" y="75"/>
                  </a:cubicBezTo>
                  <a:cubicBezTo>
                    <a:pt x="220" y="69"/>
                    <a:pt x="212" y="62"/>
                    <a:pt x="206" y="67"/>
                  </a:cubicBezTo>
                  <a:close/>
                  <a:moveTo>
                    <a:pt x="75" y="45"/>
                  </a:moveTo>
                  <a:cubicBezTo>
                    <a:pt x="77" y="37"/>
                    <a:pt x="82" y="30"/>
                    <a:pt x="88" y="25"/>
                  </a:cubicBezTo>
                  <a:cubicBezTo>
                    <a:pt x="102" y="11"/>
                    <a:pt x="116" y="28"/>
                    <a:pt x="122" y="39"/>
                  </a:cubicBezTo>
                  <a:cubicBezTo>
                    <a:pt x="129" y="55"/>
                    <a:pt x="119" y="73"/>
                    <a:pt x="108" y="84"/>
                  </a:cubicBezTo>
                  <a:cubicBezTo>
                    <a:pt x="89" y="78"/>
                    <a:pt x="71" y="64"/>
                    <a:pt x="75" y="4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19" name="Freeform 18"/>
            <p:cNvSpPr>
              <a:spLocks/>
            </p:cNvSpPr>
            <p:nvPr/>
          </p:nvSpPr>
          <p:spPr bwMode="auto">
            <a:xfrm>
              <a:off x="5568951" y="5072063"/>
              <a:ext cx="196850" cy="79375"/>
            </a:xfrm>
            <a:custGeom>
              <a:avLst/>
              <a:gdLst>
                <a:gd name="T0" fmla="*/ 67 w 121"/>
                <a:gd name="T1" fmla="*/ 4 h 49"/>
                <a:gd name="T2" fmla="*/ 33 w 121"/>
                <a:gd name="T3" fmla="*/ 7 h 49"/>
                <a:gd name="T4" fmla="*/ 8 w 121"/>
                <a:gd name="T5" fmla="*/ 21 h 49"/>
                <a:gd name="T6" fmla="*/ 39 w 121"/>
                <a:gd name="T7" fmla="*/ 48 h 49"/>
                <a:gd name="T8" fmla="*/ 93 w 121"/>
                <a:gd name="T9" fmla="*/ 40 h 49"/>
                <a:gd name="T10" fmla="*/ 112 w 121"/>
                <a:gd name="T11" fmla="*/ 0 h 49"/>
                <a:gd name="T12" fmla="*/ 67 w 121"/>
                <a:gd name="T13" fmla="*/ 4 h 49"/>
              </a:gdLst>
              <a:ahLst/>
              <a:cxnLst>
                <a:cxn ang="0">
                  <a:pos x="T0" y="T1"/>
                </a:cxn>
                <a:cxn ang="0">
                  <a:pos x="T2" y="T3"/>
                </a:cxn>
                <a:cxn ang="0">
                  <a:pos x="T4" y="T5"/>
                </a:cxn>
                <a:cxn ang="0">
                  <a:pos x="T6" y="T7"/>
                </a:cxn>
                <a:cxn ang="0">
                  <a:pos x="T8" y="T9"/>
                </a:cxn>
                <a:cxn ang="0">
                  <a:pos x="T10" y="T11"/>
                </a:cxn>
                <a:cxn ang="0">
                  <a:pos x="T12" y="T13"/>
                </a:cxn>
              </a:cxnLst>
              <a:rect l="0" t="0" r="r" b="b"/>
              <a:pathLst>
                <a:path w="121" h="49">
                  <a:moveTo>
                    <a:pt x="67" y="4"/>
                  </a:moveTo>
                  <a:cubicBezTo>
                    <a:pt x="67" y="4"/>
                    <a:pt x="39" y="6"/>
                    <a:pt x="33" y="7"/>
                  </a:cubicBezTo>
                  <a:cubicBezTo>
                    <a:pt x="23" y="8"/>
                    <a:pt x="12" y="12"/>
                    <a:pt x="8" y="21"/>
                  </a:cubicBezTo>
                  <a:cubicBezTo>
                    <a:pt x="0" y="41"/>
                    <a:pt x="25" y="48"/>
                    <a:pt x="39" y="48"/>
                  </a:cubicBezTo>
                  <a:cubicBezTo>
                    <a:pt x="58" y="49"/>
                    <a:pt x="76" y="45"/>
                    <a:pt x="93" y="40"/>
                  </a:cubicBezTo>
                  <a:cubicBezTo>
                    <a:pt x="121" y="33"/>
                    <a:pt x="112" y="0"/>
                    <a:pt x="112" y="0"/>
                  </a:cubicBezTo>
                  <a:lnTo>
                    <a:pt x="67" y="4"/>
                  </a:lnTo>
                  <a:close/>
                </a:path>
              </a:pathLst>
            </a:custGeom>
            <a:solidFill>
              <a:srgbClr val="3235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20" name="Freeform 19"/>
            <p:cNvSpPr>
              <a:spLocks/>
            </p:cNvSpPr>
            <p:nvPr/>
          </p:nvSpPr>
          <p:spPr bwMode="auto">
            <a:xfrm>
              <a:off x="6261101" y="5062538"/>
              <a:ext cx="209550" cy="85725"/>
            </a:xfrm>
            <a:custGeom>
              <a:avLst/>
              <a:gdLst>
                <a:gd name="T0" fmla="*/ 0 w 129"/>
                <a:gd name="T1" fmla="*/ 16 h 53"/>
                <a:gd name="T2" fmla="*/ 104 w 129"/>
                <a:gd name="T3" fmla="*/ 41 h 53"/>
                <a:gd name="T4" fmla="*/ 111 w 129"/>
                <a:gd name="T5" fmla="*/ 5 h 53"/>
                <a:gd name="T6" fmla="*/ 79 w 129"/>
                <a:gd name="T7" fmla="*/ 3 h 53"/>
                <a:gd name="T8" fmla="*/ 47 w 129"/>
                <a:gd name="T9" fmla="*/ 6 h 53"/>
                <a:gd name="T10" fmla="*/ 0 w 129"/>
                <a:gd name="T11" fmla="*/ 16 h 53"/>
              </a:gdLst>
              <a:ahLst/>
              <a:cxnLst>
                <a:cxn ang="0">
                  <a:pos x="T0" y="T1"/>
                </a:cxn>
                <a:cxn ang="0">
                  <a:pos x="T2" y="T3"/>
                </a:cxn>
                <a:cxn ang="0">
                  <a:pos x="T4" y="T5"/>
                </a:cxn>
                <a:cxn ang="0">
                  <a:pos x="T6" y="T7"/>
                </a:cxn>
                <a:cxn ang="0">
                  <a:pos x="T8" y="T9"/>
                </a:cxn>
                <a:cxn ang="0">
                  <a:pos x="T10" y="T11"/>
                </a:cxn>
              </a:cxnLst>
              <a:rect l="0" t="0" r="r" b="b"/>
              <a:pathLst>
                <a:path w="129" h="53">
                  <a:moveTo>
                    <a:pt x="0" y="16"/>
                  </a:moveTo>
                  <a:cubicBezTo>
                    <a:pt x="5" y="53"/>
                    <a:pt x="78" y="49"/>
                    <a:pt x="104" y="41"/>
                  </a:cubicBezTo>
                  <a:cubicBezTo>
                    <a:pt x="122" y="35"/>
                    <a:pt x="129" y="16"/>
                    <a:pt x="111" y="5"/>
                  </a:cubicBezTo>
                  <a:cubicBezTo>
                    <a:pt x="102" y="0"/>
                    <a:pt x="89" y="2"/>
                    <a:pt x="79" y="3"/>
                  </a:cubicBezTo>
                  <a:cubicBezTo>
                    <a:pt x="69" y="5"/>
                    <a:pt x="47" y="6"/>
                    <a:pt x="47" y="6"/>
                  </a:cubicBezTo>
                  <a:lnTo>
                    <a:pt x="0" y="16"/>
                  </a:lnTo>
                  <a:close/>
                </a:path>
              </a:pathLst>
            </a:custGeom>
            <a:solidFill>
              <a:srgbClr val="3235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21" name="Freeform 20"/>
            <p:cNvSpPr>
              <a:spLocks/>
            </p:cNvSpPr>
            <p:nvPr/>
          </p:nvSpPr>
          <p:spPr bwMode="auto">
            <a:xfrm>
              <a:off x="5365751" y="4254501"/>
              <a:ext cx="1274763" cy="835025"/>
            </a:xfrm>
            <a:custGeom>
              <a:avLst/>
              <a:gdLst>
                <a:gd name="T0" fmla="*/ 785 w 785"/>
                <a:gd name="T1" fmla="*/ 2 h 515"/>
                <a:gd name="T2" fmla="*/ 772 w 785"/>
                <a:gd name="T3" fmla="*/ 0 h 515"/>
                <a:gd name="T4" fmla="*/ 2 w 785"/>
                <a:gd name="T5" fmla="*/ 0 h 515"/>
                <a:gd name="T6" fmla="*/ 0 w 785"/>
                <a:gd name="T7" fmla="*/ 4 h 515"/>
                <a:gd name="T8" fmla="*/ 165 w 785"/>
                <a:gd name="T9" fmla="*/ 128 h 515"/>
                <a:gd name="T10" fmla="*/ 167 w 785"/>
                <a:gd name="T11" fmla="*/ 271 h 515"/>
                <a:gd name="T12" fmla="*/ 191 w 785"/>
                <a:gd name="T13" fmla="*/ 502 h 515"/>
                <a:gd name="T14" fmla="*/ 192 w 785"/>
                <a:gd name="T15" fmla="*/ 509 h 515"/>
                <a:gd name="T16" fmla="*/ 237 w 785"/>
                <a:gd name="T17" fmla="*/ 505 h 515"/>
                <a:gd name="T18" fmla="*/ 237 w 785"/>
                <a:gd name="T19" fmla="*/ 498 h 515"/>
                <a:gd name="T20" fmla="*/ 237 w 785"/>
                <a:gd name="T21" fmla="*/ 295 h 515"/>
                <a:gd name="T22" fmla="*/ 263 w 785"/>
                <a:gd name="T23" fmla="*/ 162 h 515"/>
                <a:gd name="T24" fmla="*/ 497 w 785"/>
                <a:gd name="T25" fmla="*/ 161 h 515"/>
                <a:gd name="T26" fmla="*/ 538 w 785"/>
                <a:gd name="T27" fmla="*/ 339 h 515"/>
                <a:gd name="T28" fmla="*/ 550 w 785"/>
                <a:gd name="T29" fmla="*/ 515 h 515"/>
                <a:gd name="T30" fmla="*/ 552 w 785"/>
                <a:gd name="T31" fmla="*/ 515 h 515"/>
                <a:gd name="T32" fmla="*/ 598 w 785"/>
                <a:gd name="T33" fmla="*/ 505 h 515"/>
                <a:gd name="T34" fmla="*/ 598 w 785"/>
                <a:gd name="T35" fmla="*/ 502 h 515"/>
                <a:gd name="T36" fmla="*/ 601 w 785"/>
                <a:gd name="T37" fmla="*/ 315 h 515"/>
                <a:gd name="T38" fmla="*/ 591 w 785"/>
                <a:gd name="T39" fmla="*/ 137 h 515"/>
                <a:gd name="T40" fmla="*/ 785 w 785"/>
                <a:gd name="T41" fmla="*/ 2 h 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85" h="515">
                  <a:moveTo>
                    <a:pt x="785" y="2"/>
                  </a:moveTo>
                  <a:cubicBezTo>
                    <a:pt x="785" y="2"/>
                    <a:pt x="781" y="1"/>
                    <a:pt x="772" y="0"/>
                  </a:cubicBezTo>
                  <a:cubicBezTo>
                    <a:pt x="396" y="81"/>
                    <a:pt x="35" y="7"/>
                    <a:pt x="2" y="0"/>
                  </a:cubicBezTo>
                  <a:cubicBezTo>
                    <a:pt x="1" y="1"/>
                    <a:pt x="0" y="3"/>
                    <a:pt x="0" y="4"/>
                  </a:cubicBezTo>
                  <a:cubicBezTo>
                    <a:pt x="0" y="4"/>
                    <a:pt x="21" y="60"/>
                    <a:pt x="165" y="128"/>
                  </a:cubicBezTo>
                  <a:cubicBezTo>
                    <a:pt x="165" y="128"/>
                    <a:pt x="164" y="192"/>
                    <a:pt x="167" y="271"/>
                  </a:cubicBezTo>
                  <a:cubicBezTo>
                    <a:pt x="170" y="366"/>
                    <a:pt x="187" y="474"/>
                    <a:pt x="191" y="502"/>
                  </a:cubicBezTo>
                  <a:cubicBezTo>
                    <a:pt x="192" y="507"/>
                    <a:pt x="192" y="509"/>
                    <a:pt x="192" y="509"/>
                  </a:cubicBezTo>
                  <a:cubicBezTo>
                    <a:pt x="237" y="505"/>
                    <a:pt x="237" y="505"/>
                    <a:pt x="237" y="505"/>
                  </a:cubicBezTo>
                  <a:cubicBezTo>
                    <a:pt x="237" y="505"/>
                    <a:pt x="237" y="502"/>
                    <a:pt x="237" y="498"/>
                  </a:cubicBezTo>
                  <a:cubicBezTo>
                    <a:pt x="235" y="471"/>
                    <a:pt x="230" y="363"/>
                    <a:pt x="237" y="295"/>
                  </a:cubicBezTo>
                  <a:cubicBezTo>
                    <a:pt x="243" y="231"/>
                    <a:pt x="263" y="162"/>
                    <a:pt x="263" y="162"/>
                  </a:cubicBezTo>
                  <a:cubicBezTo>
                    <a:pt x="263" y="162"/>
                    <a:pt x="395" y="188"/>
                    <a:pt x="497" y="161"/>
                  </a:cubicBezTo>
                  <a:cubicBezTo>
                    <a:pt x="497" y="161"/>
                    <a:pt x="532" y="285"/>
                    <a:pt x="538" y="339"/>
                  </a:cubicBezTo>
                  <a:cubicBezTo>
                    <a:pt x="543" y="386"/>
                    <a:pt x="550" y="515"/>
                    <a:pt x="550" y="515"/>
                  </a:cubicBezTo>
                  <a:cubicBezTo>
                    <a:pt x="552" y="515"/>
                    <a:pt x="552" y="515"/>
                    <a:pt x="552" y="515"/>
                  </a:cubicBezTo>
                  <a:cubicBezTo>
                    <a:pt x="598" y="505"/>
                    <a:pt x="598" y="505"/>
                    <a:pt x="598" y="505"/>
                  </a:cubicBezTo>
                  <a:cubicBezTo>
                    <a:pt x="598" y="505"/>
                    <a:pt x="598" y="504"/>
                    <a:pt x="598" y="502"/>
                  </a:cubicBezTo>
                  <a:cubicBezTo>
                    <a:pt x="600" y="481"/>
                    <a:pt x="606" y="380"/>
                    <a:pt x="601" y="315"/>
                  </a:cubicBezTo>
                  <a:cubicBezTo>
                    <a:pt x="597" y="276"/>
                    <a:pt x="603" y="228"/>
                    <a:pt x="591" y="137"/>
                  </a:cubicBezTo>
                  <a:cubicBezTo>
                    <a:pt x="591" y="137"/>
                    <a:pt x="735" y="63"/>
                    <a:pt x="785" y="2"/>
                  </a:cubicBezTo>
                  <a:close/>
                </a:path>
              </a:pathLst>
            </a:custGeom>
            <a:solidFill>
              <a:srgbClr val="4448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22" name="Freeform 21"/>
            <p:cNvSpPr>
              <a:spLocks/>
            </p:cNvSpPr>
            <p:nvPr/>
          </p:nvSpPr>
          <p:spPr bwMode="auto">
            <a:xfrm>
              <a:off x="6470651" y="1527176"/>
              <a:ext cx="330200" cy="403225"/>
            </a:xfrm>
            <a:custGeom>
              <a:avLst/>
              <a:gdLst>
                <a:gd name="T0" fmla="*/ 188 w 203"/>
                <a:gd name="T1" fmla="*/ 66 h 249"/>
                <a:gd name="T2" fmla="*/ 89 w 203"/>
                <a:gd name="T3" fmla="*/ 0 h 249"/>
                <a:gd name="T4" fmla="*/ 17 w 203"/>
                <a:gd name="T5" fmla="*/ 67 h 249"/>
                <a:gd name="T6" fmla="*/ 31 w 203"/>
                <a:gd name="T7" fmla="*/ 69 h 249"/>
                <a:gd name="T8" fmla="*/ 105 w 203"/>
                <a:gd name="T9" fmla="*/ 50 h 249"/>
                <a:gd name="T10" fmla="*/ 142 w 203"/>
                <a:gd name="T11" fmla="*/ 103 h 249"/>
                <a:gd name="T12" fmla="*/ 88 w 203"/>
                <a:gd name="T13" fmla="*/ 148 h 249"/>
                <a:gd name="T14" fmla="*/ 50 w 203"/>
                <a:gd name="T15" fmla="*/ 222 h 249"/>
                <a:gd name="T16" fmla="*/ 72 w 203"/>
                <a:gd name="T17" fmla="*/ 247 h 249"/>
                <a:gd name="T18" fmla="*/ 93 w 203"/>
                <a:gd name="T19" fmla="*/ 243 h 249"/>
                <a:gd name="T20" fmla="*/ 104 w 203"/>
                <a:gd name="T21" fmla="*/ 219 h 249"/>
                <a:gd name="T22" fmla="*/ 158 w 203"/>
                <a:gd name="T23" fmla="*/ 159 h 249"/>
                <a:gd name="T24" fmla="*/ 188 w 203"/>
                <a:gd name="T25" fmla="*/ 66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3" h="249">
                  <a:moveTo>
                    <a:pt x="188" y="66"/>
                  </a:moveTo>
                  <a:cubicBezTo>
                    <a:pt x="172" y="26"/>
                    <a:pt x="132" y="1"/>
                    <a:pt x="89" y="0"/>
                  </a:cubicBezTo>
                  <a:cubicBezTo>
                    <a:pt x="54" y="0"/>
                    <a:pt x="0" y="22"/>
                    <a:pt x="17" y="67"/>
                  </a:cubicBezTo>
                  <a:cubicBezTo>
                    <a:pt x="19" y="72"/>
                    <a:pt x="26" y="74"/>
                    <a:pt x="31" y="69"/>
                  </a:cubicBezTo>
                  <a:cubicBezTo>
                    <a:pt x="51" y="46"/>
                    <a:pt x="75" y="42"/>
                    <a:pt x="105" y="50"/>
                  </a:cubicBezTo>
                  <a:cubicBezTo>
                    <a:pt x="125" y="55"/>
                    <a:pt x="153" y="80"/>
                    <a:pt x="142" y="103"/>
                  </a:cubicBezTo>
                  <a:cubicBezTo>
                    <a:pt x="133" y="122"/>
                    <a:pt x="104" y="135"/>
                    <a:pt x="88" y="148"/>
                  </a:cubicBezTo>
                  <a:cubicBezTo>
                    <a:pt x="65" y="167"/>
                    <a:pt x="48" y="192"/>
                    <a:pt x="50" y="222"/>
                  </a:cubicBezTo>
                  <a:cubicBezTo>
                    <a:pt x="51" y="235"/>
                    <a:pt x="60" y="244"/>
                    <a:pt x="72" y="247"/>
                  </a:cubicBezTo>
                  <a:cubicBezTo>
                    <a:pt x="80" y="249"/>
                    <a:pt x="86" y="247"/>
                    <a:pt x="93" y="243"/>
                  </a:cubicBezTo>
                  <a:cubicBezTo>
                    <a:pt x="100" y="238"/>
                    <a:pt x="105" y="229"/>
                    <a:pt x="104" y="219"/>
                  </a:cubicBezTo>
                  <a:cubicBezTo>
                    <a:pt x="102" y="192"/>
                    <a:pt x="140" y="174"/>
                    <a:pt x="158" y="159"/>
                  </a:cubicBezTo>
                  <a:cubicBezTo>
                    <a:pt x="186" y="135"/>
                    <a:pt x="203" y="104"/>
                    <a:pt x="188" y="66"/>
                  </a:cubicBezTo>
                  <a:close/>
                </a:path>
              </a:pathLst>
            </a:custGeom>
            <a:solidFill>
              <a:srgbClr val="3235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23" name="Freeform 22"/>
            <p:cNvSpPr>
              <a:spLocks/>
            </p:cNvSpPr>
            <p:nvPr/>
          </p:nvSpPr>
          <p:spPr bwMode="auto">
            <a:xfrm>
              <a:off x="6519863" y="1992313"/>
              <a:ext cx="133350" cy="101600"/>
            </a:xfrm>
            <a:custGeom>
              <a:avLst/>
              <a:gdLst>
                <a:gd name="T0" fmla="*/ 47 w 82"/>
                <a:gd name="T1" fmla="*/ 4 h 63"/>
                <a:gd name="T2" fmla="*/ 35 w 82"/>
                <a:gd name="T3" fmla="*/ 59 h 63"/>
                <a:gd name="T4" fmla="*/ 47 w 82"/>
                <a:gd name="T5" fmla="*/ 4 h 63"/>
              </a:gdLst>
              <a:ahLst/>
              <a:cxnLst>
                <a:cxn ang="0">
                  <a:pos x="T0" y="T1"/>
                </a:cxn>
                <a:cxn ang="0">
                  <a:pos x="T2" y="T3"/>
                </a:cxn>
                <a:cxn ang="0">
                  <a:pos x="T4" y="T5"/>
                </a:cxn>
              </a:cxnLst>
              <a:rect l="0" t="0" r="r" b="b"/>
              <a:pathLst>
                <a:path w="82" h="63">
                  <a:moveTo>
                    <a:pt x="47" y="4"/>
                  </a:moveTo>
                  <a:cubicBezTo>
                    <a:pt x="11" y="0"/>
                    <a:pt x="0" y="54"/>
                    <a:pt x="35" y="59"/>
                  </a:cubicBezTo>
                  <a:cubicBezTo>
                    <a:pt x="71" y="63"/>
                    <a:pt x="82" y="9"/>
                    <a:pt x="47" y="4"/>
                  </a:cubicBezTo>
                  <a:close/>
                </a:path>
              </a:pathLst>
            </a:custGeom>
            <a:solidFill>
              <a:srgbClr val="3235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24" name="Freeform 23"/>
            <p:cNvSpPr>
              <a:spLocks/>
            </p:cNvSpPr>
            <p:nvPr/>
          </p:nvSpPr>
          <p:spPr bwMode="auto">
            <a:xfrm>
              <a:off x="6272213" y="1782763"/>
              <a:ext cx="176213" cy="222250"/>
            </a:xfrm>
            <a:custGeom>
              <a:avLst/>
              <a:gdLst>
                <a:gd name="T0" fmla="*/ 7 w 108"/>
                <a:gd name="T1" fmla="*/ 95 h 137"/>
                <a:gd name="T2" fmla="*/ 58 w 108"/>
                <a:gd name="T3" fmla="*/ 136 h 137"/>
                <a:gd name="T4" fmla="*/ 100 w 108"/>
                <a:gd name="T5" fmla="*/ 102 h 137"/>
                <a:gd name="T6" fmla="*/ 93 w 108"/>
                <a:gd name="T7" fmla="*/ 100 h 137"/>
                <a:gd name="T8" fmla="*/ 51 w 108"/>
                <a:gd name="T9" fmla="*/ 108 h 137"/>
                <a:gd name="T10" fmla="*/ 33 w 108"/>
                <a:gd name="T11" fmla="*/ 77 h 137"/>
                <a:gd name="T12" fmla="*/ 65 w 108"/>
                <a:gd name="T13" fmla="*/ 55 h 137"/>
                <a:gd name="T14" fmla="*/ 88 w 108"/>
                <a:gd name="T15" fmla="*/ 16 h 137"/>
                <a:gd name="T16" fmla="*/ 78 w 108"/>
                <a:gd name="T17" fmla="*/ 1 h 137"/>
                <a:gd name="T18" fmla="*/ 66 w 108"/>
                <a:gd name="T19" fmla="*/ 3 h 137"/>
                <a:gd name="T20" fmla="*/ 59 w 108"/>
                <a:gd name="T21" fmla="*/ 15 h 137"/>
                <a:gd name="T22" fmla="*/ 27 w 108"/>
                <a:gd name="T23" fmla="*/ 46 h 137"/>
                <a:gd name="T24" fmla="*/ 7 w 108"/>
                <a:gd name="T25" fmla="*/ 95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8" h="137">
                  <a:moveTo>
                    <a:pt x="7" y="95"/>
                  </a:moveTo>
                  <a:cubicBezTo>
                    <a:pt x="14" y="118"/>
                    <a:pt x="34" y="133"/>
                    <a:pt x="58" y="136"/>
                  </a:cubicBezTo>
                  <a:cubicBezTo>
                    <a:pt x="77" y="137"/>
                    <a:pt x="108" y="128"/>
                    <a:pt x="100" y="102"/>
                  </a:cubicBezTo>
                  <a:cubicBezTo>
                    <a:pt x="99" y="99"/>
                    <a:pt x="95" y="98"/>
                    <a:pt x="93" y="100"/>
                  </a:cubicBezTo>
                  <a:cubicBezTo>
                    <a:pt x="81" y="112"/>
                    <a:pt x="68" y="114"/>
                    <a:pt x="51" y="108"/>
                  </a:cubicBezTo>
                  <a:cubicBezTo>
                    <a:pt x="41" y="104"/>
                    <a:pt x="26" y="89"/>
                    <a:pt x="33" y="77"/>
                  </a:cubicBezTo>
                  <a:cubicBezTo>
                    <a:pt x="39" y="67"/>
                    <a:pt x="56" y="61"/>
                    <a:pt x="65" y="55"/>
                  </a:cubicBezTo>
                  <a:cubicBezTo>
                    <a:pt x="78" y="45"/>
                    <a:pt x="88" y="33"/>
                    <a:pt x="88" y="16"/>
                  </a:cubicBezTo>
                  <a:cubicBezTo>
                    <a:pt x="88" y="9"/>
                    <a:pt x="84" y="3"/>
                    <a:pt x="78" y="1"/>
                  </a:cubicBezTo>
                  <a:cubicBezTo>
                    <a:pt x="74" y="0"/>
                    <a:pt x="70" y="1"/>
                    <a:pt x="66" y="3"/>
                  </a:cubicBezTo>
                  <a:cubicBezTo>
                    <a:pt x="62" y="5"/>
                    <a:pt x="59" y="10"/>
                    <a:pt x="59" y="15"/>
                  </a:cubicBezTo>
                  <a:cubicBezTo>
                    <a:pt x="59" y="30"/>
                    <a:pt x="37" y="38"/>
                    <a:pt x="27" y="46"/>
                  </a:cubicBezTo>
                  <a:cubicBezTo>
                    <a:pt x="10" y="58"/>
                    <a:pt x="0" y="74"/>
                    <a:pt x="7" y="95"/>
                  </a:cubicBezTo>
                  <a:close/>
                </a:path>
              </a:pathLst>
            </a:custGeom>
            <a:solidFill>
              <a:srgbClr val="6564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25" name="Freeform 24"/>
            <p:cNvSpPr>
              <a:spLocks/>
            </p:cNvSpPr>
            <p:nvPr/>
          </p:nvSpPr>
          <p:spPr bwMode="auto">
            <a:xfrm>
              <a:off x="6365876" y="1692276"/>
              <a:ext cx="77788" cy="60325"/>
            </a:xfrm>
            <a:custGeom>
              <a:avLst/>
              <a:gdLst>
                <a:gd name="T0" fmla="*/ 19 w 47"/>
                <a:gd name="T1" fmla="*/ 33 h 37"/>
                <a:gd name="T2" fmla="*/ 27 w 47"/>
                <a:gd name="T3" fmla="*/ 4 h 37"/>
                <a:gd name="T4" fmla="*/ 19 w 47"/>
                <a:gd name="T5" fmla="*/ 33 h 37"/>
              </a:gdLst>
              <a:ahLst/>
              <a:cxnLst>
                <a:cxn ang="0">
                  <a:pos x="T0" y="T1"/>
                </a:cxn>
                <a:cxn ang="0">
                  <a:pos x="T2" y="T3"/>
                </a:cxn>
                <a:cxn ang="0">
                  <a:pos x="T4" y="T5"/>
                </a:cxn>
              </a:cxnLst>
              <a:rect l="0" t="0" r="r" b="b"/>
              <a:pathLst>
                <a:path w="47" h="37">
                  <a:moveTo>
                    <a:pt x="19" y="33"/>
                  </a:moveTo>
                  <a:cubicBezTo>
                    <a:pt x="38" y="37"/>
                    <a:pt x="47" y="8"/>
                    <a:pt x="27" y="4"/>
                  </a:cubicBezTo>
                  <a:cubicBezTo>
                    <a:pt x="8" y="0"/>
                    <a:pt x="0" y="29"/>
                    <a:pt x="19" y="33"/>
                  </a:cubicBezTo>
                  <a:close/>
                </a:path>
              </a:pathLst>
            </a:custGeom>
            <a:solidFill>
              <a:srgbClr val="6564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26" name="Freeform 25"/>
            <p:cNvSpPr>
              <a:spLocks/>
            </p:cNvSpPr>
            <p:nvPr/>
          </p:nvSpPr>
          <p:spPr bwMode="auto">
            <a:xfrm>
              <a:off x="6797676" y="2100263"/>
              <a:ext cx="138113" cy="117475"/>
            </a:xfrm>
            <a:custGeom>
              <a:avLst/>
              <a:gdLst>
                <a:gd name="T0" fmla="*/ 49 w 85"/>
                <a:gd name="T1" fmla="*/ 0 h 73"/>
                <a:gd name="T2" fmla="*/ 35 w 85"/>
                <a:gd name="T3" fmla="*/ 8 h 73"/>
                <a:gd name="T4" fmla="*/ 38 w 85"/>
                <a:gd name="T5" fmla="*/ 13 h 73"/>
                <a:gd name="T6" fmla="*/ 38 w 85"/>
                <a:gd name="T7" fmla="*/ 13 h 73"/>
                <a:gd name="T8" fmla="*/ 40 w 85"/>
                <a:gd name="T9" fmla="*/ 13 h 73"/>
                <a:gd name="T10" fmla="*/ 62 w 85"/>
                <a:gd name="T11" fmla="*/ 27 h 73"/>
                <a:gd name="T12" fmla="*/ 58 w 85"/>
                <a:gd name="T13" fmla="*/ 50 h 73"/>
                <a:gd name="T14" fmla="*/ 52 w 85"/>
                <a:gd name="T15" fmla="*/ 51 h 73"/>
                <a:gd name="T16" fmla="*/ 32 w 85"/>
                <a:gd name="T17" fmla="*/ 47 h 73"/>
                <a:gd name="T18" fmla="*/ 27 w 85"/>
                <a:gd name="T19" fmla="*/ 47 h 73"/>
                <a:gd name="T20" fmla="*/ 4 w 85"/>
                <a:gd name="T21" fmla="*/ 57 h 73"/>
                <a:gd name="T22" fmla="*/ 3 w 85"/>
                <a:gd name="T23" fmla="*/ 69 h 73"/>
                <a:gd name="T24" fmla="*/ 9 w 85"/>
                <a:gd name="T25" fmla="*/ 73 h 73"/>
                <a:gd name="T26" fmla="*/ 11 w 85"/>
                <a:gd name="T27" fmla="*/ 73 h 73"/>
                <a:gd name="T28" fmla="*/ 18 w 85"/>
                <a:gd name="T29" fmla="*/ 70 h 73"/>
                <a:gd name="T30" fmla="*/ 29 w 85"/>
                <a:gd name="T31" fmla="*/ 66 h 73"/>
                <a:gd name="T32" fmla="*/ 47 w 85"/>
                <a:gd name="T33" fmla="*/ 68 h 73"/>
                <a:gd name="T34" fmla="*/ 52 w 85"/>
                <a:gd name="T35" fmla="*/ 69 h 73"/>
                <a:gd name="T36" fmla="*/ 79 w 85"/>
                <a:gd name="T37" fmla="*/ 53 h 73"/>
                <a:gd name="T38" fmla="*/ 71 w 85"/>
                <a:gd name="T39" fmla="*/ 10 h 73"/>
                <a:gd name="T40" fmla="*/ 49 w 85"/>
                <a:gd name="T41"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5" h="73">
                  <a:moveTo>
                    <a:pt x="49" y="0"/>
                  </a:moveTo>
                  <a:cubicBezTo>
                    <a:pt x="43" y="0"/>
                    <a:pt x="38" y="2"/>
                    <a:pt x="35" y="8"/>
                  </a:cubicBezTo>
                  <a:cubicBezTo>
                    <a:pt x="35" y="10"/>
                    <a:pt x="36" y="13"/>
                    <a:pt x="38" y="13"/>
                  </a:cubicBezTo>
                  <a:cubicBezTo>
                    <a:pt x="38" y="13"/>
                    <a:pt x="38" y="13"/>
                    <a:pt x="38" y="13"/>
                  </a:cubicBezTo>
                  <a:cubicBezTo>
                    <a:pt x="39" y="13"/>
                    <a:pt x="40" y="13"/>
                    <a:pt x="40" y="13"/>
                  </a:cubicBezTo>
                  <a:cubicBezTo>
                    <a:pt x="50" y="13"/>
                    <a:pt x="57" y="18"/>
                    <a:pt x="62" y="27"/>
                  </a:cubicBezTo>
                  <a:cubicBezTo>
                    <a:pt x="66" y="33"/>
                    <a:pt x="67" y="47"/>
                    <a:pt x="58" y="50"/>
                  </a:cubicBezTo>
                  <a:cubicBezTo>
                    <a:pt x="56" y="51"/>
                    <a:pt x="54" y="51"/>
                    <a:pt x="52" y="51"/>
                  </a:cubicBezTo>
                  <a:cubicBezTo>
                    <a:pt x="46" y="51"/>
                    <a:pt x="38" y="48"/>
                    <a:pt x="32" y="47"/>
                  </a:cubicBezTo>
                  <a:cubicBezTo>
                    <a:pt x="30" y="47"/>
                    <a:pt x="29" y="47"/>
                    <a:pt x="27" y="47"/>
                  </a:cubicBezTo>
                  <a:cubicBezTo>
                    <a:pt x="18" y="47"/>
                    <a:pt x="10" y="50"/>
                    <a:pt x="4" y="57"/>
                  </a:cubicBezTo>
                  <a:cubicBezTo>
                    <a:pt x="0" y="60"/>
                    <a:pt x="0" y="65"/>
                    <a:pt x="3" y="69"/>
                  </a:cubicBezTo>
                  <a:cubicBezTo>
                    <a:pt x="4" y="71"/>
                    <a:pt x="6" y="72"/>
                    <a:pt x="9" y="73"/>
                  </a:cubicBezTo>
                  <a:cubicBezTo>
                    <a:pt x="9" y="73"/>
                    <a:pt x="10" y="73"/>
                    <a:pt x="11" y="73"/>
                  </a:cubicBezTo>
                  <a:cubicBezTo>
                    <a:pt x="13" y="73"/>
                    <a:pt x="16" y="72"/>
                    <a:pt x="18" y="70"/>
                  </a:cubicBezTo>
                  <a:cubicBezTo>
                    <a:pt x="21" y="67"/>
                    <a:pt x="24" y="66"/>
                    <a:pt x="29" y="66"/>
                  </a:cubicBezTo>
                  <a:cubicBezTo>
                    <a:pt x="35" y="66"/>
                    <a:pt x="42" y="68"/>
                    <a:pt x="47" y="68"/>
                  </a:cubicBezTo>
                  <a:cubicBezTo>
                    <a:pt x="49" y="69"/>
                    <a:pt x="50" y="69"/>
                    <a:pt x="52" y="69"/>
                  </a:cubicBezTo>
                  <a:cubicBezTo>
                    <a:pt x="64" y="69"/>
                    <a:pt x="74" y="64"/>
                    <a:pt x="79" y="53"/>
                  </a:cubicBezTo>
                  <a:cubicBezTo>
                    <a:pt x="85" y="38"/>
                    <a:pt x="82" y="22"/>
                    <a:pt x="71" y="10"/>
                  </a:cubicBezTo>
                  <a:cubicBezTo>
                    <a:pt x="66" y="5"/>
                    <a:pt x="57" y="0"/>
                    <a:pt x="49" y="0"/>
                  </a:cubicBezTo>
                </a:path>
              </a:pathLst>
            </a:custGeom>
            <a:solidFill>
              <a:srgbClr val="D0D0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27" name="Freeform 26"/>
            <p:cNvSpPr>
              <a:spLocks/>
            </p:cNvSpPr>
            <p:nvPr/>
          </p:nvSpPr>
          <p:spPr bwMode="auto">
            <a:xfrm>
              <a:off x="6748463" y="2224088"/>
              <a:ext cx="46038" cy="31750"/>
            </a:xfrm>
            <a:custGeom>
              <a:avLst/>
              <a:gdLst>
                <a:gd name="T0" fmla="*/ 14 w 28"/>
                <a:gd name="T1" fmla="*/ 0 h 19"/>
                <a:gd name="T2" fmla="*/ 5 w 28"/>
                <a:gd name="T3" fmla="*/ 15 h 19"/>
                <a:gd name="T4" fmla="*/ 13 w 28"/>
                <a:gd name="T5" fmla="*/ 19 h 19"/>
                <a:gd name="T6" fmla="*/ 22 w 28"/>
                <a:gd name="T7" fmla="*/ 4 h 19"/>
                <a:gd name="T8" fmla="*/ 14 w 28"/>
                <a:gd name="T9" fmla="*/ 0 h 19"/>
              </a:gdLst>
              <a:ahLst/>
              <a:cxnLst>
                <a:cxn ang="0">
                  <a:pos x="T0" y="T1"/>
                </a:cxn>
                <a:cxn ang="0">
                  <a:pos x="T2" y="T3"/>
                </a:cxn>
                <a:cxn ang="0">
                  <a:pos x="T4" y="T5"/>
                </a:cxn>
                <a:cxn ang="0">
                  <a:pos x="T6" y="T7"/>
                </a:cxn>
                <a:cxn ang="0">
                  <a:pos x="T8" y="T9"/>
                </a:cxn>
              </a:cxnLst>
              <a:rect l="0" t="0" r="r" b="b"/>
              <a:pathLst>
                <a:path w="28" h="19">
                  <a:moveTo>
                    <a:pt x="14" y="0"/>
                  </a:moveTo>
                  <a:cubicBezTo>
                    <a:pt x="7" y="0"/>
                    <a:pt x="0" y="7"/>
                    <a:pt x="5" y="15"/>
                  </a:cubicBezTo>
                  <a:cubicBezTo>
                    <a:pt x="8" y="18"/>
                    <a:pt x="10" y="19"/>
                    <a:pt x="13" y="19"/>
                  </a:cubicBezTo>
                  <a:cubicBezTo>
                    <a:pt x="21" y="19"/>
                    <a:pt x="28" y="11"/>
                    <a:pt x="22" y="4"/>
                  </a:cubicBezTo>
                  <a:cubicBezTo>
                    <a:pt x="20" y="1"/>
                    <a:pt x="17" y="0"/>
                    <a:pt x="14" y="0"/>
                  </a:cubicBezTo>
                </a:path>
              </a:pathLst>
            </a:custGeom>
            <a:solidFill>
              <a:srgbClr val="D0D0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28" name="Freeform 27"/>
            <p:cNvSpPr>
              <a:spLocks/>
            </p:cNvSpPr>
            <p:nvPr/>
          </p:nvSpPr>
          <p:spPr bwMode="auto">
            <a:xfrm>
              <a:off x="5573713" y="1584326"/>
              <a:ext cx="206375" cy="234950"/>
            </a:xfrm>
            <a:custGeom>
              <a:avLst/>
              <a:gdLst>
                <a:gd name="T0" fmla="*/ 62 w 127"/>
                <a:gd name="T1" fmla="*/ 0 h 145"/>
                <a:gd name="T2" fmla="*/ 48 w 127"/>
                <a:gd name="T3" fmla="*/ 1 h 145"/>
                <a:gd name="T4" fmla="*/ 15 w 127"/>
                <a:gd name="T5" fmla="*/ 48 h 145"/>
                <a:gd name="T6" fmla="*/ 19 w 127"/>
                <a:gd name="T7" fmla="*/ 50 h 145"/>
                <a:gd name="T8" fmla="*/ 24 w 127"/>
                <a:gd name="T9" fmla="*/ 48 h 145"/>
                <a:gd name="T10" fmla="*/ 61 w 127"/>
                <a:gd name="T11" fmla="*/ 27 h 145"/>
                <a:gd name="T12" fmla="*/ 64 w 127"/>
                <a:gd name="T13" fmla="*/ 28 h 145"/>
                <a:gd name="T14" fmla="*/ 92 w 127"/>
                <a:gd name="T15" fmla="*/ 53 h 145"/>
                <a:gd name="T16" fmla="*/ 66 w 127"/>
                <a:gd name="T17" fmla="*/ 86 h 145"/>
                <a:gd name="T18" fmla="*/ 54 w 127"/>
                <a:gd name="T19" fmla="*/ 133 h 145"/>
                <a:gd name="T20" fmla="*/ 70 w 127"/>
                <a:gd name="T21" fmla="*/ 145 h 145"/>
                <a:gd name="T22" fmla="*/ 70 w 127"/>
                <a:gd name="T23" fmla="*/ 145 h 145"/>
                <a:gd name="T24" fmla="*/ 81 w 127"/>
                <a:gd name="T25" fmla="*/ 140 h 145"/>
                <a:gd name="T26" fmla="*/ 85 w 127"/>
                <a:gd name="T27" fmla="*/ 125 h 145"/>
                <a:gd name="T28" fmla="*/ 108 w 127"/>
                <a:gd name="T29" fmla="*/ 84 h 145"/>
                <a:gd name="T30" fmla="*/ 113 w 127"/>
                <a:gd name="T31" fmla="*/ 27 h 145"/>
                <a:gd name="T32" fmla="*/ 62 w 127"/>
                <a:gd name="T33"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7" h="145">
                  <a:moveTo>
                    <a:pt x="62" y="0"/>
                  </a:moveTo>
                  <a:cubicBezTo>
                    <a:pt x="57" y="0"/>
                    <a:pt x="53" y="0"/>
                    <a:pt x="48" y="1"/>
                  </a:cubicBezTo>
                  <a:cubicBezTo>
                    <a:pt x="28" y="5"/>
                    <a:pt x="0" y="25"/>
                    <a:pt x="15" y="48"/>
                  </a:cubicBezTo>
                  <a:cubicBezTo>
                    <a:pt x="16" y="50"/>
                    <a:pt x="18" y="50"/>
                    <a:pt x="19" y="50"/>
                  </a:cubicBezTo>
                  <a:cubicBezTo>
                    <a:pt x="21" y="50"/>
                    <a:pt x="23" y="50"/>
                    <a:pt x="24" y="48"/>
                  </a:cubicBezTo>
                  <a:cubicBezTo>
                    <a:pt x="32" y="33"/>
                    <a:pt x="44" y="27"/>
                    <a:pt x="61" y="27"/>
                  </a:cubicBezTo>
                  <a:cubicBezTo>
                    <a:pt x="62" y="27"/>
                    <a:pt x="63" y="27"/>
                    <a:pt x="64" y="28"/>
                  </a:cubicBezTo>
                  <a:cubicBezTo>
                    <a:pt x="76" y="28"/>
                    <a:pt x="95" y="39"/>
                    <a:pt x="92" y="53"/>
                  </a:cubicBezTo>
                  <a:cubicBezTo>
                    <a:pt x="89" y="66"/>
                    <a:pt x="74" y="76"/>
                    <a:pt x="66" y="86"/>
                  </a:cubicBezTo>
                  <a:cubicBezTo>
                    <a:pt x="55" y="100"/>
                    <a:pt x="49" y="116"/>
                    <a:pt x="54" y="133"/>
                  </a:cubicBezTo>
                  <a:cubicBezTo>
                    <a:pt x="56" y="141"/>
                    <a:pt x="63" y="145"/>
                    <a:pt x="70" y="145"/>
                  </a:cubicBezTo>
                  <a:cubicBezTo>
                    <a:pt x="70" y="145"/>
                    <a:pt x="70" y="145"/>
                    <a:pt x="70" y="145"/>
                  </a:cubicBezTo>
                  <a:cubicBezTo>
                    <a:pt x="75" y="145"/>
                    <a:pt x="78" y="143"/>
                    <a:pt x="81" y="140"/>
                  </a:cubicBezTo>
                  <a:cubicBezTo>
                    <a:pt x="85" y="136"/>
                    <a:pt x="86" y="130"/>
                    <a:pt x="85" y="125"/>
                  </a:cubicBezTo>
                  <a:cubicBezTo>
                    <a:pt x="80" y="110"/>
                    <a:pt x="100" y="95"/>
                    <a:pt x="108" y="84"/>
                  </a:cubicBezTo>
                  <a:cubicBezTo>
                    <a:pt x="121" y="66"/>
                    <a:pt x="127" y="46"/>
                    <a:pt x="113" y="27"/>
                  </a:cubicBezTo>
                  <a:cubicBezTo>
                    <a:pt x="102" y="9"/>
                    <a:pt x="82" y="0"/>
                    <a:pt x="62" y="0"/>
                  </a:cubicBezTo>
                </a:path>
              </a:pathLst>
            </a:custGeom>
            <a:solidFill>
              <a:srgbClr val="D0D0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29" name="Freeform 28"/>
            <p:cNvSpPr>
              <a:spLocks/>
            </p:cNvSpPr>
            <p:nvPr/>
          </p:nvSpPr>
          <p:spPr bwMode="auto">
            <a:xfrm>
              <a:off x="5665788" y="1858963"/>
              <a:ext cx="68263" cy="52388"/>
            </a:xfrm>
            <a:custGeom>
              <a:avLst/>
              <a:gdLst>
                <a:gd name="T0" fmla="*/ 23 w 42"/>
                <a:gd name="T1" fmla="*/ 0 h 32"/>
                <a:gd name="T2" fmla="*/ 21 w 42"/>
                <a:gd name="T3" fmla="*/ 0 h 32"/>
                <a:gd name="T4" fmla="*/ 20 w 42"/>
                <a:gd name="T5" fmla="*/ 32 h 32"/>
                <a:gd name="T6" fmla="*/ 21 w 42"/>
                <a:gd name="T7" fmla="*/ 32 h 32"/>
                <a:gd name="T8" fmla="*/ 23 w 42"/>
                <a:gd name="T9" fmla="*/ 0 h 32"/>
              </a:gdLst>
              <a:ahLst/>
              <a:cxnLst>
                <a:cxn ang="0">
                  <a:pos x="T0" y="T1"/>
                </a:cxn>
                <a:cxn ang="0">
                  <a:pos x="T2" y="T3"/>
                </a:cxn>
                <a:cxn ang="0">
                  <a:pos x="T4" y="T5"/>
                </a:cxn>
                <a:cxn ang="0">
                  <a:pos x="T6" y="T7"/>
                </a:cxn>
                <a:cxn ang="0">
                  <a:pos x="T8" y="T9"/>
                </a:cxn>
              </a:cxnLst>
              <a:rect l="0" t="0" r="r" b="b"/>
              <a:pathLst>
                <a:path w="42" h="32">
                  <a:moveTo>
                    <a:pt x="23" y="0"/>
                  </a:moveTo>
                  <a:cubicBezTo>
                    <a:pt x="22" y="0"/>
                    <a:pt x="21" y="0"/>
                    <a:pt x="21" y="0"/>
                  </a:cubicBezTo>
                  <a:cubicBezTo>
                    <a:pt x="0" y="1"/>
                    <a:pt x="0" y="32"/>
                    <a:pt x="20" y="32"/>
                  </a:cubicBezTo>
                  <a:cubicBezTo>
                    <a:pt x="20" y="32"/>
                    <a:pt x="21" y="32"/>
                    <a:pt x="21" y="32"/>
                  </a:cubicBezTo>
                  <a:cubicBezTo>
                    <a:pt x="42" y="31"/>
                    <a:pt x="42" y="0"/>
                    <a:pt x="23" y="0"/>
                  </a:cubicBezTo>
                </a:path>
              </a:pathLst>
            </a:custGeom>
            <a:solidFill>
              <a:srgbClr val="D0D0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30" name="Freeform 29"/>
            <p:cNvSpPr>
              <a:spLocks/>
            </p:cNvSpPr>
            <p:nvPr/>
          </p:nvSpPr>
          <p:spPr bwMode="auto">
            <a:xfrm>
              <a:off x="5356226" y="2038351"/>
              <a:ext cx="160338" cy="144463"/>
            </a:xfrm>
            <a:custGeom>
              <a:avLst/>
              <a:gdLst>
                <a:gd name="T0" fmla="*/ 11 w 99"/>
                <a:gd name="T1" fmla="*/ 0 h 89"/>
                <a:gd name="T2" fmla="*/ 4 w 99"/>
                <a:gd name="T3" fmla="*/ 3 h 89"/>
                <a:gd name="T4" fmla="*/ 0 w 99"/>
                <a:gd name="T5" fmla="*/ 11 h 89"/>
                <a:gd name="T6" fmla="*/ 5 w 99"/>
                <a:gd name="T7" fmla="*/ 21 h 89"/>
                <a:gd name="T8" fmla="*/ 12 w 99"/>
                <a:gd name="T9" fmla="*/ 54 h 89"/>
                <a:gd name="T10" fmla="*/ 36 w 99"/>
                <a:gd name="T11" fmla="*/ 88 h 89"/>
                <a:gd name="T12" fmla="*/ 47 w 99"/>
                <a:gd name="T13" fmla="*/ 89 h 89"/>
                <a:gd name="T14" fmla="*/ 84 w 99"/>
                <a:gd name="T15" fmla="*/ 70 h 89"/>
                <a:gd name="T16" fmla="*/ 79 w 99"/>
                <a:gd name="T17" fmla="*/ 29 h 89"/>
                <a:gd name="T18" fmla="*/ 78 w 99"/>
                <a:gd name="T19" fmla="*/ 29 h 89"/>
                <a:gd name="T20" fmla="*/ 75 w 99"/>
                <a:gd name="T21" fmla="*/ 33 h 89"/>
                <a:gd name="T22" fmla="*/ 63 w 99"/>
                <a:gd name="T23" fmla="*/ 63 h 89"/>
                <a:gd name="T24" fmla="*/ 47 w 99"/>
                <a:gd name="T25" fmla="*/ 69 h 89"/>
                <a:gd name="T26" fmla="*/ 35 w 99"/>
                <a:gd name="T27" fmla="*/ 63 h 89"/>
                <a:gd name="T28" fmla="*/ 34 w 99"/>
                <a:gd name="T29" fmla="*/ 33 h 89"/>
                <a:gd name="T30" fmla="*/ 18 w 99"/>
                <a:gd name="T31" fmla="*/ 2 h 89"/>
                <a:gd name="T32" fmla="*/ 11 w 99"/>
                <a:gd name="T33"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9" h="89">
                  <a:moveTo>
                    <a:pt x="11" y="0"/>
                  </a:moveTo>
                  <a:cubicBezTo>
                    <a:pt x="9" y="0"/>
                    <a:pt x="6" y="1"/>
                    <a:pt x="4" y="3"/>
                  </a:cubicBezTo>
                  <a:cubicBezTo>
                    <a:pt x="1" y="5"/>
                    <a:pt x="0" y="8"/>
                    <a:pt x="0" y="11"/>
                  </a:cubicBezTo>
                  <a:cubicBezTo>
                    <a:pt x="0" y="15"/>
                    <a:pt x="2" y="19"/>
                    <a:pt x="5" y="21"/>
                  </a:cubicBezTo>
                  <a:cubicBezTo>
                    <a:pt x="15" y="27"/>
                    <a:pt x="12" y="44"/>
                    <a:pt x="12" y="54"/>
                  </a:cubicBezTo>
                  <a:cubicBezTo>
                    <a:pt x="13" y="70"/>
                    <a:pt x="20" y="83"/>
                    <a:pt x="36" y="88"/>
                  </a:cubicBezTo>
                  <a:cubicBezTo>
                    <a:pt x="40" y="89"/>
                    <a:pt x="44" y="89"/>
                    <a:pt x="47" y="89"/>
                  </a:cubicBezTo>
                  <a:cubicBezTo>
                    <a:pt x="61" y="89"/>
                    <a:pt x="75" y="82"/>
                    <a:pt x="84" y="70"/>
                  </a:cubicBezTo>
                  <a:cubicBezTo>
                    <a:pt x="93" y="59"/>
                    <a:pt x="99" y="35"/>
                    <a:pt x="79" y="29"/>
                  </a:cubicBezTo>
                  <a:cubicBezTo>
                    <a:pt x="79" y="29"/>
                    <a:pt x="79" y="29"/>
                    <a:pt x="78" y="29"/>
                  </a:cubicBezTo>
                  <a:cubicBezTo>
                    <a:pt x="76" y="29"/>
                    <a:pt x="74" y="31"/>
                    <a:pt x="75" y="33"/>
                  </a:cubicBezTo>
                  <a:cubicBezTo>
                    <a:pt x="78" y="46"/>
                    <a:pt x="73" y="55"/>
                    <a:pt x="63" y="63"/>
                  </a:cubicBezTo>
                  <a:cubicBezTo>
                    <a:pt x="59" y="66"/>
                    <a:pt x="53" y="69"/>
                    <a:pt x="47" y="69"/>
                  </a:cubicBezTo>
                  <a:cubicBezTo>
                    <a:pt x="42" y="69"/>
                    <a:pt x="38" y="67"/>
                    <a:pt x="35" y="63"/>
                  </a:cubicBezTo>
                  <a:cubicBezTo>
                    <a:pt x="31" y="55"/>
                    <a:pt x="34" y="42"/>
                    <a:pt x="34" y="33"/>
                  </a:cubicBezTo>
                  <a:cubicBezTo>
                    <a:pt x="33" y="20"/>
                    <a:pt x="29" y="9"/>
                    <a:pt x="18" y="2"/>
                  </a:cubicBezTo>
                  <a:cubicBezTo>
                    <a:pt x="16" y="0"/>
                    <a:pt x="14" y="0"/>
                    <a:pt x="11" y="0"/>
                  </a:cubicBezTo>
                </a:path>
              </a:pathLst>
            </a:custGeom>
            <a:solidFill>
              <a:srgbClr val="D0D0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31" name="Freeform 30"/>
            <p:cNvSpPr>
              <a:spLocks/>
            </p:cNvSpPr>
            <p:nvPr/>
          </p:nvSpPr>
          <p:spPr bwMode="auto">
            <a:xfrm>
              <a:off x="5297488" y="1992313"/>
              <a:ext cx="52388" cy="41275"/>
            </a:xfrm>
            <a:custGeom>
              <a:avLst/>
              <a:gdLst>
                <a:gd name="T0" fmla="*/ 15 w 32"/>
                <a:gd name="T1" fmla="*/ 0 h 25"/>
                <a:gd name="T2" fmla="*/ 8 w 32"/>
                <a:gd name="T3" fmla="*/ 4 h 25"/>
                <a:gd name="T4" fmla="*/ 16 w 32"/>
                <a:gd name="T5" fmla="*/ 25 h 25"/>
                <a:gd name="T6" fmla="*/ 24 w 32"/>
                <a:gd name="T7" fmla="*/ 21 h 25"/>
                <a:gd name="T8" fmla="*/ 15 w 32"/>
                <a:gd name="T9" fmla="*/ 0 h 25"/>
              </a:gdLst>
              <a:ahLst/>
              <a:cxnLst>
                <a:cxn ang="0">
                  <a:pos x="T0" y="T1"/>
                </a:cxn>
                <a:cxn ang="0">
                  <a:pos x="T2" y="T3"/>
                </a:cxn>
                <a:cxn ang="0">
                  <a:pos x="T4" y="T5"/>
                </a:cxn>
                <a:cxn ang="0">
                  <a:pos x="T6" y="T7"/>
                </a:cxn>
                <a:cxn ang="0">
                  <a:pos x="T8" y="T9"/>
                </a:cxn>
              </a:cxnLst>
              <a:rect l="0" t="0" r="r" b="b"/>
              <a:pathLst>
                <a:path w="32" h="25">
                  <a:moveTo>
                    <a:pt x="15" y="0"/>
                  </a:moveTo>
                  <a:cubicBezTo>
                    <a:pt x="13" y="0"/>
                    <a:pt x="10" y="1"/>
                    <a:pt x="8" y="4"/>
                  </a:cubicBezTo>
                  <a:cubicBezTo>
                    <a:pt x="0" y="12"/>
                    <a:pt x="7" y="25"/>
                    <a:pt x="16" y="25"/>
                  </a:cubicBezTo>
                  <a:cubicBezTo>
                    <a:pt x="19" y="25"/>
                    <a:pt x="21" y="24"/>
                    <a:pt x="24" y="21"/>
                  </a:cubicBezTo>
                  <a:cubicBezTo>
                    <a:pt x="32" y="13"/>
                    <a:pt x="24" y="0"/>
                    <a:pt x="15" y="0"/>
                  </a:cubicBezTo>
                </a:path>
              </a:pathLst>
            </a:custGeom>
            <a:solidFill>
              <a:srgbClr val="D0D0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32" name="Freeform 31"/>
            <p:cNvSpPr>
              <a:spLocks/>
            </p:cNvSpPr>
            <p:nvPr/>
          </p:nvSpPr>
          <p:spPr bwMode="auto">
            <a:xfrm>
              <a:off x="5280026" y="3268663"/>
              <a:ext cx="1516063" cy="1116013"/>
            </a:xfrm>
            <a:custGeom>
              <a:avLst/>
              <a:gdLst>
                <a:gd name="T0" fmla="*/ 860 w 933"/>
                <a:gd name="T1" fmla="*/ 30 h 689"/>
                <a:gd name="T2" fmla="*/ 851 w 933"/>
                <a:gd name="T3" fmla="*/ 0 h 689"/>
                <a:gd name="T4" fmla="*/ 51 w 933"/>
                <a:gd name="T5" fmla="*/ 25 h 689"/>
                <a:gd name="T6" fmla="*/ 53 w 933"/>
                <a:gd name="T7" fmla="*/ 607 h 689"/>
                <a:gd name="T8" fmla="*/ 55 w 933"/>
                <a:gd name="T9" fmla="*/ 608 h 689"/>
                <a:gd name="T10" fmla="*/ 825 w 933"/>
                <a:gd name="T11" fmla="*/ 608 h 689"/>
                <a:gd name="T12" fmla="*/ 838 w 933"/>
                <a:gd name="T13" fmla="*/ 605 h 689"/>
                <a:gd name="T14" fmla="*/ 860 w 933"/>
                <a:gd name="T15" fmla="*/ 30 h 6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33" h="689">
                  <a:moveTo>
                    <a:pt x="860" y="30"/>
                  </a:moveTo>
                  <a:cubicBezTo>
                    <a:pt x="858" y="19"/>
                    <a:pt x="854" y="9"/>
                    <a:pt x="851" y="0"/>
                  </a:cubicBezTo>
                  <a:cubicBezTo>
                    <a:pt x="814" y="12"/>
                    <a:pt x="440" y="131"/>
                    <a:pt x="51" y="25"/>
                  </a:cubicBezTo>
                  <a:cubicBezTo>
                    <a:pt x="37" y="94"/>
                    <a:pt x="0" y="319"/>
                    <a:pt x="53" y="607"/>
                  </a:cubicBezTo>
                  <a:cubicBezTo>
                    <a:pt x="53" y="607"/>
                    <a:pt x="54" y="607"/>
                    <a:pt x="55" y="608"/>
                  </a:cubicBezTo>
                  <a:cubicBezTo>
                    <a:pt x="88" y="615"/>
                    <a:pt x="449" y="689"/>
                    <a:pt x="825" y="608"/>
                  </a:cubicBezTo>
                  <a:cubicBezTo>
                    <a:pt x="830" y="607"/>
                    <a:pt x="834" y="606"/>
                    <a:pt x="838" y="605"/>
                  </a:cubicBezTo>
                  <a:cubicBezTo>
                    <a:pt x="838" y="605"/>
                    <a:pt x="933" y="346"/>
                    <a:pt x="860" y="30"/>
                  </a:cubicBezTo>
                  <a:close/>
                </a:path>
              </a:pathLst>
            </a:custGeom>
            <a:solidFill>
              <a:srgbClr val="70AD47">
                <a:lumMod val="60000"/>
                <a:lumOff val="40000"/>
              </a:srgb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33" name="Freeform 32"/>
            <p:cNvSpPr>
              <a:spLocks/>
            </p:cNvSpPr>
            <p:nvPr/>
          </p:nvSpPr>
          <p:spPr bwMode="auto">
            <a:xfrm>
              <a:off x="5316538" y="2805113"/>
              <a:ext cx="3175" cy="14288"/>
            </a:xfrm>
            <a:custGeom>
              <a:avLst/>
              <a:gdLst>
                <a:gd name="T0" fmla="*/ 2 w 2"/>
                <a:gd name="T1" fmla="*/ 0 h 9"/>
                <a:gd name="T2" fmla="*/ 0 w 2"/>
                <a:gd name="T3" fmla="*/ 9 h 9"/>
                <a:gd name="T4" fmla="*/ 1 w 2"/>
                <a:gd name="T5" fmla="*/ 8 h 9"/>
                <a:gd name="T6" fmla="*/ 2 w 2"/>
                <a:gd name="T7" fmla="*/ 0 h 9"/>
              </a:gdLst>
              <a:ahLst/>
              <a:cxnLst>
                <a:cxn ang="0">
                  <a:pos x="T0" y="T1"/>
                </a:cxn>
                <a:cxn ang="0">
                  <a:pos x="T2" y="T3"/>
                </a:cxn>
                <a:cxn ang="0">
                  <a:pos x="T4" y="T5"/>
                </a:cxn>
                <a:cxn ang="0">
                  <a:pos x="T6" y="T7"/>
                </a:cxn>
              </a:cxnLst>
              <a:rect l="0" t="0" r="r" b="b"/>
              <a:pathLst>
                <a:path w="2" h="9">
                  <a:moveTo>
                    <a:pt x="2" y="0"/>
                  </a:moveTo>
                  <a:cubicBezTo>
                    <a:pt x="1" y="3"/>
                    <a:pt x="1" y="6"/>
                    <a:pt x="0" y="9"/>
                  </a:cubicBezTo>
                  <a:cubicBezTo>
                    <a:pt x="1" y="9"/>
                    <a:pt x="1" y="8"/>
                    <a:pt x="1" y="8"/>
                  </a:cubicBezTo>
                  <a:cubicBezTo>
                    <a:pt x="1" y="5"/>
                    <a:pt x="1" y="2"/>
                    <a:pt x="2" y="0"/>
                  </a:cubicBezTo>
                </a:path>
              </a:pathLst>
            </a:custGeom>
            <a:solidFill>
              <a:srgbClr val="B6B2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34" name="Freeform 33"/>
            <p:cNvSpPr>
              <a:spLocks/>
            </p:cNvSpPr>
            <p:nvPr/>
          </p:nvSpPr>
          <p:spPr bwMode="auto">
            <a:xfrm>
              <a:off x="5497513" y="2563813"/>
              <a:ext cx="84138" cy="176213"/>
            </a:xfrm>
            <a:custGeom>
              <a:avLst/>
              <a:gdLst>
                <a:gd name="T0" fmla="*/ 13 w 52"/>
                <a:gd name="T1" fmla="*/ 0 h 109"/>
                <a:gd name="T2" fmla="*/ 5 w 52"/>
                <a:gd name="T3" fmla="*/ 108 h 109"/>
                <a:gd name="T4" fmla="*/ 15 w 52"/>
                <a:gd name="T5" fmla="*/ 109 h 109"/>
                <a:gd name="T6" fmla="*/ 38 w 52"/>
                <a:gd name="T7" fmla="*/ 102 h 109"/>
                <a:gd name="T8" fmla="*/ 28 w 52"/>
                <a:gd name="T9" fmla="*/ 73 h 109"/>
                <a:gd name="T10" fmla="*/ 36 w 52"/>
                <a:gd name="T11" fmla="*/ 52 h 109"/>
                <a:gd name="T12" fmla="*/ 14 w 52"/>
                <a:gd name="T13" fmla="*/ 43 h 109"/>
                <a:gd name="T14" fmla="*/ 13 w 52"/>
                <a:gd name="T15" fmla="*/ 43 h 109"/>
                <a:gd name="T16" fmla="*/ 15 w 52"/>
                <a:gd name="T17" fmla="*/ 1 h 109"/>
                <a:gd name="T18" fmla="*/ 13 w 52"/>
                <a:gd name="T19"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109">
                  <a:moveTo>
                    <a:pt x="13" y="0"/>
                  </a:moveTo>
                  <a:cubicBezTo>
                    <a:pt x="2" y="32"/>
                    <a:pt x="0" y="70"/>
                    <a:pt x="5" y="108"/>
                  </a:cubicBezTo>
                  <a:cubicBezTo>
                    <a:pt x="8" y="109"/>
                    <a:pt x="12" y="109"/>
                    <a:pt x="15" y="109"/>
                  </a:cubicBezTo>
                  <a:cubicBezTo>
                    <a:pt x="24" y="109"/>
                    <a:pt x="32" y="107"/>
                    <a:pt x="38" y="102"/>
                  </a:cubicBezTo>
                  <a:cubicBezTo>
                    <a:pt x="52" y="89"/>
                    <a:pt x="41" y="78"/>
                    <a:pt x="28" y="73"/>
                  </a:cubicBezTo>
                  <a:cubicBezTo>
                    <a:pt x="34" y="67"/>
                    <a:pt x="40" y="59"/>
                    <a:pt x="36" y="52"/>
                  </a:cubicBezTo>
                  <a:cubicBezTo>
                    <a:pt x="33" y="44"/>
                    <a:pt x="23" y="43"/>
                    <a:pt x="14" y="43"/>
                  </a:cubicBezTo>
                  <a:cubicBezTo>
                    <a:pt x="13" y="43"/>
                    <a:pt x="13" y="43"/>
                    <a:pt x="13" y="43"/>
                  </a:cubicBezTo>
                  <a:cubicBezTo>
                    <a:pt x="18" y="29"/>
                    <a:pt x="31" y="11"/>
                    <a:pt x="15" y="1"/>
                  </a:cubicBezTo>
                  <a:cubicBezTo>
                    <a:pt x="14" y="1"/>
                    <a:pt x="14" y="0"/>
                    <a:pt x="13" y="0"/>
                  </a:cubicBezTo>
                </a:path>
              </a:pathLst>
            </a:custGeom>
            <a:solidFill>
              <a:srgbClr val="B19E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35" name="Freeform 34"/>
            <p:cNvSpPr>
              <a:spLocks noEditPoints="1"/>
            </p:cNvSpPr>
            <p:nvPr/>
          </p:nvSpPr>
          <p:spPr bwMode="auto">
            <a:xfrm>
              <a:off x="5318126" y="2549526"/>
              <a:ext cx="200025" cy="268288"/>
            </a:xfrm>
            <a:custGeom>
              <a:avLst/>
              <a:gdLst>
                <a:gd name="T0" fmla="*/ 60 w 123"/>
                <a:gd name="T1" fmla="*/ 57 h 165"/>
                <a:gd name="T2" fmla="*/ 60 w 123"/>
                <a:gd name="T3" fmla="*/ 56 h 165"/>
                <a:gd name="T4" fmla="*/ 61 w 123"/>
                <a:gd name="T5" fmla="*/ 57 h 165"/>
                <a:gd name="T6" fmla="*/ 61 w 123"/>
                <a:gd name="T7" fmla="*/ 57 h 165"/>
                <a:gd name="T8" fmla="*/ 60 w 123"/>
                <a:gd name="T9" fmla="*/ 57 h 165"/>
                <a:gd name="T10" fmla="*/ 87 w 123"/>
                <a:gd name="T11" fmla="*/ 0 h 165"/>
                <a:gd name="T12" fmla="*/ 85 w 123"/>
                <a:gd name="T13" fmla="*/ 0 h 165"/>
                <a:gd name="T14" fmla="*/ 57 w 123"/>
                <a:gd name="T15" fmla="*/ 51 h 165"/>
                <a:gd name="T16" fmla="*/ 11 w 123"/>
                <a:gd name="T17" fmla="*/ 91 h 165"/>
                <a:gd name="T18" fmla="*/ 2 w 123"/>
                <a:gd name="T19" fmla="*/ 144 h 165"/>
                <a:gd name="T20" fmla="*/ 1 w 123"/>
                <a:gd name="T21" fmla="*/ 157 h 165"/>
                <a:gd name="T22" fmla="*/ 0 w 123"/>
                <a:gd name="T23" fmla="*/ 165 h 165"/>
                <a:gd name="T24" fmla="*/ 69 w 123"/>
                <a:gd name="T25" fmla="*/ 100 h 165"/>
                <a:gd name="T26" fmla="*/ 78 w 123"/>
                <a:gd name="T27" fmla="*/ 103 h 165"/>
                <a:gd name="T28" fmla="*/ 115 w 123"/>
                <a:gd name="T29" fmla="*/ 116 h 165"/>
                <a:gd name="T30" fmla="*/ 123 w 123"/>
                <a:gd name="T31" fmla="*/ 8 h 165"/>
                <a:gd name="T32" fmla="*/ 119 w 123"/>
                <a:gd name="T33" fmla="*/ 7 h 165"/>
                <a:gd name="T34" fmla="*/ 96 w 123"/>
                <a:gd name="T35" fmla="*/ 22 h 165"/>
                <a:gd name="T36" fmla="*/ 87 w 123"/>
                <a:gd name="T37"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3" h="165">
                  <a:moveTo>
                    <a:pt x="60" y="57"/>
                  </a:moveTo>
                  <a:cubicBezTo>
                    <a:pt x="60" y="56"/>
                    <a:pt x="60" y="56"/>
                    <a:pt x="60" y="56"/>
                  </a:cubicBezTo>
                  <a:cubicBezTo>
                    <a:pt x="61" y="56"/>
                    <a:pt x="61" y="56"/>
                    <a:pt x="61" y="57"/>
                  </a:cubicBezTo>
                  <a:cubicBezTo>
                    <a:pt x="61" y="57"/>
                    <a:pt x="61" y="57"/>
                    <a:pt x="61" y="57"/>
                  </a:cubicBezTo>
                  <a:cubicBezTo>
                    <a:pt x="61" y="57"/>
                    <a:pt x="61" y="57"/>
                    <a:pt x="60" y="57"/>
                  </a:cubicBezTo>
                  <a:moveTo>
                    <a:pt x="87" y="0"/>
                  </a:moveTo>
                  <a:cubicBezTo>
                    <a:pt x="86" y="0"/>
                    <a:pt x="86" y="0"/>
                    <a:pt x="85" y="0"/>
                  </a:cubicBezTo>
                  <a:cubicBezTo>
                    <a:pt x="63" y="4"/>
                    <a:pt x="63" y="34"/>
                    <a:pt x="57" y="51"/>
                  </a:cubicBezTo>
                  <a:cubicBezTo>
                    <a:pt x="40" y="65"/>
                    <a:pt x="25" y="78"/>
                    <a:pt x="11" y="91"/>
                  </a:cubicBezTo>
                  <a:cubicBezTo>
                    <a:pt x="9" y="109"/>
                    <a:pt x="5" y="126"/>
                    <a:pt x="2" y="144"/>
                  </a:cubicBezTo>
                  <a:cubicBezTo>
                    <a:pt x="2" y="149"/>
                    <a:pt x="1" y="153"/>
                    <a:pt x="1" y="157"/>
                  </a:cubicBezTo>
                  <a:cubicBezTo>
                    <a:pt x="0" y="159"/>
                    <a:pt x="0" y="162"/>
                    <a:pt x="0" y="165"/>
                  </a:cubicBezTo>
                  <a:cubicBezTo>
                    <a:pt x="38" y="124"/>
                    <a:pt x="69" y="100"/>
                    <a:pt x="69" y="100"/>
                  </a:cubicBezTo>
                  <a:cubicBezTo>
                    <a:pt x="69" y="100"/>
                    <a:pt x="75" y="101"/>
                    <a:pt x="78" y="103"/>
                  </a:cubicBezTo>
                  <a:cubicBezTo>
                    <a:pt x="86" y="108"/>
                    <a:pt x="101" y="114"/>
                    <a:pt x="115" y="116"/>
                  </a:cubicBezTo>
                  <a:cubicBezTo>
                    <a:pt x="110" y="78"/>
                    <a:pt x="112" y="40"/>
                    <a:pt x="123" y="8"/>
                  </a:cubicBezTo>
                  <a:cubicBezTo>
                    <a:pt x="121" y="7"/>
                    <a:pt x="120" y="7"/>
                    <a:pt x="119" y="7"/>
                  </a:cubicBezTo>
                  <a:cubicBezTo>
                    <a:pt x="111" y="7"/>
                    <a:pt x="103" y="15"/>
                    <a:pt x="96" y="22"/>
                  </a:cubicBezTo>
                  <a:cubicBezTo>
                    <a:pt x="96" y="12"/>
                    <a:pt x="95" y="0"/>
                    <a:pt x="87" y="0"/>
                  </a:cubicBezTo>
                </a:path>
              </a:pathLst>
            </a:custGeom>
            <a:solidFill>
              <a:srgbClr val="8E69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36" name="Freeform 35"/>
            <p:cNvSpPr>
              <a:spLocks/>
            </p:cNvSpPr>
            <p:nvPr/>
          </p:nvSpPr>
          <p:spPr bwMode="auto">
            <a:xfrm>
              <a:off x="5394326" y="2527301"/>
              <a:ext cx="174625" cy="204788"/>
            </a:xfrm>
            <a:custGeom>
              <a:avLst/>
              <a:gdLst>
                <a:gd name="T0" fmla="*/ 82 w 107"/>
                <a:gd name="T1" fmla="*/ 82 h 126"/>
                <a:gd name="T2" fmla="*/ 91 w 107"/>
                <a:gd name="T3" fmla="*/ 61 h 126"/>
                <a:gd name="T4" fmla="*/ 67 w 107"/>
                <a:gd name="T5" fmla="*/ 52 h 126"/>
                <a:gd name="T6" fmla="*/ 70 w 107"/>
                <a:gd name="T7" fmla="*/ 10 h 126"/>
                <a:gd name="T8" fmla="*/ 41 w 107"/>
                <a:gd name="T9" fmla="*/ 23 h 126"/>
                <a:gd name="T10" fmla="*/ 30 w 107"/>
                <a:gd name="T11" fmla="*/ 1 h 126"/>
                <a:gd name="T12" fmla="*/ 0 w 107"/>
                <a:gd name="T13" fmla="*/ 56 h 126"/>
                <a:gd name="T14" fmla="*/ 21 w 107"/>
                <a:gd name="T15" fmla="*/ 98 h 126"/>
                <a:gd name="T16" fmla="*/ 93 w 107"/>
                <a:gd name="T17" fmla="*/ 111 h 126"/>
                <a:gd name="T18" fmla="*/ 82 w 107"/>
                <a:gd name="T19" fmla="*/ 82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7" h="126">
                  <a:moveTo>
                    <a:pt x="82" y="82"/>
                  </a:moveTo>
                  <a:cubicBezTo>
                    <a:pt x="88" y="76"/>
                    <a:pt x="94" y="69"/>
                    <a:pt x="91" y="61"/>
                  </a:cubicBezTo>
                  <a:cubicBezTo>
                    <a:pt x="87" y="53"/>
                    <a:pt x="77" y="52"/>
                    <a:pt x="67" y="52"/>
                  </a:cubicBezTo>
                  <a:cubicBezTo>
                    <a:pt x="72" y="38"/>
                    <a:pt x="86" y="20"/>
                    <a:pt x="70" y="10"/>
                  </a:cubicBezTo>
                  <a:cubicBezTo>
                    <a:pt x="60" y="4"/>
                    <a:pt x="49" y="14"/>
                    <a:pt x="41" y="23"/>
                  </a:cubicBezTo>
                  <a:cubicBezTo>
                    <a:pt x="41" y="13"/>
                    <a:pt x="39" y="0"/>
                    <a:pt x="30" y="1"/>
                  </a:cubicBezTo>
                  <a:cubicBezTo>
                    <a:pt x="6" y="5"/>
                    <a:pt x="8" y="39"/>
                    <a:pt x="0" y="56"/>
                  </a:cubicBezTo>
                  <a:cubicBezTo>
                    <a:pt x="2" y="55"/>
                    <a:pt x="11" y="87"/>
                    <a:pt x="21" y="98"/>
                  </a:cubicBezTo>
                  <a:cubicBezTo>
                    <a:pt x="20" y="100"/>
                    <a:pt x="76" y="126"/>
                    <a:pt x="93" y="111"/>
                  </a:cubicBezTo>
                  <a:cubicBezTo>
                    <a:pt x="107" y="99"/>
                    <a:pt x="95" y="88"/>
                    <a:pt x="82" y="82"/>
                  </a:cubicBezTo>
                  <a:close/>
                </a:path>
              </a:pathLst>
            </a:custGeom>
            <a:solidFill>
              <a:srgbClr val="F7DE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37" name="Freeform 36"/>
            <p:cNvSpPr>
              <a:spLocks/>
            </p:cNvSpPr>
            <p:nvPr/>
          </p:nvSpPr>
          <p:spPr bwMode="auto">
            <a:xfrm>
              <a:off x="5075238" y="2611438"/>
              <a:ext cx="358775" cy="1035050"/>
            </a:xfrm>
            <a:custGeom>
              <a:avLst/>
              <a:gdLst>
                <a:gd name="T0" fmla="*/ 217 w 221"/>
                <a:gd name="T1" fmla="*/ 46 h 638"/>
                <a:gd name="T2" fmla="*/ 67 w 221"/>
                <a:gd name="T3" fmla="*/ 266 h 638"/>
                <a:gd name="T4" fmla="*/ 221 w 221"/>
                <a:gd name="T5" fmla="*/ 588 h 638"/>
                <a:gd name="T6" fmla="*/ 190 w 221"/>
                <a:gd name="T7" fmla="*/ 638 h 638"/>
                <a:gd name="T8" fmla="*/ 11 w 221"/>
                <a:gd name="T9" fmla="*/ 300 h 638"/>
                <a:gd name="T10" fmla="*/ 199 w 221"/>
                <a:gd name="T11" fmla="*/ 0 h 638"/>
              </a:gdLst>
              <a:ahLst/>
              <a:cxnLst>
                <a:cxn ang="0">
                  <a:pos x="T0" y="T1"/>
                </a:cxn>
                <a:cxn ang="0">
                  <a:pos x="T2" y="T3"/>
                </a:cxn>
                <a:cxn ang="0">
                  <a:pos x="T4" y="T5"/>
                </a:cxn>
                <a:cxn ang="0">
                  <a:pos x="T6" y="T7"/>
                </a:cxn>
                <a:cxn ang="0">
                  <a:pos x="T8" y="T9"/>
                </a:cxn>
                <a:cxn ang="0">
                  <a:pos x="T10" y="T11"/>
                </a:cxn>
              </a:cxnLst>
              <a:rect l="0" t="0" r="r" b="b"/>
              <a:pathLst>
                <a:path w="221" h="638">
                  <a:moveTo>
                    <a:pt x="217" y="46"/>
                  </a:moveTo>
                  <a:cubicBezTo>
                    <a:pt x="217" y="46"/>
                    <a:pt x="61" y="163"/>
                    <a:pt x="67" y="266"/>
                  </a:cubicBezTo>
                  <a:cubicBezTo>
                    <a:pt x="73" y="369"/>
                    <a:pt x="221" y="588"/>
                    <a:pt x="221" y="588"/>
                  </a:cubicBezTo>
                  <a:cubicBezTo>
                    <a:pt x="190" y="638"/>
                    <a:pt x="190" y="638"/>
                    <a:pt x="190" y="638"/>
                  </a:cubicBezTo>
                  <a:cubicBezTo>
                    <a:pt x="190" y="638"/>
                    <a:pt x="21" y="412"/>
                    <a:pt x="11" y="300"/>
                  </a:cubicBezTo>
                  <a:cubicBezTo>
                    <a:pt x="0" y="189"/>
                    <a:pt x="54" y="121"/>
                    <a:pt x="199" y="0"/>
                  </a:cubicBezTo>
                </a:path>
              </a:pathLst>
            </a:custGeom>
            <a:solidFill>
              <a:srgbClr val="70AD47">
                <a:lumMod val="60000"/>
                <a:lumOff val="40000"/>
              </a:srgb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38" name="Freeform 37"/>
            <p:cNvSpPr>
              <a:spLocks/>
            </p:cNvSpPr>
            <p:nvPr/>
          </p:nvSpPr>
          <p:spPr bwMode="auto">
            <a:xfrm>
              <a:off x="6657976" y="2627313"/>
              <a:ext cx="6350" cy="66675"/>
            </a:xfrm>
            <a:custGeom>
              <a:avLst/>
              <a:gdLst>
                <a:gd name="T0" fmla="*/ 0 w 4"/>
                <a:gd name="T1" fmla="*/ 0 h 41"/>
                <a:gd name="T2" fmla="*/ 3 w 4"/>
                <a:gd name="T3" fmla="*/ 41 h 41"/>
                <a:gd name="T4" fmla="*/ 3 w 4"/>
                <a:gd name="T5" fmla="*/ 13 h 41"/>
                <a:gd name="T6" fmla="*/ 1 w 4"/>
                <a:gd name="T7" fmla="*/ 3 h 41"/>
                <a:gd name="T8" fmla="*/ 1 w 4"/>
                <a:gd name="T9" fmla="*/ 2 h 41"/>
                <a:gd name="T10" fmla="*/ 0 w 4"/>
                <a:gd name="T11" fmla="*/ 0 h 41"/>
              </a:gdLst>
              <a:ahLst/>
              <a:cxnLst>
                <a:cxn ang="0">
                  <a:pos x="T0" y="T1"/>
                </a:cxn>
                <a:cxn ang="0">
                  <a:pos x="T2" y="T3"/>
                </a:cxn>
                <a:cxn ang="0">
                  <a:pos x="T4" y="T5"/>
                </a:cxn>
                <a:cxn ang="0">
                  <a:pos x="T6" y="T7"/>
                </a:cxn>
                <a:cxn ang="0">
                  <a:pos x="T8" y="T9"/>
                </a:cxn>
                <a:cxn ang="0">
                  <a:pos x="T10" y="T11"/>
                </a:cxn>
              </a:cxnLst>
              <a:rect l="0" t="0" r="r" b="b"/>
              <a:pathLst>
                <a:path w="4" h="41">
                  <a:moveTo>
                    <a:pt x="0" y="0"/>
                  </a:moveTo>
                  <a:cubicBezTo>
                    <a:pt x="1" y="13"/>
                    <a:pt x="2" y="27"/>
                    <a:pt x="3" y="41"/>
                  </a:cubicBezTo>
                  <a:cubicBezTo>
                    <a:pt x="3" y="32"/>
                    <a:pt x="4" y="23"/>
                    <a:pt x="3" y="13"/>
                  </a:cubicBezTo>
                  <a:cubicBezTo>
                    <a:pt x="2" y="10"/>
                    <a:pt x="1" y="7"/>
                    <a:pt x="1" y="3"/>
                  </a:cubicBezTo>
                  <a:cubicBezTo>
                    <a:pt x="1" y="3"/>
                    <a:pt x="1" y="2"/>
                    <a:pt x="1" y="2"/>
                  </a:cubicBezTo>
                  <a:cubicBezTo>
                    <a:pt x="0" y="1"/>
                    <a:pt x="0" y="0"/>
                    <a:pt x="0" y="0"/>
                  </a:cubicBezTo>
                </a:path>
              </a:pathLst>
            </a:custGeom>
            <a:solidFill>
              <a:srgbClr val="B6B2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39" name="Freeform 38"/>
            <p:cNvSpPr>
              <a:spLocks noEditPoints="1"/>
            </p:cNvSpPr>
            <p:nvPr/>
          </p:nvSpPr>
          <p:spPr bwMode="auto">
            <a:xfrm>
              <a:off x="6488113" y="2578101"/>
              <a:ext cx="28575" cy="69850"/>
            </a:xfrm>
            <a:custGeom>
              <a:avLst/>
              <a:gdLst>
                <a:gd name="T0" fmla="*/ 10 w 17"/>
                <a:gd name="T1" fmla="*/ 21 h 43"/>
                <a:gd name="T2" fmla="*/ 8 w 17"/>
                <a:gd name="T3" fmla="*/ 35 h 43"/>
                <a:gd name="T4" fmla="*/ 17 w 17"/>
                <a:gd name="T5" fmla="*/ 43 h 43"/>
                <a:gd name="T6" fmla="*/ 10 w 17"/>
                <a:gd name="T7" fmla="*/ 21 h 43"/>
                <a:gd name="T8" fmla="*/ 2 w 17"/>
                <a:gd name="T9" fmla="*/ 0 h 43"/>
                <a:gd name="T10" fmla="*/ 7 w 17"/>
                <a:gd name="T11" fmla="*/ 13 h 43"/>
                <a:gd name="T12" fmla="*/ 2 w 17"/>
                <a:gd name="T13" fmla="*/ 0 h 43"/>
              </a:gdLst>
              <a:ahLst/>
              <a:cxnLst>
                <a:cxn ang="0">
                  <a:pos x="T0" y="T1"/>
                </a:cxn>
                <a:cxn ang="0">
                  <a:pos x="T2" y="T3"/>
                </a:cxn>
                <a:cxn ang="0">
                  <a:pos x="T4" y="T5"/>
                </a:cxn>
                <a:cxn ang="0">
                  <a:pos x="T6" y="T7"/>
                </a:cxn>
                <a:cxn ang="0">
                  <a:pos x="T8" y="T9"/>
                </a:cxn>
                <a:cxn ang="0">
                  <a:pos x="T10" y="T11"/>
                </a:cxn>
                <a:cxn ang="0">
                  <a:pos x="T12" y="T13"/>
                </a:cxn>
              </a:cxnLst>
              <a:rect l="0" t="0" r="r" b="b"/>
              <a:pathLst>
                <a:path w="17" h="43">
                  <a:moveTo>
                    <a:pt x="10" y="21"/>
                  </a:moveTo>
                  <a:cubicBezTo>
                    <a:pt x="7" y="24"/>
                    <a:pt x="5" y="28"/>
                    <a:pt x="8" y="35"/>
                  </a:cubicBezTo>
                  <a:cubicBezTo>
                    <a:pt x="10" y="39"/>
                    <a:pt x="13" y="41"/>
                    <a:pt x="17" y="43"/>
                  </a:cubicBezTo>
                  <a:cubicBezTo>
                    <a:pt x="15" y="35"/>
                    <a:pt x="13" y="28"/>
                    <a:pt x="10" y="21"/>
                  </a:cubicBezTo>
                  <a:moveTo>
                    <a:pt x="2" y="0"/>
                  </a:moveTo>
                  <a:cubicBezTo>
                    <a:pt x="0" y="6"/>
                    <a:pt x="2" y="10"/>
                    <a:pt x="7" y="13"/>
                  </a:cubicBezTo>
                  <a:cubicBezTo>
                    <a:pt x="5" y="9"/>
                    <a:pt x="4" y="4"/>
                    <a:pt x="2" y="0"/>
                  </a:cubicBezTo>
                </a:path>
              </a:pathLst>
            </a:custGeom>
            <a:solidFill>
              <a:srgbClr val="B19E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40" name="Freeform 39"/>
            <p:cNvSpPr>
              <a:spLocks/>
            </p:cNvSpPr>
            <p:nvPr/>
          </p:nvSpPr>
          <p:spPr bwMode="auto">
            <a:xfrm>
              <a:off x="6491288" y="2517776"/>
              <a:ext cx="173038" cy="198438"/>
            </a:xfrm>
            <a:custGeom>
              <a:avLst/>
              <a:gdLst>
                <a:gd name="T0" fmla="*/ 31 w 106"/>
                <a:gd name="T1" fmla="*/ 0 h 122"/>
                <a:gd name="T2" fmla="*/ 21 w 106"/>
                <a:gd name="T3" fmla="*/ 5 h 122"/>
                <a:gd name="T4" fmla="*/ 27 w 106"/>
                <a:gd name="T5" fmla="*/ 25 h 122"/>
                <a:gd name="T6" fmla="*/ 23 w 106"/>
                <a:gd name="T7" fmla="*/ 25 h 122"/>
                <a:gd name="T8" fmla="*/ 0 w 106"/>
                <a:gd name="T9" fmla="*/ 35 h 122"/>
                <a:gd name="T10" fmla="*/ 0 w 106"/>
                <a:gd name="T11" fmla="*/ 37 h 122"/>
                <a:gd name="T12" fmla="*/ 5 w 106"/>
                <a:gd name="T13" fmla="*/ 50 h 122"/>
                <a:gd name="T14" fmla="*/ 17 w 106"/>
                <a:gd name="T15" fmla="*/ 55 h 122"/>
                <a:gd name="T16" fmla="*/ 8 w 106"/>
                <a:gd name="T17" fmla="*/ 58 h 122"/>
                <a:gd name="T18" fmla="*/ 15 w 106"/>
                <a:gd name="T19" fmla="*/ 80 h 122"/>
                <a:gd name="T20" fmla="*/ 29 w 106"/>
                <a:gd name="T21" fmla="*/ 84 h 122"/>
                <a:gd name="T22" fmla="*/ 73 w 106"/>
                <a:gd name="T23" fmla="*/ 94 h 122"/>
                <a:gd name="T24" fmla="*/ 73 w 106"/>
                <a:gd name="T25" fmla="*/ 95 h 122"/>
                <a:gd name="T26" fmla="*/ 106 w 106"/>
                <a:gd name="T27" fmla="*/ 122 h 122"/>
                <a:gd name="T28" fmla="*/ 105 w 106"/>
                <a:gd name="T29" fmla="*/ 109 h 122"/>
                <a:gd name="T30" fmla="*/ 102 w 106"/>
                <a:gd name="T31" fmla="*/ 68 h 122"/>
                <a:gd name="T32" fmla="*/ 100 w 106"/>
                <a:gd name="T33" fmla="*/ 55 h 122"/>
                <a:gd name="T34" fmla="*/ 99 w 106"/>
                <a:gd name="T35" fmla="*/ 46 h 122"/>
                <a:gd name="T36" fmla="*/ 96 w 106"/>
                <a:gd name="T37" fmla="*/ 43 h 122"/>
                <a:gd name="T38" fmla="*/ 96 w 106"/>
                <a:gd name="T39" fmla="*/ 45 h 122"/>
                <a:gd name="T40" fmla="*/ 93 w 106"/>
                <a:gd name="T41" fmla="*/ 43 h 122"/>
                <a:gd name="T42" fmla="*/ 80 w 106"/>
                <a:gd name="T43" fmla="*/ 8 h 122"/>
                <a:gd name="T44" fmla="*/ 68 w 106"/>
                <a:gd name="T45" fmla="*/ 3 h 122"/>
                <a:gd name="T46" fmla="*/ 66 w 106"/>
                <a:gd name="T47" fmla="*/ 3 h 122"/>
                <a:gd name="T48" fmla="*/ 65 w 106"/>
                <a:gd name="T49" fmla="*/ 3 h 122"/>
                <a:gd name="T50" fmla="*/ 63 w 106"/>
                <a:gd name="T51" fmla="*/ 3 h 122"/>
                <a:gd name="T52" fmla="*/ 60 w 106"/>
                <a:gd name="T53" fmla="*/ 5 h 122"/>
                <a:gd name="T54" fmla="*/ 55 w 106"/>
                <a:gd name="T55" fmla="*/ 14 h 122"/>
                <a:gd name="T56" fmla="*/ 31 w 106"/>
                <a:gd name="T57" fmla="*/ 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06" h="122">
                  <a:moveTo>
                    <a:pt x="31" y="0"/>
                  </a:moveTo>
                  <a:cubicBezTo>
                    <a:pt x="27" y="0"/>
                    <a:pt x="24" y="1"/>
                    <a:pt x="21" y="5"/>
                  </a:cubicBezTo>
                  <a:cubicBezTo>
                    <a:pt x="16" y="11"/>
                    <a:pt x="21" y="19"/>
                    <a:pt x="27" y="25"/>
                  </a:cubicBezTo>
                  <a:cubicBezTo>
                    <a:pt x="26" y="25"/>
                    <a:pt x="25" y="25"/>
                    <a:pt x="23" y="25"/>
                  </a:cubicBezTo>
                  <a:cubicBezTo>
                    <a:pt x="13" y="25"/>
                    <a:pt x="4" y="27"/>
                    <a:pt x="0" y="35"/>
                  </a:cubicBezTo>
                  <a:cubicBezTo>
                    <a:pt x="0" y="36"/>
                    <a:pt x="0" y="36"/>
                    <a:pt x="0" y="37"/>
                  </a:cubicBezTo>
                  <a:cubicBezTo>
                    <a:pt x="2" y="41"/>
                    <a:pt x="3" y="46"/>
                    <a:pt x="5" y="50"/>
                  </a:cubicBezTo>
                  <a:cubicBezTo>
                    <a:pt x="8" y="52"/>
                    <a:pt x="12" y="53"/>
                    <a:pt x="17" y="55"/>
                  </a:cubicBezTo>
                  <a:cubicBezTo>
                    <a:pt x="13" y="55"/>
                    <a:pt x="10" y="56"/>
                    <a:pt x="8" y="58"/>
                  </a:cubicBezTo>
                  <a:cubicBezTo>
                    <a:pt x="11" y="65"/>
                    <a:pt x="13" y="72"/>
                    <a:pt x="15" y="80"/>
                  </a:cubicBezTo>
                  <a:cubicBezTo>
                    <a:pt x="19" y="82"/>
                    <a:pt x="24" y="83"/>
                    <a:pt x="29" y="84"/>
                  </a:cubicBezTo>
                  <a:cubicBezTo>
                    <a:pt x="42" y="88"/>
                    <a:pt x="58" y="92"/>
                    <a:pt x="73" y="94"/>
                  </a:cubicBezTo>
                  <a:cubicBezTo>
                    <a:pt x="73" y="95"/>
                    <a:pt x="73" y="95"/>
                    <a:pt x="73" y="95"/>
                  </a:cubicBezTo>
                  <a:cubicBezTo>
                    <a:pt x="73" y="95"/>
                    <a:pt x="85" y="105"/>
                    <a:pt x="106" y="122"/>
                  </a:cubicBezTo>
                  <a:cubicBezTo>
                    <a:pt x="106" y="117"/>
                    <a:pt x="106" y="113"/>
                    <a:pt x="105" y="109"/>
                  </a:cubicBezTo>
                  <a:cubicBezTo>
                    <a:pt x="104" y="95"/>
                    <a:pt x="103" y="81"/>
                    <a:pt x="102" y="68"/>
                  </a:cubicBezTo>
                  <a:cubicBezTo>
                    <a:pt x="101" y="64"/>
                    <a:pt x="100" y="60"/>
                    <a:pt x="100" y="55"/>
                  </a:cubicBezTo>
                  <a:cubicBezTo>
                    <a:pt x="100" y="52"/>
                    <a:pt x="100" y="49"/>
                    <a:pt x="99" y="46"/>
                  </a:cubicBezTo>
                  <a:cubicBezTo>
                    <a:pt x="98" y="45"/>
                    <a:pt x="97" y="44"/>
                    <a:pt x="96" y="43"/>
                  </a:cubicBezTo>
                  <a:cubicBezTo>
                    <a:pt x="96" y="45"/>
                    <a:pt x="96" y="45"/>
                    <a:pt x="96" y="45"/>
                  </a:cubicBezTo>
                  <a:cubicBezTo>
                    <a:pt x="95" y="44"/>
                    <a:pt x="94" y="44"/>
                    <a:pt x="93" y="43"/>
                  </a:cubicBezTo>
                  <a:cubicBezTo>
                    <a:pt x="94" y="31"/>
                    <a:pt x="87" y="16"/>
                    <a:pt x="80" y="8"/>
                  </a:cubicBezTo>
                  <a:cubicBezTo>
                    <a:pt x="76" y="5"/>
                    <a:pt x="72" y="3"/>
                    <a:pt x="68" y="3"/>
                  </a:cubicBezTo>
                  <a:cubicBezTo>
                    <a:pt x="67" y="3"/>
                    <a:pt x="66" y="3"/>
                    <a:pt x="66" y="3"/>
                  </a:cubicBezTo>
                  <a:cubicBezTo>
                    <a:pt x="65" y="3"/>
                    <a:pt x="65" y="3"/>
                    <a:pt x="65" y="3"/>
                  </a:cubicBezTo>
                  <a:cubicBezTo>
                    <a:pt x="64" y="3"/>
                    <a:pt x="64" y="3"/>
                    <a:pt x="63" y="3"/>
                  </a:cubicBezTo>
                  <a:cubicBezTo>
                    <a:pt x="62" y="4"/>
                    <a:pt x="61" y="4"/>
                    <a:pt x="60" y="5"/>
                  </a:cubicBezTo>
                  <a:cubicBezTo>
                    <a:pt x="57" y="7"/>
                    <a:pt x="56" y="11"/>
                    <a:pt x="55" y="14"/>
                  </a:cubicBezTo>
                  <a:cubicBezTo>
                    <a:pt x="48" y="7"/>
                    <a:pt x="39" y="0"/>
                    <a:pt x="31" y="0"/>
                  </a:cubicBezTo>
                </a:path>
              </a:pathLst>
            </a:custGeom>
            <a:solidFill>
              <a:srgbClr val="8E69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41" name="Freeform 40"/>
            <p:cNvSpPr>
              <a:spLocks/>
            </p:cNvSpPr>
            <p:nvPr/>
          </p:nvSpPr>
          <p:spPr bwMode="auto">
            <a:xfrm>
              <a:off x="6483351" y="2487613"/>
              <a:ext cx="165100" cy="163513"/>
            </a:xfrm>
            <a:custGeom>
              <a:avLst/>
              <a:gdLst>
                <a:gd name="T0" fmla="*/ 98 w 101"/>
                <a:gd name="T1" fmla="*/ 49 h 101"/>
                <a:gd name="T2" fmla="*/ 85 w 101"/>
                <a:gd name="T3" fmla="*/ 15 h 101"/>
                <a:gd name="T4" fmla="*/ 71 w 101"/>
                <a:gd name="T5" fmla="*/ 9 h 101"/>
                <a:gd name="T6" fmla="*/ 68 w 101"/>
                <a:gd name="T7" fmla="*/ 10 h 101"/>
                <a:gd name="T8" fmla="*/ 65 w 101"/>
                <a:gd name="T9" fmla="*/ 11 h 101"/>
                <a:gd name="T10" fmla="*/ 60 w 101"/>
                <a:gd name="T11" fmla="*/ 21 h 101"/>
                <a:gd name="T12" fmla="*/ 26 w 101"/>
                <a:gd name="T13" fmla="*/ 11 h 101"/>
                <a:gd name="T14" fmla="*/ 32 w 101"/>
                <a:gd name="T15" fmla="*/ 32 h 101"/>
                <a:gd name="T16" fmla="*/ 5 w 101"/>
                <a:gd name="T17" fmla="*/ 42 h 101"/>
                <a:gd name="T18" fmla="*/ 22 w 101"/>
                <a:gd name="T19" fmla="*/ 61 h 101"/>
                <a:gd name="T20" fmla="*/ 11 w 101"/>
                <a:gd name="T21" fmla="*/ 78 h 101"/>
                <a:gd name="T22" fmla="*/ 34 w 101"/>
                <a:gd name="T23" fmla="*/ 90 h 101"/>
                <a:gd name="T24" fmla="*/ 78 w 101"/>
                <a:gd name="T25" fmla="*/ 101 h 101"/>
                <a:gd name="T26" fmla="*/ 101 w 101"/>
                <a:gd name="T27" fmla="*/ 51 h 101"/>
                <a:gd name="T28" fmla="*/ 98 w 101"/>
                <a:gd name="T29" fmla="*/ 49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1" h="101">
                  <a:moveTo>
                    <a:pt x="98" y="49"/>
                  </a:moveTo>
                  <a:cubicBezTo>
                    <a:pt x="99" y="37"/>
                    <a:pt x="92" y="23"/>
                    <a:pt x="85" y="15"/>
                  </a:cubicBezTo>
                  <a:cubicBezTo>
                    <a:pt x="81" y="11"/>
                    <a:pt x="76" y="8"/>
                    <a:pt x="71" y="9"/>
                  </a:cubicBezTo>
                  <a:cubicBezTo>
                    <a:pt x="70" y="9"/>
                    <a:pt x="69" y="9"/>
                    <a:pt x="68" y="10"/>
                  </a:cubicBezTo>
                  <a:cubicBezTo>
                    <a:pt x="67" y="10"/>
                    <a:pt x="66" y="11"/>
                    <a:pt x="65" y="11"/>
                  </a:cubicBezTo>
                  <a:cubicBezTo>
                    <a:pt x="62" y="13"/>
                    <a:pt x="61" y="17"/>
                    <a:pt x="60" y="21"/>
                  </a:cubicBezTo>
                  <a:cubicBezTo>
                    <a:pt x="50" y="11"/>
                    <a:pt x="35" y="0"/>
                    <a:pt x="26" y="11"/>
                  </a:cubicBezTo>
                  <a:cubicBezTo>
                    <a:pt x="21" y="17"/>
                    <a:pt x="26" y="25"/>
                    <a:pt x="32" y="32"/>
                  </a:cubicBezTo>
                  <a:cubicBezTo>
                    <a:pt x="21" y="31"/>
                    <a:pt x="9" y="32"/>
                    <a:pt x="5" y="42"/>
                  </a:cubicBezTo>
                  <a:cubicBezTo>
                    <a:pt x="0" y="53"/>
                    <a:pt x="11" y="58"/>
                    <a:pt x="22" y="61"/>
                  </a:cubicBezTo>
                  <a:cubicBezTo>
                    <a:pt x="13" y="63"/>
                    <a:pt x="6" y="68"/>
                    <a:pt x="11" y="78"/>
                  </a:cubicBezTo>
                  <a:cubicBezTo>
                    <a:pt x="15" y="86"/>
                    <a:pt x="26" y="88"/>
                    <a:pt x="34" y="90"/>
                  </a:cubicBezTo>
                  <a:cubicBezTo>
                    <a:pt x="47" y="94"/>
                    <a:pt x="63" y="99"/>
                    <a:pt x="78" y="101"/>
                  </a:cubicBezTo>
                  <a:cubicBezTo>
                    <a:pt x="101" y="51"/>
                    <a:pt x="101" y="51"/>
                    <a:pt x="101" y="51"/>
                  </a:cubicBezTo>
                  <a:cubicBezTo>
                    <a:pt x="100" y="51"/>
                    <a:pt x="99" y="50"/>
                    <a:pt x="98" y="49"/>
                  </a:cubicBezTo>
                  <a:close/>
                </a:path>
              </a:pathLst>
            </a:custGeom>
            <a:solidFill>
              <a:srgbClr val="F7DE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42" name="Freeform 41"/>
            <p:cNvSpPr>
              <a:spLocks/>
            </p:cNvSpPr>
            <p:nvPr/>
          </p:nvSpPr>
          <p:spPr bwMode="auto">
            <a:xfrm>
              <a:off x="6607176" y="2566988"/>
              <a:ext cx="365125" cy="1079500"/>
            </a:xfrm>
            <a:custGeom>
              <a:avLst/>
              <a:gdLst>
                <a:gd name="T0" fmla="*/ 25 w 225"/>
                <a:gd name="T1" fmla="*/ 0 h 666"/>
                <a:gd name="T2" fmla="*/ 25 w 225"/>
                <a:gd name="T3" fmla="*/ 2 h 666"/>
                <a:gd name="T4" fmla="*/ 2 w 225"/>
                <a:gd name="T5" fmla="*/ 52 h 666"/>
                <a:gd name="T6" fmla="*/ 2 w 225"/>
                <a:gd name="T7" fmla="*/ 52 h 666"/>
                <a:gd name="T8" fmla="*/ 158 w 225"/>
                <a:gd name="T9" fmla="*/ 264 h 666"/>
                <a:gd name="T10" fmla="*/ 0 w 225"/>
                <a:gd name="T11" fmla="*/ 616 h 666"/>
                <a:gd name="T12" fmla="*/ 30 w 225"/>
                <a:gd name="T13" fmla="*/ 666 h 666"/>
                <a:gd name="T14" fmla="*/ 214 w 225"/>
                <a:gd name="T15" fmla="*/ 299 h 666"/>
                <a:gd name="T16" fmla="*/ 25 w 225"/>
                <a:gd name="T17" fmla="*/ 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5" h="666">
                  <a:moveTo>
                    <a:pt x="25" y="0"/>
                  </a:moveTo>
                  <a:cubicBezTo>
                    <a:pt x="25" y="2"/>
                    <a:pt x="25" y="2"/>
                    <a:pt x="25" y="2"/>
                  </a:cubicBezTo>
                  <a:cubicBezTo>
                    <a:pt x="2" y="52"/>
                    <a:pt x="2" y="52"/>
                    <a:pt x="2" y="52"/>
                  </a:cubicBezTo>
                  <a:cubicBezTo>
                    <a:pt x="2" y="52"/>
                    <a:pt x="2" y="52"/>
                    <a:pt x="2" y="52"/>
                  </a:cubicBezTo>
                  <a:cubicBezTo>
                    <a:pt x="2" y="52"/>
                    <a:pt x="164" y="161"/>
                    <a:pt x="158" y="264"/>
                  </a:cubicBezTo>
                  <a:cubicBezTo>
                    <a:pt x="152" y="367"/>
                    <a:pt x="0" y="616"/>
                    <a:pt x="0" y="616"/>
                  </a:cubicBezTo>
                  <a:cubicBezTo>
                    <a:pt x="30" y="666"/>
                    <a:pt x="30" y="666"/>
                    <a:pt x="30" y="666"/>
                  </a:cubicBezTo>
                  <a:cubicBezTo>
                    <a:pt x="30" y="666"/>
                    <a:pt x="204" y="410"/>
                    <a:pt x="214" y="299"/>
                  </a:cubicBezTo>
                  <a:cubicBezTo>
                    <a:pt x="225" y="187"/>
                    <a:pt x="170" y="121"/>
                    <a:pt x="25" y="0"/>
                  </a:cubicBezTo>
                  <a:close/>
                </a:path>
              </a:pathLst>
            </a:custGeom>
            <a:solidFill>
              <a:srgbClr val="70AD47">
                <a:lumMod val="60000"/>
                <a:lumOff val="40000"/>
              </a:srgb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43" name="Freeform 42"/>
            <p:cNvSpPr>
              <a:spLocks/>
            </p:cNvSpPr>
            <p:nvPr/>
          </p:nvSpPr>
          <p:spPr bwMode="auto">
            <a:xfrm>
              <a:off x="5969001" y="3373438"/>
              <a:ext cx="201613" cy="733425"/>
            </a:xfrm>
            <a:custGeom>
              <a:avLst/>
              <a:gdLst>
                <a:gd name="T0" fmla="*/ 37 w 124"/>
                <a:gd name="T1" fmla="*/ 70 h 452"/>
                <a:gd name="T2" fmla="*/ 10 w 124"/>
                <a:gd name="T3" fmla="*/ 268 h 452"/>
                <a:gd name="T4" fmla="*/ 72 w 124"/>
                <a:gd name="T5" fmla="*/ 450 h 452"/>
                <a:gd name="T6" fmla="*/ 122 w 124"/>
                <a:gd name="T7" fmla="*/ 264 h 452"/>
                <a:gd name="T8" fmla="*/ 70 w 124"/>
                <a:gd name="T9" fmla="*/ 69 h 452"/>
                <a:gd name="T10" fmla="*/ 90 w 124"/>
                <a:gd name="T11" fmla="*/ 40 h 452"/>
                <a:gd name="T12" fmla="*/ 49 w 124"/>
                <a:gd name="T13" fmla="*/ 2 h 452"/>
                <a:gd name="T14" fmla="*/ 37 w 124"/>
                <a:gd name="T15" fmla="*/ 70 h 4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4" h="452">
                  <a:moveTo>
                    <a:pt x="37" y="70"/>
                  </a:moveTo>
                  <a:cubicBezTo>
                    <a:pt x="37" y="70"/>
                    <a:pt x="3" y="231"/>
                    <a:pt x="10" y="268"/>
                  </a:cubicBezTo>
                  <a:cubicBezTo>
                    <a:pt x="16" y="305"/>
                    <a:pt x="59" y="448"/>
                    <a:pt x="72" y="450"/>
                  </a:cubicBezTo>
                  <a:cubicBezTo>
                    <a:pt x="85" y="452"/>
                    <a:pt x="124" y="290"/>
                    <a:pt x="122" y="264"/>
                  </a:cubicBezTo>
                  <a:cubicBezTo>
                    <a:pt x="120" y="238"/>
                    <a:pt x="70" y="69"/>
                    <a:pt x="70" y="69"/>
                  </a:cubicBezTo>
                  <a:cubicBezTo>
                    <a:pt x="70" y="69"/>
                    <a:pt x="86" y="58"/>
                    <a:pt x="90" y="40"/>
                  </a:cubicBezTo>
                  <a:cubicBezTo>
                    <a:pt x="94" y="19"/>
                    <a:pt x="77" y="0"/>
                    <a:pt x="49" y="2"/>
                  </a:cubicBezTo>
                  <a:cubicBezTo>
                    <a:pt x="21" y="4"/>
                    <a:pt x="0" y="39"/>
                    <a:pt x="37" y="70"/>
                  </a:cubicBezTo>
                  <a:close/>
                </a:path>
              </a:pathLst>
            </a:custGeom>
            <a:solidFill>
              <a:srgbClr val="CA4E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44" name="Freeform 43"/>
            <p:cNvSpPr>
              <a:spLocks/>
            </p:cNvSpPr>
            <p:nvPr/>
          </p:nvSpPr>
          <p:spPr bwMode="auto">
            <a:xfrm>
              <a:off x="5351463" y="3287713"/>
              <a:ext cx="695325" cy="269875"/>
            </a:xfrm>
            <a:custGeom>
              <a:avLst/>
              <a:gdLst>
                <a:gd name="T0" fmla="*/ 5 w 428"/>
                <a:gd name="T1" fmla="*/ 0 h 166"/>
                <a:gd name="T2" fmla="*/ 0 w 428"/>
                <a:gd name="T3" fmla="*/ 53 h 166"/>
                <a:gd name="T4" fmla="*/ 328 w 428"/>
                <a:gd name="T5" fmla="*/ 166 h 166"/>
                <a:gd name="T6" fmla="*/ 428 w 428"/>
                <a:gd name="T7" fmla="*/ 55 h 166"/>
                <a:gd name="T8" fmla="*/ 5 w 428"/>
                <a:gd name="T9" fmla="*/ 0 h 166"/>
              </a:gdLst>
              <a:ahLst/>
              <a:cxnLst>
                <a:cxn ang="0">
                  <a:pos x="T0" y="T1"/>
                </a:cxn>
                <a:cxn ang="0">
                  <a:pos x="T2" y="T3"/>
                </a:cxn>
                <a:cxn ang="0">
                  <a:pos x="T4" y="T5"/>
                </a:cxn>
                <a:cxn ang="0">
                  <a:pos x="T6" y="T7"/>
                </a:cxn>
                <a:cxn ang="0">
                  <a:pos x="T8" y="T9"/>
                </a:cxn>
              </a:cxnLst>
              <a:rect l="0" t="0" r="r" b="b"/>
              <a:pathLst>
                <a:path w="428" h="166">
                  <a:moveTo>
                    <a:pt x="5" y="0"/>
                  </a:moveTo>
                  <a:cubicBezTo>
                    <a:pt x="0" y="53"/>
                    <a:pt x="0" y="53"/>
                    <a:pt x="0" y="53"/>
                  </a:cubicBezTo>
                  <a:cubicBezTo>
                    <a:pt x="0" y="53"/>
                    <a:pt x="236" y="108"/>
                    <a:pt x="328" y="166"/>
                  </a:cubicBezTo>
                  <a:cubicBezTo>
                    <a:pt x="328" y="166"/>
                    <a:pt x="357" y="59"/>
                    <a:pt x="428" y="55"/>
                  </a:cubicBezTo>
                  <a:cubicBezTo>
                    <a:pt x="428" y="55"/>
                    <a:pt x="192" y="65"/>
                    <a:pt x="5" y="0"/>
                  </a:cubicBezTo>
                  <a:close/>
                </a:path>
              </a:pathLst>
            </a:custGeom>
            <a:solidFill>
              <a:srgbClr val="70AD47">
                <a:lumMod val="75000"/>
              </a:srgb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45" name="Freeform 44"/>
            <p:cNvSpPr>
              <a:spLocks/>
            </p:cNvSpPr>
            <p:nvPr/>
          </p:nvSpPr>
          <p:spPr bwMode="auto">
            <a:xfrm>
              <a:off x="6103938" y="3267076"/>
              <a:ext cx="581025" cy="261938"/>
            </a:xfrm>
            <a:custGeom>
              <a:avLst/>
              <a:gdLst>
                <a:gd name="T0" fmla="*/ 0 w 358"/>
                <a:gd name="T1" fmla="*/ 66 h 162"/>
                <a:gd name="T2" fmla="*/ 154 w 358"/>
                <a:gd name="T3" fmla="*/ 162 h 162"/>
                <a:gd name="T4" fmla="*/ 358 w 358"/>
                <a:gd name="T5" fmla="*/ 51 h 162"/>
                <a:gd name="T6" fmla="*/ 347 w 358"/>
                <a:gd name="T7" fmla="*/ 0 h 162"/>
                <a:gd name="T8" fmla="*/ 0 w 358"/>
                <a:gd name="T9" fmla="*/ 66 h 162"/>
              </a:gdLst>
              <a:ahLst/>
              <a:cxnLst>
                <a:cxn ang="0">
                  <a:pos x="T0" y="T1"/>
                </a:cxn>
                <a:cxn ang="0">
                  <a:pos x="T2" y="T3"/>
                </a:cxn>
                <a:cxn ang="0">
                  <a:pos x="T4" y="T5"/>
                </a:cxn>
                <a:cxn ang="0">
                  <a:pos x="T6" y="T7"/>
                </a:cxn>
                <a:cxn ang="0">
                  <a:pos x="T8" y="T9"/>
                </a:cxn>
              </a:cxnLst>
              <a:rect l="0" t="0" r="r" b="b"/>
              <a:pathLst>
                <a:path w="358" h="162">
                  <a:moveTo>
                    <a:pt x="0" y="66"/>
                  </a:moveTo>
                  <a:cubicBezTo>
                    <a:pt x="0" y="66"/>
                    <a:pt x="135" y="82"/>
                    <a:pt x="154" y="162"/>
                  </a:cubicBezTo>
                  <a:cubicBezTo>
                    <a:pt x="154" y="162"/>
                    <a:pt x="259" y="69"/>
                    <a:pt x="358" y="51"/>
                  </a:cubicBezTo>
                  <a:cubicBezTo>
                    <a:pt x="358" y="51"/>
                    <a:pt x="353" y="11"/>
                    <a:pt x="347" y="0"/>
                  </a:cubicBezTo>
                  <a:cubicBezTo>
                    <a:pt x="347" y="0"/>
                    <a:pt x="163" y="46"/>
                    <a:pt x="0" y="66"/>
                  </a:cubicBezTo>
                  <a:close/>
                </a:path>
              </a:pathLst>
            </a:custGeom>
            <a:solidFill>
              <a:srgbClr val="70AD47">
                <a:lumMod val="75000"/>
              </a:srgb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grpSp>
      <p:sp>
        <p:nvSpPr>
          <p:cNvPr id="46" name="Rectangle 45"/>
          <p:cNvSpPr/>
          <p:nvPr/>
        </p:nvSpPr>
        <p:spPr>
          <a:xfrm>
            <a:off x="361950" y="4464559"/>
            <a:ext cx="11171465" cy="1815882"/>
          </a:xfrm>
          <a:prstGeom prst="rect">
            <a:avLst/>
          </a:prstGeom>
        </p:spPr>
        <p:txBody>
          <a:bodyPr wrap="square">
            <a:spAutoFit/>
          </a:bodyPr>
          <a:lstStyle/>
          <a:p>
            <a:pPr algn="ctr" rtl="1" fontAlgn="auto">
              <a:spcBef>
                <a:spcPts val="0"/>
              </a:spcBef>
              <a:spcAft>
                <a:spcPts val="0"/>
              </a:spcAft>
            </a:pPr>
            <a:r>
              <a:rPr lang="ar-SA" sz="2800" b="1" dirty="0">
                <a:solidFill>
                  <a:prstClr val="black"/>
                </a:solidFill>
                <a:cs typeface="Simplified Arabic" panose="02020603050405020304" pitchFamily="18" charset="-78"/>
              </a:rPr>
              <a:t>استخدام الوسائل التكنولوجية في التعليم أهمية كبيرة ودور فاعل في تحسين التحصيل الدراسي، وتحسين مشاركة الطلبة، ثم أن استخدام التكنولوجيا كأداة تعليمية ساعد بلا شك في تحسين مشاركة الطلبة دراسياً وسلوكياً، كما ساعد في تعزيز بناء المعرفة التشاركية في الحصص، وتعزيز الدافعية الذاتية لدى الطلبة لتعلم المواد العلمية</a:t>
            </a:r>
            <a:endParaRPr lang="en-US" sz="2800" b="1" dirty="0">
              <a:solidFill>
                <a:prstClr val="black"/>
              </a:solidFill>
              <a:latin typeface="Calibri" panose="020F0502020204030204"/>
              <a:cs typeface="Simplified Arabic" panose="02020603050405020304" pitchFamily="18" charset="-78"/>
            </a:endParaRPr>
          </a:p>
        </p:txBody>
      </p:sp>
    </p:spTree>
    <p:extLst>
      <p:ext uri="{BB962C8B-B14F-4D97-AF65-F5344CB8AC3E}">
        <p14:creationId xmlns:p14="http://schemas.microsoft.com/office/powerpoint/2010/main" val="421689599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1+#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2" presetClass="entr" presetSubtype="0" fill="hold" grpId="0" nodeType="after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anim calcmode="lin" valueType="num">
                                      <p:cBhvr>
                                        <p:cTn id="13" dur="500" fill="hold"/>
                                        <p:tgtEl>
                                          <p:spTgt spid="6"/>
                                        </p:tgtEl>
                                        <p:attrNameLst>
                                          <p:attrName>ppt_x</p:attrName>
                                        </p:attrNameLst>
                                      </p:cBhvr>
                                      <p:tavLst>
                                        <p:tav tm="0">
                                          <p:val>
                                            <p:strVal val="#ppt_x"/>
                                          </p:val>
                                        </p:tav>
                                        <p:tav tm="100000">
                                          <p:val>
                                            <p:strVal val="#ppt_x"/>
                                          </p:val>
                                        </p:tav>
                                      </p:tavLst>
                                    </p:anim>
                                    <p:anim calcmode="lin" valueType="num">
                                      <p:cBhvr>
                                        <p:cTn id="14" dur="500" fill="hold"/>
                                        <p:tgtEl>
                                          <p:spTgt spid="6"/>
                                        </p:tgtEl>
                                        <p:attrNameLst>
                                          <p:attrName>ppt_y</p:attrName>
                                        </p:attrNameLst>
                                      </p:cBhvr>
                                      <p:tavLst>
                                        <p:tav tm="0">
                                          <p:val>
                                            <p:strVal val="#ppt_y+.1"/>
                                          </p:val>
                                        </p:tav>
                                        <p:tav tm="100000">
                                          <p:val>
                                            <p:strVal val="#ppt_y"/>
                                          </p:val>
                                        </p:tav>
                                      </p:tavLst>
                                    </p:anim>
                                  </p:childTnLst>
                                </p:cTn>
                              </p:par>
                            </p:childTnLst>
                          </p:cTn>
                        </p:par>
                        <p:par>
                          <p:cTn id="15" fill="hold">
                            <p:stCondLst>
                              <p:cond delay="1000"/>
                            </p:stCondLst>
                            <p:childTnLst>
                              <p:par>
                                <p:cTn id="16" presetID="2" presetClass="entr" presetSubtype="4" fill="hold" nodeType="afterEffect">
                                  <p:stCondLst>
                                    <p:cond delay="0"/>
                                  </p:stCondLst>
                                  <p:childTnLst>
                                    <p:set>
                                      <p:cBhvr>
                                        <p:cTn id="17" dur="1" fill="hold">
                                          <p:stCondLst>
                                            <p:cond delay="0"/>
                                          </p:stCondLst>
                                        </p:cTn>
                                        <p:tgtEl>
                                          <p:spTgt spid="9"/>
                                        </p:tgtEl>
                                        <p:attrNameLst>
                                          <p:attrName>style.visibility</p:attrName>
                                        </p:attrNameLst>
                                      </p:cBhvr>
                                      <p:to>
                                        <p:strVal val="visible"/>
                                      </p:to>
                                    </p:set>
                                    <p:anim calcmode="lin" valueType="num">
                                      <p:cBhvr additive="base">
                                        <p:cTn id="18" dur="500" fill="hold"/>
                                        <p:tgtEl>
                                          <p:spTgt spid="9"/>
                                        </p:tgtEl>
                                        <p:attrNameLst>
                                          <p:attrName>ppt_x</p:attrName>
                                        </p:attrNameLst>
                                      </p:cBhvr>
                                      <p:tavLst>
                                        <p:tav tm="0">
                                          <p:val>
                                            <p:strVal val="#ppt_x"/>
                                          </p:val>
                                        </p:tav>
                                        <p:tav tm="100000">
                                          <p:val>
                                            <p:strVal val="#ppt_x"/>
                                          </p:val>
                                        </p:tav>
                                      </p:tavLst>
                                    </p:anim>
                                    <p:anim calcmode="lin" valueType="num">
                                      <p:cBhvr additive="base">
                                        <p:cTn id="19" dur="500" fill="hold"/>
                                        <p:tgtEl>
                                          <p:spTgt spid="9"/>
                                        </p:tgtEl>
                                        <p:attrNameLst>
                                          <p:attrName>ppt_y</p:attrName>
                                        </p:attrNameLst>
                                      </p:cBhvr>
                                      <p:tavLst>
                                        <p:tav tm="0">
                                          <p:val>
                                            <p:strVal val="1+#ppt_h/2"/>
                                          </p:val>
                                        </p:tav>
                                        <p:tav tm="100000">
                                          <p:val>
                                            <p:strVal val="#ppt_y"/>
                                          </p:val>
                                        </p:tav>
                                      </p:tavLst>
                                    </p:anim>
                                  </p:childTnLst>
                                </p:cTn>
                              </p:par>
                            </p:childTnLst>
                          </p:cTn>
                        </p:par>
                        <p:par>
                          <p:cTn id="20" fill="hold">
                            <p:stCondLst>
                              <p:cond delay="1500"/>
                            </p:stCondLst>
                            <p:childTnLst>
                              <p:par>
                                <p:cTn id="21" presetID="10" presetClass="entr" presetSubtype="0" fill="hold" grpId="0" nodeType="afterEffect">
                                  <p:stCondLst>
                                    <p:cond delay="0"/>
                                  </p:stCondLst>
                                  <p:childTnLst>
                                    <p:set>
                                      <p:cBhvr>
                                        <p:cTn id="22" dur="1" fill="hold">
                                          <p:stCondLst>
                                            <p:cond delay="0"/>
                                          </p:stCondLst>
                                        </p:cTn>
                                        <p:tgtEl>
                                          <p:spTgt spid="46"/>
                                        </p:tgtEl>
                                        <p:attrNameLst>
                                          <p:attrName>style.visibility</p:attrName>
                                        </p:attrNameLst>
                                      </p:cBhvr>
                                      <p:to>
                                        <p:strVal val="visible"/>
                                      </p:to>
                                    </p:set>
                                    <p:animEffect transition="in" filter="fade">
                                      <p:cBhvr>
                                        <p:cTn id="23" dur="500"/>
                                        <p:tgtEl>
                                          <p:spTgt spid="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6" grpId="0"/>
      <p:bldP spid="46" grpId="0"/>
    </p:bld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 name="Text Placeholder 2"/>
          <p:cNvSpPr txBox="1">
            <a:spLocks/>
          </p:cNvSpPr>
          <p:nvPr/>
        </p:nvSpPr>
        <p:spPr>
          <a:xfrm>
            <a:off x="479424" y="285329"/>
            <a:ext cx="9674225" cy="974672"/>
          </a:xfrm>
          <a:prstGeom prst="rect">
            <a:avLst/>
          </a:prstGeom>
        </p:spPr>
        <p:txBody>
          <a:bodyPr>
            <a:noAutofit/>
          </a:bodyPr>
          <a:lstStyle>
            <a:lvl1pPr marL="0" indent="0" algn="l" defTabSz="914400" rtl="0" eaLnBrk="1" latinLnBrk="0" hangingPunct="1">
              <a:lnSpc>
                <a:spcPct val="90000"/>
              </a:lnSpc>
              <a:spcBef>
                <a:spcPts val="1000"/>
              </a:spcBef>
              <a:buFontTx/>
              <a:buNone/>
              <a:defRPr sz="1600" kern="1200">
                <a:solidFill>
                  <a:schemeClr val="tx1"/>
                </a:solidFill>
                <a:latin typeface="+mn-lt"/>
                <a:ea typeface="+mn-ea"/>
                <a:cs typeface="+mn-cs"/>
              </a:defRPr>
            </a:lvl1pPr>
            <a:lvl2pPr marL="457200" indent="0" algn="l" defTabSz="914400" rtl="0" eaLnBrk="1" latinLnBrk="0" hangingPunct="1">
              <a:lnSpc>
                <a:spcPct val="90000"/>
              </a:lnSpc>
              <a:spcBef>
                <a:spcPts val="500"/>
              </a:spcBef>
              <a:buFontTx/>
              <a:buNone/>
              <a:defRPr sz="14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Tx/>
              <a:buNone/>
              <a:defRPr sz="12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Tx/>
              <a:buNone/>
              <a:defRPr sz="11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Tx/>
              <a:buNone/>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r" rtl="1" fontAlgn="auto">
              <a:spcAft>
                <a:spcPts val="0"/>
              </a:spcAft>
            </a:pPr>
            <a:r>
              <a:rPr lang="ar-SA" sz="4000" b="1" u="sng" dirty="0">
                <a:solidFill>
                  <a:prstClr val="black"/>
                </a:solidFill>
              </a:rPr>
              <a:t> </a:t>
            </a:r>
            <a:r>
              <a:rPr lang="ar-SA" sz="4000" b="1" u="sng" dirty="0" smtClean="0">
                <a:solidFill>
                  <a:prstClr val="black"/>
                </a:solidFill>
              </a:rPr>
              <a:t>5-</a:t>
            </a:r>
            <a:r>
              <a:rPr lang="ar-SA" sz="4000" b="1" u="sng" dirty="0">
                <a:solidFill>
                  <a:prstClr val="black"/>
                </a:solidFill>
              </a:rPr>
              <a:t>	لماذا نحتاج تعليم تفاعلي تكنولوجي؟</a:t>
            </a:r>
          </a:p>
        </p:txBody>
      </p:sp>
      <p:pic>
        <p:nvPicPr>
          <p:cNvPr id="91" name="Picture 90"/>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1539349" y="-263"/>
            <a:ext cx="732103" cy="644688"/>
          </a:xfrm>
          <a:prstGeom prst="rect">
            <a:avLst/>
          </a:prstGeom>
        </p:spPr>
      </p:pic>
      <p:grpSp>
        <p:nvGrpSpPr>
          <p:cNvPr id="16" name="Group 15"/>
          <p:cNvGrpSpPr/>
          <p:nvPr/>
        </p:nvGrpSpPr>
        <p:grpSpPr>
          <a:xfrm>
            <a:off x="9098686" y="1730638"/>
            <a:ext cx="1293649" cy="4252686"/>
            <a:chOff x="7897842" y="1905789"/>
            <a:chExt cx="1293649" cy="4252686"/>
          </a:xfrm>
        </p:grpSpPr>
        <p:sp>
          <p:nvSpPr>
            <p:cNvPr id="17" name="Freeform 16"/>
            <p:cNvSpPr>
              <a:spLocks/>
            </p:cNvSpPr>
            <p:nvPr/>
          </p:nvSpPr>
          <p:spPr bwMode="auto">
            <a:xfrm>
              <a:off x="8544666" y="1920659"/>
              <a:ext cx="646825" cy="4237816"/>
            </a:xfrm>
            <a:custGeom>
              <a:avLst/>
              <a:gdLst>
                <a:gd name="connsiteX0" fmla="*/ 498130 w 646825"/>
                <a:gd name="connsiteY0" fmla="*/ 907041 h 4237816"/>
                <a:gd name="connsiteX1" fmla="*/ 483260 w 646825"/>
                <a:gd name="connsiteY1" fmla="*/ 936780 h 4237816"/>
                <a:gd name="connsiteX2" fmla="*/ 468391 w 646825"/>
                <a:gd name="connsiteY2" fmla="*/ 981389 h 4237816"/>
                <a:gd name="connsiteX3" fmla="*/ 455872 w 646825"/>
                <a:gd name="connsiteY3" fmla="*/ 1031477 h 4237816"/>
                <a:gd name="connsiteX4" fmla="*/ 453521 w 646825"/>
                <a:gd name="connsiteY4" fmla="*/ 1085476 h 4237816"/>
                <a:gd name="connsiteX5" fmla="*/ 438652 w 646825"/>
                <a:gd name="connsiteY5" fmla="*/ 1085476 h 4237816"/>
                <a:gd name="connsiteX6" fmla="*/ 423782 w 646825"/>
                <a:gd name="connsiteY6" fmla="*/ 1144954 h 4237816"/>
                <a:gd name="connsiteX7" fmla="*/ 394043 w 646825"/>
                <a:gd name="connsiteY7" fmla="*/ 1234171 h 4237816"/>
                <a:gd name="connsiteX8" fmla="*/ 364304 w 646825"/>
                <a:gd name="connsiteY8" fmla="*/ 1353127 h 4237816"/>
                <a:gd name="connsiteX9" fmla="*/ 394043 w 646825"/>
                <a:gd name="connsiteY9" fmla="*/ 1724865 h 4237816"/>
                <a:gd name="connsiteX10" fmla="*/ 394043 w 646825"/>
                <a:gd name="connsiteY10" fmla="*/ 2066865 h 4237816"/>
                <a:gd name="connsiteX11" fmla="*/ 408912 w 646825"/>
                <a:gd name="connsiteY11" fmla="*/ 2081734 h 4237816"/>
                <a:gd name="connsiteX12" fmla="*/ 423782 w 646825"/>
                <a:gd name="connsiteY12" fmla="*/ 2126343 h 4237816"/>
                <a:gd name="connsiteX13" fmla="*/ 438652 w 646825"/>
                <a:gd name="connsiteY13" fmla="*/ 1784343 h 4237816"/>
                <a:gd name="connsiteX14" fmla="*/ 319695 w 646825"/>
                <a:gd name="connsiteY14" fmla="*/ 728607 h 4237816"/>
                <a:gd name="connsiteX15" fmla="*/ 334565 w 646825"/>
                <a:gd name="connsiteY15" fmla="*/ 788085 h 4237816"/>
                <a:gd name="connsiteX16" fmla="*/ 349434 w 646825"/>
                <a:gd name="connsiteY16" fmla="*/ 788085 h 4237816"/>
                <a:gd name="connsiteX17" fmla="*/ 334565 w 646825"/>
                <a:gd name="connsiteY17" fmla="*/ 802954 h 4237816"/>
                <a:gd name="connsiteX18" fmla="*/ 289956 w 646825"/>
                <a:gd name="connsiteY18" fmla="*/ 802954 h 4237816"/>
                <a:gd name="connsiteX19" fmla="*/ 319695 w 646825"/>
                <a:gd name="connsiteY19" fmla="*/ 847563 h 4237816"/>
                <a:gd name="connsiteX20" fmla="*/ 364304 w 646825"/>
                <a:gd name="connsiteY20" fmla="*/ 892172 h 4237816"/>
                <a:gd name="connsiteX21" fmla="*/ 304826 w 646825"/>
                <a:gd name="connsiteY21" fmla="*/ 966519 h 4237816"/>
                <a:gd name="connsiteX22" fmla="*/ 141261 w 646825"/>
                <a:gd name="connsiteY22" fmla="*/ 1204432 h 4237816"/>
                <a:gd name="connsiteX23" fmla="*/ 185870 w 646825"/>
                <a:gd name="connsiteY23" fmla="*/ 1159823 h 4237816"/>
                <a:gd name="connsiteX24" fmla="*/ 275087 w 646825"/>
                <a:gd name="connsiteY24" fmla="*/ 1070606 h 4237816"/>
                <a:gd name="connsiteX25" fmla="*/ 394043 w 646825"/>
                <a:gd name="connsiteY25" fmla="*/ 921911 h 4237816"/>
                <a:gd name="connsiteX26" fmla="*/ 364304 w 646825"/>
                <a:gd name="connsiteY26" fmla="*/ 832693 h 4237816"/>
                <a:gd name="connsiteX27" fmla="*/ 394043 w 646825"/>
                <a:gd name="connsiteY27" fmla="*/ 788085 h 4237816"/>
                <a:gd name="connsiteX28" fmla="*/ 349434 w 646825"/>
                <a:gd name="connsiteY28" fmla="*/ 743476 h 4237816"/>
                <a:gd name="connsiteX29" fmla="*/ 141261 w 646825"/>
                <a:gd name="connsiteY29" fmla="*/ 594781 h 4237816"/>
                <a:gd name="connsiteX30" fmla="*/ 126392 w 646825"/>
                <a:gd name="connsiteY30" fmla="*/ 624520 h 4237816"/>
                <a:gd name="connsiteX31" fmla="*/ 81783 w 646825"/>
                <a:gd name="connsiteY31" fmla="*/ 654259 h 4237816"/>
                <a:gd name="connsiteX32" fmla="*/ 37174 w 646825"/>
                <a:gd name="connsiteY32" fmla="*/ 698868 h 4237816"/>
                <a:gd name="connsiteX33" fmla="*/ 96652 w 646825"/>
                <a:gd name="connsiteY33" fmla="*/ 788085 h 4237816"/>
                <a:gd name="connsiteX34" fmla="*/ 66913 w 646825"/>
                <a:gd name="connsiteY34" fmla="*/ 1293649 h 4237816"/>
                <a:gd name="connsiteX35" fmla="*/ 96652 w 646825"/>
                <a:gd name="connsiteY35" fmla="*/ 1501822 h 4237816"/>
                <a:gd name="connsiteX36" fmla="*/ 126392 w 646825"/>
                <a:gd name="connsiteY36" fmla="*/ 1739735 h 4237816"/>
                <a:gd name="connsiteX37" fmla="*/ 126392 w 646825"/>
                <a:gd name="connsiteY37" fmla="*/ 1799213 h 4237816"/>
                <a:gd name="connsiteX38" fmla="*/ 185870 w 646825"/>
                <a:gd name="connsiteY38" fmla="*/ 2215560 h 4237816"/>
                <a:gd name="connsiteX39" fmla="*/ 275087 w 646825"/>
                <a:gd name="connsiteY39" fmla="*/ 2334516 h 4237816"/>
                <a:gd name="connsiteX40" fmla="*/ 245348 w 646825"/>
                <a:gd name="connsiteY40" fmla="*/ 2230429 h 4237816"/>
                <a:gd name="connsiteX41" fmla="*/ 200739 w 646825"/>
                <a:gd name="connsiteY41" fmla="*/ 2037126 h 4237816"/>
                <a:gd name="connsiteX42" fmla="*/ 171000 w 646825"/>
                <a:gd name="connsiteY42" fmla="*/ 1769474 h 4237816"/>
                <a:gd name="connsiteX43" fmla="*/ 156131 w 646825"/>
                <a:gd name="connsiteY43" fmla="*/ 1650518 h 4237816"/>
                <a:gd name="connsiteX44" fmla="*/ 141261 w 646825"/>
                <a:gd name="connsiteY44" fmla="*/ 1472083 h 4237816"/>
                <a:gd name="connsiteX45" fmla="*/ 111522 w 646825"/>
                <a:gd name="connsiteY45" fmla="*/ 1308518 h 4237816"/>
                <a:gd name="connsiteX46" fmla="*/ 111522 w 646825"/>
                <a:gd name="connsiteY46" fmla="*/ 1144954 h 4237816"/>
                <a:gd name="connsiteX47" fmla="*/ 111522 w 646825"/>
                <a:gd name="connsiteY47" fmla="*/ 907041 h 4237816"/>
                <a:gd name="connsiteX48" fmla="*/ 0 w 646825"/>
                <a:gd name="connsiteY48" fmla="*/ 0 h 4237816"/>
                <a:gd name="connsiteX49" fmla="*/ 7435 w 646825"/>
                <a:gd name="connsiteY49" fmla="*/ 0 h 4237816"/>
                <a:gd name="connsiteX50" fmla="*/ 52044 w 646825"/>
                <a:gd name="connsiteY50" fmla="*/ 29739 h 4237816"/>
                <a:gd name="connsiteX51" fmla="*/ 111522 w 646825"/>
                <a:gd name="connsiteY51" fmla="*/ 89217 h 4237816"/>
                <a:gd name="connsiteX52" fmla="*/ 141261 w 646825"/>
                <a:gd name="connsiteY52" fmla="*/ 237912 h 4237816"/>
                <a:gd name="connsiteX53" fmla="*/ 141261 w 646825"/>
                <a:gd name="connsiteY53" fmla="*/ 282521 h 4237816"/>
                <a:gd name="connsiteX54" fmla="*/ 156131 w 646825"/>
                <a:gd name="connsiteY54" fmla="*/ 282521 h 4237816"/>
                <a:gd name="connsiteX55" fmla="*/ 156131 w 646825"/>
                <a:gd name="connsiteY55" fmla="*/ 297390 h 4237816"/>
                <a:gd name="connsiteX56" fmla="*/ 156131 w 646825"/>
                <a:gd name="connsiteY56" fmla="*/ 356868 h 4237816"/>
                <a:gd name="connsiteX57" fmla="*/ 156131 w 646825"/>
                <a:gd name="connsiteY57" fmla="*/ 401477 h 4237816"/>
                <a:gd name="connsiteX58" fmla="*/ 141261 w 646825"/>
                <a:gd name="connsiteY58" fmla="*/ 416347 h 4237816"/>
                <a:gd name="connsiteX59" fmla="*/ 111522 w 646825"/>
                <a:gd name="connsiteY59" fmla="*/ 431216 h 4237816"/>
                <a:gd name="connsiteX60" fmla="*/ 111522 w 646825"/>
                <a:gd name="connsiteY60" fmla="*/ 490694 h 4237816"/>
                <a:gd name="connsiteX61" fmla="*/ 111522 w 646825"/>
                <a:gd name="connsiteY61" fmla="*/ 550172 h 4237816"/>
                <a:gd name="connsiteX62" fmla="*/ 141261 w 646825"/>
                <a:gd name="connsiteY62" fmla="*/ 565042 h 4237816"/>
                <a:gd name="connsiteX63" fmla="*/ 275087 w 646825"/>
                <a:gd name="connsiteY63" fmla="*/ 669129 h 4237816"/>
                <a:gd name="connsiteX64" fmla="*/ 364304 w 646825"/>
                <a:gd name="connsiteY64" fmla="*/ 698868 h 4237816"/>
                <a:gd name="connsiteX65" fmla="*/ 468391 w 646825"/>
                <a:gd name="connsiteY65" fmla="*/ 743476 h 4237816"/>
                <a:gd name="connsiteX66" fmla="*/ 572477 w 646825"/>
                <a:gd name="connsiteY66" fmla="*/ 788085 h 4237816"/>
                <a:gd name="connsiteX67" fmla="*/ 572477 w 646825"/>
                <a:gd name="connsiteY67" fmla="*/ 1011128 h 4237816"/>
                <a:gd name="connsiteX68" fmla="*/ 602216 w 646825"/>
                <a:gd name="connsiteY68" fmla="*/ 1040867 h 4237816"/>
                <a:gd name="connsiteX69" fmla="*/ 617086 w 646825"/>
                <a:gd name="connsiteY69" fmla="*/ 1353127 h 4237816"/>
                <a:gd name="connsiteX70" fmla="*/ 646825 w 646825"/>
                <a:gd name="connsiteY70" fmla="*/ 1665387 h 4237816"/>
                <a:gd name="connsiteX71" fmla="*/ 646825 w 646825"/>
                <a:gd name="connsiteY71" fmla="*/ 2170951 h 4237816"/>
                <a:gd name="connsiteX72" fmla="*/ 602216 w 646825"/>
                <a:gd name="connsiteY72" fmla="*/ 2170951 h 4237816"/>
                <a:gd name="connsiteX73" fmla="*/ 557608 w 646825"/>
                <a:gd name="connsiteY73" fmla="*/ 2215560 h 4237816"/>
                <a:gd name="connsiteX74" fmla="*/ 557608 w 646825"/>
                <a:gd name="connsiteY74" fmla="*/ 2260168 h 4237816"/>
                <a:gd name="connsiteX75" fmla="*/ 542738 w 646825"/>
                <a:gd name="connsiteY75" fmla="*/ 2304777 h 4237816"/>
                <a:gd name="connsiteX76" fmla="*/ 527869 w 646825"/>
                <a:gd name="connsiteY76" fmla="*/ 2334516 h 4237816"/>
                <a:gd name="connsiteX77" fmla="*/ 498130 w 646825"/>
                <a:gd name="connsiteY77" fmla="*/ 2379125 h 4237816"/>
                <a:gd name="connsiteX78" fmla="*/ 468391 w 646825"/>
                <a:gd name="connsiteY78" fmla="*/ 2393994 h 4237816"/>
                <a:gd name="connsiteX79" fmla="*/ 438652 w 646825"/>
                <a:gd name="connsiteY79" fmla="*/ 2393994 h 4237816"/>
                <a:gd name="connsiteX80" fmla="*/ 394043 w 646825"/>
                <a:gd name="connsiteY80" fmla="*/ 2393994 h 4237816"/>
                <a:gd name="connsiteX81" fmla="*/ 349434 w 646825"/>
                <a:gd name="connsiteY81" fmla="*/ 2453472 h 4237816"/>
                <a:gd name="connsiteX82" fmla="*/ 349434 w 646825"/>
                <a:gd name="connsiteY82" fmla="*/ 2617037 h 4237816"/>
                <a:gd name="connsiteX83" fmla="*/ 304826 w 646825"/>
                <a:gd name="connsiteY83" fmla="*/ 2914428 h 4237816"/>
                <a:gd name="connsiteX84" fmla="*/ 260217 w 646825"/>
                <a:gd name="connsiteY84" fmla="*/ 3315905 h 4237816"/>
                <a:gd name="connsiteX85" fmla="*/ 245348 w 646825"/>
                <a:gd name="connsiteY85" fmla="*/ 3330775 h 4237816"/>
                <a:gd name="connsiteX86" fmla="*/ 230478 w 646825"/>
                <a:gd name="connsiteY86" fmla="*/ 3419992 h 4237816"/>
                <a:gd name="connsiteX87" fmla="*/ 215609 w 646825"/>
                <a:gd name="connsiteY87" fmla="*/ 3613296 h 4237816"/>
                <a:gd name="connsiteX88" fmla="*/ 200739 w 646825"/>
                <a:gd name="connsiteY88" fmla="*/ 3866078 h 4237816"/>
                <a:gd name="connsiteX89" fmla="*/ 141261 w 646825"/>
                <a:gd name="connsiteY89" fmla="*/ 4059382 h 4237816"/>
                <a:gd name="connsiteX90" fmla="*/ 96652 w 646825"/>
                <a:gd name="connsiteY90" fmla="*/ 4089121 h 4237816"/>
                <a:gd name="connsiteX91" fmla="*/ 126392 w 646825"/>
                <a:gd name="connsiteY91" fmla="*/ 4193208 h 4237816"/>
                <a:gd name="connsiteX92" fmla="*/ 66913 w 646825"/>
                <a:gd name="connsiteY92" fmla="*/ 4237816 h 4237816"/>
                <a:gd name="connsiteX93" fmla="*/ 0 w 646825"/>
                <a:gd name="connsiteY93" fmla="*/ 4237816 h 4237816"/>
                <a:gd name="connsiteX94" fmla="*/ 0 w 646825"/>
                <a:gd name="connsiteY94" fmla="*/ 2743429 h 4237816"/>
                <a:gd name="connsiteX95" fmla="*/ 7435 w 646825"/>
                <a:gd name="connsiteY95" fmla="*/ 2721124 h 4237816"/>
                <a:gd name="connsiteX96" fmla="*/ 22305 w 646825"/>
                <a:gd name="connsiteY96" fmla="*/ 2631907 h 4237816"/>
                <a:gd name="connsiteX97" fmla="*/ 22305 w 646825"/>
                <a:gd name="connsiteY97" fmla="*/ 2527820 h 4237816"/>
                <a:gd name="connsiteX98" fmla="*/ 7435 w 646825"/>
                <a:gd name="connsiteY98" fmla="*/ 2349386 h 4237816"/>
                <a:gd name="connsiteX99" fmla="*/ 7435 w 646825"/>
                <a:gd name="connsiteY99" fmla="*/ 2304777 h 4237816"/>
                <a:gd name="connsiteX100" fmla="*/ 22305 w 646825"/>
                <a:gd name="connsiteY100" fmla="*/ 2289908 h 4237816"/>
                <a:gd name="connsiteX101" fmla="*/ 52044 w 646825"/>
                <a:gd name="connsiteY101" fmla="*/ 2260168 h 4237816"/>
                <a:gd name="connsiteX102" fmla="*/ 81783 w 646825"/>
                <a:gd name="connsiteY102" fmla="*/ 2245299 h 4237816"/>
                <a:gd name="connsiteX103" fmla="*/ 96652 w 646825"/>
                <a:gd name="connsiteY103" fmla="*/ 2260168 h 4237816"/>
                <a:gd name="connsiteX104" fmla="*/ 171000 w 646825"/>
                <a:gd name="connsiteY104" fmla="*/ 2260168 h 4237816"/>
                <a:gd name="connsiteX105" fmla="*/ 171000 w 646825"/>
                <a:gd name="connsiteY105" fmla="*/ 2230429 h 4237816"/>
                <a:gd name="connsiteX106" fmla="*/ 156131 w 646825"/>
                <a:gd name="connsiteY106" fmla="*/ 2215560 h 4237816"/>
                <a:gd name="connsiteX107" fmla="*/ 126392 w 646825"/>
                <a:gd name="connsiteY107" fmla="*/ 2200690 h 4237816"/>
                <a:gd name="connsiteX108" fmla="*/ 37174 w 646825"/>
                <a:gd name="connsiteY108" fmla="*/ 2230429 h 4237816"/>
                <a:gd name="connsiteX109" fmla="*/ 0 w 646825"/>
                <a:gd name="connsiteY109" fmla="*/ 2249016 h 4237816"/>
                <a:gd name="connsiteX110" fmla="*/ 0 w 646825"/>
                <a:gd name="connsiteY110" fmla="*/ 669129 h 4237816"/>
                <a:gd name="connsiteX111" fmla="*/ 7435 w 646825"/>
                <a:gd name="connsiteY111" fmla="*/ 669129 h 4237816"/>
                <a:gd name="connsiteX112" fmla="*/ 37174 w 646825"/>
                <a:gd name="connsiteY112" fmla="*/ 639390 h 4237816"/>
                <a:gd name="connsiteX113" fmla="*/ 66913 w 646825"/>
                <a:gd name="connsiteY113" fmla="*/ 609650 h 4237816"/>
                <a:gd name="connsiteX114" fmla="*/ 96652 w 646825"/>
                <a:gd name="connsiteY114" fmla="*/ 579911 h 4237816"/>
                <a:gd name="connsiteX115" fmla="*/ 66913 w 646825"/>
                <a:gd name="connsiteY115" fmla="*/ 535303 h 4237816"/>
                <a:gd name="connsiteX116" fmla="*/ 52044 w 646825"/>
                <a:gd name="connsiteY116" fmla="*/ 565042 h 4237816"/>
                <a:gd name="connsiteX117" fmla="*/ 22305 w 646825"/>
                <a:gd name="connsiteY117" fmla="*/ 594781 h 4237816"/>
                <a:gd name="connsiteX118" fmla="*/ 0 w 646825"/>
                <a:gd name="connsiteY118" fmla="*/ 605933 h 4237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646825" h="4237816">
                  <a:moveTo>
                    <a:pt x="498130" y="907041"/>
                  </a:moveTo>
                  <a:lnTo>
                    <a:pt x="483260" y="936780"/>
                  </a:lnTo>
                  <a:lnTo>
                    <a:pt x="468391" y="981389"/>
                  </a:lnTo>
                  <a:lnTo>
                    <a:pt x="455872" y="1031477"/>
                  </a:lnTo>
                  <a:lnTo>
                    <a:pt x="453521" y="1085476"/>
                  </a:lnTo>
                  <a:lnTo>
                    <a:pt x="438652" y="1085476"/>
                  </a:lnTo>
                  <a:lnTo>
                    <a:pt x="423782" y="1144954"/>
                  </a:lnTo>
                  <a:lnTo>
                    <a:pt x="394043" y="1234171"/>
                  </a:lnTo>
                  <a:lnTo>
                    <a:pt x="364304" y="1353127"/>
                  </a:lnTo>
                  <a:lnTo>
                    <a:pt x="394043" y="1724865"/>
                  </a:lnTo>
                  <a:lnTo>
                    <a:pt x="394043" y="2066865"/>
                  </a:lnTo>
                  <a:lnTo>
                    <a:pt x="408912" y="2081734"/>
                  </a:lnTo>
                  <a:lnTo>
                    <a:pt x="423782" y="2126343"/>
                  </a:lnTo>
                  <a:lnTo>
                    <a:pt x="438652" y="1784343"/>
                  </a:lnTo>
                  <a:close/>
                  <a:moveTo>
                    <a:pt x="319695" y="728607"/>
                  </a:moveTo>
                  <a:lnTo>
                    <a:pt x="334565" y="788085"/>
                  </a:lnTo>
                  <a:lnTo>
                    <a:pt x="349434" y="788085"/>
                  </a:lnTo>
                  <a:lnTo>
                    <a:pt x="334565" y="802954"/>
                  </a:lnTo>
                  <a:lnTo>
                    <a:pt x="289956" y="802954"/>
                  </a:lnTo>
                  <a:lnTo>
                    <a:pt x="319695" y="847563"/>
                  </a:lnTo>
                  <a:lnTo>
                    <a:pt x="364304" y="892172"/>
                  </a:lnTo>
                  <a:lnTo>
                    <a:pt x="304826" y="966519"/>
                  </a:lnTo>
                  <a:lnTo>
                    <a:pt x="141261" y="1204432"/>
                  </a:lnTo>
                  <a:lnTo>
                    <a:pt x="185870" y="1159823"/>
                  </a:lnTo>
                  <a:lnTo>
                    <a:pt x="275087" y="1070606"/>
                  </a:lnTo>
                  <a:lnTo>
                    <a:pt x="394043" y="921911"/>
                  </a:lnTo>
                  <a:lnTo>
                    <a:pt x="364304" y="832693"/>
                  </a:lnTo>
                  <a:lnTo>
                    <a:pt x="394043" y="788085"/>
                  </a:lnTo>
                  <a:lnTo>
                    <a:pt x="349434" y="743476"/>
                  </a:lnTo>
                  <a:close/>
                  <a:moveTo>
                    <a:pt x="141261" y="594781"/>
                  </a:moveTo>
                  <a:lnTo>
                    <a:pt x="126392" y="624520"/>
                  </a:lnTo>
                  <a:lnTo>
                    <a:pt x="81783" y="654259"/>
                  </a:lnTo>
                  <a:lnTo>
                    <a:pt x="37174" y="698868"/>
                  </a:lnTo>
                  <a:lnTo>
                    <a:pt x="96652" y="788085"/>
                  </a:lnTo>
                  <a:lnTo>
                    <a:pt x="66913" y="1293649"/>
                  </a:lnTo>
                  <a:lnTo>
                    <a:pt x="96652" y="1501822"/>
                  </a:lnTo>
                  <a:lnTo>
                    <a:pt x="126392" y="1739735"/>
                  </a:lnTo>
                  <a:lnTo>
                    <a:pt x="126392" y="1799213"/>
                  </a:lnTo>
                  <a:lnTo>
                    <a:pt x="185870" y="2215560"/>
                  </a:lnTo>
                  <a:lnTo>
                    <a:pt x="275087" y="2334516"/>
                  </a:lnTo>
                  <a:lnTo>
                    <a:pt x="245348" y="2230429"/>
                  </a:lnTo>
                  <a:lnTo>
                    <a:pt x="200739" y="2037126"/>
                  </a:lnTo>
                  <a:lnTo>
                    <a:pt x="171000" y="1769474"/>
                  </a:lnTo>
                  <a:lnTo>
                    <a:pt x="156131" y="1650518"/>
                  </a:lnTo>
                  <a:lnTo>
                    <a:pt x="141261" y="1472083"/>
                  </a:lnTo>
                  <a:lnTo>
                    <a:pt x="111522" y="1308518"/>
                  </a:lnTo>
                  <a:lnTo>
                    <a:pt x="111522" y="1144954"/>
                  </a:lnTo>
                  <a:lnTo>
                    <a:pt x="111522" y="907041"/>
                  </a:lnTo>
                  <a:close/>
                  <a:moveTo>
                    <a:pt x="0" y="0"/>
                  </a:moveTo>
                  <a:lnTo>
                    <a:pt x="7435" y="0"/>
                  </a:lnTo>
                  <a:lnTo>
                    <a:pt x="52044" y="29739"/>
                  </a:lnTo>
                  <a:lnTo>
                    <a:pt x="111522" y="89217"/>
                  </a:lnTo>
                  <a:lnTo>
                    <a:pt x="141261" y="237912"/>
                  </a:lnTo>
                  <a:lnTo>
                    <a:pt x="141261" y="282521"/>
                  </a:lnTo>
                  <a:lnTo>
                    <a:pt x="156131" y="282521"/>
                  </a:lnTo>
                  <a:lnTo>
                    <a:pt x="156131" y="297390"/>
                  </a:lnTo>
                  <a:lnTo>
                    <a:pt x="156131" y="356868"/>
                  </a:lnTo>
                  <a:lnTo>
                    <a:pt x="156131" y="401477"/>
                  </a:lnTo>
                  <a:lnTo>
                    <a:pt x="141261" y="416347"/>
                  </a:lnTo>
                  <a:lnTo>
                    <a:pt x="111522" y="431216"/>
                  </a:lnTo>
                  <a:lnTo>
                    <a:pt x="111522" y="490694"/>
                  </a:lnTo>
                  <a:lnTo>
                    <a:pt x="111522" y="550172"/>
                  </a:lnTo>
                  <a:lnTo>
                    <a:pt x="141261" y="565042"/>
                  </a:lnTo>
                  <a:lnTo>
                    <a:pt x="275087" y="669129"/>
                  </a:lnTo>
                  <a:lnTo>
                    <a:pt x="364304" y="698868"/>
                  </a:lnTo>
                  <a:lnTo>
                    <a:pt x="468391" y="743476"/>
                  </a:lnTo>
                  <a:lnTo>
                    <a:pt x="572477" y="788085"/>
                  </a:lnTo>
                  <a:lnTo>
                    <a:pt x="572477" y="1011128"/>
                  </a:lnTo>
                  <a:lnTo>
                    <a:pt x="602216" y="1040867"/>
                  </a:lnTo>
                  <a:lnTo>
                    <a:pt x="617086" y="1353127"/>
                  </a:lnTo>
                  <a:lnTo>
                    <a:pt x="646825" y="1665387"/>
                  </a:lnTo>
                  <a:lnTo>
                    <a:pt x="646825" y="2170951"/>
                  </a:lnTo>
                  <a:lnTo>
                    <a:pt x="602216" y="2170951"/>
                  </a:lnTo>
                  <a:lnTo>
                    <a:pt x="557608" y="2215560"/>
                  </a:lnTo>
                  <a:lnTo>
                    <a:pt x="557608" y="2260168"/>
                  </a:lnTo>
                  <a:lnTo>
                    <a:pt x="542738" y="2304777"/>
                  </a:lnTo>
                  <a:lnTo>
                    <a:pt x="527869" y="2334516"/>
                  </a:lnTo>
                  <a:lnTo>
                    <a:pt x="498130" y="2379125"/>
                  </a:lnTo>
                  <a:lnTo>
                    <a:pt x="468391" y="2393994"/>
                  </a:lnTo>
                  <a:lnTo>
                    <a:pt x="438652" y="2393994"/>
                  </a:lnTo>
                  <a:lnTo>
                    <a:pt x="394043" y="2393994"/>
                  </a:lnTo>
                  <a:lnTo>
                    <a:pt x="349434" y="2453472"/>
                  </a:lnTo>
                  <a:lnTo>
                    <a:pt x="349434" y="2617037"/>
                  </a:lnTo>
                  <a:lnTo>
                    <a:pt x="304826" y="2914428"/>
                  </a:lnTo>
                  <a:lnTo>
                    <a:pt x="260217" y="3315905"/>
                  </a:lnTo>
                  <a:lnTo>
                    <a:pt x="245348" y="3330775"/>
                  </a:lnTo>
                  <a:lnTo>
                    <a:pt x="230478" y="3419992"/>
                  </a:lnTo>
                  <a:lnTo>
                    <a:pt x="215609" y="3613296"/>
                  </a:lnTo>
                  <a:lnTo>
                    <a:pt x="200739" y="3866078"/>
                  </a:lnTo>
                  <a:lnTo>
                    <a:pt x="141261" y="4059382"/>
                  </a:lnTo>
                  <a:lnTo>
                    <a:pt x="96652" y="4089121"/>
                  </a:lnTo>
                  <a:lnTo>
                    <a:pt x="126392" y="4193208"/>
                  </a:lnTo>
                  <a:lnTo>
                    <a:pt x="66913" y="4237816"/>
                  </a:lnTo>
                  <a:lnTo>
                    <a:pt x="0" y="4237816"/>
                  </a:lnTo>
                  <a:lnTo>
                    <a:pt x="0" y="2743429"/>
                  </a:lnTo>
                  <a:lnTo>
                    <a:pt x="7435" y="2721124"/>
                  </a:lnTo>
                  <a:lnTo>
                    <a:pt x="22305" y="2631907"/>
                  </a:lnTo>
                  <a:lnTo>
                    <a:pt x="22305" y="2527820"/>
                  </a:lnTo>
                  <a:lnTo>
                    <a:pt x="7435" y="2349386"/>
                  </a:lnTo>
                  <a:lnTo>
                    <a:pt x="7435" y="2304777"/>
                  </a:lnTo>
                  <a:lnTo>
                    <a:pt x="22305" y="2289908"/>
                  </a:lnTo>
                  <a:lnTo>
                    <a:pt x="52044" y="2260168"/>
                  </a:lnTo>
                  <a:lnTo>
                    <a:pt x="81783" y="2245299"/>
                  </a:lnTo>
                  <a:lnTo>
                    <a:pt x="96652" y="2260168"/>
                  </a:lnTo>
                  <a:lnTo>
                    <a:pt x="171000" y="2260168"/>
                  </a:lnTo>
                  <a:lnTo>
                    <a:pt x="171000" y="2230429"/>
                  </a:lnTo>
                  <a:lnTo>
                    <a:pt x="156131" y="2215560"/>
                  </a:lnTo>
                  <a:lnTo>
                    <a:pt x="126392" y="2200690"/>
                  </a:lnTo>
                  <a:lnTo>
                    <a:pt x="37174" y="2230429"/>
                  </a:lnTo>
                  <a:lnTo>
                    <a:pt x="0" y="2249016"/>
                  </a:lnTo>
                  <a:lnTo>
                    <a:pt x="0" y="669129"/>
                  </a:lnTo>
                  <a:lnTo>
                    <a:pt x="7435" y="669129"/>
                  </a:lnTo>
                  <a:lnTo>
                    <a:pt x="37174" y="639390"/>
                  </a:lnTo>
                  <a:lnTo>
                    <a:pt x="66913" y="609650"/>
                  </a:lnTo>
                  <a:lnTo>
                    <a:pt x="96652" y="579911"/>
                  </a:lnTo>
                  <a:lnTo>
                    <a:pt x="66913" y="535303"/>
                  </a:lnTo>
                  <a:lnTo>
                    <a:pt x="52044" y="565042"/>
                  </a:lnTo>
                  <a:lnTo>
                    <a:pt x="22305" y="594781"/>
                  </a:lnTo>
                  <a:lnTo>
                    <a:pt x="0" y="605933"/>
                  </a:lnTo>
                  <a:close/>
                </a:path>
              </a:pathLst>
            </a:custGeom>
            <a:solidFill>
              <a:schemeClr val="accent2"/>
            </a:solidFill>
            <a:ln>
              <a:noFill/>
            </a:ln>
          </p:spPr>
          <p:txBody>
            <a:bodyPr vert="horz" wrap="square" lIns="91440" tIns="45720" rIns="91440" bIns="45720" numCol="1" anchor="t" anchorCtr="0" compatLnSpc="1">
              <a:prstTxWarp prst="textNoShape">
                <a:avLst/>
              </a:prstTxWarp>
              <a:noAutofit/>
            </a:bodyPr>
            <a:lstStyle/>
            <a:p>
              <a:pPr fontAlgn="auto">
                <a:spcBef>
                  <a:spcPts val="0"/>
                </a:spcBef>
                <a:spcAft>
                  <a:spcPts val="0"/>
                </a:spcAft>
              </a:pPr>
              <a:endParaRPr lang="en-AU">
                <a:solidFill>
                  <a:prstClr val="black"/>
                </a:solidFill>
                <a:latin typeface="Roboto Lt"/>
                <a:cs typeface="+mn-cs"/>
              </a:endParaRPr>
            </a:p>
          </p:txBody>
        </p:sp>
        <p:sp>
          <p:nvSpPr>
            <p:cNvPr id="21" name="Freeform 20"/>
            <p:cNvSpPr>
              <a:spLocks/>
            </p:cNvSpPr>
            <p:nvPr/>
          </p:nvSpPr>
          <p:spPr bwMode="auto">
            <a:xfrm>
              <a:off x="7897842" y="1905789"/>
              <a:ext cx="646824" cy="4252686"/>
            </a:xfrm>
            <a:custGeom>
              <a:avLst/>
              <a:gdLst>
                <a:gd name="connsiteX0" fmla="*/ 208174 w 646824"/>
                <a:gd name="connsiteY0" fmla="*/ 1070606 h 4252686"/>
                <a:gd name="connsiteX1" fmla="*/ 193304 w 646824"/>
                <a:gd name="connsiteY1" fmla="*/ 1427475 h 4252686"/>
                <a:gd name="connsiteX2" fmla="*/ 133826 w 646824"/>
                <a:gd name="connsiteY2" fmla="*/ 1486953 h 4252686"/>
                <a:gd name="connsiteX3" fmla="*/ 193304 w 646824"/>
                <a:gd name="connsiteY3" fmla="*/ 1561301 h 4252686"/>
                <a:gd name="connsiteX4" fmla="*/ 208174 w 646824"/>
                <a:gd name="connsiteY4" fmla="*/ 1605910 h 4252686"/>
                <a:gd name="connsiteX5" fmla="*/ 223043 w 646824"/>
                <a:gd name="connsiteY5" fmla="*/ 1620779 h 4252686"/>
                <a:gd name="connsiteX6" fmla="*/ 223043 w 646824"/>
                <a:gd name="connsiteY6" fmla="*/ 1605910 h 4252686"/>
                <a:gd name="connsiteX7" fmla="*/ 237913 w 646824"/>
                <a:gd name="connsiteY7" fmla="*/ 1546431 h 4252686"/>
                <a:gd name="connsiteX8" fmla="*/ 237913 w 646824"/>
                <a:gd name="connsiteY8" fmla="*/ 1472084 h 4252686"/>
                <a:gd name="connsiteX9" fmla="*/ 223043 w 646824"/>
                <a:gd name="connsiteY9" fmla="*/ 1204432 h 4252686"/>
                <a:gd name="connsiteX10" fmla="*/ 446086 w 646824"/>
                <a:gd name="connsiteY10" fmla="*/ 654260 h 4252686"/>
                <a:gd name="connsiteX11" fmla="*/ 297391 w 646824"/>
                <a:gd name="connsiteY11" fmla="*/ 802955 h 4252686"/>
                <a:gd name="connsiteX12" fmla="*/ 371738 w 646824"/>
                <a:gd name="connsiteY12" fmla="*/ 847563 h 4252686"/>
                <a:gd name="connsiteX13" fmla="*/ 297391 w 646824"/>
                <a:gd name="connsiteY13" fmla="*/ 907042 h 4252686"/>
                <a:gd name="connsiteX14" fmla="*/ 401478 w 646824"/>
                <a:gd name="connsiteY14" fmla="*/ 1115215 h 4252686"/>
                <a:gd name="connsiteX15" fmla="*/ 505564 w 646824"/>
                <a:gd name="connsiteY15" fmla="*/ 1308519 h 4252686"/>
                <a:gd name="connsiteX16" fmla="*/ 490695 w 646824"/>
                <a:gd name="connsiteY16" fmla="*/ 1412606 h 4252686"/>
                <a:gd name="connsiteX17" fmla="*/ 475825 w 646824"/>
                <a:gd name="connsiteY17" fmla="*/ 1472084 h 4252686"/>
                <a:gd name="connsiteX18" fmla="*/ 446086 w 646824"/>
                <a:gd name="connsiteY18" fmla="*/ 1516692 h 4252686"/>
                <a:gd name="connsiteX19" fmla="*/ 446086 w 646824"/>
                <a:gd name="connsiteY19" fmla="*/ 1576171 h 4252686"/>
                <a:gd name="connsiteX20" fmla="*/ 446086 w 646824"/>
                <a:gd name="connsiteY20" fmla="*/ 1695127 h 4252686"/>
                <a:gd name="connsiteX21" fmla="*/ 446086 w 646824"/>
                <a:gd name="connsiteY21" fmla="*/ 1873561 h 4252686"/>
                <a:gd name="connsiteX22" fmla="*/ 416347 w 646824"/>
                <a:gd name="connsiteY22" fmla="*/ 1947909 h 4252686"/>
                <a:gd name="connsiteX23" fmla="*/ 401478 w 646824"/>
                <a:gd name="connsiteY23" fmla="*/ 2037126 h 4252686"/>
                <a:gd name="connsiteX24" fmla="*/ 401478 w 646824"/>
                <a:gd name="connsiteY24" fmla="*/ 2141213 h 4252686"/>
                <a:gd name="connsiteX25" fmla="*/ 386608 w 646824"/>
                <a:gd name="connsiteY25" fmla="*/ 2245299 h 4252686"/>
                <a:gd name="connsiteX26" fmla="*/ 297391 w 646824"/>
                <a:gd name="connsiteY26" fmla="*/ 2438603 h 4252686"/>
                <a:gd name="connsiteX27" fmla="*/ 356869 w 646824"/>
                <a:gd name="connsiteY27" fmla="*/ 2408864 h 4252686"/>
                <a:gd name="connsiteX28" fmla="*/ 371738 w 646824"/>
                <a:gd name="connsiteY28" fmla="*/ 2393995 h 4252686"/>
                <a:gd name="connsiteX29" fmla="*/ 386608 w 646824"/>
                <a:gd name="connsiteY29" fmla="*/ 2364256 h 4252686"/>
                <a:gd name="connsiteX30" fmla="*/ 416347 w 646824"/>
                <a:gd name="connsiteY30" fmla="*/ 2245299 h 4252686"/>
                <a:gd name="connsiteX31" fmla="*/ 475825 w 646824"/>
                <a:gd name="connsiteY31" fmla="*/ 1888431 h 4252686"/>
                <a:gd name="connsiteX32" fmla="*/ 520434 w 646824"/>
                <a:gd name="connsiteY32" fmla="*/ 1397736 h 4252686"/>
                <a:gd name="connsiteX33" fmla="*/ 565042 w 646824"/>
                <a:gd name="connsiteY33" fmla="*/ 817824 h 4252686"/>
                <a:gd name="connsiteX34" fmla="*/ 594781 w 646824"/>
                <a:gd name="connsiteY34" fmla="*/ 713738 h 4252686"/>
                <a:gd name="connsiteX35" fmla="*/ 520434 w 646824"/>
                <a:gd name="connsiteY35" fmla="*/ 669129 h 4252686"/>
                <a:gd name="connsiteX36" fmla="*/ 550173 w 646824"/>
                <a:gd name="connsiteY36" fmla="*/ 758346 h 4252686"/>
                <a:gd name="connsiteX37" fmla="*/ 535303 w 646824"/>
                <a:gd name="connsiteY37" fmla="*/ 847563 h 4252686"/>
                <a:gd name="connsiteX38" fmla="*/ 520434 w 646824"/>
                <a:gd name="connsiteY38" fmla="*/ 981389 h 4252686"/>
                <a:gd name="connsiteX39" fmla="*/ 520434 w 646824"/>
                <a:gd name="connsiteY39" fmla="*/ 1040867 h 4252686"/>
                <a:gd name="connsiteX40" fmla="*/ 520434 w 646824"/>
                <a:gd name="connsiteY40" fmla="*/ 1115215 h 4252686"/>
                <a:gd name="connsiteX41" fmla="*/ 505564 w 646824"/>
                <a:gd name="connsiteY41" fmla="*/ 1219302 h 4252686"/>
                <a:gd name="connsiteX42" fmla="*/ 431217 w 646824"/>
                <a:gd name="connsiteY42" fmla="*/ 1070606 h 4252686"/>
                <a:gd name="connsiteX43" fmla="*/ 356869 w 646824"/>
                <a:gd name="connsiteY43" fmla="*/ 921911 h 4252686"/>
                <a:gd name="connsiteX44" fmla="*/ 386608 w 646824"/>
                <a:gd name="connsiteY44" fmla="*/ 877303 h 4252686"/>
                <a:gd name="connsiteX45" fmla="*/ 416347 w 646824"/>
                <a:gd name="connsiteY45" fmla="*/ 847563 h 4252686"/>
                <a:gd name="connsiteX46" fmla="*/ 416347 w 646824"/>
                <a:gd name="connsiteY46" fmla="*/ 832694 h 4252686"/>
                <a:gd name="connsiteX47" fmla="*/ 386608 w 646824"/>
                <a:gd name="connsiteY47" fmla="*/ 802955 h 4252686"/>
                <a:gd name="connsiteX48" fmla="*/ 371738 w 646824"/>
                <a:gd name="connsiteY48" fmla="*/ 773216 h 4252686"/>
                <a:gd name="connsiteX49" fmla="*/ 520434 w 646824"/>
                <a:gd name="connsiteY49" fmla="*/ 0 h 4252686"/>
                <a:gd name="connsiteX50" fmla="*/ 550173 w 646824"/>
                <a:gd name="connsiteY50" fmla="*/ 0 h 4252686"/>
                <a:gd name="connsiteX51" fmla="*/ 609651 w 646824"/>
                <a:gd name="connsiteY51" fmla="*/ 14870 h 4252686"/>
                <a:gd name="connsiteX52" fmla="*/ 646824 w 646824"/>
                <a:gd name="connsiteY52" fmla="*/ 14870 h 4252686"/>
                <a:gd name="connsiteX53" fmla="*/ 646824 w 646824"/>
                <a:gd name="connsiteY53" fmla="*/ 620803 h 4252686"/>
                <a:gd name="connsiteX54" fmla="*/ 639390 w 646824"/>
                <a:gd name="connsiteY54" fmla="*/ 624520 h 4252686"/>
                <a:gd name="connsiteX55" fmla="*/ 579912 w 646824"/>
                <a:gd name="connsiteY55" fmla="*/ 639390 h 4252686"/>
                <a:gd name="connsiteX56" fmla="*/ 550173 w 646824"/>
                <a:gd name="connsiteY56" fmla="*/ 639390 h 4252686"/>
                <a:gd name="connsiteX57" fmla="*/ 505564 w 646824"/>
                <a:gd name="connsiteY57" fmla="*/ 609651 h 4252686"/>
                <a:gd name="connsiteX58" fmla="*/ 550173 w 646824"/>
                <a:gd name="connsiteY58" fmla="*/ 654260 h 4252686"/>
                <a:gd name="connsiteX59" fmla="*/ 579912 w 646824"/>
                <a:gd name="connsiteY59" fmla="*/ 669129 h 4252686"/>
                <a:gd name="connsiteX60" fmla="*/ 609651 w 646824"/>
                <a:gd name="connsiteY60" fmla="*/ 683999 h 4252686"/>
                <a:gd name="connsiteX61" fmla="*/ 646824 w 646824"/>
                <a:gd name="connsiteY61" fmla="*/ 683999 h 4252686"/>
                <a:gd name="connsiteX62" fmla="*/ 646824 w 646824"/>
                <a:gd name="connsiteY62" fmla="*/ 2263886 h 4252686"/>
                <a:gd name="connsiteX63" fmla="*/ 624520 w 646824"/>
                <a:gd name="connsiteY63" fmla="*/ 2275038 h 4252686"/>
                <a:gd name="connsiteX64" fmla="*/ 550173 w 646824"/>
                <a:gd name="connsiteY64" fmla="*/ 2230430 h 4252686"/>
                <a:gd name="connsiteX65" fmla="*/ 609651 w 646824"/>
                <a:gd name="connsiteY65" fmla="*/ 2334517 h 4252686"/>
                <a:gd name="connsiteX66" fmla="*/ 609651 w 646824"/>
                <a:gd name="connsiteY66" fmla="*/ 2572429 h 4252686"/>
                <a:gd name="connsiteX67" fmla="*/ 609651 w 646824"/>
                <a:gd name="connsiteY67" fmla="*/ 2587299 h 4252686"/>
                <a:gd name="connsiteX68" fmla="*/ 609651 w 646824"/>
                <a:gd name="connsiteY68" fmla="*/ 2631907 h 4252686"/>
                <a:gd name="connsiteX69" fmla="*/ 594781 w 646824"/>
                <a:gd name="connsiteY69" fmla="*/ 2691385 h 4252686"/>
                <a:gd name="connsiteX70" fmla="*/ 565042 w 646824"/>
                <a:gd name="connsiteY70" fmla="*/ 2750863 h 4252686"/>
                <a:gd name="connsiteX71" fmla="*/ 535303 w 646824"/>
                <a:gd name="connsiteY71" fmla="*/ 2780603 h 4252686"/>
                <a:gd name="connsiteX72" fmla="*/ 535303 w 646824"/>
                <a:gd name="connsiteY72" fmla="*/ 2825211 h 4252686"/>
                <a:gd name="connsiteX73" fmla="*/ 535303 w 646824"/>
                <a:gd name="connsiteY73" fmla="*/ 2884689 h 4252686"/>
                <a:gd name="connsiteX74" fmla="*/ 535303 w 646824"/>
                <a:gd name="connsiteY74" fmla="*/ 2914428 h 4252686"/>
                <a:gd name="connsiteX75" fmla="*/ 579912 w 646824"/>
                <a:gd name="connsiteY75" fmla="*/ 3048254 h 4252686"/>
                <a:gd name="connsiteX76" fmla="*/ 579912 w 646824"/>
                <a:gd name="connsiteY76" fmla="*/ 3137471 h 4252686"/>
                <a:gd name="connsiteX77" fmla="*/ 579912 w 646824"/>
                <a:gd name="connsiteY77" fmla="*/ 3286167 h 4252686"/>
                <a:gd name="connsiteX78" fmla="*/ 550173 w 646824"/>
                <a:gd name="connsiteY78" fmla="*/ 3449731 h 4252686"/>
                <a:gd name="connsiteX79" fmla="*/ 639390 w 646824"/>
                <a:gd name="connsiteY79" fmla="*/ 3196949 h 4252686"/>
                <a:gd name="connsiteX80" fmla="*/ 624520 w 646824"/>
                <a:gd name="connsiteY80" fmla="*/ 3018515 h 4252686"/>
                <a:gd name="connsiteX81" fmla="*/ 624520 w 646824"/>
                <a:gd name="connsiteY81" fmla="*/ 2914428 h 4252686"/>
                <a:gd name="connsiteX82" fmla="*/ 624520 w 646824"/>
                <a:gd name="connsiteY82" fmla="*/ 2825211 h 4252686"/>
                <a:gd name="connsiteX83" fmla="*/ 646824 w 646824"/>
                <a:gd name="connsiteY83" fmla="*/ 2758299 h 4252686"/>
                <a:gd name="connsiteX84" fmla="*/ 646824 w 646824"/>
                <a:gd name="connsiteY84" fmla="*/ 4252686 h 4252686"/>
                <a:gd name="connsiteX85" fmla="*/ 624520 w 646824"/>
                <a:gd name="connsiteY85" fmla="*/ 4252686 h 4252686"/>
                <a:gd name="connsiteX86" fmla="*/ 565042 w 646824"/>
                <a:gd name="connsiteY86" fmla="*/ 4237817 h 4252686"/>
                <a:gd name="connsiteX87" fmla="*/ 520434 w 646824"/>
                <a:gd name="connsiteY87" fmla="*/ 4222947 h 4252686"/>
                <a:gd name="connsiteX88" fmla="*/ 505564 w 646824"/>
                <a:gd name="connsiteY88" fmla="*/ 4208078 h 4252686"/>
                <a:gd name="connsiteX89" fmla="*/ 535303 w 646824"/>
                <a:gd name="connsiteY89" fmla="*/ 4133730 h 4252686"/>
                <a:gd name="connsiteX90" fmla="*/ 535303 w 646824"/>
                <a:gd name="connsiteY90" fmla="*/ 4089121 h 4252686"/>
                <a:gd name="connsiteX91" fmla="*/ 535303 w 646824"/>
                <a:gd name="connsiteY91" fmla="*/ 4074252 h 4252686"/>
                <a:gd name="connsiteX92" fmla="*/ 520434 w 646824"/>
                <a:gd name="connsiteY92" fmla="*/ 4044513 h 4252686"/>
                <a:gd name="connsiteX93" fmla="*/ 490695 w 646824"/>
                <a:gd name="connsiteY93" fmla="*/ 3970165 h 4252686"/>
                <a:gd name="connsiteX94" fmla="*/ 475825 w 646824"/>
                <a:gd name="connsiteY94" fmla="*/ 3895817 h 4252686"/>
                <a:gd name="connsiteX95" fmla="*/ 520434 w 646824"/>
                <a:gd name="connsiteY95" fmla="*/ 3643035 h 4252686"/>
                <a:gd name="connsiteX96" fmla="*/ 490695 w 646824"/>
                <a:gd name="connsiteY96" fmla="*/ 3568688 h 4252686"/>
                <a:gd name="connsiteX97" fmla="*/ 475825 w 646824"/>
                <a:gd name="connsiteY97" fmla="*/ 3449731 h 4252686"/>
                <a:gd name="connsiteX98" fmla="*/ 446086 w 646824"/>
                <a:gd name="connsiteY98" fmla="*/ 3390253 h 4252686"/>
                <a:gd name="connsiteX99" fmla="*/ 401478 w 646824"/>
                <a:gd name="connsiteY99" fmla="*/ 3286167 h 4252686"/>
                <a:gd name="connsiteX100" fmla="*/ 371738 w 646824"/>
                <a:gd name="connsiteY100" fmla="*/ 3167210 h 4252686"/>
                <a:gd name="connsiteX101" fmla="*/ 341999 w 646824"/>
                <a:gd name="connsiteY101" fmla="*/ 3063124 h 4252686"/>
                <a:gd name="connsiteX102" fmla="*/ 312260 w 646824"/>
                <a:gd name="connsiteY102" fmla="*/ 3003645 h 4252686"/>
                <a:gd name="connsiteX103" fmla="*/ 297391 w 646824"/>
                <a:gd name="connsiteY103" fmla="*/ 2988776 h 4252686"/>
                <a:gd name="connsiteX104" fmla="*/ 282521 w 646824"/>
                <a:gd name="connsiteY104" fmla="*/ 2944167 h 4252686"/>
                <a:gd name="connsiteX105" fmla="*/ 267652 w 646824"/>
                <a:gd name="connsiteY105" fmla="*/ 2825211 h 4252686"/>
                <a:gd name="connsiteX106" fmla="*/ 267652 w 646824"/>
                <a:gd name="connsiteY106" fmla="*/ 2676516 h 4252686"/>
                <a:gd name="connsiteX107" fmla="*/ 223043 w 646824"/>
                <a:gd name="connsiteY107" fmla="*/ 2423734 h 4252686"/>
                <a:gd name="connsiteX108" fmla="*/ 223043 w 646824"/>
                <a:gd name="connsiteY108" fmla="*/ 2408864 h 4252686"/>
                <a:gd name="connsiteX109" fmla="*/ 148696 w 646824"/>
                <a:gd name="connsiteY109" fmla="*/ 2364256 h 4252686"/>
                <a:gd name="connsiteX110" fmla="*/ 118956 w 646824"/>
                <a:gd name="connsiteY110" fmla="*/ 2319647 h 4252686"/>
                <a:gd name="connsiteX111" fmla="*/ 89217 w 646824"/>
                <a:gd name="connsiteY111" fmla="*/ 2275038 h 4252686"/>
                <a:gd name="connsiteX112" fmla="*/ 89217 w 646824"/>
                <a:gd name="connsiteY112" fmla="*/ 2200691 h 4252686"/>
                <a:gd name="connsiteX113" fmla="*/ 44609 w 646824"/>
                <a:gd name="connsiteY113" fmla="*/ 2200691 h 4252686"/>
                <a:gd name="connsiteX114" fmla="*/ 29739 w 646824"/>
                <a:gd name="connsiteY114" fmla="*/ 1918170 h 4252686"/>
                <a:gd name="connsiteX115" fmla="*/ 0 w 646824"/>
                <a:gd name="connsiteY115" fmla="*/ 1680257 h 4252686"/>
                <a:gd name="connsiteX116" fmla="*/ 14870 w 646824"/>
                <a:gd name="connsiteY116" fmla="*/ 1620779 h 4252686"/>
                <a:gd name="connsiteX117" fmla="*/ 29739 w 646824"/>
                <a:gd name="connsiteY117" fmla="*/ 1531562 h 4252686"/>
                <a:gd name="connsiteX118" fmla="*/ 14870 w 646824"/>
                <a:gd name="connsiteY118" fmla="*/ 1412606 h 4252686"/>
                <a:gd name="connsiteX119" fmla="*/ 14870 w 646824"/>
                <a:gd name="connsiteY119" fmla="*/ 1338258 h 4252686"/>
                <a:gd name="connsiteX120" fmla="*/ 14870 w 646824"/>
                <a:gd name="connsiteY120" fmla="*/ 1249041 h 4252686"/>
                <a:gd name="connsiteX121" fmla="*/ 44609 w 646824"/>
                <a:gd name="connsiteY121" fmla="*/ 1040867 h 4252686"/>
                <a:gd name="connsiteX122" fmla="*/ 74348 w 646824"/>
                <a:gd name="connsiteY122" fmla="*/ 788085 h 4252686"/>
                <a:gd name="connsiteX123" fmla="*/ 386608 w 646824"/>
                <a:gd name="connsiteY123" fmla="*/ 669129 h 4252686"/>
                <a:gd name="connsiteX124" fmla="*/ 490695 w 646824"/>
                <a:gd name="connsiteY124" fmla="*/ 594781 h 4252686"/>
                <a:gd name="connsiteX125" fmla="*/ 490695 w 646824"/>
                <a:gd name="connsiteY125" fmla="*/ 579912 h 4252686"/>
                <a:gd name="connsiteX126" fmla="*/ 490695 w 646824"/>
                <a:gd name="connsiteY126" fmla="*/ 565042 h 4252686"/>
                <a:gd name="connsiteX127" fmla="*/ 460956 w 646824"/>
                <a:gd name="connsiteY127" fmla="*/ 520434 h 4252686"/>
                <a:gd name="connsiteX128" fmla="*/ 431217 w 646824"/>
                <a:gd name="connsiteY128" fmla="*/ 475825 h 4252686"/>
                <a:gd name="connsiteX129" fmla="*/ 416347 w 646824"/>
                <a:gd name="connsiteY129" fmla="*/ 460956 h 4252686"/>
                <a:gd name="connsiteX130" fmla="*/ 401478 w 646824"/>
                <a:gd name="connsiteY130" fmla="*/ 460956 h 4252686"/>
                <a:gd name="connsiteX131" fmla="*/ 386608 w 646824"/>
                <a:gd name="connsiteY131" fmla="*/ 416347 h 4252686"/>
                <a:gd name="connsiteX132" fmla="*/ 356869 w 646824"/>
                <a:gd name="connsiteY132" fmla="*/ 356869 h 4252686"/>
                <a:gd name="connsiteX133" fmla="*/ 386608 w 646824"/>
                <a:gd name="connsiteY133" fmla="*/ 341999 h 4252686"/>
                <a:gd name="connsiteX134" fmla="*/ 401478 w 646824"/>
                <a:gd name="connsiteY134" fmla="*/ 341999 h 4252686"/>
                <a:gd name="connsiteX135" fmla="*/ 386608 w 646824"/>
                <a:gd name="connsiteY135" fmla="*/ 327130 h 4252686"/>
                <a:gd name="connsiteX136" fmla="*/ 371738 w 646824"/>
                <a:gd name="connsiteY136" fmla="*/ 327130 h 4252686"/>
                <a:gd name="connsiteX137" fmla="*/ 371738 w 646824"/>
                <a:gd name="connsiteY137" fmla="*/ 297391 h 4252686"/>
                <a:gd name="connsiteX138" fmla="*/ 371738 w 646824"/>
                <a:gd name="connsiteY138" fmla="*/ 223043 h 4252686"/>
                <a:gd name="connsiteX139" fmla="*/ 371738 w 646824"/>
                <a:gd name="connsiteY139" fmla="*/ 133826 h 4252686"/>
                <a:gd name="connsiteX140" fmla="*/ 416347 w 646824"/>
                <a:gd name="connsiteY140" fmla="*/ 74348 h 4252686"/>
                <a:gd name="connsiteX141" fmla="*/ 490695 w 646824"/>
                <a:gd name="connsiteY141" fmla="*/ 14870 h 4252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Lst>
              <a:rect l="l" t="t" r="r" b="b"/>
              <a:pathLst>
                <a:path w="646824" h="4252686">
                  <a:moveTo>
                    <a:pt x="208174" y="1070606"/>
                  </a:moveTo>
                  <a:lnTo>
                    <a:pt x="193304" y="1427475"/>
                  </a:lnTo>
                  <a:lnTo>
                    <a:pt x="133826" y="1486953"/>
                  </a:lnTo>
                  <a:lnTo>
                    <a:pt x="193304" y="1561301"/>
                  </a:lnTo>
                  <a:lnTo>
                    <a:pt x="208174" y="1605910"/>
                  </a:lnTo>
                  <a:lnTo>
                    <a:pt x="223043" y="1620779"/>
                  </a:lnTo>
                  <a:lnTo>
                    <a:pt x="223043" y="1605910"/>
                  </a:lnTo>
                  <a:lnTo>
                    <a:pt x="237913" y="1546431"/>
                  </a:lnTo>
                  <a:lnTo>
                    <a:pt x="237913" y="1472084"/>
                  </a:lnTo>
                  <a:lnTo>
                    <a:pt x="223043" y="1204432"/>
                  </a:lnTo>
                  <a:close/>
                  <a:moveTo>
                    <a:pt x="446086" y="654260"/>
                  </a:moveTo>
                  <a:lnTo>
                    <a:pt x="297391" y="802955"/>
                  </a:lnTo>
                  <a:lnTo>
                    <a:pt x="371738" y="847563"/>
                  </a:lnTo>
                  <a:lnTo>
                    <a:pt x="297391" y="907042"/>
                  </a:lnTo>
                  <a:lnTo>
                    <a:pt x="401478" y="1115215"/>
                  </a:lnTo>
                  <a:lnTo>
                    <a:pt x="505564" y="1308519"/>
                  </a:lnTo>
                  <a:lnTo>
                    <a:pt x="490695" y="1412606"/>
                  </a:lnTo>
                  <a:lnTo>
                    <a:pt x="475825" y="1472084"/>
                  </a:lnTo>
                  <a:lnTo>
                    <a:pt x="446086" y="1516692"/>
                  </a:lnTo>
                  <a:lnTo>
                    <a:pt x="446086" y="1576171"/>
                  </a:lnTo>
                  <a:lnTo>
                    <a:pt x="446086" y="1695127"/>
                  </a:lnTo>
                  <a:lnTo>
                    <a:pt x="446086" y="1873561"/>
                  </a:lnTo>
                  <a:lnTo>
                    <a:pt x="416347" y="1947909"/>
                  </a:lnTo>
                  <a:lnTo>
                    <a:pt x="401478" y="2037126"/>
                  </a:lnTo>
                  <a:lnTo>
                    <a:pt x="401478" y="2141213"/>
                  </a:lnTo>
                  <a:lnTo>
                    <a:pt x="386608" y="2245299"/>
                  </a:lnTo>
                  <a:lnTo>
                    <a:pt x="297391" y="2438603"/>
                  </a:lnTo>
                  <a:lnTo>
                    <a:pt x="356869" y="2408864"/>
                  </a:lnTo>
                  <a:lnTo>
                    <a:pt x="371738" y="2393995"/>
                  </a:lnTo>
                  <a:lnTo>
                    <a:pt x="386608" y="2364256"/>
                  </a:lnTo>
                  <a:lnTo>
                    <a:pt x="416347" y="2245299"/>
                  </a:lnTo>
                  <a:lnTo>
                    <a:pt x="475825" y="1888431"/>
                  </a:lnTo>
                  <a:lnTo>
                    <a:pt x="520434" y="1397736"/>
                  </a:lnTo>
                  <a:lnTo>
                    <a:pt x="565042" y="817824"/>
                  </a:lnTo>
                  <a:lnTo>
                    <a:pt x="594781" y="713738"/>
                  </a:lnTo>
                  <a:lnTo>
                    <a:pt x="520434" y="669129"/>
                  </a:lnTo>
                  <a:lnTo>
                    <a:pt x="550173" y="758346"/>
                  </a:lnTo>
                  <a:lnTo>
                    <a:pt x="535303" y="847563"/>
                  </a:lnTo>
                  <a:lnTo>
                    <a:pt x="520434" y="981389"/>
                  </a:lnTo>
                  <a:lnTo>
                    <a:pt x="520434" y="1040867"/>
                  </a:lnTo>
                  <a:lnTo>
                    <a:pt x="520434" y="1115215"/>
                  </a:lnTo>
                  <a:lnTo>
                    <a:pt x="505564" y="1219302"/>
                  </a:lnTo>
                  <a:lnTo>
                    <a:pt x="431217" y="1070606"/>
                  </a:lnTo>
                  <a:lnTo>
                    <a:pt x="356869" y="921911"/>
                  </a:lnTo>
                  <a:lnTo>
                    <a:pt x="386608" y="877303"/>
                  </a:lnTo>
                  <a:lnTo>
                    <a:pt x="416347" y="847563"/>
                  </a:lnTo>
                  <a:lnTo>
                    <a:pt x="416347" y="832694"/>
                  </a:lnTo>
                  <a:lnTo>
                    <a:pt x="386608" y="802955"/>
                  </a:lnTo>
                  <a:lnTo>
                    <a:pt x="371738" y="773216"/>
                  </a:lnTo>
                  <a:close/>
                  <a:moveTo>
                    <a:pt x="520434" y="0"/>
                  </a:moveTo>
                  <a:lnTo>
                    <a:pt x="550173" y="0"/>
                  </a:lnTo>
                  <a:lnTo>
                    <a:pt x="609651" y="14870"/>
                  </a:lnTo>
                  <a:lnTo>
                    <a:pt x="646824" y="14870"/>
                  </a:lnTo>
                  <a:lnTo>
                    <a:pt x="646824" y="620803"/>
                  </a:lnTo>
                  <a:lnTo>
                    <a:pt x="639390" y="624520"/>
                  </a:lnTo>
                  <a:lnTo>
                    <a:pt x="579912" y="639390"/>
                  </a:lnTo>
                  <a:lnTo>
                    <a:pt x="550173" y="639390"/>
                  </a:lnTo>
                  <a:lnTo>
                    <a:pt x="505564" y="609651"/>
                  </a:lnTo>
                  <a:lnTo>
                    <a:pt x="550173" y="654260"/>
                  </a:lnTo>
                  <a:lnTo>
                    <a:pt x="579912" y="669129"/>
                  </a:lnTo>
                  <a:lnTo>
                    <a:pt x="609651" y="683999"/>
                  </a:lnTo>
                  <a:lnTo>
                    <a:pt x="646824" y="683999"/>
                  </a:lnTo>
                  <a:lnTo>
                    <a:pt x="646824" y="2263886"/>
                  </a:lnTo>
                  <a:lnTo>
                    <a:pt x="624520" y="2275038"/>
                  </a:lnTo>
                  <a:lnTo>
                    <a:pt x="550173" y="2230430"/>
                  </a:lnTo>
                  <a:lnTo>
                    <a:pt x="609651" y="2334517"/>
                  </a:lnTo>
                  <a:lnTo>
                    <a:pt x="609651" y="2572429"/>
                  </a:lnTo>
                  <a:lnTo>
                    <a:pt x="609651" y="2587299"/>
                  </a:lnTo>
                  <a:lnTo>
                    <a:pt x="609651" y="2631907"/>
                  </a:lnTo>
                  <a:lnTo>
                    <a:pt x="594781" y="2691385"/>
                  </a:lnTo>
                  <a:lnTo>
                    <a:pt x="565042" y="2750863"/>
                  </a:lnTo>
                  <a:lnTo>
                    <a:pt x="535303" y="2780603"/>
                  </a:lnTo>
                  <a:lnTo>
                    <a:pt x="535303" y="2825211"/>
                  </a:lnTo>
                  <a:lnTo>
                    <a:pt x="535303" y="2884689"/>
                  </a:lnTo>
                  <a:lnTo>
                    <a:pt x="535303" y="2914428"/>
                  </a:lnTo>
                  <a:lnTo>
                    <a:pt x="579912" y="3048254"/>
                  </a:lnTo>
                  <a:lnTo>
                    <a:pt x="579912" y="3137471"/>
                  </a:lnTo>
                  <a:lnTo>
                    <a:pt x="579912" y="3286167"/>
                  </a:lnTo>
                  <a:lnTo>
                    <a:pt x="550173" y="3449731"/>
                  </a:lnTo>
                  <a:lnTo>
                    <a:pt x="639390" y="3196949"/>
                  </a:lnTo>
                  <a:lnTo>
                    <a:pt x="624520" y="3018515"/>
                  </a:lnTo>
                  <a:lnTo>
                    <a:pt x="624520" y="2914428"/>
                  </a:lnTo>
                  <a:lnTo>
                    <a:pt x="624520" y="2825211"/>
                  </a:lnTo>
                  <a:lnTo>
                    <a:pt x="646824" y="2758299"/>
                  </a:lnTo>
                  <a:lnTo>
                    <a:pt x="646824" y="4252686"/>
                  </a:lnTo>
                  <a:lnTo>
                    <a:pt x="624520" y="4252686"/>
                  </a:lnTo>
                  <a:lnTo>
                    <a:pt x="565042" y="4237817"/>
                  </a:lnTo>
                  <a:lnTo>
                    <a:pt x="520434" y="4222947"/>
                  </a:lnTo>
                  <a:lnTo>
                    <a:pt x="505564" y="4208078"/>
                  </a:lnTo>
                  <a:lnTo>
                    <a:pt x="535303" y="4133730"/>
                  </a:lnTo>
                  <a:lnTo>
                    <a:pt x="535303" y="4089121"/>
                  </a:lnTo>
                  <a:lnTo>
                    <a:pt x="535303" y="4074252"/>
                  </a:lnTo>
                  <a:lnTo>
                    <a:pt x="520434" y="4044513"/>
                  </a:lnTo>
                  <a:lnTo>
                    <a:pt x="490695" y="3970165"/>
                  </a:lnTo>
                  <a:lnTo>
                    <a:pt x="475825" y="3895817"/>
                  </a:lnTo>
                  <a:lnTo>
                    <a:pt x="520434" y="3643035"/>
                  </a:lnTo>
                  <a:lnTo>
                    <a:pt x="490695" y="3568688"/>
                  </a:lnTo>
                  <a:lnTo>
                    <a:pt x="475825" y="3449731"/>
                  </a:lnTo>
                  <a:lnTo>
                    <a:pt x="446086" y="3390253"/>
                  </a:lnTo>
                  <a:lnTo>
                    <a:pt x="401478" y="3286167"/>
                  </a:lnTo>
                  <a:lnTo>
                    <a:pt x="371738" y="3167210"/>
                  </a:lnTo>
                  <a:lnTo>
                    <a:pt x="341999" y="3063124"/>
                  </a:lnTo>
                  <a:lnTo>
                    <a:pt x="312260" y="3003645"/>
                  </a:lnTo>
                  <a:lnTo>
                    <a:pt x="297391" y="2988776"/>
                  </a:lnTo>
                  <a:lnTo>
                    <a:pt x="282521" y="2944167"/>
                  </a:lnTo>
                  <a:lnTo>
                    <a:pt x="267652" y="2825211"/>
                  </a:lnTo>
                  <a:lnTo>
                    <a:pt x="267652" y="2676516"/>
                  </a:lnTo>
                  <a:lnTo>
                    <a:pt x="223043" y="2423734"/>
                  </a:lnTo>
                  <a:lnTo>
                    <a:pt x="223043" y="2408864"/>
                  </a:lnTo>
                  <a:lnTo>
                    <a:pt x="148696" y="2364256"/>
                  </a:lnTo>
                  <a:lnTo>
                    <a:pt x="118956" y="2319647"/>
                  </a:lnTo>
                  <a:lnTo>
                    <a:pt x="89217" y="2275038"/>
                  </a:lnTo>
                  <a:lnTo>
                    <a:pt x="89217" y="2200691"/>
                  </a:lnTo>
                  <a:lnTo>
                    <a:pt x="44609" y="2200691"/>
                  </a:lnTo>
                  <a:lnTo>
                    <a:pt x="29739" y="1918170"/>
                  </a:lnTo>
                  <a:lnTo>
                    <a:pt x="0" y="1680257"/>
                  </a:lnTo>
                  <a:lnTo>
                    <a:pt x="14870" y="1620779"/>
                  </a:lnTo>
                  <a:lnTo>
                    <a:pt x="29739" y="1531562"/>
                  </a:lnTo>
                  <a:lnTo>
                    <a:pt x="14870" y="1412606"/>
                  </a:lnTo>
                  <a:lnTo>
                    <a:pt x="14870" y="1338258"/>
                  </a:lnTo>
                  <a:lnTo>
                    <a:pt x="14870" y="1249041"/>
                  </a:lnTo>
                  <a:lnTo>
                    <a:pt x="44609" y="1040867"/>
                  </a:lnTo>
                  <a:lnTo>
                    <a:pt x="74348" y="788085"/>
                  </a:lnTo>
                  <a:lnTo>
                    <a:pt x="386608" y="669129"/>
                  </a:lnTo>
                  <a:lnTo>
                    <a:pt x="490695" y="594781"/>
                  </a:lnTo>
                  <a:lnTo>
                    <a:pt x="490695" y="579912"/>
                  </a:lnTo>
                  <a:lnTo>
                    <a:pt x="490695" y="565042"/>
                  </a:lnTo>
                  <a:lnTo>
                    <a:pt x="460956" y="520434"/>
                  </a:lnTo>
                  <a:lnTo>
                    <a:pt x="431217" y="475825"/>
                  </a:lnTo>
                  <a:lnTo>
                    <a:pt x="416347" y="460956"/>
                  </a:lnTo>
                  <a:lnTo>
                    <a:pt x="401478" y="460956"/>
                  </a:lnTo>
                  <a:lnTo>
                    <a:pt x="386608" y="416347"/>
                  </a:lnTo>
                  <a:lnTo>
                    <a:pt x="356869" y="356869"/>
                  </a:lnTo>
                  <a:lnTo>
                    <a:pt x="386608" y="341999"/>
                  </a:lnTo>
                  <a:lnTo>
                    <a:pt x="401478" y="341999"/>
                  </a:lnTo>
                  <a:lnTo>
                    <a:pt x="386608" y="327130"/>
                  </a:lnTo>
                  <a:lnTo>
                    <a:pt x="371738" y="327130"/>
                  </a:lnTo>
                  <a:lnTo>
                    <a:pt x="371738" y="297391"/>
                  </a:lnTo>
                  <a:lnTo>
                    <a:pt x="371738" y="223043"/>
                  </a:lnTo>
                  <a:lnTo>
                    <a:pt x="371738" y="133826"/>
                  </a:lnTo>
                  <a:lnTo>
                    <a:pt x="416347" y="74348"/>
                  </a:lnTo>
                  <a:lnTo>
                    <a:pt x="490695" y="14870"/>
                  </a:ln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noAutofit/>
            </a:bodyPr>
            <a:lstStyle/>
            <a:p>
              <a:pPr fontAlgn="auto">
                <a:spcBef>
                  <a:spcPts val="0"/>
                </a:spcBef>
                <a:spcAft>
                  <a:spcPts val="0"/>
                </a:spcAft>
              </a:pPr>
              <a:endParaRPr lang="en-AU">
                <a:solidFill>
                  <a:prstClr val="black"/>
                </a:solidFill>
                <a:latin typeface="Roboto Lt"/>
                <a:cs typeface="+mn-cs"/>
              </a:endParaRPr>
            </a:p>
          </p:txBody>
        </p:sp>
      </p:grpSp>
      <p:grpSp>
        <p:nvGrpSpPr>
          <p:cNvPr id="22" name="Group 21"/>
          <p:cNvGrpSpPr/>
          <p:nvPr/>
        </p:nvGrpSpPr>
        <p:grpSpPr>
          <a:xfrm>
            <a:off x="770143" y="3247194"/>
            <a:ext cx="7554247" cy="1719500"/>
            <a:chOff x="-1389273" y="2722279"/>
            <a:chExt cx="6652479" cy="1719500"/>
          </a:xfrm>
        </p:grpSpPr>
        <p:sp>
          <p:nvSpPr>
            <p:cNvPr id="23" name="TextBox 22"/>
            <p:cNvSpPr txBox="1"/>
            <p:nvPr/>
          </p:nvSpPr>
          <p:spPr>
            <a:xfrm>
              <a:off x="-1389273" y="2722279"/>
              <a:ext cx="6652479" cy="1569660"/>
            </a:xfrm>
            <a:prstGeom prst="rect">
              <a:avLst/>
            </a:prstGeom>
            <a:noFill/>
          </p:spPr>
          <p:txBody>
            <a:bodyPr wrap="square" rtlCol="0">
              <a:spAutoFit/>
            </a:bodyPr>
            <a:lstStyle/>
            <a:p>
              <a:pPr rtl="1" fontAlgn="auto">
                <a:spcBef>
                  <a:spcPts val="0"/>
                </a:spcBef>
                <a:spcAft>
                  <a:spcPts val="0"/>
                </a:spcAft>
              </a:pPr>
              <a:r>
                <a:rPr lang="ar-SA" sz="2400" b="1" dirty="0">
                  <a:solidFill>
                    <a:prstClr val="black"/>
                  </a:solidFill>
                  <a:latin typeface="Roboto"/>
                  <a:cs typeface="+mn-cs"/>
                </a:rPr>
                <a:t>لقد برز التعليم التفاعلي التكنولوجي من أجل تطوير الخبرة التي يكتسبها المتعلمون خلال مراحلهم الدراسية، بحيث يكونون مؤهلين للعمل مباشرة بعد التخرج بفضل استحواذهم على متطلبات العمل الاحترافي، وقدرتهم على مواصلة بناء خبرتهم في أثناء العمل</a:t>
              </a:r>
              <a:endParaRPr lang="en-US" sz="2400" b="1" dirty="0" smtClean="0">
                <a:solidFill>
                  <a:prstClr val="black"/>
                </a:solidFill>
                <a:latin typeface="Roboto"/>
                <a:cs typeface="+mn-cs"/>
              </a:endParaRPr>
            </a:p>
          </p:txBody>
        </p:sp>
        <p:sp>
          <p:nvSpPr>
            <p:cNvPr id="24" name="TextBox 23"/>
            <p:cNvSpPr txBox="1"/>
            <p:nvPr/>
          </p:nvSpPr>
          <p:spPr>
            <a:xfrm>
              <a:off x="2019206" y="4147147"/>
              <a:ext cx="1847113" cy="294632"/>
            </a:xfrm>
            <a:prstGeom prst="rect">
              <a:avLst/>
            </a:prstGeom>
            <a:noFill/>
          </p:spPr>
          <p:txBody>
            <a:bodyPr wrap="square" rtlCol="0">
              <a:spAutoFit/>
            </a:bodyPr>
            <a:lstStyle/>
            <a:p>
              <a:pPr algn="r" fontAlgn="auto">
                <a:lnSpc>
                  <a:spcPct val="150000"/>
                </a:lnSpc>
                <a:spcBef>
                  <a:spcPts val="0"/>
                </a:spcBef>
                <a:spcAft>
                  <a:spcPts val="0"/>
                </a:spcAft>
              </a:pPr>
              <a:endParaRPr lang="en-US" sz="1000" b="1" dirty="0">
                <a:solidFill>
                  <a:prstClr val="white">
                    <a:lumMod val="65000"/>
                  </a:prstClr>
                </a:solidFill>
                <a:latin typeface="Roboto Lt"/>
                <a:cs typeface="+mn-cs"/>
              </a:endParaRPr>
            </a:p>
          </p:txBody>
        </p:sp>
      </p:grpSp>
      <p:cxnSp>
        <p:nvCxnSpPr>
          <p:cNvPr id="25" name="Straight Connector 24"/>
          <p:cNvCxnSpPr/>
          <p:nvPr/>
        </p:nvCxnSpPr>
        <p:spPr>
          <a:xfrm>
            <a:off x="8394288" y="2196522"/>
            <a:ext cx="582542" cy="0"/>
          </a:xfrm>
          <a:prstGeom prst="line">
            <a:avLst/>
          </a:prstGeom>
          <a:ln w="12700">
            <a:solidFill>
              <a:schemeClr val="bg1">
                <a:lumMod val="75000"/>
              </a:schemeClr>
            </a:solidFill>
            <a:prstDash val="dash"/>
            <a:headEnd type="oval"/>
          </a:ln>
        </p:spPr>
        <p:style>
          <a:lnRef idx="1">
            <a:schemeClr val="accent1"/>
          </a:lnRef>
          <a:fillRef idx="0">
            <a:schemeClr val="accent1"/>
          </a:fillRef>
          <a:effectRef idx="0">
            <a:schemeClr val="accent1"/>
          </a:effectRef>
          <a:fontRef idx="minor">
            <a:schemeClr val="tx1"/>
          </a:fontRef>
        </p:style>
      </p:cxnSp>
      <p:grpSp>
        <p:nvGrpSpPr>
          <p:cNvPr id="26" name="Group 25"/>
          <p:cNvGrpSpPr/>
          <p:nvPr/>
        </p:nvGrpSpPr>
        <p:grpSpPr>
          <a:xfrm>
            <a:off x="7422622" y="1730638"/>
            <a:ext cx="901768" cy="901768"/>
            <a:chOff x="2670537" y="3643987"/>
            <a:chExt cx="901768" cy="901768"/>
          </a:xfrm>
        </p:grpSpPr>
        <p:sp>
          <p:nvSpPr>
            <p:cNvPr id="28" name="Oval 27"/>
            <p:cNvSpPr/>
            <p:nvPr/>
          </p:nvSpPr>
          <p:spPr>
            <a:xfrm>
              <a:off x="2670537" y="3643987"/>
              <a:ext cx="901768" cy="90176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a:solidFill>
                  <a:prstClr val="white"/>
                </a:solidFill>
              </a:endParaRPr>
            </a:p>
          </p:txBody>
        </p:sp>
        <p:sp>
          <p:nvSpPr>
            <p:cNvPr id="29" name="Freeform 37"/>
            <p:cNvSpPr>
              <a:spLocks noEditPoints="1"/>
            </p:cNvSpPr>
            <p:nvPr/>
          </p:nvSpPr>
          <p:spPr bwMode="auto">
            <a:xfrm>
              <a:off x="2933962" y="3908360"/>
              <a:ext cx="369725" cy="367162"/>
            </a:xfrm>
            <a:custGeom>
              <a:avLst/>
              <a:gdLst>
                <a:gd name="T0" fmla="*/ 0 w 120"/>
                <a:gd name="T1" fmla="*/ 60 h 120"/>
                <a:gd name="T2" fmla="*/ 120 w 120"/>
                <a:gd name="T3" fmla="*/ 60 h 120"/>
                <a:gd name="T4" fmla="*/ 83 w 120"/>
                <a:gd name="T5" fmla="*/ 24 h 120"/>
                <a:gd name="T6" fmla="*/ 86 w 120"/>
                <a:gd name="T7" fmla="*/ 14 h 120"/>
                <a:gd name="T8" fmla="*/ 86 w 120"/>
                <a:gd name="T9" fmla="*/ 28 h 120"/>
                <a:gd name="T10" fmla="*/ 47 w 120"/>
                <a:gd name="T11" fmla="*/ 77 h 120"/>
                <a:gd name="T12" fmla="*/ 41 w 120"/>
                <a:gd name="T13" fmla="*/ 88 h 120"/>
                <a:gd name="T14" fmla="*/ 38 w 120"/>
                <a:gd name="T15" fmla="*/ 95 h 120"/>
                <a:gd name="T16" fmla="*/ 37 w 120"/>
                <a:gd name="T17" fmla="*/ 110 h 120"/>
                <a:gd name="T18" fmla="*/ 31 w 120"/>
                <a:gd name="T19" fmla="*/ 99 h 120"/>
                <a:gd name="T20" fmla="*/ 26 w 120"/>
                <a:gd name="T21" fmla="*/ 89 h 120"/>
                <a:gd name="T22" fmla="*/ 17 w 120"/>
                <a:gd name="T23" fmla="*/ 82 h 120"/>
                <a:gd name="T24" fmla="*/ 16 w 120"/>
                <a:gd name="T25" fmla="*/ 68 h 120"/>
                <a:gd name="T26" fmla="*/ 15 w 120"/>
                <a:gd name="T27" fmla="*/ 60 h 120"/>
                <a:gd name="T28" fmla="*/ 10 w 120"/>
                <a:gd name="T29" fmla="*/ 54 h 120"/>
                <a:gd name="T30" fmla="*/ 10 w 120"/>
                <a:gd name="T31" fmla="*/ 45 h 120"/>
                <a:gd name="T32" fmla="*/ 38 w 120"/>
                <a:gd name="T33" fmla="*/ 20 h 120"/>
                <a:gd name="T34" fmla="*/ 31 w 120"/>
                <a:gd name="T35" fmla="*/ 20 h 120"/>
                <a:gd name="T36" fmla="*/ 28 w 120"/>
                <a:gd name="T37" fmla="*/ 26 h 120"/>
                <a:gd name="T38" fmla="*/ 32 w 120"/>
                <a:gd name="T39" fmla="*/ 28 h 120"/>
                <a:gd name="T40" fmla="*/ 31 w 120"/>
                <a:gd name="T41" fmla="*/ 24 h 120"/>
                <a:gd name="T42" fmla="*/ 47 w 120"/>
                <a:gd name="T43" fmla="*/ 30 h 120"/>
                <a:gd name="T44" fmla="*/ 41 w 120"/>
                <a:gd name="T45" fmla="*/ 34 h 120"/>
                <a:gd name="T46" fmla="*/ 37 w 120"/>
                <a:gd name="T47" fmla="*/ 36 h 120"/>
                <a:gd name="T48" fmla="*/ 38 w 120"/>
                <a:gd name="T49" fmla="*/ 43 h 120"/>
                <a:gd name="T50" fmla="*/ 33 w 120"/>
                <a:gd name="T51" fmla="*/ 49 h 120"/>
                <a:gd name="T52" fmla="*/ 29 w 120"/>
                <a:gd name="T53" fmla="*/ 51 h 120"/>
                <a:gd name="T54" fmla="*/ 21 w 120"/>
                <a:gd name="T55" fmla="*/ 49 h 120"/>
                <a:gd name="T56" fmla="*/ 15 w 120"/>
                <a:gd name="T57" fmla="*/ 54 h 120"/>
                <a:gd name="T58" fmla="*/ 16 w 120"/>
                <a:gd name="T59" fmla="*/ 58 h 120"/>
                <a:gd name="T60" fmla="*/ 27 w 120"/>
                <a:gd name="T61" fmla="*/ 62 h 120"/>
                <a:gd name="T62" fmla="*/ 41 w 120"/>
                <a:gd name="T63" fmla="*/ 66 h 120"/>
                <a:gd name="T64" fmla="*/ 47 w 120"/>
                <a:gd name="T65" fmla="*/ 77 h 120"/>
                <a:gd name="T66" fmla="*/ 55 w 120"/>
                <a:gd name="T67" fmla="*/ 21 h 120"/>
                <a:gd name="T68" fmla="*/ 44 w 120"/>
                <a:gd name="T69" fmla="*/ 15 h 120"/>
                <a:gd name="T70" fmla="*/ 63 w 120"/>
                <a:gd name="T71" fmla="*/ 10 h 120"/>
                <a:gd name="T72" fmla="*/ 107 w 120"/>
                <a:gd name="T73" fmla="*/ 62 h 120"/>
                <a:gd name="T74" fmla="*/ 92 w 120"/>
                <a:gd name="T75" fmla="*/ 102 h 120"/>
                <a:gd name="T76" fmla="*/ 91 w 120"/>
                <a:gd name="T77" fmla="*/ 92 h 120"/>
                <a:gd name="T78" fmla="*/ 84 w 120"/>
                <a:gd name="T79" fmla="*/ 81 h 120"/>
                <a:gd name="T80" fmla="*/ 66 w 120"/>
                <a:gd name="T81" fmla="*/ 67 h 120"/>
                <a:gd name="T82" fmla="*/ 97 w 120"/>
                <a:gd name="T83" fmla="*/ 56 h 120"/>
                <a:gd name="T84" fmla="*/ 105 w 120"/>
                <a:gd name="T85" fmla="*/ 49 h 120"/>
                <a:gd name="T86" fmla="*/ 93 w 120"/>
                <a:gd name="T87" fmla="*/ 39 h 120"/>
                <a:gd name="T88" fmla="*/ 91 w 120"/>
                <a:gd name="T89" fmla="*/ 52 h 120"/>
                <a:gd name="T90" fmla="*/ 79 w 120"/>
                <a:gd name="T91" fmla="*/ 49 h 120"/>
                <a:gd name="T92" fmla="*/ 73 w 120"/>
                <a:gd name="T93" fmla="*/ 44 h 120"/>
                <a:gd name="T94" fmla="*/ 76 w 120"/>
                <a:gd name="T95" fmla="*/ 35 h 120"/>
                <a:gd name="T96" fmla="*/ 90 w 120"/>
                <a:gd name="T97" fmla="*/ 36 h 120"/>
                <a:gd name="T98" fmla="*/ 100 w 120"/>
                <a:gd name="T99" fmla="*/ 36 h 120"/>
                <a:gd name="T100" fmla="*/ 105 w 120"/>
                <a:gd name="T101" fmla="*/ 32 h 120"/>
                <a:gd name="T102" fmla="*/ 110 w 120"/>
                <a:gd name="T103" fmla="*/ 57 h 120"/>
                <a:gd name="T104" fmla="*/ 107 w 120"/>
                <a:gd name="T105" fmla="*/ 62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0" h="120">
                  <a:moveTo>
                    <a:pt x="60" y="0"/>
                  </a:moveTo>
                  <a:cubicBezTo>
                    <a:pt x="27" y="0"/>
                    <a:pt x="0" y="27"/>
                    <a:pt x="0" y="60"/>
                  </a:cubicBezTo>
                  <a:cubicBezTo>
                    <a:pt x="0" y="93"/>
                    <a:pt x="27" y="120"/>
                    <a:pt x="60" y="120"/>
                  </a:cubicBezTo>
                  <a:cubicBezTo>
                    <a:pt x="93" y="120"/>
                    <a:pt x="120" y="93"/>
                    <a:pt x="120" y="60"/>
                  </a:cubicBezTo>
                  <a:cubicBezTo>
                    <a:pt x="120" y="27"/>
                    <a:pt x="93" y="0"/>
                    <a:pt x="60" y="0"/>
                  </a:cubicBezTo>
                  <a:close/>
                  <a:moveTo>
                    <a:pt x="83" y="24"/>
                  </a:moveTo>
                  <a:cubicBezTo>
                    <a:pt x="87" y="21"/>
                    <a:pt x="87" y="21"/>
                    <a:pt x="87" y="21"/>
                  </a:cubicBezTo>
                  <a:cubicBezTo>
                    <a:pt x="87" y="21"/>
                    <a:pt x="85" y="17"/>
                    <a:pt x="86" y="14"/>
                  </a:cubicBezTo>
                  <a:cubicBezTo>
                    <a:pt x="87" y="14"/>
                    <a:pt x="91" y="16"/>
                    <a:pt x="94" y="20"/>
                  </a:cubicBezTo>
                  <a:cubicBezTo>
                    <a:pt x="92" y="29"/>
                    <a:pt x="86" y="28"/>
                    <a:pt x="86" y="28"/>
                  </a:cubicBezTo>
                  <a:cubicBezTo>
                    <a:pt x="86" y="28"/>
                    <a:pt x="82" y="28"/>
                    <a:pt x="83" y="24"/>
                  </a:cubicBezTo>
                  <a:close/>
                  <a:moveTo>
                    <a:pt x="47" y="77"/>
                  </a:moveTo>
                  <a:cubicBezTo>
                    <a:pt x="46" y="78"/>
                    <a:pt x="45" y="81"/>
                    <a:pt x="44" y="84"/>
                  </a:cubicBezTo>
                  <a:cubicBezTo>
                    <a:pt x="43" y="86"/>
                    <a:pt x="42" y="87"/>
                    <a:pt x="41" y="88"/>
                  </a:cubicBezTo>
                  <a:cubicBezTo>
                    <a:pt x="39" y="89"/>
                    <a:pt x="39" y="91"/>
                    <a:pt x="39" y="91"/>
                  </a:cubicBezTo>
                  <a:cubicBezTo>
                    <a:pt x="38" y="95"/>
                    <a:pt x="38" y="95"/>
                    <a:pt x="38" y="95"/>
                  </a:cubicBezTo>
                  <a:cubicBezTo>
                    <a:pt x="38" y="95"/>
                    <a:pt x="39" y="99"/>
                    <a:pt x="40" y="100"/>
                  </a:cubicBezTo>
                  <a:cubicBezTo>
                    <a:pt x="40" y="102"/>
                    <a:pt x="37" y="110"/>
                    <a:pt x="37" y="110"/>
                  </a:cubicBezTo>
                  <a:cubicBezTo>
                    <a:pt x="34" y="109"/>
                    <a:pt x="33" y="106"/>
                    <a:pt x="32" y="104"/>
                  </a:cubicBezTo>
                  <a:cubicBezTo>
                    <a:pt x="32" y="102"/>
                    <a:pt x="30" y="101"/>
                    <a:pt x="31" y="99"/>
                  </a:cubicBezTo>
                  <a:cubicBezTo>
                    <a:pt x="31" y="96"/>
                    <a:pt x="29" y="95"/>
                    <a:pt x="28" y="94"/>
                  </a:cubicBezTo>
                  <a:cubicBezTo>
                    <a:pt x="27" y="92"/>
                    <a:pt x="26" y="90"/>
                    <a:pt x="26" y="89"/>
                  </a:cubicBezTo>
                  <a:cubicBezTo>
                    <a:pt x="26" y="88"/>
                    <a:pt x="23" y="86"/>
                    <a:pt x="23" y="86"/>
                  </a:cubicBezTo>
                  <a:cubicBezTo>
                    <a:pt x="23" y="86"/>
                    <a:pt x="18" y="83"/>
                    <a:pt x="17" y="82"/>
                  </a:cubicBezTo>
                  <a:cubicBezTo>
                    <a:pt x="16" y="81"/>
                    <a:pt x="15" y="77"/>
                    <a:pt x="15" y="75"/>
                  </a:cubicBezTo>
                  <a:cubicBezTo>
                    <a:pt x="15" y="73"/>
                    <a:pt x="16" y="68"/>
                    <a:pt x="16" y="68"/>
                  </a:cubicBezTo>
                  <a:cubicBezTo>
                    <a:pt x="16" y="68"/>
                    <a:pt x="18" y="66"/>
                    <a:pt x="17" y="65"/>
                  </a:cubicBezTo>
                  <a:cubicBezTo>
                    <a:pt x="15" y="64"/>
                    <a:pt x="15" y="60"/>
                    <a:pt x="15" y="60"/>
                  </a:cubicBezTo>
                  <a:cubicBezTo>
                    <a:pt x="13" y="58"/>
                    <a:pt x="13" y="58"/>
                    <a:pt x="13" y="58"/>
                  </a:cubicBezTo>
                  <a:cubicBezTo>
                    <a:pt x="13" y="58"/>
                    <a:pt x="11" y="55"/>
                    <a:pt x="10" y="54"/>
                  </a:cubicBezTo>
                  <a:cubicBezTo>
                    <a:pt x="10" y="52"/>
                    <a:pt x="10" y="51"/>
                    <a:pt x="11" y="50"/>
                  </a:cubicBezTo>
                  <a:cubicBezTo>
                    <a:pt x="11" y="49"/>
                    <a:pt x="10" y="46"/>
                    <a:pt x="10" y="45"/>
                  </a:cubicBezTo>
                  <a:cubicBezTo>
                    <a:pt x="20" y="20"/>
                    <a:pt x="37" y="15"/>
                    <a:pt x="37" y="15"/>
                  </a:cubicBezTo>
                  <a:cubicBezTo>
                    <a:pt x="38" y="20"/>
                    <a:pt x="38" y="20"/>
                    <a:pt x="38" y="20"/>
                  </a:cubicBezTo>
                  <a:cubicBezTo>
                    <a:pt x="38" y="20"/>
                    <a:pt x="35" y="21"/>
                    <a:pt x="34" y="21"/>
                  </a:cubicBezTo>
                  <a:cubicBezTo>
                    <a:pt x="32" y="20"/>
                    <a:pt x="31" y="20"/>
                    <a:pt x="31" y="20"/>
                  </a:cubicBezTo>
                  <a:cubicBezTo>
                    <a:pt x="29" y="23"/>
                    <a:pt x="29" y="23"/>
                    <a:pt x="29" y="23"/>
                  </a:cubicBezTo>
                  <a:cubicBezTo>
                    <a:pt x="29" y="23"/>
                    <a:pt x="28" y="25"/>
                    <a:pt x="28" y="26"/>
                  </a:cubicBezTo>
                  <a:cubicBezTo>
                    <a:pt x="28" y="27"/>
                    <a:pt x="29" y="29"/>
                    <a:pt x="29" y="29"/>
                  </a:cubicBezTo>
                  <a:cubicBezTo>
                    <a:pt x="29" y="29"/>
                    <a:pt x="32" y="29"/>
                    <a:pt x="32" y="28"/>
                  </a:cubicBezTo>
                  <a:cubicBezTo>
                    <a:pt x="32" y="27"/>
                    <a:pt x="32" y="26"/>
                    <a:pt x="32" y="26"/>
                  </a:cubicBezTo>
                  <a:cubicBezTo>
                    <a:pt x="31" y="24"/>
                    <a:pt x="31" y="24"/>
                    <a:pt x="31" y="24"/>
                  </a:cubicBezTo>
                  <a:cubicBezTo>
                    <a:pt x="31" y="24"/>
                    <a:pt x="34" y="23"/>
                    <a:pt x="40" y="24"/>
                  </a:cubicBezTo>
                  <a:cubicBezTo>
                    <a:pt x="47" y="24"/>
                    <a:pt x="44" y="29"/>
                    <a:pt x="47" y="30"/>
                  </a:cubicBezTo>
                  <a:cubicBezTo>
                    <a:pt x="50" y="31"/>
                    <a:pt x="45" y="35"/>
                    <a:pt x="44" y="37"/>
                  </a:cubicBezTo>
                  <a:cubicBezTo>
                    <a:pt x="43" y="39"/>
                    <a:pt x="41" y="34"/>
                    <a:pt x="41" y="34"/>
                  </a:cubicBezTo>
                  <a:cubicBezTo>
                    <a:pt x="41" y="34"/>
                    <a:pt x="43" y="32"/>
                    <a:pt x="40" y="32"/>
                  </a:cubicBezTo>
                  <a:cubicBezTo>
                    <a:pt x="37" y="31"/>
                    <a:pt x="35" y="36"/>
                    <a:pt x="37" y="36"/>
                  </a:cubicBezTo>
                  <a:cubicBezTo>
                    <a:pt x="38" y="36"/>
                    <a:pt x="40" y="38"/>
                    <a:pt x="39" y="39"/>
                  </a:cubicBezTo>
                  <a:cubicBezTo>
                    <a:pt x="39" y="40"/>
                    <a:pt x="39" y="40"/>
                    <a:pt x="38" y="43"/>
                  </a:cubicBezTo>
                  <a:cubicBezTo>
                    <a:pt x="36" y="46"/>
                    <a:pt x="34" y="48"/>
                    <a:pt x="34" y="48"/>
                  </a:cubicBezTo>
                  <a:cubicBezTo>
                    <a:pt x="34" y="48"/>
                    <a:pt x="32" y="47"/>
                    <a:pt x="33" y="49"/>
                  </a:cubicBezTo>
                  <a:cubicBezTo>
                    <a:pt x="34" y="51"/>
                    <a:pt x="33" y="54"/>
                    <a:pt x="33" y="55"/>
                  </a:cubicBezTo>
                  <a:cubicBezTo>
                    <a:pt x="33" y="57"/>
                    <a:pt x="29" y="54"/>
                    <a:pt x="29" y="51"/>
                  </a:cubicBezTo>
                  <a:cubicBezTo>
                    <a:pt x="28" y="48"/>
                    <a:pt x="25" y="51"/>
                    <a:pt x="24" y="51"/>
                  </a:cubicBezTo>
                  <a:cubicBezTo>
                    <a:pt x="23" y="51"/>
                    <a:pt x="21" y="50"/>
                    <a:pt x="21" y="49"/>
                  </a:cubicBezTo>
                  <a:cubicBezTo>
                    <a:pt x="20" y="48"/>
                    <a:pt x="15" y="52"/>
                    <a:pt x="14" y="52"/>
                  </a:cubicBezTo>
                  <a:cubicBezTo>
                    <a:pt x="13" y="53"/>
                    <a:pt x="13" y="55"/>
                    <a:pt x="15" y="54"/>
                  </a:cubicBezTo>
                  <a:cubicBezTo>
                    <a:pt x="17" y="53"/>
                    <a:pt x="19" y="54"/>
                    <a:pt x="19" y="56"/>
                  </a:cubicBezTo>
                  <a:cubicBezTo>
                    <a:pt x="18" y="58"/>
                    <a:pt x="16" y="57"/>
                    <a:pt x="16" y="58"/>
                  </a:cubicBezTo>
                  <a:cubicBezTo>
                    <a:pt x="17" y="60"/>
                    <a:pt x="19" y="61"/>
                    <a:pt x="19" y="63"/>
                  </a:cubicBezTo>
                  <a:cubicBezTo>
                    <a:pt x="20" y="65"/>
                    <a:pt x="25" y="63"/>
                    <a:pt x="27" y="62"/>
                  </a:cubicBezTo>
                  <a:cubicBezTo>
                    <a:pt x="28" y="62"/>
                    <a:pt x="33" y="61"/>
                    <a:pt x="33" y="63"/>
                  </a:cubicBezTo>
                  <a:cubicBezTo>
                    <a:pt x="34" y="65"/>
                    <a:pt x="39" y="66"/>
                    <a:pt x="41" y="66"/>
                  </a:cubicBezTo>
                  <a:cubicBezTo>
                    <a:pt x="43" y="67"/>
                    <a:pt x="46" y="67"/>
                    <a:pt x="49" y="69"/>
                  </a:cubicBezTo>
                  <a:cubicBezTo>
                    <a:pt x="51" y="72"/>
                    <a:pt x="47" y="76"/>
                    <a:pt x="47" y="77"/>
                  </a:cubicBezTo>
                  <a:close/>
                  <a:moveTo>
                    <a:pt x="59" y="14"/>
                  </a:moveTo>
                  <a:cubicBezTo>
                    <a:pt x="58" y="17"/>
                    <a:pt x="54" y="20"/>
                    <a:pt x="55" y="21"/>
                  </a:cubicBezTo>
                  <a:cubicBezTo>
                    <a:pt x="55" y="22"/>
                    <a:pt x="55" y="27"/>
                    <a:pt x="51" y="23"/>
                  </a:cubicBezTo>
                  <a:cubicBezTo>
                    <a:pt x="47" y="19"/>
                    <a:pt x="43" y="18"/>
                    <a:pt x="44" y="15"/>
                  </a:cubicBezTo>
                  <a:cubicBezTo>
                    <a:pt x="44" y="14"/>
                    <a:pt x="48" y="14"/>
                    <a:pt x="48" y="13"/>
                  </a:cubicBezTo>
                  <a:cubicBezTo>
                    <a:pt x="53" y="7"/>
                    <a:pt x="62" y="8"/>
                    <a:pt x="63" y="10"/>
                  </a:cubicBezTo>
                  <a:cubicBezTo>
                    <a:pt x="61" y="12"/>
                    <a:pt x="59" y="11"/>
                    <a:pt x="59" y="14"/>
                  </a:cubicBezTo>
                  <a:close/>
                  <a:moveTo>
                    <a:pt x="107" y="62"/>
                  </a:moveTo>
                  <a:cubicBezTo>
                    <a:pt x="107" y="62"/>
                    <a:pt x="109" y="65"/>
                    <a:pt x="112" y="65"/>
                  </a:cubicBezTo>
                  <a:cubicBezTo>
                    <a:pt x="110" y="87"/>
                    <a:pt x="92" y="102"/>
                    <a:pt x="92" y="102"/>
                  </a:cubicBezTo>
                  <a:cubicBezTo>
                    <a:pt x="89" y="99"/>
                    <a:pt x="90" y="96"/>
                    <a:pt x="90" y="96"/>
                  </a:cubicBezTo>
                  <a:cubicBezTo>
                    <a:pt x="91" y="92"/>
                    <a:pt x="91" y="92"/>
                    <a:pt x="91" y="92"/>
                  </a:cubicBezTo>
                  <a:cubicBezTo>
                    <a:pt x="91" y="85"/>
                    <a:pt x="91" y="85"/>
                    <a:pt x="91" y="85"/>
                  </a:cubicBezTo>
                  <a:cubicBezTo>
                    <a:pt x="91" y="85"/>
                    <a:pt x="91" y="77"/>
                    <a:pt x="84" y="81"/>
                  </a:cubicBezTo>
                  <a:cubicBezTo>
                    <a:pt x="77" y="83"/>
                    <a:pt x="80" y="83"/>
                    <a:pt x="72" y="83"/>
                  </a:cubicBezTo>
                  <a:cubicBezTo>
                    <a:pt x="64" y="84"/>
                    <a:pt x="66" y="67"/>
                    <a:pt x="66" y="67"/>
                  </a:cubicBezTo>
                  <a:cubicBezTo>
                    <a:pt x="66" y="43"/>
                    <a:pt x="84" y="61"/>
                    <a:pt x="84" y="61"/>
                  </a:cubicBezTo>
                  <a:cubicBezTo>
                    <a:pt x="95" y="69"/>
                    <a:pt x="97" y="56"/>
                    <a:pt x="97" y="56"/>
                  </a:cubicBezTo>
                  <a:cubicBezTo>
                    <a:pt x="104" y="53"/>
                    <a:pt x="104" y="53"/>
                    <a:pt x="104" y="53"/>
                  </a:cubicBezTo>
                  <a:cubicBezTo>
                    <a:pt x="105" y="49"/>
                    <a:pt x="105" y="49"/>
                    <a:pt x="105" y="49"/>
                  </a:cubicBezTo>
                  <a:cubicBezTo>
                    <a:pt x="104" y="44"/>
                    <a:pt x="104" y="44"/>
                    <a:pt x="104" y="44"/>
                  </a:cubicBezTo>
                  <a:cubicBezTo>
                    <a:pt x="93" y="39"/>
                    <a:pt x="93" y="39"/>
                    <a:pt x="93" y="39"/>
                  </a:cubicBezTo>
                  <a:cubicBezTo>
                    <a:pt x="93" y="39"/>
                    <a:pt x="91" y="43"/>
                    <a:pt x="94" y="48"/>
                  </a:cubicBezTo>
                  <a:cubicBezTo>
                    <a:pt x="94" y="48"/>
                    <a:pt x="93" y="53"/>
                    <a:pt x="91" y="52"/>
                  </a:cubicBezTo>
                  <a:cubicBezTo>
                    <a:pt x="84" y="48"/>
                    <a:pt x="84" y="48"/>
                    <a:pt x="84" y="48"/>
                  </a:cubicBezTo>
                  <a:cubicBezTo>
                    <a:pt x="84" y="48"/>
                    <a:pt x="82" y="47"/>
                    <a:pt x="79" y="49"/>
                  </a:cubicBezTo>
                  <a:cubicBezTo>
                    <a:pt x="75" y="52"/>
                    <a:pt x="69" y="49"/>
                    <a:pt x="69" y="49"/>
                  </a:cubicBezTo>
                  <a:cubicBezTo>
                    <a:pt x="69" y="49"/>
                    <a:pt x="69" y="46"/>
                    <a:pt x="73" y="44"/>
                  </a:cubicBezTo>
                  <a:cubicBezTo>
                    <a:pt x="76" y="42"/>
                    <a:pt x="76" y="42"/>
                    <a:pt x="76" y="42"/>
                  </a:cubicBezTo>
                  <a:cubicBezTo>
                    <a:pt x="76" y="42"/>
                    <a:pt x="75" y="38"/>
                    <a:pt x="76" y="35"/>
                  </a:cubicBezTo>
                  <a:cubicBezTo>
                    <a:pt x="77" y="32"/>
                    <a:pt x="78" y="35"/>
                    <a:pt x="81" y="33"/>
                  </a:cubicBezTo>
                  <a:cubicBezTo>
                    <a:pt x="84" y="31"/>
                    <a:pt x="86" y="37"/>
                    <a:pt x="90" y="36"/>
                  </a:cubicBezTo>
                  <a:cubicBezTo>
                    <a:pt x="94" y="36"/>
                    <a:pt x="92" y="35"/>
                    <a:pt x="95" y="33"/>
                  </a:cubicBezTo>
                  <a:cubicBezTo>
                    <a:pt x="98" y="32"/>
                    <a:pt x="100" y="36"/>
                    <a:pt x="100" y="36"/>
                  </a:cubicBezTo>
                  <a:cubicBezTo>
                    <a:pt x="106" y="37"/>
                    <a:pt x="106" y="37"/>
                    <a:pt x="106" y="37"/>
                  </a:cubicBezTo>
                  <a:cubicBezTo>
                    <a:pt x="106" y="37"/>
                    <a:pt x="105" y="30"/>
                    <a:pt x="105" y="32"/>
                  </a:cubicBezTo>
                  <a:cubicBezTo>
                    <a:pt x="109" y="38"/>
                    <a:pt x="114" y="55"/>
                    <a:pt x="112" y="58"/>
                  </a:cubicBezTo>
                  <a:cubicBezTo>
                    <a:pt x="111" y="57"/>
                    <a:pt x="110" y="57"/>
                    <a:pt x="110" y="57"/>
                  </a:cubicBezTo>
                  <a:cubicBezTo>
                    <a:pt x="103" y="57"/>
                    <a:pt x="103" y="57"/>
                    <a:pt x="103" y="57"/>
                  </a:cubicBezTo>
                  <a:lnTo>
                    <a:pt x="107" y="62"/>
                  </a:lnTo>
                  <a:close/>
                </a:path>
              </a:pathLst>
            </a:custGeom>
            <a:solidFill>
              <a:schemeClr val="bg1"/>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a:solidFill>
                  <a:prstClr val="black"/>
                </a:solidFill>
                <a:latin typeface="Roboto Lt"/>
                <a:cs typeface="+mn-cs"/>
              </a:endParaRPr>
            </a:p>
          </p:txBody>
        </p:sp>
      </p:grpSp>
    </p:spTree>
    <p:extLst>
      <p:ext uri="{BB962C8B-B14F-4D97-AF65-F5344CB8AC3E}">
        <p14:creationId xmlns:p14="http://schemas.microsoft.com/office/powerpoint/2010/main" val="44033460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16"/>
                                        </p:tgtEl>
                                        <p:attrNameLst>
                                          <p:attrName>style.visibility</p:attrName>
                                        </p:attrNameLst>
                                      </p:cBhvr>
                                      <p:to>
                                        <p:strVal val="visible"/>
                                      </p:to>
                                    </p:set>
                                    <p:anim calcmode="lin" valueType="num">
                                      <p:cBhvr>
                                        <p:cTn id="7" dur="500" fill="hold"/>
                                        <p:tgtEl>
                                          <p:spTgt spid="16"/>
                                        </p:tgtEl>
                                        <p:attrNameLst>
                                          <p:attrName>ppt_w</p:attrName>
                                        </p:attrNameLst>
                                      </p:cBhvr>
                                      <p:tavLst>
                                        <p:tav tm="0">
                                          <p:val>
                                            <p:fltVal val="0"/>
                                          </p:val>
                                        </p:tav>
                                        <p:tav tm="100000">
                                          <p:val>
                                            <p:strVal val="#ppt_w"/>
                                          </p:val>
                                        </p:tav>
                                      </p:tavLst>
                                    </p:anim>
                                    <p:anim calcmode="lin" valueType="num">
                                      <p:cBhvr>
                                        <p:cTn id="8" dur="500" fill="hold"/>
                                        <p:tgtEl>
                                          <p:spTgt spid="16"/>
                                        </p:tgtEl>
                                        <p:attrNameLst>
                                          <p:attrName>ppt_h</p:attrName>
                                        </p:attrNameLst>
                                      </p:cBhvr>
                                      <p:tavLst>
                                        <p:tav tm="0">
                                          <p:val>
                                            <p:fltVal val="0"/>
                                          </p:val>
                                        </p:tav>
                                        <p:tav tm="100000">
                                          <p:val>
                                            <p:strVal val="#ppt_h"/>
                                          </p:val>
                                        </p:tav>
                                      </p:tavLst>
                                    </p:anim>
                                    <p:animEffect transition="in" filter="fade">
                                      <p:cBhvr>
                                        <p:cTn id="9" dur="500"/>
                                        <p:tgtEl>
                                          <p:spTgt spid="16"/>
                                        </p:tgtEl>
                                      </p:cBhvr>
                                    </p:animEffect>
                                  </p:childTnLst>
                                </p:cTn>
                              </p:par>
                            </p:childTnLst>
                          </p:cTn>
                        </p:par>
                        <p:par>
                          <p:cTn id="10" fill="hold">
                            <p:stCondLst>
                              <p:cond delay="500"/>
                            </p:stCondLst>
                            <p:childTnLst>
                              <p:par>
                                <p:cTn id="11" presetID="22" presetClass="entr" presetSubtype="2" fill="hold" nodeType="afterEffect">
                                  <p:stCondLst>
                                    <p:cond delay="0"/>
                                  </p:stCondLst>
                                  <p:childTnLst>
                                    <p:set>
                                      <p:cBhvr>
                                        <p:cTn id="12" dur="1" fill="hold">
                                          <p:stCondLst>
                                            <p:cond delay="0"/>
                                          </p:stCondLst>
                                        </p:cTn>
                                        <p:tgtEl>
                                          <p:spTgt spid="25"/>
                                        </p:tgtEl>
                                        <p:attrNameLst>
                                          <p:attrName>style.visibility</p:attrName>
                                        </p:attrNameLst>
                                      </p:cBhvr>
                                      <p:to>
                                        <p:strVal val="visible"/>
                                      </p:to>
                                    </p:set>
                                    <p:animEffect transition="in" filter="wipe(right)">
                                      <p:cBhvr>
                                        <p:cTn id="13" dur="500"/>
                                        <p:tgtEl>
                                          <p:spTgt spid="25"/>
                                        </p:tgtEl>
                                      </p:cBhvr>
                                    </p:animEffect>
                                  </p:childTnLst>
                                </p:cTn>
                              </p:par>
                              <p:par>
                                <p:cTn id="14" presetID="10" presetClass="entr" presetSubtype="0" fill="hold" nodeType="withEffect">
                                  <p:stCondLst>
                                    <p:cond delay="0"/>
                                  </p:stCondLst>
                                  <p:childTnLst>
                                    <p:set>
                                      <p:cBhvr>
                                        <p:cTn id="15" dur="1" fill="hold">
                                          <p:stCondLst>
                                            <p:cond delay="0"/>
                                          </p:stCondLst>
                                        </p:cTn>
                                        <p:tgtEl>
                                          <p:spTgt spid="26"/>
                                        </p:tgtEl>
                                        <p:attrNameLst>
                                          <p:attrName>style.visibility</p:attrName>
                                        </p:attrNameLst>
                                      </p:cBhvr>
                                      <p:to>
                                        <p:strVal val="visible"/>
                                      </p:to>
                                    </p:set>
                                    <p:animEffect transition="in" filter="fade">
                                      <p:cBhvr>
                                        <p:cTn id="16" dur="500"/>
                                        <p:tgtEl>
                                          <p:spTgt spid="26"/>
                                        </p:tgtEl>
                                      </p:cBhvr>
                                    </p:animEffect>
                                  </p:childTnLst>
                                </p:cTn>
                              </p:par>
                              <p:par>
                                <p:cTn id="17" presetID="10" presetClass="entr" presetSubtype="0" fill="hold" nodeType="withEffect">
                                  <p:stCondLst>
                                    <p:cond delay="0"/>
                                  </p:stCondLst>
                                  <p:childTnLst>
                                    <p:set>
                                      <p:cBhvr>
                                        <p:cTn id="18" dur="1" fill="hold">
                                          <p:stCondLst>
                                            <p:cond delay="0"/>
                                          </p:stCondLst>
                                        </p:cTn>
                                        <p:tgtEl>
                                          <p:spTgt spid="22"/>
                                        </p:tgtEl>
                                        <p:attrNameLst>
                                          <p:attrName>style.visibility</p:attrName>
                                        </p:attrNameLst>
                                      </p:cBhvr>
                                      <p:to>
                                        <p:strVal val="visible"/>
                                      </p:to>
                                    </p:set>
                                    <p:animEffect transition="in" filter="fade">
                                      <p:cBhvr>
                                        <p:cTn id="19"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Picture Placeholder 1"/>
          <p:cNvSpPr>
            <a:spLocks noGrp="1"/>
          </p:cNvSpPr>
          <p:nvPr>
            <p:ph type="pic" sz="quarter" idx="13"/>
          </p:nvPr>
        </p:nvSpPr>
        <p:spPr/>
      </p:sp>
      <p:sp>
        <p:nvSpPr>
          <p:cNvPr id="11" name="Rectangle 10"/>
          <p:cNvSpPr/>
          <p:nvPr/>
        </p:nvSpPr>
        <p:spPr>
          <a:xfrm>
            <a:off x="1588" y="-2701"/>
            <a:ext cx="12188825" cy="6858000"/>
          </a:xfrm>
          <a:prstGeom prst="rect">
            <a:avLst/>
          </a:prstGeom>
          <a:solidFill>
            <a:schemeClr val="accent3">
              <a:lumMod val="50000"/>
              <a:alpha val="7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91422" tIns="45711" rIns="91422" bIns="45711" rtlCol="0" anchor="ctr"/>
          <a:lstStyle/>
          <a:p>
            <a:pPr algn="ctr" defTabSz="914217" fontAlgn="auto">
              <a:spcBef>
                <a:spcPts val="0"/>
              </a:spcBef>
              <a:spcAft>
                <a:spcPts val="0"/>
              </a:spcAft>
            </a:pPr>
            <a:endParaRPr lang="en-US">
              <a:solidFill>
                <a:prstClr val="white"/>
              </a:solidFill>
            </a:endParaRPr>
          </a:p>
        </p:txBody>
      </p:sp>
      <p:sp>
        <p:nvSpPr>
          <p:cNvPr id="25" name="Rectangle 24"/>
          <p:cNvSpPr/>
          <p:nvPr/>
        </p:nvSpPr>
        <p:spPr>
          <a:xfrm flipV="1">
            <a:off x="2323209" y="3390795"/>
            <a:ext cx="691176" cy="77980"/>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defTabSz="914217" fontAlgn="auto">
              <a:spcBef>
                <a:spcPts val="0"/>
              </a:spcBef>
              <a:spcAft>
                <a:spcPts val="0"/>
              </a:spcAft>
            </a:pPr>
            <a:endParaRPr lang="en-US" dirty="0">
              <a:solidFill>
                <a:prstClr val="white"/>
              </a:solidFill>
            </a:endParaRPr>
          </a:p>
        </p:txBody>
      </p:sp>
      <p:sp>
        <p:nvSpPr>
          <p:cNvPr id="26" name="Rectangle 25"/>
          <p:cNvSpPr/>
          <p:nvPr/>
        </p:nvSpPr>
        <p:spPr>
          <a:xfrm flipV="1">
            <a:off x="5745585" y="2466184"/>
            <a:ext cx="691176" cy="77980"/>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defTabSz="914217" fontAlgn="auto">
              <a:spcBef>
                <a:spcPts val="0"/>
              </a:spcBef>
              <a:spcAft>
                <a:spcPts val="0"/>
              </a:spcAft>
            </a:pPr>
            <a:endParaRPr lang="en-US" dirty="0">
              <a:solidFill>
                <a:prstClr val="white"/>
              </a:solidFill>
            </a:endParaRPr>
          </a:p>
        </p:txBody>
      </p:sp>
      <p:sp>
        <p:nvSpPr>
          <p:cNvPr id="28" name="Rectangle 27"/>
          <p:cNvSpPr/>
          <p:nvPr/>
        </p:nvSpPr>
        <p:spPr>
          <a:xfrm flipV="1">
            <a:off x="9243369" y="3407403"/>
            <a:ext cx="691176" cy="65635"/>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defTabSz="914217" fontAlgn="auto">
              <a:spcBef>
                <a:spcPts val="0"/>
              </a:spcBef>
              <a:spcAft>
                <a:spcPts val="0"/>
              </a:spcAft>
            </a:pPr>
            <a:endParaRPr lang="en-US" dirty="0">
              <a:solidFill>
                <a:prstClr val="white"/>
              </a:solidFill>
            </a:endParaRPr>
          </a:p>
        </p:txBody>
      </p:sp>
      <p:sp>
        <p:nvSpPr>
          <p:cNvPr id="31" name="Rectangle 30"/>
          <p:cNvSpPr/>
          <p:nvPr/>
        </p:nvSpPr>
        <p:spPr>
          <a:xfrm flipV="1">
            <a:off x="5745585" y="4659440"/>
            <a:ext cx="691176" cy="77980"/>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defTabSz="914217" fontAlgn="auto">
              <a:spcBef>
                <a:spcPts val="0"/>
              </a:spcBef>
              <a:spcAft>
                <a:spcPts val="0"/>
              </a:spcAft>
            </a:pPr>
            <a:endParaRPr lang="en-US" dirty="0">
              <a:solidFill>
                <a:prstClr val="white"/>
              </a:solidFill>
            </a:endParaRPr>
          </a:p>
        </p:txBody>
      </p:sp>
      <p:grpSp>
        <p:nvGrpSpPr>
          <p:cNvPr id="32" name="Group 31"/>
          <p:cNvGrpSpPr/>
          <p:nvPr/>
        </p:nvGrpSpPr>
        <p:grpSpPr>
          <a:xfrm>
            <a:off x="928401" y="2536947"/>
            <a:ext cx="10371572" cy="2119791"/>
            <a:chOff x="6010028" y="-14375"/>
            <a:chExt cx="12359700" cy="4239581"/>
          </a:xfrm>
        </p:grpSpPr>
        <p:sp>
          <p:nvSpPr>
            <p:cNvPr id="33" name="TextBox 32"/>
            <p:cNvSpPr txBox="1"/>
            <p:nvPr/>
          </p:nvSpPr>
          <p:spPr>
            <a:xfrm>
              <a:off x="6010028" y="-14375"/>
              <a:ext cx="12359700" cy="3046971"/>
            </a:xfrm>
            <a:prstGeom prst="rect">
              <a:avLst/>
            </a:prstGeom>
            <a:noFill/>
          </p:spPr>
          <p:txBody>
            <a:bodyPr wrap="square" lIns="45711" tIns="22856" rIns="45711" bIns="22856" rtlCol="0">
              <a:spAutoFit/>
            </a:bodyPr>
            <a:lstStyle/>
            <a:p>
              <a:pPr algn="ctr" defTabSz="914217" fontAlgn="auto">
                <a:spcBef>
                  <a:spcPts val="0"/>
                </a:spcBef>
                <a:spcAft>
                  <a:spcPts val="0"/>
                </a:spcAft>
              </a:pPr>
              <a:r>
                <a:rPr lang="ar-SA" sz="9600" b="1" dirty="0">
                  <a:solidFill>
                    <a:srgbClr val="FF0000"/>
                  </a:solidFill>
                  <a:latin typeface="Lato Regular"/>
                  <a:cs typeface="Lato Regular"/>
                </a:rPr>
                <a:t>الفصل الخامس</a:t>
              </a:r>
              <a:endParaRPr lang="id-ID" sz="9600" b="1" dirty="0">
                <a:solidFill>
                  <a:srgbClr val="FF0000"/>
                </a:solidFill>
                <a:latin typeface="Lato Regular"/>
                <a:cs typeface="Lato Regular"/>
              </a:endParaRPr>
            </a:p>
          </p:txBody>
        </p:sp>
        <p:sp>
          <p:nvSpPr>
            <p:cNvPr id="34" name="Subtitle 2"/>
            <p:cNvSpPr txBox="1">
              <a:spLocks/>
            </p:cNvSpPr>
            <p:nvPr/>
          </p:nvSpPr>
          <p:spPr>
            <a:xfrm>
              <a:off x="6335836" y="2607628"/>
              <a:ext cx="11655185" cy="1617578"/>
            </a:xfrm>
            <a:prstGeom prst="rect">
              <a:avLst/>
            </a:prstGeom>
          </p:spPr>
          <p:txBody>
            <a:bodyPr vert="horz" lIns="108745" tIns="54373" rIns="108745" bIns="54373" rtlCol="0">
              <a:no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rtl="1" fontAlgn="auto">
                <a:spcAft>
                  <a:spcPts val="0"/>
                </a:spcAft>
              </a:pPr>
              <a:r>
                <a:rPr lang="ar-SA" sz="4000" b="1" dirty="0">
                  <a:solidFill>
                    <a:prstClr val="white"/>
                  </a:solidFill>
                  <a:latin typeface="Lato Regular"/>
                  <a:cs typeface="Lato Regular"/>
                </a:rPr>
                <a:t>التكنولوجيا كأداة للتغيير</a:t>
              </a:r>
              <a:endParaRPr lang="en-US" sz="4000" b="1" dirty="0">
                <a:solidFill>
                  <a:prstClr val="white"/>
                </a:solidFill>
                <a:latin typeface="Lato Regular"/>
                <a:cs typeface="Lato Regular"/>
              </a:endParaRPr>
            </a:p>
          </p:txBody>
        </p:sp>
      </p:grpSp>
    </p:spTree>
    <p:extLst>
      <p:ext uri="{BB962C8B-B14F-4D97-AF65-F5344CB8AC3E}">
        <p14:creationId xmlns:p14="http://schemas.microsoft.com/office/powerpoint/2010/main" val="107866827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4" fill="hold" nodeType="afterEffect">
                                  <p:stCondLst>
                                    <p:cond delay="0"/>
                                  </p:stCondLst>
                                  <p:childTnLst>
                                    <p:set>
                                      <p:cBhvr>
                                        <p:cTn id="6" dur="1" fill="hold">
                                          <p:stCondLst>
                                            <p:cond delay="0"/>
                                          </p:stCondLst>
                                        </p:cTn>
                                        <p:tgtEl>
                                          <p:spTgt spid="32"/>
                                        </p:tgtEl>
                                        <p:attrNameLst>
                                          <p:attrName>style.visibility</p:attrName>
                                        </p:attrNameLst>
                                      </p:cBhvr>
                                      <p:to>
                                        <p:strVal val="visible"/>
                                      </p:to>
                                    </p:set>
                                    <p:anim calcmode="lin" valueType="num">
                                      <p:cBhvr additive="base">
                                        <p:cTn id="7" dur="500"/>
                                        <p:tgtEl>
                                          <p:spTgt spid="32"/>
                                        </p:tgtEl>
                                        <p:attrNameLst>
                                          <p:attrName>ppt_y</p:attrName>
                                        </p:attrNameLst>
                                      </p:cBhvr>
                                      <p:tavLst>
                                        <p:tav tm="0">
                                          <p:val>
                                            <p:strVal val="#ppt_y+#ppt_h*1.125000"/>
                                          </p:val>
                                        </p:tav>
                                        <p:tav tm="100000">
                                          <p:val>
                                            <p:strVal val="#ppt_y"/>
                                          </p:val>
                                        </p:tav>
                                      </p:tavLst>
                                    </p:anim>
                                    <p:animEffect transition="in" filter="wipe(up)">
                                      <p:cBhvr>
                                        <p:cTn id="8" dur="500"/>
                                        <p:tgtEl>
                                          <p:spTgt spid="32"/>
                                        </p:tgtEl>
                                      </p:cBhvr>
                                    </p:animEffect>
                                  </p:childTnLst>
                                </p:cTn>
                              </p:par>
                            </p:childTnLst>
                          </p:cTn>
                        </p:par>
                        <p:par>
                          <p:cTn id="9" fill="hold">
                            <p:stCondLst>
                              <p:cond delay="500"/>
                            </p:stCondLst>
                            <p:childTnLst>
                              <p:par>
                                <p:cTn id="10" presetID="2" presetClass="entr" presetSubtype="1" fill="hold" grpId="0" nodeType="afterEffect">
                                  <p:stCondLst>
                                    <p:cond delay="0"/>
                                  </p:stCondLst>
                                  <p:childTnLst>
                                    <p:set>
                                      <p:cBhvr>
                                        <p:cTn id="11" dur="1" fill="hold">
                                          <p:stCondLst>
                                            <p:cond delay="0"/>
                                          </p:stCondLst>
                                        </p:cTn>
                                        <p:tgtEl>
                                          <p:spTgt spid="26"/>
                                        </p:tgtEl>
                                        <p:attrNameLst>
                                          <p:attrName>style.visibility</p:attrName>
                                        </p:attrNameLst>
                                      </p:cBhvr>
                                      <p:to>
                                        <p:strVal val="visible"/>
                                      </p:to>
                                    </p:set>
                                    <p:anim calcmode="lin" valueType="num">
                                      <p:cBhvr additive="base">
                                        <p:cTn id="12" dur="500" fill="hold"/>
                                        <p:tgtEl>
                                          <p:spTgt spid="26"/>
                                        </p:tgtEl>
                                        <p:attrNameLst>
                                          <p:attrName>ppt_x</p:attrName>
                                        </p:attrNameLst>
                                      </p:cBhvr>
                                      <p:tavLst>
                                        <p:tav tm="0">
                                          <p:val>
                                            <p:strVal val="#ppt_x"/>
                                          </p:val>
                                        </p:tav>
                                        <p:tav tm="100000">
                                          <p:val>
                                            <p:strVal val="#ppt_x"/>
                                          </p:val>
                                        </p:tav>
                                      </p:tavLst>
                                    </p:anim>
                                    <p:anim calcmode="lin" valueType="num">
                                      <p:cBhvr additive="base">
                                        <p:cTn id="13" dur="500" fill="hold"/>
                                        <p:tgtEl>
                                          <p:spTgt spid="26"/>
                                        </p:tgtEl>
                                        <p:attrNameLst>
                                          <p:attrName>ppt_y</p:attrName>
                                        </p:attrNameLst>
                                      </p:cBhvr>
                                      <p:tavLst>
                                        <p:tav tm="0">
                                          <p:val>
                                            <p:strVal val="0-#ppt_h/2"/>
                                          </p:val>
                                        </p:tav>
                                        <p:tav tm="100000">
                                          <p:val>
                                            <p:strVal val="#ppt_y"/>
                                          </p:val>
                                        </p:tav>
                                      </p:tavLst>
                                    </p:anim>
                                  </p:childTnLst>
                                </p:cTn>
                              </p:par>
                              <p:par>
                                <p:cTn id="14" presetID="2" presetClass="entr" presetSubtype="2" fill="hold" grpId="0" nodeType="withEffect">
                                  <p:stCondLst>
                                    <p:cond delay="0"/>
                                  </p:stCondLst>
                                  <p:childTnLst>
                                    <p:set>
                                      <p:cBhvr>
                                        <p:cTn id="15" dur="1" fill="hold">
                                          <p:stCondLst>
                                            <p:cond delay="0"/>
                                          </p:stCondLst>
                                        </p:cTn>
                                        <p:tgtEl>
                                          <p:spTgt spid="28"/>
                                        </p:tgtEl>
                                        <p:attrNameLst>
                                          <p:attrName>style.visibility</p:attrName>
                                        </p:attrNameLst>
                                      </p:cBhvr>
                                      <p:to>
                                        <p:strVal val="visible"/>
                                      </p:to>
                                    </p:set>
                                    <p:anim calcmode="lin" valueType="num">
                                      <p:cBhvr additive="base">
                                        <p:cTn id="16" dur="500" fill="hold"/>
                                        <p:tgtEl>
                                          <p:spTgt spid="28"/>
                                        </p:tgtEl>
                                        <p:attrNameLst>
                                          <p:attrName>ppt_x</p:attrName>
                                        </p:attrNameLst>
                                      </p:cBhvr>
                                      <p:tavLst>
                                        <p:tav tm="0">
                                          <p:val>
                                            <p:strVal val="1+#ppt_w/2"/>
                                          </p:val>
                                        </p:tav>
                                        <p:tav tm="100000">
                                          <p:val>
                                            <p:strVal val="#ppt_x"/>
                                          </p:val>
                                        </p:tav>
                                      </p:tavLst>
                                    </p:anim>
                                    <p:anim calcmode="lin" valueType="num">
                                      <p:cBhvr additive="base">
                                        <p:cTn id="17" dur="500" fill="hold"/>
                                        <p:tgtEl>
                                          <p:spTgt spid="28"/>
                                        </p:tgtEl>
                                        <p:attrNameLst>
                                          <p:attrName>ppt_y</p:attrName>
                                        </p:attrNameLst>
                                      </p:cBhvr>
                                      <p:tavLst>
                                        <p:tav tm="0">
                                          <p:val>
                                            <p:strVal val="#ppt_y"/>
                                          </p:val>
                                        </p:tav>
                                        <p:tav tm="100000">
                                          <p:val>
                                            <p:strVal val="#ppt_y"/>
                                          </p:val>
                                        </p:tav>
                                      </p:tavLst>
                                    </p:anim>
                                  </p:childTnLst>
                                </p:cTn>
                              </p:par>
                              <p:par>
                                <p:cTn id="18" presetID="2" presetClass="entr" presetSubtype="8" fill="hold" grpId="0" nodeType="withEffect">
                                  <p:stCondLst>
                                    <p:cond delay="0"/>
                                  </p:stCondLst>
                                  <p:childTnLst>
                                    <p:set>
                                      <p:cBhvr>
                                        <p:cTn id="19" dur="1" fill="hold">
                                          <p:stCondLst>
                                            <p:cond delay="0"/>
                                          </p:stCondLst>
                                        </p:cTn>
                                        <p:tgtEl>
                                          <p:spTgt spid="25"/>
                                        </p:tgtEl>
                                        <p:attrNameLst>
                                          <p:attrName>style.visibility</p:attrName>
                                        </p:attrNameLst>
                                      </p:cBhvr>
                                      <p:to>
                                        <p:strVal val="visible"/>
                                      </p:to>
                                    </p:set>
                                    <p:anim calcmode="lin" valueType="num">
                                      <p:cBhvr additive="base">
                                        <p:cTn id="20" dur="500" fill="hold"/>
                                        <p:tgtEl>
                                          <p:spTgt spid="25"/>
                                        </p:tgtEl>
                                        <p:attrNameLst>
                                          <p:attrName>ppt_x</p:attrName>
                                        </p:attrNameLst>
                                      </p:cBhvr>
                                      <p:tavLst>
                                        <p:tav tm="0">
                                          <p:val>
                                            <p:strVal val="0-#ppt_w/2"/>
                                          </p:val>
                                        </p:tav>
                                        <p:tav tm="100000">
                                          <p:val>
                                            <p:strVal val="#ppt_x"/>
                                          </p:val>
                                        </p:tav>
                                      </p:tavLst>
                                    </p:anim>
                                    <p:anim calcmode="lin" valueType="num">
                                      <p:cBhvr additive="base">
                                        <p:cTn id="21" dur="500" fill="hold"/>
                                        <p:tgtEl>
                                          <p:spTgt spid="25"/>
                                        </p:tgtEl>
                                        <p:attrNameLst>
                                          <p:attrName>ppt_y</p:attrName>
                                        </p:attrNameLst>
                                      </p:cBhvr>
                                      <p:tavLst>
                                        <p:tav tm="0">
                                          <p:val>
                                            <p:strVal val="#ppt_y"/>
                                          </p:val>
                                        </p:tav>
                                        <p:tav tm="100000">
                                          <p:val>
                                            <p:strVal val="#ppt_y"/>
                                          </p:val>
                                        </p:tav>
                                      </p:tavLst>
                                    </p:anim>
                                  </p:childTnLst>
                                </p:cTn>
                              </p:par>
                              <p:par>
                                <p:cTn id="22" presetID="2" presetClass="entr" presetSubtype="4" fill="hold" grpId="0" nodeType="withEffect">
                                  <p:stCondLst>
                                    <p:cond delay="0"/>
                                  </p:stCondLst>
                                  <p:childTnLst>
                                    <p:set>
                                      <p:cBhvr>
                                        <p:cTn id="23" dur="1" fill="hold">
                                          <p:stCondLst>
                                            <p:cond delay="0"/>
                                          </p:stCondLst>
                                        </p:cTn>
                                        <p:tgtEl>
                                          <p:spTgt spid="31"/>
                                        </p:tgtEl>
                                        <p:attrNameLst>
                                          <p:attrName>style.visibility</p:attrName>
                                        </p:attrNameLst>
                                      </p:cBhvr>
                                      <p:to>
                                        <p:strVal val="visible"/>
                                      </p:to>
                                    </p:set>
                                    <p:anim calcmode="lin" valueType="num">
                                      <p:cBhvr additive="base">
                                        <p:cTn id="24" dur="500" fill="hold"/>
                                        <p:tgtEl>
                                          <p:spTgt spid="31"/>
                                        </p:tgtEl>
                                        <p:attrNameLst>
                                          <p:attrName>ppt_x</p:attrName>
                                        </p:attrNameLst>
                                      </p:cBhvr>
                                      <p:tavLst>
                                        <p:tav tm="0">
                                          <p:val>
                                            <p:strVal val="#ppt_x"/>
                                          </p:val>
                                        </p:tav>
                                        <p:tav tm="100000">
                                          <p:val>
                                            <p:strVal val="#ppt_x"/>
                                          </p:val>
                                        </p:tav>
                                      </p:tavLst>
                                    </p:anim>
                                    <p:anim calcmode="lin" valueType="num">
                                      <p:cBhvr additive="base">
                                        <p:cTn id="25" dur="500" fill="hold"/>
                                        <p:tgtEl>
                                          <p:spTgt spid="3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animBg="1"/>
      <p:bldP spid="26" grpId="0" animBg="1"/>
      <p:bldP spid="28" grpId="0" animBg="1"/>
      <p:bldP spid="31" grpId="0" animBg="1"/>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Title 1"/>
          <p:cNvSpPr txBox="1">
            <a:spLocks/>
          </p:cNvSpPr>
          <p:nvPr/>
        </p:nvSpPr>
        <p:spPr>
          <a:xfrm>
            <a:off x="3056176" y="353392"/>
            <a:ext cx="6159981" cy="968016"/>
          </a:xfrm>
          <a:prstGeom prst="rect">
            <a:avLst/>
          </a:prstGeom>
        </p:spPr>
        <p:txBody>
          <a:bodyPr vert="horz" wrap="none" lIns="0" tIns="0" rIns="0" bIns="0" rtlCol="0" anchor="ctr">
            <a:noAutofit/>
          </a:bodyPr>
          <a:lstStyle/>
          <a:p>
            <a:pPr algn="ctr" defTabSz="1375434" rtl="1" fontAlgn="auto">
              <a:spcAft>
                <a:spcPts val="0"/>
              </a:spcAft>
              <a:tabLst>
                <a:tab pos="4794011" algn="l"/>
              </a:tabLst>
              <a:defRPr/>
            </a:pPr>
            <a:r>
              <a:rPr lang="ar-SA" sz="4800" b="1" u="sng" dirty="0" smtClean="0">
                <a:solidFill>
                  <a:srgbClr val="FFFF00"/>
                </a:solidFill>
                <a:latin typeface="Roboto Medium"/>
                <a:cs typeface="+mj-cs"/>
              </a:rPr>
              <a:t>1-</a:t>
            </a:r>
            <a:r>
              <a:rPr lang="en-US" sz="4800" b="1" u="sng" dirty="0" smtClean="0">
                <a:solidFill>
                  <a:srgbClr val="FFFF00"/>
                </a:solidFill>
                <a:latin typeface="Roboto Medium"/>
                <a:cs typeface="+mj-cs"/>
              </a:rPr>
              <a:t> </a:t>
            </a:r>
            <a:r>
              <a:rPr lang="ar-SA" sz="4800" b="1" u="sng" dirty="0" smtClean="0">
                <a:solidFill>
                  <a:srgbClr val="FFFF00"/>
                </a:solidFill>
                <a:latin typeface="Roboto Medium"/>
                <a:cs typeface="+mj-cs"/>
              </a:rPr>
              <a:t>المعلم التكنولوجي</a:t>
            </a:r>
            <a:endParaRPr lang="en-US" sz="4800" b="1" u="sng" dirty="0">
              <a:solidFill>
                <a:srgbClr val="FFFF00"/>
              </a:solidFill>
              <a:latin typeface="Roboto Medium"/>
              <a:cs typeface="+mj-cs"/>
            </a:endParaRPr>
          </a:p>
        </p:txBody>
      </p:sp>
      <p:graphicFrame>
        <p:nvGraphicFramePr>
          <p:cNvPr id="25" name="Diagram 24"/>
          <p:cNvGraphicFramePr/>
          <p:nvPr>
            <p:extLst>
              <p:ext uri="{D42A27DB-BD31-4B8C-83A1-F6EECF244321}">
                <p14:modId xmlns:p14="http://schemas.microsoft.com/office/powerpoint/2010/main" val="3939844867"/>
              </p:ext>
            </p:extLst>
          </p:nvPr>
        </p:nvGraphicFramePr>
        <p:xfrm>
          <a:off x="0" y="3224877"/>
          <a:ext cx="12192000" cy="265176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6" name="Rectangle 25"/>
          <p:cNvSpPr/>
          <p:nvPr/>
        </p:nvSpPr>
        <p:spPr>
          <a:xfrm>
            <a:off x="-1" y="2903171"/>
            <a:ext cx="12192000" cy="2655839"/>
          </a:xfrm>
          <a:prstGeom prst="rect">
            <a:avLst/>
          </a:prstGeom>
          <a:solidFill>
            <a:sysClr val="windowText" lastClr="000000">
              <a:lumMod val="85000"/>
              <a:lumOff val="15000"/>
              <a:alpha val="80000"/>
            </a:sys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28" name="TextBox 27"/>
          <p:cNvSpPr txBox="1"/>
          <p:nvPr/>
        </p:nvSpPr>
        <p:spPr>
          <a:xfrm>
            <a:off x="272714" y="3197957"/>
            <a:ext cx="11646570" cy="2185214"/>
          </a:xfrm>
          <a:prstGeom prst="rect">
            <a:avLst/>
          </a:prstGeom>
          <a:noFill/>
        </p:spPr>
        <p:txBody>
          <a:bodyPr wrap="square" rtlCol="0">
            <a:spAutoFit/>
          </a:bodyPr>
          <a:lstStyle/>
          <a:p>
            <a:pPr marL="742950" indent="-742950" algn="ctr" rtl="1" fontAlgn="auto">
              <a:spcBef>
                <a:spcPts val="0"/>
              </a:spcBef>
              <a:spcAft>
                <a:spcPts val="0"/>
              </a:spcAft>
              <a:buAutoNum type="arabic1Minus"/>
            </a:pPr>
            <a:r>
              <a:rPr lang="ar-SA" sz="4000" b="1" u="sng" dirty="0" smtClean="0">
                <a:solidFill>
                  <a:srgbClr val="D43E01"/>
                </a:solidFill>
                <a:cs typeface="Simplified Arabic" panose="02020603050405020304" pitchFamily="18" charset="-78"/>
              </a:rPr>
              <a:t>من هو المعلم التكنولوجي؟</a:t>
            </a:r>
            <a:endParaRPr lang="en-US" sz="4000" b="1" u="sng" dirty="0" smtClean="0">
              <a:solidFill>
                <a:srgbClr val="D43E01"/>
              </a:solidFill>
              <a:cs typeface="Simplified Arabic" panose="02020603050405020304" pitchFamily="18" charset="-78"/>
            </a:endParaRPr>
          </a:p>
          <a:p>
            <a:pPr algn="ctr" rtl="1" fontAlgn="auto">
              <a:spcBef>
                <a:spcPts val="0"/>
              </a:spcBef>
              <a:spcAft>
                <a:spcPts val="0"/>
              </a:spcAft>
            </a:pPr>
            <a:r>
              <a:rPr lang="ar-SA" sz="3200" b="1" dirty="0" smtClean="0">
                <a:solidFill>
                  <a:prstClr val="white"/>
                </a:solidFill>
                <a:cs typeface="Simplified Arabic" panose="02020603050405020304" pitchFamily="18" charset="-78"/>
              </a:rPr>
              <a:t>المعلم التكنولوجي: المعلم الذي يدرك ميول كل طالب واحتياجاته الخاصة والذي يشجع طلبته على التعلم الذاتي الذي يطور شخصيتهم لتكون فعالة في المجتمع والبيئة المحيطة.</a:t>
            </a:r>
            <a:endParaRPr lang="ar-SA" sz="3200" b="1" dirty="0">
              <a:solidFill>
                <a:prstClr val="white"/>
              </a:solidFill>
              <a:cs typeface="Simplified Arabic" panose="02020603050405020304" pitchFamily="18" charset="-78"/>
            </a:endParaRPr>
          </a:p>
        </p:txBody>
      </p:sp>
      <p:grpSp>
        <p:nvGrpSpPr>
          <p:cNvPr id="32" name="Group 31"/>
          <p:cNvGrpSpPr/>
          <p:nvPr/>
        </p:nvGrpSpPr>
        <p:grpSpPr>
          <a:xfrm>
            <a:off x="2155370" y="2828818"/>
            <a:ext cx="7868558" cy="176748"/>
            <a:chOff x="2155371" y="1910842"/>
            <a:chExt cx="7868558" cy="176748"/>
          </a:xfrm>
        </p:grpSpPr>
        <p:sp>
          <p:nvSpPr>
            <p:cNvPr id="33" name="Rectangle 32"/>
            <p:cNvSpPr/>
            <p:nvPr/>
          </p:nvSpPr>
          <p:spPr>
            <a:xfrm>
              <a:off x="4782457" y="1910842"/>
              <a:ext cx="2627086" cy="176748"/>
            </a:xfrm>
            <a:prstGeom prst="rect">
              <a:avLst/>
            </a:prstGeom>
            <a:solidFill>
              <a:srgbClr val="FE8301"/>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34" name="Rectangle 33"/>
            <p:cNvSpPr/>
            <p:nvPr/>
          </p:nvSpPr>
          <p:spPr>
            <a:xfrm>
              <a:off x="2155371" y="1910842"/>
              <a:ext cx="2627086" cy="176748"/>
            </a:xfrm>
            <a:prstGeom prst="rect">
              <a:avLst/>
            </a:prstGeom>
            <a:solidFill>
              <a:srgbClr val="0087B1"/>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35" name="Rectangle 34"/>
            <p:cNvSpPr/>
            <p:nvPr/>
          </p:nvSpPr>
          <p:spPr>
            <a:xfrm>
              <a:off x="7396843" y="1910842"/>
              <a:ext cx="2627086" cy="176748"/>
            </a:xfrm>
            <a:prstGeom prst="rect">
              <a:avLst/>
            </a:prstGeom>
            <a:solidFill>
              <a:srgbClr val="A1BB2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grpSp>
      <p:grpSp>
        <p:nvGrpSpPr>
          <p:cNvPr id="36" name="Group 35"/>
          <p:cNvGrpSpPr/>
          <p:nvPr/>
        </p:nvGrpSpPr>
        <p:grpSpPr>
          <a:xfrm>
            <a:off x="2155370" y="5493729"/>
            <a:ext cx="7868558" cy="178510"/>
            <a:chOff x="2155371" y="4699578"/>
            <a:chExt cx="7868558" cy="178510"/>
          </a:xfrm>
        </p:grpSpPr>
        <p:sp>
          <p:nvSpPr>
            <p:cNvPr id="37" name="Rectangle 36"/>
            <p:cNvSpPr/>
            <p:nvPr/>
          </p:nvSpPr>
          <p:spPr>
            <a:xfrm>
              <a:off x="4782457" y="4701340"/>
              <a:ext cx="2627086" cy="176748"/>
            </a:xfrm>
            <a:prstGeom prst="rect">
              <a:avLst/>
            </a:prstGeom>
            <a:solidFill>
              <a:srgbClr val="D43E01"/>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38" name="Rectangle 37"/>
            <p:cNvSpPr/>
            <p:nvPr/>
          </p:nvSpPr>
          <p:spPr>
            <a:xfrm>
              <a:off x="2155371" y="4701340"/>
              <a:ext cx="2627086" cy="176748"/>
            </a:xfrm>
            <a:prstGeom prst="rect">
              <a:avLst/>
            </a:prstGeom>
            <a:solidFill>
              <a:srgbClr val="012641"/>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39" name="Rectangle 38"/>
            <p:cNvSpPr/>
            <p:nvPr/>
          </p:nvSpPr>
          <p:spPr>
            <a:xfrm>
              <a:off x="7396843" y="4699578"/>
              <a:ext cx="2627086" cy="176748"/>
            </a:xfrm>
            <a:prstGeom prst="rect">
              <a:avLst/>
            </a:prstGeom>
            <a:solidFill>
              <a:srgbClr val="3DBF9C"/>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grpSp>
    </p:spTree>
    <p:extLst>
      <p:ext uri="{BB962C8B-B14F-4D97-AF65-F5344CB8AC3E}">
        <p14:creationId xmlns:p14="http://schemas.microsoft.com/office/powerpoint/2010/main" val="91945664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4" fill="hold" grpId="0" nodeType="afterEffect">
                                  <p:stCondLst>
                                    <p:cond delay="0"/>
                                  </p:stCondLst>
                                  <p:childTnLst>
                                    <p:set>
                                      <p:cBhvr>
                                        <p:cTn id="6" dur="1" fill="hold">
                                          <p:stCondLst>
                                            <p:cond delay="0"/>
                                          </p:stCondLst>
                                        </p:cTn>
                                        <p:tgtEl>
                                          <p:spTgt spid="29"/>
                                        </p:tgtEl>
                                        <p:attrNameLst>
                                          <p:attrName>style.visibility</p:attrName>
                                        </p:attrNameLst>
                                      </p:cBhvr>
                                      <p:to>
                                        <p:strVal val="visible"/>
                                      </p:to>
                                    </p:set>
                                    <p:animEffect transition="in" filter="slide(fromBottom)">
                                      <p:cBhvr>
                                        <p:cTn id="7" dur="500"/>
                                        <p:tgtEl>
                                          <p:spTgt spid="29"/>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26"/>
                                        </p:tgtEl>
                                        <p:attrNameLst>
                                          <p:attrName>style.visibility</p:attrName>
                                        </p:attrNameLst>
                                      </p:cBhvr>
                                      <p:to>
                                        <p:strVal val="visible"/>
                                      </p:to>
                                    </p:set>
                                    <p:animEffect transition="in" filter="fade">
                                      <p:cBhvr>
                                        <p:cTn id="10" dur="500"/>
                                        <p:tgtEl>
                                          <p:spTgt spid="26"/>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25"/>
                                        </p:tgtEl>
                                        <p:attrNameLst>
                                          <p:attrName>style.visibility</p:attrName>
                                        </p:attrNameLst>
                                      </p:cBhvr>
                                      <p:to>
                                        <p:strVal val="visible"/>
                                      </p:to>
                                    </p:set>
                                    <p:animEffect transition="in" filter="fade">
                                      <p:cBhvr>
                                        <p:cTn id="13" dur="500"/>
                                        <p:tgtEl>
                                          <p:spTgt spid="25"/>
                                        </p:tgtEl>
                                      </p:cBhvr>
                                    </p:animEffect>
                                  </p:childTnLst>
                                </p:cTn>
                              </p:par>
                              <p:par>
                                <p:cTn id="14" presetID="47" presetClass="entr" presetSubtype="0" fill="hold" nodeType="withEffect">
                                  <p:stCondLst>
                                    <p:cond delay="250"/>
                                  </p:stCondLst>
                                  <p:childTnLst>
                                    <p:set>
                                      <p:cBhvr>
                                        <p:cTn id="15" dur="1" fill="hold">
                                          <p:stCondLst>
                                            <p:cond delay="0"/>
                                          </p:stCondLst>
                                        </p:cTn>
                                        <p:tgtEl>
                                          <p:spTgt spid="32"/>
                                        </p:tgtEl>
                                        <p:attrNameLst>
                                          <p:attrName>style.visibility</p:attrName>
                                        </p:attrNameLst>
                                      </p:cBhvr>
                                      <p:to>
                                        <p:strVal val="visible"/>
                                      </p:to>
                                    </p:set>
                                    <p:animEffect transition="in" filter="fade">
                                      <p:cBhvr>
                                        <p:cTn id="16" dur="1000"/>
                                        <p:tgtEl>
                                          <p:spTgt spid="32"/>
                                        </p:tgtEl>
                                      </p:cBhvr>
                                    </p:animEffect>
                                    <p:anim calcmode="lin" valueType="num">
                                      <p:cBhvr>
                                        <p:cTn id="17" dur="1000" fill="hold"/>
                                        <p:tgtEl>
                                          <p:spTgt spid="32"/>
                                        </p:tgtEl>
                                        <p:attrNameLst>
                                          <p:attrName>ppt_x</p:attrName>
                                        </p:attrNameLst>
                                      </p:cBhvr>
                                      <p:tavLst>
                                        <p:tav tm="0">
                                          <p:val>
                                            <p:strVal val="#ppt_x"/>
                                          </p:val>
                                        </p:tav>
                                        <p:tav tm="100000">
                                          <p:val>
                                            <p:strVal val="#ppt_x"/>
                                          </p:val>
                                        </p:tav>
                                      </p:tavLst>
                                    </p:anim>
                                    <p:anim calcmode="lin" valueType="num">
                                      <p:cBhvr>
                                        <p:cTn id="18" dur="1000" fill="hold"/>
                                        <p:tgtEl>
                                          <p:spTgt spid="32"/>
                                        </p:tgtEl>
                                        <p:attrNameLst>
                                          <p:attrName>ppt_y</p:attrName>
                                        </p:attrNameLst>
                                      </p:cBhvr>
                                      <p:tavLst>
                                        <p:tav tm="0">
                                          <p:val>
                                            <p:strVal val="#ppt_y-.1"/>
                                          </p:val>
                                        </p:tav>
                                        <p:tav tm="100000">
                                          <p:val>
                                            <p:strVal val="#ppt_y"/>
                                          </p:val>
                                        </p:tav>
                                      </p:tavLst>
                                    </p:anim>
                                  </p:childTnLst>
                                </p:cTn>
                              </p:par>
                              <p:par>
                                <p:cTn id="19" presetID="42" presetClass="entr" presetSubtype="0" fill="hold" nodeType="withEffect">
                                  <p:stCondLst>
                                    <p:cond delay="250"/>
                                  </p:stCondLst>
                                  <p:childTnLst>
                                    <p:set>
                                      <p:cBhvr>
                                        <p:cTn id="20" dur="1" fill="hold">
                                          <p:stCondLst>
                                            <p:cond delay="0"/>
                                          </p:stCondLst>
                                        </p:cTn>
                                        <p:tgtEl>
                                          <p:spTgt spid="36"/>
                                        </p:tgtEl>
                                        <p:attrNameLst>
                                          <p:attrName>style.visibility</p:attrName>
                                        </p:attrNameLst>
                                      </p:cBhvr>
                                      <p:to>
                                        <p:strVal val="visible"/>
                                      </p:to>
                                    </p:set>
                                    <p:animEffect transition="in" filter="fade">
                                      <p:cBhvr>
                                        <p:cTn id="21" dur="1000"/>
                                        <p:tgtEl>
                                          <p:spTgt spid="36"/>
                                        </p:tgtEl>
                                      </p:cBhvr>
                                    </p:animEffect>
                                    <p:anim calcmode="lin" valueType="num">
                                      <p:cBhvr>
                                        <p:cTn id="22" dur="1000" fill="hold"/>
                                        <p:tgtEl>
                                          <p:spTgt spid="36"/>
                                        </p:tgtEl>
                                        <p:attrNameLst>
                                          <p:attrName>ppt_x</p:attrName>
                                        </p:attrNameLst>
                                      </p:cBhvr>
                                      <p:tavLst>
                                        <p:tav tm="0">
                                          <p:val>
                                            <p:strVal val="#ppt_x"/>
                                          </p:val>
                                        </p:tav>
                                        <p:tav tm="100000">
                                          <p:val>
                                            <p:strVal val="#ppt_x"/>
                                          </p:val>
                                        </p:tav>
                                      </p:tavLst>
                                    </p:anim>
                                    <p:anim calcmode="lin" valueType="num">
                                      <p:cBhvr>
                                        <p:cTn id="23" dur="1000" fill="hold"/>
                                        <p:tgtEl>
                                          <p:spTgt spid="36"/>
                                        </p:tgtEl>
                                        <p:attrNameLst>
                                          <p:attrName>ppt_y</p:attrName>
                                        </p:attrNameLst>
                                      </p:cBhvr>
                                      <p:tavLst>
                                        <p:tav tm="0">
                                          <p:val>
                                            <p:strVal val="#ppt_y+.1"/>
                                          </p:val>
                                        </p:tav>
                                        <p:tav tm="100000">
                                          <p:val>
                                            <p:strVal val="#ppt_y"/>
                                          </p:val>
                                        </p:tav>
                                      </p:tavLst>
                                    </p:anim>
                                  </p:childTnLst>
                                </p:cTn>
                              </p:par>
                              <p:par>
                                <p:cTn id="24" presetID="10" presetClass="entr" presetSubtype="0" fill="hold" grpId="0" nodeType="withEffect">
                                  <p:stCondLst>
                                    <p:cond delay="0"/>
                                  </p:stCondLst>
                                  <p:childTnLst>
                                    <p:set>
                                      <p:cBhvr>
                                        <p:cTn id="25" dur="1" fill="hold">
                                          <p:stCondLst>
                                            <p:cond delay="0"/>
                                          </p:stCondLst>
                                        </p:cTn>
                                        <p:tgtEl>
                                          <p:spTgt spid="28"/>
                                        </p:tgtEl>
                                        <p:attrNameLst>
                                          <p:attrName>style.visibility</p:attrName>
                                        </p:attrNameLst>
                                      </p:cBhvr>
                                      <p:to>
                                        <p:strVal val="visible"/>
                                      </p:to>
                                    </p:set>
                                    <p:animEffect transition="in" filter="fade">
                                      <p:cBhvr>
                                        <p:cTn id="26"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p:bldGraphic spid="25" grpId="0">
        <p:bldAsOne/>
      </p:bldGraphic>
      <p:bldP spid="26" grpId="0" animBg="1"/>
      <p:bldP spid="28" grpId="0"/>
    </p:bld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Diagram 3"/>
          <p:cNvGraphicFramePr/>
          <p:nvPr>
            <p:extLst/>
          </p:nvPr>
        </p:nvGraphicFramePr>
        <p:xfrm>
          <a:off x="0" y="1815177"/>
          <a:ext cx="12192000" cy="265176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5" name="Rectangle 4"/>
          <p:cNvSpPr/>
          <p:nvPr/>
        </p:nvSpPr>
        <p:spPr>
          <a:xfrm>
            <a:off x="-1" y="1493471"/>
            <a:ext cx="12192000" cy="2655839"/>
          </a:xfrm>
          <a:prstGeom prst="rect">
            <a:avLst/>
          </a:prstGeom>
          <a:solidFill>
            <a:schemeClr val="tx1">
              <a:lumMod val="85000"/>
              <a:lumOff val="1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0" name="TextBox 9"/>
          <p:cNvSpPr txBox="1"/>
          <p:nvPr/>
        </p:nvSpPr>
        <p:spPr>
          <a:xfrm>
            <a:off x="272714" y="1869571"/>
            <a:ext cx="11646570" cy="2185214"/>
          </a:xfrm>
          <a:prstGeom prst="rect">
            <a:avLst/>
          </a:prstGeom>
          <a:noFill/>
        </p:spPr>
        <p:txBody>
          <a:bodyPr wrap="square" rtlCol="0">
            <a:spAutoFit/>
          </a:bodyPr>
          <a:lstStyle/>
          <a:p>
            <a:pPr algn="ctr" rtl="1" fontAlgn="auto">
              <a:spcBef>
                <a:spcPts val="0"/>
              </a:spcBef>
              <a:spcAft>
                <a:spcPts val="0"/>
              </a:spcAft>
            </a:pPr>
            <a:r>
              <a:rPr lang="ar-SA" sz="4000" b="1" u="sng" dirty="0">
                <a:solidFill>
                  <a:srgbClr val="D43E01"/>
                </a:solidFill>
                <a:cs typeface="Simplified Arabic" panose="02020603050405020304" pitchFamily="18" charset="-78"/>
              </a:rPr>
              <a:t>ب- كيف نصنع معلم تكنولوجي</a:t>
            </a:r>
            <a:r>
              <a:rPr lang="ar-SA" sz="4000" b="1" u="sng" dirty="0" smtClean="0">
                <a:solidFill>
                  <a:srgbClr val="D43E01"/>
                </a:solidFill>
                <a:cs typeface="Simplified Arabic" panose="02020603050405020304" pitchFamily="18" charset="-78"/>
              </a:rPr>
              <a:t>؟</a:t>
            </a:r>
            <a:endParaRPr lang="en-US" sz="4000" b="1" u="sng" dirty="0" smtClean="0">
              <a:solidFill>
                <a:srgbClr val="D43E01"/>
              </a:solidFill>
              <a:cs typeface="Simplified Arabic" panose="02020603050405020304" pitchFamily="18" charset="-78"/>
            </a:endParaRPr>
          </a:p>
          <a:p>
            <a:pPr algn="ctr" rtl="1" fontAlgn="auto">
              <a:spcBef>
                <a:spcPts val="0"/>
              </a:spcBef>
              <a:spcAft>
                <a:spcPts val="0"/>
              </a:spcAft>
            </a:pPr>
            <a:r>
              <a:rPr lang="ar-SA" sz="3200" b="1" dirty="0">
                <a:solidFill>
                  <a:prstClr val="white"/>
                </a:solidFill>
                <a:cs typeface="Simplified Arabic" panose="02020603050405020304" pitchFamily="18" charset="-78"/>
              </a:rPr>
              <a:t>للوصول إلى معلم تكنولوجي، يقترح الغول (2008) إنشاء اتحادات تعليمية بإشراف الحكومة، بحيث تصب هذه الاتحادات اهتمامها على تطوير البحث العلمي والتكنولوجي لتلبية حاجات معلِّمي المدارس الأساسية والثانوية</a:t>
            </a:r>
          </a:p>
        </p:txBody>
      </p:sp>
      <p:grpSp>
        <p:nvGrpSpPr>
          <p:cNvPr id="12" name="Group 11"/>
          <p:cNvGrpSpPr/>
          <p:nvPr/>
        </p:nvGrpSpPr>
        <p:grpSpPr>
          <a:xfrm>
            <a:off x="2155370" y="1419118"/>
            <a:ext cx="7868558" cy="176748"/>
            <a:chOff x="2155371" y="1910842"/>
            <a:chExt cx="7868558" cy="176748"/>
          </a:xfrm>
        </p:grpSpPr>
        <p:sp>
          <p:nvSpPr>
            <p:cNvPr id="13" name="Rectangle 12"/>
            <p:cNvSpPr/>
            <p:nvPr/>
          </p:nvSpPr>
          <p:spPr>
            <a:xfrm>
              <a:off x="4782457" y="1910842"/>
              <a:ext cx="2627086" cy="176748"/>
            </a:xfrm>
            <a:prstGeom prst="rect">
              <a:avLst/>
            </a:prstGeom>
            <a:solidFill>
              <a:srgbClr val="FE83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4" name="Rectangle 13"/>
            <p:cNvSpPr/>
            <p:nvPr/>
          </p:nvSpPr>
          <p:spPr>
            <a:xfrm>
              <a:off x="2155371" y="1910842"/>
              <a:ext cx="2627086" cy="176748"/>
            </a:xfrm>
            <a:prstGeom prst="rect">
              <a:avLst/>
            </a:prstGeom>
            <a:solidFill>
              <a:srgbClr val="0087B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5" name="Rectangle 14"/>
            <p:cNvSpPr/>
            <p:nvPr/>
          </p:nvSpPr>
          <p:spPr>
            <a:xfrm>
              <a:off x="7396843" y="1910842"/>
              <a:ext cx="2627086" cy="176748"/>
            </a:xfrm>
            <a:prstGeom prst="rect">
              <a:avLst/>
            </a:prstGeom>
            <a:solidFill>
              <a:srgbClr val="A1BB2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grpSp>
        <p:nvGrpSpPr>
          <p:cNvPr id="16" name="Group 15"/>
          <p:cNvGrpSpPr/>
          <p:nvPr/>
        </p:nvGrpSpPr>
        <p:grpSpPr>
          <a:xfrm>
            <a:off x="2155370" y="4084029"/>
            <a:ext cx="7868558" cy="178510"/>
            <a:chOff x="2155371" y="4699578"/>
            <a:chExt cx="7868558" cy="178510"/>
          </a:xfrm>
        </p:grpSpPr>
        <p:sp>
          <p:nvSpPr>
            <p:cNvPr id="17" name="Rectangle 16"/>
            <p:cNvSpPr/>
            <p:nvPr/>
          </p:nvSpPr>
          <p:spPr>
            <a:xfrm>
              <a:off x="4782457" y="4701340"/>
              <a:ext cx="2627086" cy="176748"/>
            </a:xfrm>
            <a:prstGeom prst="rect">
              <a:avLst/>
            </a:prstGeom>
            <a:solidFill>
              <a:srgbClr val="D43E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8" name="Rectangle 17"/>
            <p:cNvSpPr/>
            <p:nvPr/>
          </p:nvSpPr>
          <p:spPr>
            <a:xfrm>
              <a:off x="2155371" y="4701340"/>
              <a:ext cx="2627086" cy="176748"/>
            </a:xfrm>
            <a:prstGeom prst="rect">
              <a:avLst/>
            </a:prstGeom>
            <a:solidFill>
              <a:srgbClr val="01264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9" name="Rectangle 18"/>
            <p:cNvSpPr/>
            <p:nvPr/>
          </p:nvSpPr>
          <p:spPr>
            <a:xfrm>
              <a:off x="7396843" y="4699578"/>
              <a:ext cx="2627086" cy="176748"/>
            </a:xfrm>
            <a:prstGeom prst="rect">
              <a:avLst/>
            </a:prstGeom>
            <a:solidFill>
              <a:srgbClr val="3DBF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spTree>
    <p:extLst>
      <p:ext uri="{BB962C8B-B14F-4D97-AF65-F5344CB8AC3E}">
        <p14:creationId xmlns:p14="http://schemas.microsoft.com/office/powerpoint/2010/main" val="28821496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fade">
                                      <p:cBhvr>
                                        <p:cTn id="10" dur="500"/>
                                        <p:tgtEl>
                                          <p:spTgt spid="4"/>
                                        </p:tgtEl>
                                      </p:cBhvr>
                                    </p:animEffect>
                                  </p:childTnLst>
                                </p:cTn>
                              </p:par>
                              <p:par>
                                <p:cTn id="11" presetID="47" presetClass="entr" presetSubtype="0" fill="hold" nodeType="withEffect">
                                  <p:stCondLst>
                                    <p:cond delay="250"/>
                                  </p:stCondLst>
                                  <p:childTnLst>
                                    <p:set>
                                      <p:cBhvr>
                                        <p:cTn id="12" dur="1" fill="hold">
                                          <p:stCondLst>
                                            <p:cond delay="0"/>
                                          </p:stCondLst>
                                        </p:cTn>
                                        <p:tgtEl>
                                          <p:spTgt spid="12"/>
                                        </p:tgtEl>
                                        <p:attrNameLst>
                                          <p:attrName>style.visibility</p:attrName>
                                        </p:attrNameLst>
                                      </p:cBhvr>
                                      <p:to>
                                        <p:strVal val="visible"/>
                                      </p:to>
                                    </p:set>
                                    <p:animEffect transition="in" filter="fade">
                                      <p:cBhvr>
                                        <p:cTn id="13" dur="1000"/>
                                        <p:tgtEl>
                                          <p:spTgt spid="12"/>
                                        </p:tgtEl>
                                      </p:cBhvr>
                                    </p:animEffect>
                                    <p:anim calcmode="lin" valueType="num">
                                      <p:cBhvr>
                                        <p:cTn id="14" dur="1000" fill="hold"/>
                                        <p:tgtEl>
                                          <p:spTgt spid="12"/>
                                        </p:tgtEl>
                                        <p:attrNameLst>
                                          <p:attrName>ppt_x</p:attrName>
                                        </p:attrNameLst>
                                      </p:cBhvr>
                                      <p:tavLst>
                                        <p:tav tm="0">
                                          <p:val>
                                            <p:strVal val="#ppt_x"/>
                                          </p:val>
                                        </p:tav>
                                        <p:tav tm="100000">
                                          <p:val>
                                            <p:strVal val="#ppt_x"/>
                                          </p:val>
                                        </p:tav>
                                      </p:tavLst>
                                    </p:anim>
                                    <p:anim calcmode="lin" valueType="num">
                                      <p:cBhvr>
                                        <p:cTn id="15" dur="1000" fill="hold"/>
                                        <p:tgtEl>
                                          <p:spTgt spid="12"/>
                                        </p:tgtEl>
                                        <p:attrNameLst>
                                          <p:attrName>ppt_y</p:attrName>
                                        </p:attrNameLst>
                                      </p:cBhvr>
                                      <p:tavLst>
                                        <p:tav tm="0">
                                          <p:val>
                                            <p:strVal val="#ppt_y-.1"/>
                                          </p:val>
                                        </p:tav>
                                        <p:tav tm="100000">
                                          <p:val>
                                            <p:strVal val="#ppt_y"/>
                                          </p:val>
                                        </p:tav>
                                      </p:tavLst>
                                    </p:anim>
                                  </p:childTnLst>
                                </p:cTn>
                              </p:par>
                              <p:par>
                                <p:cTn id="16" presetID="42" presetClass="entr" presetSubtype="0" fill="hold" nodeType="withEffect">
                                  <p:stCondLst>
                                    <p:cond delay="250"/>
                                  </p:stCondLst>
                                  <p:childTnLst>
                                    <p:set>
                                      <p:cBhvr>
                                        <p:cTn id="17" dur="1" fill="hold">
                                          <p:stCondLst>
                                            <p:cond delay="0"/>
                                          </p:stCondLst>
                                        </p:cTn>
                                        <p:tgtEl>
                                          <p:spTgt spid="16"/>
                                        </p:tgtEl>
                                        <p:attrNameLst>
                                          <p:attrName>style.visibility</p:attrName>
                                        </p:attrNameLst>
                                      </p:cBhvr>
                                      <p:to>
                                        <p:strVal val="visible"/>
                                      </p:to>
                                    </p:set>
                                    <p:animEffect transition="in" filter="fade">
                                      <p:cBhvr>
                                        <p:cTn id="18" dur="1000"/>
                                        <p:tgtEl>
                                          <p:spTgt spid="16"/>
                                        </p:tgtEl>
                                      </p:cBhvr>
                                    </p:animEffect>
                                    <p:anim calcmode="lin" valueType="num">
                                      <p:cBhvr>
                                        <p:cTn id="19" dur="1000" fill="hold"/>
                                        <p:tgtEl>
                                          <p:spTgt spid="16"/>
                                        </p:tgtEl>
                                        <p:attrNameLst>
                                          <p:attrName>ppt_x</p:attrName>
                                        </p:attrNameLst>
                                      </p:cBhvr>
                                      <p:tavLst>
                                        <p:tav tm="0">
                                          <p:val>
                                            <p:strVal val="#ppt_x"/>
                                          </p:val>
                                        </p:tav>
                                        <p:tav tm="100000">
                                          <p:val>
                                            <p:strVal val="#ppt_x"/>
                                          </p:val>
                                        </p:tav>
                                      </p:tavLst>
                                    </p:anim>
                                    <p:anim calcmode="lin" valueType="num">
                                      <p:cBhvr>
                                        <p:cTn id="20" dur="1000" fill="hold"/>
                                        <p:tgtEl>
                                          <p:spTgt spid="16"/>
                                        </p:tgtEl>
                                        <p:attrNameLst>
                                          <p:attrName>ppt_y</p:attrName>
                                        </p:attrNameLst>
                                      </p:cBhvr>
                                      <p:tavLst>
                                        <p:tav tm="0">
                                          <p:val>
                                            <p:strVal val="#ppt_y+.1"/>
                                          </p:val>
                                        </p:tav>
                                        <p:tav tm="100000">
                                          <p:val>
                                            <p:strVal val="#ppt_y"/>
                                          </p:val>
                                        </p:tav>
                                      </p:tavLst>
                                    </p:anim>
                                  </p:childTnLst>
                                </p:cTn>
                              </p:par>
                              <p:par>
                                <p:cTn id="21" presetID="10" presetClass="entr" presetSubtype="0" fill="hold" grpId="0" nodeType="with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4" grpId="0">
        <p:bldAsOne/>
      </p:bldGraphic>
      <p:bldP spid="5" grpId="0" animBg="1"/>
      <p:bldP spid="10" grpId="0"/>
    </p:bld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Diagram 3"/>
          <p:cNvGraphicFramePr/>
          <p:nvPr>
            <p:extLst>
              <p:ext uri="{D42A27DB-BD31-4B8C-83A1-F6EECF244321}">
                <p14:modId xmlns:p14="http://schemas.microsoft.com/office/powerpoint/2010/main" val="2645586909"/>
              </p:ext>
            </p:extLst>
          </p:nvPr>
        </p:nvGraphicFramePr>
        <p:xfrm>
          <a:off x="272712" y="1815177"/>
          <a:ext cx="11919288" cy="327674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5" name="Rectangle 4"/>
          <p:cNvSpPr/>
          <p:nvPr/>
        </p:nvSpPr>
        <p:spPr>
          <a:xfrm>
            <a:off x="133351" y="1846931"/>
            <a:ext cx="12064998" cy="3244986"/>
          </a:xfrm>
          <a:prstGeom prst="rect">
            <a:avLst/>
          </a:prstGeom>
          <a:solidFill>
            <a:schemeClr val="tx1">
              <a:lumMod val="85000"/>
              <a:lumOff val="1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0" name="TextBox 9"/>
          <p:cNvSpPr txBox="1"/>
          <p:nvPr/>
        </p:nvSpPr>
        <p:spPr>
          <a:xfrm>
            <a:off x="206207" y="2130596"/>
            <a:ext cx="11919286" cy="2677656"/>
          </a:xfrm>
          <a:prstGeom prst="rect">
            <a:avLst/>
          </a:prstGeom>
          <a:noFill/>
        </p:spPr>
        <p:txBody>
          <a:bodyPr wrap="square" rtlCol="0">
            <a:spAutoFit/>
          </a:bodyPr>
          <a:lstStyle/>
          <a:p>
            <a:pPr algn="ctr" rtl="1" fontAlgn="auto">
              <a:spcBef>
                <a:spcPts val="0"/>
              </a:spcBef>
              <a:spcAft>
                <a:spcPts val="0"/>
              </a:spcAft>
            </a:pPr>
            <a:r>
              <a:rPr lang="ar-SA" sz="4000" b="1" u="sng" dirty="0">
                <a:solidFill>
                  <a:srgbClr val="D43E01"/>
                </a:solidFill>
                <a:cs typeface="Simplified Arabic" panose="02020603050405020304" pitchFamily="18" charset="-78"/>
              </a:rPr>
              <a:t>ج- إلغاء النظريات </a:t>
            </a:r>
            <a:r>
              <a:rPr lang="ar-SA" sz="4000" b="1" u="sng" dirty="0" smtClean="0">
                <a:solidFill>
                  <a:srgbClr val="D43E01"/>
                </a:solidFill>
                <a:cs typeface="Simplified Arabic" panose="02020603050405020304" pitchFamily="18" charset="-78"/>
              </a:rPr>
              <a:t>التعليمية</a:t>
            </a:r>
            <a:endParaRPr lang="en-US" sz="4000" b="1" u="sng" dirty="0" smtClean="0">
              <a:solidFill>
                <a:srgbClr val="D43E01"/>
              </a:solidFill>
              <a:cs typeface="Simplified Arabic" panose="02020603050405020304" pitchFamily="18" charset="-78"/>
            </a:endParaRPr>
          </a:p>
          <a:p>
            <a:pPr algn="ctr" rtl="1" fontAlgn="auto">
              <a:spcBef>
                <a:spcPts val="0"/>
              </a:spcBef>
              <a:spcAft>
                <a:spcPts val="0"/>
              </a:spcAft>
            </a:pPr>
            <a:r>
              <a:rPr lang="ar-SA" sz="3200" b="1" dirty="0">
                <a:solidFill>
                  <a:prstClr val="white"/>
                </a:solidFill>
                <a:cs typeface="Simplified Arabic" panose="02020603050405020304" pitchFamily="18" charset="-78"/>
              </a:rPr>
              <a:t>المعلم التكنولوجي يؤمن بأن النظريات التي يضعها قد لا تكون صالحة لكل زمان ومكان، بل يكون على استعداد لقبول النقد والتعديل على نظريته، وقد يضطر أيضاً إلى تطوير نظرياته السابقة أو تجديدها أو حتى استبدالها بأخرى جديدة، تماشيًا مع ما تفتضيه الحاجة من تربية المتعلمين بطريقة سليمة، وبما يتواءم مع متطلبات العصر (الغول، 2008).</a:t>
            </a:r>
          </a:p>
        </p:txBody>
      </p:sp>
      <p:grpSp>
        <p:nvGrpSpPr>
          <p:cNvPr id="12" name="Group 11"/>
          <p:cNvGrpSpPr/>
          <p:nvPr/>
        </p:nvGrpSpPr>
        <p:grpSpPr>
          <a:xfrm>
            <a:off x="2155370" y="1758557"/>
            <a:ext cx="7868558" cy="176748"/>
            <a:chOff x="2155371" y="1910842"/>
            <a:chExt cx="7868558" cy="176748"/>
          </a:xfrm>
        </p:grpSpPr>
        <p:sp>
          <p:nvSpPr>
            <p:cNvPr id="13" name="Rectangle 12"/>
            <p:cNvSpPr/>
            <p:nvPr/>
          </p:nvSpPr>
          <p:spPr>
            <a:xfrm>
              <a:off x="4782457" y="1910842"/>
              <a:ext cx="2627086" cy="176748"/>
            </a:xfrm>
            <a:prstGeom prst="rect">
              <a:avLst/>
            </a:prstGeom>
            <a:solidFill>
              <a:srgbClr val="FE83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4" name="Rectangle 13"/>
            <p:cNvSpPr/>
            <p:nvPr/>
          </p:nvSpPr>
          <p:spPr>
            <a:xfrm>
              <a:off x="2155371" y="1910842"/>
              <a:ext cx="2627086" cy="176748"/>
            </a:xfrm>
            <a:prstGeom prst="rect">
              <a:avLst/>
            </a:prstGeom>
            <a:solidFill>
              <a:srgbClr val="0087B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5" name="Rectangle 14"/>
            <p:cNvSpPr/>
            <p:nvPr/>
          </p:nvSpPr>
          <p:spPr>
            <a:xfrm>
              <a:off x="7396843" y="1910842"/>
              <a:ext cx="2627086" cy="176748"/>
            </a:xfrm>
            <a:prstGeom prst="rect">
              <a:avLst/>
            </a:prstGeom>
            <a:solidFill>
              <a:srgbClr val="A1BB2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grpSp>
        <p:nvGrpSpPr>
          <p:cNvPr id="16" name="Group 15"/>
          <p:cNvGrpSpPr/>
          <p:nvPr/>
        </p:nvGrpSpPr>
        <p:grpSpPr>
          <a:xfrm>
            <a:off x="2161720" y="5093679"/>
            <a:ext cx="7868558" cy="178510"/>
            <a:chOff x="2155371" y="4699578"/>
            <a:chExt cx="7868558" cy="178510"/>
          </a:xfrm>
        </p:grpSpPr>
        <p:sp>
          <p:nvSpPr>
            <p:cNvPr id="17" name="Rectangle 16"/>
            <p:cNvSpPr/>
            <p:nvPr/>
          </p:nvSpPr>
          <p:spPr>
            <a:xfrm>
              <a:off x="4782457" y="4701340"/>
              <a:ext cx="2627086" cy="176748"/>
            </a:xfrm>
            <a:prstGeom prst="rect">
              <a:avLst/>
            </a:prstGeom>
            <a:solidFill>
              <a:srgbClr val="D43E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8" name="Rectangle 17"/>
            <p:cNvSpPr/>
            <p:nvPr/>
          </p:nvSpPr>
          <p:spPr>
            <a:xfrm>
              <a:off x="2155371" y="4701340"/>
              <a:ext cx="2627086" cy="176748"/>
            </a:xfrm>
            <a:prstGeom prst="rect">
              <a:avLst/>
            </a:prstGeom>
            <a:solidFill>
              <a:srgbClr val="01264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9" name="Rectangle 18"/>
            <p:cNvSpPr/>
            <p:nvPr/>
          </p:nvSpPr>
          <p:spPr>
            <a:xfrm>
              <a:off x="7396843" y="4699578"/>
              <a:ext cx="2627086" cy="176748"/>
            </a:xfrm>
            <a:prstGeom prst="rect">
              <a:avLst/>
            </a:prstGeom>
            <a:solidFill>
              <a:srgbClr val="3DBF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spTree>
    <p:extLst>
      <p:ext uri="{BB962C8B-B14F-4D97-AF65-F5344CB8AC3E}">
        <p14:creationId xmlns:p14="http://schemas.microsoft.com/office/powerpoint/2010/main" val="167290847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fade">
                                      <p:cBhvr>
                                        <p:cTn id="10" dur="500"/>
                                        <p:tgtEl>
                                          <p:spTgt spid="4"/>
                                        </p:tgtEl>
                                      </p:cBhvr>
                                    </p:animEffect>
                                  </p:childTnLst>
                                </p:cTn>
                              </p:par>
                              <p:par>
                                <p:cTn id="11" presetID="47" presetClass="entr" presetSubtype="0" fill="hold" nodeType="withEffect">
                                  <p:stCondLst>
                                    <p:cond delay="250"/>
                                  </p:stCondLst>
                                  <p:childTnLst>
                                    <p:set>
                                      <p:cBhvr>
                                        <p:cTn id="12" dur="1" fill="hold">
                                          <p:stCondLst>
                                            <p:cond delay="0"/>
                                          </p:stCondLst>
                                        </p:cTn>
                                        <p:tgtEl>
                                          <p:spTgt spid="12"/>
                                        </p:tgtEl>
                                        <p:attrNameLst>
                                          <p:attrName>style.visibility</p:attrName>
                                        </p:attrNameLst>
                                      </p:cBhvr>
                                      <p:to>
                                        <p:strVal val="visible"/>
                                      </p:to>
                                    </p:set>
                                    <p:animEffect transition="in" filter="fade">
                                      <p:cBhvr>
                                        <p:cTn id="13" dur="1000"/>
                                        <p:tgtEl>
                                          <p:spTgt spid="12"/>
                                        </p:tgtEl>
                                      </p:cBhvr>
                                    </p:animEffect>
                                    <p:anim calcmode="lin" valueType="num">
                                      <p:cBhvr>
                                        <p:cTn id="14" dur="1000" fill="hold"/>
                                        <p:tgtEl>
                                          <p:spTgt spid="12"/>
                                        </p:tgtEl>
                                        <p:attrNameLst>
                                          <p:attrName>ppt_x</p:attrName>
                                        </p:attrNameLst>
                                      </p:cBhvr>
                                      <p:tavLst>
                                        <p:tav tm="0">
                                          <p:val>
                                            <p:strVal val="#ppt_x"/>
                                          </p:val>
                                        </p:tav>
                                        <p:tav tm="100000">
                                          <p:val>
                                            <p:strVal val="#ppt_x"/>
                                          </p:val>
                                        </p:tav>
                                      </p:tavLst>
                                    </p:anim>
                                    <p:anim calcmode="lin" valueType="num">
                                      <p:cBhvr>
                                        <p:cTn id="15" dur="1000" fill="hold"/>
                                        <p:tgtEl>
                                          <p:spTgt spid="12"/>
                                        </p:tgtEl>
                                        <p:attrNameLst>
                                          <p:attrName>ppt_y</p:attrName>
                                        </p:attrNameLst>
                                      </p:cBhvr>
                                      <p:tavLst>
                                        <p:tav tm="0">
                                          <p:val>
                                            <p:strVal val="#ppt_y-.1"/>
                                          </p:val>
                                        </p:tav>
                                        <p:tav tm="100000">
                                          <p:val>
                                            <p:strVal val="#ppt_y"/>
                                          </p:val>
                                        </p:tav>
                                      </p:tavLst>
                                    </p:anim>
                                  </p:childTnLst>
                                </p:cTn>
                              </p:par>
                              <p:par>
                                <p:cTn id="16" presetID="42" presetClass="entr" presetSubtype="0" fill="hold" nodeType="withEffect">
                                  <p:stCondLst>
                                    <p:cond delay="250"/>
                                  </p:stCondLst>
                                  <p:childTnLst>
                                    <p:set>
                                      <p:cBhvr>
                                        <p:cTn id="17" dur="1" fill="hold">
                                          <p:stCondLst>
                                            <p:cond delay="0"/>
                                          </p:stCondLst>
                                        </p:cTn>
                                        <p:tgtEl>
                                          <p:spTgt spid="16"/>
                                        </p:tgtEl>
                                        <p:attrNameLst>
                                          <p:attrName>style.visibility</p:attrName>
                                        </p:attrNameLst>
                                      </p:cBhvr>
                                      <p:to>
                                        <p:strVal val="visible"/>
                                      </p:to>
                                    </p:set>
                                    <p:animEffect transition="in" filter="fade">
                                      <p:cBhvr>
                                        <p:cTn id="18" dur="1000"/>
                                        <p:tgtEl>
                                          <p:spTgt spid="16"/>
                                        </p:tgtEl>
                                      </p:cBhvr>
                                    </p:animEffect>
                                    <p:anim calcmode="lin" valueType="num">
                                      <p:cBhvr>
                                        <p:cTn id="19" dur="1000" fill="hold"/>
                                        <p:tgtEl>
                                          <p:spTgt spid="16"/>
                                        </p:tgtEl>
                                        <p:attrNameLst>
                                          <p:attrName>ppt_x</p:attrName>
                                        </p:attrNameLst>
                                      </p:cBhvr>
                                      <p:tavLst>
                                        <p:tav tm="0">
                                          <p:val>
                                            <p:strVal val="#ppt_x"/>
                                          </p:val>
                                        </p:tav>
                                        <p:tav tm="100000">
                                          <p:val>
                                            <p:strVal val="#ppt_x"/>
                                          </p:val>
                                        </p:tav>
                                      </p:tavLst>
                                    </p:anim>
                                    <p:anim calcmode="lin" valueType="num">
                                      <p:cBhvr>
                                        <p:cTn id="20" dur="1000" fill="hold"/>
                                        <p:tgtEl>
                                          <p:spTgt spid="16"/>
                                        </p:tgtEl>
                                        <p:attrNameLst>
                                          <p:attrName>ppt_y</p:attrName>
                                        </p:attrNameLst>
                                      </p:cBhvr>
                                      <p:tavLst>
                                        <p:tav tm="0">
                                          <p:val>
                                            <p:strVal val="#ppt_y+.1"/>
                                          </p:val>
                                        </p:tav>
                                        <p:tav tm="100000">
                                          <p:val>
                                            <p:strVal val="#ppt_y"/>
                                          </p:val>
                                        </p:tav>
                                      </p:tavLst>
                                    </p:anim>
                                  </p:childTnLst>
                                </p:cTn>
                              </p:par>
                              <p:par>
                                <p:cTn id="21" presetID="10" presetClass="entr" presetSubtype="0" fill="hold" grpId="0" nodeType="with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4" grpId="0">
        <p:bldAsOne/>
      </p:bldGraphic>
      <p:bldP spid="5" grpId="0" animBg="1"/>
      <p:bldP spid="10" grpId="0"/>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Diagram 3"/>
          <p:cNvGraphicFramePr/>
          <p:nvPr>
            <p:extLst>
              <p:ext uri="{D42A27DB-BD31-4B8C-83A1-F6EECF244321}">
                <p14:modId xmlns:p14="http://schemas.microsoft.com/office/powerpoint/2010/main" val="2645586909"/>
              </p:ext>
            </p:extLst>
          </p:nvPr>
        </p:nvGraphicFramePr>
        <p:xfrm>
          <a:off x="272712" y="1815177"/>
          <a:ext cx="11919288" cy="327674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5" name="Rectangle 4"/>
          <p:cNvSpPr/>
          <p:nvPr/>
        </p:nvSpPr>
        <p:spPr>
          <a:xfrm>
            <a:off x="133351" y="1846931"/>
            <a:ext cx="12064998" cy="3244986"/>
          </a:xfrm>
          <a:prstGeom prst="rect">
            <a:avLst/>
          </a:prstGeom>
          <a:solidFill>
            <a:schemeClr val="tx1">
              <a:lumMod val="85000"/>
              <a:lumOff val="1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0" name="TextBox 9"/>
          <p:cNvSpPr txBox="1"/>
          <p:nvPr/>
        </p:nvSpPr>
        <p:spPr>
          <a:xfrm>
            <a:off x="206207" y="2130596"/>
            <a:ext cx="11919286" cy="2677656"/>
          </a:xfrm>
          <a:prstGeom prst="rect">
            <a:avLst/>
          </a:prstGeom>
          <a:noFill/>
        </p:spPr>
        <p:txBody>
          <a:bodyPr wrap="square" rtlCol="0">
            <a:spAutoFit/>
          </a:bodyPr>
          <a:lstStyle/>
          <a:p>
            <a:pPr algn="ctr" rtl="1" fontAlgn="auto">
              <a:spcBef>
                <a:spcPts val="0"/>
              </a:spcBef>
              <a:spcAft>
                <a:spcPts val="0"/>
              </a:spcAft>
            </a:pPr>
            <a:r>
              <a:rPr lang="ar-SA" sz="4000" b="1" u="sng" dirty="0">
                <a:solidFill>
                  <a:srgbClr val="D43E01"/>
                </a:solidFill>
                <a:cs typeface="Simplified Arabic" panose="02020603050405020304" pitchFamily="18" charset="-78"/>
              </a:rPr>
              <a:t>د - المعلم التكنولوجي.. معلم </a:t>
            </a:r>
            <a:r>
              <a:rPr lang="ar-SA" sz="4000" b="1" u="sng" dirty="0" smtClean="0">
                <a:solidFill>
                  <a:srgbClr val="D43E01"/>
                </a:solidFill>
                <a:cs typeface="Simplified Arabic" panose="02020603050405020304" pitchFamily="18" charset="-78"/>
              </a:rPr>
              <a:t>المستقبل</a:t>
            </a:r>
            <a:endParaRPr lang="en-US" sz="4000" b="1" u="sng" dirty="0" smtClean="0">
              <a:solidFill>
                <a:srgbClr val="D43E01"/>
              </a:solidFill>
              <a:cs typeface="Simplified Arabic" panose="02020603050405020304" pitchFamily="18" charset="-78"/>
            </a:endParaRPr>
          </a:p>
          <a:p>
            <a:pPr algn="ctr" rtl="1" fontAlgn="auto">
              <a:spcBef>
                <a:spcPts val="0"/>
              </a:spcBef>
              <a:spcAft>
                <a:spcPts val="0"/>
              </a:spcAft>
            </a:pPr>
            <a:r>
              <a:rPr lang="ar-SA" sz="3200" b="1" dirty="0">
                <a:solidFill>
                  <a:prstClr val="white"/>
                </a:solidFill>
                <a:cs typeface="Simplified Arabic" panose="02020603050405020304" pitchFamily="18" charset="-78"/>
              </a:rPr>
              <a:t>نشوان (2000)، فيرى أن هناك أدوار متعددة للمعلم المستقبلي، تتمثل في: أولاً: أنه قائد تربوي عبقري قادر على توظيف الدافعية في التعلم، وثانياً: أنه قائد اجتماعي يهتم بتوفير مناخ تعليمي مناسب، ويضبط نشاطات التفاعل ويكيفها بما يناسب ونمو الطلبة، وثالثاً: أنه منشط للنمو الانفعالي السوي من خلال تقوية جوانب الضعف لدى المتعلمين.</a:t>
            </a:r>
          </a:p>
        </p:txBody>
      </p:sp>
      <p:grpSp>
        <p:nvGrpSpPr>
          <p:cNvPr id="12" name="Group 11"/>
          <p:cNvGrpSpPr/>
          <p:nvPr/>
        </p:nvGrpSpPr>
        <p:grpSpPr>
          <a:xfrm>
            <a:off x="2155370" y="1758557"/>
            <a:ext cx="7868558" cy="176748"/>
            <a:chOff x="2155371" y="1910842"/>
            <a:chExt cx="7868558" cy="176748"/>
          </a:xfrm>
        </p:grpSpPr>
        <p:sp>
          <p:nvSpPr>
            <p:cNvPr id="13" name="Rectangle 12"/>
            <p:cNvSpPr/>
            <p:nvPr/>
          </p:nvSpPr>
          <p:spPr>
            <a:xfrm>
              <a:off x="4782457" y="1910842"/>
              <a:ext cx="2627086" cy="176748"/>
            </a:xfrm>
            <a:prstGeom prst="rect">
              <a:avLst/>
            </a:prstGeom>
            <a:solidFill>
              <a:srgbClr val="FE83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4" name="Rectangle 13"/>
            <p:cNvSpPr/>
            <p:nvPr/>
          </p:nvSpPr>
          <p:spPr>
            <a:xfrm>
              <a:off x="2155371" y="1910842"/>
              <a:ext cx="2627086" cy="176748"/>
            </a:xfrm>
            <a:prstGeom prst="rect">
              <a:avLst/>
            </a:prstGeom>
            <a:solidFill>
              <a:srgbClr val="0087B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5" name="Rectangle 14"/>
            <p:cNvSpPr/>
            <p:nvPr/>
          </p:nvSpPr>
          <p:spPr>
            <a:xfrm>
              <a:off x="7396843" y="1910842"/>
              <a:ext cx="2627086" cy="176748"/>
            </a:xfrm>
            <a:prstGeom prst="rect">
              <a:avLst/>
            </a:prstGeom>
            <a:solidFill>
              <a:srgbClr val="A1BB2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grpSp>
        <p:nvGrpSpPr>
          <p:cNvPr id="16" name="Group 15"/>
          <p:cNvGrpSpPr/>
          <p:nvPr/>
        </p:nvGrpSpPr>
        <p:grpSpPr>
          <a:xfrm>
            <a:off x="2161720" y="5093679"/>
            <a:ext cx="7868558" cy="178510"/>
            <a:chOff x="2155371" y="4699578"/>
            <a:chExt cx="7868558" cy="178510"/>
          </a:xfrm>
        </p:grpSpPr>
        <p:sp>
          <p:nvSpPr>
            <p:cNvPr id="17" name="Rectangle 16"/>
            <p:cNvSpPr/>
            <p:nvPr/>
          </p:nvSpPr>
          <p:spPr>
            <a:xfrm>
              <a:off x="4782457" y="4701340"/>
              <a:ext cx="2627086" cy="176748"/>
            </a:xfrm>
            <a:prstGeom prst="rect">
              <a:avLst/>
            </a:prstGeom>
            <a:solidFill>
              <a:srgbClr val="D43E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8" name="Rectangle 17"/>
            <p:cNvSpPr/>
            <p:nvPr/>
          </p:nvSpPr>
          <p:spPr>
            <a:xfrm>
              <a:off x="2155371" y="4701340"/>
              <a:ext cx="2627086" cy="176748"/>
            </a:xfrm>
            <a:prstGeom prst="rect">
              <a:avLst/>
            </a:prstGeom>
            <a:solidFill>
              <a:srgbClr val="01264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9" name="Rectangle 18"/>
            <p:cNvSpPr/>
            <p:nvPr/>
          </p:nvSpPr>
          <p:spPr>
            <a:xfrm>
              <a:off x="7396843" y="4699578"/>
              <a:ext cx="2627086" cy="176748"/>
            </a:xfrm>
            <a:prstGeom prst="rect">
              <a:avLst/>
            </a:prstGeom>
            <a:solidFill>
              <a:srgbClr val="3DBF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spTree>
    <p:extLst>
      <p:ext uri="{BB962C8B-B14F-4D97-AF65-F5344CB8AC3E}">
        <p14:creationId xmlns:p14="http://schemas.microsoft.com/office/powerpoint/2010/main" val="202670787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fade">
                                      <p:cBhvr>
                                        <p:cTn id="10" dur="500"/>
                                        <p:tgtEl>
                                          <p:spTgt spid="4"/>
                                        </p:tgtEl>
                                      </p:cBhvr>
                                    </p:animEffect>
                                  </p:childTnLst>
                                </p:cTn>
                              </p:par>
                              <p:par>
                                <p:cTn id="11" presetID="47" presetClass="entr" presetSubtype="0" fill="hold" nodeType="withEffect">
                                  <p:stCondLst>
                                    <p:cond delay="250"/>
                                  </p:stCondLst>
                                  <p:childTnLst>
                                    <p:set>
                                      <p:cBhvr>
                                        <p:cTn id="12" dur="1" fill="hold">
                                          <p:stCondLst>
                                            <p:cond delay="0"/>
                                          </p:stCondLst>
                                        </p:cTn>
                                        <p:tgtEl>
                                          <p:spTgt spid="12"/>
                                        </p:tgtEl>
                                        <p:attrNameLst>
                                          <p:attrName>style.visibility</p:attrName>
                                        </p:attrNameLst>
                                      </p:cBhvr>
                                      <p:to>
                                        <p:strVal val="visible"/>
                                      </p:to>
                                    </p:set>
                                    <p:animEffect transition="in" filter="fade">
                                      <p:cBhvr>
                                        <p:cTn id="13" dur="1000"/>
                                        <p:tgtEl>
                                          <p:spTgt spid="12"/>
                                        </p:tgtEl>
                                      </p:cBhvr>
                                    </p:animEffect>
                                    <p:anim calcmode="lin" valueType="num">
                                      <p:cBhvr>
                                        <p:cTn id="14" dur="1000" fill="hold"/>
                                        <p:tgtEl>
                                          <p:spTgt spid="12"/>
                                        </p:tgtEl>
                                        <p:attrNameLst>
                                          <p:attrName>ppt_x</p:attrName>
                                        </p:attrNameLst>
                                      </p:cBhvr>
                                      <p:tavLst>
                                        <p:tav tm="0">
                                          <p:val>
                                            <p:strVal val="#ppt_x"/>
                                          </p:val>
                                        </p:tav>
                                        <p:tav tm="100000">
                                          <p:val>
                                            <p:strVal val="#ppt_x"/>
                                          </p:val>
                                        </p:tav>
                                      </p:tavLst>
                                    </p:anim>
                                    <p:anim calcmode="lin" valueType="num">
                                      <p:cBhvr>
                                        <p:cTn id="15" dur="1000" fill="hold"/>
                                        <p:tgtEl>
                                          <p:spTgt spid="12"/>
                                        </p:tgtEl>
                                        <p:attrNameLst>
                                          <p:attrName>ppt_y</p:attrName>
                                        </p:attrNameLst>
                                      </p:cBhvr>
                                      <p:tavLst>
                                        <p:tav tm="0">
                                          <p:val>
                                            <p:strVal val="#ppt_y-.1"/>
                                          </p:val>
                                        </p:tav>
                                        <p:tav tm="100000">
                                          <p:val>
                                            <p:strVal val="#ppt_y"/>
                                          </p:val>
                                        </p:tav>
                                      </p:tavLst>
                                    </p:anim>
                                  </p:childTnLst>
                                </p:cTn>
                              </p:par>
                              <p:par>
                                <p:cTn id="16" presetID="42" presetClass="entr" presetSubtype="0" fill="hold" nodeType="withEffect">
                                  <p:stCondLst>
                                    <p:cond delay="250"/>
                                  </p:stCondLst>
                                  <p:childTnLst>
                                    <p:set>
                                      <p:cBhvr>
                                        <p:cTn id="17" dur="1" fill="hold">
                                          <p:stCondLst>
                                            <p:cond delay="0"/>
                                          </p:stCondLst>
                                        </p:cTn>
                                        <p:tgtEl>
                                          <p:spTgt spid="16"/>
                                        </p:tgtEl>
                                        <p:attrNameLst>
                                          <p:attrName>style.visibility</p:attrName>
                                        </p:attrNameLst>
                                      </p:cBhvr>
                                      <p:to>
                                        <p:strVal val="visible"/>
                                      </p:to>
                                    </p:set>
                                    <p:animEffect transition="in" filter="fade">
                                      <p:cBhvr>
                                        <p:cTn id="18" dur="1000"/>
                                        <p:tgtEl>
                                          <p:spTgt spid="16"/>
                                        </p:tgtEl>
                                      </p:cBhvr>
                                    </p:animEffect>
                                    <p:anim calcmode="lin" valueType="num">
                                      <p:cBhvr>
                                        <p:cTn id="19" dur="1000" fill="hold"/>
                                        <p:tgtEl>
                                          <p:spTgt spid="16"/>
                                        </p:tgtEl>
                                        <p:attrNameLst>
                                          <p:attrName>ppt_x</p:attrName>
                                        </p:attrNameLst>
                                      </p:cBhvr>
                                      <p:tavLst>
                                        <p:tav tm="0">
                                          <p:val>
                                            <p:strVal val="#ppt_x"/>
                                          </p:val>
                                        </p:tav>
                                        <p:tav tm="100000">
                                          <p:val>
                                            <p:strVal val="#ppt_x"/>
                                          </p:val>
                                        </p:tav>
                                      </p:tavLst>
                                    </p:anim>
                                    <p:anim calcmode="lin" valueType="num">
                                      <p:cBhvr>
                                        <p:cTn id="20" dur="1000" fill="hold"/>
                                        <p:tgtEl>
                                          <p:spTgt spid="16"/>
                                        </p:tgtEl>
                                        <p:attrNameLst>
                                          <p:attrName>ppt_y</p:attrName>
                                        </p:attrNameLst>
                                      </p:cBhvr>
                                      <p:tavLst>
                                        <p:tav tm="0">
                                          <p:val>
                                            <p:strVal val="#ppt_y+.1"/>
                                          </p:val>
                                        </p:tav>
                                        <p:tav tm="100000">
                                          <p:val>
                                            <p:strVal val="#ppt_y"/>
                                          </p:val>
                                        </p:tav>
                                      </p:tavLst>
                                    </p:anim>
                                  </p:childTnLst>
                                </p:cTn>
                              </p:par>
                              <p:par>
                                <p:cTn id="21" presetID="10" presetClass="entr" presetSubtype="0" fill="hold" grpId="0" nodeType="with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4" grpId="0">
        <p:bldAsOne/>
      </p:bldGraphic>
      <p:bldP spid="5" grpId="0" animBg="1"/>
      <p:bldP spid="10" grpId="0"/>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Rectangle 17"/>
          <p:cNvSpPr/>
          <p:nvPr/>
        </p:nvSpPr>
        <p:spPr>
          <a:xfrm>
            <a:off x="0" y="0"/>
            <a:ext cx="12192000"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a:solidFill>
                <a:prstClr val="white"/>
              </a:solidFill>
            </a:endParaRPr>
          </a:p>
        </p:txBody>
      </p:sp>
      <p:sp>
        <p:nvSpPr>
          <p:cNvPr id="25" name="Rectangle 24"/>
          <p:cNvSpPr/>
          <p:nvPr/>
        </p:nvSpPr>
        <p:spPr>
          <a:xfrm>
            <a:off x="0" y="2400300"/>
            <a:ext cx="12192000" cy="3376869"/>
          </a:xfrm>
          <a:prstGeom prst="rect">
            <a:avLst/>
          </a:prstGeom>
          <a:solidFill>
            <a:schemeClr val="tx1">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black"/>
              </a:solidFill>
            </a:endParaRPr>
          </a:p>
        </p:txBody>
      </p:sp>
      <p:sp>
        <p:nvSpPr>
          <p:cNvPr id="23" name="Title 1"/>
          <p:cNvSpPr txBox="1">
            <a:spLocks/>
          </p:cNvSpPr>
          <p:nvPr/>
        </p:nvSpPr>
        <p:spPr>
          <a:xfrm>
            <a:off x="247650" y="3558817"/>
            <a:ext cx="11696700" cy="2028825"/>
          </a:xfrm>
          <a:prstGeom prst="rect">
            <a:avLst/>
          </a:prstGeom>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fontAlgn="auto">
              <a:spcAft>
                <a:spcPts val="0"/>
              </a:spcAft>
            </a:pPr>
            <a:r>
              <a:rPr lang="ar-SA" b="1" dirty="0">
                <a:solidFill>
                  <a:schemeClr val="bg1"/>
                </a:solidFill>
                <a:latin typeface="Calibri" panose="020F0502020204030204"/>
              </a:rPr>
              <a:t>نشوان (2000)، فيرى أن هناك أدوار متعددة للمعلم المستقبلي، تتمثل في: أولاً: أنه قائد تربوي عبقري قادر على توظيف الدافعية في التعلم، وثانياً: أنه قائد اجتماعي يهتم بتوفير مناخ تعليمي مناسب، ويضبط نشاطات التفاعل ويكيفها بما يناسب ونمو الطلبة، وثالثاً: أنه منشط للنمو الانفعالي السوي من خلال تقوية جوانب الضعف لدى المتعلمين.</a:t>
            </a:r>
            <a:endParaRPr lang="en-US" b="1" dirty="0">
              <a:solidFill>
                <a:schemeClr val="bg1"/>
              </a:solidFill>
              <a:latin typeface="Calibri" panose="020F0502020204030204"/>
            </a:endParaRPr>
          </a:p>
        </p:txBody>
      </p:sp>
      <p:sp>
        <p:nvSpPr>
          <p:cNvPr id="24" name="Title 13"/>
          <p:cNvSpPr txBox="1">
            <a:spLocks/>
          </p:cNvSpPr>
          <p:nvPr/>
        </p:nvSpPr>
        <p:spPr>
          <a:xfrm>
            <a:off x="1981200" y="2643823"/>
            <a:ext cx="8229600" cy="857250"/>
          </a:xfrm>
          <a:prstGeom prst="rect">
            <a:avLst/>
          </a:prstGeom>
        </p:spPr>
        <p:txBody>
          <a:bodyPr vert="horz" lIns="91440" tIns="45720" rIns="91440" bIns="45720"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rtl="1" fontAlgn="auto">
              <a:spcAft>
                <a:spcPts val="0"/>
              </a:spcAft>
            </a:pPr>
            <a:r>
              <a:rPr lang="ar-SA" sz="5400" b="1" u="sng" dirty="0">
                <a:solidFill>
                  <a:srgbClr val="FFFF00"/>
                </a:solidFill>
                <a:latin typeface="Calibri" panose="020F0502020204030204"/>
              </a:rPr>
              <a:t>2-	الطالب التكنولوجي</a:t>
            </a:r>
            <a:endParaRPr lang="en-US" sz="5400" b="1" u="sng" dirty="0">
              <a:solidFill>
                <a:srgbClr val="FFFF00"/>
              </a:solidFill>
              <a:latin typeface="Calibri" panose="020F0502020204030204"/>
            </a:endParaRPr>
          </a:p>
        </p:txBody>
      </p:sp>
    </p:spTree>
    <p:extLst>
      <p:ext uri="{BB962C8B-B14F-4D97-AF65-F5344CB8AC3E}">
        <p14:creationId xmlns:p14="http://schemas.microsoft.com/office/powerpoint/2010/main" val="67336666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fade">
                                      <p:cBhvr>
                                        <p:cTn id="7" dur="500"/>
                                        <p:tgtEl>
                                          <p:spTgt spid="18"/>
                                        </p:tgtEl>
                                      </p:cBhvr>
                                    </p:animEffect>
                                  </p:childTnLst>
                                </p:cTn>
                              </p:par>
                              <p:par>
                                <p:cTn id="8" presetID="16" presetClass="entr" presetSubtype="21" fill="hold" grpId="0" nodeType="withEffect">
                                  <p:stCondLst>
                                    <p:cond delay="2400"/>
                                  </p:stCondLst>
                                  <p:childTnLst>
                                    <p:set>
                                      <p:cBhvr>
                                        <p:cTn id="9" dur="1" fill="hold">
                                          <p:stCondLst>
                                            <p:cond delay="0"/>
                                          </p:stCondLst>
                                        </p:cTn>
                                        <p:tgtEl>
                                          <p:spTgt spid="24"/>
                                        </p:tgtEl>
                                        <p:attrNameLst>
                                          <p:attrName>style.visibility</p:attrName>
                                        </p:attrNameLst>
                                      </p:cBhvr>
                                      <p:to>
                                        <p:strVal val="visible"/>
                                      </p:to>
                                    </p:set>
                                    <p:animEffect transition="in" filter="barn(inVertical)">
                                      <p:cBhvr>
                                        <p:cTn id="10" dur="500"/>
                                        <p:tgtEl>
                                          <p:spTgt spid="24"/>
                                        </p:tgtEl>
                                      </p:cBhvr>
                                    </p:animEffect>
                                  </p:childTnLst>
                                </p:cTn>
                              </p:par>
                              <p:par>
                                <p:cTn id="11" presetID="16" presetClass="entr" presetSubtype="21" fill="hold" grpId="0" nodeType="withEffect">
                                  <p:stCondLst>
                                    <p:cond delay="3000"/>
                                  </p:stCondLst>
                                  <p:childTnLst>
                                    <p:set>
                                      <p:cBhvr>
                                        <p:cTn id="12" dur="1" fill="hold">
                                          <p:stCondLst>
                                            <p:cond delay="0"/>
                                          </p:stCondLst>
                                        </p:cTn>
                                        <p:tgtEl>
                                          <p:spTgt spid="23"/>
                                        </p:tgtEl>
                                        <p:attrNameLst>
                                          <p:attrName>style.visibility</p:attrName>
                                        </p:attrNameLst>
                                      </p:cBhvr>
                                      <p:to>
                                        <p:strVal val="visible"/>
                                      </p:to>
                                    </p:set>
                                    <p:animEffect transition="in" filter="barn(inVertical)">
                                      <p:cBhvr>
                                        <p:cTn id="13" dur="500"/>
                                        <p:tgtEl>
                                          <p:spTgt spid="23"/>
                                        </p:tgtEl>
                                      </p:cBhvr>
                                    </p:animEffect>
                                  </p:childTnLst>
                                </p:cTn>
                              </p:par>
                              <p:par>
                                <p:cTn id="14" presetID="2" presetClass="entr" presetSubtype="4" fill="hold" grpId="0" nodeType="withEffect">
                                  <p:stCondLst>
                                    <p:cond delay="2000"/>
                                  </p:stCondLst>
                                  <p:childTnLst>
                                    <p:set>
                                      <p:cBhvr>
                                        <p:cTn id="15" dur="1" fill="hold">
                                          <p:stCondLst>
                                            <p:cond delay="0"/>
                                          </p:stCondLst>
                                        </p:cTn>
                                        <p:tgtEl>
                                          <p:spTgt spid="25"/>
                                        </p:tgtEl>
                                        <p:attrNameLst>
                                          <p:attrName>style.visibility</p:attrName>
                                        </p:attrNameLst>
                                      </p:cBhvr>
                                      <p:to>
                                        <p:strVal val="visible"/>
                                      </p:to>
                                    </p:set>
                                    <p:anim calcmode="lin" valueType="num">
                                      <p:cBhvr additive="base">
                                        <p:cTn id="16" dur="500" fill="hold"/>
                                        <p:tgtEl>
                                          <p:spTgt spid="25"/>
                                        </p:tgtEl>
                                        <p:attrNameLst>
                                          <p:attrName>ppt_x</p:attrName>
                                        </p:attrNameLst>
                                      </p:cBhvr>
                                      <p:tavLst>
                                        <p:tav tm="0">
                                          <p:val>
                                            <p:strVal val="#ppt_x"/>
                                          </p:val>
                                        </p:tav>
                                        <p:tav tm="100000">
                                          <p:val>
                                            <p:strVal val="#ppt_x"/>
                                          </p:val>
                                        </p:tav>
                                      </p:tavLst>
                                    </p:anim>
                                    <p:anim calcmode="lin" valueType="num">
                                      <p:cBhvr additive="base">
                                        <p:cTn id="17" dur="500" fill="hold"/>
                                        <p:tgtEl>
                                          <p:spTgt spid="2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25" grpId="0" animBg="1"/>
      <p:bldP spid="23" grpId="0"/>
      <p:bldP spid="24" grpId="0"/>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Rectangle 17"/>
          <p:cNvSpPr/>
          <p:nvPr/>
        </p:nvSpPr>
        <p:spPr>
          <a:xfrm>
            <a:off x="0" y="0"/>
            <a:ext cx="12192000"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a:solidFill>
                <a:prstClr val="white"/>
              </a:solidFill>
            </a:endParaRPr>
          </a:p>
        </p:txBody>
      </p:sp>
      <p:sp>
        <p:nvSpPr>
          <p:cNvPr id="25" name="Rectangle 24"/>
          <p:cNvSpPr/>
          <p:nvPr/>
        </p:nvSpPr>
        <p:spPr>
          <a:xfrm>
            <a:off x="0" y="2400300"/>
            <a:ext cx="12192000" cy="3376869"/>
          </a:xfrm>
          <a:prstGeom prst="rect">
            <a:avLst/>
          </a:prstGeom>
          <a:solidFill>
            <a:schemeClr val="tx1">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black"/>
              </a:solidFill>
            </a:endParaRPr>
          </a:p>
        </p:txBody>
      </p:sp>
      <p:sp>
        <p:nvSpPr>
          <p:cNvPr id="23" name="Title 1"/>
          <p:cNvSpPr txBox="1">
            <a:spLocks/>
          </p:cNvSpPr>
          <p:nvPr/>
        </p:nvSpPr>
        <p:spPr>
          <a:xfrm>
            <a:off x="247650" y="3558817"/>
            <a:ext cx="11696700" cy="2028825"/>
          </a:xfrm>
          <a:prstGeom prst="rect">
            <a:avLst/>
          </a:prstGeom>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fontAlgn="auto">
              <a:spcAft>
                <a:spcPts val="0"/>
              </a:spcAft>
            </a:pPr>
            <a:r>
              <a:rPr lang="ar-SA" b="1" dirty="0">
                <a:solidFill>
                  <a:schemeClr val="bg1"/>
                </a:solidFill>
                <a:latin typeface="Calibri" panose="020F0502020204030204"/>
              </a:rPr>
              <a:t>تشكل الموارد التعليمية المفتوحة أحد العناصر الهامة للبنية التحتية للتعلم، لما توفره من مصادر بحثية متميزة للأفراد سواء على شبكة الإنترنت أو غيرها، وهي تتوفر بأشكال عدة مما يجعل بالإمكان استخدامها داخل المدارس، مثل: الموارد الصوتية، والمكتبات الرقمية، والكتب الإلكترونية، والألعاب التعليمية.</a:t>
            </a:r>
            <a:endParaRPr lang="en-US" b="1" dirty="0">
              <a:solidFill>
                <a:schemeClr val="bg1"/>
              </a:solidFill>
              <a:latin typeface="Calibri" panose="020F0502020204030204"/>
            </a:endParaRPr>
          </a:p>
        </p:txBody>
      </p:sp>
      <p:sp>
        <p:nvSpPr>
          <p:cNvPr id="24" name="Title 13"/>
          <p:cNvSpPr txBox="1">
            <a:spLocks/>
          </p:cNvSpPr>
          <p:nvPr/>
        </p:nvSpPr>
        <p:spPr>
          <a:xfrm>
            <a:off x="1981200" y="2643823"/>
            <a:ext cx="8229600" cy="857250"/>
          </a:xfrm>
          <a:prstGeom prst="rect">
            <a:avLst/>
          </a:prstGeom>
        </p:spPr>
        <p:txBody>
          <a:bodyPr vert="horz" lIns="91440" tIns="45720" rIns="91440" bIns="45720"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rtl="1" fontAlgn="auto">
              <a:spcAft>
                <a:spcPts val="0"/>
              </a:spcAft>
            </a:pPr>
            <a:r>
              <a:rPr lang="ar-SA" sz="5400" b="1" u="sng" dirty="0">
                <a:solidFill>
                  <a:srgbClr val="FFFF00"/>
                </a:solidFill>
                <a:latin typeface="Calibri" panose="020F0502020204030204"/>
              </a:rPr>
              <a:t> </a:t>
            </a:r>
          </a:p>
          <a:p>
            <a:pPr rtl="1" fontAlgn="auto">
              <a:spcAft>
                <a:spcPts val="0"/>
              </a:spcAft>
            </a:pPr>
            <a:r>
              <a:rPr lang="ar-SA" sz="5400" b="1" u="sng" dirty="0">
                <a:solidFill>
                  <a:srgbClr val="FFFF00"/>
                </a:solidFill>
                <a:latin typeface="Calibri" panose="020F0502020204030204"/>
              </a:rPr>
              <a:t>3-	الموارد التعليمية المفتوحة</a:t>
            </a:r>
          </a:p>
        </p:txBody>
      </p:sp>
    </p:spTree>
    <p:extLst>
      <p:ext uri="{BB962C8B-B14F-4D97-AF65-F5344CB8AC3E}">
        <p14:creationId xmlns:p14="http://schemas.microsoft.com/office/powerpoint/2010/main" val="408167594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fade">
                                      <p:cBhvr>
                                        <p:cTn id="7" dur="500"/>
                                        <p:tgtEl>
                                          <p:spTgt spid="18"/>
                                        </p:tgtEl>
                                      </p:cBhvr>
                                    </p:animEffect>
                                  </p:childTnLst>
                                </p:cTn>
                              </p:par>
                              <p:par>
                                <p:cTn id="8" presetID="16" presetClass="entr" presetSubtype="21" fill="hold" grpId="0" nodeType="withEffect">
                                  <p:stCondLst>
                                    <p:cond delay="2400"/>
                                  </p:stCondLst>
                                  <p:childTnLst>
                                    <p:set>
                                      <p:cBhvr>
                                        <p:cTn id="9" dur="1" fill="hold">
                                          <p:stCondLst>
                                            <p:cond delay="0"/>
                                          </p:stCondLst>
                                        </p:cTn>
                                        <p:tgtEl>
                                          <p:spTgt spid="24"/>
                                        </p:tgtEl>
                                        <p:attrNameLst>
                                          <p:attrName>style.visibility</p:attrName>
                                        </p:attrNameLst>
                                      </p:cBhvr>
                                      <p:to>
                                        <p:strVal val="visible"/>
                                      </p:to>
                                    </p:set>
                                    <p:animEffect transition="in" filter="barn(inVertical)">
                                      <p:cBhvr>
                                        <p:cTn id="10" dur="500"/>
                                        <p:tgtEl>
                                          <p:spTgt spid="24"/>
                                        </p:tgtEl>
                                      </p:cBhvr>
                                    </p:animEffect>
                                  </p:childTnLst>
                                </p:cTn>
                              </p:par>
                              <p:par>
                                <p:cTn id="11" presetID="16" presetClass="entr" presetSubtype="21" fill="hold" grpId="0" nodeType="withEffect">
                                  <p:stCondLst>
                                    <p:cond delay="3000"/>
                                  </p:stCondLst>
                                  <p:childTnLst>
                                    <p:set>
                                      <p:cBhvr>
                                        <p:cTn id="12" dur="1" fill="hold">
                                          <p:stCondLst>
                                            <p:cond delay="0"/>
                                          </p:stCondLst>
                                        </p:cTn>
                                        <p:tgtEl>
                                          <p:spTgt spid="23"/>
                                        </p:tgtEl>
                                        <p:attrNameLst>
                                          <p:attrName>style.visibility</p:attrName>
                                        </p:attrNameLst>
                                      </p:cBhvr>
                                      <p:to>
                                        <p:strVal val="visible"/>
                                      </p:to>
                                    </p:set>
                                    <p:animEffect transition="in" filter="barn(inVertical)">
                                      <p:cBhvr>
                                        <p:cTn id="13" dur="500"/>
                                        <p:tgtEl>
                                          <p:spTgt spid="23"/>
                                        </p:tgtEl>
                                      </p:cBhvr>
                                    </p:animEffect>
                                  </p:childTnLst>
                                </p:cTn>
                              </p:par>
                              <p:par>
                                <p:cTn id="14" presetID="2" presetClass="entr" presetSubtype="4" fill="hold" grpId="0" nodeType="withEffect">
                                  <p:stCondLst>
                                    <p:cond delay="2000"/>
                                  </p:stCondLst>
                                  <p:childTnLst>
                                    <p:set>
                                      <p:cBhvr>
                                        <p:cTn id="15" dur="1" fill="hold">
                                          <p:stCondLst>
                                            <p:cond delay="0"/>
                                          </p:stCondLst>
                                        </p:cTn>
                                        <p:tgtEl>
                                          <p:spTgt spid="25"/>
                                        </p:tgtEl>
                                        <p:attrNameLst>
                                          <p:attrName>style.visibility</p:attrName>
                                        </p:attrNameLst>
                                      </p:cBhvr>
                                      <p:to>
                                        <p:strVal val="visible"/>
                                      </p:to>
                                    </p:set>
                                    <p:anim calcmode="lin" valueType="num">
                                      <p:cBhvr additive="base">
                                        <p:cTn id="16" dur="500" fill="hold"/>
                                        <p:tgtEl>
                                          <p:spTgt spid="25"/>
                                        </p:tgtEl>
                                        <p:attrNameLst>
                                          <p:attrName>ppt_x</p:attrName>
                                        </p:attrNameLst>
                                      </p:cBhvr>
                                      <p:tavLst>
                                        <p:tav tm="0">
                                          <p:val>
                                            <p:strVal val="#ppt_x"/>
                                          </p:val>
                                        </p:tav>
                                        <p:tav tm="100000">
                                          <p:val>
                                            <p:strVal val="#ppt_x"/>
                                          </p:val>
                                        </p:tav>
                                      </p:tavLst>
                                    </p:anim>
                                    <p:anim calcmode="lin" valueType="num">
                                      <p:cBhvr additive="base">
                                        <p:cTn id="17" dur="500" fill="hold"/>
                                        <p:tgtEl>
                                          <p:spTgt spid="2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25" grpId="0" animBg="1"/>
      <p:bldP spid="23" grpId="0"/>
      <p:bldP spid="24" grpId="0"/>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Title 1"/>
          <p:cNvSpPr txBox="1">
            <a:spLocks/>
          </p:cNvSpPr>
          <p:nvPr/>
        </p:nvSpPr>
        <p:spPr>
          <a:xfrm>
            <a:off x="3056176" y="353392"/>
            <a:ext cx="6159981" cy="968016"/>
          </a:xfrm>
          <a:prstGeom prst="rect">
            <a:avLst/>
          </a:prstGeom>
        </p:spPr>
        <p:txBody>
          <a:bodyPr vert="horz" wrap="none" lIns="0" tIns="0" rIns="0" bIns="0" rtlCol="0" anchor="ctr">
            <a:noAutofit/>
          </a:bodyPr>
          <a:lstStyle/>
          <a:p>
            <a:pPr algn="ctr" defTabSz="1375434" rtl="1" fontAlgn="auto">
              <a:spcAft>
                <a:spcPts val="0"/>
              </a:spcAft>
              <a:tabLst>
                <a:tab pos="4794011" algn="l"/>
              </a:tabLst>
              <a:defRPr/>
            </a:pPr>
            <a:r>
              <a:rPr lang="ar-SA" sz="4000" b="1" u="sng" dirty="0">
                <a:solidFill>
                  <a:srgbClr val="FFFF00"/>
                </a:solidFill>
                <a:latin typeface="Roboto Medium"/>
                <a:cs typeface="+mj-cs"/>
              </a:rPr>
              <a:t>4-	</a:t>
            </a:r>
            <a:r>
              <a:rPr lang="en-US" sz="4000" b="1" u="sng" dirty="0" smtClean="0">
                <a:solidFill>
                  <a:srgbClr val="FFFF00"/>
                </a:solidFill>
                <a:latin typeface="Roboto Medium"/>
                <a:cs typeface="+mj-cs"/>
              </a:rPr>
              <a:t> </a:t>
            </a:r>
            <a:r>
              <a:rPr lang="ar-SA" sz="4000" b="1" u="sng" dirty="0" smtClean="0">
                <a:solidFill>
                  <a:srgbClr val="FFFF00"/>
                </a:solidFill>
                <a:latin typeface="Roboto Medium"/>
                <a:cs typeface="+mj-cs"/>
              </a:rPr>
              <a:t>احضر </a:t>
            </a:r>
            <a:r>
              <a:rPr lang="ar-SA" sz="4000" b="1" u="sng" dirty="0">
                <a:solidFill>
                  <a:srgbClr val="FFFF00"/>
                </a:solidFill>
                <a:latin typeface="Roboto Medium"/>
                <a:cs typeface="+mj-cs"/>
              </a:rPr>
              <a:t>جهازك الخاص معك في المدرسة أو في الفصل </a:t>
            </a:r>
            <a:r>
              <a:rPr lang="en-US" sz="4000" b="1" u="sng" dirty="0">
                <a:solidFill>
                  <a:srgbClr val="FFFF00"/>
                </a:solidFill>
                <a:latin typeface="Roboto Medium"/>
                <a:cs typeface="+mj-cs"/>
              </a:rPr>
              <a:t>BYOD</a:t>
            </a:r>
          </a:p>
        </p:txBody>
      </p:sp>
      <p:graphicFrame>
        <p:nvGraphicFramePr>
          <p:cNvPr id="25" name="Diagram 24"/>
          <p:cNvGraphicFramePr/>
          <p:nvPr>
            <p:extLst>
              <p:ext uri="{D42A27DB-BD31-4B8C-83A1-F6EECF244321}">
                <p14:modId xmlns:p14="http://schemas.microsoft.com/office/powerpoint/2010/main" val="3939844867"/>
              </p:ext>
            </p:extLst>
          </p:nvPr>
        </p:nvGraphicFramePr>
        <p:xfrm>
          <a:off x="0" y="3224877"/>
          <a:ext cx="12192000" cy="265176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6" name="Rectangle 25"/>
          <p:cNvSpPr/>
          <p:nvPr/>
        </p:nvSpPr>
        <p:spPr>
          <a:xfrm>
            <a:off x="-1" y="2903171"/>
            <a:ext cx="12192000" cy="2655839"/>
          </a:xfrm>
          <a:prstGeom prst="rect">
            <a:avLst/>
          </a:prstGeom>
          <a:solidFill>
            <a:sysClr val="windowText" lastClr="000000">
              <a:lumMod val="85000"/>
              <a:lumOff val="15000"/>
              <a:alpha val="80000"/>
            </a:sys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28" name="TextBox 27"/>
          <p:cNvSpPr txBox="1"/>
          <p:nvPr/>
        </p:nvSpPr>
        <p:spPr>
          <a:xfrm>
            <a:off x="272714" y="3197957"/>
            <a:ext cx="11646570" cy="1692771"/>
          </a:xfrm>
          <a:prstGeom prst="rect">
            <a:avLst/>
          </a:prstGeom>
          <a:noFill/>
        </p:spPr>
        <p:txBody>
          <a:bodyPr wrap="square" rtlCol="0">
            <a:spAutoFit/>
          </a:bodyPr>
          <a:lstStyle/>
          <a:p>
            <a:pPr marL="742950" indent="-742950" algn="ctr" rtl="1" fontAlgn="auto">
              <a:spcBef>
                <a:spcPts val="0"/>
              </a:spcBef>
              <a:spcAft>
                <a:spcPts val="0"/>
              </a:spcAft>
              <a:buAutoNum type="arabic1Minus"/>
            </a:pPr>
            <a:r>
              <a:rPr lang="ar-SA" sz="4000" b="1" u="sng" dirty="0" smtClean="0">
                <a:solidFill>
                  <a:srgbClr val="D43E01"/>
                </a:solidFill>
                <a:cs typeface="Simplified Arabic" panose="02020603050405020304" pitchFamily="18" charset="-78"/>
              </a:rPr>
              <a:t>ما </a:t>
            </a:r>
            <a:r>
              <a:rPr lang="ar-SA" sz="4000" b="1" u="sng" dirty="0">
                <a:solidFill>
                  <a:srgbClr val="D43E01"/>
                </a:solidFill>
                <a:cs typeface="Simplified Arabic" panose="02020603050405020304" pitchFamily="18" charset="-78"/>
              </a:rPr>
              <a:t>المقصود بـ </a:t>
            </a:r>
            <a:r>
              <a:rPr lang="en-US" sz="4000" b="1" u="sng" dirty="0" smtClean="0">
                <a:solidFill>
                  <a:srgbClr val="D43E01"/>
                </a:solidFill>
                <a:cs typeface="Simplified Arabic" panose="02020603050405020304" pitchFamily="18" charset="-78"/>
              </a:rPr>
              <a:t>BYOD؟</a:t>
            </a:r>
          </a:p>
          <a:p>
            <a:pPr algn="ctr" rtl="1" fontAlgn="auto">
              <a:spcBef>
                <a:spcPts val="0"/>
              </a:spcBef>
              <a:spcAft>
                <a:spcPts val="0"/>
              </a:spcAft>
            </a:pPr>
            <a:r>
              <a:rPr lang="ar-SA" sz="3200" b="1" dirty="0" smtClean="0">
                <a:solidFill>
                  <a:prstClr val="white"/>
                </a:solidFill>
                <a:cs typeface="Simplified Arabic" panose="02020603050405020304" pitchFamily="18" charset="-78"/>
              </a:rPr>
              <a:t>يقصد </a:t>
            </a:r>
            <a:r>
              <a:rPr lang="ar-SA" sz="3200" b="1" dirty="0">
                <a:solidFill>
                  <a:prstClr val="white"/>
                </a:solidFill>
                <a:cs typeface="Simplified Arabic" panose="02020603050405020304" pitchFamily="18" charset="-78"/>
              </a:rPr>
              <a:t>بمفهوم (</a:t>
            </a:r>
            <a:r>
              <a:rPr lang="en-US" sz="3200" b="1" dirty="0">
                <a:solidFill>
                  <a:prstClr val="white"/>
                </a:solidFill>
                <a:cs typeface="Simplified Arabic" panose="02020603050405020304" pitchFamily="18" charset="-78"/>
              </a:rPr>
              <a:t>BYOD) </a:t>
            </a:r>
            <a:r>
              <a:rPr lang="ar-SA" sz="3200" b="1" dirty="0">
                <a:solidFill>
                  <a:prstClr val="white"/>
                </a:solidFill>
                <a:cs typeface="Simplified Arabic" panose="02020603050405020304" pitchFamily="18" charset="-78"/>
              </a:rPr>
              <a:t>بلغتنا العربية "أحضر جهازك الخاص"، وكلمة </a:t>
            </a:r>
            <a:r>
              <a:rPr lang="en-US" sz="3200" b="1" dirty="0" smtClean="0">
                <a:solidFill>
                  <a:prstClr val="white"/>
                </a:solidFill>
                <a:cs typeface="Simplified Arabic" panose="02020603050405020304" pitchFamily="18" charset="-78"/>
              </a:rPr>
              <a:t>  BYOD</a:t>
            </a:r>
            <a:r>
              <a:rPr lang="ar-SA" sz="3200" b="1" dirty="0" smtClean="0">
                <a:solidFill>
                  <a:prstClr val="white"/>
                </a:solidFill>
                <a:cs typeface="Simplified Arabic" panose="02020603050405020304" pitchFamily="18" charset="-78"/>
              </a:rPr>
              <a:t>هي </a:t>
            </a:r>
            <a:r>
              <a:rPr lang="ar-SA" sz="3200" b="1" dirty="0">
                <a:solidFill>
                  <a:prstClr val="white"/>
                </a:solidFill>
                <a:cs typeface="Simplified Arabic" panose="02020603050405020304" pitchFamily="18" charset="-78"/>
              </a:rPr>
              <a:t>في الأصل اختصار للعبارة الإنجليزية </a:t>
            </a:r>
            <a:r>
              <a:rPr lang="en-US" sz="3200" b="1" dirty="0" smtClean="0">
                <a:solidFill>
                  <a:prstClr val="white"/>
                </a:solidFill>
                <a:cs typeface="Simplified Arabic" panose="02020603050405020304" pitchFamily="18" charset="-78"/>
              </a:rPr>
              <a:t>(Bring </a:t>
            </a:r>
            <a:r>
              <a:rPr lang="en-US" sz="3200" b="1" dirty="0">
                <a:solidFill>
                  <a:prstClr val="white"/>
                </a:solidFill>
                <a:cs typeface="Simplified Arabic" panose="02020603050405020304" pitchFamily="18" charset="-78"/>
              </a:rPr>
              <a:t>Your Own </a:t>
            </a:r>
            <a:r>
              <a:rPr lang="en-US" sz="3200" b="1" dirty="0" smtClean="0">
                <a:solidFill>
                  <a:prstClr val="white"/>
                </a:solidFill>
                <a:cs typeface="Simplified Arabic" panose="02020603050405020304" pitchFamily="18" charset="-78"/>
              </a:rPr>
              <a:t>Device)</a:t>
            </a:r>
            <a:endParaRPr lang="ar-SA" sz="3200" b="1" dirty="0">
              <a:solidFill>
                <a:prstClr val="white"/>
              </a:solidFill>
              <a:cs typeface="Simplified Arabic" panose="02020603050405020304" pitchFamily="18" charset="-78"/>
            </a:endParaRPr>
          </a:p>
        </p:txBody>
      </p:sp>
      <p:grpSp>
        <p:nvGrpSpPr>
          <p:cNvPr id="32" name="Group 31"/>
          <p:cNvGrpSpPr/>
          <p:nvPr/>
        </p:nvGrpSpPr>
        <p:grpSpPr>
          <a:xfrm>
            <a:off x="2155370" y="2828818"/>
            <a:ext cx="7868558" cy="176748"/>
            <a:chOff x="2155371" y="1910842"/>
            <a:chExt cx="7868558" cy="176748"/>
          </a:xfrm>
        </p:grpSpPr>
        <p:sp>
          <p:nvSpPr>
            <p:cNvPr id="33" name="Rectangle 32"/>
            <p:cNvSpPr/>
            <p:nvPr/>
          </p:nvSpPr>
          <p:spPr>
            <a:xfrm>
              <a:off x="4782457" y="1910842"/>
              <a:ext cx="2627086" cy="176748"/>
            </a:xfrm>
            <a:prstGeom prst="rect">
              <a:avLst/>
            </a:prstGeom>
            <a:solidFill>
              <a:srgbClr val="FE8301"/>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34" name="Rectangle 33"/>
            <p:cNvSpPr/>
            <p:nvPr/>
          </p:nvSpPr>
          <p:spPr>
            <a:xfrm>
              <a:off x="2155371" y="1910842"/>
              <a:ext cx="2627086" cy="176748"/>
            </a:xfrm>
            <a:prstGeom prst="rect">
              <a:avLst/>
            </a:prstGeom>
            <a:solidFill>
              <a:srgbClr val="0087B1"/>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35" name="Rectangle 34"/>
            <p:cNvSpPr/>
            <p:nvPr/>
          </p:nvSpPr>
          <p:spPr>
            <a:xfrm>
              <a:off x="7396843" y="1910842"/>
              <a:ext cx="2627086" cy="176748"/>
            </a:xfrm>
            <a:prstGeom prst="rect">
              <a:avLst/>
            </a:prstGeom>
            <a:solidFill>
              <a:srgbClr val="A1BB2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grpSp>
      <p:grpSp>
        <p:nvGrpSpPr>
          <p:cNvPr id="36" name="Group 35"/>
          <p:cNvGrpSpPr/>
          <p:nvPr/>
        </p:nvGrpSpPr>
        <p:grpSpPr>
          <a:xfrm>
            <a:off x="2155370" y="5493729"/>
            <a:ext cx="7868558" cy="178510"/>
            <a:chOff x="2155371" y="4699578"/>
            <a:chExt cx="7868558" cy="178510"/>
          </a:xfrm>
        </p:grpSpPr>
        <p:sp>
          <p:nvSpPr>
            <p:cNvPr id="37" name="Rectangle 36"/>
            <p:cNvSpPr/>
            <p:nvPr/>
          </p:nvSpPr>
          <p:spPr>
            <a:xfrm>
              <a:off x="4782457" y="4701340"/>
              <a:ext cx="2627086" cy="176748"/>
            </a:xfrm>
            <a:prstGeom prst="rect">
              <a:avLst/>
            </a:prstGeom>
            <a:solidFill>
              <a:srgbClr val="D43E01"/>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38" name="Rectangle 37"/>
            <p:cNvSpPr/>
            <p:nvPr/>
          </p:nvSpPr>
          <p:spPr>
            <a:xfrm>
              <a:off x="2155371" y="4701340"/>
              <a:ext cx="2627086" cy="176748"/>
            </a:xfrm>
            <a:prstGeom prst="rect">
              <a:avLst/>
            </a:prstGeom>
            <a:solidFill>
              <a:srgbClr val="012641"/>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39" name="Rectangle 38"/>
            <p:cNvSpPr/>
            <p:nvPr/>
          </p:nvSpPr>
          <p:spPr>
            <a:xfrm>
              <a:off x="7396843" y="4699578"/>
              <a:ext cx="2627086" cy="176748"/>
            </a:xfrm>
            <a:prstGeom prst="rect">
              <a:avLst/>
            </a:prstGeom>
            <a:solidFill>
              <a:srgbClr val="3DBF9C"/>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grpSp>
    </p:spTree>
    <p:extLst>
      <p:ext uri="{BB962C8B-B14F-4D97-AF65-F5344CB8AC3E}">
        <p14:creationId xmlns:p14="http://schemas.microsoft.com/office/powerpoint/2010/main" val="392601945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4" fill="hold" grpId="0" nodeType="afterEffect">
                                  <p:stCondLst>
                                    <p:cond delay="0"/>
                                  </p:stCondLst>
                                  <p:childTnLst>
                                    <p:set>
                                      <p:cBhvr>
                                        <p:cTn id="6" dur="1" fill="hold">
                                          <p:stCondLst>
                                            <p:cond delay="0"/>
                                          </p:stCondLst>
                                        </p:cTn>
                                        <p:tgtEl>
                                          <p:spTgt spid="29"/>
                                        </p:tgtEl>
                                        <p:attrNameLst>
                                          <p:attrName>style.visibility</p:attrName>
                                        </p:attrNameLst>
                                      </p:cBhvr>
                                      <p:to>
                                        <p:strVal val="visible"/>
                                      </p:to>
                                    </p:set>
                                    <p:animEffect transition="in" filter="slide(fromBottom)">
                                      <p:cBhvr>
                                        <p:cTn id="7" dur="500"/>
                                        <p:tgtEl>
                                          <p:spTgt spid="29"/>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26"/>
                                        </p:tgtEl>
                                        <p:attrNameLst>
                                          <p:attrName>style.visibility</p:attrName>
                                        </p:attrNameLst>
                                      </p:cBhvr>
                                      <p:to>
                                        <p:strVal val="visible"/>
                                      </p:to>
                                    </p:set>
                                    <p:animEffect transition="in" filter="fade">
                                      <p:cBhvr>
                                        <p:cTn id="10" dur="500"/>
                                        <p:tgtEl>
                                          <p:spTgt spid="26"/>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25"/>
                                        </p:tgtEl>
                                        <p:attrNameLst>
                                          <p:attrName>style.visibility</p:attrName>
                                        </p:attrNameLst>
                                      </p:cBhvr>
                                      <p:to>
                                        <p:strVal val="visible"/>
                                      </p:to>
                                    </p:set>
                                    <p:animEffect transition="in" filter="fade">
                                      <p:cBhvr>
                                        <p:cTn id="13" dur="500"/>
                                        <p:tgtEl>
                                          <p:spTgt spid="25"/>
                                        </p:tgtEl>
                                      </p:cBhvr>
                                    </p:animEffect>
                                  </p:childTnLst>
                                </p:cTn>
                              </p:par>
                              <p:par>
                                <p:cTn id="14" presetID="47" presetClass="entr" presetSubtype="0" fill="hold" nodeType="withEffect">
                                  <p:stCondLst>
                                    <p:cond delay="250"/>
                                  </p:stCondLst>
                                  <p:childTnLst>
                                    <p:set>
                                      <p:cBhvr>
                                        <p:cTn id="15" dur="1" fill="hold">
                                          <p:stCondLst>
                                            <p:cond delay="0"/>
                                          </p:stCondLst>
                                        </p:cTn>
                                        <p:tgtEl>
                                          <p:spTgt spid="32"/>
                                        </p:tgtEl>
                                        <p:attrNameLst>
                                          <p:attrName>style.visibility</p:attrName>
                                        </p:attrNameLst>
                                      </p:cBhvr>
                                      <p:to>
                                        <p:strVal val="visible"/>
                                      </p:to>
                                    </p:set>
                                    <p:animEffect transition="in" filter="fade">
                                      <p:cBhvr>
                                        <p:cTn id="16" dur="1000"/>
                                        <p:tgtEl>
                                          <p:spTgt spid="32"/>
                                        </p:tgtEl>
                                      </p:cBhvr>
                                    </p:animEffect>
                                    <p:anim calcmode="lin" valueType="num">
                                      <p:cBhvr>
                                        <p:cTn id="17" dur="1000" fill="hold"/>
                                        <p:tgtEl>
                                          <p:spTgt spid="32"/>
                                        </p:tgtEl>
                                        <p:attrNameLst>
                                          <p:attrName>ppt_x</p:attrName>
                                        </p:attrNameLst>
                                      </p:cBhvr>
                                      <p:tavLst>
                                        <p:tav tm="0">
                                          <p:val>
                                            <p:strVal val="#ppt_x"/>
                                          </p:val>
                                        </p:tav>
                                        <p:tav tm="100000">
                                          <p:val>
                                            <p:strVal val="#ppt_x"/>
                                          </p:val>
                                        </p:tav>
                                      </p:tavLst>
                                    </p:anim>
                                    <p:anim calcmode="lin" valueType="num">
                                      <p:cBhvr>
                                        <p:cTn id="18" dur="1000" fill="hold"/>
                                        <p:tgtEl>
                                          <p:spTgt spid="32"/>
                                        </p:tgtEl>
                                        <p:attrNameLst>
                                          <p:attrName>ppt_y</p:attrName>
                                        </p:attrNameLst>
                                      </p:cBhvr>
                                      <p:tavLst>
                                        <p:tav tm="0">
                                          <p:val>
                                            <p:strVal val="#ppt_y-.1"/>
                                          </p:val>
                                        </p:tav>
                                        <p:tav tm="100000">
                                          <p:val>
                                            <p:strVal val="#ppt_y"/>
                                          </p:val>
                                        </p:tav>
                                      </p:tavLst>
                                    </p:anim>
                                  </p:childTnLst>
                                </p:cTn>
                              </p:par>
                              <p:par>
                                <p:cTn id="19" presetID="42" presetClass="entr" presetSubtype="0" fill="hold" nodeType="withEffect">
                                  <p:stCondLst>
                                    <p:cond delay="250"/>
                                  </p:stCondLst>
                                  <p:childTnLst>
                                    <p:set>
                                      <p:cBhvr>
                                        <p:cTn id="20" dur="1" fill="hold">
                                          <p:stCondLst>
                                            <p:cond delay="0"/>
                                          </p:stCondLst>
                                        </p:cTn>
                                        <p:tgtEl>
                                          <p:spTgt spid="36"/>
                                        </p:tgtEl>
                                        <p:attrNameLst>
                                          <p:attrName>style.visibility</p:attrName>
                                        </p:attrNameLst>
                                      </p:cBhvr>
                                      <p:to>
                                        <p:strVal val="visible"/>
                                      </p:to>
                                    </p:set>
                                    <p:animEffect transition="in" filter="fade">
                                      <p:cBhvr>
                                        <p:cTn id="21" dur="1000"/>
                                        <p:tgtEl>
                                          <p:spTgt spid="36"/>
                                        </p:tgtEl>
                                      </p:cBhvr>
                                    </p:animEffect>
                                    <p:anim calcmode="lin" valueType="num">
                                      <p:cBhvr>
                                        <p:cTn id="22" dur="1000" fill="hold"/>
                                        <p:tgtEl>
                                          <p:spTgt spid="36"/>
                                        </p:tgtEl>
                                        <p:attrNameLst>
                                          <p:attrName>ppt_x</p:attrName>
                                        </p:attrNameLst>
                                      </p:cBhvr>
                                      <p:tavLst>
                                        <p:tav tm="0">
                                          <p:val>
                                            <p:strVal val="#ppt_x"/>
                                          </p:val>
                                        </p:tav>
                                        <p:tav tm="100000">
                                          <p:val>
                                            <p:strVal val="#ppt_x"/>
                                          </p:val>
                                        </p:tav>
                                      </p:tavLst>
                                    </p:anim>
                                    <p:anim calcmode="lin" valueType="num">
                                      <p:cBhvr>
                                        <p:cTn id="23" dur="1000" fill="hold"/>
                                        <p:tgtEl>
                                          <p:spTgt spid="36"/>
                                        </p:tgtEl>
                                        <p:attrNameLst>
                                          <p:attrName>ppt_y</p:attrName>
                                        </p:attrNameLst>
                                      </p:cBhvr>
                                      <p:tavLst>
                                        <p:tav tm="0">
                                          <p:val>
                                            <p:strVal val="#ppt_y+.1"/>
                                          </p:val>
                                        </p:tav>
                                        <p:tav tm="100000">
                                          <p:val>
                                            <p:strVal val="#ppt_y"/>
                                          </p:val>
                                        </p:tav>
                                      </p:tavLst>
                                    </p:anim>
                                  </p:childTnLst>
                                </p:cTn>
                              </p:par>
                              <p:par>
                                <p:cTn id="24" presetID="10" presetClass="entr" presetSubtype="0" fill="hold" grpId="0" nodeType="withEffect">
                                  <p:stCondLst>
                                    <p:cond delay="0"/>
                                  </p:stCondLst>
                                  <p:childTnLst>
                                    <p:set>
                                      <p:cBhvr>
                                        <p:cTn id="25" dur="1" fill="hold">
                                          <p:stCondLst>
                                            <p:cond delay="0"/>
                                          </p:stCondLst>
                                        </p:cTn>
                                        <p:tgtEl>
                                          <p:spTgt spid="28"/>
                                        </p:tgtEl>
                                        <p:attrNameLst>
                                          <p:attrName>style.visibility</p:attrName>
                                        </p:attrNameLst>
                                      </p:cBhvr>
                                      <p:to>
                                        <p:strVal val="visible"/>
                                      </p:to>
                                    </p:set>
                                    <p:animEffect transition="in" filter="fade">
                                      <p:cBhvr>
                                        <p:cTn id="26"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p:bldGraphic spid="25" grpId="0">
        <p:bldAsOne/>
      </p:bldGraphic>
      <p:bldP spid="26" grpId="0" animBg="1"/>
      <p:bldP spid="28" grpId="0"/>
    </p:bld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Freeform 25"/>
          <p:cNvSpPr/>
          <p:nvPr/>
        </p:nvSpPr>
        <p:spPr>
          <a:xfrm>
            <a:off x="4597545" y="2496639"/>
            <a:ext cx="548331" cy="858265"/>
          </a:xfrm>
          <a:custGeom>
            <a:avLst/>
            <a:gdLst>
              <a:gd name="connsiteX0" fmla="*/ 357737 w 548331"/>
              <a:gd name="connsiteY0" fmla="*/ 0 h 858265"/>
              <a:gd name="connsiteX1" fmla="*/ 548331 w 548331"/>
              <a:gd name="connsiteY1" fmla="*/ 190594 h 858265"/>
              <a:gd name="connsiteX2" fmla="*/ 499314 w 548331"/>
              <a:gd name="connsiteY2" fmla="*/ 248749 h 858265"/>
              <a:gd name="connsiteX3" fmla="*/ 276391 w 548331"/>
              <a:gd name="connsiteY3" fmla="*/ 772587 h 858265"/>
              <a:gd name="connsiteX4" fmla="*/ 264963 w 548331"/>
              <a:gd name="connsiteY4" fmla="*/ 858265 h 858265"/>
              <a:gd name="connsiteX5" fmla="*/ 0 w 548331"/>
              <a:gd name="connsiteY5" fmla="*/ 858265 h 858265"/>
              <a:gd name="connsiteX6" fmla="*/ 515 w 548331"/>
              <a:gd name="connsiteY6" fmla="*/ 847392 h 858265"/>
              <a:gd name="connsiteX7" fmla="*/ 354383 w 548331"/>
              <a:gd name="connsiteY7" fmla="*/ 3669 h 858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8331" h="858265">
                <a:moveTo>
                  <a:pt x="357737" y="0"/>
                </a:moveTo>
                <a:lnTo>
                  <a:pt x="548331" y="190594"/>
                </a:lnTo>
                <a:lnTo>
                  <a:pt x="499314" y="248749"/>
                </a:lnTo>
                <a:cubicBezTo>
                  <a:pt x="388652" y="401435"/>
                  <a:pt x="310879" y="579514"/>
                  <a:pt x="276391" y="772587"/>
                </a:cubicBezTo>
                <a:lnTo>
                  <a:pt x="264963" y="858265"/>
                </a:lnTo>
                <a:lnTo>
                  <a:pt x="0" y="858265"/>
                </a:lnTo>
                <a:lnTo>
                  <a:pt x="515" y="847392"/>
                </a:lnTo>
                <a:cubicBezTo>
                  <a:pt x="30947" y="527672"/>
                  <a:pt x="158938" y="236396"/>
                  <a:pt x="354383" y="3669"/>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34" name="Freeform 33"/>
          <p:cNvSpPr/>
          <p:nvPr/>
        </p:nvSpPr>
        <p:spPr>
          <a:xfrm flipH="1">
            <a:off x="7126428" y="2502989"/>
            <a:ext cx="548331" cy="858265"/>
          </a:xfrm>
          <a:custGeom>
            <a:avLst/>
            <a:gdLst>
              <a:gd name="connsiteX0" fmla="*/ 357737 w 548331"/>
              <a:gd name="connsiteY0" fmla="*/ 0 h 858265"/>
              <a:gd name="connsiteX1" fmla="*/ 548331 w 548331"/>
              <a:gd name="connsiteY1" fmla="*/ 190594 h 858265"/>
              <a:gd name="connsiteX2" fmla="*/ 499314 w 548331"/>
              <a:gd name="connsiteY2" fmla="*/ 248749 h 858265"/>
              <a:gd name="connsiteX3" fmla="*/ 276391 w 548331"/>
              <a:gd name="connsiteY3" fmla="*/ 772587 h 858265"/>
              <a:gd name="connsiteX4" fmla="*/ 264963 w 548331"/>
              <a:gd name="connsiteY4" fmla="*/ 858265 h 858265"/>
              <a:gd name="connsiteX5" fmla="*/ 0 w 548331"/>
              <a:gd name="connsiteY5" fmla="*/ 858265 h 858265"/>
              <a:gd name="connsiteX6" fmla="*/ 515 w 548331"/>
              <a:gd name="connsiteY6" fmla="*/ 847392 h 858265"/>
              <a:gd name="connsiteX7" fmla="*/ 354383 w 548331"/>
              <a:gd name="connsiteY7" fmla="*/ 3669 h 858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8331" h="858265">
                <a:moveTo>
                  <a:pt x="357737" y="0"/>
                </a:moveTo>
                <a:lnTo>
                  <a:pt x="548331" y="190594"/>
                </a:lnTo>
                <a:lnTo>
                  <a:pt x="499314" y="248749"/>
                </a:lnTo>
                <a:cubicBezTo>
                  <a:pt x="388652" y="401435"/>
                  <a:pt x="310879" y="579514"/>
                  <a:pt x="276391" y="772587"/>
                </a:cubicBezTo>
                <a:lnTo>
                  <a:pt x="264963" y="858265"/>
                </a:lnTo>
                <a:lnTo>
                  <a:pt x="0" y="858265"/>
                </a:lnTo>
                <a:lnTo>
                  <a:pt x="515" y="847392"/>
                </a:lnTo>
                <a:cubicBezTo>
                  <a:pt x="30947" y="527672"/>
                  <a:pt x="158938" y="236396"/>
                  <a:pt x="354383" y="3669"/>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35" name="Freeform 34"/>
          <p:cNvSpPr/>
          <p:nvPr/>
        </p:nvSpPr>
        <p:spPr>
          <a:xfrm rot="18900000" flipH="1">
            <a:off x="6365359" y="1785895"/>
            <a:ext cx="548331" cy="858265"/>
          </a:xfrm>
          <a:custGeom>
            <a:avLst/>
            <a:gdLst>
              <a:gd name="connsiteX0" fmla="*/ 357737 w 548331"/>
              <a:gd name="connsiteY0" fmla="*/ 0 h 858265"/>
              <a:gd name="connsiteX1" fmla="*/ 548331 w 548331"/>
              <a:gd name="connsiteY1" fmla="*/ 190594 h 858265"/>
              <a:gd name="connsiteX2" fmla="*/ 499314 w 548331"/>
              <a:gd name="connsiteY2" fmla="*/ 248749 h 858265"/>
              <a:gd name="connsiteX3" fmla="*/ 276391 w 548331"/>
              <a:gd name="connsiteY3" fmla="*/ 772587 h 858265"/>
              <a:gd name="connsiteX4" fmla="*/ 264963 w 548331"/>
              <a:gd name="connsiteY4" fmla="*/ 858265 h 858265"/>
              <a:gd name="connsiteX5" fmla="*/ 0 w 548331"/>
              <a:gd name="connsiteY5" fmla="*/ 858265 h 858265"/>
              <a:gd name="connsiteX6" fmla="*/ 515 w 548331"/>
              <a:gd name="connsiteY6" fmla="*/ 847392 h 858265"/>
              <a:gd name="connsiteX7" fmla="*/ 354383 w 548331"/>
              <a:gd name="connsiteY7" fmla="*/ 3669 h 858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8331" h="858265">
                <a:moveTo>
                  <a:pt x="357737" y="0"/>
                </a:moveTo>
                <a:lnTo>
                  <a:pt x="548331" y="190594"/>
                </a:lnTo>
                <a:lnTo>
                  <a:pt x="499314" y="248749"/>
                </a:lnTo>
                <a:cubicBezTo>
                  <a:pt x="388652" y="401435"/>
                  <a:pt x="310879" y="579514"/>
                  <a:pt x="276391" y="772587"/>
                </a:cubicBezTo>
                <a:lnTo>
                  <a:pt x="264963" y="858265"/>
                </a:lnTo>
                <a:lnTo>
                  <a:pt x="0" y="858265"/>
                </a:lnTo>
                <a:lnTo>
                  <a:pt x="515" y="847392"/>
                </a:lnTo>
                <a:cubicBezTo>
                  <a:pt x="30947" y="527672"/>
                  <a:pt x="158938" y="236396"/>
                  <a:pt x="354383" y="3669"/>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37" name="Freeform 36"/>
          <p:cNvSpPr/>
          <p:nvPr/>
        </p:nvSpPr>
        <p:spPr>
          <a:xfrm flipH="1" flipV="1">
            <a:off x="7120078" y="3633772"/>
            <a:ext cx="548331" cy="858265"/>
          </a:xfrm>
          <a:custGeom>
            <a:avLst/>
            <a:gdLst>
              <a:gd name="connsiteX0" fmla="*/ 357737 w 548331"/>
              <a:gd name="connsiteY0" fmla="*/ 0 h 858265"/>
              <a:gd name="connsiteX1" fmla="*/ 548331 w 548331"/>
              <a:gd name="connsiteY1" fmla="*/ 190594 h 858265"/>
              <a:gd name="connsiteX2" fmla="*/ 499314 w 548331"/>
              <a:gd name="connsiteY2" fmla="*/ 248749 h 858265"/>
              <a:gd name="connsiteX3" fmla="*/ 276391 w 548331"/>
              <a:gd name="connsiteY3" fmla="*/ 772587 h 858265"/>
              <a:gd name="connsiteX4" fmla="*/ 264963 w 548331"/>
              <a:gd name="connsiteY4" fmla="*/ 858265 h 858265"/>
              <a:gd name="connsiteX5" fmla="*/ 0 w 548331"/>
              <a:gd name="connsiteY5" fmla="*/ 858265 h 858265"/>
              <a:gd name="connsiteX6" fmla="*/ 515 w 548331"/>
              <a:gd name="connsiteY6" fmla="*/ 847392 h 858265"/>
              <a:gd name="connsiteX7" fmla="*/ 354383 w 548331"/>
              <a:gd name="connsiteY7" fmla="*/ 3669 h 858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8331" h="858265">
                <a:moveTo>
                  <a:pt x="357737" y="0"/>
                </a:moveTo>
                <a:lnTo>
                  <a:pt x="548331" y="190594"/>
                </a:lnTo>
                <a:lnTo>
                  <a:pt x="499314" y="248749"/>
                </a:lnTo>
                <a:cubicBezTo>
                  <a:pt x="388652" y="401435"/>
                  <a:pt x="310879" y="579514"/>
                  <a:pt x="276391" y="772587"/>
                </a:cubicBezTo>
                <a:lnTo>
                  <a:pt x="264963" y="858265"/>
                </a:lnTo>
                <a:lnTo>
                  <a:pt x="0" y="858265"/>
                </a:lnTo>
                <a:lnTo>
                  <a:pt x="515" y="847392"/>
                </a:lnTo>
                <a:cubicBezTo>
                  <a:pt x="30947" y="527672"/>
                  <a:pt x="158938" y="236396"/>
                  <a:pt x="354383" y="3669"/>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0" name="Freeform 39"/>
          <p:cNvSpPr/>
          <p:nvPr/>
        </p:nvSpPr>
        <p:spPr>
          <a:xfrm flipV="1">
            <a:off x="4603895" y="3640122"/>
            <a:ext cx="548331" cy="858265"/>
          </a:xfrm>
          <a:custGeom>
            <a:avLst/>
            <a:gdLst>
              <a:gd name="connsiteX0" fmla="*/ 357737 w 548331"/>
              <a:gd name="connsiteY0" fmla="*/ 0 h 858265"/>
              <a:gd name="connsiteX1" fmla="*/ 548331 w 548331"/>
              <a:gd name="connsiteY1" fmla="*/ 190594 h 858265"/>
              <a:gd name="connsiteX2" fmla="*/ 499314 w 548331"/>
              <a:gd name="connsiteY2" fmla="*/ 248749 h 858265"/>
              <a:gd name="connsiteX3" fmla="*/ 276391 w 548331"/>
              <a:gd name="connsiteY3" fmla="*/ 772587 h 858265"/>
              <a:gd name="connsiteX4" fmla="*/ 264963 w 548331"/>
              <a:gd name="connsiteY4" fmla="*/ 858265 h 858265"/>
              <a:gd name="connsiteX5" fmla="*/ 0 w 548331"/>
              <a:gd name="connsiteY5" fmla="*/ 858265 h 858265"/>
              <a:gd name="connsiteX6" fmla="*/ 515 w 548331"/>
              <a:gd name="connsiteY6" fmla="*/ 847392 h 858265"/>
              <a:gd name="connsiteX7" fmla="*/ 354383 w 548331"/>
              <a:gd name="connsiteY7" fmla="*/ 3669 h 858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8331" h="858265">
                <a:moveTo>
                  <a:pt x="357737" y="0"/>
                </a:moveTo>
                <a:lnTo>
                  <a:pt x="548331" y="190594"/>
                </a:lnTo>
                <a:lnTo>
                  <a:pt x="499314" y="248749"/>
                </a:lnTo>
                <a:cubicBezTo>
                  <a:pt x="388652" y="401435"/>
                  <a:pt x="310879" y="579514"/>
                  <a:pt x="276391" y="772587"/>
                </a:cubicBezTo>
                <a:lnTo>
                  <a:pt x="264963" y="858265"/>
                </a:lnTo>
                <a:lnTo>
                  <a:pt x="0" y="858265"/>
                </a:lnTo>
                <a:lnTo>
                  <a:pt x="515" y="847392"/>
                </a:lnTo>
                <a:cubicBezTo>
                  <a:pt x="30947" y="527672"/>
                  <a:pt x="158938" y="236396"/>
                  <a:pt x="354383" y="3669"/>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1" name="Freeform 40"/>
          <p:cNvSpPr/>
          <p:nvPr/>
        </p:nvSpPr>
        <p:spPr>
          <a:xfrm rot="18900000" flipV="1">
            <a:off x="5364964" y="4357216"/>
            <a:ext cx="548331" cy="858265"/>
          </a:xfrm>
          <a:custGeom>
            <a:avLst/>
            <a:gdLst>
              <a:gd name="connsiteX0" fmla="*/ 357737 w 548331"/>
              <a:gd name="connsiteY0" fmla="*/ 0 h 858265"/>
              <a:gd name="connsiteX1" fmla="*/ 548331 w 548331"/>
              <a:gd name="connsiteY1" fmla="*/ 190594 h 858265"/>
              <a:gd name="connsiteX2" fmla="*/ 499314 w 548331"/>
              <a:gd name="connsiteY2" fmla="*/ 248749 h 858265"/>
              <a:gd name="connsiteX3" fmla="*/ 276391 w 548331"/>
              <a:gd name="connsiteY3" fmla="*/ 772587 h 858265"/>
              <a:gd name="connsiteX4" fmla="*/ 264963 w 548331"/>
              <a:gd name="connsiteY4" fmla="*/ 858265 h 858265"/>
              <a:gd name="connsiteX5" fmla="*/ 0 w 548331"/>
              <a:gd name="connsiteY5" fmla="*/ 858265 h 858265"/>
              <a:gd name="connsiteX6" fmla="*/ 515 w 548331"/>
              <a:gd name="connsiteY6" fmla="*/ 847392 h 858265"/>
              <a:gd name="connsiteX7" fmla="*/ 354383 w 548331"/>
              <a:gd name="connsiteY7" fmla="*/ 3669 h 858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8331" h="858265">
                <a:moveTo>
                  <a:pt x="357737" y="0"/>
                </a:moveTo>
                <a:lnTo>
                  <a:pt x="548331" y="190594"/>
                </a:lnTo>
                <a:lnTo>
                  <a:pt x="499314" y="248749"/>
                </a:lnTo>
                <a:cubicBezTo>
                  <a:pt x="388652" y="401435"/>
                  <a:pt x="310879" y="579514"/>
                  <a:pt x="276391" y="772587"/>
                </a:cubicBezTo>
                <a:lnTo>
                  <a:pt x="264963" y="858265"/>
                </a:lnTo>
                <a:lnTo>
                  <a:pt x="0" y="858265"/>
                </a:lnTo>
                <a:lnTo>
                  <a:pt x="515" y="847392"/>
                </a:lnTo>
                <a:cubicBezTo>
                  <a:pt x="30947" y="527672"/>
                  <a:pt x="158938" y="236396"/>
                  <a:pt x="354383" y="3669"/>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cxnSp>
        <p:nvCxnSpPr>
          <p:cNvPr id="43" name="Straight Connector 42"/>
          <p:cNvCxnSpPr/>
          <p:nvPr/>
        </p:nvCxnSpPr>
        <p:spPr>
          <a:xfrm flipH="1">
            <a:off x="4228147" y="3640122"/>
            <a:ext cx="640080" cy="0"/>
          </a:xfrm>
          <a:prstGeom prst="line">
            <a:avLst/>
          </a:prstGeom>
          <a:ln w="19050">
            <a:solidFill>
              <a:schemeClr val="accent6"/>
            </a:solidFill>
            <a:tailEnd type="oval"/>
          </a:ln>
        </p:spPr>
        <p:style>
          <a:lnRef idx="1">
            <a:schemeClr val="accent1"/>
          </a:lnRef>
          <a:fillRef idx="0">
            <a:schemeClr val="accent1"/>
          </a:fillRef>
          <a:effectRef idx="0">
            <a:schemeClr val="accent1"/>
          </a:effectRef>
          <a:fontRef idx="minor">
            <a:schemeClr val="tx1"/>
          </a:fontRef>
        </p:style>
      </p:cxnSp>
      <p:grpSp>
        <p:nvGrpSpPr>
          <p:cNvPr id="8" name="Group 7"/>
          <p:cNvGrpSpPr/>
          <p:nvPr/>
        </p:nvGrpSpPr>
        <p:grpSpPr>
          <a:xfrm>
            <a:off x="4221004" y="2133195"/>
            <a:ext cx="692928" cy="640080"/>
            <a:chOff x="4228147" y="2074893"/>
            <a:chExt cx="692928" cy="640080"/>
          </a:xfrm>
        </p:grpSpPr>
        <p:cxnSp>
          <p:nvCxnSpPr>
            <p:cNvPr id="14" name="Straight Connector 13"/>
            <p:cNvCxnSpPr/>
            <p:nvPr/>
          </p:nvCxnSpPr>
          <p:spPr>
            <a:xfrm rot="2700000" flipH="1">
              <a:off x="4601035" y="2394933"/>
              <a:ext cx="640080" cy="0"/>
            </a:xfrm>
            <a:prstGeom prst="line">
              <a:avLst/>
            </a:prstGeom>
            <a:ln w="19050" cap="sq">
              <a:solidFill>
                <a:schemeClr val="accent3"/>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flipH="1">
              <a:off x="4228147" y="2166249"/>
              <a:ext cx="466625" cy="0"/>
            </a:xfrm>
            <a:prstGeom prst="line">
              <a:avLst/>
            </a:prstGeom>
            <a:ln w="19050">
              <a:solidFill>
                <a:schemeClr val="accent3"/>
              </a:solidFill>
              <a:headEnd type="none" w="med" len="med"/>
              <a:tailEnd type="oval" w="med" len="med"/>
            </a:ln>
          </p:spPr>
          <p:style>
            <a:lnRef idx="1">
              <a:schemeClr val="accent1"/>
            </a:lnRef>
            <a:fillRef idx="0">
              <a:schemeClr val="accent1"/>
            </a:fillRef>
            <a:effectRef idx="0">
              <a:schemeClr val="accent1"/>
            </a:effectRef>
            <a:fontRef idx="minor">
              <a:schemeClr val="tx1"/>
            </a:fontRef>
          </p:style>
        </p:cxnSp>
      </p:grpSp>
      <p:grpSp>
        <p:nvGrpSpPr>
          <p:cNvPr id="21" name="Group 20"/>
          <p:cNvGrpSpPr/>
          <p:nvPr/>
        </p:nvGrpSpPr>
        <p:grpSpPr>
          <a:xfrm flipV="1">
            <a:off x="4228147" y="4398946"/>
            <a:ext cx="864389" cy="640080"/>
            <a:chOff x="4056686" y="2074893"/>
            <a:chExt cx="864389" cy="640080"/>
          </a:xfrm>
        </p:grpSpPr>
        <p:cxnSp>
          <p:nvCxnSpPr>
            <p:cNvPr id="22" name="Straight Connector 21"/>
            <p:cNvCxnSpPr/>
            <p:nvPr/>
          </p:nvCxnSpPr>
          <p:spPr>
            <a:xfrm rot="2700000" flipH="1">
              <a:off x="4601035" y="2394933"/>
              <a:ext cx="640080" cy="0"/>
            </a:xfrm>
            <a:prstGeom prst="line">
              <a:avLst/>
            </a:prstGeom>
            <a:ln w="19050" cap="sq">
              <a:solidFill>
                <a:schemeClr val="accent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p:nvCxnSpPr>
          <p:spPr>
            <a:xfrm flipH="1" flipV="1">
              <a:off x="4056686" y="2166249"/>
              <a:ext cx="638087" cy="0"/>
            </a:xfrm>
            <a:prstGeom prst="line">
              <a:avLst/>
            </a:prstGeom>
            <a:ln w="19050">
              <a:solidFill>
                <a:schemeClr val="accent5"/>
              </a:solidFill>
              <a:headEnd type="none" w="med" len="med"/>
              <a:tailEnd type="oval" w="med" len="med"/>
            </a:ln>
          </p:spPr>
          <p:style>
            <a:lnRef idx="1">
              <a:schemeClr val="accent1"/>
            </a:lnRef>
            <a:fillRef idx="0">
              <a:schemeClr val="accent1"/>
            </a:fillRef>
            <a:effectRef idx="0">
              <a:schemeClr val="accent1"/>
            </a:effectRef>
            <a:fontRef idx="minor">
              <a:schemeClr val="tx1"/>
            </a:fontRef>
          </p:style>
        </p:cxnSp>
      </p:grpSp>
      <p:grpSp>
        <p:nvGrpSpPr>
          <p:cNvPr id="25" name="Group 24"/>
          <p:cNvGrpSpPr/>
          <p:nvPr/>
        </p:nvGrpSpPr>
        <p:grpSpPr>
          <a:xfrm flipH="1">
            <a:off x="7184356" y="1956981"/>
            <a:ext cx="859240" cy="640080"/>
            <a:chOff x="4061835" y="2074893"/>
            <a:chExt cx="859240" cy="640080"/>
          </a:xfrm>
        </p:grpSpPr>
        <p:cxnSp>
          <p:nvCxnSpPr>
            <p:cNvPr id="27" name="Straight Connector 26"/>
            <p:cNvCxnSpPr/>
            <p:nvPr/>
          </p:nvCxnSpPr>
          <p:spPr>
            <a:xfrm rot="2700000" flipH="1">
              <a:off x="4601035" y="2394933"/>
              <a:ext cx="640080" cy="0"/>
            </a:xfrm>
            <a:prstGeom prst="line">
              <a:avLst/>
            </a:prstGeom>
            <a:ln w="19050" cap="sq">
              <a:solidFill>
                <a:schemeClr val="accent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flipH="1">
              <a:off x="4061835" y="2166249"/>
              <a:ext cx="632937" cy="0"/>
            </a:xfrm>
            <a:prstGeom prst="line">
              <a:avLst/>
            </a:prstGeom>
            <a:ln w="19050">
              <a:solidFill>
                <a:schemeClr val="accent1"/>
              </a:solidFill>
              <a:headEnd type="none" w="med" len="med"/>
              <a:tailEnd type="oval" w="med" len="med"/>
            </a:ln>
          </p:spPr>
          <p:style>
            <a:lnRef idx="1">
              <a:schemeClr val="accent1"/>
            </a:lnRef>
            <a:fillRef idx="0">
              <a:schemeClr val="accent1"/>
            </a:fillRef>
            <a:effectRef idx="0">
              <a:schemeClr val="accent1"/>
            </a:effectRef>
            <a:fontRef idx="minor">
              <a:schemeClr val="tx1"/>
            </a:fontRef>
          </p:style>
        </p:cxnSp>
      </p:grpSp>
      <p:cxnSp>
        <p:nvCxnSpPr>
          <p:cNvPr id="29" name="Straight Connector 28"/>
          <p:cNvCxnSpPr/>
          <p:nvPr/>
        </p:nvCxnSpPr>
        <p:spPr>
          <a:xfrm rot="5400000" flipV="1">
            <a:off x="7738070" y="3037296"/>
            <a:ext cx="0" cy="640080"/>
          </a:xfrm>
          <a:prstGeom prst="line">
            <a:avLst/>
          </a:prstGeom>
          <a:ln w="19050">
            <a:solidFill>
              <a:schemeClr val="accent2"/>
            </a:solidFill>
            <a:tailEnd type="oval"/>
          </a:ln>
        </p:spPr>
        <p:style>
          <a:lnRef idx="1">
            <a:schemeClr val="accent1"/>
          </a:lnRef>
          <a:fillRef idx="0">
            <a:schemeClr val="accent1"/>
          </a:fillRef>
          <a:effectRef idx="0">
            <a:schemeClr val="accent1"/>
          </a:effectRef>
          <a:fontRef idx="minor">
            <a:schemeClr val="tx1"/>
          </a:fontRef>
        </p:style>
      </p:cxnSp>
      <p:grpSp>
        <p:nvGrpSpPr>
          <p:cNvPr id="31" name="Group 30"/>
          <p:cNvGrpSpPr/>
          <p:nvPr/>
        </p:nvGrpSpPr>
        <p:grpSpPr>
          <a:xfrm flipH="1" flipV="1">
            <a:off x="7357394" y="4207978"/>
            <a:ext cx="864002" cy="640080"/>
            <a:chOff x="4057073" y="2074893"/>
            <a:chExt cx="864002" cy="640080"/>
          </a:xfrm>
        </p:grpSpPr>
        <p:cxnSp>
          <p:nvCxnSpPr>
            <p:cNvPr id="32" name="Straight Connector 31"/>
            <p:cNvCxnSpPr/>
            <p:nvPr/>
          </p:nvCxnSpPr>
          <p:spPr>
            <a:xfrm rot="2700000" flipH="1">
              <a:off x="4601035" y="2394933"/>
              <a:ext cx="640080" cy="0"/>
            </a:xfrm>
            <a:prstGeom prst="line">
              <a:avLst/>
            </a:prstGeom>
            <a:ln w="19050" cap="sq">
              <a:solidFill>
                <a:schemeClr val="accent3"/>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flipH="1" flipV="1">
              <a:off x="4057073" y="2166249"/>
              <a:ext cx="637699" cy="0"/>
            </a:xfrm>
            <a:prstGeom prst="line">
              <a:avLst/>
            </a:prstGeom>
            <a:ln w="19050">
              <a:solidFill>
                <a:schemeClr val="accent3"/>
              </a:solidFill>
              <a:headEnd type="none" w="med" len="med"/>
              <a:tailEnd type="oval" w="med" len="med"/>
            </a:ln>
          </p:spPr>
          <p:style>
            <a:lnRef idx="1">
              <a:schemeClr val="accent1"/>
            </a:lnRef>
            <a:fillRef idx="0">
              <a:schemeClr val="accent1"/>
            </a:fillRef>
            <a:effectRef idx="0">
              <a:schemeClr val="accent1"/>
            </a:effectRef>
            <a:fontRef idx="minor">
              <a:schemeClr val="tx1"/>
            </a:fontRef>
          </p:style>
        </p:cxnSp>
      </p:grpSp>
      <p:grpSp>
        <p:nvGrpSpPr>
          <p:cNvPr id="9" name="Group 8"/>
          <p:cNvGrpSpPr/>
          <p:nvPr/>
        </p:nvGrpSpPr>
        <p:grpSpPr>
          <a:xfrm>
            <a:off x="620559" y="1802442"/>
            <a:ext cx="3640895" cy="768972"/>
            <a:chOff x="620559" y="1802442"/>
            <a:chExt cx="3640895" cy="768972"/>
          </a:xfrm>
        </p:grpSpPr>
        <p:sp>
          <p:nvSpPr>
            <p:cNvPr id="44" name="Title 13"/>
            <p:cNvSpPr txBox="1">
              <a:spLocks/>
            </p:cNvSpPr>
            <p:nvPr/>
          </p:nvSpPr>
          <p:spPr>
            <a:xfrm>
              <a:off x="620559" y="1802442"/>
              <a:ext cx="3029914" cy="768972"/>
            </a:xfrm>
            <a:prstGeom prst="rect">
              <a:avLst/>
            </a:prstGeom>
            <a:ln>
              <a:noFill/>
            </a:ln>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rtl="1" fontAlgn="auto">
                <a:spcAft>
                  <a:spcPts val="0"/>
                </a:spcAft>
              </a:pPr>
              <a:r>
                <a:rPr lang="ar-SA" b="1" dirty="0">
                  <a:solidFill>
                    <a:prstClr val="black">
                      <a:lumMod val="65000"/>
                      <a:lumOff val="35000"/>
                    </a:prstClr>
                  </a:solidFill>
                </a:rPr>
                <a:t>طريقة جديدة للتعلم</a:t>
              </a:r>
              <a:endParaRPr lang="en-US" b="1" dirty="0">
                <a:solidFill>
                  <a:prstClr val="black">
                    <a:lumMod val="65000"/>
                    <a:lumOff val="35000"/>
                  </a:prstClr>
                </a:solidFill>
                <a:latin typeface="Raleway" panose="020B0503030101060003" pitchFamily="34" charset="0"/>
              </a:endParaRPr>
            </a:p>
          </p:txBody>
        </p:sp>
        <p:sp>
          <p:nvSpPr>
            <p:cNvPr id="46" name="Rectangle 45"/>
            <p:cNvSpPr/>
            <p:nvPr/>
          </p:nvSpPr>
          <p:spPr>
            <a:xfrm>
              <a:off x="3582264" y="2003711"/>
              <a:ext cx="679190" cy="553998"/>
            </a:xfrm>
            <a:prstGeom prst="rect">
              <a:avLst/>
            </a:prstGeom>
            <a:noFill/>
          </p:spPr>
          <p:txBody>
            <a:bodyPr wrap="square" lIns="91440" tIns="45720" rIns="91440" bIns="45720">
              <a:spAutoFit/>
            </a:bodyPr>
            <a:lstStyle/>
            <a:p>
              <a:pPr fontAlgn="auto">
                <a:spcBef>
                  <a:spcPts val="0"/>
                </a:spcBef>
                <a:spcAft>
                  <a:spcPts val="0"/>
                </a:spcAft>
              </a:pPr>
              <a:r>
                <a:rPr lang="en-US" sz="3000" dirty="0" smtClean="0">
                  <a:ln w="0">
                    <a:noFill/>
                  </a:ln>
                  <a:solidFill>
                    <a:srgbClr val="4EA6DC"/>
                  </a:solidFill>
                  <a:latin typeface="FontAwesome" pitchFamily="2" charset="0"/>
                  <a:cs typeface="Simplified Arabic" panose="02020603050405020304" pitchFamily="18" charset="-78"/>
                </a:rPr>
                <a:t></a:t>
              </a:r>
              <a:endParaRPr lang="en-US" sz="3000" dirty="0">
                <a:ln w="0">
                  <a:noFill/>
                </a:ln>
                <a:solidFill>
                  <a:srgbClr val="4EA6DC"/>
                </a:solidFill>
                <a:latin typeface="Calibri" panose="020F0502020204030204"/>
                <a:cs typeface="Simplified Arabic" panose="02020603050405020304" pitchFamily="18" charset="-78"/>
              </a:endParaRPr>
            </a:p>
          </p:txBody>
        </p:sp>
      </p:grpSp>
      <p:grpSp>
        <p:nvGrpSpPr>
          <p:cNvPr id="7" name="Group 6"/>
          <p:cNvGrpSpPr/>
          <p:nvPr/>
        </p:nvGrpSpPr>
        <p:grpSpPr>
          <a:xfrm>
            <a:off x="848997" y="3219753"/>
            <a:ext cx="3412457" cy="960698"/>
            <a:chOff x="848997" y="3219753"/>
            <a:chExt cx="3412457" cy="960698"/>
          </a:xfrm>
        </p:grpSpPr>
        <p:sp>
          <p:nvSpPr>
            <p:cNvPr id="49" name="Title 13"/>
            <p:cNvSpPr txBox="1">
              <a:spLocks/>
            </p:cNvSpPr>
            <p:nvPr/>
          </p:nvSpPr>
          <p:spPr>
            <a:xfrm>
              <a:off x="848997" y="3219753"/>
              <a:ext cx="2355434" cy="960698"/>
            </a:xfrm>
            <a:prstGeom prst="rect">
              <a:avLst/>
            </a:prstGeom>
            <a:ln>
              <a:noFill/>
            </a:ln>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r" rtl="1"/>
              <a:r>
                <a:rPr lang="ar-SA" b="1" dirty="0">
                  <a:solidFill>
                    <a:prstClr val="black">
                      <a:lumMod val="65000"/>
                      <a:lumOff val="35000"/>
                    </a:prstClr>
                  </a:solidFill>
                </a:rPr>
                <a:t>التعلم الذاتي</a:t>
              </a:r>
              <a:endParaRPr lang="en-US" sz="900" b="1" dirty="0">
                <a:solidFill>
                  <a:prstClr val="black">
                    <a:lumMod val="65000"/>
                    <a:lumOff val="35000"/>
                  </a:prstClr>
                </a:solidFill>
                <a:latin typeface="Raleway" panose="020B0503030101060003" pitchFamily="34" charset="0"/>
              </a:endParaRPr>
            </a:p>
          </p:txBody>
        </p:sp>
        <p:sp>
          <p:nvSpPr>
            <p:cNvPr id="50" name="Rectangle 49"/>
            <p:cNvSpPr/>
            <p:nvPr/>
          </p:nvSpPr>
          <p:spPr>
            <a:xfrm>
              <a:off x="3582264" y="3423103"/>
              <a:ext cx="679190" cy="553998"/>
            </a:xfrm>
            <a:prstGeom prst="rect">
              <a:avLst/>
            </a:prstGeom>
            <a:noFill/>
          </p:spPr>
          <p:txBody>
            <a:bodyPr wrap="square" lIns="91440" tIns="45720" rIns="91440" bIns="45720">
              <a:spAutoFit/>
            </a:bodyPr>
            <a:lstStyle/>
            <a:p>
              <a:pPr fontAlgn="auto">
                <a:spcBef>
                  <a:spcPts val="0"/>
                </a:spcBef>
                <a:spcAft>
                  <a:spcPts val="0"/>
                </a:spcAft>
              </a:pPr>
              <a:r>
                <a:rPr lang="en-US" sz="3000" dirty="0" smtClean="0">
                  <a:ln w="0">
                    <a:noFill/>
                  </a:ln>
                  <a:solidFill>
                    <a:srgbClr val="D54773"/>
                  </a:solidFill>
                  <a:latin typeface="FontAwesome" pitchFamily="2" charset="0"/>
                  <a:cs typeface="Simplified Arabic" panose="02020603050405020304" pitchFamily="18" charset="-78"/>
                </a:rPr>
                <a:t></a:t>
              </a:r>
              <a:endParaRPr lang="en-US" sz="3000" dirty="0">
                <a:ln w="0">
                  <a:noFill/>
                </a:ln>
                <a:solidFill>
                  <a:srgbClr val="D54773"/>
                </a:solidFill>
                <a:latin typeface="Calibri" panose="020F0502020204030204"/>
                <a:cs typeface="Simplified Arabic" panose="02020603050405020304" pitchFamily="18" charset="-78"/>
              </a:endParaRPr>
            </a:p>
          </p:txBody>
        </p:sp>
      </p:grpSp>
      <p:grpSp>
        <p:nvGrpSpPr>
          <p:cNvPr id="6" name="Group 5"/>
          <p:cNvGrpSpPr/>
          <p:nvPr/>
        </p:nvGrpSpPr>
        <p:grpSpPr>
          <a:xfrm>
            <a:off x="361167" y="4738277"/>
            <a:ext cx="3900287" cy="717160"/>
            <a:chOff x="361167" y="4738277"/>
            <a:chExt cx="3900287" cy="717160"/>
          </a:xfrm>
        </p:grpSpPr>
        <p:sp>
          <p:nvSpPr>
            <p:cNvPr id="53" name="Title 13"/>
            <p:cNvSpPr txBox="1">
              <a:spLocks/>
            </p:cNvSpPr>
            <p:nvPr/>
          </p:nvSpPr>
          <p:spPr>
            <a:xfrm>
              <a:off x="361167" y="4754321"/>
              <a:ext cx="3216599" cy="701116"/>
            </a:xfrm>
            <a:prstGeom prst="rect">
              <a:avLst/>
            </a:prstGeom>
            <a:ln>
              <a:noFill/>
            </a:ln>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rtl="1"/>
              <a:r>
                <a:rPr lang="ar-SA" b="1" dirty="0">
                  <a:solidFill>
                    <a:prstClr val="black">
                      <a:lumMod val="65000"/>
                      <a:lumOff val="35000"/>
                    </a:prstClr>
                  </a:solidFill>
                </a:rPr>
                <a:t>توفير النفقات</a:t>
              </a:r>
              <a:endParaRPr lang="en-US" b="1" dirty="0">
                <a:solidFill>
                  <a:prstClr val="black">
                    <a:lumMod val="65000"/>
                    <a:lumOff val="35000"/>
                  </a:prstClr>
                </a:solidFill>
              </a:endParaRPr>
            </a:p>
          </p:txBody>
        </p:sp>
        <p:sp>
          <p:nvSpPr>
            <p:cNvPr id="54" name="Rectangle 53"/>
            <p:cNvSpPr/>
            <p:nvPr/>
          </p:nvSpPr>
          <p:spPr>
            <a:xfrm>
              <a:off x="3582264" y="4738277"/>
              <a:ext cx="679190" cy="553998"/>
            </a:xfrm>
            <a:prstGeom prst="rect">
              <a:avLst/>
            </a:prstGeom>
            <a:noFill/>
          </p:spPr>
          <p:txBody>
            <a:bodyPr wrap="square" lIns="91440" tIns="45720" rIns="91440" bIns="45720">
              <a:spAutoFit/>
            </a:bodyPr>
            <a:lstStyle/>
            <a:p>
              <a:pPr fontAlgn="auto">
                <a:spcBef>
                  <a:spcPts val="0"/>
                </a:spcBef>
                <a:spcAft>
                  <a:spcPts val="0"/>
                </a:spcAft>
              </a:pPr>
              <a:r>
                <a:rPr lang="en-US" sz="3000" dirty="0" smtClean="0">
                  <a:ln w="0">
                    <a:noFill/>
                  </a:ln>
                  <a:solidFill>
                    <a:srgbClr val="8971E1"/>
                  </a:solidFill>
                  <a:latin typeface="FontAwesome" pitchFamily="2" charset="0"/>
                  <a:cs typeface="Simplified Arabic" panose="02020603050405020304" pitchFamily="18" charset="-78"/>
                </a:rPr>
                <a:t></a:t>
              </a:r>
              <a:endParaRPr lang="en-US" sz="3000" dirty="0">
                <a:ln w="0">
                  <a:noFill/>
                </a:ln>
                <a:solidFill>
                  <a:srgbClr val="8971E1"/>
                </a:solidFill>
                <a:latin typeface="Calibri" panose="020F0502020204030204"/>
                <a:cs typeface="Simplified Arabic" panose="02020603050405020304" pitchFamily="18" charset="-78"/>
              </a:endParaRPr>
            </a:p>
          </p:txBody>
        </p:sp>
      </p:grpSp>
      <p:grpSp>
        <p:nvGrpSpPr>
          <p:cNvPr id="5" name="Group 4"/>
          <p:cNvGrpSpPr/>
          <p:nvPr/>
        </p:nvGrpSpPr>
        <p:grpSpPr>
          <a:xfrm>
            <a:off x="8052592" y="1636264"/>
            <a:ext cx="4077970" cy="901132"/>
            <a:chOff x="8052592" y="1636264"/>
            <a:chExt cx="4077970" cy="901132"/>
          </a:xfrm>
        </p:grpSpPr>
        <p:sp>
          <p:nvSpPr>
            <p:cNvPr id="57" name="Title 13"/>
            <p:cNvSpPr txBox="1">
              <a:spLocks/>
            </p:cNvSpPr>
            <p:nvPr/>
          </p:nvSpPr>
          <p:spPr>
            <a:xfrm flipH="1">
              <a:off x="8909582" y="1636264"/>
              <a:ext cx="3220980" cy="901132"/>
            </a:xfrm>
            <a:prstGeom prst="rect">
              <a:avLst/>
            </a:prstGeom>
            <a:ln>
              <a:noFill/>
            </a:ln>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rtl="1"/>
              <a:r>
                <a:rPr lang="ar-SA" b="1" dirty="0" smtClean="0">
                  <a:solidFill>
                    <a:prstClr val="black">
                      <a:lumMod val="65000"/>
                      <a:lumOff val="35000"/>
                    </a:prstClr>
                  </a:solidFill>
                </a:rPr>
                <a:t>زيادة </a:t>
              </a:r>
              <a:r>
                <a:rPr lang="ar-SA" b="1" dirty="0">
                  <a:solidFill>
                    <a:prstClr val="black">
                      <a:lumMod val="65000"/>
                      <a:lumOff val="35000"/>
                    </a:prstClr>
                  </a:solidFill>
                </a:rPr>
                <a:t>مشاركة الطلبة</a:t>
              </a:r>
              <a:endParaRPr lang="en-US" dirty="0">
                <a:solidFill>
                  <a:prstClr val="black">
                    <a:lumMod val="65000"/>
                    <a:lumOff val="35000"/>
                  </a:prstClr>
                </a:solidFill>
              </a:endParaRPr>
            </a:p>
          </p:txBody>
        </p:sp>
        <p:sp>
          <p:nvSpPr>
            <p:cNvPr id="58" name="Rectangle 57"/>
            <p:cNvSpPr/>
            <p:nvPr/>
          </p:nvSpPr>
          <p:spPr>
            <a:xfrm flipH="1">
              <a:off x="8052592" y="1812351"/>
              <a:ext cx="679190" cy="553998"/>
            </a:xfrm>
            <a:prstGeom prst="rect">
              <a:avLst/>
            </a:prstGeom>
            <a:noFill/>
          </p:spPr>
          <p:txBody>
            <a:bodyPr wrap="square" lIns="91440" tIns="45720" rIns="91440" bIns="45720">
              <a:spAutoFit/>
            </a:bodyPr>
            <a:lstStyle/>
            <a:p>
              <a:pPr algn="r" fontAlgn="auto">
                <a:spcBef>
                  <a:spcPts val="0"/>
                </a:spcBef>
                <a:spcAft>
                  <a:spcPts val="0"/>
                </a:spcAft>
              </a:pPr>
              <a:r>
                <a:rPr lang="en-US" sz="3000" dirty="0" smtClean="0">
                  <a:ln w="0">
                    <a:noFill/>
                  </a:ln>
                  <a:solidFill>
                    <a:srgbClr val="E32D91"/>
                  </a:solidFill>
                  <a:latin typeface="FontAwesome" pitchFamily="2" charset="0"/>
                  <a:cs typeface="Simplified Arabic" panose="02020603050405020304" pitchFamily="18" charset="-78"/>
                </a:rPr>
                <a:t></a:t>
              </a:r>
              <a:endParaRPr lang="en-US" sz="3000" dirty="0">
                <a:ln w="0">
                  <a:noFill/>
                </a:ln>
                <a:solidFill>
                  <a:srgbClr val="E32D91"/>
                </a:solidFill>
                <a:latin typeface="Calibri" panose="020F0502020204030204"/>
                <a:cs typeface="Simplified Arabic" panose="02020603050405020304" pitchFamily="18" charset="-78"/>
              </a:endParaRPr>
            </a:p>
          </p:txBody>
        </p:sp>
      </p:grpSp>
      <p:grpSp>
        <p:nvGrpSpPr>
          <p:cNvPr id="4" name="Group 3"/>
          <p:cNvGrpSpPr/>
          <p:nvPr/>
        </p:nvGrpSpPr>
        <p:grpSpPr>
          <a:xfrm>
            <a:off x="8052592" y="3114553"/>
            <a:ext cx="3681375" cy="816659"/>
            <a:chOff x="8052592" y="3114553"/>
            <a:chExt cx="3681375" cy="816659"/>
          </a:xfrm>
        </p:grpSpPr>
        <p:sp>
          <p:nvSpPr>
            <p:cNvPr id="61" name="Title 13"/>
            <p:cNvSpPr txBox="1">
              <a:spLocks/>
            </p:cNvSpPr>
            <p:nvPr/>
          </p:nvSpPr>
          <p:spPr>
            <a:xfrm flipH="1">
              <a:off x="8569987" y="3114553"/>
              <a:ext cx="3163980" cy="816659"/>
            </a:xfrm>
            <a:prstGeom prst="rect">
              <a:avLst/>
            </a:prstGeom>
            <a:ln>
              <a:noFill/>
            </a:ln>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rtl="1"/>
              <a:r>
                <a:rPr lang="ar-SA" b="1" dirty="0">
                  <a:solidFill>
                    <a:prstClr val="black">
                      <a:lumMod val="65000"/>
                      <a:lumOff val="35000"/>
                    </a:prstClr>
                  </a:solidFill>
                </a:rPr>
                <a:t>توجيه التعلم نحو الطالب</a:t>
              </a:r>
              <a:endParaRPr lang="en-US" b="1" dirty="0">
                <a:solidFill>
                  <a:prstClr val="black">
                    <a:lumMod val="65000"/>
                    <a:lumOff val="35000"/>
                  </a:prstClr>
                </a:solidFill>
              </a:endParaRPr>
            </a:p>
          </p:txBody>
        </p:sp>
        <p:sp>
          <p:nvSpPr>
            <p:cNvPr id="62" name="Rectangle 61"/>
            <p:cNvSpPr/>
            <p:nvPr/>
          </p:nvSpPr>
          <p:spPr>
            <a:xfrm flipH="1">
              <a:off x="8052592" y="3126147"/>
              <a:ext cx="679190" cy="553998"/>
            </a:xfrm>
            <a:prstGeom prst="rect">
              <a:avLst/>
            </a:prstGeom>
            <a:noFill/>
          </p:spPr>
          <p:txBody>
            <a:bodyPr wrap="square" lIns="91440" tIns="45720" rIns="91440" bIns="45720">
              <a:spAutoFit/>
            </a:bodyPr>
            <a:lstStyle/>
            <a:p>
              <a:pPr algn="r" fontAlgn="auto">
                <a:spcBef>
                  <a:spcPts val="0"/>
                </a:spcBef>
                <a:spcAft>
                  <a:spcPts val="0"/>
                </a:spcAft>
              </a:pPr>
              <a:r>
                <a:rPr lang="en-US" sz="3000" dirty="0" smtClean="0">
                  <a:ln w="0">
                    <a:noFill/>
                  </a:ln>
                  <a:solidFill>
                    <a:srgbClr val="C830CC"/>
                  </a:solidFill>
                  <a:latin typeface="FontAwesome" pitchFamily="2" charset="0"/>
                  <a:cs typeface="Simplified Arabic" panose="02020603050405020304" pitchFamily="18" charset="-78"/>
                </a:rPr>
                <a:t></a:t>
              </a:r>
              <a:endParaRPr lang="en-US" sz="3000" dirty="0">
                <a:ln w="0">
                  <a:noFill/>
                </a:ln>
                <a:solidFill>
                  <a:srgbClr val="C830CC"/>
                </a:solidFill>
                <a:latin typeface="Calibri" panose="020F0502020204030204"/>
                <a:cs typeface="Simplified Arabic" panose="02020603050405020304" pitchFamily="18" charset="-78"/>
              </a:endParaRPr>
            </a:p>
          </p:txBody>
        </p:sp>
      </p:grpSp>
      <p:grpSp>
        <p:nvGrpSpPr>
          <p:cNvPr id="3" name="Group 2"/>
          <p:cNvGrpSpPr/>
          <p:nvPr/>
        </p:nvGrpSpPr>
        <p:grpSpPr>
          <a:xfrm>
            <a:off x="8230392" y="4532717"/>
            <a:ext cx="3449843" cy="1296583"/>
            <a:chOff x="8230392" y="4532717"/>
            <a:chExt cx="3449843" cy="1296583"/>
          </a:xfrm>
        </p:grpSpPr>
        <p:sp>
          <p:nvSpPr>
            <p:cNvPr id="65" name="Title 13"/>
            <p:cNvSpPr txBox="1">
              <a:spLocks/>
            </p:cNvSpPr>
            <p:nvPr/>
          </p:nvSpPr>
          <p:spPr>
            <a:xfrm flipH="1">
              <a:off x="8731782" y="4578742"/>
              <a:ext cx="2948453" cy="1250558"/>
            </a:xfrm>
            <a:prstGeom prst="rect">
              <a:avLst/>
            </a:prstGeom>
            <a:ln>
              <a:noFill/>
            </a:ln>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rtl="1"/>
              <a:r>
                <a:rPr lang="ar-SA" b="1" dirty="0">
                  <a:solidFill>
                    <a:prstClr val="black">
                      <a:lumMod val="65000"/>
                      <a:lumOff val="35000"/>
                    </a:prstClr>
                  </a:solidFill>
                </a:rPr>
                <a:t>زيادة التعاون والتواصل عند الطلبة</a:t>
              </a:r>
              <a:endParaRPr lang="en-US" b="1" dirty="0">
                <a:solidFill>
                  <a:prstClr val="black">
                    <a:lumMod val="65000"/>
                    <a:lumOff val="35000"/>
                  </a:prstClr>
                </a:solidFill>
              </a:endParaRPr>
            </a:p>
          </p:txBody>
        </p:sp>
        <p:sp>
          <p:nvSpPr>
            <p:cNvPr id="66" name="Rectangle 65"/>
            <p:cNvSpPr/>
            <p:nvPr/>
          </p:nvSpPr>
          <p:spPr>
            <a:xfrm flipH="1">
              <a:off x="8230392" y="4532717"/>
              <a:ext cx="679190" cy="553998"/>
            </a:xfrm>
            <a:prstGeom prst="rect">
              <a:avLst/>
            </a:prstGeom>
            <a:noFill/>
          </p:spPr>
          <p:txBody>
            <a:bodyPr wrap="square" lIns="91440" tIns="45720" rIns="91440" bIns="45720">
              <a:spAutoFit/>
            </a:bodyPr>
            <a:lstStyle/>
            <a:p>
              <a:pPr algn="r" fontAlgn="auto">
                <a:spcBef>
                  <a:spcPts val="0"/>
                </a:spcBef>
                <a:spcAft>
                  <a:spcPts val="0"/>
                </a:spcAft>
              </a:pPr>
              <a:r>
                <a:rPr lang="en-US" sz="3000" dirty="0" smtClean="0">
                  <a:ln w="0">
                    <a:noFill/>
                  </a:ln>
                  <a:solidFill>
                    <a:srgbClr val="4EA6DC"/>
                  </a:solidFill>
                  <a:latin typeface="FontAwesome" pitchFamily="2" charset="0"/>
                  <a:cs typeface="Simplified Arabic" panose="02020603050405020304" pitchFamily="18" charset="-78"/>
                </a:rPr>
                <a:t></a:t>
              </a:r>
              <a:endParaRPr lang="en-US" sz="3000" dirty="0">
                <a:ln w="0">
                  <a:noFill/>
                </a:ln>
                <a:solidFill>
                  <a:srgbClr val="4EA6DC"/>
                </a:solidFill>
                <a:latin typeface="Calibri" panose="020F0502020204030204"/>
                <a:cs typeface="Simplified Arabic" panose="02020603050405020304" pitchFamily="18" charset="-78"/>
              </a:endParaRPr>
            </a:p>
          </p:txBody>
        </p:sp>
      </p:grpSp>
      <p:sp>
        <p:nvSpPr>
          <p:cNvPr id="59" name="Title 2"/>
          <p:cNvSpPr txBox="1">
            <a:spLocks/>
          </p:cNvSpPr>
          <p:nvPr/>
        </p:nvSpPr>
        <p:spPr>
          <a:xfrm>
            <a:off x="848997" y="439884"/>
            <a:ext cx="10425493" cy="548850"/>
          </a:xfrm>
          <a:prstGeom prst="rect">
            <a:avLst/>
          </a:prstGeom>
        </p:spPr>
        <p:txBody>
          <a:bodyPr vert="horz" lIns="0" tIns="0" rIns="0" bIns="0" rtlCol="0" anchor="ctr">
            <a:noAutofit/>
          </a:bodyPr>
          <a:lstStyle>
            <a:lvl1pPr algn="l" defTabSz="457200" rtl="0" eaLnBrk="1" latinLnBrk="0" hangingPunct="1">
              <a:spcBef>
                <a:spcPct val="0"/>
              </a:spcBef>
              <a:buNone/>
              <a:defRPr sz="1400" b="1" kern="1200">
                <a:solidFill>
                  <a:schemeClr val="tx1"/>
                </a:solidFill>
                <a:latin typeface="Raleway"/>
                <a:ea typeface="+mj-ea"/>
                <a:cs typeface="Raleway"/>
              </a:defRPr>
            </a:lvl1pPr>
          </a:lstStyle>
          <a:p>
            <a:pPr algn="r" rtl="1"/>
            <a:r>
              <a:rPr lang="ar-SA" sz="4000" u="sng" dirty="0">
                <a:solidFill>
                  <a:srgbClr val="FF0000"/>
                </a:solidFill>
                <a:cs typeface="Simplified Arabic" panose="02020603050405020304" pitchFamily="18" charset="-78"/>
              </a:rPr>
              <a:t>ب- فوائد استخدام </a:t>
            </a:r>
            <a:r>
              <a:rPr lang="en-US" sz="4000" u="sng" dirty="0" smtClean="0">
                <a:solidFill>
                  <a:srgbClr val="FF0000"/>
                </a:solidFill>
                <a:cs typeface="Simplified Arabic" panose="02020603050405020304" pitchFamily="18" charset="-78"/>
              </a:rPr>
              <a:t> BYOD </a:t>
            </a:r>
            <a:r>
              <a:rPr lang="ar-SA" sz="4000" u="sng" dirty="0">
                <a:solidFill>
                  <a:srgbClr val="FF0000"/>
                </a:solidFill>
                <a:cs typeface="Simplified Arabic" panose="02020603050405020304" pitchFamily="18" charset="-78"/>
              </a:rPr>
              <a:t>في المدرسة أو الفصل الدراسي</a:t>
            </a:r>
            <a:endParaRPr lang="en-US" sz="4000" u="sng" dirty="0">
              <a:solidFill>
                <a:srgbClr val="FF0000"/>
              </a:solidFill>
              <a:cs typeface="+mn-cs"/>
            </a:endParaRPr>
          </a:p>
        </p:txBody>
      </p:sp>
    </p:spTree>
    <p:extLst>
      <p:ext uri="{BB962C8B-B14F-4D97-AF65-F5344CB8AC3E}">
        <p14:creationId xmlns:p14="http://schemas.microsoft.com/office/powerpoint/2010/main" val="35370525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fade">
                                      <p:cBhvr>
                                        <p:cTn id="7" dur="500"/>
                                        <p:tgtEl>
                                          <p:spTgt spid="25"/>
                                        </p:tgtEl>
                                      </p:cBhvr>
                                    </p:animEffect>
                                  </p:childTnLst>
                                </p:cTn>
                              </p:par>
                              <p:par>
                                <p:cTn id="8" presetID="10" presetClass="entr" presetSubtype="0" fill="hold"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fade">
                                      <p:cBhvr>
                                        <p:cTn id="10" dur="500"/>
                                        <p:tgtEl>
                                          <p:spTgt spid="5"/>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35"/>
                                        </p:tgtEl>
                                        <p:attrNameLst>
                                          <p:attrName>style.visibility</p:attrName>
                                        </p:attrNameLst>
                                      </p:cBhvr>
                                      <p:to>
                                        <p:strVal val="visible"/>
                                      </p:to>
                                    </p:set>
                                    <p:animEffect transition="in" filter="fade">
                                      <p:cBhvr>
                                        <p:cTn id="13" dur="500"/>
                                        <p:tgtEl>
                                          <p:spTgt spid="35"/>
                                        </p:tgtEl>
                                      </p:cBhvr>
                                    </p:animEffect>
                                  </p:childTnLst>
                                </p:cTn>
                              </p:par>
                            </p:childTnLst>
                          </p:cTn>
                        </p:par>
                        <p:par>
                          <p:cTn id="14" fill="hold">
                            <p:stCondLst>
                              <p:cond delay="500"/>
                            </p:stCondLst>
                            <p:childTnLst>
                              <p:par>
                                <p:cTn id="15" presetID="10" presetClass="entr" presetSubtype="0" fill="hold" grpId="0" nodeType="afterEffect">
                                  <p:stCondLst>
                                    <p:cond delay="0"/>
                                  </p:stCondLst>
                                  <p:childTnLst>
                                    <p:set>
                                      <p:cBhvr>
                                        <p:cTn id="16" dur="1" fill="hold">
                                          <p:stCondLst>
                                            <p:cond delay="0"/>
                                          </p:stCondLst>
                                        </p:cTn>
                                        <p:tgtEl>
                                          <p:spTgt spid="34"/>
                                        </p:tgtEl>
                                        <p:attrNameLst>
                                          <p:attrName>style.visibility</p:attrName>
                                        </p:attrNameLst>
                                      </p:cBhvr>
                                      <p:to>
                                        <p:strVal val="visible"/>
                                      </p:to>
                                    </p:set>
                                    <p:animEffect transition="in" filter="fade">
                                      <p:cBhvr>
                                        <p:cTn id="17" dur="500"/>
                                        <p:tgtEl>
                                          <p:spTgt spid="34"/>
                                        </p:tgtEl>
                                      </p:cBhvr>
                                    </p:animEffect>
                                  </p:childTnLst>
                                </p:cTn>
                              </p:par>
                              <p:par>
                                <p:cTn id="18" presetID="10" presetClass="entr" presetSubtype="0" fill="hold" nodeType="withEffect">
                                  <p:stCondLst>
                                    <p:cond delay="0"/>
                                  </p:stCondLst>
                                  <p:childTnLst>
                                    <p:set>
                                      <p:cBhvr>
                                        <p:cTn id="19" dur="1" fill="hold">
                                          <p:stCondLst>
                                            <p:cond delay="0"/>
                                          </p:stCondLst>
                                        </p:cTn>
                                        <p:tgtEl>
                                          <p:spTgt spid="29"/>
                                        </p:tgtEl>
                                        <p:attrNameLst>
                                          <p:attrName>style.visibility</p:attrName>
                                        </p:attrNameLst>
                                      </p:cBhvr>
                                      <p:to>
                                        <p:strVal val="visible"/>
                                      </p:to>
                                    </p:set>
                                    <p:animEffect transition="in" filter="fade">
                                      <p:cBhvr>
                                        <p:cTn id="20" dur="500"/>
                                        <p:tgtEl>
                                          <p:spTgt spid="29"/>
                                        </p:tgtEl>
                                      </p:cBhvr>
                                    </p:animEffect>
                                  </p:childTnLst>
                                </p:cTn>
                              </p:par>
                              <p:par>
                                <p:cTn id="21" presetID="10" presetClass="entr" presetSubtype="0" fill="hold" nodeType="withEffect">
                                  <p:stCondLst>
                                    <p:cond delay="0"/>
                                  </p:stCondLst>
                                  <p:childTnLst>
                                    <p:set>
                                      <p:cBhvr>
                                        <p:cTn id="22" dur="1" fill="hold">
                                          <p:stCondLst>
                                            <p:cond delay="0"/>
                                          </p:stCondLst>
                                        </p:cTn>
                                        <p:tgtEl>
                                          <p:spTgt spid="4"/>
                                        </p:tgtEl>
                                        <p:attrNameLst>
                                          <p:attrName>style.visibility</p:attrName>
                                        </p:attrNameLst>
                                      </p:cBhvr>
                                      <p:to>
                                        <p:strVal val="visible"/>
                                      </p:to>
                                    </p:set>
                                    <p:animEffect transition="in" filter="fade">
                                      <p:cBhvr>
                                        <p:cTn id="23" dur="500"/>
                                        <p:tgtEl>
                                          <p:spTgt spid="4"/>
                                        </p:tgtEl>
                                      </p:cBhvr>
                                    </p:animEffect>
                                  </p:childTnLst>
                                </p:cTn>
                              </p:par>
                            </p:childTnLst>
                          </p:cTn>
                        </p:par>
                        <p:par>
                          <p:cTn id="24" fill="hold">
                            <p:stCondLst>
                              <p:cond delay="1000"/>
                            </p:stCondLst>
                            <p:childTnLst>
                              <p:par>
                                <p:cTn id="25" presetID="10" presetClass="entr" presetSubtype="0" fill="hold" grpId="0" nodeType="afterEffect">
                                  <p:stCondLst>
                                    <p:cond delay="0"/>
                                  </p:stCondLst>
                                  <p:childTnLst>
                                    <p:set>
                                      <p:cBhvr>
                                        <p:cTn id="26" dur="1" fill="hold">
                                          <p:stCondLst>
                                            <p:cond delay="0"/>
                                          </p:stCondLst>
                                        </p:cTn>
                                        <p:tgtEl>
                                          <p:spTgt spid="37"/>
                                        </p:tgtEl>
                                        <p:attrNameLst>
                                          <p:attrName>style.visibility</p:attrName>
                                        </p:attrNameLst>
                                      </p:cBhvr>
                                      <p:to>
                                        <p:strVal val="visible"/>
                                      </p:to>
                                    </p:set>
                                    <p:animEffect transition="in" filter="fade">
                                      <p:cBhvr>
                                        <p:cTn id="27" dur="500"/>
                                        <p:tgtEl>
                                          <p:spTgt spid="37"/>
                                        </p:tgtEl>
                                      </p:cBhvr>
                                    </p:animEffect>
                                  </p:childTnLst>
                                </p:cTn>
                              </p:par>
                              <p:par>
                                <p:cTn id="28" presetID="10" presetClass="entr" presetSubtype="0" fill="hold" nodeType="withEffect">
                                  <p:stCondLst>
                                    <p:cond delay="0"/>
                                  </p:stCondLst>
                                  <p:childTnLst>
                                    <p:set>
                                      <p:cBhvr>
                                        <p:cTn id="29" dur="1" fill="hold">
                                          <p:stCondLst>
                                            <p:cond delay="0"/>
                                          </p:stCondLst>
                                        </p:cTn>
                                        <p:tgtEl>
                                          <p:spTgt spid="31"/>
                                        </p:tgtEl>
                                        <p:attrNameLst>
                                          <p:attrName>style.visibility</p:attrName>
                                        </p:attrNameLst>
                                      </p:cBhvr>
                                      <p:to>
                                        <p:strVal val="visible"/>
                                      </p:to>
                                    </p:set>
                                    <p:animEffect transition="in" filter="fade">
                                      <p:cBhvr>
                                        <p:cTn id="30" dur="500"/>
                                        <p:tgtEl>
                                          <p:spTgt spid="31"/>
                                        </p:tgtEl>
                                      </p:cBhvr>
                                    </p:animEffect>
                                  </p:childTnLst>
                                </p:cTn>
                              </p:par>
                              <p:par>
                                <p:cTn id="31" presetID="10" presetClass="entr" presetSubtype="0" fill="hold" nodeType="withEffect">
                                  <p:stCondLst>
                                    <p:cond delay="0"/>
                                  </p:stCondLst>
                                  <p:childTnLst>
                                    <p:set>
                                      <p:cBhvr>
                                        <p:cTn id="32" dur="1" fill="hold">
                                          <p:stCondLst>
                                            <p:cond delay="0"/>
                                          </p:stCondLst>
                                        </p:cTn>
                                        <p:tgtEl>
                                          <p:spTgt spid="3"/>
                                        </p:tgtEl>
                                        <p:attrNameLst>
                                          <p:attrName>style.visibility</p:attrName>
                                        </p:attrNameLst>
                                      </p:cBhvr>
                                      <p:to>
                                        <p:strVal val="visible"/>
                                      </p:to>
                                    </p:set>
                                    <p:animEffect transition="in" filter="fade">
                                      <p:cBhvr>
                                        <p:cTn id="33" dur="500"/>
                                        <p:tgtEl>
                                          <p:spTgt spid="3"/>
                                        </p:tgtEl>
                                      </p:cBhvr>
                                    </p:animEffect>
                                  </p:childTnLst>
                                </p:cTn>
                              </p:par>
                            </p:childTnLst>
                          </p:cTn>
                        </p:par>
                        <p:par>
                          <p:cTn id="34" fill="hold">
                            <p:stCondLst>
                              <p:cond delay="1500"/>
                            </p:stCondLst>
                            <p:childTnLst>
                              <p:par>
                                <p:cTn id="35" presetID="10" presetClass="entr" presetSubtype="0" fill="hold" grpId="0" nodeType="afterEffect">
                                  <p:stCondLst>
                                    <p:cond delay="0"/>
                                  </p:stCondLst>
                                  <p:childTnLst>
                                    <p:set>
                                      <p:cBhvr>
                                        <p:cTn id="36" dur="1" fill="hold">
                                          <p:stCondLst>
                                            <p:cond delay="0"/>
                                          </p:stCondLst>
                                        </p:cTn>
                                        <p:tgtEl>
                                          <p:spTgt spid="41"/>
                                        </p:tgtEl>
                                        <p:attrNameLst>
                                          <p:attrName>style.visibility</p:attrName>
                                        </p:attrNameLst>
                                      </p:cBhvr>
                                      <p:to>
                                        <p:strVal val="visible"/>
                                      </p:to>
                                    </p:set>
                                    <p:animEffect transition="in" filter="fade">
                                      <p:cBhvr>
                                        <p:cTn id="37" dur="500"/>
                                        <p:tgtEl>
                                          <p:spTgt spid="41"/>
                                        </p:tgtEl>
                                      </p:cBhvr>
                                    </p:animEffect>
                                  </p:childTnLst>
                                </p:cTn>
                              </p:par>
                              <p:par>
                                <p:cTn id="38" presetID="10" presetClass="entr" presetSubtype="0" fill="hold" nodeType="withEffect">
                                  <p:stCondLst>
                                    <p:cond delay="0"/>
                                  </p:stCondLst>
                                  <p:childTnLst>
                                    <p:set>
                                      <p:cBhvr>
                                        <p:cTn id="39" dur="1" fill="hold">
                                          <p:stCondLst>
                                            <p:cond delay="0"/>
                                          </p:stCondLst>
                                        </p:cTn>
                                        <p:tgtEl>
                                          <p:spTgt spid="21"/>
                                        </p:tgtEl>
                                        <p:attrNameLst>
                                          <p:attrName>style.visibility</p:attrName>
                                        </p:attrNameLst>
                                      </p:cBhvr>
                                      <p:to>
                                        <p:strVal val="visible"/>
                                      </p:to>
                                    </p:set>
                                    <p:animEffect transition="in" filter="fade">
                                      <p:cBhvr>
                                        <p:cTn id="40" dur="500"/>
                                        <p:tgtEl>
                                          <p:spTgt spid="21"/>
                                        </p:tgtEl>
                                      </p:cBhvr>
                                    </p:animEffect>
                                  </p:childTnLst>
                                </p:cTn>
                              </p:par>
                              <p:par>
                                <p:cTn id="41" presetID="10" presetClass="entr" presetSubtype="0" fill="hold" nodeType="withEffect">
                                  <p:stCondLst>
                                    <p:cond delay="0"/>
                                  </p:stCondLst>
                                  <p:childTnLst>
                                    <p:set>
                                      <p:cBhvr>
                                        <p:cTn id="42" dur="1" fill="hold">
                                          <p:stCondLst>
                                            <p:cond delay="0"/>
                                          </p:stCondLst>
                                        </p:cTn>
                                        <p:tgtEl>
                                          <p:spTgt spid="6"/>
                                        </p:tgtEl>
                                        <p:attrNameLst>
                                          <p:attrName>style.visibility</p:attrName>
                                        </p:attrNameLst>
                                      </p:cBhvr>
                                      <p:to>
                                        <p:strVal val="visible"/>
                                      </p:to>
                                    </p:set>
                                    <p:animEffect transition="in" filter="fade">
                                      <p:cBhvr>
                                        <p:cTn id="43" dur="500"/>
                                        <p:tgtEl>
                                          <p:spTgt spid="6"/>
                                        </p:tgtEl>
                                      </p:cBhvr>
                                    </p:animEffect>
                                  </p:childTnLst>
                                </p:cTn>
                              </p:par>
                            </p:childTnLst>
                          </p:cTn>
                        </p:par>
                        <p:par>
                          <p:cTn id="44" fill="hold">
                            <p:stCondLst>
                              <p:cond delay="2000"/>
                            </p:stCondLst>
                            <p:childTnLst>
                              <p:par>
                                <p:cTn id="45" presetID="10" presetClass="entr" presetSubtype="0" fill="hold" grpId="0" nodeType="afterEffect">
                                  <p:stCondLst>
                                    <p:cond delay="0"/>
                                  </p:stCondLst>
                                  <p:childTnLst>
                                    <p:set>
                                      <p:cBhvr>
                                        <p:cTn id="46" dur="1" fill="hold">
                                          <p:stCondLst>
                                            <p:cond delay="0"/>
                                          </p:stCondLst>
                                        </p:cTn>
                                        <p:tgtEl>
                                          <p:spTgt spid="40"/>
                                        </p:tgtEl>
                                        <p:attrNameLst>
                                          <p:attrName>style.visibility</p:attrName>
                                        </p:attrNameLst>
                                      </p:cBhvr>
                                      <p:to>
                                        <p:strVal val="visible"/>
                                      </p:to>
                                    </p:set>
                                    <p:animEffect transition="in" filter="fade">
                                      <p:cBhvr>
                                        <p:cTn id="47" dur="500"/>
                                        <p:tgtEl>
                                          <p:spTgt spid="40"/>
                                        </p:tgtEl>
                                      </p:cBhvr>
                                    </p:animEffect>
                                  </p:childTnLst>
                                </p:cTn>
                              </p:par>
                              <p:par>
                                <p:cTn id="48" presetID="10" presetClass="entr" presetSubtype="0" fill="hold" nodeType="withEffect">
                                  <p:stCondLst>
                                    <p:cond delay="0"/>
                                  </p:stCondLst>
                                  <p:childTnLst>
                                    <p:set>
                                      <p:cBhvr>
                                        <p:cTn id="49" dur="1" fill="hold">
                                          <p:stCondLst>
                                            <p:cond delay="0"/>
                                          </p:stCondLst>
                                        </p:cTn>
                                        <p:tgtEl>
                                          <p:spTgt spid="43"/>
                                        </p:tgtEl>
                                        <p:attrNameLst>
                                          <p:attrName>style.visibility</p:attrName>
                                        </p:attrNameLst>
                                      </p:cBhvr>
                                      <p:to>
                                        <p:strVal val="visible"/>
                                      </p:to>
                                    </p:set>
                                    <p:animEffect transition="in" filter="fade">
                                      <p:cBhvr>
                                        <p:cTn id="50" dur="500"/>
                                        <p:tgtEl>
                                          <p:spTgt spid="43"/>
                                        </p:tgtEl>
                                      </p:cBhvr>
                                    </p:animEffect>
                                  </p:childTnLst>
                                </p:cTn>
                              </p:par>
                              <p:par>
                                <p:cTn id="51" presetID="10" presetClass="entr" presetSubtype="0" fill="hold" nodeType="withEffect">
                                  <p:stCondLst>
                                    <p:cond delay="0"/>
                                  </p:stCondLst>
                                  <p:childTnLst>
                                    <p:set>
                                      <p:cBhvr>
                                        <p:cTn id="52" dur="1" fill="hold">
                                          <p:stCondLst>
                                            <p:cond delay="0"/>
                                          </p:stCondLst>
                                        </p:cTn>
                                        <p:tgtEl>
                                          <p:spTgt spid="7"/>
                                        </p:tgtEl>
                                        <p:attrNameLst>
                                          <p:attrName>style.visibility</p:attrName>
                                        </p:attrNameLst>
                                      </p:cBhvr>
                                      <p:to>
                                        <p:strVal val="visible"/>
                                      </p:to>
                                    </p:set>
                                    <p:animEffect transition="in" filter="fade">
                                      <p:cBhvr>
                                        <p:cTn id="53" dur="500"/>
                                        <p:tgtEl>
                                          <p:spTgt spid="7"/>
                                        </p:tgtEl>
                                      </p:cBhvr>
                                    </p:animEffect>
                                  </p:childTnLst>
                                </p:cTn>
                              </p:par>
                            </p:childTnLst>
                          </p:cTn>
                        </p:par>
                        <p:par>
                          <p:cTn id="54" fill="hold">
                            <p:stCondLst>
                              <p:cond delay="2500"/>
                            </p:stCondLst>
                            <p:childTnLst>
                              <p:par>
                                <p:cTn id="55" presetID="10" presetClass="entr" presetSubtype="0" fill="hold" grpId="0" nodeType="afterEffect">
                                  <p:stCondLst>
                                    <p:cond delay="0"/>
                                  </p:stCondLst>
                                  <p:childTnLst>
                                    <p:set>
                                      <p:cBhvr>
                                        <p:cTn id="56" dur="1" fill="hold">
                                          <p:stCondLst>
                                            <p:cond delay="0"/>
                                          </p:stCondLst>
                                        </p:cTn>
                                        <p:tgtEl>
                                          <p:spTgt spid="26"/>
                                        </p:tgtEl>
                                        <p:attrNameLst>
                                          <p:attrName>style.visibility</p:attrName>
                                        </p:attrNameLst>
                                      </p:cBhvr>
                                      <p:to>
                                        <p:strVal val="visible"/>
                                      </p:to>
                                    </p:set>
                                    <p:animEffect transition="in" filter="fade">
                                      <p:cBhvr>
                                        <p:cTn id="57" dur="500"/>
                                        <p:tgtEl>
                                          <p:spTgt spid="26"/>
                                        </p:tgtEl>
                                      </p:cBhvr>
                                    </p:animEffect>
                                  </p:childTnLst>
                                </p:cTn>
                              </p:par>
                              <p:par>
                                <p:cTn id="58" presetID="10" presetClass="entr" presetSubtype="0" fill="hold" nodeType="withEffect">
                                  <p:stCondLst>
                                    <p:cond delay="0"/>
                                  </p:stCondLst>
                                  <p:childTnLst>
                                    <p:set>
                                      <p:cBhvr>
                                        <p:cTn id="59" dur="1" fill="hold">
                                          <p:stCondLst>
                                            <p:cond delay="0"/>
                                          </p:stCondLst>
                                        </p:cTn>
                                        <p:tgtEl>
                                          <p:spTgt spid="8"/>
                                        </p:tgtEl>
                                        <p:attrNameLst>
                                          <p:attrName>style.visibility</p:attrName>
                                        </p:attrNameLst>
                                      </p:cBhvr>
                                      <p:to>
                                        <p:strVal val="visible"/>
                                      </p:to>
                                    </p:set>
                                    <p:animEffect transition="in" filter="fade">
                                      <p:cBhvr>
                                        <p:cTn id="60" dur="500"/>
                                        <p:tgtEl>
                                          <p:spTgt spid="8"/>
                                        </p:tgtEl>
                                      </p:cBhvr>
                                    </p:animEffect>
                                  </p:childTnLst>
                                </p:cTn>
                              </p:par>
                              <p:par>
                                <p:cTn id="61" presetID="10" presetClass="entr" presetSubtype="0" fill="hold" nodeType="withEffect">
                                  <p:stCondLst>
                                    <p:cond delay="0"/>
                                  </p:stCondLst>
                                  <p:childTnLst>
                                    <p:set>
                                      <p:cBhvr>
                                        <p:cTn id="62" dur="1" fill="hold">
                                          <p:stCondLst>
                                            <p:cond delay="0"/>
                                          </p:stCondLst>
                                        </p:cTn>
                                        <p:tgtEl>
                                          <p:spTgt spid="9"/>
                                        </p:tgtEl>
                                        <p:attrNameLst>
                                          <p:attrName>style.visibility</p:attrName>
                                        </p:attrNameLst>
                                      </p:cBhvr>
                                      <p:to>
                                        <p:strVal val="visible"/>
                                      </p:to>
                                    </p:set>
                                    <p:animEffect transition="in" filter="fade">
                                      <p:cBhvr>
                                        <p:cTn id="63"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animBg="1"/>
      <p:bldP spid="34" grpId="0" animBg="1"/>
      <p:bldP spid="35" grpId="0" animBg="1"/>
      <p:bldP spid="37" grpId="0" animBg="1"/>
      <p:bldP spid="40" grpId="0" animBg="1"/>
      <p:bldP spid="41" grpId="0" animBg="1"/>
    </p:bld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Diagram 3"/>
          <p:cNvGraphicFramePr/>
          <p:nvPr>
            <p:extLst>
              <p:ext uri="{D42A27DB-BD31-4B8C-83A1-F6EECF244321}">
                <p14:modId xmlns:p14="http://schemas.microsoft.com/office/powerpoint/2010/main" val="4201174018"/>
              </p:ext>
            </p:extLst>
          </p:nvPr>
        </p:nvGraphicFramePr>
        <p:xfrm>
          <a:off x="-1" y="2558127"/>
          <a:ext cx="12192000" cy="265176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5" name="Rectangle 4"/>
          <p:cNvSpPr/>
          <p:nvPr/>
        </p:nvSpPr>
        <p:spPr>
          <a:xfrm>
            <a:off x="-2" y="2236421"/>
            <a:ext cx="12192000" cy="2975228"/>
          </a:xfrm>
          <a:prstGeom prst="rect">
            <a:avLst/>
          </a:prstGeom>
          <a:solidFill>
            <a:sysClr val="windowText" lastClr="000000">
              <a:lumMod val="85000"/>
              <a:lumOff val="15000"/>
              <a:alpha val="80000"/>
            </a:sysClr>
          </a:solidFill>
          <a:ln w="12700" cap="flat" cmpd="sng" algn="ctr">
            <a:noFill/>
            <a:prstDash val="solid"/>
            <a:miter lim="800000"/>
          </a:ln>
          <a:effectLst/>
        </p:spPr>
        <p:txBody>
          <a:bodyPr rtlCol="0" anchor="ctr"/>
          <a:lstStyle/>
          <a:p>
            <a:pPr algn="ctr" fontAlgn="auto">
              <a:spcBef>
                <a:spcPts val="0"/>
              </a:spcBef>
              <a:spcAft>
                <a:spcPts val="0"/>
              </a:spcAft>
            </a:pPr>
            <a:endParaRPr lang="en-US" kern="0" smtClean="0">
              <a:solidFill>
                <a:prstClr val="white"/>
              </a:solidFill>
              <a:latin typeface="Calibri"/>
              <a:cs typeface="+mn-cs"/>
            </a:endParaRPr>
          </a:p>
        </p:txBody>
      </p:sp>
      <p:sp>
        <p:nvSpPr>
          <p:cNvPr id="6" name="TextBox 5"/>
          <p:cNvSpPr txBox="1"/>
          <p:nvPr/>
        </p:nvSpPr>
        <p:spPr>
          <a:xfrm>
            <a:off x="-203537" y="3135897"/>
            <a:ext cx="11646570" cy="707886"/>
          </a:xfrm>
          <a:prstGeom prst="rect">
            <a:avLst/>
          </a:prstGeom>
          <a:noFill/>
        </p:spPr>
        <p:txBody>
          <a:bodyPr wrap="square" rtlCol="0">
            <a:spAutoFit/>
          </a:bodyPr>
          <a:lstStyle/>
          <a:p>
            <a:pPr algn="ctr" rtl="1" fontAlgn="auto">
              <a:spcBef>
                <a:spcPts val="0"/>
              </a:spcBef>
              <a:spcAft>
                <a:spcPts val="0"/>
              </a:spcAft>
            </a:pPr>
            <a:r>
              <a:rPr lang="ar-SA" sz="4000" b="1" u="sng" dirty="0">
                <a:solidFill>
                  <a:srgbClr val="D43E01"/>
                </a:solidFill>
                <a:cs typeface="Simplified Arabic" panose="02020603050405020304" pitchFamily="18" charset="-78"/>
              </a:rPr>
              <a:t>ج- نماذج استخدام برنامج </a:t>
            </a:r>
            <a:r>
              <a:rPr lang="en-US" sz="4000" b="1" u="sng" dirty="0" smtClean="0">
                <a:solidFill>
                  <a:srgbClr val="D43E01"/>
                </a:solidFill>
                <a:cs typeface="Simplified Arabic" panose="02020603050405020304" pitchFamily="18" charset="-78"/>
              </a:rPr>
              <a:t>  BYOD</a:t>
            </a:r>
            <a:r>
              <a:rPr lang="ar-SA" sz="4000" b="1" u="sng" dirty="0" smtClean="0">
                <a:solidFill>
                  <a:srgbClr val="D43E01"/>
                </a:solidFill>
                <a:cs typeface="Simplified Arabic" panose="02020603050405020304" pitchFamily="18" charset="-78"/>
              </a:rPr>
              <a:t>في </a:t>
            </a:r>
            <a:r>
              <a:rPr lang="ar-SA" sz="4000" b="1" u="sng" dirty="0">
                <a:solidFill>
                  <a:srgbClr val="D43E01"/>
                </a:solidFill>
                <a:cs typeface="Simplified Arabic" panose="02020603050405020304" pitchFamily="18" charset="-78"/>
              </a:rPr>
              <a:t>الفصول الدراسية</a:t>
            </a:r>
            <a:endParaRPr lang="en-US" sz="4000" b="1" u="sng" dirty="0" smtClean="0">
              <a:solidFill>
                <a:srgbClr val="D43E01"/>
              </a:solidFill>
              <a:cs typeface="Simplified Arabic" panose="02020603050405020304" pitchFamily="18" charset="-78"/>
            </a:endParaRPr>
          </a:p>
        </p:txBody>
      </p:sp>
      <p:grpSp>
        <p:nvGrpSpPr>
          <p:cNvPr id="7" name="Group 6"/>
          <p:cNvGrpSpPr/>
          <p:nvPr/>
        </p:nvGrpSpPr>
        <p:grpSpPr>
          <a:xfrm>
            <a:off x="2155369" y="2162068"/>
            <a:ext cx="7868558" cy="176748"/>
            <a:chOff x="2155371" y="1910842"/>
            <a:chExt cx="7868558" cy="176748"/>
          </a:xfrm>
        </p:grpSpPr>
        <p:sp>
          <p:nvSpPr>
            <p:cNvPr id="8" name="Rectangle 7"/>
            <p:cNvSpPr/>
            <p:nvPr/>
          </p:nvSpPr>
          <p:spPr>
            <a:xfrm>
              <a:off x="4782457" y="1910842"/>
              <a:ext cx="2627086" cy="176748"/>
            </a:xfrm>
            <a:prstGeom prst="rect">
              <a:avLst/>
            </a:prstGeom>
            <a:solidFill>
              <a:srgbClr val="FE8301"/>
            </a:solidFill>
            <a:ln w="12700" cap="flat" cmpd="sng" algn="ctr">
              <a:noFill/>
              <a:prstDash val="solid"/>
              <a:miter lim="800000"/>
            </a:ln>
            <a:effectLst/>
          </p:spPr>
          <p:txBody>
            <a:bodyPr rtlCol="0" anchor="ctr"/>
            <a:lstStyle/>
            <a:p>
              <a:pPr algn="ctr" fontAlgn="auto">
                <a:spcBef>
                  <a:spcPts val="0"/>
                </a:spcBef>
                <a:spcAft>
                  <a:spcPts val="0"/>
                </a:spcAft>
              </a:pPr>
              <a:endParaRPr lang="en-US" kern="0" smtClean="0">
                <a:solidFill>
                  <a:prstClr val="white"/>
                </a:solidFill>
                <a:latin typeface="Calibri"/>
                <a:cs typeface="+mn-cs"/>
              </a:endParaRPr>
            </a:p>
          </p:txBody>
        </p:sp>
        <p:sp>
          <p:nvSpPr>
            <p:cNvPr id="9" name="Rectangle 8"/>
            <p:cNvSpPr/>
            <p:nvPr/>
          </p:nvSpPr>
          <p:spPr>
            <a:xfrm>
              <a:off x="2155371" y="1910842"/>
              <a:ext cx="2627086" cy="176748"/>
            </a:xfrm>
            <a:prstGeom prst="rect">
              <a:avLst/>
            </a:prstGeom>
            <a:solidFill>
              <a:srgbClr val="0087B1"/>
            </a:solidFill>
            <a:ln w="12700" cap="flat" cmpd="sng" algn="ctr">
              <a:noFill/>
              <a:prstDash val="solid"/>
              <a:miter lim="800000"/>
            </a:ln>
            <a:effectLst/>
          </p:spPr>
          <p:txBody>
            <a:bodyPr rtlCol="0" anchor="ctr"/>
            <a:lstStyle/>
            <a:p>
              <a:pPr algn="ctr" fontAlgn="auto">
                <a:spcBef>
                  <a:spcPts val="0"/>
                </a:spcBef>
                <a:spcAft>
                  <a:spcPts val="0"/>
                </a:spcAft>
              </a:pPr>
              <a:endParaRPr lang="en-US" kern="0" smtClean="0">
                <a:solidFill>
                  <a:prstClr val="white"/>
                </a:solidFill>
                <a:latin typeface="Calibri"/>
                <a:cs typeface="+mn-cs"/>
              </a:endParaRPr>
            </a:p>
          </p:txBody>
        </p:sp>
        <p:sp>
          <p:nvSpPr>
            <p:cNvPr id="10" name="Rectangle 9"/>
            <p:cNvSpPr/>
            <p:nvPr/>
          </p:nvSpPr>
          <p:spPr>
            <a:xfrm>
              <a:off x="7396843" y="1910842"/>
              <a:ext cx="2627086" cy="176748"/>
            </a:xfrm>
            <a:prstGeom prst="rect">
              <a:avLst/>
            </a:prstGeom>
            <a:solidFill>
              <a:srgbClr val="A1BB22"/>
            </a:solidFill>
            <a:ln w="12700" cap="flat" cmpd="sng" algn="ctr">
              <a:noFill/>
              <a:prstDash val="solid"/>
              <a:miter lim="800000"/>
            </a:ln>
            <a:effectLst/>
          </p:spPr>
          <p:txBody>
            <a:bodyPr rtlCol="0" anchor="ctr"/>
            <a:lstStyle/>
            <a:p>
              <a:pPr algn="ctr" fontAlgn="auto">
                <a:spcBef>
                  <a:spcPts val="0"/>
                </a:spcBef>
                <a:spcAft>
                  <a:spcPts val="0"/>
                </a:spcAft>
              </a:pPr>
              <a:endParaRPr lang="en-US" kern="0" smtClean="0">
                <a:solidFill>
                  <a:prstClr val="white"/>
                </a:solidFill>
                <a:latin typeface="Calibri"/>
                <a:cs typeface="+mn-cs"/>
              </a:endParaRPr>
            </a:p>
          </p:txBody>
        </p:sp>
      </p:grpSp>
      <p:grpSp>
        <p:nvGrpSpPr>
          <p:cNvPr id="11" name="Group 10"/>
          <p:cNvGrpSpPr/>
          <p:nvPr/>
        </p:nvGrpSpPr>
        <p:grpSpPr>
          <a:xfrm>
            <a:off x="1907396" y="5209887"/>
            <a:ext cx="7868558" cy="178510"/>
            <a:chOff x="2155371" y="4699578"/>
            <a:chExt cx="7868558" cy="178510"/>
          </a:xfrm>
        </p:grpSpPr>
        <p:sp>
          <p:nvSpPr>
            <p:cNvPr id="12" name="Rectangle 11"/>
            <p:cNvSpPr/>
            <p:nvPr/>
          </p:nvSpPr>
          <p:spPr>
            <a:xfrm>
              <a:off x="4782457" y="4701340"/>
              <a:ext cx="2627086" cy="176748"/>
            </a:xfrm>
            <a:prstGeom prst="rect">
              <a:avLst/>
            </a:prstGeom>
            <a:solidFill>
              <a:srgbClr val="D43E01"/>
            </a:solidFill>
            <a:ln w="12700" cap="flat" cmpd="sng" algn="ctr">
              <a:noFill/>
              <a:prstDash val="solid"/>
              <a:miter lim="800000"/>
            </a:ln>
            <a:effectLst/>
          </p:spPr>
          <p:txBody>
            <a:bodyPr rtlCol="0" anchor="ctr"/>
            <a:lstStyle/>
            <a:p>
              <a:pPr algn="ctr" fontAlgn="auto">
                <a:spcBef>
                  <a:spcPts val="0"/>
                </a:spcBef>
                <a:spcAft>
                  <a:spcPts val="0"/>
                </a:spcAft>
              </a:pPr>
              <a:endParaRPr lang="en-US" kern="0" smtClean="0">
                <a:solidFill>
                  <a:prstClr val="white"/>
                </a:solidFill>
                <a:latin typeface="Calibri"/>
                <a:cs typeface="+mn-cs"/>
              </a:endParaRPr>
            </a:p>
          </p:txBody>
        </p:sp>
        <p:sp>
          <p:nvSpPr>
            <p:cNvPr id="13" name="Rectangle 12"/>
            <p:cNvSpPr/>
            <p:nvPr/>
          </p:nvSpPr>
          <p:spPr>
            <a:xfrm>
              <a:off x="2155371" y="4701340"/>
              <a:ext cx="2627086" cy="176748"/>
            </a:xfrm>
            <a:prstGeom prst="rect">
              <a:avLst/>
            </a:prstGeom>
            <a:solidFill>
              <a:srgbClr val="012641"/>
            </a:solidFill>
            <a:ln w="12700" cap="flat" cmpd="sng" algn="ctr">
              <a:noFill/>
              <a:prstDash val="solid"/>
              <a:miter lim="800000"/>
            </a:ln>
            <a:effectLst/>
          </p:spPr>
          <p:txBody>
            <a:bodyPr rtlCol="0" anchor="ctr"/>
            <a:lstStyle/>
            <a:p>
              <a:pPr algn="ctr" fontAlgn="auto">
                <a:spcBef>
                  <a:spcPts val="0"/>
                </a:spcBef>
                <a:spcAft>
                  <a:spcPts val="0"/>
                </a:spcAft>
              </a:pPr>
              <a:endParaRPr lang="en-US" kern="0" smtClean="0">
                <a:solidFill>
                  <a:prstClr val="white"/>
                </a:solidFill>
                <a:latin typeface="Calibri"/>
                <a:cs typeface="+mn-cs"/>
              </a:endParaRPr>
            </a:p>
          </p:txBody>
        </p:sp>
        <p:sp>
          <p:nvSpPr>
            <p:cNvPr id="14" name="Rectangle 13"/>
            <p:cNvSpPr/>
            <p:nvPr/>
          </p:nvSpPr>
          <p:spPr>
            <a:xfrm>
              <a:off x="7396843" y="4699578"/>
              <a:ext cx="2627086" cy="176748"/>
            </a:xfrm>
            <a:prstGeom prst="rect">
              <a:avLst/>
            </a:prstGeom>
            <a:solidFill>
              <a:srgbClr val="3DBF9C"/>
            </a:solidFill>
            <a:ln w="12700" cap="flat" cmpd="sng" algn="ctr">
              <a:noFill/>
              <a:prstDash val="solid"/>
              <a:miter lim="800000"/>
            </a:ln>
            <a:effectLst/>
          </p:spPr>
          <p:txBody>
            <a:bodyPr rtlCol="0" anchor="ctr"/>
            <a:lstStyle/>
            <a:p>
              <a:pPr algn="ctr" fontAlgn="auto">
                <a:spcBef>
                  <a:spcPts val="0"/>
                </a:spcBef>
                <a:spcAft>
                  <a:spcPts val="0"/>
                </a:spcAft>
              </a:pPr>
              <a:endParaRPr lang="en-US" kern="0" smtClean="0">
                <a:solidFill>
                  <a:prstClr val="white"/>
                </a:solidFill>
                <a:latin typeface="Calibri"/>
                <a:cs typeface="+mn-cs"/>
              </a:endParaRPr>
            </a:p>
          </p:txBody>
        </p:sp>
      </p:grpSp>
    </p:spTree>
    <p:extLst>
      <p:ext uri="{BB962C8B-B14F-4D97-AF65-F5344CB8AC3E}">
        <p14:creationId xmlns:p14="http://schemas.microsoft.com/office/powerpoint/2010/main" val="61927722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fade">
                                      <p:cBhvr>
                                        <p:cTn id="10" dur="500"/>
                                        <p:tgtEl>
                                          <p:spTgt spid="4"/>
                                        </p:tgtEl>
                                      </p:cBhvr>
                                    </p:animEffect>
                                  </p:childTnLst>
                                </p:cTn>
                              </p:par>
                              <p:par>
                                <p:cTn id="11" presetID="47" presetClass="entr" presetSubtype="0" fill="hold" nodeType="withEffect">
                                  <p:stCondLst>
                                    <p:cond delay="250"/>
                                  </p:stCondLst>
                                  <p:childTnLst>
                                    <p:set>
                                      <p:cBhvr>
                                        <p:cTn id="12" dur="1" fill="hold">
                                          <p:stCondLst>
                                            <p:cond delay="0"/>
                                          </p:stCondLst>
                                        </p:cTn>
                                        <p:tgtEl>
                                          <p:spTgt spid="7"/>
                                        </p:tgtEl>
                                        <p:attrNameLst>
                                          <p:attrName>style.visibility</p:attrName>
                                        </p:attrNameLst>
                                      </p:cBhvr>
                                      <p:to>
                                        <p:strVal val="visible"/>
                                      </p:to>
                                    </p:set>
                                    <p:animEffect transition="in" filter="fade">
                                      <p:cBhvr>
                                        <p:cTn id="13" dur="1000"/>
                                        <p:tgtEl>
                                          <p:spTgt spid="7"/>
                                        </p:tgtEl>
                                      </p:cBhvr>
                                    </p:animEffect>
                                    <p:anim calcmode="lin" valueType="num">
                                      <p:cBhvr>
                                        <p:cTn id="14" dur="1000" fill="hold"/>
                                        <p:tgtEl>
                                          <p:spTgt spid="7"/>
                                        </p:tgtEl>
                                        <p:attrNameLst>
                                          <p:attrName>ppt_x</p:attrName>
                                        </p:attrNameLst>
                                      </p:cBhvr>
                                      <p:tavLst>
                                        <p:tav tm="0">
                                          <p:val>
                                            <p:strVal val="#ppt_x"/>
                                          </p:val>
                                        </p:tav>
                                        <p:tav tm="100000">
                                          <p:val>
                                            <p:strVal val="#ppt_x"/>
                                          </p:val>
                                        </p:tav>
                                      </p:tavLst>
                                    </p:anim>
                                    <p:anim calcmode="lin" valueType="num">
                                      <p:cBhvr>
                                        <p:cTn id="15" dur="1000" fill="hold"/>
                                        <p:tgtEl>
                                          <p:spTgt spid="7"/>
                                        </p:tgtEl>
                                        <p:attrNameLst>
                                          <p:attrName>ppt_y</p:attrName>
                                        </p:attrNameLst>
                                      </p:cBhvr>
                                      <p:tavLst>
                                        <p:tav tm="0">
                                          <p:val>
                                            <p:strVal val="#ppt_y-.1"/>
                                          </p:val>
                                        </p:tav>
                                        <p:tav tm="100000">
                                          <p:val>
                                            <p:strVal val="#ppt_y"/>
                                          </p:val>
                                        </p:tav>
                                      </p:tavLst>
                                    </p:anim>
                                  </p:childTnLst>
                                </p:cTn>
                              </p:par>
                              <p:par>
                                <p:cTn id="16" presetID="42" presetClass="entr" presetSubtype="0" fill="hold" nodeType="withEffect">
                                  <p:stCondLst>
                                    <p:cond delay="250"/>
                                  </p:stCondLst>
                                  <p:childTnLst>
                                    <p:set>
                                      <p:cBhvr>
                                        <p:cTn id="17" dur="1" fill="hold">
                                          <p:stCondLst>
                                            <p:cond delay="0"/>
                                          </p:stCondLst>
                                        </p:cTn>
                                        <p:tgtEl>
                                          <p:spTgt spid="11"/>
                                        </p:tgtEl>
                                        <p:attrNameLst>
                                          <p:attrName>style.visibility</p:attrName>
                                        </p:attrNameLst>
                                      </p:cBhvr>
                                      <p:to>
                                        <p:strVal val="visible"/>
                                      </p:to>
                                    </p:set>
                                    <p:animEffect transition="in" filter="fade">
                                      <p:cBhvr>
                                        <p:cTn id="18" dur="1000"/>
                                        <p:tgtEl>
                                          <p:spTgt spid="11"/>
                                        </p:tgtEl>
                                      </p:cBhvr>
                                    </p:animEffect>
                                    <p:anim calcmode="lin" valueType="num">
                                      <p:cBhvr>
                                        <p:cTn id="19" dur="1000" fill="hold"/>
                                        <p:tgtEl>
                                          <p:spTgt spid="11"/>
                                        </p:tgtEl>
                                        <p:attrNameLst>
                                          <p:attrName>ppt_x</p:attrName>
                                        </p:attrNameLst>
                                      </p:cBhvr>
                                      <p:tavLst>
                                        <p:tav tm="0">
                                          <p:val>
                                            <p:strVal val="#ppt_x"/>
                                          </p:val>
                                        </p:tav>
                                        <p:tav tm="100000">
                                          <p:val>
                                            <p:strVal val="#ppt_x"/>
                                          </p:val>
                                        </p:tav>
                                      </p:tavLst>
                                    </p:anim>
                                    <p:anim calcmode="lin" valueType="num">
                                      <p:cBhvr>
                                        <p:cTn id="20" dur="1000" fill="hold"/>
                                        <p:tgtEl>
                                          <p:spTgt spid="11"/>
                                        </p:tgtEl>
                                        <p:attrNameLst>
                                          <p:attrName>ppt_y</p:attrName>
                                        </p:attrNameLst>
                                      </p:cBhvr>
                                      <p:tavLst>
                                        <p:tav tm="0">
                                          <p:val>
                                            <p:strVal val="#ppt_y+.1"/>
                                          </p:val>
                                        </p:tav>
                                        <p:tav tm="100000">
                                          <p:val>
                                            <p:strVal val="#ppt_y"/>
                                          </p:val>
                                        </p:tav>
                                      </p:tavLst>
                                    </p:anim>
                                  </p:childTnLst>
                                </p:cTn>
                              </p:par>
                              <p:par>
                                <p:cTn id="21" presetID="10" presetClass="entr" presetSubtype="0" fill="hold" grpId="0" nodeType="withEffect">
                                  <p:stCondLst>
                                    <p:cond delay="0"/>
                                  </p:stCondLst>
                                  <p:childTnLst>
                                    <p:set>
                                      <p:cBhvr>
                                        <p:cTn id="22" dur="1" fill="hold">
                                          <p:stCondLst>
                                            <p:cond delay="0"/>
                                          </p:stCondLst>
                                        </p:cTn>
                                        <p:tgtEl>
                                          <p:spTgt spid="6"/>
                                        </p:tgtEl>
                                        <p:attrNameLst>
                                          <p:attrName>style.visibility</p:attrName>
                                        </p:attrNameLst>
                                      </p:cBhvr>
                                      <p:to>
                                        <p:strVal val="visible"/>
                                      </p:to>
                                    </p:set>
                                    <p:animEffect transition="in" filter="fade">
                                      <p:cBhvr>
                                        <p:cTn id="23"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4" grpId="0">
        <p:bldAsOne/>
      </p:bldGraphic>
      <p:bldP spid="5" grpId="0" animBg="1"/>
      <p:bldP spid="6" grpId="0"/>
    </p:bld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Title 1"/>
          <p:cNvSpPr txBox="1">
            <a:spLocks/>
          </p:cNvSpPr>
          <p:nvPr/>
        </p:nvSpPr>
        <p:spPr>
          <a:xfrm>
            <a:off x="3056176" y="401984"/>
            <a:ext cx="6159981" cy="968016"/>
          </a:xfrm>
          <a:prstGeom prst="rect">
            <a:avLst/>
          </a:prstGeom>
        </p:spPr>
        <p:txBody>
          <a:bodyPr vert="horz" wrap="none" lIns="0" tIns="0" rIns="0" bIns="0" rtlCol="0" anchor="ctr">
            <a:noAutofit/>
          </a:bodyPr>
          <a:lstStyle/>
          <a:p>
            <a:pPr algn="ctr" defTabSz="1375434" rtl="1" fontAlgn="auto">
              <a:spcAft>
                <a:spcPts val="0"/>
              </a:spcAft>
              <a:tabLst>
                <a:tab pos="4794011" algn="l"/>
              </a:tabLst>
              <a:defRPr/>
            </a:pPr>
            <a:r>
              <a:rPr lang="ar-SA" sz="4800" b="1" u="sng" dirty="0" smtClean="0">
                <a:solidFill>
                  <a:srgbClr val="FFFF00"/>
                </a:solidFill>
                <a:latin typeface="Roboto Medium"/>
                <a:cs typeface="+mj-cs"/>
              </a:rPr>
              <a:t>5-</a:t>
            </a:r>
            <a:r>
              <a:rPr lang="en-US" sz="4800" b="1" u="sng" dirty="0" smtClean="0">
                <a:solidFill>
                  <a:srgbClr val="FFFF00"/>
                </a:solidFill>
                <a:latin typeface="Roboto Medium"/>
                <a:cs typeface="+mj-cs"/>
              </a:rPr>
              <a:t> </a:t>
            </a:r>
            <a:r>
              <a:rPr lang="ar-SA" sz="4800" b="1" u="sng" dirty="0">
                <a:solidFill>
                  <a:srgbClr val="FFFF00"/>
                </a:solidFill>
                <a:latin typeface="Roboto Medium"/>
                <a:cs typeface="+mj-cs"/>
              </a:rPr>
              <a:t>	استخدامات التكنولوجيا بين الفوبيا والهوس</a:t>
            </a:r>
          </a:p>
        </p:txBody>
      </p:sp>
      <p:graphicFrame>
        <p:nvGraphicFramePr>
          <p:cNvPr id="25" name="Diagram 24"/>
          <p:cNvGraphicFramePr/>
          <p:nvPr>
            <p:extLst>
              <p:ext uri="{D42A27DB-BD31-4B8C-83A1-F6EECF244321}">
                <p14:modId xmlns:p14="http://schemas.microsoft.com/office/powerpoint/2010/main" val="3939844867"/>
              </p:ext>
            </p:extLst>
          </p:nvPr>
        </p:nvGraphicFramePr>
        <p:xfrm>
          <a:off x="0" y="3224877"/>
          <a:ext cx="12192000" cy="265176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6" name="Rectangle 25"/>
          <p:cNvSpPr/>
          <p:nvPr/>
        </p:nvSpPr>
        <p:spPr>
          <a:xfrm>
            <a:off x="-1" y="2903171"/>
            <a:ext cx="12192000" cy="2960724"/>
          </a:xfrm>
          <a:prstGeom prst="rect">
            <a:avLst/>
          </a:prstGeom>
          <a:solidFill>
            <a:sysClr val="windowText" lastClr="000000">
              <a:lumMod val="85000"/>
              <a:lumOff val="15000"/>
              <a:alpha val="80000"/>
            </a:sys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28" name="TextBox 27"/>
          <p:cNvSpPr txBox="1"/>
          <p:nvPr/>
        </p:nvSpPr>
        <p:spPr>
          <a:xfrm>
            <a:off x="272714" y="3388328"/>
            <a:ext cx="11646570" cy="1569660"/>
          </a:xfrm>
          <a:prstGeom prst="rect">
            <a:avLst/>
          </a:prstGeom>
          <a:noFill/>
        </p:spPr>
        <p:txBody>
          <a:bodyPr wrap="square" rtlCol="0">
            <a:spAutoFit/>
          </a:bodyPr>
          <a:lstStyle/>
          <a:p>
            <a:pPr algn="ctr" rtl="1" fontAlgn="auto">
              <a:spcBef>
                <a:spcPts val="0"/>
              </a:spcBef>
              <a:spcAft>
                <a:spcPts val="0"/>
              </a:spcAft>
            </a:pPr>
            <a:r>
              <a:rPr lang="ar-SA" sz="3200" b="1" dirty="0">
                <a:solidFill>
                  <a:schemeClr val="bg1"/>
                </a:solidFill>
                <a:cs typeface="Simplified Arabic" panose="02020603050405020304" pitchFamily="18" charset="-78"/>
              </a:rPr>
              <a:t>تعتبر التكنولوجيا شأنها في ذلك شأن أي أداة وظفها الإنسان لخدمته، ذات سلبيات وإيجابيات، وهنا ستتناول استخدامات التكنولوجيا ومشكلاتها المعاصرة، من حيث: الفوبيا من استخدام التكنولوجيا، والهوس في استخدام التكنولوجيا.</a:t>
            </a:r>
            <a:endParaRPr lang="ar-SA" sz="2400" b="1" dirty="0">
              <a:solidFill>
                <a:schemeClr val="bg1"/>
              </a:solidFill>
              <a:cs typeface="Simplified Arabic" panose="02020603050405020304" pitchFamily="18" charset="-78"/>
            </a:endParaRPr>
          </a:p>
        </p:txBody>
      </p:sp>
      <p:grpSp>
        <p:nvGrpSpPr>
          <p:cNvPr id="32" name="Group 31"/>
          <p:cNvGrpSpPr/>
          <p:nvPr/>
        </p:nvGrpSpPr>
        <p:grpSpPr>
          <a:xfrm>
            <a:off x="2155370" y="2828818"/>
            <a:ext cx="7868558" cy="176748"/>
            <a:chOff x="2155371" y="1910842"/>
            <a:chExt cx="7868558" cy="176748"/>
          </a:xfrm>
        </p:grpSpPr>
        <p:sp>
          <p:nvSpPr>
            <p:cNvPr id="33" name="Rectangle 32"/>
            <p:cNvSpPr/>
            <p:nvPr/>
          </p:nvSpPr>
          <p:spPr>
            <a:xfrm>
              <a:off x="4782457" y="1910842"/>
              <a:ext cx="2627086" cy="176748"/>
            </a:xfrm>
            <a:prstGeom prst="rect">
              <a:avLst/>
            </a:prstGeom>
            <a:solidFill>
              <a:srgbClr val="FE8301"/>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34" name="Rectangle 33"/>
            <p:cNvSpPr/>
            <p:nvPr/>
          </p:nvSpPr>
          <p:spPr>
            <a:xfrm>
              <a:off x="2155371" y="1910842"/>
              <a:ext cx="2627086" cy="176748"/>
            </a:xfrm>
            <a:prstGeom prst="rect">
              <a:avLst/>
            </a:prstGeom>
            <a:solidFill>
              <a:srgbClr val="0087B1"/>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35" name="Rectangle 34"/>
            <p:cNvSpPr/>
            <p:nvPr/>
          </p:nvSpPr>
          <p:spPr>
            <a:xfrm>
              <a:off x="7396843" y="1910842"/>
              <a:ext cx="2627086" cy="176748"/>
            </a:xfrm>
            <a:prstGeom prst="rect">
              <a:avLst/>
            </a:prstGeom>
            <a:solidFill>
              <a:srgbClr val="A1BB2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grpSp>
      <p:grpSp>
        <p:nvGrpSpPr>
          <p:cNvPr id="36" name="Group 35"/>
          <p:cNvGrpSpPr/>
          <p:nvPr/>
        </p:nvGrpSpPr>
        <p:grpSpPr>
          <a:xfrm>
            <a:off x="2031384" y="5865657"/>
            <a:ext cx="7868558" cy="178510"/>
            <a:chOff x="2155371" y="4699578"/>
            <a:chExt cx="7868558" cy="178510"/>
          </a:xfrm>
        </p:grpSpPr>
        <p:sp>
          <p:nvSpPr>
            <p:cNvPr id="37" name="Rectangle 36"/>
            <p:cNvSpPr/>
            <p:nvPr/>
          </p:nvSpPr>
          <p:spPr>
            <a:xfrm>
              <a:off x="4782457" y="4701340"/>
              <a:ext cx="2627086" cy="176748"/>
            </a:xfrm>
            <a:prstGeom prst="rect">
              <a:avLst/>
            </a:prstGeom>
            <a:solidFill>
              <a:srgbClr val="D43E01"/>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38" name="Rectangle 37"/>
            <p:cNvSpPr/>
            <p:nvPr/>
          </p:nvSpPr>
          <p:spPr>
            <a:xfrm>
              <a:off x="2155371" y="4701340"/>
              <a:ext cx="2627086" cy="176748"/>
            </a:xfrm>
            <a:prstGeom prst="rect">
              <a:avLst/>
            </a:prstGeom>
            <a:solidFill>
              <a:srgbClr val="012641"/>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39" name="Rectangle 38"/>
            <p:cNvSpPr/>
            <p:nvPr/>
          </p:nvSpPr>
          <p:spPr>
            <a:xfrm>
              <a:off x="7396843" y="4699578"/>
              <a:ext cx="2627086" cy="176748"/>
            </a:xfrm>
            <a:prstGeom prst="rect">
              <a:avLst/>
            </a:prstGeom>
            <a:solidFill>
              <a:srgbClr val="3DBF9C"/>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grpSp>
    </p:spTree>
    <p:extLst>
      <p:ext uri="{BB962C8B-B14F-4D97-AF65-F5344CB8AC3E}">
        <p14:creationId xmlns:p14="http://schemas.microsoft.com/office/powerpoint/2010/main" val="84195723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4" fill="hold" grpId="0" nodeType="afterEffect">
                                  <p:stCondLst>
                                    <p:cond delay="0"/>
                                  </p:stCondLst>
                                  <p:childTnLst>
                                    <p:set>
                                      <p:cBhvr>
                                        <p:cTn id="6" dur="1" fill="hold">
                                          <p:stCondLst>
                                            <p:cond delay="0"/>
                                          </p:stCondLst>
                                        </p:cTn>
                                        <p:tgtEl>
                                          <p:spTgt spid="29"/>
                                        </p:tgtEl>
                                        <p:attrNameLst>
                                          <p:attrName>style.visibility</p:attrName>
                                        </p:attrNameLst>
                                      </p:cBhvr>
                                      <p:to>
                                        <p:strVal val="visible"/>
                                      </p:to>
                                    </p:set>
                                    <p:animEffect transition="in" filter="slide(fromBottom)">
                                      <p:cBhvr>
                                        <p:cTn id="7" dur="500"/>
                                        <p:tgtEl>
                                          <p:spTgt spid="29"/>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26"/>
                                        </p:tgtEl>
                                        <p:attrNameLst>
                                          <p:attrName>style.visibility</p:attrName>
                                        </p:attrNameLst>
                                      </p:cBhvr>
                                      <p:to>
                                        <p:strVal val="visible"/>
                                      </p:to>
                                    </p:set>
                                    <p:animEffect transition="in" filter="fade">
                                      <p:cBhvr>
                                        <p:cTn id="10" dur="500"/>
                                        <p:tgtEl>
                                          <p:spTgt spid="26"/>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25"/>
                                        </p:tgtEl>
                                        <p:attrNameLst>
                                          <p:attrName>style.visibility</p:attrName>
                                        </p:attrNameLst>
                                      </p:cBhvr>
                                      <p:to>
                                        <p:strVal val="visible"/>
                                      </p:to>
                                    </p:set>
                                    <p:animEffect transition="in" filter="fade">
                                      <p:cBhvr>
                                        <p:cTn id="13" dur="500"/>
                                        <p:tgtEl>
                                          <p:spTgt spid="25"/>
                                        </p:tgtEl>
                                      </p:cBhvr>
                                    </p:animEffect>
                                  </p:childTnLst>
                                </p:cTn>
                              </p:par>
                              <p:par>
                                <p:cTn id="14" presetID="47" presetClass="entr" presetSubtype="0" fill="hold" nodeType="withEffect">
                                  <p:stCondLst>
                                    <p:cond delay="250"/>
                                  </p:stCondLst>
                                  <p:childTnLst>
                                    <p:set>
                                      <p:cBhvr>
                                        <p:cTn id="15" dur="1" fill="hold">
                                          <p:stCondLst>
                                            <p:cond delay="0"/>
                                          </p:stCondLst>
                                        </p:cTn>
                                        <p:tgtEl>
                                          <p:spTgt spid="32"/>
                                        </p:tgtEl>
                                        <p:attrNameLst>
                                          <p:attrName>style.visibility</p:attrName>
                                        </p:attrNameLst>
                                      </p:cBhvr>
                                      <p:to>
                                        <p:strVal val="visible"/>
                                      </p:to>
                                    </p:set>
                                    <p:animEffect transition="in" filter="fade">
                                      <p:cBhvr>
                                        <p:cTn id="16" dur="1000"/>
                                        <p:tgtEl>
                                          <p:spTgt spid="32"/>
                                        </p:tgtEl>
                                      </p:cBhvr>
                                    </p:animEffect>
                                    <p:anim calcmode="lin" valueType="num">
                                      <p:cBhvr>
                                        <p:cTn id="17" dur="1000" fill="hold"/>
                                        <p:tgtEl>
                                          <p:spTgt spid="32"/>
                                        </p:tgtEl>
                                        <p:attrNameLst>
                                          <p:attrName>ppt_x</p:attrName>
                                        </p:attrNameLst>
                                      </p:cBhvr>
                                      <p:tavLst>
                                        <p:tav tm="0">
                                          <p:val>
                                            <p:strVal val="#ppt_x"/>
                                          </p:val>
                                        </p:tav>
                                        <p:tav tm="100000">
                                          <p:val>
                                            <p:strVal val="#ppt_x"/>
                                          </p:val>
                                        </p:tav>
                                      </p:tavLst>
                                    </p:anim>
                                    <p:anim calcmode="lin" valueType="num">
                                      <p:cBhvr>
                                        <p:cTn id="18" dur="1000" fill="hold"/>
                                        <p:tgtEl>
                                          <p:spTgt spid="32"/>
                                        </p:tgtEl>
                                        <p:attrNameLst>
                                          <p:attrName>ppt_y</p:attrName>
                                        </p:attrNameLst>
                                      </p:cBhvr>
                                      <p:tavLst>
                                        <p:tav tm="0">
                                          <p:val>
                                            <p:strVal val="#ppt_y-.1"/>
                                          </p:val>
                                        </p:tav>
                                        <p:tav tm="100000">
                                          <p:val>
                                            <p:strVal val="#ppt_y"/>
                                          </p:val>
                                        </p:tav>
                                      </p:tavLst>
                                    </p:anim>
                                  </p:childTnLst>
                                </p:cTn>
                              </p:par>
                              <p:par>
                                <p:cTn id="19" presetID="42" presetClass="entr" presetSubtype="0" fill="hold" nodeType="withEffect">
                                  <p:stCondLst>
                                    <p:cond delay="250"/>
                                  </p:stCondLst>
                                  <p:childTnLst>
                                    <p:set>
                                      <p:cBhvr>
                                        <p:cTn id="20" dur="1" fill="hold">
                                          <p:stCondLst>
                                            <p:cond delay="0"/>
                                          </p:stCondLst>
                                        </p:cTn>
                                        <p:tgtEl>
                                          <p:spTgt spid="36"/>
                                        </p:tgtEl>
                                        <p:attrNameLst>
                                          <p:attrName>style.visibility</p:attrName>
                                        </p:attrNameLst>
                                      </p:cBhvr>
                                      <p:to>
                                        <p:strVal val="visible"/>
                                      </p:to>
                                    </p:set>
                                    <p:animEffect transition="in" filter="fade">
                                      <p:cBhvr>
                                        <p:cTn id="21" dur="1000"/>
                                        <p:tgtEl>
                                          <p:spTgt spid="36"/>
                                        </p:tgtEl>
                                      </p:cBhvr>
                                    </p:animEffect>
                                    <p:anim calcmode="lin" valueType="num">
                                      <p:cBhvr>
                                        <p:cTn id="22" dur="1000" fill="hold"/>
                                        <p:tgtEl>
                                          <p:spTgt spid="36"/>
                                        </p:tgtEl>
                                        <p:attrNameLst>
                                          <p:attrName>ppt_x</p:attrName>
                                        </p:attrNameLst>
                                      </p:cBhvr>
                                      <p:tavLst>
                                        <p:tav tm="0">
                                          <p:val>
                                            <p:strVal val="#ppt_x"/>
                                          </p:val>
                                        </p:tav>
                                        <p:tav tm="100000">
                                          <p:val>
                                            <p:strVal val="#ppt_x"/>
                                          </p:val>
                                        </p:tav>
                                      </p:tavLst>
                                    </p:anim>
                                    <p:anim calcmode="lin" valueType="num">
                                      <p:cBhvr>
                                        <p:cTn id="23" dur="1000" fill="hold"/>
                                        <p:tgtEl>
                                          <p:spTgt spid="36"/>
                                        </p:tgtEl>
                                        <p:attrNameLst>
                                          <p:attrName>ppt_y</p:attrName>
                                        </p:attrNameLst>
                                      </p:cBhvr>
                                      <p:tavLst>
                                        <p:tav tm="0">
                                          <p:val>
                                            <p:strVal val="#ppt_y+.1"/>
                                          </p:val>
                                        </p:tav>
                                        <p:tav tm="100000">
                                          <p:val>
                                            <p:strVal val="#ppt_y"/>
                                          </p:val>
                                        </p:tav>
                                      </p:tavLst>
                                    </p:anim>
                                  </p:childTnLst>
                                </p:cTn>
                              </p:par>
                              <p:par>
                                <p:cTn id="24" presetID="10" presetClass="entr" presetSubtype="0" fill="hold" grpId="0" nodeType="withEffect">
                                  <p:stCondLst>
                                    <p:cond delay="0"/>
                                  </p:stCondLst>
                                  <p:childTnLst>
                                    <p:set>
                                      <p:cBhvr>
                                        <p:cTn id="25" dur="1" fill="hold">
                                          <p:stCondLst>
                                            <p:cond delay="0"/>
                                          </p:stCondLst>
                                        </p:cTn>
                                        <p:tgtEl>
                                          <p:spTgt spid="28"/>
                                        </p:tgtEl>
                                        <p:attrNameLst>
                                          <p:attrName>style.visibility</p:attrName>
                                        </p:attrNameLst>
                                      </p:cBhvr>
                                      <p:to>
                                        <p:strVal val="visible"/>
                                      </p:to>
                                    </p:set>
                                    <p:animEffect transition="in" filter="fade">
                                      <p:cBhvr>
                                        <p:cTn id="26"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p:bldGraphic spid="25" grpId="0">
        <p:bldAsOne/>
      </p:bldGraphic>
      <p:bldP spid="26" grpId="0" animBg="1"/>
      <p:bldP spid="28" grpId="0"/>
    </p:bld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Rectangle 20"/>
          <p:cNvSpPr/>
          <p:nvPr/>
        </p:nvSpPr>
        <p:spPr>
          <a:xfrm>
            <a:off x="-1" y="-22322"/>
            <a:ext cx="12192001" cy="6916926"/>
          </a:xfrm>
          <a:prstGeom prst="rect">
            <a:avLst/>
          </a:prstGeom>
          <a:solidFill>
            <a:schemeClr val="tx1">
              <a:lumMod val="95000"/>
              <a:lumOff val="5000"/>
              <a:alpha val="8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a:solidFill>
                <a:prstClr val="white"/>
              </a:solidFill>
            </a:endParaRPr>
          </a:p>
        </p:txBody>
      </p:sp>
      <p:sp>
        <p:nvSpPr>
          <p:cNvPr id="22" name="Title 1"/>
          <p:cNvSpPr>
            <a:spLocks noGrp="1"/>
          </p:cNvSpPr>
          <p:nvPr>
            <p:ph type="ctrTitle"/>
          </p:nvPr>
        </p:nvSpPr>
        <p:spPr>
          <a:xfrm>
            <a:off x="2465126" y="2426579"/>
            <a:ext cx="7259412" cy="701731"/>
          </a:xfrm>
        </p:spPr>
        <p:txBody>
          <a:bodyPr wrap="square">
            <a:spAutoFit/>
          </a:bodyPr>
          <a:lstStyle/>
          <a:p>
            <a:r>
              <a:rPr lang="ar-SA" sz="4400" b="1" u="sng" dirty="0">
                <a:solidFill>
                  <a:schemeClr val="accent4">
                    <a:lumMod val="40000"/>
                    <a:lumOff val="60000"/>
                  </a:schemeClr>
                </a:solidFill>
                <a:latin typeface="+mn-lt"/>
                <a:cs typeface="Arial" panose="020B0604020202020204" pitchFamily="34" charset="0"/>
              </a:rPr>
              <a:t>أ- ما هي فوبيا التكنولوجيا؟</a:t>
            </a:r>
            <a:endParaRPr lang="en-US" sz="4400" b="1" u="sng" dirty="0">
              <a:solidFill>
                <a:schemeClr val="accent4">
                  <a:lumMod val="40000"/>
                  <a:lumOff val="60000"/>
                </a:schemeClr>
              </a:solidFill>
              <a:latin typeface="+mn-lt"/>
              <a:cs typeface="Arial" panose="020B0604020202020204" pitchFamily="34" charset="0"/>
            </a:endParaRPr>
          </a:p>
        </p:txBody>
      </p:sp>
      <p:sp>
        <p:nvSpPr>
          <p:cNvPr id="23" name="Subtitle 2"/>
          <p:cNvSpPr txBox="1">
            <a:spLocks/>
          </p:cNvSpPr>
          <p:nvPr/>
        </p:nvSpPr>
        <p:spPr>
          <a:xfrm>
            <a:off x="589382" y="3592922"/>
            <a:ext cx="11259718" cy="1421928"/>
          </a:xfrm>
          <a:prstGeom prst="rect">
            <a:avLst/>
          </a:prstGeom>
        </p:spPr>
        <p:txBody>
          <a:bodyPr vert="horz" wrap="square" lIns="91440" tIns="45720" rIns="91440" bIns="45720" rtlCol="0">
            <a:spAutoFit/>
          </a:bodyPr>
          <a:lstStyle>
            <a:lvl1pPr marL="0" indent="0" algn="ctr" defTabSz="914400" rtl="0" eaLnBrk="1" latinLnBrk="0" hangingPunct="1">
              <a:lnSpc>
                <a:spcPct val="90000"/>
              </a:lnSpc>
              <a:spcBef>
                <a:spcPts val="1000"/>
              </a:spcBef>
              <a:buFont typeface="Arial" panose="020B0604020202020204" pitchFamily="34" charset="0"/>
              <a:buNone/>
              <a:defRPr sz="2400" kern="1200">
                <a:solidFill>
                  <a:schemeClr val="tx1"/>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5pPr>
            <a:lvl6pPr marL="22860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6pPr>
            <a:lvl7pPr marL="27432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7pPr>
            <a:lvl8pPr marL="32004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8pPr>
            <a:lvl9pPr marL="3657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9pPr>
          </a:lstStyle>
          <a:p>
            <a:pPr rtl="1" fontAlgn="auto">
              <a:spcAft>
                <a:spcPts val="0"/>
              </a:spcAft>
            </a:pPr>
            <a:r>
              <a:rPr lang="ar-SA" sz="3200" b="1" dirty="0" smtClean="0">
                <a:solidFill>
                  <a:schemeClr val="bg2">
                    <a:lumMod val="75000"/>
                  </a:schemeClr>
                </a:solidFill>
                <a:latin typeface="Calibri Light" panose="020F0302020204030204"/>
              </a:rPr>
              <a:t>الفوبيا تعني الخوف، وفوبيا التكنولوجيا أو رهاب التكنولوجيا </a:t>
            </a:r>
            <a:r>
              <a:rPr lang="en-US" sz="3200" b="1" dirty="0" smtClean="0">
                <a:solidFill>
                  <a:schemeClr val="bg2">
                    <a:lumMod val="75000"/>
                  </a:schemeClr>
                </a:solidFill>
                <a:latin typeface="Calibri Light" panose="020F0302020204030204"/>
              </a:rPr>
              <a:t>    (Technophobia)   </a:t>
            </a:r>
            <a:r>
              <a:rPr lang="id-ID" sz="3200" b="1" dirty="0" smtClean="0">
                <a:solidFill>
                  <a:schemeClr val="bg2">
                    <a:lumMod val="75000"/>
                  </a:schemeClr>
                </a:solidFill>
                <a:latin typeface="Calibri Light" panose="020F0302020204030204"/>
              </a:rPr>
              <a:t> </a:t>
            </a:r>
            <a:r>
              <a:rPr lang="en-US" sz="3200" b="1" dirty="0" smtClean="0">
                <a:solidFill>
                  <a:schemeClr val="bg2">
                    <a:lumMod val="75000"/>
                  </a:schemeClr>
                </a:solidFill>
                <a:latin typeface="Calibri Light" panose="020F0302020204030204"/>
              </a:rPr>
              <a:t> </a:t>
            </a:r>
            <a:r>
              <a:rPr lang="ar-SA" sz="3200" b="1" dirty="0" smtClean="0">
                <a:solidFill>
                  <a:schemeClr val="bg2">
                    <a:lumMod val="75000"/>
                  </a:schemeClr>
                </a:solidFill>
                <a:latin typeface="Calibri Light" panose="020F0302020204030204"/>
              </a:rPr>
              <a:t>يعني الخوف من التكنولوجيا المتقدمة أو الأجهزة المعقدة، خاصة الحواسيب منها. </a:t>
            </a:r>
            <a:endParaRPr lang="en-US" sz="3200" b="1" dirty="0">
              <a:solidFill>
                <a:schemeClr val="bg2">
                  <a:lumMod val="75000"/>
                </a:schemeClr>
              </a:solidFill>
              <a:latin typeface="Calibri Light" panose="020F0302020204030204"/>
            </a:endParaRPr>
          </a:p>
        </p:txBody>
      </p:sp>
      <p:sp>
        <p:nvSpPr>
          <p:cNvPr id="46" name="Rectangle 45"/>
          <p:cNvSpPr/>
          <p:nvPr/>
        </p:nvSpPr>
        <p:spPr>
          <a:xfrm>
            <a:off x="4834832" y="5189344"/>
            <a:ext cx="2520000" cy="108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Tree>
    <p:extLst>
      <p:ext uri="{BB962C8B-B14F-4D97-AF65-F5344CB8AC3E}">
        <p14:creationId xmlns:p14="http://schemas.microsoft.com/office/powerpoint/2010/main" val="408843761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250"/>
                                  </p:stCondLst>
                                  <p:childTnLst>
                                    <p:set>
                                      <p:cBhvr>
                                        <p:cTn id="6" dur="1" fill="hold">
                                          <p:stCondLst>
                                            <p:cond delay="0"/>
                                          </p:stCondLst>
                                        </p:cTn>
                                        <p:tgtEl>
                                          <p:spTgt spid="22"/>
                                        </p:tgtEl>
                                        <p:attrNameLst>
                                          <p:attrName>style.visibility</p:attrName>
                                        </p:attrNameLst>
                                      </p:cBhvr>
                                      <p:to>
                                        <p:strVal val="visible"/>
                                      </p:to>
                                    </p:set>
                                    <p:animEffect transition="in" filter="fade">
                                      <p:cBhvr>
                                        <p:cTn id="7" dur="500"/>
                                        <p:tgtEl>
                                          <p:spTgt spid="22"/>
                                        </p:tgtEl>
                                      </p:cBhvr>
                                    </p:animEffect>
                                  </p:childTnLst>
                                </p:cTn>
                              </p:par>
                              <p:par>
                                <p:cTn id="8" presetID="10" presetClass="entr" presetSubtype="0" fill="hold" grpId="0" nodeType="withEffect">
                                  <p:stCondLst>
                                    <p:cond delay="250"/>
                                  </p:stCondLst>
                                  <p:childTnLst>
                                    <p:set>
                                      <p:cBhvr>
                                        <p:cTn id="9" dur="1" fill="hold">
                                          <p:stCondLst>
                                            <p:cond delay="0"/>
                                          </p:stCondLst>
                                        </p:cTn>
                                        <p:tgtEl>
                                          <p:spTgt spid="23"/>
                                        </p:tgtEl>
                                        <p:attrNameLst>
                                          <p:attrName>style.visibility</p:attrName>
                                        </p:attrNameLst>
                                      </p:cBhvr>
                                      <p:to>
                                        <p:strVal val="visible"/>
                                      </p:to>
                                    </p:set>
                                    <p:animEffect transition="in" filter="fade">
                                      <p:cBhvr>
                                        <p:cTn id="10" dur="500"/>
                                        <p:tgtEl>
                                          <p:spTgt spid="23"/>
                                        </p:tgtEl>
                                      </p:cBhvr>
                                    </p:animEffect>
                                  </p:childTnLst>
                                </p:cTn>
                              </p:par>
                            </p:childTnLst>
                          </p:cTn>
                        </p:par>
                        <p:par>
                          <p:cTn id="11" fill="hold">
                            <p:stCondLst>
                              <p:cond delay="750"/>
                            </p:stCondLst>
                            <p:childTnLst>
                              <p:par>
                                <p:cTn id="12" presetID="10" presetClass="entr" presetSubtype="0" fill="hold" grpId="0" nodeType="afterEffect">
                                  <p:stCondLst>
                                    <p:cond delay="0"/>
                                  </p:stCondLst>
                                  <p:childTnLst>
                                    <p:set>
                                      <p:cBhvr>
                                        <p:cTn id="13" dur="1" fill="hold">
                                          <p:stCondLst>
                                            <p:cond delay="0"/>
                                          </p:stCondLst>
                                        </p:cTn>
                                        <p:tgtEl>
                                          <p:spTgt spid="46"/>
                                        </p:tgtEl>
                                        <p:attrNameLst>
                                          <p:attrName>style.visibility</p:attrName>
                                        </p:attrNameLst>
                                      </p:cBhvr>
                                      <p:to>
                                        <p:strVal val="visible"/>
                                      </p:to>
                                    </p:set>
                                    <p:animEffect transition="in" filter="fade">
                                      <p:cBhvr>
                                        <p:cTn id="14" dur="500"/>
                                        <p:tgtEl>
                                          <p:spTgt spid="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p:bldP spid="23" grpId="0"/>
      <p:bldP spid="46" grpId="0" animBg="1"/>
    </p:bld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 name="Rectangle 46"/>
          <p:cNvSpPr/>
          <p:nvPr/>
        </p:nvSpPr>
        <p:spPr>
          <a:xfrm rot="5400000">
            <a:off x="5135008" y="-3118034"/>
            <a:ext cx="1921980" cy="12192002"/>
          </a:xfrm>
          <a:prstGeom prst="rect">
            <a:avLst/>
          </a:prstGeom>
          <a:solidFill>
            <a:schemeClr val="bg2">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50" name="TextBox 49"/>
          <p:cNvSpPr txBox="1"/>
          <p:nvPr/>
        </p:nvSpPr>
        <p:spPr>
          <a:xfrm>
            <a:off x="1943100" y="2531009"/>
            <a:ext cx="9294641" cy="615553"/>
          </a:xfrm>
          <a:prstGeom prst="rect">
            <a:avLst/>
          </a:prstGeom>
          <a:noFill/>
        </p:spPr>
        <p:txBody>
          <a:bodyPr wrap="square" lIns="0" tIns="0" rIns="0" bIns="0" rtlCol="0">
            <a:spAutoFit/>
          </a:bodyPr>
          <a:lstStyle/>
          <a:p>
            <a:pPr marL="742950" indent="-742950" algn="r" rtl="1" fontAlgn="auto">
              <a:spcBef>
                <a:spcPts val="0"/>
              </a:spcBef>
              <a:spcAft>
                <a:spcPts val="0"/>
              </a:spcAft>
              <a:buFont typeface="+mj-lt"/>
              <a:buAutoNum type="arabicPeriod"/>
            </a:pPr>
            <a:r>
              <a:rPr lang="ar-SA" sz="4000" b="1" i="1" dirty="0">
                <a:solidFill>
                  <a:schemeClr val="accent4">
                    <a:lumMod val="60000"/>
                    <a:lumOff val="40000"/>
                  </a:schemeClr>
                </a:solidFill>
                <a:latin typeface="Source Sans Pro" panose="020B0503030403020204" pitchFamily="34" charset="0"/>
                <a:cs typeface="Clear Sans" panose="020B0503030202020304" pitchFamily="34" charset="0"/>
              </a:rPr>
              <a:t>	ما هي أسباب فوبيا التكنولوجيا؟</a:t>
            </a:r>
            <a:endParaRPr lang="id-ID" sz="4000" b="1" i="1" dirty="0">
              <a:solidFill>
                <a:schemeClr val="accent4">
                  <a:lumMod val="60000"/>
                  <a:lumOff val="40000"/>
                </a:schemeClr>
              </a:solidFill>
              <a:latin typeface="Source Sans Pro" panose="020B0503030403020204" pitchFamily="34" charset="0"/>
              <a:cs typeface="Clear Sans" panose="020B0503030202020304" pitchFamily="34" charset="0"/>
            </a:endParaRPr>
          </a:p>
        </p:txBody>
      </p:sp>
      <p:sp>
        <p:nvSpPr>
          <p:cNvPr id="59" name="Oval 58"/>
          <p:cNvSpPr/>
          <p:nvPr/>
        </p:nvSpPr>
        <p:spPr>
          <a:xfrm>
            <a:off x="2730431" y="3620770"/>
            <a:ext cx="566615" cy="566615"/>
          </a:xfrm>
          <a:prstGeom prst="ellipse">
            <a:avLst/>
          </a:prstGeom>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id-ID" dirty="0" smtClean="0">
                <a:solidFill>
                  <a:prstClr val="white"/>
                </a:solidFill>
              </a:rPr>
              <a:t>1</a:t>
            </a:r>
            <a:endParaRPr lang="en-AU" dirty="0">
              <a:solidFill>
                <a:prstClr val="white"/>
              </a:solidFill>
            </a:endParaRPr>
          </a:p>
        </p:txBody>
      </p:sp>
      <p:sp>
        <p:nvSpPr>
          <p:cNvPr id="60" name="Oval 59"/>
          <p:cNvSpPr/>
          <p:nvPr/>
        </p:nvSpPr>
        <p:spPr>
          <a:xfrm>
            <a:off x="8345656" y="3587359"/>
            <a:ext cx="574964" cy="574964"/>
          </a:xfrm>
          <a:prstGeom prst="ellipse">
            <a:avLst/>
          </a:prstGeom>
          <a:solidFill>
            <a:schemeClr val="accent2"/>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id-ID" dirty="0" smtClean="0">
                <a:solidFill>
                  <a:prstClr val="white"/>
                </a:solidFill>
              </a:rPr>
              <a:t>2</a:t>
            </a:r>
            <a:endParaRPr lang="en-AU" dirty="0">
              <a:solidFill>
                <a:prstClr val="white"/>
              </a:solidFill>
            </a:endParaRPr>
          </a:p>
        </p:txBody>
      </p:sp>
      <p:sp>
        <p:nvSpPr>
          <p:cNvPr id="62" name="TextBox 61"/>
          <p:cNvSpPr txBox="1"/>
          <p:nvPr/>
        </p:nvSpPr>
        <p:spPr>
          <a:xfrm>
            <a:off x="1215739" y="4716814"/>
            <a:ext cx="3595997" cy="732279"/>
          </a:xfrm>
          <a:prstGeom prst="rect">
            <a:avLst/>
          </a:prstGeom>
          <a:noFill/>
        </p:spPr>
        <p:txBody>
          <a:bodyPr vert="horz" wrap="square" lIns="0" tIns="0" rIns="0" bIns="0" rtlCol="0">
            <a:noAutofit/>
          </a:bodyPr>
          <a:lstStyle/>
          <a:p>
            <a:pPr algn="ctr" fontAlgn="auto">
              <a:spcBef>
                <a:spcPts val="0"/>
              </a:spcBef>
              <a:spcAft>
                <a:spcPts val="0"/>
              </a:spcAft>
            </a:pPr>
            <a:r>
              <a:rPr lang="ar-SA" sz="2800" b="1" dirty="0">
                <a:solidFill>
                  <a:prstClr val="black">
                    <a:lumMod val="50000"/>
                    <a:lumOff val="50000"/>
                  </a:prstClr>
                </a:solidFill>
                <a:latin typeface="Roboto Lt"/>
                <a:cs typeface="+mn-cs"/>
              </a:rPr>
              <a:t>القلق العام والخوف من العلم والحواسيب</a:t>
            </a:r>
            <a:endParaRPr lang="en-AU" sz="2800" b="1" dirty="0">
              <a:solidFill>
                <a:prstClr val="black">
                  <a:lumMod val="50000"/>
                  <a:lumOff val="50000"/>
                </a:prstClr>
              </a:solidFill>
              <a:latin typeface="Roboto Lt"/>
              <a:cs typeface="+mn-cs"/>
            </a:endParaRPr>
          </a:p>
        </p:txBody>
      </p:sp>
      <p:sp>
        <p:nvSpPr>
          <p:cNvPr id="63" name="TextBox 62"/>
          <p:cNvSpPr txBox="1"/>
          <p:nvPr/>
        </p:nvSpPr>
        <p:spPr>
          <a:xfrm>
            <a:off x="6590420" y="4498885"/>
            <a:ext cx="3829930" cy="732279"/>
          </a:xfrm>
          <a:prstGeom prst="rect">
            <a:avLst/>
          </a:prstGeom>
          <a:noFill/>
        </p:spPr>
        <p:txBody>
          <a:bodyPr vert="horz" wrap="square" lIns="0" tIns="0" rIns="0" bIns="0" rtlCol="0">
            <a:noAutofit/>
          </a:bodyPr>
          <a:lstStyle/>
          <a:p>
            <a:pPr algn="ctr" fontAlgn="auto">
              <a:spcBef>
                <a:spcPts val="0"/>
              </a:spcBef>
              <a:spcAft>
                <a:spcPts val="0"/>
              </a:spcAft>
            </a:pPr>
            <a:r>
              <a:rPr lang="ar-SA" sz="2800" b="1" dirty="0">
                <a:solidFill>
                  <a:prstClr val="black">
                    <a:lumMod val="50000"/>
                    <a:lumOff val="50000"/>
                  </a:prstClr>
                </a:solidFill>
                <a:latin typeface="Roboto Lt"/>
                <a:cs typeface="+mn-cs"/>
              </a:rPr>
              <a:t>قد تساهم كتب الخيال العلمي والأفلام وعروض التلفزيون في تعزيز هذا الخوف</a:t>
            </a:r>
            <a:endParaRPr lang="en-AU" sz="2800" b="1" dirty="0">
              <a:solidFill>
                <a:prstClr val="black">
                  <a:lumMod val="50000"/>
                  <a:lumOff val="50000"/>
                </a:prstClr>
              </a:solidFill>
              <a:latin typeface="Roboto Lt"/>
              <a:cs typeface="+mn-cs"/>
            </a:endParaRPr>
          </a:p>
        </p:txBody>
      </p:sp>
    </p:spTree>
    <p:extLst>
      <p:ext uri="{BB962C8B-B14F-4D97-AF65-F5344CB8AC3E}">
        <p14:creationId xmlns:p14="http://schemas.microsoft.com/office/powerpoint/2010/main" val="145404356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grpId="0" nodeType="afterEffect">
                                  <p:stCondLst>
                                    <p:cond delay="0"/>
                                  </p:stCondLst>
                                  <p:childTnLst>
                                    <p:set>
                                      <p:cBhvr>
                                        <p:cTn id="6" dur="1" fill="hold">
                                          <p:stCondLst>
                                            <p:cond delay="0"/>
                                          </p:stCondLst>
                                        </p:cTn>
                                        <p:tgtEl>
                                          <p:spTgt spid="47"/>
                                        </p:tgtEl>
                                        <p:attrNameLst>
                                          <p:attrName>style.visibility</p:attrName>
                                        </p:attrNameLst>
                                      </p:cBhvr>
                                      <p:to>
                                        <p:strVal val="visible"/>
                                      </p:to>
                                    </p:set>
                                    <p:animEffect transition="in" filter="wipe(right)">
                                      <p:cBhvr>
                                        <p:cTn id="7" dur="500"/>
                                        <p:tgtEl>
                                          <p:spTgt spid="47"/>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50"/>
                                        </p:tgtEl>
                                        <p:attrNameLst>
                                          <p:attrName>style.visibility</p:attrName>
                                        </p:attrNameLst>
                                      </p:cBhvr>
                                      <p:to>
                                        <p:strVal val="visible"/>
                                      </p:to>
                                    </p:set>
                                    <p:animEffect transition="in" filter="fade">
                                      <p:cBhvr>
                                        <p:cTn id="11" dur="500"/>
                                        <p:tgtEl>
                                          <p:spTgt spid="50"/>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59"/>
                                        </p:tgtEl>
                                        <p:attrNameLst>
                                          <p:attrName>style.visibility</p:attrName>
                                        </p:attrNameLst>
                                      </p:cBhvr>
                                      <p:to>
                                        <p:strVal val="visible"/>
                                      </p:to>
                                    </p:set>
                                    <p:animEffect transition="in" filter="fade">
                                      <p:cBhvr>
                                        <p:cTn id="15" dur="500"/>
                                        <p:tgtEl>
                                          <p:spTgt spid="59"/>
                                        </p:tgtEl>
                                      </p:cBhvr>
                                    </p:animEffect>
                                  </p:childTnLst>
                                </p:cTn>
                              </p:par>
                            </p:childTnLst>
                          </p:cTn>
                        </p:par>
                        <p:par>
                          <p:cTn id="16" fill="hold">
                            <p:stCondLst>
                              <p:cond delay="1500"/>
                            </p:stCondLst>
                            <p:childTnLst>
                              <p:par>
                                <p:cTn id="17" presetID="18" presetClass="entr" presetSubtype="12" fill="hold" grpId="0" nodeType="afterEffect">
                                  <p:stCondLst>
                                    <p:cond delay="0"/>
                                  </p:stCondLst>
                                  <p:childTnLst>
                                    <p:set>
                                      <p:cBhvr>
                                        <p:cTn id="18" dur="1" fill="hold">
                                          <p:stCondLst>
                                            <p:cond delay="0"/>
                                          </p:stCondLst>
                                        </p:cTn>
                                        <p:tgtEl>
                                          <p:spTgt spid="62"/>
                                        </p:tgtEl>
                                        <p:attrNameLst>
                                          <p:attrName>style.visibility</p:attrName>
                                        </p:attrNameLst>
                                      </p:cBhvr>
                                      <p:to>
                                        <p:strVal val="visible"/>
                                      </p:to>
                                    </p:set>
                                    <p:animEffect transition="in" filter="strips(downLeft)">
                                      <p:cBhvr>
                                        <p:cTn id="19" dur="500"/>
                                        <p:tgtEl>
                                          <p:spTgt spid="62"/>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60"/>
                                        </p:tgtEl>
                                        <p:attrNameLst>
                                          <p:attrName>style.visibility</p:attrName>
                                        </p:attrNameLst>
                                      </p:cBhvr>
                                      <p:to>
                                        <p:strVal val="visible"/>
                                      </p:to>
                                    </p:set>
                                    <p:animEffect transition="in" filter="fade">
                                      <p:cBhvr>
                                        <p:cTn id="23" dur="500"/>
                                        <p:tgtEl>
                                          <p:spTgt spid="60"/>
                                        </p:tgtEl>
                                      </p:cBhvr>
                                    </p:animEffect>
                                  </p:childTnLst>
                                </p:cTn>
                              </p:par>
                            </p:childTnLst>
                          </p:cTn>
                        </p:par>
                        <p:par>
                          <p:cTn id="24" fill="hold">
                            <p:stCondLst>
                              <p:cond delay="2500"/>
                            </p:stCondLst>
                            <p:childTnLst>
                              <p:par>
                                <p:cTn id="25" presetID="18" presetClass="entr" presetSubtype="12" fill="hold" grpId="0" nodeType="afterEffect">
                                  <p:stCondLst>
                                    <p:cond delay="0"/>
                                  </p:stCondLst>
                                  <p:childTnLst>
                                    <p:set>
                                      <p:cBhvr>
                                        <p:cTn id="26" dur="1" fill="hold">
                                          <p:stCondLst>
                                            <p:cond delay="0"/>
                                          </p:stCondLst>
                                        </p:cTn>
                                        <p:tgtEl>
                                          <p:spTgt spid="63"/>
                                        </p:tgtEl>
                                        <p:attrNameLst>
                                          <p:attrName>style.visibility</p:attrName>
                                        </p:attrNameLst>
                                      </p:cBhvr>
                                      <p:to>
                                        <p:strVal val="visible"/>
                                      </p:to>
                                    </p:set>
                                    <p:animEffect transition="in" filter="strips(downLeft)">
                                      <p:cBhvr>
                                        <p:cTn id="27" dur="500"/>
                                        <p:tgtEl>
                                          <p:spTgt spid="6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50" grpId="0"/>
      <p:bldP spid="59" grpId="0" animBg="1"/>
      <p:bldP spid="60" grpId="0" animBg="1"/>
      <p:bldP spid="62" grpId="0"/>
      <p:bldP spid="63" grpId="0"/>
    </p:bld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 name="Rectangle 46"/>
          <p:cNvSpPr/>
          <p:nvPr/>
        </p:nvSpPr>
        <p:spPr>
          <a:xfrm rot="5400000">
            <a:off x="5135008" y="-3118034"/>
            <a:ext cx="1921980" cy="12192002"/>
          </a:xfrm>
          <a:prstGeom prst="rect">
            <a:avLst/>
          </a:prstGeom>
          <a:solidFill>
            <a:schemeClr val="bg2">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50" name="TextBox 49"/>
          <p:cNvSpPr txBox="1"/>
          <p:nvPr/>
        </p:nvSpPr>
        <p:spPr>
          <a:xfrm>
            <a:off x="1943100" y="2531009"/>
            <a:ext cx="9294641" cy="615553"/>
          </a:xfrm>
          <a:prstGeom prst="rect">
            <a:avLst/>
          </a:prstGeom>
          <a:noFill/>
        </p:spPr>
        <p:txBody>
          <a:bodyPr wrap="square" lIns="0" tIns="0" rIns="0" bIns="0" rtlCol="0">
            <a:spAutoFit/>
          </a:bodyPr>
          <a:lstStyle/>
          <a:p>
            <a:pPr marL="742950" indent="-742950" algn="r" rtl="1" fontAlgn="auto">
              <a:spcBef>
                <a:spcPts val="0"/>
              </a:spcBef>
              <a:spcAft>
                <a:spcPts val="0"/>
              </a:spcAft>
              <a:buFont typeface="+mj-lt"/>
              <a:buAutoNum type="arabicPeriod"/>
            </a:pPr>
            <a:r>
              <a:rPr lang="ar-SA" sz="4000" b="1" i="1" dirty="0">
                <a:solidFill>
                  <a:schemeClr val="accent4">
                    <a:lumMod val="60000"/>
                    <a:lumOff val="40000"/>
                  </a:schemeClr>
                </a:solidFill>
                <a:latin typeface="Source Sans Pro" panose="020B0503030403020204" pitchFamily="34" charset="0"/>
                <a:cs typeface="Clear Sans" panose="020B0503030202020304" pitchFamily="34" charset="0"/>
              </a:rPr>
              <a:t>	ما هي أسباب فوبيا التكنولوجيا؟</a:t>
            </a:r>
            <a:endParaRPr lang="id-ID" sz="4000" b="1" i="1" dirty="0">
              <a:solidFill>
                <a:schemeClr val="accent4">
                  <a:lumMod val="60000"/>
                  <a:lumOff val="40000"/>
                </a:schemeClr>
              </a:solidFill>
              <a:latin typeface="Source Sans Pro" panose="020B0503030403020204" pitchFamily="34" charset="0"/>
              <a:cs typeface="Clear Sans" panose="020B0503030202020304" pitchFamily="34" charset="0"/>
            </a:endParaRPr>
          </a:p>
        </p:txBody>
      </p:sp>
      <p:sp>
        <p:nvSpPr>
          <p:cNvPr id="59" name="Oval 58"/>
          <p:cNvSpPr/>
          <p:nvPr/>
        </p:nvSpPr>
        <p:spPr>
          <a:xfrm>
            <a:off x="2730431" y="3620770"/>
            <a:ext cx="566615" cy="566615"/>
          </a:xfrm>
          <a:prstGeom prst="ellipse">
            <a:avLst/>
          </a:prstGeom>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US" dirty="0" smtClean="0">
                <a:solidFill>
                  <a:prstClr val="white"/>
                </a:solidFill>
              </a:rPr>
              <a:t>3</a:t>
            </a:r>
            <a:endParaRPr lang="en-AU" dirty="0">
              <a:solidFill>
                <a:prstClr val="white"/>
              </a:solidFill>
            </a:endParaRPr>
          </a:p>
        </p:txBody>
      </p:sp>
      <p:sp>
        <p:nvSpPr>
          <p:cNvPr id="60" name="Oval 59"/>
          <p:cNvSpPr/>
          <p:nvPr/>
        </p:nvSpPr>
        <p:spPr>
          <a:xfrm>
            <a:off x="8345656" y="3587359"/>
            <a:ext cx="574964" cy="574964"/>
          </a:xfrm>
          <a:prstGeom prst="ellipse">
            <a:avLst/>
          </a:prstGeom>
          <a:solidFill>
            <a:schemeClr val="accent2"/>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US" dirty="0" smtClean="0">
                <a:solidFill>
                  <a:prstClr val="white"/>
                </a:solidFill>
              </a:rPr>
              <a:t>4</a:t>
            </a:r>
            <a:endParaRPr lang="en-AU" dirty="0">
              <a:solidFill>
                <a:prstClr val="white"/>
              </a:solidFill>
            </a:endParaRPr>
          </a:p>
        </p:txBody>
      </p:sp>
      <p:sp>
        <p:nvSpPr>
          <p:cNvPr id="62" name="TextBox 61"/>
          <p:cNvSpPr txBox="1"/>
          <p:nvPr/>
        </p:nvSpPr>
        <p:spPr>
          <a:xfrm>
            <a:off x="1215739" y="4716814"/>
            <a:ext cx="3595997" cy="960086"/>
          </a:xfrm>
          <a:prstGeom prst="rect">
            <a:avLst/>
          </a:prstGeom>
          <a:noFill/>
        </p:spPr>
        <p:txBody>
          <a:bodyPr vert="horz" wrap="square" lIns="0" tIns="0" rIns="0" bIns="0" rtlCol="0">
            <a:noAutofit/>
          </a:bodyPr>
          <a:lstStyle/>
          <a:p>
            <a:pPr algn="ctr" fontAlgn="auto">
              <a:spcBef>
                <a:spcPts val="0"/>
              </a:spcBef>
              <a:spcAft>
                <a:spcPts val="0"/>
              </a:spcAft>
            </a:pPr>
            <a:r>
              <a:rPr lang="ar-SA" sz="2800" b="1" dirty="0">
                <a:solidFill>
                  <a:prstClr val="black">
                    <a:lumMod val="50000"/>
                    <a:lumOff val="50000"/>
                  </a:prstClr>
                </a:solidFill>
                <a:latin typeface="Roboto Lt"/>
                <a:cs typeface="+mn-cs"/>
              </a:rPr>
              <a:t>الجهل بأهمية وفوائد التكنولوجيا، وعدم تقبل التغيير</a:t>
            </a:r>
            <a:endParaRPr lang="en-AU" sz="2800" b="1" dirty="0">
              <a:solidFill>
                <a:prstClr val="black">
                  <a:lumMod val="50000"/>
                  <a:lumOff val="50000"/>
                </a:prstClr>
              </a:solidFill>
              <a:latin typeface="Roboto Lt"/>
              <a:cs typeface="+mn-cs"/>
            </a:endParaRPr>
          </a:p>
        </p:txBody>
      </p:sp>
      <p:sp>
        <p:nvSpPr>
          <p:cNvPr id="63" name="TextBox 62"/>
          <p:cNvSpPr txBox="1"/>
          <p:nvPr/>
        </p:nvSpPr>
        <p:spPr>
          <a:xfrm>
            <a:off x="6590419" y="4498885"/>
            <a:ext cx="4647321" cy="1387565"/>
          </a:xfrm>
          <a:prstGeom prst="rect">
            <a:avLst/>
          </a:prstGeom>
          <a:noFill/>
        </p:spPr>
        <p:txBody>
          <a:bodyPr vert="horz" wrap="square" lIns="0" tIns="0" rIns="0" bIns="0" rtlCol="0">
            <a:noAutofit/>
          </a:bodyPr>
          <a:lstStyle/>
          <a:p>
            <a:pPr algn="ctr" fontAlgn="auto">
              <a:spcBef>
                <a:spcPts val="0"/>
              </a:spcBef>
              <a:spcAft>
                <a:spcPts val="0"/>
              </a:spcAft>
            </a:pPr>
            <a:r>
              <a:rPr lang="ar-SA" sz="2800" b="1" dirty="0">
                <a:solidFill>
                  <a:prstClr val="black">
                    <a:lumMod val="50000"/>
                    <a:lumOff val="50000"/>
                  </a:prstClr>
                </a:solidFill>
                <a:latin typeface="Roboto Lt"/>
                <a:cs typeface="+mn-cs"/>
              </a:rPr>
              <a:t>في الغالب يتولد الخوف من التكنولوجيا عند الكبار في السن نظراً لعدم معاصرتهم للحواسيب والألعاب الرقمية</a:t>
            </a:r>
            <a:endParaRPr lang="en-AU" sz="2800" b="1" dirty="0">
              <a:solidFill>
                <a:prstClr val="black">
                  <a:lumMod val="50000"/>
                  <a:lumOff val="50000"/>
                </a:prstClr>
              </a:solidFill>
              <a:latin typeface="Roboto Lt"/>
              <a:cs typeface="+mn-cs"/>
            </a:endParaRPr>
          </a:p>
        </p:txBody>
      </p:sp>
    </p:spTree>
    <p:extLst>
      <p:ext uri="{BB962C8B-B14F-4D97-AF65-F5344CB8AC3E}">
        <p14:creationId xmlns:p14="http://schemas.microsoft.com/office/powerpoint/2010/main" val="72931653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grpId="0" nodeType="afterEffect">
                                  <p:stCondLst>
                                    <p:cond delay="0"/>
                                  </p:stCondLst>
                                  <p:childTnLst>
                                    <p:set>
                                      <p:cBhvr>
                                        <p:cTn id="6" dur="1" fill="hold">
                                          <p:stCondLst>
                                            <p:cond delay="0"/>
                                          </p:stCondLst>
                                        </p:cTn>
                                        <p:tgtEl>
                                          <p:spTgt spid="47"/>
                                        </p:tgtEl>
                                        <p:attrNameLst>
                                          <p:attrName>style.visibility</p:attrName>
                                        </p:attrNameLst>
                                      </p:cBhvr>
                                      <p:to>
                                        <p:strVal val="visible"/>
                                      </p:to>
                                    </p:set>
                                    <p:animEffect transition="in" filter="wipe(right)">
                                      <p:cBhvr>
                                        <p:cTn id="7" dur="500"/>
                                        <p:tgtEl>
                                          <p:spTgt spid="47"/>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50"/>
                                        </p:tgtEl>
                                        <p:attrNameLst>
                                          <p:attrName>style.visibility</p:attrName>
                                        </p:attrNameLst>
                                      </p:cBhvr>
                                      <p:to>
                                        <p:strVal val="visible"/>
                                      </p:to>
                                    </p:set>
                                    <p:animEffect transition="in" filter="fade">
                                      <p:cBhvr>
                                        <p:cTn id="11" dur="500"/>
                                        <p:tgtEl>
                                          <p:spTgt spid="50"/>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59"/>
                                        </p:tgtEl>
                                        <p:attrNameLst>
                                          <p:attrName>style.visibility</p:attrName>
                                        </p:attrNameLst>
                                      </p:cBhvr>
                                      <p:to>
                                        <p:strVal val="visible"/>
                                      </p:to>
                                    </p:set>
                                    <p:animEffect transition="in" filter="fade">
                                      <p:cBhvr>
                                        <p:cTn id="15" dur="500"/>
                                        <p:tgtEl>
                                          <p:spTgt spid="59"/>
                                        </p:tgtEl>
                                      </p:cBhvr>
                                    </p:animEffect>
                                  </p:childTnLst>
                                </p:cTn>
                              </p:par>
                            </p:childTnLst>
                          </p:cTn>
                        </p:par>
                        <p:par>
                          <p:cTn id="16" fill="hold">
                            <p:stCondLst>
                              <p:cond delay="1500"/>
                            </p:stCondLst>
                            <p:childTnLst>
                              <p:par>
                                <p:cTn id="17" presetID="18" presetClass="entr" presetSubtype="12" fill="hold" grpId="0" nodeType="afterEffect">
                                  <p:stCondLst>
                                    <p:cond delay="0"/>
                                  </p:stCondLst>
                                  <p:childTnLst>
                                    <p:set>
                                      <p:cBhvr>
                                        <p:cTn id="18" dur="1" fill="hold">
                                          <p:stCondLst>
                                            <p:cond delay="0"/>
                                          </p:stCondLst>
                                        </p:cTn>
                                        <p:tgtEl>
                                          <p:spTgt spid="62"/>
                                        </p:tgtEl>
                                        <p:attrNameLst>
                                          <p:attrName>style.visibility</p:attrName>
                                        </p:attrNameLst>
                                      </p:cBhvr>
                                      <p:to>
                                        <p:strVal val="visible"/>
                                      </p:to>
                                    </p:set>
                                    <p:animEffect transition="in" filter="strips(downLeft)">
                                      <p:cBhvr>
                                        <p:cTn id="19" dur="500"/>
                                        <p:tgtEl>
                                          <p:spTgt spid="62"/>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60"/>
                                        </p:tgtEl>
                                        <p:attrNameLst>
                                          <p:attrName>style.visibility</p:attrName>
                                        </p:attrNameLst>
                                      </p:cBhvr>
                                      <p:to>
                                        <p:strVal val="visible"/>
                                      </p:to>
                                    </p:set>
                                    <p:animEffect transition="in" filter="fade">
                                      <p:cBhvr>
                                        <p:cTn id="23" dur="500"/>
                                        <p:tgtEl>
                                          <p:spTgt spid="60"/>
                                        </p:tgtEl>
                                      </p:cBhvr>
                                    </p:animEffect>
                                  </p:childTnLst>
                                </p:cTn>
                              </p:par>
                            </p:childTnLst>
                          </p:cTn>
                        </p:par>
                        <p:par>
                          <p:cTn id="24" fill="hold">
                            <p:stCondLst>
                              <p:cond delay="2500"/>
                            </p:stCondLst>
                            <p:childTnLst>
                              <p:par>
                                <p:cTn id="25" presetID="18" presetClass="entr" presetSubtype="12" fill="hold" grpId="0" nodeType="afterEffect">
                                  <p:stCondLst>
                                    <p:cond delay="0"/>
                                  </p:stCondLst>
                                  <p:childTnLst>
                                    <p:set>
                                      <p:cBhvr>
                                        <p:cTn id="26" dur="1" fill="hold">
                                          <p:stCondLst>
                                            <p:cond delay="0"/>
                                          </p:stCondLst>
                                        </p:cTn>
                                        <p:tgtEl>
                                          <p:spTgt spid="63"/>
                                        </p:tgtEl>
                                        <p:attrNameLst>
                                          <p:attrName>style.visibility</p:attrName>
                                        </p:attrNameLst>
                                      </p:cBhvr>
                                      <p:to>
                                        <p:strVal val="visible"/>
                                      </p:to>
                                    </p:set>
                                    <p:animEffect transition="in" filter="strips(downLeft)">
                                      <p:cBhvr>
                                        <p:cTn id="27" dur="500"/>
                                        <p:tgtEl>
                                          <p:spTgt spid="6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50" grpId="0"/>
      <p:bldP spid="59" grpId="0" animBg="1"/>
      <p:bldP spid="60" grpId="0" animBg="1"/>
      <p:bldP spid="62" grpId="0"/>
      <p:bldP spid="63" grpId="0"/>
    </p:bld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 name="Rectangle 46"/>
          <p:cNvSpPr/>
          <p:nvPr/>
        </p:nvSpPr>
        <p:spPr>
          <a:xfrm rot="5400000">
            <a:off x="5135008" y="-3118034"/>
            <a:ext cx="1921980" cy="12192002"/>
          </a:xfrm>
          <a:prstGeom prst="rect">
            <a:avLst/>
          </a:prstGeom>
          <a:solidFill>
            <a:schemeClr val="bg2">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50" name="TextBox 49"/>
          <p:cNvSpPr txBox="1"/>
          <p:nvPr/>
        </p:nvSpPr>
        <p:spPr>
          <a:xfrm>
            <a:off x="1943100" y="2531009"/>
            <a:ext cx="9294641" cy="615553"/>
          </a:xfrm>
          <a:prstGeom prst="rect">
            <a:avLst/>
          </a:prstGeom>
          <a:noFill/>
        </p:spPr>
        <p:txBody>
          <a:bodyPr wrap="square" lIns="0" tIns="0" rIns="0" bIns="0" rtlCol="0">
            <a:spAutoFit/>
          </a:bodyPr>
          <a:lstStyle/>
          <a:p>
            <a:pPr marL="742950" indent="-742950" algn="r" rtl="1" fontAlgn="auto">
              <a:spcBef>
                <a:spcPts val="0"/>
              </a:spcBef>
              <a:spcAft>
                <a:spcPts val="0"/>
              </a:spcAft>
              <a:buFont typeface="+mj-lt"/>
              <a:buAutoNum type="arabicPeriod" startAt="2"/>
            </a:pPr>
            <a:r>
              <a:rPr lang="ar-SA" sz="4000" b="1" i="1" dirty="0">
                <a:solidFill>
                  <a:schemeClr val="accent4">
                    <a:lumMod val="60000"/>
                    <a:lumOff val="40000"/>
                  </a:schemeClr>
                </a:solidFill>
                <a:latin typeface="Source Sans Pro" panose="020B0503030403020204" pitchFamily="34" charset="0"/>
                <a:cs typeface="Clear Sans" panose="020B0503030202020304" pitchFamily="34" charset="0"/>
              </a:rPr>
              <a:t>	أعراض الخوف من التكنولوجيا</a:t>
            </a:r>
            <a:endParaRPr lang="id-ID" sz="4000" b="1" i="1" dirty="0">
              <a:solidFill>
                <a:schemeClr val="accent4">
                  <a:lumMod val="60000"/>
                  <a:lumOff val="40000"/>
                </a:schemeClr>
              </a:solidFill>
              <a:latin typeface="Source Sans Pro" panose="020B0503030403020204" pitchFamily="34" charset="0"/>
              <a:cs typeface="Clear Sans" panose="020B0503030202020304" pitchFamily="34" charset="0"/>
            </a:endParaRPr>
          </a:p>
        </p:txBody>
      </p:sp>
      <p:sp>
        <p:nvSpPr>
          <p:cNvPr id="59" name="Oval 58"/>
          <p:cNvSpPr/>
          <p:nvPr/>
        </p:nvSpPr>
        <p:spPr>
          <a:xfrm>
            <a:off x="2730431" y="3620770"/>
            <a:ext cx="566615" cy="566615"/>
          </a:xfrm>
          <a:prstGeom prst="ellipse">
            <a:avLst/>
          </a:prstGeom>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id-ID" dirty="0" smtClean="0">
                <a:solidFill>
                  <a:prstClr val="white"/>
                </a:solidFill>
              </a:rPr>
              <a:t>1</a:t>
            </a:r>
            <a:endParaRPr lang="en-AU" dirty="0">
              <a:solidFill>
                <a:prstClr val="white"/>
              </a:solidFill>
            </a:endParaRPr>
          </a:p>
        </p:txBody>
      </p:sp>
      <p:sp>
        <p:nvSpPr>
          <p:cNvPr id="60" name="Oval 59"/>
          <p:cNvSpPr/>
          <p:nvPr/>
        </p:nvSpPr>
        <p:spPr>
          <a:xfrm>
            <a:off x="8345656" y="3587359"/>
            <a:ext cx="574964" cy="574964"/>
          </a:xfrm>
          <a:prstGeom prst="ellipse">
            <a:avLst/>
          </a:prstGeom>
          <a:solidFill>
            <a:schemeClr val="accent2"/>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id-ID" dirty="0" smtClean="0">
                <a:solidFill>
                  <a:prstClr val="white"/>
                </a:solidFill>
              </a:rPr>
              <a:t>2</a:t>
            </a:r>
            <a:endParaRPr lang="en-AU" dirty="0">
              <a:solidFill>
                <a:prstClr val="white"/>
              </a:solidFill>
            </a:endParaRPr>
          </a:p>
        </p:txBody>
      </p:sp>
      <p:sp>
        <p:nvSpPr>
          <p:cNvPr id="62" name="TextBox 61"/>
          <p:cNvSpPr txBox="1"/>
          <p:nvPr/>
        </p:nvSpPr>
        <p:spPr>
          <a:xfrm>
            <a:off x="1215739" y="4716814"/>
            <a:ext cx="3595997" cy="732279"/>
          </a:xfrm>
          <a:prstGeom prst="rect">
            <a:avLst/>
          </a:prstGeom>
          <a:noFill/>
        </p:spPr>
        <p:txBody>
          <a:bodyPr vert="horz" wrap="square" lIns="0" tIns="0" rIns="0" bIns="0" rtlCol="0">
            <a:noAutofit/>
          </a:bodyPr>
          <a:lstStyle/>
          <a:p>
            <a:pPr algn="ctr" fontAlgn="auto">
              <a:spcBef>
                <a:spcPts val="0"/>
              </a:spcBef>
              <a:spcAft>
                <a:spcPts val="0"/>
              </a:spcAft>
            </a:pPr>
            <a:r>
              <a:rPr lang="ar-SA" sz="2800" b="1" dirty="0">
                <a:solidFill>
                  <a:prstClr val="black">
                    <a:lumMod val="50000"/>
                    <a:lumOff val="50000"/>
                  </a:prstClr>
                </a:solidFill>
                <a:latin typeface="Roboto Lt"/>
                <a:cs typeface="+mn-cs"/>
              </a:rPr>
              <a:t>رفض ومقاومة استخدامها</a:t>
            </a:r>
            <a:endParaRPr lang="en-AU" sz="2800" b="1" dirty="0">
              <a:solidFill>
                <a:prstClr val="black">
                  <a:lumMod val="50000"/>
                  <a:lumOff val="50000"/>
                </a:prstClr>
              </a:solidFill>
              <a:latin typeface="Roboto Lt"/>
              <a:cs typeface="+mn-cs"/>
            </a:endParaRPr>
          </a:p>
        </p:txBody>
      </p:sp>
      <p:sp>
        <p:nvSpPr>
          <p:cNvPr id="63" name="TextBox 62"/>
          <p:cNvSpPr txBox="1"/>
          <p:nvPr/>
        </p:nvSpPr>
        <p:spPr>
          <a:xfrm>
            <a:off x="6557540" y="4716813"/>
            <a:ext cx="3829930" cy="732279"/>
          </a:xfrm>
          <a:prstGeom prst="rect">
            <a:avLst/>
          </a:prstGeom>
          <a:noFill/>
        </p:spPr>
        <p:txBody>
          <a:bodyPr vert="horz" wrap="square" lIns="0" tIns="0" rIns="0" bIns="0" rtlCol="0">
            <a:noAutofit/>
          </a:bodyPr>
          <a:lstStyle/>
          <a:p>
            <a:pPr algn="ctr" fontAlgn="auto">
              <a:spcBef>
                <a:spcPts val="0"/>
              </a:spcBef>
              <a:spcAft>
                <a:spcPts val="0"/>
              </a:spcAft>
            </a:pPr>
            <a:r>
              <a:rPr lang="ar-SA" sz="2800" b="1" dirty="0">
                <a:solidFill>
                  <a:prstClr val="black">
                    <a:lumMod val="50000"/>
                    <a:lumOff val="50000"/>
                  </a:prstClr>
                </a:solidFill>
                <a:latin typeface="Roboto Lt"/>
                <a:cs typeface="+mn-cs"/>
              </a:rPr>
              <a:t>رفض أي شيء آلي</a:t>
            </a:r>
            <a:endParaRPr lang="en-AU" sz="2800" b="1" dirty="0">
              <a:solidFill>
                <a:prstClr val="black">
                  <a:lumMod val="50000"/>
                  <a:lumOff val="50000"/>
                </a:prstClr>
              </a:solidFill>
              <a:latin typeface="Roboto Lt"/>
              <a:cs typeface="+mn-cs"/>
            </a:endParaRPr>
          </a:p>
        </p:txBody>
      </p:sp>
    </p:spTree>
    <p:extLst>
      <p:ext uri="{BB962C8B-B14F-4D97-AF65-F5344CB8AC3E}">
        <p14:creationId xmlns:p14="http://schemas.microsoft.com/office/powerpoint/2010/main" val="84477168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grpId="0" nodeType="afterEffect">
                                  <p:stCondLst>
                                    <p:cond delay="0"/>
                                  </p:stCondLst>
                                  <p:childTnLst>
                                    <p:set>
                                      <p:cBhvr>
                                        <p:cTn id="6" dur="1" fill="hold">
                                          <p:stCondLst>
                                            <p:cond delay="0"/>
                                          </p:stCondLst>
                                        </p:cTn>
                                        <p:tgtEl>
                                          <p:spTgt spid="47"/>
                                        </p:tgtEl>
                                        <p:attrNameLst>
                                          <p:attrName>style.visibility</p:attrName>
                                        </p:attrNameLst>
                                      </p:cBhvr>
                                      <p:to>
                                        <p:strVal val="visible"/>
                                      </p:to>
                                    </p:set>
                                    <p:animEffect transition="in" filter="wipe(right)">
                                      <p:cBhvr>
                                        <p:cTn id="7" dur="500"/>
                                        <p:tgtEl>
                                          <p:spTgt spid="47"/>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50"/>
                                        </p:tgtEl>
                                        <p:attrNameLst>
                                          <p:attrName>style.visibility</p:attrName>
                                        </p:attrNameLst>
                                      </p:cBhvr>
                                      <p:to>
                                        <p:strVal val="visible"/>
                                      </p:to>
                                    </p:set>
                                    <p:animEffect transition="in" filter="fade">
                                      <p:cBhvr>
                                        <p:cTn id="11" dur="500"/>
                                        <p:tgtEl>
                                          <p:spTgt spid="50"/>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59"/>
                                        </p:tgtEl>
                                        <p:attrNameLst>
                                          <p:attrName>style.visibility</p:attrName>
                                        </p:attrNameLst>
                                      </p:cBhvr>
                                      <p:to>
                                        <p:strVal val="visible"/>
                                      </p:to>
                                    </p:set>
                                    <p:animEffect transition="in" filter="fade">
                                      <p:cBhvr>
                                        <p:cTn id="15" dur="500"/>
                                        <p:tgtEl>
                                          <p:spTgt spid="59"/>
                                        </p:tgtEl>
                                      </p:cBhvr>
                                    </p:animEffect>
                                  </p:childTnLst>
                                </p:cTn>
                              </p:par>
                            </p:childTnLst>
                          </p:cTn>
                        </p:par>
                        <p:par>
                          <p:cTn id="16" fill="hold">
                            <p:stCondLst>
                              <p:cond delay="1500"/>
                            </p:stCondLst>
                            <p:childTnLst>
                              <p:par>
                                <p:cTn id="17" presetID="18" presetClass="entr" presetSubtype="12" fill="hold" grpId="0" nodeType="afterEffect">
                                  <p:stCondLst>
                                    <p:cond delay="0"/>
                                  </p:stCondLst>
                                  <p:childTnLst>
                                    <p:set>
                                      <p:cBhvr>
                                        <p:cTn id="18" dur="1" fill="hold">
                                          <p:stCondLst>
                                            <p:cond delay="0"/>
                                          </p:stCondLst>
                                        </p:cTn>
                                        <p:tgtEl>
                                          <p:spTgt spid="62"/>
                                        </p:tgtEl>
                                        <p:attrNameLst>
                                          <p:attrName>style.visibility</p:attrName>
                                        </p:attrNameLst>
                                      </p:cBhvr>
                                      <p:to>
                                        <p:strVal val="visible"/>
                                      </p:to>
                                    </p:set>
                                    <p:animEffect transition="in" filter="strips(downLeft)">
                                      <p:cBhvr>
                                        <p:cTn id="19" dur="500"/>
                                        <p:tgtEl>
                                          <p:spTgt spid="62"/>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60"/>
                                        </p:tgtEl>
                                        <p:attrNameLst>
                                          <p:attrName>style.visibility</p:attrName>
                                        </p:attrNameLst>
                                      </p:cBhvr>
                                      <p:to>
                                        <p:strVal val="visible"/>
                                      </p:to>
                                    </p:set>
                                    <p:animEffect transition="in" filter="fade">
                                      <p:cBhvr>
                                        <p:cTn id="23" dur="500"/>
                                        <p:tgtEl>
                                          <p:spTgt spid="60"/>
                                        </p:tgtEl>
                                      </p:cBhvr>
                                    </p:animEffect>
                                  </p:childTnLst>
                                </p:cTn>
                              </p:par>
                            </p:childTnLst>
                          </p:cTn>
                        </p:par>
                        <p:par>
                          <p:cTn id="24" fill="hold">
                            <p:stCondLst>
                              <p:cond delay="2500"/>
                            </p:stCondLst>
                            <p:childTnLst>
                              <p:par>
                                <p:cTn id="25" presetID="18" presetClass="entr" presetSubtype="12" fill="hold" grpId="0" nodeType="afterEffect">
                                  <p:stCondLst>
                                    <p:cond delay="0"/>
                                  </p:stCondLst>
                                  <p:childTnLst>
                                    <p:set>
                                      <p:cBhvr>
                                        <p:cTn id="26" dur="1" fill="hold">
                                          <p:stCondLst>
                                            <p:cond delay="0"/>
                                          </p:stCondLst>
                                        </p:cTn>
                                        <p:tgtEl>
                                          <p:spTgt spid="63"/>
                                        </p:tgtEl>
                                        <p:attrNameLst>
                                          <p:attrName>style.visibility</p:attrName>
                                        </p:attrNameLst>
                                      </p:cBhvr>
                                      <p:to>
                                        <p:strVal val="visible"/>
                                      </p:to>
                                    </p:set>
                                    <p:animEffect transition="in" filter="strips(downLeft)">
                                      <p:cBhvr>
                                        <p:cTn id="27" dur="500"/>
                                        <p:tgtEl>
                                          <p:spTgt spid="6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50" grpId="0"/>
      <p:bldP spid="59" grpId="0" animBg="1"/>
      <p:bldP spid="60" grpId="0" animBg="1"/>
      <p:bldP spid="62" grpId="0"/>
      <p:bldP spid="63" grpId="0"/>
    </p:bld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 name="Rectangle 46"/>
          <p:cNvSpPr/>
          <p:nvPr/>
        </p:nvSpPr>
        <p:spPr>
          <a:xfrm rot="5400000">
            <a:off x="5135008" y="-3118034"/>
            <a:ext cx="1921980" cy="12192002"/>
          </a:xfrm>
          <a:prstGeom prst="rect">
            <a:avLst/>
          </a:prstGeom>
          <a:solidFill>
            <a:schemeClr val="bg2">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59" name="Oval 58"/>
          <p:cNvSpPr/>
          <p:nvPr/>
        </p:nvSpPr>
        <p:spPr>
          <a:xfrm>
            <a:off x="1854129" y="3660594"/>
            <a:ext cx="566615" cy="566615"/>
          </a:xfrm>
          <a:prstGeom prst="ellipse">
            <a:avLst/>
          </a:prstGeom>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US" dirty="0" smtClean="0">
                <a:solidFill>
                  <a:prstClr val="white"/>
                </a:solidFill>
              </a:rPr>
              <a:t>3</a:t>
            </a:r>
            <a:endParaRPr lang="en-AU" dirty="0">
              <a:solidFill>
                <a:prstClr val="white"/>
              </a:solidFill>
            </a:endParaRPr>
          </a:p>
        </p:txBody>
      </p:sp>
      <p:sp>
        <p:nvSpPr>
          <p:cNvPr id="60" name="Oval 59"/>
          <p:cNvSpPr/>
          <p:nvPr/>
        </p:nvSpPr>
        <p:spPr>
          <a:xfrm>
            <a:off x="5896942" y="3666553"/>
            <a:ext cx="574964" cy="574964"/>
          </a:xfrm>
          <a:prstGeom prst="ellipse">
            <a:avLst/>
          </a:prstGeom>
          <a:solidFill>
            <a:schemeClr val="accent2"/>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US" dirty="0" smtClean="0">
                <a:solidFill>
                  <a:prstClr val="white"/>
                </a:solidFill>
              </a:rPr>
              <a:t>4</a:t>
            </a:r>
            <a:endParaRPr lang="en-AU" dirty="0">
              <a:solidFill>
                <a:prstClr val="white"/>
              </a:solidFill>
            </a:endParaRPr>
          </a:p>
        </p:txBody>
      </p:sp>
      <p:sp>
        <p:nvSpPr>
          <p:cNvPr id="62" name="TextBox 61"/>
          <p:cNvSpPr txBox="1"/>
          <p:nvPr/>
        </p:nvSpPr>
        <p:spPr>
          <a:xfrm>
            <a:off x="339439" y="4812151"/>
            <a:ext cx="3595997" cy="960086"/>
          </a:xfrm>
          <a:prstGeom prst="rect">
            <a:avLst/>
          </a:prstGeom>
          <a:noFill/>
        </p:spPr>
        <p:txBody>
          <a:bodyPr vert="horz" wrap="square" lIns="0" tIns="0" rIns="0" bIns="0" rtlCol="0">
            <a:noAutofit/>
          </a:bodyPr>
          <a:lstStyle/>
          <a:p>
            <a:pPr algn="ctr" fontAlgn="auto">
              <a:spcBef>
                <a:spcPts val="0"/>
              </a:spcBef>
              <a:spcAft>
                <a:spcPts val="0"/>
              </a:spcAft>
            </a:pPr>
            <a:r>
              <a:rPr lang="ar-SA" sz="2800" b="1" dirty="0">
                <a:solidFill>
                  <a:prstClr val="black">
                    <a:lumMod val="50000"/>
                    <a:lumOff val="50000"/>
                  </a:prstClr>
                </a:solidFill>
                <a:latin typeface="Roboto Lt"/>
                <a:cs typeface="+mn-cs"/>
              </a:rPr>
              <a:t>عدم الرغبة في التحول إلى تطبيقات حاسوبية</a:t>
            </a:r>
            <a:endParaRPr lang="en-AU" sz="2800" b="1" dirty="0">
              <a:solidFill>
                <a:prstClr val="black">
                  <a:lumMod val="50000"/>
                  <a:lumOff val="50000"/>
                </a:prstClr>
              </a:solidFill>
              <a:latin typeface="Roboto Lt"/>
              <a:cs typeface="+mn-cs"/>
            </a:endParaRPr>
          </a:p>
        </p:txBody>
      </p:sp>
      <p:sp>
        <p:nvSpPr>
          <p:cNvPr id="63" name="TextBox 62"/>
          <p:cNvSpPr txBox="1"/>
          <p:nvPr/>
        </p:nvSpPr>
        <p:spPr>
          <a:xfrm>
            <a:off x="4456911" y="4768473"/>
            <a:ext cx="3455026" cy="1387565"/>
          </a:xfrm>
          <a:prstGeom prst="rect">
            <a:avLst/>
          </a:prstGeom>
          <a:noFill/>
        </p:spPr>
        <p:txBody>
          <a:bodyPr vert="horz" wrap="square" lIns="0" tIns="0" rIns="0" bIns="0" rtlCol="0">
            <a:noAutofit/>
          </a:bodyPr>
          <a:lstStyle/>
          <a:p>
            <a:pPr algn="ctr" fontAlgn="auto">
              <a:spcBef>
                <a:spcPts val="0"/>
              </a:spcBef>
              <a:spcAft>
                <a:spcPts val="0"/>
              </a:spcAft>
            </a:pPr>
            <a:r>
              <a:rPr lang="ar-SA" sz="2800" b="1" dirty="0">
                <a:solidFill>
                  <a:prstClr val="black">
                    <a:lumMod val="50000"/>
                    <a:lumOff val="50000"/>
                  </a:prstClr>
                </a:solidFill>
                <a:latin typeface="Roboto Lt"/>
                <a:cs typeface="+mn-cs"/>
              </a:rPr>
              <a:t>نقد استخدام التكنولوجيا والدفاع عن الحياة بدون تكنولوجيا</a:t>
            </a:r>
            <a:endParaRPr lang="en-AU" sz="2800" b="1" dirty="0">
              <a:solidFill>
                <a:prstClr val="black">
                  <a:lumMod val="50000"/>
                  <a:lumOff val="50000"/>
                </a:prstClr>
              </a:solidFill>
              <a:latin typeface="Roboto Lt"/>
              <a:cs typeface="+mn-cs"/>
            </a:endParaRPr>
          </a:p>
        </p:txBody>
      </p:sp>
      <p:sp>
        <p:nvSpPr>
          <p:cNvPr id="9" name="Oval 8"/>
          <p:cNvSpPr/>
          <p:nvPr/>
        </p:nvSpPr>
        <p:spPr>
          <a:xfrm>
            <a:off x="9884487" y="3735529"/>
            <a:ext cx="636034" cy="636034"/>
          </a:xfrm>
          <a:prstGeom prst="ellipse">
            <a:avLst/>
          </a:prstGeom>
          <a:solidFill>
            <a:schemeClr val="accent5"/>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US" dirty="0" smtClean="0">
                <a:solidFill>
                  <a:prstClr val="white"/>
                </a:solidFill>
              </a:rPr>
              <a:t>5</a:t>
            </a:r>
            <a:endParaRPr lang="en-AU" dirty="0">
              <a:solidFill>
                <a:prstClr val="white"/>
              </a:solidFill>
            </a:endParaRPr>
          </a:p>
        </p:txBody>
      </p:sp>
      <p:sp>
        <p:nvSpPr>
          <p:cNvPr id="10" name="TextBox 9"/>
          <p:cNvSpPr txBox="1"/>
          <p:nvPr/>
        </p:nvSpPr>
        <p:spPr>
          <a:xfrm>
            <a:off x="8931838" y="4819116"/>
            <a:ext cx="2541331" cy="732279"/>
          </a:xfrm>
          <a:prstGeom prst="rect">
            <a:avLst/>
          </a:prstGeom>
          <a:noFill/>
        </p:spPr>
        <p:txBody>
          <a:bodyPr vert="horz" wrap="square" lIns="0" tIns="0" rIns="0" bIns="0" rtlCol="0">
            <a:noAutofit/>
          </a:bodyPr>
          <a:lstStyle/>
          <a:p>
            <a:pPr algn="ctr" fontAlgn="auto">
              <a:spcBef>
                <a:spcPts val="0"/>
              </a:spcBef>
              <a:spcAft>
                <a:spcPts val="0"/>
              </a:spcAft>
            </a:pPr>
            <a:r>
              <a:rPr lang="ar-SA" sz="2800" b="1" dirty="0">
                <a:solidFill>
                  <a:prstClr val="black">
                    <a:lumMod val="50000"/>
                    <a:lumOff val="50000"/>
                  </a:prstClr>
                </a:solidFill>
                <a:latin typeface="Roboto Lt"/>
                <a:cs typeface="+mn-cs"/>
              </a:rPr>
              <a:t>الخوف من فقدان الأجهزة التكنولوجية</a:t>
            </a:r>
            <a:endParaRPr lang="en-AU" sz="2800" b="1" dirty="0">
              <a:solidFill>
                <a:prstClr val="black">
                  <a:lumMod val="50000"/>
                  <a:lumOff val="50000"/>
                </a:prstClr>
              </a:solidFill>
              <a:latin typeface="Roboto Lt"/>
              <a:cs typeface="+mn-cs"/>
            </a:endParaRPr>
          </a:p>
        </p:txBody>
      </p:sp>
      <p:sp>
        <p:nvSpPr>
          <p:cNvPr id="11" name="TextBox 10"/>
          <p:cNvSpPr txBox="1"/>
          <p:nvPr/>
        </p:nvSpPr>
        <p:spPr>
          <a:xfrm>
            <a:off x="1943100" y="2531009"/>
            <a:ext cx="9294641" cy="615553"/>
          </a:xfrm>
          <a:prstGeom prst="rect">
            <a:avLst/>
          </a:prstGeom>
          <a:noFill/>
        </p:spPr>
        <p:txBody>
          <a:bodyPr wrap="square" lIns="0" tIns="0" rIns="0" bIns="0" rtlCol="0">
            <a:spAutoFit/>
          </a:bodyPr>
          <a:lstStyle/>
          <a:p>
            <a:pPr marL="742950" indent="-742950" algn="r" rtl="1" fontAlgn="auto">
              <a:spcBef>
                <a:spcPts val="0"/>
              </a:spcBef>
              <a:spcAft>
                <a:spcPts val="0"/>
              </a:spcAft>
              <a:buFont typeface="+mj-lt"/>
              <a:buAutoNum type="arabicPeriod" startAt="2"/>
            </a:pPr>
            <a:r>
              <a:rPr lang="ar-SA" sz="4000" b="1" i="1" dirty="0">
                <a:solidFill>
                  <a:schemeClr val="accent4">
                    <a:lumMod val="60000"/>
                    <a:lumOff val="40000"/>
                  </a:schemeClr>
                </a:solidFill>
                <a:latin typeface="Source Sans Pro" panose="020B0503030403020204" pitchFamily="34" charset="0"/>
                <a:cs typeface="Clear Sans" panose="020B0503030202020304" pitchFamily="34" charset="0"/>
              </a:rPr>
              <a:t>	أعراض الخوف من التكنولوجيا</a:t>
            </a:r>
            <a:endParaRPr lang="id-ID" sz="4000" b="1" i="1" dirty="0">
              <a:solidFill>
                <a:schemeClr val="accent4">
                  <a:lumMod val="60000"/>
                  <a:lumOff val="40000"/>
                </a:schemeClr>
              </a:solidFill>
              <a:latin typeface="Source Sans Pro" panose="020B0503030403020204" pitchFamily="34" charset="0"/>
              <a:cs typeface="Clear Sans" panose="020B0503030202020304" pitchFamily="34" charset="0"/>
            </a:endParaRPr>
          </a:p>
        </p:txBody>
      </p:sp>
    </p:spTree>
    <p:extLst>
      <p:ext uri="{BB962C8B-B14F-4D97-AF65-F5344CB8AC3E}">
        <p14:creationId xmlns:p14="http://schemas.microsoft.com/office/powerpoint/2010/main" val="113559354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grpId="0" nodeType="afterEffect">
                                  <p:stCondLst>
                                    <p:cond delay="0"/>
                                  </p:stCondLst>
                                  <p:childTnLst>
                                    <p:set>
                                      <p:cBhvr>
                                        <p:cTn id="6" dur="1" fill="hold">
                                          <p:stCondLst>
                                            <p:cond delay="0"/>
                                          </p:stCondLst>
                                        </p:cTn>
                                        <p:tgtEl>
                                          <p:spTgt spid="47"/>
                                        </p:tgtEl>
                                        <p:attrNameLst>
                                          <p:attrName>style.visibility</p:attrName>
                                        </p:attrNameLst>
                                      </p:cBhvr>
                                      <p:to>
                                        <p:strVal val="visible"/>
                                      </p:to>
                                    </p:set>
                                    <p:animEffect transition="in" filter="wipe(right)">
                                      <p:cBhvr>
                                        <p:cTn id="7" dur="500"/>
                                        <p:tgtEl>
                                          <p:spTgt spid="47"/>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59"/>
                                        </p:tgtEl>
                                        <p:attrNameLst>
                                          <p:attrName>style.visibility</p:attrName>
                                        </p:attrNameLst>
                                      </p:cBhvr>
                                      <p:to>
                                        <p:strVal val="visible"/>
                                      </p:to>
                                    </p:set>
                                    <p:animEffect transition="in" filter="fade">
                                      <p:cBhvr>
                                        <p:cTn id="11" dur="500"/>
                                        <p:tgtEl>
                                          <p:spTgt spid="59"/>
                                        </p:tgtEl>
                                      </p:cBhvr>
                                    </p:animEffect>
                                  </p:childTnLst>
                                </p:cTn>
                              </p:par>
                            </p:childTnLst>
                          </p:cTn>
                        </p:par>
                        <p:par>
                          <p:cTn id="12" fill="hold">
                            <p:stCondLst>
                              <p:cond delay="1000"/>
                            </p:stCondLst>
                            <p:childTnLst>
                              <p:par>
                                <p:cTn id="13" presetID="18" presetClass="entr" presetSubtype="12" fill="hold" grpId="0" nodeType="afterEffect">
                                  <p:stCondLst>
                                    <p:cond delay="0"/>
                                  </p:stCondLst>
                                  <p:childTnLst>
                                    <p:set>
                                      <p:cBhvr>
                                        <p:cTn id="14" dur="1" fill="hold">
                                          <p:stCondLst>
                                            <p:cond delay="0"/>
                                          </p:stCondLst>
                                        </p:cTn>
                                        <p:tgtEl>
                                          <p:spTgt spid="62"/>
                                        </p:tgtEl>
                                        <p:attrNameLst>
                                          <p:attrName>style.visibility</p:attrName>
                                        </p:attrNameLst>
                                      </p:cBhvr>
                                      <p:to>
                                        <p:strVal val="visible"/>
                                      </p:to>
                                    </p:set>
                                    <p:animEffect transition="in" filter="strips(downLeft)">
                                      <p:cBhvr>
                                        <p:cTn id="15" dur="500"/>
                                        <p:tgtEl>
                                          <p:spTgt spid="62"/>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60"/>
                                        </p:tgtEl>
                                        <p:attrNameLst>
                                          <p:attrName>style.visibility</p:attrName>
                                        </p:attrNameLst>
                                      </p:cBhvr>
                                      <p:to>
                                        <p:strVal val="visible"/>
                                      </p:to>
                                    </p:set>
                                    <p:animEffect transition="in" filter="fade">
                                      <p:cBhvr>
                                        <p:cTn id="19" dur="500"/>
                                        <p:tgtEl>
                                          <p:spTgt spid="60"/>
                                        </p:tgtEl>
                                      </p:cBhvr>
                                    </p:animEffect>
                                  </p:childTnLst>
                                </p:cTn>
                              </p:par>
                            </p:childTnLst>
                          </p:cTn>
                        </p:par>
                        <p:par>
                          <p:cTn id="20" fill="hold">
                            <p:stCondLst>
                              <p:cond delay="2000"/>
                            </p:stCondLst>
                            <p:childTnLst>
                              <p:par>
                                <p:cTn id="21" presetID="18" presetClass="entr" presetSubtype="12" fill="hold" grpId="0" nodeType="afterEffect">
                                  <p:stCondLst>
                                    <p:cond delay="0"/>
                                  </p:stCondLst>
                                  <p:childTnLst>
                                    <p:set>
                                      <p:cBhvr>
                                        <p:cTn id="22" dur="1" fill="hold">
                                          <p:stCondLst>
                                            <p:cond delay="0"/>
                                          </p:stCondLst>
                                        </p:cTn>
                                        <p:tgtEl>
                                          <p:spTgt spid="63"/>
                                        </p:tgtEl>
                                        <p:attrNameLst>
                                          <p:attrName>style.visibility</p:attrName>
                                        </p:attrNameLst>
                                      </p:cBhvr>
                                      <p:to>
                                        <p:strVal val="visible"/>
                                      </p:to>
                                    </p:set>
                                    <p:animEffect transition="in" filter="strips(downLeft)">
                                      <p:cBhvr>
                                        <p:cTn id="23" dur="500"/>
                                        <p:tgtEl>
                                          <p:spTgt spid="63"/>
                                        </p:tgtEl>
                                      </p:cBhvr>
                                    </p:animEffect>
                                  </p:childTnLst>
                                </p:cTn>
                              </p:par>
                            </p:childTnLst>
                          </p:cTn>
                        </p:par>
                        <p:par>
                          <p:cTn id="24" fill="hold">
                            <p:stCondLst>
                              <p:cond delay="2500"/>
                            </p:stCondLst>
                            <p:childTnLst>
                              <p:par>
                                <p:cTn id="25" presetID="10" presetClass="entr" presetSubtype="0" fill="hold" grpId="0" nodeType="after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par>
                          <p:cTn id="28" fill="hold">
                            <p:stCondLst>
                              <p:cond delay="3000"/>
                            </p:stCondLst>
                            <p:childTnLst>
                              <p:par>
                                <p:cTn id="29" presetID="18" presetClass="entr" presetSubtype="12" fill="hold" grpId="0" nodeType="afterEffect">
                                  <p:stCondLst>
                                    <p:cond delay="0"/>
                                  </p:stCondLst>
                                  <p:childTnLst>
                                    <p:set>
                                      <p:cBhvr>
                                        <p:cTn id="30" dur="1" fill="hold">
                                          <p:stCondLst>
                                            <p:cond delay="0"/>
                                          </p:stCondLst>
                                        </p:cTn>
                                        <p:tgtEl>
                                          <p:spTgt spid="10"/>
                                        </p:tgtEl>
                                        <p:attrNameLst>
                                          <p:attrName>style.visibility</p:attrName>
                                        </p:attrNameLst>
                                      </p:cBhvr>
                                      <p:to>
                                        <p:strVal val="visible"/>
                                      </p:to>
                                    </p:set>
                                    <p:animEffect transition="in" filter="strips(downLeft)">
                                      <p:cBhvr>
                                        <p:cTn id="31" dur="500"/>
                                        <p:tgtEl>
                                          <p:spTgt spid="10"/>
                                        </p:tgtEl>
                                      </p:cBhvr>
                                    </p:animEffect>
                                  </p:childTnLst>
                                </p:cTn>
                              </p:par>
                            </p:childTnLst>
                          </p:cTn>
                        </p:par>
                        <p:par>
                          <p:cTn id="32" fill="hold">
                            <p:stCondLst>
                              <p:cond delay="3500"/>
                            </p:stCondLst>
                            <p:childTnLst>
                              <p:par>
                                <p:cTn id="33" presetID="10" presetClass="entr" presetSubtype="0" fill="hold" grpId="0" nodeType="afterEffect">
                                  <p:stCondLst>
                                    <p:cond delay="0"/>
                                  </p:stCondLst>
                                  <p:childTnLst>
                                    <p:set>
                                      <p:cBhvr>
                                        <p:cTn id="34" dur="1" fill="hold">
                                          <p:stCondLst>
                                            <p:cond delay="0"/>
                                          </p:stCondLst>
                                        </p:cTn>
                                        <p:tgtEl>
                                          <p:spTgt spid="11"/>
                                        </p:tgtEl>
                                        <p:attrNameLst>
                                          <p:attrName>style.visibility</p:attrName>
                                        </p:attrNameLst>
                                      </p:cBhvr>
                                      <p:to>
                                        <p:strVal val="visible"/>
                                      </p:to>
                                    </p:set>
                                    <p:animEffect transition="in" filter="fade">
                                      <p:cBhvr>
                                        <p:cTn id="35"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59" grpId="0" animBg="1"/>
      <p:bldP spid="60" grpId="0" animBg="1"/>
      <p:bldP spid="62" grpId="0"/>
      <p:bldP spid="63" grpId="0"/>
      <p:bldP spid="9" grpId="0" animBg="1"/>
      <p:bldP spid="10" grpId="0"/>
      <p:bldP spid="11" grpId="0"/>
    </p:bld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0" name="Straight Connector 19"/>
          <p:cNvCxnSpPr/>
          <p:nvPr/>
        </p:nvCxnSpPr>
        <p:spPr>
          <a:xfrm>
            <a:off x="-71473" y="4039896"/>
            <a:ext cx="2240032" cy="0"/>
          </a:xfrm>
          <a:prstGeom prst="line">
            <a:avLst/>
          </a:prstGeom>
          <a:ln w="25400">
            <a:gradFill flip="none" rotWithShape="1">
              <a:gsLst>
                <a:gs pos="0">
                  <a:schemeClr val="accent2">
                    <a:lumMod val="20000"/>
                    <a:lumOff val="80000"/>
                  </a:schemeClr>
                </a:gs>
                <a:gs pos="35000">
                  <a:schemeClr val="accent2">
                    <a:lumMod val="40000"/>
                    <a:lumOff val="60000"/>
                  </a:schemeClr>
                </a:gs>
                <a:gs pos="100000">
                  <a:srgbClr val="FF0000"/>
                </a:gs>
              </a:gsLst>
              <a:lin ang="2700000" scaled="1"/>
              <a:tileRect/>
            </a:gradFill>
            <a:prstDash val="sysDot"/>
            <a:headEnd type="none"/>
            <a:tailEnd type="oval"/>
          </a:ln>
        </p:spPr>
        <p:style>
          <a:lnRef idx="1">
            <a:schemeClr val="accent1"/>
          </a:lnRef>
          <a:fillRef idx="0">
            <a:schemeClr val="accent1"/>
          </a:fillRef>
          <a:effectRef idx="0">
            <a:schemeClr val="accent1"/>
          </a:effectRef>
          <a:fontRef idx="minor">
            <a:schemeClr val="tx1"/>
          </a:fontRef>
        </p:style>
      </p:cxnSp>
      <p:sp>
        <p:nvSpPr>
          <p:cNvPr id="18" name="Title 13"/>
          <p:cNvSpPr txBox="1">
            <a:spLocks/>
          </p:cNvSpPr>
          <p:nvPr/>
        </p:nvSpPr>
        <p:spPr>
          <a:xfrm>
            <a:off x="2679768" y="3382985"/>
            <a:ext cx="9302682" cy="1861971"/>
          </a:xfrm>
          <a:prstGeom prst="rect">
            <a:avLst/>
          </a:prstGeom>
        </p:spPr>
        <p:txBody>
          <a:bodyPr vert="horz" lIns="91440" tIns="45720" rIns="91440" bIns="45720"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algn="l" fontAlgn="auto">
              <a:spcAft>
                <a:spcPts val="0"/>
              </a:spcAft>
            </a:pPr>
            <a:r>
              <a:rPr lang="ar-SA" sz="3200" b="1" dirty="0">
                <a:solidFill>
                  <a:prstClr val="black">
                    <a:lumMod val="85000"/>
                    <a:lumOff val="15000"/>
                  </a:prstClr>
                </a:solidFill>
              </a:rPr>
              <a:t>يمكن التخلص من الخوف من التكنولوجيا إما عن طريق فتح صفوف ودورات لمساعدة من لديهم فوبيا للتحرر منها، أو من خلال الاستفادة من الأجيال الصغيرة في هذا المجال</a:t>
            </a:r>
            <a:endParaRPr lang="en-US" sz="3200" b="1" dirty="0">
              <a:solidFill>
                <a:prstClr val="black">
                  <a:lumMod val="85000"/>
                  <a:lumOff val="15000"/>
                </a:prstClr>
              </a:solidFill>
            </a:endParaRPr>
          </a:p>
        </p:txBody>
      </p:sp>
      <p:sp>
        <p:nvSpPr>
          <p:cNvPr id="26" name="Oval 25"/>
          <p:cNvSpPr>
            <a:spLocks noChangeAspect="1"/>
          </p:cNvSpPr>
          <p:nvPr/>
        </p:nvSpPr>
        <p:spPr>
          <a:xfrm>
            <a:off x="2097086" y="3962521"/>
            <a:ext cx="180000" cy="180000"/>
          </a:xfrm>
          <a:prstGeom prst="ellipse">
            <a:avLst/>
          </a:prstGeom>
          <a:solidFill>
            <a:srgbClr val="FF0000"/>
          </a:solidFill>
          <a:ln w="25400">
            <a:solidFill>
              <a:schemeClr val="bg1">
                <a:lumMod val="7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fontAlgn="auto">
              <a:spcBef>
                <a:spcPts val="0"/>
              </a:spcBef>
              <a:spcAft>
                <a:spcPts val="0"/>
              </a:spcAft>
            </a:pPr>
            <a:endParaRPr lang="en-US" sz="1100" b="1" dirty="0">
              <a:solidFill>
                <a:prstClr val="white"/>
              </a:solidFill>
            </a:endParaRPr>
          </a:p>
        </p:txBody>
      </p:sp>
      <p:sp>
        <p:nvSpPr>
          <p:cNvPr id="21" name="Rectangle 20"/>
          <p:cNvSpPr/>
          <p:nvPr/>
        </p:nvSpPr>
        <p:spPr>
          <a:xfrm rot="5400000">
            <a:off x="5135011" y="-4006530"/>
            <a:ext cx="1921980" cy="12192002"/>
          </a:xfrm>
          <a:prstGeom prst="rect">
            <a:avLst/>
          </a:prstGeom>
          <a:solidFill>
            <a:srgbClr val="E7E6E6">
              <a:lumMod val="25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white"/>
              </a:solidFill>
              <a:effectLst/>
              <a:uLnTx/>
              <a:uFillTx/>
              <a:latin typeface="Roboto Lt"/>
              <a:ea typeface="+mn-ea"/>
              <a:cs typeface="+mn-cs"/>
            </a:endParaRPr>
          </a:p>
        </p:txBody>
      </p:sp>
      <p:sp>
        <p:nvSpPr>
          <p:cNvPr id="22" name="TextBox 21"/>
          <p:cNvSpPr txBox="1"/>
          <p:nvPr/>
        </p:nvSpPr>
        <p:spPr>
          <a:xfrm>
            <a:off x="2063751" y="1640761"/>
            <a:ext cx="9294641" cy="615553"/>
          </a:xfrm>
          <a:prstGeom prst="rect">
            <a:avLst/>
          </a:prstGeom>
          <a:noFill/>
        </p:spPr>
        <p:txBody>
          <a:bodyPr wrap="square" lIns="0" tIns="0" rIns="0" bIns="0" rtlCol="0">
            <a:spAutoFit/>
          </a:bodyPr>
          <a:lstStyle/>
          <a:p>
            <a:pPr marL="742950" indent="-742950" algn="r" rtl="1" fontAlgn="auto">
              <a:spcBef>
                <a:spcPts val="0"/>
              </a:spcBef>
              <a:spcAft>
                <a:spcPts val="0"/>
              </a:spcAft>
              <a:buFont typeface="+mj-lt"/>
              <a:buAutoNum type="arabicPeriod" startAt="3"/>
            </a:pPr>
            <a:r>
              <a:rPr lang="ar-SA" sz="4000" b="1" i="1" dirty="0">
                <a:solidFill>
                  <a:srgbClr val="3392E2">
                    <a:lumMod val="60000"/>
                    <a:lumOff val="40000"/>
                  </a:srgbClr>
                </a:solidFill>
                <a:latin typeface="Source Sans Pro" panose="020B0503030403020204" pitchFamily="34" charset="0"/>
                <a:cs typeface="Clear Sans" panose="020B0503030202020304" pitchFamily="34" charset="0"/>
              </a:rPr>
              <a:t>	التخلص من فوبيا التكنولوجيا</a:t>
            </a:r>
            <a:endParaRPr lang="id-ID" sz="4000" b="1" i="1" dirty="0">
              <a:solidFill>
                <a:srgbClr val="3392E2">
                  <a:lumMod val="60000"/>
                  <a:lumOff val="40000"/>
                </a:srgbClr>
              </a:solidFill>
              <a:latin typeface="Source Sans Pro" panose="020B0503030403020204" pitchFamily="34" charset="0"/>
              <a:cs typeface="Clear Sans" panose="020B0503030202020304" pitchFamily="34" charset="0"/>
            </a:endParaRPr>
          </a:p>
        </p:txBody>
      </p:sp>
    </p:spTree>
    <p:extLst>
      <p:ext uri="{BB962C8B-B14F-4D97-AF65-F5344CB8AC3E}">
        <p14:creationId xmlns:p14="http://schemas.microsoft.com/office/powerpoint/2010/main" val="33261237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grpId="0" nodeType="afterEffect">
                                  <p:stCondLst>
                                    <p:cond delay="0"/>
                                  </p:stCondLst>
                                  <p:childTnLst>
                                    <p:set>
                                      <p:cBhvr>
                                        <p:cTn id="6" dur="1" fill="hold">
                                          <p:stCondLst>
                                            <p:cond delay="0"/>
                                          </p:stCondLst>
                                        </p:cTn>
                                        <p:tgtEl>
                                          <p:spTgt spid="21"/>
                                        </p:tgtEl>
                                        <p:attrNameLst>
                                          <p:attrName>style.visibility</p:attrName>
                                        </p:attrNameLst>
                                      </p:cBhvr>
                                      <p:to>
                                        <p:strVal val="visible"/>
                                      </p:to>
                                    </p:set>
                                    <p:animEffect transition="in" filter="wipe(right)">
                                      <p:cBhvr>
                                        <p:cTn id="7" dur="500"/>
                                        <p:tgtEl>
                                          <p:spTgt spid="21"/>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2"/>
                                        </p:tgtEl>
                                        <p:attrNameLst>
                                          <p:attrName>style.visibility</p:attrName>
                                        </p:attrNameLst>
                                      </p:cBhvr>
                                      <p:to>
                                        <p:strVal val="visible"/>
                                      </p:to>
                                    </p:set>
                                    <p:animEffect transition="in" filter="fade">
                                      <p:cBhvr>
                                        <p:cTn id="11" dur="500"/>
                                        <p:tgtEl>
                                          <p:spTgt spid="22"/>
                                        </p:tgtEl>
                                      </p:cBhvr>
                                    </p:animEffect>
                                  </p:childTnLst>
                                </p:cTn>
                              </p:par>
                              <p:par>
                                <p:cTn id="12" presetID="22" presetClass="entr" presetSubtype="8" fill="hold" nodeType="withEffect">
                                  <p:stCondLst>
                                    <p:cond delay="0"/>
                                  </p:stCondLst>
                                  <p:childTnLst>
                                    <p:set>
                                      <p:cBhvr>
                                        <p:cTn id="13" dur="1" fill="hold">
                                          <p:stCondLst>
                                            <p:cond delay="0"/>
                                          </p:stCondLst>
                                        </p:cTn>
                                        <p:tgtEl>
                                          <p:spTgt spid="20"/>
                                        </p:tgtEl>
                                        <p:attrNameLst>
                                          <p:attrName>style.visibility</p:attrName>
                                        </p:attrNameLst>
                                      </p:cBhvr>
                                      <p:to>
                                        <p:strVal val="visible"/>
                                      </p:to>
                                    </p:set>
                                    <p:animEffect transition="in" filter="wipe(left)">
                                      <p:cBhvr>
                                        <p:cTn id="14" dur="500"/>
                                        <p:tgtEl>
                                          <p:spTgt spid="20"/>
                                        </p:tgtEl>
                                      </p:cBhvr>
                                    </p:animEffect>
                                  </p:childTnLst>
                                </p:cTn>
                              </p:par>
                              <p:par>
                                <p:cTn id="15" presetID="21" presetClass="entr" presetSubtype="1" fill="hold" grpId="0" nodeType="withEffect">
                                  <p:stCondLst>
                                    <p:cond delay="600"/>
                                  </p:stCondLst>
                                  <p:childTnLst>
                                    <p:set>
                                      <p:cBhvr>
                                        <p:cTn id="16" dur="1" fill="hold">
                                          <p:stCondLst>
                                            <p:cond delay="0"/>
                                          </p:stCondLst>
                                        </p:cTn>
                                        <p:tgtEl>
                                          <p:spTgt spid="26"/>
                                        </p:tgtEl>
                                        <p:attrNameLst>
                                          <p:attrName>style.visibility</p:attrName>
                                        </p:attrNameLst>
                                      </p:cBhvr>
                                      <p:to>
                                        <p:strVal val="visible"/>
                                      </p:to>
                                    </p:set>
                                    <p:animEffect transition="in" filter="wheel(1)">
                                      <p:cBhvr>
                                        <p:cTn id="17" dur="400"/>
                                        <p:tgtEl>
                                          <p:spTgt spid="26"/>
                                        </p:tgtEl>
                                      </p:cBhvr>
                                    </p:animEffect>
                                  </p:childTnLst>
                                </p:cTn>
                              </p:par>
                            </p:childTnLst>
                          </p:cTn>
                        </p:par>
                        <p:par>
                          <p:cTn id="18" fill="hold">
                            <p:stCondLst>
                              <p:cond delay="1500"/>
                            </p:stCondLst>
                            <p:childTnLst>
                              <p:par>
                                <p:cTn id="19" presetID="10" presetClass="entr" presetSubtype="0" fill="hold" grpId="0" nodeType="afterEffect">
                                  <p:stCondLst>
                                    <p:cond delay="0"/>
                                  </p:stCondLst>
                                  <p:childTnLst>
                                    <p:set>
                                      <p:cBhvr>
                                        <p:cTn id="20" dur="1" fill="hold">
                                          <p:stCondLst>
                                            <p:cond delay="0"/>
                                          </p:stCondLst>
                                        </p:cTn>
                                        <p:tgtEl>
                                          <p:spTgt spid="18"/>
                                        </p:tgtEl>
                                        <p:attrNameLst>
                                          <p:attrName>style.visibility</p:attrName>
                                        </p:attrNameLst>
                                      </p:cBhvr>
                                      <p:to>
                                        <p:strVal val="visible"/>
                                      </p:to>
                                    </p:set>
                                    <p:animEffect transition="in" filter="fade">
                                      <p:cBhvr>
                                        <p:cTn id="21"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p:bldP spid="26" grpId="0" animBg="1"/>
      <p:bldP spid="21" grpId="0" animBg="1"/>
      <p:bldP spid="22" grpId="0"/>
    </p:bld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Rectangle 20"/>
          <p:cNvSpPr/>
          <p:nvPr/>
        </p:nvSpPr>
        <p:spPr>
          <a:xfrm>
            <a:off x="-1" y="-22322"/>
            <a:ext cx="12192001" cy="6916926"/>
          </a:xfrm>
          <a:prstGeom prst="rect">
            <a:avLst/>
          </a:prstGeom>
          <a:solidFill>
            <a:schemeClr val="tx1">
              <a:lumMod val="95000"/>
              <a:lumOff val="5000"/>
              <a:alpha val="8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a:solidFill>
                <a:prstClr val="white"/>
              </a:solidFill>
            </a:endParaRPr>
          </a:p>
        </p:txBody>
      </p:sp>
      <p:sp>
        <p:nvSpPr>
          <p:cNvPr id="22" name="Title 1"/>
          <p:cNvSpPr>
            <a:spLocks noGrp="1"/>
          </p:cNvSpPr>
          <p:nvPr>
            <p:ph type="ctrTitle"/>
          </p:nvPr>
        </p:nvSpPr>
        <p:spPr>
          <a:xfrm>
            <a:off x="589382" y="2209217"/>
            <a:ext cx="9972188" cy="701731"/>
          </a:xfrm>
        </p:spPr>
        <p:txBody>
          <a:bodyPr wrap="square">
            <a:spAutoFit/>
          </a:bodyPr>
          <a:lstStyle/>
          <a:p>
            <a:pPr rtl="1"/>
            <a:r>
              <a:rPr lang="ar-SA" sz="4400" b="1" u="sng" dirty="0">
                <a:solidFill>
                  <a:schemeClr val="accent4">
                    <a:lumMod val="40000"/>
                    <a:lumOff val="60000"/>
                  </a:schemeClr>
                </a:solidFill>
                <a:latin typeface="+mn-lt"/>
                <a:cs typeface="Arial" panose="020B0604020202020204" pitchFamily="34" charset="0"/>
              </a:rPr>
              <a:t>ب‌-	 هوس التكنولوجيا </a:t>
            </a:r>
            <a:r>
              <a:rPr lang="en-US" sz="4400" b="1" u="sng" dirty="0" smtClean="0">
                <a:solidFill>
                  <a:schemeClr val="accent4">
                    <a:lumMod val="40000"/>
                    <a:lumOff val="60000"/>
                  </a:schemeClr>
                </a:solidFill>
                <a:latin typeface="+mn-lt"/>
                <a:cs typeface="Arial" panose="020B0604020202020204" pitchFamily="34" charset="0"/>
              </a:rPr>
              <a:t>(</a:t>
            </a:r>
            <a:r>
              <a:rPr lang="en-US" sz="4400" b="1" u="sng" dirty="0" err="1" smtClean="0">
                <a:solidFill>
                  <a:schemeClr val="accent4">
                    <a:lumMod val="40000"/>
                    <a:lumOff val="60000"/>
                  </a:schemeClr>
                </a:solidFill>
                <a:latin typeface="+mn-lt"/>
                <a:cs typeface="Arial" panose="020B0604020202020204" pitchFamily="34" charset="0"/>
              </a:rPr>
              <a:t>Technophilia</a:t>
            </a:r>
            <a:r>
              <a:rPr lang="en-US" sz="4400" b="1" u="sng" dirty="0">
                <a:solidFill>
                  <a:schemeClr val="accent4">
                    <a:lumMod val="40000"/>
                    <a:lumOff val="60000"/>
                  </a:schemeClr>
                </a:solidFill>
                <a:latin typeface="+mn-lt"/>
                <a:cs typeface="Arial" panose="020B0604020202020204" pitchFamily="34" charset="0"/>
              </a:rPr>
              <a:t>)</a:t>
            </a:r>
          </a:p>
        </p:txBody>
      </p:sp>
      <p:sp>
        <p:nvSpPr>
          <p:cNvPr id="23" name="Subtitle 2"/>
          <p:cNvSpPr txBox="1">
            <a:spLocks/>
          </p:cNvSpPr>
          <p:nvPr/>
        </p:nvSpPr>
        <p:spPr>
          <a:xfrm>
            <a:off x="589382" y="3436141"/>
            <a:ext cx="11259718" cy="2675604"/>
          </a:xfrm>
          <a:prstGeom prst="rect">
            <a:avLst/>
          </a:prstGeom>
        </p:spPr>
        <p:txBody>
          <a:bodyPr vert="horz" wrap="square" lIns="91440" tIns="45720" rIns="91440" bIns="45720" rtlCol="0">
            <a:spAutoFit/>
          </a:bodyPr>
          <a:lstStyle>
            <a:lvl1pPr marL="0" indent="0" algn="ctr" defTabSz="914400" rtl="0" eaLnBrk="1" latinLnBrk="0" hangingPunct="1">
              <a:lnSpc>
                <a:spcPct val="90000"/>
              </a:lnSpc>
              <a:spcBef>
                <a:spcPts val="1000"/>
              </a:spcBef>
              <a:buFont typeface="Arial" panose="020B0604020202020204" pitchFamily="34" charset="0"/>
              <a:buNone/>
              <a:defRPr sz="2400" kern="1200">
                <a:solidFill>
                  <a:schemeClr val="tx1"/>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5pPr>
            <a:lvl6pPr marL="22860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6pPr>
            <a:lvl7pPr marL="27432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7pPr>
            <a:lvl8pPr marL="32004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8pPr>
            <a:lvl9pPr marL="3657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9pPr>
          </a:lstStyle>
          <a:p>
            <a:pPr algn="r" rtl="1" fontAlgn="auto">
              <a:spcAft>
                <a:spcPts val="0"/>
              </a:spcAft>
            </a:pPr>
            <a:r>
              <a:rPr lang="ar-SA" sz="3600" b="1" u="sng" dirty="0" smtClean="0">
                <a:solidFill>
                  <a:schemeClr val="bg1"/>
                </a:solidFill>
                <a:latin typeface="Calibri Light" panose="020F0302020204030204"/>
              </a:rPr>
              <a:t>1- ما هو هوس التكنولوجيا؟</a:t>
            </a:r>
            <a:endParaRPr lang="en-US" sz="3600" b="1" u="sng" dirty="0" smtClean="0">
              <a:solidFill>
                <a:schemeClr val="bg1"/>
              </a:solidFill>
              <a:latin typeface="Calibri Light" panose="020F0302020204030204"/>
            </a:endParaRPr>
          </a:p>
          <a:p>
            <a:pPr algn="r" rtl="1" fontAlgn="auto">
              <a:spcAft>
                <a:spcPts val="0"/>
              </a:spcAft>
            </a:pPr>
            <a:endParaRPr lang="en-US" sz="3600" b="1" u="sng" dirty="0" smtClean="0">
              <a:solidFill>
                <a:schemeClr val="bg1"/>
              </a:solidFill>
              <a:latin typeface="Calibri Light" panose="020F0302020204030204"/>
            </a:endParaRPr>
          </a:p>
          <a:p>
            <a:pPr rtl="1" fontAlgn="auto">
              <a:spcAft>
                <a:spcPts val="0"/>
              </a:spcAft>
            </a:pPr>
            <a:r>
              <a:rPr lang="ar-SA" sz="3200" b="1" dirty="0" smtClean="0">
                <a:solidFill>
                  <a:srgbClr val="E7E6E6">
                    <a:lumMod val="75000"/>
                  </a:srgbClr>
                </a:solidFill>
                <a:latin typeface="Calibri Light" panose="020F0302020204030204"/>
              </a:rPr>
              <a:t>يشير مفهوم هوس التكنولوجيا بشكل عام إلى الحماسة والتعلق الشديد بالتكنولوجيا، وخاصة التكنولوجيات الجديدة كالحواسيب الشخصية والإنترنت والهواتف المتنقلة والسينما المنزلية. </a:t>
            </a:r>
            <a:endParaRPr lang="en-US" sz="3200" b="1" dirty="0">
              <a:solidFill>
                <a:srgbClr val="E7E6E6">
                  <a:lumMod val="75000"/>
                </a:srgbClr>
              </a:solidFill>
              <a:latin typeface="Calibri Light" panose="020F0302020204030204"/>
            </a:endParaRPr>
          </a:p>
        </p:txBody>
      </p:sp>
      <p:grpSp>
        <p:nvGrpSpPr>
          <p:cNvPr id="6" name="Group 5"/>
          <p:cNvGrpSpPr/>
          <p:nvPr/>
        </p:nvGrpSpPr>
        <p:grpSpPr>
          <a:xfrm>
            <a:off x="2155370" y="4308518"/>
            <a:ext cx="7868558" cy="176748"/>
            <a:chOff x="2155371" y="1910842"/>
            <a:chExt cx="7868558" cy="176748"/>
          </a:xfrm>
        </p:grpSpPr>
        <p:sp>
          <p:nvSpPr>
            <p:cNvPr id="7" name="Rectangle 6"/>
            <p:cNvSpPr/>
            <p:nvPr/>
          </p:nvSpPr>
          <p:spPr>
            <a:xfrm>
              <a:off x="4782457" y="1910842"/>
              <a:ext cx="2627086" cy="176748"/>
            </a:xfrm>
            <a:prstGeom prst="rect">
              <a:avLst/>
            </a:prstGeom>
            <a:solidFill>
              <a:srgbClr val="FE8301"/>
            </a:solidFill>
            <a:ln w="12700" cap="flat" cmpd="sng" algn="ctr">
              <a:noFill/>
              <a:prstDash val="solid"/>
              <a:miter lim="800000"/>
            </a:ln>
            <a:effectLst/>
          </p:spPr>
          <p:txBody>
            <a:bodyPr rtlCol="0" anchor="ctr"/>
            <a:lstStyle/>
            <a:p>
              <a:pPr algn="ctr" fontAlgn="auto">
                <a:spcBef>
                  <a:spcPts val="0"/>
                </a:spcBef>
                <a:spcAft>
                  <a:spcPts val="0"/>
                </a:spcAft>
              </a:pPr>
              <a:endParaRPr lang="en-US" kern="0" smtClean="0">
                <a:solidFill>
                  <a:prstClr val="white"/>
                </a:solidFill>
                <a:latin typeface="Calibri"/>
              </a:endParaRPr>
            </a:p>
          </p:txBody>
        </p:sp>
        <p:sp>
          <p:nvSpPr>
            <p:cNvPr id="8" name="Rectangle 7"/>
            <p:cNvSpPr/>
            <p:nvPr/>
          </p:nvSpPr>
          <p:spPr>
            <a:xfrm>
              <a:off x="2155371" y="1910842"/>
              <a:ext cx="2627086" cy="176748"/>
            </a:xfrm>
            <a:prstGeom prst="rect">
              <a:avLst/>
            </a:prstGeom>
            <a:solidFill>
              <a:srgbClr val="0087B1"/>
            </a:solidFill>
            <a:ln w="12700" cap="flat" cmpd="sng" algn="ctr">
              <a:noFill/>
              <a:prstDash val="solid"/>
              <a:miter lim="800000"/>
            </a:ln>
            <a:effectLst/>
          </p:spPr>
          <p:txBody>
            <a:bodyPr rtlCol="0" anchor="ctr"/>
            <a:lstStyle/>
            <a:p>
              <a:pPr algn="ctr" fontAlgn="auto">
                <a:spcBef>
                  <a:spcPts val="0"/>
                </a:spcBef>
                <a:spcAft>
                  <a:spcPts val="0"/>
                </a:spcAft>
              </a:pPr>
              <a:endParaRPr lang="en-US" kern="0" smtClean="0">
                <a:solidFill>
                  <a:prstClr val="white"/>
                </a:solidFill>
                <a:latin typeface="Calibri"/>
              </a:endParaRPr>
            </a:p>
          </p:txBody>
        </p:sp>
        <p:sp>
          <p:nvSpPr>
            <p:cNvPr id="9" name="Rectangle 8"/>
            <p:cNvSpPr/>
            <p:nvPr/>
          </p:nvSpPr>
          <p:spPr>
            <a:xfrm>
              <a:off x="7396843" y="1910842"/>
              <a:ext cx="2627086" cy="176748"/>
            </a:xfrm>
            <a:prstGeom prst="rect">
              <a:avLst/>
            </a:prstGeom>
            <a:solidFill>
              <a:srgbClr val="A1BB22"/>
            </a:solidFill>
            <a:ln w="12700" cap="flat" cmpd="sng" algn="ctr">
              <a:noFill/>
              <a:prstDash val="solid"/>
              <a:miter lim="800000"/>
            </a:ln>
            <a:effectLst/>
          </p:spPr>
          <p:txBody>
            <a:bodyPr rtlCol="0" anchor="ctr"/>
            <a:lstStyle/>
            <a:p>
              <a:pPr algn="ctr" fontAlgn="auto">
                <a:spcBef>
                  <a:spcPts val="0"/>
                </a:spcBef>
                <a:spcAft>
                  <a:spcPts val="0"/>
                </a:spcAft>
              </a:pPr>
              <a:endParaRPr lang="en-US" kern="0" smtClean="0">
                <a:solidFill>
                  <a:prstClr val="white"/>
                </a:solidFill>
                <a:latin typeface="Calibri"/>
              </a:endParaRPr>
            </a:p>
          </p:txBody>
        </p:sp>
      </p:grpSp>
      <p:grpSp>
        <p:nvGrpSpPr>
          <p:cNvPr id="10" name="Group 9"/>
          <p:cNvGrpSpPr/>
          <p:nvPr/>
        </p:nvGrpSpPr>
        <p:grpSpPr>
          <a:xfrm>
            <a:off x="2161720" y="6111745"/>
            <a:ext cx="7868558" cy="178510"/>
            <a:chOff x="2155371" y="4699578"/>
            <a:chExt cx="7868558" cy="178510"/>
          </a:xfrm>
        </p:grpSpPr>
        <p:sp>
          <p:nvSpPr>
            <p:cNvPr id="11" name="Rectangle 10"/>
            <p:cNvSpPr/>
            <p:nvPr/>
          </p:nvSpPr>
          <p:spPr>
            <a:xfrm>
              <a:off x="4782457" y="4701340"/>
              <a:ext cx="2627086" cy="176748"/>
            </a:xfrm>
            <a:prstGeom prst="rect">
              <a:avLst/>
            </a:prstGeom>
            <a:solidFill>
              <a:srgbClr val="D43E01"/>
            </a:solidFill>
            <a:ln w="12700" cap="flat" cmpd="sng" algn="ctr">
              <a:noFill/>
              <a:prstDash val="solid"/>
              <a:miter lim="800000"/>
            </a:ln>
            <a:effectLst/>
          </p:spPr>
          <p:txBody>
            <a:bodyPr rtlCol="0" anchor="ctr"/>
            <a:lstStyle/>
            <a:p>
              <a:pPr algn="ctr" fontAlgn="auto">
                <a:spcBef>
                  <a:spcPts val="0"/>
                </a:spcBef>
                <a:spcAft>
                  <a:spcPts val="0"/>
                </a:spcAft>
              </a:pPr>
              <a:endParaRPr lang="en-US" kern="0" smtClean="0">
                <a:solidFill>
                  <a:prstClr val="white"/>
                </a:solidFill>
                <a:latin typeface="Calibri"/>
              </a:endParaRPr>
            </a:p>
          </p:txBody>
        </p:sp>
        <p:sp>
          <p:nvSpPr>
            <p:cNvPr id="12" name="Rectangle 11"/>
            <p:cNvSpPr/>
            <p:nvPr/>
          </p:nvSpPr>
          <p:spPr>
            <a:xfrm>
              <a:off x="2155371" y="4701340"/>
              <a:ext cx="2627086" cy="176748"/>
            </a:xfrm>
            <a:prstGeom prst="rect">
              <a:avLst/>
            </a:prstGeom>
            <a:solidFill>
              <a:srgbClr val="012641"/>
            </a:solidFill>
            <a:ln w="12700" cap="flat" cmpd="sng" algn="ctr">
              <a:noFill/>
              <a:prstDash val="solid"/>
              <a:miter lim="800000"/>
            </a:ln>
            <a:effectLst/>
          </p:spPr>
          <p:txBody>
            <a:bodyPr rtlCol="0" anchor="ctr"/>
            <a:lstStyle/>
            <a:p>
              <a:pPr algn="ctr" fontAlgn="auto">
                <a:spcBef>
                  <a:spcPts val="0"/>
                </a:spcBef>
                <a:spcAft>
                  <a:spcPts val="0"/>
                </a:spcAft>
              </a:pPr>
              <a:endParaRPr lang="en-US" kern="0" smtClean="0">
                <a:solidFill>
                  <a:prstClr val="white"/>
                </a:solidFill>
                <a:latin typeface="Calibri"/>
              </a:endParaRPr>
            </a:p>
          </p:txBody>
        </p:sp>
        <p:sp>
          <p:nvSpPr>
            <p:cNvPr id="13" name="Rectangle 12"/>
            <p:cNvSpPr/>
            <p:nvPr/>
          </p:nvSpPr>
          <p:spPr>
            <a:xfrm>
              <a:off x="7396843" y="4699578"/>
              <a:ext cx="2627086" cy="176748"/>
            </a:xfrm>
            <a:prstGeom prst="rect">
              <a:avLst/>
            </a:prstGeom>
            <a:solidFill>
              <a:srgbClr val="3DBF9C"/>
            </a:solidFill>
            <a:ln w="12700" cap="flat" cmpd="sng" algn="ctr">
              <a:noFill/>
              <a:prstDash val="solid"/>
              <a:miter lim="800000"/>
            </a:ln>
            <a:effectLst/>
          </p:spPr>
          <p:txBody>
            <a:bodyPr rtlCol="0" anchor="ctr"/>
            <a:lstStyle/>
            <a:p>
              <a:pPr algn="ctr" fontAlgn="auto">
                <a:spcBef>
                  <a:spcPts val="0"/>
                </a:spcBef>
                <a:spcAft>
                  <a:spcPts val="0"/>
                </a:spcAft>
              </a:pPr>
              <a:endParaRPr lang="en-US" kern="0" smtClean="0">
                <a:solidFill>
                  <a:prstClr val="white"/>
                </a:solidFill>
                <a:latin typeface="Calibri"/>
              </a:endParaRPr>
            </a:p>
          </p:txBody>
        </p:sp>
      </p:grpSp>
    </p:spTree>
    <p:extLst>
      <p:ext uri="{BB962C8B-B14F-4D97-AF65-F5344CB8AC3E}">
        <p14:creationId xmlns:p14="http://schemas.microsoft.com/office/powerpoint/2010/main" val="96971756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2"/>
                                        </p:tgtEl>
                                        <p:attrNameLst>
                                          <p:attrName>style.visibility</p:attrName>
                                        </p:attrNameLst>
                                      </p:cBhvr>
                                      <p:to>
                                        <p:strVal val="visible"/>
                                      </p:to>
                                    </p:set>
                                    <p:animEffect transition="in" filter="fade">
                                      <p:cBhvr>
                                        <p:cTn id="7" dur="500"/>
                                        <p:tgtEl>
                                          <p:spTgt spid="22"/>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3">
                                            <p:txEl>
                                              <p:pRg st="0" end="0"/>
                                            </p:txEl>
                                          </p:spTgt>
                                        </p:tgtEl>
                                        <p:attrNameLst>
                                          <p:attrName>style.visibility</p:attrName>
                                        </p:attrNameLst>
                                      </p:cBhvr>
                                      <p:to>
                                        <p:strVal val="visible"/>
                                      </p:to>
                                    </p:set>
                                    <p:animEffect transition="in" filter="fade">
                                      <p:cBhvr>
                                        <p:cTn id="11" dur="500"/>
                                        <p:tgtEl>
                                          <p:spTgt spid="23">
                                            <p:txEl>
                                              <p:pRg st="0" end="0"/>
                                            </p:txEl>
                                          </p:spTgt>
                                        </p:tgtEl>
                                      </p:cBhvr>
                                    </p:animEffect>
                                  </p:childTnLst>
                                </p:cTn>
                              </p:par>
                            </p:childTnLst>
                          </p:cTn>
                        </p:par>
                        <p:par>
                          <p:cTn id="12" fill="hold">
                            <p:stCondLst>
                              <p:cond delay="1000"/>
                            </p:stCondLst>
                            <p:childTnLst>
                              <p:par>
                                <p:cTn id="13" presetID="10" presetClass="entr" presetSubtype="0" fill="hold" nodeType="afterEffect">
                                  <p:stCondLst>
                                    <p:cond delay="0"/>
                                  </p:stCondLst>
                                  <p:childTnLst>
                                    <p:set>
                                      <p:cBhvr>
                                        <p:cTn id="14" dur="1" fill="hold">
                                          <p:stCondLst>
                                            <p:cond delay="0"/>
                                          </p:stCondLst>
                                        </p:cTn>
                                        <p:tgtEl>
                                          <p:spTgt spid="6"/>
                                        </p:tgtEl>
                                        <p:attrNameLst>
                                          <p:attrName>style.visibility</p:attrName>
                                        </p:attrNameLst>
                                      </p:cBhvr>
                                      <p:to>
                                        <p:strVal val="visible"/>
                                      </p:to>
                                    </p:set>
                                    <p:animEffect transition="in" filter="fade">
                                      <p:cBhvr>
                                        <p:cTn id="15" dur="500"/>
                                        <p:tgtEl>
                                          <p:spTgt spid="6"/>
                                        </p:tgtEl>
                                      </p:cBhvr>
                                    </p:animEffect>
                                  </p:childTnLst>
                                </p:cTn>
                              </p:par>
                            </p:childTnLst>
                          </p:cTn>
                        </p:par>
                        <p:par>
                          <p:cTn id="16" fill="hold">
                            <p:stCondLst>
                              <p:cond delay="1500"/>
                            </p:stCondLst>
                            <p:childTnLst>
                              <p:par>
                                <p:cTn id="17" presetID="10" presetClass="entr" presetSubtype="0" fill="hold" nodeType="afterEffect">
                                  <p:stCondLst>
                                    <p:cond delay="0"/>
                                  </p:stCondLst>
                                  <p:childTnLst>
                                    <p:set>
                                      <p:cBhvr>
                                        <p:cTn id="18" dur="1" fill="hold">
                                          <p:stCondLst>
                                            <p:cond delay="0"/>
                                          </p:stCondLst>
                                        </p:cTn>
                                        <p:tgtEl>
                                          <p:spTgt spid="10"/>
                                        </p:tgtEl>
                                        <p:attrNameLst>
                                          <p:attrName>style.visibility</p:attrName>
                                        </p:attrNameLst>
                                      </p:cBhvr>
                                      <p:to>
                                        <p:strVal val="visible"/>
                                      </p:to>
                                    </p:set>
                                    <p:animEffect transition="in" filter="fade">
                                      <p:cBhvr>
                                        <p:cTn id="19" dur="500"/>
                                        <p:tgtEl>
                                          <p:spTgt spid="10"/>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23">
                                            <p:txEl>
                                              <p:pRg st="2" end="2"/>
                                            </p:txEl>
                                          </p:spTgt>
                                        </p:tgtEl>
                                        <p:attrNameLst>
                                          <p:attrName>style.visibility</p:attrName>
                                        </p:attrNameLst>
                                      </p:cBhvr>
                                      <p:to>
                                        <p:strVal val="visible"/>
                                      </p:to>
                                    </p:set>
                                    <p:animEffect transition="in" filter="fade">
                                      <p:cBhvr>
                                        <p:cTn id="23" dur="500"/>
                                        <p:tgtEl>
                                          <p:spTgt spid="23">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p:bldP spid="23" grpId="0" uiExpand="1" build="p"/>
    </p:bld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Rectangle 24"/>
          <p:cNvSpPr/>
          <p:nvPr/>
        </p:nvSpPr>
        <p:spPr>
          <a:xfrm rot="5400000">
            <a:off x="5094228" y="-5141072"/>
            <a:ext cx="1921980" cy="12192002"/>
          </a:xfrm>
          <a:prstGeom prst="rect">
            <a:avLst/>
          </a:prstGeom>
          <a:solidFill>
            <a:srgbClr val="E7E6E6">
              <a:lumMod val="25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white"/>
              </a:solidFill>
              <a:effectLst/>
              <a:uLnTx/>
              <a:uFillTx/>
              <a:latin typeface="Roboto Lt"/>
              <a:ea typeface="+mn-ea"/>
              <a:cs typeface="+mn-cs"/>
            </a:endParaRPr>
          </a:p>
        </p:txBody>
      </p:sp>
      <p:sp>
        <p:nvSpPr>
          <p:cNvPr id="42" name="TextBox 41"/>
          <p:cNvSpPr txBox="1"/>
          <p:nvPr/>
        </p:nvSpPr>
        <p:spPr>
          <a:xfrm>
            <a:off x="1902320" y="507971"/>
            <a:ext cx="9294641" cy="615553"/>
          </a:xfrm>
          <a:prstGeom prst="rect">
            <a:avLst/>
          </a:prstGeom>
          <a:noFill/>
        </p:spPr>
        <p:txBody>
          <a:bodyPr wrap="square" lIns="0" tIns="0" rIns="0" bIns="0" rtlCol="0">
            <a:spAutoFit/>
          </a:bodyPr>
          <a:lstStyle/>
          <a:p>
            <a:pPr marL="742950" indent="-742950" algn="r" rtl="1" fontAlgn="auto">
              <a:spcBef>
                <a:spcPts val="0"/>
              </a:spcBef>
              <a:spcAft>
                <a:spcPts val="0"/>
              </a:spcAft>
              <a:buFont typeface="+mj-lt"/>
              <a:buAutoNum type="arabicPeriod" startAt="2"/>
            </a:pPr>
            <a:r>
              <a:rPr lang="ar-SA" sz="4000" b="1" i="1" u="sng" dirty="0" smtClean="0">
                <a:solidFill>
                  <a:schemeClr val="bg1"/>
                </a:solidFill>
                <a:latin typeface="Source Sans Pro" panose="020B0503030403020204" pitchFamily="34" charset="0"/>
                <a:cs typeface="Clear Sans" panose="020B0503030202020304" pitchFamily="34" charset="0"/>
              </a:rPr>
              <a:t>مظاهر </a:t>
            </a:r>
            <a:r>
              <a:rPr lang="ar-SA" sz="4000" b="1" i="1" u="sng" dirty="0">
                <a:solidFill>
                  <a:schemeClr val="bg1"/>
                </a:solidFill>
                <a:latin typeface="Source Sans Pro" panose="020B0503030403020204" pitchFamily="34" charset="0"/>
                <a:cs typeface="Clear Sans" panose="020B0503030202020304" pitchFamily="34" charset="0"/>
              </a:rPr>
              <a:t>هوس التكنولوجيا</a:t>
            </a:r>
            <a:endParaRPr lang="id-ID" sz="4000" b="1" i="1" u="sng" dirty="0">
              <a:solidFill>
                <a:schemeClr val="bg1"/>
              </a:solidFill>
              <a:latin typeface="Source Sans Pro" panose="020B0503030403020204" pitchFamily="34" charset="0"/>
              <a:cs typeface="Clear Sans" panose="020B0503030202020304" pitchFamily="34" charset="0"/>
            </a:endParaRPr>
          </a:p>
        </p:txBody>
      </p:sp>
      <p:cxnSp>
        <p:nvCxnSpPr>
          <p:cNvPr id="19" name="Straight Connector 18"/>
          <p:cNvCxnSpPr/>
          <p:nvPr/>
        </p:nvCxnSpPr>
        <p:spPr>
          <a:xfrm>
            <a:off x="6151800" y="1492113"/>
            <a:ext cx="0" cy="979379"/>
          </a:xfrm>
          <a:prstGeom prst="line">
            <a:avLst/>
          </a:prstGeom>
          <a:ln w="101600" cmpd="dbl">
            <a:solidFill>
              <a:schemeClr val="bg2">
                <a:lumMod val="75000"/>
              </a:schemeClr>
            </a:solidFill>
            <a:prstDash val="solid"/>
            <a:headEnd type="oval" w="sm" len="sm"/>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p:nvCxnSpPr>
        <p:spPr>
          <a:xfrm>
            <a:off x="4781516" y="2831041"/>
            <a:ext cx="1080000" cy="3215"/>
          </a:xfrm>
          <a:prstGeom prst="line">
            <a:avLst/>
          </a:prstGeom>
          <a:ln w="25400">
            <a:solidFill>
              <a:schemeClr val="bg1">
                <a:lumMod val="75000"/>
              </a:schemeClr>
            </a:solidFill>
            <a:prstDash val="solid"/>
            <a:headEnd type="oval" w="lg" len="lg"/>
            <a:tailEnd type="ova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6529169" y="4627638"/>
            <a:ext cx="1080000" cy="3215"/>
          </a:xfrm>
          <a:prstGeom prst="line">
            <a:avLst/>
          </a:prstGeom>
          <a:ln w="25400">
            <a:solidFill>
              <a:schemeClr val="bg1">
                <a:lumMod val="75000"/>
              </a:schemeClr>
            </a:solidFill>
            <a:prstDash val="solid"/>
            <a:headEnd type="oval"/>
            <a:tailEnd type="oval" w="lg" len="lg"/>
          </a:ln>
        </p:spPr>
        <p:style>
          <a:lnRef idx="1">
            <a:schemeClr val="accent1"/>
          </a:lnRef>
          <a:fillRef idx="0">
            <a:schemeClr val="accent1"/>
          </a:fillRef>
          <a:effectRef idx="0">
            <a:schemeClr val="accent1"/>
          </a:effectRef>
          <a:fontRef idx="minor">
            <a:schemeClr val="tx1"/>
          </a:fontRef>
        </p:style>
      </p:cxnSp>
      <p:sp>
        <p:nvSpPr>
          <p:cNvPr id="39" name="Content Placeholder 2"/>
          <p:cNvSpPr txBox="1">
            <a:spLocks/>
          </p:cNvSpPr>
          <p:nvPr/>
        </p:nvSpPr>
        <p:spPr>
          <a:xfrm>
            <a:off x="537882" y="2649813"/>
            <a:ext cx="4179633" cy="1001083"/>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fontAlgn="auto">
              <a:buClr>
                <a:srgbClr val="5B9BD5">
                  <a:lumMod val="75000"/>
                </a:srgbClr>
              </a:buClr>
              <a:defRPr/>
            </a:pPr>
            <a:r>
              <a:rPr lang="ar-SA" sz="2800" b="1" dirty="0" smtClean="0">
                <a:ea typeface="Roboto" panose="02000000000000000000" pitchFamily="2" charset="0"/>
              </a:rPr>
              <a:t>فقدان </a:t>
            </a:r>
            <a:r>
              <a:rPr lang="ar-SA" sz="2800" b="1" dirty="0">
                <a:ea typeface="Roboto" panose="02000000000000000000" pitchFamily="2" charset="0"/>
              </a:rPr>
              <a:t>الشعور أو الإحساس بالوقت عند الجلوس أمام الهاتف أو الانترنت أو الحاسب الآلي.</a:t>
            </a:r>
            <a:endParaRPr lang="id-ID" sz="2800" b="1" dirty="0">
              <a:ea typeface="Roboto" panose="02000000000000000000" pitchFamily="2" charset="0"/>
            </a:endParaRPr>
          </a:p>
        </p:txBody>
      </p:sp>
      <p:sp>
        <p:nvSpPr>
          <p:cNvPr id="48" name="Content Placeholder 2"/>
          <p:cNvSpPr txBox="1">
            <a:spLocks/>
          </p:cNvSpPr>
          <p:nvPr/>
        </p:nvSpPr>
        <p:spPr>
          <a:xfrm>
            <a:off x="7687688" y="4465329"/>
            <a:ext cx="4360370" cy="1001083"/>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fontAlgn="auto">
              <a:buClr>
                <a:srgbClr val="5B9BD5">
                  <a:lumMod val="75000"/>
                </a:srgbClr>
              </a:buClr>
              <a:defRPr/>
            </a:pPr>
            <a:r>
              <a:rPr lang="ar-SA" sz="2800" b="1" dirty="0" smtClean="0">
                <a:ea typeface="Roboto" panose="02000000000000000000" pitchFamily="2" charset="0"/>
              </a:rPr>
              <a:t>التأخر </a:t>
            </a:r>
            <a:r>
              <a:rPr lang="ar-SA" sz="2800" b="1" dirty="0">
                <a:ea typeface="Roboto" panose="02000000000000000000" pitchFamily="2" charset="0"/>
              </a:rPr>
              <a:t>عن أداء الواجبات المدرسية أو وظائف العمل، وصوغ الحجج والأكاذيب الواهية عند سؤاله عن سبب تأخره في ذلك</a:t>
            </a:r>
            <a:endParaRPr lang="id-ID" sz="2800" b="1" dirty="0">
              <a:ea typeface="Roboto" panose="02000000000000000000" pitchFamily="2" charset="0"/>
            </a:endParaRPr>
          </a:p>
        </p:txBody>
      </p:sp>
      <p:sp>
        <p:nvSpPr>
          <p:cNvPr id="51" name="Freeform 50"/>
          <p:cNvSpPr/>
          <p:nvPr/>
        </p:nvSpPr>
        <p:spPr>
          <a:xfrm>
            <a:off x="5807544" y="2649813"/>
            <a:ext cx="684447" cy="678593"/>
          </a:xfrm>
          <a:custGeom>
            <a:avLst/>
            <a:gdLst>
              <a:gd name="connsiteX0" fmla="*/ 0 w 1799993"/>
              <a:gd name="connsiteY0" fmla="*/ 899997 h 1799993"/>
              <a:gd name="connsiteX1" fmla="*/ 899997 w 1799993"/>
              <a:gd name="connsiteY1" fmla="*/ 0 h 1799993"/>
              <a:gd name="connsiteX2" fmla="*/ 1799994 w 1799993"/>
              <a:gd name="connsiteY2" fmla="*/ 899997 h 1799993"/>
              <a:gd name="connsiteX3" fmla="*/ 899997 w 1799993"/>
              <a:gd name="connsiteY3" fmla="*/ 1799994 h 1799993"/>
              <a:gd name="connsiteX4" fmla="*/ 0 w 1799993"/>
              <a:gd name="connsiteY4" fmla="*/ 899997 h 17999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9993" h="1799993">
                <a:moveTo>
                  <a:pt x="0" y="899997"/>
                </a:moveTo>
                <a:cubicBezTo>
                  <a:pt x="0" y="402942"/>
                  <a:pt x="402942" y="0"/>
                  <a:pt x="899997" y="0"/>
                </a:cubicBezTo>
                <a:cubicBezTo>
                  <a:pt x="1397052" y="0"/>
                  <a:pt x="1799994" y="402942"/>
                  <a:pt x="1799994" y="899997"/>
                </a:cubicBezTo>
                <a:cubicBezTo>
                  <a:pt x="1799994" y="1397052"/>
                  <a:pt x="1397052" y="1799994"/>
                  <a:pt x="899997" y="1799994"/>
                </a:cubicBezTo>
                <a:cubicBezTo>
                  <a:pt x="402942" y="1799994"/>
                  <a:pt x="0" y="1397052"/>
                  <a:pt x="0" y="899997"/>
                </a:cubicBezTo>
                <a:close/>
              </a:path>
            </a:pathLst>
          </a:custGeom>
          <a:noFill/>
          <a:ln w="25400">
            <a:noFill/>
          </a:ln>
        </p:spPr>
        <p:style>
          <a:lnRef idx="2">
            <a:scrgbClr r="0" g="0" b="0"/>
          </a:lnRef>
          <a:fillRef idx="1">
            <a:scrgbClr r="0" g="0" b="0"/>
          </a:fillRef>
          <a:effectRef idx="0">
            <a:schemeClr val="accent1">
              <a:alpha val="50000"/>
              <a:hueOff val="0"/>
              <a:satOff val="0"/>
              <a:lumOff val="0"/>
              <a:alphaOff val="0"/>
            </a:schemeClr>
          </a:effectRef>
          <a:fontRef idx="minor">
            <a:schemeClr val="tx1"/>
          </a:fontRef>
        </p:style>
        <p:txBody>
          <a:bodyPr spcFirstLastPara="0" vert="horz" wrap="square" lIns="406664" tIns="319483" rIns="406664" bIns="319483" numCol="1" spcCol="1270" anchor="ctr" anchorCtr="0">
            <a:noAutofit/>
          </a:bodyPr>
          <a:lstStyle/>
          <a:p>
            <a:pPr algn="ctr" defTabSz="1955800" fontAlgn="auto">
              <a:lnSpc>
                <a:spcPct val="90000"/>
              </a:lnSpc>
              <a:spcAft>
                <a:spcPct val="35000"/>
              </a:spcAft>
            </a:pPr>
            <a:r>
              <a:rPr lang="en-US" sz="5400" b="1" dirty="0" smtClean="0">
                <a:solidFill>
                  <a:srgbClr val="FFC000"/>
                </a:solidFill>
                <a:latin typeface="FontAwesome" pitchFamily="2" charset="0"/>
              </a:rPr>
              <a:t>1</a:t>
            </a:r>
            <a:endParaRPr lang="id-ID" sz="4800" b="1" dirty="0">
              <a:solidFill>
                <a:srgbClr val="FFC000"/>
              </a:solidFill>
              <a:latin typeface="FontAwesome" pitchFamily="2" charset="0"/>
            </a:endParaRPr>
          </a:p>
        </p:txBody>
      </p:sp>
      <p:sp>
        <p:nvSpPr>
          <p:cNvPr id="52" name="Freeform 51"/>
          <p:cNvSpPr/>
          <p:nvPr/>
        </p:nvSpPr>
        <p:spPr>
          <a:xfrm>
            <a:off x="5830245" y="4395593"/>
            <a:ext cx="684447" cy="493118"/>
          </a:xfrm>
          <a:custGeom>
            <a:avLst/>
            <a:gdLst>
              <a:gd name="connsiteX0" fmla="*/ 0 w 1799993"/>
              <a:gd name="connsiteY0" fmla="*/ 899997 h 1799993"/>
              <a:gd name="connsiteX1" fmla="*/ 899997 w 1799993"/>
              <a:gd name="connsiteY1" fmla="*/ 0 h 1799993"/>
              <a:gd name="connsiteX2" fmla="*/ 1799994 w 1799993"/>
              <a:gd name="connsiteY2" fmla="*/ 899997 h 1799993"/>
              <a:gd name="connsiteX3" fmla="*/ 899997 w 1799993"/>
              <a:gd name="connsiteY3" fmla="*/ 1799994 h 1799993"/>
              <a:gd name="connsiteX4" fmla="*/ 0 w 1799993"/>
              <a:gd name="connsiteY4" fmla="*/ 899997 h 17999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9993" h="1799993">
                <a:moveTo>
                  <a:pt x="0" y="899997"/>
                </a:moveTo>
                <a:cubicBezTo>
                  <a:pt x="0" y="402942"/>
                  <a:pt x="402942" y="0"/>
                  <a:pt x="899997" y="0"/>
                </a:cubicBezTo>
                <a:cubicBezTo>
                  <a:pt x="1397052" y="0"/>
                  <a:pt x="1799994" y="402942"/>
                  <a:pt x="1799994" y="899997"/>
                </a:cubicBezTo>
                <a:cubicBezTo>
                  <a:pt x="1799994" y="1397052"/>
                  <a:pt x="1397052" y="1799994"/>
                  <a:pt x="899997" y="1799994"/>
                </a:cubicBezTo>
                <a:cubicBezTo>
                  <a:pt x="402942" y="1799994"/>
                  <a:pt x="0" y="1397052"/>
                  <a:pt x="0" y="899997"/>
                </a:cubicBezTo>
                <a:close/>
              </a:path>
            </a:pathLst>
          </a:custGeom>
          <a:noFill/>
          <a:ln w="25400">
            <a:noFill/>
          </a:ln>
        </p:spPr>
        <p:style>
          <a:lnRef idx="2">
            <a:scrgbClr r="0" g="0" b="0"/>
          </a:lnRef>
          <a:fillRef idx="1">
            <a:scrgbClr r="0" g="0" b="0"/>
          </a:fillRef>
          <a:effectRef idx="0">
            <a:schemeClr val="accent1">
              <a:alpha val="50000"/>
              <a:hueOff val="0"/>
              <a:satOff val="0"/>
              <a:lumOff val="0"/>
              <a:alphaOff val="0"/>
            </a:schemeClr>
          </a:effectRef>
          <a:fontRef idx="minor">
            <a:schemeClr val="tx1"/>
          </a:fontRef>
        </p:style>
        <p:txBody>
          <a:bodyPr spcFirstLastPara="0" vert="horz" wrap="square" lIns="406664" tIns="319483" rIns="406664" bIns="319483" numCol="1" spcCol="1270" anchor="ctr" anchorCtr="0">
            <a:noAutofit/>
          </a:bodyPr>
          <a:lstStyle/>
          <a:p>
            <a:pPr algn="ctr" defTabSz="1955800" fontAlgn="auto">
              <a:lnSpc>
                <a:spcPct val="90000"/>
              </a:lnSpc>
              <a:spcAft>
                <a:spcPct val="35000"/>
              </a:spcAft>
            </a:pPr>
            <a:r>
              <a:rPr lang="en-US" sz="4400" dirty="0" smtClean="0">
                <a:solidFill>
                  <a:srgbClr val="ED7D31"/>
                </a:solidFill>
                <a:latin typeface="FontAwesome" pitchFamily="2" charset="0"/>
              </a:rPr>
              <a:t>2</a:t>
            </a:r>
            <a:endParaRPr lang="id-ID" sz="4800" dirty="0">
              <a:solidFill>
                <a:srgbClr val="ED7D31"/>
              </a:solidFill>
              <a:latin typeface="FontAwesome" pitchFamily="2" charset="0"/>
            </a:endParaRPr>
          </a:p>
        </p:txBody>
      </p:sp>
      <p:cxnSp>
        <p:nvCxnSpPr>
          <p:cNvPr id="26" name="Straight Connector 25"/>
          <p:cNvCxnSpPr/>
          <p:nvPr/>
        </p:nvCxnSpPr>
        <p:spPr>
          <a:xfrm>
            <a:off x="6151800" y="3255751"/>
            <a:ext cx="0" cy="979379"/>
          </a:xfrm>
          <a:prstGeom prst="line">
            <a:avLst/>
          </a:prstGeom>
          <a:ln w="101600" cmpd="dbl">
            <a:solidFill>
              <a:schemeClr val="bg2">
                <a:lumMod val="75000"/>
              </a:schemeClr>
            </a:solidFill>
            <a:prstDash val="solid"/>
            <a:headEnd type="none" w="med" len="med"/>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a:off x="6157954" y="4911184"/>
            <a:ext cx="0" cy="1549914"/>
          </a:xfrm>
          <a:prstGeom prst="line">
            <a:avLst/>
          </a:prstGeom>
          <a:ln w="101600" cmpd="dbl">
            <a:solidFill>
              <a:schemeClr val="bg2">
                <a:lumMod val="75000"/>
              </a:schemeClr>
            </a:solidFill>
            <a:prstDash val="solid"/>
            <a:headEnd type="non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0964800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grpId="0" nodeType="after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wipe(right)">
                                      <p:cBhvr>
                                        <p:cTn id="7" dur="500"/>
                                        <p:tgtEl>
                                          <p:spTgt spid="25"/>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42"/>
                                        </p:tgtEl>
                                        <p:attrNameLst>
                                          <p:attrName>style.visibility</p:attrName>
                                        </p:attrNameLst>
                                      </p:cBhvr>
                                      <p:to>
                                        <p:strVal val="visible"/>
                                      </p:to>
                                    </p:set>
                                    <p:animEffect transition="in" filter="fade">
                                      <p:cBhvr>
                                        <p:cTn id="11" dur="500"/>
                                        <p:tgtEl>
                                          <p:spTgt spid="42"/>
                                        </p:tgtEl>
                                      </p:cBhvr>
                                    </p:animEffect>
                                  </p:childTnLst>
                                </p:cTn>
                              </p:par>
                              <p:par>
                                <p:cTn id="12" presetID="22" presetClass="entr" presetSubtype="1" fill="hold" nodeType="withEffect">
                                  <p:stCondLst>
                                    <p:cond delay="200"/>
                                  </p:stCondLst>
                                  <p:childTnLst>
                                    <p:set>
                                      <p:cBhvr>
                                        <p:cTn id="13" dur="1" fill="hold">
                                          <p:stCondLst>
                                            <p:cond delay="0"/>
                                          </p:stCondLst>
                                        </p:cTn>
                                        <p:tgtEl>
                                          <p:spTgt spid="19"/>
                                        </p:tgtEl>
                                        <p:attrNameLst>
                                          <p:attrName>style.visibility</p:attrName>
                                        </p:attrNameLst>
                                      </p:cBhvr>
                                      <p:to>
                                        <p:strVal val="visible"/>
                                      </p:to>
                                    </p:set>
                                    <p:animEffect transition="in" filter="wipe(up)">
                                      <p:cBhvr>
                                        <p:cTn id="14" dur="1000"/>
                                        <p:tgtEl>
                                          <p:spTgt spid="19"/>
                                        </p:tgtEl>
                                      </p:cBhvr>
                                    </p:animEffect>
                                  </p:childTnLst>
                                </p:cTn>
                              </p:par>
                              <p:par>
                                <p:cTn id="15" presetID="53" presetClass="entr" presetSubtype="16" fill="hold" grpId="0" nodeType="withEffect">
                                  <p:stCondLst>
                                    <p:cond delay="1200"/>
                                  </p:stCondLst>
                                  <p:childTnLst>
                                    <p:set>
                                      <p:cBhvr>
                                        <p:cTn id="16" dur="1" fill="hold">
                                          <p:stCondLst>
                                            <p:cond delay="0"/>
                                          </p:stCondLst>
                                        </p:cTn>
                                        <p:tgtEl>
                                          <p:spTgt spid="51"/>
                                        </p:tgtEl>
                                        <p:attrNameLst>
                                          <p:attrName>style.visibility</p:attrName>
                                        </p:attrNameLst>
                                      </p:cBhvr>
                                      <p:to>
                                        <p:strVal val="visible"/>
                                      </p:to>
                                    </p:set>
                                    <p:anim calcmode="lin" valueType="num">
                                      <p:cBhvr>
                                        <p:cTn id="17" dur="500" fill="hold"/>
                                        <p:tgtEl>
                                          <p:spTgt spid="51"/>
                                        </p:tgtEl>
                                        <p:attrNameLst>
                                          <p:attrName>ppt_w</p:attrName>
                                        </p:attrNameLst>
                                      </p:cBhvr>
                                      <p:tavLst>
                                        <p:tav tm="0">
                                          <p:val>
                                            <p:fltVal val="0"/>
                                          </p:val>
                                        </p:tav>
                                        <p:tav tm="100000">
                                          <p:val>
                                            <p:strVal val="#ppt_w"/>
                                          </p:val>
                                        </p:tav>
                                      </p:tavLst>
                                    </p:anim>
                                    <p:anim calcmode="lin" valueType="num">
                                      <p:cBhvr>
                                        <p:cTn id="18" dur="500" fill="hold"/>
                                        <p:tgtEl>
                                          <p:spTgt spid="51"/>
                                        </p:tgtEl>
                                        <p:attrNameLst>
                                          <p:attrName>ppt_h</p:attrName>
                                        </p:attrNameLst>
                                      </p:cBhvr>
                                      <p:tavLst>
                                        <p:tav tm="0">
                                          <p:val>
                                            <p:fltVal val="0"/>
                                          </p:val>
                                        </p:tav>
                                        <p:tav tm="100000">
                                          <p:val>
                                            <p:strVal val="#ppt_h"/>
                                          </p:val>
                                        </p:tav>
                                      </p:tavLst>
                                    </p:anim>
                                    <p:animEffect transition="in" filter="fade">
                                      <p:cBhvr>
                                        <p:cTn id="19" dur="500"/>
                                        <p:tgtEl>
                                          <p:spTgt spid="51"/>
                                        </p:tgtEl>
                                      </p:cBhvr>
                                    </p:animEffect>
                                  </p:childTnLst>
                                </p:cTn>
                              </p:par>
                            </p:childTnLst>
                          </p:cTn>
                        </p:par>
                        <p:par>
                          <p:cTn id="20" fill="hold">
                            <p:stCondLst>
                              <p:cond delay="2200"/>
                            </p:stCondLst>
                            <p:childTnLst>
                              <p:par>
                                <p:cTn id="21" presetID="22" presetClass="entr" presetSubtype="2" fill="hold" nodeType="afterEffect">
                                  <p:stCondLst>
                                    <p:cond delay="0"/>
                                  </p:stCondLst>
                                  <p:childTnLst>
                                    <p:set>
                                      <p:cBhvr>
                                        <p:cTn id="22" dur="1" fill="hold">
                                          <p:stCondLst>
                                            <p:cond delay="0"/>
                                          </p:stCondLst>
                                        </p:cTn>
                                        <p:tgtEl>
                                          <p:spTgt spid="23"/>
                                        </p:tgtEl>
                                        <p:attrNameLst>
                                          <p:attrName>style.visibility</p:attrName>
                                        </p:attrNameLst>
                                      </p:cBhvr>
                                      <p:to>
                                        <p:strVal val="visible"/>
                                      </p:to>
                                    </p:set>
                                    <p:animEffect transition="in" filter="wipe(right)">
                                      <p:cBhvr>
                                        <p:cTn id="23" dur="500"/>
                                        <p:tgtEl>
                                          <p:spTgt spid="23"/>
                                        </p:tgtEl>
                                      </p:cBhvr>
                                    </p:animEffect>
                                  </p:childTnLst>
                                </p:cTn>
                              </p:par>
                            </p:childTnLst>
                          </p:cTn>
                        </p:par>
                        <p:par>
                          <p:cTn id="24" fill="hold">
                            <p:stCondLst>
                              <p:cond delay="2700"/>
                            </p:stCondLst>
                            <p:childTnLst>
                              <p:par>
                                <p:cTn id="25" presetID="10" presetClass="entr" presetSubtype="0" fill="hold" grpId="0" nodeType="afterEffect">
                                  <p:stCondLst>
                                    <p:cond delay="0"/>
                                  </p:stCondLst>
                                  <p:childTnLst>
                                    <p:set>
                                      <p:cBhvr>
                                        <p:cTn id="26" dur="1" fill="hold">
                                          <p:stCondLst>
                                            <p:cond delay="0"/>
                                          </p:stCondLst>
                                        </p:cTn>
                                        <p:tgtEl>
                                          <p:spTgt spid="39"/>
                                        </p:tgtEl>
                                        <p:attrNameLst>
                                          <p:attrName>style.visibility</p:attrName>
                                        </p:attrNameLst>
                                      </p:cBhvr>
                                      <p:to>
                                        <p:strVal val="visible"/>
                                      </p:to>
                                    </p:set>
                                    <p:animEffect transition="in" filter="fade">
                                      <p:cBhvr>
                                        <p:cTn id="27" dur="500"/>
                                        <p:tgtEl>
                                          <p:spTgt spid="39"/>
                                        </p:tgtEl>
                                      </p:cBhvr>
                                    </p:animEffect>
                                  </p:childTnLst>
                                </p:cTn>
                              </p:par>
                            </p:childTnLst>
                          </p:cTn>
                        </p:par>
                        <p:par>
                          <p:cTn id="28" fill="hold">
                            <p:stCondLst>
                              <p:cond delay="3200"/>
                            </p:stCondLst>
                            <p:childTnLst>
                              <p:par>
                                <p:cTn id="29" presetID="22" presetClass="entr" presetSubtype="1" fill="hold" nodeType="afterEffect">
                                  <p:stCondLst>
                                    <p:cond delay="0"/>
                                  </p:stCondLst>
                                  <p:childTnLst>
                                    <p:set>
                                      <p:cBhvr>
                                        <p:cTn id="30" dur="1" fill="hold">
                                          <p:stCondLst>
                                            <p:cond delay="0"/>
                                          </p:stCondLst>
                                        </p:cTn>
                                        <p:tgtEl>
                                          <p:spTgt spid="26"/>
                                        </p:tgtEl>
                                        <p:attrNameLst>
                                          <p:attrName>style.visibility</p:attrName>
                                        </p:attrNameLst>
                                      </p:cBhvr>
                                      <p:to>
                                        <p:strVal val="visible"/>
                                      </p:to>
                                    </p:set>
                                    <p:animEffect transition="in" filter="wipe(up)">
                                      <p:cBhvr>
                                        <p:cTn id="31" dur="1000"/>
                                        <p:tgtEl>
                                          <p:spTgt spid="26"/>
                                        </p:tgtEl>
                                      </p:cBhvr>
                                    </p:animEffect>
                                  </p:childTnLst>
                                </p:cTn>
                              </p:par>
                            </p:childTnLst>
                          </p:cTn>
                        </p:par>
                        <p:par>
                          <p:cTn id="32" fill="hold">
                            <p:stCondLst>
                              <p:cond delay="4200"/>
                            </p:stCondLst>
                            <p:childTnLst>
                              <p:par>
                                <p:cTn id="33" presetID="53" presetClass="entr" presetSubtype="16" fill="hold" grpId="0" nodeType="afterEffect">
                                  <p:stCondLst>
                                    <p:cond delay="0"/>
                                  </p:stCondLst>
                                  <p:childTnLst>
                                    <p:set>
                                      <p:cBhvr>
                                        <p:cTn id="34" dur="1" fill="hold">
                                          <p:stCondLst>
                                            <p:cond delay="0"/>
                                          </p:stCondLst>
                                        </p:cTn>
                                        <p:tgtEl>
                                          <p:spTgt spid="52"/>
                                        </p:tgtEl>
                                        <p:attrNameLst>
                                          <p:attrName>style.visibility</p:attrName>
                                        </p:attrNameLst>
                                      </p:cBhvr>
                                      <p:to>
                                        <p:strVal val="visible"/>
                                      </p:to>
                                    </p:set>
                                    <p:anim calcmode="lin" valueType="num">
                                      <p:cBhvr>
                                        <p:cTn id="35" dur="500" fill="hold"/>
                                        <p:tgtEl>
                                          <p:spTgt spid="52"/>
                                        </p:tgtEl>
                                        <p:attrNameLst>
                                          <p:attrName>ppt_w</p:attrName>
                                        </p:attrNameLst>
                                      </p:cBhvr>
                                      <p:tavLst>
                                        <p:tav tm="0">
                                          <p:val>
                                            <p:fltVal val="0"/>
                                          </p:val>
                                        </p:tav>
                                        <p:tav tm="100000">
                                          <p:val>
                                            <p:strVal val="#ppt_w"/>
                                          </p:val>
                                        </p:tav>
                                      </p:tavLst>
                                    </p:anim>
                                    <p:anim calcmode="lin" valueType="num">
                                      <p:cBhvr>
                                        <p:cTn id="36" dur="500" fill="hold"/>
                                        <p:tgtEl>
                                          <p:spTgt spid="52"/>
                                        </p:tgtEl>
                                        <p:attrNameLst>
                                          <p:attrName>ppt_h</p:attrName>
                                        </p:attrNameLst>
                                      </p:cBhvr>
                                      <p:tavLst>
                                        <p:tav tm="0">
                                          <p:val>
                                            <p:fltVal val="0"/>
                                          </p:val>
                                        </p:tav>
                                        <p:tav tm="100000">
                                          <p:val>
                                            <p:strVal val="#ppt_h"/>
                                          </p:val>
                                        </p:tav>
                                      </p:tavLst>
                                    </p:anim>
                                    <p:animEffect transition="in" filter="fade">
                                      <p:cBhvr>
                                        <p:cTn id="37" dur="500"/>
                                        <p:tgtEl>
                                          <p:spTgt spid="52"/>
                                        </p:tgtEl>
                                      </p:cBhvr>
                                    </p:animEffect>
                                  </p:childTnLst>
                                </p:cTn>
                              </p:par>
                            </p:childTnLst>
                          </p:cTn>
                        </p:par>
                        <p:par>
                          <p:cTn id="38" fill="hold">
                            <p:stCondLst>
                              <p:cond delay="4700"/>
                            </p:stCondLst>
                            <p:childTnLst>
                              <p:par>
                                <p:cTn id="39" presetID="22" presetClass="entr" presetSubtype="8" fill="hold" nodeType="afterEffect">
                                  <p:stCondLst>
                                    <p:cond delay="0"/>
                                  </p:stCondLst>
                                  <p:childTnLst>
                                    <p:set>
                                      <p:cBhvr>
                                        <p:cTn id="40" dur="1" fill="hold">
                                          <p:stCondLst>
                                            <p:cond delay="0"/>
                                          </p:stCondLst>
                                        </p:cTn>
                                        <p:tgtEl>
                                          <p:spTgt spid="32"/>
                                        </p:tgtEl>
                                        <p:attrNameLst>
                                          <p:attrName>style.visibility</p:attrName>
                                        </p:attrNameLst>
                                      </p:cBhvr>
                                      <p:to>
                                        <p:strVal val="visible"/>
                                      </p:to>
                                    </p:set>
                                    <p:animEffect transition="in" filter="wipe(left)">
                                      <p:cBhvr>
                                        <p:cTn id="41" dur="500"/>
                                        <p:tgtEl>
                                          <p:spTgt spid="32"/>
                                        </p:tgtEl>
                                      </p:cBhvr>
                                    </p:animEffect>
                                  </p:childTnLst>
                                </p:cTn>
                              </p:par>
                            </p:childTnLst>
                          </p:cTn>
                        </p:par>
                        <p:par>
                          <p:cTn id="42" fill="hold">
                            <p:stCondLst>
                              <p:cond delay="5200"/>
                            </p:stCondLst>
                            <p:childTnLst>
                              <p:par>
                                <p:cTn id="43" presetID="10" presetClass="entr" presetSubtype="0" fill="hold" grpId="0" nodeType="afterEffect">
                                  <p:stCondLst>
                                    <p:cond delay="0"/>
                                  </p:stCondLst>
                                  <p:childTnLst>
                                    <p:set>
                                      <p:cBhvr>
                                        <p:cTn id="44" dur="1" fill="hold">
                                          <p:stCondLst>
                                            <p:cond delay="0"/>
                                          </p:stCondLst>
                                        </p:cTn>
                                        <p:tgtEl>
                                          <p:spTgt spid="48"/>
                                        </p:tgtEl>
                                        <p:attrNameLst>
                                          <p:attrName>style.visibility</p:attrName>
                                        </p:attrNameLst>
                                      </p:cBhvr>
                                      <p:to>
                                        <p:strVal val="visible"/>
                                      </p:to>
                                    </p:set>
                                    <p:animEffect transition="in" filter="fade">
                                      <p:cBhvr>
                                        <p:cTn id="45" dur="500"/>
                                        <p:tgtEl>
                                          <p:spTgt spid="48"/>
                                        </p:tgtEl>
                                      </p:cBhvr>
                                    </p:animEffect>
                                  </p:childTnLst>
                                </p:cTn>
                              </p:par>
                            </p:childTnLst>
                          </p:cTn>
                        </p:par>
                        <p:par>
                          <p:cTn id="46" fill="hold">
                            <p:stCondLst>
                              <p:cond delay="5700"/>
                            </p:stCondLst>
                            <p:childTnLst>
                              <p:par>
                                <p:cTn id="47" presetID="22" presetClass="entr" presetSubtype="1" fill="hold" nodeType="afterEffect">
                                  <p:stCondLst>
                                    <p:cond delay="0"/>
                                  </p:stCondLst>
                                  <p:childTnLst>
                                    <p:set>
                                      <p:cBhvr>
                                        <p:cTn id="48" dur="1" fill="hold">
                                          <p:stCondLst>
                                            <p:cond delay="0"/>
                                          </p:stCondLst>
                                        </p:cTn>
                                        <p:tgtEl>
                                          <p:spTgt spid="27"/>
                                        </p:tgtEl>
                                        <p:attrNameLst>
                                          <p:attrName>style.visibility</p:attrName>
                                        </p:attrNameLst>
                                      </p:cBhvr>
                                      <p:to>
                                        <p:strVal val="visible"/>
                                      </p:to>
                                    </p:set>
                                    <p:animEffect transition="in" filter="wipe(up)">
                                      <p:cBhvr>
                                        <p:cTn id="49" dur="10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animBg="1"/>
      <p:bldP spid="42" grpId="0"/>
      <p:bldP spid="39" grpId="0"/>
      <p:bldP spid="48" grpId="0"/>
      <p:bldP spid="51" grpId="0"/>
      <p:bldP spid="52" grpId="0"/>
    </p:bld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44" name="Straight Connector 43"/>
          <p:cNvCxnSpPr/>
          <p:nvPr/>
        </p:nvCxnSpPr>
        <p:spPr>
          <a:xfrm>
            <a:off x="6151800" y="-9145"/>
            <a:ext cx="0" cy="979379"/>
          </a:xfrm>
          <a:prstGeom prst="line">
            <a:avLst/>
          </a:prstGeom>
          <a:ln w="101600" cmpd="dbl">
            <a:solidFill>
              <a:schemeClr val="bg2">
                <a:lumMod val="75000"/>
              </a:schemeClr>
            </a:solidFill>
            <a:prstDash val="solid"/>
            <a:headEnd type="none" w="lg" len="lg"/>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a:off x="4723460" y="1344297"/>
            <a:ext cx="1080000" cy="3215"/>
          </a:xfrm>
          <a:prstGeom prst="line">
            <a:avLst/>
          </a:prstGeom>
          <a:ln w="25400">
            <a:solidFill>
              <a:schemeClr val="bg1">
                <a:lumMod val="75000"/>
              </a:schemeClr>
            </a:solidFill>
            <a:prstDash val="solid"/>
            <a:headEnd type="oval" w="lg" len="lg"/>
            <a:tailEnd type="oval"/>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a:off x="6529169" y="3126380"/>
            <a:ext cx="1080000" cy="3215"/>
          </a:xfrm>
          <a:prstGeom prst="line">
            <a:avLst/>
          </a:prstGeom>
          <a:ln w="25400">
            <a:solidFill>
              <a:schemeClr val="bg1">
                <a:lumMod val="75000"/>
              </a:schemeClr>
            </a:solidFill>
            <a:prstDash val="solid"/>
            <a:headEnd type="oval"/>
            <a:tailEnd type="oval" w="lg" len="lg"/>
          </a:ln>
        </p:spPr>
        <p:style>
          <a:lnRef idx="1">
            <a:schemeClr val="accent1"/>
          </a:lnRef>
          <a:fillRef idx="0">
            <a:schemeClr val="accent1"/>
          </a:fillRef>
          <a:effectRef idx="0">
            <a:schemeClr val="accent1"/>
          </a:effectRef>
          <a:fontRef idx="minor">
            <a:schemeClr val="tx1"/>
          </a:fontRef>
        </p:style>
      </p:cxnSp>
      <p:sp>
        <p:nvSpPr>
          <p:cNvPr id="47" name="Content Placeholder 2"/>
          <p:cNvSpPr txBox="1">
            <a:spLocks/>
          </p:cNvSpPr>
          <p:nvPr/>
        </p:nvSpPr>
        <p:spPr>
          <a:xfrm>
            <a:off x="878542" y="1163069"/>
            <a:ext cx="3780918" cy="1001083"/>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fontAlgn="auto">
              <a:buClr>
                <a:srgbClr val="5B9BD5">
                  <a:lumMod val="75000"/>
                </a:srgbClr>
              </a:buClr>
              <a:defRPr/>
            </a:pPr>
            <a:r>
              <a:rPr lang="ar-SA" sz="2800" b="1" dirty="0">
                <a:ea typeface="Roboto" panose="02000000000000000000" pitchFamily="2" charset="0"/>
              </a:rPr>
              <a:t>الشعور بالوحدة والبعد عن الأهل والأصدقاء</a:t>
            </a:r>
            <a:endParaRPr lang="id-ID" sz="2800" b="1" dirty="0">
              <a:ea typeface="Roboto" panose="02000000000000000000" pitchFamily="2" charset="0"/>
            </a:endParaRPr>
          </a:p>
        </p:txBody>
      </p:sp>
      <p:sp>
        <p:nvSpPr>
          <p:cNvPr id="53" name="Content Placeholder 2"/>
          <p:cNvSpPr txBox="1">
            <a:spLocks/>
          </p:cNvSpPr>
          <p:nvPr/>
        </p:nvSpPr>
        <p:spPr>
          <a:xfrm>
            <a:off x="7687688" y="2964071"/>
            <a:ext cx="4360877" cy="1001083"/>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fontAlgn="auto">
              <a:buClr>
                <a:srgbClr val="5B9BD5">
                  <a:lumMod val="75000"/>
                </a:srgbClr>
              </a:buClr>
              <a:defRPr/>
            </a:pPr>
            <a:r>
              <a:rPr lang="ar-SA" sz="2800" b="1" dirty="0">
                <a:ea typeface="Roboto" panose="02000000000000000000" pitchFamily="2" charset="0"/>
              </a:rPr>
              <a:t>الإحساس بالذنب بسبب تضييع وقته واللجوء إلى التهرب من الإجابة عند مناقشته بهذا الموضوع</a:t>
            </a:r>
            <a:endParaRPr lang="id-ID" sz="2800" b="1" dirty="0">
              <a:ea typeface="Roboto" panose="02000000000000000000" pitchFamily="2" charset="0"/>
            </a:endParaRPr>
          </a:p>
        </p:txBody>
      </p:sp>
      <p:sp>
        <p:nvSpPr>
          <p:cNvPr id="54" name="Freeform 53"/>
          <p:cNvSpPr/>
          <p:nvPr/>
        </p:nvSpPr>
        <p:spPr>
          <a:xfrm>
            <a:off x="5823178" y="1114168"/>
            <a:ext cx="684447" cy="493118"/>
          </a:xfrm>
          <a:custGeom>
            <a:avLst/>
            <a:gdLst>
              <a:gd name="connsiteX0" fmla="*/ 0 w 1799993"/>
              <a:gd name="connsiteY0" fmla="*/ 899997 h 1799993"/>
              <a:gd name="connsiteX1" fmla="*/ 899997 w 1799993"/>
              <a:gd name="connsiteY1" fmla="*/ 0 h 1799993"/>
              <a:gd name="connsiteX2" fmla="*/ 1799994 w 1799993"/>
              <a:gd name="connsiteY2" fmla="*/ 899997 h 1799993"/>
              <a:gd name="connsiteX3" fmla="*/ 899997 w 1799993"/>
              <a:gd name="connsiteY3" fmla="*/ 1799994 h 1799993"/>
              <a:gd name="connsiteX4" fmla="*/ 0 w 1799993"/>
              <a:gd name="connsiteY4" fmla="*/ 899997 h 17999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9993" h="1799993">
                <a:moveTo>
                  <a:pt x="0" y="899997"/>
                </a:moveTo>
                <a:cubicBezTo>
                  <a:pt x="0" y="402942"/>
                  <a:pt x="402942" y="0"/>
                  <a:pt x="899997" y="0"/>
                </a:cubicBezTo>
                <a:cubicBezTo>
                  <a:pt x="1397052" y="0"/>
                  <a:pt x="1799994" y="402942"/>
                  <a:pt x="1799994" y="899997"/>
                </a:cubicBezTo>
                <a:cubicBezTo>
                  <a:pt x="1799994" y="1397052"/>
                  <a:pt x="1397052" y="1799994"/>
                  <a:pt x="899997" y="1799994"/>
                </a:cubicBezTo>
                <a:cubicBezTo>
                  <a:pt x="402942" y="1799994"/>
                  <a:pt x="0" y="1397052"/>
                  <a:pt x="0" y="899997"/>
                </a:cubicBezTo>
                <a:close/>
              </a:path>
            </a:pathLst>
          </a:custGeom>
          <a:noFill/>
          <a:ln w="25400">
            <a:noFill/>
          </a:ln>
        </p:spPr>
        <p:style>
          <a:lnRef idx="2">
            <a:scrgbClr r="0" g="0" b="0"/>
          </a:lnRef>
          <a:fillRef idx="1">
            <a:scrgbClr r="0" g="0" b="0"/>
          </a:fillRef>
          <a:effectRef idx="0">
            <a:schemeClr val="accent1">
              <a:alpha val="50000"/>
              <a:hueOff val="0"/>
              <a:satOff val="0"/>
              <a:lumOff val="0"/>
              <a:alphaOff val="0"/>
            </a:schemeClr>
          </a:effectRef>
          <a:fontRef idx="minor">
            <a:schemeClr val="tx1"/>
          </a:fontRef>
        </p:style>
        <p:txBody>
          <a:bodyPr spcFirstLastPara="0" vert="horz" wrap="square" lIns="406664" tIns="319483" rIns="406664" bIns="319483" numCol="1" spcCol="1270" anchor="ctr" anchorCtr="0">
            <a:noAutofit/>
          </a:bodyPr>
          <a:lstStyle/>
          <a:p>
            <a:pPr algn="ctr" defTabSz="1955800" fontAlgn="auto">
              <a:lnSpc>
                <a:spcPct val="90000"/>
              </a:lnSpc>
              <a:spcAft>
                <a:spcPct val="35000"/>
              </a:spcAft>
            </a:pPr>
            <a:r>
              <a:rPr lang="en-US" sz="4000" dirty="0" smtClean="0">
                <a:solidFill>
                  <a:srgbClr val="FF0000"/>
                </a:solidFill>
                <a:latin typeface="FontAwesome" pitchFamily="2" charset="0"/>
              </a:rPr>
              <a:t>3</a:t>
            </a:r>
            <a:endParaRPr lang="id-ID" sz="4000" dirty="0">
              <a:solidFill>
                <a:srgbClr val="FF0000"/>
              </a:solidFill>
              <a:latin typeface="FontAwesome" pitchFamily="2" charset="0"/>
            </a:endParaRPr>
          </a:p>
        </p:txBody>
      </p:sp>
      <p:sp>
        <p:nvSpPr>
          <p:cNvPr id="55" name="Freeform 54"/>
          <p:cNvSpPr/>
          <p:nvPr/>
        </p:nvSpPr>
        <p:spPr>
          <a:xfrm>
            <a:off x="5815731" y="2850793"/>
            <a:ext cx="684447" cy="493118"/>
          </a:xfrm>
          <a:custGeom>
            <a:avLst/>
            <a:gdLst>
              <a:gd name="connsiteX0" fmla="*/ 0 w 1799993"/>
              <a:gd name="connsiteY0" fmla="*/ 899997 h 1799993"/>
              <a:gd name="connsiteX1" fmla="*/ 899997 w 1799993"/>
              <a:gd name="connsiteY1" fmla="*/ 0 h 1799993"/>
              <a:gd name="connsiteX2" fmla="*/ 1799994 w 1799993"/>
              <a:gd name="connsiteY2" fmla="*/ 899997 h 1799993"/>
              <a:gd name="connsiteX3" fmla="*/ 899997 w 1799993"/>
              <a:gd name="connsiteY3" fmla="*/ 1799994 h 1799993"/>
              <a:gd name="connsiteX4" fmla="*/ 0 w 1799993"/>
              <a:gd name="connsiteY4" fmla="*/ 899997 h 17999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9993" h="1799993">
                <a:moveTo>
                  <a:pt x="0" y="899997"/>
                </a:moveTo>
                <a:cubicBezTo>
                  <a:pt x="0" y="402942"/>
                  <a:pt x="402942" y="0"/>
                  <a:pt x="899997" y="0"/>
                </a:cubicBezTo>
                <a:cubicBezTo>
                  <a:pt x="1397052" y="0"/>
                  <a:pt x="1799994" y="402942"/>
                  <a:pt x="1799994" y="899997"/>
                </a:cubicBezTo>
                <a:cubicBezTo>
                  <a:pt x="1799994" y="1397052"/>
                  <a:pt x="1397052" y="1799994"/>
                  <a:pt x="899997" y="1799994"/>
                </a:cubicBezTo>
                <a:cubicBezTo>
                  <a:pt x="402942" y="1799994"/>
                  <a:pt x="0" y="1397052"/>
                  <a:pt x="0" y="899997"/>
                </a:cubicBezTo>
                <a:close/>
              </a:path>
            </a:pathLst>
          </a:custGeom>
          <a:noFill/>
          <a:ln w="25400">
            <a:noFill/>
          </a:ln>
        </p:spPr>
        <p:style>
          <a:lnRef idx="2">
            <a:scrgbClr r="0" g="0" b="0"/>
          </a:lnRef>
          <a:fillRef idx="1">
            <a:scrgbClr r="0" g="0" b="0"/>
          </a:fillRef>
          <a:effectRef idx="0">
            <a:schemeClr val="accent1">
              <a:alpha val="50000"/>
              <a:hueOff val="0"/>
              <a:satOff val="0"/>
              <a:lumOff val="0"/>
              <a:alphaOff val="0"/>
            </a:schemeClr>
          </a:effectRef>
          <a:fontRef idx="minor">
            <a:schemeClr val="tx1"/>
          </a:fontRef>
        </p:style>
        <p:txBody>
          <a:bodyPr spcFirstLastPara="0" vert="horz" wrap="square" lIns="406664" tIns="319483" rIns="406664" bIns="319483" numCol="1" spcCol="1270" anchor="ctr" anchorCtr="0">
            <a:noAutofit/>
          </a:bodyPr>
          <a:lstStyle/>
          <a:p>
            <a:pPr algn="ctr" defTabSz="1955800" fontAlgn="auto">
              <a:lnSpc>
                <a:spcPct val="90000"/>
              </a:lnSpc>
              <a:spcAft>
                <a:spcPct val="35000"/>
              </a:spcAft>
            </a:pPr>
            <a:r>
              <a:rPr lang="en-US" sz="4000" dirty="0" smtClean="0">
                <a:solidFill>
                  <a:srgbClr val="7030A0"/>
                </a:solidFill>
                <a:latin typeface="FontAwesome" pitchFamily="2" charset="0"/>
              </a:rPr>
              <a:t>4</a:t>
            </a:r>
            <a:endParaRPr lang="id-ID" sz="4400" dirty="0">
              <a:solidFill>
                <a:srgbClr val="7030A0"/>
              </a:solidFill>
              <a:latin typeface="FontAwesome" pitchFamily="2" charset="0"/>
            </a:endParaRPr>
          </a:p>
        </p:txBody>
      </p:sp>
      <p:cxnSp>
        <p:nvCxnSpPr>
          <p:cNvPr id="56" name="Straight Connector 55"/>
          <p:cNvCxnSpPr/>
          <p:nvPr/>
        </p:nvCxnSpPr>
        <p:spPr>
          <a:xfrm>
            <a:off x="6151800" y="1754493"/>
            <a:ext cx="0" cy="979379"/>
          </a:xfrm>
          <a:prstGeom prst="line">
            <a:avLst/>
          </a:prstGeom>
          <a:ln w="101600" cmpd="dbl">
            <a:solidFill>
              <a:schemeClr val="bg2">
                <a:lumMod val="75000"/>
              </a:schemeClr>
            </a:solidFill>
            <a:prstDash val="solid"/>
            <a:headEnd type="none" w="lg" len="lg"/>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a:off x="6157954" y="3409926"/>
            <a:ext cx="0" cy="1549914"/>
          </a:xfrm>
          <a:prstGeom prst="line">
            <a:avLst/>
          </a:prstGeom>
          <a:ln w="101600" cmpd="dbl">
            <a:solidFill>
              <a:schemeClr val="bg2">
                <a:lumMod val="75000"/>
              </a:schemeClr>
            </a:solidFill>
            <a:prstDash val="solid"/>
            <a:headEnd type="none" w="lg" len="lg"/>
          </a:ln>
        </p:spPr>
        <p:style>
          <a:lnRef idx="1">
            <a:schemeClr val="accent1"/>
          </a:lnRef>
          <a:fillRef idx="0">
            <a:schemeClr val="accent1"/>
          </a:fillRef>
          <a:effectRef idx="0">
            <a:schemeClr val="accent1"/>
          </a:effectRef>
          <a:fontRef idx="minor">
            <a:schemeClr val="tx1"/>
          </a:fontRef>
        </p:style>
      </p:cxnSp>
      <p:sp>
        <p:nvSpPr>
          <p:cNvPr id="2" name="Rectangle 1"/>
          <p:cNvSpPr/>
          <p:nvPr/>
        </p:nvSpPr>
        <p:spPr>
          <a:xfrm>
            <a:off x="5956875" y="4959840"/>
            <a:ext cx="389850" cy="830997"/>
          </a:xfrm>
          <a:prstGeom prst="rect">
            <a:avLst/>
          </a:prstGeom>
        </p:spPr>
        <p:txBody>
          <a:bodyPr wrap="none">
            <a:spAutoFit/>
          </a:bodyPr>
          <a:lstStyle/>
          <a:p>
            <a:pPr fontAlgn="auto">
              <a:spcBef>
                <a:spcPts val="0"/>
              </a:spcBef>
              <a:spcAft>
                <a:spcPts val="0"/>
              </a:spcAft>
            </a:pPr>
            <a:r>
              <a:rPr lang="en-US" sz="4800" dirty="0" smtClean="0">
                <a:solidFill>
                  <a:srgbClr val="5B9BD5"/>
                </a:solidFill>
                <a:latin typeface="FontAwesome" pitchFamily="2" charset="0"/>
                <a:cs typeface="+mn-cs"/>
              </a:rPr>
              <a:t>5</a:t>
            </a:r>
            <a:endParaRPr lang="id-ID" sz="4800" dirty="0">
              <a:solidFill>
                <a:srgbClr val="5B9BD5"/>
              </a:solidFill>
              <a:latin typeface="Calibri" panose="020F0502020204030204"/>
              <a:cs typeface="+mn-cs"/>
            </a:endParaRPr>
          </a:p>
        </p:txBody>
      </p:sp>
      <p:cxnSp>
        <p:nvCxnSpPr>
          <p:cNvPr id="58" name="Straight Connector 57"/>
          <p:cNvCxnSpPr/>
          <p:nvPr/>
        </p:nvCxnSpPr>
        <p:spPr>
          <a:xfrm>
            <a:off x="4737974" y="5236388"/>
            <a:ext cx="1080000" cy="3215"/>
          </a:xfrm>
          <a:prstGeom prst="line">
            <a:avLst/>
          </a:prstGeom>
          <a:ln w="25400">
            <a:solidFill>
              <a:schemeClr val="bg1">
                <a:lumMod val="75000"/>
              </a:schemeClr>
            </a:solidFill>
            <a:prstDash val="solid"/>
            <a:headEnd type="oval" w="lg" len="lg"/>
            <a:tailEnd type="oval"/>
          </a:ln>
        </p:spPr>
        <p:style>
          <a:lnRef idx="1">
            <a:schemeClr val="accent1"/>
          </a:lnRef>
          <a:fillRef idx="0">
            <a:schemeClr val="accent1"/>
          </a:fillRef>
          <a:effectRef idx="0">
            <a:schemeClr val="accent1"/>
          </a:effectRef>
          <a:fontRef idx="minor">
            <a:schemeClr val="tx1"/>
          </a:fontRef>
        </p:style>
      </p:cxnSp>
      <p:sp>
        <p:nvSpPr>
          <p:cNvPr id="59" name="Content Placeholder 2"/>
          <p:cNvSpPr txBox="1">
            <a:spLocks/>
          </p:cNvSpPr>
          <p:nvPr/>
        </p:nvSpPr>
        <p:spPr>
          <a:xfrm>
            <a:off x="315013" y="4688320"/>
            <a:ext cx="4422961" cy="1981421"/>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fontAlgn="auto">
              <a:buClr>
                <a:srgbClr val="5B9BD5">
                  <a:lumMod val="75000"/>
                </a:srgbClr>
              </a:buClr>
              <a:defRPr/>
            </a:pPr>
            <a:r>
              <a:rPr lang="ar-SA" sz="2800" dirty="0">
                <a:ea typeface="Roboto" panose="02000000000000000000" pitchFamily="2" charset="0"/>
              </a:rPr>
              <a:t>عدم قدرته عن التوقف عن استعمال التكنولوجيا واشتياقه الشديد لها وإحساسه بالسعادة عندما </a:t>
            </a:r>
            <a:r>
              <a:rPr lang="ar-SA" sz="2800" dirty="0" smtClean="0">
                <a:ea typeface="Roboto" panose="02000000000000000000" pitchFamily="2" charset="0"/>
              </a:rPr>
              <a:t>يعود</a:t>
            </a:r>
            <a:r>
              <a:rPr lang="en-US" sz="2800" dirty="0" smtClean="0">
                <a:ea typeface="Roboto" panose="02000000000000000000" pitchFamily="2" charset="0"/>
              </a:rPr>
              <a:t> </a:t>
            </a:r>
            <a:r>
              <a:rPr lang="ar-SA" sz="2800" dirty="0" smtClean="0">
                <a:ea typeface="Roboto" panose="02000000000000000000" pitchFamily="2" charset="0"/>
              </a:rPr>
              <a:t>لاستخدامها</a:t>
            </a:r>
            <a:endParaRPr lang="ar-SA" sz="2800" dirty="0">
              <a:ea typeface="Roboto" panose="02000000000000000000" pitchFamily="2" charset="0"/>
            </a:endParaRPr>
          </a:p>
        </p:txBody>
      </p:sp>
      <p:cxnSp>
        <p:nvCxnSpPr>
          <p:cNvPr id="60" name="Straight Connector 59"/>
          <p:cNvCxnSpPr/>
          <p:nvPr/>
        </p:nvCxnSpPr>
        <p:spPr>
          <a:xfrm>
            <a:off x="6151800" y="5689403"/>
            <a:ext cx="0" cy="771695"/>
          </a:xfrm>
          <a:prstGeom prst="line">
            <a:avLst/>
          </a:prstGeom>
          <a:ln w="101600" cmpd="dbl">
            <a:solidFill>
              <a:schemeClr val="bg2">
                <a:lumMod val="75000"/>
              </a:schemeClr>
            </a:solidFill>
            <a:prstDash val="solid"/>
            <a:headEnd type="none" w="lg" len="lg"/>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2041497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withEffect">
                                  <p:stCondLst>
                                    <p:cond delay="0"/>
                                  </p:stCondLst>
                                  <p:childTnLst>
                                    <p:set>
                                      <p:cBhvr>
                                        <p:cTn id="6" dur="1" fill="hold">
                                          <p:stCondLst>
                                            <p:cond delay="0"/>
                                          </p:stCondLst>
                                        </p:cTn>
                                        <p:tgtEl>
                                          <p:spTgt spid="44"/>
                                        </p:tgtEl>
                                        <p:attrNameLst>
                                          <p:attrName>style.visibility</p:attrName>
                                        </p:attrNameLst>
                                      </p:cBhvr>
                                      <p:to>
                                        <p:strVal val="visible"/>
                                      </p:to>
                                    </p:set>
                                    <p:animEffect transition="in" filter="wipe(up)">
                                      <p:cBhvr>
                                        <p:cTn id="7" dur="1000"/>
                                        <p:tgtEl>
                                          <p:spTgt spid="44"/>
                                        </p:tgtEl>
                                      </p:cBhvr>
                                    </p:animEffect>
                                  </p:childTnLst>
                                </p:cTn>
                              </p:par>
                            </p:childTnLst>
                          </p:cTn>
                        </p:par>
                        <p:par>
                          <p:cTn id="8" fill="hold">
                            <p:stCondLst>
                              <p:cond delay="1000"/>
                            </p:stCondLst>
                            <p:childTnLst>
                              <p:par>
                                <p:cTn id="9" presetID="53" presetClass="entr" presetSubtype="16" fill="hold" grpId="0" nodeType="afterEffect">
                                  <p:stCondLst>
                                    <p:cond delay="0"/>
                                  </p:stCondLst>
                                  <p:childTnLst>
                                    <p:set>
                                      <p:cBhvr>
                                        <p:cTn id="10" dur="1" fill="hold">
                                          <p:stCondLst>
                                            <p:cond delay="0"/>
                                          </p:stCondLst>
                                        </p:cTn>
                                        <p:tgtEl>
                                          <p:spTgt spid="54"/>
                                        </p:tgtEl>
                                        <p:attrNameLst>
                                          <p:attrName>style.visibility</p:attrName>
                                        </p:attrNameLst>
                                      </p:cBhvr>
                                      <p:to>
                                        <p:strVal val="visible"/>
                                      </p:to>
                                    </p:set>
                                    <p:anim calcmode="lin" valueType="num">
                                      <p:cBhvr>
                                        <p:cTn id="11" dur="500" fill="hold"/>
                                        <p:tgtEl>
                                          <p:spTgt spid="54"/>
                                        </p:tgtEl>
                                        <p:attrNameLst>
                                          <p:attrName>ppt_w</p:attrName>
                                        </p:attrNameLst>
                                      </p:cBhvr>
                                      <p:tavLst>
                                        <p:tav tm="0">
                                          <p:val>
                                            <p:fltVal val="0"/>
                                          </p:val>
                                        </p:tav>
                                        <p:tav tm="100000">
                                          <p:val>
                                            <p:strVal val="#ppt_w"/>
                                          </p:val>
                                        </p:tav>
                                      </p:tavLst>
                                    </p:anim>
                                    <p:anim calcmode="lin" valueType="num">
                                      <p:cBhvr>
                                        <p:cTn id="12" dur="500" fill="hold"/>
                                        <p:tgtEl>
                                          <p:spTgt spid="54"/>
                                        </p:tgtEl>
                                        <p:attrNameLst>
                                          <p:attrName>ppt_h</p:attrName>
                                        </p:attrNameLst>
                                      </p:cBhvr>
                                      <p:tavLst>
                                        <p:tav tm="0">
                                          <p:val>
                                            <p:fltVal val="0"/>
                                          </p:val>
                                        </p:tav>
                                        <p:tav tm="100000">
                                          <p:val>
                                            <p:strVal val="#ppt_h"/>
                                          </p:val>
                                        </p:tav>
                                      </p:tavLst>
                                    </p:anim>
                                    <p:animEffect transition="in" filter="fade">
                                      <p:cBhvr>
                                        <p:cTn id="13" dur="500"/>
                                        <p:tgtEl>
                                          <p:spTgt spid="54"/>
                                        </p:tgtEl>
                                      </p:cBhvr>
                                    </p:animEffect>
                                  </p:childTnLst>
                                </p:cTn>
                              </p:par>
                            </p:childTnLst>
                          </p:cTn>
                        </p:par>
                        <p:par>
                          <p:cTn id="14" fill="hold">
                            <p:stCondLst>
                              <p:cond delay="1500"/>
                            </p:stCondLst>
                            <p:childTnLst>
                              <p:par>
                                <p:cTn id="15" presetID="22" presetClass="entr" presetSubtype="2" fill="hold" nodeType="afterEffect">
                                  <p:stCondLst>
                                    <p:cond delay="0"/>
                                  </p:stCondLst>
                                  <p:childTnLst>
                                    <p:set>
                                      <p:cBhvr>
                                        <p:cTn id="16" dur="1" fill="hold">
                                          <p:stCondLst>
                                            <p:cond delay="0"/>
                                          </p:stCondLst>
                                        </p:cTn>
                                        <p:tgtEl>
                                          <p:spTgt spid="45"/>
                                        </p:tgtEl>
                                        <p:attrNameLst>
                                          <p:attrName>style.visibility</p:attrName>
                                        </p:attrNameLst>
                                      </p:cBhvr>
                                      <p:to>
                                        <p:strVal val="visible"/>
                                      </p:to>
                                    </p:set>
                                    <p:animEffect transition="in" filter="wipe(right)">
                                      <p:cBhvr>
                                        <p:cTn id="17" dur="500"/>
                                        <p:tgtEl>
                                          <p:spTgt spid="45"/>
                                        </p:tgtEl>
                                      </p:cBhvr>
                                    </p:animEffect>
                                  </p:childTnLst>
                                </p:cTn>
                              </p:par>
                            </p:childTnLst>
                          </p:cTn>
                        </p:par>
                        <p:par>
                          <p:cTn id="18" fill="hold">
                            <p:stCondLst>
                              <p:cond delay="2000"/>
                            </p:stCondLst>
                            <p:childTnLst>
                              <p:par>
                                <p:cTn id="19" presetID="22" presetClass="entr" presetSubtype="2" fill="hold" grpId="0" nodeType="afterEffect">
                                  <p:stCondLst>
                                    <p:cond delay="0"/>
                                  </p:stCondLst>
                                  <p:childTnLst>
                                    <p:set>
                                      <p:cBhvr>
                                        <p:cTn id="20" dur="1" fill="hold">
                                          <p:stCondLst>
                                            <p:cond delay="0"/>
                                          </p:stCondLst>
                                        </p:cTn>
                                        <p:tgtEl>
                                          <p:spTgt spid="47"/>
                                        </p:tgtEl>
                                        <p:attrNameLst>
                                          <p:attrName>style.visibility</p:attrName>
                                        </p:attrNameLst>
                                      </p:cBhvr>
                                      <p:to>
                                        <p:strVal val="visible"/>
                                      </p:to>
                                    </p:set>
                                    <p:animEffect transition="in" filter="wipe(right)">
                                      <p:cBhvr>
                                        <p:cTn id="21" dur="1000"/>
                                        <p:tgtEl>
                                          <p:spTgt spid="47"/>
                                        </p:tgtEl>
                                      </p:cBhvr>
                                    </p:animEffect>
                                  </p:childTnLst>
                                </p:cTn>
                              </p:par>
                            </p:childTnLst>
                          </p:cTn>
                        </p:par>
                        <p:par>
                          <p:cTn id="22" fill="hold">
                            <p:stCondLst>
                              <p:cond delay="3000"/>
                            </p:stCondLst>
                            <p:childTnLst>
                              <p:par>
                                <p:cTn id="23" presetID="22" presetClass="entr" presetSubtype="1" fill="hold" nodeType="afterEffect">
                                  <p:stCondLst>
                                    <p:cond delay="0"/>
                                  </p:stCondLst>
                                  <p:childTnLst>
                                    <p:set>
                                      <p:cBhvr>
                                        <p:cTn id="24" dur="1" fill="hold">
                                          <p:stCondLst>
                                            <p:cond delay="0"/>
                                          </p:stCondLst>
                                        </p:cTn>
                                        <p:tgtEl>
                                          <p:spTgt spid="56"/>
                                        </p:tgtEl>
                                        <p:attrNameLst>
                                          <p:attrName>style.visibility</p:attrName>
                                        </p:attrNameLst>
                                      </p:cBhvr>
                                      <p:to>
                                        <p:strVal val="visible"/>
                                      </p:to>
                                    </p:set>
                                    <p:animEffect transition="in" filter="wipe(up)">
                                      <p:cBhvr>
                                        <p:cTn id="25" dur="1000"/>
                                        <p:tgtEl>
                                          <p:spTgt spid="56"/>
                                        </p:tgtEl>
                                      </p:cBhvr>
                                    </p:animEffect>
                                  </p:childTnLst>
                                </p:cTn>
                              </p:par>
                            </p:childTnLst>
                          </p:cTn>
                        </p:par>
                        <p:par>
                          <p:cTn id="26" fill="hold">
                            <p:stCondLst>
                              <p:cond delay="4000"/>
                            </p:stCondLst>
                            <p:childTnLst>
                              <p:par>
                                <p:cTn id="27" presetID="53" presetClass="entr" presetSubtype="16" fill="hold" grpId="0" nodeType="afterEffect">
                                  <p:stCondLst>
                                    <p:cond delay="0"/>
                                  </p:stCondLst>
                                  <p:childTnLst>
                                    <p:set>
                                      <p:cBhvr>
                                        <p:cTn id="28" dur="1" fill="hold">
                                          <p:stCondLst>
                                            <p:cond delay="0"/>
                                          </p:stCondLst>
                                        </p:cTn>
                                        <p:tgtEl>
                                          <p:spTgt spid="55"/>
                                        </p:tgtEl>
                                        <p:attrNameLst>
                                          <p:attrName>style.visibility</p:attrName>
                                        </p:attrNameLst>
                                      </p:cBhvr>
                                      <p:to>
                                        <p:strVal val="visible"/>
                                      </p:to>
                                    </p:set>
                                    <p:anim calcmode="lin" valueType="num">
                                      <p:cBhvr>
                                        <p:cTn id="29" dur="500" fill="hold"/>
                                        <p:tgtEl>
                                          <p:spTgt spid="55"/>
                                        </p:tgtEl>
                                        <p:attrNameLst>
                                          <p:attrName>ppt_w</p:attrName>
                                        </p:attrNameLst>
                                      </p:cBhvr>
                                      <p:tavLst>
                                        <p:tav tm="0">
                                          <p:val>
                                            <p:fltVal val="0"/>
                                          </p:val>
                                        </p:tav>
                                        <p:tav tm="100000">
                                          <p:val>
                                            <p:strVal val="#ppt_w"/>
                                          </p:val>
                                        </p:tav>
                                      </p:tavLst>
                                    </p:anim>
                                    <p:anim calcmode="lin" valueType="num">
                                      <p:cBhvr>
                                        <p:cTn id="30" dur="500" fill="hold"/>
                                        <p:tgtEl>
                                          <p:spTgt spid="55"/>
                                        </p:tgtEl>
                                        <p:attrNameLst>
                                          <p:attrName>ppt_h</p:attrName>
                                        </p:attrNameLst>
                                      </p:cBhvr>
                                      <p:tavLst>
                                        <p:tav tm="0">
                                          <p:val>
                                            <p:fltVal val="0"/>
                                          </p:val>
                                        </p:tav>
                                        <p:tav tm="100000">
                                          <p:val>
                                            <p:strVal val="#ppt_h"/>
                                          </p:val>
                                        </p:tav>
                                      </p:tavLst>
                                    </p:anim>
                                    <p:animEffect transition="in" filter="fade">
                                      <p:cBhvr>
                                        <p:cTn id="31" dur="500"/>
                                        <p:tgtEl>
                                          <p:spTgt spid="55"/>
                                        </p:tgtEl>
                                      </p:cBhvr>
                                    </p:animEffect>
                                  </p:childTnLst>
                                </p:cTn>
                              </p:par>
                            </p:childTnLst>
                          </p:cTn>
                        </p:par>
                        <p:par>
                          <p:cTn id="32" fill="hold">
                            <p:stCondLst>
                              <p:cond delay="4500"/>
                            </p:stCondLst>
                            <p:childTnLst>
                              <p:par>
                                <p:cTn id="33" presetID="22" presetClass="entr" presetSubtype="8" fill="hold" nodeType="afterEffect">
                                  <p:stCondLst>
                                    <p:cond delay="0"/>
                                  </p:stCondLst>
                                  <p:childTnLst>
                                    <p:set>
                                      <p:cBhvr>
                                        <p:cTn id="34" dur="1" fill="hold">
                                          <p:stCondLst>
                                            <p:cond delay="0"/>
                                          </p:stCondLst>
                                        </p:cTn>
                                        <p:tgtEl>
                                          <p:spTgt spid="46"/>
                                        </p:tgtEl>
                                        <p:attrNameLst>
                                          <p:attrName>style.visibility</p:attrName>
                                        </p:attrNameLst>
                                      </p:cBhvr>
                                      <p:to>
                                        <p:strVal val="visible"/>
                                      </p:to>
                                    </p:set>
                                    <p:animEffect transition="in" filter="wipe(left)">
                                      <p:cBhvr>
                                        <p:cTn id="35" dur="500"/>
                                        <p:tgtEl>
                                          <p:spTgt spid="46"/>
                                        </p:tgtEl>
                                      </p:cBhvr>
                                    </p:animEffect>
                                  </p:childTnLst>
                                </p:cTn>
                              </p:par>
                            </p:childTnLst>
                          </p:cTn>
                        </p:par>
                        <p:par>
                          <p:cTn id="36" fill="hold">
                            <p:stCondLst>
                              <p:cond delay="5000"/>
                            </p:stCondLst>
                            <p:childTnLst>
                              <p:par>
                                <p:cTn id="37" presetID="22" presetClass="entr" presetSubtype="8" fill="hold" grpId="0" nodeType="afterEffect">
                                  <p:stCondLst>
                                    <p:cond delay="0"/>
                                  </p:stCondLst>
                                  <p:childTnLst>
                                    <p:set>
                                      <p:cBhvr>
                                        <p:cTn id="38" dur="1" fill="hold">
                                          <p:stCondLst>
                                            <p:cond delay="0"/>
                                          </p:stCondLst>
                                        </p:cTn>
                                        <p:tgtEl>
                                          <p:spTgt spid="53"/>
                                        </p:tgtEl>
                                        <p:attrNameLst>
                                          <p:attrName>style.visibility</p:attrName>
                                        </p:attrNameLst>
                                      </p:cBhvr>
                                      <p:to>
                                        <p:strVal val="visible"/>
                                      </p:to>
                                    </p:set>
                                    <p:animEffect transition="in" filter="wipe(left)">
                                      <p:cBhvr>
                                        <p:cTn id="39" dur="1000"/>
                                        <p:tgtEl>
                                          <p:spTgt spid="53"/>
                                        </p:tgtEl>
                                      </p:cBhvr>
                                    </p:animEffect>
                                  </p:childTnLst>
                                </p:cTn>
                              </p:par>
                            </p:childTnLst>
                          </p:cTn>
                        </p:par>
                        <p:par>
                          <p:cTn id="40" fill="hold">
                            <p:stCondLst>
                              <p:cond delay="6000"/>
                            </p:stCondLst>
                            <p:childTnLst>
                              <p:par>
                                <p:cTn id="41" presetID="22" presetClass="entr" presetSubtype="1" fill="hold" nodeType="afterEffect">
                                  <p:stCondLst>
                                    <p:cond delay="0"/>
                                  </p:stCondLst>
                                  <p:childTnLst>
                                    <p:set>
                                      <p:cBhvr>
                                        <p:cTn id="42" dur="1" fill="hold">
                                          <p:stCondLst>
                                            <p:cond delay="0"/>
                                          </p:stCondLst>
                                        </p:cTn>
                                        <p:tgtEl>
                                          <p:spTgt spid="57"/>
                                        </p:tgtEl>
                                        <p:attrNameLst>
                                          <p:attrName>style.visibility</p:attrName>
                                        </p:attrNameLst>
                                      </p:cBhvr>
                                      <p:to>
                                        <p:strVal val="visible"/>
                                      </p:to>
                                    </p:set>
                                    <p:animEffect transition="in" filter="wipe(up)">
                                      <p:cBhvr>
                                        <p:cTn id="43" dur="1000"/>
                                        <p:tgtEl>
                                          <p:spTgt spid="57"/>
                                        </p:tgtEl>
                                      </p:cBhvr>
                                    </p:animEffect>
                                  </p:childTnLst>
                                </p:cTn>
                              </p:par>
                            </p:childTnLst>
                          </p:cTn>
                        </p:par>
                        <p:par>
                          <p:cTn id="44" fill="hold">
                            <p:stCondLst>
                              <p:cond delay="7000"/>
                            </p:stCondLst>
                            <p:childTnLst>
                              <p:par>
                                <p:cTn id="45" presetID="53" presetClass="entr" presetSubtype="16" fill="hold" grpId="0" nodeType="afterEffect">
                                  <p:stCondLst>
                                    <p:cond delay="0"/>
                                  </p:stCondLst>
                                  <p:childTnLst>
                                    <p:set>
                                      <p:cBhvr>
                                        <p:cTn id="46" dur="1" fill="hold">
                                          <p:stCondLst>
                                            <p:cond delay="0"/>
                                          </p:stCondLst>
                                        </p:cTn>
                                        <p:tgtEl>
                                          <p:spTgt spid="2"/>
                                        </p:tgtEl>
                                        <p:attrNameLst>
                                          <p:attrName>style.visibility</p:attrName>
                                        </p:attrNameLst>
                                      </p:cBhvr>
                                      <p:to>
                                        <p:strVal val="visible"/>
                                      </p:to>
                                    </p:set>
                                    <p:anim calcmode="lin" valueType="num">
                                      <p:cBhvr>
                                        <p:cTn id="47" dur="500" fill="hold"/>
                                        <p:tgtEl>
                                          <p:spTgt spid="2"/>
                                        </p:tgtEl>
                                        <p:attrNameLst>
                                          <p:attrName>ppt_w</p:attrName>
                                        </p:attrNameLst>
                                      </p:cBhvr>
                                      <p:tavLst>
                                        <p:tav tm="0">
                                          <p:val>
                                            <p:fltVal val="0"/>
                                          </p:val>
                                        </p:tav>
                                        <p:tav tm="100000">
                                          <p:val>
                                            <p:strVal val="#ppt_w"/>
                                          </p:val>
                                        </p:tav>
                                      </p:tavLst>
                                    </p:anim>
                                    <p:anim calcmode="lin" valueType="num">
                                      <p:cBhvr>
                                        <p:cTn id="48" dur="500" fill="hold"/>
                                        <p:tgtEl>
                                          <p:spTgt spid="2"/>
                                        </p:tgtEl>
                                        <p:attrNameLst>
                                          <p:attrName>ppt_h</p:attrName>
                                        </p:attrNameLst>
                                      </p:cBhvr>
                                      <p:tavLst>
                                        <p:tav tm="0">
                                          <p:val>
                                            <p:fltVal val="0"/>
                                          </p:val>
                                        </p:tav>
                                        <p:tav tm="100000">
                                          <p:val>
                                            <p:strVal val="#ppt_h"/>
                                          </p:val>
                                        </p:tav>
                                      </p:tavLst>
                                    </p:anim>
                                    <p:animEffect transition="in" filter="fade">
                                      <p:cBhvr>
                                        <p:cTn id="49" dur="500"/>
                                        <p:tgtEl>
                                          <p:spTgt spid="2"/>
                                        </p:tgtEl>
                                      </p:cBhvr>
                                    </p:animEffect>
                                  </p:childTnLst>
                                </p:cTn>
                              </p:par>
                            </p:childTnLst>
                          </p:cTn>
                        </p:par>
                        <p:par>
                          <p:cTn id="50" fill="hold">
                            <p:stCondLst>
                              <p:cond delay="7500"/>
                            </p:stCondLst>
                            <p:childTnLst>
                              <p:par>
                                <p:cTn id="51" presetID="22" presetClass="entr" presetSubtype="2" fill="hold" nodeType="afterEffect">
                                  <p:stCondLst>
                                    <p:cond delay="0"/>
                                  </p:stCondLst>
                                  <p:childTnLst>
                                    <p:set>
                                      <p:cBhvr>
                                        <p:cTn id="52" dur="1" fill="hold">
                                          <p:stCondLst>
                                            <p:cond delay="0"/>
                                          </p:stCondLst>
                                        </p:cTn>
                                        <p:tgtEl>
                                          <p:spTgt spid="58"/>
                                        </p:tgtEl>
                                        <p:attrNameLst>
                                          <p:attrName>style.visibility</p:attrName>
                                        </p:attrNameLst>
                                      </p:cBhvr>
                                      <p:to>
                                        <p:strVal val="visible"/>
                                      </p:to>
                                    </p:set>
                                    <p:animEffect transition="in" filter="wipe(right)">
                                      <p:cBhvr>
                                        <p:cTn id="53" dur="500"/>
                                        <p:tgtEl>
                                          <p:spTgt spid="58"/>
                                        </p:tgtEl>
                                      </p:cBhvr>
                                    </p:animEffect>
                                  </p:childTnLst>
                                </p:cTn>
                              </p:par>
                            </p:childTnLst>
                          </p:cTn>
                        </p:par>
                        <p:par>
                          <p:cTn id="54" fill="hold">
                            <p:stCondLst>
                              <p:cond delay="8000"/>
                            </p:stCondLst>
                            <p:childTnLst>
                              <p:par>
                                <p:cTn id="55" presetID="22" presetClass="entr" presetSubtype="2" fill="hold" grpId="0" nodeType="afterEffect">
                                  <p:stCondLst>
                                    <p:cond delay="0"/>
                                  </p:stCondLst>
                                  <p:childTnLst>
                                    <p:set>
                                      <p:cBhvr>
                                        <p:cTn id="56" dur="1" fill="hold">
                                          <p:stCondLst>
                                            <p:cond delay="0"/>
                                          </p:stCondLst>
                                        </p:cTn>
                                        <p:tgtEl>
                                          <p:spTgt spid="59"/>
                                        </p:tgtEl>
                                        <p:attrNameLst>
                                          <p:attrName>style.visibility</p:attrName>
                                        </p:attrNameLst>
                                      </p:cBhvr>
                                      <p:to>
                                        <p:strVal val="visible"/>
                                      </p:to>
                                    </p:set>
                                    <p:animEffect transition="in" filter="wipe(right)">
                                      <p:cBhvr>
                                        <p:cTn id="57" dur="1000"/>
                                        <p:tgtEl>
                                          <p:spTgt spid="59"/>
                                        </p:tgtEl>
                                      </p:cBhvr>
                                    </p:animEffect>
                                  </p:childTnLst>
                                </p:cTn>
                              </p:par>
                            </p:childTnLst>
                          </p:cTn>
                        </p:par>
                        <p:par>
                          <p:cTn id="58" fill="hold">
                            <p:stCondLst>
                              <p:cond delay="9000"/>
                            </p:stCondLst>
                            <p:childTnLst>
                              <p:par>
                                <p:cTn id="59" presetID="22" presetClass="entr" presetSubtype="1" fill="hold" nodeType="afterEffect">
                                  <p:stCondLst>
                                    <p:cond delay="0"/>
                                  </p:stCondLst>
                                  <p:childTnLst>
                                    <p:set>
                                      <p:cBhvr>
                                        <p:cTn id="60" dur="1" fill="hold">
                                          <p:stCondLst>
                                            <p:cond delay="0"/>
                                          </p:stCondLst>
                                        </p:cTn>
                                        <p:tgtEl>
                                          <p:spTgt spid="60"/>
                                        </p:tgtEl>
                                        <p:attrNameLst>
                                          <p:attrName>style.visibility</p:attrName>
                                        </p:attrNameLst>
                                      </p:cBhvr>
                                      <p:to>
                                        <p:strVal val="visible"/>
                                      </p:to>
                                    </p:set>
                                    <p:animEffect transition="in" filter="wipe(up)">
                                      <p:cBhvr>
                                        <p:cTn id="61" dur="1000"/>
                                        <p:tgtEl>
                                          <p:spTgt spid="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p:bldP spid="53" grpId="0"/>
      <p:bldP spid="54" grpId="0"/>
      <p:bldP spid="55" grpId="0"/>
      <p:bldP spid="2" grpId="0"/>
      <p:bldP spid="59" grpId="0"/>
    </p:bld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Rectangle 20"/>
          <p:cNvSpPr/>
          <p:nvPr/>
        </p:nvSpPr>
        <p:spPr>
          <a:xfrm>
            <a:off x="-1" y="-22322"/>
            <a:ext cx="12192001" cy="6916926"/>
          </a:xfrm>
          <a:prstGeom prst="rect">
            <a:avLst/>
          </a:prstGeom>
          <a:solidFill>
            <a:schemeClr val="tx1">
              <a:lumMod val="95000"/>
              <a:lumOff val="5000"/>
              <a:alpha val="8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a:solidFill>
                <a:prstClr val="white"/>
              </a:solidFill>
            </a:endParaRPr>
          </a:p>
        </p:txBody>
      </p:sp>
      <p:sp>
        <p:nvSpPr>
          <p:cNvPr id="23" name="Subtitle 2"/>
          <p:cNvSpPr txBox="1">
            <a:spLocks/>
          </p:cNvSpPr>
          <p:nvPr/>
        </p:nvSpPr>
        <p:spPr>
          <a:xfrm>
            <a:off x="589382" y="3436141"/>
            <a:ext cx="11259718" cy="1789208"/>
          </a:xfrm>
          <a:prstGeom prst="rect">
            <a:avLst/>
          </a:prstGeom>
        </p:spPr>
        <p:txBody>
          <a:bodyPr vert="horz" wrap="square" lIns="91440" tIns="45720" rIns="91440" bIns="45720" rtlCol="0">
            <a:spAutoFit/>
          </a:bodyPr>
          <a:lstStyle>
            <a:lvl1pPr marL="0" indent="0" algn="ctr" defTabSz="914400" rtl="0" eaLnBrk="1" latinLnBrk="0" hangingPunct="1">
              <a:lnSpc>
                <a:spcPct val="90000"/>
              </a:lnSpc>
              <a:spcBef>
                <a:spcPts val="1000"/>
              </a:spcBef>
              <a:buFont typeface="Arial" panose="020B0604020202020204" pitchFamily="34" charset="0"/>
              <a:buNone/>
              <a:defRPr sz="2400" kern="1200">
                <a:solidFill>
                  <a:schemeClr val="tx1"/>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5pPr>
            <a:lvl6pPr marL="22860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6pPr>
            <a:lvl7pPr marL="27432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7pPr>
            <a:lvl8pPr marL="32004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8pPr>
            <a:lvl9pPr marL="3657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9pPr>
          </a:lstStyle>
          <a:p>
            <a:pPr algn="r" rtl="1" fontAlgn="auto">
              <a:spcAft>
                <a:spcPts val="0"/>
              </a:spcAft>
            </a:pPr>
            <a:r>
              <a:rPr lang="ar-SA" sz="3600" b="1" u="sng" dirty="0">
                <a:solidFill>
                  <a:schemeClr val="bg1"/>
                </a:solidFill>
                <a:latin typeface="Calibri Light" panose="020F0302020204030204"/>
              </a:rPr>
              <a:t>3- علاقة صناعة التكنولوجيا </a:t>
            </a:r>
            <a:r>
              <a:rPr lang="ar-SA" sz="3600" b="1" u="sng" dirty="0" smtClean="0">
                <a:solidFill>
                  <a:schemeClr val="bg1"/>
                </a:solidFill>
                <a:latin typeface="Calibri Light" panose="020F0302020204030204"/>
              </a:rPr>
              <a:t>بالهوس</a:t>
            </a:r>
            <a:endParaRPr lang="en-US" sz="3600" b="1" u="sng" dirty="0" smtClean="0">
              <a:solidFill>
                <a:schemeClr val="bg1"/>
              </a:solidFill>
              <a:latin typeface="Calibri Light" panose="020F0302020204030204"/>
            </a:endParaRPr>
          </a:p>
          <a:p>
            <a:pPr algn="r" rtl="1" fontAlgn="auto">
              <a:spcAft>
                <a:spcPts val="0"/>
              </a:spcAft>
            </a:pPr>
            <a:endParaRPr lang="en-US" sz="3600" b="1" u="sng" dirty="0" smtClean="0">
              <a:solidFill>
                <a:schemeClr val="bg1"/>
              </a:solidFill>
              <a:latin typeface="Calibri Light" panose="020F0302020204030204"/>
            </a:endParaRPr>
          </a:p>
          <a:p>
            <a:pPr rtl="1" fontAlgn="auto">
              <a:spcAft>
                <a:spcPts val="0"/>
              </a:spcAft>
            </a:pPr>
            <a:r>
              <a:rPr lang="ar-SA" sz="3200" b="1" dirty="0">
                <a:solidFill>
                  <a:srgbClr val="E7E6E6">
                    <a:lumMod val="75000"/>
                  </a:srgbClr>
                </a:solidFill>
                <a:latin typeface="Calibri Light" panose="020F0302020204030204"/>
              </a:rPr>
              <a:t>كلما التصقت عيناك بالشاشة أكثر ربح أحدهم مالاً أكثر..</a:t>
            </a:r>
            <a:endParaRPr lang="en-US" sz="3200" b="1" dirty="0">
              <a:solidFill>
                <a:srgbClr val="E7E6E6">
                  <a:lumMod val="75000"/>
                </a:srgbClr>
              </a:solidFill>
              <a:latin typeface="Calibri Light" panose="020F0302020204030204"/>
            </a:endParaRPr>
          </a:p>
        </p:txBody>
      </p:sp>
      <p:grpSp>
        <p:nvGrpSpPr>
          <p:cNvPr id="6" name="Group 5"/>
          <p:cNvGrpSpPr/>
          <p:nvPr/>
        </p:nvGrpSpPr>
        <p:grpSpPr>
          <a:xfrm>
            <a:off x="2155370" y="4308518"/>
            <a:ext cx="7868558" cy="176748"/>
            <a:chOff x="2155371" y="1910842"/>
            <a:chExt cx="7868558" cy="176748"/>
          </a:xfrm>
        </p:grpSpPr>
        <p:sp>
          <p:nvSpPr>
            <p:cNvPr id="7" name="Rectangle 6"/>
            <p:cNvSpPr/>
            <p:nvPr/>
          </p:nvSpPr>
          <p:spPr>
            <a:xfrm>
              <a:off x="4782457" y="1910842"/>
              <a:ext cx="2627086" cy="176748"/>
            </a:xfrm>
            <a:prstGeom prst="rect">
              <a:avLst/>
            </a:prstGeom>
            <a:solidFill>
              <a:srgbClr val="FE8301"/>
            </a:solidFill>
            <a:ln w="12700" cap="flat" cmpd="sng" algn="ctr">
              <a:noFill/>
              <a:prstDash val="solid"/>
              <a:miter lim="800000"/>
            </a:ln>
            <a:effectLst/>
          </p:spPr>
          <p:txBody>
            <a:bodyPr rtlCol="0" anchor="ctr"/>
            <a:lstStyle/>
            <a:p>
              <a:pPr algn="ctr" fontAlgn="auto">
                <a:spcBef>
                  <a:spcPts val="0"/>
                </a:spcBef>
                <a:spcAft>
                  <a:spcPts val="0"/>
                </a:spcAft>
              </a:pPr>
              <a:endParaRPr lang="en-US" kern="0" smtClean="0">
                <a:solidFill>
                  <a:prstClr val="white"/>
                </a:solidFill>
                <a:latin typeface="Calibri"/>
              </a:endParaRPr>
            </a:p>
          </p:txBody>
        </p:sp>
        <p:sp>
          <p:nvSpPr>
            <p:cNvPr id="8" name="Rectangle 7"/>
            <p:cNvSpPr/>
            <p:nvPr/>
          </p:nvSpPr>
          <p:spPr>
            <a:xfrm>
              <a:off x="2155371" y="1910842"/>
              <a:ext cx="2627086" cy="176748"/>
            </a:xfrm>
            <a:prstGeom prst="rect">
              <a:avLst/>
            </a:prstGeom>
            <a:solidFill>
              <a:srgbClr val="0087B1"/>
            </a:solidFill>
            <a:ln w="12700" cap="flat" cmpd="sng" algn="ctr">
              <a:noFill/>
              <a:prstDash val="solid"/>
              <a:miter lim="800000"/>
            </a:ln>
            <a:effectLst/>
          </p:spPr>
          <p:txBody>
            <a:bodyPr rtlCol="0" anchor="ctr"/>
            <a:lstStyle/>
            <a:p>
              <a:pPr algn="ctr" fontAlgn="auto">
                <a:spcBef>
                  <a:spcPts val="0"/>
                </a:spcBef>
                <a:spcAft>
                  <a:spcPts val="0"/>
                </a:spcAft>
              </a:pPr>
              <a:endParaRPr lang="en-US" kern="0" smtClean="0">
                <a:solidFill>
                  <a:prstClr val="white"/>
                </a:solidFill>
                <a:latin typeface="Calibri"/>
              </a:endParaRPr>
            </a:p>
          </p:txBody>
        </p:sp>
        <p:sp>
          <p:nvSpPr>
            <p:cNvPr id="9" name="Rectangle 8"/>
            <p:cNvSpPr/>
            <p:nvPr/>
          </p:nvSpPr>
          <p:spPr>
            <a:xfrm>
              <a:off x="7396843" y="1910842"/>
              <a:ext cx="2627086" cy="176748"/>
            </a:xfrm>
            <a:prstGeom prst="rect">
              <a:avLst/>
            </a:prstGeom>
            <a:solidFill>
              <a:srgbClr val="A1BB22"/>
            </a:solidFill>
            <a:ln w="12700" cap="flat" cmpd="sng" algn="ctr">
              <a:noFill/>
              <a:prstDash val="solid"/>
              <a:miter lim="800000"/>
            </a:ln>
            <a:effectLst/>
          </p:spPr>
          <p:txBody>
            <a:bodyPr rtlCol="0" anchor="ctr"/>
            <a:lstStyle/>
            <a:p>
              <a:pPr algn="ctr" fontAlgn="auto">
                <a:spcBef>
                  <a:spcPts val="0"/>
                </a:spcBef>
                <a:spcAft>
                  <a:spcPts val="0"/>
                </a:spcAft>
              </a:pPr>
              <a:endParaRPr lang="en-US" kern="0" smtClean="0">
                <a:solidFill>
                  <a:prstClr val="white"/>
                </a:solidFill>
                <a:latin typeface="Calibri"/>
              </a:endParaRPr>
            </a:p>
          </p:txBody>
        </p:sp>
      </p:grpSp>
      <p:grpSp>
        <p:nvGrpSpPr>
          <p:cNvPr id="10" name="Group 9"/>
          <p:cNvGrpSpPr/>
          <p:nvPr/>
        </p:nvGrpSpPr>
        <p:grpSpPr>
          <a:xfrm>
            <a:off x="2161720" y="5357643"/>
            <a:ext cx="7868558" cy="178510"/>
            <a:chOff x="2155371" y="4699578"/>
            <a:chExt cx="7868558" cy="178510"/>
          </a:xfrm>
        </p:grpSpPr>
        <p:sp>
          <p:nvSpPr>
            <p:cNvPr id="11" name="Rectangle 10"/>
            <p:cNvSpPr/>
            <p:nvPr/>
          </p:nvSpPr>
          <p:spPr>
            <a:xfrm>
              <a:off x="4782457" y="4701340"/>
              <a:ext cx="2627086" cy="176748"/>
            </a:xfrm>
            <a:prstGeom prst="rect">
              <a:avLst/>
            </a:prstGeom>
            <a:solidFill>
              <a:srgbClr val="D43E01"/>
            </a:solidFill>
            <a:ln w="12700" cap="flat" cmpd="sng" algn="ctr">
              <a:noFill/>
              <a:prstDash val="solid"/>
              <a:miter lim="800000"/>
            </a:ln>
            <a:effectLst/>
          </p:spPr>
          <p:txBody>
            <a:bodyPr rtlCol="0" anchor="ctr"/>
            <a:lstStyle/>
            <a:p>
              <a:pPr algn="ctr" fontAlgn="auto">
                <a:spcBef>
                  <a:spcPts val="0"/>
                </a:spcBef>
                <a:spcAft>
                  <a:spcPts val="0"/>
                </a:spcAft>
              </a:pPr>
              <a:endParaRPr lang="en-US" kern="0" smtClean="0">
                <a:solidFill>
                  <a:prstClr val="white"/>
                </a:solidFill>
                <a:latin typeface="Calibri"/>
              </a:endParaRPr>
            </a:p>
          </p:txBody>
        </p:sp>
        <p:sp>
          <p:nvSpPr>
            <p:cNvPr id="12" name="Rectangle 11"/>
            <p:cNvSpPr/>
            <p:nvPr/>
          </p:nvSpPr>
          <p:spPr>
            <a:xfrm>
              <a:off x="2155371" y="4701340"/>
              <a:ext cx="2627086" cy="176748"/>
            </a:xfrm>
            <a:prstGeom prst="rect">
              <a:avLst/>
            </a:prstGeom>
            <a:solidFill>
              <a:srgbClr val="012641"/>
            </a:solidFill>
            <a:ln w="12700" cap="flat" cmpd="sng" algn="ctr">
              <a:noFill/>
              <a:prstDash val="solid"/>
              <a:miter lim="800000"/>
            </a:ln>
            <a:effectLst/>
          </p:spPr>
          <p:txBody>
            <a:bodyPr rtlCol="0" anchor="ctr"/>
            <a:lstStyle/>
            <a:p>
              <a:pPr algn="ctr" fontAlgn="auto">
                <a:spcBef>
                  <a:spcPts val="0"/>
                </a:spcBef>
                <a:spcAft>
                  <a:spcPts val="0"/>
                </a:spcAft>
              </a:pPr>
              <a:endParaRPr lang="en-US" kern="0" smtClean="0">
                <a:solidFill>
                  <a:prstClr val="white"/>
                </a:solidFill>
                <a:latin typeface="Calibri"/>
              </a:endParaRPr>
            </a:p>
          </p:txBody>
        </p:sp>
        <p:sp>
          <p:nvSpPr>
            <p:cNvPr id="13" name="Rectangle 12"/>
            <p:cNvSpPr/>
            <p:nvPr/>
          </p:nvSpPr>
          <p:spPr>
            <a:xfrm>
              <a:off x="7396843" y="4699578"/>
              <a:ext cx="2627086" cy="176748"/>
            </a:xfrm>
            <a:prstGeom prst="rect">
              <a:avLst/>
            </a:prstGeom>
            <a:solidFill>
              <a:srgbClr val="3DBF9C"/>
            </a:solidFill>
            <a:ln w="12700" cap="flat" cmpd="sng" algn="ctr">
              <a:noFill/>
              <a:prstDash val="solid"/>
              <a:miter lim="800000"/>
            </a:ln>
            <a:effectLst/>
          </p:spPr>
          <p:txBody>
            <a:bodyPr rtlCol="0" anchor="ctr"/>
            <a:lstStyle/>
            <a:p>
              <a:pPr algn="ctr" fontAlgn="auto">
                <a:spcBef>
                  <a:spcPts val="0"/>
                </a:spcBef>
                <a:spcAft>
                  <a:spcPts val="0"/>
                </a:spcAft>
              </a:pPr>
              <a:endParaRPr lang="en-US" kern="0" smtClean="0">
                <a:solidFill>
                  <a:prstClr val="white"/>
                </a:solidFill>
                <a:latin typeface="Calibri"/>
              </a:endParaRPr>
            </a:p>
          </p:txBody>
        </p:sp>
      </p:grpSp>
    </p:spTree>
    <p:extLst>
      <p:ext uri="{BB962C8B-B14F-4D97-AF65-F5344CB8AC3E}">
        <p14:creationId xmlns:p14="http://schemas.microsoft.com/office/powerpoint/2010/main" val="320494465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10"/>
                                        </p:tgtEl>
                                        <p:attrNameLst>
                                          <p:attrName>style.visibility</p:attrName>
                                        </p:attrNameLst>
                                      </p:cBhvr>
                                      <p:to>
                                        <p:strVal val="visible"/>
                                      </p:to>
                                    </p:set>
                                    <p:animEffect transition="in" filter="fade">
                                      <p:cBhvr>
                                        <p:cTn id="11"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38"/>
          <p:cNvGrpSpPr/>
          <p:nvPr/>
        </p:nvGrpSpPr>
        <p:grpSpPr>
          <a:xfrm>
            <a:off x="858813" y="1985339"/>
            <a:ext cx="5166071" cy="1088295"/>
            <a:chOff x="644107" y="1330751"/>
            <a:chExt cx="3874553" cy="816221"/>
          </a:xfrm>
        </p:grpSpPr>
        <p:sp>
          <p:nvSpPr>
            <p:cNvPr id="38" name="Rounded Rectangle 37"/>
            <p:cNvSpPr/>
            <p:nvPr/>
          </p:nvSpPr>
          <p:spPr>
            <a:xfrm>
              <a:off x="644107" y="1384863"/>
              <a:ext cx="3725972" cy="762109"/>
            </a:xfrm>
            <a:prstGeom prst="roundRect">
              <a:avLst>
                <a:gd name="adj" fmla="val 50000"/>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33" name="Rounded Rectangle 32"/>
            <p:cNvSpPr/>
            <p:nvPr/>
          </p:nvSpPr>
          <p:spPr>
            <a:xfrm>
              <a:off x="644107" y="1330751"/>
              <a:ext cx="3725972" cy="762109"/>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37" name="Isosceles Triangle 36"/>
            <p:cNvSpPr/>
            <p:nvPr/>
          </p:nvSpPr>
          <p:spPr>
            <a:xfrm rot="5400000">
              <a:off x="4322531" y="1607670"/>
              <a:ext cx="183987" cy="208271"/>
            </a:xfrm>
            <a:prstGeom prst="triangl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grpSp>
      <p:sp>
        <p:nvSpPr>
          <p:cNvPr id="7" name="TextBox 6"/>
          <p:cNvSpPr txBox="1"/>
          <p:nvPr/>
        </p:nvSpPr>
        <p:spPr>
          <a:xfrm>
            <a:off x="1432756" y="2261120"/>
            <a:ext cx="4212882" cy="492443"/>
          </a:xfrm>
          <a:prstGeom prst="rect">
            <a:avLst/>
          </a:prstGeom>
          <a:noFill/>
        </p:spPr>
        <p:txBody>
          <a:bodyPr wrap="square" lIns="0" tIns="0" rIns="0" bIns="0" rtlCol="0" anchor="ctr">
            <a:spAutoFit/>
          </a:bodyPr>
          <a:lstStyle/>
          <a:p>
            <a:pPr algn="ctr" defTabSz="1375467" rtl="1" fontAlgn="auto">
              <a:spcBef>
                <a:spcPts val="0"/>
              </a:spcBef>
              <a:spcAft>
                <a:spcPts val="0"/>
              </a:spcAft>
            </a:pPr>
            <a:r>
              <a:rPr lang="ar-SA" sz="3200" b="1" dirty="0">
                <a:solidFill>
                  <a:srgbClr val="FFFFFF"/>
                </a:solidFill>
                <a:latin typeface="Roboto Condensed"/>
                <a:cs typeface="Simplified Arabic" panose="02020603050405020304" pitchFamily="18" charset="-78"/>
              </a:rPr>
              <a:t>العزلة</a:t>
            </a:r>
            <a:endParaRPr lang="en-US" sz="2800" b="1" dirty="0">
              <a:solidFill>
                <a:srgbClr val="FFFFFF"/>
              </a:solidFill>
              <a:latin typeface="Roboto Condensed"/>
              <a:cs typeface="Simplified Arabic" panose="02020603050405020304" pitchFamily="18" charset="-78"/>
            </a:endParaRPr>
          </a:p>
        </p:txBody>
      </p:sp>
      <p:cxnSp>
        <p:nvCxnSpPr>
          <p:cNvPr id="68" name="Straight Connector 67"/>
          <p:cNvCxnSpPr/>
          <p:nvPr/>
        </p:nvCxnSpPr>
        <p:spPr>
          <a:xfrm flipV="1">
            <a:off x="6096000" y="2097289"/>
            <a:ext cx="0" cy="3661543"/>
          </a:xfrm>
          <a:prstGeom prst="line">
            <a:avLst/>
          </a:prstGeom>
          <a:ln w="19050">
            <a:solidFill>
              <a:schemeClr val="bg1">
                <a:lumMod val="75000"/>
              </a:schemeClr>
            </a:solidFill>
            <a:prstDash val="sysDot"/>
            <a:headEnd type="diamond"/>
            <a:tailEnd type="diamond"/>
          </a:ln>
        </p:spPr>
        <p:style>
          <a:lnRef idx="1">
            <a:schemeClr val="accent1"/>
          </a:lnRef>
          <a:fillRef idx="0">
            <a:schemeClr val="accent1"/>
          </a:fillRef>
          <a:effectRef idx="0">
            <a:schemeClr val="accent1"/>
          </a:effectRef>
          <a:fontRef idx="minor">
            <a:schemeClr val="tx1"/>
          </a:fontRef>
        </p:style>
      </p:cxnSp>
      <p:grpSp>
        <p:nvGrpSpPr>
          <p:cNvPr id="10" name="Group 55"/>
          <p:cNvGrpSpPr/>
          <p:nvPr/>
        </p:nvGrpSpPr>
        <p:grpSpPr>
          <a:xfrm>
            <a:off x="936366" y="4202884"/>
            <a:ext cx="5166071" cy="1088295"/>
            <a:chOff x="644107" y="1330751"/>
            <a:chExt cx="3874553" cy="816221"/>
          </a:xfrm>
        </p:grpSpPr>
        <p:sp>
          <p:nvSpPr>
            <p:cNvPr id="60" name="Rounded Rectangle 59"/>
            <p:cNvSpPr/>
            <p:nvPr/>
          </p:nvSpPr>
          <p:spPr>
            <a:xfrm>
              <a:off x="644107" y="1384863"/>
              <a:ext cx="3725972" cy="762109"/>
            </a:xfrm>
            <a:prstGeom prst="roundRect">
              <a:avLst>
                <a:gd name="adj" fmla="val 50000"/>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64" name="Rounded Rectangle 63"/>
            <p:cNvSpPr/>
            <p:nvPr/>
          </p:nvSpPr>
          <p:spPr>
            <a:xfrm>
              <a:off x="644107" y="1330751"/>
              <a:ext cx="3725972" cy="762109"/>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69" name="Isosceles Triangle 68"/>
            <p:cNvSpPr/>
            <p:nvPr/>
          </p:nvSpPr>
          <p:spPr>
            <a:xfrm rot="5400000">
              <a:off x="4322531" y="1607670"/>
              <a:ext cx="183987" cy="208271"/>
            </a:xfrm>
            <a:prstGeom prs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grpSp>
      <p:sp>
        <p:nvSpPr>
          <p:cNvPr id="71" name="TextBox 70"/>
          <p:cNvSpPr txBox="1"/>
          <p:nvPr/>
        </p:nvSpPr>
        <p:spPr>
          <a:xfrm>
            <a:off x="1122652" y="4449890"/>
            <a:ext cx="4763385" cy="492443"/>
          </a:xfrm>
          <a:prstGeom prst="rect">
            <a:avLst/>
          </a:prstGeom>
          <a:noFill/>
        </p:spPr>
        <p:txBody>
          <a:bodyPr wrap="square" lIns="0" tIns="0" rIns="0" bIns="0" rtlCol="0" anchor="ctr">
            <a:spAutoFit/>
          </a:bodyPr>
          <a:lstStyle/>
          <a:p>
            <a:pPr algn="ctr" defTabSz="1375467" rtl="1" fontAlgn="auto">
              <a:spcBef>
                <a:spcPts val="0"/>
              </a:spcBef>
              <a:spcAft>
                <a:spcPts val="0"/>
              </a:spcAft>
            </a:pPr>
            <a:r>
              <a:rPr lang="ar-SA" sz="3200" b="1" dirty="0">
                <a:solidFill>
                  <a:srgbClr val="FFFFFF"/>
                </a:solidFill>
                <a:latin typeface="Roboto Condensed"/>
                <a:cs typeface="Simplified Arabic" panose="02020603050405020304" pitchFamily="18" charset="-78"/>
              </a:rPr>
              <a:t>البدانة</a:t>
            </a:r>
            <a:endParaRPr lang="en-US" sz="3200" b="1" dirty="0">
              <a:solidFill>
                <a:srgbClr val="FFFFFF"/>
              </a:solidFill>
              <a:latin typeface="Roboto Condensed"/>
              <a:cs typeface="Simplified Arabic" panose="02020603050405020304" pitchFamily="18" charset="-78"/>
            </a:endParaRPr>
          </a:p>
        </p:txBody>
      </p:sp>
      <p:grpSp>
        <p:nvGrpSpPr>
          <p:cNvPr id="14" name="Group 81"/>
          <p:cNvGrpSpPr/>
          <p:nvPr/>
        </p:nvGrpSpPr>
        <p:grpSpPr>
          <a:xfrm flipH="1">
            <a:off x="6166275" y="3279718"/>
            <a:ext cx="5166071" cy="1088295"/>
            <a:chOff x="644107" y="1330751"/>
            <a:chExt cx="3874553" cy="816221"/>
          </a:xfrm>
        </p:grpSpPr>
        <p:sp>
          <p:nvSpPr>
            <p:cNvPr id="83" name="Rounded Rectangle 82"/>
            <p:cNvSpPr/>
            <p:nvPr/>
          </p:nvSpPr>
          <p:spPr>
            <a:xfrm>
              <a:off x="644107" y="1384863"/>
              <a:ext cx="3725972" cy="762109"/>
            </a:xfrm>
            <a:prstGeom prst="roundRect">
              <a:avLst>
                <a:gd name="adj" fmla="val 50000"/>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84" name="Rounded Rectangle 83"/>
            <p:cNvSpPr/>
            <p:nvPr/>
          </p:nvSpPr>
          <p:spPr>
            <a:xfrm>
              <a:off x="644107" y="1330751"/>
              <a:ext cx="3725972" cy="762109"/>
            </a:xfrm>
            <a:prstGeom prst="roundRect">
              <a:avLst>
                <a:gd name="adj" fmla="val 5000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85" name="Isosceles Triangle 84"/>
            <p:cNvSpPr/>
            <p:nvPr/>
          </p:nvSpPr>
          <p:spPr>
            <a:xfrm rot="5400000">
              <a:off x="4322531" y="1607670"/>
              <a:ext cx="183987" cy="208271"/>
            </a:xfrm>
            <a:prstGeom prst="triangl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grpSp>
      <p:sp>
        <p:nvSpPr>
          <p:cNvPr id="87" name="TextBox 86"/>
          <p:cNvSpPr txBox="1"/>
          <p:nvPr/>
        </p:nvSpPr>
        <p:spPr>
          <a:xfrm flipH="1">
            <a:off x="6514242" y="3274368"/>
            <a:ext cx="4384777" cy="984885"/>
          </a:xfrm>
          <a:prstGeom prst="rect">
            <a:avLst/>
          </a:prstGeom>
          <a:noFill/>
        </p:spPr>
        <p:txBody>
          <a:bodyPr wrap="square" lIns="0" tIns="0" rIns="0" bIns="0" rtlCol="0" anchor="ctr">
            <a:spAutoFit/>
          </a:bodyPr>
          <a:lstStyle/>
          <a:p>
            <a:pPr algn="ctr" defTabSz="1375467" rtl="1" fontAlgn="auto">
              <a:spcBef>
                <a:spcPts val="0"/>
              </a:spcBef>
              <a:spcAft>
                <a:spcPts val="0"/>
              </a:spcAft>
            </a:pPr>
            <a:r>
              <a:rPr lang="ar-SA" sz="3200" b="1" dirty="0">
                <a:solidFill>
                  <a:srgbClr val="FFFFFF"/>
                </a:solidFill>
                <a:latin typeface="Roboto Condensed"/>
                <a:cs typeface="Simplified Arabic" panose="02020603050405020304" pitchFamily="18" charset="-78"/>
              </a:rPr>
              <a:t>ضعف التواصل الاجتماعي المباشر</a:t>
            </a:r>
            <a:endParaRPr lang="en-US" sz="3200" b="1" dirty="0">
              <a:solidFill>
                <a:srgbClr val="FFFFFF"/>
              </a:solidFill>
              <a:latin typeface="Roboto Condensed"/>
              <a:cs typeface="Simplified Arabic" panose="02020603050405020304" pitchFamily="18" charset="-78"/>
            </a:endParaRPr>
          </a:p>
        </p:txBody>
      </p:sp>
      <p:grpSp>
        <p:nvGrpSpPr>
          <p:cNvPr id="19" name="Group 66"/>
          <p:cNvGrpSpPr/>
          <p:nvPr/>
        </p:nvGrpSpPr>
        <p:grpSpPr>
          <a:xfrm>
            <a:off x="738257" y="4335982"/>
            <a:ext cx="772052" cy="749947"/>
            <a:chOff x="735191" y="3583563"/>
            <a:chExt cx="579038" cy="562460"/>
          </a:xfrm>
        </p:grpSpPr>
        <p:sp>
          <p:nvSpPr>
            <p:cNvPr id="73" name="Oval 72"/>
            <p:cNvSpPr>
              <a:spLocks noChangeAspect="1"/>
            </p:cNvSpPr>
            <p:nvPr/>
          </p:nvSpPr>
          <p:spPr>
            <a:xfrm>
              <a:off x="735191" y="3583563"/>
              <a:ext cx="579038" cy="56246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375467" fontAlgn="auto">
                <a:spcBef>
                  <a:spcPts val="0"/>
                </a:spcBef>
                <a:spcAft>
                  <a:spcPts val="0"/>
                </a:spcAft>
              </a:pPr>
              <a:endParaRPr lang="en-US" sz="2667" b="1" dirty="0">
                <a:solidFill>
                  <a:srgbClr val="9BB955"/>
                </a:solidFill>
                <a:latin typeface="FontAwesome" pitchFamily="2" charset="0"/>
              </a:endParaRPr>
            </a:p>
          </p:txBody>
        </p:sp>
        <p:sp>
          <p:nvSpPr>
            <p:cNvPr id="66" name="Freeform 103"/>
            <p:cNvSpPr>
              <a:spLocks noEditPoints="1"/>
            </p:cNvSpPr>
            <p:nvPr/>
          </p:nvSpPr>
          <p:spPr bwMode="auto">
            <a:xfrm>
              <a:off x="899027" y="3685335"/>
              <a:ext cx="250504" cy="368872"/>
            </a:xfrm>
            <a:custGeom>
              <a:avLst/>
              <a:gdLst/>
              <a:ahLst/>
              <a:cxnLst>
                <a:cxn ang="0">
                  <a:pos x="37" y="29"/>
                </a:cxn>
                <a:cxn ang="0">
                  <a:pos x="31" y="41"/>
                </a:cxn>
                <a:cxn ang="0">
                  <a:pos x="33" y="44"/>
                </a:cxn>
                <a:cxn ang="0">
                  <a:pos x="32" y="47"/>
                </a:cxn>
                <a:cxn ang="0">
                  <a:pos x="33" y="49"/>
                </a:cxn>
                <a:cxn ang="0">
                  <a:pos x="31" y="53"/>
                </a:cxn>
                <a:cxn ang="0">
                  <a:pos x="31" y="54"/>
                </a:cxn>
                <a:cxn ang="0">
                  <a:pos x="27" y="58"/>
                </a:cxn>
                <a:cxn ang="0">
                  <a:pos x="21" y="62"/>
                </a:cxn>
                <a:cxn ang="0">
                  <a:pos x="15" y="58"/>
                </a:cxn>
                <a:cxn ang="0">
                  <a:pos x="11" y="54"/>
                </a:cxn>
                <a:cxn ang="0">
                  <a:pos x="11" y="53"/>
                </a:cxn>
                <a:cxn ang="0">
                  <a:pos x="9" y="49"/>
                </a:cxn>
                <a:cxn ang="0">
                  <a:pos x="10" y="47"/>
                </a:cxn>
                <a:cxn ang="0">
                  <a:pos x="9" y="44"/>
                </a:cxn>
                <a:cxn ang="0">
                  <a:pos x="11" y="41"/>
                </a:cxn>
                <a:cxn ang="0">
                  <a:pos x="5" y="29"/>
                </a:cxn>
                <a:cxn ang="0">
                  <a:pos x="0" y="18"/>
                </a:cxn>
                <a:cxn ang="0">
                  <a:pos x="21" y="0"/>
                </a:cxn>
                <a:cxn ang="0">
                  <a:pos x="42" y="18"/>
                </a:cxn>
                <a:cxn ang="0">
                  <a:pos x="37" y="29"/>
                </a:cxn>
                <a:cxn ang="0">
                  <a:pos x="21" y="6"/>
                </a:cxn>
                <a:cxn ang="0">
                  <a:pos x="6" y="18"/>
                </a:cxn>
                <a:cxn ang="0">
                  <a:pos x="8" y="26"/>
                </a:cxn>
                <a:cxn ang="0">
                  <a:pos x="11" y="28"/>
                </a:cxn>
                <a:cxn ang="0">
                  <a:pos x="16" y="40"/>
                </a:cxn>
                <a:cxn ang="0">
                  <a:pos x="26" y="40"/>
                </a:cxn>
                <a:cxn ang="0">
                  <a:pos x="31" y="28"/>
                </a:cxn>
                <a:cxn ang="0">
                  <a:pos x="34" y="26"/>
                </a:cxn>
                <a:cxn ang="0">
                  <a:pos x="36" y="18"/>
                </a:cxn>
                <a:cxn ang="0">
                  <a:pos x="21" y="6"/>
                </a:cxn>
                <a:cxn ang="0">
                  <a:pos x="29" y="20"/>
                </a:cxn>
                <a:cxn ang="0">
                  <a:pos x="27" y="18"/>
                </a:cxn>
                <a:cxn ang="0">
                  <a:pos x="21" y="15"/>
                </a:cxn>
                <a:cxn ang="0">
                  <a:pos x="20" y="13"/>
                </a:cxn>
                <a:cxn ang="0">
                  <a:pos x="21" y="12"/>
                </a:cxn>
                <a:cxn ang="0">
                  <a:pos x="30" y="18"/>
                </a:cxn>
                <a:cxn ang="0">
                  <a:pos x="29" y="20"/>
                </a:cxn>
              </a:cxnLst>
              <a:rect l="0" t="0" r="r" b="b"/>
              <a:pathLst>
                <a:path w="42" h="62">
                  <a:moveTo>
                    <a:pt x="37" y="29"/>
                  </a:moveTo>
                  <a:cubicBezTo>
                    <a:pt x="35" y="32"/>
                    <a:pt x="31" y="37"/>
                    <a:pt x="31" y="41"/>
                  </a:cubicBezTo>
                  <a:cubicBezTo>
                    <a:pt x="32" y="42"/>
                    <a:pt x="33" y="43"/>
                    <a:pt x="33" y="44"/>
                  </a:cubicBezTo>
                  <a:cubicBezTo>
                    <a:pt x="33" y="45"/>
                    <a:pt x="32" y="46"/>
                    <a:pt x="32" y="47"/>
                  </a:cubicBezTo>
                  <a:cubicBezTo>
                    <a:pt x="32" y="47"/>
                    <a:pt x="33" y="48"/>
                    <a:pt x="33" y="49"/>
                  </a:cubicBezTo>
                  <a:cubicBezTo>
                    <a:pt x="33" y="51"/>
                    <a:pt x="32" y="52"/>
                    <a:pt x="31" y="53"/>
                  </a:cubicBezTo>
                  <a:cubicBezTo>
                    <a:pt x="31" y="53"/>
                    <a:pt x="31" y="54"/>
                    <a:pt x="31" y="54"/>
                  </a:cubicBezTo>
                  <a:cubicBezTo>
                    <a:pt x="31" y="57"/>
                    <a:pt x="29" y="58"/>
                    <a:pt x="27" y="58"/>
                  </a:cubicBezTo>
                  <a:cubicBezTo>
                    <a:pt x="26" y="61"/>
                    <a:pt x="24" y="62"/>
                    <a:pt x="21" y="62"/>
                  </a:cubicBezTo>
                  <a:cubicBezTo>
                    <a:pt x="19" y="62"/>
                    <a:pt x="16" y="61"/>
                    <a:pt x="15" y="58"/>
                  </a:cubicBezTo>
                  <a:cubicBezTo>
                    <a:pt x="13" y="58"/>
                    <a:pt x="11" y="57"/>
                    <a:pt x="11" y="54"/>
                  </a:cubicBezTo>
                  <a:cubicBezTo>
                    <a:pt x="11" y="54"/>
                    <a:pt x="11" y="53"/>
                    <a:pt x="11" y="53"/>
                  </a:cubicBezTo>
                  <a:cubicBezTo>
                    <a:pt x="10" y="52"/>
                    <a:pt x="9" y="51"/>
                    <a:pt x="9" y="49"/>
                  </a:cubicBezTo>
                  <a:cubicBezTo>
                    <a:pt x="9" y="48"/>
                    <a:pt x="10" y="47"/>
                    <a:pt x="10" y="47"/>
                  </a:cubicBezTo>
                  <a:cubicBezTo>
                    <a:pt x="10" y="46"/>
                    <a:pt x="9" y="45"/>
                    <a:pt x="9" y="44"/>
                  </a:cubicBezTo>
                  <a:cubicBezTo>
                    <a:pt x="9" y="43"/>
                    <a:pt x="10" y="42"/>
                    <a:pt x="11" y="41"/>
                  </a:cubicBezTo>
                  <a:cubicBezTo>
                    <a:pt x="11" y="37"/>
                    <a:pt x="7" y="32"/>
                    <a:pt x="5" y="29"/>
                  </a:cubicBezTo>
                  <a:cubicBezTo>
                    <a:pt x="2" y="26"/>
                    <a:pt x="0" y="23"/>
                    <a:pt x="0" y="18"/>
                  </a:cubicBezTo>
                  <a:cubicBezTo>
                    <a:pt x="0" y="8"/>
                    <a:pt x="11" y="0"/>
                    <a:pt x="21" y="0"/>
                  </a:cubicBezTo>
                  <a:cubicBezTo>
                    <a:pt x="31" y="0"/>
                    <a:pt x="42" y="8"/>
                    <a:pt x="42" y="18"/>
                  </a:cubicBezTo>
                  <a:cubicBezTo>
                    <a:pt x="42" y="23"/>
                    <a:pt x="40" y="26"/>
                    <a:pt x="37" y="29"/>
                  </a:cubicBezTo>
                  <a:close/>
                  <a:moveTo>
                    <a:pt x="21" y="6"/>
                  </a:moveTo>
                  <a:cubicBezTo>
                    <a:pt x="14" y="6"/>
                    <a:pt x="6" y="10"/>
                    <a:pt x="6" y="18"/>
                  </a:cubicBezTo>
                  <a:cubicBezTo>
                    <a:pt x="6" y="21"/>
                    <a:pt x="7" y="24"/>
                    <a:pt x="8" y="26"/>
                  </a:cubicBezTo>
                  <a:cubicBezTo>
                    <a:pt x="9" y="27"/>
                    <a:pt x="10" y="27"/>
                    <a:pt x="11" y="28"/>
                  </a:cubicBezTo>
                  <a:cubicBezTo>
                    <a:pt x="14" y="32"/>
                    <a:pt x="16" y="36"/>
                    <a:pt x="16" y="40"/>
                  </a:cubicBezTo>
                  <a:cubicBezTo>
                    <a:pt x="26" y="40"/>
                    <a:pt x="26" y="40"/>
                    <a:pt x="26" y="40"/>
                  </a:cubicBezTo>
                  <a:cubicBezTo>
                    <a:pt x="26" y="36"/>
                    <a:pt x="28" y="32"/>
                    <a:pt x="31" y="28"/>
                  </a:cubicBezTo>
                  <a:cubicBezTo>
                    <a:pt x="32" y="27"/>
                    <a:pt x="33" y="27"/>
                    <a:pt x="34" y="26"/>
                  </a:cubicBezTo>
                  <a:cubicBezTo>
                    <a:pt x="35" y="24"/>
                    <a:pt x="36" y="21"/>
                    <a:pt x="36" y="18"/>
                  </a:cubicBezTo>
                  <a:cubicBezTo>
                    <a:pt x="36" y="10"/>
                    <a:pt x="28" y="6"/>
                    <a:pt x="21" y="6"/>
                  </a:cubicBezTo>
                  <a:close/>
                  <a:moveTo>
                    <a:pt x="29" y="20"/>
                  </a:moveTo>
                  <a:cubicBezTo>
                    <a:pt x="28" y="20"/>
                    <a:pt x="27" y="19"/>
                    <a:pt x="27" y="18"/>
                  </a:cubicBezTo>
                  <a:cubicBezTo>
                    <a:pt x="27" y="16"/>
                    <a:pt x="23" y="15"/>
                    <a:pt x="21" y="15"/>
                  </a:cubicBezTo>
                  <a:cubicBezTo>
                    <a:pt x="20" y="15"/>
                    <a:pt x="20" y="14"/>
                    <a:pt x="20" y="13"/>
                  </a:cubicBezTo>
                  <a:cubicBezTo>
                    <a:pt x="20" y="13"/>
                    <a:pt x="20" y="12"/>
                    <a:pt x="21" y="12"/>
                  </a:cubicBezTo>
                  <a:cubicBezTo>
                    <a:pt x="25" y="12"/>
                    <a:pt x="30" y="14"/>
                    <a:pt x="30" y="18"/>
                  </a:cubicBezTo>
                  <a:cubicBezTo>
                    <a:pt x="30" y="19"/>
                    <a:pt x="29" y="20"/>
                    <a:pt x="29" y="20"/>
                  </a:cubicBezTo>
                  <a:close/>
                </a:path>
              </a:pathLst>
            </a:custGeom>
            <a:solidFill>
              <a:schemeClr val="accent3"/>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grpSp>
        <p:nvGrpSpPr>
          <p:cNvPr id="20" name="Group 73"/>
          <p:cNvGrpSpPr/>
          <p:nvPr/>
        </p:nvGrpSpPr>
        <p:grpSpPr>
          <a:xfrm>
            <a:off x="10799141" y="3451378"/>
            <a:ext cx="772052" cy="749947"/>
            <a:chOff x="7840715" y="2518747"/>
            <a:chExt cx="579038" cy="562460"/>
          </a:xfrm>
        </p:grpSpPr>
        <p:sp>
          <p:nvSpPr>
            <p:cNvPr id="89" name="Oval 88"/>
            <p:cNvSpPr>
              <a:spLocks noChangeAspect="1"/>
            </p:cNvSpPr>
            <p:nvPr/>
          </p:nvSpPr>
          <p:spPr>
            <a:xfrm flipH="1">
              <a:off x="7840715" y="2518747"/>
              <a:ext cx="579038" cy="56246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375467" fontAlgn="auto">
                <a:spcBef>
                  <a:spcPts val="0"/>
                </a:spcBef>
                <a:spcAft>
                  <a:spcPts val="0"/>
                </a:spcAft>
              </a:pPr>
              <a:endParaRPr lang="en-US" sz="2667" b="1" dirty="0">
                <a:solidFill>
                  <a:srgbClr val="BE382C"/>
                </a:solidFill>
                <a:latin typeface="FontAwesome" pitchFamily="2" charset="0"/>
              </a:endParaRPr>
            </a:p>
          </p:txBody>
        </p:sp>
        <p:sp>
          <p:nvSpPr>
            <p:cNvPr id="70" name="Freeform 5"/>
            <p:cNvSpPr>
              <a:spLocks noEditPoints="1"/>
            </p:cNvSpPr>
            <p:nvPr/>
          </p:nvSpPr>
          <p:spPr bwMode="auto">
            <a:xfrm>
              <a:off x="7990534" y="2660277"/>
              <a:ext cx="279400" cy="279400"/>
            </a:xfrm>
            <a:custGeom>
              <a:avLst/>
              <a:gdLst/>
              <a:ahLst/>
              <a:cxnLst>
                <a:cxn ang="0">
                  <a:pos x="0" y="192"/>
                </a:cxn>
                <a:cxn ang="0">
                  <a:pos x="255" y="135"/>
                </a:cxn>
                <a:cxn ang="0">
                  <a:pos x="277" y="122"/>
                </a:cxn>
                <a:cxn ang="0">
                  <a:pos x="303" y="116"/>
                </a:cxn>
                <a:cxn ang="0">
                  <a:pos x="296" y="105"/>
                </a:cxn>
                <a:cxn ang="0">
                  <a:pos x="278" y="89"/>
                </a:cxn>
                <a:cxn ang="0">
                  <a:pos x="265" y="90"/>
                </a:cxn>
                <a:cxn ang="0">
                  <a:pos x="256" y="82"/>
                </a:cxn>
                <a:cxn ang="0">
                  <a:pos x="231" y="73"/>
                </a:cxn>
                <a:cxn ang="0">
                  <a:pos x="234" y="98"/>
                </a:cxn>
                <a:cxn ang="0">
                  <a:pos x="224" y="118"/>
                </a:cxn>
                <a:cxn ang="0">
                  <a:pos x="205" y="103"/>
                </a:cxn>
                <a:cxn ang="0">
                  <a:pos x="175" y="89"/>
                </a:cxn>
                <a:cxn ang="0">
                  <a:pos x="183" y="68"/>
                </a:cxn>
                <a:cxn ang="0">
                  <a:pos x="212" y="58"/>
                </a:cxn>
                <a:cxn ang="0">
                  <a:pos x="207" y="47"/>
                </a:cxn>
                <a:cxn ang="0">
                  <a:pos x="188" y="50"/>
                </a:cxn>
                <a:cxn ang="0">
                  <a:pos x="168" y="37"/>
                </a:cxn>
                <a:cxn ang="0">
                  <a:pos x="171" y="52"/>
                </a:cxn>
                <a:cxn ang="0">
                  <a:pos x="157" y="52"/>
                </a:cxn>
                <a:cxn ang="0">
                  <a:pos x="141" y="40"/>
                </a:cxn>
                <a:cxn ang="0">
                  <a:pos x="126" y="47"/>
                </a:cxn>
                <a:cxn ang="0">
                  <a:pos x="143" y="51"/>
                </a:cxn>
                <a:cxn ang="0">
                  <a:pos x="131" y="58"/>
                </a:cxn>
                <a:cxn ang="0">
                  <a:pos x="56" y="107"/>
                </a:cxn>
                <a:cxn ang="0">
                  <a:pos x="65" y="118"/>
                </a:cxn>
                <a:cxn ang="0">
                  <a:pos x="79" y="135"/>
                </a:cxn>
                <a:cxn ang="0">
                  <a:pos x="74" y="158"/>
                </a:cxn>
                <a:cxn ang="0">
                  <a:pos x="88" y="185"/>
                </a:cxn>
                <a:cxn ang="0">
                  <a:pos x="108" y="214"/>
                </a:cxn>
                <a:cxn ang="0">
                  <a:pos x="118" y="227"/>
                </a:cxn>
                <a:cxn ang="0">
                  <a:pos x="105" y="197"/>
                </a:cxn>
                <a:cxn ang="0">
                  <a:pos x="125" y="225"/>
                </a:cxn>
                <a:cxn ang="0">
                  <a:pos x="150" y="255"/>
                </a:cxn>
                <a:cxn ang="0">
                  <a:pos x="184" y="269"/>
                </a:cxn>
                <a:cxn ang="0">
                  <a:pos x="213" y="290"/>
                </a:cxn>
                <a:cxn ang="0">
                  <a:pos x="224" y="288"/>
                </a:cxn>
                <a:cxn ang="0">
                  <a:pos x="212" y="268"/>
                </a:cxn>
                <a:cxn ang="0">
                  <a:pos x="197" y="262"/>
                </a:cxn>
                <a:cxn ang="0">
                  <a:pos x="194" y="239"/>
                </a:cxn>
                <a:cxn ang="0">
                  <a:pos x="171" y="250"/>
                </a:cxn>
                <a:cxn ang="0">
                  <a:pos x="168" y="210"/>
                </a:cxn>
                <a:cxn ang="0">
                  <a:pos x="184" y="206"/>
                </a:cxn>
                <a:cxn ang="0">
                  <a:pos x="196" y="202"/>
                </a:cxn>
                <a:cxn ang="0">
                  <a:pos x="214" y="211"/>
                </a:cxn>
                <a:cxn ang="0">
                  <a:pos x="221" y="205"/>
                </a:cxn>
                <a:cxn ang="0">
                  <a:pos x="234" y="179"/>
                </a:cxn>
                <a:cxn ang="0">
                  <a:pos x="233" y="171"/>
                </a:cxn>
                <a:cxn ang="0">
                  <a:pos x="252" y="157"/>
                </a:cxn>
                <a:cxn ang="0">
                  <a:pos x="266" y="143"/>
                </a:cxn>
                <a:cxn ang="0">
                  <a:pos x="273" y="131"/>
                </a:cxn>
                <a:cxn ang="0">
                  <a:pos x="255" y="135"/>
                </a:cxn>
                <a:cxn ang="0">
                  <a:pos x="295" y="298"/>
                </a:cxn>
                <a:cxn ang="0">
                  <a:pos x="272" y="288"/>
                </a:cxn>
                <a:cxn ang="0">
                  <a:pos x="251" y="288"/>
                </a:cxn>
                <a:cxn ang="0">
                  <a:pos x="236" y="286"/>
                </a:cxn>
                <a:cxn ang="0">
                  <a:pos x="230" y="307"/>
                </a:cxn>
                <a:cxn ang="0">
                  <a:pos x="223" y="335"/>
                </a:cxn>
                <a:cxn ang="0">
                  <a:pos x="308" y="302"/>
                </a:cxn>
              </a:cxnLst>
              <a:rect l="0" t="0" r="r" b="b"/>
              <a:pathLst>
                <a:path w="384" h="384">
                  <a:moveTo>
                    <a:pt x="384" y="192"/>
                  </a:moveTo>
                  <a:cubicBezTo>
                    <a:pt x="384" y="298"/>
                    <a:pt x="298" y="384"/>
                    <a:pt x="192" y="384"/>
                  </a:cubicBezTo>
                  <a:cubicBezTo>
                    <a:pt x="86" y="384"/>
                    <a:pt x="0" y="298"/>
                    <a:pt x="0" y="192"/>
                  </a:cubicBezTo>
                  <a:cubicBezTo>
                    <a:pt x="0" y="86"/>
                    <a:pt x="86" y="0"/>
                    <a:pt x="192" y="0"/>
                  </a:cubicBezTo>
                  <a:cubicBezTo>
                    <a:pt x="298" y="0"/>
                    <a:pt x="384" y="86"/>
                    <a:pt x="384" y="192"/>
                  </a:cubicBezTo>
                  <a:close/>
                  <a:moveTo>
                    <a:pt x="255" y="135"/>
                  </a:moveTo>
                  <a:cubicBezTo>
                    <a:pt x="256" y="135"/>
                    <a:pt x="257" y="130"/>
                    <a:pt x="258" y="129"/>
                  </a:cubicBezTo>
                  <a:cubicBezTo>
                    <a:pt x="260" y="127"/>
                    <a:pt x="262" y="126"/>
                    <a:pt x="264" y="125"/>
                  </a:cubicBezTo>
                  <a:cubicBezTo>
                    <a:pt x="268" y="124"/>
                    <a:pt x="272" y="123"/>
                    <a:pt x="277" y="122"/>
                  </a:cubicBezTo>
                  <a:cubicBezTo>
                    <a:pt x="281" y="121"/>
                    <a:pt x="286" y="121"/>
                    <a:pt x="289" y="125"/>
                  </a:cubicBezTo>
                  <a:cubicBezTo>
                    <a:pt x="289" y="124"/>
                    <a:pt x="295" y="119"/>
                    <a:pt x="295" y="119"/>
                  </a:cubicBezTo>
                  <a:cubicBezTo>
                    <a:pt x="298" y="118"/>
                    <a:pt x="301" y="118"/>
                    <a:pt x="303" y="116"/>
                  </a:cubicBezTo>
                  <a:cubicBezTo>
                    <a:pt x="303" y="115"/>
                    <a:pt x="303" y="110"/>
                    <a:pt x="303" y="110"/>
                  </a:cubicBezTo>
                  <a:cubicBezTo>
                    <a:pt x="299" y="111"/>
                    <a:pt x="298" y="107"/>
                    <a:pt x="297" y="103"/>
                  </a:cubicBezTo>
                  <a:cubicBezTo>
                    <a:pt x="297" y="104"/>
                    <a:pt x="297" y="104"/>
                    <a:pt x="296" y="105"/>
                  </a:cubicBezTo>
                  <a:cubicBezTo>
                    <a:pt x="296" y="102"/>
                    <a:pt x="291" y="104"/>
                    <a:pt x="290" y="104"/>
                  </a:cubicBezTo>
                  <a:cubicBezTo>
                    <a:pt x="284" y="102"/>
                    <a:pt x="285" y="98"/>
                    <a:pt x="283" y="94"/>
                  </a:cubicBezTo>
                  <a:cubicBezTo>
                    <a:pt x="282" y="92"/>
                    <a:pt x="279" y="91"/>
                    <a:pt x="278" y="89"/>
                  </a:cubicBezTo>
                  <a:cubicBezTo>
                    <a:pt x="277" y="87"/>
                    <a:pt x="277" y="84"/>
                    <a:pt x="274" y="84"/>
                  </a:cubicBezTo>
                  <a:cubicBezTo>
                    <a:pt x="273" y="84"/>
                    <a:pt x="270" y="89"/>
                    <a:pt x="270" y="89"/>
                  </a:cubicBezTo>
                  <a:cubicBezTo>
                    <a:pt x="267" y="88"/>
                    <a:pt x="266" y="89"/>
                    <a:pt x="265" y="90"/>
                  </a:cubicBezTo>
                  <a:cubicBezTo>
                    <a:pt x="263" y="91"/>
                    <a:pt x="262" y="91"/>
                    <a:pt x="260" y="92"/>
                  </a:cubicBezTo>
                  <a:cubicBezTo>
                    <a:pt x="265" y="90"/>
                    <a:pt x="258" y="88"/>
                    <a:pt x="256" y="88"/>
                  </a:cubicBezTo>
                  <a:cubicBezTo>
                    <a:pt x="260" y="87"/>
                    <a:pt x="258" y="83"/>
                    <a:pt x="256" y="82"/>
                  </a:cubicBezTo>
                  <a:cubicBezTo>
                    <a:pt x="256" y="82"/>
                    <a:pt x="257" y="82"/>
                    <a:pt x="257" y="82"/>
                  </a:cubicBezTo>
                  <a:cubicBezTo>
                    <a:pt x="257" y="79"/>
                    <a:pt x="250" y="77"/>
                    <a:pt x="247" y="76"/>
                  </a:cubicBezTo>
                  <a:cubicBezTo>
                    <a:pt x="245" y="74"/>
                    <a:pt x="233" y="72"/>
                    <a:pt x="231" y="73"/>
                  </a:cubicBezTo>
                  <a:cubicBezTo>
                    <a:pt x="228" y="75"/>
                    <a:pt x="231" y="80"/>
                    <a:pt x="231" y="83"/>
                  </a:cubicBezTo>
                  <a:cubicBezTo>
                    <a:pt x="232" y="86"/>
                    <a:pt x="228" y="86"/>
                    <a:pt x="228" y="89"/>
                  </a:cubicBezTo>
                  <a:cubicBezTo>
                    <a:pt x="228" y="93"/>
                    <a:pt x="236" y="92"/>
                    <a:pt x="234" y="98"/>
                  </a:cubicBezTo>
                  <a:cubicBezTo>
                    <a:pt x="233" y="102"/>
                    <a:pt x="228" y="102"/>
                    <a:pt x="226" y="105"/>
                  </a:cubicBezTo>
                  <a:cubicBezTo>
                    <a:pt x="224" y="108"/>
                    <a:pt x="227" y="112"/>
                    <a:pt x="229" y="114"/>
                  </a:cubicBezTo>
                  <a:cubicBezTo>
                    <a:pt x="231" y="115"/>
                    <a:pt x="225" y="118"/>
                    <a:pt x="224" y="118"/>
                  </a:cubicBezTo>
                  <a:cubicBezTo>
                    <a:pt x="220" y="120"/>
                    <a:pt x="217" y="114"/>
                    <a:pt x="216" y="110"/>
                  </a:cubicBezTo>
                  <a:cubicBezTo>
                    <a:pt x="215" y="108"/>
                    <a:pt x="215" y="104"/>
                    <a:pt x="212" y="103"/>
                  </a:cubicBezTo>
                  <a:cubicBezTo>
                    <a:pt x="210" y="102"/>
                    <a:pt x="206" y="102"/>
                    <a:pt x="205" y="103"/>
                  </a:cubicBezTo>
                  <a:cubicBezTo>
                    <a:pt x="203" y="99"/>
                    <a:pt x="198" y="98"/>
                    <a:pt x="194" y="97"/>
                  </a:cubicBezTo>
                  <a:cubicBezTo>
                    <a:pt x="189" y="95"/>
                    <a:pt x="185" y="95"/>
                    <a:pt x="180" y="96"/>
                  </a:cubicBezTo>
                  <a:cubicBezTo>
                    <a:pt x="181" y="95"/>
                    <a:pt x="179" y="88"/>
                    <a:pt x="175" y="89"/>
                  </a:cubicBezTo>
                  <a:cubicBezTo>
                    <a:pt x="176" y="86"/>
                    <a:pt x="176" y="84"/>
                    <a:pt x="176" y="81"/>
                  </a:cubicBezTo>
                  <a:cubicBezTo>
                    <a:pt x="177" y="79"/>
                    <a:pt x="178" y="77"/>
                    <a:pt x="179" y="75"/>
                  </a:cubicBezTo>
                  <a:cubicBezTo>
                    <a:pt x="180" y="74"/>
                    <a:pt x="185" y="69"/>
                    <a:pt x="183" y="68"/>
                  </a:cubicBezTo>
                  <a:cubicBezTo>
                    <a:pt x="188" y="69"/>
                    <a:pt x="193" y="69"/>
                    <a:pt x="196" y="66"/>
                  </a:cubicBezTo>
                  <a:cubicBezTo>
                    <a:pt x="198" y="63"/>
                    <a:pt x="199" y="60"/>
                    <a:pt x="202" y="57"/>
                  </a:cubicBezTo>
                  <a:cubicBezTo>
                    <a:pt x="205" y="53"/>
                    <a:pt x="209" y="58"/>
                    <a:pt x="212" y="58"/>
                  </a:cubicBezTo>
                  <a:cubicBezTo>
                    <a:pt x="217" y="59"/>
                    <a:pt x="217" y="53"/>
                    <a:pt x="214" y="51"/>
                  </a:cubicBezTo>
                  <a:cubicBezTo>
                    <a:pt x="218" y="51"/>
                    <a:pt x="215" y="45"/>
                    <a:pt x="213" y="44"/>
                  </a:cubicBezTo>
                  <a:cubicBezTo>
                    <a:pt x="211" y="43"/>
                    <a:pt x="202" y="46"/>
                    <a:pt x="207" y="47"/>
                  </a:cubicBezTo>
                  <a:cubicBezTo>
                    <a:pt x="206" y="47"/>
                    <a:pt x="200" y="59"/>
                    <a:pt x="196" y="53"/>
                  </a:cubicBezTo>
                  <a:cubicBezTo>
                    <a:pt x="195" y="52"/>
                    <a:pt x="195" y="47"/>
                    <a:pt x="193" y="46"/>
                  </a:cubicBezTo>
                  <a:cubicBezTo>
                    <a:pt x="190" y="46"/>
                    <a:pt x="189" y="49"/>
                    <a:pt x="188" y="50"/>
                  </a:cubicBezTo>
                  <a:cubicBezTo>
                    <a:pt x="190" y="47"/>
                    <a:pt x="181" y="45"/>
                    <a:pt x="180" y="44"/>
                  </a:cubicBezTo>
                  <a:cubicBezTo>
                    <a:pt x="183" y="42"/>
                    <a:pt x="180" y="39"/>
                    <a:pt x="178" y="38"/>
                  </a:cubicBezTo>
                  <a:cubicBezTo>
                    <a:pt x="176" y="36"/>
                    <a:pt x="169" y="35"/>
                    <a:pt x="168" y="37"/>
                  </a:cubicBezTo>
                  <a:cubicBezTo>
                    <a:pt x="163" y="43"/>
                    <a:pt x="173" y="44"/>
                    <a:pt x="175" y="45"/>
                  </a:cubicBezTo>
                  <a:cubicBezTo>
                    <a:pt x="176" y="46"/>
                    <a:pt x="179" y="48"/>
                    <a:pt x="177" y="49"/>
                  </a:cubicBezTo>
                  <a:cubicBezTo>
                    <a:pt x="176" y="50"/>
                    <a:pt x="171" y="51"/>
                    <a:pt x="171" y="52"/>
                  </a:cubicBezTo>
                  <a:cubicBezTo>
                    <a:pt x="169" y="54"/>
                    <a:pt x="172" y="57"/>
                    <a:pt x="170" y="59"/>
                  </a:cubicBezTo>
                  <a:cubicBezTo>
                    <a:pt x="168" y="57"/>
                    <a:pt x="168" y="53"/>
                    <a:pt x="166" y="50"/>
                  </a:cubicBezTo>
                  <a:cubicBezTo>
                    <a:pt x="168" y="53"/>
                    <a:pt x="157" y="52"/>
                    <a:pt x="157" y="52"/>
                  </a:cubicBezTo>
                  <a:cubicBezTo>
                    <a:pt x="154" y="52"/>
                    <a:pt x="148" y="54"/>
                    <a:pt x="145" y="50"/>
                  </a:cubicBezTo>
                  <a:cubicBezTo>
                    <a:pt x="144" y="49"/>
                    <a:pt x="144" y="44"/>
                    <a:pt x="146" y="45"/>
                  </a:cubicBezTo>
                  <a:cubicBezTo>
                    <a:pt x="144" y="43"/>
                    <a:pt x="142" y="41"/>
                    <a:pt x="141" y="40"/>
                  </a:cubicBezTo>
                  <a:cubicBezTo>
                    <a:pt x="132" y="43"/>
                    <a:pt x="125" y="47"/>
                    <a:pt x="117" y="51"/>
                  </a:cubicBezTo>
                  <a:cubicBezTo>
                    <a:pt x="118" y="51"/>
                    <a:pt x="119" y="51"/>
                    <a:pt x="120" y="50"/>
                  </a:cubicBezTo>
                  <a:cubicBezTo>
                    <a:pt x="122" y="50"/>
                    <a:pt x="124" y="48"/>
                    <a:pt x="126" y="47"/>
                  </a:cubicBezTo>
                  <a:cubicBezTo>
                    <a:pt x="128" y="46"/>
                    <a:pt x="134" y="43"/>
                    <a:pt x="136" y="46"/>
                  </a:cubicBezTo>
                  <a:cubicBezTo>
                    <a:pt x="137" y="45"/>
                    <a:pt x="137" y="45"/>
                    <a:pt x="138" y="44"/>
                  </a:cubicBezTo>
                  <a:cubicBezTo>
                    <a:pt x="139" y="46"/>
                    <a:pt x="141" y="48"/>
                    <a:pt x="143" y="51"/>
                  </a:cubicBezTo>
                  <a:cubicBezTo>
                    <a:pt x="141" y="50"/>
                    <a:pt x="137" y="50"/>
                    <a:pt x="135" y="50"/>
                  </a:cubicBezTo>
                  <a:cubicBezTo>
                    <a:pt x="133" y="51"/>
                    <a:pt x="130" y="51"/>
                    <a:pt x="130" y="53"/>
                  </a:cubicBezTo>
                  <a:cubicBezTo>
                    <a:pt x="130" y="55"/>
                    <a:pt x="131" y="57"/>
                    <a:pt x="131" y="58"/>
                  </a:cubicBezTo>
                  <a:cubicBezTo>
                    <a:pt x="128" y="56"/>
                    <a:pt x="125" y="52"/>
                    <a:pt x="121" y="51"/>
                  </a:cubicBezTo>
                  <a:cubicBezTo>
                    <a:pt x="119" y="51"/>
                    <a:pt x="117" y="51"/>
                    <a:pt x="115" y="52"/>
                  </a:cubicBezTo>
                  <a:cubicBezTo>
                    <a:pt x="91" y="65"/>
                    <a:pt x="71" y="84"/>
                    <a:pt x="56" y="107"/>
                  </a:cubicBezTo>
                  <a:cubicBezTo>
                    <a:pt x="57" y="108"/>
                    <a:pt x="58" y="109"/>
                    <a:pt x="59" y="109"/>
                  </a:cubicBezTo>
                  <a:cubicBezTo>
                    <a:pt x="62" y="110"/>
                    <a:pt x="59" y="117"/>
                    <a:pt x="64" y="113"/>
                  </a:cubicBezTo>
                  <a:cubicBezTo>
                    <a:pt x="66" y="115"/>
                    <a:pt x="66" y="116"/>
                    <a:pt x="65" y="118"/>
                  </a:cubicBezTo>
                  <a:cubicBezTo>
                    <a:pt x="65" y="118"/>
                    <a:pt x="75" y="124"/>
                    <a:pt x="76" y="125"/>
                  </a:cubicBezTo>
                  <a:cubicBezTo>
                    <a:pt x="78" y="126"/>
                    <a:pt x="80" y="128"/>
                    <a:pt x="81" y="130"/>
                  </a:cubicBezTo>
                  <a:cubicBezTo>
                    <a:pt x="82" y="132"/>
                    <a:pt x="80" y="134"/>
                    <a:pt x="79" y="135"/>
                  </a:cubicBezTo>
                  <a:cubicBezTo>
                    <a:pt x="78" y="134"/>
                    <a:pt x="75" y="130"/>
                    <a:pt x="74" y="131"/>
                  </a:cubicBezTo>
                  <a:cubicBezTo>
                    <a:pt x="73" y="133"/>
                    <a:pt x="74" y="139"/>
                    <a:pt x="77" y="139"/>
                  </a:cubicBezTo>
                  <a:cubicBezTo>
                    <a:pt x="73" y="139"/>
                    <a:pt x="75" y="155"/>
                    <a:pt x="74" y="158"/>
                  </a:cubicBezTo>
                  <a:cubicBezTo>
                    <a:pt x="74" y="158"/>
                    <a:pt x="74" y="158"/>
                    <a:pt x="74" y="158"/>
                  </a:cubicBezTo>
                  <a:cubicBezTo>
                    <a:pt x="73" y="161"/>
                    <a:pt x="76" y="173"/>
                    <a:pt x="81" y="172"/>
                  </a:cubicBezTo>
                  <a:cubicBezTo>
                    <a:pt x="78" y="172"/>
                    <a:pt x="87" y="184"/>
                    <a:pt x="88" y="185"/>
                  </a:cubicBezTo>
                  <a:cubicBezTo>
                    <a:pt x="91" y="187"/>
                    <a:pt x="95" y="188"/>
                    <a:pt x="97" y="192"/>
                  </a:cubicBezTo>
                  <a:cubicBezTo>
                    <a:pt x="100" y="195"/>
                    <a:pt x="100" y="201"/>
                    <a:pt x="103" y="203"/>
                  </a:cubicBezTo>
                  <a:cubicBezTo>
                    <a:pt x="102" y="206"/>
                    <a:pt x="108" y="210"/>
                    <a:pt x="108" y="214"/>
                  </a:cubicBezTo>
                  <a:cubicBezTo>
                    <a:pt x="108" y="214"/>
                    <a:pt x="107" y="214"/>
                    <a:pt x="107" y="215"/>
                  </a:cubicBezTo>
                  <a:cubicBezTo>
                    <a:pt x="108" y="218"/>
                    <a:pt x="113" y="218"/>
                    <a:pt x="115" y="221"/>
                  </a:cubicBezTo>
                  <a:cubicBezTo>
                    <a:pt x="116" y="223"/>
                    <a:pt x="115" y="228"/>
                    <a:pt x="118" y="227"/>
                  </a:cubicBezTo>
                  <a:cubicBezTo>
                    <a:pt x="118" y="222"/>
                    <a:pt x="115" y="216"/>
                    <a:pt x="112" y="212"/>
                  </a:cubicBezTo>
                  <a:cubicBezTo>
                    <a:pt x="110" y="209"/>
                    <a:pt x="109" y="207"/>
                    <a:pt x="108" y="204"/>
                  </a:cubicBezTo>
                  <a:cubicBezTo>
                    <a:pt x="106" y="202"/>
                    <a:pt x="106" y="199"/>
                    <a:pt x="105" y="197"/>
                  </a:cubicBezTo>
                  <a:cubicBezTo>
                    <a:pt x="106" y="197"/>
                    <a:pt x="112" y="199"/>
                    <a:pt x="111" y="200"/>
                  </a:cubicBezTo>
                  <a:cubicBezTo>
                    <a:pt x="109" y="205"/>
                    <a:pt x="119" y="214"/>
                    <a:pt x="122" y="217"/>
                  </a:cubicBezTo>
                  <a:cubicBezTo>
                    <a:pt x="123" y="218"/>
                    <a:pt x="128" y="225"/>
                    <a:pt x="125" y="225"/>
                  </a:cubicBezTo>
                  <a:cubicBezTo>
                    <a:pt x="129" y="225"/>
                    <a:pt x="133" y="230"/>
                    <a:pt x="135" y="233"/>
                  </a:cubicBezTo>
                  <a:cubicBezTo>
                    <a:pt x="137" y="236"/>
                    <a:pt x="136" y="241"/>
                    <a:pt x="138" y="245"/>
                  </a:cubicBezTo>
                  <a:cubicBezTo>
                    <a:pt x="139" y="250"/>
                    <a:pt x="146" y="252"/>
                    <a:pt x="150" y="255"/>
                  </a:cubicBezTo>
                  <a:cubicBezTo>
                    <a:pt x="154" y="256"/>
                    <a:pt x="157" y="259"/>
                    <a:pt x="160" y="260"/>
                  </a:cubicBezTo>
                  <a:cubicBezTo>
                    <a:pt x="166" y="262"/>
                    <a:pt x="167" y="260"/>
                    <a:pt x="171" y="260"/>
                  </a:cubicBezTo>
                  <a:cubicBezTo>
                    <a:pt x="178" y="259"/>
                    <a:pt x="179" y="266"/>
                    <a:pt x="184" y="269"/>
                  </a:cubicBezTo>
                  <a:cubicBezTo>
                    <a:pt x="187" y="270"/>
                    <a:pt x="194" y="273"/>
                    <a:pt x="198" y="271"/>
                  </a:cubicBezTo>
                  <a:cubicBezTo>
                    <a:pt x="196" y="272"/>
                    <a:pt x="203" y="282"/>
                    <a:pt x="204" y="283"/>
                  </a:cubicBezTo>
                  <a:cubicBezTo>
                    <a:pt x="206" y="286"/>
                    <a:pt x="210" y="287"/>
                    <a:pt x="213" y="290"/>
                  </a:cubicBezTo>
                  <a:cubicBezTo>
                    <a:pt x="213" y="290"/>
                    <a:pt x="214" y="289"/>
                    <a:pt x="214" y="288"/>
                  </a:cubicBezTo>
                  <a:cubicBezTo>
                    <a:pt x="213" y="291"/>
                    <a:pt x="218" y="296"/>
                    <a:pt x="221" y="296"/>
                  </a:cubicBezTo>
                  <a:cubicBezTo>
                    <a:pt x="223" y="295"/>
                    <a:pt x="224" y="290"/>
                    <a:pt x="224" y="288"/>
                  </a:cubicBezTo>
                  <a:cubicBezTo>
                    <a:pt x="219" y="290"/>
                    <a:pt x="215" y="288"/>
                    <a:pt x="212" y="283"/>
                  </a:cubicBezTo>
                  <a:cubicBezTo>
                    <a:pt x="211" y="282"/>
                    <a:pt x="207" y="275"/>
                    <a:pt x="211" y="275"/>
                  </a:cubicBezTo>
                  <a:cubicBezTo>
                    <a:pt x="216" y="275"/>
                    <a:pt x="212" y="271"/>
                    <a:pt x="212" y="268"/>
                  </a:cubicBezTo>
                  <a:cubicBezTo>
                    <a:pt x="211" y="264"/>
                    <a:pt x="208" y="262"/>
                    <a:pt x="206" y="259"/>
                  </a:cubicBezTo>
                  <a:cubicBezTo>
                    <a:pt x="205" y="262"/>
                    <a:pt x="200" y="261"/>
                    <a:pt x="198" y="259"/>
                  </a:cubicBezTo>
                  <a:cubicBezTo>
                    <a:pt x="198" y="259"/>
                    <a:pt x="197" y="261"/>
                    <a:pt x="197" y="262"/>
                  </a:cubicBezTo>
                  <a:cubicBezTo>
                    <a:pt x="196" y="262"/>
                    <a:pt x="195" y="262"/>
                    <a:pt x="194" y="261"/>
                  </a:cubicBezTo>
                  <a:cubicBezTo>
                    <a:pt x="194" y="258"/>
                    <a:pt x="194" y="255"/>
                    <a:pt x="195" y="251"/>
                  </a:cubicBezTo>
                  <a:cubicBezTo>
                    <a:pt x="196" y="247"/>
                    <a:pt x="205" y="238"/>
                    <a:pt x="194" y="239"/>
                  </a:cubicBezTo>
                  <a:cubicBezTo>
                    <a:pt x="190" y="239"/>
                    <a:pt x="188" y="240"/>
                    <a:pt x="187" y="244"/>
                  </a:cubicBezTo>
                  <a:cubicBezTo>
                    <a:pt x="186" y="247"/>
                    <a:pt x="186" y="249"/>
                    <a:pt x="183" y="251"/>
                  </a:cubicBezTo>
                  <a:cubicBezTo>
                    <a:pt x="181" y="252"/>
                    <a:pt x="173" y="251"/>
                    <a:pt x="171" y="250"/>
                  </a:cubicBezTo>
                  <a:cubicBezTo>
                    <a:pt x="166" y="247"/>
                    <a:pt x="163" y="239"/>
                    <a:pt x="163" y="234"/>
                  </a:cubicBezTo>
                  <a:cubicBezTo>
                    <a:pt x="163" y="227"/>
                    <a:pt x="166" y="221"/>
                    <a:pt x="163" y="215"/>
                  </a:cubicBezTo>
                  <a:cubicBezTo>
                    <a:pt x="164" y="213"/>
                    <a:pt x="166" y="211"/>
                    <a:pt x="168" y="210"/>
                  </a:cubicBezTo>
                  <a:cubicBezTo>
                    <a:pt x="169" y="209"/>
                    <a:pt x="171" y="210"/>
                    <a:pt x="172" y="207"/>
                  </a:cubicBezTo>
                  <a:cubicBezTo>
                    <a:pt x="171" y="207"/>
                    <a:pt x="170" y="206"/>
                    <a:pt x="170" y="206"/>
                  </a:cubicBezTo>
                  <a:cubicBezTo>
                    <a:pt x="173" y="208"/>
                    <a:pt x="180" y="203"/>
                    <a:pt x="184" y="206"/>
                  </a:cubicBezTo>
                  <a:cubicBezTo>
                    <a:pt x="186" y="207"/>
                    <a:pt x="188" y="208"/>
                    <a:pt x="189" y="205"/>
                  </a:cubicBezTo>
                  <a:cubicBezTo>
                    <a:pt x="189" y="205"/>
                    <a:pt x="187" y="202"/>
                    <a:pt x="188" y="200"/>
                  </a:cubicBezTo>
                  <a:cubicBezTo>
                    <a:pt x="189" y="204"/>
                    <a:pt x="192" y="205"/>
                    <a:pt x="196" y="202"/>
                  </a:cubicBezTo>
                  <a:cubicBezTo>
                    <a:pt x="197" y="203"/>
                    <a:pt x="201" y="203"/>
                    <a:pt x="204" y="204"/>
                  </a:cubicBezTo>
                  <a:cubicBezTo>
                    <a:pt x="207" y="206"/>
                    <a:pt x="207" y="209"/>
                    <a:pt x="211" y="205"/>
                  </a:cubicBezTo>
                  <a:cubicBezTo>
                    <a:pt x="213" y="208"/>
                    <a:pt x="213" y="208"/>
                    <a:pt x="214" y="211"/>
                  </a:cubicBezTo>
                  <a:cubicBezTo>
                    <a:pt x="214" y="214"/>
                    <a:pt x="216" y="221"/>
                    <a:pt x="218" y="222"/>
                  </a:cubicBezTo>
                  <a:cubicBezTo>
                    <a:pt x="224" y="225"/>
                    <a:pt x="222" y="217"/>
                    <a:pt x="222" y="214"/>
                  </a:cubicBezTo>
                  <a:cubicBezTo>
                    <a:pt x="222" y="213"/>
                    <a:pt x="222" y="205"/>
                    <a:pt x="221" y="205"/>
                  </a:cubicBezTo>
                  <a:cubicBezTo>
                    <a:pt x="213" y="203"/>
                    <a:pt x="216" y="197"/>
                    <a:pt x="221" y="193"/>
                  </a:cubicBezTo>
                  <a:cubicBezTo>
                    <a:pt x="222" y="192"/>
                    <a:pt x="227" y="190"/>
                    <a:pt x="230" y="188"/>
                  </a:cubicBezTo>
                  <a:cubicBezTo>
                    <a:pt x="232" y="186"/>
                    <a:pt x="235" y="183"/>
                    <a:pt x="234" y="179"/>
                  </a:cubicBezTo>
                  <a:cubicBezTo>
                    <a:pt x="235" y="179"/>
                    <a:pt x="236" y="178"/>
                    <a:pt x="236" y="177"/>
                  </a:cubicBezTo>
                  <a:cubicBezTo>
                    <a:pt x="236" y="177"/>
                    <a:pt x="233" y="174"/>
                    <a:pt x="232" y="175"/>
                  </a:cubicBezTo>
                  <a:cubicBezTo>
                    <a:pt x="234" y="174"/>
                    <a:pt x="234" y="172"/>
                    <a:pt x="233" y="171"/>
                  </a:cubicBezTo>
                  <a:cubicBezTo>
                    <a:pt x="235" y="169"/>
                    <a:pt x="234" y="166"/>
                    <a:pt x="236" y="165"/>
                  </a:cubicBezTo>
                  <a:cubicBezTo>
                    <a:pt x="239" y="169"/>
                    <a:pt x="245" y="165"/>
                    <a:pt x="242" y="162"/>
                  </a:cubicBezTo>
                  <a:cubicBezTo>
                    <a:pt x="244" y="158"/>
                    <a:pt x="250" y="160"/>
                    <a:pt x="252" y="157"/>
                  </a:cubicBezTo>
                  <a:cubicBezTo>
                    <a:pt x="255" y="158"/>
                    <a:pt x="253" y="153"/>
                    <a:pt x="255" y="150"/>
                  </a:cubicBezTo>
                  <a:cubicBezTo>
                    <a:pt x="256" y="148"/>
                    <a:pt x="259" y="148"/>
                    <a:pt x="262" y="147"/>
                  </a:cubicBezTo>
                  <a:cubicBezTo>
                    <a:pt x="262" y="147"/>
                    <a:pt x="268" y="143"/>
                    <a:pt x="266" y="143"/>
                  </a:cubicBezTo>
                  <a:cubicBezTo>
                    <a:pt x="270" y="144"/>
                    <a:pt x="279" y="139"/>
                    <a:pt x="272" y="135"/>
                  </a:cubicBezTo>
                  <a:cubicBezTo>
                    <a:pt x="273" y="133"/>
                    <a:pt x="270" y="132"/>
                    <a:pt x="268" y="132"/>
                  </a:cubicBezTo>
                  <a:cubicBezTo>
                    <a:pt x="269" y="131"/>
                    <a:pt x="272" y="132"/>
                    <a:pt x="273" y="131"/>
                  </a:cubicBezTo>
                  <a:cubicBezTo>
                    <a:pt x="276" y="129"/>
                    <a:pt x="274" y="128"/>
                    <a:pt x="271" y="127"/>
                  </a:cubicBezTo>
                  <a:cubicBezTo>
                    <a:pt x="268" y="126"/>
                    <a:pt x="263" y="128"/>
                    <a:pt x="261" y="130"/>
                  </a:cubicBezTo>
                  <a:cubicBezTo>
                    <a:pt x="259" y="132"/>
                    <a:pt x="257" y="134"/>
                    <a:pt x="255" y="135"/>
                  </a:cubicBezTo>
                  <a:close/>
                  <a:moveTo>
                    <a:pt x="308" y="302"/>
                  </a:moveTo>
                  <a:cubicBezTo>
                    <a:pt x="306" y="301"/>
                    <a:pt x="303" y="301"/>
                    <a:pt x="301" y="300"/>
                  </a:cubicBezTo>
                  <a:cubicBezTo>
                    <a:pt x="299" y="300"/>
                    <a:pt x="298" y="299"/>
                    <a:pt x="295" y="298"/>
                  </a:cubicBezTo>
                  <a:cubicBezTo>
                    <a:pt x="296" y="293"/>
                    <a:pt x="290" y="292"/>
                    <a:pt x="287" y="289"/>
                  </a:cubicBezTo>
                  <a:cubicBezTo>
                    <a:pt x="284" y="287"/>
                    <a:pt x="282" y="284"/>
                    <a:pt x="277" y="285"/>
                  </a:cubicBezTo>
                  <a:cubicBezTo>
                    <a:pt x="276" y="285"/>
                    <a:pt x="271" y="287"/>
                    <a:pt x="272" y="288"/>
                  </a:cubicBezTo>
                  <a:cubicBezTo>
                    <a:pt x="269" y="285"/>
                    <a:pt x="268" y="284"/>
                    <a:pt x="263" y="282"/>
                  </a:cubicBezTo>
                  <a:cubicBezTo>
                    <a:pt x="259" y="281"/>
                    <a:pt x="257" y="276"/>
                    <a:pt x="253" y="281"/>
                  </a:cubicBezTo>
                  <a:cubicBezTo>
                    <a:pt x="251" y="283"/>
                    <a:pt x="252" y="286"/>
                    <a:pt x="251" y="288"/>
                  </a:cubicBezTo>
                  <a:cubicBezTo>
                    <a:pt x="247" y="285"/>
                    <a:pt x="254" y="282"/>
                    <a:pt x="251" y="279"/>
                  </a:cubicBezTo>
                  <a:cubicBezTo>
                    <a:pt x="248" y="275"/>
                    <a:pt x="243" y="281"/>
                    <a:pt x="240" y="282"/>
                  </a:cubicBezTo>
                  <a:cubicBezTo>
                    <a:pt x="239" y="284"/>
                    <a:pt x="237" y="284"/>
                    <a:pt x="236" y="286"/>
                  </a:cubicBezTo>
                  <a:cubicBezTo>
                    <a:pt x="235" y="287"/>
                    <a:pt x="234" y="290"/>
                    <a:pt x="233" y="291"/>
                  </a:cubicBezTo>
                  <a:cubicBezTo>
                    <a:pt x="233" y="289"/>
                    <a:pt x="228" y="290"/>
                    <a:pt x="228" y="288"/>
                  </a:cubicBezTo>
                  <a:cubicBezTo>
                    <a:pt x="229" y="294"/>
                    <a:pt x="229" y="301"/>
                    <a:pt x="230" y="307"/>
                  </a:cubicBezTo>
                  <a:cubicBezTo>
                    <a:pt x="231" y="310"/>
                    <a:pt x="230" y="316"/>
                    <a:pt x="227" y="319"/>
                  </a:cubicBezTo>
                  <a:cubicBezTo>
                    <a:pt x="224" y="321"/>
                    <a:pt x="221" y="324"/>
                    <a:pt x="220" y="329"/>
                  </a:cubicBezTo>
                  <a:cubicBezTo>
                    <a:pt x="220" y="332"/>
                    <a:pt x="220" y="334"/>
                    <a:pt x="223" y="335"/>
                  </a:cubicBezTo>
                  <a:cubicBezTo>
                    <a:pt x="223" y="339"/>
                    <a:pt x="219" y="342"/>
                    <a:pt x="219" y="346"/>
                  </a:cubicBezTo>
                  <a:cubicBezTo>
                    <a:pt x="219" y="346"/>
                    <a:pt x="220" y="348"/>
                    <a:pt x="220" y="350"/>
                  </a:cubicBezTo>
                  <a:cubicBezTo>
                    <a:pt x="254" y="344"/>
                    <a:pt x="285" y="327"/>
                    <a:pt x="308" y="302"/>
                  </a:cubicBezTo>
                  <a:close/>
                </a:path>
              </a:pathLst>
            </a:custGeom>
            <a:solidFill>
              <a:schemeClr val="accent5"/>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grpSp>
        <p:nvGrpSpPr>
          <p:cNvPr id="21" name="Group 81"/>
          <p:cNvGrpSpPr/>
          <p:nvPr/>
        </p:nvGrpSpPr>
        <p:grpSpPr>
          <a:xfrm>
            <a:off x="691141" y="2118437"/>
            <a:ext cx="772052" cy="749947"/>
            <a:chOff x="735191" y="1461827"/>
            <a:chExt cx="579038" cy="562460"/>
          </a:xfrm>
        </p:grpSpPr>
        <p:sp>
          <p:nvSpPr>
            <p:cNvPr id="25" name="Oval 24"/>
            <p:cNvSpPr>
              <a:spLocks noChangeAspect="1"/>
            </p:cNvSpPr>
            <p:nvPr/>
          </p:nvSpPr>
          <p:spPr>
            <a:xfrm>
              <a:off x="735191" y="1461827"/>
              <a:ext cx="579038" cy="56246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375467" fontAlgn="auto">
                <a:spcBef>
                  <a:spcPts val="0"/>
                </a:spcBef>
                <a:spcAft>
                  <a:spcPts val="0"/>
                </a:spcAft>
              </a:pPr>
              <a:endParaRPr lang="en-US" sz="2667" b="1" dirty="0">
                <a:solidFill>
                  <a:srgbClr val="237DB9"/>
                </a:solidFill>
                <a:latin typeface="FontAwesome" pitchFamily="2" charset="0"/>
              </a:endParaRPr>
            </a:p>
          </p:txBody>
        </p:sp>
        <p:sp>
          <p:nvSpPr>
            <p:cNvPr id="78" name="Freeform 245"/>
            <p:cNvSpPr>
              <a:spLocks/>
            </p:cNvSpPr>
            <p:nvPr/>
          </p:nvSpPr>
          <p:spPr bwMode="auto">
            <a:xfrm>
              <a:off x="908029" y="1626376"/>
              <a:ext cx="233363" cy="233363"/>
            </a:xfrm>
            <a:custGeom>
              <a:avLst/>
              <a:gdLst/>
              <a:ahLst/>
              <a:cxnLst>
                <a:cxn ang="0">
                  <a:pos x="68" y="3"/>
                </a:cxn>
                <a:cxn ang="0">
                  <a:pos x="58" y="61"/>
                </a:cxn>
                <a:cxn ang="0">
                  <a:pos x="57" y="63"/>
                </a:cxn>
                <a:cxn ang="0">
                  <a:pos x="56" y="63"/>
                </a:cxn>
                <a:cxn ang="0">
                  <a:pos x="55" y="63"/>
                </a:cxn>
                <a:cxn ang="0">
                  <a:pos x="38" y="56"/>
                </a:cxn>
                <a:cxn ang="0">
                  <a:pos x="28" y="67"/>
                </a:cxn>
                <a:cxn ang="0">
                  <a:pos x="26" y="68"/>
                </a:cxn>
                <a:cxn ang="0">
                  <a:pos x="26" y="68"/>
                </a:cxn>
                <a:cxn ang="0">
                  <a:pos x="24" y="65"/>
                </a:cxn>
                <a:cxn ang="0">
                  <a:pos x="24" y="52"/>
                </a:cxn>
                <a:cxn ang="0">
                  <a:pos x="57" y="12"/>
                </a:cxn>
                <a:cxn ang="0">
                  <a:pos x="16" y="47"/>
                </a:cxn>
                <a:cxn ang="0">
                  <a:pos x="1" y="41"/>
                </a:cxn>
                <a:cxn ang="0">
                  <a:pos x="0" y="39"/>
                </a:cxn>
                <a:cxn ang="0">
                  <a:pos x="1" y="36"/>
                </a:cxn>
                <a:cxn ang="0">
                  <a:pos x="64" y="0"/>
                </a:cxn>
                <a:cxn ang="0">
                  <a:pos x="65" y="0"/>
                </a:cxn>
                <a:cxn ang="0">
                  <a:pos x="67" y="0"/>
                </a:cxn>
                <a:cxn ang="0">
                  <a:pos x="68" y="3"/>
                </a:cxn>
              </a:cxnLst>
              <a:rect l="0" t="0" r="r" b="b"/>
              <a:pathLst>
                <a:path w="68" h="68">
                  <a:moveTo>
                    <a:pt x="68" y="3"/>
                  </a:moveTo>
                  <a:cubicBezTo>
                    <a:pt x="58" y="61"/>
                    <a:pt x="58" y="61"/>
                    <a:pt x="58" y="61"/>
                  </a:cubicBezTo>
                  <a:cubicBezTo>
                    <a:pt x="58" y="62"/>
                    <a:pt x="57" y="62"/>
                    <a:pt x="57" y="63"/>
                  </a:cubicBezTo>
                  <a:cubicBezTo>
                    <a:pt x="56" y="63"/>
                    <a:pt x="56" y="63"/>
                    <a:pt x="56" y="63"/>
                  </a:cubicBezTo>
                  <a:cubicBezTo>
                    <a:pt x="55" y="63"/>
                    <a:pt x="55" y="63"/>
                    <a:pt x="55" y="63"/>
                  </a:cubicBezTo>
                  <a:cubicBezTo>
                    <a:pt x="38" y="56"/>
                    <a:pt x="38" y="56"/>
                    <a:pt x="38" y="56"/>
                  </a:cubicBezTo>
                  <a:cubicBezTo>
                    <a:pt x="28" y="67"/>
                    <a:pt x="28" y="67"/>
                    <a:pt x="28" y="67"/>
                  </a:cubicBezTo>
                  <a:cubicBezTo>
                    <a:pt x="28" y="67"/>
                    <a:pt x="27" y="68"/>
                    <a:pt x="26" y="68"/>
                  </a:cubicBezTo>
                  <a:cubicBezTo>
                    <a:pt x="26" y="68"/>
                    <a:pt x="26" y="68"/>
                    <a:pt x="26" y="68"/>
                  </a:cubicBezTo>
                  <a:cubicBezTo>
                    <a:pt x="25" y="67"/>
                    <a:pt x="24" y="66"/>
                    <a:pt x="24" y="65"/>
                  </a:cubicBezTo>
                  <a:cubicBezTo>
                    <a:pt x="24" y="52"/>
                    <a:pt x="24" y="52"/>
                    <a:pt x="24" y="52"/>
                  </a:cubicBezTo>
                  <a:cubicBezTo>
                    <a:pt x="57" y="12"/>
                    <a:pt x="57" y="12"/>
                    <a:pt x="57" y="12"/>
                  </a:cubicBezTo>
                  <a:cubicBezTo>
                    <a:pt x="16" y="47"/>
                    <a:pt x="16" y="47"/>
                    <a:pt x="16" y="47"/>
                  </a:cubicBezTo>
                  <a:cubicBezTo>
                    <a:pt x="1" y="41"/>
                    <a:pt x="1" y="41"/>
                    <a:pt x="1" y="41"/>
                  </a:cubicBezTo>
                  <a:cubicBezTo>
                    <a:pt x="0" y="40"/>
                    <a:pt x="0" y="40"/>
                    <a:pt x="0" y="39"/>
                  </a:cubicBezTo>
                  <a:cubicBezTo>
                    <a:pt x="0" y="38"/>
                    <a:pt x="0" y="37"/>
                    <a:pt x="1" y="36"/>
                  </a:cubicBezTo>
                  <a:cubicBezTo>
                    <a:pt x="64" y="0"/>
                    <a:pt x="64" y="0"/>
                    <a:pt x="64" y="0"/>
                  </a:cubicBezTo>
                  <a:cubicBezTo>
                    <a:pt x="65" y="0"/>
                    <a:pt x="65" y="0"/>
                    <a:pt x="65" y="0"/>
                  </a:cubicBezTo>
                  <a:cubicBezTo>
                    <a:pt x="66" y="0"/>
                    <a:pt x="66" y="0"/>
                    <a:pt x="67" y="0"/>
                  </a:cubicBezTo>
                  <a:cubicBezTo>
                    <a:pt x="68" y="1"/>
                    <a:pt x="68" y="2"/>
                    <a:pt x="68" y="3"/>
                  </a:cubicBezTo>
                  <a:close/>
                </a:path>
              </a:pathLst>
            </a:custGeom>
            <a:solidFill>
              <a:schemeClr val="accent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sp>
        <p:nvSpPr>
          <p:cNvPr id="29" name="Rectangle 28"/>
          <p:cNvSpPr/>
          <p:nvPr/>
        </p:nvSpPr>
        <p:spPr>
          <a:xfrm rot="5400000">
            <a:off x="5379834" y="-5426678"/>
            <a:ext cx="1350767" cy="12192002"/>
          </a:xfrm>
          <a:prstGeom prst="rect">
            <a:avLst/>
          </a:prstGeom>
          <a:solidFill>
            <a:srgbClr val="E7E6E6">
              <a:lumMod val="25000"/>
            </a:srgbClr>
          </a:solidFill>
          <a:ln w="12700" cap="flat" cmpd="sng" algn="ctr">
            <a:noFill/>
            <a:prstDash val="solid"/>
            <a:miter lim="800000"/>
          </a:ln>
          <a:effectLst/>
        </p:spPr>
        <p:txBody>
          <a:bodyPr rtlCol="0" anchor="ctr"/>
          <a:lstStyle/>
          <a:p>
            <a:pPr algn="ctr" fontAlgn="auto">
              <a:spcBef>
                <a:spcPts val="0"/>
              </a:spcBef>
              <a:spcAft>
                <a:spcPts val="0"/>
              </a:spcAft>
            </a:pPr>
            <a:endParaRPr lang="en-AU" kern="0" smtClean="0">
              <a:solidFill>
                <a:prstClr val="white"/>
              </a:solidFill>
              <a:latin typeface="Roboto Lt"/>
            </a:endParaRPr>
          </a:p>
        </p:txBody>
      </p:sp>
      <p:sp>
        <p:nvSpPr>
          <p:cNvPr id="30" name="TextBox 29"/>
          <p:cNvSpPr txBox="1"/>
          <p:nvPr/>
        </p:nvSpPr>
        <p:spPr>
          <a:xfrm>
            <a:off x="1902320" y="293158"/>
            <a:ext cx="9294641" cy="615553"/>
          </a:xfrm>
          <a:prstGeom prst="rect">
            <a:avLst/>
          </a:prstGeom>
          <a:noFill/>
        </p:spPr>
        <p:txBody>
          <a:bodyPr wrap="square" lIns="0" tIns="0" rIns="0" bIns="0" rtlCol="0">
            <a:spAutoFit/>
          </a:bodyPr>
          <a:lstStyle/>
          <a:p>
            <a:pPr marL="742950" indent="-742950" algn="r" rtl="1" fontAlgn="auto">
              <a:spcBef>
                <a:spcPts val="0"/>
              </a:spcBef>
              <a:spcAft>
                <a:spcPts val="0"/>
              </a:spcAft>
              <a:buFont typeface="+mj-lt"/>
              <a:buAutoNum type="arabicPeriod" startAt="4"/>
            </a:pPr>
            <a:r>
              <a:rPr lang="ar-SA" sz="4000" b="1" i="1" u="sng" dirty="0" smtClean="0">
                <a:solidFill>
                  <a:prstClr val="white"/>
                </a:solidFill>
                <a:latin typeface="Source Sans Pro" panose="020B0503030403020204" pitchFamily="34" charset="0"/>
                <a:cs typeface="Clear Sans" panose="020B0503030202020304" pitchFamily="34" charset="0"/>
              </a:rPr>
              <a:t>مضار </a:t>
            </a:r>
            <a:r>
              <a:rPr lang="ar-SA" sz="4000" b="1" i="1" u="sng" dirty="0">
                <a:solidFill>
                  <a:prstClr val="white"/>
                </a:solidFill>
                <a:latin typeface="Source Sans Pro" panose="020B0503030403020204" pitchFamily="34" charset="0"/>
                <a:cs typeface="Clear Sans" panose="020B0503030202020304" pitchFamily="34" charset="0"/>
              </a:rPr>
              <a:t>هوس التكنولوجيا</a:t>
            </a:r>
            <a:endParaRPr lang="id-ID" sz="4000" b="1" i="1" u="sng" dirty="0">
              <a:solidFill>
                <a:prstClr val="white"/>
              </a:solidFill>
              <a:latin typeface="Source Sans Pro" panose="020B0503030403020204" pitchFamily="34" charset="0"/>
              <a:cs typeface="Clear Sans" panose="020B0503030202020304" pitchFamily="34" charset="0"/>
            </a:endParaRPr>
          </a:p>
        </p:txBody>
      </p:sp>
    </p:spTree>
    <p:extLst>
      <p:ext uri="{BB962C8B-B14F-4D97-AF65-F5344CB8AC3E}">
        <p14:creationId xmlns:p14="http://schemas.microsoft.com/office/powerpoint/2010/main" val="387113797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grpId="0" nodeType="afterEffect">
                                  <p:stCondLst>
                                    <p:cond delay="0"/>
                                  </p:stCondLst>
                                  <p:childTnLst>
                                    <p:set>
                                      <p:cBhvr>
                                        <p:cTn id="6" dur="1" fill="hold">
                                          <p:stCondLst>
                                            <p:cond delay="0"/>
                                          </p:stCondLst>
                                        </p:cTn>
                                        <p:tgtEl>
                                          <p:spTgt spid="29"/>
                                        </p:tgtEl>
                                        <p:attrNameLst>
                                          <p:attrName>style.visibility</p:attrName>
                                        </p:attrNameLst>
                                      </p:cBhvr>
                                      <p:to>
                                        <p:strVal val="visible"/>
                                      </p:to>
                                    </p:set>
                                    <p:animEffect transition="in" filter="wipe(right)">
                                      <p:cBhvr>
                                        <p:cTn id="7" dur="500"/>
                                        <p:tgtEl>
                                          <p:spTgt spid="29"/>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30"/>
                                        </p:tgtEl>
                                        <p:attrNameLst>
                                          <p:attrName>style.visibility</p:attrName>
                                        </p:attrNameLst>
                                      </p:cBhvr>
                                      <p:to>
                                        <p:strVal val="visible"/>
                                      </p:to>
                                    </p:set>
                                    <p:animEffect transition="in" filter="fade">
                                      <p:cBhvr>
                                        <p:cTn id="11" dur="500"/>
                                        <p:tgtEl>
                                          <p:spTgt spid="30"/>
                                        </p:tgtEl>
                                      </p:cBhvr>
                                    </p:animEffect>
                                  </p:childTnLst>
                                </p:cTn>
                              </p:par>
                              <p:par>
                                <p:cTn id="12" presetID="18" presetClass="entr" presetSubtype="3" fill="hold" nodeType="withEffect">
                                  <p:stCondLst>
                                    <p:cond delay="0"/>
                                  </p:stCondLst>
                                  <p:childTnLst>
                                    <p:set>
                                      <p:cBhvr>
                                        <p:cTn id="13" dur="1" fill="hold">
                                          <p:stCondLst>
                                            <p:cond delay="0"/>
                                          </p:stCondLst>
                                        </p:cTn>
                                        <p:tgtEl>
                                          <p:spTgt spid="68"/>
                                        </p:tgtEl>
                                        <p:attrNameLst>
                                          <p:attrName>style.visibility</p:attrName>
                                        </p:attrNameLst>
                                      </p:cBhvr>
                                      <p:to>
                                        <p:strVal val="visible"/>
                                      </p:to>
                                    </p:set>
                                    <p:animEffect transition="in" filter="strips(upRight)">
                                      <p:cBhvr>
                                        <p:cTn id="14" dur="500"/>
                                        <p:tgtEl>
                                          <p:spTgt spid="68"/>
                                        </p:tgtEl>
                                      </p:cBhvr>
                                    </p:animEffect>
                                  </p:childTnLst>
                                </p:cTn>
                              </p:par>
                            </p:childTnLst>
                          </p:cTn>
                        </p:par>
                        <p:par>
                          <p:cTn id="15" fill="hold">
                            <p:stCondLst>
                              <p:cond delay="1000"/>
                            </p:stCondLst>
                            <p:childTnLst>
                              <p:par>
                                <p:cTn id="16" presetID="2" presetClass="entr" presetSubtype="8" accel="50000" decel="50000" fill="hold" nodeType="afterEffect">
                                  <p:stCondLst>
                                    <p:cond delay="0"/>
                                  </p:stCondLst>
                                  <p:childTnLst>
                                    <p:set>
                                      <p:cBhvr>
                                        <p:cTn id="17" dur="1" fill="hold">
                                          <p:stCondLst>
                                            <p:cond delay="0"/>
                                          </p:stCondLst>
                                        </p:cTn>
                                        <p:tgtEl>
                                          <p:spTgt spid="3"/>
                                        </p:tgtEl>
                                        <p:attrNameLst>
                                          <p:attrName>style.visibility</p:attrName>
                                        </p:attrNameLst>
                                      </p:cBhvr>
                                      <p:to>
                                        <p:strVal val="visible"/>
                                      </p:to>
                                    </p:set>
                                    <p:anim calcmode="lin" valueType="num">
                                      <p:cBhvr additive="base">
                                        <p:cTn id="18" dur="500" fill="hold"/>
                                        <p:tgtEl>
                                          <p:spTgt spid="3"/>
                                        </p:tgtEl>
                                        <p:attrNameLst>
                                          <p:attrName>ppt_x</p:attrName>
                                        </p:attrNameLst>
                                      </p:cBhvr>
                                      <p:tavLst>
                                        <p:tav tm="0">
                                          <p:val>
                                            <p:strVal val="0-#ppt_w/2"/>
                                          </p:val>
                                        </p:tav>
                                        <p:tav tm="100000">
                                          <p:val>
                                            <p:strVal val="#ppt_x"/>
                                          </p:val>
                                        </p:tav>
                                      </p:tavLst>
                                    </p:anim>
                                    <p:anim calcmode="lin" valueType="num">
                                      <p:cBhvr additive="base">
                                        <p:cTn id="19" dur="500" fill="hold"/>
                                        <p:tgtEl>
                                          <p:spTgt spid="3"/>
                                        </p:tgtEl>
                                        <p:attrNameLst>
                                          <p:attrName>ppt_y</p:attrName>
                                        </p:attrNameLst>
                                      </p:cBhvr>
                                      <p:tavLst>
                                        <p:tav tm="0">
                                          <p:val>
                                            <p:strVal val="#ppt_y"/>
                                          </p:val>
                                        </p:tav>
                                        <p:tav tm="100000">
                                          <p:val>
                                            <p:strVal val="#ppt_y"/>
                                          </p:val>
                                        </p:tav>
                                      </p:tavLst>
                                    </p:anim>
                                  </p:childTnLst>
                                </p:cTn>
                              </p:par>
                            </p:childTnLst>
                          </p:cTn>
                        </p:par>
                        <p:par>
                          <p:cTn id="20" fill="hold">
                            <p:stCondLst>
                              <p:cond delay="1500"/>
                            </p:stCondLst>
                            <p:childTnLst>
                              <p:par>
                                <p:cTn id="21" presetID="53" presetClass="entr" presetSubtype="0" fill="hold" nodeType="afterEffect">
                                  <p:stCondLst>
                                    <p:cond delay="0"/>
                                  </p:stCondLst>
                                  <p:childTnLst>
                                    <p:set>
                                      <p:cBhvr>
                                        <p:cTn id="22" dur="1" fill="hold">
                                          <p:stCondLst>
                                            <p:cond delay="0"/>
                                          </p:stCondLst>
                                        </p:cTn>
                                        <p:tgtEl>
                                          <p:spTgt spid="21"/>
                                        </p:tgtEl>
                                        <p:attrNameLst>
                                          <p:attrName>style.visibility</p:attrName>
                                        </p:attrNameLst>
                                      </p:cBhvr>
                                      <p:to>
                                        <p:strVal val="visible"/>
                                      </p:to>
                                    </p:set>
                                    <p:anim calcmode="lin" valueType="num">
                                      <p:cBhvr>
                                        <p:cTn id="23" dur="500" fill="hold"/>
                                        <p:tgtEl>
                                          <p:spTgt spid="21"/>
                                        </p:tgtEl>
                                        <p:attrNameLst>
                                          <p:attrName>ppt_w</p:attrName>
                                        </p:attrNameLst>
                                      </p:cBhvr>
                                      <p:tavLst>
                                        <p:tav tm="0">
                                          <p:val>
                                            <p:fltVal val="0"/>
                                          </p:val>
                                        </p:tav>
                                        <p:tav tm="100000">
                                          <p:val>
                                            <p:strVal val="#ppt_w"/>
                                          </p:val>
                                        </p:tav>
                                      </p:tavLst>
                                    </p:anim>
                                    <p:anim calcmode="lin" valueType="num">
                                      <p:cBhvr>
                                        <p:cTn id="24" dur="500" fill="hold"/>
                                        <p:tgtEl>
                                          <p:spTgt spid="21"/>
                                        </p:tgtEl>
                                        <p:attrNameLst>
                                          <p:attrName>ppt_h</p:attrName>
                                        </p:attrNameLst>
                                      </p:cBhvr>
                                      <p:tavLst>
                                        <p:tav tm="0">
                                          <p:val>
                                            <p:fltVal val="0"/>
                                          </p:val>
                                        </p:tav>
                                        <p:tav tm="100000">
                                          <p:val>
                                            <p:strVal val="#ppt_h"/>
                                          </p:val>
                                        </p:tav>
                                      </p:tavLst>
                                    </p:anim>
                                    <p:animEffect transition="in" filter="fade">
                                      <p:cBhvr>
                                        <p:cTn id="25" dur="500"/>
                                        <p:tgtEl>
                                          <p:spTgt spid="21"/>
                                        </p:tgtEl>
                                      </p:cBhvr>
                                    </p:animEffect>
                                  </p:childTnLst>
                                </p:cTn>
                              </p:par>
                            </p:childTnLst>
                          </p:cTn>
                        </p:par>
                        <p:par>
                          <p:cTn id="26" fill="hold">
                            <p:stCondLst>
                              <p:cond delay="2000"/>
                            </p:stCondLst>
                            <p:childTnLst>
                              <p:par>
                                <p:cTn id="27" presetID="2" presetClass="entr" presetSubtype="2" accel="50000" decel="50000" fill="hold" nodeType="afterEffect">
                                  <p:stCondLst>
                                    <p:cond delay="0"/>
                                  </p:stCondLst>
                                  <p:childTnLst>
                                    <p:set>
                                      <p:cBhvr>
                                        <p:cTn id="28" dur="1" fill="hold">
                                          <p:stCondLst>
                                            <p:cond delay="0"/>
                                          </p:stCondLst>
                                        </p:cTn>
                                        <p:tgtEl>
                                          <p:spTgt spid="14"/>
                                        </p:tgtEl>
                                        <p:attrNameLst>
                                          <p:attrName>style.visibility</p:attrName>
                                        </p:attrNameLst>
                                      </p:cBhvr>
                                      <p:to>
                                        <p:strVal val="visible"/>
                                      </p:to>
                                    </p:set>
                                    <p:anim calcmode="lin" valueType="num">
                                      <p:cBhvr additive="base">
                                        <p:cTn id="29" dur="500" fill="hold"/>
                                        <p:tgtEl>
                                          <p:spTgt spid="14"/>
                                        </p:tgtEl>
                                        <p:attrNameLst>
                                          <p:attrName>ppt_x</p:attrName>
                                        </p:attrNameLst>
                                      </p:cBhvr>
                                      <p:tavLst>
                                        <p:tav tm="0">
                                          <p:val>
                                            <p:strVal val="1+#ppt_w/2"/>
                                          </p:val>
                                        </p:tav>
                                        <p:tav tm="100000">
                                          <p:val>
                                            <p:strVal val="#ppt_x"/>
                                          </p:val>
                                        </p:tav>
                                      </p:tavLst>
                                    </p:anim>
                                    <p:anim calcmode="lin" valueType="num">
                                      <p:cBhvr additive="base">
                                        <p:cTn id="30" dur="500" fill="hold"/>
                                        <p:tgtEl>
                                          <p:spTgt spid="14"/>
                                        </p:tgtEl>
                                        <p:attrNameLst>
                                          <p:attrName>ppt_y</p:attrName>
                                        </p:attrNameLst>
                                      </p:cBhvr>
                                      <p:tavLst>
                                        <p:tav tm="0">
                                          <p:val>
                                            <p:strVal val="#ppt_y"/>
                                          </p:val>
                                        </p:tav>
                                        <p:tav tm="100000">
                                          <p:val>
                                            <p:strVal val="#ppt_y"/>
                                          </p:val>
                                        </p:tav>
                                      </p:tavLst>
                                    </p:anim>
                                  </p:childTnLst>
                                </p:cTn>
                              </p:par>
                            </p:childTnLst>
                          </p:cTn>
                        </p:par>
                        <p:par>
                          <p:cTn id="31" fill="hold">
                            <p:stCondLst>
                              <p:cond delay="2500"/>
                            </p:stCondLst>
                            <p:childTnLst>
                              <p:par>
                                <p:cTn id="32" presetID="53" presetClass="entr" presetSubtype="0" fill="hold" nodeType="afterEffect">
                                  <p:stCondLst>
                                    <p:cond delay="0"/>
                                  </p:stCondLst>
                                  <p:childTnLst>
                                    <p:set>
                                      <p:cBhvr>
                                        <p:cTn id="33" dur="1" fill="hold">
                                          <p:stCondLst>
                                            <p:cond delay="0"/>
                                          </p:stCondLst>
                                        </p:cTn>
                                        <p:tgtEl>
                                          <p:spTgt spid="20"/>
                                        </p:tgtEl>
                                        <p:attrNameLst>
                                          <p:attrName>style.visibility</p:attrName>
                                        </p:attrNameLst>
                                      </p:cBhvr>
                                      <p:to>
                                        <p:strVal val="visible"/>
                                      </p:to>
                                    </p:set>
                                    <p:anim calcmode="lin" valueType="num">
                                      <p:cBhvr>
                                        <p:cTn id="34" dur="500" fill="hold"/>
                                        <p:tgtEl>
                                          <p:spTgt spid="20"/>
                                        </p:tgtEl>
                                        <p:attrNameLst>
                                          <p:attrName>ppt_w</p:attrName>
                                        </p:attrNameLst>
                                      </p:cBhvr>
                                      <p:tavLst>
                                        <p:tav tm="0">
                                          <p:val>
                                            <p:fltVal val="0"/>
                                          </p:val>
                                        </p:tav>
                                        <p:tav tm="100000">
                                          <p:val>
                                            <p:strVal val="#ppt_w"/>
                                          </p:val>
                                        </p:tav>
                                      </p:tavLst>
                                    </p:anim>
                                    <p:anim calcmode="lin" valueType="num">
                                      <p:cBhvr>
                                        <p:cTn id="35" dur="500" fill="hold"/>
                                        <p:tgtEl>
                                          <p:spTgt spid="20"/>
                                        </p:tgtEl>
                                        <p:attrNameLst>
                                          <p:attrName>ppt_h</p:attrName>
                                        </p:attrNameLst>
                                      </p:cBhvr>
                                      <p:tavLst>
                                        <p:tav tm="0">
                                          <p:val>
                                            <p:fltVal val="0"/>
                                          </p:val>
                                        </p:tav>
                                        <p:tav tm="100000">
                                          <p:val>
                                            <p:strVal val="#ppt_h"/>
                                          </p:val>
                                        </p:tav>
                                      </p:tavLst>
                                    </p:anim>
                                    <p:animEffect transition="in" filter="fade">
                                      <p:cBhvr>
                                        <p:cTn id="36" dur="500"/>
                                        <p:tgtEl>
                                          <p:spTgt spid="20"/>
                                        </p:tgtEl>
                                      </p:cBhvr>
                                    </p:animEffect>
                                  </p:childTnLst>
                                </p:cTn>
                              </p:par>
                            </p:childTnLst>
                          </p:cTn>
                        </p:par>
                        <p:par>
                          <p:cTn id="37" fill="hold">
                            <p:stCondLst>
                              <p:cond delay="3000"/>
                            </p:stCondLst>
                            <p:childTnLst>
                              <p:par>
                                <p:cTn id="38" presetID="2" presetClass="entr" presetSubtype="8" accel="50000" decel="50000" fill="hold" nodeType="afterEffect">
                                  <p:stCondLst>
                                    <p:cond delay="0"/>
                                  </p:stCondLst>
                                  <p:childTnLst>
                                    <p:set>
                                      <p:cBhvr>
                                        <p:cTn id="39" dur="1" fill="hold">
                                          <p:stCondLst>
                                            <p:cond delay="0"/>
                                          </p:stCondLst>
                                        </p:cTn>
                                        <p:tgtEl>
                                          <p:spTgt spid="10"/>
                                        </p:tgtEl>
                                        <p:attrNameLst>
                                          <p:attrName>style.visibility</p:attrName>
                                        </p:attrNameLst>
                                      </p:cBhvr>
                                      <p:to>
                                        <p:strVal val="visible"/>
                                      </p:to>
                                    </p:set>
                                    <p:anim calcmode="lin" valueType="num">
                                      <p:cBhvr additive="base">
                                        <p:cTn id="40" dur="500" fill="hold"/>
                                        <p:tgtEl>
                                          <p:spTgt spid="10"/>
                                        </p:tgtEl>
                                        <p:attrNameLst>
                                          <p:attrName>ppt_x</p:attrName>
                                        </p:attrNameLst>
                                      </p:cBhvr>
                                      <p:tavLst>
                                        <p:tav tm="0">
                                          <p:val>
                                            <p:strVal val="0-#ppt_w/2"/>
                                          </p:val>
                                        </p:tav>
                                        <p:tav tm="100000">
                                          <p:val>
                                            <p:strVal val="#ppt_x"/>
                                          </p:val>
                                        </p:tav>
                                      </p:tavLst>
                                    </p:anim>
                                    <p:anim calcmode="lin" valueType="num">
                                      <p:cBhvr additive="base">
                                        <p:cTn id="41" dur="500" fill="hold"/>
                                        <p:tgtEl>
                                          <p:spTgt spid="10"/>
                                        </p:tgtEl>
                                        <p:attrNameLst>
                                          <p:attrName>ppt_y</p:attrName>
                                        </p:attrNameLst>
                                      </p:cBhvr>
                                      <p:tavLst>
                                        <p:tav tm="0">
                                          <p:val>
                                            <p:strVal val="#ppt_y"/>
                                          </p:val>
                                        </p:tav>
                                        <p:tav tm="100000">
                                          <p:val>
                                            <p:strVal val="#ppt_y"/>
                                          </p:val>
                                        </p:tav>
                                      </p:tavLst>
                                    </p:anim>
                                  </p:childTnLst>
                                </p:cTn>
                              </p:par>
                            </p:childTnLst>
                          </p:cTn>
                        </p:par>
                        <p:par>
                          <p:cTn id="42" fill="hold">
                            <p:stCondLst>
                              <p:cond delay="3500"/>
                            </p:stCondLst>
                            <p:childTnLst>
                              <p:par>
                                <p:cTn id="43" presetID="53" presetClass="entr" presetSubtype="0" fill="hold" nodeType="afterEffect">
                                  <p:stCondLst>
                                    <p:cond delay="0"/>
                                  </p:stCondLst>
                                  <p:childTnLst>
                                    <p:set>
                                      <p:cBhvr>
                                        <p:cTn id="44" dur="1" fill="hold">
                                          <p:stCondLst>
                                            <p:cond delay="0"/>
                                          </p:stCondLst>
                                        </p:cTn>
                                        <p:tgtEl>
                                          <p:spTgt spid="19"/>
                                        </p:tgtEl>
                                        <p:attrNameLst>
                                          <p:attrName>style.visibility</p:attrName>
                                        </p:attrNameLst>
                                      </p:cBhvr>
                                      <p:to>
                                        <p:strVal val="visible"/>
                                      </p:to>
                                    </p:set>
                                    <p:anim calcmode="lin" valueType="num">
                                      <p:cBhvr>
                                        <p:cTn id="45" dur="500" fill="hold"/>
                                        <p:tgtEl>
                                          <p:spTgt spid="19"/>
                                        </p:tgtEl>
                                        <p:attrNameLst>
                                          <p:attrName>ppt_w</p:attrName>
                                        </p:attrNameLst>
                                      </p:cBhvr>
                                      <p:tavLst>
                                        <p:tav tm="0">
                                          <p:val>
                                            <p:fltVal val="0"/>
                                          </p:val>
                                        </p:tav>
                                        <p:tav tm="100000">
                                          <p:val>
                                            <p:strVal val="#ppt_w"/>
                                          </p:val>
                                        </p:tav>
                                      </p:tavLst>
                                    </p:anim>
                                    <p:anim calcmode="lin" valueType="num">
                                      <p:cBhvr>
                                        <p:cTn id="46" dur="500" fill="hold"/>
                                        <p:tgtEl>
                                          <p:spTgt spid="19"/>
                                        </p:tgtEl>
                                        <p:attrNameLst>
                                          <p:attrName>ppt_h</p:attrName>
                                        </p:attrNameLst>
                                      </p:cBhvr>
                                      <p:tavLst>
                                        <p:tav tm="0">
                                          <p:val>
                                            <p:fltVal val="0"/>
                                          </p:val>
                                        </p:tav>
                                        <p:tav tm="100000">
                                          <p:val>
                                            <p:strVal val="#ppt_h"/>
                                          </p:val>
                                        </p:tav>
                                      </p:tavLst>
                                    </p:anim>
                                    <p:animEffect transition="in" filter="fade">
                                      <p:cBhvr>
                                        <p:cTn id="4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animBg="1"/>
      <p:bldP spid="30" grpId="0"/>
    </p:bld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38"/>
          <p:cNvGrpSpPr/>
          <p:nvPr/>
        </p:nvGrpSpPr>
        <p:grpSpPr>
          <a:xfrm>
            <a:off x="858813" y="1985339"/>
            <a:ext cx="5166071" cy="1088295"/>
            <a:chOff x="644107" y="1330751"/>
            <a:chExt cx="3874553" cy="816221"/>
          </a:xfrm>
        </p:grpSpPr>
        <p:sp>
          <p:nvSpPr>
            <p:cNvPr id="38" name="Rounded Rectangle 37"/>
            <p:cNvSpPr/>
            <p:nvPr/>
          </p:nvSpPr>
          <p:spPr>
            <a:xfrm>
              <a:off x="644107" y="1384863"/>
              <a:ext cx="3725972" cy="762109"/>
            </a:xfrm>
            <a:prstGeom prst="roundRect">
              <a:avLst>
                <a:gd name="adj" fmla="val 50000"/>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33" name="Rounded Rectangle 32"/>
            <p:cNvSpPr/>
            <p:nvPr/>
          </p:nvSpPr>
          <p:spPr>
            <a:xfrm>
              <a:off x="644107" y="1330751"/>
              <a:ext cx="3725972" cy="762109"/>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37" name="Isosceles Triangle 36"/>
            <p:cNvSpPr/>
            <p:nvPr/>
          </p:nvSpPr>
          <p:spPr>
            <a:xfrm rot="5400000">
              <a:off x="4322531" y="1607670"/>
              <a:ext cx="183987" cy="208271"/>
            </a:xfrm>
            <a:prstGeom prst="triangl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grpSp>
      <p:sp>
        <p:nvSpPr>
          <p:cNvPr id="7" name="TextBox 6"/>
          <p:cNvSpPr txBox="1"/>
          <p:nvPr/>
        </p:nvSpPr>
        <p:spPr>
          <a:xfrm>
            <a:off x="1432756" y="2261120"/>
            <a:ext cx="4212882" cy="492443"/>
          </a:xfrm>
          <a:prstGeom prst="rect">
            <a:avLst/>
          </a:prstGeom>
          <a:noFill/>
        </p:spPr>
        <p:txBody>
          <a:bodyPr wrap="square" lIns="0" tIns="0" rIns="0" bIns="0" rtlCol="0" anchor="ctr">
            <a:spAutoFit/>
          </a:bodyPr>
          <a:lstStyle/>
          <a:p>
            <a:pPr algn="ctr" defTabSz="1375467" rtl="1" fontAlgn="auto">
              <a:spcBef>
                <a:spcPts val="0"/>
              </a:spcBef>
              <a:spcAft>
                <a:spcPts val="0"/>
              </a:spcAft>
            </a:pPr>
            <a:r>
              <a:rPr lang="ar-SA" sz="3200" b="1" dirty="0">
                <a:solidFill>
                  <a:srgbClr val="FFFFFF"/>
                </a:solidFill>
                <a:latin typeface="Roboto Condensed"/>
                <a:cs typeface="Simplified Arabic" panose="02020603050405020304" pitchFamily="18" charset="-78"/>
              </a:rPr>
              <a:t>الاكتئاب</a:t>
            </a:r>
            <a:endParaRPr lang="en-US" sz="2800" b="1" dirty="0">
              <a:solidFill>
                <a:srgbClr val="FFFFFF"/>
              </a:solidFill>
              <a:latin typeface="Roboto Condensed"/>
              <a:cs typeface="Simplified Arabic" panose="02020603050405020304" pitchFamily="18" charset="-78"/>
            </a:endParaRPr>
          </a:p>
        </p:txBody>
      </p:sp>
      <p:cxnSp>
        <p:nvCxnSpPr>
          <p:cNvPr id="68" name="Straight Connector 67"/>
          <p:cNvCxnSpPr/>
          <p:nvPr/>
        </p:nvCxnSpPr>
        <p:spPr>
          <a:xfrm flipV="1">
            <a:off x="6096000" y="2097289"/>
            <a:ext cx="0" cy="3661543"/>
          </a:xfrm>
          <a:prstGeom prst="line">
            <a:avLst/>
          </a:prstGeom>
          <a:ln w="19050">
            <a:solidFill>
              <a:schemeClr val="bg1">
                <a:lumMod val="75000"/>
              </a:schemeClr>
            </a:solidFill>
            <a:prstDash val="sysDot"/>
            <a:headEnd type="diamond"/>
            <a:tailEnd type="diamond"/>
          </a:ln>
        </p:spPr>
        <p:style>
          <a:lnRef idx="1">
            <a:schemeClr val="accent1"/>
          </a:lnRef>
          <a:fillRef idx="0">
            <a:schemeClr val="accent1"/>
          </a:fillRef>
          <a:effectRef idx="0">
            <a:schemeClr val="accent1"/>
          </a:effectRef>
          <a:fontRef idx="minor">
            <a:schemeClr val="tx1"/>
          </a:fontRef>
        </p:style>
      </p:cxnSp>
      <p:grpSp>
        <p:nvGrpSpPr>
          <p:cNvPr id="10" name="Group 55"/>
          <p:cNvGrpSpPr/>
          <p:nvPr/>
        </p:nvGrpSpPr>
        <p:grpSpPr>
          <a:xfrm>
            <a:off x="936366" y="4202884"/>
            <a:ext cx="5166071" cy="1088295"/>
            <a:chOff x="644107" y="1330751"/>
            <a:chExt cx="3874553" cy="816221"/>
          </a:xfrm>
        </p:grpSpPr>
        <p:sp>
          <p:nvSpPr>
            <p:cNvPr id="60" name="Rounded Rectangle 59"/>
            <p:cNvSpPr/>
            <p:nvPr/>
          </p:nvSpPr>
          <p:spPr>
            <a:xfrm>
              <a:off x="644107" y="1384863"/>
              <a:ext cx="3725972" cy="762109"/>
            </a:xfrm>
            <a:prstGeom prst="roundRect">
              <a:avLst>
                <a:gd name="adj" fmla="val 50000"/>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64" name="Rounded Rectangle 63"/>
            <p:cNvSpPr/>
            <p:nvPr/>
          </p:nvSpPr>
          <p:spPr>
            <a:xfrm>
              <a:off x="644107" y="1330751"/>
              <a:ext cx="3725972" cy="762109"/>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69" name="Isosceles Triangle 68"/>
            <p:cNvSpPr/>
            <p:nvPr/>
          </p:nvSpPr>
          <p:spPr>
            <a:xfrm rot="5400000">
              <a:off x="4322531" y="1607670"/>
              <a:ext cx="183987" cy="208271"/>
            </a:xfrm>
            <a:prstGeom prs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grpSp>
      <p:sp>
        <p:nvSpPr>
          <p:cNvPr id="71" name="TextBox 70"/>
          <p:cNvSpPr txBox="1"/>
          <p:nvPr/>
        </p:nvSpPr>
        <p:spPr>
          <a:xfrm>
            <a:off x="1122652" y="4449890"/>
            <a:ext cx="4763385" cy="492443"/>
          </a:xfrm>
          <a:prstGeom prst="rect">
            <a:avLst/>
          </a:prstGeom>
          <a:noFill/>
        </p:spPr>
        <p:txBody>
          <a:bodyPr wrap="square" lIns="0" tIns="0" rIns="0" bIns="0" rtlCol="0" anchor="ctr">
            <a:spAutoFit/>
          </a:bodyPr>
          <a:lstStyle/>
          <a:p>
            <a:pPr algn="ctr" defTabSz="1375467" rtl="1" fontAlgn="auto">
              <a:spcBef>
                <a:spcPts val="0"/>
              </a:spcBef>
              <a:spcAft>
                <a:spcPts val="0"/>
              </a:spcAft>
            </a:pPr>
            <a:r>
              <a:rPr lang="ar-SA" sz="3200" b="1" dirty="0">
                <a:solidFill>
                  <a:srgbClr val="FFFFFF"/>
                </a:solidFill>
                <a:latin typeface="Roboto Condensed"/>
                <a:cs typeface="Simplified Arabic" panose="02020603050405020304" pitchFamily="18" charset="-78"/>
              </a:rPr>
              <a:t>الإساءة للآخرين</a:t>
            </a:r>
            <a:endParaRPr lang="en-US" sz="3200" b="1" dirty="0">
              <a:solidFill>
                <a:srgbClr val="FFFFFF"/>
              </a:solidFill>
              <a:latin typeface="Roboto Condensed"/>
              <a:cs typeface="Simplified Arabic" panose="02020603050405020304" pitchFamily="18" charset="-78"/>
            </a:endParaRPr>
          </a:p>
        </p:txBody>
      </p:sp>
      <p:grpSp>
        <p:nvGrpSpPr>
          <p:cNvPr id="14" name="Group 81"/>
          <p:cNvGrpSpPr/>
          <p:nvPr/>
        </p:nvGrpSpPr>
        <p:grpSpPr>
          <a:xfrm flipH="1">
            <a:off x="6166275" y="3279718"/>
            <a:ext cx="5166071" cy="1088295"/>
            <a:chOff x="644107" y="1330751"/>
            <a:chExt cx="3874553" cy="816221"/>
          </a:xfrm>
        </p:grpSpPr>
        <p:sp>
          <p:nvSpPr>
            <p:cNvPr id="83" name="Rounded Rectangle 82"/>
            <p:cNvSpPr/>
            <p:nvPr/>
          </p:nvSpPr>
          <p:spPr>
            <a:xfrm>
              <a:off x="644107" y="1384863"/>
              <a:ext cx="3725972" cy="762109"/>
            </a:xfrm>
            <a:prstGeom prst="roundRect">
              <a:avLst>
                <a:gd name="adj" fmla="val 50000"/>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84" name="Rounded Rectangle 83"/>
            <p:cNvSpPr/>
            <p:nvPr/>
          </p:nvSpPr>
          <p:spPr>
            <a:xfrm>
              <a:off x="644107" y="1330751"/>
              <a:ext cx="3725972" cy="762109"/>
            </a:xfrm>
            <a:prstGeom prst="roundRect">
              <a:avLst>
                <a:gd name="adj" fmla="val 5000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85" name="Isosceles Triangle 84"/>
            <p:cNvSpPr/>
            <p:nvPr/>
          </p:nvSpPr>
          <p:spPr>
            <a:xfrm rot="5400000">
              <a:off x="4322531" y="1607670"/>
              <a:ext cx="183987" cy="208271"/>
            </a:xfrm>
            <a:prstGeom prst="triangl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grpSp>
      <p:sp>
        <p:nvSpPr>
          <p:cNvPr id="87" name="TextBox 86"/>
          <p:cNvSpPr txBox="1"/>
          <p:nvPr/>
        </p:nvSpPr>
        <p:spPr>
          <a:xfrm flipH="1">
            <a:off x="6514242" y="3520589"/>
            <a:ext cx="4384777" cy="492443"/>
          </a:xfrm>
          <a:prstGeom prst="rect">
            <a:avLst/>
          </a:prstGeom>
          <a:noFill/>
        </p:spPr>
        <p:txBody>
          <a:bodyPr wrap="square" lIns="0" tIns="0" rIns="0" bIns="0" rtlCol="0" anchor="ctr">
            <a:spAutoFit/>
          </a:bodyPr>
          <a:lstStyle/>
          <a:p>
            <a:pPr algn="ctr" defTabSz="1375467" rtl="1" fontAlgn="auto">
              <a:spcBef>
                <a:spcPts val="0"/>
              </a:spcBef>
              <a:spcAft>
                <a:spcPts val="0"/>
              </a:spcAft>
            </a:pPr>
            <a:r>
              <a:rPr lang="ar-SA" sz="3200" b="1" dirty="0">
                <a:solidFill>
                  <a:srgbClr val="FFFFFF"/>
                </a:solidFill>
                <a:latin typeface="Roboto Condensed"/>
                <a:cs typeface="Simplified Arabic" panose="02020603050405020304" pitchFamily="18" charset="-78"/>
              </a:rPr>
              <a:t>اضطرابات النوم</a:t>
            </a:r>
            <a:endParaRPr lang="en-US" sz="3200" b="1" dirty="0">
              <a:solidFill>
                <a:srgbClr val="FFFFFF"/>
              </a:solidFill>
              <a:latin typeface="Roboto Condensed"/>
              <a:cs typeface="Simplified Arabic" panose="02020603050405020304" pitchFamily="18" charset="-78"/>
            </a:endParaRPr>
          </a:p>
        </p:txBody>
      </p:sp>
      <p:grpSp>
        <p:nvGrpSpPr>
          <p:cNvPr id="19" name="Group 66"/>
          <p:cNvGrpSpPr/>
          <p:nvPr/>
        </p:nvGrpSpPr>
        <p:grpSpPr>
          <a:xfrm>
            <a:off x="738257" y="4335982"/>
            <a:ext cx="772052" cy="749947"/>
            <a:chOff x="735191" y="3583563"/>
            <a:chExt cx="579038" cy="562460"/>
          </a:xfrm>
        </p:grpSpPr>
        <p:sp>
          <p:nvSpPr>
            <p:cNvPr id="73" name="Oval 72"/>
            <p:cNvSpPr>
              <a:spLocks noChangeAspect="1"/>
            </p:cNvSpPr>
            <p:nvPr/>
          </p:nvSpPr>
          <p:spPr>
            <a:xfrm>
              <a:off x="735191" y="3583563"/>
              <a:ext cx="579038" cy="56246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375467" fontAlgn="auto">
                <a:spcBef>
                  <a:spcPts val="0"/>
                </a:spcBef>
                <a:spcAft>
                  <a:spcPts val="0"/>
                </a:spcAft>
              </a:pPr>
              <a:endParaRPr lang="en-US" sz="2667" b="1" dirty="0">
                <a:solidFill>
                  <a:srgbClr val="9BB955"/>
                </a:solidFill>
                <a:latin typeface="FontAwesome" pitchFamily="2" charset="0"/>
              </a:endParaRPr>
            </a:p>
          </p:txBody>
        </p:sp>
        <p:sp>
          <p:nvSpPr>
            <p:cNvPr id="66" name="Freeform 103"/>
            <p:cNvSpPr>
              <a:spLocks noEditPoints="1"/>
            </p:cNvSpPr>
            <p:nvPr/>
          </p:nvSpPr>
          <p:spPr bwMode="auto">
            <a:xfrm>
              <a:off x="899027" y="3685335"/>
              <a:ext cx="250504" cy="368872"/>
            </a:xfrm>
            <a:custGeom>
              <a:avLst/>
              <a:gdLst/>
              <a:ahLst/>
              <a:cxnLst>
                <a:cxn ang="0">
                  <a:pos x="37" y="29"/>
                </a:cxn>
                <a:cxn ang="0">
                  <a:pos x="31" y="41"/>
                </a:cxn>
                <a:cxn ang="0">
                  <a:pos x="33" y="44"/>
                </a:cxn>
                <a:cxn ang="0">
                  <a:pos x="32" y="47"/>
                </a:cxn>
                <a:cxn ang="0">
                  <a:pos x="33" y="49"/>
                </a:cxn>
                <a:cxn ang="0">
                  <a:pos x="31" y="53"/>
                </a:cxn>
                <a:cxn ang="0">
                  <a:pos x="31" y="54"/>
                </a:cxn>
                <a:cxn ang="0">
                  <a:pos x="27" y="58"/>
                </a:cxn>
                <a:cxn ang="0">
                  <a:pos x="21" y="62"/>
                </a:cxn>
                <a:cxn ang="0">
                  <a:pos x="15" y="58"/>
                </a:cxn>
                <a:cxn ang="0">
                  <a:pos x="11" y="54"/>
                </a:cxn>
                <a:cxn ang="0">
                  <a:pos x="11" y="53"/>
                </a:cxn>
                <a:cxn ang="0">
                  <a:pos x="9" y="49"/>
                </a:cxn>
                <a:cxn ang="0">
                  <a:pos x="10" y="47"/>
                </a:cxn>
                <a:cxn ang="0">
                  <a:pos x="9" y="44"/>
                </a:cxn>
                <a:cxn ang="0">
                  <a:pos x="11" y="41"/>
                </a:cxn>
                <a:cxn ang="0">
                  <a:pos x="5" y="29"/>
                </a:cxn>
                <a:cxn ang="0">
                  <a:pos x="0" y="18"/>
                </a:cxn>
                <a:cxn ang="0">
                  <a:pos x="21" y="0"/>
                </a:cxn>
                <a:cxn ang="0">
                  <a:pos x="42" y="18"/>
                </a:cxn>
                <a:cxn ang="0">
                  <a:pos x="37" y="29"/>
                </a:cxn>
                <a:cxn ang="0">
                  <a:pos x="21" y="6"/>
                </a:cxn>
                <a:cxn ang="0">
                  <a:pos x="6" y="18"/>
                </a:cxn>
                <a:cxn ang="0">
                  <a:pos x="8" y="26"/>
                </a:cxn>
                <a:cxn ang="0">
                  <a:pos x="11" y="28"/>
                </a:cxn>
                <a:cxn ang="0">
                  <a:pos x="16" y="40"/>
                </a:cxn>
                <a:cxn ang="0">
                  <a:pos x="26" y="40"/>
                </a:cxn>
                <a:cxn ang="0">
                  <a:pos x="31" y="28"/>
                </a:cxn>
                <a:cxn ang="0">
                  <a:pos x="34" y="26"/>
                </a:cxn>
                <a:cxn ang="0">
                  <a:pos x="36" y="18"/>
                </a:cxn>
                <a:cxn ang="0">
                  <a:pos x="21" y="6"/>
                </a:cxn>
                <a:cxn ang="0">
                  <a:pos x="29" y="20"/>
                </a:cxn>
                <a:cxn ang="0">
                  <a:pos x="27" y="18"/>
                </a:cxn>
                <a:cxn ang="0">
                  <a:pos x="21" y="15"/>
                </a:cxn>
                <a:cxn ang="0">
                  <a:pos x="20" y="13"/>
                </a:cxn>
                <a:cxn ang="0">
                  <a:pos x="21" y="12"/>
                </a:cxn>
                <a:cxn ang="0">
                  <a:pos x="30" y="18"/>
                </a:cxn>
                <a:cxn ang="0">
                  <a:pos x="29" y="20"/>
                </a:cxn>
              </a:cxnLst>
              <a:rect l="0" t="0" r="r" b="b"/>
              <a:pathLst>
                <a:path w="42" h="62">
                  <a:moveTo>
                    <a:pt x="37" y="29"/>
                  </a:moveTo>
                  <a:cubicBezTo>
                    <a:pt x="35" y="32"/>
                    <a:pt x="31" y="37"/>
                    <a:pt x="31" y="41"/>
                  </a:cubicBezTo>
                  <a:cubicBezTo>
                    <a:pt x="32" y="42"/>
                    <a:pt x="33" y="43"/>
                    <a:pt x="33" y="44"/>
                  </a:cubicBezTo>
                  <a:cubicBezTo>
                    <a:pt x="33" y="45"/>
                    <a:pt x="32" y="46"/>
                    <a:pt x="32" y="47"/>
                  </a:cubicBezTo>
                  <a:cubicBezTo>
                    <a:pt x="32" y="47"/>
                    <a:pt x="33" y="48"/>
                    <a:pt x="33" y="49"/>
                  </a:cubicBezTo>
                  <a:cubicBezTo>
                    <a:pt x="33" y="51"/>
                    <a:pt x="32" y="52"/>
                    <a:pt x="31" y="53"/>
                  </a:cubicBezTo>
                  <a:cubicBezTo>
                    <a:pt x="31" y="53"/>
                    <a:pt x="31" y="54"/>
                    <a:pt x="31" y="54"/>
                  </a:cubicBezTo>
                  <a:cubicBezTo>
                    <a:pt x="31" y="57"/>
                    <a:pt x="29" y="58"/>
                    <a:pt x="27" y="58"/>
                  </a:cubicBezTo>
                  <a:cubicBezTo>
                    <a:pt x="26" y="61"/>
                    <a:pt x="24" y="62"/>
                    <a:pt x="21" y="62"/>
                  </a:cubicBezTo>
                  <a:cubicBezTo>
                    <a:pt x="19" y="62"/>
                    <a:pt x="16" y="61"/>
                    <a:pt x="15" y="58"/>
                  </a:cubicBezTo>
                  <a:cubicBezTo>
                    <a:pt x="13" y="58"/>
                    <a:pt x="11" y="57"/>
                    <a:pt x="11" y="54"/>
                  </a:cubicBezTo>
                  <a:cubicBezTo>
                    <a:pt x="11" y="54"/>
                    <a:pt x="11" y="53"/>
                    <a:pt x="11" y="53"/>
                  </a:cubicBezTo>
                  <a:cubicBezTo>
                    <a:pt x="10" y="52"/>
                    <a:pt x="9" y="51"/>
                    <a:pt x="9" y="49"/>
                  </a:cubicBezTo>
                  <a:cubicBezTo>
                    <a:pt x="9" y="48"/>
                    <a:pt x="10" y="47"/>
                    <a:pt x="10" y="47"/>
                  </a:cubicBezTo>
                  <a:cubicBezTo>
                    <a:pt x="10" y="46"/>
                    <a:pt x="9" y="45"/>
                    <a:pt x="9" y="44"/>
                  </a:cubicBezTo>
                  <a:cubicBezTo>
                    <a:pt x="9" y="43"/>
                    <a:pt x="10" y="42"/>
                    <a:pt x="11" y="41"/>
                  </a:cubicBezTo>
                  <a:cubicBezTo>
                    <a:pt x="11" y="37"/>
                    <a:pt x="7" y="32"/>
                    <a:pt x="5" y="29"/>
                  </a:cubicBezTo>
                  <a:cubicBezTo>
                    <a:pt x="2" y="26"/>
                    <a:pt x="0" y="23"/>
                    <a:pt x="0" y="18"/>
                  </a:cubicBezTo>
                  <a:cubicBezTo>
                    <a:pt x="0" y="8"/>
                    <a:pt x="11" y="0"/>
                    <a:pt x="21" y="0"/>
                  </a:cubicBezTo>
                  <a:cubicBezTo>
                    <a:pt x="31" y="0"/>
                    <a:pt x="42" y="8"/>
                    <a:pt x="42" y="18"/>
                  </a:cubicBezTo>
                  <a:cubicBezTo>
                    <a:pt x="42" y="23"/>
                    <a:pt x="40" y="26"/>
                    <a:pt x="37" y="29"/>
                  </a:cubicBezTo>
                  <a:close/>
                  <a:moveTo>
                    <a:pt x="21" y="6"/>
                  </a:moveTo>
                  <a:cubicBezTo>
                    <a:pt x="14" y="6"/>
                    <a:pt x="6" y="10"/>
                    <a:pt x="6" y="18"/>
                  </a:cubicBezTo>
                  <a:cubicBezTo>
                    <a:pt x="6" y="21"/>
                    <a:pt x="7" y="24"/>
                    <a:pt x="8" y="26"/>
                  </a:cubicBezTo>
                  <a:cubicBezTo>
                    <a:pt x="9" y="27"/>
                    <a:pt x="10" y="27"/>
                    <a:pt x="11" y="28"/>
                  </a:cubicBezTo>
                  <a:cubicBezTo>
                    <a:pt x="14" y="32"/>
                    <a:pt x="16" y="36"/>
                    <a:pt x="16" y="40"/>
                  </a:cubicBezTo>
                  <a:cubicBezTo>
                    <a:pt x="26" y="40"/>
                    <a:pt x="26" y="40"/>
                    <a:pt x="26" y="40"/>
                  </a:cubicBezTo>
                  <a:cubicBezTo>
                    <a:pt x="26" y="36"/>
                    <a:pt x="28" y="32"/>
                    <a:pt x="31" y="28"/>
                  </a:cubicBezTo>
                  <a:cubicBezTo>
                    <a:pt x="32" y="27"/>
                    <a:pt x="33" y="27"/>
                    <a:pt x="34" y="26"/>
                  </a:cubicBezTo>
                  <a:cubicBezTo>
                    <a:pt x="35" y="24"/>
                    <a:pt x="36" y="21"/>
                    <a:pt x="36" y="18"/>
                  </a:cubicBezTo>
                  <a:cubicBezTo>
                    <a:pt x="36" y="10"/>
                    <a:pt x="28" y="6"/>
                    <a:pt x="21" y="6"/>
                  </a:cubicBezTo>
                  <a:close/>
                  <a:moveTo>
                    <a:pt x="29" y="20"/>
                  </a:moveTo>
                  <a:cubicBezTo>
                    <a:pt x="28" y="20"/>
                    <a:pt x="27" y="19"/>
                    <a:pt x="27" y="18"/>
                  </a:cubicBezTo>
                  <a:cubicBezTo>
                    <a:pt x="27" y="16"/>
                    <a:pt x="23" y="15"/>
                    <a:pt x="21" y="15"/>
                  </a:cubicBezTo>
                  <a:cubicBezTo>
                    <a:pt x="20" y="15"/>
                    <a:pt x="20" y="14"/>
                    <a:pt x="20" y="13"/>
                  </a:cubicBezTo>
                  <a:cubicBezTo>
                    <a:pt x="20" y="13"/>
                    <a:pt x="20" y="12"/>
                    <a:pt x="21" y="12"/>
                  </a:cubicBezTo>
                  <a:cubicBezTo>
                    <a:pt x="25" y="12"/>
                    <a:pt x="30" y="14"/>
                    <a:pt x="30" y="18"/>
                  </a:cubicBezTo>
                  <a:cubicBezTo>
                    <a:pt x="30" y="19"/>
                    <a:pt x="29" y="20"/>
                    <a:pt x="29" y="20"/>
                  </a:cubicBezTo>
                  <a:close/>
                </a:path>
              </a:pathLst>
            </a:custGeom>
            <a:solidFill>
              <a:schemeClr val="accent3"/>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grpSp>
        <p:nvGrpSpPr>
          <p:cNvPr id="20" name="Group 73"/>
          <p:cNvGrpSpPr/>
          <p:nvPr/>
        </p:nvGrpSpPr>
        <p:grpSpPr>
          <a:xfrm>
            <a:off x="10799141" y="3451378"/>
            <a:ext cx="772052" cy="749947"/>
            <a:chOff x="7840715" y="2518747"/>
            <a:chExt cx="579038" cy="562460"/>
          </a:xfrm>
        </p:grpSpPr>
        <p:sp>
          <p:nvSpPr>
            <p:cNvPr id="89" name="Oval 88"/>
            <p:cNvSpPr>
              <a:spLocks noChangeAspect="1"/>
            </p:cNvSpPr>
            <p:nvPr/>
          </p:nvSpPr>
          <p:spPr>
            <a:xfrm flipH="1">
              <a:off x="7840715" y="2518747"/>
              <a:ext cx="579038" cy="56246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375467" fontAlgn="auto">
                <a:spcBef>
                  <a:spcPts val="0"/>
                </a:spcBef>
                <a:spcAft>
                  <a:spcPts val="0"/>
                </a:spcAft>
              </a:pPr>
              <a:endParaRPr lang="en-US" sz="2667" b="1" dirty="0">
                <a:solidFill>
                  <a:srgbClr val="BE382C"/>
                </a:solidFill>
                <a:latin typeface="FontAwesome" pitchFamily="2" charset="0"/>
              </a:endParaRPr>
            </a:p>
          </p:txBody>
        </p:sp>
        <p:sp>
          <p:nvSpPr>
            <p:cNvPr id="70" name="Freeform 5"/>
            <p:cNvSpPr>
              <a:spLocks noEditPoints="1"/>
            </p:cNvSpPr>
            <p:nvPr/>
          </p:nvSpPr>
          <p:spPr bwMode="auto">
            <a:xfrm>
              <a:off x="7990534" y="2660277"/>
              <a:ext cx="279400" cy="279400"/>
            </a:xfrm>
            <a:custGeom>
              <a:avLst/>
              <a:gdLst/>
              <a:ahLst/>
              <a:cxnLst>
                <a:cxn ang="0">
                  <a:pos x="0" y="192"/>
                </a:cxn>
                <a:cxn ang="0">
                  <a:pos x="255" y="135"/>
                </a:cxn>
                <a:cxn ang="0">
                  <a:pos x="277" y="122"/>
                </a:cxn>
                <a:cxn ang="0">
                  <a:pos x="303" y="116"/>
                </a:cxn>
                <a:cxn ang="0">
                  <a:pos x="296" y="105"/>
                </a:cxn>
                <a:cxn ang="0">
                  <a:pos x="278" y="89"/>
                </a:cxn>
                <a:cxn ang="0">
                  <a:pos x="265" y="90"/>
                </a:cxn>
                <a:cxn ang="0">
                  <a:pos x="256" y="82"/>
                </a:cxn>
                <a:cxn ang="0">
                  <a:pos x="231" y="73"/>
                </a:cxn>
                <a:cxn ang="0">
                  <a:pos x="234" y="98"/>
                </a:cxn>
                <a:cxn ang="0">
                  <a:pos x="224" y="118"/>
                </a:cxn>
                <a:cxn ang="0">
                  <a:pos x="205" y="103"/>
                </a:cxn>
                <a:cxn ang="0">
                  <a:pos x="175" y="89"/>
                </a:cxn>
                <a:cxn ang="0">
                  <a:pos x="183" y="68"/>
                </a:cxn>
                <a:cxn ang="0">
                  <a:pos x="212" y="58"/>
                </a:cxn>
                <a:cxn ang="0">
                  <a:pos x="207" y="47"/>
                </a:cxn>
                <a:cxn ang="0">
                  <a:pos x="188" y="50"/>
                </a:cxn>
                <a:cxn ang="0">
                  <a:pos x="168" y="37"/>
                </a:cxn>
                <a:cxn ang="0">
                  <a:pos x="171" y="52"/>
                </a:cxn>
                <a:cxn ang="0">
                  <a:pos x="157" y="52"/>
                </a:cxn>
                <a:cxn ang="0">
                  <a:pos x="141" y="40"/>
                </a:cxn>
                <a:cxn ang="0">
                  <a:pos x="126" y="47"/>
                </a:cxn>
                <a:cxn ang="0">
                  <a:pos x="143" y="51"/>
                </a:cxn>
                <a:cxn ang="0">
                  <a:pos x="131" y="58"/>
                </a:cxn>
                <a:cxn ang="0">
                  <a:pos x="56" y="107"/>
                </a:cxn>
                <a:cxn ang="0">
                  <a:pos x="65" y="118"/>
                </a:cxn>
                <a:cxn ang="0">
                  <a:pos x="79" y="135"/>
                </a:cxn>
                <a:cxn ang="0">
                  <a:pos x="74" y="158"/>
                </a:cxn>
                <a:cxn ang="0">
                  <a:pos x="88" y="185"/>
                </a:cxn>
                <a:cxn ang="0">
                  <a:pos x="108" y="214"/>
                </a:cxn>
                <a:cxn ang="0">
                  <a:pos x="118" y="227"/>
                </a:cxn>
                <a:cxn ang="0">
                  <a:pos x="105" y="197"/>
                </a:cxn>
                <a:cxn ang="0">
                  <a:pos x="125" y="225"/>
                </a:cxn>
                <a:cxn ang="0">
                  <a:pos x="150" y="255"/>
                </a:cxn>
                <a:cxn ang="0">
                  <a:pos x="184" y="269"/>
                </a:cxn>
                <a:cxn ang="0">
                  <a:pos x="213" y="290"/>
                </a:cxn>
                <a:cxn ang="0">
                  <a:pos x="224" y="288"/>
                </a:cxn>
                <a:cxn ang="0">
                  <a:pos x="212" y="268"/>
                </a:cxn>
                <a:cxn ang="0">
                  <a:pos x="197" y="262"/>
                </a:cxn>
                <a:cxn ang="0">
                  <a:pos x="194" y="239"/>
                </a:cxn>
                <a:cxn ang="0">
                  <a:pos x="171" y="250"/>
                </a:cxn>
                <a:cxn ang="0">
                  <a:pos x="168" y="210"/>
                </a:cxn>
                <a:cxn ang="0">
                  <a:pos x="184" y="206"/>
                </a:cxn>
                <a:cxn ang="0">
                  <a:pos x="196" y="202"/>
                </a:cxn>
                <a:cxn ang="0">
                  <a:pos x="214" y="211"/>
                </a:cxn>
                <a:cxn ang="0">
                  <a:pos x="221" y="205"/>
                </a:cxn>
                <a:cxn ang="0">
                  <a:pos x="234" y="179"/>
                </a:cxn>
                <a:cxn ang="0">
                  <a:pos x="233" y="171"/>
                </a:cxn>
                <a:cxn ang="0">
                  <a:pos x="252" y="157"/>
                </a:cxn>
                <a:cxn ang="0">
                  <a:pos x="266" y="143"/>
                </a:cxn>
                <a:cxn ang="0">
                  <a:pos x="273" y="131"/>
                </a:cxn>
                <a:cxn ang="0">
                  <a:pos x="255" y="135"/>
                </a:cxn>
                <a:cxn ang="0">
                  <a:pos x="295" y="298"/>
                </a:cxn>
                <a:cxn ang="0">
                  <a:pos x="272" y="288"/>
                </a:cxn>
                <a:cxn ang="0">
                  <a:pos x="251" y="288"/>
                </a:cxn>
                <a:cxn ang="0">
                  <a:pos x="236" y="286"/>
                </a:cxn>
                <a:cxn ang="0">
                  <a:pos x="230" y="307"/>
                </a:cxn>
                <a:cxn ang="0">
                  <a:pos x="223" y="335"/>
                </a:cxn>
                <a:cxn ang="0">
                  <a:pos x="308" y="302"/>
                </a:cxn>
              </a:cxnLst>
              <a:rect l="0" t="0" r="r" b="b"/>
              <a:pathLst>
                <a:path w="384" h="384">
                  <a:moveTo>
                    <a:pt x="384" y="192"/>
                  </a:moveTo>
                  <a:cubicBezTo>
                    <a:pt x="384" y="298"/>
                    <a:pt x="298" y="384"/>
                    <a:pt x="192" y="384"/>
                  </a:cubicBezTo>
                  <a:cubicBezTo>
                    <a:pt x="86" y="384"/>
                    <a:pt x="0" y="298"/>
                    <a:pt x="0" y="192"/>
                  </a:cubicBezTo>
                  <a:cubicBezTo>
                    <a:pt x="0" y="86"/>
                    <a:pt x="86" y="0"/>
                    <a:pt x="192" y="0"/>
                  </a:cubicBezTo>
                  <a:cubicBezTo>
                    <a:pt x="298" y="0"/>
                    <a:pt x="384" y="86"/>
                    <a:pt x="384" y="192"/>
                  </a:cubicBezTo>
                  <a:close/>
                  <a:moveTo>
                    <a:pt x="255" y="135"/>
                  </a:moveTo>
                  <a:cubicBezTo>
                    <a:pt x="256" y="135"/>
                    <a:pt x="257" y="130"/>
                    <a:pt x="258" y="129"/>
                  </a:cubicBezTo>
                  <a:cubicBezTo>
                    <a:pt x="260" y="127"/>
                    <a:pt x="262" y="126"/>
                    <a:pt x="264" y="125"/>
                  </a:cubicBezTo>
                  <a:cubicBezTo>
                    <a:pt x="268" y="124"/>
                    <a:pt x="272" y="123"/>
                    <a:pt x="277" y="122"/>
                  </a:cubicBezTo>
                  <a:cubicBezTo>
                    <a:pt x="281" y="121"/>
                    <a:pt x="286" y="121"/>
                    <a:pt x="289" y="125"/>
                  </a:cubicBezTo>
                  <a:cubicBezTo>
                    <a:pt x="289" y="124"/>
                    <a:pt x="295" y="119"/>
                    <a:pt x="295" y="119"/>
                  </a:cubicBezTo>
                  <a:cubicBezTo>
                    <a:pt x="298" y="118"/>
                    <a:pt x="301" y="118"/>
                    <a:pt x="303" y="116"/>
                  </a:cubicBezTo>
                  <a:cubicBezTo>
                    <a:pt x="303" y="115"/>
                    <a:pt x="303" y="110"/>
                    <a:pt x="303" y="110"/>
                  </a:cubicBezTo>
                  <a:cubicBezTo>
                    <a:pt x="299" y="111"/>
                    <a:pt x="298" y="107"/>
                    <a:pt x="297" y="103"/>
                  </a:cubicBezTo>
                  <a:cubicBezTo>
                    <a:pt x="297" y="104"/>
                    <a:pt x="297" y="104"/>
                    <a:pt x="296" y="105"/>
                  </a:cubicBezTo>
                  <a:cubicBezTo>
                    <a:pt x="296" y="102"/>
                    <a:pt x="291" y="104"/>
                    <a:pt x="290" y="104"/>
                  </a:cubicBezTo>
                  <a:cubicBezTo>
                    <a:pt x="284" y="102"/>
                    <a:pt x="285" y="98"/>
                    <a:pt x="283" y="94"/>
                  </a:cubicBezTo>
                  <a:cubicBezTo>
                    <a:pt x="282" y="92"/>
                    <a:pt x="279" y="91"/>
                    <a:pt x="278" y="89"/>
                  </a:cubicBezTo>
                  <a:cubicBezTo>
                    <a:pt x="277" y="87"/>
                    <a:pt x="277" y="84"/>
                    <a:pt x="274" y="84"/>
                  </a:cubicBezTo>
                  <a:cubicBezTo>
                    <a:pt x="273" y="84"/>
                    <a:pt x="270" y="89"/>
                    <a:pt x="270" y="89"/>
                  </a:cubicBezTo>
                  <a:cubicBezTo>
                    <a:pt x="267" y="88"/>
                    <a:pt x="266" y="89"/>
                    <a:pt x="265" y="90"/>
                  </a:cubicBezTo>
                  <a:cubicBezTo>
                    <a:pt x="263" y="91"/>
                    <a:pt x="262" y="91"/>
                    <a:pt x="260" y="92"/>
                  </a:cubicBezTo>
                  <a:cubicBezTo>
                    <a:pt x="265" y="90"/>
                    <a:pt x="258" y="88"/>
                    <a:pt x="256" y="88"/>
                  </a:cubicBezTo>
                  <a:cubicBezTo>
                    <a:pt x="260" y="87"/>
                    <a:pt x="258" y="83"/>
                    <a:pt x="256" y="82"/>
                  </a:cubicBezTo>
                  <a:cubicBezTo>
                    <a:pt x="256" y="82"/>
                    <a:pt x="257" y="82"/>
                    <a:pt x="257" y="82"/>
                  </a:cubicBezTo>
                  <a:cubicBezTo>
                    <a:pt x="257" y="79"/>
                    <a:pt x="250" y="77"/>
                    <a:pt x="247" y="76"/>
                  </a:cubicBezTo>
                  <a:cubicBezTo>
                    <a:pt x="245" y="74"/>
                    <a:pt x="233" y="72"/>
                    <a:pt x="231" y="73"/>
                  </a:cubicBezTo>
                  <a:cubicBezTo>
                    <a:pt x="228" y="75"/>
                    <a:pt x="231" y="80"/>
                    <a:pt x="231" y="83"/>
                  </a:cubicBezTo>
                  <a:cubicBezTo>
                    <a:pt x="232" y="86"/>
                    <a:pt x="228" y="86"/>
                    <a:pt x="228" y="89"/>
                  </a:cubicBezTo>
                  <a:cubicBezTo>
                    <a:pt x="228" y="93"/>
                    <a:pt x="236" y="92"/>
                    <a:pt x="234" y="98"/>
                  </a:cubicBezTo>
                  <a:cubicBezTo>
                    <a:pt x="233" y="102"/>
                    <a:pt x="228" y="102"/>
                    <a:pt x="226" y="105"/>
                  </a:cubicBezTo>
                  <a:cubicBezTo>
                    <a:pt x="224" y="108"/>
                    <a:pt x="227" y="112"/>
                    <a:pt x="229" y="114"/>
                  </a:cubicBezTo>
                  <a:cubicBezTo>
                    <a:pt x="231" y="115"/>
                    <a:pt x="225" y="118"/>
                    <a:pt x="224" y="118"/>
                  </a:cubicBezTo>
                  <a:cubicBezTo>
                    <a:pt x="220" y="120"/>
                    <a:pt x="217" y="114"/>
                    <a:pt x="216" y="110"/>
                  </a:cubicBezTo>
                  <a:cubicBezTo>
                    <a:pt x="215" y="108"/>
                    <a:pt x="215" y="104"/>
                    <a:pt x="212" y="103"/>
                  </a:cubicBezTo>
                  <a:cubicBezTo>
                    <a:pt x="210" y="102"/>
                    <a:pt x="206" y="102"/>
                    <a:pt x="205" y="103"/>
                  </a:cubicBezTo>
                  <a:cubicBezTo>
                    <a:pt x="203" y="99"/>
                    <a:pt x="198" y="98"/>
                    <a:pt x="194" y="97"/>
                  </a:cubicBezTo>
                  <a:cubicBezTo>
                    <a:pt x="189" y="95"/>
                    <a:pt x="185" y="95"/>
                    <a:pt x="180" y="96"/>
                  </a:cubicBezTo>
                  <a:cubicBezTo>
                    <a:pt x="181" y="95"/>
                    <a:pt x="179" y="88"/>
                    <a:pt x="175" y="89"/>
                  </a:cubicBezTo>
                  <a:cubicBezTo>
                    <a:pt x="176" y="86"/>
                    <a:pt x="176" y="84"/>
                    <a:pt x="176" y="81"/>
                  </a:cubicBezTo>
                  <a:cubicBezTo>
                    <a:pt x="177" y="79"/>
                    <a:pt x="178" y="77"/>
                    <a:pt x="179" y="75"/>
                  </a:cubicBezTo>
                  <a:cubicBezTo>
                    <a:pt x="180" y="74"/>
                    <a:pt x="185" y="69"/>
                    <a:pt x="183" y="68"/>
                  </a:cubicBezTo>
                  <a:cubicBezTo>
                    <a:pt x="188" y="69"/>
                    <a:pt x="193" y="69"/>
                    <a:pt x="196" y="66"/>
                  </a:cubicBezTo>
                  <a:cubicBezTo>
                    <a:pt x="198" y="63"/>
                    <a:pt x="199" y="60"/>
                    <a:pt x="202" y="57"/>
                  </a:cubicBezTo>
                  <a:cubicBezTo>
                    <a:pt x="205" y="53"/>
                    <a:pt x="209" y="58"/>
                    <a:pt x="212" y="58"/>
                  </a:cubicBezTo>
                  <a:cubicBezTo>
                    <a:pt x="217" y="59"/>
                    <a:pt x="217" y="53"/>
                    <a:pt x="214" y="51"/>
                  </a:cubicBezTo>
                  <a:cubicBezTo>
                    <a:pt x="218" y="51"/>
                    <a:pt x="215" y="45"/>
                    <a:pt x="213" y="44"/>
                  </a:cubicBezTo>
                  <a:cubicBezTo>
                    <a:pt x="211" y="43"/>
                    <a:pt x="202" y="46"/>
                    <a:pt x="207" y="47"/>
                  </a:cubicBezTo>
                  <a:cubicBezTo>
                    <a:pt x="206" y="47"/>
                    <a:pt x="200" y="59"/>
                    <a:pt x="196" y="53"/>
                  </a:cubicBezTo>
                  <a:cubicBezTo>
                    <a:pt x="195" y="52"/>
                    <a:pt x="195" y="47"/>
                    <a:pt x="193" y="46"/>
                  </a:cubicBezTo>
                  <a:cubicBezTo>
                    <a:pt x="190" y="46"/>
                    <a:pt x="189" y="49"/>
                    <a:pt x="188" y="50"/>
                  </a:cubicBezTo>
                  <a:cubicBezTo>
                    <a:pt x="190" y="47"/>
                    <a:pt x="181" y="45"/>
                    <a:pt x="180" y="44"/>
                  </a:cubicBezTo>
                  <a:cubicBezTo>
                    <a:pt x="183" y="42"/>
                    <a:pt x="180" y="39"/>
                    <a:pt x="178" y="38"/>
                  </a:cubicBezTo>
                  <a:cubicBezTo>
                    <a:pt x="176" y="36"/>
                    <a:pt x="169" y="35"/>
                    <a:pt x="168" y="37"/>
                  </a:cubicBezTo>
                  <a:cubicBezTo>
                    <a:pt x="163" y="43"/>
                    <a:pt x="173" y="44"/>
                    <a:pt x="175" y="45"/>
                  </a:cubicBezTo>
                  <a:cubicBezTo>
                    <a:pt x="176" y="46"/>
                    <a:pt x="179" y="48"/>
                    <a:pt x="177" y="49"/>
                  </a:cubicBezTo>
                  <a:cubicBezTo>
                    <a:pt x="176" y="50"/>
                    <a:pt x="171" y="51"/>
                    <a:pt x="171" y="52"/>
                  </a:cubicBezTo>
                  <a:cubicBezTo>
                    <a:pt x="169" y="54"/>
                    <a:pt x="172" y="57"/>
                    <a:pt x="170" y="59"/>
                  </a:cubicBezTo>
                  <a:cubicBezTo>
                    <a:pt x="168" y="57"/>
                    <a:pt x="168" y="53"/>
                    <a:pt x="166" y="50"/>
                  </a:cubicBezTo>
                  <a:cubicBezTo>
                    <a:pt x="168" y="53"/>
                    <a:pt x="157" y="52"/>
                    <a:pt x="157" y="52"/>
                  </a:cubicBezTo>
                  <a:cubicBezTo>
                    <a:pt x="154" y="52"/>
                    <a:pt x="148" y="54"/>
                    <a:pt x="145" y="50"/>
                  </a:cubicBezTo>
                  <a:cubicBezTo>
                    <a:pt x="144" y="49"/>
                    <a:pt x="144" y="44"/>
                    <a:pt x="146" y="45"/>
                  </a:cubicBezTo>
                  <a:cubicBezTo>
                    <a:pt x="144" y="43"/>
                    <a:pt x="142" y="41"/>
                    <a:pt x="141" y="40"/>
                  </a:cubicBezTo>
                  <a:cubicBezTo>
                    <a:pt x="132" y="43"/>
                    <a:pt x="125" y="47"/>
                    <a:pt x="117" y="51"/>
                  </a:cubicBezTo>
                  <a:cubicBezTo>
                    <a:pt x="118" y="51"/>
                    <a:pt x="119" y="51"/>
                    <a:pt x="120" y="50"/>
                  </a:cubicBezTo>
                  <a:cubicBezTo>
                    <a:pt x="122" y="50"/>
                    <a:pt x="124" y="48"/>
                    <a:pt x="126" y="47"/>
                  </a:cubicBezTo>
                  <a:cubicBezTo>
                    <a:pt x="128" y="46"/>
                    <a:pt x="134" y="43"/>
                    <a:pt x="136" y="46"/>
                  </a:cubicBezTo>
                  <a:cubicBezTo>
                    <a:pt x="137" y="45"/>
                    <a:pt x="137" y="45"/>
                    <a:pt x="138" y="44"/>
                  </a:cubicBezTo>
                  <a:cubicBezTo>
                    <a:pt x="139" y="46"/>
                    <a:pt x="141" y="48"/>
                    <a:pt x="143" y="51"/>
                  </a:cubicBezTo>
                  <a:cubicBezTo>
                    <a:pt x="141" y="50"/>
                    <a:pt x="137" y="50"/>
                    <a:pt x="135" y="50"/>
                  </a:cubicBezTo>
                  <a:cubicBezTo>
                    <a:pt x="133" y="51"/>
                    <a:pt x="130" y="51"/>
                    <a:pt x="130" y="53"/>
                  </a:cubicBezTo>
                  <a:cubicBezTo>
                    <a:pt x="130" y="55"/>
                    <a:pt x="131" y="57"/>
                    <a:pt x="131" y="58"/>
                  </a:cubicBezTo>
                  <a:cubicBezTo>
                    <a:pt x="128" y="56"/>
                    <a:pt x="125" y="52"/>
                    <a:pt x="121" y="51"/>
                  </a:cubicBezTo>
                  <a:cubicBezTo>
                    <a:pt x="119" y="51"/>
                    <a:pt x="117" y="51"/>
                    <a:pt x="115" y="52"/>
                  </a:cubicBezTo>
                  <a:cubicBezTo>
                    <a:pt x="91" y="65"/>
                    <a:pt x="71" y="84"/>
                    <a:pt x="56" y="107"/>
                  </a:cubicBezTo>
                  <a:cubicBezTo>
                    <a:pt x="57" y="108"/>
                    <a:pt x="58" y="109"/>
                    <a:pt x="59" y="109"/>
                  </a:cubicBezTo>
                  <a:cubicBezTo>
                    <a:pt x="62" y="110"/>
                    <a:pt x="59" y="117"/>
                    <a:pt x="64" y="113"/>
                  </a:cubicBezTo>
                  <a:cubicBezTo>
                    <a:pt x="66" y="115"/>
                    <a:pt x="66" y="116"/>
                    <a:pt x="65" y="118"/>
                  </a:cubicBezTo>
                  <a:cubicBezTo>
                    <a:pt x="65" y="118"/>
                    <a:pt x="75" y="124"/>
                    <a:pt x="76" y="125"/>
                  </a:cubicBezTo>
                  <a:cubicBezTo>
                    <a:pt x="78" y="126"/>
                    <a:pt x="80" y="128"/>
                    <a:pt x="81" y="130"/>
                  </a:cubicBezTo>
                  <a:cubicBezTo>
                    <a:pt x="82" y="132"/>
                    <a:pt x="80" y="134"/>
                    <a:pt x="79" y="135"/>
                  </a:cubicBezTo>
                  <a:cubicBezTo>
                    <a:pt x="78" y="134"/>
                    <a:pt x="75" y="130"/>
                    <a:pt x="74" y="131"/>
                  </a:cubicBezTo>
                  <a:cubicBezTo>
                    <a:pt x="73" y="133"/>
                    <a:pt x="74" y="139"/>
                    <a:pt x="77" y="139"/>
                  </a:cubicBezTo>
                  <a:cubicBezTo>
                    <a:pt x="73" y="139"/>
                    <a:pt x="75" y="155"/>
                    <a:pt x="74" y="158"/>
                  </a:cubicBezTo>
                  <a:cubicBezTo>
                    <a:pt x="74" y="158"/>
                    <a:pt x="74" y="158"/>
                    <a:pt x="74" y="158"/>
                  </a:cubicBezTo>
                  <a:cubicBezTo>
                    <a:pt x="73" y="161"/>
                    <a:pt x="76" y="173"/>
                    <a:pt x="81" y="172"/>
                  </a:cubicBezTo>
                  <a:cubicBezTo>
                    <a:pt x="78" y="172"/>
                    <a:pt x="87" y="184"/>
                    <a:pt x="88" y="185"/>
                  </a:cubicBezTo>
                  <a:cubicBezTo>
                    <a:pt x="91" y="187"/>
                    <a:pt x="95" y="188"/>
                    <a:pt x="97" y="192"/>
                  </a:cubicBezTo>
                  <a:cubicBezTo>
                    <a:pt x="100" y="195"/>
                    <a:pt x="100" y="201"/>
                    <a:pt x="103" y="203"/>
                  </a:cubicBezTo>
                  <a:cubicBezTo>
                    <a:pt x="102" y="206"/>
                    <a:pt x="108" y="210"/>
                    <a:pt x="108" y="214"/>
                  </a:cubicBezTo>
                  <a:cubicBezTo>
                    <a:pt x="108" y="214"/>
                    <a:pt x="107" y="214"/>
                    <a:pt x="107" y="215"/>
                  </a:cubicBezTo>
                  <a:cubicBezTo>
                    <a:pt x="108" y="218"/>
                    <a:pt x="113" y="218"/>
                    <a:pt x="115" y="221"/>
                  </a:cubicBezTo>
                  <a:cubicBezTo>
                    <a:pt x="116" y="223"/>
                    <a:pt x="115" y="228"/>
                    <a:pt x="118" y="227"/>
                  </a:cubicBezTo>
                  <a:cubicBezTo>
                    <a:pt x="118" y="222"/>
                    <a:pt x="115" y="216"/>
                    <a:pt x="112" y="212"/>
                  </a:cubicBezTo>
                  <a:cubicBezTo>
                    <a:pt x="110" y="209"/>
                    <a:pt x="109" y="207"/>
                    <a:pt x="108" y="204"/>
                  </a:cubicBezTo>
                  <a:cubicBezTo>
                    <a:pt x="106" y="202"/>
                    <a:pt x="106" y="199"/>
                    <a:pt x="105" y="197"/>
                  </a:cubicBezTo>
                  <a:cubicBezTo>
                    <a:pt x="106" y="197"/>
                    <a:pt x="112" y="199"/>
                    <a:pt x="111" y="200"/>
                  </a:cubicBezTo>
                  <a:cubicBezTo>
                    <a:pt x="109" y="205"/>
                    <a:pt x="119" y="214"/>
                    <a:pt x="122" y="217"/>
                  </a:cubicBezTo>
                  <a:cubicBezTo>
                    <a:pt x="123" y="218"/>
                    <a:pt x="128" y="225"/>
                    <a:pt x="125" y="225"/>
                  </a:cubicBezTo>
                  <a:cubicBezTo>
                    <a:pt x="129" y="225"/>
                    <a:pt x="133" y="230"/>
                    <a:pt x="135" y="233"/>
                  </a:cubicBezTo>
                  <a:cubicBezTo>
                    <a:pt x="137" y="236"/>
                    <a:pt x="136" y="241"/>
                    <a:pt x="138" y="245"/>
                  </a:cubicBezTo>
                  <a:cubicBezTo>
                    <a:pt x="139" y="250"/>
                    <a:pt x="146" y="252"/>
                    <a:pt x="150" y="255"/>
                  </a:cubicBezTo>
                  <a:cubicBezTo>
                    <a:pt x="154" y="256"/>
                    <a:pt x="157" y="259"/>
                    <a:pt x="160" y="260"/>
                  </a:cubicBezTo>
                  <a:cubicBezTo>
                    <a:pt x="166" y="262"/>
                    <a:pt x="167" y="260"/>
                    <a:pt x="171" y="260"/>
                  </a:cubicBezTo>
                  <a:cubicBezTo>
                    <a:pt x="178" y="259"/>
                    <a:pt x="179" y="266"/>
                    <a:pt x="184" y="269"/>
                  </a:cubicBezTo>
                  <a:cubicBezTo>
                    <a:pt x="187" y="270"/>
                    <a:pt x="194" y="273"/>
                    <a:pt x="198" y="271"/>
                  </a:cubicBezTo>
                  <a:cubicBezTo>
                    <a:pt x="196" y="272"/>
                    <a:pt x="203" y="282"/>
                    <a:pt x="204" y="283"/>
                  </a:cubicBezTo>
                  <a:cubicBezTo>
                    <a:pt x="206" y="286"/>
                    <a:pt x="210" y="287"/>
                    <a:pt x="213" y="290"/>
                  </a:cubicBezTo>
                  <a:cubicBezTo>
                    <a:pt x="213" y="290"/>
                    <a:pt x="214" y="289"/>
                    <a:pt x="214" y="288"/>
                  </a:cubicBezTo>
                  <a:cubicBezTo>
                    <a:pt x="213" y="291"/>
                    <a:pt x="218" y="296"/>
                    <a:pt x="221" y="296"/>
                  </a:cubicBezTo>
                  <a:cubicBezTo>
                    <a:pt x="223" y="295"/>
                    <a:pt x="224" y="290"/>
                    <a:pt x="224" y="288"/>
                  </a:cubicBezTo>
                  <a:cubicBezTo>
                    <a:pt x="219" y="290"/>
                    <a:pt x="215" y="288"/>
                    <a:pt x="212" y="283"/>
                  </a:cubicBezTo>
                  <a:cubicBezTo>
                    <a:pt x="211" y="282"/>
                    <a:pt x="207" y="275"/>
                    <a:pt x="211" y="275"/>
                  </a:cubicBezTo>
                  <a:cubicBezTo>
                    <a:pt x="216" y="275"/>
                    <a:pt x="212" y="271"/>
                    <a:pt x="212" y="268"/>
                  </a:cubicBezTo>
                  <a:cubicBezTo>
                    <a:pt x="211" y="264"/>
                    <a:pt x="208" y="262"/>
                    <a:pt x="206" y="259"/>
                  </a:cubicBezTo>
                  <a:cubicBezTo>
                    <a:pt x="205" y="262"/>
                    <a:pt x="200" y="261"/>
                    <a:pt x="198" y="259"/>
                  </a:cubicBezTo>
                  <a:cubicBezTo>
                    <a:pt x="198" y="259"/>
                    <a:pt x="197" y="261"/>
                    <a:pt x="197" y="262"/>
                  </a:cubicBezTo>
                  <a:cubicBezTo>
                    <a:pt x="196" y="262"/>
                    <a:pt x="195" y="262"/>
                    <a:pt x="194" y="261"/>
                  </a:cubicBezTo>
                  <a:cubicBezTo>
                    <a:pt x="194" y="258"/>
                    <a:pt x="194" y="255"/>
                    <a:pt x="195" y="251"/>
                  </a:cubicBezTo>
                  <a:cubicBezTo>
                    <a:pt x="196" y="247"/>
                    <a:pt x="205" y="238"/>
                    <a:pt x="194" y="239"/>
                  </a:cubicBezTo>
                  <a:cubicBezTo>
                    <a:pt x="190" y="239"/>
                    <a:pt x="188" y="240"/>
                    <a:pt x="187" y="244"/>
                  </a:cubicBezTo>
                  <a:cubicBezTo>
                    <a:pt x="186" y="247"/>
                    <a:pt x="186" y="249"/>
                    <a:pt x="183" y="251"/>
                  </a:cubicBezTo>
                  <a:cubicBezTo>
                    <a:pt x="181" y="252"/>
                    <a:pt x="173" y="251"/>
                    <a:pt x="171" y="250"/>
                  </a:cubicBezTo>
                  <a:cubicBezTo>
                    <a:pt x="166" y="247"/>
                    <a:pt x="163" y="239"/>
                    <a:pt x="163" y="234"/>
                  </a:cubicBezTo>
                  <a:cubicBezTo>
                    <a:pt x="163" y="227"/>
                    <a:pt x="166" y="221"/>
                    <a:pt x="163" y="215"/>
                  </a:cubicBezTo>
                  <a:cubicBezTo>
                    <a:pt x="164" y="213"/>
                    <a:pt x="166" y="211"/>
                    <a:pt x="168" y="210"/>
                  </a:cubicBezTo>
                  <a:cubicBezTo>
                    <a:pt x="169" y="209"/>
                    <a:pt x="171" y="210"/>
                    <a:pt x="172" y="207"/>
                  </a:cubicBezTo>
                  <a:cubicBezTo>
                    <a:pt x="171" y="207"/>
                    <a:pt x="170" y="206"/>
                    <a:pt x="170" y="206"/>
                  </a:cubicBezTo>
                  <a:cubicBezTo>
                    <a:pt x="173" y="208"/>
                    <a:pt x="180" y="203"/>
                    <a:pt x="184" y="206"/>
                  </a:cubicBezTo>
                  <a:cubicBezTo>
                    <a:pt x="186" y="207"/>
                    <a:pt x="188" y="208"/>
                    <a:pt x="189" y="205"/>
                  </a:cubicBezTo>
                  <a:cubicBezTo>
                    <a:pt x="189" y="205"/>
                    <a:pt x="187" y="202"/>
                    <a:pt x="188" y="200"/>
                  </a:cubicBezTo>
                  <a:cubicBezTo>
                    <a:pt x="189" y="204"/>
                    <a:pt x="192" y="205"/>
                    <a:pt x="196" y="202"/>
                  </a:cubicBezTo>
                  <a:cubicBezTo>
                    <a:pt x="197" y="203"/>
                    <a:pt x="201" y="203"/>
                    <a:pt x="204" y="204"/>
                  </a:cubicBezTo>
                  <a:cubicBezTo>
                    <a:pt x="207" y="206"/>
                    <a:pt x="207" y="209"/>
                    <a:pt x="211" y="205"/>
                  </a:cubicBezTo>
                  <a:cubicBezTo>
                    <a:pt x="213" y="208"/>
                    <a:pt x="213" y="208"/>
                    <a:pt x="214" y="211"/>
                  </a:cubicBezTo>
                  <a:cubicBezTo>
                    <a:pt x="214" y="214"/>
                    <a:pt x="216" y="221"/>
                    <a:pt x="218" y="222"/>
                  </a:cubicBezTo>
                  <a:cubicBezTo>
                    <a:pt x="224" y="225"/>
                    <a:pt x="222" y="217"/>
                    <a:pt x="222" y="214"/>
                  </a:cubicBezTo>
                  <a:cubicBezTo>
                    <a:pt x="222" y="213"/>
                    <a:pt x="222" y="205"/>
                    <a:pt x="221" y="205"/>
                  </a:cubicBezTo>
                  <a:cubicBezTo>
                    <a:pt x="213" y="203"/>
                    <a:pt x="216" y="197"/>
                    <a:pt x="221" y="193"/>
                  </a:cubicBezTo>
                  <a:cubicBezTo>
                    <a:pt x="222" y="192"/>
                    <a:pt x="227" y="190"/>
                    <a:pt x="230" y="188"/>
                  </a:cubicBezTo>
                  <a:cubicBezTo>
                    <a:pt x="232" y="186"/>
                    <a:pt x="235" y="183"/>
                    <a:pt x="234" y="179"/>
                  </a:cubicBezTo>
                  <a:cubicBezTo>
                    <a:pt x="235" y="179"/>
                    <a:pt x="236" y="178"/>
                    <a:pt x="236" y="177"/>
                  </a:cubicBezTo>
                  <a:cubicBezTo>
                    <a:pt x="236" y="177"/>
                    <a:pt x="233" y="174"/>
                    <a:pt x="232" y="175"/>
                  </a:cubicBezTo>
                  <a:cubicBezTo>
                    <a:pt x="234" y="174"/>
                    <a:pt x="234" y="172"/>
                    <a:pt x="233" y="171"/>
                  </a:cubicBezTo>
                  <a:cubicBezTo>
                    <a:pt x="235" y="169"/>
                    <a:pt x="234" y="166"/>
                    <a:pt x="236" y="165"/>
                  </a:cubicBezTo>
                  <a:cubicBezTo>
                    <a:pt x="239" y="169"/>
                    <a:pt x="245" y="165"/>
                    <a:pt x="242" y="162"/>
                  </a:cubicBezTo>
                  <a:cubicBezTo>
                    <a:pt x="244" y="158"/>
                    <a:pt x="250" y="160"/>
                    <a:pt x="252" y="157"/>
                  </a:cubicBezTo>
                  <a:cubicBezTo>
                    <a:pt x="255" y="158"/>
                    <a:pt x="253" y="153"/>
                    <a:pt x="255" y="150"/>
                  </a:cubicBezTo>
                  <a:cubicBezTo>
                    <a:pt x="256" y="148"/>
                    <a:pt x="259" y="148"/>
                    <a:pt x="262" y="147"/>
                  </a:cubicBezTo>
                  <a:cubicBezTo>
                    <a:pt x="262" y="147"/>
                    <a:pt x="268" y="143"/>
                    <a:pt x="266" y="143"/>
                  </a:cubicBezTo>
                  <a:cubicBezTo>
                    <a:pt x="270" y="144"/>
                    <a:pt x="279" y="139"/>
                    <a:pt x="272" y="135"/>
                  </a:cubicBezTo>
                  <a:cubicBezTo>
                    <a:pt x="273" y="133"/>
                    <a:pt x="270" y="132"/>
                    <a:pt x="268" y="132"/>
                  </a:cubicBezTo>
                  <a:cubicBezTo>
                    <a:pt x="269" y="131"/>
                    <a:pt x="272" y="132"/>
                    <a:pt x="273" y="131"/>
                  </a:cubicBezTo>
                  <a:cubicBezTo>
                    <a:pt x="276" y="129"/>
                    <a:pt x="274" y="128"/>
                    <a:pt x="271" y="127"/>
                  </a:cubicBezTo>
                  <a:cubicBezTo>
                    <a:pt x="268" y="126"/>
                    <a:pt x="263" y="128"/>
                    <a:pt x="261" y="130"/>
                  </a:cubicBezTo>
                  <a:cubicBezTo>
                    <a:pt x="259" y="132"/>
                    <a:pt x="257" y="134"/>
                    <a:pt x="255" y="135"/>
                  </a:cubicBezTo>
                  <a:close/>
                  <a:moveTo>
                    <a:pt x="308" y="302"/>
                  </a:moveTo>
                  <a:cubicBezTo>
                    <a:pt x="306" y="301"/>
                    <a:pt x="303" y="301"/>
                    <a:pt x="301" y="300"/>
                  </a:cubicBezTo>
                  <a:cubicBezTo>
                    <a:pt x="299" y="300"/>
                    <a:pt x="298" y="299"/>
                    <a:pt x="295" y="298"/>
                  </a:cubicBezTo>
                  <a:cubicBezTo>
                    <a:pt x="296" y="293"/>
                    <a:pt x="290" y="292"/>
                    <a:pt x="287" y="289"/>
                  </a:cubicBezTo>
                  <a:cubicBezTo>
                    <a:pt x="284" y="287"/>
                    <a:pt x="282" y="284"/>
                    <a:pt x="277" y="285"/>
                  </a:cubicBezTo>
                  <a:cubicBezTo>
                    <a:pt x="276" y="285"/>
                    <a:pt x="271" y="287"/>
                    <a:pt x="272" y="288"/>
                  </a:cubicBezTo>
                  <a:cubicBezTo>
                    <a:pt x="269" y="285"/>
                    <a:pt x="268" y="284"/>
                    <a:pt x="263" y="282"/>
                  </a:cubicBezTo>
                  <a:cubicBezTo>
                    <a:pt x="259" y="281"/>
                    <a:pt x="257" y="276"/>
                    <a:pt x="253" y="281"/>
                  </a:cubicBezTo>
                  <a:cubicBezTo>
                    <a:pt x="251" y="283"/>
                    <a:pt x="252" y="286"/>
                    <a:pt x="251" y="288"/>
                  </a:cubicBezTo>
                  <a:cubicBezTo>
                    <a:pt x="247" y="285"/>
                    <a:pt x="254" y="282"/>
                    <a:pt x="251" y="279"/>
                  </a:cubicBezTo>
                  <a:cubicBezTo>
                    <a:pt x="248" y="275"/>
                    <a:pt x="243" y="281"/>
                    <a:pt x="240" y="282"/>
                  </a:cubicBezTo>
                  <a:cubicBezTo>
                    <a:pt x="239" y="284"/>
                    <a:pt x="237" y="284"/>
                    <a:pt x="236" y="286"/>
                  </a:cubicBezTo>
                  <a:cubicBezTo>
                    <a:pt x="235" y="287"/>
                    <a:pt x="234" y="290"/>
                    <a:pt x="233" y="291"/>
                  </a:cubicBezTo>
                  <a:cubicBezTo>
                    <a:pt x="233" y="289"/>
                    <a:pt x="228" y="290"/>
                    <a:pt x="228" y="288"/>
                  </a:cubicBezTo>
                  <a:cubicBezTo>
                    <a:pt x="229" y="294"/>
                    <a:pt x="229" y="301"/>
                    <a:pt x="230" y="307"/>
                  </a:cubicBezTo>
                  <a:cubicBezTo>
                    <a:pt x="231" y="310"/>
                    <a:pt x="230" y="316"/>
                    <a:pt x="227" y="319"/>
                  </a:cubicBezTo>
                  <a:cubicBezTo>
                    <a:pt x="224" y="321"/>
                    <a:pt x="221" y="324"/>
                    <a:pt x="220" y="329"/>
                  </a:cubicBezTo>
                  <a:cubicBezTo>
                    <a:pt x="220" y="332"/>
                    <a:pt x="220" y="334"/>
                    <a:pt x="223" y="335"/>
                  </a:cubicBezTo>
                  <a:cubicBezTo>
                    <a:pt x="223" y="339"/>
                    <a:pt x="219" y="342"/>
                    <a:pt x="219" y="346"/>
                  </a:cubicBezTo>
                  <a:cubicBezTo>
                    <a:pt x="219" y="346"/>
                    <a:pt x="220" y="348"/>
                    <a:pt x="220" y="350"/>
                  </a:cubicBezTo>
                  <a:cubicBezTo>
                    <a:pt x="254" y="344"/>
                    <a:pt x="285" y="327"/>
                    <a:pt x="308" y="302"/>
                  </a:cubicBezTo>
                  <a:close/>
                </a:path>
              </a:pathLst>
            </a:custGeom>
            <a:solidFill>
              <a:schemeClr val="accent5"/>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grpSp>
        <p:nvGrpSpPr>
          <p:cNvPr id="21" name="Group 81"/>
          <p:cNvGrpSpPr/>
          <p:nvPr/>
        </p:nvGrpSpPr>
        <p:grpSpPr>
          <a:xfrm>
            <a:off x="691141" y="2118437"/>
            <a:ext cx="772052" cy="749947"/>
            <a:chOff x="735191" y="1461827"/>
            <a:chExt cx="579038" cy="562460"/>
          </a:xfrm>
        </p:grpSpPr>
        <p:sp>
          <p:nvSpPr>
            <p:cNvPr id="25" name="Oval 24"/>
            <p:cNvSpPr>
              <a:spLocks noChangeAspect="1"/>
            </p:cNvSpPr>
            <p:nvPr/>
          </p:nvSpPr>
          <p:spPr>
            <a:xfrm>
              <a:off x="735191" y="1461827"/>
              <a:ext cx="579038" cy="56246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375467" fontAlgn="auto">
                <a:spcBef>
                  <a:spcPts val="0"/>
                </a:spcBef>
                <a:spcAft>
                  <a:spcPts val="0"/>
                </a:spcAft>
              </a:pPr>
              <a:endParaRPr lang="en-US" sz="2667" b="1" dirty="0">
                <a:solidFill>
                  <a:srgbClr val="237DB9"/>
                </a:solidFill>
                <a:latin typeface="FontAwesome" pitchFamily="2" charset="0"/>
              </a:endParaRPr>
            </a:p>
          </p:txBody>
        </p:sp>
        <p:sp>
          <p:nvSpPr>
            <p:cNvPr id="78" name="Freeform 245"/>
            <p:cNvSpPr>
              <a:spLocks/>
            </p:cNvSpPr>
            <p:nvPr/>
          </p:nvSpPr>
          <p:spPr bwMode="auto">
            <a:xfrm>
              <a:off x="908029" y="1626376"/>
              <a:ext cx="233363" cy="233363"/>
            </a:xfrm>
            <a:custGeom>
              <a:avLst/>
              <a:gdLst/>
              <a:ahLst/>
              <a:cxnLst>
                <a:cxn ang="0">
                  <a:pos x="68" y="3"/>
                </a:cxn>
                <a:cxn ang="0">
                  <a:pos x="58" y="61"/>
                </a:cxn>
                <a:cxn ang="0">
                  <a:pos x="57" y="63"/>
                </a:cxn>
                <a:cxn ang="0">
                  <a:pos x="56" y="63"/>
                </a:cxn>
                <a:cxn ang="0">
                  <a:pos x="55" y="63"/>
                </a:cxn>
                <a:cxn ang="0">
                  <a:pos x="38" y="56"/>
                </a:cxn>
                <a:cxn ang="0">
                  <a:pos x="28" y="67"/>
                </a:cxn>
                <a:cxn ang="0">
                  <a:pos x="26" y="68"/>
                </a:cxn>
                <a:cxn ang="0">
                  <a:pos x="26" y="68"/>
                </a:cxn>
                <a:cxn ang="0">
                  <a:pos x="24" y="65"/>
                </a:cxn>
                <a:cxn ang="0">
                  <a:pos x="24" y="52"/>
                </a:cxn>
                <a:cxn ang="0">
                  <a:pos x="57" y="12"/>
                </a:cxn>
                <a:cxn ang="0">
                  <a:pos x="16" y="47"/>
                </a:cxn>
                <a:cxn ang="0">
                  <a:pos x="1" y="41"/>
                </a:cxn>
                <a:cxn ang="0">
                  <a:pos x="0" y="39"/>
                </a:cxn>
                <a:cxn ang="0">
                  <a:pos x="1" y="36"/>
                </a:cxn>
                <a:cxn ang="0">
                  <a:pos x="64" y="0"/>
                </a:cxn>
                <a:cxn ang="0">
                  <a:pos x="65" y="0"/>
                </a:cxn>
                <a:cxn ang="0">
                  <a:pos x="67" y="0"/>
                </a:cxn>
                <a:cxn ang="0">
                  <a:pos x="68" y="3"/>
                </a:cxn>
              </a:cxnLst>
              <a:rect l="0" t="0" r="r" b="b"/>
              <a:pathLst>
                <a:path w="68" h="68">
                  <a:moveTo>
                    <a:pt x="68" y="3"/>
                  </a:moveTo>
                  <a:cubicBezTo>
                    <a:pt x="58" y="61"/>
                    <a:pt x="58" y="61"/>
                    <a:pt x="58" y="61"/>
                  </a:cubicBezTo>
                  <a:cubicBezTo>
                    <a:pt x="58" y="62"/>
                    <a:pt x="57" y="62"/>
                    <a:pt x="57" y="63"/>
                  </a:cubicBezTo>
                  <a:cubicBezTo>
                    <a:pt x="56" y="63"/>
                    <a:pt x="56" y="63"/>
                    <a:pt x="56" y="63"/>
                  </a:cubicBezTo>
                  <a:cubicBezTo>
                    <a:pt x="55" y="63"/>
                    <a:pt x="55" y="63"/>
                    <a:pt x="55" y="63"/>
                  </a:cubicBezTo>
                  <a:cubicBezTo>
                    <a:pt x="38" y="56"/>
                    <a:pt x="38" y="56"/>
                    <a:pt x="38" y="56"/>
                  </a:cubicBezTo>
                  <a:cubicBezTo>
                    <a:pt x="28" y="67"/>
                    <a:pt x="28" y="67"/>
                    <a:pt x="28" y="67"/>
                  </a:cubicBezTo>
                  <a:cubicBezTo>
                    <a:pt x="28" y="67"/>
                    <a:pt x="27" y="68"/>
                    <a:pt x="26" y="68"/>
                  </a:cubicBezTo>
                  <a:cubicBezTo>
                    <a:pt x="26" y="68"/>
                    <a:pt x="26" y="68"/>
                    <a:pt x="26" y="68"/>
                  </a:cubicBezTo>
                  <a:cubicBezTo>
                    <a:pt x="25" y="67"/>
                    <a:pt x="24" y="66"/>
                    <a:pt x="24" y="65"/>
                  </a:cubicBezTo>
                  <a:cubicBezTo>
                    <a:pt x="24" y="52"/>
                    <a:pt x="24" y="52"/>
                    <a:pt x="24" y="52"/>
                  </a:cubicBezTo>
                  <a:cubicBezTo>
                    <a:pt x="57" y="12"/>
                    <a:pt x="57" y="12"/>
                    <a:pt x="57" y="12"/>
                  </a:cubicBezTo>
                  <a:cubicBezTo>
                    <a:pt x="16" y="47"/>
                    <a:pt x="16" y="47"/>
                    <a:pt x="16" y="47"/>
                  </a:cubicBezTo>
                  <a:cubicBezTo>
                    <a:pt x="1" y="41"/>
                    <a:pt x="1" y="41"/>
                    <a:pt x="1" y="41"/>
                  </a:cubicBezTo>
                  <a:cubicBezTo>
                    <a:pt x="0" y="40"/>
                    <a:pt x="0" y="40"/>
                    <a:pt x="0" y="39"/>
                  </a:cubicBezTo>
                  <a:cubicBezTo>
                    <a:pt x="0" y="38"/>
                    <a:pt x="0" y="37"/>
                    <a:pt x="1" y="36"/>
                  </a:cubicBezTo>
                  <a:cubicBezTo>
                    <a:pt x="64" y="0"/>
                    <a:pt x="64" y="0"/>
                    <a:pt x="64" y="0"/>
                  </a:cubicBezTo>
                  <a:cubicBezTo>
                    <a:pt x="65" y="0"/>
                    <a:pt x="65" y="0"/>
                    <a:pt x="65" y="0"/>
                  </a:cubicBezTo>
                  <a:cubicBezTo>
                    <a:pt x="66" y="0"/>
                    <a:pt x="66" y="0"/>
                    <a:pt x="67" y="0"/>
                  </a:cubicBezTo>
                  <a:cubicBezTo>
                    <a:pt x="68" y="1"/>
                    <a:pt x="68" y="2"/>
                    <a:pt x="68" y="3"/>
                  </a:cubicBezTo>
                  <a:close/>
                </a:path>
              </a:pathLst>
            </a:custGeom>
            <a:solidFill>
              <a:schemeClr val="accent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sp>
        <p:nvSpPr>
          <p:cNvPr id="29" name="Rectangle 28"/>
          <p:cNvSpPr/>
          <p:nvPr/>
        </p:nvSpPr>
        <p:spPr>
          <a:xfrm rot="5400000">
            <a:off x="5379834" y="-5426678"/>
            <a:ext cx="1350767" cy="12192002"/>
          </a:xfrm>
          <a:prstGeom prst="rect">
            <a:avLst/>
          </a:prstGeom>
          <a:solidFill>
            <a:srgbClr val="E7E6E6">
              <a:lumMod val="25000"/>
            </a:srgbClr>
          </a:solidFill>
          <a:ln w="12700" cap="flat" cmpd="sng" algn="ctr">
            <a:noFill/>
            <a:prstDash val="solid"/>
            <a:miter lim="800000"/>
          </a:ln>
          <a:effectLst/>
        </p:spPr>
        <p:txBody>
          <a:bodyPr rtlCol="0" anchor="ctr"/>
          <a:lstStyle/>
          <a:p>
            <a:pPr algn="ctr" fontAlgn="auto">
              <a:spcBef>
                <a:spcPts val="0"/>
              </a:spcBef>
              <a:spcAft>
                <a:spcPts val="0"/>
              </a:spcAft>
            </a:pPr>
            <a:endParaRPr lang="en-AU" kern="0" smtClean="0">
              <a:solidFill>
                <a:prstClr val="white"/>
              </a:solidFill>
              <a:latin typeface="Roboto Lt"/>
            </a:endParaRPr>
          </a:p>
        </p:txBody>
      </p:sp>
      <p:sp>
        <p:nvSpPr>
          <p:cNvPr id="30" name="TextBox 29"/>
          <p:cNvSpPr txBox="1"/>
          <p:nvPr/>
        </p:nvSpPr>
        <p:spPr>
          <a:xfrm>
            <a:off x="1902320" y="293158"/>
            <a:ext cx="9294641" cy="615553"/>
          </a:xfrm>
          <a:prstGeom prst="rect">
            <a:avLst/>
          </a:prstGeom>
          <a:noFill/>
        </p:spPr>
        <p:txBody>
          <a:bodyPr wrap="square" lIns="0" tIns="0" rIns="0" bIns="0" rtlCol="0">
            <a:spAutoFit/>
          </a:bodyPr>
          <a:lstStyle/>
          <a:p>
            <a:pPr marL="742950" indent="-742950" algn="r" rtl="1" fontAlgn="auto">
              <a:spcBef>
                <a:spcPts val="0"/>
              </a:spcBef>
              <a:spcAft>
                <a:spcPts val="0"/>
              </a:spcAft>
              <a:buFont typeface="+mj-lt"/>
              <a:buAutoNum type="arabicPeriod" startAt="4"/>
            </a:pPr>
            <a:r>
              <a:rPr lang="ar-SA" sz="4000" b="1" i="1" u="sng" dirty="0" smtClean="0">
                <a:solidFill>
                  <a:prstClr val="white"/>
                </a:solidFill>
                <a:latin typeface="Source Sans Pro" panose="020B0503030403020204" pitchFamily="34" charset="0"/>
                <a:cs typeface="Clear Sans" panose="020B0503030202020304" pitchFamily="34" charset="0"/>
              </a:rPr>
              <a:t>مضار </a:t>
            </a:r>
            <a:r>
              <a:rPr lang="ar-SA" sz="4000" b="1" i="1" u="sng" dirty="0">
                <a:solidFill>
                  <a:prstClr val="white"/>
                </a:solidFill>
                <a:latin typeface="Source Sans Pro" panose="020B0503030403020204" pitchFamily="34" charset="0"/>
                <a:cs typeface="Clear Sans" panose="020B0503030202020304" pitchFamily="34" charset="0"/>
              </a:rPr>
              <a:t>هوس التكنولوجيا</a:t>
            </a:r>
            <a:endParaRPr lang="id-ID" sz="4000" b="1" i="1" u="sng" dirty="0">
              <a:solidFill>
                <a:prstClr val="white"/>
              </a:solidFill>
              <a:latin typeface="Source Sans Pro" panose="020B0503030403020204" pitchFamily="34" charset="0"/>
              <a:cs typeface="Clear Sans" panose="020B0503030202020304" pitchFamily="34" charset="0"/>
            </a:endParaRPr>
          </a:p>
        </p:txBody>
      </p:sp>
    </p:spTree>
    <p:extLst>
      <p:ext uri="{BB962C8B-B14F-4D97-AF65-F5344CB8AC3E}">
        <p14:creationId xmlns:p14="http://schemas.microsoft.com/office/powerpoint/2010/main" val="385581744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grpId="0" nodeType="afterEffect">
                                  <p:stCondLst>
                                    <p:cond delay="0"/>
                                  </p:stCondLst>
                                  <p:childTnLst>
                                    <p:set>
                                      <p:cBhvr>
                                        <p:cTn id="6" dur="1" fill="hold">
                                          <p:stCondLst>
                                            <p:cond delay="0"/>
                                          </p:stCondLst>
                                        </p:cTn>
                                        <p:tgtEl>
                                          <p:spTgt spid="29"/>
                                        </p:tgtEl>
                                        <p:attrNameLst>
                                          <p:attrName>style.visibility</p:attrName>
                                        </p:attrNameLst>
                                      </p:cBhvr>
                                      <p:to>
                                        <p:strVal val="visible"/>
                                      </p:to>
                                    </p:set>
                                    <p:animEffect transition="in" filter="wipe(right)">
                                      <p:cBhvr>
                                        <p:cTn id="7" dur="500"/>
                                        <p:tgtEl>
                                          <p:spTgt spid="29"/>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30"/>
                                        </p:tgtEl>
                                        <p:attrNameLst>
                                          <p:attrName>style.visibility</p:attrName>
                                        </p:attrNameLst>
                                      </p:cBhvr>
                                      <p:to>
                                        <p:strVal val="visible"/>
                                      </p:to>
                                    </p:set>
                                    <p:animEffect transition="in" filter="fade">
                                      <p:cBhvr>
                                        <p:cTn id="11" dur="500"/>
                                        <p:tgtEl>
                                          <p:spTgt spid="30"/>
                                        </p:tgtEl>
                                      </p:cBhvr>
                                    </p:animEffect>
                                  </p:childTnLst>
                                </p:cTn>
                              </p:par>
                              <p:par>
                                <p:cTn id="12" presetID="18" presetClass="entr" presetSubtype="3" fill="hold" nodeType="withEffect">
                                  <p:stCondLst>
                                    <p:cond delay="0"/>
                                  </p:stCondLst>
                                  <p:childTnLst>
                                    <p:set>
                                      <p:cBhvr>
                                        <p:cTn id="13" dur="1" fill="hold">
                                          <p:stCondLst>
                                            <p:cond delay="0"/>
                                          </p:stCondLst>
                                        </p:cTn>
                                        <p:tgtEl>
                                          <p:spTgt spid="68"/>
                                        </p:tgtEl>
                                        <p:attrNameLst>
                                          <p:attrName>style.visibility</p:attrName>
                                        </p:attrNameLst>
                                      </p:cBhvr>
                                      <p:to>
                                        <p:strVal val="visible"/>
                                      </p:to>
                                    </p:set>
                                    <p:animEffect transition="in" filter="strips(upRight)">
                                      <p:cBhvr>
                                        <p:cTn id="14" dur="500"/>
                                        <p:tgtEl>
                                          <p:spTgt spid="68"/>
                                        </p:tgtEl>
                                      </p:cBhvr>
                                    </p:animEffect>
                                  </p:childTnLst>
                                </p:cTn>
                              </p:par>
                            </p:childTnLst>
                          </p:cTn>
                        </p:par>
                        <p:par>
                          <p:cTn id="15" fill="hold">
                            <p:stCondLst>
                              <p:cond delay="1000"/>
                            </p:stCondLst>
                            <p:childTnLst>
                              <p:par>
                                <p:cTn id="16" presetID="2" presetClass="entr" presetSubtype="8" accel="50000" decel="50000" fill="hold" nodeType="afterEffect">
                                  <p:stCondLst>
                                    <p:cond delay="0"/>
                                  </p:stCondLst>
                                  <p:childTnLst>
                                    <p:set>
                                      <p:cBhvr>
                                        <p:cTn id="17" dur="1" fill="hold">
                                          <p:stCondLst>
                                            <p:cond delay="0"/>
                                          </p:stCondLst>
                                        </p:cTn>
                                        <p:tgtEl>
                                          <p:spTgt spid="3"/>
                                        </p:tgtEl>
                                        <p:attrNameLst>
                                          <p:attrName>style.visibility</p:attrName>
                                        </p:attrNameLst>
                                      </p:cBhvr>
                                      <p:to>
                                        <p:strVal val="visible"/>
                                      </p:to>
                                    </p:set>
                                    <p:anim calcmode="lin" valueType="num">
                                      <p:cBhvr additive="base">
                                        <p:cTn id="18" dur="500" fill="hold"/>
                                        <p:tgtEl>
                                          <p:spTgt spid="3"/>
                                        </p:tgtEl>
                                        <p:attrNameLst>
                                          <p:attrName>ppt_x</p:attrName>
                                        </p:attrNameLst>
                                      </p:cBhvr>
                                      <p:tavLst>
                                        <p:tav tm="0">
                                          <p:val>
                                            <p:strVal val="0-#ppt_w/2"/>
                                          </p:val>
                                        </p:tav>
                                        <p:tav tm="100000">
                                          <p:val>
                                            <p:strVal val="#ppt_x"/>
                                          </p:val>
                                        </p:tav>
                                      </p:tavLst>
                                    </p:anim>
                                    <p:anim calcmode="lin" valueType="num">
                                      <p:cBhvr additive="base">
                                        <p:cTn id="19" dur="500" fill="hold"/>
                                        <p:tgtEl>
                                          <p:spTgt spid="3"/>
                                        </p:tgtEl>
                                        <p:attrNameLst>
                                          <p:attrName>ppt_y</p:attrName>
                                        </p:attrNameLst>
                                      </p:cBhvr>
                                      <p:tavLst>
                                        <p:tav tm="0">
                                          <p:val>
                                            <p:strVal val="#ppt_y"/>
                                          </p:val>
                                        </p:tav>
                                        <p:tav tm="100000">
                                          <p:val>
                                            <p:strVal val="#ppt_y"/>
                                          </p:val>
                                        </p:tav>
                                      </p:tavLst>
                                    </p:anim>
                                  </p:childTnLst>
                                </p:cTn>
                              </p:par>
                            </p:childTnLst>
                          </p:cTn>
                        </p:par>
                        <p:par>
                          <p:cTn id="20" fill="hold">
                            <p:stCondLst>
                              <p:cond delay="1500"/>
                            </p:stCondLst>
                            <p:childTnLst>
                              <p:par>
                                <p:cTn id="21" presetID="53" presetClass="entr" presetSubtype="0" fill="hold" nodeType="afterEffect">
                                  <p:stCondLst>
                                    <p:cond delay="0"/>
                                  </p:stCondLst>
                                  <p:childTnLst>
                                    <p:set>
                                      <p:cBhvr>
                                        <p:cTn id="22" dur="1" fill="hold">
                                          <p:stCondLst>
                                            <p:cond delay="0"/>
                                          </p:stCondLst>
                                        </p:cTn>
                                        <p:tgtEl>
                                          <p:spTgt spid="21"/>
                                        </p:tgtEl>
                                        <p:attrNameLst>
                                          <p:attrName>style.visibility</p:attrName>
                                        </p:attrNameLst>
                                      </p:cBhvr>
                                      <p:to>
                                        <p:strVal val="visible"/>
                                      </p:to>
                                    </p:set>
                                    <p:anim calcmode="lin" valueType="num">
                                      <p:cBhvr>
                                        <p:cTn id="23" dur="500" fill="hold"/>
                                        <p:tgtEl>
                                          <p:spTgt spid="21"/>
                                        </p:tgtEl>
                                        <p:attrNameLst>
                                          <p:attrName>ppt_w</p:attrName>
                                        </p:attrNameLst>
                                      </p:cBhvr>
                                      <p:tavLst>
                                        <p:tav tm="0">
                                          <p:val>
                                            <p:fltVal val="0"/>
                                          </p:val>
                                        </p:tav>
                                        <p:tav tm="100000">
                                          <p:val>
                                            <p:strVal val="#ppt_w"/>
                                          </p:val>
                                        </p:tav>
                                      </p:tavLst>
                                    </p:anim>
                                    <p:anim calcmode="lin" valueType="num">
                                      <p:cBhvr>
                                        <p:cTn id="24" dur="500" fill="hold"/>
                                        <p:tgtEl>
                                          <p:spTgt spid="21"/>
                                        </p:tgtEl>
                                        <p:attrNameLst>
                                          <p:attrName>ppt_h</p:attrName>
                                        </p:attrNameLst>
                                      </p:cBhvr>
                                      <p:tavLst>
                                        <p:tav tm="0">
                                          <p:val>
                                            <p:fltVal val="0"/>
                                          </p:val>
                                        </p:tav>
                                        <p:tav tm="100000">
                                          <p:val>
                                            <p:strVal val="#ppt_h"/>
                                          </p:val>
                                        </p:tav>
                                      </p:tavLst>
                                    </p:anim>
                                    <p:animEffect transition="in" filter="fade">
                                      <p:cBhvr>
                                        <p:cTn id="25" dur="500"/>
                                        <p:tgtEl>
                                          <p:spTgt spid="21"/>
                                        </p:tgtEl>
                                      </p:cBhvr>
                                    </p:animEffect>
                                  </p:childTnLst>
                                </p:cTn>
                              </p:par>
                            </p:childTnLst>
                          </p:cTn>
                        </p:par>
                        <p:par>
                          <p:cTn id="26" fill="hold">
                            <p:stCondLst>
                              <p:cond delay="2000"/>
                            </p:stCondLst>
                            <p:childTnLst>
                              <p:par>
                                <p:cTn id="27" presetID="2" presetClass="entr" presetSubtype="2" accel="50000" decel="50000" fill="hold" nodeType="afterEffect">
                                  <p:stCondLst>
                                    <p:cond delay="0"/>
                                  </p:stCondLst>
                                  <p:childTnLst>
                                    <p:set>
                                      <p:cBhvr>
                                        <p:cTn id="28" dur="1" fill="hold">
                                          <p:stCondLst>
                                            <p:cond delay="0"/>
                                          </p:stCondLst>
                                        </p:cTn>
                                        <p:tgtEl>
                                          <p:spTgt spid="14"/>
                                        </p:tgtEl>
                                        <p:attrNameLst>
                                          <p:attrName>style.visibility</p:attrName>
                                        </p:attrNameLst>
                                      </p:cBhvr>
                                      <p:to>
                                        <p:strVal val="visible"/>
                                      </p:to>
                                    </p:set>
                                    <p:anim calcmode="lin" valueType="num">
                                      <p:cBhvr additive="base">
                                        <p:cTn id="29" dur="500" fill="hold"/>
                                        <p:tgtEl>
                                          <p:spTgt spid="14"/>
                                        </p:tgtEl>
                                        <p:attrNameLst>
                                          <p:attrName>ppt_x</p:attrName>
                                        </p:attrNameLst>
                                      </p:cBhvr>
                                      <p:tavLst>
                                        <p:tav tm="0">
                                          <p:val>
                                            <p:strVal val="1+#ppt_w/2"/>
                                          </p:val>
                                        </p:tav>
                                        <p:tav tm="100000">
                                          <p:val>
                                            <p:strVal val="#ppt_x"/>
                                          </p:val>
                                        </p:tav>
                                      </p:tavLst>
                                    </p:anim>
                                    <p:anim calcmode="lin" valueType="num">
                                      <p:cBhvr additive="base">
                                        <p:cTn id="30" dur="500" fill="hold"/>
                                        <p:tgtEl>
                                          <p:spTgt spid="14"/>
                                        </p:tgtEl>
                                        <p:attrNameLst>
                                          <p:attrName>ppt_y</p:attrName>
                                        </p:attrNameLst>
                                      </p:cBhvr>
                                      <p:tavLst>
                                        <p:tav tm="0">
                                          <p:val>
                                            <p:strVal val="#ppt_y"/>
                                          </p:val>
                                        </p:tav>
                                        <p:tav tm="100000">
                                          <p:val>
                                            <p:strVal val="#ppt_y"/>
                                          </p:val>
                                        </p:tav>
                                      </p:tavLst>
                                    </p:anim>
                                  </p:childTnLst>
                                </p:cTn>
                              </p:par>
                            </p:childTnLst>
                          </p:cTn>
                        </p:par>
                        <p:par>
                          <p:cTn id="31" fill="hold">
                            <p:stCondLst>
                              <p:cond delay="2500"/>
                            </p:stCondLst>
                            <p:childTnLst>
                              <p:par>
                                <p:cTn id="32" presetID="53" presetClass="entr" presetSubtype="0" fill="hold" nodeType="afterEffect">
                                  <p:stCondLst>
                                    <p:cond delay="0"/>
                                  </p:stCondLst>
                                  <p:childTnLst>
                                    <p:set>
                                      <p:cBhvr>
                                        <p:cTn id="33" dur="1" fill="hold">
                                          <p:stCondLst>
                                            <p:cond delay="0"/>
                                          </p:stCondLst>
                                        </p:cTn>
                                        <p:tgtEl>
                                          <p:spTgt spid="20"/>
                                        </p:tgtEl>
                                        <p:attrNameLst>
                                          <p:attrName>style.visibility</p:attrName>
                                        </p:attrNameLst>
                                      </p:cBhvr>
                                      <p:to>
                                        <p:strVal val="visible"/>
                                      </p:to>
                                    </p:set>
                                    <p:anim calcmode="lin" valueType="num">
                                      <p:cBhvr>
                                        <p:cTn id="34" dur="500" fill="hold"/>
                                        <p:tgtEl>
                                          <p:spTgt spid="20"/>
                                        </p:tgtEl>
                                        <p:attrNameLst>
                                          <p:attrName>ppt_w</p:attrName>
                                        </p:attrNameLst>
                                      </p:cBhvr>
                                      <p:tavLst>
                                        <p:tav tm="0">
                                          <p:val>
                                            <p:fltVal val="0"/>
                                          </p:val>
                                        </p:tav>
                                        <p:tav tm="100000">
                                          <p:val>
                                            <p:strVal val="#ppt_w"/>
                                          </p:val>
                                        </p:tav>
                                      </p:tavLst>
                                    </p:anim>
                                    <p:anim calcmode="lin" valueType="num">
                                      <p:cBhvr>
                                        <p:cTn id="35" dur="500" fill="hold"/>
                                        <p:tgtEl>
                                          <p:spTgt spid="20"/>
                                        </p:tgtEl>
                                        <p:attrNameLst>
                                          <p:attrName>ppt_h</p:attrName>
                                        </p:attrNameLst>
                                      </p:cBhvr>
                                      <p:tavLst>
                                        <p:tav tm="0">
                                          <p:val>
                                            <p:fltVal val="0"/>
                                          </p:val>
                                        </p:tav>
                                        <p:tav tm="100000">
                                          <p:val>
                                            <p:strVal val="#ppt_h"/>
                                          </p:val>
                                        </p:tav>
                                      </p:tavLst>
                                    </p:anim>
                                    <p:animEffect transition="in" filter="fade">
                                      <p:cBhvr>
                                        <p:cTn id="36" dur="500"/>
                                        <p:tgtEl>
                                          <p:spTgt spid="20"/>
                                        </p:tgtEl>
                                      </p:cBhvr>
                                    </p:animEffect>
                                  </p:childTnLst>
                                </p:cTn>
                              </p:par>
                            </p:childTnLst>
                          </p:cTn>
                        </p:par>
                        <p:par>
                          <p:cTn id="37" fill="hold">
                            <p:stCondLst>
                              <p:cond delay="3000"/>
                            </p:stCondLst>
                            <p:childTnLst>
                              <p:par>
                                <p:cTn id="38" presetID="2" presetClass="entr" presetSubtype="8" accel="50000" decel="50000" fill="hold" nodeType="afterEffect">
                                  <p:stCondLst>
                                    <p:cond delay="0"/>
                                  </p:stCondLst>
                                  <p:childTnLst>
                                    <p:set>
                                      <p:cBhvr>
                                        <p:cTn id="39" dur="1" fill="hold">
                                          <p:stCondLst>
                                            <p:cond delay="0"/>
                                          </p:stCondLst>
                                        </p:cTn>
                                        <p:tgtEl>
                                          <p:spTgt spid="10"/>
                                        </p:tgtEl>
                                        <p:attrNameLst>
                                          <p:attrName>style.visibility</p:attrName>
                                        </p:attrNameLst>
                                      </p:cBhvr>
                                      <p:to>
                                        <p:strVal val="visible"/>
                                      </p:to>
                                    </p:set>
                                    <p:anim calcmode="lin" valueType="num">
                                      <p:cBhvr additive="base">
                                        <p:cTn id="40" dur="500" fill="hold"/>
                                        <p:tgtEl>
                                          <p:spTgt spid="10"/>
                                        </p:tgtEl>
                                        <p:attrNameLst>
                                          <p:attrName>ppt_x</p:attrName>
                                        </p:attrNameLst>
                                      </p:cBhvr>
                                      <p:tavLst>
                                        <p:tav tm="0">
                                          <p:val>
                                            <p:strVal val="0-#ppt_w/2"/>
                                          </p:val>
                                        </p:tav>
                                        <p:tav tm="100000">
                                          <p:val>
                                            <p:strVal val="#ppt_x"/>
                                          </p:val>
                                        </p:tav>
                                      </p:tavLst>
                                    </p:anim>
                                    <p:anim calcmode="lin" valueType="num">
                                      <p:cBhvr additive="base">
                                        <p:cTn id="41" dur="500" fill="hold"/>
                                        <p:tgtEl>
                                          <p:spTgt spid="10"/>
                                        </p:tgtEl>
                                        <p:attrNameLst>
                                          <p:attrName>ppt_y</p:attrName>
                                        </p:attrNameLst>
                                      </p:cBhvr>
                                      <p:tavLst>
                                        <p:tav tm="0">
                                          <p:val>
                                            <p:strVal val="#ppt_y"/>
                                          </p:val>
                                        </p:tav>
                                        <p:tav tm="100000">
                                          <p:val>
                                            <p:strVal val="#ppt_y"/>
                                          </p:val>
                                        </p:tav>
                                      </p:tavLst>
                                    </p:anim>
                                  </p:childTnLst>
                                </p:cTn>
                              </p:par>
                            </p:childTnLst>
                          </p:cTn>
                        </p:par>
                        <p:par>
                          <p:cTn id="42" fill="hold">
                            <p:stCondLst>
                              <p:cond delay="3500"/>
                            </p:stCondLst>
                            <p:childTnLst>
                              <p:par>
                                <p:cTn id="43" presetID="53" presetClass="entr" presetSubtype="0" fill="hold" nodeType="afterEffect">
                                  <p:stCondLst>
                                    <p:cond delay="0"/>
                                  </p:stCondLst>
                                  <p:childTnLst>
                                    <p:set>
                                      <p:cBhvr>
                                        <p:cTn id="44" dur="1" fill="hold">
                                          <p:stCondLst>
                                            <p:cond delay="0"/>
                                          </p:stCondLst>
                                        </p:cTn>
                                        <p:tgtEl>
                                          <p:spTgt spid="19"/>
                                        </p:tgtEl>
                                        <p:attrNameLst>
                                          <p:attrName>style.visibility</p:attrName>
                                        </p:attrNameLst>
                                      </p:cBhvr>
                                      <p:to>
                                        <p:strVal val="visible"/>
                                      </p:to>
                                    </p:set>
                                    <p:anim calcmode="lin" valueType="num">
                                      <p:cBhvr>
                                        <p:cTn id="45" dur="500" fill="hold"/>
                                        <p:tgtEl>
                                          <p:spTgt spid="19"/>
                                        </p:tgtEl>
                                        <p:attrNameLst>
                                          <p:attrName>ppt_w</p:attrName>
                                        </p:attrNameLst>
                                      </p:cBhvr>
                                      <p:tavLst>
                                        <p:tav tm="0">
                                          <p:val>
                                            <p:fltVal val="0"/>
                                          </p:val>
                                        </p:tav>
                                        <p:tav tm="100000">
                                          <p:val>
                                            <p:strVal val="#ppt_w"/>
                                          </p:val>
                                        </p:tav>
                                      </p:tavLst>
                                    </p:anim>
                                    <p:anim calcmode="lin" valueType="num">
                                      <p:cBhvr>
                                        <p:cTn id="46" dur="500" fill="hold"/>
                                        <p:tgtEl>
                                          <p:spTgt spid="19"/>
                                        </p:tgtEl>
                                        <p:attrNameLst>
                                          <p:attrName>ppt_h</p:attrName>
                                        </p:attrNameLst>
                                      </p:cBhvr>
                                      <p:tavLst>
                                        <p:tav tm="0">
                                          <p:val>
                                            <p:fltVal val="0"/>
                                          </p:val>
                                        </p:tav>
                                        <p:tav tm="100000">
                                          <p:val>
                                            <p:strVal val="#ppt_h"/>
                                          </p:val>
                                        </p:tav>
                                      </p:tavLst>
                                    </p:anim>
                                    <p:animEffect transition="in" filter="fade">
                                      <p:cBhvr>
                                        <p:cTn id="4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animBg="1"/>
      <p:bldP spid="30" grpId="0"/>
    </p:bld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38"/>
          <p:cNvGrpSpPr/>
          <p:nvPr/>
        </p:nvGrpSpPr>
        <p:grpSpPr>
          <a:xfrm>
            <a:off x="858813" y="1985339"/>
            <a:ext cx="5166071" cy="1088295"/>
            <a:chOff x="644107" y="1330751"/>
            <a:chExt cx="3874553" cy="816221"/>
          </a:xfrm>
        </p:grpSpPr>
        <p:sp>
          <p:nvSpPr>
            <p:cNvPr id="38" name="Rounded Rectangle 37"/>
            <p:cNvSpPr/>
            <p:nvPr/>
          </p:nvSpPr>
          <p:spPr>
            <a:xfrm>
              <a:off x="644107" y="1384863"/>
              <a:ext cx="3725972" cy="762109"/>
            </a:xfrm>
            <a:prstGeom prst="roundRect">
              <a:avLst>
                <a:gd name="adj" fmla="val 50000"/>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33" name="Rounded Rectangle 32"/>
            <p:cNvSpPr/>
            <p:nvPr/>
          </p:nvSpPr>
          <p:spPr>
            <a:xfrm>
              <a:off x="644107" y="1330751"/>
              <a:ext cx="3725972" cy="762109"/>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37" name="Isosceles Triangle 36"/>
            <p:cNvSpPr/>
            <p:nvPr/>
          </p:nvSpPr>
          <p:spPr>
            <a:xfrm rot="5400000">
              <a:off x="4322531" y="1607670"/>
              <a:ext cx="183987" cy="208271"/>
            </a:xfrm>
            <a:prstGeom prst="triangl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grpSp>
      <p:sp>
        <p:nvSpPr>
          <p:cNvPr id="7" name="TextBox 6"/>
          <p:cNvSpPr txBox="1"/>
          <p:nvPr/>
        </p:nvSpPr>
        <p:spPr>
          <a:xfrm>
            <a:off x="1432756" y="2261120"/>
            <a:ext cx="4212882" cy="492443"/>
          </a:xfrm>
          <a:prstGeom prst="rect">
            <a:avLst/>
          </a:prstGeom>
          <a:noFill/>
        </p:spPr>
        <p:txBody>
          <a:bodyPr wrap="square" lIns="0" tIns="0" rIns="0" bIns="0" rtlCol="0" anchor="ctr">
            <a:spAutoFit/>
          </a:bodyPr>
          <a:lstStyle/>
          <a:p>
            <a:pPr algn="ctr" defTabSz="1375467" rtl="1" fontAlgn="auto">
              <a:spcBef>
                <a:spcPts val="0"/>
              </a:spcBef>
              <a:spcAft>
                <a:spcPts val="0"/>
              </a:spcAft>
            </a:pPr>
            <a:r>
              <a:rPr lang="ar-SA" sz="3200" b="1" dirty="0">
                <a:solidFill>
                  <a:srgbClr val="FFFFFF"/>
                </a:solidFill>
                <a:latin typeface="Roboto Condensed"/>
                <a:cs typeface="Simplified Arabic" panose="02020603050405020304" pitchFamily="18" charset="-78"/>
              </a:rPr>
              <a:t>قلة الخصوصية</a:t>
            </a:r>
            <a:endParaRPr lang="en-US" sz="2800" b="1" dirty="0">
              <a:solidFill>
                <a:srgbClr val="FFFFFF"/>
              </a:solidFill>
              <a:latin typeface="Roboto Condensed"/>
              <a:cs typeface="Simplified Arabic" panose="02020603050405020304" pitchFamily="18" charset="-78"/>
            </a:endParaRPr>
          </a:p>
        </p:txBody>
      </p:sp>
      <p:cxnSp>
        <p:nvCxnSpPr>
          <p:cNvPr id="68" name="Straight Connector 67"/>
          <p:cNvCxnSpPr/>
          <p:nvPr/>
        </p:nvCxnSpPr>
        <p:spPr>
          <a:xfrm flipV="1">
            <a:off x="6096000" y="2097289"/>
            <a:ext cx="0" cy="3661543"/>
          </a:xfrm>
          <a:prstGeom prst="line">
            <a:avLst/>
          </a:prstGeom>
          <a:ln w="19050">
            <a:solidFill>
              <a:schemeClr val="bg1">
                <a:lumMod val="75000"/>
              </a:schemeClr>
            </a:solidFill>
            <a:prstDash val="sysDot"/>
            <a:headEnd type="diamond"/>
            <a:tailEnd type="diamond"/>
          </a:ln>
        </p:spPr>
        <p:style>
          <a:lnRef idx="1">
            <a:schemeClr val="accent1"/>
          </a:lnRef>
          <a:fillRef idx="0">
            <a:schemeClr val="accent1"/>
          </a:fillRef>
          <a:effectRef idx="0">
            <a:schemeClr val="accent1"/>
          </a:effectRef>
          <a:fontRef idx="minor">
            <a:schemeClr val="tx1"/>
          </a:fontRef>
        </p:style>
      </p:cxnSp>
      <p:grpSp>
        <p:nvGrpSpPr>
          <p:cNvPr id="10" name="Group 55"/>
          <p:cNvGrpSpPr/>
          <p:nvPr/>
        </p:nvGrpSpPr>
        <p:grpSpPr>
          <a:xfrm>
            <a:off x="936366" y="4202884"/>
            <a:ext cx="5166071" cy="1088295"/>
            <a:chOff x="644107" y="1330751"/>
            <a:chExt cx="3874553" cy="816221"/>
          </a:xfrm>
        </p:grpSpPr>
        <p:sp>
          <p:nvSpPr>
            <p:cNvPr id="60" name="Rounded Rectangle 59"/>
            <p:cNvSpPr/>
            <p:nvPr/>
          </p:nvSpPr>
          <p:spPr>
            <a:xfrm>
              <a:off x="644107" y="1384863"/>
              <a:ext cx="3725972" cy="762109"/>
            </a:xfrm>
            <a:prstGeom prst="roundRect">
              <a:avLst>
                <a:gd name="adj" fmla="val 50000"/>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64" name="Rounded Rectangle 63"/>
            <p:cNvSpPr/>
            <p:nvPr/>
          </p:nvSpPr>
          <p:spPr>
            <a:xfrm>
              <a:off x="644107" y="1330751"/>
              <a:ext cx="3725972" cy="762109"/>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69" name="Isosceles Triangle 68"/>
            <p:cNvSpPr/>
            <p:nvPr/>
          </p:nvSpPr>
          <p:spPr>
            <a:xfrm rot="5400000">
              <a:off x="4322531" y="1607670"/>
              <a:ext cx="183987" cy="208271"/>
            </a:xfrm>
            <a:prstGeom prs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grpSp>
      <p:sp>
        <p:nvSpPr>
          <p:cNvPr id="71" name="TextBox 70"/>
          <p:cNvSpPr txBox="1"/>
          <p:nvPr/>
        </p:nvSpPr>
        <p:spPr>
          <a:xfrm>
            <a:off x="1417767" y="4218512"/>
            <a:ext cx="4005160" cy="984885"/>
          </a:xfrm>
          <a:prstGeom prst="rect">
            <a:avLst/>
          </a:prstGeom>
          <a:noFill/>
        </p:spPr>
        <p:txBody>
          <a:bodyPr wrap="square" lIns="0" tIns="0" rIns="0" bIns="0" rtlCol="0" anchor="ctr">
            <a:spAutoFit/>
          </a:bodyPr>
          <a:lstStyle/>
          <a:p>
            <a:pPr algn="ctr" defTabSz="1375467" rtl="1" fontAlgn="auto">
              <a:spcBef>
                <a:spcPts val="0"/>
              </a:spcBef>
              <a:spcAft>
                <a:spcPts val="0"/>
              </a:spcAft>
            </a:pPr>
            <a:r>
              <a:rPr lang="ar-SA" sz="3200" b="1" dirty="0">
                <a:solidFill>
                  <a:srgbClr val="FFFFFF"/>
                </a:solidFill>
                <a:latin typeface="Roboto Condensed"/>
                <a:cs typeface="Simplified Arabic" panose="02020603050405020304" pitchFamily="18" charset="-78"/>
              </a:rPr>
              <a:t>تخطي الحدود والآداب الاجتماعية</a:t>
            </a:r>
            <a:endParaRPr lang="en-US" sz="3200" b="1" dirty="0">
              <a:solidFill>
                <a:srgbClr val="FFFFFF"/>
              </a:solidFill>
              <a:latin typeface="Roboto Condensed"/>
              <a:cs typeface="Simplified Arabic" panose="02020603050405020304" pitchFamily="18" charset="-78"/>
            </a:endParaRPr>
          </a:p>
        </p:txBody>
      </p:sp>
      <p:grpSp>
        <p:nvGrpSpPr>
          <p:cNvPr id="14" name="Group 81"/>
          <p:cNvGrpSpPr/>
          <p:nvPr/>
        </p:nvGrpSpPr>
        <p:grpSpPr>
          <a:xfrm flipH="1">
            <a:off x="6166275" y="3279718"/>
            <a:ext cx="5166071" cy="1088295"/>
            <a:chOff x="644107" y="1330751"/>
            <a:chExt cx="3874553" cy="816221"/>
          </a:xfrm>
        </p:grpSpPr>
        <p:sp>
          <p:nvSpPr>
            <p:cNvPr id="83" name="Rounded Rectangle 82"/>
            <p:cNvSpPr/>
            <p:nvPr/>
          </p:nvSpPr>
          <p:spPr>
            <a:xfrm>
              <a:off x="644107" y="1384863"/>
              <a:ext cx="3725972" cy="762109"/>
            </a:xfrm>
            <a:prstGeom prst="roundRect">
              <a:avLst>
                <a:gd name="adj" fmla="val 50000"/>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84" name="Rounded Rectangle 83"/>
            <p:cNvSpPr/>
            <p:nvPr/>
          </p:nvSpPr>
          <p:spPr>
            <a:xfrm>
              <a:off x="644107" y="1330751"/>
              <a:ext cx="3725972" cy="762109"/>
            </a:xfrm>
            <a:prstGeom prst="roundRect">
              <a:avLst>
                <a:gd name="adj" fmla="val 5000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85" name="Isosceles Triangle 84"/>
            <p:cNvSpPr/>
            <p:nvPr/>
          </p:nvSpPr>
          <p:spPr>
            <a:xfrm rot="5400000">
              <a:off x="4322531" y="1607670"/>
              <a:ext cx="183987" cy="208271"/>
            </a:xfrm>
            <a:prstGeom prst="triangl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grpSp>
      <p:sp>
        <p:nvSpPr>
          <p:cNvPr id="87" name="TextBox 86"/>
          <p:cNvSpPr txBox="1"/>
          <p:nvPr/>
        </p:nvSpPr>
        <p:spPr>
          <a:xfrm flipH="1">
            <a:off x="6514242" y="3520589"/>
            <a:ext cx="4384777" cy="492443"/>
          </a:xfrm>
          <a:prstGeom prst="rect">
            <a:avLst/>
          </a:prstGeom>
          <a:noFill/>
        </p:spPr>
        <p:txBody>
          <a:bodyPr wrap="square" lIns="0" tIns="0" rIns="0" bIns="0" rtlCol="0" anchor="ctr">
            <a:spAutoFit/>
          </a:bodyPr>
          <a:lstStyle/>
          <a:p>
            <a:pPr algn="ctr" defTabSz="1375467" rtl="1" fontAlgn="auto">
              <a:spcBef>
                <a:spcPts val="0"/>
              </a:spcBef>
              <a:spcAft>
                <a:spcPts val="0"/>
              </a:spcAft>
            </a:pPr>
            <a:r>
              <a:rPr lang="ar-SA" sz="3200" b="1" dirty="0">
                <a:solidFill>
                  <a:srgbClr val="FFFFFF"/>
                </a:solidFill>
                <a:latin typeface="Roboto Condensed"/>
                <a:cs typeface="Simplified Arabic" panose="02020603050405020304" pitchFamily="18" charset="-78"/>
              </a:rPr>
              <a:t>الإرهاق والضغط</a:t>
            </a:r>
            <a:endParaRPr lang="en-US" sz="3200" b="1" dirty="0">
              <a:solidFill>
                <a:srgbClr val="FFFFFF"/>
              </a:solidFill>
              <a:latin typeface="Roboto Condensed"/>
              <a:cs typeface="Simplified Arabic" panose="02020603050405020304" pitchFamily="18" charset="-78"/>
            </a:endParaRPr>
          </a:p>
        </p:txBody>
      </p:sp>
      <p:grpSp>
        <p:nvGrpSpPr>
          <p:cNvPr id="19" name="Group 66"/>
          <p:cNvGrpSpPr/>
          <p:nvPr/>
        </p:nvGrpSpPr>
        <p:grpSpPr>
          <a:xfrm>
            <a:off x="738257" y="4335982"/>
            <a:ext cx="772052" cy="749947"/>
            <a:chOff x="735191" y="3583563"/>
            <a:chExt cx="579038" cy="562460"/>
          </a:xfrm>
        </p:grpSpPr>
        <p:sp>
          <p:nvSpPr>
            <p:cNvPr id="73" name="Oval 72"/>
            <p:cNvSpPr>
              <a:spLocks noChangeAspect="1"/>
            </p:cNvSpPr>
            <p:nvPr/>
          </p:nvSpPr>
          <p:spPr>
            <a:xfrm>
              <a:off x="735191" y="3583563"/>
              <a:ext cx="579038" cy="56246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375467" fontAlgn="auto">
                <a:spcBef>
                  <a:spcPts val="0"/>
                </a:spcBef>
                <a:spcAft>
                  <a:spcPts val="0"/>
                </a:spcAft>
              </a:pPr>
              <a:endParaRPr lang="en-US" sz="2667" b="1" dirty="0">
                <a:solidFill>
                  <a:srgbClr val="9BB955"/>
                </a:solidFill>
                <a:latin typeface="FontAwesome" pitchFamily="2" charset="0"/>
              </a:endParaRPr>
            </a:p>
          </p:txBody>
        </p:sp>
        <p:sp>
          <p:nvSpPr>
            <p:cNvPr id="66" name="Freeform 103"/>
            <p:cNvSpPr>
              <a:spLocks noEditPoints="1"/>
            </p:cNvSpPr>
            <p:nvPr/>
          </p:nvSpPr>
          <p:spPr bwMode="auto">
            <a:xfrm>
              <a:off x="899027" y="3685335"/>
              <a:ext cx="250504" cy="368872"/>
            </a:xfrm>
            <a:custGeom>
              <a:avLst/>
              <a:gdLst/>
              <a:ahLst/>
              <a:cxnLst>
                <a:cxn ang="0">
                  <a:pos x="37" y="29"/>
                </a:cxn>
                <a:cxn ang="0">
                  <a:pos x="31" y="41"/>
                </a:cxn>
                <a:cxn ang="0">
                  <a:pos x="33" y="44"/>
                </a:cxn>
                <a:cxn ang="0">
                  <a:pos x="32" y="47"/>
                </a:cxn>
                <a:cxn ang="0">
                  <a:pos x="33" y="49"/>
                </a:cxn>
                <a:cxn ang="0">
                  <a:pos x="31" y="53"/>
                </a:cxn>
                <a:cxn ang="0">
                  <a:pos x="31" y="54"/>
                </a:cxn>
                <a:cxn ang="0">
                  <a:pos x="27" y="58"/>
                </a:cxn>
                <a:cxn ang="0">
                  <a:pos x="21" y="62"/>
                </a:cxn>
                <a:cxn ang="0">
                  <a:pos x="15" y="58"/>
                </a:cxn>
                <a:cxn ang="0">
                  <a:pos x="11" y="54"/>
                </a:cxn>
                <a:cxn ang="0">
                  <a:pos x="11" y="53"/>
                </a:cxn>
                <a:cxn ang="0">
                  <a:pos x="9" y="49"/>
                </a:cxn>
                <a:cxn ang="0">
                  <a:pos x="10" y="47"/>
                </a:cxn>
                <a:cxn ang="0">
                  <a:pos x="9" y="44"/>
                </a:cxn>
                <a:cxn ang="0">
                  <a:pos x="11" y="41"/>
                </a:cxn>
                <a:cxn ang="0">
                  <a:pos x="5" y="29"/>
                </a:cxn>
                <a:cxn ang="0">
                  <a:pos x="0" y="18"/>
                </a:cxn>
                <a:cxn ang="0">
                  <a:pos x="21" y="0"/>
                </a:cxn>
                <a:cxn ang="0">
                  <a:pos x="42" y="18"/>
                </a:cxn>
                <a:cxn ang="0">
                  <a:pos x="37" y="29"/>
                </a:cxn>
                <a:cxn ang="0">
                  <a:pos x="21" y="6"/>
                </a:cxn>
                <a:cxn ang="0">
                  <a:pos x="6" y="18"/>
                </a:cxn>
                <a:cxn ang="0">
                  <a:pos x="8" y="26"/>
                </a:cxn>
                <a:cxn ang="0">
                  <a:pos x="11" y="28"/>
                </a:cxn>
                <a:cxn ang="0">
                  <a:pos x="16" y="40"/>
                </a:cxn>
                <a:cxn ang="0">
                  <a:pos x="26" y="40"/>
                </a:cxn>
                <a:cxn ang="0">
                  <a:pos x="31" y="28"/>
                </a:cxn>
                <a:cxn ang="0">
                  <a:pos x="34" y="26"/>
                </a:cxn>
                <a:cxn ang="0">
                  <a:pos x="36" y="18"/>
                </a:cxn>
                <a:cxn ang="0">
                  <a:pos x="21" y="6"/>
                </a:cxn>
                <a:cxn ang="0">
                  <a:pos x="29" y="20"/>
                </a:cxn>
                <a:cxn ang="0">
                  <a:pos x="27" y="18"/>
                </a:cxn>
                <a:cxn ang="0">
                  <a:pos x="21" y="15"/>
                </a:cxn>
                <a:cxn ang="0">
                  <a:pos x="20" y="13"/>
                </a:cxn>
                <a:cxn ang="0">
                  <a:pos x="21" y="12"/>
                </a:cxn>
                <a:cxn ang="0">
                  <a:pos x="30" y="18"/>
                </a:cxn>
                <a:cxn ang="0">
                  <a:pos x="29" y="20"/>
                </a:cxn>
              </a:cxnLst>
              <a:rect l="0" t="0" r="r" b="b"/>
              <a:pathLst>
                <a:path w="42" h="62">
                  <a:moveTo>
                    <a:pt x="37" y="29"/>
                  </a:moveTo>
                  <a:cubicBezTo>
                    <a:pt x="35" y="32"/>
                    <a:pt x="31" y="37"/>
                    <a:pt x="31" y="41"/>
                  </a:cubicBezTo>
                  <a:cubicBezTo>
                    <a:pt x="32" y="42"/>
                    <a:pt x="33" y="43"/>
                    <a:pt x="33" y="44"/>
                  </a:cubicBezTo>
                  <a:cubicBezTo>
                    <a:pt x="33" y="45"/>
                    <a:pt x="32" y="46"/>
                    <a:pt x="32" y="47"/>
                  </a:cubicBezTo>
                  <a:cubicBezTo>
                    <a:pt x="32" y="47"/>
                    <a:pt x="33" y="48"/>
                    <a:pt x="33" y="49"/>
                  </a:cubicBezTo>
                  <a:cubicBezTo>
                    <a:pt x="33" y="51"/>
                    <a:pt x="32" y="52"/>
                    <a:pt x="31" y="53"/>
                  </a:cubicBezTo>
                  <a:cubicBezTo>
                    <a:pt x="31" y="53"/>
                    <a:pt x="31" y="54"/>
                    <a:pt x="31" y="54"/>
                  </a:cubicBezTo>
                  <a:cubicBezTo>
                    <a:pt x="31" y="57"/>
                    <a:pt x="29" y="58"/>
                    <a:pt x="27" y="58"/>
                  </a:cubicBezTo>
                  <a:cubicBezTo>
                    <a:pt x="26" y="61"/>
                    <a:pt x="24" y="62"/>
                    <a:pt x="21" y="62"/>
                  </a:cubicBezTo>
                  <a:cubicBezTo>
                    <a:pt x="19" y="62"/>
                    <a:pt x="16" y="61"/>
                    <a:pt x="15" y="58"/>
                  </a:cubicBezTo>
                  <a:cubicBezTo>
                    <a:pt x="13" y="58"/>
                    <a:pt x="11" y="57"/>
                    <a:pt x="11" y="54"/>
                  </a:cubicBezTo>
                  <a:cubicBezTo>
                    <a:pt x="11" y="54"/>
                    <a:pt x="11" y="53"/>
                    <a:pt x="11" y="53"/>
                  </a:cubicBezTo>
                  <a:cubicBezTo>
                    <a:pt x="10" y="52"/>
                    <a:pt x="9" y="51"/>
                    <a:pt x="9" y="49"/>
                  </a:cubicBezTo>
                  <a:cubicBezTo>
                    <a:pt x="9" y="48"/>
                    <a:pt x="10" y="47"/>
                    <a:pt x="10" y="47"/>
                  </a:cubicBezTo>
                  <a:cubicBezTo>
                    <a:pt x="10" y="46"/>
                    <a:pt x="9" y="45"/>
                    <a:pt x="9" y="44"/>
                  </a:cubicBezTo>
                  <a:cubicBezTo>
                    <a:pt x="9" y="43"/>
                    <a:pt x="10" y="42"/>
                    <a:pt x="11" y="41"/>
                  </a:cubicBezTo>
                  <a:cubicBezTo>
                    <a:pt x="11" y="37"/>
                    <a:pt x="7" y="32"/>
                    <a:pt x="5" y="29"/>
                  </a:cubicBezTo>
                  <a:cubicBezTo>
                    <a:pt x="2" y="26"/>
                    <a:pt x="0" y="23"/>
                    <a:pt x="0" y="18"/>
                  </a:cubicBezTo>
                  <a:cubicBezTo>
                    <a:pt x="0" y="8"/>
                    <a:pt x="11" y="0"/>
                    <a:pt x="21" y="0"/>
                  </a:cubicBezTo>
                  <a:cubicBezTo>
                    <a:pt x="31" y="0"/>
                    <a:pt x="42" y="8"/>
                    <a:pt x="42" y="18"/>
                  </a:cubicBezTo>
                  <a:cubicBezTo>
                    <a:pt x="42" y="23"/>
                    <a:pt x="40" y="26"/>
                    <a:pt x="37" y="29"/>
                  </a:cubicBezTo>
                  <a:close/>
                  <a:moveTo>
                    <a:pt x="21" y="6"/>
                  </a:moveTo>
                  <a:cubicBezTo>
                    <a:pt x="14" y="6"/>
                    <a:pt x="6" y="10"/>
                    <a:pt x="6" y="18"/>
                  </a:cubicBezTo>
                  <a:cubicBezTo>
                    <a:pt x="6" y="21"/>
                    <a:pt x="7" y="24"/>
                    <a:pt x="8" y="26"/>
                  </a:cubicBezTo>
                  <a:cubicBezTo>
                    <a:pt x="9" y="27"/>
                    <a:pt x="10" y="27"/>
                    <a:pt x="11" y="28"/>
                  </a:cubicBezTo>
                  <a:cubicBezTo>
                    <a:pt x="14" y="32"/>
                    <a:pt x="16" y="36"/>
                    <a:pt x="16" y="40"/>
                  </a:cubicBezTo>
                  <a:cubicBezTo>
                    <a:pt x="26" y="40"/>
                    <a:pt x="26" y="40"/>
                    <a:pt x="26" y="40"/>
                  </a:cubicBezTo>
                  <a:cubicBezTo>
                    <a:pt x="26" y="36"/>
                    <a:pt x="28" y="32"/>
                    <a:pt x="31" y="28"/>
                  </a:cubicBezTo>
                  <a:cubicBezTo>
                    <a:pt x="32" y="27"/>
                    <a:pt x="33" y="27"/>
                    <a:pt x="34" y="26"/>
                  </a:cubicBezTo>
                  <a:cubicBezTo>
                    <a:pt x="35" y="24"/>
                    <a:pt x="36" y="21"/>
                    <a:pt x="36" y="18"/>
                  </a:cubicBezTo>
                  <a:cubicBezTo>
                    <a:pt x="36" y="10"/>
                    <a:pt x="28" y="6"/>
                    <a:pt x="21" y="6"/>
                  </a:cubicBezTo>
                  <a:close/>
                  <a:moveTo>
                    <a:pt x="29" y="20"/>
                  </a:moveTo>
                  <a:cubicBezTo>
                    <a:pt x="28" y="20"/>
                    <a:pt x="27" y="19"/>
                    <a:pt x="27" y="18"/>
                  </a:cubicBezTo>
                  <a:cubicBezTo>
                    <a:pt x="27" y="16"/>
                    <a:pt x="23" y="15"/>
                    <a:pt x="21" y="15"/>
                  </a:cubicBezTo>
                  <a:cubicBezTo>
                    <a:pt x="20" y="15"/>
                    <a:pt x="20" y="14"/>
                    <a:pt x="20" y="13"/>
                  </a:cubicBezTo>
                  <a:cubicBezTo>
                    <a:pt x="20" y="13"/>
                    <a:pt x="20" y="12"/>
                    <a:pt x="21" y="12"/>
                  </a:cubicBezTo>
                  <a:cubicBezTo>
                    <a:pt x="25" y="12"/>
                    <a:pt x="30" y="14"/>
                    <a:pt x="30" y="18"/>
                  </a:cubicBezTo>
                  <a:cubicBezTo>
                    <a:pt x="30" y="19"/>
                    <a:pt x="29" y="20"/>
                    <a:pt x="29" y="20"/>
                  </a:cubicBezTo>
                  <a:close/>
                </a:path>
              </a:pathLst>
            </a:custGeom>
            <a:solidFill>
              <a:schemeClr val="accent3"/>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grpSp>
        <p:nvGrpSpPr>
          <p:cNvPr id="20" name="Group 73"/>
          <p:cNvGrpSpPr/>
          <p:nvPr/>
        </p:nvGrpSpPr>
        <p:grpSpPr>
          <a:xfrm>
            <a:off x="10799141" y="3451378"/>
            <a:ext cx="772052" cy="749947"/>
            <a:chOff x="7840715" y="2518747"/>
            <a:chExt cx="579038" cy="562460"/>
          </a:xfrm>
        </p:grpSpPr>
        <p:sp>
          <p:nvSpPr>
            <p:cNvPr id="89" name="Oval 88"/>
            <p:cNvSpPr>
              <a:spLocks noChangeAspect="1"/>
            </p:cNvSpPr>
            <p:nvPr/>
          </p:nvSpPr>
          <p:spPr>
            <a:xfrm flipH="1">
              <a:off x="7840715" y="2518747"/>
              <a:ext cx="579038" cy="56246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375467" fontAlgn="auto">
                <a:spcBef>
                  <a:spcPts val="0"/>
                </a:spcBef>
                <a:spcAft>
                  <a:spcPts val="0"/>
                </a:spcAft>
              </a:pPr>
              <a:endParaRPr lang="en-US" sz="2667" b="1" dirty="0">
                <a:solidFill>
                  <a:srgbClr val="BE382C"/>
                </a:solidFill>
                <a:latin typeface="FontAwesome" pitchFamily="2" charset="0"/>
              </a:endParaRPr>
            </a:p>
          </p:txBody>
        </p:sp>
        <p:sp>
          <p:nvSpPr>
            <p:cNvPr id="70" name="Freeform 5"/>
            <p:cNvSpPr>
              <a:spLocks noEditPoints="1"/>
            </p:cNvSpPr>
            <p:nvPr/>
          </p:nvSpPr>
          <p:spPr bwMode="auto">
            <a:xfrm>
              <a:off x="7990534" y="2660277"/>
              <a:ext cx="279400" cy="279400"/>
            </a:xfrm>
            <a:custGeom>
              <a:avLst/>
              <a:gdLst/>
              <a:ahLst/>
              <a:cxnLst>
                <a:cxn ang="0">
                  <a:pos x="0" y="192"/>
                </a:cxn>
                <a:cxn ang="0">
                  <a:pos x="255" y="135"/>
                </a:cxn>
                <a:cxn ang="0">
                  <a:pos x="277" y="122"/>
                </a:cxn>
                <a:cxn ang="0">
                  <a:pos x="303" y="116"/>
                </a:cxn>
                <a:cxn ang="0">
                  <a:pos x="296" y="105"/>
                </a:cxn>
                <a:cxn ang="0">
                  <a:pos x="278" y="89"/>
                </a:cxn>
                <a:cxn ang="0">
                  <a:pos x="265" y="90"/>
                </a:cxn>
                <a:cxn ang="0">
                  <a:pos x="256" y="82"/>
                </a:cxn>
                <a:cxn ang="0">
                  <a:pos x="231" y="73"/>
                </a:cxn>
                <a:cxn ang="0">
                  <a:pos x="234" y="98"/>
                </a:cxn>
                <a:cxn ang="0">
                  <a:pos x="224" y="118"/>
                </a:cxn>
                <a:cxn ang="0">
                  <a:pos x="205" y="103"/>
                </a:cxn>
                <a:cxn ang="0">
                  <a:pos x="175" y="89"/>
                </a:cxn>
                <a:cxn ang="0">
                  <a:pos x="183" y="68"/>
                </a:cxn>
                <a:cxn ang="0">
                  <a:pos x="212" y="58"/>
                </a:cxn>
                <a:cxn ang="0">
                  <a:pos x="207" y="47"/>
                </a:cxn>
                <a:cxn ang="0">
                  <a:pos x="188" y="50"/>
                </a:cxn>
                <a:cxn ang="0">
                  <a:pos x="168" y="37"/>
                </a:cxn>
                <a:cxn ang="0">
                  <a:pos x="171" y="52"/>
                </a:cxn>
                <a:cxn ang="0">
                  <a:pos x="157" y="52"/>
                </a:cxn>
                <a:cxn ang="0">
                  <a:pos x="141" y="40"/>
                </a:cxn>
                <a:cxn ang="0">
                  <a:pos x="126" y="47"/>
                </a:cxn>
                <a:cxn ang="0">
                  <a:pos x="143" y="51"/>
                </a:cxn>
                <a:cxn ang="0">
                  <a:pos x="131" y="58"/>
                </a:cxn>
                <a:cxn ang="0">
                  <a:pos x="56" y="107"/>
                </a:cxn>
                <a:cxn ang="0">
                  <a:pos x="65" y="118"/>
                </a:cxn>
                <a:cxn ang="0">
                  <a:pos x="79" y="135"/>
                </a:cxn>
                <a:cxn ang="0">
                  <a:pos x="74" y="158"/>
                </a:cxn>
                <a:cxn ang="0">
                  <a:pos x="88" y="185"/>
                </a:cxn>
                <a:cxn ang="0">
                  <a:pos x="108" y="214"/>
                </a:cxn>
                <a:cxn ang="0">
                  <a:pos x="118" y="227"/>
                </a:cxn>
                <a:cxn ang="0">
                  <a:pos x="105" y="197"/>
                </a:cxn>
                <a:cxn ang="0">
                  <a:pos x="125" y="225"/>
                </a:cxn>
                <a:cxn ang="0">
                  <a:pos x="150" y="255"/>
                </a:cxn>
                <a:cxn ang="0">
                  <a:pos x="184" y="269"/>
                </a:cxn>
                <a:cxn ang="0">
                  <a:pos x="213" y="290"/>
                </a:cxn>
                <a:cxn ang="0">
                  <a:pos x="224" y="288"/>
                </a:cxn>
                <a:cxn ang="0">
                  <a:pos x="212" y="268"/>
                </a:cxn>
                <a:cxn ang="0">
                  <a:pos x="197" y="262"/>
                </a:cxn>
                <a:cxn ang="0">
                  <a:pos x="194" y="239"/>
                </a:cxn>
                <a:cxn ang="0">
                  <a:pos x="171" y="250"/>
                </a:cxn>
                <a:cxn ang="0">
                  <a:pos x="168" y="210"/>
                </a:cxn>
                <a:cxn ang="0">
                  <a:pos x="184" y="206"/>
                </a:cxn>
                <a:cxn ang="0">
                  <a:pos x="196" y="202"/>
                </a:cxn>
                <a:cxn ang="0">
                  <a:pos x="214" y="211"/>
                </a:cxn>
                <a:cxn ang="0">
                  <a:pos x="221" y="205"/>
                </a:cxn>
                <a:cxn ang="0">
                  <a:pos x="234" y="179"/>
                </a:cxn>
                <a:cxn ang="0">
                  <a:pos x="233" y="171"/>
                </a:cxn>
                <a:cxn ang="0">
                  <a:pos x="252" y="157"/>
                </a:cxn>
                <a:cxn ang="0">
                  <a:pos x="266" y="143"/>
                </a:cxn>
                <a:cxn ang="0">
                  <a:pos x="273" y="131"/>
                </a:cxn>
                <a:cxn ang="0">
                  <a:pos x="255" y="135"/>
                </a:cxn>
                <a:cxn ang="0">
                  <a:pos x="295" y="298"/>
                </a:cxn>
                <a:cxn ang="0">
                  <a:pos x="272" y="288"/>
                </a:cxn>
                <a:cxn ang="0">
                  <a:pos x="251" y="288"/>
                </a:cxn>
                <a:cxn ang="0">
                  <a:pos x="236" y="286"/>
                </a:cxn>
                <a:cxn ang="0">
                  <a:pos x="230" y="307"/>
                </a:cxn>
                <a:cxn ang="0">
                  <a:pos x="223" y="335"/>
                </a:cxn>
                <a:cxn ang="0">
                  <a:pos x="308" y="302"/>
                </a:cxn>
              </a:cxnLst>
              <a:rect l="0" t="0" r="r" b="b"/>
              <a:pathLst>
                <a:path w="384" h="384">
                  <a:moveTo>
                    <a:pt x="384" y="192"/>
                  </a:moveTo>
                  <a:cubicBezTo>
                    <a:pt x="384" y="298"/>
                    <a:pt x="298" y="384"/>
                    <a:pt x="192" y="384"/>
                  </a:cubicBezTo>
                  <a:cubicBezTo>
                    <a:pt x="86" y="384"/>
                    <a:pt x="0" y="298"/>
                    <a:pt x="0" y="192"/>
                  </a:cubicBezTo>
                  <a:cubicBezTo>
                    <a:pt x="0" y="86"/>
                    <a:pt x="86" y="0"/>
                    <a:pt x="192" y="0"/>
                  </a:cubicBezTo>
                  <a:cubicBezTo>
                    <a:pt x="298" y="0"/>
                    <a:pt x="384" y="86"/>
                    <a:pt x="384" y="192"/>
                  </a:cubicBezTo>
                  <a:close/>
                  <a:moveTo>
                    <a:pt x="255" y="135"/>
                  </a:moveTo>
                  <a:cubicBezTo>
                    <a:pt x="256" y="135"/>
                    <a:pt x="257" y="130"/>
                    <a:pt x="258" y="129"/>
                  </a:cubicBezTo>
                  <a:cubicBezTo>
                    <a:pt x="260" y="127"/>
                    <a:pt x="262" y="126"/>
                    <a:pt x="264" y="125"/>
                  </a:cubicBezTo>
                  <a:cubicBezTo>
                    <a:pt x="268" y="124"/>
                    <a:pt x="272" y="123"/>
                    <a:pt x="277" y="122"/>
                  </a:cubicBezTo>
                  <a:cubicBezTo>
                    <a:pt x="281" y="121"/>
                    <a:pt x="286" y="121"/>
                    <a:pt x="289" y="125"/>
                  </a:cubicBezTo>
                  <a:cubicBezTo>
                    <a:pt x="289" y="124"/>
                    <a:pt x="295" y="119"/>
                    <a:pt x="295" y="119"/>
                  </a:cubicBezTo>
                  <a:cubicBezTo>
                    <a:pt x="298" y="118"/>
                    <a:pt x="301" y="118"/>
                    <a:pt x="303" y="116"/>
                  </a:cubicBezTo>
                  <a:cubicBezTo>
                    <a:pt x="303" y="115"/>
                    <a:pt x="303" y="110"/>
                    <a:pt x="303" y="110"/>
                  </a:cubicBezTo>
                  <a:cubicBezTo>
                    <a:pt x="299" y="111"/>
                    <a:pt x="298" y="107"/>
                    <a:pt x="297" y="103"/>
                  </a:cubicBezTo>
                  <a:cubicBezTo>
                    <a:pt x="297" y="104"/>
                    <a:pt x="297" y="104"/>
                    <a:pt x="296" y="105"/>
                  </a:cubicBezTo>
                  <a:cubicBezTo>
                    <a:pt x="296" y="102"/>
                    <a:pt x="291" y="104"/>
                    <a:pt x="290" y="104"/>
                  </a:cubicBezTo>
                  <a:cubicBezTo>
                    <a:pt x="284" y="102"/>
                    <a:pt x="285" y="98"/>
                    <a:pt x="283" y="94"/>
                  </a:cubicBezTo>
                  <a:cubicBezTo>
                    <a:pt x="282" y="92"/>
                    <a:pt x="279" y="91"/>
                    <a:pt x="278" y="89"/>
                  </a:cubicBezTo>
                  <a:cubicBezTo>
                    <a:pt x="277" y="87"/>
                    <a:pt x="277" y="84"/>
                    <a:pt x="274" y="84"/>
                  </a:cubicBezTo>
                  <a:cubicBezTo>
                    <a:pt x="273" y="84"/>
                    <a:pt x="270" y="89"/>
                    <a:pt x="270" y="89"/>
                  </a:cubicBezTo>
                  <a:cubicBezTo>
                    <a:pt x="267" y="88"/>
                    <a:pt x="266" y="89"/>
                    <a:pt x="265" y="90"/>
                  </a:cubicBezTo>
                  <a:cubicBezTo>
                    <a:pt x="263" y="91"/>
                    <a:pt x="262" y="91"/>
                    <a:pt x="260" y="92"/>
                  </a:cubicBezTo>
                  <a:cubicBezTo>
                    <a:pt x="265" y="90"/>
                    <a:pt x="258" y="88"/>
                    <a:pt x="256" y="88"/>
                  </a:cubicBezTo>
                  <a:cubicBezTo>
                    <a:pt x="260" y="87"/>
                    <a:pt x="258" y="83"/>
                    <a:pt x="256" y="82"/>
                  </a:cubicBezTo>
                  <a:cubicBezTo>
                    <a:pt x="256" y="82"/>
                    <a:pt x="257" y="82"/>
                    <a:pt x="257" y="82"/>
                  </a:cubicBezTo>
                  <a:cubicBezTo>
                    <a:pt x="257" y="79"/>
                    <a:pt x="250" y="77"/>
                    <a:pt x="247" y="76"/>
                  </a:cubicBezTo>
                  <a:cubicBezTo>
                    <a:pt x="245" y="74"/>
                    <a:pt x="233" y="72"/>
                    <a:pt x="231" y="73"/>
                  </a:cubicBezTo>
                  <a:cubicBezTo>
                    <a:pt x="228" y="75"/>
                    <a:pt x="231" y="80"/>
                    <a:pt x="231" y="83"/>
                  </a:cubicBezTo>
                  <a:cubicBezTo>
                    <a:pt x="232" y="86"/>
                    <a:pt x="228" y="86"/>
                    <a:pt x="228" y="89"/>
                  </a:cubicBezTo>
                  <a:cubicBezTo>
                    <a:pt x="228" y="93"/>
                    <a:pt x="236" y="92"/>
                    <a:pt x="234" y="98"/>
                  </a:cubicBezTo>
                  <a:cubicBezTo>
                    <a:pt x="233" y="102"/>
                    <a:pt x="228" y="102"/>
                    <a:pt x="226" y="105"/>
                  </a:cubicBezTo>
                  <a:cubicBezTo>
                    <a:pt x="224" y="108"/>
                    <a:pt x="227" y="112"/>
                    <a:pt x="229" y="114"/>
                  </a:cubicBezTo>
                  <a:cubicBezTo>
                    <a:pt x="231" y="115"/>
                    <a:pt x="225" y="118"/>
                    <a:pt x="224" y="118"/>
                  </a:cubicBezTo>
                  <a:cubicBezTo>
                    <a:pt x="220" y="120"/>
                    <a:pt x="217" y="114"/>
                    <a:pt x="216" y="110"/>
                  </a:cubicBezTo>
                  <a:cubicBezTo>
                    <a:pt x="215" y="108"/>
                    <a:pt x="215" y="104"/>
                    <a:pt x="212" y="103"/>
                  </a:cubicBezTo>
                  <a:cubicBezTo>
                    <a:pt x="210" y="102"/>
                    <a:pt x="206" y="102"/>
                    <a:pt x="205" y="103"/>
                  </a:cubicBezTo>
                  <a:cubicBezTo>
                    <a:pt x="203" y="99"/>
                    <a:pt x="198" y="98"/>
                    <a:pt x="194" y="97"/>
                  </a:cubicBezTo>
                  <a:cubicBezTo>
                    <a:pt x="189" y="95"/>
                    <a:pt x="185" y="95"/>
                    <a:pt x="180" y="96"/>
                  </a:cubicBezTo>
                  <a:cubicBezTo>
                    <a:pt x="181" y="95"/>
                    <a:pt x="179" y="88"/>
                    <a:pt x="175" y="89"/>
                  </a:cubicBezTo>
                  <a:cubicBezTo>
                    <a:pt x="176" y="86"/>
                    <a:pt x="176" y="84"/>
                    <a:pt x="176" y="81"/>
                  </a:cubicBezTo>
                  <a:cubicBezTo>
                    <a:pt x="177" y="79"/>
                    <a:pt x="178" y="77"/>
                    <a:pt x="179" y="75"/>
                  </a:cubicBezTo>
                  <a:cubicBezTo>
                    <a:pt x="180" y="74"/>
                    <a:pt x="185" y="69"/>
                    <a:pt x="183" y="68"/>
                  </a:cubicBezTo>
                  <a:cubicBezTo>
                    <a:pt x="188" y="69"/>
                    <a:pt x="193" y="69"/>
                    <a:pt x="196" y="66"/>
                  </a:cubicBezTo>
                  <a:cubicBezTo>
                    <a:pt x="198" y="63"/>
                    <a:pt x="199" y="60"/>
                    <a:pt x="202" y="57"/>
                  </a:cubicBezTo>
                  <a:cubicBezTo>
                    <a:pt x="205" y="53"/>
                    <a:pt x="209" y="58"/>
                    <a:pt x="212" y="58"/>
                  </a:cubicBezTo>
                  <a:cubicBezTo>
                    <a:pt x="217" y="59"/>
                    <a:pt x="217" y="53"/>
                    <a:pt x="214" y="51"/>
                  </a:cubicBezTo>
                  <a:cubicBezTo>
                    <a:pt x="218" y="51"/>
                    <a:pt x="215" y="45"/>
                    <a:pt x="213" y="44"/>
                  </a:cubicBezTo>
                  <a:cubicBezTo>
                    <a:pt x="211" y="43"/>
                    <a:pt x="202" y="46"/>
                    <a:pt x="207" y="47"/>
                  </a:cubicBezTo>
                  <a:cubicBezTo>
                    <a:pt x="206" y="47"/>
                    <a:pt x="200" y="59"/>
                    <a:pt x="196" y="53"/>
                  </a:cubicBezTo>
                  <a:cubicBezTo>
                    <a:pt x="195" y="52"/>
                    <a:pt x="195" y="47"/>
                    <a:pt x="193" y="46"/>
                  </a:cubicBezTo>
                  <a:cubicBezTo>
                    <a:pt x="190" y="46"/>
                    <a:pt x="189" y="49"/>
                    <a:pt x="188" y="50"/>
                  </a:cubicBezTo>
                  <a:cubicBezTo>
                    <a:pt x="190" y="47"/>
                    <a:pt x="181" y="45"/>
                    <a:pt x="180" y="44"/>
                  </a:cubicBezTo>
                  <a:cubicBezTo>
                    <a:pt x="183" y="42"/>
                    <a:pt x="180" y="39"/>
                    <a:pt x="178" y="38"/>
                  </a:cubicBezTo>
                  <a:cubicBezTo>
                    <a:pt x="176" y="36"/>
                    <a:pt x="169" y="35"/>
                    <a:pt x="168" y="37"/>
                  </a:cubicBezTo>
                  <a:cubicBezTo>
                    <a:pt x="163" y="43"/>
                    <a:pt x="173" y="44"/>
                    <a:pt x="175" y="45"/>
                  </a:cubicBezTo>
                  <a:cubicBezTo>
                    <a:pt x="176" y="46"/>
                    <a:pt x="179" y="48"/>
                    <a:pt x="177" y="49"/>
                  </a:cubicBezTo>
                  <a:cubicBezTo>
                    <a:pt x="176" y="50"/>
                    <a:pt x="171" y="51"/>
                    <a:pt x="171" y="52"/>
                  </a:cubicBezTo>
                  <a:cubicBezTo>
                    <a:pt x="169" y="54"/>
                    <a:pt x="172" y="57"/>
                    <a:pt x="170" y="59"/>
                  </a:cubicBezTo>
                  <a:cubicBezTo>
                    <a:pt x="168" y="57"/>
                    <a:pt x="168" y="53"/>
                    <a:pt x="166" y="50"/>
                  </a:cubicBezTo>
                  <a:cubicBezTo>
                    <a:pt x="168" y="53"/>
                    <a:pt x="157" y="52"/>
                    <a:pt x="157" y="52"/>
                  </a:cubicBezTo>
                  <a:cubicBezTo>
                    <a:pt x="154" y="52"/>
                    <a:pt x="148" y="54"/>
                    <a:pt x="145" y="50"/>
                  </a:cubicBezTo>
                  <a:cubicBezTo>
                    <a:pt x="144" y="49"/>
                    <a:pt x="144" y="44"/>
                    <a:pt x="146" y="45"/>
                  </a:cubicBezTo>
                  <a:cubicBezTo>
                    <a:pt x="144" y="43"/>
                    <a:pt x="142" y="41"/>
                    <a:pt x="141" y="40"/>
                  </a:cubicBezTo>
                  <a:cubicBezTo>
                    <a:pt x="132" y="43"/>
                    <a:pt x="125" y="47"/>
                    <a:pt x="117" y="51"/>
                  </a:cubicBezTo>
                  <a:cubicBezTo>
                    <a:pt x="118" y="51"/>
                    <a:pt x="119" y="51"/>
                    <a:pt x="120" y="50"/>
                  </a:cubicBezTo>
                  <a:cubicBezTo>
                    <a:pt x="122" y="50"/>
                    <a:pt x="124" y="48"/>
                    <a:pt x="126" y="47"/>
                  </a:cubicBezTo>
                  <a:cubicBezTo>
                    <a:pt x="128" y="46"/>
                    <a:pt x="134" y="43"/>
                    <a:pt x="136" y="46"/>
                  </a:cubicBezTo>
                  <a:cubicBezTo>
                    <a:pt x="137" y="45"/>
                    <a:pt x="137" y="45"/>
                    <a:pt x="138" y="44"/>
                  </a:cubicBezTo>
                  <a:cubicBezTo>
                    <a:pt x="139" y="46"/>
                    <a:pt x="141" y="48"/>
                    <a:pt x="143" y="51"/>
                  </a:cubicBezTo>
                  <a:cubicBezTo>
                    <a:pt x="141" y="50"/>
                    <a:pt x="137" y="50"/>
                    <a:pt x="135" y="50"/>
                  </a:cubicBezTo>
                  <a:cubicBezTo>
                    <a:pt x="133" y="51"/>
                    <a:pt x="130" y="51"/>
                    <a:pt x="130" y="53"/>
                  </a:cubicBezTo>
                  <a:cubicBezTo>
                    <a:pt x="130" y="55"/>
                    <a:pt x="131" y="57"/>
                    <a:pt x="131" y="58"/>
                  </a:cubicBezTo>
                  <a:cubicBezTo>
                    <a:pt x="128" y="56"/>
                    <a:pt x="125" y="52"/>
                    <a:pt x="121" y="51"/>
                  </a:cubicBezTo>
                  <a:cubicBezTo>
                    <a:pt x="119" y="51"/>
                    <a:pt x="117" y="51"/>
                    <a:pt x="115" y="52"/>
                  </a:cubicBezTo>
                  <a:cubicBezTo>
                    <a:pt x="91" y="65"/>
                    <a:pt x="71" y="84"/>
                    <a:pt x="56" y="107"/>
                  </a:cubicBezTo>
                  <a:cubicBezTo>
                    <a:pt x="57" y="108"/>
                    <a:pt x="58" y="109"/>
                    <a:pt x="59" y="109"/>
                  </a:cubicBezTo>
                  <a:cubicBezTo>
                    <a:pt x="62" y="110"/>
                    <a:pt x="59" y="117"/>
                    <a:pt x="64" y="113"/>
                  </a:cubicBezTo>
                  <a:cubicBezTo>
                    <a:pt x="66" y="115"/>
                    <a:pt x="66" y="116"/>
                    <a:pt x="65" y="118"/>
                  </a:cubicBezTo>
                  <a:cubicBezTo>
                    <a:pt x="65" y="118"/>
                    <a:pt x="75" y="124"/>
                    <a:pt x="76" y="125"/>
                  </a:cubicBezTo>
                  <a:cubicBezTo>
                    <a:pt x="78" y="126"/>
                    <a:pt x="80" y="128"/>
                    <a:pt x="81" y="130"/>
                  </a:cubicBezTo>
                  <a:cubicBezTo>
                    <a:pt x="82" y="132"/>
                    <a:pt x="80" y="134"/>
                    <a:pt x="79" y="135"/>
                  </a:cubicBezTo>
                  <a:cubicBezTo>
                    <a:pt x="78" y="134"/>
                    <a:pt x="75" y="130"/>
                    <a:pt x="74" y="131"/>
                  </a:cubicBezTo>
                  <a:cubicBezTo>
                    <a:pt x="73" y="133"/>
                    <a:pt x="74" y="139"/>
                    <a:pt x="77" y="139"/>
                  </a:cubicBezTo>
                  <a:cubicBezTo>
                    <a:pt x="73" y="139"/>
                    <a:pt x="75" y="155"/>
                    <a:pt x="74" y="158"/>
                  </a:cubicBezTo>
                  <a:cubicBezTo>
                    <a:pt x="74" y="158"/>
                    <a:pt x="74" y="158"/>
                    <a:pt x="74" y="158"/>
                  </a:cubicBezTo>
                  <a:cubicBezTo>
                    <a:pt x="73" y="161"/>
                    <a:pt x="76" y="173"/>
                    <a:pt x="81" y="172"/>
                  </a:cubicBezTo>
                  <a:cubicBezTo>
                    <a:pt x="78" y="172"/>
                    <a:pt x="87" y="184"/>
                    <a:pt x="88" y="185"/>
                  </a:cubicBezTo>
                  <a:cubicBezTo>
                    <a:pt x="91" y="187"/>
                    <a:pt x="95" y="188"/>
                    <a:pt x="97" y="192"/>
                  </a:cubicBezTo>
                  <a:cubicBezTo>
                    <a:pt x="100" y="195"/>
                    <a:pt x="100" y="201"/>
                    <a:pt x="103" y="203"/>
                  </a:cubicBezTo>
                  <a:cubicBezTo>
                    <a:pt x="102" y="206"/>
                    <a:pt x="108" y="210"/>
                    <a:pt x="108" y="214"/>
                  </a:cubicBezTo>
                  <a:cubicBezTo>
                    <a:pt x="108" y="214"/>
                    <a:pt x="107" y="214"/>
                    <a:pt x="107" y="215"/>
                  </a:cubicBezTo>
                  <a:cubicBezTo>
                    <a:pt x="108" y="218"/>
                    <a:pt x="113" y="218"/>
                    <a:pt x="115" y="221"/>
                  </a:cubicBezTo>
                  <a:cubicBezTo>
                    <a:pt x="116" y="223"/>
                    <a:pt x="115" y="228"/>
                    <a:pt x="118" y="227"/>
                  </a:cubicBezTo>
                  <a:cubicBezTo>
                    <a:pt x="118" y="222"/>
                    <a:pt x="115" y="216"/>
                    <a:pt x="112" y="212"/>
                  </a:cubicBezTo>
                  <a:cubicBezTo>
                    <a:pt x="110" y="209"/>
                    <a:pt x="109" y="207"/>
                    <a:pt x="108" y="204"/>
                  </a:cubicBezTo>
                  <a:cubicBezTo>
                    <a:pt x="106" y="202"/>
                    <a:pt x="106" y="199"/>
                    <a:pt x="105" y="197"/>
                  </a:cubicBezTo>
                  <a:cubicBezTo>
                    <a:pt x="106" y="197"/>
                    <a:pt x="112" y="199"/>
                    <a:pt x="111" y="200"/>
                  </a:cubicBezTo>
                  <a:cubicBezTo>
                    <a:pt x="109" y="205"/>
                    <a:pt x="119" y="214"/>
                    <a:pt x="122" y="217"/>
                  </a:cubicBezTo>
                  <a:cubicBezTo>
                    <a:pt x="123" y="218"/>
                    <a:pt x="128" y="225"/>
                    <a:pt x="125" y="225"/>
                  </a:cubicBezTo>
                  <a:cubicBezTo>
                    <a:pt x="129" y="225"/>
                    <a:pt x="133" y="230"/>
                    <a:pt x="135" y="233"/>
                  </a:cubicBezTo>
                  <a:cubicBezTo>
                    <a:pt x="137" y="236"/>
                    <a:pt x="136" y="241"/>
                    <a:pt x="138" y="245"/>
                  </a:cubicBezTo>
                  <a:cubicBezTo>
                    <a:pt x="139" y="250"/>
                    <a:pt x="146" y="252"/>
                    <a:pt x="150" y="255"/>
                  </a:cubicBezTo>
                  <a:cubicBezTo>
                    <a:pt x="154" y="256"/>
                    <a:pt x="157" y="259"/>
                    <a:pt x="160" y="260"/>
                  </a:cubicBezTo>
                  <a:cubicBezTo>
                    <a:pt x="166" y="262"/>
                    <a:pt x="167" y="260"/>
                    <a:pt x="171" y="260"/>
                  </a:cubicBezTo>
                  <a:cubicBezTo>
                    <a:pt x="178" y="259"/>
                    <a:pt x="179" y="266"/>
                    <a:pt x="184" y="269"/>
                  </a:cubicBezTo>
                  <a:cubicBezTo>
                    <a:pt x="187" y="270"/>
                    <a:pt x="194" y="273"/>
                    <a:pt x="198" y="271"/>
                  </a:cubicBezTo>
                  <a:cubicBezTo>
                    <a:pt x="196" y="272"/>
                    <a:pt x="203" y="282"/>
                    <a:pt x="204" y="283"/>
                  </a:cubicBezTo>
                  <a:cubicBezTo>
                    <a:pt x="206" y="286"/>
                    <a:pt x="210" y="287"/>
                    <a:pt x="213" y="290"/>
                  </a:cubicBezTo>
                  <a:cubicBezTo>
                    <a:pt x="213" y="290"/>
                    <a:pt x="214" y="289"/>
                    <a:pt x="214" y="288"/>
                  </a:cubicBezTo>
                  <a:cubicBezTo>
                    <a:pt x="213" y="291"/>
                    <a:pt x="218" y="296"/>
                    <a:pt x="221" y="296"/>
                  </a:cubicBezTo>
                  <a:cubicBezTo>
                    <a:pt x="223" y="295"/>
                    <a:pt x="224" y="290"/>
                    <a:pt x="224" y="288"/>
                  </a:cubicBezTo>
                  <a:cubicBezTo>
                    <a:pt x="219" y="290"/>
                    <a:pt x="215" y="288"/>
                    <a:pt x="212" y="283"/>
                  </a:cubicBezTo>
                  <a:cubicBezTo>
                    <a:pt x="211" y="282"/>
                    <a:pt x="207" y="275"/>
                    <a:pt x="211" y="275"/>
                  </a:cubicBezTo>
                  <a:cubicBezTo>
                    <a:pt x="216" y="275"/>
                    <a:pt x="212" y="271"/>
                    <a:pt x="212" y="268"/>
                  </a:cubicBezTo>
                  <a:cubicBezTo>
                    <a:pt x="211" y="264"/>
                    <a:pt x="208" y="262"/>
                    <a:pt x="206" y="259"/>
                  </a:cubicBezTo>
                  <a:cubicBezTo>
                    <a:pt x="205" y="262"/>
                    <a:pt x="200" y="261"/>
                    <a:pt x="198" y="259"/>
                  </a:cubicBezTo>
                  <a:cubicBezTo>
                    <a:pt x="198" y="259"/>
                    <a:pt x="197" y="261"/>
                    <a:pt x="197" y="262"/>
                  </a:cubicBezTo>
                  <a:cubicBezTo>
                    <a:pt x="196" y="262"/>
                    <a:pt x="195" y="262"/>
                    <a:pt x="194" y="261"/>
                  </a:cubicBezTo>
                  <a:cubicBezTo>
                    <a:pt x="194" y="258"/>
                    <a:pt x="194" y="255"/>
                    <a:pt x="195" y="251"/>
                  </a:cubicBezTo>
                  <a:cubicBezTo>
                    <a:pt x="196" y="247"/>
                    <a:pt x="205" y="238"/>
                    <a:pt x="194" y="239"/>
                  </a:cubicBezTo>
                  <a:cubicBezTo>
                    <a:pt x="190" y="239"/>
                    <a:pt x="188" y="240"/>
                    <a:pt x="187" y="244"/>
                  </a:cubicBezTo>
                  <a:cubicBezTo>
                    <a:pt x="186" y="247"/>
                    <a:pt x="186" y="249"/>
                    <a:pt x="183" y="251"/>
                  </a:cubicBezTo>
                  <a:cubicBezTo>
                    <a:pt x="181" y="252"/>
                    <a:pt x="173" y="251"/>
                    <a:pt x="171" y="250"/>
                  </a:cubicBezTo>
                  <a:cubicBezTo>
                    <a:pt x="166" y="247"/>
                    <a:pt x="163" y="239"/>
                    <a:pt x="163" y="234"/>
                  </a:cubicBezTo>
                  <a:cubicBezTo>
                    <a:pt x="163" y="227"/>
                    <a:pt x="166" y="221"/>
                    <a:pt x="163" y="215"/>
                  </a:cubicBezTo>
                  <a:cubicBezTo>
                    <a:pt x="164" y="213"/>
                    <a:pt x="166" y="211"/>
                    <a:pt x="168" y="210"/>
                  </a:cubicBezTo>
                  <a:cubicBezTo>
                    <a:pt x="169" y="209"/>
                    <a:pt x="171" y="210"/>
                    <a:pt x="172" y="207"/>
                  </a:cubicBezTo>
                  <a:cubicBezTo>
                    <a:pt x="171" y="207"/>
                    <a:pt x="170" y="206"/>
                    <a:pt x="170" y="206"/>
                  </a:cubicBezTo>
                  <a:cubicBezTo>
                    <a:pt x="173" y="208"/>
                    <a:pt x="180" y="203"/>
                    <a:pt x="184" y="206"/>
                  </a:cubicBezTo>
                  <a:cubicBezTo>
                    <a:pt x="186" y="207"/>
                    <a:pt x="188" y="208"/>
                    <a:pt x="189" y="205"/>
                  </a:cubicBezTo>
                  <a:cubicBezTo>
                    <a:pt x="189" y="205"/>
                    <a:pt x="187" y="202"/>
                    <a:pt x="188" y="200"/>
                  </a:cubicBezTo>
                  <a:cubicBezTo>
                    <a:pt x="189" y="204"/>
                    <a:pt x="192" y="205"/>
                    <a:pt x="196" y="202"/>
                  </a:cubicBezTo>
                  <a:cubicBezTo>
                    <a:pt x="197" y="203"/>
                    <a:pt x="201" y="203"/>
                    <a:pt x="204" y="204"/>
                  </a:cubicBezTo>
                  <a:cubicBezTo>
                    <a:pt x="207" y="206"/>
                    <a:pt x="207" y="209"/>
                    <a:pt x="211" y="205"/>
                  </a:cubicBezTo>
                  <a:cubicBezTo>
                    <a:pt x="213" y="208"/>
                    <a:pt x="213" y="208"/>
                    <a:pt x="214" y="211"/>
                  </a:cubicBezTo>
                  <a:cubicBezTo>
                    <a:pt x="214" y="214"/>
                    <a:pt x="216" y="221"/>
                    <a:pt x="218" y="222"/>
                  </a:cubicBezTo>
                  <a:cubicBezTo>
                    <a:pt x="224" y="225"/>
                    <a:pt x="222" y="217"/>
                    <a:pt x="222" y="214"/>
                  </a:cubicBezTo>
                  <a:cubicBezTo>
                    <a:pt x="222" y="213"/>
                    <a:pt x="222" y="205"/>
                    <a:pt x="221" y="205"/>
                  </a:cubicBezTo>
                  <a:cubicBezTo>
                    <a:pt x="213" y="203"/>
                    <a:pt x="216" y="197"/>
                    <a:pt x="221" y="193"/>
                  </a:cubicBezTo>
                  <a:cubicBezTo>
                    <a:pt x="222" y="192"/>
                    <a:pt x="227" y="190"/>
                    <a:pt x="230" y="188"/>
                  </a:cubicBezTo>
                  <a:cubicBezTo>
                    <a:pt x="232" y="186"/>
                    <a:pt x="235" y="183"/>
                    <a:pt x="234" y="179"/>
                  </a:cubicBezTo>
                  <a:cubicBezTo>
                    <a:pt x="235" y="179"/>
                    <a:pt x="236" y="178"/>
                    <a:pt x="236" y="177"/>
                  </a:cubicBezTo>
                  <a:cubicBezTo>
                    <a:pt x="236" y="177"/>
                    <a:pt x="233" y="174"/>
                    <a:pt x="232" y="175"/>
                  </a:cubicBezTo>
                  <a:cubicBezTo>
                    <a:pt x="234" y="174"/>
                    <a:pt x="234" y="172"/>
                    <a:pt x="233" y="171"/>
                  </a:cubicBezTo>
                  <a:cubicBezTo>
                    <a:pt x="235" y="169"/>
                    <a:pt x="234" y="166"/>
                    <a:pt x="236" y="165"/>
                  </a:cubicBezTo>
                  <a:cubicBezTo>
                    <a:pt x="239" y="169"/>
                    <a:pt x="245" y="165"/>
                    <a:pt x="242" y="162"/>
                  </a:cubicBezTo>
                  <a:cubicBezTo>
                    <a:pt x="244" y="158"/>
                    <a:pt x="250" y="160"/>
                    <a:pt x="252" y="157"/>
                  </a:cubicBezTo>
                  <a:cubicBezTo>
                    <a:pt x="255" y="158"/>
                    <a:pt x="253" y="153"/>
                    <a:pt x="255" y="150"/>
                  </a:cubicBezTo>
                  <a:cubicBezTo>
                    <a:pt x="256" y="148"/>
                    <a:pt x="259" y="148"/>
                    <a:pt x="262" y="147"/>
                  </a:cubicBezTo>
                  <a:cubicBezTo>
                    <a:pt x="262" y="147"/>
                    <a:pt x="268" y="143"/>
                    <a:pt x="266" y="143"/>
                  </a:cubicBezTo>
                  <a:cubicBezTo>
                    <a:pt x="270" y="144"/>
                    <a:pt x="279" y="139"/>
                    <a:pt x="272" y="135"/>
                  </a:cubicBezTo>
                  <a:cubicBezTo>
                    <a:pt x="273" y="133"/>
                    <a:pt x="270" y="132"/>
                    <a:pt x="268" y="132"/>
                  </a:cubicBezTo>
                  <a:cubicBezTo>
                    <a:pt x="269" y="131"/>
                    <a:pt x="272" y="132"/>
                    <a:pt x="273" y="131"/>
                  </a:cubicBezTo>
                  <a:cubicBezTo>
                    <a:pt x="276" y="129"/>
                    <a:pt x="274" y="128"/>
                    <a:pt x="271" y="127"/>
                  </a:cubicBezTo>
                  <a:cubicBezTo>
                    <a:pt x="268" y="126"/>
                    <a:pt x="263" y="128"/>
                    <a:pt x="261" y="130"/>
                  </a:cubicBezTo>
                  <a:cubicBezTo>
                    <a:pt x="259" y="132"/>
                    <a:pt x="257" y="134"/>
                    <a:pt x="255" y="135"/>
                  </a:cubicBezTo>
                  <a:close/>
                  <a:moveTo>
                    <a:pt x="308" y="302"/>
                  </a:moveTo>
                  <a:cubicBezTo>
                    <a:pt x="306" y="301"/>
                    <a:pt x="303" y="301"/>
                    <a:pt x="301" y="300"/>
                  </a:cubicBezTo>
                  <a:cubicBezTo>
                    <a:pt x="299" y="300"/>
                    <a:pt x="298" y="299"/>
                    <a:pt x="295" y="298"/>
                  </a:cubicBezTo>
                  <a:cubicBezTo>
                    <a:pt x="296" y="293"/>
                    <a:pt x="290" y="292"/>
                    <a:pt x="287" y="289"/>
                  </a:cubicBezTo>
                  <a:cubicBezTo>
                    <a:pt x="284" y="287"/>
                    <a:pt x="282" y="284"/>
                    <a:pt x="277" y="285"/>
                  </a:cubicBezTo>
                  <a:cubicBezTo>
                    <a:pt x="276" y="285"/>
                    <a:pt x="271" y="287"/>
                    <a:pt x="272" y="288"/>
                  </a:cubicBezTo>
                  <a:cubicBezTo>
                    <a:pt x="269" y="285"/>
                    <a:pt x="268" y="284"/>
                    <a:pt x="263" y="282"/>
                  </a:cubicBezTo>
                  <a:cubicBezTo>
                    <a:pt x="259" y="281"/>
                    <a:pt x="257" y="276"/>
                    <a:pt x="253" y="281"/>
                  </a:cubicBezTo>
                  <a:cubicBezTo>
                    <a:pt x="251" y="283"/>
                    <a:pt x="252" y="286"/>
                    <a:pt x="251" y="288"/>
                  </a:cubicBezTo>
                  <a:cubicBezTo>
                    <a:pt x="247" y="285"/>
                    <a:pt x="254" y="282"/>
                    <a:pt x="251" y="279"/>
                  </a:cubicBezTo>
                  <a:cubicBezTo>
                    <a:pt x="248" y="275"/>
                    <a:pt x="243" y="281"/>
                    <a:pt x="240" y="282"/>
                  </a:cubicBezTo>
                  <a:cubicBezTo>
                    <a:pt x="239" y="284"/>
                    <a:pt x="237" y="284"/>
                    <a:pt x="236" y="286"/>
                  </a:cubicBezTo>
                  <a:cubicBezTo>
                    <a:pt x="235" y="287"/>
                    <a:pt x="234" y="290"/>
                    <a:pt x="233" y="291"/>
                  </a:cubicBezTo>
                  <a:cubicBezTo>
                    <a:pt x="233" y="289"/>
                    <a:pt x="228" y="290"/>
                    <a:pt x="228" y="288"/>
                  </a:cubicBezTo>
                  <a:cubicBezTo>
                    <a:pt x="229" y="294"/>
                    <a:pt x="229" y="301"/>
                    <a:pt x="230" y="307"/>
                  </a:cubicBezTo>
                  <a:cubicBezTo>
                    <a:pt x="231" y="310"/>
                    <a:pt x="230" y="316"/>
                    <a:pt x="227" y="319"/>
                  </a:cubicBezTo>
                  <a:cubicBezTo>
                    <a:pt x="224" y="321"/>
                    <a:pt x="221" y="324"/>
                    <a:pt x="220" y="329"/>
                  </a:cubicBezTo>
                  <a:cubicBezTo>
                    <a:pt x="220" y="332"/>
                    <a:pt x="220" y="334"/>
                    <a:pt x="223" y="335"/>
                  </a:cubicBezTo>
                  <a:cubicBezTo>
                    <a:pt x="223" y="339"/>
                    <a:pt x="219" y="342"/>
                    <a:pt x="219" y="346"/>
                  </a:cubicBezTo>
                  <a:cubicBezTo>
                    <a:pt x="219" y="346"/>
                    <a:pt x="220" y="348"/>
                    <a:pt x="220" y="350"/>
                  </a:cubicBezTo>
                  <a:cubicBezTo>
                    <a:pt x="254" y="344"/>
                    <a:pt x="285" y="327"/>
                    <a:pt x="308" y="302"/>
                  </a:cubicBezTo>
                  <a:close/>
                </a:path>
              </a:pathLst>
            </a:custGeom>
            <a:solidFill>
              <a:schemeClr val="accent5"/>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grpSp>
        <p:nvGrpSpPr>
          <p:cNvPr id="21" name="Group 81"/>
          <p:cNvGrpSpPr/>
          <p:nvPr/>
        </p:nvGrpSpPr>
        <p:grpSpPr>
          <a:xfrm>
            <a:off x="691141" y="2118437"/>
            <a:ext cx="772052" cy="749947"/>
            <a:chOff x="735191" y="1461827"/>
            <a:chExt cx="579038" cy="562460"/>
          </a:xfrm>
        </p:grpSpPr>
        <p:sp>
          <p:nvSpPr>
            <p:cNvPr id="25" name="Oval 24"/>
            <p:cNvSpPr>
              <a:spLocks noChangeAspect="1"/>
            </p:cNvSpPr>
            <p:nvPr/>
          </p:nvSpPr>
          <p:spPr>
            <a:xfrm>
              <a:off x="735191" y="1461827"/>
              <a:ext cx="579038" cy="56246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375467" fontAlgn="auto">
                <a:spcBef>
                  <a:spcPts val="0"/>
                </a:spcBef>
                <a:spcAft>
                  <a:spcPts val="0"/>
                </a:spcAft>
              </a:pPr>
              <a:endParaRPr lang="en-US" sz="2667" b="1" dirty="0">
                <a:solidFill>
                  <a:srgbClr val="237DB9"/>
                </a:solidFill>
                <a:latin typeface="FontAwesome" pitchFamily="2" charset="0"/>
              </a:endParaRPr>
            </a:p>
          </p:txBody>
        </p:sp>
        <p:sp>
          <p:nvSpPr>
            <p:cNvPr id="78" name="Freeform 245"/>
            <p:cNvSpPr>
              <a:spLocks/>
            </p:cNvSpPr>
            <p:nvPr/>
          </p:nvSpPr>
          <p:spPr bwMode="auto">
            <a:xfrm>
              <a:off x="908029" y="1626376"/>
              <a:ext cx="233363" cy="233363"/>
            </a:xfrm>
            <a:custGeom>
              <a:avLst/>
              <a:gdLst/>
              <a:ahLst/>
              <a:cxnLst>
                <a:cxn ang="0">
                  <a:pos x="68" y="3"/>
                </a:cxn>
                <a:cxn ang="0">
                  <a:pos x="58" y="61"/>
                </a:cxn>
                <a:cxn ang="0">
                  <a:pos x="57" y="63"/>
                </a:cxn>
                <a:cxn ang="0">
                  <a:pos x="56" y="63"/>
                </a:cxn>
                <a:cxn ang="0">
                  <a:pos x="55" y="63"/>
                </a:cxn>
                <a:cxn ang="0">
                  <a:pos x="38" y="56"/>
                </a:cxn>
                <a:cxn ang="0">
                  <a:pos x="28" y="67"/>
                </a:cxn>
                <a:cxn ang="0">
                  <a:pos x="26" y="68"/>
                </a:cxn>
                <a:cxn ang="0">
                  <a:pos x="26" y="68"/>
                </a:cxn>
                <a:cxn ang="0">
                  <a:pos x="24" y="65"/>
                </a:cxn>
                <a:cxn ang="0">
                  <a:pos x="24" y="52"/>
                </a:cxn>
                <a:cxn ang="0">
                  <a:pos x="57" y="12"/>
                </a:cxn>
                <a:cxn ang="0">
                  <a:pos x="16" y="47"/>
                </a:cxn>
                <a:cxn ang="0">
                  <a:pos x="1" y="41"/>
                </a:cxn>
                <a:cxn ang="0">
                  <a:pos x="0" y="39"/>
                </a:cxn>
                <a:cxn ang="0">
                  <a:pos x="1" y="36"/>
                </a:cxn>
                <a:cxn ang="0">
                  <a:pos x="64" y="0"/>
                </a:cxn>
                <a:cxn ang="0">
                  <a:pos x="65" y="0"/>
                </a:cxn>
                <a:cxn ang="0">
                  <a:pos x="67" y="0"/>
                </a:cxn>
                <a:cxn ang="0">
                  <a:pos x="68" y="3"/>
                </a:cxn>
              </a:cxnLst>
              <a:rect l="0" t="0" r="r" b="b"/>
              <a:pathLst>
                <a:path w="68" h="68">
                  <a:moveTo>
                    <a:pt x="68" y="3"/>
                  </a:moveTo>
                  <a:cubicBezTo>
                    <a:pt x="58" y="61"/>
                    <a:pt x="58" y="61"/>
                    <a:pt x="58" y="61"/>
                  </a:cubicBezTo>
                  <a:cubicBezTo>
                    <a:pt x="58" y="62"/>
                    <a:pt x="57" y="62"/>
                    <a:pt x="57" y="63"/>
                  </a:cubicBezTo>
                  <a:cubicBezTo>
                    <a:pt x="56" y="63"/>
                    <a:pt x="56" y="63"/>
                    <a:pt x="56" y="63"/>
                  </a:cubicBezTo>
                  <a:cubicBezTo>
                    <a:pt x="55" y="63"/>
                    <a:pt x="55" y="63"/>
                    <a:pt x="55" y="63"/>
                  </a:cubicBezTo>
                  <a:cubicBezTo>
                    <a:pt x="38" y="56"/>
                    <a:pt x="38" y="56"/>
                    <a:pt x="38" y="56"/>
                  </a:cubicBezTo>
                  <a:cubicBezTo>
                    <a:pt x="28" y="67"/>
                    <a:pt x="28" y="67"/>
                    <a:pt x="28" y="67"/>
                  </a:cubicBezTo>
                  <a:cubicBezTo>
                    <a:pt x="28" y="67"/>
                    <a:pt x="27" y="68"/>
                    <a:pt x="26" y="68"/>
                  </a:cubicBezTo>
                  <a:cubicBezTo>
                    <a:pt x="26" y="68"/>
                    <a:pt x="26" y="68"/>
                    <a:pt x="26" y="68"/>
                  </a:cubicBezTo>
                  <a:cubicBezTo>
                    <a:pt x="25" y="67"/>
                    <a:pt x="24" y="66"/>
                    <a:pt x="24" y="65"/>
                  </a:cubicBezTo>
                  <a:cubicBezTo>
                    <a:pt x="24" y="52"/>
                    <a:pt x="24" y="52"/>
                    <a:pt x="24" y="52"/>
                  </a:cubicBezTo>
                  <a:cubicBezTo>
                    <a:pt x="57" y="12"/>
                    <a:pt x="57" y="12"/>
                    <a:pt x="57" y="12"/>
                  </a:cubicBezTo>
                  <a:cubicBezTo>
                    <a:pt x="16" y="47"/>
                    <a:pt x="16" y="47"/>
                    <a:pt x="16" y="47"/>
                  </a:cubicBezTo>
                  <a:cubicBezTo>
                    <a:pt x="1" y="41"/>
                    <a:pt x="1" y="41"/>
                    <a:pt x="1" y="41"/>
                  </a:cubicBezTo>
                  <a:cubicBezTo>
                    <a:pt x="0" y="40"/>
                    <a:pt x="0" y="40"/>
                    <a:pt x="0" y="39"/>
                  </a:cubicBezTo>
                  <a:cubicBezTo>
                    <a:pt x="0" y="38"/>
                    <a:pt x="0" y="37"/>
                    <a:pt x="1" y="36"/>
                  </a:cubicBezTo>
                  <a:cubicBezTo>
                    <a:pt x="64" y="0"/>
                    <a:pt x="64" y="0"/>
                    <a:pt x="64" y="0"/>
                  </a:cubicBezTo>
                  <a:cubicBezTo>
                    <a:pt x="65" y="0"/>
                    <a:pt x="65" y="0"/>
                    <a:pt x="65" y="0"/>
                  </a:cubicBezTo>
                  <a:cubicBezTo>
                    <a:pt x="66" y="0"/>
                    <a:pt x="66" y="0"/>
                    <a:pt x="67" y="0"/>
                  </a:cubicBezTo>
                  <a:cubicBezTo>
                    <a:pt x="68" y="1"/>
                    <a:pt x="68" y="2"/>
                    <a:pt x="68" y="3"/>
                  </a:cubicBezTo>
                  <a:close/>
                </a:path>
              </a:pathLst>
            </a:custGeom>
            <a:solidFill>
              <a:schemeClr val="accent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sp>
        <p:nvSpPr>
          <p:cNvPr id="29" name="Rectangle 28"/>
          <p:cNvSpPr/>
          <p:nvPr/>
        </p:nvSpPr>
        <p:spPr>
          <a:xfrm rot="5400000">
            <a:off x="5379834" y="-5426678"/>
            <a:ext cx="1350767" cy="12192002"/>
          </a:xfrm>
          <a:prstGeom prst="rect">
            <a:avLst/>
          </a:prstGeom>
          <a:solidFill>
            <a:srgbClr val="E7E6E6">
              <a:lumMod val="25000"/>
            </a:srgbClr>
          </a:solidFill>
          <a:ln w="12700" cap="flat" cmpd="sng" algn="ctr">
            <a:noFill/>
            <a:prstDash val="solid"/>
            <a:miter lim="800000"/>
          </a:ln>
          <a:effectLst/>
        </p:spPr>
        <p:txBody>
          <a:bodyPr rtlCol="0" anchor="ctr"/>
          <a:lstStyle/>
          <a:p>
            <a:pPr algn="ctr" fontAlgn="auto">
              <a:spcBef>
                <a:spcPts val="0"/>
              </a:spcBef>
              <a:spcAft>
                <a:spcPts val="0"/>
              </a:spcAft>
            </a:pPr>
            <a:endParaRPr lang="en-AU" kern="0" smtClean="0">
              <a:solidFill>
                <a:prstClr val="white"/>
              </a:solidFill>
              <a:latin typeface="Roboto Lt"/>
            </a:endParaRPr>
          </a:p>
        </p:txBody>
      </p:sp>
      <p:sp>
        <p:nvSpPr>
          <p:cNvPr id="30" name="TextBox 29"/>
          <p:cNvSpPr txBox="1"/>
          <p:nvPr/>
        </p:nvSpPr>
        <p:spPr>
          <a:xfrm>
            <a:off x="1902320" y="293158"/>
            <a:ext cx="9294641" cy="615553"/>
          </a:xfrm>
          <a:prstGeom prst="rect">
            <a:avLst/>
          </a:prstGeom>
          <a:noFill/>
        </p:spPr>
        <p:txBody>
          <a:bodyPr wrap="square" lIns="0" tIns="0" rIns="0" bIns="0" rtlCol="0">
            <a:spAutoFit/>
          </a:bodyPr>
          <a:lstStyle/>
          <a:p>
            <a:pPr marL="742950" indent="-742950" algn="r" rtl="1" fontAlgn="auto">
              <a:spcBef>
                <a:spcPts val="0"/>
              </a:spcBef>
              <a:spcAft>
                <a:spcPts val="0"/>
              </a:spcAft>
              <a:buFont typeface="+mj-lt"/>
              <a:buAutoNum type="arabicPeriod" startAt="4"/>
            </a:pPr>
            <a:r>
              <a:rPr lang="ar-SA" sz="4000" b="1" i="1" u="sng" dirty="0" smtClean="0">
                <a:solidFill>
                  <a:prstClr val="white"/>
                </a:solidFill>
                <a:latin typeface="Source Sans Pro" panose="020B0503030403020204" pitchFamily="34" charset="0"/>
                <a:cs typeface="Clear Sans" panose="020B0503030202020304" pitchFamily="34" charset="0"/>
              </a:rPr>
              <a:t>مضار </a:t>
            </a:r>
            <a:r>
              <a:rPr lang="ar-SA" sz="4000" b="1" i="1" u="sng" dirty="0">
                <a:solidFill>
                  <a:prstClr val="white"/>
                </a:solidFill>
                <a:latin typeface="Source Sans Pro" panose="020B0503030403020204" pitchFamily="34" charset="0"/>
                <a:cs typeface="Clear Sans" panose="020B0503030202020304" pitchFamily="34" charset="0"/>
              </a:rPr>
              <a:t>هوس التكنولوجيا</a:t>
            </a:r>
            <a:endParaRPr lang="id-ID" sz="4000" b="1" i="1" u="sng" dirty="0">
              <a:solidFill>
                <a:prstClr val="white"/>
              </a:solidFill>
              <a:latin typeface="Source Sans Pro" panose="020B0503030403020204" pitchFamily="34" charset="0"/>
              <a:cs typeface="Clear Sans" panose="020B0503030202020304" pitchFamily="34" charset="0"/>
            </a:endParaRPr>
          </a:p>
        </p:txBody>
      </p:sp>
    </p:spTree>
    <p:extLst>
      <p:ext uri="{BB962C8B-B14F-4D97-AF65-F5344CB8AC3E}">
        <p14:creationId xmlns:p14="http://schemas.microsoft.com/office/powerpoint/2010/main" val="65725431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grpId="0" nodeType="afterEffect">
                                  <p:stCondLst>
                                    <p:cond delay="0"/>
                                  </p:stCondLst>
                                  <p:childTnLst>
                                    <p:set>
                                      <p:cBhvr>
                                        <p:cTn id="6" dur="1" fill="hold">
                                          <p:stCondLst>
                                            <p:cond delay="0"/>
                                          </p:stCondLst>
                                        </p:cTn>
                                        <p:tgtEl>
                                          <p:spTgt spid="29"/>
                                        </p:tgtEl>
                                        <p:attrNameLst>
                                          <p:attrName>style.visibility</p:attrName>
                                        </p:attrNameLst>
                                      </p:cBhvr>
                                      <p:to>
                                        <p:strVal val="visible"/>
                                      </p:to>
                                    </p:set>
                                    <p:animEffect transition="in" filter="wipe(right)">
                                      <p:cBhvr>
                                        <p:cTn id="7" dur="500"/>
                                        <p:tgtEl>
                                          <p:spTgt spid="29"/>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30"/>
                                        </p:tgtEl>
                                        <p:attrNameLst>
                                          <p:attrName>style.visibility</p:attrName>
                                        </p:attrNameLst>
                                      </p:cBhvr>
                                      <p:to>
                                        <p:strVal val="visible"/>
                                      </p:to>
                                    </p:set>
                                    <p:animEffect transition="in" filter="fade">
                                      <p:cBhvr>
                                        <p:cTn id="11" dur="500"/>
                                        <p:tgtEl>
                                          <p:spTgt spid="30"/>
                                        </p:tgtEl>
                                      </p:cBhvr>
                                    </p:animEffect>
                                  </p:childTnLst>
                                </p:cTn>
                              </p:par>
                              <p:par>
                                <p:cTn id="12" presetID="18" presetClass="entr" presetSubtype="3" fill="hold" nodeType="withEffect">
                                  <p:stCondLst>
                                    <p:cond delay="0"/>
                                  </p:stCondLst>
                                  <p:childTnLst>
                                    <p:set>
                                      <p:cBhvr>
                                        <p:cTn id="13" dur="1" fill="hold">
                                          <p:stCondLst>
                                            <p:cond delay="0"/>
                                          </p:stCondLst>
                                        </p:cTn>
                                        <p:tgtEl>
                                          <p:spTgt spid="68"/>
                                        </p:tgtEl>
                                        <p:attrNameLst>
                                          <p:attrName>style.visibility</p:attrName>
                                        </p:attrNameLst>
                                      </p:cBhvr>
                                      <p:to>
                                        <p:strVal val="visible"/>
                                      </p:to>
                                    </p:set>
                                    <p:animEffect transition="in" filter="strips(upRight)">
                                      <p:cBhvr>
                                        <p:cTn id="14" dur="500"/>
                                        <p:tgtEl>
                                          <p:spTgt spid="68"/>
                                        </p:tgtEl>
                                      </p:cBhvr>
                                    </p:animEffect>
                                  </p:childTnLst>
                                </p:cTn>
                              </p:par>
                            </p:childTnLst>
                          </p:cTn>
                        </p:par>
                        <p:par>
                          <p:cTn id="15" fill="hold">
                            <p:stCondLst>
                              <p:cond delay="1000"/>
                            </p:stCondLst>
                            <p:childTnLst>
                              <p:par>
                                <p:cTn id="16" presetID="2" presetClass="entr" presetSubtype="8" accel="50000" decel="50000" fill="hold" nodeType="afterEffect">
                                  <p:stCondLst>
                                    <p:cond delay="0"/>
                                  </p:stCondLst>
                                  <p:childTnLst>
                                    <p:set>
                                      <p:cBhvr>
                                        <p:cTn id="17" dur="1" fill="hold">
                                          <p:stCondLst>
                                            <p:cond delay="0"/>
                                          </p:stCondLst>
                                        </p:cTn>
                                        <p:tgtEl>
                                          <p:spTgt spid="3"/>
                                        </p:tgtEl>
                                        <p:attrNameLst>
                                          <p:attrName>style.visibility</p:attrName>
                                        </p:attrNameLst>
                                      </p:cBhvr>
                                      <p:to>
                                        <p:strVal val="visible"/>
                                      </p:to>
                                    </p:set>
                                    <p:anim calcmode="lin" valueType="num">
                                      <p:cBhvr additive="base">
                                        <p:cTn id="18" dur="500" fill="hold"/>
                                        <p:tgtEl>
                                          <p:spTgt spid="3"/>
                                        </p:tgtEl>
                                        <p:attrNameLst>
                                          <p:attrName>ppt_x</p:attrName>
                                        </p:attrNameLst>
                                      </p:cBhvr>
                                      <p:tavLst>
                                        <p:tav tm="0">
                                          <p:val>
                                            <p:strVal val="0-#ppt_w/2"/>
                                          </p:val>
                                        </p:tav>
                                        <p:tav tm="100000">
                                          <p:val>
                                            <p:strVal val="#ppt_x"/>
                                          </p:val>
                                        </p:tav>
                                      </p:tavLst>
                                    </p:anim>
                                    <p:anim calcmode="lin" valueType="num">
                                      <p:cBhvr additive="base">
                                        <p:cTn id="19" dur="500" fill="hold"/>
                                        <p:tgtEl>
                                          <p:spTgt spid="3"/>
                                        </p:tgtEl>
                                        <p:attrNameLst>
                                          <p:attrName>ppt_y</p:attrName>
                                        </p:attrNameLst>
                                      </p:cBhvr>
                                      <p:tavLst>
                                        <p:tav tm="0">
                                          <p:val>
                                            <p:strVal val="#ppt_y"/>
                                          </p:val>
                                        </p:tav>
                                        <p:tav tm="100000">
                                          <p:val>
                                            <p:strVal val="#ppt_y"/>
                                          </p:val>
                                        </p:tav>
                                      </p:tavLst>
                                    </p:anim>
                                  </p:childTnLst>
                                </p:cTn>
                              </p:par>
                            </p:childTnLst>
                          </p:cTn>
                        </p:par>
                        <p:par>
                          <p:cTn id="20" fill="hold">
                            <p:stCondLst>
                              <p:cond delay="1500"/>
                            </p:stCondLst>
                            <p:childTnLst>
                              <p:par>
                                <p:cTn id="21" presetID="53" presetClass="entr" presetSubtype="0" fill="hold" nodeType="afterEffect">
                                  <p:stCondLst>
                                    <p:cond delay="0"/>
                                  </p:stCondLst>
                                  <p:childTnLst>
                                    <p:set>
                                      <p:cBhvr>
                                        <p:cTn id="22" dur="1" fill="hold">
                                          <p:stCondLst>
                                            <p:cond delay="0"/>
                                          </p:stCondLst>
                                        </p:cTn>
                                        <p:tgtEl>
                                          <p:spTgt spid="21"/>
                                        </p:tgtEl>
                                        <p:attrNameLst>
                                          <p:attrName>style.visibility</p:attrName>
                                        </p:attrNameLst>
                                      </p:cBhvr>
                                      <p:to>
                                        <p:strVal val="visible"/>
                                      </p:to>
                                    </p:set>
                                    <p:anim calcmode="lin" valueType="num">
                                      <p:cBhvr>
                                        <p:cTn id="23" dur="500" fill="hold"/>
                                        <p:tgtEl>
                                          <p:spTgt spid="21"/>
                                        </p:tgtEl>
                                        <p:attrNameLst>
                                          <p:attrName>ppt_w</p:attrName>
                                        </p:attrNameLst>
                                      </p:cBhvr>
                                      <p:tavLst>
                                        <p:tav tm="0">
                                          <p:val>
                                            <p:fltVal val="0"/>
                                          </p:val>
                                        </p:tav>
                                        <p:tav tm="100000">
                                          <p:val>
                                            <p:strVal val="#ppt_w"/>
                                          </p:val>
                                        </p:tav>
                                      </p:tavLst>
                                    </p:anim>
                                    <p:anim calcmode="lin" valueType="num">
                                      <p:cBhvr>
                                        <p:cTn id="24" dur="500" fill="hold"/>
                                        <p:tgtEl>
                                          <p:spTgt spid="21"/>
                                        </p:tgtEl>
                                        <p:attrNameLst>
                                          <p:attrName>ppt_h</p:attrName>
                                        </p:attrNameLst>
                                      </p:cBhvr>
                                      <p:tavLst>
                                        <p:tav tm="0">
                                          <p:val>
                                            <p:fltVal val="0"/>
                                          </p:val>
                                        </p:tav>
                                        <p:tav tm="100000">
                                          <p:val>
                                            <p:strVal val="#ppt_h"/>
                                          </p:val>
                                        </p:tav>
                                      </p:tavLst>
                                    </p:anim>
                                    <p:animEffect transition="in" filter="fade">
                                      <p:cBhvr>
                                        <p:cTn id="25" dur="500"/>
                                        <p:tgtEl>
                                          <p:spTgt spid="21"/>
                                        </p:tgtEl>
                                      </p:cBhvr>
                                    </p:animEffect>
                                  </p:childTnLst>
                                </p:cTn>
                              </p:par>
                            </p:childTnLst>
                          </p:cTn>
                        </p:par>
                        <p:par>
                          <p:cTn id="26" fill="hold">
                            <p:stCondLst>
                              <p:cond delay="2000"/>
                            </p:stCondLst>
                            <p:childTnLst>
                              <p:par>
                                <p:cTn id="27" presetID="2" presetClass="entr" presetSubtype="2" accel="50000" decel="50000" fill="hold" nodeType="afterEffect">
                                  <p:stCondLst>
                                    <p:cond delay="0"/>
                                  </p:stCondLst>
                                  <p:childTnLst>
                                    <p:set>
                                      <p:cBhvr>
                                        <p:cTn id="28" dur="1" fill="hold">
                                          <p:stCondLst>
                                            <p:cond delay="0"/>
                                          </p:stCondLst>
                                        </p:cTn>
                                        <p:tgtEl>
                                          <p:spTgt spid="14"/>
                                        </p:tgtEl>
                                        <p:attrNameLst>
                                          <p:attrName>style.visibility</p:attrName>
                                        </p:attrNameLst>
                                      </p:cBhvr>
                                      <p:to>
                                        <p:strVal val="visible"/>
                                      </p:to>
                                    </p:set>
                                    <p:anim calcmode="lin" valueType="num">
                                      <p:cBhvr additive="base">
                                        <p:cTn id="29" dur="500" fill="hold"/>
                                        <p:tgtEl>
                                          <p:spTgt spid="14"/>
                                        </p:tgtEl>
                                        <p:attrNameLst>
                                          <p:attrName>ppt_x</p:attrName>
                                        </p:attrNameLst>
                                      </p:cBhvr>
                                      <p:tavLst>
                                        <p:tav tm="0">
                                          <p:val>
                                            <p:strVal val="1+#ppt_w/2"/>
                                          </p:val>
                                        </p:tav>
                                        <p:tav tm="100000">
                                          <p:val>
                                            <p:strVal val="#ppt_x"/>
                                          </p:val>
                                        </p:tav>
                                      </p:tavLst>
                                    </p:anim>
                                    <p:anim calcmode="lin" valueType="num">
                                      <p:cBhvr additive="base">
                                        <p:cTn id="30" dur="500" fill="hold"/>
                                        <p:tgtEl>
                                          <p:spTgt spid="14"/>
                                        </p:tgtEl>
                                        <p:attrNameLst>
                                          <p:attrName>ppt_y</p:attrName>
                                        </p:attrNameLst>
                                      </p:cBhvr>
                                      <p:tavLst>
                                        <p:tav tm="0">
                                          <p:val>
                                            <p:strVal val="#ppt_y"/>
                                          </p:val>
                                        </p:tav>
                                        <p:tav tm="100000">
                                          <p:val>
                                            <p:strVal val="#ppt_y"/>
                                          </p:val>
                                        </p:tav>
                                      </p:tavLst>
                                    </p:anim>
                                  </p:childTnLst>
                                </p:cTn>
                              </p:par>
                            </p:childTnLst>
                          </p:cTn>
                        </p:par>
                        <p:par>
                          <p:cTn id="31" fill="hold">
                            <p:stCondLst>
                              <p:cond delay="2500"/>
                            </p:stCondLst>
                            <p:childTnLst>
                              <p:par>
                                <p:cTn id="32" presetID="53" presetClass="entr" presetSubtype="0" fill="hold" nodeType="afterEffect">
                                  <p:stCondLst>
                                    <p:cond delay="0"/>
                                  </p:stCondLst>
                                  <p:childTnLst>
                                    <p:set>
                                      <p:cBhvr>
                                        <p:cTn id="33" dur="1" fill="hold">
                                          <p:stCondLst>
                                            <p:cond delay="0"/>
                                          </p:stCondLst>
                                        </p:cTn>
                                        <p:tgtEl>
                                          <p:spTgt spid="20"/>
                                        </p:tgtEl>
                                        <p:attrNameLst>
                                          <p:attrName>style.visibility</p:attrName>
                                        </p:attrNameLst>
                                      </p:cBhvr>
                                      <p:to>
                                        <p:strVal val="visible"/>
                                      </p:to>
                                    </p:set>
                                    <p:anim calcmode="lin" valueType="num">
                                      <p:cBhvr>
                                        <p:cTn id="34" dur="500" fill="hold"/>
                                        <p:tgtEl>
                                          <p:spTgt spid="20"/>
                                        </p:tgtEl>
                                        <p:attrNameLst>
                                          <p:attrName>ppt_w</p:attrName>
                                        </p:attrNameLst>
                                      </p:cBhvr>
                                      <p:tavLst>
                                        <p:tav tm="0">
                                          <p:val>
                                            <p:fltVal val="0"/>
                                          </p:val>
                                        </p:tav>
                                        <p:tav tm="100000">
                                          <p:val>
                                            <p:strVal val="#ppt_w"/>
                                          </p:val>
                                        </p:tav>
                                      </p:tavLst>
                                    </p:anim>
                                    <p:anim calcmode="lin" valueType="num">
                                      <p:cBhvr>
                                        <p:cTn id="35" dur="500" fill="hold"/>
                                        <p:tgtEl>
                                          <p:spTgt spid="20"/>
                                        </p:tgtEl>
                                        <p:attrNameLst>
                                          <p:attrName>ppt_h</p:attrName>
                                        </p:attrNameLst>
                                      </p:cBhvr>
                                      <p:tavLst>
                                        <p:tav tm="0">
                                          <p:val>
                                            <p:fltVal val="0"/>
                                          </p:val>
                                        </p:tav>
                                        <p:tav tm="100000">
                                          <p:val>
                                            <p:strVal val="#ppt_h"/>
                                          </p:val>
                                        </p:tav>
                                      </p:tavLst>
                                    </p:anim>
                                    <p:animEffect transition="in" filter="fade">
                                      <p:cBhvr>
                                        <p:cTn id="36" dur="500"/>
                                        <p:tgtEl>
                                          <p:spTgt spid="20"/>
                                        </p:tgtEl>
                                      </p:cBhvr>
                                    </p:animEffect>
                                  </p:childTnLst>
                                </p:cTn>
                              </p:par>
                            </p:childTnLst>
                          </p:cTn>
                        </p:par>
                        <p:par>
                          <p:cTn id="37" fill="hold">
                            <p:stCondLst>
                              <p:cond delay="3000"/>
                            </p:stCondLst>
                            <p:childTnLst>
                              <p:par>
                                <p:cTn id="38" presetID="2" presetClass="entr" presetSubtype="8" accel="50000" decel="50000" fill="hold" nodeType="afterEffect">
                                  <p:stCondLst>
                                    <p:cond delay="0"/>
                                  </p:stCondLst>
                                  <p:childTnLst>
                                    <p:set>
                                      <p:cBhvr>
                                        <p:cTn id="39" dur="1" fill="hold">
                                          <p:stCondLst>
                                            <p:cond delay="0"/>
                                          </p:stCondLst>
                                        </p:cTn>
                                        <p:tgtEl>
                                          <p:spTgt spid="10"/>
                                        </p:tgtEl>
                                        <p:attrNameLst>
                                          <p:attrName>style.visibility</p:attrName>
                                        </p:attrNameLst>
                                      </p:cBhvr>
                                      <p:to>
                                        <p:strVal val="visible"/>
                                      </p:to>
                                    </p:set>
                                    <p:anim calcmode="lin" valueType="num">
                                      <p:cBhvr additive="base">
                                        <p:cTn id="40" dur="500" fill="hold"/>
                                        <p:tgtEl>
                                          <p:spTgt spid="10"/>
                                        </p:tgtEl>
                                        <p:attrNameLst>
                                          <p:attrName>ppt_x</p:attrName>
                                        </p:attrNameLst>
                                      </p:cBhvr>
                                      <p:tavLst>
                                        <p:tav tm="0">
                                          <p:val>
                                            <p:strVal val="0-#ppt_w/2"/>
                                          </p:val>
                                        </p:tav>
                                        <p:tav tm="100000">
                                          <p:val>
                                            <p:strVal val="#ppt_x"/>
                                          </p:val>
                                        </p:tav>
                                      </p:tavLst>
                                    </p:anim>
                                    <p:anim calcmode="lin" valueType="num">
                                      <p:cBhvr additive="base">
                                        <p:cTn id="41" dur="500" fill="hold"/>
                                        <p:tgtEl>
                                          <p:spTgt spid="10"/>
                                        </p:tgtEl>
                                        <p:attrNameLst>
                                          <p:attrName>ppt_y</p:attrName>
                                        </p:attrNameLst>
                                      </p:cBhvr>
                                      <p:tavLst>
                                        <p:tav tm="0">
                                          <p:val>
                                            <p:strVal val="#ppt_y"/>
                                          </p:val>
                                        </p:tav>
                                        <p:tav tm="100000">
                                          <p:val>
                                            <p:strVal val="#ppt_y"/>
                                          </p:val>
                                        </p:tav>
                                      </p:tavLst>
                                    </p:anim>
                                  </p:childTnLst>
                                </p:cTn>
                              </p:par>
                            </p:childTnLst>
                          </p:cTn>
                        </p:par>
                        <p:par>
                          <p:cTn id="42" fill="hold">
                            <p:stCondLst>
                              <p:cond delay="3500"/>
                            </p:stCondLst>
                            <p:childTnLst>
                              <p:par>
                                <p:cTn id="43" presetID="53" presetClass="entr" presetSubtype="0" fill="hold" nodeType="afterEffect">
                                  <p:stCondLst>
                                    <p:cond delay="0"/>
                                  </p:stCondLst>
                                  <p:childTnLst>
                                    <p:set>
                                      <p:cBhvr>
                                        <p:cTn id="44" dur="1" fill="hold">
                                          <p:stCondLst>
                                            <p:cond delay="0"/>
                                          </p:stCondLst>
                                        </p:cTn>
                                        <p:tgtEl>
                                          <p:spTgt spid="19"/>
                                        </p:tgtEl>
                                        <p:attrNameLst>
                                          <p:attrName>style.visibility</p:attrName>
                                        </p:attrNameLst>
                                      </p:cBhvr>
                                      <p:to>
                                        <p:strVal val="visible"/>
                                      </p:to>
                                    </p:set>
                                    <p:anim calcmode="lin" valueType="num">
                                      <p:cBhvr>
                                        <p:cTn id="45" dur="500" fill="hold"/>
                                        <p:tgtEl>
                                          <p:spTgt spid="19"/>
                                        </p:tgtEl>
                                        <p:attrNameLst>
                                          <p:attrName>ppt_w</p:attrName>
                                        </p:attrNameLst>
                                      </p:cBhvr>
                                      <p:tavLst>
                                        <p:tav tm="0">
                                          <p:val>
                                            <p:fltVal val="0"/>
                                          </p:val>
                                        </p:tav>
                                        <p:tav tm="100000">
                                          <p:val>
                                            <p:strVal val="#ppt_w"/>
                                          </p:val>
                                        </p:tav>
                                      </p:tavLst>
                                    </p:anim>
                                    <p:anim calcmode="lin" valueType="num">
                                      <p:cBhvr>
                                        <p:cTn id="46" dur="500" fill="hold"/>
                                        <p:tgtEl>
                                          <p:spTgt spid="19"/>
                                        </p:tgtEl>
                                        <p:attrNameLst>
                                          <p:attrName>ppt_h</p:attrName>
                                        </p:attrNameLst>
                                      </p:cBhvr>
                                      <p:tavLst>
                                        <p:tav tm="0">
                                          <p:val>
                                            <p:fltVal val="0"/>
                                          </p:val>
                                        </p:tav>
                                        <p:tav tm="100000">
                                          <p:val>
                                            <p:strVal val="#ppt_h"/>
                                          </p:val>
                                        </p:tav>
                                      </p:tavLst>
                                    </p:anim>
                                    <p:animEffect transition="in" filter="fade">
                                      <p:cBhvr>
                                        <p:cTn id="4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animBg="1"/>
      <p:bldP spid="30" grpId="0"/>
    </p:bld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38"/>
          <p:cNvGrpSpPr/>
          <p:nvPr/>
        </p:nvGrpSpPr>
        <p:grpSpPr>
          <a:xfrm>
            <a:off x="858813" y="1985339"/>
            <a:ext cx="5166071" cy="1088295"/>
            <a:chOff x="644107" y="1330751"/>
            <a:chExt cx="3874553" cy="816221"/>
          </a:xfrm>
        </p:grpSpPr>
        <p:sp>
          <p:nvSpPr>
            <p:cNvPr id="38" name="Rounded Rectangle 37"/>
            <p:cNvSpPr/>
            <p:nvPr/>
          </p:nvSpPr>
          <p:spPr>
            <a:xfrm>
              <a:off x="644107" y="1384863"/>
              <a:ext cx="3725972" cy="762109"/>
            </a:xfrm>
            <a:prstGeom prst="roundRect">
              <a:avLst>
                <a:gd name="adj" fmla="val 50000"/>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33" name="Rounded Rectangle 32"/>
            <p:cNvSpPr/>
            <p:nvPr/>
          </p:nvSpPr>
          <p:spPr>
            <a:xfrm>
              <a:off x="644107" y="1330751"/>
              <a:ext cx="3725972" cy="762109"/>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37" name="Isosceles Triangle 36"/>
            <p:cNvSpPr/>
            <p:nvPr/>
          </p:nvSpPr>
          <p:spPr>
            <a:xfrm rot="5400000">
              <a:off x="4322531" y="1607670"/>
              <a:ext cx="183987" cy="208271"/>
            </a:xfrm>
            <a:prstGeom prst="triangl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grpSp>
      <p:sp>
        <p:nvSpPr>
          <p:cNvPr id="7" name="TextBox 6"/>
          <p:cNvSpPr txBox="1"/>
          <p:nvPr/>
        </p:nvSpPr>
        <p:spPr>
          <a:xfrm>
            <a:off x="1463193" y="2291898"/>
            <a:ext cx="4212882" cy="430887"/>
          </a:xfrm>
          <a:prstGeom prst="rect">
            <a:avLst/>
          </a:prstGeom>
          <a:noFill/>
        </p:spPr>
        <p:txBody>
          <a:bodyPr wrap="square" lIns="0" tIns="0" rIns="0" bIns="0" rtlCol="0" anchor="ctr">
            <a:spAutoFit/>
          </a:bodyPr>
          <a:lstStyle/>
          <a:p>
            <a:pPr algn="ctr" defTabSz="1375467" rtl="1" fontAlgn="auto">
              <a:spcBef>
                <a:spcPts val="0"/>
              </a:spcBef>
              <a:spcAft>
                <a:spcPts val="0"/>
              </a:spcAft>
            </a:pPr>
            <a:r>
              <a:rPr lang="ar-SA" sz="2800" b="1" dirty="0">
                <a:solidFill>
                  <a:srgbClr val="FFFFFF"/>
                </a:solidFill>
                <a:latin typeface="Roboto Condensed"/>
                <a:cs typeface="Simplified Arabic" panose="02020603050405020304" pitchFamily="18" charset="-78"/>
              </a:rPr>
              <a:t>انتشار الإباحية</a:t>
            </a:r>
            <a:endParaRPr lang="en-US" sz="2800" b="1" dirty="0">
              <a:solidFill>
                <a:srgbClr val="FFFFFF"/>
              </a:solidFill>
              <a:latin typeface="Roboto Condensed"/>
              <a:cs typeface="Simplified Arabic" panose="02020603050405020304" pitchFamily="18" charset="-78"/>
            </a:endParaRPr>
          </a:p>
        </p:txBody>
      </p:sp>
      <p:cxnSp>
        <p:nvCxnSpPr>
          <p:cNvPr id="68" name="Straight Connector 67"/>
          <p:cNvCxnSpPr/>
          <p:nvPr/>
        </p:nvCxnSpPr>
        <p:spPr>
          <a:xfrm flipV="1">
            <a:off x="6096000" y="2097289"/>
            <a:ext cx="0" cy="3661543"/>
          </a:xfrm>
          <a:prstGeom prst="line">
            <a:avLst/>
          </a:prstGeom>
          <a:ln w="19050">
            <a:solidFill>
              <a:schemeClr val="bg1">
                <a:lumMod val="75000"/>
              </a:schemeClr>
            </a:solidFill>
            <a:prstDash val="sysDot"/>
            <a:headEnd type="diamond"/>
            <a:tailEnd type="diamond"/>
          </a:ln>
        </p:spPr>
        <p:style>
          <a:lnRef idx="1">
            <a:schemeClr val="accent1"/>
          </a:lnRef>
          <a:fillRef idx="0">
            <a:schemeClr val="accent1"/>
          </a:fillRef>
          <a:effectRef idx="0">
            <a:schemeClr val="accent1"/>
          </a:effectRef>
          <a:fontRef idx="minor">
            <a:schemeClr val="tx1"/>
          </a:fontRef>
        </p:style>
      </p:cxnSp>
      <p:grpSp>
        <p:nvGrpSpPr>
          <p:cNvPr id="10" name="Group 55"/>
          <p:cNvGrpSpPr/>
          <p:nvPr/>
        </p:nvGrpSpPr>
        <p:grpSpPr>
          <a:xfrm>
            <a:off x="936366" y="4202884"/>
            <a:ext cx="5166071" cy="1088295"/>
            <a:chOff x="644107" y="1330751"/>
            <a:chExt cx="3874553" cy="816221"/>
          </a:xfrm>
        </p:grpSpPr>
        <p:sp>
          <p:nvSpPr>
            <p:cNvPr id="60" name="Rounded Rectangle 59"/>
            <p:cNvSpPr/>
            <p:nvPr/>
          </p:nvSpPr>
          <p:spPr>
            <a:xfrm>
              <a:off x="644107" y="1384863"/>
              <a:ext cx="3725972" cy="762109"/>
            </a:xfrm>
            <a:prstGeom prst="roundRect">
              <a:avLst>
                <a:gd name="adj" fmla="val 50000"/>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64" name="Rounded Rectangle 63"/>
            <p:cNvSpPr/>
            <p:nvPr/>
          </p:nvSpPr>
          <p:spPr>
            <a:xfrm>
              <a:off x="644107" y="1330751"/>
              <a:ext cx="3725972" cy="762109"/>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69" name="Isosceles Triangle 68"/>
            <p:cNvSpPr/>
            <p:nvPr/>
          </p:nvSpPr>
          <p:spPr>
            <a:xfrm rot="5400000">
              <a:off x="4322531" y="1607670"/>
              <a:ext cx="183987" cy="208271"/>
            </a:xfrm>
            <a:prstGeom prs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grpSp>
      <p:sp>
        <p:nvSpPr>
          <p:cNvPr id="71" name="TextBox 70"/>
          <p:cNvSpPr txBox="1"/>
          <p:nvPr/>
        </p:nvSpPr>
        <p:spPr>
          <a:xfrm>
            <a:off x="1132211" y="4565346"/>
            <a:ext cx="4763385" cy="430887"/>
          </a:xfrm>
          <a:prstGeom prst="rect">
            <a:avLst/>
          </a:prstGeom>
          <a:noFill/>
        </p:spPr>
        <p:txBody>
          <a:bodyPr wrap="square" lIns="0" tIns="0" rIns="0" bIns="0" rtlCol="0" anchor="ctr">
            <a:spAutoFit/>
          </a:bodyPr>
          <a:lstStyle/>
          <a:p>
            <a:pPr algn="ctr" defTabSz="1375467" rtl="1" fontAlgn="auto">
              <a:spcBef>
                <a:spcPts val="0"/>
              </a:spcBef>
              <a:spcAft>
                <a:spcPts val="0"/>
              </a:spcAft>
            </a:pPr>
            <a:r>
              <a:rPr lang="ar-SA" sz="2800" b="1" dirty="0">
                <a:solidFill>
                  <a:srgbClr val="FFFFFF"/>
                </a:solidFill>
                <a:latin typeface="Roboto Condensed"/>
                <a:cs typeface="Simplified Arabic" panose="02020603050405020304" pitchFamily="18" charset="-78"/>
              </a:rPr>
              <a:t>زيادة العنف</a:t>
            </a:r>
            <a:endParaRPr lang="en-US" sz="2800" b="1" dirty="0">
              <a:solidFill>
                <a:srgbClr val="FFFFFF"/>
              </a:solidFill>
              <a:latin typeface="Roboto Condensed"/>
              <a:cs typeface="Simplified Arabic" panose="02020603050405020304" pitchFamily="18" charset="-78"/>
            </a:endParaRPr>
          </a:p>
        </p:txBody>
      </p:sp>
      <p:grpSp>
        <p:nvGrpSpPr>
          <p:cNvPr id="14" name="Group 81"/>
          <p:cNvGrpSpPr/>
          <p:nvPr/>
        </p:nvGrpSpPr>
        <p:grpSpPr>
          <a:xfrm flipH="1">
            <a:off x="6166275" y="2648987"/>
            <a:ext cx="5166071" cy="1088295"/>
            <a:chOff x="644107" y="1330751"/>
            <a:chExt cx="3874553" cy="816221"/>
          </a:xfrm>
        </p:grpSpPr>
        <p:sp>
          <p:nvSpPr>
            <p:cNvPr id="83" name="Rounded Rectangle 82"/>
            <p:cNvSpPr/>
            <p:nvPr/>
          </p:nvSpPr>
          <p:spPr>
            <a:xfrm>
              <a:off x="644107" y="1384863"/>
              <a:ext cx="3725972" cy="762109"/>
            </a:xfrm>
            <a:prstGeom prst="roundRect">
              <a:avLst>
                <a:gd name="adj" fmla="val 50000"/>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84" name="Rounded Rectangle 83"/>
            <p:cNvSpPr/>
            <p:nvPr/>
          </p:nvSpPr>
          <p:spPr>
            <a:xfrm>
              <a:off x="644107" y="1330751"/>
              <a:ext cx="3725972" cy="762109"/>
            </a:xfrm>
            <a:prstGeom prst="roundRect">
              <a:avLst>
                <a:gd name="adj" fmla="val 5000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85" name="Isosceles Triangle 84"/>
            <p:cNvSpPr/>
            <p:nvPr/>
          </p:nvSpPr>
          <p:spPr>
            <a:xfrm rot="5400000">
              <a:off x="4322531" y="1607670"/>
              <a:ext cx="183987" cy="208271"/>
            </a:xfrm>
            <a:prstGeom prst="triangl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grpSp>
      <p:sp>
        <p:nvSpPr>
          <p:cNvPr id="87" name="TextBox 86"/>
          <p:cNvSpPr txBox="1"/>
          <p:nvPr/>
        </p:nvSpPr>
        <p:spPr>
          <a:xfrm flipH="1">
            <a:off x="6480976" y="2971496"/>
            <a:ext cx="4281158" cy="430887"/>
          </a:xfrm>
          <a:prstGeom prst="rect">
            <a:avLst/>
          </a:prstGeom>
          <a:noFill/>
        </p:spPr>
        <p:txBody>
          <a:bodyPr wrap="square" lIns="0" tIns="0" rIns="0" bIns="0" rtlCol="0" anchor="ctr">
            <a:spAutoFit/>
          </a:bodyPr>
          <a:lstStyle/>
          <a:p>
            <a:pPr algn="ctr" defTabSz="1375467" rtl="1" fontAlgn="auto">
              <a:spcBef>
                <a:spcPts val="0"/>
              </a:spcBef>
              <a:spcAft>
                <a:spcPts val="0"/>
              </a:spcAft>
            </a:pPr>
            <a:r>
              <a:rPr lang="ar-SA" sz="2800" b="1" dirty="0">
                <a:solidFill>
                  <a:srgbClr val="FFFFFF"/>
                </a:solidFill>
                <a:latin typeface="Roboto Condensed"/>
                <a:cs typeface="Simplified Arabic" panose="02020603050405020304" pitchFamily="18" charset="-78"/>
              </a:rPr>
              <a:t>تقليل الادراك</a:t>
            </a:r>
            <a:endParaRPr lang="en-US" sz="2800" b="1" dirty="0">
              <a:solidFill>
                <a:srgbClr val="FFFFFF"/>
              </a:solidFill>
              <a:latin typeface="Roboto Condensed"/>
              <a:cs typeface="Simplified Arabic" panose="02020603050405020304" pitchFamily="18" charset="-78"/>
            </a:endParaRPr>
          </a:p>
        </p:txBody>
      </p:sp>
      <p:grpSp>
        <p:nvGrpSpPr>
          <p:cNvPr id="19" name="Group 66"/>
          <p:cNvGrpSpPr/>
          <p:nvPr/>
        </p:nvGrpSpPr>
        <p:grpSpPr>
          <a:xfrm>
            <a:off x="738257" y="4335982"/>
            <a:ext cx="772052" cy="749947"/>
            <a:chOff x="735191" y="3583563"/>
            <a:chExt cx="579038" cy="562460"/>
          </a:xfrm>
        </p:grpSpPr>
        <p:sp>
          <p:nvSpPr>
            <p:cNvPr id="73" name="Oval 72"/>
            <p:cNvSpPr>
              <a:spLocks noChangeAspect="1"/>
            </p:cNvSpPr>
            <p:nvPr/>
          </p:nvSpPr>
          <p:spPr>
            <a:xfrm>
              <a:off x="735191" y="3583563"/>
              <a:ext cx="579038" cy="56246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375467" fontAlgn="auto">
                <a:spcBef>
                  <a:spcPts val="0"/>
                </a:spcBef>
                <a:spcAft>
                  <a:spcPts val="0"/>
                </a:spcAft>
              </a:pPr>
              <a:endParaRPr lang="en-US" sz="2667" b="1" dirty="0">
                <a:solidFill>
                  <a:srgbClr val="9BB955"/>
                </a:solidFill>
                <a:latin typeface="FontAwesome" pitchFamily="2" charset="0"/>
              </a:endParaRPr>
            </a:p>
          </p:txBody>
        </p:sp>
        <p:sp>
          <p:nvSpPr>
            <p:cNvPr id="66" name="Freeform 103"/>
            <p:cNvSpPr>
              <a:spLocks noEditPoints="1"/>
            </p:cNvSpPr>
            <p:nvPr/>
          </p:nvSpPr>
          <p:spPr bwMode="auto">
            <a:xfrm>
              <a:off x="899027" y="3685335"/>
              <a:ext cx="250504" cy="368872"/>
            </a:xfrm>
            <a:custGeom>
              <a:avLst/>
              <a:gdLst/>
              <a:ahLst/>
              <a:cxnLst>
                <a:cxn ang="0">
                  <a:pos x="37" y="29"/>
                </a:cxn>
                <a:cxn ang="0">
                  <a:pos x="31" y="41"/>
                </a:cxn>
                <a:cxn ang="0">
                  <a:pos x="33" y="44"/>
                </a:cxn>
                <a:cxn ang="0">
                  <a:pos x="32" y="47"/>
                </a:cxn>
                <a:cxn ang="0">
                  <a:pos x="33" y="49"/>
                </a:cxn>
                <a:cxn ang="0">
                  <a:pos x="31" y="53"/>
                </a:cxn>
                <a:cxn ang="0">
                  <a:pos x="31" y="54"/>
                </a:cxn>
                <a:cxn ang="0">
                  <a:pos x="27" y="58"/>
                </a:cxn>
                <a:cxn ang="0">
                  <a:pos x="21" y="62"/>
                </a:cxn>
                <a:cxn ang="0">
                  <a:pos x="15" y="58"/>
                </a:cxn>
                <a:cxn ang="0">
                  <a:pos x="11" y="54"/>
                </a:cxn>
                <a:cxn ang="0">
                  <a:pos x="11" y="53"/>
                </a:cxn>
                <a:cxn ang="0">
                  <a:pos x="9" y="49"/>
                </a:cxn>
                <a:cxn ang="0">
                  <a:pos x="10" y="47"/>
                </a:cxn>
                <a:cxn ang="0">
                  <a:pos x="9" y="44"/>
                </a:cxn>
                <a:cxn ang="0">
                  <a:pos x="11" y="41"/>
                </a:cxn>
                <a:cxn ang="0">
                  <a:pos x="5" y="29"/>
                </a:cxn>
                <a:cxn ang="0">
                  <a:pos x="0" y="18"/>
                </a:cxn>
                <a:cxn ang="0">
                  <a:pos x="21" y="0"/>
                </a:cxn>
                <a:cxn ang="0">
                  <a:pos x="42" y="18"/>
                </a:cxn>
                <a:cxn ang="0">
                  <a:pos x="37" y="29"/>
                </a:cxn>
                <a:cxn ang="0">
                  <a:pos x="21" y="6"/>
                </a:cxn>
                <a:cxn ang="0">
                  <a:pos x="6" y="18"/>
                </a:cxn>
                <a:cxn ang="0">
                  <a:pos x="8" y="26"/>
                </a:cxn>
                <a:cxn ang="0">
                  <a:pos x="11" y="28"/>
                </a:cxn>
                <a:cxn ang="0">
                  <a:pos x="16" y="40"/>
                </a:cxn>
                <a:cxn ang="0">
                  <a:pos x="26" y="40"/>
                </a:cxn>
                <a:cxn ang="0">
                  <a:pos x="31" y="28"/>
                </a:cxn>
                <a:cxn ang="0">
                  <a:pos x="34" y="26"/>
                </a:cxn>
                <a:cxn ang="0">
                  <a:pos x="36" y="18"/>
                </a:cxn>
                <a:cxn ang="0">
                  <a:pos x="21" y="6"/>
                </a:cxn>
                <a:cxn ang="0">
                  <a:pos x="29" y="20"/>
                </a:cxn>
                <a:cxn ang="0">
                  <a:pos x="27" y="18"/>
                </a:cxn>
                <a:cxn ang="0">
                  <a:pos x="21" y="15"/>
                </a:cxn>
                <a:cxn ang="0">
                  <a:pos x="20" y="13"/>
                </a:cxn>
                <a:cxn ang="0">
                  <a:pos x="21" y="12"/>
                </a:cxn>
                <a:cxn ang="0">
                  <a:pos x="30" y="18"/>
                </a:cxn>
                <a:cxn ang="0">
                  <a:pos x="29" y="20"/>
                </a:cxn>
              </a:cxnLst>
              <a:rect l="0" t="0" r="r" b="b"/>
              <a:pathLst>
                <a:path w="42" h="62">
                  <a:moveTo>
                    <a:pt x="37" y="29"/>
                  </a:moveTo>
                  <a:cubicBezTo>
                    <a:pt x="35" y="32"/>
                    <a:pt x="31" y="37"/>
                    <a:pt x="31" y="41"/>
                  </a:cubicBezTo>
                  <a:cubicBezTo>
                    <a:pt x="32" y="42"/>
                    <a:pt x="33" y="43"/>
                    <a:pt x="33" y="44"/>
                  </a:cubicBezTo>
                  <a:cubicBezTo>
                    <a:pt x="33" y="45"/>
                    <a:pt x="32" y="46"/>
                    <a:pt x="32" y="47"/>
                  </a:cubicBezTo>
                  <a:cubicBezTo>
                    <a:pt x="32" y="47"/>
                    <a:pt x="33" y="48"/>
                    <a:pt x="33" y="49"/>
                  </a:cubicBezTo>
                  <a:cubicBezTo>
                    <a:pt x="33" y="51"/>
                    <a:pt x="32" y="52"/>
                    <a:pt x="31" y="53"/>
                  </a:cubicBezTo>
                  <a:cubicBezTo>
                    <a:pt x="31" y="53"/>
                    <a:pt x="31" y="54"/>
                    <a:pt x="31" y="54"/>
                  </a:cubicBezTo>
                  <a:cubicBezTo>
                    <a:pt x="31" y="57"/>
                    <a:pt x="29" y="58"/>
                    <a:pt x="27" y="58"/>
                  </a:cubicBezTo>
                  <a:cubicBezTo>
                    <a:pt x="26" y="61"/>
                    <a:pt x="24" y="62"/>
                    <a:pt x="21" y="62"/>
                  </a:cubicBezTo>
                  <a:cubicBezTo>
                    <a:pt x="19" y="62"/>
                    <a:pt x="16" y="61"/>
                    <a:pt x="15" y="58"/>
                  </a:cubicBezTo>
                  <a:cubicBezTo>
                    <a:pt x="13" y="58"/>
                    <a:pt x="11" y="57"/>
                    <a:pt x="11" y="54"/>
                  </a:cubicBezTo>
                  <a:cubicBezTo>
                    <a:pt x="11" y="54"/>
                    <a:pt x="11" y="53"/>
                    <a:pt x="11" y="53"/>
                  </a:cubicBezTo>
                  <a:cubicBezTo>
                    <a:pt x="10" y="52"/>
                    <a:pt x="9" y="51"/>
                    <a:pt x="9" y="49"/>
                  </a:cubicBezTo>
                  <a:cubicBezTo>
                    <a:pt x="9" y="48"/>
                    <a:pt x="10" y="47"/>
                    <a:pt x="10" y="47"/>
                  </a:cubicBezTo>
                  <a:cubicBezTo>
                    <a:pt x="10" y="46"/>
                    <a:pt x="9" y="45"/>
                    <a:pt x="9" y="44"/>
                  </a:cubicBezTo>
                  <a:cubicBezTo>
                    <a:pt x="9" y="43"/>
                    <a:pt x="10" y="42"/>
                    <a:pt x="11" y="41"/>
                  </a:cubicBezTo>
                  <a:cubicBezTo>
                    <a:pt x="11" y="37"/>
                    <a:pt x="7" y="32"/>
                    <a:pt x="5" y="29"/>
                  </a:cubicBezTo>
                  <a:cubicBezTo>
                    <a:pt x="2" y="26"/>
                    <a:pt x="0" y="23"/>
                    <a:pt x="0" y="18"/>
                  </a:cubicBezTo>
                  <a:cubicBezTo>
                    <a:pt x="0" y="8"/>
                    <a:pt x="11" y="0"/>
                    <a:pt x="21" y="0"/>
                  </a:cubicBezTo>
                  <a:cubicBezTo>
                    <a:pt x="31" y="0"/>
                    <a:pt x="42" y="8"/>
                    <a:pt x="42" y="18"/>
                  </a:cubicBezTo>
                  <a:cubicBezTo>
                    <a:pt x="42" y="23"/>
                    <a:pt x="40" y="26"/>
                    <a:pt x="37" y="29"/>
                  </a:cubicBezTo>
                  <a:close/>
                  <a:moveTo>
                    <a:pt x="21" y="6"/>
                  </a:moveTo>
                  <a:cubicBezTo>
                    <a:pt x="14" y="6"/>
                    <a:pt x="6" y="10"/>
                    <a:pt x="6" y="18"/>
                  </a:cubicBezTo>
                  <a:cubicBezTo>
                    <a:pt x="6" y="21"/>
                    <a:pt x="7" y="24"/>
                    <a:pt x="8" y="26"/>
                  </a:cubicBezTo>
                  <a:cubicBezTo>
                    <a:pt x="9" y="27"/>
                    <a:pt x="10" y="27"/>
                    <a:pt x="11" y="28"/>
                  </a:cubicBezTo>
                  <a:cubicBezTo>
                    <a:pt x="14" y="32"/>
                    <a:pt x="16" y="36"/>
                    <a:pt x="16" y="40"/>
                  </a:cubicBezTo>
                  <a:cubicBezTo>
                    <a:pt x="26" y="40"/>
                    <a:pt x="26" y="40"/>
                    <a:pt x="26" y="40"/>
                  </a:cubicBezTo>
                  <a:cubicBezTo>
                    <a:pt x="26" y="36"/>
                    <a:pt x="28" y="32"/>
                    <a:pt x="31" y="28"/>
                  </a:cubicBezTo>
                  <a:cubicBezTo>
                    <a:pt x="32" y="27"/>
                    <a:pt x="33" y="27"/>
                    <a:pt x="34" y="26"/>
                  </a:cubicBezTo>
                  <a:cubicBezTo>
                    <a:pt x="35" y="24"/>
                    <a:pt x="36" y="21"/>
                    <a:pt x="36" y="18"/>
                  </a:cubicBezTo>
                  <a:cubicBezTo>
                    <a:pt x="36" y="10"/>
                    <a:pt x="28" y="6"/>
                    <a:pt x="21" y="6"/>
                  </a:cubicBezTo>
                  <a:close/>
                  <a:moveTo>
                    <a:pt x="29" y="20"/>
                  </a:moveTo>
                  <a:cubicBezTo>
                    <a:pt x="28" y="20"/>
                    <a:pt x="27" y="19"/>
                    <a:pt x="27" y="18"/>
                  </a:cubicBezTo>
                  <a:cubicBezTo>
                    <a:pt x="27" y="16"/>
                    <a:pt x="23" y="15"/>
                    <a:pt x="21" y="15"/>
                  </a:cubicBezTo>
                  <a:cubicBezTo>
                    <a:pt x="20" y="15"/>
                    <a:pt x="20" y="14"/>
                    <a:pt x="20" y="13"/>
                  </a:cubicBezTo>
                  <a:cubicBezTo>
                    <a:pt x="20" y="13"/>
                    <a:pt x="20" y="12"/>
                    <a:pt x="21" y="12"/>
                  </a:cubicBezTo>
                  <a:cubicBezTo>
                    <a:pt x="25" y="12"/>
                    <a:pt x="30" y="14"/>
                    <a:pt x="30" y="18"/>
                  </a:cubicBezTo>
                  <a:cubicBezTo>
                    <a:pt x="30" y="19"/>
                    <a:pt x="29" y="20"/>
                    <a:pt x="29" y="20"/>
                  </a:cubicBezTo>
                  <a:close/>
                </a:path>
              </a:pathLst>
            </a:custGeom>
            <a:solidFill>
              <a:schemeClr val="accent3"/>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grpSp>
        <p:nvGrpSpPr>
          <p:cNvPr id="20" name="Group 73"/>
          <p:cNvGrpSpPr/>
          <p:nvPr/>
        </p:nvGrpSpPr>
        <p:grpSpPr>
          <a:xfrm>
            <a:off x="10799141" y="2820647"/>
            <a:ext cx="772052" cy="749947"/>
            <a:chOff x="7840715" y="2518747"/>
            <a:chExt cx="579038" cy="562460"/>
          </a:xfrm>
        </p:grpSpPr>
        <p:sp>
          <p:nvSpPr>
            <p:cNvPr id="89" name="Oval 88"/>
            <p:cNvSpPr>
              <a:spLocks noChangeAspect="1"/>
            </p:cNvSpPr>
            <p:nvPr/>
          </p:nvSpPr>
          <p:spPr>
            <a:xfrm flipH="1">
              <a:off x="7840715" y="2518747"/>
              <a:ext cx="579038" cy="56246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375467" fontAlgn="auto">
                <a:spcBef>
                  <a:spcPts val="0"/>
                </a:spcBef>
                <a:spcAft>
                  <a:spcPts val="0"/>
                </a:spcAft>
              </a:pPr>
              <a:endParaRPr lang="en-US" sz="2667" b="1" dirty="0">
                <a:solidFill>
                  <a:srgbClr val="BE382C"/>
                </a:solidFill>
                <a:latin typeface="FontAwesome" pitchFamily="2" charset="0"/>
              </a:endParaRPr>
            </a:p>
          </p:txBody>
        </p:sp>
        <p:sp>
          <p:nvSpPr>
            <p:cNvPr id="70" name="Freeform 5"/>
            <p:cNvSpPr>
              <a:spLocks noEditPoints="1"/>
            </p:cNvSpPr>
            <p:nvPr/>
          </p:nvSpPr>
          <p:spPr bwMode="auto">
            <a:xfrm>
              <a:off x="7990534" y="2660277"/>
              <a:ext cx="279400" cy="279400"/>
            </a:xfrm>
            <a:custGeom>
              <a:avLst/>
              <a:gdLst/>
              <a:ahLst/>
              <a:cxnLst>
                <a:cxn ang="0">
                  <a:pos x="0" y="192"/>
                </a:cxn>
                <a:cxn ang="0">
                  <a:pos x="255" y="135"/>
                </a:cxn>
                <a:cxn ang="0">
                  <a:pos x="277" y="122"/>
                </a:cxn>
                <a:cxn ang="0">
                  <a:pos x="303" y="116"/>
                </a:cxn>
                <a:cxn ang="0">
                  <a:pos x="296" y="105"/>
                </a:cxn>
                <a:cxn ang="0">
                  <a:pos x="278" y="89"/>
                </a:cxn>
                <a:cxn ang="0">
                  <a:pos x="265" y="90"/>
                </a:cxn>
                <a:cxn ang="0">
                  <a:pos x="256" y="82"/>
                </a:cxn>
                <a:cxn ang="0">
                  <a:pos x="231" y="73"/>
                </a:cxn>
                <a:cxn ang="0">
                  <a:pos x="234" y="98"/>
                </a:cxn>
                <a:cxn ang="0">
                  <a:pos x="224" y="118"/>
                </a:cxn>
                <a:cxn ang="0">
                  <a:pos x="205" y="103"/>
                </a:cxn>
                <a:cxn ang="0">
                  <a:pos x="175" y="89"/>
                </a:cxn>
                <a:cxn ang="0">
                  <a:pos x="183" y="68"/>
                </a:cxn>
                <a:cxn ang="0">
                  <a:pos x="212" y="58"/>
                </a:cxn>
                <a:cxn ang="0">
                  <a:pos x="207" y="47"/>
                </a:cxn>
                <a:cxn ang="0">
                  <a:pos x="188" y="50"/>
                </a:cxn>
                <a:cxn ang="0">
                  <a:pos x="168" y="37"/>
                </a:cxn>
                <a:cxn ang="0">
                  <a:pos x="171" y="52"/>
                </a:cxn>
                <a:cxn ang="0">
                  <a:pos x="157" y="52"/>
                </a:cxn>
                <a:cxn ang="0">
                  <a:pos x="141" y="40"/>
                </a:cxn>
                <a:cxn ang="0">
                  <a:pos x="126" y="47"/>
                </a:cxn>
                <a:cxn ang="0">
                  <a:pos x="143" y="51"/>
                </a:cxn>
                <a:cxn ang="0">
                  <a:pos x="131" y="58"/>
                </a:cxn>
                <a:cxn ang="0">
                  <a:pos x="56" y="107"/>
                </a:cxn>
                <a:cxn ang="0">
                  <a:pos x="65" y="118"/>
                </a:cxn>
                <a:cxn ang="0">
                  <a:pos x="79" y="135"/>
                </a:cxn>
                <a:cxn ang="0">
                  <a:pos x="74" y="158"/>
                </a:cxn>
                <a:cxn ang="0">
                  <a:pos x="88" y="185"/>
                </a:cxn>
                <a:cxn ang="0">
                  <a:pos x="108" y="214"/>
                </a:cxn>
                <a:cxn ang="0">
                  <a:pos x="118" y="227"/>
                </a:cxn>
                <a:cxn ang="0">
                  <a:pos x="105" y="197"/>
                </a:cxn>
                <a:cxn ang="0">
                  <a:pos x="125" y="225"/>
                </a:cxn>
                <a:cxn ang="0">
                  <a:pos x="150" y="255"/>
                </a:cxn>
                <a:cxn ang="0">
                  <a:pos x="184" y="269"/>
                </a:cxn>
                <a:cxn ang="0">
                  <a:pos x="213" y="290"/>
                </a:cxn>
                <a:cxn ang="0">
                  <a:pos x="224" y="288"/>
                </a:cxn>
                <a:cxn ang="0">
                  <a:pos x="212" y="268"/>
                </a:cxn>
                <a:cxn ang="0">
                  <a:pos x="197" y="262"/>
                </a:cxn>
                <a:cxn ang="0">
                  <a:pos x="194" y="239"/>
                </a:cxn>
                <a:cxn ang="0">
                  <a:pos x="171" y="250"/>
                </a:cxn>
                <a:cxn ang="0">
                  <a:pos x="168" y="210"/>
                </a:cxn>
                <a:cxn ang="0">
                  <a:pos x="184" y="206"/>
                </a:cxn>
                <a:cxn ang="0">
                  <a:pos x="196" y="202"/>
                </a:cxn>
                <a:cxn ang="0">
                  <a:pos x="214" y="211"/>
                </a:cxn>
                <a:cxn ang="0">
                  <a:pos x="221" y="205"/>
                </a:cxn>
                <a:cxn ang="0">
                  <a:pos x="234" y="179"/>
                </a:cxn>
                <a:cxn ang="0">
                  <a:pos x="233" y="171"/>
                </a:cxn>
                <a:cxn ang="0">
                  <a:pos x="252" y="157"/>
                </a:cxn>
                <a:cxn ang="0">
                  <a:pos x="266" y="143"/>
                </a:cxn>
                <a:cxn ang="0">
                  <a:pos x="273" y="131"/>
                </a:cxn>
                <a:cxn ang="0">
                  <a:pos x="255" y="135"/>
                </a:cxn>
                <a:cxn ang="0">
                  <a:pos x="295" y="298"/>
                </a:cxn>
                <a:cxn ang="0">
                  <a:pos x="272" y="288"/>
                </a:cxn>
                <a:cxn ang="0">
                  <a:pos x="251" y="288"/>
                </a:cxn>
                <a:cxn ang="0">
                  <a:pos x="236" y="286"/>
                </a:cxn>
                <a:cxn ang="0">
                  <a:pos x="230" y="307"/>
                </a:cxn>
                <a:cxn ang="0">
                  <a:pos x="223" y="335"/>
                </a:cxn>
                <a:cxn ang="0">
                  <a:pos x="308" y="302"/>
                </a:cxn>
              </a:cxnLst>
              <a:rect l="0" t="0" r="r" b="b"/>
              <a:pathLst>
                <a:path w="384" h="384">
                  <a:moveTo>
                    <a:pt x="384" y="192"/>
                  </a:moveTo>
                  <a:cubicBezTo>
                    <a:pt x="384" y="298"/>
                    <a:pt x="298" y="384"/>
                    <a:pt x="192" y="384"/>
                  </a:cubicBezTo>
                  <a:cubicBezTo>
                    <a:pt x="86" y="384"/>
                    <a:pt x="0" y="298"/>
                    <a:pt x="0" y="192"/>
                  </a:cubicBezTo>
                  <a:cubicBezTo>
                    <a:pt x="0" y="86"/>
                    <a:pt x="86" y="0"/>
                    <a:pt x="192" y="0"/>
                  </a:cubicBezTo>
                  <a:cubicBezTo>
                    <a:pt x="298" y="0"/>
                    <a:pt x="384" y="86"/>
                    <a:pt x="384" y="192"/>
                  </a:cubicBezTo>
                  <a:close/>
                  <a:moveTo>
                    <a:pt x="255" y="135"/>
                  </a:moveTo>
                  <a:cubicBezTo>
                    <a:pt x="256" y="135"/>
                    <a:pt x="257" y="130"/>
                    <a:pt x="258" y="129"/>
                  </a:cubicBezTo>
                  <a:cubicBezTo>
                    <a:pt x="260" y="127"/>
                    <a:pt x="262" y="126"/>
                    <a:pt x="264" y="125"/>
                  </a:cubicBezTo>
                  <a:cubicBezTo>
                    <a:pt x="268" y="124"/>
                    <a:pt x="272" y="123"/>
                    <a:pt x="277" y="122"/>
                  </a:cubicBezTo>
                  <a:cubicBezTo>
                    <a:pt x="281" y="121"/>
                    <a:pt x="286" y="121"/>
                    <a:pt x="289" y="125"/>
                  </a:cubicBezTo>
                  <a:cubicBezTo>
                    <a:pt x="289" y="124"/>
                    <a:pt x="295" y="119"/>
                    <a:pt x="295" y="119"/>
                  </a:cubicBezTo>
                  <a:cubicBezTo>
                    <a:pt x="298" y="118"/>
                    <a:pt x="301" y="118"/>
                    <a:pt x="303" y="116"/>
                  </a:cubicBezTo>
                  <a:cubicBezTo>
                    <a:pt x="303" y="115"/>
                    <a:pt x="303" y="110"/>
                    <a:pt x="303" y="110"/>
                  </a:cubicBezTo>
                  <a:cubicBezTo>
                    <a:pt x="299" y="111"/>
                    <a:pt x="298" y="107"/>
                    <a:pt x="297" y="103"/>
                  </a:cubicBezTo>
                  <a:cubicBezTo>
                    <a:pt x="297" y="104"/>
                    <a:pt x="297" y="104"/>
                    <a:pt x="296" y="105"/>
                  </a:cubicBezTo>
                  <a:cubicBezTo>
                    <a:pt x="296" y="102"/>
                    <a:pt x="291" y="104"/>
                    <a:pt x="290" y="104"/>
                  </a:cubicBezTo>
                  <a:cubicBezTo>
                    <a:pt x="284" y="102"/>
                    <a:pt x="285" y="98"/>
                    <a:pt x="283" y="94"/>
                  </a:cubicBezTo>
                  <a:cubicBezTo>
                    <a:pt x="282" y="92"/>
                    <a:pt x="279" y="91"/>
                    <a:pt x="278" y="89"/>
                  </a:cubicBezTo>
                  <a:cubicBezTo>
                    <a:pt x="277" y="87"/>
                    <a:pt x="277" y="84"/>
                    <a:pt x="274" y="84"/>
                  </a:cubicBezTo>
                  <a:cubicBezTo>
                    <a:pt x="273" y="84"/>
                    <a:pt x="270" y="89"/>
                    <a:pt x="270" y="89"/>
                  </a:cubicBezTo>
                  <a:cubicBezTo>
                    <a:pt x="267" y="88"/>
                    <a:pt x="266" y="89"/>
                    <a:pt x="265" y="90"/>
                  </a:cubicBezTo>
                  <a:cubicBezTo>
                    <a:pt x="263" y="91"/>
                    <a:pt x="262" y="91"/>
                    <a:pt x="260" y="92"/>
                  </a:cubicBezTo>
                  <a:cubicBezTo>
                    <a:pt x="265" y="90"/>
                    <a:pt x="258" y="88"/>
                    <a:pt x="256" y="88"/>
                  </a:cubicBezTo>
                  <a:cubicBezTo>
                    <a:pt x="260" y="87"/>
                    <a:pt x="258" y="83"/>
                    <a:pt x="256" y="82"/>
                  </a:cubicBezTo>
                  <a:cubicBezTo>
                    <a:pt x="256" y="82"/>
                    <a:pt x="257" y="82"/>
                    <a:pt x="257" y="82"/>
                  </a:cubicBezTo>
                  <a:cubicBezTo>
                    <a:pt x="257" y="79"/>
                    <a:pt x="250" y="77"/>
                    <a:pt x="247" y="76"/>
                  </a:cubicBezTo>
                  <a:cubicBezTo>
                    <a:pt x="245" y="74"/>
                    <a:pt x="233" y="72"/>
                    <a:pt x="231" y="73"/>
                  </a:cubicBezTo>
                  <a:cubicBezTo>
                    <a:pt x="228" y="75"/>
                    <a:pt x="231" y="80"/>
                    <a:pt x="231" y="83"/>
                  </a:cubicBezTo>
                  <a:cubicBezTo>
                    <a:pt x="232" y="86"/>
                    <a:pt x="228" y="86"/>
                    <a:pt x="228" y="89"/>
                  </a:cubicBezTo>
                  <a:cubicBezTo>
                    <a:pt x="228" y="93"/>
                    <a:pt x="236" y="92"/>
                    <a:pt x="234" y="98"/>
                  </a:cubicBezTo>
                  <a:cubicBezTo>
                    <a:pt x="233" y="102"/>
                    <a:pt x="228" y="102"/>
                    <a:pt x="226" y="105"/>
                  </a:cubicBezTo>
                  <a:cubicBezTo>
                    <a:pt x="224" y="108"/>
                    <a:pt x="227" y="112"/>
                    <a:pt x="229" y="114"/>
                  </a:cubicBezTo>
                  <a:cubicBezTo>
                    <a:pt x="231" y="115"/>
                    <a:pt x="225" y="118"/>
                    <a:pt x="224" y="118"/>
                  </a:cubicBezTo>
                  <a:cubicBezTo>
                    <a:pt x="220" y="120"/>
                    <a:pt x="217" y="114"/>
                    <a:pt x="216" y="110"/>
                  </a:cubicBezTo>
                  <a:cubicBezTo>
                    <a:pt x="215" y="108"/>
                    <a:pt x="215" y="104"/>
                    <a:pt x="212" y="103"/>
                  </a:cubicBezTo>
                  <a:cubicBezTo>
                    <a:pt x="210" y="102"/>
                    <a:pt x="206" y="102"/>
                    <a:pt x="205" y="103"/>
                  </a:cubicBezTo>
                  <a:cubicBezTo>
                    <a:pt x="203" y="99"/>
                    <a:pt x="198" y="98"/>
                    <a:pt x="194" y="97"/>
                  </a:cubicBezTo>
                  <a:cubicBezTo>
                    <a:pt x="189" y="95"/>
                    <a:pt x="185" y="95"/>
                    <a:pt x="180" y="96"/>
                  </a:cubicBezTo>
                  <a:cubicBezTo>
                    <a:pt x="181" y="95"/>
                    <a:pt x="179" y="88"/>
                    <a:pt x="175" y="89"/>
                  </a:cubicBezTo>
                  <a:cubicBezTo>
                    <a:pt x="176" y="86"/>
                    <a:pt x="176" y="84"/>
                    <a:pt x="176" y="81"/>
                  </a:cubicBezTo>
                  <a:cubicBezTo>
                    <a:pt x="177" y="79"/>
                    <a:pt x="178" y="77"/>
                    <a:pt x="179" y="75"/>
                  </a:cubicBezTo>
                  <a:cubicBezTo>
                    <a:pt x="180" y="74"/>
                    <a:pt x="185" y="69"/>
                    <a:pt x="183" y="68"/>
                  </a:cubicBezTo>
                  <a:cubicBezTo>
                    <a:pt x="188" y="69"/>
                    <a:pt x="193" y="69"/>
                    <a:pt x="196" y="66"/>
                  </a:cubicBezTo>
                  <a:cubicBezTo>
                    <a:pt x="198" y="63"/>
                    <a:pt x="199" y="60"/>
                    <a:pt x="202" y="57"/>
                  </a:cubicBezTo>
                  <a:cubicBezTo>
                    <a:pt x="205" y="53"/>
                    <a:pt x="209" y="58"/>
                    <a:pt x="212" y="58"/>
                  </a:cubicBezTo>
                  <a:cubicBezTo>
                    <a:pt x="217" y="59"/>
                    <a:pt x="217" y="53"/>
                    <a:pt x="214" y="51"/>
                  </a:cubicBezTo>
                  <a:cubicBezTo>
                    <a:pt x="218" y="51"/>
                    <a:pt x="215" y="45"/>
                    <a:pt x="213" y="44"/>
                  </a:cubicBezTo>
                  <a:cubicBezTo>
                    <a:pt x="211" y="43"/>
                    <a:pt x="202" y="46"/>
                    <a:pt x="207" y="47"/>
                  </a:cubicBezTo>
                  <a:cubicBezTo>
                    <a:pt x="206" y="47"/>
                    <a:pt x="200" y="59"/>
                    <a:pt x="196" y="53"/>
                  </a:cubicBezTo>
                  <a:cubicBezTo>
                    <a:pt x="195" y="52"/>
                    <a:pt x="195" y="47"/>
                    <a:pt x="193" y="46"/>
                  </a:cubicBezTo>
                  <a:cubicBezTo>
                    <a:pt x="190" y="46"/>
                    <a:pt x="189" y="49"/>
                    <a:pt x="188" y="50"/>
                  </a:cubicBezTo>
                  <a:cubicBezTo>
                    <a:pt x="190" y="47"/>
                    <a:pt x="181" y="45"/>
                    <a:pt x="180" y="44"/>
                  </a:cubicBezTo>
                  <a:cubicBezTo>
                    <a:pt x="183" y="42"/>
                    <a:pt x="180" y="39"/>
                    <a:pt x="178" y="38"/>
                  </a:cubicBezTo>
                  <a:cubicBezTo>
                    <a:pt x="176" y="36"/>
                    <a:pt x="169" y="35"/>
                    <a:pt x="168" y="37"/>
                  </a:cubicBezTo>
                  <a:cubicBezTo>
                    <a:pt x="163" y="43"/>
                    <a:pt x="173" y="44"/>
                    <a:pt x="175" y="45"/>
                  </a:cubicBezTo>
                  <a:cubicBezTo>
                    <a:pt x="176" y="46"/>
                    <a:pt x="179" y="48"/>
                    <a:pt x="177" y="49"/>
                  </a:cubicBezTo>
                  <a:cubicBezTo>
                    <a:pt x="176" y="50"/>
                    <a:pt x="171" y="51"/>
                    <a:pt x="171" y="52"/>
                  </a:cubicBezTo>
                  <a:cubicBezTo>
                    <a:pt x="169" y="54"/>
                    <a:pt x="172" y="57"/>
                    <a:pt x="170" y="59"/>
                  </a:cubicBezTo>
                  <a:cubicBezTo>
                    <a:pt x="168" y="57"/>
                    <a:pt x="168" y="53"/>
                    <a:pt x="166" y="50"/>
                  </a:cubicBezTo>
                  <a:cubicBezTo>
                    <a:pt x="168" y="53"/>
                    <a:pt x="157" y="52"/>
                    <a:pt x="157" y="52"/>
                  </a:cubicBezTo>
                  <a:cubicBezTo>
                    <a:pt x="154" y="52"/>
                    <a:pt x="148" y="54"/>
                    <a:pt x="145" y="50"/>
                  </a:cubicBezTo>
                  <a:cubicBezTo>
                    <a:pt x="144" y="49"/>
                    <a:pt x="144" y="44"/>
                    <a:pt x="146" y="45"/>
                  </a:cubicBezTo>
                  <a:cubicBezTo>
                    <a:pt x="144" y="43"/>
                    <a:pt x="142" y="41"/>
                    <a:pt x="141" y="40"/>
                  </a:cubicBezTo>
                  <a:cubicBezTo>
                    <a:pt x="132" y="43"/>
                    <a:pt x="125" y="47"/>
                    <a:pt x="117" y="51"/>
                  </a:cubicBezTo>
                  <a:cubicBezTo>
                    <a:pt x="118" y="51"/>
                    <a:pt x="119" y="51"/>
                    <a:pt x="120" y="50"/>
                  </a:cubicBezTo>
                  <a:cubicBezTo>
                    <a:pt x="122" y="50"/>
                    <a:pt x="124" y="48"/>
                    <a:pt x="126" y="47"/>
                  </a:cubicBezTo>
                  <a:cubicBezTo>
                    <a:pt x="128" y="46"/>
                    <a:pt x="134" y="43"/>
                    <a:pt x="136" y="46"/>
                  </a:cubicBezTo>
                  <a:cubicBezTo>
                    <a:pt x="137" y="45"/>
                    <a:pt x="137" y="45"/>
                    <a:pt x="138" y="44"/>
                  </a:cubicBezTo>
                  <a:cubicBezTo>
                    <a:pt x="139" y="46"/>
                    <a:pt x="141" y="48"/>
                    <a:pt x="143" y="51"/>
                  </a:cubicBezTo>
                  <a:cubicBezTo>
                    <a:pt x="141" y="50"/>
                    <a:pt x="137" y="50"/>
                    <a:pt x="135" y="50"/>
                  </a:cubicBezTo>
                  <a:cubicBezTo>
                    <a:pt x="133" y="51"/>
                    <a:pt x="130" y="51"/>
                    <a:pt x="130" y="53"/>
                  </a:cubicBezTo>
                  <a:cubicBezTo>
                    <a:pt x="130" y="55"/>
                    <a:pt x="131" y="57"/>
                    <a:pt x="131" y="58"/>
                  </a:cubicBezTo>
                  <a:cubicBezTo>
                    <a:pt x="128" y="56"/>
                    <a:pt x="125" y="52"/>
                    <a:pt x="121" y="51"/>
                  </a:cubicBezTo>
                  <a:cubicBezTo>
                    <a:pt x="119" y="51"/>
                    <a:pt x="117" y="51"/>
                    <a:pt x="115" y="52"/>
                  </a:cubicBezTo>
                  <a:cubicBezTo>
                    <a:pt x="91" y="65"/>
                    <a:pt x="71" y="84"/>
                    <a:pt x="56" y="107"/>
                  </a:cubicBezTo>
                  <a:cubicBezTo>
                    <a:pt x="57" y="108"/>
                    <a:pt x="58" y="109"/>
                    <a:pt x="59" y="109"/>
                  </a:cubicBezTo>
                  <a:cubicBezTo>
                    <a:pt x="62" y="110"/>
                    <a:pt x="59" y="117"/>
                    <a:pt x="64" y="113"/>
                  </a:cubicBezTo>
                  <a:cubicBezTo>
                    <a:pt x="66" y="115"/>
                    <a:pt x="66" y="116"/>
                    <a:pt x="65" y="118"/>
                  </a:cubicBezTo>
                  <a:cubicBezTo>
                    <a:pt x="65" y="118"/>
                    <a:pt x="75" y="124"/>
                    <a:pt x="76" y="125"/>
                  </a:cubicBezTo>
                  <a:cubicBezTo>
                    <a:pt x="78" y="126"/>
                    <a:pt x="80" y="128"/>
                    <a:pt x="81" y="130"/>
                  </a:cubicBezTo>
                  <a:cubicBezTo>
                    <a:pt x="82" y="132"/>
                    <a:pt x="80" y="134"/>
                    <a:pt x="79" y="135"/>
                  </a:cubicBezTo>
                  <a:cubicBezTo>
                    <a:pt x="78" y="134"/>
                    <a:pt x="75" y="130"/>
                    <a:pt x="74" y="131"/>
                  </a:cubicBezTo>
                  <a:cubicBezTo>
                    <a:pt x="73" y="133"/>
                    <a:pt x="74" y="139"/>
                    <a:pt x="77" y="139"/>
                  </a:cubicBezTo>
                  <a:cubicBezTo>
                    <a:pt x="73" y="139"/>
                    <a:pt x="75" y="155"/>
                    <a:pt x="74" y="158"/>
                  </a:cubicBezTo>
                  <a:cubicBezTo>
                    <a:pt x="74" y="158"/>
                    <a:pt x="74" y="158"/>
                    <a:pt x="74" y="158"/>
                  </a:cubicBezTo>
                  <a:cubicBezTo>
                    <a:pt x="73" y="161"/>
                    <a:pt x="76" y="173"/>
                    <a:pt x="81" y="172"/>
                  </a:cubicBezTo>
                  <a:cubicBezTo>
                    <a:pt x="78" y="172"/>
                    <a:pt x="87" y="184"/>
                    <a:pt x="88" y="185"/>
                  </a:cubicBezTo>
                  <a:cubicBezTo>
                    <a:pt x="91" y="187"/>
                    <a:pt x="95" y="188"/>
                    <a:pt x="97" y="192"/>
                  </a:cubicBezTo>
                  <a:cubicBezTo>
                    <a:pt x="100" y="195"/>
                    <a:pt x="100" y="201"/>
                    <a:pt x="103" y="203"/>
                  </a:cubicBezTo>
                  <a:cubicBezTo>
                    <a:pt x="102" y="206"/>
                    <a:pt x="108" y="210"/>
                    <a:pt x="108" y="214"/>
                  </a:cubicBezTo>
                  <a:cubicBezTo>
                    <a:pt x="108" y="214"/>
                    <a:pt x="107" y="214"/>
                    <a:pt x="107" y="215"/>
                  </a:cubicBezTo>
                  <a:cubicBezTo>
                    <a:pt x="108" y="218"/>
                    <a:pt x="113" y="218"/>
                    <a:pt x="115" y="221"/>
                  </a:cubicBezTo>
                  <a:cubicBezTo>
                    <a:pt x="116" y="223"/>
                    <a:pt x="115" y="228"/>
                    <a:pt x="118" y="227"/>
                  </a:cubicBezTo>
                  <a:cubicBezTo>
                    <a:pt x="118" y="222"/>
                    <a:pt x="115" y="216"/>
                    <a:pt x="112" y="212"/>
                  </a:cubicBezTo>
                  <a:cubicBezTo>
                    <a:pt x="110" y="209"/>
                    <a:pt x="109" y="207"/>
                    <a:pt x="108" y="204"/>
                  </a:cubicBezTo>
                  <a:cubicBezTo>
                    <a:pt x="106" y="202"/>
                    <a:pt x="106" y="199"/>
                    <a:pt x="105" y="197"/>
                  </a:cubicBezTo>
                  <a:cubicBezTo>
                    <a:pt x="106" y="197"/>
                    <a:pt x="112" y="199"/>
                    <a:pt x="111" y="200"/>
                  </a:cubicBezTo>
                  <a:cubicBezTo>
                    <a:pt x="109" y="205"/>
                    <a:pt x="119" y="214"/>
                    <a:pt x="122" y="217"/>
                  </a:cubicBezTo>
                  <a:cubicBezTo>
                    <a:pt x="123" y="218"/>
                    <a:pt x="128" y="225"/>
                    <a:pt x="125" y="225"/>
                  </a:cubicBezTo>
                  <a:cubicBezTo>
                    <a:pt x="129" y="225"/>
                    <a:pt x="133" y="230"/>
                    <a:pt x="135" y="233"/>
                  </a:cubicBezTo>
                  <a:cubicBezTo>
                    <a:pt x="137" y="236"/>
                    <a:pt x="136" y="241"/>
                    <a:pt x="138" y="245"/>
                  </a:cubicBezTo>
                  <a:cubicBezTo>
                    <a:pt x="139" y="250"/>
                    <a:pt x="146" y="252"/>
                    <a:pt x="150" y="255"/>
                  </a:cubicBezTo>
                  <a:cubicBezTo>
                    <a:pt x="154" y="256"/>
                    <a:pt x="157" y="259"/>
                    <a:pt x="160" y="260"/>
                  </a:cubicBezTo>
                  <a:cubicBezTo>
                    <a:pt x="166" y="262"/>
                    <a:pt x="167" y="260"/>
                    <a:pt x="171" y="260"/>
                  </a:cubicBezTo>
                  <a:cubicBezTo>
                    <a:pt x="178" y="259"/>
                    <a:pt x="179" y="266"/>
                    <a:pt x="184" y="269"/>
                  </a:cubicBezTo>
                  <a:cubicBezTo>
                    <a:pt x="187" y="270"/>
                    <a:pt x="194" y="273"/>
                    <a:pt x="198" y="271"/>
                  </a:cubicBezTo>
                  <a:cubicBezTo>
                    <a:pt x="196" y="272"/>
                    <a:pt x="203" y="282"/>
                    <a:pt x="204" y="283"/>
                  </a:cubicBezTo>
                  <a:cubicBezTo>
                    <a:pt x="206" y="286"/>
                    <a:pt x="210" y="287"/>
                    <a:pt x="213" y="290"/>
                  </a:cubicBezTo>
                  <a:cubicBezTo>
                    <a:pt x="213" y="290"/>
                    <a:pt x="214" y="289"/>
                    <a:pt x="214" y="288"/>
                  </a:cubicBezTo>
                  <a:cubicBezTo>
                    <a:pt x="213" y="291"/>
                    <a:pt x="218" y="296"/>
                    <a:pt x="221" y="296"/>
                  </a:cubicBezTo>
                  <a:cubicBezTo>
                    <a:pt x="223" y="295"/>
                    <a:pt x="224" y="290"/>
                    <a:pt x="224" y="288"/>
                  </a:cubicBezTo>
                  <a:cubicBezTo>
                    <a:pt x="219" y="290"/>
                    <a:pt x="215" y="288"/>
                    <a:pt x="212" y="283"/>
                  </a:cubicBezTo>
                  <a:cubicBezTo>
                    <a:pt x="211" y="282"/>
                    <a:pt x="207" y="275"/>
                    <a:pt x="211" y="275"/>
                  </a:cubicBezTo>
                  <a:cubicBezTo>
                    <a:pt x="216" y="275"/>
                    <a:pt x="212" y="271"/>
                    <a:pt x="212" y="268"/>
                  </a:cubicBezTo>
                  <a:cubicBezTo>
                    <a:pt x="211" y="264"/>
                    <a:pt x="208" y="262"/>
                    <a:pt x="206" y="259"/>
                  </a:cubicBezTo>
                  <a:cubicBezTo>
                    <a:pt x="205" y="262"/>
                    <a:pt x="200" y="261"/>
                    <a:pt x="198" y="259"/>
                  </a:cubicBezTo>
                  <a:cubicBezTo>
                    <a:pt x="198" y="259"/>
                    <a:pt x="197" y="261"/>
                    <a:pt x="197" y="262"/>
                  </a:cubicBezTo>
                  <a:cubicBezTo>
                    <a:pt x="196" y="262"/>
                    <a:pt x="195" y="262"/>
                    <a:pt x="194" y="261"/>
                  </a:cubicBezTo>
                  <a:cubicBezTo>
                    <a:pt x="194" y="258"/>
                    <a:pt x="194" y="255"/>
                    <a:pt x="195" y="251"/>
                  </a:cubicBezTo>
                  <a:cubicBezTo>
                    <a:pt x="196" y="247"/>
                    <a:pt x="205" y="238"/>
                    <a:pt x="194" y="239"/>
                  </a:cubicBezTo>
                  <a:cubicBezTo>
                    <a:pt x="190" y="239"/>
                    <a:pt x="188" y="240"/>
                    <a:pt x="187" y="244"/>
                  </a:cubicBezTo>
                  <a:cubicBezTo>
                    <a:pt x="186" y="247"/>
                    <a:pt x="186" y="249"/>
                    <a:pt x="183" y="251"/>
                  </a:cubicBezTo>
                  <a:cubicBezTo>
                    <a:pt x="181" y="252"/>
                    <a:pt x="173" y="251"/>
                    <a:pt x="171" y="250"/>
                  </a:cubicBezTo>
                  <a:cubicBezTo>
                    <a:pt x="166" y="247"/>
                    <a:pt x="163" y="239"/>
                    <a:pt x="163" y="234"/>
                  </a:cubicBezTo>
                  <a:cubicBezTo>
                    <a:pt x="163" y="227"/>
                    <a:pt x="166" y="221"/>
                    <a:pt x="163" y="215"/>
                  </a:cubicBezTo>
                  <a:cubicBezTo>
                    <a:pt x="164" y="213"/>
                    <a:pt x="166" y="211"/>
                    <a:pt x="168" y="210"/>
                  </a:cubicBezTo>
                  <a:cubicBezTo>
                    <a:pt x="169" y="209"/>
                    <a:pt x="171" y="210"/>
                    <a:pt x="172" y="207"/>
                  </a:cubicBezTo>
                  <a:cubicBezTo>
                    <a:pt x="171" y="207"/>
                    <a:pt x="170" y="206"/>
                    <a:pt x="170" y="206"/>
                  </a:cubicBezTo>
                  <a:cubicBezTo>
                    <a:pt x="173" y="208"/>
                    <a:pt x="180" y="203"/>
                    <a:pt x="184" y="206"/>
                  </a:cubicBezTo>
                  <a:cubicBezTo>
                    <a:pt x="186" y="207"/>
                    <a:pt x="188" y="208"/>
                    <a:pt x="189" y="205"/>
                  </a:cubicBezTo>
                  <a:cubicBezTo>
                    <a:pt x="189" y="205"/>
                    <a:pt x="187" y="202"/>
                    <a:pt x="188" y="200"/>
                  </a:cubicBezTo>
                  <a:cubicBezTo>
                    <a:pt x="189" y="204"/>
                    <a:pt x="192" y="205"/>
                    <a:pt x="196" y="202"/>
                  </a:cubicBezTo>
                  <a:cubicBezTo>
                    <a:pt x="197" y="203"/>
                    <a:pt x="201" y="203"/>
                    <a:pt x="204" y="204"/>
                  </a:cubicBezTo>
                  <a:cubicBezTo>
                    <a:pt x="207" y="206"/>
                    <a:pt x="207" y="209"/>
                    <a:pt x="211" y="205"/>
                  </a:cubicBezTo>
                  <a:cubicBezTo>
                    <a:pt x="213" y="208"/>
                    <a:pt x="213" y="208"/>
                    <a:pt x="214" y="211"/>
                  </a:cubicBezTo>
                  <a:cubicBezTo>
                    <a:pt x="214" y="214"/>
                    <a:pt x="216" y="221"/>
                    <a:pt x="218" y="222"/>
                  </a:cubicBezTo>
                  <a:cubicBezTo>
                    <a:pt x="224" y="225"/>
                    <a:pt x="222" y="217"/>
                    <a:pt x="222" y="214"/>
                  </a:cubicBezTo>
                  <a:cubicBezTo>
                    <a:pt x="222" y="213"/>
                    <a:pt x="222" y="205"/>
                    <a:pt x="221" y="205"/>
                  </a:cubicBezTo>
                  <a:cubicBezTo>
                    <a:pt x="213" y="203"/>
                    <a:pt x="216" y="197"/>
                    <a:pt x="221" y="193"/>
                  </a:cubicBezTo>
                  <a:cubicBezTo>
                    <a:pt x="222" y="192"/>
                    <a:pt x="227" y="190"/>
                    <a:pt x="230" y="188"/>
                  </a:cubicBezTo>
                  <a:cubicBezTo>
                    <a:pt x="232" y="186"/>
                    <a:pt x="235" y="183"/>
                    <a:pt x="234" y="179"/>
                  </a:cubicBezTo>
                  <a:cubicBezTo>
                    <a:pt x="235" y="179"/>
                    <a:pt x="236" y="178"/>
                    <a:pt x="236" y="177"/>
                  </a:cubicBezTo>
                  <a:cubicBezTo>
                    <a:pt x="236" y="177"/>
                    <a:pt x="233" y="174"/>
                    <a:pt x="232" y="175"/>
                  </a:cubicBezTo>
                  <a:cubicBezTo>
                    <a:pt x="234" y="174"/>
                    <a:pt x="234" y="172"/>
                    <a:pt x="233" y="171"/>
                  </a:cubicBezTo>
                  <a:cubicBezTo>
                    <a:pt x="235" y="169"/>
                    <a:pt x="234" y="166"/>
                    <a:pt x="236" y="165"/>
                  </a:cubicBezTo>
                  <a:cubicBezTo>
                    <a:pt x="239" y="169"/>
                    <a:pt x="245" y="165"/>
                    <a:pt x="242" y="162"/>
                  </a:cubicBezTo>
                  <a:cubicBezTo>
                    <a:pt x="244" y="158"/>
                    <a:pt x="250" y="160"/>
                    <a:pt x="252" y="157"/>
                  </a:cubicBezTo>
                  <a:cubicBezTo>
                    <a:pt x="255" y="158"/>
                    <a:pt x="253" y="153"/>
                    <a:pt x="255" y="150"/>
                  </a:cubicBezTo>
                  <a:cubicBezTo>
                    <a:pt x="256" y="148"/>
                    <a:pt x="259" y="148"/>
                    <a:pt x="262" y="147"/>
                  </a:cubicBezTo>
                  <a:cubicBezTo>
                    <a:pt x="262" y="147"/>
                    <a:pt x="268" y="143"/>
                    <a:pt x="266" y="143"/>
                  </a:cubicBezTo>
                  <a:cubicBezTo>
                    <a:pt x="270" y="144"/>
                    <a:pt x="279" y="139"/>
                    <a:pt x="272" y="135"/>
                  </a:cubicBezTo>
                  <a:cubicBezTo>
                    <a:pt x="273" y="133"/>
                    <a:pt x="270" y="132"/>
                    <a:pt x="268" y="132"/>
                  </a:cubicBezTo>
                  <a:cubicBezTo>
                    <a:pt x="269" y="131"/>
                    <a:pt x="272" y="132"/>
                    <a:pt x="273" y="131"/>
                  </a:cubicBezTo>
                  <a:cubicBezTo>
                    <a:pt x="276" y="129"/>
                    <a:pt x="274" y="128"/>
                    <a:pt x="271" y="127"/>
                  </a:cubicBezTo>
                  <a:cubicBezTo>
                    <a:pt x="268" y="126"/>
                    <a:pt x="263" y="128"/>
                    <a:pt x="261" y="130"/>
                  </a:cubicBezTo>
                  <a:cubicBezTo>
                    <a:pt x="259" y="132"/>
                    <a:pt x="257" y="134"/>
                    <a:pt x="255" y="135"/>
                  </a:cubicBezTo>
                  <a:close/>
                  <a:moveTo>
                    <a:pt x="308" y="302"/>
                  </a:moveTo>
                  <a:cubicBezTo>
                    <a:pt x="306" y="301"/>
                    <a:pt x="303" y="301"/>
                    <a:pt x="301" y="300"/>
                  </a:cubicBezTo>
                  <a:cubicBezTo>
                    <a:pt x="299" y="300"/>
                    <a:pt x="298" y="299"/>
                    <a:pt x="295" y="298"/>
                  </a:cubicBezTo>
                  <a:cubicBezTo>
                    <a:pt x="296" y="293"/>
                    <a:pt x="290" y="292"/>
                    <a:pt x="287" y="289"/>
                  </a:cubicBezTo>
                  <a:cubicBezTo>
                    <a:pt x="284" y="287"/>
                    <a:pt x="282" y="284"/>
                    <a:pt x="277" y="285"/>
                  </a:cubicBezTo>
                  <a:cubicBezTo>
                    <a:pt x="276" y="285"/>
                    <a:pt x="271" y="287"/>
                    <a:pt x="272" y="288"/>
                  </a:cubicBezTo>
                  <a:cubicBezTo>
                    <a:pt x="269" y="285"/>
                    <a:pt x="268" y="284"/>
                    <a:pt x="263" y="282"/>
                  </a:cubicBezTo>
                  <a:cubicBezTo>
                    <a:pt x="259" y="281"/>
                    <a:pt x="257" y="276"/>
                    <a:pt x="253" y="281"/>
                  </a:cubicBezTo>
                  <a:cubicBezTo>
                    <a:pt x="251" y="283"/>
                    <a:pt x="252" y="286"/>
                    <a:pt x="251" y="288"/>
                  </a:cubicBezTo>
                  <a:cubicBezTo>
                    <a:pt x="247" y="285"/>
                    <a:pt x="254" y="282"/>
                    <a:pt x="251" y="279"/>
                  </a:cubicBezTo>
                  <a:cubicBezTo>
                    <a:pt x="248" y="275"/>
                    <a:pt x="243" y="281"/>
                    <a:pt x="240" y="282"/>
                  </a:cubicBezTo>
                  <a:cubicBezTo>
                    <a:pt x="239" y="284"/>
                    <a:pt x="237" y="284"/>
                    <a:pt x="236" y="286"/>
                  </a:cubicBezTo>
                  <a:cubicBezTo>
                    <a:pt x="235" y="287"/>
                    <a:pt x="234" y="290"/>
                    <a:pt x="233" y="291"/>
                  </a:cubicBezTo>
                  <a:cubicBezTo>
                    <a:pt x="233" y="289"/>
                    <a:pt x="228" y="290"/>
                    <a:pt x="228" y="288"/>
                  </a:cubicBezTo>
                  <a:cubicBezTo>
                    <a:pt x="229" y="294"/>
                    <a:pt x="229" y="301"/>
                    <a:pt x="230" y="307"/>
                  </a:cubicBezTo>
                  <a:cubicBezTo>
                    <a:pt x="231" y="310"/>
                    <a:pt x="230" y="316"/>
                    <a:pt x="227" y="319"/>
                  </a:cubicBezTo>
                  <a:cubicBezTo>
                    <a:pt x="224" y="321"/>
                    <a:pt x="221" y="324"/>
                    <a:pt x="220" y="329"/>
                  </a:cubicBezTo>
                  <a:cubicBezTo>
                    <a:pt x="220" y="332"/>
                    <a:pt x="220" y="334"/>
                    <a:pt x="223" y="335"/>
                  </a:cubicBezTo>
                  <a:cubicBezTo>
                    <a:pt x="223" y="339"/>
                    <a:pt x="219" y="342"/>
                    <a:pt x="219" y="346"/>
                  </a:cubicBezTo>
                  <a:cubicBezTo>
                    <a:pt x="219" y="346"/>
                    <a:pt x="220" y="348"/>
                    <a:pt x="220" y="350"/>
                  </a:cubicBezTo>
                  <a:cubicBezTo>
                    <a:pt x="254" y="344"/>
                    <a:pt x="285" y="327"/>
                    <a:pt x="308" y="302"/>
                  </a:cubicBezTo>
                  <a:close/>
                </a:path>
              </a:pathLst>
            </a:custGeom>
            <a:solidFill>
              <a:schemeClr val="accent5"/>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grpSp>
        <p:nvGrpSpPr>
          <p:cNvPr id="21" name="Group 81"/>
          <p:cNvGrpSpPr/>
          <p:nvPr/>
        </p:nvGrpSpPr>
        <p:grpSpPr>
          <a:xfrm>
            <a:off x="691141" y="2118437"/>
            <a:ext cx="772052" cy="749947"/>
            <a:chOff x="735191" y="1461827"/>
            <a:chExt cx="579038" cy="562460"/>
          </a:xfrm>
        </p:grpSpPr>
        <p:sp>
          <p:nvSpPr>
            <p:cNvPr id="25" name="Oval 24"/>
            <p:cNvSpPr>
              <a:spLocks noChangeAspect="1"/>
            </p:cNvSpPr>
            <p:nvPr/>
          </p:nvSpPr>
          <p:spPr>
            <a:xfrm>
              <a:off x="735191" y="1461827"/>
              <a:ext cx="579038" cy="56246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375467" fontAlgn="auto">
                <a:spcBef>
                  <a:spcPts val="0"/>
                </a:spcBef>
                <a:spcAft>
                  <a:spcPts val="0"/>
                </a:spcAft>
              </a:pPr>
              <a:endParaRPr lang="en-US" sz="2667" b="1" dirty="0">
                <a:solidFill>
                  <a:srgbClr val="237DB9"/>
                </a:solidFill>
                <a:latin typeface="FontAwesome" pitchFamily="2" charset="0"/>
              </a:endParaRPr>
            </a:p>
          </p:txBody>
        </p:sp>
        <p:sp>
          <p:nvSpPr>
            <p:cNvPr id="78" name="Freeform 245"/>
            <p:cNvSpPr>
              <a:spLocks/>
            </p:cNvSpPr>
            <p:nvPr/>
          </p:nvSpPr>
          <p:spPr bwMode="auto">
            <a:xfrm>
              <a:off x="908029" y="1626376"/>
              <a:ext cx="233363" cy="233363"/>
            </a:xfrm>
            <a:custGeom>
              <a:avLst/>
              <a:gdLst/>
              <a:ahLst/>
              <a:cxnLst>
                <a:cxn ang="0">
                  <a:pos x="68" y="3"/>
                </a:cxn>
                <a:cxn ang="0">
                  <a:pos x="58" y="61"/>
                </a:cxn>
                <a:cxn ang="0">
                  <a:pos x="57" y="63"/>
                </a:cxn>
                <a:cxn ang="0">
                  <a:pos x="56" y="63"/>
                </a:cxn>
                <a:cxn ang="0">
                  <a:pos x="55" y="63"/>
                </a:cxn>
                <a:cxn ang="0">
                  <a:pos x="38" y="56"/>
                </a:cxn>
                <a:cxn ang="0">
                  <a:pos x="28" y="67"/>
                </a:cxn>
                <a:cxn ang="0">
                  <a:pos x="26" y="68"/>
                </a:cxn>
                <a:cxn ang="0">
                  <a:pos x="26" y="68"/>
                </a:cxn>
                <a:cxn ang="0">
                  <a:pos x="24" y="65"/>
                </a:cxn>
                <a:cxn ang="0">
                  <a:pos x="24" y="52"/>
                </a:cxn>
                <a:cxn ang="0">
                  <a:pos x="57" y="12"/>
                </a:cxn>
                <a:cxn ang="0">
                  <a:pos x="16" y="47"/>
                </a:cxn>
                <a:cxn ang="0">
                  <a:pos x="1" y="41"/>
                </a:cxn>
                <a:cxn ang="0">
                  <a:pos x="0" y="39"/>
                </a:cxn>
                <a:cxn ang="0">
                  <a:pos x="1" y="36"/>
                </a:cxn>
                <a:cxn ang="0">
                  <a:pos x="64" y="0"/>
                </a:cxn>
                <a:cxn ang="0">
                  <a:pos x="65" y="0"/>
                </a:cxn>
                <a:cxn ang="0">
                  <a:pos x="67" y="0"/>
                </a:cxn>
                <a:cxn ang="0">
                  <a:pos x="68" y="3"/>
                </a:cxn>
              </a:cxnLst>
              <a:rect l="0" t="0" r="r" b="b"/>
              <a:pathLst>
                <a:path w="68" h="68">
                  <a:moveTo>
                    <a:pt x="68" y="3"/>
                  </a:moveTo>
                  <a:cubicBezTo>
                    <a:pt x="58" y="61"/>
                    <a:pt x="58" y="61"/>
                    <a:pt x="58" y="61"/>
                  </a:cubicBezTo>
                  <a:cubicBezTo>
                    <a:pt x="58" y="62"/>
                    <a:pt x="57" y="62"/>
                    <a:pt x="57" y="63"/>
                  </a:cubicBezTo>
                  <a:cubicBezTo>
                    <a:pt x="56" y="63"/>
                    <a:pt x="56" y="63"/>
                    <a:pt x="56" y="63"/>
                  </a:cubicBezTo>
                  <a:cubicBezTo>
                    <a:pt x="55" y="63"/>
                    <a:pt x="55" y="63"/>
                    <a:pt x="55" y="63"/>
                  </a:cubicBezTo>
                  <a:cubicBezTo>
                    <a:pt x="38" y="56"/>
                    <a:pt x="38" y="56"/>
                    <a:pt x="38" y="56"/>
                  </a:cubicBezTo>
                  <a:cubicBezTo>
                    <a:pt x="28" y="67"/>
                    <a:pt x="28" y="67"/>
                    <a:pt x="28" y="67"/>
                  </a:cubicBezTo>
                  <a:cubicBezTo>
                    <a:pt x="28" y="67"/>
                    <a:pt x="27" y="68"/>
                    <a:pt x="26" y="68"/>
                  </a:cubicBezTo>
                  <a:cubicBezTo>
                    <a:pt x="26" y="68"/>
                    <a:pt x="26" y="68"/>
                    <a:pt x="26" y="68"/>
                  </a:cubicBezTo>
                  <a:cubicBezTo>
                    <a:pt x="25" y="67"/>
                    <a:pt x="24" y="66"/>
                    <a:pt x="24" y="65"/>
                  </a:cubicBezTo>
                  <a:cubicBezTo>
                    <a:pt x="24" y="52"/>
                    <a:pt x="24" y="52"/>
                    <a:pt x="24" y="52"/>
                  </a:cubicBezTo>
                  <a:cubicBezTo>
                    <a:pt x="57" y="12"/>
                    <a:pt x="57" y="12"/>
                    <a:pt x="57" y="12"/>
                  </a:cubicBezTo>
                  <a:cubicBezTo>
                    <a:pt x="16" y="47"/>
                    <a:pt x="16" y="47"/>
                    <a:pt x="16" y="47"/>
                  </a:cubicBezTo>
                  <a:cubicBezTo>
                    <a:pt x="1" y="41"/>
                    <a:pt x="1" y="41"/>
                    <a:pt x="1" y="41"/>
                  </a:cubicBezTo>
                  <a:cubicBezTo>
                    <a:pt x="0" y="40"/>
                    <a:pt x="0" y="40"/>
                    <a:pt x="0" y="39"/>
                  </a:cubicBezTo>
                  <a:cubicBezTo>
                    <a:pt x="0" y="38"/>
                    <a:pt x="0" y="37"/>
                    <a:pt x="1" y="36"/>
                  </a:cubicBezTo>
                  <a:cubicBezTo>
                    <a:pt x="64" y="0"/>
                    <a:pt x="64" y="0"/>
                    <a:pt x="64" y="0"/>
                  </a:cubicBezTo>
                  <a:cubicBezTo>
                    <a:pt x="65" y="0"/>
                    <a:pt x="65" y="0"/>
                    <a:pt x="65" y="0"/>
                  </a:cubicBezTo>
                  <a:cubicBezTo>
                    <a:pt x="66" y="0"/>
                    <a:pt x="66" y="0"/>
                    <a:pt x="67" y="0"/>
                  </a:cubicBezTo>
                  <a:cubicBezTo>
                    <a:pt x="68" y="1"/>
                    <a:pt x="68" y="2"/>
                    <a:pt x="68" y="3"/>
                  </a:cubicBezTo>
                  <a:close/>
                </a:path>
              </a:pathLst>
            </a:custGeom>
            <a:solidFill>
              <a:schemeClr val="accent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grpSp>
        <p:nvGrpSpPr>
          <p:cNvPr id="90" name="Group 89"/>
          <p:cNvGrpSpPr/>
          <p:nvPr/>
        </p:nvGrpSpPr>
        <p:grpSpPr>
          <a:xfrm flipH="1">
            <a:off x="6166275" y="4814321"/>
            <a:ext cx="5166071" cy="1088295"/>
            <a:chOff x="644107" y="1330751"/>
            <a:chExt cx="3874553" cy="816221"/>
          </a:xfrm>
        </p:grpSpPr>
        <p:sp>
          <p:nvSpPr>
            <p:cNvPr id="98" name="Rounded Rectangle 97"/>
            <p:cNvSpPr/>
            <p:nvPr/>
          </p:nvSpPr>
          <p:spPr>
            <a:xfrm>
              <a:off x="644107" y="1384863"/>
              <a:ext cx="3725972" cy="762109"/>
            </a:xfrm>
            <a:prstGeom prst="roundRect">
              <a:avLst>
                <a:gd name="adj" fmla="val 50000"/>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99" name="Rounded Rectangle 98"/>
            <p:cNvSpPr/>
            <p:nvPr/>
          </p:nvSpPr>
          <p:spPr>
            <a:xfrm>
              <a:off x="644107" y="1330751"/>
              <a:ext cx="3725972" cy="762109"/>
            </a:xfrm>
            <a:prstGeom prst="roundRect">
              <a:avLst>
                <a:gd name="adj" fmla="val 50000"/>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100" name="Isosceles Triangle 99"/>
            <p:cNvSpPr/>
            <p:nvPr/>
          </p:nvSpPr>
          <p:spPr>
            <a:xfrm rot="5400000">
              <a:off x="4322531" y="1607670"/>
              <a:ext cx="183987" cy="208271"/>
            </a:xfrm>
            <a:prstGeom prst="triangl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grpSp>
      <p:sp>
        <p:nvSpPr>
          <p:cNvPr id="102" name="TextBox 101"/>
          <p:cNvSpPr txBox="1"/>
          <p:nvPr/>
        </p:nvSpPr>
        <p:spPr>
          <a:xfrm flipH="1">
            <a:off x="6662780" y="5075735"/>
            <a:ext cx="4193389" cy="430887"/>
          </a:xfrm>
          <a:prstGeom prst="rect">
            <a:avLst/>
          </a:prstGeom>
          <a:noFill/>
        </p:spPr>
        <p:txBody>
          <a:bodyPr wrap="square" lIns="0" tIns="0" rIns="0" bIns="0" rtlCol="0" anchor="ctr">
            <a:spAutoFit/>
          </a:bodyPr>
          <a:lstStyle/>
          <a:p>
            <a:pPr algn="ctr" defTabSz="1375467" rtl="1" fontAlgn="auto">
              <a:spcBef>
                <a:spcPts val="0"/>
              </a:spcBef>
              <a:spcAft>
                <a:spcPts val="0"/>
              </a:spcAft>
            </a:pPr>
            <a:r>
              <a:rPr lang="ar-SA" sz="2800" b="1" dirty="0">
                <a:solidFill>
                  <a:srgbClr val="FFFFFF"/>
                </a:solidFill>
                <a:latin typeface="Roboto Condensed"/>
                <a:cs typeface="Simplified Arabic" panose="02020603050405020304" pitchFamily="18" charset="-78"/>
              </a:rPr>
              <a:t>ضعف النظر والسمع</a:t>
            </a:r>
            <a:endParaRPr lang="en-US" sz="2800" b="1" dirty="0">
              <a:solidFill>
                <a:srgbClr val="FFFFFF"/>
              </a:solidFill>
              <a:latin typeface="Roboto Condensed"/>
              <a:cs typeface="Simplified Arabic" panose="02020603050405020304" pitchFamily="18" charset="-78"/>
            </a:endParaRPr>
          </a:p>
        </p:txBody>
      </p:sp>
      <p:grpSp>
        <p:nvGrpSpPr>
          <p:cNvPr id="104" name="Group 89"/>
          <p:cNvGrpSpPr/>
          <p:nvPr/>
        </p:nvGrpSpPr>
        <p:grpSpPr>
          <a:xfrm>
            <a:off x="10835469" y="4966700"/>
            <a:ext cx="772052" cy="749947"/>
            <a:chOff x="7840715" y="3583563"/>
            <a:chExt cx="579038" cy="562460"/>
          </a:xfrm>
        </p:grpSpPr>
        <p:sp>
          <p:nvSpPr>
            <p:cNvPr id="105" name="Oval 104"/>
            <p:cNvSpPr>
              <a:spLocks noChangeAspect="1"/>
            </p:cNvSpPr>
            <p:nvPr/>
          </p:nvSpPr>
          <p:spPr>
            <a:xfrm flipH="1">
              <a:off x="7840715" y="3583563"/>
              <a:ext cx="579038" cy="56246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375467" fontAlgn="auto">
                <a:spcBef>
                  <a:spcPts val="0"/>
                </a:spcBef>
                <a:spcAft>
                  <a:spcPts val="0"/>
                </a:spcAft>
              </a:pPr>
              <a:endParaRPr lang="en-US" sz="2133" b="1" dirty="0">
                <a:solidFill>
                  <a:srgbClr val="633247"/>
                </a:solidFill>
                <a:latin typeface="FontAwesome" pitchFamily="2" charset="0"/>
              </a:endParaRPr>
            </a:p>
          </p:txBody>
        </p:sp>
        <p:sp>
          <p:nvSpPr>
            <p:cNvPr id="106" name="Freeform 66"/>
            <p:cNvSpPr>
              <a:spLocks noEditPoints="1"/>
            </p:cNvSpPr>
            <p:nvPr/>
          </p:nvSpPr>
          <p:spPr bwMode="auto">
            <a:xfrm>
              <a:off x="8004822" y="3748112"/>
              <a:ext cx="250825" cy="233363"/>
            </a:xfrm>
            <a:custGeom>
              <a:avLst/>
              <a:gdLst/>
              <a:ahLst/>
              <a:cxnLst>
                <a:cxn ang="0">
                  <a:pos x="13" y="39"/>
                </a:cxn>
                <a:cxn ang="0">
                  <a:pos x="8" y="39"/>
                </a:cxn>
                <a:cxn ang="0">
                  <a:pos x="0" y="33"/>
                </a:cxn>
                <a:cxn ang="0">
                  <a:pos x="5" y="19"/>
                </a:cxn>
                <a:cxn ang="0">
                  <a:pos x="15" y="22"/>
                </a:cxn>
                <a:cxn ang="0">
                  <a:pos x="20" y="21"/>
                </a:cxn>
                <a:cxn ang="0">
                  <a:pos x="20" y="24"/>
                </a:cxn>
                <a:cxn ang="0">
                  <a:pos x="23" y="34"/>
                </a:cxn>
                <a:cxn ang="0">
                  <a:pos x="13" y="39"/>
                </a:cxn>
                <a:cxn ang="0">
                  <a:pos x="15" y="19"/>
                </a:cxn>
                <a:cxn ang="0">
                  <a:pos x="5" y="9"/>
                </a:cxn>
                <a:cxn ang="0">
                  <a:pos x="15" y="0"/>
                </a:cxn>
                <a:cxn ang="0">
                  <a:pos x="25" y="9"/>
                </a:cxn>
                <a:cxn ang="0">
                  <a:pos x="15" y="19"/>
                </a:cxn>
                <a:cxn ang="0">
                  <a:pos x="53" y="68"/>
                </a:cxn>
                <a:cxn ang="0">
                  <a:pos x="20" y="68"/>
                </a:cxn>
                <a:cxn ang="0">
                  <a:pos x="10" y="58"/>
                </a:cxn>
                <a:cxn ang="0">
                  <a:pos x="23" y="36"/>
                </a:cxn>
                <a:cxn ang="0">
                  <a:pos x="37" y="41"/>
                </a:cxn>
                <a:cxn ang="0">
                  <a:pos x="50" y="36"/>
                </a:cxn>
                <a:cxn ang="0">
                  <a:pos x="64" y="58"/>
                </a:cxn>
                <a:cxn ang="0">
                  <a:pos x="53" y="68"/>
                </a:cxn>
                <a:cxn ang="0">
                  <a:pos x="37" y="39"/>
                </a:cxn>
                <a:cxn ang="0">
                  <a:pos x="22" y="24"/>
                </a:cxn>
                <a:cxn ang="0">
                  <a:pos x="37" y="9"/>
                </a:cxn>
                <a:cxn ang="0">
                  <a:pos x="51" y="24"/>
                </a:cxn>
                <a:cxn ang="0">
                  <a:pos x="37" y="39"/>
                </a:cxn>
                <a:cxn ang="0">
                  <a:pos x="59" y="19"/>
                </a:cxn>
                <a:cxn ang="0">
                  <a:pos x="49" y="9"/>
                </a:cxn>
                <a:cxn ang="0">
                  <a:pos x="59" y="0"/>
                </a:cxn>
                <a:cxn ang="0">
                  <a:pos x="68" y="9"/>
                </a:cxn>
                <a:cxn ang="0">
                  <a:pos x="59" y="19"/>
                </a:cxn>
                <a:cxn ang="0">
                  <a:pos x="66" y="39"/>
                </a:cxn>
                <a:cxn ang="0">
                  <a:pos x="61" y="39"/>
                </a:cxn>
                <a:cxn ang="0">
                  <a:pos x="51" y="34"/>
                </a:cxn>
                <a:cxn ang="0">
                  <a:pos x="54" y="24"/>
                </a:cxn>
                <a:cxn ang="0">
                  <a:pos x="54" y="21"/>
                </a:cxn>
                <a:cxn ang="0">
                  <a:pos x="59" y="22"/>
                </a:cxn>
                <a:cxn ang="0">
                  <a:pos x="69" y="19"/>
                </a:cxn>
                <a:cxn ang="0">
                  <a:pos x="73" y="33"/>
                </a:cxn>
                <a:cxn ang="0">
                  <a:pos x="66" y="39"/>
                </a:cxn>
              </a:cxnLst>
              <a:rect l="0" t="0" r="r" b="b"/>
              <a:pathLst>
                <a:path w="73" h="68">
                  <a:moveTo>
                    <a:pt x="13" y="39"/>
                  </a:moveTo>
                  <a:cubicBezTo>
                    <a:pt x="8" y="39"/>
                    <a:pt x="8" y="39"/>
                    <a:pt x="8" y="39"/>
                  </a:cubicBezTo>
                  <a:cubicBezTo>
                    <a:pt x="4" y="39"/>
                    <a:pt x="0" y="37"/>
                    <a:pt x="0" y="33"/>
                  </a:cubicBezTo>
                  <a:cubicBezTo>
                    <a:pt x="0" y="29"/>
                    <a:pt x="0" y="19"/>
                    <a:pt x="5" y="19"/>
                  </a:cubicBezTo>
                  <a:cubicBezTo>
                    <a:pt x="6" y="19"/>
                    <a:pt x="10" y="22"/>
                    <a:pt x="15" y="22"/>
                  </a:cubicBezTo>
                  <a:cubicBezTo>
                    <a:pt x="17" y="22"/>
                    <a:pt x="18" y="22"/>
                    <a:pt x="20" y="21"/>
                  </a:cubicBezTo>
                  <a:cubicBezTo>
                    <a:pt x="20" y="22"/>
                    <a:pt x="20" y="23"/>
                    <a:pt x="20" y="24"/>
                  </a:cubicBezTo>
                  <a:cubicBezTo>
                    <a:pt x="20" y="27"/>
                    <a:pt x="21" y="31"/>
                    <a:pt x="23" y="34"/>
                  </a:cubicBezTo>
                  <a:cubicBezTo>
                    <a:pt x="19" y="34"/>
                    <a:pt x="15" y="36"/>
                    <a:pt x="13" y="39"/>
                  </a:cubicBezTo>
                  <a:close/>
                  <a:moveTo>
                    <a:pt x="15" y="19"/>
                  </a:moveTo>
                  <a:cubicBezTo>
                    <a:pt x="10" y="19"/>
                    <a:pt x="5" y="15"/>
                    <a:pt x="5" y="9"/>
                  </a:cubicBezTo>
                  <a:cubicBezTo>
                    <a:pt x="5" y="4"/>
                    <a:pt x="10" y="0"/>
                    <a:pt x="15" y="0"/>
                  </a:cubicBezTo>
                  <a:cubicBezTo>
                    <a:pt x="20" y="0"/>
                    <a:pt x="25" y="4"/>
                    <a:pt x="25" y="9"/>
                  </a:cubicBezTo>
                  <a:cubicBezTo>
                    <a:pt x="25" y="15"/>
                    <a:pt x="20" y="19"/>
                    <a:pt x="15" y="19"/>
                  </a:cubicBezTo>
                  <a:close/>
                  <a:moveTo>
                    <a:pt x="53" y="68"/>
                  </a:moveTo>
                  <a:cubicBezTo>
                    <a:pt x="20" y="68"/>
                    <a:pt x="20" y="68"/>
                    <a:pt x="20" y="68"/>
                  </a:cubicBezTo>
                  <a:cubicBezTo>
                    <a:pt x="14" y="68"/>
                    <a:pt x="10" y="64"/>
                    <a:pt x="10" y="58"/>
                  </a:cubicBezTo>
                  <a:cubicBezTo>
                    <a:pt x="10" y="49"/>
                    <a:pt x="12" y="36"/>
                    <a:pt x="23" y="36"/>
                  </a:cubicBezTo>
                  <a:cubicBezTo>
                    <a:pt x="25" y="36"/>
                    <a:pt x="29" y="41"/>
                    <a:pt x="37" y="41"/>
                  </a:cubicBezTo>
                  <a:cubicBezTo>
                    <a:pt x="44" y="41"/>
                    <a:pt x="49" y="36"/>
                    <a:pt x="50" y="36"/>
                  </a:cubicBezTo>
                  <a:cubicBezTo>
                    <a:pt x="62" y="36"/>
                    <a:pt x="64" y="49"/>
                    <a:pt x="64" y="58"/>
                  </a:cubicBezTo>
                  <a:cubicBezTo>
                    <a:pt x="64" y="64"/>
                    <a:pt x="60" y="68"/>
                    <a:pt x="53" y="68"/>
                  </a:cubicBezTo>
                  <a:close/>
                  <a:moveTo>
                    <a:pt x="37" y="39"/>
                  </a:moveTo>
                  <a:cubicBezTo>
                    <a:pt x="29" y="39"/>
                    <a:pt x="22" y="32"/>
                    <a:pt x="22" y="24"/>
                  </a:cubicBezTo>
                  <a:cubicBezTo>
                    <a:pt x="22" y="16"/>
                    <a:pt x="29" y="9"/>
                    <a:pt x="37" y="9"/>
                  </a:cubicBezTo>
                  <a:cubicBezTo>
                    <a:pt x="45" y="9"/>
                    <a:pt x="51" y="16"/>
                    <a:pt x="51" y="24"/>
                  </a:cubicBezTo>
                  <a:cubicBezTo>
                    <a:pt x="51" y="32"/>
                    <a:pt x="45" y="39"/>
                    <a:pt x="37" y="39"/>
                  </a:cubicBezTo>
                  <a:close/>
                  <a:moveTo>
                    <a:pt x="59" y="19"/>
                  </a:moveTo>
                  <a:cubicBezTo>
                    <a:pt x="53" y="19"/>
                    <a:pt x="49" y="15"/>
                    <a:pt x="49" y="9"/>
                  </a:cubicBezTo>
                  <a:cubicBezTo>
                    <a:pt x="49" y="4"/>
                    <a:pt x="53" y="0"/>
                    <a:pt x="59" y="0"/>
                  </a:cubicBezTo>
                  <a:cubicBezTo>
                    <a:pt x="64" y="0"/>
                    <a:pt x="68" y="4"/>
                    <a:pt x="68" y="9"/>
                  </a:cubicBezTo>
                  <a:cubicBezTo>
                    <a:pt x="68" y="15"/>
                    <a:pt x="64" y="19"/>
                    <a:pt x="59" y="19"/>
                  </a:cubicBezTo>
                  <a:close/>
                  <a:moveTo>
                    <a:pt x="66" y="39"/>
                  </a:moveTo>
                  <a:cubicBezTo>
                    <a:pt x="61" y="39"/>
                    <a:pt x="61" y="39"/>
                    <a:pt x="61" y="39"/>
                  </a:cubicBezTo>
                  <a:cubicBezTo>
                    <a:pt x="58" y="36"/>
                    <a:pt x="55" y="34"/>
                    <a:pt x="51" y="34"/>
                  </a:cubicBezTo>
                  <a:cubicBezTo>
                    <a:pt x="53" y="31"/>
                    <a:pt x="54" y="27"/>
                    <a:pt x="54" y="24"/>
                  </a:cubicBezTo>
                  <a:cubicBezTo>
                    <a:pt x="54" y="23"/>
                    <a:pt x="54" y="22"/>
                    <a:pt x="54" y="21"/>
                  </a:cubicBezTo>
                  <a:cubicBezTo>
                    <a:pt x="55" y="22"/>
                    <a:pt x="57" y="22"/>
                    <a:pt x="59" y="22"/>
                  </a:cubicBezTo>
                  <a:cubicBezTo>
                    <a:pt x="64" y="22"/>
                    <a:pt x="68" y="19"/>
                    <a:pt x="69" y="19"/>
                  </a:cubicBezTo>
                  <a:cubicBezTo>
                    <a:pt x="73" y="19"/>
                    <a:pt x="73" y="29"/>
                    <a:pt x="73" y="33"/>
                  </a:cubicBezTo>
                  <a:cubicBezTo>
                    <a:pt x="73" y="37"/>
                    <a:pt x="70" y="39"/>
                    <a:pt x="66" y="39"/>
                  </a:cubicBezTo>
                  <a:close/>
                </a:path>
              </a:pathLst>
            </a:custGeom>
            <a:solidFill>
              <a:schemeClr val="accent6"/>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sp>
        <p:nvSpPr>
          <p:cNvPr id="39" name="Rectangle 38"/>
          <p:cNvSpPr/>
          <p:nvPr/>
        </p:nvSpPr>
        <p:spPr>
          <a:xfrm rot="5400000">
            <a:off x="5379834" y="-5426678"/>
            <a:ext cx="1350767" cy="12192002"/>
          </a:xfrm>
          <a:prstGeom prst="rect">
            <a:avLst/>
          </a:prstGeom>
          <a:solidFill>
            <a:srgbClr val="E7E6E6">
              <a:lumMod val="25000"/>
            </a:srgbClr>
          </a:solidFill>
          <a:ln w="12700" cap="flat" cmpd="sng" algn="ctr">
            <a:noFill/>
            <a:prstDash val="solid"/>
            <a:miter lim="800000"/>
          </a:ln>
          <a:effectLst/>
        </p:spPr>
        <p:txBody>
          <a:bodyPr rtlCol="0" anchor="ctr"/>
          <a:lstStyle/>
          <a:p>
            <a:pPr algn="ctr" fontAlgn="auto">
              <a:spcBef>
                <a:spcPts val="0"/>
              </a:spcBef>
              <a:spcAft>
                <a:spcPts val="0"/>
              </a:spcAft>
            </a:pPr>
            <a:endParaRPr lang="en-AU" kern="0" smtClean="0">
              <a:solidFill>
                <a:prstClr val="white"/>
              </a:solidFill>
              <a:latin typeface="Roboto Lt"/>
            </a:endParaRPr>
          </a:p>
        </p:txBody>
      </p:sp>
      <p:sp>
        <p:nvSpPr>
          <p:cNvPr id="40" name="TextBox 39"/>
          <p:cNvSpPr txBox="1"/>
          <p:nvPr/>
        </p:nvSpPr>
        <p:spPr>
          <a:xfrm>
            <a:off x="1902320" y="293158"/>
            <a:ext cx="9294641" cy="615553"/>
          </a:xfrm>
          <a:prstGeom prst="rect">
            <a:avLst/>
          </a:prstGeom>
          <a:noFill/>
        </p:spPr>
        <p:txBody>
          <a:bodyPr wrap="square" lIns="0" tIns="0" rIns="0" bIns="0" rtlCol="0">
            <a:spAutoFit/>
          </a:bodyPr>
          <a:lstStyle/>
          <a:p>
            <a:pPr marL="742950" indent="-742950" algn="r" rtl="1" fontAlgn="auto">
              <a:spcBef>
                <a:spcPts val="0"/>
              </a:spcBef>
              <a:spcAft>
                <a:spcPts val="0"/>
              </a:spcAft>
              <a:buFont typeface="+mj-lt"/>
              <a:buAutoNum type="arabicPeriod" startAt="4"/>
            </a:pPr>
            <a:r>
              <a:rPr lang="ar-SA" sz="4000" b="1" i="1" u="sng" dirty="0" smtClean="0">
                <a:solidFill>
                  <a:prstClr val="white"/>
                </a:solidFill>
                <a:latin typeface="Source Sans Pro" panose="020B0503030403020204" pitchFamily="34" charset="0"/>
                <a:cs typeface="Clear Sans" panose="020B0503030202020304" pitchFamily="34" charset="0"/>
              </a:rPr>
              <a:t>مضار </a:t>
            </a:r>
            <a:r>
              <a:rPr lang="ar-SA" sz="4000" b="1" i="1" u="sng" dirty="0">
                <a:solidFill>
                  <a:prstClr val="white"/>
                </a:solidFill>
                <a:latin typeface="Source Sans Pro" panose="020B0503030403020204" pitchFamily="34" charset="0"/>
                <a:cs typeface="Clear Sans" panose="020B0503030202020304" pitchFamily="34" charset="0"/>
              </a:rPr>
              <a:t>هوس التكنولوجيا</a:t>
            </a:r>
            <a:endParaRPr lang="id-ID" sz="4000" b="1" i="1" u="sng" dirty="0">
              <a:solidFill>
                <a:prstClr val="white"/>
              </a:solidFill>
              <a:latin typeface="Source Sans Pro" panose="020B0503030403020204" pitchFamily="34" charset="0"/>
              <a:cs typeface="Clear Sans" panose="020B0503030202020304" pitchFamily="34" charset="0"/>
            </a:endParaRPr>
          </a:p>
        </p:txBody>
      </p:sp>
    </p:spTree>
    <p:extLst>
      <p:ext uri="{BB962C8B-B14F-4D97-AF65-F5344CB8AC3E}">
        <p14:creationId xmlns:p14="http://schemas.microsoft.com/office/powerpoint/2010/main" val="344349553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grpId="0" nodeType="afterEffect">
                                  <p:stCondLst>
                                    <p:cond delay="0"/>
                                  </p:stCondLst>
                                  <p:childTnLst>
                                    <p:set>
                                      <p:cBhvr>
                                        <p:cTn id="6" dur="1" fill="hold">
                                          <p:stCondLst>
                                            <p:cond delay="0"/>
                                          </p:stCondLst>
                                        </p:cTn>
                                        <p:tgtEl>
                                          <p:spTgt spid="39"/>
                                        </p:tgtEl>
                                        <p:attrNameLst>
                                          <p:attrName>style.visibility</p:attrName>
                                        </p:attrNameLst>
                                      </p:cBhvr>
                                      <p:to>
                                        <p:strVal val="visible"/>
                                      </p:to>
                                    </p:set>
                                    <p:animEffect transition="in" filter="wipe(right)">
                                      <p:cBhvr>
                                        <p:cTn id="7" dur="500"/>
                                        <p:tgtEl>
                                          <p:spTgt spid="39"/>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40"/>
                                        </p:tgtEl>
                                        <p:attrNameLst>
                                          <p:attrName>style.visibility</p:attrName>
                                        </p:attrNameLst>
                                      </p:cBhvr>
                                      <p:to>
                                        <p:strVal val="visible"/>
                                      </p:to>
                                    </p:set>
                                    <p:animEffect transition="in" filter="fade">
                                      <p:cBhvr>
                                        <p:cTn id="11" dur="500"/>
                                        <p:tgtEl>
                                          <p:spTgt spid="40"/>
                                        </p:tgtEl>
                                      </p:cBhvr>
                                    </p:animEffect>
                                  </p:childTnLst>
                                </p:cTn>
                              </p:par>
                              <p:par>
                                <p:cTn id="12" presetID="18" presetClass="entr" presetSubtype="3" fill="hold" nodeType="withEffect">
                                  <p:stCondLst>
                                    <p:cond delay="0"/>
                                  </p:stCondLst>
                                  <p:childTnLst>
                                    <p:set>
                                      <p:cBhvr>
                                        <p:cTn id="13" dur="1" fill="hold">
                                          <p:stCondLst>
                                            <p:cond delay="0"/>
                                          </p:stCondLst>
                                        </p:cTn>
                                        <p:tgtEl>
                                          <p:spTgt spid="68"/>
                                        </p:tgtEl>
                                        <p:attrNameLst>
                                          <p:attrName>style.visibility</p:attrName>
                                        </p:attrNameLst>
                                      </p:cBhvr>
                                      <p:to>
                                        <p:strVal val="visible"/>
                                      </p:to>
                                    </p:set>
                                    <p:animEffect transition="in" filter="strips(upRight)">
                                      <p:cBhvr>
                                        <p:cTn id="14" dur="500"/>
                                        <p:tgtEl>
                                          <p:spTgt spid="68"/>
                                        </p:tgtEl>
                                      </p:cBhvr>
                                    </p:animEffect>
                                  </p:childTnLst>
                                </p:cTn>
                              </p:par>
                            </p:childTnLst>
                          </p:cTn>
                        </p:par>
                        <p:par>
                          <p:cTn id="15" fill="hold">
                            <p:stCondLst>
                              <p:cond delay="1000"/>
                            </p:stCondLst>
                            <p:childTnLst>
                              <p:par>
                                <p:cTn id="16" presetID="2" presetClass="entr" presetSubtype="8" accel="50000" decel="50000" fill="hold" nodeType="afterEffect">
                                  <p:stCondLst>
                                    <p:cond delay="0"/>
                                  </p:stCondLst>
                                  <p:childTnLst>
                                    <p:set>
                                      <p:cBhvr>
                                        <p:cTn id="17" dur="1" fill="hold">
                                          <p:stCondLst>
                                            <p:cond delay="0"/>
                                          </p:stCondLst>
                                        </p:cTn>
                                        <p:tgtEl>
                                          <p:spTgt spid="3"/>
                                        </p:tgtEl>
                                        <p:attrNameLst>
                                          <p:attrName>style.visibility</p:attrName>
                                        </p:attrNameLst>
                                      </p:cBhvr>
                                      <p:to>
                                        <p:strVal val="visible"/>
                                      </p:to>
                                    </p:set>
                                    <p:anim calcmode="lin" valueType="num">
                                      <p:cBhvr additive="base">
                                        <p:cTn id="18" dur="500" fill="hold"/>
                                        <p:tgtEl>
                                          <p:spTgt spid="3"/>
                                        </p:tgtEl>
                                        <p:attrNameLst>
                                          <p:attrName>ppt_x</p:attrName>
                                        </p:attrNameLst>
                                      </p:cBhvr>
                                      <p:tavLst>
                                        <p:tav tm="0">
                                          <p:val>
                                            <p:strVal val="0-#ppt_w/2"/>
                                          </p:val>
                                        </p:tav>
                                        <p:tav tm="100000">
                                          <p:val>
                                            <p:strVal val="#ppt_x"/>
                                          </p:val>
                                        </p:tav>
                                      </p:tavLst>
                                    </p:anim>
                                    <p:anim calcmode="lin" valueType="num">
                                      <p:cBhvr additive="base">
                                        <p:cTn id="19" dur="500" fill="hold"/>
                                        <p:tgtEl>
                                          <p:spTgt spid="3"/>
                                        </p:tgtEl>
                                        <p:attrNameLst>
                                          <p:attrName>ppt_y</p:attrName>
                                        </p:attrNameLst>
                                      </p:cBhvr>
                                      <p:tavLst>
                                        <p:tav tm="0">
                                          <p:val>
                                            <p:strVal val="#ppt_y"/>
                                          </p:val>
                                        </p:tav>
                                        <p:tav tm="100000">
                                          <p:val>
                                            <p:strVal val="#ppt_y"/>
                                          </p:val>
                                        </p:tav>
                                      </p:tavLst>
                                    </p:anim>
                                  </p:childTnLst>
                                </p:cTn>
                              </p:par>
                            </p:childTnLst>
                          </p:cTn>
                        </p:par>
                        <p:par>
                          <p:cTn id="20" fill="hold">
                            <p:stCondLst>
                              <p:cond delay="1500"/>
                            </p:stCondLst>
                            <p:childTnLst>
                              <p:par>
                                <p:cTn id="21" presetID="53" presetClass="entr" presetSubtype="0" fill="hold" nodeType="afterEffect">
                                  <p:stCondLst>
                                    <p:cond delay="0"/>
                                  </p:stCondLst>
                                  <p:childTnLst>
                                    <p:set>
                                      <p:cBhvr>
                                        <p:cTn id="22" dur="1" fill="hold">
                                          <p:stCondLst>
                                            <p:cond delay="0"/>
                                          </p:stCondLst>
                                        </p:cTn>
                                        <p:tgtEl>
                                          <p:spTgt spid="21"/>
                                        </p:tgtEl>
                                        <p:attrNameLst>
                                          <p:attrName>style.visibility</p:attrName>
                                        </p:attrNameLst>
                                      </p:cBhvr>
                                      <p:to>
                                        <p:strVal val="visible"/>
                                      </p:to>
                                    </p:set>
                                    <p:anim calcmode="lin" valueType="num">
                                      <p:cBhvr>
                                        <p:cTn id="23" dur="500" fill="hold"/>
                                        <p:tgtEl>
                                          <p:spTgt spid="21"/>
                                        </p:tgtEl>
                                        <p:attrNameLst>
                                          <p:attrName>ppt_w</p:attrName>
                                        </p:attrNameLst>
                                      </p:cBhvr>
                                      <p:tavLst>
                                        <p:tav tm="0">
                                          <p:val>
                                            <p:fltVal val="0"/>
                                          </p:val>
                                        </p:tav>
                                        <p:tav tm="100000">
                                          <p:val>
                                            <p:strVal val="#ppt_w"/>
                                          </p:val>
                                        </p:tav>
                                      </p:tavLst>
                                    </p:anim>
                                    <p:anim calcmode="lin" valueType="num">
                                      <p:cBhvr>
                                        <p:cTn id="24" dur="500" fill="hold"/>
                                        <p:tgtEl>
                                          <p:spTgt spid="21"/>
                                        </p:tgtEl>
                                        <p:attrNameLst>
                                          <p:attrName>ppt_h</p:attrName>
                                        </p:attrNameLst>
                                      </p:cBhvr>
                                      <p:tavLst>
                                        <p:tav tm="0">
                                          <p:val>
                                            <p:fltVal val="0"/>
                                          </p:val>
                                        </p:tav>
                                        <p:tav tm="100000">
                                          <p:val>
                                            <p:strVal val="#ppt_h"/>
                                          </p:val>
                                        </p:tav>
                                      </p:tavLst>
                                    </p:anim>
                                    <p:animEffect transition="in" filter="fade">
                                      <p:cBhvr>
                                        <p:cTn id="25" dur="500"/>
                                        <p:tgtEl>
                                          <p:spTgt spid="21"/>
                                        </p:tgtEl>
                                      </p:cBhvr>
                                    </p:animEffect>
                                  </p:childTnLst>
                                </p:cTn>
                              </p:par>
                            </p:childTnLst>
                          </p:cTn>
                        </p:par>
                        <p:par>
                          <p:cTn id="26" fill="hold">
                            <p:stCondLst>
                              <p:cond delay="2000"/>
                            </p:stCondLst>
                            <p:childTnLst>
                              <p:par>
                                <p:cTn id="27" presetID="2" presetClass="entr" presetSubtype="2" accel="50000" decel="50000" fill="hold" nodeType="afterEffect">
                                  <p:stCondLst>
                                    <p:cond delay="0"/>
                                  </p:stCondLst>
                                  <p:childTnLst>
                                    <p:set>
                                      <p:cBhvr>
                                        <p:cTn id="28" dur="1" fill="hold">
                                          <p:stCondLst>
                                            <p:cond delay="0"/>
                                          </p:stCondLst>
                                        </p:cTn>
                                        <p:tgtEl>
                                          <p:spTgt spid="14"/>
                                        </p:tgtEl>
                                        <p:attrNameLst>
                                          <p:attrName>style.visibility</p:attrName>
                                        </p:attrNameLst>
                                      </p:cBhvr>
                                      <p:to>
                                        <p:strVal val="visible"/>
                                      </p:to>
                                    </p:set>
                                    <p:anim calcmode="lin" valueType="num">
                                      <p:cBhvr additive="base">
                                        <p:cTn id="29" dur="500" fill="hold"/>
                                        <p:tgtEl>
                                          <p:spTgt spid="14"/>
                                        </p:tgtEl>
                                        <p:attrNameLst>
                                          <p:attrName>ppt_x</p:attrName>
                                        </p:attrNameLst>
                                      </p:cBhvr>
                                      <p:tavLst>
                                        <p:tav tm="0">
                                          <p:val>
                                            <p:strVal val="1+#ppt_w/2"/>
                                          </p:val>
                                        </p:tav>
                                        <p:tav tm="100000">
                                          <p:val>
                                            <p:strVal val="#ppt_x"/>
                                          </p:val>
                                        </p:tav>
                                      </p:tavLst>
                                    </p:anim>
                                    <p:anim calcmode="lin" valueType="num">
                                      <p:cBhvr additive="base">
                                        <p:cTn id="30" dur="500" fill="hold"/>
                                        <p:tgtEl>
                                          <p:spTgt spid="14"/>
                                        </p:tgtEl>
                                        <p:attrNameLst>
                                          <p:attrName>ppt_y</p:attrName>
                                        </p:attrNameLst>
                                      </p:cBhvr>
                                      <p:tavLst>
                                        <p:tav tm="0">
                                          <p:val>
                                            <p:strVal val="#ppt_y"/>
                                          </p:val>
                                        </p:tav>
                                        <p:tav tm="100000">
                                          <p:val>
                                            <p:strVal val="#ppt_y"/>
                                          </p:val>
                                        </p:tav>
                                      </p:tavLst>
                                    </p:anim>
                                  </p:childTnLst>
                                </p:cTn>
                              </p:par>
                            </p:childTnLst>
                          </p:cTn>
                        </p:par>
                        <p:par>
                          <p:cTn id="31" fill="hold">
                            <p:stCondLst>
                              <p:cond delay="2500"/>
                            </p:stCondLst>
                            <p:childTnLst>
                              <p:par>
                                <p:cTn id="32" presetID="53" presetClass="entr" presetSubtype="0" fill="hold" nodeType="afterEffect">
                                  <p:stCondLst>
                                    <p:cond delay="0"/>
                                  </p:stCondLst>
                                  <p:childTnLst>
                                    <p:set>
                                      <p:cBhvr>
                                        <p:cTn id="33" dur="1" fill="hold">
                                          <p:stCondLst>
                                            <p:cond delay="0"/>
                                          </p:stCondLst>
                                        </p:cTn>
                                        <p:tgtEl>
                                          <p:spTgt spid="20"/>
                                        </p:tgtEl>
                                        <p:attrNameLst>
                                          <p:attrName>style.visibility</p:attrName>
                                        </p:attrNameLst>
                                      </p:cBhvr>
                                      <p:to>
                                        <p:strVal val="visible"/>
                                      </p:to>
                                    </p:set>
                                    <p:anim calcmode="lin" valueType="num">
                                      <p:cBhvr>
                                        <p:cTn id="34" dur="500" fill="hold"/>
                                        <p:tgtEl>
                                          <p:spTgt spid="20"/>
                                        </p:tgtEl>
                                        <p:attrNameLst>
                                          <p:attrName>ppt_w</p:attrName>
                                        </p:attrNameLst>
                                      </p:cBhvr>
                                      <p:tavLst>
                                        <p:tav tm="0">
                                          <p:val>
                                            <p:fltVal val="0"/>
                                          </p:val>
                                        </p:tav>
                                        <p:tav tm="100000">
                                          <p:val>
                                            <p:strVal val="#ppt_w"/>
                                          </p:val>
                                        </p:tav>
                                      </p:tavLst>
                                    </p:anim>
                                    <p:anim calcmode="lin" valueType="num">
                                      <p:cBhvr>
                                        <p:cTn id="35" dur="500" fill="hold"/>
                                        <p:tgtEl>
                                          <p:spTgt spid="20"/>
                                        </p:tgtEl>
                                        <p:attrNameLst>
                                          <p:attrName>ppt_h</p:attrName>
                                        </p:attrNameLst>
                                      </p:cBhvr>
                                      <p:tavLst>
                                        <p:tav tm="0">
                                          <p:val>
                                            <p:fltVal val="0"/>
                                          </p:val>
                                        </p:tav>
                                        <p:tav tm="100000">
                                          <p:val>
                                            <p:strVal val="#ppt_h"/>
                                          </p:val>
                                        </p:tav>
                                      </p:tavLst>
                                    </p:anim>
                                    <p:animEffect transition="in" filter="fade">
                                      <p:cBhvr>
                                        <p:cTn id="36" dur="500"/>
                                        <p:tgtEl>
                                          <p:spTgt spid="20"/>
                                        </p:tgtEl>
                                      </p:cBhvr>
                                    </p:animEffect>
                                  </p:childTnLst>
                                </p:cTn>
                              </p:par>
                            </p:childTnLst>
                          </p:cTn>
                        </p:par>
                        <p:par>
                          <p:cTn id="37" fill="hold">
                            <p:stCondLst>
                              <p:cond delay="3000"/>
                            </p:stCondLst>
                            <p:childTnLst>
                              <p:par>
                                <p:cTn id="38" presetID="2" presetClass="entr" presetSubtype="8" accel="50000" decel="50000" fill="hold" nodeType="afterEffect">
                                  <p:stCondLst>
                                    <p:cond delay="0"/>
                                  </p:stCondLst>
                                  <p:childTnLst>
                                    <p:set>
                                      <p:cBhvr>
                                        <p:cTn id="39" dur="1" fill="hold">
                                          <p:stCondLst>
                                            <p:cond delay="0"/>
                                          </p:stCondLst>
                                        </p:cTn>
                                        <p:tgtEl>
                                          <p:spTgt spid="10"/>
                                        </p:tgtEl>
                                        <p:attrNameLst>
                                          <p:attrName>style.visibility</p:attrName>
                                        </p:attrNameLst>
                                      </p:cBhvr>
                                      <p:to>
                                        <p:strVal val="visible"/>
                                      </p:to>
                                    </p:set>
                                    <p:anim calcmode="lin" valueType="num">
                                      <p:cBhvr additive="base">
                                        <p:cTn id="40" dur="500" fill="hold"/>
                                        <p:tgtEl>
                                          <p:spTgt spid="10"/>
                                        </p:tgtEl>
                                        <p:attrNameLst>
                                          <p:attrName>ppt_x</p:attrName>
                                        </p:attrNameLst>
                                      </p:cBhvr>
                                      <p:tavLst>
                                        <p:tav tm="0">
                                          <p:val>
                                            <p:strVal val="0-#ppt_w/2"/>
                                          </p:val>
                                        </p:tav>
                                        <p:tav tm="100000">
                                          <p:val>
                                            <p:strVal val="#ppt_x"/>
                                          </p:val>
                                        </p:tav>
                                      </p:tavLst>
                                    </p:anim>
                                    <p:anim calcmode="lin" valueType="num">
                                      <p:cBhvr additive="base">
                                        <p:cTn id="41" dur="500" fill="hold"/>
                                        <p:tgtEl>
                                          <p:spTgt spid="10"/>
                                        </p:tgtEl>
                                        <p:attrNameLst>
                                          <p:attrName>ppt_y</p:attrName>
                                        </p:attrNameLst>
                                      </p:cBhvr>
                                      <p:tavLst>
                                        <p:tav tm="0">
                                          <p:val>
                                            <p:strVal val="#ppt_y"/>
                                          </p:val>
                                        </p:tav>
                                        <p:tav tm="100000">
                                          <p:val>
                                            <p:strVal val="#ppt_y"/>
                                          </p:val>
                                        </p:tav>
                                      </p:tavLst>
                                    </p:anim>
                                  </p:childTnLst>
                                </p:cTn>
                              </p:par>
                            </p:childTnLst>
                          </p:cTn>
                        </p:par>
                        <p:par>
                          <p:cTn id="42" fill="hold">
                            <p:stCondLst>
                              <p:cond delay="3500"/>
                            </p:stCondLst>
                            <p:childTnLst>
                              <p:par>
                                <p:cTn id="43" presetID="53" presetClass="entr" presetSubtype="0" fill="hold" nodeType="afterEffect">
                                  <p:stCondLst>
                                    <p:cond delay="0"/>
                                  </p:stCondLst>
                                  <p:childTnLst>
                                    <p:set>
                                      <p:cBhvr>
                                        <p:cTn id="44" dur="1" fill="hold">
                                          <p:stCondLst>
                                            <p:cond delay="0"/>
                                          </p:stCondLst>
                                        </p:cTn>
                                        <p:tgtEl>
                                          <p:spTgt spid="19"/>
                                        </p:tgtEl>
                                        <p:attrNameLst>
                                          <p:attrName>style.visibility</p:attrName>
                                        </p:attrNameLst>
                                      </p:cBhvr>
                                      <p:to>
                                        <p:strVal val="visible"/>
                                      </p:to>
                                    </p:set>
                                    <p:anim calcmode="lin" valueType="num">
                                      <p:cBhvr>
                                        <p:cTn id="45" dur="500" fill="hold"/>
                                        <p:tgtEl>
                                          <p:spTgt spid="19"/>
                                        </p:tgtEl>
                                        <p:attrNameLst>
                                          <p:attrName>ppt_w</p:attrName>
                                        </p:attrNameLst>
                                      </p:cBhvr>
                                      <p:tavLst>
                                        <p:tav tm="0">
                                          <p:val>
                                            <p:fltVal val="0"/>
                                          </p:val>
                                        </p:tav>
                                        <p:tav tm="100000">
                                          <p:val>
                                            <p:strVal val="#ppt_w"/>
                                          </p:val>
                                        </p:tav>
                                      </p:tavLst>
                                    </p:anim>
                                    <p:anim calcmode="lin" valueType="num">
                                      <p:cBhvr>
                                        <p:cTn id="46" dur="500" fill="hold"/>
                                        <p:tgtEl>
                                          <p:spTgt spid="19"/>
                                        </p:tgtEl>
                                        <p:attrNameLst>
                                          <p:attrName>ppt_h</p:attrName>
                                        </p:attrNameLst>
                                      </p:cBhvr>
                                      <p:tavLst>
                                        <p:tav tm="0">
                                          <p:val>
                                            <p:fltVal val="0"/>
                                          </p:val>
                                        </p:tav>
                                        <p:tav tm="100000">
                                          <p:val>
                                            <p:strVal val="#ppt_h"/>
                                          </p:val>
                                        </p:tav>
                                      </p:tavLst>
                                    </p:anim>
                                    <p:animEffect transition="in" filter="fade">
                                      <p:cBhvr>
                                        <p:cTn id="47" dur="500"/>
                                        <p:tgtEl>
                                          <p:spTgt spid="19"/>
                                        </p:tgtEl>
                                      </p:cBhvr>
                                    </p:animEffect>
                                  </p:childTnLst>
                                </p:cTn>
                              </p:par>
                            </p:childTnLst>
                          </p:cTn>
                        </p:par>
                        <p:par>
                          <p:cTn id="48" fill="hold">
                            <p:stCondLst>
                              <p:cond delay="4000"/>
                            </p:stCondLst>
                            <p:childTnLst>
                              <p:par>
                                <p:cTn id="49" presetID="2" presetClass="entr" presetSubtype="2" accel="50000" decel="50000" fill="hold" nodeType="afterEffect">
                                  <p:stCondLst>
                                    <p:cond delay="0"/>
                                  </p:stCondLst>
                                  <p:childTnLst>
                                    <p:set>
                                      <p:cBhvr>
                                        <p:cTn id="50" dur="1" fill="hold">
                                          <p:stCondLst>
                                            <p:cond delay="0"/>
                                          </p:stCondLst>
                                        </p:cTn>
                                        <p:tgtEl>
                                          <p:spTgt spid="90"/>
                                        </p:tgtEl>
                                        <p:attrNameLst>
                                          <p:attrName>style.visibility</p:attrName>
                                        </p:attrNameLst>
                                      </p:cBhvr>
                                      <p:to>
                                        <p:strVal val="visible"/>
                                      </p:to>
                                    </p:set>
                                    <p:anim calcmode="lin" valueType="num">
                                      <p:cBhvr additive="base">
                                        <p:cTn id="51" dur="500" fill="hold"/>
                                        <p:tgtEl>
                                          <p:spTgt spid="90"/>
                                        </p:tgtEl>
                                        <p:attrNameLst>
                                          <p:attrName>ppt_x</p:attrName>
                                        </p:attrNameLst>
                                      </p:cBhvr>
                                      <p:tavLst>
                                        <p:tav tm="0">
                                          <p:val>
                                            <p:strVal val="1+#ppt_w/2"/>
                                          </p:val>
                                        </p:tav>
                                        <p:tav tm="100000">
                                          <p:val>
                                            <p:strVal val="#ppt_x"/>
                                          </p:val>
                                        </p:tav>
                                      </p:tavLst>
                                    </p:anim>
                                    <p:anim calcmode="lin" valueType="num">
                                      <p:cBhvr additive="base">
                                        <p:cTn id="52" dur="500" fill="hold"/>
                                        <p:tgtEl>
                                          <p:spTgt spid="90"/>
                                        </p:tgtEl>
                                        <p:attrNameLst>
                                          <p:attrName>ppt_y</p:attrName>
                                        </p:attrNameLst>
                                      </p:cBhvr>
                                      <p:tavLst>
                                        <p:tav tm="0">
                                          <p:val>
                                            <p:strVal val="#ppt_y"/>
                                          </p:val>
                                        </p:tav>
                                        <p:tav tm="100000">
                                          <p:val>
                                            <p:strVal val="#ppt_y"/>
                                          </p:val>
                                        </p:tav>
                                      </p:tavLst>
                                    </p:anim>
                                  </p:childTnLst>
                                </p:cTn>
                              </p:par>
                            </p:childTnLst>
                          </p:cTn>
                        </p:par>
                        <p:par>
                          <p:cTn id="53" fill="hold">
                            <p:stCondLst>
                              <p:cond delay="4500"/>
                            </p:stCondLst>
                            <p:childTnLst>
                              <p:par>
                                <p:cTn id="54" presetID="53" presetClass="entr" presetSubtype="0" fill="hold" nodeType="afterEffect">
                                  <p:stCondLst>
                                    <p:cond delay="0"/>
                                  </p:stCondLst>
                                  <p:childTnLst>
                                    <p:set>
                                      <p:cBhvr>
                                        <p:cTn id="55" dur="1" fill="hold">
                                          <p:stCondLst>
                                            <p:cond delay="0"/>
                                          </p:stCondLst>
                                        </p:cTn>
                                        <p:tgtEl>
                                          <p:spTgt spid="104"/>
                                        </p:tgtEl>
                                        <p:attrNameLst>
                                          <p:attrName>style.visibility</p:attrName>
                                        </p:attrNameLst>
                                      </p:cBhvr>
                                      <p:to>
                                        <p:strVal val="visible"/>
                                      </p:to>
                                    </p:set>
                                    <p:anim calcmode="lin" valueType="num">
                                      <p:cBhvr>
                                        <p:cTn id="56" dur="500" fill="hold"/>
                                        <p:tgtEl>
                                          <p:spTgt spid="104"/>
                                        </p:tgtEl>
                                        <p:attrNameLst>
                                          <p:attrName>ppt_w</p:attrName>
                                        </p:attrNameLst>
                                      </p:cBhvr>
                                      <p:tavLst>
                                        <p:tav tm="0">
                                          <p:val>
                                            <p:fltVal val="0"/>
                                          </p:val>
                                        </p:tav>
                                        <p:tav tm="100000">
                                          <p:val>
                                            <p:strVal val="#ppt_w"/>
                                          </p:val>
                                        </p:tav>
                                      </p:tavLst>
                                    </p:anim>
                                    <p:anim calcmode="lin" valueType="num">
                                      <p:cBhvr>
                                        <p:cTn id="57" dur="500" fill="hold"/>
                                        <p:tgtEl>
                                          <p:spTgt spid="104"/>
                                        </p:tgtEl>
                                        <p:attrNameLst>
                                          <p:attrName>ppt_h</p:attrName>
                                        </p:attrNameLst>
                                      </p:cBhvr>
                                      <p:tavLst>
                                        <p:tav tm="0">
                                          <p:val>
                                            <p:fltVal val="0"/>
                                          </p:val>
                                        </p:tav>
                                        <p:tav tm="100000">
                                          <p:val>
                                            <p:strVal val="#ppt_h"/>
                                          </p:val>
                                        </p:tav>
                                      </p:tavLst>
                                    </p:anim>
                                    <p:animEffect transition="in" filter="fade">
                                      <p:cBhvr>
                                        <p:cTn id="58" dur="500"/>
                                        <p:tgtEl>
                                          <p:spTgt spid="10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animBg="1"/>
      <p:bldP spid="40" grpId="0"/>
    </p:bld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 name="Rectangle 46"/>
          <p:cNvSpPr/>
          <p:nvPr/>
        </p:nvSpPr>
        <p:spPr>
          <a:xfrm rot="5400000">
            <a:off x="5135008" y="-3118034"/>
            <a:ext cx="1921980" cy="12192002"/>
          </a:xfrm>
          <a:prstGeom prst="rect">
            <a:avLst/>
          </a:prstGeom>
          <a:solidFill>
            <a:schemeClr val="bg2">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59" name="Oval 58"/>
          <p:cNvSpPr/>
          <p:nvPr/>
        </p:nvSpPr>
        <p:spPr>
          <a:xfrm>
            <a:off x="2730431" y="3587360"/>
            <a:ext cx="566615" cy="600026"/>
          </a:xfrm>
          <a:prstGeom prst="ellipse">
            <a:avLst/>
          </a:prstGeom>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ar-SA" sz="3600" b="1" dirty="0" smtClean="0">
                <a:solidFill>
                  <a:schemeClr val="bg1"/>
                </a:solidFill>
              </a:rPr>
              <a:t>أ</a:t>
            </a:r>
            <a:endParaRPr lang="en-AU" sz="4800" b="1" dirty="0">
              <a:solidFill>
                <a:schemeClr val="bg1"/>
              </a:solidFill>
            </a:endParaRPr>
          </a:p>
        </p:txBody>
      </p:sp>
      <p:sp>
        <p:nvSpPr>
          <p:cNvPr id="60" name="Oval 59"/>
          <p:cNvSpPr/>
          <p:nvPr/>
        </p:nvSpPr>
        <p:spPr>
          <a:xfrm>
            <a:off x="8345656" y="3587359"/>
            <a:ext cx="574964" cy="574964"/>
          </a:xfrm>
          <a:prstGeom prst="ellipse">
            <a:avLst/>
          </a:prstGeom>
          <a:solidFill>
            <a:schemeClr val="accent2"/>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ar-SA" sz="2800" b="1" dirty="0">
                <a:solidFill>
                  <a:schemeClr val="bg1"/>
                </a:solidFill>
              </a:rPr>
              <a:t>ب</a:t>
            </a:r>
            <a:endParaRPr lang="en-AU" dirty="0">
              <a:solidFill>
                <a:schemeClr val="bg1"/>
              </a:solidFill>
            </a:endParaRPr>
          </a:p>
        </p:txBody>
      </p:sp>
      <p:sp>
        <p:nvSpPr>
          <p:cNvPr id="62" name="TextBox 61"/>
          <p:cNvSpPr txBox="1"/>
          <p:nvPr/>
        </p:nvSpPr>
        <p:spPr>
          <a:xfrm>
            <a:off x="1215739" y="4716814"/>
            <a:ext cx="3595997" cy="732279"/>
          </a:xfrm>
          <a:prstGeom prst="rect">
            <a:avLst/>
          </a:prstGeom>
          <a:noFill/>
        </p:spPr>
        <p:txBody>
          <a:bodyPr vert="horz" wrap="square" lIns="0" tIns="0" rIns="0" bIns="0" rtlCol="0">
            <a:noAutofit/>
          </a:bodyPr>
          <a:lstStyle/>
          <a:p>
            <a:pPr algn="ctr" fontAlgn="auto">
              <a:spcBef>
                <a:spcPts val="0"/>
              </a:spcBef>
              <a:spcAft>
                <a:spcPts val="0"/>
              </a:spcAft>
            </a:pPr>
            <a:r>
              <a:rPr lang="ar-SA" sz="2800" b="1" dirty="0" smtClean="0">
                <a:solidFill>
                  <a:prstClr val="black">
                    <a:lumMod val="50000"/>
                    <a:lumOff val="50000"/>
                  </a:prstClr>
                </a:solidFill>
                <a:latin typeface="Roboto Lt"/>
              </a:rPr>
              <a:t>‌مراقبة </a:t>
            </a:r>
            <a:r>
              <a:rPr lang="ar-SA" sz="2800" b="1" dirty="0">
                <a:solidFill>
                  <a:prstClr val="black">
                    <a:lumMod val="50000"/>
                    <a:lumOff val="50000"/>
                  </a:prstClr>
                </a:solidFill>
                <a:latin typeface="Roboto Lt"/>
              </a:rPr>
              <a:t>ساعات الجلوس أمام الأجهزة الحديثة ومحاولة تقليلها قدر الإمكان</a:t>
            </a:r>
            <a:endParaRPr lang="en-AU" sz="2800" b="1" dirty="0">
              <a:solidFill>
                <a:prstClr val="black">
                  <a:lumMod val="50000"/>
                  <a:lumOff val="50000"/>
                </a:prstClr>
              </a:solidFill>
              <a:latin typeface="Roboto Lt"/>
            </a:endParaRPr>
          </a:p>
        </p:txBody>
      </p:sp>
      <p:sp>
        <p:nvSpPr>
          <p:cNvPr id="63" name="TextBox 62"/>
          <p:cNvSpPr txBox="1"/>
          <p:nvPr/>
        </p:nvSpPr>
        <p:spPr>
          <a:xfrm>
            <a:off x="6590420" y="4498885"/>
            <a:ext cx="3829930" cy="732279"/>
          </a:xfrm>
          <a:prstGeom prst="rect">
            <a:avLst/>
          </a:prstGeom>
          <a:noFill/>
        </p:spPr>
        <p:txBody>
          <a:bodyPr vert="horz" wrap="square" lIns="0" tIns="0" rIns="0" bIns="0" rtlCol="0">
            <a:noAutofit/>
          </a:bodyPr>
          <a:lstStyle/>
          <a:p>
            <a:pPr algn="ctr" fontAlgn="auto">
              <a:spcBef>
                <a:spcPts val="0"/>
              </a:spcBef>
              <a:spcAft>
                <a:spcPts val="0"/>
              </a:spcAft>
            </a:pPr>
            <a:r>
              <a:rPr lang="ar-SA" sz="2800" b="1" dirty="0" smtClean="0">
                <a:solidFill>
                  <a:prstClr val="black">
                    <a:lumMod val="50000"/>
                    <a:lumOff val="50000"/>
                  </a:prstClr>
                </a:solidFill>
                <a:latin typeface="Roboto Lt"/>
              </a:rPr>
              <a:t>‌الابتعاد </a:t>
            </a:r>
            <a:r>
              <a:rPr lang="ar-SA" sz="2800" b="1" dirty="0">
                <a:solidFill>
                  <a:prstClr val="black">
                    <a:lumMod val="50000"/>
                    <a:lumOff val="50000"/>
                  </a:prstClr>
                </a:solidFill>
                <a:latin typeface="Roboto Lt"/>
              </a:rPr>
              <a:t>التدريجي عن الهواتف النقالة أو الحواسيب المحمولة</a:t>
            </a:r>
            <a:endParaRPr lang="en-AU" sz="2800" b="1" dirty="0">
              <a:solidFill>
                <a:prstClr val="black">
                  <a:lumMod val="50000"/>
                  <a:lumOff val="50000"/>
                </a:prstClr>
              </a:solidFill>
              <a:latin typeface="Roboto Lt"/>
            </a:endParaRPr>
          </a:p>
        </p:txBody>
      </p:sp>
      <p:sp>
        <p:nvSpPr>
          <p:cNvPr id="8" name="TextBox 7"/>
          <p:cNvSpPr txBox="1"/>
          <p:nvPr/>
        </p:nvSpPr>
        <p:spPr>
          <a:xfrm>
            <a:off x="1943100" y="2531009"/>
            <a:ext cx="9294641" cy="615553"/>
          </a:xfrm>
          <a:prstGeom prst="rect">
            <a:avLst/>
          </a:prstGeom>
          <a:noFill/>
        </p:spPr>
        <p:txBody>
          <a:bodyPr wrap="square" lIns="0" tIns="0" rIns="0" bIns="0" rtlCol="0">
            <a:spAutoFit/>
          </a:bodyPr>
          <a:lstStyle/>
          <a:p>
            <a:pPr marL="742950" indent="-742950" algn="r" rtl="1" fontAlgn="auto">
              <a:spcBef>
                <a:spcPts val="0"/>
              </a:spcBef>
              <a:spcAft>
                <a:spcPts val="0"/>
              </a:spcAft>
              <a:buFont typeface="+mj-lt"/>
              <a:buAutoNum type="arabicPeriod" startAt="5"/>
            </a:pPr>
            <a:r>
              <a:rPr lang="ar-SA" sz="4000" b="1" i="1" u="sng" dirty="0" smtClean="0">
                <a:solidFill>
                  <a:schemeClr val="bg1"/>
                </a:solidFill>
                <a:latin typeface="Source Sans Pro" panose="020B0503030403020204" pitchFamily="34" charset="0"/>
                <a:cs typeface="Clear Sans" panose="020B0503030202020304" pitchFamily="34" charset="0"/>
              </a:rPr>
              <a:t>طرق </a:t>
            </a:r>
            <a:r>
              <a:rPr lang="ar-SA" sz="4000" b="1" i="1" u="sng" dirty="0">
                <a:solidFill>
                  <a:schemeClr val="bg1"/>
                </a:solidFill>
                <a:latin typeface="Source Sans Pro" panose="020B0503030403020204" pitchFamily="34" charset="0"/>
                <a:cs typeface="Clear Sans" panose="020B0503030202020304" pitchFamily="34" charset="0"/>
              </a:rPr>
              <a:t>العلاج</a:t>
            </a:r>
            <a:endParaRPr lang="id-ID" sz="4000" b="1" i="1" u="sng" dirty="0">
              <a:solidFill>
                <a:schemeClr val="bg1"/>
              </a:solidFill>
              <a:latin typeface="Source Sans Pro" panose="020B0503030403020204" pitchFamily="34" charset="0"/>
              <a:cs typeface="Clear Sans" panose="020B0503030202020304" pitchFamily="34" charset="0"/>
            </a:endParaRPr>
          </a:p>
        </p:txBody>
      </p:sp>
    </p:spTree>
    <p:extLst>
      <p:ext uri="{BB962C8B-B14F-4D97-AF65-F5344CB8AC3E}">
        <p14:creationId xmlns:p14="http://schemas.microsoft.com/office/powerpoint/2010/main" val="161531518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grpId="0" nodeType="afterEffect">
                                  <p:stCondLst>
                                    <p:cond delay="0"/>
                                  </p:stCondLst>
                                  <p:childTnLst>
                                    <p:set>
                                      <p:cBhvr>
                                        <p:cTn id="6" dur="1" fill="hold">
                                          <p:stCondLst>
                                            <p:cond delay="0"/>
                                          </p:stCondLst>
                                        </p:cTn>
                                        <p:tgtEl>
                                          <p:spTgt spid="47"/>
                                        </p:tgtEl>
                                        <p:attrNameLst>
                                          <p:attrName>style.visibility</p:attrName>
                                        </p:attrNameLst>
                                      </p:cBhvr>
                                      <p:to>
                                        <p:strVal val="visible"/>
                                      </p:to>
                                    </p:set>
                                    <p:animEffect transition="in" filter="wipe(right)">
                                      <p:cBhvr>
                                        <p:cTn id="7" dur="500"/>
                                        <p:tgtEl>
                                          <p:spTgt spid="47"/>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8"/>
                                        </p:tgtEl>
                                        <p:attrNameLst>
                                          <p:attrName>style.visibility</p:attrName>
                                        </p:attrNameLst>
                                      </p:cBhvr>
                                      <p:to>
                                        <p:strVal val="visible"/>
                                      </p:to>
                                    </p:set>
                                    <p:animEffect transition="in" filter="fade">
                                      <p:cBhvr>
                                        <p:cTn id="11" dur="500"/>
                                        <p:tgtEl>
                                          <p:spTgt spid="8"/>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59"/>
                                        </p:tgtEl>
                                        <p:attrNameLst>
                                          <p:attrName>style.visibility</p:attrName>
                                        </p:attrNameLst>
                                      </p:cBhvr>
                                      <p:to>
                                        <p:strVal val="visible"/>
                                      </p:to>
                                    </p:set>
                                    <p:animEffect transition="in" filter="fade">
                                      <p:cBhvr>
                                        <p:cTn id="15" dur="500"/>
                                        <p:tgtEl>
                                          <p:spTgt spid="59"/>
                                        </p:tgtEl>
                                      </p:cBhvr>
                                    </p:animEffect>
                                  </p:childTnLst>
                                </p:cTn>
                              </p:par>
                            </p:childTnLst>
                          </p:cTn>
                        </p:par>
                        <p:par>
                          <p:cTn id="16" fill="hold">
                            <p:stCondLst>
                              <p:cond delay="1500"/>
                            </p:stCondLst>
                            <p:childTnLst>
                              <p:par>
                                <p:cTn id="17" presetID="18" presetClass="entr" presetSubtype="12" fill="hold" grpId="0" nodeType="afterEffect">
                                  <p:stCondLst>
                                    <p:cond delay="0"/>
                                  </p:stCondLst>
                                  <p:childTnLst>
                                    <p:set>
                                      <p:cBhvr>
                                        <p:cTn id="18" dur="1" fill="hold">
                                          <p:stCondLst>
                                            <p:cond delay="0"/>
                                          </p:stCondLst>
                                        </p:cTn>
                                        <p:tgtEl>
                                          <p:spTgt spid="62"/>
                                        </p:tgtEl>
                                        <p:attrNameLst>
                                          <p:attrName>style.visibility</p:attrName>
                                        </p:attrNameLst>
                                      </p:cBhvr>
                                      <p:to>
                                        <p:strVal val="visible"/>
                                      </p:to>
                                    </p:set>
                                    <p:animEffect transition="in" filter="strips(downLeft)">
                                      <p:cBhvr>
                                        <p:cTn id="19" dur="500"/>
                                        <p:tgtEl>
                                          <p:spTgt spid="62"/>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60"/>
                                        </p:tgtEl>
                                        <p:attrNameLst>
                                          <p:attrName>style.visibility</p:attrName>
                                        </p:attrNameLst>
                                      </p:cBhvr>
                                      <p:to>
                                        <p:strVal val="visible"/>
                                      </p:to>
                                    </p:set>
                                    <p:animEffect transition="in" filter="fade">
                                      <p:cBhvr>
                                        <p:cTn id="23" dur="500"/>
                                        <p:tgtEl>
                                          <p:spTgt spid="60"/>
                                        </p:tgtEl>
                                      </p:cBhvr>
                                    </p:animEffect>
                                  </p:childTnLst>
                                </p:cTn>
                              </p:par>
                            </p:childTnLst>
                          </p:cTn>
                        </p:par>
                        <p:par>
                          <p:cTn id="24" fill="hold">
                            <p:stCondLst>
                              <p:cond delay="2500"/>
                            </p:stCondLst>
                            <p:childTnLst>
                              <p:par>
                                <p:cTn id="25" presetID="18" presetClass="entr" presetSubtype="12" fill="hold" grpId="0" nodeType="afterEffect">
                                  <p:stCondLst>
                                    <p:cond delay="0"/>
                                  </p:stCondLst>
                                  <p:childTnLst>
                                    <p:set>
                                      <p:cBhvr>
                                        <p:cTn id="26" dur="1" fill="hold">
                                          <p:stCondLst>
                                            <p:cond delay="0"/>
                                          </p:stCondLst>
                                        </p:cTn>
                                        <p:tgtEl>
                                          <p:spTgt spid="63"/>
                                        </p:tgtEl>
                                        <p:attrNameLst>
                                          <p:attrName>style.visibility</p:attrName>
                                        </p:attrNameLst>
                                      </p:cBhvr>
                                      <p:to>
                                        <p:strVal val="visible"/>
                                      </p:to>
                                    </p:set>
                                    <p:animEffect transition="in" filter="strips(downLeft)">
                                      <p:cBhvr>
                                        <p:cTn id="27" dur="500"/>
                                        <p:tgtEl>
                                          <p:spTgt spid="6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59" grpId="0" animBg="1"/>
      <p:bldP spid="60" grpId="0" animBg="1"/>
      <p:bldP spid="62" grpId="0"/>
      <p:bldP spid="63" grpId="0"/>
      <p:bldP spid="8" grpId="0"/>
    </p:bld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 name="Rectangle 46"/>
          <p:cNvSpPr/>
          <p:nvPr/>
        </p:nvSpPr>
        <p:spPr>
          <a:xfrm rot="5400000">
            <a:off x="5135008" y="-3118034"/>
            <a:ext cx="1921980" cy="12192002"/>
          </a:xfrm>
          <a:prstGeom prst="rect">
            <a:avLst/>
          </a:prstGeom>
          <a:solidFill>
            <a:schemeClr val="bg2">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59" name="Oval 58"/>
          <p:cNvSpPr/>
          <p:nvPr/>
        </p:nvSpPr>
        <p:spPr>
          <a:xfrm>
            <a:off x="1854129" y="3660594"/>
            <a:ext cx="566615" cy="566615"/>
          </a:xfrm>
          <a:prstGeom prst="ellipse">
            <a:avLst/>
          </a:prstGeom>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ar-SA" sz="2800" b="1" dirty="0">
                <a:solidFill>
                  <a:schemeClr val="bg1"/>
                </a:solidFill>
                <a:cs typeface="Arial" charset="0"/>
              </a:rPr>
              <a:t>ج</a:t>
            </a:r>
            <a:endParaRPr lang="en-AU" dirty="0">
              <a:solidFill>
                <a:schemeClr val="bg1"/>
              </a:solidFill>
            </a:endParaRPr>
          </a:p>
        </p:txBody>
      </p:sp>
      <p:sp>
        <p:nvSpPr>
          <p:cNvPr id="60" name="Oval 59"/>
          <p:cNvSpPr/>
          <p:nvPr/>
        </p:nvSpPr>
        <p:spPr>
          <a:xfrm>
            <a:off x="5896942" y="3666553"/>
            <a:ext cx="574964" cy="574964"/>
          </a:xfrm>
          <a:prstGeom prst="ellipse">
            <a:avLst/>
          </a:prstGeom>
          <a:solidFill>
            <a:schemeClr val="accent2"/>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ar-SA" sz="3200" b="1" dirty="0">
                <a:solidFill>
                  <a:schemeClr val="bg1"/>
                </a:solidFill>
              </a:rPr>
              <a:t>د</a:t>
            </a:r>
            <a:endParaRPr lang="en-AU" b="1" dirty="0">
              <a:solidFill>
                <a:schemeClr val="bg1"/>
              </a:solidFill>
            </a:endParaRPr>
          </a:p>
        </p:txBody>
      </p:sp>
      <p:sp>
        <p:nvSpPr>
          <p:cNvPr id="62" name="TextBox 61"/>
          <p:cNvSpPr txBox="1"/>
          <p:nvPr/>
        </p:nvSpPr>
        <p:spPr>
          <a:xfrm>
            <a:off x="339439" y="4812151"/>
            <a:ext cx="3595997" cy="960086"/>
          </a:xfrm>
          <a:prstGeom prst="rect">
            <a:avLst/>
          </a:prstGeom>
          <a:noFill/>
        </p:spPr>
        <p:txBody>
          <a:bodyPr vert="horz" wrap="square" lIns="0" tIns="0" rIns="0" bIns="0" rtlCol="0">
            <a:noAutofit/>
          </a:bodyPr>
          <a:lstStyle/>
          <a:p>
            <a:pPr algn="ctr" fontAlgn="auto">
              <a:spcBef>
                <a:spcPts val="0"/>
              </a:spcBef>
              <a:spcAft>
                <a:spcPts val="0"/>
              </a:spcAft>
            </a:pPr>
            <a:r>
              <a:rPr lang="ar-SA" sz="2800" b="1" dirty="0" smtClean="0">
                <a:solidFill>
                  <a:prstClr val="black">
                    <a:lumMod val="50000"/>
                    <a:lumOff val="50000"/>
                  </a:prstClr>
                </a:solidFill>
                <a:latin typeface="Roboto Lt"/>
              </a:rPr>
              <a:t>‌تعزيز </a:t>
            </a:r>
            <a:r>
              <a:rPr lang="ar-SA" sz="2800" b="1" dirty="0">
                <a:solidFill>
                  <a:prstClr val="black">
                    <a:lumMod val="50000"/>
                    <a:lumOff val="50000"/>
                  </a:prstClr>
                </a:solidFill>
                <a:latin typeface="Roboto Lt"/>
              </a:rPr>
              <a:t>الارتباطات الأسرية والصلات بالأصدقاء</a:t>
            </a:r>
            <a:endParaRPr lang="en-AU" sz="2800" b="1" dirty="0">
              <a:solidFill>
                <a:prstClr val="black">
                  <a:lumMod val="50000"/>
                  <a:lumOff val="50000"/>
                </a:prstClr>
              </a:solidFill>
              <a:latin typeface="Roboto Lt"/>
            </a:endParaRPr>
          </a:p>
        </p:txBody>
      </p:sp>
      <p:sp>
        <p:nvSpPr>
          <p:cNvPr id="63" name="TextBox 62"/>
          <p:cNvSpPr txBox="1"/>
          <p:nvPr/>
        </p:nvSpPr>
        <p:spPr>
          <a:xfrm>
            <a:off x="4456911" y="4768473"/>
            <a:ext cx="3455026" cy="1387565"/>
          </a:xfrm>
          <a:prstGeom prst="rect">
            <a:avLst/>
          </a:prstGeom>
          <a:noFill/>
        </p:spPr>
        <p:txBody>
          <a:bodyPr vert="horz" wrap="square" lIns="0" tIns="0" rIns="0" bIns="0" rtlCol="0">
            <a:noAutofit/>
          </a:bodyPr>
          <a:lstStyle/>
          <a:p>
            <a:pPr algn="ctr" fontAlgn="auto">
              <a:spcBef>
                <a:spcPts val="0"/>
              </a:spcBef>
              <a:spcAft>
                <a:spcPts val="0"/>
              </a:spcAft>
            </a:pPr>
            <a:r>
              <a:rPr lang="ar-SA" sz="2800" b="1" dirty="0" smtClean="0">
                <a:solidFill>
                  <a:prstClr val="black">
                    <a:lumMod val="50000"/>
                    <a:lumOff val="50000"/>
                  </a:prstClr>
                </a:solidFill>
                <a:latin typeface="Roboto Lt"/>
              </a:rPr>
              <a:t>‌محاولة </a:t>
            </a:r>
            <a:r>
              <a:rPr lang="ar-SA" sz="2800" b="1" dirty="0">
                <a:solidFill>
                  <a:prstClr val="black">
                    <a:lumMod val="50000"/>
                    <a:lumOff val="50000"/>
                  </a:prstClr>
                </a:solidFill>
                <a:latin typeface="Roboto Lt"/>
              </a:rPr>
              <a:t>الخروج في نزهات عائلية دون اصطحاب الهاتف المحمول</a:t>
            </a:r>
            <a:endParaRPr lang="en-AU" sz="2800" b="1" dirty="0">
              <a:solidFill>
                <a:prstClr val="black">
                  <a:lumMod val="50000"/>
                  <a:lumOff val="50000"/>
                </a:prstClr>
              </a:solidFill>
              <a:latin typeface="Roboto Lt"/>
            </a:endParaRPr>
          </a:p>
        </p:txBody>
      </p:sp>
      <p:sp>
        <p:nvSpPr>
          <p:cNvPr id="9" name="Oval 8"/>
          <p:cNvSpPr/>
          <p:nvPr/>
        </p:nvSpPr>
        <p:spPr>
          <a:xfrm>
            <a:off x="9884487" y="3735529"/>
            <a:ext cx="636034" cy="636034"/>
          </a:xfrm>
          <a:prstGeom prst="ellipse">
            <a:avLst/>
          </a:prstGeom>
          <a:solidFill>
            <a:schemeClr val="accent5"/>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ar-SA" sz="3600" b="1" dirty="0" smtClean="0">
                <a:solidFill>
                  <a:prstClr val="white"/>
                </a:solidFill>
              </a:rPr>
              <a:t>ه</a:t>
            </a:r>
            <a:endParaRPr lang="en-AU" sz="3600" b="1" dirty="0">
              <a:solidFill>
                <a:prstClr val="white"/>
              </a:solidFill>
            </a:endParaRPr>
          </a:p>
        </p:txBody>
      </p:sp>
      <p:sp>
        <p:nvSpPr>
          <p:cNvPr id="10" name="TextBox 9"/>
          <p:cNvSpPr txBox="1"/>
          <p:nvPr/>
        </p:nvSpPr>
        <p:spPr>
          <a:xfrm>
            <a:off x="8788403" y="4527925"/>
            <a:ext cx="3098797" cy="2038884"/>
          </a:xfrm>
          <a:prstGeom prst="rect">
            <a:avLst/>
          </a:prstGeom>
          <a:noFill/>
        </p:spPr>
        <p:txBody>
          <a:bodyPr vert="horz" wrap="square" lIns="0" tIns="0" rIns="0" bIns="0" rtlCol="0">
            <a:noAutofit/>
          </a:bodyPr>
          <a:lstStyle/>
          <a:p>
            <a:pPr algn="ctr" fontAlgn="auto">
              <a:spcBef>
                <a:spcPts val="0"/>
              </a:spcBef>
              <a:spcAft>
                <a:spcPts val="0"/>
              </a:spcAft>
            </a:pPr>
            <a:r>
              <a:rPr lang="ar-SA" sz="2800" b="1" dirty="0">
                <a:solidFill>
                  <a:prstClr val="black">
                    <a:lumMod val="50000"/>
                    <a:lumOff val="50000"/>
                  </a:prstClr>
                </a:solidFill>
                <a:latin typeface="Roboto Lt"/>
              </a:rPr>
              <a:t>محاولة تخصيص يوم من كل أسبوع ليكون عطلة من الهاتف أو الحاسب</a:t>
            </a:r>
            <a:endParaRPr lang="en-AU" sz="2800" b="1" dirty="0">
              <a:solidFill>
                <a:prstClr val="black">
                  <a:lumMod val="50000"/>
                  <a:lumOff val="50000"/>
                </a:prstClr>
              </a:solidFill>
              <a:latin typeface="Roboto Lt"/>
            </a:endParaRPr>
          </a:p>
        </p:txBody>
      </p:sp>
      <p:sp>
        <p:nvSpPr>
          <p:cNvPr id="11" name="TextBox 10"/>
          <p:cNvSpPr txBox="1"/>
          <p:nvPr/>
        </p:nvSpPr>
        <p:spPr>
          <a:xfrm>
            <a:off x="1943100" y="2531009"/>
            <a:ext cx="9294641" cy="615553"/>
          </a:xfrm>
          <a:prstGeom prst="rect">
            <a:avLst/>
          </a:prstGeom>
          <a:noFill/>
        </p:spPr>
        <p:txBody>
          <a:bodyPr wrap="square" lIns="0" tIns="0" rIns="0" bIns="0" rtlCol="0">
            <a:spAutoFit/>
          </a:bodyPr>
          <a:lstStyle/>
          <a:p>
            <a:pPr marL="742950" indent="-742950" algn="r" rtl="1" fontAlgn="auto">
              <a:spcBef>
                <a:spcPts val="0"/>
              </a:spcBef>
              <a:spcAft>
                <a:spcPts val="0"/>
              </a:spcAft>
              <a:buFont typeface="+mj-lt"/>
              <a:buAutoNum type="arabicPeriod" startAt="5"/>
            </a:pPr>
            <a:r>
              <a:rPr lang="ar-SA" sz="4000" b="1" i="1" u="sng" dirty="0" smtClean="0">
                <a:solidFill>
                  <a:schemeClr val="bg1"/>
                </a:solidFill>
                <a:latin typeface="Source Sans Pro" panose="020B0503030403020204" pitchFamily="34" charset="0"/>
                <a:cs typeface="Clear Sans" panose="020B0503030202020304" pitchFamily="34" charset="0"/>
              </a:rPr>
              <a:t>طرق </a:t>
            </a:r>
            <a:r>
              <a:rPr lang="ar-SA" sz="4000" b="1" i="1" u="sng" dirty="0">
                <a:solidFill>
                  <a:schemeClr val="bg1"/>
                </a:solidFill>
                <a:latin typeface="Source Sans Pro" panose="020B0503030403020204" pitchFamily="34" charset="0"/>
                <a:cs typeface="Clear Sans" panose="020B0503030202020304" pitchFamily="34" charset="0"/>
              </a:rPr>
              <a:t>العلاج</a:t>
            </a:r>
            <a:endParaRPr lang="id-ID" sz="4000" b="1" i="1" u="sng" dirty="0">
              <a:solidFill>
                <a:schemeClr val="bg1"/>
              </a:solidFill>
              <a:latin typeface="Source Sans Pro" panose="020B0503030403020204" pitchFamily="34" charset="0"/>
              <a:cs typeface="Clear Sans" panose="020B0503030202020304" pitchFamily="34" charset="0"/>
            </a:endParaRPr>
          </a:p>
        </p:txBody>
      </p:sp>
    </p:spTree>
    <p:extLst>
      <p:ext uri="{BB962C8B-B14F-4D97-AF65-F5344CB8AC3E}">
        <p14:creationId xmlns:p14="http://schemas.microsoft.com/office/powerpoint/2010/main" val="232918144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grpId="0" nodeType="afterEffect">
                                  <p:stCondLst>
                                    <p:cond delay="0"/>
                                  </p:stCondLst>
                                  <p:childTnLst>
                                    <p:set>
                                      <p:cBhvr>
                                        <p:cTn id="6" dur="1" fill="hold">
                                          <p:stCondLst>
                                            <p:cond delay="0"/>
                                          </p:stCondLst>
                                        </p:cTn>
                                        <p:tgtEl>
                                          <p:spTgt spid="47"/>
                                        </p:tgtEl>
                                        <p:attrNameLst>
                                          <p:attrName>style.visibility</p:attrName>
                                        </p:attrNameLst>
                                      </p:cBhvr>
                                      <p:to>
                                        <p:strVal val="visible"/>
                                      </p:to>
                                    </p:set>
                                    <p:animEffect transition="in" filter="wipe(right)">
                                      <p:cBhvr>
                                        <p:cTn id="7" dur="500"/>
                                        <p:tgtEl>
                                          <p:spTgt spid="47"/>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1"/>
                                        </p:tgtEl>
                                        <p:attrNameLst>
                                          <p:attrName>style.visibility</p:attrName>
                                        </p:attrNameLst>
                                      </p:cBhvr>
                                      <p:to>
                                        <p:strVal val="visible"/>
                                      </p:to>
                                    </p:set>
                                    <p:animEffect transition="in" filter="fade">
                                      <p:cBhvr>
                                        <p:cTn id="11" dur="500"/>
                                        <p:tgtEl>
                                          <p:spTgt spid="11"/>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59"/>
                                        </p:tgtEl>
                                        <p:attrNameLst>
                                          <p:attrName>style.visibility</p:attrName>
                                        </p:attrNameLst>
                                      </p:cBhvr>
                                      <p:to>
                                        <p:strVal val="visible"/>
                                      </p:to>
                                    </p:set>
                                    <p:animEffect transition="in" filter="fade">
                                      <p:cBhvr>
                                        <p:cTn id="15" dur="500"/>
                                        <p:tgtEl>
                                          <p:spTgt spid="59"/>
                                        </p:tgtEl>
                                      </p:cBhvr>
                                    </p:animEffect>
                                  </p:childTnLst>
                                </p:cTn>
                              </p:par>
                            </p:childTnLst>
                          </p:cTn>
                        </p:par>
                        <p:par>
                          <p:cTn id="16" fill="hold">
                            <p:stCondLst>
                              <p:cond delay="1500"/>
                            </p:stCondLst>
                            <p:childTnLst>
                              <p:par>
                                <p:cTn id="17" presetID="18" presetClass="entr" presetSubtype="12" fill="hold" grpId="0" nodeType="afterEffect">
                                  <p:stCondLst>
                                    <p:cond delay="0"/>
                                  </p:stCondLst>
                                  <p:childTnLst>
                                    <p:set>
                                      <p:cBhvr>
                                        <p:cTn id="18" dur="1" fill="hold">
                                          <p:stCondLst>
                                            <p:cond delay="0"/>
                                          </p:stCondLst>
                                        </p:cTn>
                                        <p:tgtEl>
                                          <p:spTgt spid="62"/>
                                        </p:tgtEl>
                                        <p:attrNameLst>
                                          <p:attrName>style.visibility</p:attrName>
                                        </p:attrNameLst>
                                      </p:cBhvr>
                                      <p:to>
                                        <p:strVal val="visible"/>
                                      </p:to>
                                    </p:set>
                                    <p:animEffect transition="in" filter="strips(downLeft)">
                                      <p:cBhvr>
                                        <p:cTn id="19" dur="500"/>
                                        <p:tgtEl>
                                          <p:spTgt spid="62"/>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60"/>
                                        </p:tgtEl>
                                        <p:attrNameLst>
                                          <p:attrName>style.visibility</p:attrName>
                                        </p:attrNameLst>
                                      </p:cBhvr>
                                      <p:to>
                                        <p:strVal val="visible"/>
                                      </p:to>
                                    </p:set>
                                    <p:animEffect transition="in" filter="fade">
                                      <p:cBhvr>
                                        <p:cTn id="23" dur="500"/>
                                        <p:tgtEl>
                                          <p:spTgt spid="60"/>
                                        </p:tgtEl>
                                      </p:cBhvr>
                                    </p:animEffect>
                                  </p:childTnLst>
                                </p:cTn>
                              </p:par>
                            </p:childTnLst>
                          </p:cTn>
                        </p:par>
                        <p:par>
                          <p:cTn id="24" fill="hold">
                            <p:stCondLst>
                              <p:cond delay="2500"/>
                            </p:stCondLst>
                            <p:childTnLst>
                              <p:par>
                                <p:cTn id="25" presetID="18" presetClass="entr" presetSubtype="12" fill="hold" grpId="0" nodeType="afterEffect">
                                  <p:stCondLst>
                                    <p:cond delay="0"/>
                                  </p:stCondLst>
                                  <p:childTnLst>
                                    <p:set>
                                      <p:cBhvr>
                                        <p:cTn id="26" dur="1" fill="hold">
                                          <p:stCondLst>
                                            <p:cond delay="0"/>
                                          </p:stCondLst>
                                        </p:cTn>
                                        <p:tgtEl>
                                          <p:spTgt spid="63"/>
                                        </p:tgtEl>
                                        <p:attrNameLst>
                                          <p:attrName>style.visibility</p:attrName>
                                        </p:attrNameLst>
                                      </p:cBhvr>
                                      <p:to>
                                        <p:strVal val="visible"/>
                                      </p:to>
                                    </p:set>
                                    <p:animEffect transition="in" filter="strips(downLeft)">
                                      <p:cBhvr>
                                        <p:cTn id="27" dur="500"/>
                                        <p:tgtEl>
                                          <p:spTgt spid="63"/>
                                        </p:tgtEl>
                                      </p:cBhvr>
                                    </p:animEffect>
                                  </p:childTnLst>
                                </p:cTn>
                              </p:par>
                            </p:childTnLst>
                          </p:cTn>
                        </p:par>
                        <p:par>
                          <p:cTn id="28" fill="hold">
                            <p:stCondLst>
                              <p:cond delay="3000"/>
                            </p:stCondLst>
                            <p:childTnLst>
                              <p:par>
                                <p:cTn id="29" presetID="10" presetClass="entr" presetSubtype="0" fill="hold" grpId="0" nodeType="afterEffect">
                                  <p:stCondLst>
                                    <p:cond delay="0"/>
                                  </p:stCondLst>
                                  <p:childTnLst>
                                    <p:set>
                                      <p:cBhvr>
                                        <p:cTn id="30" dur="1" fill="hold">
                                          <p:stCondLst>
                                            <p:cond delay="0"/>
                                          </p:stCondLst>
                                        </p:cTn>
                                        <p:tgtEl>
                                          <p:spTgt spid="9"/>
                                        </p:tgtEl>
                                        <p:attrNameLst>
                                          <p:attrName>style.visibility</p:attrName>
                                        </p:attrNameLst>
                                      </p:cBhvr>
                                      <p:to>
                                        <p:strVal val="visible"/>
                                      </p:to>
                                    </p:set>
                                    <p:animEffect transition="in" filter="fade">
                                      <p:cBhvr>
                                        <p:cTn id="31" dur="500"/>
                                        <p:tgtEl>
                                          <p:spTgt spid="9"/>
                                        </p:tgtEl>
                                      </p:cBhvr>
                                    </p:animEffect>
                                  </p:childTnLst>
                                </p:cTn>
                              </p:par>
                            </p:childTnLst>
                          </p:cTn>
                        </p:par>
                        <p:par>
                          <p:cTn id="32" fill="hold">
                            <p:stCondLst>
                              <p:cond delay="3500"/>
                            </p:stCondLst>
                            <p:childTnLst>
                              <p:par>
                                <p:cTn id="33" presetID="18" presetClass="entr" presetSubtype="12" fill="hold" grpId="0" nodeType="afterEffect">
                                  <p:stCondLst>
                                    <p:cond delay="0"/>
                                  </p:stCondLst>
                                  <p:childTnLst>
                                    <p:set>
                                      <p:cBhvr>
                                        <p:cTn id="34" dur="1" fill="hold">
                                          <p:stCondLst>
                                            <p:cond delay="0"/>
                                          </p:stCondLst>
                                        </p:cTn>
                                        <p:tgtEl>
                                          <p:spTgt spid="10"/>
                                        </p:tgtEl>
                                        <p:attrNameLst>
                                          <p:attrName>style.visibility</p:attrName>
                                        </p:attrNameLst>
                                      </p:cBhvr>
                                      <p:to>
                                        <p:strVal val="visible"/>
                                      </p:to>
                                    </p:set>
                                    <p:animEffect transition="in" filter="strips(downLeft)">
                                      <p:cBhvr>
                                        <p:cTn id="35"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59" grpId="0" animBg="1"/>
      <p:bldP spid="60" grpId="0" animBg="1"/>
      <p:bldP spid="62" grpId="0"/>
      <p:bldP spid="63" grpId="0"/>
      <p:bldP spid="9" grpId="0" animBg="1"/>
      <p:bldP spid="10" grpId="0"/>
      <p:bldP spid="11" grpId="0"/>
    </p:bld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Rectangle 20"/>
          <p:cNvSpPr/>
          <p:nvPr/>
        </p:nvSpPr>
        <p:spPr>
          <a:xfrm>
            <a:off x="-1" y="-58926"/>
            <a:ext cx="12192001" cy="6916926"/>
          </a:xfrm>
          <a:prstGeom prst="rect">
            <a:avLst/>
          </a:prstGeom>
          <a:solidFill>
            <a:schemeClr val="tx1">
              <a:lumMod val="95000"/>
              <a:lumOff val="5000"/>
              <a:alpha val="8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a:solidFill>
                <a:prstClr val="white"/>
              </a:solidFill>
            </a:endParaRPr>
          </a:p>
        </p:txBody>
      </p:sp>
      <p:sp>
        <p:nvSpPr>
          <p:cNvPr id="22" name="Title 1"/>
          <p:cNvSpPr>
            <a:spLocks noGrp="1"/>
          </p:cNvSpPr>
          <p:nvPr>
            <p:ph type="ctrTitle"/>
          </p:nvPr>
        </p:nvSpPr>
        <p:spPr>
          <a:xfrm>
            <a:off x="1396206" y="2195187"/>
            <a:ext cx="9972188" cy="701731"/>
          </a:xfrm>
        </p:spPr>
        <p:txBody>
          <a:bodyPr wrap="square">
            <a:spAutoFit/>
          </a:bodyPr>
          <a:lstStyle/>
          <a:p>
            <a:pPr rtl="1"/>
            <a:r>
              <a:rPr lang="ar-SA" sz="4400" b="1" u="sng" dirty="0">
                <a:solidFill>
                  <a:schemeClr val="accent4">
                    <a:lumMod val="40000"/>
                    <a:lumOff val="60000"/>
                  </a:schemeClr>
                </a:solidFill>
                <a:latin typeface="+mn-lt"/>
                <a:cs typeface="Arial" panose="020B0604020202020204" pitchFamily="34" charset="0"/>
              </a:rPr>
              <a:t>ج- معلم مدرسة المستقبل</a:t>
            </a:r>
            <a:endParaRPr lang="en-US" sz="4400" b="1" u="sng" dirty="0">
              <a:solidFill>
                <a:schemeClr val="accent4">
                  <a:lumMod val="40000"/>
                  <a:lumOff val="60000"/>
                </a:schemeClr>
              </a:solidFill>
              <a:latin typeface="+mn-lt"/>
              <a:cs typeface="Arial" panose="020B0604020202020204" pitchFamily="34" charset="0"/>
            </a:endParaRPr>
          </a:p>
        </p:txBody>
      </p:sp>
      <p:sp>
        <p:nvSpPr>
          <p:cNvPr id="23" name="Subtitle 2"/>
          <p:cNvSpPr txBox="1">
            <a:spLocks/>
          </p:cNvSpPr>
          <p:nvPr/>
        </p:nvSpPr>
        <p:spPr>
          <a:xfrm>
            <a:off x="266653" y="3777105"/>
            <a:ext cx="11259718" cy="535531"/>
          </a:xfrm>
          <a:prstGeom prst="rect">
            <a:avLst/>
          </a:prstGeom>
        </p:spPr>
        <p:txBody>
          <a:bodyPr vert="horz" wrap="square" lIns="91440" tIns="45720" rIns="91440" bIns="45720" rtlCol="0">
            <a:spAutoFit/>
          </a:bodyPr>
          <a:lstStyle>
            <a:lvl1pPr marL="0" indent="0" algn="ctr" defTabSz="914400" rtl="0" eaLnBrk="1" latinLnBrk="0" hangingPunct="1">
              <a:lnSpc>
                <a:spcPct val="90000"/>
              </a:lnSpc>
              <a:spcBef>
                <a:spcPts val="1000"/>
              </a:spcBef>
              <a:buFont typeface="Arial" panose="020B0604020202020204" pitchFamily="34" charset="0"/>
              <a:buNone/>
              <a:defRPr sz="2400" kern="1200">
                <a:solidFill>
                  <a:schemeClr val="tx1"/>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5pPr>
            <a:lvl6pPr marL="22860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6pPr>
            <a:lvl7pPr marL="27432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7pPr>
            <a:lvl8pPr marL="32004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8pPr>
            <a:lvl9pPr marL="3657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9pPr>
          </a:lstStyle>
          <a:p>
            <a:pPr rtl="1" fontAlgn="auto">
              <a:spcAft>
                <a:spcPts val="0"/>
              </a:spcAft>
            </a:pPr>
            <a:r>
              <a:rPr lang="ar-SA" sz="3200" b="1" dirty="0">
                <a:solidFill>
                  <a:srgbClr val="E7E6E6">
                    <a:lumMod val="75000"/>
                  </a:srgbClr>
                </a:solidFill>
                <a:latin typeface="Calibri Light" panose="020F0302020204030204"/>
              </a:rPr>
              <a:t>هناك شروط ومواصفات خاصة يجب توفرها في معلم مدرسة المستقبل:</a:t>
            </a:r>
            <a:endParaRPr lang="en-US" sz="3200" b="1" dirty="0">
              <a:solidFill>
                <a:srgbClr val="E7E6E6">
                  <a:lumMod val="75000"/>
                </a:srgbClr>
              </a:solidFill>
              <a:latin typeface="Calibri Light" panose="020F0302020204030204"/>
            </a:endParaRPr>
          </a:p>
        </p:txBody>
      </p:sp>
      <p:grpSp>
        <p:nvGrpSpPr>
          <p:cNvPr id="6" name="Group 5"/>
          <p:cNvGrpSpPr/>
          <p:nvPr/>
        </p:nvGrpSpPr>
        <p:grpSpPr>
          <a:xfrm>
            <a:off x="1845341" y="3387206"/>
            <a:ext cx="7868558" cy="176748"/>
            <a:chOff x="2155371" y="1910842"/>
            <a:chExt cx="7868558" cy="176748"/>
          </a:xfrm>
        </p:grpSpPr>
        <p:sp>
          <p:nvSpPr>
            <p:cNvPr id="7" name="Rectangle 6"/>
            <p:cNvSpPr/>
            <p:nvPr/>
          </p:nvSpPr>
          <p:spPr>
            <a:xfrm>
              <a:off x="4782457" y="1910842"/>
              <a:ext cx="2627086" cy="176748"/>
            </a:xfrm>
            <a:prstGeom prst="rect">
              <a:avLst/>
            </a:prstGeom>
            <a:solidFill>
              <a:srgbClr val="FE8301"/>
            </a:solidFill>
            <a:ln w="12700" cap="flat" cmpd="sng" algn="ctr">
              <a:noFill/>
              <a:prstDash val="solid"/>
              <a:miter lim="800000"/>
            </a:ln>
            <a:effectLst/>
          </p:spPr>
          <p:txBody>
            <a:bodyPr rtlCol="0" anchor="ctr"/>
            <a:lstStyle/>
            <a:p>
              <a:pPr algn="ctr" fontAlgn="auto">
                <a:spcBef>
                  <a:spcPts val="0"/>
                </a:spcBef>
                <a:spcAft>
                  <a:spcPts val="0"/>
                </a:spcAft>
              </a:pPr>
              <a:endParaRPr lang="en-US" kern="0" smtClean="0">
                <a:solidFill>
                  <a:prstClr val="white"/>
                </a:solidFill>
                <a:latin typeface="Calibri"/>
              </a:endParaRPr>
            </a:p>
          </p:txBody>
        </p:sp>
        <p:sp>
          <p:nvSpPr>
            <p:cNvPr id="8" name="Rectangle 7"/>
            <p:cNvSpPr/>
            <p:nvPr/>
          </p:nvSpPr>
          <p:spPr>
            <a:xfrm>
              <a:off x="2155371" y="1910842"/>
              <a:ext cx="2627086" cy="176748"/>
            </a:xfrm>
            <a:prstGeom prst="rect">
              <a:avLst/>
            </a:prstGeom>
            <a:solidFill>
              <a:srgbClr val="0087B1"/>
            </a:solidFill>
            <a:ln w="12700" cap="flat" cmpd="sng" algn="ctr">
              <a:noFill/>
              <a:prstDash val="solid"/>
              <a:miter lim="800000"/>
            </a:ln>
            <a:effectLst/>
          </p:spPr>
          <p:txBody>
            <a:bodyPr rtlCol="0" anchor="ctr"/>
            <a:lstStyle/>
            <a:p>
              <a:pPr algn="ctr" fontAlgn="auto">
                <a:spcBef>
                  <a:spcPts val="0"/>
                </a:spcBef>
                <a:spcAft>
                  <a:spcPts val="0"/>
                </a:spcAft>
              </a:pPr>
              <a:endParaRPr lang="en-US" kern="0" smtClean="0">
                <a:solidFill>
                  <a:prstClr val="white"/>
                </a:solidFill>
                <a:latin typeface="Calibri"/>
              </a:endParaRPr>
            </a:p>
          </p:txBody>
        </p:sp>
        <p:sp>
          <p:nvSpPr>
            <p:cNvPr id="9" name="Rectangle 8"/>
            <p:cNvSpPr/>
            <p:nvPr/>
          </p:nvSpPr>
          <p:spPr>
            <a:xfrm>
              <a:off x="7396843" y="1910842"/>
              <a:ext cx="2627086" cy="176748"/>
            </a:xfrm>
            <a:prstGeom prst="rect">
              <a:avLst/>
            </a:prstGeom>
            <a:solidFill>
              <a:srgbClr val="A1BB22"/>
            </a:solidFill>
            <a:ln w="12700" cap="flat" cmpd="sng" algn="ctr">
              <a:noFill/>
              <a:prstDash val="solid"/>
              <a:miter lim="800000"/>
            </a:ln>
            <a:effectLst/>
          </p:spPr>
          <p:txBody>
            <a:bodyPr rtlCol="0" anchor="ctr"/>
            <a:lstStyle/>
            <a:p>
              <a:pPr algn="ctr" fontAlgn="auto">
                <a:spcBef>
                  <a:spcPts val="0"/>
                </a:spcBef>
                <a:spcAft>
                  <a:spcPts val="0"/>
                </a:spcAft>
              </a:pPr>
              <a:endParaRPr lang="en-US" kern="0" smtClean="0">
                <a:solidFill>
                  <a:prstClr val="white"/>
                </a:solidFill>
                <a:latin typeface="Calibri"/>
              </a:endParaRPr>
            </a:p>
          </p:txBody>
        </p:sp>
      </p:grpSp>
      <p:grpSp>
        <p:nvGrpSpPr>
          <p:cNvPr id="10" name="Group 9"/>
          <p:cNvGrpSpPr/>
          <p:nvPr/>
        </p:nvGrpSpPr>
        <p:grpSpPr>
          <a:xfrm>
            <a:off x="1838991" y="4526318"/>
            <a:ext cx="7868558" cy="178510"/>
            <a:chOff x="2155371" y="4699578"/>
            <a:chExt cx="7868558" cy="178510"/>
          </a:xfrm>
        </p:grpSpPr>
        <p:sp>
          <p:nvSpPr>
            <p:cNvPr id="11" name="Rectangle 10"/>
            <p:cNvSpPr/>
            <p:nvPr/>
          </p:nvSpPr>
          <p:spPr>
            <a:xfrm>
              <a:off x="4782457" y="4701340"/>
              <a:ext cx="2627086" cy="176748"/>
            </a:xfrm>
            <a:prstGeom prst="rect">
              <a:avLst/>
            </a:prstGeom>
            <a:solidFill>
              <a:srgbClr val="D43E01"/>
            </a:solidFill>
            <a:ln w="12700" cap="flat" cmpd="sng" algn="ctr">
              <a:noFill/>
              <a:prstDash val="solid"/>
              <a:miter lim="800000"/>
            </a:ln>
            <a:effectLst/>
          </p:spPr>
          <p:txBody>
            <a:bodyPr rtlCol="0" anchor="ctr"/>
            <a:lstStyle/>
            <a:p>
              <a:pPr algn="ctr" fontAlgn="auto">
                <a:spcBef>
                  <a:spcPts val="0"/>
                </a:spcBef>
                <a:spcAft>
                  <a:spcPts val="0"/>
                </a:spcAft>
              </a:pPr>
              <a:endParaRPr lang="en-US" kern="0" smtClean="0">
                <a:solidFill>
                  <a:prstClr val="white"/>
                </a:solidFill>
                <a:latin typeface="Calibri"/>
              </a:endParaRPr>
            </a:p>
          </p:txBody>
        </p:sp>
        <p:sp>
          <p:nvSpPr>
            <p:cNvPr id="12" name="Rectangle 11"/>
            <p:cNvSpPr/>
            <p:nvPr/>
          </p:nvSpPr>
          <p:spPr>
            <a:xfrm>
              <a:off x="2155371" y="4701340"/>
              <a:ext cx="2627086" cy="176748"/>
            </a:xfrm>
            <a:prstGeom prst="rect">
              <a:avLst/>
            </a:prstGeom>
            <a:solidFill>
              <a:srgbClr val="012641"/>
            </a:solidFill>
            <a:ln w="12700" cap="flat" cmpd="sng" algn="ctr">
              <a:noFill/>
              <a:prstDash val="solid"/>
              <a:miter lim="800000"/>
            </a:ln>
            <a:effectLst/>
          </p:spPr>
          <p:txBody>
            <a:bodyPr rtlCol="0" anchor="ctr"/>
            <a:lstStyle/>
            <a:p>
              <a:pPr algn="ctr" fontAlgn="auto">
                <a:spcBef>
                  <a:spcPts val="0"/>
                </a:spcBef>
                <a:spcAft>
                  <a:spcPts val="0"/>
                </a:spcAft>
              </a:pPr>
              <a:endParaRPr lang="en-US" kern="0" smtClean="0">
                <a:solidFill>
                  <a:prstClr val="white"/>
                </a:solidFill>
                <a:latin typeface="Calibri"/>
              </a:endParaRPr>
            </a:p>
          </p:txBody>
        </p:sp>
        <p:sp>
          <p:nvSpPr>
            <p:cNvPr id="13" name="Rectangle 12"/>
            <p:cNvSpPr/>
            <p:nvPr/>
          </p:nvSpPr>
          <p:spPr>
            <a:xfrm>
              <a:off x="7396843" y="4699578"/>
              <a:ext cx="2627086" cy="176748"/>
            </a:xfrm>
            <a:prstGeom prst="rect">
              <a:avLst/>
            </a:prstGeom>
            <a:solidFill>
              <a:srgbClr val="3DBF9C"/>
            </a:solidFill>
            <a:ln w="12700" cap="flat" cmpd="sng" algn="ctr">
              <a:noFill/>
              <a:prstDash val="solid"/>
              <a:miter lim="800000"/>
            </a:ln>
            <a:effectLst/>
          </p:spPr>
          <p:txBody>
            <a:bodyPr rtlCol="0" anchor="ctr"/>
            <a:lstStyle/>
            <a:p>
              <a:pPr algn="ctr" fontAlgn="auto">
                <a:spcBef>
                  <a:spcPts val="0"/>
                </a:spcBef>
                <a:spcAft>
                  <a:spcPts val="0"/>
                </a:spcAft>
              </a:pPr>
              <a:endParaRPr lang="en-US" kern="0" smtClean="0">
                <a:solidFill>
                  <a:prstClr val="white"/>
                </a:solidFill>
                <a:latin typeface="Calibri"/>
              </a:endParaRPr>
            </a:p>
          </p:txBody>
        </p:sp>
      </p:grpSp>
    </p:spTree>
    <p:extLst>
      <p:ext uri="{BB962C8B-B14F-4D97-AF65-F5344CB8AC3E}">
        <p14:creationId xmlns:p14="http://schemas.microsoft.com/office/powerpoint/2010/main" val="268650102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2"/>
                                        </p:tgtEl>
                                        <p:attrNameLst>
                                          <p:attrName>style.visibility</p:attrName>
                                        </p:attrNameLst>
                                      </p:cBhvr>
                                      <p:to>
                                        <p:strVal val="visible"/>
                                      </p:to>
                                    </p:set>
                                    <p:animEffect transition="in" filter="fade">
                                      <p:cBhvr>
                                        <p:cTn id="7" dur="500"/>
                                        <p:tgtEl>
                                          <p:spTgt spid="22"/>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3">
                                            <p:txEl>
                                              <p:pRg st="0" end="0"/>
                                            </p:txEl>
                                          </p:spTgt>
                                        </p:tgtEl>
                                        <p:attrNameLst>
                                          <p:attrName>style.visibility</p:attrName>
                                        </p:attrNameLst>
                                      </p:cBhvr>
                                      <p:to>
                                        <p:strVal val="visible"/>
                                      </p:to>
                                    </p:set>
                                    <p:animEffect transition="in" filter="fade">
                                      <p:cBhvr>
                                        <p:cTn id="11" dur="500"/>
                                        <p:tgtEl>
                                          <p:spTgt spid="23">
                                            <p:txEl>
                                              <p:pRg st="0" end="0"/>
                                            </p:txEl>
                                          </p:spTgt>
                                        </p:tgtEl>
                                      </p:cBhvr>
                                    </p:animEffect>
                                  </p:childTnLst>
                                </p:cTn>
                              </p:par>
                            </p:childTnLst>
                          </p:cTn>
                        </p:par>
                        <p:par>
                          <p:cTn id="12" fill="hold">
                            <p:stCondLst>
                              <p:cond delay="1000"/>
                            </p:stCondLst>
                            <p:childTnLst>
                              <p:par>
                                <p:cTn id="13" presetID="10" presetClass="entr" presetSubtype="0" fill="hold" nodeType="afterEffect">
                                  <p:stCondLst>
                                    <p:cond delay="0"/>
                                  </p:stCondLst>
                                  <p:childTnLst>
                                    <p:set>
                                      <p:cBhvr>
                                        <p:cTn id="14" dur="1" fill="hold">
                                          <p:stCondLst>
                                            <p:cond delay="0"/>
                                          </p:stCondLst>
                                        </p:cTn>
                                        <p:tgtEl>
                                          <p:spTgt spid="6"/>
                                        </p:tgtEl>
                                        <p:attrNameLst>
                                          <p:attrName>style.visibility</p:attrName>
                                        </p:attrNameLst>
                                      </p:cBhvr>
                                      <p:to>
                                        <p:strVal val="visible"/>
                                      </p:to>
                                    </p:set>
                                    <p:animEffect transition="in" filter="fade">
                                      <p:cBhvr>
                                        <p:cTn id="15" dur="500"/>
                                        <p:tgtEl>
                                          <p:spTgt spid="6"/>
                                        </p:tgtEl>
                                      </p:cBhvr>
                                    </p:animEffect>
                                  </p:childTnLst>
                                </p:cTn>
                              </p:par>
                            </p:childTnLst>
                          </p:cTn>
                        </p:par>
                        <p:par>
                          <p:cTn id="16" fill="hold">
                            <p:stCondLst>
                              <p:cond delay="1500"/>
                            </p:stCondLst>
                            <p:childTnLst>
                              <p:par>
                                <p:cTn id="17" presetID="10" presetClass="entr" presetSubtype="0" fill="hold" nodeType="afterEffect">
                                  <p:stCondLst>
                                    <p:cond delay="0"/>
                                  </p:stCondLst>
                                  <p:childTnLst>
                                    <p:set>
                                      <p:cBhvr>
                                        <p:cTn id="18" dur="1" fill="hold">
                                          <p:stCondLst>
                                            <p:cond delay="0"/>
                                          </p:stCondLst>
                                        </p:cTn>
                                        <p:tgtEl>
                                          <p:spTgt spid="10"/>
                                        </p:tgtEl>
                                        <p:attrNameLst>
                                          <p:attrName>style.visibility</p:attrName>
                                        </p:attrNameLst>
                                      </p:cBhvr>
                                      <p:to>
                                        <p:strVal val="visible"/>
                                      </p:to>
                                    </p:set>
                                    <p:animEffect transition="in" filter="fade">
                                      <p:cBhvr>
                                        <p:cTn id="19"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p:bldP spid="23" grpId="0" build="p"/>
    </p:bld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4" name="Straight Connector 3"/>
          <p:cNvCxnSpPr/>
          <p:nvPr/>
        </p:nvCxnSpPr>
        <p:spPr>
          <a:xfrm>
            <a:off x="1631922" y="3784719"/>
            <a:ext cx="0" cy="1378040"/>
          </a:xfrm>
          <a:prstGeom prst="line">
            <a:avLst/>
          </a:prstGeom>
          <a:ln w="28575">
            <a:solidFill>
              <a:schemeClr val="bg2">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5" name="Straight Connector 4"/>
          <p:cNvCxnSpPr/>
          <p:nvPr/>
        </p:nvCxnSpPr>
        <p:spPr>
          <a:xfrm>
            <a:off x="1631922" y="5162759"/>
            <a:ext cx="1558343" cy="0"/>
          </a:xfrm>
          <a:prstGeom prst="line">
            <a:avLst/>
          </a:prstGeom>
          <a:ln w="28575">
            <a:solidFill>
              <a:schemeClr val="bg2">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flipV="1">
            <a:off x="4773075" y="3195707"/>
            <a:ext cx="0" cy="1080368"/>
          </a:xfrm>
          <a:prstGeom prst="line">
            <a:avLst/>
          </a:prstGeom>
          <a:ln w="28575">
            <a:solidFill>
              <a:schemeClr val="bg2">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7" name="Straight Connector 6"/>
          <p:cNvCxnSpPr/>
          <p:nvPr/>
        </p:nvCxnSpPr>
        <p:spPr>
          <a:xfrm>
            <a:off x="4773075" y="3195707"/>
            <a:ext cx="1941457" cy="0"/>
          </a:xfrm>
          <a:prstGeom prst="line">
            <a:avLst/>
          </a:prstGeom>
          <a:ln w="28575">
            <a:solidFill>
              <a:schemeClr val="bg2">
                <a:lumMod val="75000"/>
              </a:schemeClr>
            </a:solidFill>
            <a:prstDash val="dash"/>
          </a:ln>
        </p:spPr>
        <p:style>
          <a:lnRef idx="1">
            <a:schemeClr val="accent1"/>
          </a:lnRef>
          <a:fillRef idx="0">
            <a:schemeClr val="accent1"/>
          </a:fillRef>
          <a:effectRef idx="0">
            <a:schemeClr val="accent1"/>
          </a:effectRef>
          <a:fontRef idx="minor">
            <a:schemeClr val="tx1"/>
          </a:fontRef>
        </p:style>
      </p:cxnSp>
      <p:sp>
        <p:nvSpPr>
          <p:cNvPr id="11" name="Oval 10"/>
          <p:cNvSpPr/>
          <p:nvPr/>
        </p:nvSpPr>
        <p:spPr>
          <a:xfrm>
            <a:off x="1376846" y="3377553"/>
            <a:ext cx="510147" cy="51014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vi-VN" dirty="0" smtClean="0">
                <a:solidFill>
                  <a:prstClr val="white"/>
                </a:solidFill>
              </a:rPr>
              <a:t>A</a:t>
            </a:r>
            <a:endParaRPr lang="en-US" dirty="0">
              <a:solidFill>
                <a:prstClr val="white"/>
              </a:solidFill>
            </a:endParaRPr>
          </a:p>
        </p:txBody>
      </p:sp>
      <p:sp>
        <p:nvSpPr>
          <p:cNvPr id="12" name="Oval 11"/>
          <p:cNvSpPr/>
          <p:nvPr/>
        </p:nvSpPr>
        <p:spPr>
          <a:xfrm>
            <a:off x="3150508" y="4907685"/>
            <a:ext cx="510147" cy="510147"/>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vi-VN" dirty="0" smtClean="0">
                <a:solidFill>
                  <a:prstClr val="white"/>
                </a:solidFill>
              </a:rPr>
              <a:t>B</a:t>
            </a:r>
            <a:endParaRPr lang="en-US" dirty="0">
              <a:solidFill>
                <a:prstClr val="white"/>
              </a:solidFill>
            </a:endParaRPr>
          </a:p>
        </p:txBody>
      </p:sp>
      <p:sp>
        <p:nvSpPr>
          <p:cNvPr id="13" name="Oval 12"/>
          <p:cNvSpPr/>
          <p:nvPr/>
        </p:nvSpPr>
        <p:spPr>
          <a:xfrm>
            <a:off x="6723951" y="2906978"/>
            <a:ext cx="510147" cy="510147"/>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vi-VN" dirty="0" smtClean="0">
                <a:solidFill>
                  <a:prstClr val="white"/>
                </a:solidFill>
              </a:rPr>
              <a:t>C</a:t>
            </a:r>
            <a:endParaRPr lang="en-US" dirty="0">
              <a:solidFill>
                <a:prstClr val="white"/>
              </a:solidFill>
            </a:endParaRPr>
          </a:p>
        </p:txBody>
      </p:sp>
      <p:sp>
        <p:nvSpPr>
          <p:cNvPr id="24" name="Oval 23"/>
          <p:cNvSpPr/>
          <p:nvPr/>
        </p:nvSpPr>
        <p:spPr>
          <a:xfrm>
            <a:off x="4693694" y="3116326"/>
            <a:ext cx="158760" cy="158760"/>
          </a:xfrm>
          <a:prstGeom prst="ellipse">
            <a:avLst/>
          </a:prstGeom>
          <a:solidFill>
            <a:schemeClr val="bg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lumMod val="50000"/>
                  <a:lumOff val="50000"/>
                </a:prstClr>
              </a:solidFill>
            </a:endParaRPr>
          </a:p>
        </p:txBody>
      </p:sp>
      <p:sp>
        <p:nvSpPr>
          <p:cNvPr id="25" name="Oval 24"/>
          <p:cNvSpPr/>
          <p:nvPr/>
        </p:nvSpPr>
        <p:spPr>
          <a:xfrm>
            <a:off x="1552539" y="5083380"/>
            <a:ext cx="158760" cy="158760"/>
          </a:xfrm>
          <a:prstGeom prst="ellipse">
            <a:avLst/>
          </a:prstGeom>
          <a:solidFill>
            <a:schemeClr val="bg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lumMod val="50000"/>
                  <a:lumOff val="50000"/>
                </a:prstClr>
              </a:solidFill>
            </a:endParaRPr>
          </a:p>
        </p:txBody>
      </p:sp>
      <p:sp>
        <p:nvSpPr>
          <p:cNvPr id="34" name="TextBox 33"/>
          <p:cNvSpPr txBox="1"/>
          <p:nvPr/>
        </p:nvSpPr>
        <p:spPr>
          <a:xfrm>
            <a:off x="256562" y="1310681"/>
            <a:ext cx="4303979" cy="1815882"/>
          </a:xfrm>
          <a:prstGeom prst="rect">
            <a:avLst/>
          </a:prstGeom>
          <a:noFill/>
        </p:spPr>
        <p:txBody>
          <a:bodyPr wrap="square" rtlCol="0">
            <a:spAutoFit/>
          </a:bodyPr>
          <a:lstStyle/>
          <a:p>
            <a:pPr algn="ctr" rtl="1" fontAlgn="auto">
              <a:spcBef>
                <a:spcPts val="0"/>
              </a:spcBef>
              <a:spcAft>
                <a:spcPts val="0"/>
              </a:spcAft>
            </a:pPr>
            <a:r>
              <a:rPr lang="ar-SA" sz="2800" b="1" dirty="0" smtClean="0">
                <a:solidFill>
                  <a:srgbClr val="5097C6"/>
                </a:solidFill>
                <a:cs typeface="Simplified Arabic" panose="02020603050405020304" pitchFamily="18" charset="-78"/>
              </a:rPr>
              <a:t> </a:t>
            </a:r>
            <a:r>
              <a:rPr lang="ar-SA" sz="2800" b="1" dirty="0">
                <a:solidFill>
                  <a:srgbClr val="5097C6"/>
                </a:solidFill>
                <a:cs typeface="Simplified Arabic" panose="02020603050405020304" pitchFamily="18" charset="-78"/>
              </a:rPr>
              <a:t>يكون معلماً خبيراً في طرق البحث عن المعلومة، فالطلاب بحاجة إلى من يرشدهم في عالم يعج بالمعلومات.</a:t>
            </a:r>
            <a:endParaRPr lang="en-US" sz="2800" b="1" dirty="0">
              <a:solidFill>
                <a:srgbClr val="5097C6"/>
              </a:solidFill>
              <a:latin typeface="Montserrat Light"/>
              <a:cs typeface="Simplified Arabic" panose="02020603050405020304" pitchFamily="18" charset="-78"/>
            </a:endParaRPr>
          </a:p>
        </p:txBody>
      </p:sp>
      <p:sp>
        <p:nvSpPr>
          <p:cNvPr id="37" name="TextBox 36"/>
          <p:cNvSpPr txBox="1"/>
          <p:nvPr/>
        </p:nvSpPr>
        <p:spPr>
          <a:xfrm>
            <a:off x="3619146" y="4793922"/>
            <a:ext cx="3614952" cy="954107"/>
          </a:xfrm>
          <a:prstGeom prst="rect">
            <a:avLst/>
          </a:prstGeom>
          <a:noFill/>
        </p:spPr>
        <p:txBody>
          <a:bodyPr wrap="square" rtlCol="0">
            <a:spAutoFit/>
          </a:bodyPr>
          <a:lstStyle/>
          <a:p>
            <a:pPr algn="ctr" rtl="1" fontAlgn="auto">
              <a:spcBef>
                <a:spcPts val="0"/>
              </a:spcBef>
              <a:spcAft>
                <a:spcPts val="0"/>
              </a:spcAft>
            </a:pPr>
            <a:r>
              <a:rPr lang="ar-SA" sz="2800" b="1" dirty="0" smtClean="0">
                <a:solidFill>
                  <a:srgbClr val="ED7D31"/>
                </a:solidFill>
                <a:cs typeface="Simplified Arabic" panose="02020603050405020304" pitchFamily="18" charset="-78"/>
              </a:rPr>
              <a:t>أن </a:t>
            </a:r>
            <a:r>
              <a:rPr lang="ar-SA" sz="2800" b="1" dirty="0">
                <a:solidFill>
                  <a:srgbClr val="ED7D31"/>
                </a:solidFill>
                <a:cs typeface="Simplified Arabic" panose="02020603050405020304" pitchFamily="18" charset="-78"/>
              </a:rPr>
              <a:t>يكون معلماً يستطيع إنجاز مهامه الاجتماعية والتربوية</a:t>
            </a:r>
            <a:endParaRPr lang="en-US" sz="2800" b="1" dirty="0">
              <a:solidFill>
                <a:srgbClr val="ED7D31"/>
              </a:solidFill>
              <a:latin typeface="Montserrat Light"/>
              <a:cs typeface="Simplified Arabic" panose="02020603050405020304" pitchFamily="18" charset="-78"/>
            </a:endParaRPr>
          </a:p>
        </p:txBody>
      </p:sp>
      <p:sp>
        <p:nvSpPr>
          <p:cNvPr id="50" name="TextBox 49"/>
          <p:cNvSpPr txBox="1"/>
          <p:nvPr/>
        </p:nvSpPr>
        <p:spPr>
          <a:xfrm>
            <a:off x="7489159" y="2144118"/>
            <a:ext cx="4203524" cy="1384995"/>
          </a:xfrm>
          <a:prstGeom prst="rect">
            <a:avLst/>
          </a:prstGeom>
          <a:noFill/>
        </p:spPr>
        <p:txBody>
          <a:bodyPr wrap="square" rtlCol="0">
            <a:spAutoFit/>
          </a:bodyPr>
          <a:lstStyle/>
          <a:p>
            <a:pPr algn="ctr" rtl="1" fontAlgn="auto">
              <a:spcBef>
                <a:spcPts val="0"/>
              </a:spcBef>
              <a:spcAft>
                <a:spcPts val="0"/>
              </a:spcAft>
            </a:pPr>
            <a:r>
              <a:rPr lang="ar-SA" sz="2800" b="1" dirty="0" smtClean="0">
                <a:solidFill>
                  <a:prstClr val="black">
                    <a:lumMod val="50000"/>
                    <a:lumOff val="50000"/>
                  </a:prstClr>
                </a:solidFill>
                <a:cs typeface="Simplified Arabic" panose="02020603050405020304" pitchFamily="18" charset="-78"/>
              </a:rPr>
              <a:t>أن </a:t>
            </a:r>
            <a:r>
              <a:rPr lang="ar-SA" sz="2800" b="1" dirty="0">
                <a:solidFill>
                  <a:prstClr val="black">
                    <a:lumMod val="50000"/>
                    <a:lumOff val="50000"/>
                  </a:prstClr>
                </a:solidFill>
                <a:cs typeface="Simplified Arabic" panose="02020603050405020304" pitchFamily="18" charset="-78"/>
              </a:rPr>
              <a:t>يكون معلماً يتفهم بعمق مهامه تجاه مجتمعه وأمته عن طريق المواقف التعليمية</a:t>
            </a:r>
            <a:endParaRPr lang="en-US" sz="2800" b="1" dirty="0">
              <a:solidFill>
                <a:prstClr val="black">
                  <a:lumMod val="50000"/>
                  <a:lumOff val="50000"/>
                </a:prstClr>
              </a:solidFill>
              <a:latin typeface="Montserrat Light"/>
              <a:cs typeface="Simplified Arabic" panose="02020603050405020304" pitchFamily="18" charset="-78"/>
            </a:endParaRPr>
          </a:p>
        </p:txBody>
      </p:sp>
    </p:spTree>
    <p:extLst>
      <p:ext uri="{BB962C8B-B14F-4D97-AF65-F5344CB8AC3E}">
        <p14:creationId xmlns:p14="http://schemas.microsoft.com/office/powerpoint/2010/main" val="268811747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25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childTnLst>
                          </p:cTn>
                        </p:par>
                        <p:par>
                          <p:cTn id="8" fill="hold">
                            <p:stCondLst>
                              <p:cond delay="750"/>
                            </p:stCondLst>
                            <p:childTnLst>
                              <p:par>
                                <p:cTn id="9" presetID="10" presetClass="entr" presetSubtype="0" fill="hold" grpId="0" nodeType="afterEffect">
                                  <p:stCondLst>
                                    <p:cond delay="250"/>
                                  </p:stCondLst>
                                  <p:childTnLst>
                                    <p:set>
                                      <p:cBhvr>
                                        <p:cTn id="10" dur="1" fill="hold">
                                          <p:stCondLst>
                                            <p:cond delay="0"/>
                                          </p:stCondLst>
                                        </p:cTn>
                                        <p:tgtEl>
                                          <p:spTgt spid="34"/>
                                        </p:tgtEl>
                                        <p:attrNameLst>
                                          <p:attrName>style.visibility</p:attrName>
                                        </p:attrNameLst>
                                      </p:cBhvr>
                                      <p:to>
                                        <p:strVal val="visible"/>
                                      </p:to>
                                    </p:set>
                                    <p:animEffect transition="in" filter="fade">
                                      <p:cBhvr>
                                        <p:cTn id="11" dur="500"/>
                                        <p:tgtEl>
                                          <p:spTgt spid="34"/>
                                        </p:tgtEl>
                                      </p:cBhvr>
                                    </p:animEffect>
                                  </p:childTnLst>
                                </p:cTn>
                              </p:par>
                            </p:childTnLst>
                          </p:cTn>
                        </p:par>
                        <p:par>
                          <p:cTn id="12" fill="hold">
                            <p:stCondLst>
                              <p:cond delay="1500"/>
                            </p:stCondLst>
                            <p:childTnLst>
                              <p:par>
                                <p:cTn id="13" presetID="10" presetClass="entr" presetSubtype="0" fill="hold" nodeType="afterEffect">
                                  <p:stCondLst>
                                    <p:cond delay="250"/>
                                  </p:stCondLst>
                                  <p:childTnLst>
                                    <p:set>
                                      <p:cBhvr>
                                        <p:cTn id="14" dur="1" fill="hold">
                                          <p:stCondLst>
                                            <p:cond delay="0"/>
                                          </p:stCondLst>
                                        </p:cTn>
                                        <p:tgtEl>
                                          <p:spTgt spid="4"/>
                                        </p:tgtEl>
                                        <p:attrNameLst>
                                          <p:attrName>style.visibility</p:attrName>
                                        </p:attrNameLst>
                                      </p:cBhvr>
                                      <p:to>
                                        <p:strVal val="visible"/>
                                      </p:to>
                                    </p:set>
                                    <p:animEffect transition="in" filter="fade">
                                      <p:cBhvr>
                                        <p:cTn id="15" dur="500"/>
                                        <p:tgtEl>
                                          <p:spTgt spid="4"/>
                                        </p:tgtEl>
                                      </p:cBhvr>
                                    </p:animEffect>
                                  </p:childTnLst>
                                </p:cTn>
                              </p:par>
                            </p:childTnLst>
                          </p:cTn>
                        </p:par>
                        <p:par>
                          <p:cTn id="16" fill="hold">
                            <p:stCondLst>
                              <p:cond delay="2250"/>
                            </p:stCondLst>
                            <p:childTnLst>
                              <p:par>
                                <p:cTn id="17" presetID="1" presetClass="entr" presetSubtype="0" fill="hold" grpId="0" nodeType="afterEffect">
                                  <p:stCondLst>
                                    <p:cond delay="0"/>
                                  </p:stCondLst>
                                  <p:childTnLst>
                                    <p:set>
                                      <p:cBhvr>
                                        <p:cTn id="18" dur="1" fill="hold">
                                          <p:stCondLst>
                                            <p:cond delay="0"/>
                                          </p:stCondLst>
                                        </p:cTn>
                                        <p:tgtEl>
                                          <p:spTgt spid="25"/>
                                        </p:tgtEl>
                                        <p:attrNameLst>
                                          <p:attrName>style.visibility</p:attrName>
                                        </p:attrNameLst>
                                      </p:cBhvr>
                                      <p:to>
                                        <p:strVal val="visible"/>
                                      </p:to>
                                    </p:set>
                                  </p:childTnLst>
                                </p:cTn>
                              </p:par>
                            </p:childTnLst>
                          </p:cTn>
                        </p:par>
                        <p:par>
                          <p:cTn id="19" fill="hold">
                            <p:stCondLst>
                              <p:cond delay="2250"/>
                            </p:stCondLst>
                            <p:childTnLst>
                              <p:par>
                                <p:cTn id="20" presetID="10" presetClass="entr" presetSubtype="0" fill="hold" nodeType="afterEffect">
                                  <p:stCondLst>
                                    <p:cond delay="250"/>
                                  </p:stCondLst>
                                  <p:childTnLst>
                                    <p:set>
                                      <p:cBhvr>
                                        <p:cTn id="21" dur="1" fill="hold">
                                          <p:stCondLst>
                                            <p:cond delay="0"/>
                                          </p:stCondLst>
                                        </p:cTn>
                                        <p:tgtEl>
                                          <p:spTgt spid="5"/>
                                        </p:tgtEl>
                                        <p:attrNameLst>
                                          <p:attrName>style.visibility</p:attrName>
                                        </p:attrNameLst>
                                      </p:cBhvr>
                                      <p:to>
                                        <p:strVal val="visible"/>
                                      </p:to>
                                    </p:set>
                                    <p:animEffect transition="in" filter="fade">
                                      <p:cBhvr>
                                        <p:cTn id="22" dur="500"/>
                                        <p:tgtEl>
                                          <p:spTgt spid="5"/>
                                        </p:tgtEl>
                                      </p:cBhvr>
                                    </p:animEffect>
                                  </p:childTnLst>
                                </p:cTn>
                              </p:par>
                            </p:childTnLst>
                          </p:cTn>
                        </p:par>
                        <p:par>
                          <p:cTn id="23" fill="hold">
                            <p:stCondLst>
                              <p:cond delay="3000"/>
                            </p:stCondLst>
                            <p:childTnLst>
                              <p:par>
                                <p:cTn id="24" presetID="10" presetClass="entr" presetSubtype="0" fill="hold" grpId="0" nodeType="afterEffect">
                                  <p:stCondLst>
                                    <p:cond delay="250"/>
                                  </p:stCondLst>
                                  <p:childTnLst>
                                    <p:set>
                                      <p:cBhvr>
                                        <p:cTn id="25" dur="1" fill="hold">
                                          <p:stCondLst>
                                            <p:cond delay="0"/>
                                          </p:stCondLst>
                                        </p:cTn>
                                        <p:tgtEl>
                                          <p:spTgt spid="12"/>
                                        </p:tgtEl>
                                        <p:attrNameLst>
                                          <p:attrName>style.visibility</p:attrName>
                                        </p:attrNameLst>
                                      </p:cBhvr>
                                      <p:to>
                                        <p:strVal val="visible"/>
                                      </p:to>
                                    </p:set>
                                    <p:animEffect transition="in" filter="fade">
                                      <p:cBhvr>
                                        <p:cTn id="26" dur="500"/>
                                        <p:tgtEl>
                                          <p:spTgt spid="12"/>
                                        </p:tgtEl>
                                      </p:cBhvr>
                                    </p:animEffect>
                                  </p:childTnLst>
                                </p:cTn>
                              </p:par>
                            </p:childTnLst>
                          </p:cTn>
                        </p:par>
                        <p:par>
                          <p:cTn id="27" fill="hold">
                            <p:stCondLst>
                              <p:cond delay="3750"/>
                            </p:stCondLst>
                            <p:childTnLst>
                              <p:par>
                                <p:cTn id="28" presetID="10" presetClass="entr" presetSubtype="0" fill="hold" grpId="0" nodeType="afterEffect">
                                  <p:stCondLst>
                                    <p:cond delay="250"/>
                                  </p:stCondLst>
                                  <p:childTnLst>
                                    <p:set>
                                      <p:cBhvr>
                                        <p:cTn id="29" dur="1" fill="hold">
                                          <p:stCondLst>
                                            <p:cond delay="0"/>
                                          </p:stCondLst>
                                        </p:cTn>
                                        <p:tgtEl>
                                          <p:spTgt spid="37"/>
                                        </p:tgtEl>
                                        <p:attrNameLst>
                                          <p:attrName>style.visibility</p:attrName>
                                        </p:attrNameLst>
                                      </p:cBhvr>
                                      <p:to>
                                        <p:strVal val="visible"/>
                                      </p:to>
                                    </p:set>
                                    <p:animEffect transition="in" filter="fade">
                                      <p:cBhvr>
                                        <p:cTn id="30" dur="500"/>
                                        <p:tgtEl>
                                          <p:spTgt spid="37"/>
                                        </p:tgtEl>
                                      </p:cBhvr>
                                    </p:animEffect>
                                  </p:childTnLst>
                                </p:cTn>
                              </p:par>
                            </p:childTnLst>
                          </p:cTn>
                        </p:par>
                        <p:par>
                          <p:cTn id="31" fill="hold">
                            <p:stCondLst>
                              <p:cond delay="4500"/>
                            </p:stCondLst>
                            <p:childTnLst>
                              <p:par>
                                <p:cTn id="32" presetID="10" presetClass="entr" presetSubtype="0" fill="hold" nodeType="afterEffect">
                                  <p:stCondLst>
                                    <p:cond delay="250"/>
                                  </p:stCondLst>
                                  <p:childTnLst>
                                    <p:set>
                                      <p:cBhvr>
                                        <p:cTn id="33" dur="1" fill="hold">
                                          <p:stCondLst>
                                            <p:cond delay="0"/>
                                          </p:stCondLst>
                                        </p:cTn>
                                        <p:tgtEl>
                                          <p:spTgt spid="6"/>
                                        </p:tgtEl>
                                        <p:attrNameLst>
                                          <p:attrName>style.visibility</p:attrName>
                                        </p:attrNameLst>
                                      </p:cBhvr>
                                      <p:to>
                                        <p:strVal val="visible"/>
                                      </p:to>
                                    </p:set>
                                    <p:animEffect transition="in" filter="fade">
                                      <p:cBhvr>
                                        <p:cTn id="34" dur="500"/>
                                        <p:tgtEl>
                                          <p:spTgt spid="6"/>
                                        </p:tgtEl>
                                      </p:cBhvr>
                                    </p:animEffect>
                                  </p:childTnLst>
                                </p:cTn>
                              </p:par>
                            </p:childTnLst>
                          </p:cTn>
                        </p:par>
                        <p:par>
                          <p:cTn id="35" fill="hold">
                            <p:stCondLst>
                              <p:cond delay="5250"/>
                            </p:stCondLst>
                            <p:childTnLst>
                              <p:par>
                                <p:cTn id="36" presetID="1" presetClass="entr" presetSubtype="0" fill="hold" grpId="0" nodeType="afterEffect">
                                  <p:stCondLst>
                                    <p:cond delay="0"/>
                                  </p:stCondLst>
                                  <p:childTnLst>
                                    <p:set>
                                      <p:cBhvr>
                                        <p:cTn id="37" dur="1" fill="hold">
                                          <p:stCondLst>
                                            <p:cond delay="0"/>
                                          </p:stCondLst>
                                        </p:cTn>
                                        <p:tgtEl>
                                          <p:spTgt spid="24"/>
                                        </p:tgtEl>
                                        <p:attrNameLst>
                                          <p:attrName>style.visibility</p:attrName>
                                        </p:attrNameLst>
                                      </p:cBhvr>
                                      <p:to>
                                        <p:strVal val="visible"/>
                                      </p:to>
                                    </p:set>
                                  </p:childTnLst>
                                </p:cTn>
                              </p:par>
                            </p:childTnLst>
                          </p:cTn>
                        </p:par>
                        <p:par>
                          <p:cTn id="38" fill="hold">
                            <p:stCondLst>
                              <p:cond delay="5250"/>
                            </p:stCondLst>
                            <p:childTnLst>
                              <p:par>
                                <p:cTn id="39" presetID="10" presetClass="entr" presetSubtype="0" fill="hold" nodeType="afterEffect">
                                  <p:stCondLst>
                                    <p:cond delay="250"/>
                                  </p:stCondLst>
                                  <p:childTnLst>
                                    <p:set>
                                      <p:cBhvr>
                                        <p:cTn id="40" dur="1" fill="hold">
                                          <p:stCondLst>
                                            <p:cond delay="0"/>
                                          </p:stCondLst>
                                        </p:cTn>
                                        <p:tgtEl>
                                          <p:spTgt spid="7"/>
                                        </p:tgtEl>
                                        <p:attrNameLst>
                                          <p:attrName>style.visibility</p:attrName>
                                        </p:attrNameLst>
                                      </p:cBhvr>
                                      <p:to>
                                        <p:strVal val="visible"/>
                                      </p:to>
                                    </p:set>
                                    <p:animEffect transition="in" filter="fade">
                                      <p:cBhvr>
                                        <p:cTn id="41" dur="500"/>
                                        <p:tgtEl>
                                          <p:spTgt spid="7"/>
                                        </p:tgtEl>
                                      </p:cBhvr>
                                    </p:animEffect>
                                  </p:childTnLst>
                                </p:cTn>
                              </p:par>
                            </p:childTnLst>
                          </p:cTn>
                        </p:par>
                        <p:par>
                          <p:cTn id="42" fill="hold">
                            <p:stCondLst>
                              <p:cond delay="6000"/>
                            </p:stCondLst>
                            <p:childTnLst>
                              <p:par>
                                <p:cTn id="43" presetID="10" presetClass="entr" presetSubtype="0" fill="hold" grpId="0" nodeType="afterEffect">
                                  <p:stCondLst>
                                    <p:cond delay="250"/>
                                  </p:stCondLst>
                                  <p:childTnLst>
                                    <p:set>
                                      <p:cBhvr>
                                        <p:cTn id="44" dur="1" fill="hold">
                                          <p:stCondLst>
                                            <p:cond delay="0"/>
                                          </p:stCondLst>
                                        </p:cTn>
                                        <p:tgtEl>
                                          <p:spTgt spid="13"/>
                                        </p:tgtEl>
                                        <p:attrNameLst>
                                          <p:attrName>style.visibility</p:attrName>
                                        </p:attrNameLst>
                                      </p:cBhvr>
                                      <p:to>
                                        <p:strVal val="visible"/>
                                      </p:to>
                                    </p:set>
                                    <p:animEffect transition="in" filter="fade">
                                      <p:cBhvr>
                                        <p:cTn id="45" dur="500"/>
                                        <p:tgtEl>
                                          <p:spTgt spid="13"/>
                                        </p:tgtEl>
                                      </p:cBhvr>
                                    </p:animEffect>
                                  </p:childTnLst>
                                </p:cTn>
                              </p:par>
                            </p:childTnLst>
                          </p:cTn>
                        </p:par>
                        <p:par>
                          <p:cTn id="46" fill="hold">
                            <p:stCondLst>
                              <p:cond delay="6750"/>
                            </p:stCondLst>
                            <p:childTnLst>
                              <p:par>
                                <p:cTn id="47" presetID="10" presetClass="entr" presetSubtype="0" fill="hold" grpId="0" nodeType="afterEffect">
                                  <p:stCondLst>
                                    <p:cond delay="250"/>
                                  </p:stCondLst>
                                  <p:childTnLst>
                                    <p:set>
                                      <p:cBhvr>
                                        <p:cTn id="48" dur="1" fill="hold">
                                          <p:stCondLst>
                                            <p:cond delay="0"/>
                                          </p:stCondLst>
                                        </p:cTn>
                                        <p:tgtEl>
                                          <p:spTgt spid="50"/>
                                        </p:tgtEl>
                                        <p:attrNameLst>
                                          <p:attrName>style.visibility</p:attrName>
                                        </p:attrNameLst>
                                      </p:cBhvr>
                                      <p:to>
                                        <p:strVal val="visible"/>
                                      </p:to>
                                    </p:set>
                                    <p:animEffect transition="in" filter="fade">
                                      <p:cBhvr>
                                        <p:cTn id="49" dur="500"/>
                                        <p:tgtEl>
                                          <p:spTgt spid="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2" grpId="0" animBg="1"/>
      <p:bldP spid="13" grpId="0" animBg="1"/>
      <p:bldP spid="24" grpId="0" animBg="1"/>
      <p:bldP spid="25" grpId="0" animBg="1"/>
      <p:bldP spid="34" grpId="0"/>
      <p:bldP spid="37" grpId="0"/>
      <p:bldP spid="50" grpId="0"/>
    </p:bld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4" name="Straight Connector 3"/>
          <p:cNvCxnSpPr/>
          <p:nvPr/>
        </p:nvCxnSpPr>
        <p:spPr>
          <a:xfrm>
            <a:off x="1631922" y="3784719"/>
            <a:ext cx="0" cy="1378040"/>
          </a:xfrm>
          <a:prstGeom prst="line">
            <a:avLst/>
          </a:prstGeom>
          <a:ln w="28575">
            <a:solidFill>
              <a:schemeClr val="bg2">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5" name="Straight Connector 4"/>
          <p:cNvCxnSpPr/>
          <p:nvPr/>
        </p:nvCxnSpPr>
        <p:spPr>
          <a:xfrm>
            <a:off x="1631922" y="5162759"/>
            <a:ext cx="1558343" cy="0"/>
          </a:xfrm>
          <a:prstGeom prst="line">
            <a:avLst/>
          </a:prstGeom>
          <a:ln w="28575">
            <a:solidFill>
              <a:schemeClr val="bg2">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flipV="1">
            <a:off x="4773075" y="3195707"/>
            <a:ext cx="0" cy="1080368"/>
          </a:xfrm>
          <a:prstGeom prst="line">
            <a:avLst/>
          </a:prstGeom>
          <a:ln w="28575">
            <a:solidFill>
              <a:schemeClr val="bg2">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7" name="Straight Connector 6"/>
          <p:cNvCxnSpPr/>
          <p:nvPr/>
        </p:nvCxnSpPr>
        <p:spPr>
          <a:xfrm>
            <a:off x="4773075" y="3195707"/>
            <a:ext cx="1941457" cy="0"/>
          </a:xfrm>
          <a:prstGeom prst="line">
            <a:avLst/>
          </a:prstGeom>
          <a:ln w="28575">
            <a:solidFill>
              <a:schemeClr val="bg2">
                <a:lumMod val="75000"/>
              </a:schemeClr>
            </a:solidFill>
            <a:prstDash val="dash"/>
          </a:ln>
        </p:spPr>
        <p:style>
          <a:lnRef idx="1">
            <a:schemeClr val="accent1"/>
          </a:lnRef>
          <a:fillRef idx="0">
            <a:schemeClr val="accent1"/>
          </a:fillRef>
          <a:effectRef idx="0">
            <a:schemeClr val="accent1"/>
          </a:effectRef>
          <a:fontRef idx="minor">
            <a:schemeClr val="tx1"/>
          </a:fontRef>
        </p:style>
      </p:cxnSp>
      <p:sp>
        <p:nvSpPr>
          <p:cNvPr id="11" name="Oval 10"/>
          <p:cNvSpPr/>
          <p:nvPr/>
        </p:nvSpPr>
        <p:spPr>
          <a:xfrm>
            <a:off x="1376846" y="3377553"/>
            <a:ext cx="510147" cy="51014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vi-VN" dirty="0" smtClean="0">
                <a:solidFill>
                  <a:prstClr val="white"/>
                </a:solidFill>
              </a:rPr>
              <a:t>A</a:t>
            </a:r>
            <a:endParaRPr lang="en-US" dirty="0">
              <a:solidFill>
                <a:prstClr val="white"/>
              </a:solidFill>
            </a:endParaRPr>
          </a:p>
        </p:txBody>
      </p:sp>
      <p:sp>
        <p:nvSpPr>
          <p:cNvPr id="12" name="Oval 11"/>
          <p:cNvSpPr/>
          <p:nvPr/>
        </p:nvSpPr>
        <p:spPr>
          <a:xfrm>
            <a:off x="3150508" y="4907685"/>
            <a:ext cx="510147" cy="510147"/>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vi-VN" dirty="0" smtClean="0">
                <a:solidFill>
                  <a:prstClr val="white"/>
                </a:solidFill>
              </a:rPr>
              <a:t>B</a:t>
            </a:r>
            <a:endParaRPr lang="en-US" dirty="0">
              <a:solidFill>
                <a:prstClr val="white"/>
              </a:solidFill>
            </a:endParaRPr>
          </a:p>
        </p:txBody>
      </p:sp>
      <p:sp>
        <p:nvSpPr>
          <p:cNvPr id="13" name="Oval 12"/>
          <p:cNvSpPr/>
          <p:nvPr/>
        </p:nvSpPr>
        <p:spPr>
          <a:xfrm>
            <a:off x="6723951" y="2906978"/>
            <a:ext cx="510147" cy="510147"/>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vi-VN" dirty="0" smtClean="0">
                <a:solidFill>
                  <a:prstClr val="white"/>
                </a:solidFill>
              </a:rPr>
              <a:t>C</a:t>
            </a:r>
            <a:endParaRPr lang="en-US" dirty="0">
              <a:solidFill>
                <a:prstClr val="white"/>
              </a:solidFill>
            </a:endParaRPr>
          </a:p>
        </p:txBody>
      </p:sp>
      <p:sp>
        <p:nvSpPr>
          <p:cNvPr id="24" name="Oval 23"/>
          <p:cNvSpPr/>
          <p:nvPr/>
        </p:nvSpPr>
        <p:spPr>
          <a:xfrm>
            <a:off x="4693694" y="3116326"/>
            <a:ext cx="158760" cy="158760"/>
          </a:xfrm>
          <a:prstGeom prst="ellipse">
            <a:avLst/>
          </a:prstGeom>
          <a:solidFill>
            <a:schemeClr val="bg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lumMod val="50000"/>
                  <a:lumOff val="50000"/>
                </a:prstClr>
              </a:solidFill>
            </a:endParaRPr>
          </a:p>
        </p:txBody>
      </p:sp>
      <p:sp>
        <p:nvSpPr>
          <p:cNvPr id="25" name="Oval 24"/>
          <p:cNvSpPr/>
          <p:nvPr/>
        </p:nvSpPr>
        <p:spPr>
          <a:xfrm>
            <a:off x="1552539" y="5083380"/>
            <a:ext cx="158760" cy="158760"/>
          </a:xfrm>
          <a:prstGeom prst="ellipse">
            <a:avLst/>
          </a:prstGeom>
          <a:solidFill>
            <a:schemeClr val="bg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lumMod val="50000"/>
                  <a:lumOff val="50000"/>
                </a:prstClr>
              </a:solidFill>
            </a:endParaRPr>
          </a:p>
        </p:txBody>
      </p:sp>
      <p:sp>
        <p:nvSpPr>
          <p:cNvPr id="34" name="TextBox 33"/>
          <p:cNvSpPr txBox="1"/>
          <p:nvPr/>
        </p:nvSpPr>
        <p:spPr>
          <a:xfrm>
            <a:off x="256562" y="1310681"/>
            <a:ext cx="4303979" cy="1384995"/>
          </a:xfrm>
          <a:prstGeom prst="rect">
            <a:avLst/>
          </a:prstGeom>
          <a:noFill/>
        </p:spPr>
        <p:txBody>
          <a:bodyPr wrap="square" rtlCol="0">
            <a:spAutoFit/>
          </a:bodyPr>
          <a:lstStyle/>
          <a:p>
            <a:pPr algn="ctr" rtl="1" fontAlgn="auto">
              <a:spcBef>
                <a:spcPts val="0"/>
              </a:spcBef>
              <a:spcAft>
                <a:spcPts val="0"/>
              </a:spcAft>
            </a:pPr>
            <a:r>
              <a:rPr lang="ar-SA" sz="2800" b="1" dirty="0" smtClean="0">
                <a:solidFill>
                  <a:srgbClr val="5097C6"/>
                </a:solidFill>
                <a:cs typeface="Simplified Arabic" panose="02020603050405020304" pitchFamily="18" charset="-78"/>
              </a:rPr>
              <a:t>أن </a:t>
            </a:r>
            <a:r>
              <a:rPr lang="ar-SA" sz="2800" b="1" dirty="0">
                <a:solidFill>
                  <a:srgbClr val="5097C6"/>
                </a:solidFill>
                <a:cs typeface="Simplified Arabic" panose="02020603050405020304" pitchFamily="18" charset="-78"/>
              </a:rPr>
              <a:t>يكون معلماً واثقاً من نفسه، يملك روح المبادرة والنزعة إلى التجريب والتجديد</a:t>
            </a:r>
            <a:endParaRPr lang="en-US" sz="2800" b="1" dirty="0">
              <a:solidFill>
                <a:srgbClr val="5097C6"/>
              </a:solidFill>
              <a:latin typeface="Montserrat Light"/>
              <a:cs typeface="Simplified Arabic" panose="02020603050405020304" pitchFamily="18" charset="-78"/>
            </a:endParaRPr>
          </a:p>
        </p:txBody>
      </p:sp>
      <p:sp>
        <p:nvSpPr>
          <p:cNvPr id="37" name="TextBox 36"/>
          <p:cNvSpPr txBox="1"/>
          <p:nvPr/>
        </p:nvSpPr>
        <p:spPr>
          <a:xfrm>
            <a:off x="3619145" y="4793922"/>
            <a:ext cx="4520807" cy="1384995"/>
          </a:xfrm>
          <a:prstGeom prst="rect">
            <a:avLst/>
          </a:prstGeom>
          <a:noFill/>
        </p:spPr>
        <p:txBody>
          <a:bodyPr wrap="square" rtlCol="0">
            <a:spAutoFit/>
          </a:bodyPr>
          <a:lstStyle/>
          <a:p>
            <a:pPr algn="ctr" rtl="1" fontAlgn="auto">
              <a:spcBef>
                <a:spcPts val="0"/>
              </a:spcBef>
              <a:spcAft>
                <a:spcPts val="0"/>
              </a:spcAft>
            </a:pPr>
            <a:r>
              <a:rPr lang="ar-SA" sz="2800" b="1" dirty="0">
                <a:solidFill>
                  <a:srgbClr val="ED7D31"/>
                </a:solidFill>
                <a:cs typeface="Simplified Arabic" panose="02020603050405020304" pitchFamily="18" charset="-78"/>
              </a:rPr>
              <a:t>أن يكون معلماً ممارساً ومفكراً ومتأملاً، بحيث تكون اختياراته وأفعاله مؤثرة على طلابه</a:t>
            </a:r>
            <a:endParaRPr lang="en-US" sz="2800" b="1" dirty="0">
              <a:solidFill>
                <a:srgbClr val="ED7D31"/>
              </a:solidFill>
              <a:latin typeface="Montserrat Light"/>
              <a:cs typeface="Simplified Arabic" panose="02020603050405020304" pitchFamily="18" charset="-78"/>
            </a:endParaRPr>
          </a:p>
        </p:txBody>
      </p:sp>
      <p:sp>
        <p:nvSpPr>
          <p:cNvPr id="50" name="TextBox 49"/>
          <p:cNvSpPr txBox="1"/>
          <p:nvPr/>
        </p:nvSpPr>
        <p:spPr>
          <a:xfrm>
            <a:off x="7489159" y="2781784"/>
            <a:ext cx="4203524" cy="954107"/>
          </a:xfrm>
          <a:prstGeom prst="rect">
            <a:avLst/>
          </a:prstGeom>
          <a:noFill/>
        </p:spPr>
        <p:txBody>
          <a:bodyPr wrap="square" rtlCol="0">
            <a:spAutoFit/>
          </a:bodyPr>
          <a:lstStyle/>
          <a:p>
            <a:pPr algn="ctr" rtl="1" fontAlgn="auto">
              <a:spcBef>
                <a:spcPts val="0"/>
              </a:spcBef>
              <a:spcAft>
                <a:spcPts val="0"/>
              </a:spcAft>
            </a:pPr>
            <a:r>
              <a:rPr lang="ar-SA" sz="2800" b="1" dirty="0">
                <a:solidFill>
                  <a:prstClr val="black">
                    <a:lumMod val="50000"/>
                    <a:lumOff val="50000"/>
                  </a:prstClr>
                </a:solidFill>
                <a:cs typeface="Simplified Arabic" panose="02020603050405020304" pitchFamily="18" charset="-78"/>
              </a:rPr>
              <a:t>أن يكون معلماً يمتلك استراتيجيات التقييم النظامية وغير النظامية</a:t>
            </a:r>
            <a:endParaRPr lang="en-US" sz="2800" b="1" dirty="0">
              <a:solidFill>
                <a:prstClr val="black">
                  <a:lumMod val="50000"/>
                  <a:lumOff val="50000"/>
                </a:prstClr>
              </a:solidFill>
              <a:latin typeface="Montserrat Light"/>
              <a:cs typeface="Simplified Arabic" panose="02020603050405020304" pitchFamily="18" charset="-78"/>
            </a:endParaRPr>
          </a:p>
        </p:txBody>
      </p:sp>
    </p:spTree>
    <p:extLst>
      <p:ext uri="{BB962C8B-B14F-4D97-AF65-F5344CB8AC3E}">
        <p14:creationId xmlns:p14="http://schemas.microsoft.com/office/powerpoint/2010/main" val="328010025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25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childTnLst>
                          </p:cTn>
                        </p:par>
                        <p:par>
                          <p:cTn id="8" fill="hold">
                            <p:stCondLst>
                              <p:cond delay="750"/>
                            </p:stCondLst>
                            <p:childTnLst>
                              <p:par>
                                <p:cTn id="9" presetID="10" presetClass="entr" presetSubtype="0" fill="hold" grpId="0" nodeType="afterEffect">
                                  <p:stCondLst>
                                    <p:cond delay="250"/>
                                  </p:stCondLst>
                                  <p:childTnLst>
                                    <p:set>
                                      <p:cBhvr>
                                        <p:cTn id="10" dur="1" fill="hold">
                                          <p:stCondLst>
                                            <p:cond delay="0"/>
                                          </p:stCondLst>
                                        </p:cTn>
                                        <p:tgtEl>
                                          <p:spTgt spid="34"/>
                                        </p:tgtEl>
                                        <p:attrNameLst>
                                          <p:attrName>style.visibility</p:attrName>
                                        </p:attrNameLst>
                                      </p:cBhvr>
                                      <p:to>
                                        <p:strVal val="visible"/>
                                      </p:to>
                                    </p:set>
                                    <p:animEffect transition="in" filter="fade">
                                      <p:cBhvr>
                                        <p:cTn id="11" dur="500"/>
                                        <p:tgtEl>
                                          <p:spTgt spid="34"/>
                                        </p:tgtEl>
                                      </p:cBhvr>
                                    </p:animEffect>
                                  </p:childTnLst>
                                </p:cTn>
                              </p:par>
                            </p:childTnLst>
                          </p:cTn>
                        </p:par>
                        <p:par>
                          <p:cTn id="12" fill="hold">
                            <p:stCondLst>
                              <p:cond delay="1500"/>
                            </p:stCondLst>
                            <p:childTnLst>
                              <p:par>
                                <p:cTn id="13" presetID="10" presetClass="entr" presetSubtype="0" fill="hold" nodeType="afterEffect">
                                  <p:stCondLst>
                                    <p:cond delay="250"/>
                                  </p:stCondLst>
                                  <p:childTnLst>
                                    <p:set>
                                      <p:cBhvr>
                                        <p:cTn id="14" dur="1" fill="hold">
                                          <p:stCondLst>
                                            <p:cond delay="0"/>
                                          </p:stCondLst>
                                        </p:cTn>
                                        <p:tgtEl>
                                          <p:spTgt spid="4"/>
                                        </p:tgtEl>
                                        <p:attrNameLst>
                                          <p:attrName>style.visibility</p:attrName>
                                        </p:attrNameLst>
                                      </p:cBhvr>
                                      <p:to>
                                        <p:strVal val="visible"/>
                                      </p:to>
                                    </p:set>
                                    <p:animEffect transition="in" filter="fade">
                                      <p:cBhvr>
                                        <p:cTn id="15" dur="500"/>
                                        <p:tgtEl>
                                          <p:spTgt spid="4"/>
                                        </p:tgtEl>
                                      </p:cBhvr>
                                    </p:animEffect>
                                  </p:childTnLst>
                                </p:cTn>
                              </p:par>
                            </p:childTnLst>
                          </p:cTn>
                        </p:par>
                        <p:par>
                          <p:cTn id="16" fill="hold">
                            <p:stCondLst>
                              <p:cond delay="2250"/>
                            </p:stCondLst>
                            <p:childTnLst>
                              <p:par>
                                <p:cTn id="17" presetID="1" presetClass="entr" presetSubtype="0" fill="hold" grpId="0" nodeType="afterEffect">
                                  <p:stCondLst>
                                    <p:cond delay="0"/>
                                  </p:stCondLst>
                                  <p:childTnLst>
                                    <p:set>
                                      <p:cBhvr>
                                        <p:cTn id="18" dur="1" fill="hold">
                                          <p:stCondLst>
                                            <p:cond delay="0"/>
                                          </p:stCondLst>
                                        </p:cTn>
                                        <p:tgtEl>
                                          <p:spTgt spid="25"/>
                                        </p:tgtEl>
                                        <p:attrNameLst>
                                          <p:attrName>style.visibility</p:attrName>
                                        </p:attrNameLst>
                                      </p:cBhvr>
                                      <p:to>
                                        <p:strVal val="visible"/>
                                      </p:to>
                                    </p:set>
                                  </p:childTnLst>
                                </p:cTn>
                              </p:par>
                            </p:childTnLst>
                          </p:cTn>
                        </p:par>
                        <p:par>
                          <p:cTn id="19" fill="hold">
                            <p:stCondLst>
                              <p:cond delay="2250"/>
                            </p:stCondLst>
                            <p:childTnLst>
                              <p:par>
                                <p:cTn id="20" presetID="10" presetClass="entr" presetSubtype="0" fill="hold" nodeType="afterEffect">
                                  <p:stCondLst>
                                    <p:cond delay="250"/>
                                  </p:stCondLst>
                                  <p:childTnLst>
                                    <p:set>
                                      <p:cBhvr>
                                        <p:cTn id="21" dur="1" fill="hold">
                                          <p:stCondLst>
                                            <p:cond delay="0"/>
                                          </p:stCondLst>
                                        </p:cTn>
                                        <p:tgtEl>
                                          <p:spTgt spid="5"/>
                                        </p:tgtEl>
                                        <p:attrNameLst>
                                          <p:attrName>style.visibility</p:attrName>
                                        </p:attrNameLst>
                                      </p:cBhvr>
                                      <p:to>
                                        <p:strVal val="visible"/>
                                      </p:to>
                                    </p:set>
                                    <p:animEffect transition="in" filter="fade">
                                      <p:cBhvr>
                                        <p:cTn id="22" dur="500"/>
                                        <p:tgtEl>
                                          <p:spTgt spid="5"/>
                                        </p:tgtEl>
                                      </p:cBhvr>
                                    </p:animEffect>
                                  </p:childTnLst>
                                </p:cTn>
                              </p:par>
                            </p:childTnLst>
                          </p:cTn>
                        </p:par>
                        <p:par>
                          <p:cTn id="23" fill="hold">
                            <p:stCondLst>
                              <p:cond delay="3000"/>
                            </p:stCondLst>
                            <p:childTnLst>
                              <p:par>
                                <p:cTn id="24" presetID="10" presetClass="entr" presetSubtype="0" fill="hold" grpId="0" nodeType="afterEffect">
                                  <p:stCondLst>
                                    <p:cond delay="250"/>
                                  </p:stCondLst>
                                  <p:childTnLst>
                                    <p:set>
                                      <p:cBhvr>
                                        <p:cTn id="25" dur="1" fill="hold">
                                          <p:stCondLst>
                                            <p:cond delay="0"/>
                                          </p:stCondLst>
                                        </p:cTn>
                                        <p:tgtEl>
                                          <p:spTgt spid="12"/>
                                        </p:tgtEl>
                                        <p:attrNameLst>
                                          <p:attrName>style.visibility</p:attrName>
                                        </p:attrNameLst>
                                      </p:cBhvr>
                                      <p:to>
                                        <p:strVal val="visible"/>
                                      </p:to>
                                    </p:set>
                                    <p:animEffect transition="in" filter="fade">
                                      <p:cBhvr>
                                        <p:cTn id="26" dur="500"/>
                                        <p:tgtEl>
                                          <p:spTgt spid="12"/>
                                        </p:tgtEl>
                                      </p:cBhvr>
                                    </p:animEffect>
                                  </p:childTnLst>
                                </p:cTn>
                              </p:par>
                            </p:childTnLst>
                          </p:cTn>
                        </p:par>
                        <p:par>
                          <p:cTn id="27" fill="hold">
                            <p:stCondLst>
                              <p:cond delay="3750"/>
                            </p:stCondLst>
                            <p:childTnLst>
                              <p:par>
                                <p:cTn id="28" presetID="10" presetClass="entr" presetSubtype="0" fill="hold" grpId="0" nodeType="afterEffect">
                                  <p:stCondLst>
                                    <p:cond delay="250"/>
                                  </p:stCondLst>
                                  <p:childTnLst>
                                    <p:set>
                                      <p:cBhvr>
                                        <p:cTn id="29" dur="1" fill="hold">
                                          <p:stCondLst>
                                            <p:cond delay="0"/>
                                          </p:stCondLst>
                                        </p:cTn>
                                        <p:tgtEl>
                                          <p:spTgt spid="37"/>
                                        </p:tgtEl>
                                        <p:attrNameLst>
                                          <p:attrName>style.visibility</p:attrName>
                                        </p:attrNameLst>
                                      </p:cBhvr>
                                      <p:to>
                                        <p:strVal val="visible"/>
                                      </p:to>
                                    </p:set>
                                    <p:animEffect transition="in" filter="fade">
                                      <p:cBhvr>
                                        <p:cTn id="30" dur="500"/>
                                        <p:tgtEl>
                                          <p:spTgt spid="37"/>
                                        </p:tgtEl>
                                      </p:cBhvr>
                                    </p:animEffect>
                                  </p:childTnLst>
                                </p:cTn>
                              </p:par>
                            </p:childTnLst>
                          </p:cTn>
                        </p:par>
                        <p:par>
                          <p:cTn id="31" fill="hold">
                            <p:stCondLst>
                              <p:cond delay="4500"/>
                            </p:stCondLst>
                            <p:childTnLst>
                              <p:par>
                                <p:cTn id="32" presetID="10" presetClass="entr" presetSubtype="0" fill="hold" nodeType="afterEffect">
                                  <p:stCondLst>
                                    <p:cond delay="250"/>
                                  </p:stCondLst>
                                  <p:childTnLst>
                                    <p:set>
                                      <p:cBhvr>
                                        <p:cTn id="33" dur="1" fill="hold">
                                          <p:stCondLst>
                                            <p:cond delay="0"/>
                                          </p:stCondLst>
                                        </p:cTn>
                                        <p:tgtEl>
                                          <p:spTgt spid="6"/>
                                        </p:tgtEl>
                                        <p:attrNameLst>
                                          <p:attrName>style.visibility</p:attrName>
                                        </p:attrNameLst>
                                      </p:cBhvr>
                                      <p:to>
                                        <p:strVal val="visible"/>
                                      </p:to>
                                    </p:set>
                                    <p:animEffect transition="in" filter="fade">
                                      <p:cBhvr>
                                        <p:cTn id="34" dur="500"/>
                                        <p:tgtEl>
                                          <p:spTgt spid="6"/>
                                        </p:tgtEl>
                                      </p:cBhvr>
                                    </p:animEffect>
                                  </p:childTnLst>
                                </p:cTn>
                              </p:par>
                            </p:childTnLst>
                          </p:cTn>
                        </p:par>
                        <p:par>
                          <p:cTn id="35" fill="hold">
                            <p:stCondLst>
                              <p:cond delay="5250"/>
                            </p:stCondLst>
                            <p:childTnLst>
                              <p:par>
                                <p:cTn id="36" presetID="1" presetClass="entr" presetSubtype="0" fill="hold" grpId="0" nodeType="afterEffect">
                                  <p:stCondLst>
                                    <p:cond delay="0"/>
                                  </p:stCondLst>
                                  <p:childTnLst>
                                    <p:set>
                                      <p:cBhvr>
                                        <p:cTn id="37" dur="1" fill="hold">
                                          <p:stCondLst>
                                            <p:cond delay="0"/>
                                          </p:stCondLst>
                                        </p:cTn>
                                        <p:tgtEl>
                                          <p:spTgt spid="24"/>
                                        </p:tgtEl>
                                        <p:attrNameLst>
                                          <p:attrName>style.visibility</p:attrName>
                                        </p:attrNameLst>
                                      </p:cBhvr>
                                      <p:to>
                                        <p:strVal val="visible"/>
                                      </p:to>
                                    </p:set>
                                  </p:childTnLst>
                                </p:cTn>
                              </p:par>
                            </p:childTnLst>
                          </p:cTn>
                        </p:par>
                        <p:par>
                          <p:cTn id="38" fill="hold">
                            <p:stCondLst>
                              <p:cond delay="5250"/>
                            </p:stCondLst>
                            <p:childTnLst>
                              <p:par>
                                <p:cTn id="39" presetID="10" presetClass="entr" presetSubtype="0" fill="hold" nodeType="afterEffect">
                                  <p:stCondLst>
                                    <p:cond delay="250"/>
                                  </p:stCondLst>
                                  <p:childTnLst>
                                    <p:set>
                                      <p:cBhvr>
                                        <p:cTn id="40" dur="1" fill="hold">
                                          <p:stCondLst>
                                            <p:cond delay="0"/>
                                          </p:stCondLst>
                                        </p:cTn>
                                        <p:tgtEl>
                                          <p:spTgt spid="7"/>
                                        </p:tgtEl>
                                        <p:attrNameLst>
                                          <p:attrName>style.visibility</p:attrName>
                                        </p:attrNameLst>
                                      </p:cBhvr>
                                      <p:to>
                                        <p:strVal val="visible"/>
                                      </p:to>
                                    </p:set>
                                    <p:animEffect transition="in" filter="fade">
                                      <p:cBhvr>
                                        <p:cTn id="41" dur="500"/>
                                        <p:tgtEl>
                                          <p:spTgt spid="7"/>
                                        </p:tgtEl>
                                      </p:cBhvr>
                                    </p:animEffect>
                                  </p:childTnLst>
                                </p:cTn>
                              </p:par>
                            </p:childTnLst>
                          </p:cTn>
                        </p:par>
                        <p:par>
                          <p:cTn id="42" fill="hold">
                            <p:stCondLst>
                              <p:cond delay="6000"/>
                            </p:stCondLst>
                            <p:childTnLst>
                              <p:par>
                                <p:cTn id="43" presetID="10" presetClass="entr" presetSubtype="0" fill="hold" grpId="0" nodeType="afterEffect">
                                  <p:stCondLst>
                                    <p:cond delay="250"/>
                                  </p:stCondLst>
                                  <p:childTnLst>
                                    <p:set>
                                      <p:cBhvr>
                                        <p:cTn id="44" dur="1" fill="hold">
                                          <p:stCondLst>
                                            <p:cond delay="0"/>
                                          </p:stCondLst>
                                        </p:cTn>
                                        <p:tgtEl>
                                          <p:spTgt spid="13"/>
                                        </p:tgtEl>
                                        <p:attrNameLst>
                                          <p:attrName>style.visibility</p:attrName>
                                        </p:attrNameLst>
                                      </p:cBhvr>
                                      <p:to>
                                        <p:strVal val="visible"/>
                                      </p:to>
                                    </p:set>
                                    <p:animEffect transition="in" filter="fade">
                                      <p:cBhvr>
                                        <p:cTn id="45" dur="500"/>
                                        <p:tgtEl>
                                          <p:spTgt spid="13"/>
                                        </p:tgtEl>
                                      </p:cBhvr>
                                    </p:animEffect>
                                  </p:childTnLst>
                                </p:cTn>
                              </p:par>
                            </p:childTnLst>
                          </p:cTn>
                        </p:par>
                        <p:par>
                          <p:cTn id="46" fill="hold">
                            <p:stCondLst>
                              <p:cond delay="6750"/>
                            </p:stCondLst>
                            <p:childTnLst>
                              <p:par>
                                <p:cTn id="47" presetID="10" presetClass="entr" presetSubtype="0" fill="hold" grpId="0" nodeType="afterEffect">
                                  <p:stCondLst>
                                    <p:cond delay="250"/>
                                  </p:stCondLst>
                                  <p:childTnLst>
                                    <p:set>
                                      <p:cBhvr>
                                        <p:cTn id="48" dur="1" fill="hold">
                                          <p:stCondLst>
                                            <p:cond delay="0"/>
                                          </p:stCondLst>
                                        </p:cTn>
                                        <p:tgtEl>
                                          <p:spTgt spid="50"/>
                                        </p:tgtEl>
                                        <p:attrNameLst>
                                          <p:attrName>style.visibility</p:attrName>
                                        </p:attrNameLst>
                                      </p:cBhvr>
                                      <p:to>
                                        <p:strVal val="visible"/>
                                      </p:to>
                                    </p:set>
                                    <p:animEffect transition="in" filter="fade">
                                      <p:cBhvr>
                                        <p:cTn id="49" dur="500"/>
                                        <p:tgtEl>
                                          <p:spTgt spid="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2" grpId="0" animBg="1"/>
      <p:bldP spid="13" grpId="0" animBg="1"/>
      <p:bldP spid="24" grpId="0" animBg="1"/>
      <p:bldP spid="25" grpId="0" animBg="1"/>
      <p:bldP spid="34" grpId="0"/>
      <p:bldP spid="37" grpId="0"/>
      <p:bldP spid="50" grpId="0"/>
    </p:bld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Rectangle 17"/>
          <p:cNvSpPr/>
          <p:nvPr/>
        </p:nvSpPr>
        <p:spPr>
          <a:xfrm>
            <a:off x="0" y="0"/>
            <a:ext cx="12192000"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a:solidFill>
                <a:prstClr val="white"/>
              </a:solidFill>
            </a:endParaRPr>
          </a:p>
        </p:txBody>
      </p:sp>
      <p:sp>
        <p:nvSpPr>
          <p:cNvPr id="25" name="Rectangle 24"/>
          <p:cNvSpPr/>
          <p:nvPr/>
        </p:nvSpPr>
        <p:spPr>
          <a:xfrm>
            <a:off x="0" y="2400300"/>
            <a:ext cx="12192000" cy="1705535"/>
          </a:xfrm>
          <a:prstGeom prst="rect">
            <a:avLst/>
          </a:prstGeom>
          <a:solidFill>
            <a:schemeClr val="tx1">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black"/>
              </a:solidFill>
            </a:endParaRPr>
          </a:p>
        </p:txBody>
      </p:sp>
      <p:sp>
        <p:nvSpPr>
          <p:cNvPr id="24" name="Title 13"/>
          <p:cNvSpPr txBox="1">
            <a:spLocks/>
          </p:cNvSpPr>
          <p:nvPr/>
        </p:nvSpPr>
        <p:spPr>
          <a:xfrm>
            <a:off x="1981200" y="2824442"/>
            <a:ext cx="8229600" cy="857250"/>
          </a:xfrm>
          <a:prstGeom prst="rect">
            <a:avLst/>
          </a:prstGeom>
        </p:spPr>
        <p:txBody>
          <a:bodyPr vert="horz" lIns="91440" tIns="45720" rIns="91440" bIns="45720"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rtl="1" fontAlgn="auto">
              <a:spcAft>
                <a:spcPts val="0"/>
              </a:spcAft>
            </a:pPr>
            <a:r>
              <a:rPr lang="ar-SA" sz="5400" b="1" u="sng" dirty="0">
                <a:solidFill>
                  <a:srgbClr val="FFFF00"/>
                </a:solidFill>
                <a:latin typeface="Calibri" panose="020F0502020204030204"/>
              </a:rPr>
              <a:t>6-	مجتمع بلا مدرسة!!</a:t>
            </a:r>
            <a:endParaRPr lang="en-US" sz="5400" b="1" u="sng" dirty="0">
              <a:solidFill>
                <a:srgbClr val="FFFF00"/>
              </a:solidFill>
              <a:latin typeface="Calibri" panose="020F0502020204030204"/>
            </a:endParaRPr>
          </a:p>
        </p:txBody>
      </p:sp>
    </p:spTree>
    <p:extLst>
      <p:ext uri="{BB962C8B-B14F-4D97-AF65-F5344CB8AC3E}">
        <p14:creationId xmlns:p14="http://schemas.microsoft.com/office/powerpoint/2010/main" val="286379910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fade">
                                      <p:cBhvr>
                                        <p:cTn id="7" dur="500"/>
                                        <p:tgtEl>
                                          <p:spTgt spid="18"/>
                                        </p:tgtEl>
                                      </p:cBhvr>
                                    </p:animEffect>
                                  </p:childTnLst>
                                </p:cTn>
                              </p:par>
                              <p:par>
                                <p:cTn id="8" presetID="2" presetClass="entr" presetSubtype="4" fill="hold" grpId="0" nodeType="withEffect">
                                  <p:stCondLst>
                                    <p:cond delay="1000"/>
                                  </p:stCondLst>
                                  <p:childTnLst>
                                    <p:set>
                                      <p:cBhvr>
                                        <p:cTn id="9" dur="1" fill="hold">
                                          <p:stCondLst>
                                            <p:cond delay="0"/>
                                          </p:stCondLst>
                                        </p:cTn>
                                        <p:tgtEl>
                                          <p:spTgt spid="25"/>
                                        </p:tgtEl>
                                        <p:attrNameLst>
                                          <p:attrName>style.visibility</p:attrName>
                                        </p:attrNameLst>
                                      </p:cBhvr>
                                      <p:to>
                                        <p:strVal val="visible"/>
                                      </p:to>
                                    </p:set>
                                    <p:anim calcmode="lin" valueType="num">
                                      <p:cBhvr additive="base">
                                        <p:cTn id="10" dur="500" fill="hold"/>
                                        <p:tgtEl>
                                          <p:spTgt spid="25"/>
                                        </p:tgtEl>
                                        <p:attrNameLst>
                                          <p:attrName>ppt_x</p:attrName>
                                        </p:attrNameLst>
                                      </p:cBhvr>
                                      <p:tavLst>
                                        <p:tav tm="0">
                                          <p:val>
                                            <p:strVal val="#ppt_x"/>
                                          </p:val>
                                        </p:tav>
                                        <p:tav tm="100000">
                                          <p:val>
                                            <p:strVal val="#ppt_x"/>
                                          </p:val>
                                        </p:tav>
                                      </p:tavLst>
                                    </p:anim>
                                    <p:anim calcmode="lin" valueType="num">
                                      <p:cBhvr additive="base">
                                        <p:cTn id="11" dur="500" fill="hold"/>
                                        <p:tgtEl>
                                          <p:spTgt spid="25"/>
                                        </p:tgtEl>
                                        <p:attrNameLst>
                                          <p:attrName>ppt_y</p:attrName>
                                        </p:attrNameLst>
                                      </p:cBhvr>
                                      <p:tavLst>
                                        <p:tav tm="0">
                                          <p:val>
                                            <p:strVal val="1+#ppt_h/2"/>
                                          </p:val>
                                        </p:tav>
                                        <p:tav tm="100000">
                                          <p:val>
                                            <p:strVal val="#ppt_y"/>
                                          </p:val>
                                        </p:tav>
                                      </p:tavLst>
                                    </p:anim>
                                  </p:childTnLst>
                                </p:cTn>
                              </p:par>
                              <p:par>
                                <p:cTn id="12" presetID="16" presetClass="entr" presetSubtype="21" fill="hold" grpId="0" nodeType="withEffect">
                                  <p:stCondLst>
                                    <p:cond delay="1000"/>
                                  </p:stCondLst>
                                  <p:childTnLst>
                                    <p:set>
                                      <p:cBhvr>
                                        <p:cTn id="13" dur="1" fill="hold">
                                          <p:stCondLst>
                                            <p:cond delay="0"/>
                                          </p:stCondLst>
                                        </p:cTn>
                                        <p:tgtEl>
                                          <p:spTgt spid="24"/>
                                        </p:tgtEl>
                                        <p:attrNameLst>
                                          <p:attrName>style.visibility</p:attrName>
                                        </p:attrNameLst>
                                      </p:cBhvr>
                                      <p:to>
                                        <p:strVal val="visible"/>
                                      </p:to>
                                    </p:set>
                                    <p:animEffect transition="in" filter="barn(inVertical)">
                                      <p:cBhvr>
                                        <p:cTn id="14"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25" grpId="0" animBg="1"/>
      <p:bldP spid="24" grpId="0"/>
    </p:bld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 name="Rectangle 46"/>
          <p:cNvSpPr/>
          <p:nvPr/>
        </p:nvSpPr>
        <p:spPr>
          <a:xfrm rot="5400000">
            <a:off x="5135008" y="-3118034"/>
            <a:ext cx="1921980" cy="12192002"/>
          </a:xfrm>
          <a:prstGeom prst="rect">
            <a:avLst/>
          </a:prstGeom>
          <a:solidFill>
            <a:schemeClr val="bg2">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59" name="Oval 58"/>
          <p:cNvSpPr/>
          <p:nvPr/>
        </p:nvSpPr>
        <p:spPr>
          <a:xfrm>
            <a:off x="2730431" y="3587360"/>
            <a:ext cx="566615" cy="600026"/>
          </a:xfrm>
          <a:prstGeom prst="ellipse">
            <a:avLst/>
          </a:prstGeom>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US" sz="3600" b="1" dirty="0" smtClean="0">
                <a:solidFill>
                  <a:prstClr val="white"/>
                </a:solidFill>
              </a:rPr>
              <a:t>1</a:t>
            </a:r>
            <a:endParaRPr lang="en-AU" sz="4800" b="1" dirty="0">
              <a:solidFill>
                <a:prstClr val="white"/>
              </a:solidFill>
            </a:endParaRPr>
          </a:p>
        </p:txBody>
      </p:sp>
      <p:sp>
        <p:nvSpPr>
          <p:cNvPr id="60" name="Oval 59"/>
          <p:cNvSpPr/>
          <p:nvPr/>
        </p:nvSpPr>
        <p:spPr>
          <a:xfrm>
            <a:off x="8345656" y="3587359"/>
            <a:ext cx="574964" cy="574964"/>
          </a:xfrm>
          <a:prstGeom prst="ellipse">
            <a:avLst/>
          </a:prstGeom>
          <a:solidFill>
            <a:schemeClr val="accent2"/>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US" sz="2800" b="1" dirty="0" smtClean="0">
                <a:solidFill>
                  <a:prstClr val="white"/>
                </a:solidFill>
              </a:rPr>
              <a:t>2</a:t>
            </a:r>
            <a:endParaRPr lang="en-AU" dirty="0">
              <a:solidFill>
                <a:prstClr val="white"/>
              </a:solidFill>
            </a:endParaRPr>
          </a:p>
        </p:txBody>
      </p:sp>
      <p:sp>
        <p:nvSpPr>
          <p:cNvPr id="62" name="TextBox 61"/>
          <p:cNvSpPr txBox="1"/>
          <p:nvPr/>
        </p:nvSpPr>
        <p:spPr>
          <a:xfrm>
            <a:off x="1215739" y="4498885"/>
            <a:ext cx="3595997" cy="732279"/>
          </a:xfrm>
          <a:prstGeom prst="rect">
            <a:avLst/>
          </a:prstGeom>
          <a:noFill/>
        </p:spPr>
        <p:txBody>
          <a:bodyPr vert="horz" wrap="square" lIns="0" tIns="0" rIns="0" bIns="0" rtlCol="0">
            <a:noAutofit/>
          </a:bodyPr>
          <a:lstStyle/>
          <a:p>
            <a:pPr algn="ctr" fontAlgn="auto">
              <a:spcBef>
                <a:spcPts val="0"/>
              </a:spcBef>
              <a:spcAft>
                <a:spcPts val="0"/>
              </a:spcAft>
            </a:pPr>
            <a:r>
              <a:rPr lang="ar-SA" sz="2800" b="1" dirty="0" smtClean="0">
                <a:solidFill>
                  <a:prstClr val="black">
                    <a:lumMod val="50000"/>
                    <a:lumOff val="50000"/>
                  </a:prstClr>
                </a:solidFill>
                <a:latin typeface="Roboto Lt"/>
              </a:rPr>
              <a:t>جميع </a:t>
            </a:r>
            <a:r>
              <a:rPr lang="ar-SA" sz="2800" b="1" dirty="0">
                <a:solidFill>
                  <a:prstClr val="black">
                    <a:lumMod val="50000"/>
                    <a:lumOff val="50000"/>
                  </a:prstClr>
                </a:solidFill>
                <a:latin typeface="Roboto Lt"/>
              </a:rPr>
              <a:t>الطلبة ومعلميهم لديهم حواسيب محمولة.</a:t>
            </a:r>
            <a:endParaRPr lang="en-AU" sz="2800" b="1" dirty="0">
              <a:solidFill>
                <a:prstClr val="black">
                  <a:lumMod val="50000"/>
                  <a:lumOff val="50000"/>
                </a:prstClr>
              </a:solidFill>
              <a:latin typeface="Roboto Lt"/>
            </a:endParaRPr>
          </a:p>
        </p:txBody>
      </p:sp>
      <p:sp>
        <p:nvSpPr>
          <p:cNvPr id="63" name="TextBox 62"/>
          <p:cNvSpPr txBox="1"/>
          <p:nvPr/>
        </p:nvSpPr>
        <p:spPr>
          <a:xfrm>
            <a:off x="6590419" y="4498885"/>
            <a:ext cx="4647321" cy="1615044"/>
          </a:xfrm>
          <a:prstGeom prst="rect">
            <a:avLst/>
          </a:prstGeom>
          <a:noFill/>
        </p:spPr>
        <p:txBody>
          <a:bodyPr vert="horz" wrap="square" lIns="0" tIns="0" rIns="0" bIns="0" rtlCol="0">
            <a:noAutofit/>
          </a:bodyPr>
          <a:lstStyle/>
          <a:p>
            <a:pPr algn="ctr" fontAlgn="auto">
              <a:spcBef>
                <a:spcPts val="0"/>
              </a:spcBef>
              <a:spcAft>
                <a:spcPts val="0"/>
              </a:spcAft>
            </a:pPr>
            <a:r>
              <a:rPr lang="ar-SA" sz="2800" b="1" dirty="0" smtClean="0">
                <a:solidFill>
                  <a:prstClr val="black">
                    <a:lumMod val="50000"/>
                    <a:lumOff val="50000"/>
                  </a:prstClr>
                </a:solidFill>
                <a:latin typeface="Roboto Lt"/>
              </a:rPr>
              <a:t>يتم </a:t>
            </a:r>
            <a:r>
              <a:rPr lang="ar-SA" sz="2800" b="1" dirty="0">
                <a:solidFill>
                  <a:prstClr val="black">
                    <a:lumMod val="50000"/>
                    <a:lumOff val="50000"/>
                  </a:prstClr>
                </a:solidFill>
                <a:latin typeface="Roboto Lt"/>
              </a:rPr>
              <a:t>التواصل بين المعلمين والطلاب من خلال أنظمة بريد الصوت والفيديو.</a:t>
            </a:r>
            <a:endParaRPr lang="en-AU" sz="2800" b="1" dirty="0">
              <a:solidFill>
                <a:prstClr val="black">
                  <a:lumMod val="50000"/>
                  <a:lumOff val="50000"/>
                </a:prstClr>
              </a:solidFill>
              <a:latin typeface="Roboto Lt"/>
            </a:endParaRPr>
          </a:p>
        </p:txBody>
      </p:sp>
      <p:sp>
        <p:nvSpPr>
          <p:cNvPr id="8" name="TextBox 7"/>
          <p:cNvSpPr txBox="1"/>
          <p:nvPr/>
        </p:nvSpPr>
        <p:spPr>
          <a:xfrm>
            <a:off x="1943100" y="2531009"/>
            <a:ext cx="9294641" cy="615553"/>
          </a:xfrm>
          <a:prstGeom prst="rect">
            <a:avLst/>
          </a:prstGeom>
          <a:noFill/>
        </p:spPr>
        <p:txBody>
          <a:bodyPr wrap="square" lIns="0" tIns="0" rIns="0" bIns="0" rtlCol="0">
            <a:spAutoFit/>
          </a:bodyPr>
          <a:lstStyle/>
          <a:p>
            <a:pPr algn="r" rtl="1" fontAlgn="auto">
              <a:spcBef>
                <a:spcPts val="0"/>
              </a:spcBef>
              <a:spcAft>
                <a:spcPts val="0"/>
              </a:spcAft>
            </a:pPr>
            <a:r>
              <a:rPr lang="ar-SA" sz="4000" b="1" u="sng" dirty="0" smtClean="0">
                <a:solidFill>
                  <a:prstClr val="white"/>
                </a:solidFill>
                <a:latin typeface="+mj-lt"/>
                <a:cs typeface="+mj-cs"/>
              </a:rPr>
              <a:t>أ مميزات مجتمع بلا مدرسة</a:t>
            </a:r>
            <a:endParaRPr lang="id-ID" sz="4000" b="1" u="sng" dirty="0">
              <a:solidFill>
                <a:prstClr val="white"/>
              </a:solidFill>
              <a:latin typeface="+mj-lt"/>
              <a:cs typeface="+mj-cs"/>
            </a:endParaRPr>
          </a:p>
        </p:txBody>
      </p:sp>
    </p:spTree>
    <p:extLst>
      <p:ext uri="{BB962C8B-B14F-4D97-AF65-F5344CB8AC3E}">
        <p14:creationId xmlns:p14="http://schemas.microsoft.com/office/powerpoint/2010/main" val="327056709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grpId="0" nodeType="afterEffect">
                                  <p:stCondLst>
                                    <p:cond delay="0"/>
                                  </p:stCondLst>
                                  <p:childTnLst>
                                    <p:set>
                                      <p:cBhvr>
                                        <p:cTn id="6" dur="1" fill="hold">
                                          <p:stCondLst>
                                            <p:cond delay="0"/>
                                          </p:stCondLst>
                                        </p:cTn>
                                        <p:tgtEl>
                                          <p:spTgt spid="47"/>
                                        </p:tgtEl>
                                        <p:attrNameLst>
                                          <p:attrName>style.visibility</p:attrName>
                                        </p:attrNameLst>
                                      </p:cBhvr>
                                      <p:to>
                                        <p:strVal val="visible"/>
                                      </p:to>
                                    </p:set>
                                    <p:animEffect transition="in" filter="wipe(right)">
                                      <p:cBhvr>
                                        <p:cTn id="7" dur="500"/>
                                        <p:tgtEl>
                                          <p:spTgt spid="47"/>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8"/>
                                        </p:tgtEl>
                                        <p:attrNameLst>
                                          <p:attrName>style.visibility</p:attrName>
                                        </p:attrNameLst>
                                      </p:cBhvr>
                                      <p:to>
                                        <p:strVal val="visible"/>
                                      </p:to>
                                    </p:set>
                                    <p:animEffect transition="in" filter="fade">
                                      <p:cBhvr>
                                        <p:cTn id="11" dur="500"/>
                                        <p:tgtEl>
                                          <p:spTgt spid="8"/>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59"/>
                                        </p:tgtEl>
                                        <p:attrNameLst>
                                          <p:attrName>style.visibility</p:attrName>
                                        </p:attrNameLst>
                                      </p:cBhvr>
                                      <p:to>
                                        <p:strVal val="visible"/>
                                      </p:to>
                                    </p:set>
                                    <p:animEffect transition="in" filter="fade">
                                      <p:cBhvr>
                                        <p:cTn id="15" dur="500"/>
                                        <p:tgtEl>
                                          <p:spTgt spid="59"/>
                                        </p:tgtEl>
                                      </p:cBhvr>
                                    </p:animEffect>
                                  </p:childTnLst>
                                </p:cTn>
                              </p:par>
                            </p:childTnLst>
                          </p:cTn>
                        </p:par>
                        <p:par>
                          <p:cTn id="16" fill="hold">
                            <p:stCondLst>
                              <p:cond delay="1500"/>
                            </p:stCondLst>
                            <p:childTnLst>
                              <p:par>
                                <p:cTn id="17" presetID="18" presetClass="entr" presetSubtype="12" fill="hold" grpId="0" nodeType="afterEffect">
                                  <p:stCondLst>
                                    <p:cond delay="0"/>
                                  </p:stCondLst>
                                  <p:childTnLst>
                                    <p:set>
                                      <p:cBhvr>
                                        <p:cTn id="18" dur="1" fill="hold">
                                          <p:stCondLst>
                                            <p:cond delay="0"/>
                                          </p:stCondLst>
                                        </p:cTn>
                                        <p:tgtEl>
                                          <p:spTgt spid="62"/>
                                        </p:tgtEl>
                                        <p:attrNameLst>
                                          <p:attrName>style.visibility</p:attrName>
                                        </p:attrNameLst>
                                      </p:cBhvr>
                                      <p:to>
                                        <p:strVal val="visible"/>
                                      </p:to>
                                    </p:set>
                                    <p:animEffect transition="in" filter="strips(downLeft)">
                                      <p:cBhvr>
                                        <p:cTn id="19" dur="500"/>
                                        <p:tgtEl>
                                          <p:spTgt spid="62"/>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60"/>
                                        </p:tgtEl>
                                        <p:attrNameLst>
                                          <p:attrName>style.visibility</p:attrName>
                                        </p:attrNameLst>
                                      </p:cBhvr>
                                      <p:to>
                                        <p:strVal val="visible"/>
                                      </p:to>
                                    </p:set>
                                    <p:animEffect transition="in" filter="fade">
                                      <p:cBhvr>
                                        <p:cTn id="23" dur="500"/>
                                        <p:tgtEl>
                                          <p:spTgt spid="60"/>
                                        </p:tgtEl>
                                      </p:cBhvr>
                                    </p:animEffect>
                                  </p:childTnLst>
                                </p:cTn>
                              </p:par>
                            </p:childTnLst>
                          </p:cTn>
                        </p:par>
                        <p:par>
                          <p:cTn id="24" fill="hold">
                            <p:stCondLst>
                              <p:cond delay="2500"/>
                            </p:stCondLst>
                            <p:childTnLst>
                              <p:par>
                                <p:cTn id="25" presetID="18" presetClass="entr" presetSubtype="12" fill="hold" grpId="0" nodeType="afterEffect">
                                  <p:stCondLst>
                                    <p:cond delay="0"/>
                                  </p:stCondLst>
                                  <p:childTnLst>
                                    <p:set>
                                      <p:cBhvr>
                                        <p:cTn id="26" dur="1" fill="hold">
                                          <p:stCondLst>
                                            <p:cond delay="0"/>
                                          </p:stCondLst>
                                        </p:cTn>
                                        <p:tgtEl>
                                          <p:spTgt spid="63"/>
                                        </p:tgtEl>
                                        <p:attrNameLst>
                                          <p:attrName>style.visibility</p:attrName>
                                        </p:attrNameLst>
                                      </p:cBhvr>
                                      <p:to>
                                        <p:strVal val="visible"/>
                                      </p:to>
                                    </p:set>
                                    <p:animEffect transition="in" filter="strips(downLeft)">
                                      <p:cBhvr>
                                        <p:cTn id="27" dur="500"/>
                                        <p:tgtEl>
                                          <p:spTgt spid="6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59" grpId="0" animBg="1"/>
      <p:bldP spid="60" grpId="0" animBg="1"/>
      <p:bldP spid="62" grpId="0"/>
      <p:bldP spid="63" grpId="0"/>
      <p:bldP spid="8" grpId="0"/>
    </p:bld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 name="Rectangle 46"/>
          <p:cNvSpPr/>
          <p:nvPr/>
        </p:nvSpPr>
        <p:spPr>
          <a:xfrm rot="5400000">
            <a:off x="5135008" y="-3118034"/>
            <a:ext cx="1921980" cy="12192002"/>
          </a:xfrm>
          <a:prstGeom prst="rect">
            <a:avLst/>
          </a:prstGeom>
          <a:solidFill>
            <a:schemeClr val="bg2">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59" name="Oval 58"/>
          <p:cNvSpPr/>
          <p:nvPr/>
        </p:nvSpPr>
        <p:spPr>
          <a:xfrm>
            <a:off x="2730431" y="3587360"/>
            <a:ext cx="566615" cy="600026"/>
          </a:xfrm>
          <a:prstGeom prst="ellipse">
            <a:avLst/>
          </a:prstGeom>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US" sz="3600" b="1" dirty="0" smtClean="0">
                <a:solidFill>
                  <a:prstClr val="white"/>
                </a:solidFill>
              </a:rPr>
              <a:t>3</a:t>
            </a:r>
            <a:endParaRPr lang="en-AU" sz="4800" b="1" dirty="0">
              <a:solidFill>
                <a:prstClr val="white"/>
              </a:solidFill>
            </a:endParaRPr>
          </a:p>
        </p:txBody>
      </p:sp>
      <p:sp>
        <p:nvSpPr>
          <p:cNvPr id="60" name="Oval 59"/>
          <p:cNvSpPr/>
          <p:nvPr/>
        </p:nvSpPr>
        <p:spPr>
          <a:xfrm>
            <a:off x="8345656" y="3587359"/>
            <a:ext cx="574964" cy="574964"/>
          </a:xfrm>
          <a:prstGeom prst="ellipse">
            <a:avLst/>
          </a:prstGeom>
          <a:solidFill>
            <a:schemeClr val="accent2"/>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US" sz="2800" b="1" dirty="0" smtClean="0">
                <a:solidFill>
                  <a:prstClr val="white"/>
                </a:solidFill>
              </a:rPr>
              <a:t>4</a:t>
            </a:r>
            <a:endParaRPr lang="en-AU" dirty="0">
              <a:solidFill>
                <a:prstClr val="white"/>
              </a:solidFill>
            </a:endParaRPr>
          </a:p>
        </p:txBody>
      </p:sp>
      <p:sp>
        <p:nvSpPr>
          <p:cNvPr id="62" name="TextBox 61"/>
          <p:cNvSpPr txBox="1"/>
          <p:nvPr/>
        </p:nvSpPr>
        <p:spPr>
          <a:xfrm>
            <a:off x="1215739" y="4498885"/>
            <a:ext cx="3595997" cy="1292315"/>
          </a:xfrm>
          <a:prstGeom prst="rect">
            <a:avLst/>
          </a:prstGeom>
          <a:noFill/>
        </p:spPr>
        <p:txBody>
          <a:bodyPr vert="horz" wrap="square" lIns="0" tIns="0" rIns="0" bIns="0" rtlCol="0">
            <a:noAutofit/>
          </a:bodyPr>
          <a:lstStyle/>
          <a:p>
            <a:pPr algn="ctr" fontAlgn="auto">
              <a:spcBef>
                <a:spcPts val="0"/>
              </a:spcBef>
              <a:spcAft>
                <a:spcPts val="0"/>
              </a:spcAft>
            </a:pPr>
            <a:r>
              <a:rPr lang="ar-SA" sz="2800" b="1" dirty="0" smtClean="0">
                <a:solidFill>
                  <a:prstClr val="black">
                    <a:lumMod val="50000"/>
                    <a:lumOff val="50000"/>
                  </a:prstClr>
                </a:solidFill>
                <a:latin typeface="Roboto Lt"/>
              </a:rPr>
              <a:t>يتم </a:t>
            </a:r>
            <a:r>
              <a:rPr lang="ar-SA" sz="2800" b="1" dirty="0">
                <a:solidFill>
                  <a:prstClr val="black">
                    <a:lumMod val="50000"/>
                    <a:lumOff val="50000"/>
                  </a:prstClr>
                </a:solidFill>
                <a:latin typeface="Roboto Lt"/>
              </a:rPr>
              <a:t>استخراج المعلومات والتواصل مع الخبراء باستخدام الهواتف.</a:t>
            </a:r>
            <a:endParaRPr lang="en-AU" sz="2800" b="1" dirty="0">
              <a:solidFill>
                <a:prstClr val="black">
                  <a:lumMod val="50000"/>
                  <a:lumOff val="50000"/>
                </a:prstClr>
              </a:solidFill>
              <a:latin typeface="Roboto Lt"/>
            </a:endParaRPr>
          </a:p>
        </p:txBody>
      </p:sp>
      <p:sp>
        <p:nvSpPr>
          <p:cNvPr id="63" name="TextBox 62"/>
          <p:cNvSpPr txBox="1"/>
          <p:nvPr/>
        </p:nvSpPr>
        <p:spPr>
          <a:xfrm>
            <a:off x="6590419" y="4498885"/>
            <a:ext cx="4647321" cy="1615044"/>
          </a:xfrm>
          <a:prstGeom prst="rect">
            <a:avLst/>
          </a:prstGeom>
          <a:noFill/>
        </p:spPr>
        <p:txBody>
          <a:bodyPr vert="horz" wrap="square" lIns="0" tIns="0" rIns="0" bIns="0" rtlCol="0">
            <a:noAutofit/>
          </a:bodyPr>
          <a:lstStyle/>
          <a:p>
            <a:pPr algn="ctr" fontAlgn="auto">
              <a:spcBef>
                <a:spcPts val="0"/>
              </a:spcBef>
              <a:spcAft>
                <a:spcPts val="0"/>
              </a:spcAft>
            </a:pPr>
            <a:r>
              <a:rPr lang="ar-SA" sz="2800" b="1" dirty="0" smtClean="0">
                <a:solidFill>
                  <a:prstClr val="black">
                    <a:lumMod val="50000"/>
                    <a:lumOff val="50000"/>
                  </a:prstClr>
                </a:solidFill>
                <a:latin typeface="Roboto Lt"/>
              </a:rPr>
              <a:t>جميع </a:t>
            </a:r>
            <a:r>
              <a:rPr lang="ar-SA" sz="2800" b="1" dirty="0">
                <a:solidFill>
                  <a:prstClr val="black">
                    <a:lumMod val="50000"/>
                    <a:lumOff val="50000"/>
                  </a:prstClr>
                </a:solidFill>
                <a:latin typeface="Roboto Lt"/>
              </a:rPr>
              <a:t>الطلبة لديهم خطط تعليمية خاصة بهم.</a:t>
            </a:r>
            <a:endParaRPr lang="en-AU" sz="2800" b="1" dirty="0">
              <a:solidFill>
                <a:prstClr val="black">
                  <a:lumMod val="50000"/>
                  <a:lumOff val="50000"/>
                </a:prstClr>
              </a:solidFill>
              <a:latin typeface="Roboto Lt"/>
            </a:endParaRPr>
          </a:p>
        </p:txBody>
      </p:sp>
      <p:sp>
        <p:nvSpPr>
          <p:cNvPr id="8" name="TextBox 7"/>
          <p:cNvSpPr txBox="1"/>
          <p:nvPr/>
        </p:nvSpPr>
        <p:spPr>
          <a:xfrm>
            <a:off x="1943100" y="2531009"/>
            <a:ext cx="9294641" cy="615553"/>
          </a:xfrm>
          <a:prstGeom prst="rect">
            <a:avLst/>
          </a:prstGeom>
          <a:noFill/>
        </p:spPr>
        <p:txBody>
          <a:bodyPr wrap="square" lIns="0" tIns="0" rIns="0" bIns="0" rtlCol="0">
            <a:spAutoFit/>
          </a:bodyPr>
          <a:lstStyle/>
          <a:p>
            <a:pPr algn="r" rtl="1" fontAlgn="auto">
              <a:spcBef>
                <a:spcPts val="0"/>
              </a:spcBef>
              <a:spcAft>
                <a:spcPts val="0"/>
              </a:spcAft>
            </a:pPr>
            <a:r>
              <a:rPr lang="ar-SA" sz="4000" b="1" u="sng" dirty="0" smtClean="0">
                <a:solidFill>
                  <a:prstClr val="white"/>
                </a:solidFill>
                <a:latin typeface="+mj-lt"/>
                <a:cs typeface="+mj-cs"/>
              </a:rPr>
              <a:t>أ مميزات مجتمع بلا مدرسة</a:t>
            </a:r>
            <a:endParaRPr lang="id-ID" sz="4000" b="1" u="sng" dirty="0">
              <a:solidFill>
                <a:prstClr val="white"/>
              </a:solidFill>
              <a:latin typeface="+mj-lt"/>
              <a:cs typeface="+mj-cs"/>
            </a:endParaRPr>
          </a:p>
        </p:txBody>
      </p:sp>
    </p:spTree>
    <p:extLst>
      <p:ext uri="{BB962C8B-B14F-4D97-AF65-F5344CB8AC3E}">
        <p14:creationId xmlns:p14="http://schemas.microsoft.com/office/powerpoint/2010/main" val="25938864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grpId="0" nodeType="afterEffect">
                                  <p:stCondLst>
                                    <p:cond delay="0"/>
                                  </p:stCondLst>
                                  <p:childTnLst>
                                    <p:set>
                                      <p:cBhvr>
                                        <p:cTn id="6" dur="1" fill="hold">
                                          <p:stCondLst>
                                            <p:cond delay="0"/>
                                          </p:stCondLst>
                                        </p:cTn>
                                        <p:tgtEl>
                                          <p:spTgt spid="47"/>
                                        </p:tgtEl>
                                        <p:attrNameLst>
                                          <p:attrName>style.visibility</p:attrName>
                                        </p:attrNameLst>
                                      </p:cBhvr>
                                      <p:to>
                                        <p:strVal val="visible"/>
                                      </p:to>
                                    </p:set>
                                    <p:animEffect transition="in" filter="wipe(right)">
                                      <p:cBhvr>
                                        <p:cTn id="7" dur="500"/>
                                        <p:tgtEl>
                                          <p:spTgt spid="47"/>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8"/>
                                        </p:tgtEl>
                                        <p:attrNameLst>
                                          <p:attrName>style.visibility</p:attrName>
                                        </p:attrNameLst>
                                      </p:cBhvr>
                                      <p:to>
                                        <p:strVal val="visible"/>
                                      </p:to>
                                    </p:set>
                                    <p:animEffect transition="in" filter="fade">
                                      <p:cBhvr>
                                        <p:cTn id="11" dur="500"/>
                                        <p:tgtEl>
                                          <p:spTgt spid="8"/>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59"/>
                                        </p:tgtEl>
                                        <p:attrNameLst>
                                          <p:attrName>style.visibility</p:attrName>
                                        </p:attrNameLst>
                                      </p:cBhvr>
                                      <p:to>
                                        <p:strVal val="visible"/>
                                      </p:to>
                                    </p:set>
                                    <p:animEffect transition="in" filter="fade">
                                      <p:cBhvr>
                                        <p:cTn id="15" dur="500"/>
                                        <p:tgtEl>
                                          <p:spTgt spid="59"/>
                                        </p:tgtEl>
                                      </p:cBhvr>
                                    </p:animEffect>
                                  </p:childTnLst>
                                </p:cTn>
                              </p:par>
                            </p:childTnLst>
                          </p:cTn>
                        </p:par>
                        <p:par>
                          <p:cTn id="16" fill="hold">
                            <p:stCondLst>
                              <p:cond delay="1500"/>
                            </p:stCondLst>
                            <p:childTnLst>
                              <p:par>
                                <p:cTn id="17" presetID="18" presetClass="entr" presetSubtype="12" fill="hold" grpId="0" nodeType="afterEffect">
                                  <p:stCondLst>
                                    <p:cond delay="0"/>
                                  </p:stCondLst>
                                  <p:childTnLst>
                                    <p:set>
                                      <p:cBhvr>
                                        <p:cTn id="18" dur="1" fill="hold">
                                          <p:stCondLst>
                                            <p:cond delay="0"/>
                                          </p:stCondLst>
                                        </p:cTn>
                                        <p:tgtEl>
                                          <p:spTgt spid="62"/>
                                        </p:tgtEl>
                                        <p:attrNameLst>
                                          <p:attrName>style.visibility</p:attrName>
                                        </p:attrNameLst>
                                      </p:cBhvr>
                                      <p:to>
                                        <p:strVal val="visible"/>
                                      </p:to>
                                    </p:set>
                                    <p:animEffect transition="in" filter="strips(downLeft)">
                                      <p:cBhvr>
                                        <p:cTn id="19" dur="500"/>
                                        <p:tgtEl>
                                          <p:spTgt spid="62"/>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60"/>
                                        </p:tgtEl>
                                        <p:attrNameLst>
                                          <p:attrName>style.visibility</p:attrName>
                                        </p:attrNameLst>
                                      </p:cBhvr>
                                      <p:to>
                                        <p:strVal val="visible"/>
                                      </p:to>
                                    </p:set>
                                    <p:animEffect transition="in" filter="fade">
                                      <p:cBhvr>
                                        <p:cTn id="23" dur="500"/>
                                        <p:tgtEl>
                                          <p:spTgt spid="60"/>
                                        </p:tgtEl>
                                      </p:cBhvr>
                                    </p:animEffect>
                                  </p:childTnLst>
                                </p:cTn>
                              </p:par>
                            </p:childTnLst>
                          </p:cTn>
                        </p:par>
                        <p:par>
                          <p:cTn id="24" fill="hold">
                            <p:stCondLst>
                              <p:cond delay="2500"/>
                            </p:stCondLst>
                            <p:childTnLst>
                              <p:par>
                                <p:cTn id="25" presetID="18" presetClass="entr" presetSubtype="12" fill="hold" grpId="0" nodeType="afterEffect">
                                  <p:stCondLst>
                                    <p:cond delay="0"/>
                                  </p:stCondLst>
                                  <p:childTnLst>
                                    <p:set>
                                      <p:cBhvr>
                                        <p:cTn id="26" dur="1" fill="hold">
                                          <p:stCondLst>
                                            <p:cond delay="0"/>
                                          </p:stCondLst>
                                        </p:cTn>
                                        <p:tgtEl>
                                          <p:spTgt spid="63"/>
                                        </p:tgtEl>
                                        <p:attrNameLst>
                                          <p:attrName>style.visibility</p:attrName>
                                        </p:attrNameLst>
                                      </p:cBhvr>
                                      <p:to>
                                        <p:strVal val="visible"/>
                                      </p:to>
                                    </p:set>
                                    <p:animEffect transition="in" filter="strips(downLeft)">
                                      <p:cBhvr>
                                        <p:cTn id="27" dur="500"/>
                                        <p:tgtEl>
                                          <p:spTgt spid="6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59" grpId="0" animBg="1"/>
      <p:bldP spid="60" grpId="0" animBg="1"/>
      <p:bldP spid="62" grpId="0"/>
      <p:bldP spid="63" grpId="0"/>
      <p:bldP spid="8" grpId="0"/>
    </p:bld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Rectangle 20"/>
          <p:cNvSpPr/>
          <p:nvPr/>
        </p:nvSpPr>
        <p:spPr>
          <a:xfrm>
            <a:off x="-1" y="-22322"/>
            <a:ext cx="12192001" cy="6916926"/>
          </a:xfrm>
          <a:prstGeom prst="rect">
            <a:avLst/>
          </a:prstGeom>
          <a:solidFill>
            <a:schemeClr val="tx1">
              <a:lumMod val="95000"/>
              <a:lumOff val="5000"/>
              <a:alpha val="8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a:solidFill>
                <a:prstClr val="white"/>
              </a:solidFill>
            </a:endParaRPr>
          </a:p>
        </p:txBody>
      </p:sp>
      <p:sp>
        <p:nvSpPr>
          <p:cNvPr id="23" name="Subtitle 2"/>
          <p:cNvSpPr txBox="1">
            <a:spLocks/>
          </p:cNvSpPr>
          <p:nvPr/>
        </p:nvSpPr>
        <p:spPr>
          <a:xfrm>
            <a:off x="589382" y="2055577"/>
            <a:ext cx="11259718" cy="3118803"/>
          </a:xfrm>
          <a:prstGeom prst="rect">
            <a:avLst/>
          </a:prstGeom>
        </p:spPr>
        <p:txBody>
          <a:bodyPr vert="horz" wrap="square" lIns="91440" tIns="45720" rIns="91440" bIns="45720" rtlCol="0">
            <a:spAutoFit/>
          </a:bodyPr>
          <a:lstStyle>
            <a:lvl1pPr marL="0" indent="0" algn="ctr" defTabSz="914400" rtl="0" eaLnBrk="1" latinLnBrk="0" hangingPunct="1">
              <a:lnSpc>
                <a:spcPct val="90000"/>
              </a:lnSpc>
              <a:spcBef>
                <a:spcPts val="1000"/>
              </a:spcBef>
              <a:buFont typeface="Arial" panose="020B0604020202020204" pitchFamily="34" charset="0"/>
              <a:buNone/>
              <a:defRPr sz="2400" kern="1200">
                <a:solidFill>
                  <a:schemeClr val="tx1"/>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5pPr>
            <a:lvl6pPr marL="22860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6pPr>
            <a:lvl7pPr marL="27432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7pPr>
            <a:lvl8pPr marL="32004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8pPr>
            <a:lvl9pPr marL="3657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9pPr>
          </a:lstStyle>
          <a:p>
            <a:pPr algn="r" rtl="1" fontAlgn="auto">
              <a:spcAft>
                <a:spcPts val="0"/>
              </a:spcAft>
            </a:pPr>
            <a:r>
              <a:rPr lang="ar-SA" sz="3600" b="1" u="sng" dirty="0" smtClean="0">
                <a:solidFill>
                  <a:prstClr val="white"/>
                </a:solidFill>
                <a:latin typeface="Calibri Light" panose="020F0302020204030204"/>
              </a:rPr>
              <a:t>ب</a:t>
            </a:r>
            <a:r>
              <a:rPr lang="en-US" sz="3600" b="1" u="sng" dirty="0" smtClean="0">
                <a:solidFill>
                  <a:prstClr val="white"/>
                </a:solidFill>
                <a:latin typeface="Calibri Light" panose="020F0302020204030204"/>
              </a:rPr>
              <a:t> </a:t>
            </a:r>
            <a:r>
              <a:rPr lang="ar-SA" sz="3600" b="1" u="sng" dirty="0" smtClean="0">
                <a:solidFill>
                  <a:prstClr val="white"/>
                </a:solidFill>
                <a:latin typeface="Calibri Light" panose="020F0302020204030204"/>
              </a:rPr>
              <a:t>- </a:t>
            </a:r>
            <a:r>
              <a:rPr lang="ar-SA" sz="3600" b="1" u="sng" dirty="0">
                <a:solidFill>
                  <a:prstClr val="white"/>
                </a:solidFill>
                <a:latin typeface="Calibri Light" panose="020F0302020204030204"/>
              </a:rPr>
              <a:t>فكرة اللا </a:t>
            </a:r>
            <a:r>
              <a:rPr lang="ar-SA" sz="3600" b="1" u="sng" dirty="0" smtClean="0">
                <a:solidFill>
                  <a:prstClr val="white"/>
                </a:solidFill>
                <a:latin typeface="Calibri Light" panose="020F0302020204030204"/>
              </a:rPr>
              <a:t>مدرسة</a:t>
            </a:r>
            <a:endParaRPr lang="en-US" sz="3600" b="1" u="sng" dirty="0" smtClean="0">
              <a:solidFill>
                <a:prstClr val="white"/>
              </a:solidFill>
              <a:latin typeface="Calibri Light" panose="020F0302020204030204"/>
            </a:endParaRPr>
          </a:p>
          <a:p>
            <a:pPr algn="r" rtl="1" fontAlgn="auto">
              <a:spcAft>
                <a:spcPts val="0"/>
              </a:spcAft>
            </a:pPr>
            <a:endParaRPr lang="en-US" sz="3600" b="1" u="sng" dirty="0" smtClean="0">
              <a:solidFill>
                <a:prstClr val="white"/>
              </a:solidFill>
              <a:latin typeface="Calibri Light" panose="020F0302020204030204"/>
            </a:endParaRPr>
          </a:p>
          <a:p>
            <a:pPr rtl="1" fontAlgn="auto">
              <a:spcAft>
                <a:spcPts val="0"/>
              </a:spcAft>
            </a:pPr>
            <a:r>
              <a:rPr lang="ar-SA" sz="3200" b="1" dirty="0">
                <a:solidFill>
                  <a:srgbClr val="E7E6E6">
                    <a:lumMod val="75000"/>
                  </a:srgbClr>
                </a:solidFill>
                <a:latin typeface="Calibri Light" panose="020F0302020204030204"/>
              </a:rPr>
              <a:t>هدف فكرة اللا مدرسية ليس هدم المدرسة كما قد يتبادر لذهن البعض، بل تحطيم أسوارها، وفتح المجال أمام المعلم والمتعلم لممارسة المعرفة ضمن سياق أكثر اتساعاً وواقعية، وهو ما يجعل من ذلك نموذجاً ملائماً للتعليم في عصر المعرفة والتكنولوجيا، وعالم الشبكات والوسائط الاجتماعية.</a:t>
            </a:r>
            <a:endParaRPr lang="en-US" sz="3200" b="1" dirty="0">
              <a:solidFill>
                <a:srgbClr val="E7E6E6">
                  <a:lumMod val="75000"/>
                </a:srgbClr>
              </a:solidFill>
              <a:latin typeface="Calibri Light" panose="020F0302020204030204"/>
            </a:endParaRPr>
          </a:p>
        </p:txBody>
      </p:sp>
      <p:grpSp>
        <p:nvGrpSpPr>
          <p:cNvPr id="6" name="Group 5"/>
          <p:cNvGrpSpPr/>
          <p:nvPr/>
        </p:nvGrpSpPr>
        <p:grpSpPr>
          <a:xfrm>
            <a:off x="2155370" y="2927954"/>
            <a:ext cx="7868558" cy="176748"/>
            <a:chOff x="2155371" y="1910842"/>
            <a:chExt cx="7868558" cy="176748"/>
          </a:xfrm>
        </p:grpSpPr>
        <p:sp>
          <p:nvSpPr>
            <p:cNvPr id="7" name="Rectangle 6"/>
            <p:cNvSpPr/>
            <p:nvPr/>
          </p:nvSpPr>
          <p:spPr>
            <a:xfrm>
              <a:off x="4782457" y="1910842"/>
              <a:ext cx="2627086" cy="176748"/>
            </a:xfrm>
            <a:prstGeom prst="rect">
              <a:avLst/>
            </a:prstGeom>
            <a:solidFill>
              <a:srgbClr val="FE8301"/>
            </a:solidFill>
            <a:ln w="12700" cap="flat" cmpd="sng" algn="ctr">
              <a:noFill/>
              <a:prstDash val="solid"/>
              <a:miter lim="800000"/>
            </a:ln>
            <a:effectLst/>
          </p:spPr>
          <p:txBody>
            <a:bodyPr rtlCol="0" anchor="ctr"/>
            <a:lstStyle/>
            <a:p>
              <a:pPr algn="ctr" fontAlgn="auto">
                <a:spcBef>
                  <a:spcPts val="0"/>
                </a:spcBef>
                <a:spcAft>
                  <a:spcPts val="0"/>
                </a:spcAft>
              </a:pPr>
              <a:endParaRPr lang="en-US" kern="0" smtClean="0">
                <a:solidFill>
                  <a:prstClr val="white"/>
                </a:solidFill>
                <a:latin typeface="Calibri"/>
              </a:endParaRPr>
            </a:p>
          </p:txBody>
        </p:sp>
        <p:sp>
          <p:nvSpPr>
            <p:cNvPr id="8" name="Rectangle 7"/>
            <p:cNvSpPr/>
            <p:nvPr/>
          </p:nvSpPr>
          <p:spPr>
            <a:xfrm>
              <a:off x="2155371" y="1910842"/>
              <a:ext cx="2627086" cy="176748"/>
            </a:xfrm>
            <a:prstGeom prst="rect">
              <a:avLst/>
            </a:prstGeom>
            <a:solidFill>
              <a:srgbClr val="0087B1"/>
            </a:solidFill>
            <a:ln w="12700" cap="flat" cmpd="sng" algn="ctr">
              <a:noFill/>
              <a:prstDash val="solid"/>
              <a:miter lim="800000"/>
            </a:ln>
            <a:effectLst/>
          </p:spPr>
          <p:txBody>
            <a:bodyPr rtlCol="0" anchor="ctr"/>
            <a:lstStyle/>
            <a:p>
              <a:pPr algn="ctr" fontAlgn="auto">
                <a:spcBef>
                  <a:spcPts val="0"/>
                </a:spcBef>
                <a:spcAft>
                  <a:spcPts val="0"/>
                </a:spcAft>
              </a:pPr>
              <a:endParaRPr lang="en-US" kern="0" smtClean="0">
                <a:solidFill>
                  <a:prstClr val="white"/>
                </a:solidFill>
                <a:latin typeface="Calibri"/>
              </a:endParaRPr>
            </a:p>
          </p:txBody>
        </p:sp>
        <p:sp>
          <p:nvSpPr>
            <p:cNvPr id="9" name="Rectangle 8"/>
            <p:cNvSpPr/>
            <p:nvPr/>
          </p:nvSpPr>
          <p:spPr>
            <a:xfrm>
              <a:off x="7396843" y="1910842"/>
              <a:ext cx="2627086" cy="176748"/>
            </a:xfrm>
            <a:prstGeom prst="rect">
              <a:avLst/>
            </a:prstGeom>
            <a:solidFill>
              <a:srgbClr val="A1BB22"/>
            </a:solidFill>
            <a:ln w="12700" cap="flat" cmpd="sng" algn="ctr">
              <a:noFill/>
              <a:prstDash val="solid"/>
              <a:miter lim="800000"/>
            </a:ln>
            <a:effectLst/>
          </p:spPr>
          <p:txBody>
            <a:bodyPr rtlCol="0" anchor="ctr"/>
            <a:lstStyle/>
            <a:p>
              <a:pPr algn="ctr" fontAlgn="auto">
                <a:spcBef>
                  <a:spcPts val="0"/>
                </a:spcBef>
                <a:spcAft>
                  <a:spcPts val="0"/>
                </a:spcAft>
              </a:pPr>
              <a:endParaRPr lang="en-US" kern="0" smtClean="0">
                <a:solidFill>
                  <a:prstClr val="white"/>
                </a:solidFill>
                <a:latin typeface="Calibri"/>
              </a:endParaRPr>
            </a:p>
          </p:txBody>
        </p:sp>
      </p:grpSp>
      <p:grpSp>
        <p:nvGrpSpPr>
          <p:cNvPr id="10" name="Group 9"/>
          <p:cNvGrpSpPr/>
          <p:nvPr/>
        </p:nvGrpSpPr>
        <p:grpSpPr>
          <a:xfrm>
            <a:off x="2284962" y="5177186"/>
            <a:ext cx="7868558" cy="178510"/>
            <a:chOff x="2155371" y="4699578"/>
            <a:chExt cx="7868558" cy="178510"/>
          </a:xfrm>
        </p:grpSpPr>
        <p:sp>
          <p:nvSpPr>
            <p:cNvPr id="11" name="Rectangle 10"/>
            <p:cNvSpPr/>
            <p:nvPr/>
          </p:nvSpPr>
          <p:spPr>
            <a:xfrm>
              <a:off x="4782457" y="4701340"/>
              <a:ext cx="2627086" cy="176748"/>
            </a:xfrm>
            <a:prstGeom prst="rect">
              <a:avLst/>
            </a:prstGeom>
            <a:solidFill>
              <a:srgbClr val="D43E01"/>
            </a:solidFill>
            <a:ln w="12700" cap="flat" cmpd="sng" algn="ctr">
              <a:noFill/>
              <a:prstDash val="solid"/>
              <a:miter lim="800000"/>
            </a:ln>
            <a:effectLst/>
          </p:spPr>
          <p:txBody>
            <a:bodyPr rtlCol="0" anchor="ctr"/>
            <a:lstStyle/>
            <a:p>
              <a:pPr algn="ctr" fontAlgn="auto">
                <a:spcBef>
                  <a:spcPts val="0"/>
                </a:spcBef>
                <a:spcAft>
                  <a:spcPts val="0"/>
                </a:spcAft>
              </a:pPr>
              <a:endParaRPr lang="en-US" kern="0" smtClean="0">
                <a:solidFill>
                  <a:prstClr val="white"/>
                </a:solidFill>
                <a:latin typeface="Calibri"/>
              </a:endParaRPr>
            </a:p>
          </p:txBody>
        </p:sp>
        <p:sp>
          <p:nvSpPr>
            <p:cNvPr id="12" name="Rectangle 11"/>
            <p:cNvSpPr/>
            <p:nvPr/>
          </p:nvSpPr>
          <p:spPr>
            <a:xfrm>
              <a:off x="2155371" y="4701340"/>
              <a:ext cx="2627086" cy="176748"/>
            </a:xfrm>
            <a:prstGeom prst="rect">
              <a:avLst/>
            </a:prstGeom>
            <a:solidFill>
              <a:srgbClr val="012641"/>
            </a:solidFill>
            <a:ln w="12700" cap="flat" cmpd="sng" algn="ctr">
              <a:noFill/>
              <a:prstDash val="solid"/>
              <a:miter lim="800000"/>
            </a:ln>
            <a:effectLst/>
          </p:spPr>
          <p:txBody>
            <a:bodyPr rtlCol="0" anchor="ctr"/>
            <a:lstStyle/>
            <a:p>
              <a:pPr algn="ctr" fontAlgn="auto">
                <a:spcBef>
                  <a:spcPts val="0"/>
                </a:spcBef>
                <a:spcAft>
                  <a:spcPts val="0"/>
                </a:spcAft>
              </a:pPr>
              <a:endParaRPr lang="en-US" kern="0" smtClean="0">
                <a:solidFill>
                  <a:prstClr val="white"/>
                </a:solidFill>
                <a:latin typeface="Calibri"/>
              </a:endParaRPr>
            </a:p>
          </p:txBody>
        </p:sp>
        <p:sp>
          <p:nvSpPr>
            <p:cNvPr id="13" name="Rectangle 12"/>
            <p:cNvSpPr/>
            <p:nvPr/>
          </p:nvSpPr>
          <p:spPr>
            <a:xfrm>
              <a:off x="7396843" y="4699578"/>
              <a:ext cx="2627086" cy="176748"/>
            </a:xfrm>
            <a:prstGeom prst="rect">
              <a:avLst/>
            </a:prstGeom>
            <a:solidFill>
              <a:srgbClr val="3DBF9C"/>
            </a:solidFill>
            <a:ln w="12700" cap="flat" cmpd="sng" algn="ctr">
              <a:noFill/>
              <a:prstDash val="solid"/>
              <a:miter lim="800000"/>
            </a:ln>
            <a:effectLst/>
          </p:spPr>
          <p:txBody>
            <a:bodyPr rtlCol="0" anchor="ctr"/>
            <a:lstStyle/>
            <a:p>
              <a:pPr algn="ctr" fontAlgn="auto">
                <a:spcBef>
                  <a:spcPts val="0"/>
                </a:spcBef>
                <a:spcAft>
                  <a:spcPts val="0"/>
                </a:spcAft>
              </a:pPr>
              <a:endParaRPr lang="en-US" kern="0" smtClean="0">
                <a:solidFill>
                  <a:prstClr val="white"/>
                </a:solidFill>
                <a:latin typeface="Calibri"/>
              </a:endParaRPr>
            </a:p>
          </p:txBody>
        </p:sp>
      </p:grpSp>
    </p:spTree>
    <p:extLst>
      <p:ext uri="{BB962C8B-B14F-4D97-AF65-F5344CB8AC3E}">
        <p14:creationId xmlns:p14="http://schemas.microsoft.com/office/powerpoint/2010/main" val="262199376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10"/>
                                        </p:tgtEl>
                                        <p:attrNameLst>
                                          <p:attrName>style.visibility</p:attrName>
                                        </p:attrNameLst>
                                      </p:cBhvr>
                                      <p:to>
                                        <p:strVal val="visible"/>
                                      </p:to>
                                    </p:set>
                                    <p:animEffect transition="in" filter="fade">
                                      <p:cBhvr>
                                        <p:cTn id="11"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Rectangle 17"/>
          <p:cNvSpPr/>
          <p:nvPr/>
        </p:nvSpPr>
        <p:spPr>
          <a:xfrm>
            <a:off x="0" y="0"/>
            <a:ext cx="12192000"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a:solidFill>
                <a:prstClr val="white"/>
              </a:solidFill>
            </a:endParaRPr>
          </a:p>
        </p:txBody>
      </p:sp>
      <p:sp>
        <p:nvSpPr>
          <p:cNvPr id="25" name="Rectangle 24"/>
          <p:cNvSpPr/>
          <p:nvPr/>
        </p:nvSpPr>
        <p:spPr>
          <a:xfrm>
            <a:off x="0" y="694765"/>
            <a:ext cx="12192000" cy="1705535"/>
          </a:xfrm>
          <a:prstGeom prst="rect">
            <a:avLst/>
          </a:prstGeom>
          <a:solidFill>
            <a:schemeClr val="tx1">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black"/>
              </a:solidFill>
            </a:endParaRPr>
          </a:p>
        </p:txBody>
      </p:sp>
      <p:sp>
        <p:nvSpPr>
          <p:cNvPr id="24" name="Title 13"/>
          <p:cNvSpPr txBox="1">
            <a:spLocks/>
          </p:cNvSpPr>
          <p:nvPr/>
        </p:nvSpPr>
        <p:spPr>
          <a:xfrm>
            <a:off x="1981200" y="1118907"/>
            <a:ext cx="8229600" cy="857250"/>
          </a:xfrm>
          <a:prstGeom prst="rect">
            <a:avLst/>
          </a:prstGeom>
        </p:spPr>
        <p:txBody>
          <a:bodyPr vert="horz" lIns="91440" tIns="45720" rIns="91440" bIns="45720"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rtl="1" fontAlgn="auto">
              <a:spcAft>
                <a:spcPts val="0"/>
              </a:spcAft>
            </a:pPr>
            <a:r>
              <a:rPr lang="ar-SA" sz="5400" b="1" u="sng" dirty="0">
                <a:solidFill>
                  <a:srgbClr val="FFFF00"/>
                </a:solidFill>
                <a:latin typeface="Calibri" panose="020F0502020204030204"/>
              </a:rPr>
              <a:t>7-	مستقبل تكنولوجيا التعليم</a:t>
            </a:r>
            <a:endParaRPr lang="en-US" sz="5400" b="1" u="sng" dirty="0">
              <a:solidFill>
                <a:srgbClr val="FFFF00"/>
              </a:solidFill>
              <a:latin typeface="Calibri" panose="020F0502020204030204"/>
            </a:endParaRPr>
          </a:p>
        </p:txBody>
      </p:sp>
      <p:sp>
        <p:nvSpPr>
          <p:cNvPr id="5" name="Subtitle 2"/>
          <p:cNvSpPr txBox="1">
            <a:spLocks/>
          </p:cNvSpPr>
          <p:nvPr/>
        </p:nvSpPr>
        <p:spPr>
          <a:xfrm>
            <a:off x="466140" y="3440623"/>
            <a:ext cx="11259718" cy="2048766"/>
          </a:xfrm>
          <a:prstGeom prst="rect">
            <a:avLst/>
          </a:prstGeom>
        </p:spPr>
        <p:txBody>
          <a:bodyPr vert="horz" wrap="square" lIns="91440" tIns="45720" rIns="91440" bIns="45720" rtlCol="0">
            <a:spAutoFit/>
          </a:bodyPr>
          <a:lstStyle>
            <a:lvl1pPr marL="0" indent="0" algn="ctr" defTabSz="914400" rtl="0" eaLnBrk="1" latinLnBrk="0" hangingPunct="1">
              <a:lnSpc>
                <a:spcPct val="90000"/>
              </a:lnSpc>
              <a:spcBef>
                <a:spcPts val="1000"/>
              </a:spcBef>
              <a:buFont typeface="Arial" panose="020B0604020202020204" pitchFamily="34" charset="0"/>
              <a:buNone/>
              <a:defRPr sz="2400" kern="1200">
                <a:solidFill>
                  <a:schemeClr val="tx1"/>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5pPr>
            <a:lvl6pPr marL="22860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6pPr>
            <a:lvl7pPr marL="27432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7pPr>
            <a:lvl8pPr marL="32004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8pPr>
            <a:lvl9pPr marL="3657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9pPr>
          </a:lstStyle>
          <a:p>
            <a:pPr algn="r" rtl="1" fontAlgn="auto">
              <a:spcAft>
                <a:spcPts val="0"/>
              </a:spcAft>
            </a:pPr>
            <a:endParaRPr lang="en-US" sz="3600" b="1" u="sng" dirty="0" smtClean="0">
              <a:solidFill>
                <a:prstClr val="white"/>
              </a:solidFill>
              <a:latin typeface="Calibri Light" panose="020F0302020204030204"/>
            </a:endParaRPr>
          </a:p>
          <a:p>
            <a:pPr rtl="1" fontAlgn="auto">
              <a:spcAft>
                <a:spcPts val="0"/>
              </a:spcAft>
            </a:pPr>
            <a:r>
              <a:rPr lang="ar-SA" sz="3200" b="1" dirty="0">
                <a:solidFill>
                  <a:schemeClr val="bg1"/>
                </a:solidFill>
                <a:latin typeface="Calibri Light" panose="020F0302020204030204"/>
              </a:rPr>
              <a:t>من خلال الخطط والاستراتيجيات التعليمية والمستحدثات التكنولوجية المتسارعة نستطيع القول أن مستقبل تكنولوجيا التعليم يسير للتمحور حول طرق الوصول إلى المعلومات والتعلم في جميع الأمكنة والتعاون على الصعيد المحلي والعالمي.</a:t>
            </a:r>
            <a:endParaRPr lang="en-US" sz="3200" b="1" dirty="0">
              <a:solidFill>
                <a:schemeClr val="bg1"/>
              </a:solidFill>
              <a:latin typeface="Calibri Light" panose="020F0302020204030204"/>
            </a:endParaRPr>
          </a:p>
        </p:txBody>
      </p:sp>
      <p:grpSp>
        <p:nvGrpSpPr>
          <p:cNvPr id="6" name="Group 5"/>
          <p:cNvGrpSpPr/>
          <p:nvPr/>
        </p:nvGrpSpPr>
        <p:grpSpPr>
          <a:xfrm>
            <a:off x="2155370" y="3483765"/>
            <a:ext cx="7868558" cy="176748"/>
            <a:chOff x="2155371" y="1910842"/>
            <a:chExt cx="7868558" cy="176748"/>
          </a:xfrm>
        </p:grpSpPr>
        <p:sp>
          <p:nvSpPr>
            <p:cNvPr id="7" name="Rectangle 6"/>
            <p:cNvSpPr/>
            <p:nvPr/>
          </p:nvSpPr>
          <p:spPr>
            <a:xfrm>
              <a:off x="4782457" y="1910842"/>
              <a:ext cx="2627086" cy="176748"/>
            </a:xfrm>
            <a:prstGeom prst="rect">
              <a:avLst/>
            </a:prstGeom>
            <a:solidFill>
              <a:srgbClr val="FE8301"/>
            </a:solidFill>
            <a:ln w="12700" cap="flat" cmpd="sng" algn="ctr">
              <a:noFill/>
              <a:prstDash val="solid"/>
              <a:miter lim="800000"/>
            </a:ln>
            <a:effectLst/>
          </p:spPr>
          <p:txBody>
            <a:bodyPr rtlCol="0" anchor="ctr"/>
            <a:lstStyle/>
            <a:p>
              <a:pPr algn="ctr" fontAlgn="auto">
                <a:spcBef>
                  <a:spcPts val="0"/>
                </a:spcBef>
                <a:spcAft>
                  <a:spcPts val="0"/>
                </a:spcAft>
              </a:pPr>
              <a:endParaRPr lang="en-US" kern="0" smtClean="0">
                <a:solidFill>
                  <a:prstClr val="white"/>
                </a:solidFill>
                <a:latin typeface="Calibri"/>
              </a:endParaRPr>
            </a:p>
          </p:txBody>
        </p:sp>
        <p:sp>
          <p:nvSpPr>
            <p:cNvPr id="8" name="Rectangle 7"/>
            <p:cNvSpPr/>
            <p:nvPr/>
          </p:nvSpPr>
          <p:spPr>
            <a:xfrm>
              <a:off x="2155371" y="1910842"/>
              <a:ext cx="2627086" cy="176748"/>
            </a:xfrm>
            <a:prstGeom prst="rect">
              <a:avLst/>
            </a:prstGeom>
            <a:solidFill>
              <a:srgbClr val="0087B1"/>
            </a:solidFill>
            <a:ln w="12700" cap="flat" cmpd="sng" algn="ctr">
              <a:noFill/>
              <a:prstDash val="solid"/>
              <a:miter lim="800000"/>
            </a:ln>
            <a:effectLst/>
          </p:spPr>
          <p:txBody>
            <a:bodyPr rtlCol="0" anchor="ctr"/>
            <a:lstStyle/>
            <a:p>
              <a:pPr algn="ctr" fontAlgn="auto">
                <a:spcBef>
                  <a:spcPts val="0"/>
                </a:spcBef>
                <a:spcAft>
                  <a:spcPts val="0"/>
                </a:spcAft>
              </a:pPr>
              <a:endParaRPr lang="en-US" kern="0" smtClean="0">
                <a:solidFill>
                  <a:prstClr val="white"/>
                </a:solidFill>
                <a:latin typeface="Calibri"/>
              </a:endParaRPr>
            </a:p>
          </p:txBody>
        </p:sp>
        <p:sp>
          <p:nvSpPr>
            <p:cNvPr id="9" name="Rectangle 8"/>
            <p:cNvSpPr/>
            <p:nvPr/>
          </p:nvSpPr>
          <p:spPr>
            <a:xfrm>
              <a:off x="7396843" y="1910842"/>
              <a:ext cx="2627086" cy="176748"/>
            </a:xfrm>
            <a:prstGeom prst="rect">
              <a:avLst/>
            </a:prstGeom>
            <a:solidFill>
              <a:srgbClr val="A1BB22"/>
            </a:solidFill>
            <a:ln w="12700" cap="flat" cmpd="sng" algn="ctr">
              <a:noFill/>
              <a:prstDash val="solid"/>
              <a:miter lim="800000"/>
            </a:ln>
            <a:effectLst/>
          </p:spPr>
          <p:txBody>
            <a:bodyPr rtlCol="0" anchor="ctr"/>
            <a:lstStyle/>
            <a:p>
              <a:pPr algn="ctr" fontAlgn="auto">
                <a:spcBef>
                  <a:spcPts val="0"/>
                </a:spcBef>
                <a:spcAft>
                  <a:spcPts val="0"/>
                </a:spcAft>
              </a:pPr>
              <a:endParaRPr lang="en-US" kern="0" smtClean="0">
                <a:solidFill>
                  <a:prstClr val="white"/>
                </a:solidFill>
                <a:latin typeface="Calibri"/>
              </a:endParaRPr>
            </a:p>
          </p:txBody>
        </p:sp>
      </p:grpSp>
      <p:grpSp>
        <p:nvGrpSpPr>
          <p:cNvPr id="10" name="Group 9"/>
          <p:cNvGrpSpPr/>
          <p:nvPr/>
        </p:nvGrpSpPr>
        <p:grpSpPr>
          <a:xfrm>
            <a:off x="2284962" y="5732997"/>
            <a:ext cx="7868558" cy="178510"/>
            <a:chOff x="2155371" y="4699578"/>
            <a:chExt cx="7868558" cy="178510"/>
          </a:xfrm>
        </p:grpSpPr>
        <p:sp>
          <p:nvSpPr>
            <p:cNvPr id="11" name="Rectangle 10"/>
            <p:cNvSpPr/>
            <p:nvPr/>
          </p:nvSpPr>
          <p:spPr>
            <a:xfrm>
              <a:off x="4782457" y="4701340"/>
              <a:ext cx="2627086" cy="176748"/>
            </a:xfrm>
            <a:prstGeom prst="rect">
              <a:avLst/>
            </a:prstGeom>
            <a:solidFill>
              <a:srgbClr val="D43E01"/>
            </a:solidFill>
            <a:ln w="12700" cap="flat" cmpd="sng" algn="ctr">
              <a:noFill/>
              <a:prstDash val="solid"/>
              <a:miter lim="800000"/>
            </a:ln>
            <a:effectLst/>
          </p:spPr>
          <p:txBody>
            <a:bodyPr rtlCol="0" anchor="ctr"/>
            <a:lstStyle/>
            <a:p>
              <a:pPr algn="ctr" fontAlgn="auto">
                <a:spcBef>
                  <a:spcPts val="0"/>
                </a:spcBef>
                <a:spcAft>
                  <a:spcPts val="0"/>
                </a:spcAft>
              </a:pPr>
              <a:endParaRPr lang="en-US" kern="0" smtClean="0">
                <a:solidFill>
                  <a:prstClr val="white"/>
                </a:solidFill>
                <a:latin typeface="Calibri"/>
              </a:endParaRPr>
            </a:p>
          </p:txBody>
        </p:sp>
        <p:sp>
          <p:nvSpPr>
            <p:cNvPr id="12" name="Rectangle 11"/>
            <p:cNvSpPr/>
            <p:nvPr/>
          </p:nvSpPr>
          <p:spPr>
            <a:xfrm>
              <a:off x="2155371" y="4701340"/>
              <a:ext cx="2627086" cy="176748"/>
            </a:xfrm>
            <a:prstGeom prst="rect">
              <a:avLst/>
            </a:prstGeom>
            <a:solidFill>
              <a:srgbClr val="012641"/>
            </a:solidFill>
            <a:ln w="12700" cap="flat" cmpd="sng" algn="ctr">
              <a:noFill/>
              <a:prstDash val="solid"/>
              <a:miter lim="800000"/>
            </a:ln>
            <a:effectLst/>
          </p:spPr>
          <p:txBody>
            <a:bodyPr rtlCol="0" anchor="ctr"/>
            <a:lstStyle/>
            <a:p>
              <a:pPr algn="ctr" fontAlgn="auto">
                <a:spcBef>
                  <a:spcPts val="0"/>
                </a:spcBef>
                <a:spcAft>
                  <a:spcPts val="0"/>
                </a:spcAft>
              </a:pPr>
              <a:endParaRPr lang="en-US" kern="0" smtClean="0">
                <a:solidFill>
                  <a:prstClr val="white"/>
                </a:solidFill>
                <a:latin typeface="Calibri"/>
              </a:endParaRPr>
            </a:p>
          </p:txBody>
        </p:sp>
        <p:sp>
          <p:nvSpPr>
            <p:cNvPr id="13" name="Rectangle 12"/>
            <p:cNvSpPr/>
            <p:nvPr/>
          </p:nvSpPr>
          <p:spPr>
            <a:xfrm>
              <a:off x="7396843" y="4699578"/>
              <a:ext cx="2627086" cy="176748"/>
            </a:xfrm>
            <a:prstGeom prst="rect">
              <a:avLst/>
            </a:prstGeom>
            <a:solidFill>
              <a:srgbClr val="3DBF9C"/>
            </a:solidFill>
            <a:ln w="12700" cap="flat" cmpd="sng" algn="ctr">
              <a:noFill/>
              <a:prstDash val="solid"/>
              <a:miter lim="800000"/>
            </a:ln>
            <a:effectLst/>
          </p:spPr>
          <p:txBody>
            <a:bodyPr rtlCol="0" anchor="ctr"/>
            <a:lstStyle/>
            <a:p>
              <a:pPr algn="ctr" fontAlgn="auto">
                <a:spcBef>
                  <a:spcPts val="0"/>
                </a:spcBef>
                <a:spcAft>
                  <a:spcPts val="0"/>
                </a:spcAft>
              </a:pPr>
              <a:endParaRPr lang="en-US" kern="0" smtClean="0">
                <a:solidFill>
                  <a:prstClr val="white"/>
                </a:solidFill>
                <a:latin typeface="Calibri"/>
              </a:endParaRPr>
            </a:p>
          </p:txBody>
        </p:sp>
      </p:grpSp>
    </p:spTree>
    <p:extLst>
      <p:ext uri="{BB962C8B-B14F-4D97-AF65-F5344CB8AC3E}">
        <p14:creationId xmlns:p14="http://schemas.microsoft.com/office/powerpoint/2010/main" val="77891258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250"/>
                                  </p:stCondLst>
                                  <p:childTnLst>
                                    <p:set>
                                      <p:cBhvr>
                                        <p:cTn id="6" dur="1" fill="hold">
                                          <p:stCondLst>
                                            <p:cond delay="0"/>
                                          </p:stCondLst>
                                        </p:cTn>
                                        <p:tgtEl>
                                          <p:spTgt spid="18"/>
                                        </p:tgtEl>
                                        <p:attrNameLst>
                                          <p:attrName>style.visibility</p:attrName>
                                        </p:attrNameLst>
                                      </p:cBhvr>
                                      <p:to>
                                        <p:strVal val="visible"/>
                                      </p:to>
                                    </p:set>
                                    <p:animEffect transition="in" filter="fade">
                                      <p:cBhvr>
                                        <p:cTn id="7" dur="500"/>
                                        <p:tgtEl>
                                          <p:spTgt spid="18"/>
                                        </p:tgtEl>
                                      </p:cBhvr>
                                    </p:animEffect>
                                  </p:childTnLst>
                                </p:cTn>
                              </p:par>
                            </p:childTnLst>
                          </p:cTn>
                        </p:par>
                        <p:par>
                          <p:cTn id="8" fill="hold">
                            <p:stCondLst>
                              <p:cond delay="750"/>
                            </p:stCondLst>
                            <p:childTnLst>
                              <p:par>
                                <p:cTn id="9" presetID="2" presetClass="entr" presetSubtype="4" fill="hold" grpId="0" nodeType="afterEffect">
                                  <p:stCondLst>
                                    <p:cond delay="250"/>
                                  </p:stCondLst>
                                  <p:childTnLst>
                                    <p:set>
                                      <p:cBhvr>
                                        <p:cTn id="10" dur="1" fill="hold">
                                          <p:stCondLst>
                                            <p:cond delay="0"/>
                                          </p:stCondLst>
                                        </p:cTn>
                                        <p:tgtEl>
                                          <p:spTgt spid="25"/>
                                        </p:tgtEl>
                                        <p:attrNameLst>
                                          <p:attrName>style.visibility</p:attrName>
                                        </p:attrNameLst>
                                      </p:cBhvr>
                                      <p:to>
                                        <p:strVal val="visible"/>
                                      </p:to>
                                    </p:set>
                                    <p:anim calcmode="lin" valueType="num">
                                      <p:cBhvr additive="base">
                                        <p:cTn id="11" dur="500" fill="hold"/>
                                        <p:tgtEl>
                                          <p:spTgt spid="25"/>
                                        </p:tgtEl>
                                        <p:attrNameLst>
                                          <p:attrName>ppt_x</p:attrName>
                                        </p:attrNameLst>
                                      </p:cBhvr>
                                      <p:tavLst>
                                        <p:tav tm="0">
                                          <p:val>
                                            <p:strVal val="#ppt_x"/>
                                          </p:val>
                                        </p:tav>
                                        <p:tav tm="100000">
                                          <p:val>
                                            <p:strVal val="#ppt_x"/>
                                          </p:val>
                                        </p:tav>
                                      </p:tavLst>
                                    </p:anim>
                                    <p:anim calcmode="lin" valueType="num">
                                      <p:cBhvr additive="base">
                                        <p:cTn id="12" dur="500" fill="hold"/>
                                        <p:tgtEl>
                                          <p:spTgt spid="25"/>
                                        </p:tgtEl>
                                        <p:attrNameLst>
                                          <p:attrName>ppt_y</p:attrName>
                                        </p:attrNameLst>
                                      </p:cBhvr>
                                      <p:tavLst>
                                        <p:tav tm="0">
                                          <p:val>
                                            <p:strVal val="1+#ppt_h/2"/>
                                          </p:val>
                                        </p:tav>
                                        <p:tav tm="100000">
                                          <p:val>
                                            <p:strVal val="#ppt_y"/>
                                          </p:val>
                                        </p:tav>
                                      </p:tavLst>
                                    </p:anim>
                                  </p:childTnLst>
                                </p:cTn>
                              </p:par>
                            </p:childTnLst>
                          </p:cTn>
                        </p:par>
                        <p:par>
                          <p:cTn id="13" fill="hold">
                            <p:stCondLst>
                              <p:cond delay="1500"/>
                            </p:stCondLst>
                            <p:childTnLst>
                              <p:par>
                                <p:cTn id="14" presetID="16" presetClass="entr" presetSubtype="21" fill="hold" grpId="0" nodeType="afterEffect">
                                  <p:stCondLst>
                                    <p:cond delay="250"/>
                                  </p:stCondLst>
                                  <p:childTnLst>
                                    <p:set>
                                      <p:cBhvr>
                                        <p:cTn id="15" dur="1" fill="hold">
                                          <p:stCondLst>
                                            <p:cond delay="0"/>
                                          </p:stCondLst>
                                        </p:cTn>
                                        <p:tgtEl>
                                          <p:spTgt spid="24"/>
                                        </p:tgtEl>
                                        <p:attrNameLst>
                                          <p:attrName>style.visibility</p:attrName>
                                        </p:attrNameLst>
                                      </p:cBhvr>
                                      <p:to>
                                        <p:strVal val="visible"/>
                                      </p:to>
                                    </p:set>
                                    <p:animEffect transition="in" filter="barn(inVertical)">
                                      <p:cBhvr>
                                        <p:cTn id="16" dur="500"/>
                                        <p:tgtEl>
                                          <p:spTgt spid="24"/>
                                        </p:tgtEl>
                                      </p:cBhvr>
                                    </p:animEffect>
                                  </p:childTnLst>
                                </p:cTn>
                              </p:par>
                            </p:childTnLst>
                          </p:cTn>
                        </p:par>
                        <p:par>
                          <p:cTn id="17" fill="hold">
                            <p:stCondLst>
                              <p:cond delay="2250"/>
                            </p:stCondLst>
                            <p:childTnLst>
                              <p:par>
                                <p:cTn id="18" presetID="10" presetClass="entr" presetSubtype="0" fill="hold" nodeType="afterEffect">
                                  <p:stCondLst>
                                    <p:cond delay="250"/>
                                  </p:stCondLst>
                                  <p:childTnLst>
                                    <p:set>
                                      <p:cBhvr>
                                        <p:cTn id="19" dur="1" fill="hold">
                                          <p:stCondLst>
                                            <p:cond delay="0"/>
                                          </p:stCondLst>
                                        </p:cTn>
                                        <p:tgtEl>
                                          <p:spTgt spid="6"/>
                                        </p:tgtEl>
                                        <p:attrNameLst>
                                          <p:attrName>style.visibility</p:attrName>
                                        </p:attrNameLst>
                                      </p:cBhvr>
                                      <p:to>
                                        <p:strVal val="visible"/>
                                      </p:to>
                                    </p:set>
                                    <p:animEffect transition="in" filter="fade">
                                      <p:cBhvr>
                                        <p:cTn id="20" dur="500"/>
                                        <p:tgtEl>
                                          <p:spTgt spid="6"/>
                                        </p:tgtEl>
                                      </p:cBhvr>
                                    </p:animEffect>
                                  </p:childTnLst>
                                </p:cTn>
                              </p:par>
                            </p:childTnLst>
                          </p:cTn>
                        </p:par>
                        <p:par>
                          <p:cTn id="21" fill="hold">
                            <p:stCondLst>
                              <p:cond delay="3000"/>
                            </p:stCondLst>
                            <p:childTnLst>
                              <p:par>
                                <p:cTn id="22" presetID="10" presetClass="entr" presetSubtype="0" fill="hold" nodeType="afterEffect">
                                  <p:stCondLst>
                                    <p:cond delay="250"/>
                                  </p:stCondLst>
                                  <p:childTnLst>
                                    <p:set>
                                      <p:cBhvr>
                                        <p:cTn id="23" dur="1" fill="hold">
                                          <p:stCondLst>
                                            <p:cond delay="0"/>
                                          </p:stCondLst>
                                        </p:cTn>
                                        <p:tgtEl>
                                          <p:spTgt spid="10"/>
                                        </p:tgtEl>
                                        <p:attrNameLst>
                                          <p:attrName>style.visibility</p:attrName>
                                        </p:attrNameLst>
                                      </p:cBhvr>
                                      <p:to>
                                        <p:strVal val="visible"/>
                                      </p:to>
                                    </p:set>
                                    <p:animEffect transition="in" filter="fade">
                                      <p:cBhvr>
                                        <p:cTn id="24" dur="500"/>
                                        <p:tgtEl>
                                          <p:spTgt spid="10"/>
                                        </p:tgtEl>
                                      </p:cBhvr>
                                    </p:animEffect>
                                  </p:childTnLst>
                                </p:cTn>
                              </p:par>
                            </p:childTnLst>
                          </p:cTn>
                        </p:par>
                        <p:par>
                          <p:cTn id="25" fill="hold">
                            <p:stCondLst>
                              <p:cond delay="3750"/>
                            </p:stCondLst>
                            <p:childTnLst>
                              <p:par>
                                <p:cTn id="26" presetID="10" presetClass="entr" presetSubtype="0" fill="hold" grpId="0" nodeType="afterEffect">
                                  <p:stCondLst>
                                    <p:cond delay="0"/>
                                  </p:stCondLst>
                                  <p:childTnLst>
                                    <p:set>
                                      <p:cBhvr>
                                        <p:cTn id="27" dur="1" fill="hold">
                                          <p:stCondLst>
                                            <p:cond delay="0"/>
                                          </p:stCondLst>
                                        </p:cTn>
                                        <p:tgtEl>
                                          <p:spTgt spid="5"/>
                                        </p:tgtEl>
                                        <p:attrNameLst>
                                          <p:attrName>style.visibility</p:attrName>
                                        </p:attrNameLst>
                                      </p:cBhvr>
                                      <p:to>
                                        <p:strVal val="visible"/>
                                      </p:to>
                                    </p:set>
                                    <p:animEffect transition="in" filter="fade">
                                      <p:cBhvr>
                                        <p:cTn id="28"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25" grpId="0" animBg="1"/>
      <p:bldP spid="24" grpId="0"/>
      <p:bldP spid="5" grpId="0"/>
    </p:bld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rot="10800000">
            <a:off x="0" y="2068849"/>
            <a:ext cx="4577354" cy="3279045"/>
            <a:chOff x="3550646" y="1995463"/>
            <a:chExt cx="4577354" cy="3279045"/>
          </a:xfrm>
        </p:grpSpPr>
        <p:sp>
          <p:nvSpPr>
            <p:cNvPr id="16" name="Freeform 9"/>
            <p:cNvSpPr>
              <a:spLocks/>
            </p:cNvSpPr>
            <p:nvPr/>
          </p:nvSpPr>
          <p:spPr bwMode="auto">
            <a:xfrm rot="13500000">
              <a:off x="3550645" y="3134567"/>
              <a:ext cx="2139941" cy="2139940"/>
            </a:xfrm>
            <a:custGeom>
              <a:avLst/>
              <a:gdLst>
                <a:gd name="T0" fmla="*/ 107 w 728"/>
                <a:gd name="T1" fmla="*/ 621 h 727"/>
                <a:gd name="T2" fmla="*/ 364 w 728"/>
                <a:gd name="T3" fmla="*/ 727 h 727"/>
                <a:gd name="T4" fmla="*/ 364 w 728"/>
                <a:gd name="T5" fmla="*/ 556 h 727"/>
                <a:gd name="T6" fmla="*/ 228 w 728"/>
                <a:gd name="T7" fmla="*/ 499 h 727"/>
                <a:gd name="T8" fmla="*/ 172 w 728"/>
                <a:gd name="T9" fmla="*/ 363 h 727"/>
                <a:gd name="T10" fmla="*/ 228 w 728"/>
                <a:gd name="T11" fmla="*/ 227 h 727"/>
                <a:gd name="T12" fmla="*/ 364 w 728"/>
                <a:gd name="T13" fmla="*/ 171 h 727"/>
                <a:gd name="T14" fmla="*/ 500 w 728"/>
                <a:gd name="T15" fmla="*/ 227 h 727"/>
                <a:gd name="T16" fmla="*/ 556 w 728"/>
                <a:gd name="T17" fmla="*/ 363 h 727"/>
                <a:gd name="T18" fmla="*/ 728 w 728"/>
                <a:gd name="T19" fmla="*/ 363 h 727"/>
                <a:gd name="T20" fmla="*/ 621 w 728"/>
                <a:gd name="T21" fmla="*/ 106 h 727"/>
                <a:gd name="T22" fmla="*/ 364 w 728"/>
                <a:gd name="T23" fmla="*/ 0 h 727"/>
                <a:gd name="T24" fmla="*/ 107 w 728"/>
                <a:gd name="T25" fmla="*/ 106 h 727"/>
                <a:gd name="T26" fmla="*/ 0 w 728"/>
                <a:gd name="T27" fmla="*/ 363 h 727"/>
                <a:gd name="T28" fmla="*/ 107 w 728"/>
                <a:gd name="T29" fmla="*/ 621 h 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28" h="727">
                  <a:moveTo>
                    <a:pt x="107" y="621"/>
                  </a:moveTo>
                  <a:cubicBezTo>
                    <a:pt x="176" y="689"/>
                    <a:pt x="267" y="727"/>
                    <a:pt x="364" y="727"/>
                  </a:cubicBezTo>
                  <a:cubicBezTo>
                    <a:pt x="364" y="556"/>
                    <a:pt x="364" y="556"/>
                    <a:pt x="364" y="556"/>
                  </a:cubicBezTo>
                  <a:cubicBezTo>
                    <a:pt x="313" y="556"/>
                    <a:pt x="264" y="536"/>
                    <a:pt x="228" y="499"/>
                  </a:cubicBezTo>
                  <a:cubicBezTo>
                    <a:pt x="192" y="463"/>
                    <a:pt x="172" y="415"/>
                    <a:pt x="172" y="363"/>
                  </a:cubicBezTo>
                  <a:cubicBezTo>
                    <a:pt x="172" y="312"/>
                    <a:pt x="192" y="264"/>
                    <a:pt x="228" y="227"/>
                  </a:cubicBezTo>
                  <a:cubicBezTo>
                    <a:pt x="264" y="191"/>
                    <a:pt x="313" y="171"/>
                    <a:pt x="364" y="171"/>
                  </a:cubicBezTo>
                  <a:cubicBezTo>
                    <a:pt x="415" y="171"/>
                    <a:pt x="464" y="191"/>
                    <a:pt x="500" y="227"/>
                  </a:cubicBezTo>
                  <a:cubicBezTo>
                    <a:pt x="536" y="264"/>
                    <a:pt x="556" y="312"/>
                    <a:pt x="556" y="363"/>
                  </a:cubicBezTo>
                  <a:cubicBezTo>
                    <a:pt x="728" y="363"/>
                    <a:pt x="728" y="363"/>
                    <a:pt x="728" y="363"/>
                  </a:cubicBezTo>
                  <a:cubicBezTo>
                    <a:pt x="728" y="266"/>
                    <a:pt x="690" y="175"/>
                    <a:pt x="621" y="106"/>
                  </a:cubicBezTo>
                  <a:cubicBezTo>
                    <a:pt x="553" y="38"/>
                    <a:pt x="461" y="0"/>
                    <a:pt x="364" y="0"/>
                  </a:cubicBezTo>
                  <a:cubicBezTo>
                    <a:pt x="267" y="0"/>
                    <a:pt x="176" y="38"/>
                    <a:pt x="107" y="106"/>
                  </a:cubicBezTo>
                  <a:cubicBezTo>
                    <a:pt x="38" y="175"/>
                    <a:pt x="0" y="266"/>
                    <a:pt x="0" y="363"/>
                  </a:cubicBezTo>
                  <a:cubicBezTo>
                    <a:pt x="0" y="461"/>
                    <a:pt x="38" y="552"/>
                    <a:pt x="107" y="621"/>
                  </a:cubicBezTo>
                  <a:close/>
                </a:path>
              </a:pathLst>
            </a:custGeom>
            <a:solidFill>
              <a:srgbClr val="FF0000"/>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Calibri" panose="020F0502020204030204"/>
                <a:cs typeface="+mn-cs"/>
              </a:endParaRPr>
            </a:p>
          </p:txBody>
        </p:sp>
        <p:sp>
          <p:nvSpPr>
            <p:cNvPr id="17" name="Freeform 9"/>
            <p:cNvSpPr>
              <a:spLocks/>
            </p:cNvSpPr>
            <p:nvPr/>
          </p:nvSpPr>
          <p:spPr bwMode="auto">
            <a:xfrm rot="13500000">
              <a:off x="5887180" y="3134568"/>
              <a:ext cx="2139941" cy="2139940"/>
            </a:xfrm>
            <a:custGeom>
              <a:avLst/>
              <a:gdLst>
                <a:gd name="T0" fmla="*/ 107 w 728"/>
                <a:gd name="T1" fmla="*/ 621 h 727"/>
                <a:gd name="T2" fmla="*/ 364 w 728"/>
                <a:gd name="T3" fmla="*/ 727 h 727"/>
                <a:gd name="T4" fmla="*/ 364 w 728"/>
                <a:gd name="T5" fmla="*/ 556 h 727"/>
                <a:gd name="T6" fmla="*/ 228 w 728"/>
                <a:gd name="T7" fmla="*/ 499 h 727"/>
                <a:gd name="T8" fmla="*/ 172 w 728"/>
                <a:gd name="T9" fmla="*/ 363 h 727"/>
                <a:gd name="T10" fmla="*/ 228 w 728"/>
                <a:gd name="T11" fmla="*/ 227 h 727"/>
                <a:gd name="T12" fmla="*/ 364 w 728"/>
                <a:gd name="T13" fmla="*/ 171 h 727"/>
                <a:gd name="T14" fmla="*/ 500 w 728"/>
                <a:gd name="T15" fmla="*/ 227 h 727"/>
                <a:gd name="T16" fmla="*/ 556 w 728"/>
                <a:gd name="T17" fmla="*/ 363 h 727"/>
                <a:gd name="T18" fmla="*/ 728 w 728"/>
                <a:gd name="T19" fmla="*/ 363 h 727"/>
                <a:gd name="T20" fmla="*/ 621 w 728"/>
                <a:gd name="T21" fmla="*/ 106 h 727"/>
                <a:gd name="T22" fmla="*/ 364 w 728"/>
                <a:gd name="T23" fmla="*/ 0 h 727"/>
                <a:gd name="T24" fmla="*/ 107 w 728"/>
                <a:gd name="T25" fmla="*/ 106 h 727"/>
                <a:gd name="T26" fmla="*/ 0 w 728"/>
                <a:gd name="T27" fmla="*/ 363 h 727"/>
                <a:gd name="T28" fmla="*/ 107 w 728"/>
                <a:gd name="T29" fmla="*/ 621 h 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28" h="727">
                  <a:moveTo>
                    <a:pt x="107" y="621"/>
                  </a:moveTo>
                  <a:cubicBezTo>
                    <a:pt x="176" y="689"/>
                    <a:pt x="267" y="727"/>
                    <a:pt x="364" y="727"/>
                  </a:cubicBezTo>
                  <a:cubicBezTo>
                    <a:pt x="364" y="556"/>
                    <a:pt x="364" y="556"/>
                    <a:pt x="364" y="556"/>
                  </a:cubicBezTo>
                  <a:cubicBezTo>
                    <a:pt x="313" y="556"/>
                    <a:pt x="264" y="536"/>
                    <a:pt x="228" y="499"/>
                  </a:cubicBezTo>
                  <a:cubicBezTo>
                    <a:pt x="192" y="463"/>
                    <a:pt x="172" y="415"/>
                    <a:pt x="172" y="363"/>
                  </a:cubicBezTo>
                  <a:cubicBezTo>
                    <a:pt x="172" y="312"/>
                    <a:pt x="192" y="264"/>
                    <a:pt x="228" y="227"/>
                  </a:cubicBezTo>
                  <a:cubicBezTo>
                    <a:pt x="264" y="191"/>
                    <a:pt x="313" y="171"/>
                    <a:pt x="364" y="171"/>
                  </a:cubicBezTo>
                  <a:cubicBezTo>
                    <a:pt x="415" y="171"/>
                    <a:pt x="464" y="191"/>
                    <a:pt x="500" y="227"/>
                  </a:cubicBezTo>
                  <a:cubicBezTo>
                    <a:pt x="536" y="264"/>
                    <a:pt x="556" y="312"/>
                    <a:pt x="556" y="363"/>
                  </a:cubicBezTo>
                  <a:cubicBezTo>
                    <a:pt x="728" y="363"/>
                    <a:pt x="728" y="363"/>
                    <a:pt x="728" y="363"/>
                  </a:cubicBezTo>
                  <a:cubicBezTo>
                    <a:pt x="728" y="266"/>
                    <a:pt x="690" y="175"/>
                    <a:pt x="621" y="106"/>
                  </a:cubicBezTo>
                  <a:cubicBezTo>
                    <a:pt x="553" y="38"/>
                    <a:pt x="461" y="0"/>
                    <a:pt x="364" y="0"/>
                  </a:cubicBezTo>
                  <a:cubicBezTo>
                    <a:pt x="267" y="0"/>
                    <a:pt x="176" y="38"/>
                    <a:pt x="107" y="106"/>
                  </a:cubicBezTo>
                  <a:cubicBezTo>
                    <a:pt x="38" y="175"/>
                    <a:pt x="0" y="266"/>
                    <a:pt x="0" y="363"/>
                  </a:cubicBezTo>
                  <a:cubicBezTo>
                    <a:pt x="0" y="461"/>
                    <a:pt x="38" y="552"/>
                    <a:pt x="107" y="621"/>
                  </a:cubicBezTo>
                  <a:close/>
                </a:path>
              </a:pathLst>
            </a:custGeom>
            <a:solidFill>
              <a:srgbClr val="7030A0"/>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Calibri" panose="020F0502020204030204"/>
                <a:cs typeface="+mn-cs"/>
              </a:endParaRPr>
            </a:p>
          </p:txBody>
        </p:sp>
        <p:sp>
          <p:nvSpPr>
            <p:cNvPr id="18" name="Freeform 9"/>
            <p:cNvSpPr>
              <a:spLocks/>
            </p:cNvSpPr>
            <p:nvPr/>
          </p:nvSpPr>
          <p:spPr bwMode="auto">
            <a:xfrm rot="2700000">
              <a:off x="4715640" y="1995463"/>
              <a:ext cx="2139941" cy="2139941"/>
            </a:xfrm>
            <a:custGeom>
              <a:avLst/>
              <a:gdLst>
                <a:gd name="T0" fmla="*/ 107 w 728"/>
                <a:gd name="T1" fmla="*/ 621 h 727"/>
                <a:gd name="T2" fmla="*/ 364 w 728"/>
                <a:gd name="T3" fmla="*/ 727 h 727"/>
                <a:gd name="T4" fmla="*/ 364 w 728"/>
                <a:gd name="T5" fmla="*/ 556 h 727"/>
                <a:gd name="T6" fmla="*/ 228 w 728"/>
                <a:gd name="T7" fmla="*/ 499 h 727"/>
                <a:gd name="T8" fmla="*/ 172 w 728"/>
                <a:gd name="T9" fmla="*/ 363 h 727"/>
                <a:gd name="T10" fmla="*/ 228 w 728"/>
                <a:gd name="T11" fmla="*/ 227 h 727"/>
                <a:gd name="T12" fmla="*/ 364 w 728"/>
                <a:gd name="T13" fmla="*/ 171 h 727"/>
                <a:gd name="T14" fmla="*/ 500 w 728"/>
                <a:gd name="T15" fmla="*/ 227 h 727"/>
                <a:gd name="T16" fmla="*/ 556 w 728"/>
                <a:gd name="T17" fmla="*/ 363 h 727"/>
                <a:gd name="T18" fmla="*/ 728 w 728"/>
                <a:gd name="T19" fmla="*/ 363 h 727"/>
                <a:gd name="T20" fmla="*/ 621 w 728"/>
                <a:gd name="T21" fmla="*/ 106 h 727"/>
                <a:gd name="T22" fmla="*/ 364 w 728"/>
                <a:gd name="T23" fmla="*/ 0 h 727"/>
                <a:gd name="T24" fmla="*/ 107 w 728"/>
                <a:gd name="T25" fmla="*/ 106 h 727"/>
                <a:gd name="T26" fmla="*/ 0 w 728"/>
                <a:gd name="T27" fmla="*/ 363 h 727"/>
                <a:gd name="T28" fmla="*/ 107 w 728"/>
                <a:gd name="T29" fmla="*/ 621 h 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28" h="727">
                  <a:moveTo>
                    <a:pt x="107" y="621"/>
                  </a:moveTo>
                  <a:cubicBezTo>
                    <a:pt x="176" y="689"/>
                    <a:pt x="267" y="727"/>
                    <a:pt x="364" y="727"/>
                  </a:cubicBezTo>
                  <a:cubicBezTo>
                    <a:pt x="364" y="556"/>
                    <a:pt x="364" y="556"/>
                    <a:pt x="364" y="556"/>
                  </a:cubicBezTo>
                  <a:cubicBezTo>
                    <a:pt x="313" y="556"/>
                    <a:pt x="264" y="536"/>
                    <a:pt x="228" y="499"/>
                  </a:cubicBezTo>
                  <a:cubicBezTo>
                    <a:pt x="192" y="463"/>
                    <a:pt x="172" y="415"/>
                    <a:pt x="172" y="363"/>
                  </a:cubicBezTo>
                  <a:cubicBezTo>
                    <a:pt x="172" y="312"/>
                    <a:pt x="192" y="264"/>
                    <a:pt x="228" y="227"/>
                  </a:cubicBezTo>
                  <a:cubicBezTo>
                    <a:pt x="264" y="191"/>
                    <a:pt x="313" y="171"/>
                    <a:pt x="364" y="171"/>
                  </a:cubicBezTo>
                  <a:cubicBezTo>
                    <a:pt x="415" y="171"/>
                    <a:pt x="464" y="191"/>
                    <a:pt x="500" y="227"/>
                  </a:cubicBezTo>
                  <a:cubicBezTo>
                    <a:pt x="536" y="264"/>
                    <a:pt x="556" y="312"/>
                    <a:pt x="556" y="363"/>
                  </a:cubicBezTo>
                  <a:cubicBezTo>
                    <a:pt x="728" y="363"/>
                    <a:pt x="728" y="363"/>
                    <a:pt x="728" y="363"/>
                  </a:cubicBezTo>
                  <a:cubicBezTo>
                    <a:pt x="728" y="266"/>
                    <a:pt x="690" y="175"/>
                    <a:pt x="621" y="106"/>
                  </a:cubicBezTo>
                  <a:cubicBezTo>
                    <a:pt x="553" y="38"/>
                    <a:pt x="461" y="0"/>
                    <a:pt x="364" y="0"/>
                  </a:cubicBezTo>
                  <a:cubicBezTo>
                    <a:pt x="267" y="0"/>
                    <a:pt x="176" y="38"/>
                    <a:pt x="107" y="106"/>
                  </a:cubicBezTo>
                  <a:cubicBezTo>
                    <a:pt x="38" y="175"/>
                    <a:pt x="0" y="266"/>
                    <a:pt x="0" y="363"/>
                  </a:cubicBezTo>
                  <a:cubicBezTo>
                    <a:pt x="0" y="461"/>
                    <a:pt x="38" y="552"/>
                    <a:pt x="107" y="621"/>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Calibri" panose="020F0502020204030204"/>
                <a:cs typeface="+mn-cs"/>
              </a:endParaRPr>
            </a:p>
          </p:txBody>
        </p:sp>
        <p:sp>
          <p:nvSpPr>
            <p:cNvPr id="19" name="Freeform 18"/>
            <p:cNvSpPr/>
            <p:nvPr/>
          </p:nvSpPr>
          <p:spPr>
            <a:xfrm rot="10800000">
              <a:off x="7063011" y="1995634"/>
              <a:ext cx="1064989" cy="1826383"/>
            </a:xfrm>
            <a:custGeom>
              <a:avLst/>
              <a:gdLst>
                <a:gd name="connsiteX0" fmla="*/ 825115 w 1169415"/>
                <a:gd name="connsiteY0" fmla="*/ 0 h 2005467"/>
                <a:gd name="connsiteX1" fmla="*/ 1169415 w 1169415"/>
                <a:gd name="connsiteY1" fmla="*/ 828820 h 2005467"/>
                <a:gd name="connsiteX2" fmla="*/ 823972 w 1169415"/>
                <a:gd name="connsiteY2" fmla="*/ 1662681 h 2005467"/>
                <a:gd name="connsiteX3" fmla="*/ 109526 w 1169415"/>
                <a:gd name="connsiteY3" fmla="*/ 2000123 h 2005467"/>
                <a:gd name="connsiteX4" fmla="*/ 0 w 1169415"/>
                <a:gd name="connsiteY4" fmla="*/ 2005467 h 2005467"/>
                <a:gd name="connsiteX5" fmla="*/ 0 w 1169415"/>
                <a:gd name="connsiteY5" fmla="*/ 1452354 h 2005467"/>
                <a:gd name="connsiteX6" fmla="*/ 115260 w 1169415"/>
                <a:gd name="connsiteY6" fmla="*/ 1439917 h 2005467"/>
                <a:gd name="connsiteX7" fmla="*/ 431411 w 1169415"/>
                <a:gd name="connsiteY7" fmla="*/ 1270120 h 2005467"/>
                <a:gd name="connsiteX8" fmla="*/ 614425 w 1169415"/>
                <a:gd name="connsiteY8" fmla="*/ 831485 h 2005467"/>
                <a:gd name="connsiteX9" fmla="*/ 434299 w 1169415"/>
                <a:gd name="connsiteY9" fmla="*/ 390816 h 2005467"/>
                <a:gd name="connsiteX10" fmla="*/ 825115 w 1169415"/>
                <a:gd name="connsiteY10" fmla="*/ 0 h 2005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69415" h="2005467">
                  <a:moveTo>
                    <a:pt x="825115" y="0"/>
                  </a:moveTo>
                  <a:cubicBezTo>
                    <a:pt x="1046501" y="221386"/>
                    <a:pt x="1167346" y="515926"/>
                    <a:pt x="1169415" y="828820"/>
                  </a:cubicBezTo>
                  <a:cubicBezTo>
                    <a:pt x="1169198" y="1143998"/>
                    <a:pt x="1047949" y="1438705"/>
                    <a:pt x="823972" y="1662681"/>
                  </a:cubicBezTo>
                  <a:cubicBezTo>
                    <a:pt x="629993" y="1856661"/>
                    <a:pt x="380111" y="1973740"/>
                    <a:pt x="109526" y="2000123"/>
                  </a:cubicBezTo>
                  <a:lnTo>
                    <a:pt x="0" y="2005467"/>
                  </a:lnTo>
                  <a:lnTo>
                    <a:pt x="0" y="1452354"/>
                  </a:lnTo>
                  <a:lnTo>
                    <a:pt x="115260" y="1439917"/>
                  </a:lnTo>
                  <a:cubicBezTo>
                    <a:pt x="234753" y="1415426"/>
                    <a:pt x="343992" y="1357539"/>
                    <a:pt x="431411" y="1270120"/>
                  </a:cubicBezTo>
                  <a:cubicBezTo>
                    <a:pt x="550256" y="1151275"/>
                    <a:pt x="614312" y="995926"/>
                    <a:pt x="614425" y="831485"/>
                  </a:cubicBezTo>
                  <a:cubicBezTo>
                    <a:pt x="616823" y="664759"/>
                    <a:pt x="550698" y="507215"/>
                    <a:pt x="434299" y="390816"/>
                  </a:cubicBezTo>
                  <a:cubicBezTo>
                    <a:pt x="434299" y="390816"/>
                    <a:pt x="434299" y="390816"/>
                    <a:pt x="825115" y="0"/>
                  </a:cubicBez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a:solidFill>
                  <a:prstClr val="white"/>
                </a:solidFill>
              </a:endParaRPr>
            </a:p>
          </p:txBody>
        </p:sp>
      </p:grpSp>
      <p:grpSp>
        <p:nvGrpSpPr>
          <p:cNvPr id="21" name="Group 20"/>
          <p:cNvGrpSpPr/>
          <p:nvPr/>
        </p:nvGrpSpPr>
        <p:grpSpPr>
          <a:xfrm>
            <a:off x="3710673" y="3554584"/>
            <a:ext cx="599208" cy="492388"/>
            <a:chOff x="7836195" y="3464708"/>
            <a:chExt cx="599208" cy="492388"/>
          </a:xfrm>
        </p:grpSpPr>
        <p:sp>
          <p:nvSpPr>
            <p:cNvPr id="22" name="Oval 21"/>
            <p:cNvSpPr/>
            <p:nvPr/>
          </p:nvSpPr>
          <p:spPr>
            <a:xfrm rot="2700000">
              <a:off x="7882236" y="3464708"/>
              <a:ext cx="492388" cy="492388"/>
            </a:xfrm>
            <a:prstGeom prst="ellipse">
              <a:avLst/>
            </a:prstGeom>
            <a:solidFill>
              <a:srgbClr val="FF0000"/>
            </a:solidFill>
            <a:ln w="50800">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a:solidFill>
                  <a:srgbClr val="4E9F8E"/>
                </a:solidFill>
              </a:endParaRPr>
            </a:p>
          </p:txBody>
        </p:sp>
        <p:sp>
          <p:nvSpPr>
            <p:cNvPr id="23" name="TextBox 22"/>
            <p:cNvSpPr txBox="1"/>
            <p:nvPr/>
          </p:nvSpPr>
          <p:spPr>
            <a:xfrm>
              <a:off x="7836195" y="3551319"/>
              <a:ext cx="599208" cy="338554"/>
            </a:xfrm>
            <a:prstGeom prst="rect">
              <a:avLst/>
            </a:prstGeom>
            <a:noFill/>
          </p:spPr>
          <p:txBody>
            <a:bodyPr wrap="square" rtlCol="0">
              <a:spAutoFit/>
            </a:bodyPr>
            <a:lstStyle/>
            <a:p>
              <a:pPr algn="ctr" fontAlgn="auto">
                <a:spcBef>
                  <a:spcPts val="0"/>
                </a:spcBef>
                <a:spcAft>
                  <a:spcPts val="0"/>
                </a:spcAft>
              </a:pPr>
              <a:r>
                <a:rPr lang="id-ID" sz="1600" b="1" dirty="0" smtClean="0">
                  <a:solidFill>
                    <a:prstClr val="white">
                      <a:lumMod val="95000"/>
                    </a:prstClr>
                  </a:solidFill>
                  <a:latin typeface="Diavlo Medium" panose="02000000000000000000" pitchFamily="50" charset="0"/>
                  <a:ea typeface="Roboto" panose="02000000000000000000" pitchFamily="2" charset="0"/>
                  <a:cs typeface="+mn-cs"/>
                </a:rPr>
                <a:t>03</a:t>
              </a:r>
              <a:endParaRPr lang="id-ID" b="1" dirty="0">
                <a:solidFill>
                  <a:prstClr val="white">
                    <a:lumMod val="95000"/>
                  </a:prstClr>
                </a:solidFill>
                <a:latin typeface="Diavlo Medium" panose="02000000000000000000" pitchFamily="50" charset="0"/>
                <a:ea typeface="Roboto" panose="02000000000000000000" pitchFamily="2" charset="0"/>
                <a:cs typeface="+mn-cs"/>
              </a:endParaRPr>
            </a:p>
          </p:txBody>
        </p:sp>
      </p:grpSp>
      <p:grpSp>
        <p:nvGrpSpPr>
          <p:cNvPr id="24" name="Group 23"/>
          <p:cNvGrpSpPr/>
          <p:nvPr/>
        </p:nvGrpSpPr>
        <p:grpSpPr>
          <a:xfrm>
            <a:off x="2027468" y="5064885"/>
            <a:ext cx="599208" cy="492388"/>
            <a:chOff x="9545610" y="1955599"/>
            <a:chExt cx="599208" cy="492388"/>
          </a:xfrm>
        </p:grpSpPr>
        <p:sp>
          <p:nvSpPr>
            <p:cNvPr id="25" name="Oval 24"/>
            <p:cNvSpPr/>
            <p:nvPr/>
          </p:nvSpPr>
          <p:spPr>
            <a:xfrm rot="2700000">
              <a:off x="9603416" y="1955599"/>
              <a:ext cx="492388" cy="492388"/>
            </a:xfrm>
            <a:prstGeom prst="ellipse">
              <a:avLst/>
            </a:prstGeom>
            <a:solidFill>
              <a:schemeClr val="accent4"/>
            </a:solidFill>
            <a:ln w="50800">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a:solidFill>
                  <a:prstClr val="white"/>
                </a:solidFill>
              </a:endParaRPr>
            </a:p>
          </p:txBody>
        </p:sp>
        <p:sp>
          <p:nvSpPr>
            <p:cNvPr id="26" name="TextBox 25"/>
            <p:cNvSpPr txBox="1"/>
            <p:nvPr/>
          </p:nvSpPr>
          <p:spPr>
            <a:xfrm>
              <a:off x="9545610" y="2034116"/>
              <a:ext cx="599208" cy="338554"/>
            </a:xfrm>
            <a:prstGeom prst="rect">
              <a:avLst/>
            </a:prstGeom>
            <a:noFill/>
          </p:spPr>
          <p:txBody>
            <a:bodyPr wrap="square" rtlCol="0">
              <a:spAutoFit/>
            </a:bodyPr>
            <a:lstStyle/>
            <a:p>
              <a:pPr algn="ctr" fontAlgn="auto">
                <a:spcBef>
                  <a:spcPts val="0"/>
                </a:spcBef>
                <a:spcAft>
                  <a:spcPts val="0"/>
                </a:spcAft>
              </a:pPr>
              <a:r>
                <a:rPr lang="id-ID" sz="1600" b="1" dirty="0" smtClean="0">
                  <a:solidFill>
                    <a:prstClr val="white">
                      <a:lumMod val="95000"/>
                    </a:prstClr>
                  </a:solidFill>
                  <a:latin typeface="Diavlo Medium" panose="02000000000000000000" pitchFamily="50" charset="0"/>
                  <a:ea typeface="Roboto" panose="02000000000000000000" pitchFamily="2" charset="0"/>
                  <a:cs typeface="+mn-cs"/>
                </a:rPr>
                <a:t>02</a:t>
              </a:r>
              <a:endParaRPr lang="id-ID" b="1" dirty="0">
                <a:solidFill>
                  <a:prstClr val="white">
                    <a:lumMod val="95000"/>
                  </a:prstClr>
                </a:solidFill>
                <a:latin typeface="Diavlo Medium" panose="02000000000000000000" pitchFamily="50" charset="0"/>
                <a:ea typeface="Roboto" panose="02000000000000000000" pitchFamily="2" charset="0"/>
                <a:cs typeface="+mn-cs"/>
              </a:endParaRPr>
            </a:p>
          </p:txBody>
        </p:sp>
      </p:grpSp>
      <p:grpSp>
        <p:nvGrpSpPr>
          <p:cNvPr id="27" name="Group 26"/>
          <p:cNvGrpSpPr/>
          <p:nvPr/>
        </p:nvGrpSpPr>
        <p:grpSpPr>
          <a:xfrm>
            <a:off x="870644" y="1868824"/>
            <a:ext cx="599208" cy="492388"/>
            <a:chOff x="10716797" y="5108091"/>
            <a:chExt cx="599208" cy="492388"/>
          </a:xfrm>
        </p:grpSpPr>
        <p:sp>
          <p:nvSpPr>
            <p:cNvPr id="28" name="Oval 27"/>
            <p:cNvSpPr/>
            <p:nvPr/>
          </p:nvSpPr>
          <p:spPr>
            <a:xfrm rot="5191545">
              <a:off x="10774955" y="5108091"/>
              <a:ext cx="492388" cy="492388"/>
            </a:xfrm>
            <a:prstGeom prst="ellipse">
              <a:avLst/>
            </a:prstGeom>
            <a:solidFill>
              <a:srgbClr val="7030A0"/>
            </a:solidFill>
            <a:ln w="50800">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a:solidFill>
                  <a:prstClr val="white"/>
                </a:solidFill>
              </a:endParaRPr>
            </a:p>
          </p:txBody>
        </p:sp>
        <p:sp>
          <p:nvSpPr>
            <p:cNvPr id="30" name="TextBox 29"/>
            <p:cNvSpPr txBox="1"/>
            <p:nvPr/>
          </p:nvSpPr>
          <p:spPr>
            <a:xfrm>
              <a:off x="10716797" y="5178591"/>
              <a:ext cx="599208" cy="338554"/>
            </a:xfrm>
            <a:prstGeom prst="rect">
              <a:avLst/>
            </a:prstGeom>
            <a:noFill/>
          </p:spPr>
          <p:txBody>
            <a:bodyPr wrap="square" rtlCol="0">
              <a:spAutoFit/>
            </a:bodyPr>
            <a:lstStyle/>
            <a:p>
              <a:pPr algn="ctr" fontAlgn="auto">
                <a:spcBef>
                  <a:spcPts val="0"/>
                </a:spcBef>
                <a:spcAft>
                  <a:spcPts val="0"/>
                </a:spcAft>
              </a:pPr>
              <a:r>
                <a:rPr lang="id-ID" sz="1600" b="1" dirty="0" smtClean="0">
                  <a:solidFill>
                    <a:prstClr val="white">
                      <a:lumMod val="95000"/>
                    </a:prstClr>
                  </a:solidFill>
                  <a:latin typeface="Diavlo Medium" panose="02000000000000000000" pitchFamily="50" charset="0"/>
                  <a:ea typeface="Roboto" panose="02000000000000000000" pitchFamily="2" charset="0"/>
                  <a:cs typeface="+mn-cs"/>
                </a:rPr>
                <a:t>01</a:t>
              </a:r>
              <a:endParaRPr lang="id-ID" b="1" dirty="0">
                <a:solidFill>
                  <a:prstClr val="white">
                    <a:lumMod val="95000"/>
                  </a:prstClr>
                </a:solidFill>
                <a:latin typeface="Diavlo Medium" panose="02000000000000000000" pitchFamily="50" charset="0"/>
                <a:ea typeface="Roboto" panose="02000000000000000000" pitchFamily="2" charset="0"/>
                <a:cs typeface="+mn-cs"/>
              </a:endParaRPr>
            </a:p>
          </p:txBody>
        </p:sp>
      </p:grpSp>
      <p:sp>
        <p:nvSpPr>
          <p:cNvPr id="38" name="Straight Connector 37"/>
          <p:cNvSpPr/>
          <p:nvPr/>
        </p:nvSpPr>
        <p:spPr>
          <a:xfrm>
            <a:off x="2517966" y="5499470"/>
            <a:ext cx="7397692" cy="51151"/>
          </a:xfrm>
          <a:prstGeom prst="line">
            <a:avLst/>
          </a:prstGeom>
          <a:ln>
            <a:solidFill>
              <a:schemeClr val="accent4"/>
            </a:solidFill>
          </a:ln>
        </p:spPr>
        <p:style>
          <a:lnRef idx="2">
            <a:schemeClr val="accent2">
              <a:hueOff val="0"/>
              <a:satOff val="0"/>
              <a:lumOff val="0"/>
              <a:alphaOff val="0"/>
            </a:schemeClr>
          </a:lnRef>
          <a:fillRef idx="0">
            <a:schemeClr val="accent2">
              <a:hueOff val="0"/>
              <a:satOff val="0"/>
              <a:lumOff val="0"/>
              <a:alphaOff val="0"/>
            </a:schemeClr>
          </a:fillRef>
          <a:effectRef idx="0">
            <a:schemeClr val="accent2">
              <a:hueOff val="0"/>
              <a:satOff val="0"/>
              <a:lumOff val="0"/>
              <a:alphaOff val="0"/>
            </a:schemeClr>
          </a:effectRef>
          <a:fontRef idx="minor">
            <a:schemeClr val="tx1">
              <a:hueOff val="0"/>
              <a:satOff val="0"/>
              <a:lumOff val="0"/>
              <a:alphaOff val="0"/>
            </a:schemeClr>
          </a:fontRef>
        </p:style>
      </p:sp>
      <p:sp>
        <p:nvSpPr>
          <p:cNvPr id="39" name="Straight Connector 38"/>
          <p:cNvSpPr/>
          <p:nvPr/>
        </p:nvSpPr>
        <p:spPr>
          <a:xfrm>
            <a:off x="1435656" y="1961205"/>
            <a:ext cx="8927543" cy="0"/>
          </a:xfrm>
          <a:prstGeom prst="line">
            <a:avLst/>
          </a:prstGeom>
          <a:ln>
            <a:solidFill>
              <a:srgbClr val="7030A0"/>
            </a:solidFill>
          </a:ln>
        </p:spPr>
        <p:style>
          <a:lnRef idx="2">
            <a:schemeClr val="accent2">
              <a:hueOff val="0"/>
              <a:satOff val="0"/>
              <a:lumOff val="0"/>
              <a:alphaOff val="0"/>
            </a:schemeClr>
          </a:lnRef>
          <a:fillRef idx="0">
            <a:schemeClr val="accent2">
              <a:hueOff val="0"/>
              <a:satOff val="0"/>
              <a:lumOff val="0"/>
              <a:alphaOff val="0"/>
            </a:schemeClr>
          </a:fillRef>
          <a:effectRef idx="0">
            <a:schemeClr val="accent2">
              <a:hueOff val="0"/>
              <a:satOff val="0"/>
              <a:lumOff val="0"/>
              <a:alphaOff val="0"/>
            </a:schemeClr>
          </a:effectRef>
          <a:fontRef idx="minor">
            <a:schemeClr val="tx1">
              <a:hueOff val="0"/>
              <a:satOff val="0"/>
              <a:lumOff val="0"/>
              <a:alphaOff val="0"/>
            </a:schemeClr>
          </a:fontRef>
        </p:style>
      </p:sp>
      <p:sp>
        <p:nvSpPr>
          <p:cNvPr id="41" name="Straight Connector 40"/>
          <p:cNvSpPr/>
          <p:nvPr/>
        </p:nvSpPr>
        <p:spPr>
          <a:xfrm>
            <a:off x="4260712" y="3979749"/>
            <a:ext cx="5907316" cy="0"/>
          </a:xfrm>
          <a:prstGeom prst="line">
            <a:avLst/>
          </a:prstGeom>
          <a:ln>
            <a:solidFill>
              <a:srgbClr val="FF0000"/>
            </a:solidFill>
          </a:ln>
        </p:spPr>
        <p:style>
          <a:lnRef idx="2">
            <a:schemeClr val="accent2">
              <a:hueOff val="0"/>
              <a:satOff val="0"/>
              <a:lumOff val="0"/>
              <a:alphaOff val="0"/>
            </a:schemeClr>
          </a:lnRef>
          <a:fillRef idx="0">
            <a:schemeClr val="accent2">
              <a:hueOff val="0"/>
              <a:satOff val="0"/>
              <a:lumOff val="0"/>
              <a:alphaOff val="0"/>
            </a:schemeClr>
          </a:fillRef>
          <a:effectRef idx="0">
            <a:schemeClr val="accent2">
              <a:hueOff val="0"/>
              <a:satOff val="0"/>
              <a:lumOff val="0"/>
              <a:alphaOff val="0"/>
            </a:schemeClr>
          </a:effectRef>
          <a:fontRef idx="minor">
            <a:schemeClr val="tx1">
              <a:hueOff val="0"/>
              <a:satOff val="0"/>
              <a:lumOff val="0"/>
              <a:alphaOff val="0"/>
            </a:schemeClr>
          </a:fontRef>
        </p:style>
      </p:sp>
      <p:sp>
        <p:nvSpPr>
          <p:cNvPr id="42" name="Content Placeholder 2"/>
          <p:cNvSpPr txBox="1">
            <a:spLocks/>
          </p:cNvSpPr>
          <p:nvPr/>
        </p:nvSpPr>
        <p:spPr>
          <a:xfrm>
            <a:off x="4710097" y="2227252"/>
            <a:ext cx="7156295" cy="581437"/>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rtl="1" fontAlgn="auto">
              <a:buClr>
                <a:srgbClr val="5B9BD5">
                  <a:lumMod val="75000"/>
                </a:srgbClr>
              </a:buClr>
            </a:pPr>
            <a:r>
              <a:rPr lang="ar-SA" sz="2800" b="1" dirty="0" smtClean="0">
                <a:ea typeface="Roboto" panose="02000000000000000000" pitchFamily="2" charset="0"/>
              </a:rPr>
              <a:t>تخلي </a:t>
            </a:r>
            <a:r>
              <a:rPr lang="ar-SA" sz="2800" b="1" dirty="0">
                <a:ea typeface="Roboto" panose="02000000000000000000" pitchFamily="2" charset="0"/>
              </a:rPr>
              <a:t>المدارس عن الممارسات الغير فعالة وإعادة استثمار مكاسب الكفاءة في الدراسة أثناء التخطيط للتوسع الاستراتيجي.</a:t>
            </a:r>
            <a:endParaRPr lang="en-US" sz="2800" b="1" dirty="0">
              <a:ea typeface="Roboto" panose="02000000000000000000" pitchFamily="2" charset="0"/>
              <a:cs typeface="Arial" panose="020B0604020202020204" pitchFamily="34" charset="0"/>
            </a:endParaRPr>
          </a:p>
        </p:txBody>
      </p:sp>
      <p:sp>
        <p:nvSpPr>
          <p:cNvPr id="43" name="Content Placeholder 2"/>
          <p:cNvSpPr txBox="1">
            <a:spLocks/>
          </p:cNvSpPr>
          <p:nvPr/>
        </p:nvSpPr>
        <p:spPr>
          <a:xfrm>
            <a:off x="2626676" y="5568391"/>
            <a:ext cx="7092642" cy="561254"/>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rtl="1" fontAlgn="auto">
              <a:buClr>
                <a:srgbClr val="5B9BD5">
                  <a:lumMod val="75000"/>
                </a:srgbClr>
              </a:buClr>
            </a:pPr>
            <a:r>
              <a:rPr lang="ar-SA" sz="2800" b="1" dirty="0" smtClean="0">
                <a:ea typeface="Roboto" panose="02000000000000000000" pitchFamily="2" charset="0"/>
              </a:rPr>
              <a:t>الحاجة </a:t>
            </a:r>
            <a:r>
              <a:rPr lang="ar-SA" sz="2800" b="1" dirty="0">
                <a:ea typeface="Roboto" panose="02000000000000000000" pitchFamily="2" charset="0"/>
              </a:rPr>
              <a:t>إلى تدريب المعلمين وتطويرهم مهنيًا لكي يصبحوا قادرين على فهم التكنولوجيا والتعامل معها</a:t>
            </a:r>
            <a:endParaRPr lang="en-US" sz="2800" b="1" dirty="0">
              <a:ea typeface="Roboto" panose="02000000000000000000" pitchFamily="2" charset="0"/>
              <a:cs typeface="Arial" panose="020B0604020202020204" pitchFamily="34" charset="0"/>
            </a:endParaRPr>
          </a:p>
        </p:txBody>
      </p:sp>
      <p:sp>
        <p:nvSpPr>
          <p:cNvPr id="44" name="Content Placeholder 2"/>
          <p:cNvSpPr txBox="1">
            <a:spLocks/>
          </p:cNvSpPr>
          <p:nvPr/>
        </p:nvSpPr>
        <p:spPr>
          <a:xfrm>
            <a:off x="4351079" y="4076341"/>
            <a:ext cx="6412059" cy="485418"/>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rtl="1" fontAlgn="auto">
              <a:buClr>
                <a:srgbClr val="5B9BD5">
                  <a:lumMod val="75000"/>
                </a:srgbClr>
              </a:buClr>
            </a:pPr>
            <a:r>
              <a:rPr lang="ar-SA" sz="2800" b="1" dirty="0" smtClean="0">
                <a:ea typeface="Roboto" panose="02000000000000000000" pitchFamily="2" charset="0"/>
              </a:rPr>
              <a:t>التخلص </a:t>
            </a:r>
            <a:r>
              <a:rPr lang="ar-SA" sz="2800" b="1" dirty="0">
                <a:ea typeface="Roboto" panose="02000000000000000000" pitchFamily="2" charset="0"/>
              </a:rPr>
              <a:t>من برامج التطوير المهني غير الفعالة</a:t>
            </a:r>
            <a:endParaRPr lang="en-US" sz="2800" b="1" dirty="0">
              <a:ea typeface="Roboto" panose="02000000000000000000" pitchFamily="2" charset="0"/>
              <a:cs typeface="Arial" panose="020B0604020202020204" pitchFamily="34" charset="0"/>
            </a:endParaRPr>
          </a:p>
        </p:txBody>
      </p:sp>
      <p:sp>
        <p:nvSpPr>
          <p:cNvPr id="48" name="Rectangle 47"/>
          <p:cNvSpPr/>
          <p:nvPr/>
        </p:nvSpPr>
        <p:spPr>
          <a:xfrm rot="5400000">
            <a:off x="5239361" y="-5286205"/>
            <a:ext cx="1631713" cy="12192002"/>
          </a:xfrm>
          <a:prstGeom prst="rect">
            <a:avLst/>
          </a:prstGeom>
          <a:solidFill>
            <a:srgbClr val="E7E6E6">
              <a:lumMod val="25000"/>
            </a:srgbClr>
          </a:solidFill>
          <a:ln w="12700" cap="flat" cmpd="sng" algn="ctr">
            <a:noFill/>
            <a:prstDash val="solid"/>
            <a:miter lim="800000"/>
          </a:ln>
          <a:effectLst/>
        </p:spPr>
        <p:txBody>
          <a:bodyPr rtlCol="0" anchor="ctr"/>
          <a:lstStyle/>
          <a:p>
            <a:pPr algn="ctr" fontAlgn="auto">
              <a:spcBef>
                <a:spcPts val="0"/>
              </a:spcBef>
              <a:spcAft>
                <a:spcPts val="0"/>
              </a:spcAft>
            </a:pPr>
            <a:endParaRPr lang="en-AU" kern="0" smtClean="0">
              <a:solidFill>
                <a:prstClr val="white"/>
              </a:solidFill>
              <a:latin typeface="Roboto Lt"/>
            </a:endParaRPr>
          </a:p>
        </p:txBody>
      </p:sp>
      <p:sp>
        <p:nvSpPr>
          <p:cNvPr id="49" name="TextBox 48"/>
          <p:cNvSpPr txBox="1"/>
          <p:nvPr/>
        </p:nvSpPr>
        <p:spPr>
          <a:xfrm>
            <a:off x="1902320" y="507971"/>
            <a:ext cx="9294641" cy="615553"/>
          </a:xfrm>
          <a:prstGeom prst="rect">
            <a:avLst/>
          </a:prstGeom>
          <a:noFill/>
        </p:spPr>
        <p:txBody>
          <a:bodyPr wrap="square" lIns="0" tIns="0" rIns="0" bIns="0" rtlCol="0">
            <a:spAutoFit/>
          </a:bodyPr>
          <a:lstStyle/>
          <a:p>
            <a:pPr algn="r" rtl="1" fontAlgn="auto">
              <a:spcBef>
                <a:spcPts val="0"/>
              </a:spcBef>
              <a:spcAft>
                <a:spcPts val="0"/>
              </a:spcAft>
            </a:pPr>
            <a:r>
              <a:rPr lang="ar-SA" sz="4000" b="1" i="1" dirty="0" smtClean="0">
                <a:solidFill>
                  <a:prstClr val="white"/>
                </a:solidFill>
                <a:latin typeface="Source Sans Pro" panose="020B0503030403020204" pitchFamily="34" charset="0"/>
                <a:cs typeface="Clear Sans" panose="020B0503030202020304" pitchFamily="34" charset="0"/>
              </a:rPr>
              <a:t>أ</a:t>
            </a:r>
            <a:r>
              <a:rPr lang="en-US" sz="4000" b="1" i="1" dirty="0" smtClean="0">
                <a:solidFill>
                  <a:prstClr val="white"/>
                </a:solidFill>
                <a:latin typeface="Source Sans Pro" panose="020B0503030403020204" pitchFamily="34" charset="0"/>
                <a:cs typeface="Clear Sans" panose="020B0503030202020304" pitchFamily="34" charset="0"/>
              </a:rPr>
              <a:t>-</a:t>
            </a:r>
            <a:r>
              <a:rPr lang="ar-SA" sz="4000" b="1" i="1" dirty="0" smtClean="0">
                <a:solidFill>
                  <a:prstClr val="white"/>
                </a:solidFill>
                <a:latin typeface="Source Sans Pro" panose="020B0503030403020204" pitchFamily="34" charset="0"/>
                <a:cs typeface="Clear Sans" panose="020B0503030202020304" pitchFamily="34" charset="0"/>
              </a:rPr>
              <a:t> متطلبات </a:t>
            </a:r>
            <a:r>
              <a:rPr lang="ar-SA" sz="4000" b="1" i="1" dirty="0">
                <a:solidFill>
                  <a:prstClr val="white"/>
                </a:solidFill>
                <a:latin typeface="Source Sans Pro" panose="020B0503030403020204" pitchFamily="34" charset="0"/>
                <a:cs typeface="Clear Sans" panose="020B0503030202020304" pitchFamily="34" charset="0"/>
              </a:rPr>
              <a:t>تكنولوجيا التعليم من أجل المستقبل</a:t>
            </a:r>
            <a:endParaRPr lang="id-ID" sz="4000" b="1" i="1" dirty="0">
              <a:solidFill>
                <a:prstClr val="white"/>
              </a:solidFill>
              <a:latin typeface="Source Sans Pro" panose="020B0503030403020204" pitchFamily="34" charset="0"/>
              <a:cs typeface="Clear Sans" panose="020B0503030202020304" pitchFamily="34" charset="0"/>
            </a:endParaRPr>
          </a:p>
        </p:txBody>
      </p:sp>
    </p:spTree>
    <p:extLst>
      <p:ext uri="{BB962C8B-B14F-4D97-AF65-F5344CB8AC3E}">
        <p14:creationId xmlns:p14="http://schemas.microsoft.com/office/powerpoint/2010/main" val="347148895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grpId="0" nodeType="afterEffect">
                                  <p:stCondLst>
                                    <p:cond delay="0"/>
                                  </p:stCondLst>
                                  <p:childTnLst>
                                    <p:set>
                                      <p:cBhvr>
                                        <p:cTn id="6" dur="1" fill="hold">
                                          <p:stCondLst>
                                            <p:cond delay="0"/>
                                          </p:stCondLst>
                                        </p:cTn>
                                        <p:tgtEl>
                                          <p:spTgt spid="48"/>
                                        </p:tgtEl>
                                        <p:attrNameLst>
                                          <p:attrName>style.visibility</p:attrName>
                                        </p:attrNameLst>
                                      </p:cBhvr>
                                      <p:to>
                                        <p:strVal val="visible"/>
                                      </p:to>
                                    </p:set>
                                    <p:animEffect transition="in" filter="wipe(right)">
                                      <p:cBhvr>
                                        <p:cTn id="7" dur="500"/>
                                        <p:tgtEl>
                                          <p:spTgt spid="48"/>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49"/>
                                        </p:tgtEl>
                                        <p:attrNameLst>
                                          <p:attrName>style.visibility</p:attrName>
                                        </p:attrNameLst>
                                      </p:cBhvr>
                                      <p:to>
                                        <p:strVal val="visible"/>
                                      </p:to>
                                    </p:set>
                                    <p:animEffect transition="in" filter="fade">
                                      <p:cBhvr>
                                        <p:cTn id="11" dur="500"/>
                                        <p:tgtEl>
                                          <p:spTgt spid="49"/>
                                        </p:tgtEl>
                                      </p:cBhvr>
                                    </p:animEffect>
                                  </p:childTnLst>
                                </p:cTn>
                              </p:par>
                              <p:par>
                                <p:cTn id="12" presetID="22" presetClass="entr" presetSubtype="8" fill="hold" nodeType="withEffect">
                                  <p:stCondLst>
                                    <p:cond delay="0"/>
                                  </p:stCondLst>
                                  <p:childTnLst>
                                    <p:set>
                                      <p:cBhvr>
                                        <p:cTn id="13" dur="1" fill="hold">
                                          <p:stCondLst>
                                            <p:cond delay="0"/>
                                          </p:stCondLst>
                                        </p:cTn>
                                        <p:tgtEl>
                                          <p:spTgt spid="2"/>
                                        </p:tgtEl>
                                        <p:attrNameLst>
                                          <p:attrName>style.visibility</p:attrName>
                                        </p:attrNameLst>
                                      </p:cBhvr>
                                      <p:to>
                                        <p:strVal val="visible"/>
                                      </p:to>
                                    </p:set>
                                    <p:animEffect transition="in" filter="wipe(left)">
                                      <p:cBhvr>
                                        <p:cTn id="14" dur="2000"/>
                                        <p:tgtEl>
                                          <p:spTgt spid="2"/>
                                        </p:tgtEl>
                                      </p:cBhvr>
                                    </p:animEffect>
                                  </p:childTnLst>
                                </p:cTn>
                              </p:par>
                              <p:par>
                                <p:cTn id="15" presetID="42" presetClass="entr" presetSubtype="0" fill="hold" nodeType="withEffect">
                                  <p:stCondLst>
                                    <p:cond delay="0"/>
                                  </p:stCondLst>
                                  <p:childTnLst>
                                    <p:set>
                                      <p:cBhvr>
                                        <p:cTn id="16" dur="1" fill="hold">
                                          <p:stCondLst>
                                            <p:cond delay="0"/>
                                          </p:stCondLst>
                                        </p:cTn>
                                        <p:tgtEl>
                                          <p:spTgt spid="21"/>
                                        </p:tgtEl>
                                        <p:attrNameLst>
                                          <p:attrName>style.visibility</p:attrName>
                                        </p:attrNameLst>
                                      </p:cBhvr>
                                      <p:to>
                                        <p:strVal val="visible"/>
                                      </p:to>
                                    </p:set>
                                    <p:animEffect transition="in" filter="fade">
                                      <p:cBhvr>
                                        <p:cTn id="17" dur="500"/>
                                        <p:tgtEl>
                                          <p:spTgt spid="21"/>
                                        </p:tgtEl>
                                      </p:cBhvr>
                                    </p:animEffect>
                                    <p:anim calcmode="lin" valueType="num">
                                      <p:cBhvr>
                                        <p:cTn id="18" dur="500" fill="hold"/>
                                        <p:tgtEl>
                                          <p:spTgt spid="21"/>
                                        </p:tgtEl>
                                        <p:attrNameLst>
                                          <p:attrName>ppt_x</p:attrName>
                                        </p:attrNameLst>
                                      </p:cBhvr>
                                      <p:tavLst>
                                        <p:tav tm="0">
                                          <p:val>
                                            <p:strVal val="#ppt_x"/>
                                          </p:val>
                                        </p:tav>
                                        <p:tav tm="100000">
                                          <p:val>
                                            <p:strVal val="#ppt_x"/>
                                          </p:val>
                                        </p:tav>
                                      </p:tavLst>
                                    </p:anim>
                                    <p:anim calcmode="lin" valueType="num">
                                      <p:cBhvr>
                                        <p:cTn id="19" dur="500" fill="hold"/>
                                        <p:tgtEl>
                                          <p:spTgt spid="21"/>
                                        </p:tgtEl>
                                        <p:attrNameLst>
                                          <p:attrName>ppt_y</p:attrName>
                                        </p:attrNameLst>
                                      </p:cBhvr>
                                      <p:tavLst>
                                        <p:tav tm="0">
                                          <p:val>
                                            <p:strVal val="#ppt_y+.1"/>
                                          </p:val>
                                        </p:tav>
                                        <p:tav tm="100000">
                                          <p:val>
                                            <p:strVal val="#ppt_y"/>
                                          </p:val>
                                        </p:tav>
                                      </p:tavLst>
                                    </p:anim>
                                  </p:childTnLst>
                                </p:cTn>
                              </p:par>
                              <p:par>
                                <p:cTn id="20" presetID="42" presetClass="entr" presetSubtype="0" fill="hold" nodeType="withEffect">
                                  <p:stCondLst>
                                    <p:cond delay="0"/>
                                  </p:stCondLst>
                                  <p:childTnLst>
                                    <p:set>
                                      <p:cBhvr>
                                        <p:cTn id="21" dur="1" fill="hold">
                                          <p:stCondLst>
                                            <p:cond delay="0"/>
                                          </p:stCondLst>
                                        </p:cTn>
                                        <p:tgtEl>
                                          <p:spTgt spid="24"/>
                                        </p:tgtEl>
                                        <p:attrNameLst>
                                          <p:attrName>style.visibility</p:attrName>
                                        </p:attrNameLst>
                                      </p:cBhvr>
                                      <p:to>
                                        <p:strVal val="visible"/>
                                      </p:to>
                                    </p:set>
                                    <p:animEffect transition="in" filter="fade">
                                      <p:cBhvr>
                                        <p:cTn id="22" dur="500"/>
                                        <p:tgtEl>
                                          <p:spTgt spid="24"/>
                                        </p:tgtEl>
                                      </p:cBhvr>
                                    </p:animEffect>
                                    <p:anim calcmode="lin" valueType="num">
                                      <p:cBhvr>
                                        <p:cTn id="23" dur="500" fill="hold"/>
                                        <p:tgtEl>
                                          <p:spTgt spid="24"/>
                                        </p:tgtEl>
                                        <p:attrNameLst>
                                          <p:attrName>ppt_x</p:attrName>
                                        </p:attrNameLst>
                                      </p:cBhvr>
                                      <p:tavLst>
                                        <p:tav tm="0">
                                          <p:val>
                                            <p:strVal val="#ppt_x"/>
                                          </p:val>
                                        </p:tav>
                                        <p:tav tm="100000">
                                          <p:val>
                                            <p:strVal val="#ppt_x"/>
                                          </p:val>
                                        </p:tav>
                                      </p:tavLst>
                                    </p:anim>
                                    <p:anim calcmode="lin" valueType="num">
                                      <p:cBhvr>
                                        <p:cTn id="24" dur="500" fill="hold"/>
                                        <p:tgtEl>
                                          <p:spTgt spid="24"/>
                                        </p:tgtEl>
                                        <p:attrNameLst>
                                          <p:attrName>ppt_y</p:attrName>
                                        </p:attrNameLst>
                                      </p:cBhvr>
                                      <p:tavLst>
                                        <p:tav tm="0">
                                          <p:val>
                                            <p:strVal val="#ppt_y+.1"/>
                                          </p:val>
                                        </p:tav>
                                        <p:tav tm="100000">
                                          <p:val>
                                            <p:strVal val="#ppt_y"/>
                                          </p:val>
                                        </p:tav>
                                      </p:tavLst>
                                    </p:anim>
                                  </p:childTnLst>
                                </p:cTn>
                              </p:par>
                              <p:par>
                                <p:cTn id="25" presetID="42" presetClass="entr" presetSubtype="0" fill="hold" nodeType="withEffect">
                                  <p:stCondLst>
                                    <p:cond delay="0"/>
                                  </p:stCondLst>
                                  <p:childTnLst>
                                    <p:set>
                                      <p:cBhvr>
                                        <p:cTn id="26" dur="1" fill="hold">
                                          <p:stCondLst>
                                            <p:cond delay="0"/>
                                          </p:stCondLst>
                                        </p:cTn>
                                        <p:tgtEl>
                                          <p:spTgt spid="27"/>
                                        </p:tgtEl>
                                        <p:attrNameLst>
                                          <p:attrName>style.visibility</p:attrName>
                                        </p:attrNameLst>
                                      </p:cBhvr>
                                      <p:to>
                                        <p:strVal val="visible"/>
                                      </p:to>
                                    </p:set>
                                    <p:animEffect transition="in" filter="fade">
                                      <p:cBhvr>
                                        <p:cTn id="27" dur="500"/>
                                        <p:tgtEl>
                                          <p:spTgt spid="27"/>
                                        </p:tgtEl>
                                      </p:cBhvr>
                                    </p:animEffect>
                                    <p:anim calcmode="lin" valueType="num">
                                      <p:cBhvr>
                                        <p:cTn id="28" dur="500" fill="hold"/>
                                        <p:tgtEl>
                                          <p:spTgt spid="27"/>
                                        </p:tgtEl>
                                        <p:attrNameLst>
                                          <p:attrName>ppt_x</p:attrName>
                                        </p:attrNameLst>
                                      </p:cBhvr>
                                      <p:tavLst>
                                        <p:tav tm="0">
                                          <p:val>
                                            <p:strVal val="#ppt_x"/>
                                          </p:val>
                                        </p:tav>
                                        <p:tav tm="100000">
                                          <p:val>
                                            <p:strVal val="#ppt_x"/>
                                          </p:val>
                                        </p:tav>
                                      </p:tavLst>
                                    </p:anim>
                                    <p:anim calcmode="lin" valueType="num">
                                      <p:cBhvr>
                                        <p:cTn id="29" dur="500" fill="hold"/>
                                        <p:tgtEl>
                                          <p:spTgt spid="27"/>
                                        </p:tgtEl>
                                        <p:attrNameLst>
                                          <p:attrName>ppt_y</p:attrName>
                                        </p:attrNameLst>
                                      </p:cBhvr>
                                      <p:tavLst>
                                        <p:tav tm="0">
                                          <p:val>
                                            <p:strVal val="#ppt_y+.1"/>
                                          </p:val>
                                        </p:tav>
                                        <p:tav tm="100000">
                                          <p:val>
                                            <p:strVal val="#ppt_y"/>
                                          </p:val>
                                        </p:tav>
                                      </p:tavLst>
                                    </p:anim>
                                  </p:childTnLst>
                                </p:cTn>
                              </p:par>
                              <p:par>
                                <p:cTn id="30" presetID="22" presetClass="entr" presetSubtype="8" fill="hold" nodeType="withEffect">
                                  <p:stCondLst>
                                    <p:cond delay="500"/>
                                  </p:stCondLst>
                                  <p:childTnLst>
                                    <p:set>
                                      <p:cBhvr>
                                        <p:cTn id="31" dur="1" fill="hold">
                                          <p:stCondLst>
                                            <p:cond delay="0"/>
                                          </p:stCondLst>
                                        </p:cTn>
                                        <p:tgtEl>
                                          <p:spTgt spid="39"/>
                                        </p:tgtEl>
                                        <p:attrNameLst>
                                          <p:attrName>style.visibility</p:attrName>
                                        </p:attrNameLst>
                                      </p:cBhvr>
                                      <p:to>
                                        <p:strVal val="visible"/>
                                      </p:to>
                                    </p:set>
                                    <p:animEffect transition="in" filter="wipe(left)">
                                      <p:cBhvr>
                                        <p:cTn id="32" dur="1000"/>
                                        <p:tgtEl>
                                          <p:spTgt spid="39"/>
                                        </p:tgtEl>
                                      </p:cBhvr>
                                    </p:animEffect>
                                  </p:childTnLst>
                                </p:cTn>
                              </p:par>
                              <p:par>
                                <p:cTn id="33" presetID="22" presetClass="entr" presetSubtype="8" fill="hold" nodeType="withEffect">
                                  <p:stCondLst>
                                    <p:cond delay="500"/>
                                  </p:stCondLst>
                                  <p:childTnLst>
                                    <p:set>
                                      <p:cBhvr>
                                        <p:cTn id="34" dur="1" fill="hold">
                                          <p:stCondLst>
                                            <p:cond delay="0"/>
                                          </p:stCondLst>
                                        </p:cTn>
                                        <p:tgtEl>
                                          <p:spTgt spid="38"/>
                                        </p:tgtEl>
                                        <p:attrNameLst>
                                          <p:attrName>style.visibility</p:attrName>
                                        </p:attrNameLst>
                                      </p:cBhvr>
                                      <p:to>
                                        <p:strVal val="visible"/>
                                      </p:to>
                                    </p:set>
                                    <p:animEffect transition="in" filter="wipe(left)">
                                      <p:cBhvr>
                                        <p:cTn id="35" dur="1000"/>
                                        <p:tgtEl>
                                          <p:spTgt spid="38"/>
                                        </p:tgtEl>
                                      </p:cBhvr>
                                    </p:animEffect>
                                  </p:childTnLst>
                                </p:cTn>
                              </p:par>
                              <p:par>
                                <p:cTn id="36" presetID="22" presetClass="entr" presetSubtype="8" fill="hold" nodeType="withEffect">
                                  <p:stCondLst>
                                    <p:cond delay="500"/>
                                  </p:stCondLst>
                                  <p:childTnLst>
                                    <p:set>
                                      <p:cBhvr>
                                        <p:cTn id="37" dur="1" fill="hold">
                                          <p:stCondLst>
                                            <p:cond delay="0"/>
                                          </p:stCondLst>
                                        </p:cTn>
                                        <p:tgtEl>
                                          <p:spTgt spid="41"/>
                                        </p:tgtEl>
                                        <p:attrNameLst>
                                          <p:attrName>style.visibility</p:attrName>
                                        </p:attrNameLst>
                                      </p:cBhvr>
                                      <p:to>
                                        <p:strVal val="visible"/>
                                      </p:to>
                                    </p:set>
                                    <p:animEffect transition="in" filter="wipe(left)">
                                      <p:cBhvr>
                                        <p:cTn id="38" dur="1000"/>
                                        <p:tgtEl>
                                          <p:spTgt spid="41"/>
                                        </p:tgtEl>
                                      </p:cBhvr>
                                    </p:animEffect>
                                  </p:childTnLst>
                                </p:cTn>
                              </p:par>
                              <p:par>
                                <p:cTn id="39" presetID="22" presetClass="entr" presetSubtype="8" fill="hold" grpId="0" nodeType="withEffect">
                                  <p:stCondLst>
                                    <p:cond delay="500"/>
                                  </p:stCondLst>
                                  <p:childTnLst>
                                    <p:set>
                                      <p:cBhvr>
                                        <p:cTn id="40" dur="1" fill="hold">
                                          <p:stCondLst>
                                            <p:cond delay="0"/>
                                          </p:stCondLst>
                                        </p:cTn>
                                        <p:tgtEl>
                                          <p:spTgt spid="44"/>
                                        </p:tgtEl>
                                        <p:attrNameLst>
                                          <p:attrName>style.visibility</p:attrName>
                                        </p:attrNameLst>
                                      </p:cBhvr>
                                      <p:to>
                                        <p:strVal val="visible"/>
                                      </p:to>
                                    </p:set>
                                    <p:animEffect transition="in" filter="wipe(left)">
                                      <p:cBhvr>
                                        <p:cTn id="41" dur="750"/>
                                        <p:tgtEl>
                                          <p:spTgt spid="44"/>
                                        </p:tgtEl>
                                      </p:cBhvr>
                                    </p:animEffect>
                                  </p:childTnLst>
                                </p:cTn>
                              </p:par>
                              <p:par>
                                <p:cTn id="42" presetID="22" presetClass="entr" presetSubtype="8" fill="hold" grpId="0" nodeType="withEffect">
                                  <p:stCondLst>
                                    <p:cond delay="500"/>
                                  </p:stCondLst>
                                  <p:childTnLst>
                                    <p:set>
                                      <p:cBhvr>
                                        <p:cTn id="43" dur="1" fill="hold">
                                          <p:stCondLst>
                                            <p:cond delay="0"/>
                                          </p:stCondLst>
                                        </p:cTn>
                                        <p:tgtEl>
                                          <p:spTgt spid="42"/>
                                        </p:tgtEl>
                                        <p:attrNameLst>
                                          <p:attrName>style.visibility</p:attrName>
                                        </p:attrNameLst>
                                      </p:cBhvr>
                                      <p:to>
                                        <p:strVal val="visible"/>
                                      </p:to>
                                    </p:set>
                                    <p:animEffect transition="in" filter="wipe(left)">
                                      <p:cBhvr>
                                        <p:cTn id="44" dur="750"/>
                                        <p:tgtEl>
                                          <p:spTgt spid="42"/>
                                        </p:tgtEl>
                                      </p:cBhvr>
                                    </p:animEffect>
                                  </p:childTnLst>
                                </p:cTn>
                              </p:par>
                              <p:par>
                                <p:cTn id="45" presetID="22" presetClass="entr" presetSubtype="8" fill="hold" grpId="0" nodeType="withEffect">
                                  <p:stCondLst>
                                    <p:cond delay="500"/>
                                  </p:stCondLst>
                                  <p:childTnLst>
                                    <p:set>
                                      <p:cBhvr>
                                        <p:cTn id="46" dur="1" fill="hold">
                                          <p:stCondLst>
                                            <p:cond delay="0"/>
                                          </p:stCondLst>
                                        </p:cTn>
                                        <p:tgtEl>
                                          <p:spTgt spid="43"/>
                                        </p:tgtEl>
                                        <p:attrNameLst>
                                          <p:attrName>style.visibility</p:attrName>
                                        </p:attrNameLst>
                                      </p:cBhvr>
                                      <p:to>
                                        <p:strVal val="visible"/>
                                      </p:to>
                                    </p:set>
                                    <p:animEffect transition="in" filter="wipe(left)">
                                      <p:cBhvr>
                                        <p:cTn id="47" dur="75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p:bldP spid="43" grpId="0"/>
      <p:bldP spid="44" grpId="0"/>
      <p:bldP spid="48" grpId="0" animBg="1"/>
      <p:bldP spid="49" grpId="0"/>
    </p:bld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rot="10800000">
            <a:off x="0" y="2068849"/>
            <a:ext cx="4577354" cy="3279045"/>
            <a:chOff x="3550646" y="1995463"/>
            <a:chExt cx="4577354" cy="3279045"/>
          </a:xfrm>
        </p:grpSpPr>
        <p:sp>
          <p:nvSpPr>
            <p:cNvPr id="16" name="Freeform 9"/>
            <p:cNvSpPr>
              <a:spLocks/>
            </p:cNvSpPr>
            <p:nvPr/>
          </p:nvSpPr>
          <p:spPr bwMode="auto">
            <a:xfrm rot="13500000">
              <a:off x="3550645" y="3134567"/>
              <a:ext cx="2139941" cy="2139940"/>
            </a:xfrm>
            <a:custGeom>
              <a:avLst/>
              <a:gdLst>
                <a:gd name="T0" fmla="*/ 107 w 728"/>
                <a:gd name="T1" fmla="*/ 621 h 727"/>
                <a:gd name="T2" fmla="*/ 364 w 728"/>
                <a:gd name="T3" fmla="*/ 727 h 727"/>
                <a:gd name="T4" fmla="*/ 364 w 728"/>
                <a:gd name="T5" fmla="*/ 556 h 727"/>
                <a:gd name="T6" fmla="*/ 228 w 728"/>
                <a:gd name="T7" fmla="*/ 499 h 727"/>
                <a:gd name="T8" fmla="*/ 172 w 728"/>
                <a:gd name="T9" fmla="*/ 363 h 727"/>
                <a:gd name="T10" fmla="*/ 228 w 728"/>
                <a:gd name="T11" fmla="*/ 227 h 727"/>
                <a:gd name="T12" fmla="*/ 364 w 728"/>
                <a:gd name="T13" fmla="*/ 171 h 727"/>
                <a:gd name="T14" fmla="*/ 500 w 728"/>
                <a:gd name="T15" fmla="*/ 227 h 727"/>
                <a:gd name="T16" fmla="*/ 556 w 728"/>
                <a:gd name="T17" fmla="*/ 363 h 727"/>
                <a:gd name="T18" fmla="*/ 728 w 728"/>
                <a:gd name="T19" fmla="*/ 363 h 727"/>
                <a:gd name="T20" fmla="*/ 621 w 728"/>
                <a:gd name="T21" fmla="*/ 106 h 727"/>
                <a:gd name="T22" fmla="*/ 364 w 728"/>
                <a:gd name="T23" fmla="*/ 0 h 727"/>
                <a:gd name="T24" fmla="*/ 107 w 728"/>
                <a:gd name="T25" fmla="*/ 106 h 727"/>
                <a:gd name="T26" fmla="*/ 0 w 728"/>
                <a:gd name="T27" fmla="*/ 363 h 727"/>
                <a:gd name="T28" fmla="*/ 107 w 728"/>
                <a:gd name="T29" fmla="*/ 621 h 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28" h="727">
                  <a:moveTo>
                    <a:pt x="107" y="621"/>
                  </a:moveTo>
                  <a:cubicBezTo>
                    <a:pt x="176" y="689"/>
                    <a:pt x="267" y="727"/>
                    <a:pt x="364" y="727"/>
                  </a:cubicBezTo>
                  <a:cubicBezTo>
                    <a:pt x="364" y="556"/>
                    <a:pt x="364" y="556"/>
                    <a:pt x="364" y="556"/>
                  </a:cubicBezTo>
                  <a:cubicBezTo>
                    <a:pt x="313" y="556"/>
                    <a:pt x="264" y="536"/>
                    <a:pt x="228" y="499"/>
                  </a:cubicBezTo>
                  <a:cubicBezTo>
                    <a:pt x="192" y="463"/>
                    <a:pt x="172" y="415"/>
                    <a:pt x="172" y="363"/>
                  </a:cubicBezTo>
                  <a:cubicBezTo>
                    <a:pt x="172" y="312"/>
                    <a:pt x="192" y="264"/>
                    <a:pt x="228" y="227"/>
                  </a:cubicBezTo>
                  <a:cubicBezTo>
                    <a:pt x="264" y="191"/>
                    <a:pt x="313" y="171"/>
                    <a:pt x="364" y="171"/>
                  </a:cubicBezTo>
                  <a:cubicBezTo>
                    <a:pt x="415" y="171"/>
                    <a:pt x="464" y="191"/>
                    <a:pt x="500" y="227"/>
                  </a:cubicBezTo>
                  <a:cubicBezTo>
                    <a:pt x="536" y="264"/>
                    <a:pt x="556" y="312"/>
                    <a:pt x="556" y="363"/>
                  </a:cubicBezTo>
                  <a:cubicBezTo>
                    <a:pt x="728" y="363"/>
                    <a:pt x="728" y="363"/>
                    <a:pt x="728" y="363"/>
                  </a:cubicBezTo>
                  <a:cubicBezTo>
                    <a:pt x="728" y="266"/>
                    <a:pt x="690" y="175"/>
                    <a:pt x="621" y="106"/>
                  </a:cubicBezTo>
                  <a:cubicBezTo>
                    <a:pt x="553" y="38"/>
                    <a:pt x="461" y="0"/>
                    <a:pt x="364" y="0"/>
                  </a:cubicBezTo>
                  <a:cubicBezTo>
                    <a:pt x="267" y="0"/>
                    <a:pt x="176" y="38"/>
                    <a:pt x="107" y="106"/>
                  </a:cubicBezTo>
                  <a:cubicBezTo>
                    <a:pt x="38" y="175"/>
                    <a:pt x="0" y="266"/>
                    <a:pt x="0" y="363"/>
                  </a:cubicBezTo>
                  <a:cubicBezTo>
                    <a:pt x="0" y="461"/>
                    <a:pt x="38" y="552"/>
                    <a:pt x="107" y="621"/>
                  </a:cubicBezTo>
                  <a:close/>
                </a:path>
              </a:pathLst>
            </a:custGeom>
            <a:solidFill>
              <a:srgbClr val="FF0000"/>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Calibri" panose="020F0502020204030204"/>
                <a:cs typeface="+mn-cs"/>
              </a:endParaRPr>
            </a:p>
          </p:txBody>
        </p:sp>
        <p:sp>
          <p:nvSpPr>
            <p:cNvPr id="17" name="Freeform 9"/>
            <p:cNvSpPr>
              <a:spLocks/>
            </p:cNvSpPr>
            <p:nvPr/>
          </p:nvSpPr>
          <p:spPr bwMode="auto">
            <a:xfrm rot="13500000">
              <a:off x="5887180" y="3134568"/>
              <a:ext cx="2139941" cy="2139940"/>
            </a:xfrm>
            <a:custGeom>
              <a:avLst/>
              <a:gdLst>
                <a:gd name="T0" fmla="*/ 107 w 728"/>
                <a:gd name="T1" fmla="*/ 621 h 727"/>
                <a:gd name="T2" fmla="*/ 364 w 728"/>
                <a:gd name="T3" fmla="*/ 727 h 727"/>
                <a:gd name="T4" fmla="*/ 364 w 728"/>
                <a:gd name="T5" fmla="*/ 556 h 727"/>
                <a:gd name="T6" fmla="*/ 228 w 728"/>
                <a:gd name="T7" fmla="*/ 499 h 727"/>
                <a:gd name="T8" fmla="*/ 172 w 728"/>
                <a:gd name="T9" fmla="*/ 363 h 727"/>
                <a:gd name="T10" fmla="*/ 228 w 728"/>
                <a:gd name="T11" fmla="*/ 227 h 727"/>
                <a:gd name="T12" fmla="*/ 364 w 728"/>
                <a:gd name="T13" fmla="*/ 171 h 727"/>
                <a:gd name="T14" fmla="*/ 500 w 728"/>
                <a:gd name="T15" fmla="*/ 227 h 727"/>
                <a:gd name="T16" fmla="*/ 556 w 728"/>
                <a:gd name="T17" fmla="*/ 363 h 727"/>
                <a:gd name="T18" fmla="*/ 728 w 728"/>
                <a:gd name="T19" fmla="*/ 363 h 727"/>
                <a:gd name="T20" fmla="*/ 621 w 728"/>
                <a:gd name="T21" fmla="*/ 106 h 727"/>
                <a:gd name="T22" fmla="*/ 364 w 728"/>
                <a:gd name="T23" fmla="*/ 0 h 727"/>
                <a:gd name="T24" fmla="*/ 107 w 728"/>
                <a:gd name="T25" fmla="*/ 106 h 727"/>
                <a:gd name="T26" fmla="*/ 0 w 728"/>
                <a:gd name="T27" fmla="*/ 363 h 727"/>
                <a:gd name="T28" fmla="*/ 107 w 728"/>
                <a:gd name="T29" fmla="*/ 621 h 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28" h="727">
                  <a:moveTo>
                    <a:pt x="107" y="621"/>
                  </a:moveTo>
                  <a:cubicBezTo>
                    <a:pt x="176" y="689"/>
                    <a:pt x="267" y="727"/>
                    <a:pt x="364" y="727"/>
                  </a:cubicBezTo>
                  <a:cubicBezTo>
                    <a:pt x="364" y="556"/>
                    <a:pt x="364" y="556"/>
                    <a:pt x="364" y="556"/>
                  </a:cubicBezTo>
                  <a:cubicBezTo>
                    <a:pt x="313" y="556"/>
                    <a:pt x="264" y="536"/>
                    <a:pt x="228" y="499"/>
                  </a:cubicBezTo>
                  <a:cubicBezTo>
                    <a:pt x="192" y="463"/>
                    <a:pt x="172" y="415"/>
                    <a:pt x="172" y="363"/>
                  </a:cubicBezTo>
                  <a:cubicBezTo>
                    <a:pt x="172" y="312"/>
                    <a:pt x="192" y="264"/>
                    <a:pt x="228" y="227"/>
                  </a:cubicBezTo>
                  <a:cubicBezTo>
                    <a:pt x="264" y="191"/>
                    <a:pt x="313" y="171"/>
                    <a:pt x="364" y="171"/>
                  </a:cubicBezTo>
                  <a:cubicBezTo>
                    <a:pt x="415" y="171"/>
                    <a:pt x="464" y="191"/>
                    <a:pt x="500" y="227"/>
                  </a:cubicBezTo>
                  <a:cubicBezTo>
                    <a:pt x="536" y="264"/>
                    <a:pt x="556" y="312"/>
                    <a:pt x="556" y="363"/>
                  </a:cubicBezTo>
                  <a:cubicBezTo>
                    <a:pt x="728" y="363"/>
                    <a:pt x="728" y="363"/>
                    <a:pt x="728" y="363"/>
                  </a:cubicBezTo>
                  <a:cubicBezTo>
                    <a:pt x="728" y="266"/>
                    <a:pt x="690" y="175"/>
                    <a:pt x="621" y="106"/>
                  </a:cubicBezTo>
                  <a:cubicBezTo>
                    <a:pt x="553" y="38"/>
                    <a:pt x="461" y="0"/>
                    <a:pt x="364" y="0"/>
                  </a:cubicBezTo>
                  <a:cubicBezTo>
                    <a:pt x="267" y="0"/>
                    <a:pt x="176" y="38"/>
                    <a:pt x="107" y="106"/>
                  </a:cubicBezTo>
                  <a:cubicBezTo>
                    <a:pt x="38" y="175"/>
                    <a:pt x="0" y="266"/>
                    <a:pt x="0" y="363"/>
                  </a:cubicBezTo>
                  <a:cubicBezTo>
                    <a:pt x="0" y="461"/>
                    <a:pt x="38" y="552"/>
                    <a:pt x="107" y="621"/>
                  </a:cubicBezTo>
                  <a:close/>
                </a:path>
              </a:pathLst>
            </a:custGeom>
            <a:solidFill>
              <a:srgbClr val="7030A0"/>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Calibri" panose="020F0502020204030204"/>
                <a:cs typeface="+mn-cs"/>
              </a:endParaRPr>
            </a:p>
          </p:txBody>
        </p:sp>
        <p:sp>
          <p:nvSpPr>
            <p:cNvPr id="18" name="Freeform 9"/>
            <p:cNvSpPr>
              <a:spLocks/>
            </p:cNvSpPr>
            <p:nvPr/>
          </p:nvSpPr>
          <p:spPr bwMode="auto">
            <a:xfrm rot="2700000">
              <a:off x="4715640" y="1995463"/>
              <a:ext cx="2139941" cy="2139941"/>
            </a:xfrm>
            <a:custGeom>
              <a:avLst/>
              <a:gdLst>
                <a:gd name="T0" fmla="*/ 107 w 728"/>
                <a:gd name="T1" fmla="*/ 621 h 727"/>
                <a:gd name="T2" fmla="*/ 364 w 728"/>
                <a:gd name="T3" fmla="*/ 727 h 727"/>
                <a:gd name="T4" fmla="*/ 364 w 728"/>
                <a:gd name="T5" fmla="*/ 556 h 727"/>
                <a:gd name="T6" fmla="*/ 228 w 728"/>
                <a:gd name="T7" fmla="*/ 499 h 727"/>
                <a:gd name="T8" fmla="*/ 172 w 728"/>
                <a:gd name="T9" fmla="*/ 363 h 727"/>
                <a:gd name="T10" fmla="*/ 228 w 728"/>
                <a:gd name="T11" fmla="*/ 227 h 727"/>
                <a:gd name="T12" fmla="*/ 364 w 728"/>
                <a:gd name="T13" fmla="*/ 171 h 727"/>
                <a:gd name="T14" fmla="*/ 500 w 728"/>
                <a:gd name="T15" fmla="*/ 227 h 727"/>
                <a:gd name="T16" fmla="*/ 556 w 728"/>
                <a:gd name="T17" fmla="*/ 363 h 727"/>
                <a:gd name="T18" fmla="*/ 728 w 728"/>
                <a:gd name="T19" fmla="*/ 363 h 727"/>
                <a:gd name="T20" fmla="*/ 621 w 728"/>
                <a:gd name="T21" fmla="*/ 106 h 727"/>
                <a:gd name="T22" fmla="*/ 364 w 728"/>
                <a:gd name="T23" fmla="*/ 0 h 727"/>
                <a:gd name="T24" fmla="*/ 107 w 728"/>
                <a:gd name="T25" fmla="*/ 106 h 727"/>
                <a:gd name="T26" fmla="*/ 0 w 728"/>
                <a:gd name="T27" fmla="*/ 363 h 727"/>
                <a:gd name="T28" fmla="*/ 107 w 728"/>
                <a:gd name="T29" fmla="*/ 621 h 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28" h="727">
                  <a:moveTo>
                    <a:pt x="107" y="621"/>
                  </a:moveTo>
                  <a:cubicBezTo>
                    <a:pt x="176" y="689"/>
                    <a:pt x="267" y="727"/>
                    <a:pt x="364" y="727"/>
                  </a:cubicBezTo>
                  <a:cubicBezTo>
                    <a:pt x="364" y="556"/>
                    <a:pt x="364" y="556"/>
                    <a:pt x="364" y="556"/>
                  </a:cubicBezTo>
                  <a:cubicBezTo>
                    <a:pt x="313" y="556"/>
                    <a:pt x="264" y="536"/>
                    <a:pt x="228" y="499"/>
                  </a:cubicBezTo>
                  <a:cubicBezTo>
                    <a:pt x="192" y="463"/>
                    <a:pt x="172" y="415"/>
                    <a:pt x="172" y="363"/>
                  </a:cubicBezTo>
                  <a:cubicBezTo>
                    <a:pt x="172" y="312"/>
                    <a:pt x="192" y="264"/>
                    <a:pt x="228" y="227"/>
                  </a:cubicBezTo>
                  <a:cubicBezTo>
                    <a:pt x="264" y="191"/>
                    <a:pt x="313" y="171"/>
                    <a:pt x="364" y="171"/>
                  </a:cubicBezTo>
                  <a:cubicBezTo>
                    <a:pt x="415" y="171"/>
                    <a:pt x="464" y="191"/>
                    <a:pt x="500" y="227"/>
                  </a:cubicBezTo>
                  <a:cubicBezTo>
                    <a:pt x="536" y="264"/>
                    <a:pt x="556" y="312"/>
                    <a:pt x="556" y="363"/>
                  </a:cubicBezTo>
                  <a:cubicBezTo>
                    <a:pt x="728" y="363"/>
                    <a:pt x="728" y="363"/>
                    <a:pt x="728" y="363"/>
                  </a:cubicBezTo>
                  <a:cubicBezTo>
                    <a:pt x="728" y="266"/>
                    <a:pt x="690" y="175"/>
                    <a:pt x="621" y="106"/>
                  </a:cubicBezTo>
                  <a:cubicBezTo>
                    <a:pt x="553" y="38"/>
                    <a:pt x="461" y="0"/>
                    <a:pt x="364" y="0"/>
                  </a:cubicBezTo>
                  <a:cubicBezTo>
                    <a:pt x="267" y="0"/>
                    <a:pt x="176" y="38"/>
                    <a:pt x="107" y="106"/>
                  </a:cubicBezTo>
                  <a:cubicBezTo>
                    <a:pt x="38" y="175"/>
                    <a:pt x="0" y="266"/>
                    <a:pt x="0" y="363"/>
                  </a:cubicBezTo>
                  <a:cubicBezTo>
                    <a:pt x="0" y="461"/>
                    <a:pt x="38" y="552"/>
                    <a:pt x="107" y="621"/>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Calibri" panose="020F0502020204030204"/>
                <a:cs typeface="+mn-cs"/>
              </a:endParaRPr>
            </a:p>
          </p:txBody>
        </p:sp>
        <p:sp>
          <p:nvSpPr>
            <p:cNvPr id="19" name="Freeform 18"/>
            <p:cNvSpPr/>
            <p:nvPr/>
          </p:nvSpPr>
          <p:spPr>
            <a:xfrm rot="10800000">
              <a:off x="7063011" y="1995634"/>
              <a:ext cx="1064989" cy="1826383"/>
            </a:xfrm>
            <a:custGeom>
              <a:avLst/>
              <a:gdLst>
                <a:gd name="connsiteX0" fmla="*/ 825115 w 1169415"/>
                <a:gd name="connsiteY0" fmla="*/ 0 h 2005467"/>
                <a:gd name="connsiteX1" fmla="*/ 1169415 w 1169415"/>
                <a:gd name="connsiteY1" fmla="*/ 828820 h 2005467"/>
                <a:gd name="connsiteX2" fmla="*/ 823972 w 1169415"/>
                <a:gd name="connsiteY2" fmla="*/ 1662681 h 2005467"/>
                <a:gd name="connsiteX3" fmla="*/ 109526 w 1169415"/>
                <a:gd name="connsiteY3" fmla="*/ 2000123 h 2005467"/>
                <a:gd name="connsiteX4" fmla="*/ 0 w 1169415"/>
                <a:gd name="connsiteY4" fmla="*/ 2005467 h 2005467"/>
                <a:gd name="connsiteX5" fmla="*/ 0 w 1169415"/>
                <a:gd name="connsiteY5" fmla="*/ 1452354 h 2005467"/>
                <a:gd name="connsiteX6" fmla="*/ 115260 w 1169415"/>
                <a:gd name="connsiteY6" fmla="*/ 1439917 h 2005467"/>
                <a:gd name="connsiteX7" fmla="*/ 431411 w 1169415"/>
                <a:gd name="connsiteY7" fmla="*/ 1270120 h 2005467"/>
                <a:gd name="connsiteX8" fmla="*/ 614425 w 1169415"/>
                <a:gd name="connsiteY8" fmla="*/ 831485 h 2005467"/>
                <a:gd name="connsiteX9" fmla="*/ 434299 w 1169415"/>
                <a:gd name="connsiteY9" fmla="*/ 390816 h 2005467"/>
                <a:gd name="connsiteX10" fmla="*/ 825115 w 1169415"/>
                <a:gd name="connsiteY10" fmla="*/ 0 h 2005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69415" h="2005467">
                  <a:moveTo>
                    <a:pt x="825115" y="0"/>
                  </a:moveTo>
                  <a:cubicBezTo>
                    <a:pt x="1046501" y="221386"/>
                    <a:pt x="1167346" y="515926"/>
                    <a:pt x="1169415" y="828820"/>
                  </a:cubicBezTo>
                  <a:cubicBezTo>
                    <a:pt x="1169198" y="1143998"/>
                    <a:pt x="1047949" y="1438705"/>
                    <a:pt x="823972" y="1662681"/>
                  </a:cubicBezTo>
                  <a:cubicBezTo>
                    <a:pt x="629993" y="1856661"/>
                    <a:pt x="380111" y="1973740"/>
                    <a:pt x="109526" y="2000123"/>
                  </a:cubicBezTo>
                  <a:lnTo>
                    <a:pt x="0" y="2005467"/>
                  </a:lnTo>
                  <a:lnTo>
                    <a:pt x="0" y="1452354"/>
                  </a:lnTo>
                  <a:lnTo>
                    <a:pt x="115260" y="1439917"/>
                  </a:lnTo>
                  <a:cubicBezTo>
                    <a:pt x="234753" y="1415426"/>
                    <a:pt x="343992" y="1357539"/>
                    <a:pt x="431411" y="1270120"/>
                  </a:cubicBezTo>
                  <a:cubicBezTo>
                    <a:pt x="550256" y="1151275"/>
                    <a:pt x="614312" y="995926"/>
                    <a:pt x="614425" y="831485"/>
                  </a:cubicBezTo>
                  <a:cubicBezTo>
                    <a:pt x="616823" y="664759"/>
                    <a:pt x="550698" y="507215"/>
                    <a:pt x="434299" y="390816"/>
                  </a:cubicBezTo>
                  <a:cubicBezTo>
                    <a:pt x="434299" y="390816"/>
                    <a:pt x="434299" y="390816"/>
                    <a:pt x="825115" y="0"/>
                  </a:cubicBez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a:solidFill>
                  <a:prstClr val="white"/>
                </a:solidFill>
              </a:endParaRPr>
            </a:p>
          </p:txBody>
        </p:sp>
      </p:grpSp>
      <p:grpSp>
        <p:nvGrpSpPr>
          <p:cNvPr id="21" name="Group 20"/>
          <p:cNvGrpSpPr/>
          <p:nvPr/>
        </p:nvGrpSpPr>
        <p:grpSpPr>
          <a:xfrm>
            <a:off x="3710673" y="3554584"/>
            <a:ext cx="599208" cy="492388"/>
            <a:chOff x="7836195" y="3464708"/>
            <a:chExt cx="599208" cy="492388"/>
          </a:xfrm>
        </p:grpSpPr>
        <p:sp>
          <p:nvSpPr>
            <p:cNvPr id="22" name="Oval 21"/>
            <p:cNvSpPr/>
            <p:nvPr/>
          </p:nvSpPr>
          <p:spPr>
            <a:xfrm rot="2700000">
              <a:off x="7882236" y="3464708"/>
              <a:ext cx="492388" cy="492388"/>
            </a:xfrm>
            <a:prstGeom prst="ellipse">
              <a:avLst/>
            </a:prstGeom>
            <a:solidFill>
              <a:srgbClr val="FF0000"/>
            </a:solidFill>
            <a:ln w="50800">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a:solidFill>
                  <a:srgbClr val="4E9F8E"/>
                </a:solidFill>
              </a:endParaRPr>
            </a:p>
          </p:txBody>
        </p:sp>
        <p:sp>
          <p:nvSpPr>
            <p:cNvPr id="23" name="TextBox 22"/>
            <p:cNvSpPr txBox="1"/>
            <p:nvPr/>
          </p:nvSpPr>
          <p:spPr>
            <a:xfrm>
              <a:off x="7836195" y="3551319"/>
              <a:ext cx="599208" cy="338554"/>
            </a:xfrm>
            <a:prstGeom prst="rect">
              <a:avLst/>
            </a:prstGeom>
            <a:noFill/>
          </p:spPr>
          <p:txBody>
            <a:bodyPr wrap="square" rtlCol="0">
              <a:spAutoFit/>
            </a:bodyPr>
            <a:lstStyle/>
            <a:p>
              <a:pPr algn="ctr" fontAlgn="auto">
                <a:spcBef>
                  <a:spcPts val="0"/>
                </a:spcBef>
                <a:spcAft>
                  <a:spcPts val="0"/>
                </a:spcAft>
              </a:pPr>
              <a:r>
                <a:rPr lang="en-US" sz="1600" b="1" dirty="0" smtClean="0">
                  <a:solidFill>
                    <a:prstClr val="white">
                      <a:lumMod val="95000"/>
                    </a:prstClr>
                  </a:solidFill>
                  <a:latin typeface="Diavlo Medium" panose="02000000000000000000" pitchFamily="50" charset="0"/>
                  <a:ea typeface="Roboto" panose="02000000000000000000" pitchFamily="2" charset="0"/>
                  <a:cs typeface="+mn-cs"/>
                </a:rPr>
                <a:t>06</a:t>
              </a:r>
              <a:endParaRPr lang="id-ID" b="1" dirty="0">
                <a:solidFill>
                  <a:prstClr val="white">
                    <a:lumMod val="95000"/>
                  </a:prstClr>
                </a:solidFill>
                <a:latin typeface="Diavlo Medium" panose="02000000000000000000" pitchFamily="50" charset="0"/>
                <a:ea typeface="Roboto" panose="02000000000000000000" pitchFamily="2" charset="0"/>
                <a:cs typeface="+mn-cs"/>
              </a:endParaRPr>
            </a:p>
          </p:txBody>
        </p:sp>
      </p:grpSp>
      <p:grpSp>
        <p:nvGrpSpPr>
          <p:cNvPr id="24" name="Group 23"/>
          <p:cNvGrpSpPr/>
          <p:nvPr/>
        </p:nvGrpSpPr>
        <p:grpSpPr>
          <a:xfrm>
            <a:off x="2027468" y="5064885"/>
            <a:ext cx="599208" cy="492388"/>
            <a:chOff x="9545610" y="1955599"/>
            <a:chExt cx="599208" cy="492388"/>
          </a:xfrm>
        </p:grpSpPr>
        <p:sp>
          <p:nvSpPr>
            <p:cNvPr id="25" name="Oval 24"/>
            <p:cNvSpPr/>
            <p:nvPr/>
          </p:nvSpPr>
          <p:spPr>
            <a:xfrm rot="2700000">
              <a:off x="9603416" y="1955599"/>
              <a:ext cx="492388" cy="492388"/>
            </a:xfrm>
            <a:prstGeom prst="ellipse">
              <a:avLst/>
            </a:prstGeom>
            <a:solidFill>
              <a:schemeClr val="accent4"/>
            </a:solidFill>
            <a:ln w="50800">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a:solidFill>
                  <a:prstClr val="white"/>
                </a:solidFill>
              </a:endParaRPr>
            </a:p>
          </p:txBody>
        </p:sp>
        <p:sp>
          <p:nvSpPr>
            <p:cNvPr id="26" name="TextBox 25"/>
            <p:cNvSpPr txBox="1"/>
            <p:nvPr/>
          </p:nvSpPr>
          <p:spPr>
            <a:xfrm>
              <a:off x="9545610" y="2034116"/>
              <a:ext cx="599208" cy="338554"/>
            </a:xfrm>
            <a:prstGeom prst="rect">
              <a:avLst/>
            </a:prstGeom>
            <a:noFill/>
          </p:spPr>
          <p:txBody>
            <a:bodyPr wrap="square" rtlCol="0">
              <a:spAutoFit/>
            </a:bodyPr>
            <a:lstStyle/>
            <a:p>
              <a:pPr algn="ctr" fontAlgn="auto">
                <a:spcBef>
                  <a:spcPts val="0"/>
                </a:spcBef>
                <a:spcAft>
                  <a:spcPts val="0"/>
                </a:spcAft>
              </a:pPr>
              <a:r>
                <a:rPr lang="en-US" sz="1600" b="1" dirty="0" smtClean="0">
                  <a:solidFill>
                    <a:prstClr val="white">
                      <a:lumMod val="95000"/>
                    </a:prstClr>
                  </a:solidFill>
                  <a:latin typeface="Diavlo Medium" panose="02000000000000000000" pitchFamily="50" charset="0"/>
                  <a:ea typeface="Roboto" panose="02000000000000000000" pitchFamily="2" charset="0"/>
                  <a:cs typeface="+mn-cs"/>
                </a:rPr>
                <a:t>05</a:t>
              </a:r>
              <a:endParaRPr lang="id-ID" b="1" dirty="0">
                <a:solidFill>
                  <a:prstClr val="white">
                    <a:lumMod val="95000"/>
                  </a:prstClr>
                </a:solidFill>
                <a:latin typeface="Diavlo Medium" panose="02000000000000000000" pitchFamily="50" charset="0"/>
                <a:ea typeface="Roboto" panose="02000000000000000000" pitchFamily="2" charset="0"/>
                <a:cs typeface="+mn-cs"/>
              </a:endParaRPr>
            </a:p>
          </p:txBody>
        </p:sp>
      </p:grpSp>
      <p:grpSp>
        <p:nvGrpSpPr>
          <p:cNvPr id="27" name="Group 26"/>
          <p:cNvGrpSpPr/>
          <p:nvPr/>
        </p:nvGrpSpPr>
        <p:grpSpPr>
          <a:xfrm>
            <a:off x="870644" y="1868824"/>
            <a:ext cx="599208" cy="492388"/>
            <a:chOff x="10716797" y="5108091"/>
            <a:chExt cx="599208" cy="492388"/>
          </a:xfrm>
        </p:grpSpPr>
        <p:sp>
          <p:nvSpPr>
            <p:cNvPr id="28" name="Oval 27"/>
            <p:cNvSpPr/>
            <p:nvPr/>
          </p:nvSpPr>
          <p:spPr>
            <a:xfrm rot="5191545">
              <a:off x="10774955" y="5108091"/>
              <a:ext cx="492388" cy="492388"/>
            </a:xfrm>
            <a:prstGeom prst="ellipse">
              <a:avLst/>
            </a:prstGeom>
            <a:solidFill>
              <a:srgbClr val="7030A0"/>
            </a:solidFill>
            <a:ln w="50800">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a:solidFill>
                  <a:prstClr val="white"/>
                </a:solidFill>
              </a:endParaRPr>
            </a:p>
          </p:txBody>
        </p:sp>
        <p:sp>
          <p:nvSpPr>
            <p:cNvPr id="30" name="TextBox 29"/>
            <p:cNvSpPr txBox="1"/>
            <p:nvPr/>
          </p:nvSpPr>
          <p:spPr>
            <a:xfrm>
              <a:off x="10716797" y="5178591"/>
              <a:ext cx="599208" cy="338554"/>
            </a:xfrm>
            <a:prstGeom prst="rect">
              <a:avLst/>
            </a:prstGeom>
            <a:noFill/>
          </p:spPr>
          <p:txBody>
            <a:bodyPr wrap="square" rtlCol="0">
              <a:spAutoFit/>
            </a:bodyPr>
            <a:lstStyle/>
            <a:p>
              <a:pPr algn="ctr" fontAlgn="auto">
                <a:spcBef>
                  <a:spcPts val="0"/>
                </a:spcBef>
                <a:spcAft>
                  <a:spcPts val="0"/>
                </a:spcAft>
              </a:pPr>
              <a:r>
                <a:rPr lang="en-US" sz="1600" b="1" dirty="0" smtClean="0">
                  <a:solidFill>
                    <a:prstClr val="white">
                      <a:lumMod val="95000"/>
                    </a:prstClr>
                  </a:solidFill>
                  <a:latin typeface="Diavlo Medium" panose="02000000000000000000" pitchFamily="50" charset="0"/>
                  <a:ea typeface="Roboto" panose="02000000000000000000" pitchFamily="2" charset="0"/>
                  <a:cs typeface="+mn-cs"/>
                </a:rPr>
                <a:t>04</a:t>
              </a:r>
              <a:endParaRPr lang="id-ID" b="1" dirty="0">
                <a:solidFill>
                  <a:prstClr val="white">
                    <a:lumMod val="95000"/>
                  </a:prstClr>
                </a:solidFill>
                <a:latin typeface="Diavlo Medium" panose="02000000000000000000" pitchFamily="50" charset="0"/>
                <a:ea typeface="Roboto" panose="02000000000000000000" pitchFamily="2" charset="0"/>
                <a:cs typeface="+mn-cs"/>
              </a:endParaRPr>
            </a:p>
          </p:txBody>
        </p:sp>
      </p:grpSp>
      <p:sp>
        <p:nvSpPr>
          <p:cNvPr id="38" name="Straight Connector 37"/>
          <p:cNvSpPr/>
          <p:nvPr/>
        </p:nvSpPr>
        <p:spPr>
          <a:xfrm>
            <a:off x="2517966" y="5499470"/>
            <a:ext cx="7397692" cy="51151"/>
          </a:xfrm>
          <a:prstGeom prst="line">
            <a:avLst/>
          </a:prstGeom>
          <a:ln>
            <a:solidFill>
              <a:schemeClr val="accent4"/>
            </a:solidFill>
          </a:ln>
        </p:spPr>
        <p:style>
          <a:lnRef idx="2">
            <a:schemeClr val="accent2">
              <a:hueOff val="0"/>
              <a:satOff val="0"/>
              <a:lumOff val="0"/>
              <a:alphaOff val="0"/>
            </a:schemeClr>
          </a:lnRef>
          <a:fillRef idx="0">
            <a:schemeClr val="accent2">
              <a:hueOff val="0"/>
              <a:satOff val="0"/>
              <a:lumOff val="0"/>
              <a:alphaOff val="0"/>
            </a:schemeClr>
          </a:fillRef>
          <a:effectRef idx="0">
            <a:schemeClr val="accent2">
              <a:hueOff val="0"/>
              <a:satOff val="0"/>
              <a:lumOff val="0"/>
              <a:alphaOff val="0"/>
            </a:schemeClr>
          </a:effectRef>
          <a:fontRef idx="minor">
            <a:schemeClr val="tx1">
              <a:hueOff val="0"/>
              <a:satOff val="0"/>
              <a:lumOff val="0"/>
              <a:alphaOff val="0"/>
            </a:schemeClr>
          </a:fontRef>
        </p:style>
      </p:sp>
      <p:sp>
        <p:nvSpPr>
          <p:cNvPr id="39" name="Straight Connector 38"/>
          <p:cNvSpPr/>
          <p:nvPr/>
        </p:nvSpPr>
        <p:spPr>
          <a:xfrm>
            <a:off x="1435656" y="1961205"/>
            <a:ext cx="8927543" cy="0"/>
          </a:xfrm>
          <a:prstGeom prst="line">
            <a:avLst/>
          </a:prstGeom>
          <a:ln>
            <a:solidFill>
              <a:srgbClr val="7030A0"/>
            </a:solidFill>
          </a:ln>
        </p:spPr>
        <p:style>
          <a:lnRef idx="2">
            <a:schemeClr val="accent2">
              <a:hueOff val="0"/>
              <a:satOff val="0"/>
              <a:lumOff val="0"/>
              <a:alphaOff val="0"/>
            </a:schemeClr>
          </a:lnRef>
          <a:fillRef idx="0">
            <a:schemeClr val="accent2">
              <a:hueOff val="0"/>
              <a:satOff val="0"/>
              <a:lumOff val="0"/>
              <a:alphaOff val="0"/>
            </a:schemeClr>
          </a:fillRef>
          <a:effectRef idx="0">
            <a:schemeClr val="accent2">
              <a:hueOff val="0"/>
              <a:satOff val="0"/>
              <a:lumOff val="0"/>
              <a:alphaOff val="0"/>
            </a:schemeClr>
          </a:effectRef>
          <a:fontRef idx="minor">
            <a:schemeClr val="tx1">
              <a:hueOff val="0"/>
              <a:satOff val="0"/>
              <a:lumOff val="0"/>
              <a:alphaOff val="0"/>
            </a:schemeClr>
          </a:fontRef>
        </p:style>
      </p:sp>
      <p:sp>
        <p:nvSpPr>
          <p:cNvPr id="41" name="Straight Connector 40"/>
          <p:cNvSpPr/>
          <p:nvPr/>
        </p:nvSpPr>
        <p:spPr>
          <a:xfrm>
            <a:off x="4260712" y="3979749"/>
            <a:ext cx="5907316" cy="0"/>
          </a:xfrm>
          <a:prstGeom prst="line">
            <a:avLst/>
          </a:prstGeom>
          <a:ln>
            <a:solidFill>
              <a:srgbClr val="FF0000"/>
            </a:solidFill>
          </a:ln>
        </p:spPr>
        <p:style>
          <a:lnRef idx="2">
            <a:schemeClr val="accent2">
              <a:hueOff val="0"/>
              <a:satOff val="0"/>
              <a:lumOff val="0"/>
              <a:alphaOff val="0"/>
            </a:schemeClr>
          </a:lnRef>
          <a:fillRef idx="0">
            <a:schemeClr val="accent2">
              <a:hueOff val="0"/>
              <a:satOff val="0"/>
              <a:lumOff val="0"/>
              <a:alphaOff val="0"/>
            </a:schemeClr>
          </a:fillRef>
          <a:effectRef idx="0">
            <a:schemeClr val="accent2">
              <a:hueOff val="0"/>
              <a:satOff val="0"/>
              <a:lumOff val="0"/>
              <a:alphaOff val="0"/>
            </a:schemeClr>
          </a:effectRef>
          <a:fontRef idx="minor">
            <a:schemeClr val="tx1">
              <a:hueOff val="0"/>
              <a:satOff val="0"/>
              <a:lumOff val="0"/>
              <a:alphaOff val="0"/>
            </a:schemeClr>
          </a:fontRef>
        </p:style>
      </p:sp>
      <p:sp>
        <p:nvSpPr>
          <p:cNvPr id="42" name="Content Placeholder 2"/>
          <p:cNvSpPr txBox="1">
            <a:spLocks/>
          </p:cNvSpPr>
          <p:nvPr/>
        </p:nvSpPr>
        <p:spPr>
          <a:xfrm>
            <a:off x="4710097" y="2227252"/>
            <a:ext cx="7156295" cy="581437"/>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rtl="1" fontAlgn="auto">
              <a:buClr>
                <a:srgbClr val="5B9BD5">
                  <a:lumMod val="75000"/>
                </a:srgbClr>
              </a:buClr>
            </a:pPr>
            <a:r>
              <a:rPr lang="ar-SA" sz="2800" b="1" dirty="0" smtClean="0">
                <a:ea typeface="Roboto" panose="02000000000000000000" pitchFamily="2" charset="0"/>
              </a:rPr>
              <a:t>التوصل </a:t>
            </a:r>
            <a:r>
              <a:rPr lang="ar-SA" sz="2800" b="1" dirty="0">
                <a:ea typeface="Roboto" panose="02000000000000000000" pitchFamily="2" charset="0"/>
              </a:rPr>
              <a:t>إلى قناعة بأن تحسين التعليم وتطويره لن يتم إلا من خلال توظيف التكنولوجيا جنباً إلى جنب مع التدريب المتنوع والتدريب المهني والتصميم التعليمي المناسب للطلبة.</a:t>
            </a:r>
            <a:endParaRPr lang="en-US" sz="2800" b="1" dirty="0">
              <a:ea typeface="Roboto" panose="02000000000000000000" pitchFamily="2" charset="0"/>
              <a:cs typeface="Arial" panose="020B0604020202020204" pitchFamily="34" charset="0"/>
            </a:endParaRPr>
          </a:p>
        </p:txBody>
      </p:sp>
      <p:sp>
        <p:nvSpPr>
          <p:cNvPr id="43" name="Content Placeholder 2"/>
          <p:cNvSpPr txBox="1">
            <a:spLocks/>
          </p:cNvSpPr>
          <p:nvPr/>
        </p:nvSpPr>
        <p:spPr>
          <a:xfrm>
            <a:off x="2778964" y="5456371"/>
            <a:ext cx="7541352" cy="561254"/>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rtl="1" fontAlgn="auto">
              <a:buClr>
                <a:srgbClr val="5B9BD5">
                  <a:lumMod val="75000"/>
                </a:srgbClr>
              </a:buClr>
            </a:pPr>
            <a:r>
              <a:rPr lang="ar-SA" sz="2800" b="1" dirty="0" smtClean="0">
                <a:ea typeface="Roboto" panose="02000000000000000000" pitchFamily="2" charset="0"/>
              </a:rPr>
              <a:t>التركيز </a:t>
            </a:r>
            <a:r>
              <a:rPr lang="ar-SA" sz="2800" b="1" dirty="0">
                <a:ea typeface="Roboto" panose="02000000000000000000" pitchFamily="2" charset="0"/>
              </a:rPr>
              <a:t>على الاستثمار في الثقافة وتطوير الأفراد واقتناء التكنولوجيا الجديدة</a:t>
            </a:r>
            <a:endParaRPr lang="en-US" sz="2800" b="1" dirty="0">
              <a:ea typeface="Roboto" panose="02000000000000000000" pitchFamily="2" charset="0"/>
              <a:cs typeface="Arial" panose="020B0604020202020204" pitchFamily="34" charset="0"/>
            </a:endParaRPr>
          </a:p>
        </p:txBody>
      </p:sp>
      <p:sp>
        <p:nvSpPr>
          <p:cNvPr id="44" name="Content Placeholder 2"/>
          <p:cNvSpPr txBox="1">
            <a:spLocks/>
          </p:cNvSpPr>
          <p:nvPr/>
        </p:nvSpPr>
        <p:spPr>
          <a:xfrm>
            <a:off x="4351079" y="4076341"/>
            <a:ext cx="6412059" cy="485418"/>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rtl="1" fontAlgn="auto">
              <a:buClr>
                <a:srgbClr val="5B9BD5">
                  <a:lumMod val="75000"/>
                </a:srgbClr>
              </a:buClr>
            </a:pPr>
            <a:r>
              <a:rPr lang="ar-SA" sz="2800" b="1" dirty="0" smtClean="0">
                <a:ea typeface="Roboto" panose="02000000000000000000" pitchFamily="2" charset="0"/>
              </a:rPr>
              <a:t>أن </a:t>
            </a:r>
            <a:r>
              <a:rPr lang="ar-SA" sz="2800" b="1" dirty="0">
                <a:ea typeface="Roboto" panose="02000000000000000000" pitchFamily="2" charset="0"/>
              </a:rPr>
              <a:t>يدرب المعلمين الطلبة على كيفية أن يكونوا رقميين مسئولين</a:t>
            </a:r>
            <a:endParaRPr lang="en-US" sz="2800" b="1" dirty="0">
              <a:ea typeface="Roboto" panose="02000000000000000000" pitchFamily="2" charset="0"/>
              <a:cs typeface="Arial" panose="020B0604020202020204" pitchFamily="34" charset="0"/>
            </a:endParaRPr>
          </a:p>
        </p:txBody>
      </p:sp>
      <p:sp>
        <p:nvSpPr>
          <p:cNvPr id="48" name="Rectangle 47"/>
          <p:cNvSpPr/>
          <p:nvPr/>
        </p:nvSpPr>
        <p:spPr>
          <a:xfrm rot="5400000">
            <a:off x="5239361" y="-5286205"/>
            <a:ext cx="1631713" cy="12192002"/>
          </a:xfrm>
          <a:prstGeom prst="rect">
            <a:avLst/>
          </a:prstGeom>
          <a:solidFill>
            <a:srgbClr val="E7E6E6">
              <a:lumMod val="25000"/>
            </a:srgbClr>
          </a:solidFill>
          <a:ln w="12700" cap="flat" cmpd="sng" algn="ctr">
            <a:noFill/>
            <a:prstDash val="solid"/>
            <a:miter lim="800000"/>
          </a:ln>
          <a:effectLst/>
        </p:spPr>
        <p:txBody>
          <a:bodyPr rtlCol="0" anchor="ctr"/>
          <a:lstStyle/>
          <a:p>
            <a:pPr algn="ctr" fontAlgn="auto">
              <a:spcBef>
                <a:spcPts val="0"/>
              </a:spcBef>
              <a:spcAft>
                <a:spcPts val="0"/>
              </a:spcAft>
            </a:pPr>
            <a:endParaRPr lang="en-AU" kern="0" smtClean="0">
              <a:solidFill>
                <a:prstClr val="white"/>
              </a:solidFill>
              <a:latin typeface="Roboto Lt"/>
            </a:endParaRPr>
          </a:p>
        </p:txBody>
      </p:sp>
      <p:sp>
        <p:nvSpPr>
          <p:cNvPr id="49" name="TextBox 48"/>
          <p:cNvSpPr txBox="1"/>
          <p:nvPr/>
        </p:nvSpPr>
        <p:spPr>
          <a:xfrm>
            <a:off x="1902320" y="233651"/>
            <a:ext cx="9294641" cy="615553"/>
          </a:xfrm>
          <a:prstGeom prst="rect">
            <a:avLst/>
          </a:prstGeom>
          <a:noFill/>
        </p:spPr>
        <p:txBody>
          <a:bodyPr wrap="square" lIns="0" tIns="0" rIns="0" bIns="0" rtlCol="0">
            <a:spAutoFit/>
          </a:bodyPr>
          <a:lstStyle/>
          <a:p>
            <a:pPr algn="r" rtl="1" fontAlgn="auto">
              <a:spcBef>
                <a:spcPts val="0"/>
              </a:spcBef>
              <a:spcAft>
                <a:spcPts val="0"/>
              </a:spcAft>
            </a:pPr>
            <a:r>
              <a:rPr lang="ar-SA" sz="4000" b="1" i="1" dirty="0" smtClean="0">
                <a:solidFill>
                  <a:prstClr val="white"/>
                </a:solidFill>
                <a:latin typeface="Source Sans Pro" panose="020B0503030403020204" pitchFamily="34" charset="0"/>
                <a:cs typeface="Clear Sans" panose="020B0503030202020304" pitchFamily="34" charset="0"/>
              </a:rPr>
              <a:t>أ</a:t>
            </a:r>
            <a:r>
              <a:rPr lang="en-US" sz="4000" b="1" i="1" dirty="0" smtClean="0">
                <a:solidFill>
                  <a:prstClr val="white"/>
                </a:solidFill>
                <a:latin typeface="Source Sans Pro" panose="020B0503030403020204" pitchFamily="34" charset="0"/>
                <a:cs typeface="Clear Sans" panose="020B0503030202020304" pitchFamily="34" charset="0"/>
              </a:rPr>
              <a:t>-</a:t>
            </a:r>
            <a:r>
              <a:rPr lang="ar-SA" sz="4000" b="1" i="1" dirty="0" smtClean="0">
                <a:solidFill>
                  <a:prstClr val="white"/>
                </a:solidFill>
                <a:latin typeface="Source Sans Pro" panose="020B0503030403020204" pitchFamily="34" charset="0"/>
                <a:cs typeface="Clear Sans" panose="020B0503030202020304" pitchFamily="34" charset="0"/>
              </a:rPr>
              <a:t> متطلبات </a:t>
            </a:r>
            <a:r>
              <a:rPr lang="ar-SA" sz="4000" b="1" i="1" dirty="0">
                <a:solidFill>
                  <a:prstClr val="white"/>
                </a:solidFill>
                <a:latin typeface="Source Sans Pro" panose="020B0503030403020204" pitchFamily="34" charset="0"/>
                <a:cs typeface="Clear Sans" panose="020B0503030202020304" pitchFamily="34" charset="0"/>
              </a:rPr>
              <a:t>تكنولوجيا التعليم من أجل المستقبل</a:t>
            </a:r>
            <a:endParaRPr lang="id-ID" sz="4000" b="1" i="1" dirty="0">
              <a:solidFill>
                <a:prstClr val="white"/>
              </a:solidFill>
              <a:latin typeface="Source Sans Pro" panose="020B0503030403020204" pitchFamily="34" charset="0"/>
              <a:cs typeface="Clear Sans" panose="020B0503030202020304" pitchFamily="34" charset="0"/>
            </a:endParaRPr>
          </a:p>
        </p:txBody>
      </p:sp>
    </p:spTree>
    <p:extLst>
      <p:ext uri="{BB962C8B-B14F-4D97-AF65-F5344CB8AC3E}">
        <p14:creationId xmlns:p14="http://schemas.microsoft.com/office/powerpoint/2010/main" val="355745719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grpId="0" nodeType="afterEffect">
                                  <p:stCondLst>
                                    <p:cond delay="0"/>
                                  </p:stCondLst>
                                  <p:childTnLst>
                                    <p:set>
                                      <p:cBhvr>
                                        <p:cTn id="6" dur="1" fill="hold">
                                          <p:stCondLst>
                                            <p:cond delay="0"/>
                                          </p:stCondLst>
                                        </p:cTn>
                                        <p:tgtEl>
                                          <p:spTgt spid="48"/>
                                        </p:tgtEl>
                                        <p:attrNameLst>
                                          <p:attrName>style.visibility</p:attrName>
                                        </p:attrNameLst>
                                      </p:cBhvr>
                                      <p:to>
                                        <p:strVal val="visible"/>
                                      </p:to>
                                    </p:set>
                                    <p:animEffect transition="in" filter="wipe(right)">
                                      <p:cBhvr>
                                        <p:cTn id="7" dur="500"/>
                                        <p:tgtEl>
                                          <p:spTgt spid="48"/>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49"/>
                                        </p:tgtEl>
                                        <p:attrNameLst>
                                          <p:attrName>style.visibility</p:attrName>
                                        </p:attrNameLst>
                                      </p:cBhvr>
                                      <p:to>
                                        <p:strVal val="visible"/>
                                      </p:to>
                                    </p:set>
                                    <p:animEffect transition="in" filter="fade">
                                      <p:cBhvr>
                                        <p:cTn id="11" dur="500"/>
                                        <p:tgtEl>
                                          <p:spTgt spid="49"/>
                                        </p:tgtEl>
                                      </p:cBhvr>
                                    </p:animEffect>
                                  </p:childTnLst>
                                </p:cTn>
                              </p:par>
                              <p:par>
                                <p:cTn id="12" presetID="22" presetClass="entr" presetSubtype="8" fill="hold" nodeType="withEffect">
                                  <p:stCondLst>
                                    <p:cond delay="0"/>
                                  </p:stCondLst>
                                  <p:childTnLst>
                                    <p:set>
                                      <p:cBhvr>
                                        <p:cTn id="13" dur="1" fill="hold">
                                          <p:stCondLst>
                                            <p:cond delay="0"/>
                                          </p:stCondLst>
                                        </p:cTn>
                                        <p:tgtEl>
                                          <p:spTgt spid="2"/>
                                        </p:tgtEl>
                                        <p:attrNameLst>
                                          <p:attrName>style.visibility</p:attrName>
                                        </p:attrNameLst>
                                      </p:cBhvr>
                                      <p:to>
                                        <p:strVal val="visible"/>
                                      </p:to>
                                    </p:set>
                                    <p:animEffect transition="in" filter="wipe(left)">
                                      <p:cBhvr>
                                        <p:cTn id="14" dur="2000"/>
                                        <p:tgtEl>
                                          <p:spTgt spid="2"/>
                                        </p:tgtEl>
                                      </p:cBhvr>
                                    </p:animEffect>
                                  </p:childTnLst>
                                </p:cTn>
                              </p:par>
                              <p:par>
                                <p:cTn id="15" presetID="42" presetClass="entr" presetSubtype="0" fill="hold" nodeType="withEffect">
                                  <p:stCondLst>
                                    <p:cond delay="0"/>
                                  </p:stCondLst>
                                  <p:childTnLst>
                                    <p:set>
                                      <p:cBhvr>
                                        <p:cTn id="16" dur="1" fill="hold">
                                          <p:stCondLst>
                                            <p:cond delay="0"/>
                                          </p:stCondLst>
                                        </p:cTn>
                                        <p:tgtEl>
                                          <p:spTgt spid="21"/>
                                        </p:tgtEl>
                                        <p:attrNameLst>
                                          <p:attrName>style.visibility</p:attrName>
                                        </p:attrNameLst>
                                      </p:cBhvr>
                                      <p:to>
                                        <p:strVal val="visible"/>
                                      </p:to>
                                    </p:set>
                                    <p:animEffect transition="in" filter="fade">
                                      <p:cBhvr>
                                        <p:cTn id="17" dur="500"/>
                                        <p:tgtEl>
                                          <p:spTgt spid="21"/>
                                        </p:tgtEl>
                                      </p:cBhvr>
                                    </p:animEffect>
                                    <p:anim calcmode="lin" valueType="num">
                                      <p:cBhvr>
                                        <p:cTn id="18" dur="500" fill="hold"/>
                                        <p:tgtEl>
                                          <p:spTgt spid="21"/>
                                        </p:tgtEl>
                                        <p:attrNameLst>
                                          <p:attrName>ppt_x</p:attrName>
                                        </p:attrNameLst>
                                      </p:cBhvr>
                                      <p:tavLst>
                                        <p:tav tm="0">
                                          <p:val>
                                            <p:strVal val="#ppt_x"/>
                                          </p:val>
                                        </p:tav>
                                        <p:tav tm="100000">
                                          <p:val>
                                            <p:strVal val="#ppt_x"/>
                                          </p:val>
                                        </p:tav>
                                      </p:tavLst>
                                    </p:anim>
                                    <p:anim calcmode="lin" valueType="num">
                                      <p:cBhvr>
                                        <p:cTn id="19" dur="500" fill="hold"/>
                                        <p:tgtEl>
                                          <p:spTgt spid="21"/>
                                        </p:tgtEl>
                                        <p:attrNameLst>
                                          <p:attrName>ppt_y</p:attrName>
                                        </p:attrNameLst>
                                      </p:cBhvr>
                                      <p:tavLst>
                                        <p:tav tm="0">
                                          <p:val>
                                            <p:strVal val="#ppt_y+.1"/>
                                          </p:val>
                                        </p:tav>
                                        <p:tav tm="100000">
                                          <p:val>
                                            <p:strVal val="#ppt_y"/>
                                          </p:val>
                                        </p:tav>
                                      </p:tavLst>
                                    </p:anim>
                                  </p:childTnLst>
                                </p:cTn>
                              </p:par>
                              <p:par>
                                <p:cTn id="20" presetID="42" presetClass="entr" presetSubtype="0" fill="hold" nodeType="withEffect">
                                  <p:stCondLst>
                                    <p:cond delay="0"/>
                                  </p:stCondLst>
                                  <p:childTnLst>
                                    <p:set>
                                      <p:cBhvr>
                                        <p:cTn id="21" dur="1" fill="hold">
                                          <p:stCondLst>
                                            <p:cond delay="0"/>
                                          </p:stCondLst>
                                        </p:cTn>
                                        <p:tgtEl>
                                          <p:spTgt spid="24"/>
                                        </p:tgtEl>
                                        <p:attrNameLst>
                                          <p:attrName>style.visibility</p:attrName>
                                        </p:attrNameLst>
                                      </p:cBhvr>
                                      <p:to>
                                        <p:strVal val="visible"/>
                                      </p:to>
                                    </p:set>
                                    <p:animEffect transition="in" filter="fade">
                                      <p:cBhvr>
                                        <p:cTn id="22" dur="500"/>
                                        <p:tgtEl>
                                          <p:spTgt spid="24"/>
                                        </p:tgtEl>
                                      </p:cBhvr>
                                    </p:animEffect>
                                    <p:anim calcmode="lin" valueType="num">
                                      <p:cBhvr>
                                        <p:cTn id="23" dur="500" fill="hold"/>
                                        <p:tgtEl>
                                          <p:spTgt spid="24"/>
                                        </p:tgtEl>
                                        <p:attrNameLst>
                                          <p:attrName>ppt_x</p:attrName>
                                        </p:attrNameLst>
                                      </p:cBhvr>
                                      <p:tavLst>
                                        <p:tav tm="0">
                                          <p:val>
                                            <p:strVal val="#ppt_x"/>
                                          </p:val>
                                        </p:tav>
                                        <p:tav tm="100000">
                                          <p:val>
                                            <p:strVal val="#ppt_x"/>
                                          </p:val>
                                        </p:tav>
                                      </p:tavLst>
                                    </p:anim>
                                    <p:anim calcmode="lin" valueType="num">
                                      <p:cBhvr>
                                        <p:cTn id="24" dur="500" fill="hold"/>
                                        <p:tgtEl>
                                          <p:spTgt spid="24"/>
                                        </p:tgtEl>
                                        <p:attrNameLst>
                                          <p:attrName>ppt_y</p:attrName>
                                        </p:attrNameLst>
                                      </p:cBhvr>
                                      <p:tavLst>
                                        <p:tav tm="0">
                                          <p:val>
                                            <p:strVal val="#ppt_y+.1"/>
                                          </p:val>
                                        </p:tav>
                                        <p:tav tm="100000">
                                          <p:val>
                                            <p:strVal val="#ppt_y"/>
                                          </p:val>
                                        </p:tav>
                                      </p:tavLst>
                                    </p:anim>
                                  </p:childTnLst>
                                </p:cTn>
                              </p:par>
                              <p:par>
                                <p:cTn id="25" presetID="42" presetClass="entr" presetSubtype="0" fill="hold" nodeType="withEffect">
                                  <p:stCondLst>
                                    <p:cond delay="0"/>
                                  </p:stCondLst>
                                  <p:childTnLst>
                                    <p:set>
                                      <p:cBhvr>
                                        <p:cTn id="26" dur="1" fill="hold">
                                          <p:stCondLst>
                                            <p:cond delay="0"/>
                                          </p:stCondLst>
                                        </p:cTn>
                                        <p:tgtEl>
                                          <p:spTgt spid="27"/>
                                        </p:tgtEl>
                                        <p:attrNameLst>
                                          <p:attrName>style.visibility</p:attrName>
                                        </p:attrNameLst>
                                      </p:cBhvr>
                                      <p:to>
                                        <p:strVal val="visible"/>
                                      </p:to>
                                    </p:set>
                                    <p:animEffect transition="in" filter="fade">
                                      <p:cBhvr>
                                        <p:cTn id="27" dur="500"/>
                                        <p:tgtEl>
                                          <p:spTgt spid="27"/>
                                        </p:tgtEl>
                                      </p:cBhvr>
                                    </p:animEffect>
                                    <p:anim calcmode="lin" valueType="num">
                                      <p:cBhvr>
                                        <p:cTn id="28" dur="500" fill="hold"/>
                                        <p:tgtEl>
                                          <p:spTgt spid="27"/>
                                        </p:tgtEl>
                                        <p:attrNameLst>
                                          <p:attrName>ppt_x</p:attrName>
                                        </p:attrNameLst>
                                      </p:cBhvr>
                                      <p:tavLst>
                                        <p:tav tm="0">
                                          <p:val>
                                            <p:strVal val="#ppt_x"/>
                                          </p:val>
                                        </p:tav>
                                        <p:tav tm="100000">
                                          <p:val>
                                            <p:strVal val="#ppt_x"/>
                                          </p:val>
                                        </p:tav>
                                      </p:tavLst>
                                    </p:anim>
                                    <p:anim calcmode="lin" valueType="num">
                                      <p:cBhvr>
                                        <p:cTn id="29" dur="500" fill="hold"/>
                                        <p:tgtEl>
                                          <p:spTgt spid="27"/>
                                        </p:tgtEl>
                                        <p:attrNameLst>
                                          <p:attrName>ppt_y</p:attrName>
                                        </p:attrNameLst>
                                      </p:cBhvr>
                                      <p:tavLst>
                                        <p:tav tm="0">
                                          <p:val>
                                            <p:strVal val="#ppt_y+.1"/>
                                          </p:val>
                                        </p:tav>
                                        <p:tav tm="100000">
                                          <p:val>
                                            <p:strVal val="#ppt_y"/>
                                          </p:val>
                                        </p:tav>
                                      </p:tavLst>
                                    </p:anim>
                                  </p:childTnLst>
                                </p:cTn>
                              </p:par>
                              <p:par>
                                <p:cTn id="30" presetID="22" presetClass="entr" presetSubtype="8" fill="hold" nodeType="withEffect">
                                  <p:stCondLst>
                                    <p:cond delay="500"/>
                                  </p:stCondLst>
                                  <p:childTnLst>
                                    <p:set>
                                      <p:cBhvr>
                                        <p:cTn id="31" dur="1" fill="hold">
                                          <p:stCondLst>
                                            <p:cond delay="0"/>
                                          </p:stCondLst>
                                        </p:cTn>
                                        <p:tgtEl>
                                          <p:spTgt spid="39"/>
                                        </p:tgtEl>
                                        <p:attrNameLst>
                                          <p:attrName>style.visibility</p:attrName>
                                        </p:attrNameLst>
                                      </p:cBhvr>
                                      <p:to>
                                        <p:strVal val="visible"/>
                                      </p:to>
                                    </p:set>
                                    <p:animEffect transition="in" filter="wipe(left)">
                                      <p:cBhvr>
                                        <p:cTn id="32" dur="1000"/>
                                        <p:tgtEl>
                                          <p:spTgt spid="39"/>
                                        </p:tgtEl>
                                      </p:cBhvr>
                                    </p:animEffect>
                                  </p:childTnLst>
                                </p:cTn>
                              </p:par>
                              <p:par>
                                <p:cTn id="33" presetID="22" presetClass="entr" presetSubtype="8" fill="hold" nodeType="withEffect">
                                  <p:stCondLst>
                                    <p:cond delay="500"/>
                                  </p:stCondLst>
                                  <p:childTnLst>
                                    <p:set>
                                      <p:cBhvr>
                                        <p:cTn id="34" dur="1" fill="hold">
                                          <p:stCondLst>
                                            <p:cond delay="0"/>
                                          </p:stCondLst>
                                        </p:cTn>
                                        <p:tgtEl>
                                          <p:spTgt spid="38"/>
                                        </p:tgtEl>
                                        <p:attrNameLst>
                                          <p:attrName>style.visibility</p:attrName>
                                        </p:attrNameLst>
                                      </p:cBhvr>
                                      <p:to>
                                        <p:strVal val="visible"/>
                                      </p:to>
                                    </p:set>
                                    <p:animEffect transition="in" filter="wipe(left)">
                                      <p:cBhvr>
                                        <p:cTn id="35" dur="1000"/>
                                        <p:tgtEl>
                                          <p:spTgt spid="38"/>
                                        </p:tgtEl>
                                      </p:cBhvr>
                                    </p:animEffect>
                                  </p:childTnLst>
                                </p:cTn>
                              </p:par>
                              <p:par>
                                <p:cTn id="36" presetID="22" presetClass="entr" presetSubtype="8" fill="hold" nodeType="withEffect">
                                  <p:stCondLst>
                                    <p:cond delay="500"/>
                                  </p:stCondLst>
                                  <p:childTnLst>
                                    <p:set>
                                      <p:cBhvr>
                                        <p:cTn id="37" dur="1" fill="hold">
                                          <p:stCondLst>
                                            <p:cond delay="0"/>
                                          </p:stCondLst>
                                        </p:cTn>
                                        <p:tgtEl>
                                          <p:spTgt spid="41"/>
                                        </p:tgtEl>
                                        <p:attrNameLst>
                                          <p:attrName>style.visibility</p:attrName>
                                        </p:attrNameLst>
                                      </p:cBhvr>
                                      <p:to>
                                        <p:strVal val="visible"/>
                                      </p:to>
                                    </p:set>
                                    <p:animEffect transition="in" filter="wipe(left)">
                                      <p:cBhvr>
                                        <p:cTn id="38" dur="1000"/>
                                        <p:tgtEl>
                                          <p:spTgt spid="41"/>
                                        </p:tgtEl>
                                      </p:cBhvr>
                                    </p:animEffect>
                                  </p:childTnLst>
                                </p:cTn>
                              </p:par>
                              <p:par>
                                <p:cTn id="39" presetID="22" presetClass="entr" presetSubtype="8" fill="hold" grpId="0" nodeType="withEffect">
                                  <p:stCondLst>
                                    <p:cond delay="500"/>
                                  </p:stCondLst>
                                  <p:childTnLst>
                                    <p:set>
                                      <p:cBhvr>
                                        <p:cTn id="40" dur="1" fill="hold">
                                          <p:stCondLst>
                                            <p:cond delay="0"/>
                                          </p:stCondLst>
                                        </p:cTn>
                                        <p:tgtEl>
                                          <p:spTgt spid="44"/>
                                        </p:tgtEl>
                                        <p:attrNameLst>
                                          <p:attrName>style.visibility</p:attrName>
                                        </p:attrNameLst>
                                      </p:cBhvr>
                                      <p:to>
                                        <p:strVal val="visible"/>
                                      </p:to>
                                    </p:set>
                                    <p:animEffect transition="in" filter="wipe(left)">
                                      <p:cBhvr>
                                        <p:cTn id="41" dur="750"/>
                                        <p:tgtEl>
                                          <p:spTgt spid="44"/>
                                        </p:tgtEl>
                                      </p:cBhvr>
                                    </p:animEffect>
                                  </p:childTnLst>
                                </p:cTn>
                              </p:par>
                              <p:par>
                                <p:cTn id="42" presetID="22" presetClass="entr" presetSubtype="8" fill="hold" grpId="0" nodeType="withEffect">
                                  <p:stCondLst>
                                    <p:cond delay="500"/>
                                  </p:stCondLst>
                                  <p:childTnLst>
                                    <p:set>
                                      <p:cBhvr>
                                        <p:cTn id="43" dur="1" fill="hold">
                                          <p:stCondLst>
                                            <p:cond delay="0"/>
                                          </p:stCondLst>
                                        </p:cTn>
                                        <p:tgtEl>
                                          <p:spTgt spid="42"/>
                                        </p:tgtEl>
                                        <p:attrNameLst>
                                          <p:attrName>style.visibility</p:attrName>
                                        </p:attrNameLst>
                                      </p:cBhvr>
                                      <p:to>
                                        <p:strVal val="visible"/>
                                      </p:to>
                                    </p:set>
                                    <p:animEffect transition="in" filter="wipe(left)">
                                      <p:cBhvr>
                                        <p:cTn id="44" dur="750"/>
                                        <p:tgtEl>
                                          <p:spTgt spid="42"/>
                                        </p:tgtEl>
                                      </p:cBhvr>
                                    </p:animEffect>
                                  </p:childTnLst>
                                </p:cTn>
                              </p:par>
                              <p:par>
                                <p:cTn id="45" presetID="22" presetClass="entr" presetSubtype="8" fill="hold" grpId="0" nodeType="withEffect">
                                  <p:stCondLst>
                                    <p:cond delay="500"/>
                                  </p:stCondLst>
                                  <p:childTnLst>
                                    <p:set>
                                      <p:cBhvr>
                                        <p:cTn id="46" dur="1" fill="hold">
                                          <p:stCondLst>
                                            <p:cond delay="0"/>
                                          </p:stCondLst>
                                        </p:cTn>
                                        <p:tgtEl>
                                          <p:spTgt spid="43"/>
                                        </p:tgtEl>
                                        <p:attrNameLst>
                                          <p:attrName>style.visibility</p:attrName>
                                        </p:attrNameLst>
                                      </p:cBhvr>
                                      <p:to>
                                        <p:strVal val="visible"/>
                                      </p:to>
                                    </p:set>
                                    <p:animEffect transition="in" filter="wipe(left)">
                                      <p:cBhvr>
                                        <p:cTn id="47" dur="75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p:bldP spid="43" grpId="0"/>
      <p:bldP spid="44" grpId="0"/>
      <p:bldP spid="48" grpId="0" animBg="1"/>
      <p:bldP spid="49" grpId="0"/>
    </p:bld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 name="Rectangle 47"/>
          <p:cNvSpPr/>
          <p:nvPr/>
        </p:nvSpPr>
        <p:spPr>
          <a:xfrm rot="5400000">
            <a:off x="5239361" y="-5286205"/>
            <a:ext cx="1631713" cy="12192002"/>
          </a:xfrm>
          <a:prstGeom prst="rect">
            <a:avLst/>
          </a:prstGeom>
          <a:solidFill>
            <a:srgbClr val="E7E6E6">
              <a:lumMod val="25000"/>
            </a:srgbClr>
          </a:solidFill>
          <a:ln w="12700" cap="flat" cmpd="sng" algn="ctr">
            <a:noFill/>
            <a:prstDash val="solid"/>
            <a:miter lim="800000"/>
          </a:ln>
          <a:effectLst/>
        </p:spPr>
        <p:txBody>
          <a:bodyPr rtlCol="0" anchor="ctr"/>
          <a:lstStyle/>
          <a:p>
            <a:pPr algn="ctr" fontAlgn="auto">
              <a:spcBef>
                <a:spcPts val="0"/>
              </a:spcBef>
              <a:spcAft>
                <a:spcPts val="0"/>
              </a:spcAft>
            </a:pPr>
            <a:endParaRPr lang="en-AU" kern="0" smtClean="0">
              <a:solidFill>
                <a:prstClr val="white"/>
              </a:solidFill>
              <a:latin typeface="Roboto Lt"/>
            </a:endParaRPr>
          </a:p>
        </p:txBody>
      </p:sp>
      <p:sp>
        <p:nvSpPr>
          <p:cNvPr id="49" name="TextBox 48"/>
          <p:cNvSpPr txBox="1"/>
          <p:nvPr/>
        </p:nvSpPr>
        <p:spPr>
          <a:xfrm>
            <a:off x="758114" y="221476"/>
            <a:ext cx="10282626" cy="1231106"/>
          </a:xfrm>
          <a:prstGeom prst="rect">
            <a:avLst/>
          </a:prstGeom>
          <a:noFill/>
        </p:spPr>
        <p:txBody>
          <a:bodyPr wrap="square" lIns="0" tIns="0" rIns="0" bIns="0" rtlCol="0">
            <a:spAutoFit/>
          </a:bodyPr>
          <a:lstStyle/>
          <a:p>
            <a:pPr algn="r" rtl="1" fontAlgn="auto">
              <a:spcBef>
                <a:spcPts val="0"/>
              </a:spcBef>
              <a:spcAft>
                <a:spcPts val="0"/>
              </a:spcAft>
            </a:pPr>
            <a:r>
              <a:rPr lang="ar-SA" sz="4000" b="1" i="1" dirty="0" smtClean="0">
                <a:solidFill>
                  <a:prstClr val="white"/>
                </a:solidFill>
                <a:latin typeface="Source Sans Pro" panose="020B0503030403020204" pitchFamily="34" charset="0"/>
                <a:cs typeface="Clear Sans" panose="020B0503030202020304" pitchFamily="34" charset="0"/>
              </a:rPr>
              <a:t>ب</a:t>
            </a:r>
            <a:r>
              <a:rPr lang="en-US" sz="4000" b="1" i="1" dirty="0" smtClean="0">
                <a:solidFill>
                  <a:prstClr val="white"/>
                </a:solidFill>
                <a:latin typeface="Source Sans Pro" panose="020B0503030403020204" pitchFamily="34" charset="0"/>
                <a:cs typeface="Clear Sans" panose="020B0503030202020304" pitchFamily="34" charset="0"/>
              </a:rPr>
              <a:t>-</a:t>
            </a:r>
            <a:r>
              <a:rPr lang="ar-SA" sz="4000" b="1" i="1" dirty="0" smtClean="0">
                <a:solidFill>
                  <a:prstClr val="white"/>
                </a:solidFill>
                <a:latin typeface="Source Sans Pro" panose="020B0503030403020204" pitchFamily="34" charset="0"/>
                <a:cs typeface="Clear Sans" panose="020B0503030202020304" pitchFamily="34" charset="0"/>
              </a:rPr>
              <a:t> </a:t>
            </a:r>
            <a:r>
              <a:rPr lang="ar-SA" sz="4000" b="1" i="1" dirty="0">
                <a:solidFill>
                  <a:prstClr val="white"/>
                </a:solidFill>
                <a:latin typeface="Source Sans Pro" panose="020B0503030403020204" pitchFamily="34" charset="0"/>
                <a:cs typeface="Clear Sans" panose="020B0503030202020304" pitchFamily="34" charset="0"/>
              </a:rPr>
              <a:t>دور تكنولوجيا التعليم في مواجهة المشكلات التربوية المعاصرة والمستقبلية</a:t>
            </a:r>
            <a:endParaRPr lang="id-ID" sz="4000" b="1" i="1" dirty="0">
              <a:solidFill>
                <a:prstClr val="white"/>
              </a:solidFill>
              <a:latin typeface="Source Sans Pro" panose="020B0503030403020204" pitchFamily="34" charset="0"/>
              <a:cs typeface="Clear Sans" panose="020B0503030202020304" pitchFamily="34" charset="0"/>
            </a:endParaRPr>
          </a:p>
        </p:txBody>
      </p:sp>
      <p:cxnSp>
        <p:nvCxnSpPr>
          <p:cNvPr id="29" name="Straight Connector 28"/>
          <p:cNvCxnSpPr/>
          <p:nvPr/>
        </p:nvCxnSpPr>
        <p:spPr>
          <a:xfrm>
            <a:off x="-142946" y="1959087"/>
            <a:ext cx="5342475" cy="12624"/>
          </a:xfrm>
          <a:prstGeom prst="line">
            <a:avLst/>
          </a:prstGeom>
          <a:ln w="25400">
            <a:gradFill flip="none" rotWithShape="1">
              <a:gsLst>
                <a:gs pos="0">
                  <a:schemeClr val="accent2">
                    <a:lumMod val="20000"/>
                    <a:lumOff val="80000"/>
                  </a:schemeClr>
                </a:gs>
                <a:gs pos="35000">
                  <a:schemeClr val="accent2">
                    <a:lumMod val="40000"/>
                    <a:lumOff val="60000"/>
                  </a:schemeClr>
                </a:gs>
                <a:gs pos="100000">
                  <a:srgbClr val="FF0000"/>
                </a:gs>
              </a:gsLst>
              <a:lin ang="2700000" scaled="1"/>
              <a:tileRect/>
            </a:gradFill>
            <a:prstDash val="sysDot"/>
            <a:headEnd type="none"/>
            <a:tailEnd type="oval"/>
          </a:ln>
        </p:spPr>
        <p:style>
          <a:lnRef idx="1">
            <a:schemeClr val="accent1"/>
          </a:lnRef>
          <a:fillRef idx="0">
            <a:schemeClr val="accent1"/>
          </a:fillRef>
          <a:effectRef idx="0">
            <a:schemeClr val="accent1"/>
          </a:effectRef>
          <a:fontRef idx="minor">
            <a:schemeClr val="tx1"/>
          </a:fontRef>
        </p:style>
      </p:cxnSp>
      <p:sp>
        <p:nvSpPr>
          <p:cNvPr id="31" name="Oval 30"/>
          <p:cNvSpPr>
            <a:spLocks noChangeAspect="1"/>
          </p:cNvSpPr>
          <p:nvPr/>
        </p:nvSpPr>
        <p:spPr>
          <a:xfrm>
            <a:off x="5073613" y="1882185"/>
            <a:ext cx="180000" cy="180000"/>
          </a:xfrm>
          <a:prstGeom prst="ellipse">
            <a:avLst/>
          </a:prstGeom>
          <a:solidFill>
            <a:srgbClr val="FF0000"/>
          </a:solidFill>
          <a:ln w="25400">
            <a:solidFill>
              <a:schemeClr val="bg1">
                <a:lumMod val="7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fontAlgn="auto">
              <a:spcBef>
                <a:spcPts val="0"/>
              </a:spcBef>
              <a:spcAft>
                <a:spcPts val="0"/>
              </a:spcAft>
            </a:pPr>
            <a:endParaRPr lang="en-US" sz="1100" b="1" dirty="0">
              <a:solidFill>
                <a:prstClr val="white"/>
              </a:solidFill>
            </a:endParaRPr>
          </a:p>
        </p:txBody>
      </p:sp>
      <p:sp>
        <p:nvSpPr>
          <p:cNvPr id="32" name="Title 13"/>
          <p:cNvSpPr txBox="1">
            <a:spLocks/>
          </p:cNvSpPr>
          <p:nvPr/>
        </p:nvSpPr>
        <p:spPr>
          <a:xfrm>
            <a:off x="2357038" y="1671168"/>
            <a:ext cx="9302682" cy="568067"/>
          </a:xfrm>
          <a:prstGeom prst="rect">
            <a:avLst/>
          </a:prstGeom>
        </p:spPr>
        <p:txBody>
          <a:bodyPr vert="horz" lIns="91440" tIns="45720" rIns="91440" bIns="45720"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algn="r" fontAlgn="auto">
              <a:spcAft>
                <a:spcPts val="0"/>
              </a:spcAft>
            </a:pPr>
            <a:r>
              <a:rPr lang="ar-SA" sz="3200" b="1" dirty="0">
                <a:solidFill>
                  <a:prstClr val="black">
                    <a:lumMod val="85000"/>
                    <a:lumOff val="15000"/>
                  </a:prstClr>
                </a:solidFill>
              </a:rPr>
              <a:t>من أبرز التحديات التي تواجه تكنولوجيا التعليم:</a:t>
            </a:r>
            <a:endParaRPr lang="en-US" sz="3200" b="1" dirty="0">
              <a:solidFill>
                <a:prstClr val="black">
                  <a:lumMod val="85000"/>
                  <a:lumOff val="15000"/>
                </a:prstClr>
              </a:solidFill>
            </a:endParaRPr>
          </a:p>
        </p:txBody>
      </p:sp>
      <p:cxnSp>
        <p:nvCxnSpPr>
          <p:cNvPr id="33" name="Straight Connector 32"/>
          <p:cNvCxnSpPr/>
          <p:nvPr/>
        </p:nvCxnSpPr>
        <p:spPr>
          <a:xfrm>
            <a:off x="4705530" y="2752052"/>
            <a:ext cx="1080000" cy="3215"/>
          </a:xfrm>
          <a:prstGeom prst="line">
            <a:avLst/>
          </a:prstGeom>
          <a:ln w="25400">
            <a:solidFill>
              <a:schemeClr val="bg1">
                <a:lumMod val="75000"/>
              </a:schemeClr>
            </a:solidFill>
            <a:prstDash val="solid"/>
            <a:headEnd type="oval" w="lg" len="lg"/>
            <a:tailEnd type="oval"/>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6553933" y="4039532"/>
            <a:ext cx="1080000" cy="3215"/>
          </a:xfrm>
          <a:prstGeom prst="line">
            <a:avLst/>
          </a:prstGeom>
          <a:ln w="25400">
            <a:solidFill>
              <a:schemeClr val="bg1">
                <a:lumMod val="75000"/>
              </a:schemeClr>
            </a:solidFill>
            <a:prstDash val="solid"/>
            <a:headEnd type="oval"/>
            <a:tailEnd type="oval" w="lg" len="lg"/>
          </a:ln>
        </p:spPr>
        <p:style>
          <a:lnRef idx="1">
            <a:schemeClr val="accent1"/>
          </a:lnRef>
          <a:fillRef idx="0">
            <a:schemeClr val="accent1"/>
          </a:fillRef>
          <a:effectRef idx="0">
            <a:schemeClr val="accent1"/>
          </a:effectRef>
          <a:fontRef idx="minor">
            <a:schemeClr val="tx1"/>
          </a:fontRef>
        </p:style>
      </p:cxnSp>
      <p:sp>
        <p:nvSpPr>
          <p:cNvPr id="35" name="Content Placeholder 2"/>
          <p:cNvSpPr txBox="1">
            <a:spLocks/>
          </p:cNvSpPr>
          <p:nvPr/>
        </p:nvSpPr>
        <p:spPr>
          <a:xfrm>
            <a:off x="857230" y="2506239"/>
            <a:ext cx="3780918" cy="1001083"/>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rtl="1" fontAlgn="auto">
              <a:buClr>
                <a:srgbClr val="5B9BD5">
                  <a:lumMod val="75000"/>
                </a:srgbClr>
              </a:buClr>
              <a:defRPr/>
            </a:pPr>
            <a:r>
              <a:rPr lang="ar-SA" sz="2800" b="1" dirty="0" smtClean="0">
                <a:solidFill>
                  <a:prstClr val="black"/>
                </a:solidFill>
                <a:ea typeface="Roboto" panose="02000000000000000000" pitchFamily="2" charset="0"/>
              </a:rPr>
              <a:t>الخطط </a:t>
            </a:r>
            <a:r>
              <a:rPr lang="ar-SA" sz="2800" b="1" dirty="0">
                <a:solidFill>
                  <a:prstClr val="black"/>
                </a:solidFill>
                <a:ea typeface="Roboto" panose="02000000000000000000" pitchFamily="2" charset="0"/>
              </a:rPr>
              <a:t>المستقبلية بين النظرية والتطبيق.</a:t>
            </a:r>
            <a:endParaRPr lang="id-ID" sz="2800" b="1" dirty="0">
              <a:solidFill>
                <a:prstClr val="black"/>
              </a:solidFill>
              <a:ea typeface="Roboto" panose="02000000000000000000" pitchFamily="2" charset="0"/>
            </a:endParaRPr>
          </a:p>
        </p:txBody>
      </p:sp>
      <p:sp>
        <p:nvSpPr>
          <p:cNvPr id="36" name="Content Placeholder 2"/>
          <p:cNvSpPr txBox="1">
            <a:spLocks/>
          </p:cNvSpPr>
          <p:nvPr/>
        </p:nvSpPr>
        <p:spPr>
          <a:xfrm>
            <a:off x="7831123" y="3786480"/>
            <a:ext cx="3828597" cy="1001083"/>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rtl="1" fontAlgn="auto">
              <a:buClr>
                <a:srgbClr val="5B9BD5">
                  <a:lumMod val="75000"/>
                </a:srgbClr>
              </a:buClr>
              <a:defRPr/>
            </a:pPr>
            <a:r>
              <a:rPr lang="ar-SA" sz="2800" b="1" dirty="0" smtClean="0">
                <a:solidFill>
                  <a:prstClr val="black"/>
                </a:solidFill>
                <a:ea typeface="Roboto" panose="02000000000000000000" pitchFamily="2" charset="0"/>
              </a:rPr>
              <a:t>ميزانيات </a:t>
            </a:r>
            <a:r>
              <a:rPr lang="ar-SA" sz="2800" b="1" dirty="0">
                <a:solidFill>
                  <a:prstClr val="black"/>
                </a:solidFill>
                <a:ea typeface="Roboto" panose="02000000000000000000" pitchFamily="2" charset="0"/>
              </a:rPr>
              <a:t>التكنولوجيا والحاجة والإمكانات المتاحة.</a:t>
            </a:r>
            <a:endParaRPr lang="id-ID" sz="2800" b="1" dirty="0">
              <a:solidFill>
                <a:prstClr val="black"/>
              </a:solidFill>
              <a:ea typeface="Roboto" panose="02000000000000000000" pitchFamily="2" charset="0"/>
            </a:endParaRPr>
          </a:p>
        </p:txBody>
      </p:sp>
      <p:sp>
        <p:nvSpPr>
          <p:cNvPr id="37" name="Freeform 36"/>
          <p:cNvSpPr/>
          <p:nvPr/>
        </p:nvSpPr>
        <p:spPr>
          <a:xfrm>
            <a:off x="5852912" y="2590797"/>
            <a:ext cx="684447" cy="493118"/>
          </a:xfrm>
          <a:custGeom>
            <a:avLst/>
            <a:gdLst>
              <a:gd name="connsiteX0" fmla="*/ 0 w 1799993"/>
              <a:gd name="connsiteY0" fmla="*/ 899997 h 1799993"/>
              <a:gd name="connsiteX1" fmla="*/ 899997 w 1799993"/>
              <a:gd name="connsiteY1" fmla="*/ 0 h 1799993"/>
              <a:gd name="connsiteX2" fmla="*/ 1799994 w 1799993"/>
              <a:gd name="connsiteY2" fmla="*/ 899997 h 1799993"/>
              <a:gd name="connsiteX3" fmla="*/ 899997 w 1799993"/>
              <a:gd name="connsiteY3" fmla="*/ 1799994 h 1799993"/>
              <a:gd name="connsiteX4" fmla="*/ 0 w 1799993"/>
              <a:gd name="connsiteY4" fmla="*/ 899997 h 17999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9993" h="1799993">
                <a:moveTo>
                  <a:pt x="0" y="899997"/>
                </a:moveTo>
                <a:cubicBezTo>
                  <a:pt x="0" y="402942"/>
                  <a:pt x="402942" y="0"/>
                  <a:pt x="899997" y="0"/>
                </a:cubicBezTo>
                <a:cubicBezTo>
                  <a:pt x="1397052" y="0"/>
                  <a:pt x="1799994" y="402942"/>
                  <a:pt x="1799994" y="899997"/>
                </a:cubicBezTo>
                <a:cubicBezTo>
                  <a:pt x="1799994" y="1397052"/>
                  <a:pt x="1397052" y="1799994"/>
                  <a:pt x="899997" y="1799994"/>
                </a:cubicBezTo>
                <a:cubicBezTo>
                  <a:pt x="402942" y="1799994"/>
                  <a:pt x="0" y="1397052"/>
                  <a:pt x="0" y="899997"/>
                </a:cubicBezTo>
                <a:close/>
              </a:path>
            </a:pathLst>
          </a:custGeom>
          <a:noFill/>
          <a:ln w="25400">
            <a:noFill/>
          </a:ln>
        </p:spPr>
        <p:style>
          <a:lnRef idx="2">
            <a:scrgbClr r="0" g="0" b="0"/>
          </a:lnRef>
          <a:fillRef idx="1">
            <a:scrgbClr r="0" g="0" b="0"/>
          </a:fillRef>
          <a:effectRef idx="0">
            <a:schemeClr val="accent1">
              <a:alpha val="50000"/>
              <a:hueOff val="0"/>
              <a:satOff val="0"/>
              <a:lumOff val="0"/>
              <a:alphaOff val="0"/>
            </a:schemeClr>
          </a:effectRef>
          <a:fontRef idx="minor">
            <a:schemeClr val="tx1"/>
          </a:fontRef>
        </p:style>
        <p:txBody>
          <a:bodyPr spcFirstLastPara="0" vert="horz" wrap="square" lIns="406664" tIns="319483" rIns="406664" bIns="319483" numCol="1" spcCol="1270" anchor="ctr" anchorCtr="0">
            <a:noAutofit/>
          </a:bodyPr>
          <a:lstStyle/>
          <a:p>
            <a:pPr algn="ctr" defTabSz="1955800" fontAlgn="auto">
              <a:lnSpc>
                <a:spcPct val="90000"/>
              </a:lnSpc>
              <a:spcAft>
                <a:spcPct val="35000"/>
              </a:spcAft>
            </a:pPr>
            <a:r>
              <a:rPr lang="en-US" sz="4000" dirty="0" smtClean="0">
                <a:solidFill>
                  <a:srgbClr val="FF0000"/>
                </a:solidFill>
                <a:latin typeface="FontAwesome" pitchFamily="2" charset="0"/>
              </a:rPr>
              <a:t>1</a:t>
            </a:r>
            <a:endParaRPr lang="id-ID" sz="4000" dirty="0">
              <a:solidFill>
                <a:srgbClr val="FF0000"/>
              </a:solidFill>
              <a:latin typeface="FontAwesome" pitchFamily="2" charset="0"/>
            </a:endParaRPr>
          </a:p>
        </p:txBody>
      </p:sp>
      <p:sp>
        <p:nvSpPr>
          <p:cNvPr id="45" name="Freeform 44"/>
          <p:cNvSpPr/>
          <p:nvPr/>
        </p:nvSpPr>
        <p:spPr>
          <a:xfrm>
            <a:off x="5799142" y="4040463"/>
            <a:ext cx="684447" cy="493118"/>
          </a:xfrm>
          <a:custGeom>
            <a:avLst/>
            <a:gdLst>
              <a:gd name="connsiteX0" fmla="*/ 0 w 1799993"/>
              <a:gd name="connsiteY0" fmla="*/ 899997 h 1799993"/>
              <a:gd name="connsiteX1" fmla="*/ 899997 w 1799993"/>
              <a:gd name="connsiteY1" fmla="*/ 0 h 1799993"/>
              <a:gd name="connsiteX2" fmla="*/ 1799994 w 1799993"/>
              <a:gd name="connsiteY2" fmla="*/ 899997 h 1799993"/>
              <a:gd name="connsiteX3" fmla="*/ 899997 w 1799993"/>
              <a:gd name="connsiteY3" fmla="*/ 1799994 h 1799993"/>
              <a:gd name="connsiteX4" fmla="*/ 0 w 1799993"/>
              <a:gd name="connsiteY4" fmla="*/ 899997 h 17999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9993" h="1799993">
                <a:moveTo>
                  <a:pt x="0" y="899997"/>
                </a:moveTo>
                <a:cubicBezTo>
                  <a:pt x="0" y="402942"/>
                  <a:pt x="402942" y="0"/>
                  <a:pt x="899997" y="0"/>
                </a:cubicBezTo>
                <a:cubicBezTo>
                  <a:pt x="1397052" y="0"/>
                  <a:pt x="1799994" y="402942"/>
                  <a:pt x="1799994" y="899997"/>
                </a:cubicBezTo>
                <a:cubicBezTo>
                  <a:pt x="1799994" y="1397052"/>
                  <a:pt x="1397052" y="1799994"/>
                  <a:pt x="899997" y="1799994"/>
                </a:cubicBezTo>
                <a:cubicBezTo>
                  <a:pt x="402942" y="1799994"/>
                  <a:pt x="0" y="1397052"/>
                  <a:pt x="0" y="899997"/>
                </a:cubicBezTo>
                <a:close/>
              </a:path>
            </a:pathLst>
          </a:custGeom>
          <a:noFill/>
          <a:ln w="25400">
            <a:noFill/>
          </a:ln>
        </p:spPr>
        <p:style>
          <a:lnRef idx="2">
            <a:scrgbClr r="0" g="0" b="0"/>
          </a:lnRef>
          <a:fillRef idx="1">
            <a:scrgbClr r="0" g="0" b="0"/>
          </a:fillRef>
          <a:effectRef idx="0">
            <a:schemeClr val="accent1">
              <a:alpha val="50000"/>
              <a:hueOff val="0"/>
              <a:satOff val="0"/>
              <a:lumOff val="0"/>
              <a:alphaOff val="0"/>
            </a:schemeClr>
          </a:effectRef>
          <a:fontRef idx="minor">
            <a:schemeClr val="tx1"/>
          </a:fontRef>
        </p:style>
        <p:txBody>
          <a:bodyPr spcFirstLastPara="0" vert="horz" wrap="square" lIns="406664" tIns="319483" rIns="406664" bIns="319483" numCol="1" spcCol="1270" anchor="ctr" anchorCtr="0">
            <a:noAutofit/>
          </a:bodyPr>
          <a:lstStyle/>
          <a:p>
            <a:pPr algn="ctr" defTabSz="1955800" fontAlgn="auto">
              <a:lnSpc>
                <a:spcPct val="90000"/>
              </a:lnSpc>
              <a:spcAft>
                <a:spcPct val="35000"/>
              </a:spcAft>
            </a:pPr>
            <a:r>
              <a:rPr lang="en-US" sz="4000" dirty="0" smtClean="0">
                <a:solidFill>
                  <a:srgbClr val="7030A0"/>
                </a:solidFill>
                <a:latin typeface="FontAwesome" pitchFamily="2" charset="0"/>
              </a:rPr>
              <a:t>2</a:t>
            </a:r>
            <a:endParaRPr lang="id-ID" sz="4400" dirty="0">
              <a:solidFill>
                <a:srgbClr val="7030A0"/>
              </a:solidFill>
              <a:latin typeface="FontAwesome" pitchFamily="2" charset="0"/>
            </a:endParaRPr>
          </a:p>
        </p:txBody>
      </p:sp>
      <p:cxnSp>
        <p:nvCxnSpPr>
          <p:cNvPr id="46" name="Straight Connector 45"/>
          <p:cNvCxnSpPr>
            <a:stCxn id="37" idx="3"/>
          </p:cNvCxnSpPr>
          <p:nvPr/>
        </p:nvCxnSpPr>
        <p:spPr>
          <a:xfrm flipH="1">
            <a:off x="6188981" y="3083915"/>
            <a:ext cx="6155" cy="789316"/>
          </a:xfrm>
          <a:prstGeom prst="line">
            <a:avLst/>
          </a:prstGeom>
          <a:ln w="101600" cmpd="dbl">
            <a:solidFill>
              <a:schemeClr val="bg2">
                <a:lumMod val="75000"/>
              </a:schemeClr>
            </a:solidFill>
            <a:prstDash val="solid"/>
            <a:headEnd type="none" w="lg" len="lg"/>
          </a:ln>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p:nvCxnSpPr>
        <p:spPr>
          <a:xfrm flipH="1">
            <a:off x="6156585" y="4572000"/>
            <a:ext cx="8816" cy="824753"/>
          </a:xfrm>
          <a:prstGeom prst="line">
            <a:avLst/>
          </a:prstGeom>
          <a:ln w="101600" cmpd="dbl">
            <a:solidFill>
              <a:schemeClr val="bg2">
                <a:lumMod val="75000"/>
              </a:schemeClr>
            </a:solidFill>
            <a:prstDash val="solid"/>
            <a:headEnd type="none" w="lg" len="lg"/>
          </a:ln>
        </p:spPr>
        <p:style>
          <a:lnRef idx="1">
            <a:schemeClr val="accent1"/>
          </a:lnRef>
          <a:fillRef idx="0">
            <a:schemeClr val="accent1"/>
          </a:fillRef>
          <a:effectRef idx="0">
            <a:schemeClr val="accent1"/>
          </a:effectRef>
          <a:fontRef idx="minor">
            <a:schemeClr val="tx1"/>
          </a:fontRef>
        </p:style>
      </p:cxnSp>
      <p:sp>
        <p:nvSpPr>
          <p:cNvPr id="50" name="Rectangle 49"/>
          <p:cNvSpPr/>
          <p:nvPr/>
        </p:nvSpPr>
        <p:spPr>
          <a:xfrm>
            <a:off x="5979292" y="5421725"/>
            <a:ext cx="372218" cy="769441"/>
          </a:xfrm>
          <a:prstGeom prst="rect">
            <a:avLst/>
          </a:prstGeom>
        </p:spPr>
        <p:txBody>
          <a:bodyPr wrap="none">
            <a:spAutoFit/>
          </a:bodyPr>
          <a:lstStyle/>
          <a:p>
            <a:pPr fontAlgn="auto">
              <a:spcBef>
                <a:spcPts val="0"/>
              </a:spcBef>
              <a:spcAft>
                <a:spcPts val="0"/>
              </a:spcAft>
            </a:pPr>
            <a:r>
              <a:rPr lang="en-US" sz="4400" b="1" dirty="0" smtClean="0">
                <a:solidFill>
                  <a:srgbClr val="5B9BD5"/>
                </a:solidFill>
                <a:latin typeface="FontAwesome" pitchFamily="2" charset="0"/>
              </a:rPr>
              <a:t>3</a:t>
            </a:r>
            <a:endParaRPr lang="id-ID" sz="4400" b="1" dirty="0">
              <a:solidFill>
                <a:srgbClr val="5B9BD5"/>
              </a:solidFill>
              <a:latin typeface="Calibri" panose="020F0502020204030204"/>
            </a:endParaRPr>
          </a:p>
        </p:txBody>
      </p:sp>
      <p:cxnSp>
        <p:nvCxnSpPr>
          <p:cNvPr id="51" name="Straight Connector 50"/>
          <p:cNvCxnSpPr/>
          <p:nvPr/>
        </p:nvCxnSpPr>
        <p:spPr>
          <a:xfrm>
            <a:off x="4723460" y="5905088"/>
            <a:ext cx="1080000" cy="3215"/>
          </a:xfrm>
          <a:prstGeom prst="line">
            <a:avLst/>
          </a:prstGeom>
          <a:ln w="25400">
            <a:solidFill>
              <a:schemeClr val="bg1">
                <a:lumMod val="75000"/>
              </a:schemeClr>
            </a:solidFill>
            <a:prstDash val="solid"/>
            <a:headEnd type="oval" w="lg" len="lg"/>
            <a:tailEnd type="oval"/>
          </a:ln>
        </p:spPr>
        <p:style>
          <a:lnRef idx="1">
            <a:schemeClr val="accent1"/>
          </a:lnRef>
          <a:fillRef idx="0">
            <a:schemeClr val="accent1"/>
          </a:fillRef>
          <a:effectRef idx="0">
            <a:schemeClr val="accent1"/>
          </a:effectRef>
          <a:fontRef idx="minor">
            <a:schemeClr val="tx1"/>
          </a:fontRef>
        </p:style>
      </p:cxnSp>
      <p:sp>
        <p:nvSpPr>
          <p:cNvPr id="52" name="Content Placeholder 2"/>
          <p:cNvSpPr txBox="1">
            <a:spLocks/>
          </p:cNvSpPr>
          <p:nvPr/>
        </p:nvSpPr>
        <p:spPr>
          <a:xfrm>
            <a:off x="124667" y="5611125"/>
            <a:ext cx="4422961" cy="594355"/>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rtl="1" fontAlgn="auto">
              <a:buClr>
                <a:srgbClr val="5B9BD5">
                  <a:lumMod val="75000"/>
                </a:srgbClr>
              </a:buClr>
              <a:defRPr/>
            </a:pPr>
            <a:r>
              <a:rPr lang="ar-SA" sz="2800" b="1" dirty="0" smtClean="0">
                <a:solidFill>
                  <a:prstClr val="black"/>
                </a:solidFill>
                <a:ea typeface="Roboto" panose="02000000000000000000" pitchFamily="2" charset="0"/>
              </a:rPr>
              <a:t>الاكتظاظ </a:t>
            </a:r>
            <a:r>
              <a:rPr lang="ar-SA" sz="2800" b="1" dirty="0">
                <a:solidFill>
                  <a:prstClr val="black"/>
                </a:solidFill>
                <a:ea typeface="Roboto" panose="02000000000000000000" pitchFamily="2" charset="0"/>
              </a:rPr>
              <a:t>وزيادة عدد الطلبة.</a:t>
            </a:r>
          </a:p>
        </p:txBody>
      </p:sp>
      <p:cxnSp>
        <p:nvCxnSpPr>
          <p:cNvPr id="53" name="Straight Connector 52"/>
          <p:cNvCxnSpPr/>
          <p:nvPr/>
        </p:nvCxnSpPr>
        <p:spPr>
          <a:xfrm>
            <a:off x="6165401" y="6122947"/>
            <a:ext cx="0" cy="771695"/>
          </a:xfrm>
          <a:prstGeom prst="line">
            <a:avLst/>
          </a:prstGeom>
          <a:ln w="101600" cmpd="dbl">
            <a:solidFill>
              <a:schemeClr val="bg2">
                <a:lumMod val="75000"/>
              </a:schemeClr>
            </a:solidFill>
            <a:prstDash val="solid"/>
            <a:headEnd type="none" w="lg" len="lg"/>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5082826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grpId="0" nodeType="afterEffect">
                                  <p:stCondLst>
                                    <p:cond delay="250"/>
                                  </p:stCondLst>
                                  <p:childTnLst>
                                    <p:set>
                                      <p:cBhvr>
                                        <p:cTn id="6" dur="1" fill="hold">
                                          <p:stCondLst>
                                            <p:cond delay="0"/>
                                          </p:stCondLst>
                                        </p:cTn>
                                        <p:tgtEl>
                                          <p:spTgt spid="48"/>
                                        </p:tgtEl>
                                        <p:attrNameLst>
                                          <p:attrName>style.visibility</p:attrName>
                                        </p:attrNameLst>
                                      </p:cBhvr>
                                      <p:to>
                                        <p:strVal val="visible"/>
                                      </p:to>
                                    </p:set>
                                    <p:animEffect transition="in" filter="wipe(right)">
                                      <p:cBhvr>
                                        <p:cTn id="7" dur="500"/>
                                        <p:tgtEl>
                                          <p:spTgt spid="48"/>
                                        </p:tgtEl>
                                      </p:cBhvr>
                                    </p:animEffect>
                                  </p:childTnLst>
                                </p:cTn>
                              </p:par>
                            </p:childTnLst>
                          </p:cTn>
                        </p:par>
                        <p:par>
                          <p:cTn id="8" fill="hold">
                            <p:stCondLst>
                              <p:cond delay="750"/>
                            </p:stCondLst>
                            <p:childTnLst>
                              <p:par>
                                <p:cTn id="9" presetID="10" presetClass="entr" presetSubtype="0" fill="hold" grpId="0" nodeType="afterEffect">
                                  <p:stCondLst>
                                    <p:cond delay="250"/>
                                  </p:stCondLst>
                                  <p:childTnLst>
                                    <p:set>
                                      <p:cBhvr>
                                        <p:cTn id="10" dur="1" fill="hold">
                                          <p:stCondLst>
                                            <p:cond delay="0"/>
                                          </p:stCondLst>
                                        </p:cTn>
                                        <p:tgtEl>
                                          <p:spTgt spid="49"/>
                                        </p:tgtEl>
                                        <p:attrNameLst>
                                          <p:attrName>style.visibility</p:attrName>
                                        </p:attrNameLst>
                                      </p:cBhvr>
                                      <p:to>
                                        <p:strVal val="visible"/>
                                      </p:to>
                                    </p:set>
                                    <p:animEffect transition="in" filter="fade">
                                      <p:cBhvr>
                                        <p:cTn id="11" dur="500"/>
                                        <p:tgtEl>
                                          <p:spTgt spid="49"/>
                                        </p:tgtEl>
                                      </p:cBhvr>
                                    </p:animEffect>
                                  </p:childTnLst>
                                </p:cTn>
                              </p:par>
                            </p:childTnLst>
                          </p:cTn>
                        </p:par>
                        <p:par>
                          <p:cTn id="12" fill="hold">
                            <p:stCondLst>
                              <p:cond delay="1500"/>
                            </p:stCondLst>
                            <p:childTnLst>
                              <p:par>
                                <p:cTn id="13" presetID="22" presetClass="entr" presetSubtype="8" fill="hold" nodeType="afterEffect">
                                  <p:stCondLst>
                                    <p:cond delay="250"/>
                                  </p:stCondLst>
                                  <p:childTnLst>
                                    <p:set>
                                      <p:cBhvr>
                                        <p:cTn id="14" dur="1" fill="hold">
                                          <p:stCondLst>
                                            <p:cond delay="0"/>
                                          </p:stCondLst>
                                        </p:cTn>
                                        <p:tgtEl>
                                          <p:spTgt spid="29"/>
                                        </p:tgtEl>
                                        <p:attrNameLst>
                                          <p:attrName>style.visibility</p:attrName>
                                        </p:attrNameLst>
                                      </p:cBhvr>
                                      <p:to>
                                        <p:strVal val="visible"/>
                                      </p:to>
                                    </p:set>
                                    <p:animEffect transition="in" filter="wipe(left)">
                                      <p:cBhvr>
                                        <p:cTn id="15" dur="500"/>
                                        <p:tgtEl>
                                          <p:spTgt spid="29"/>
                                        </p:tgtEl>
                                      </p:cBhvr>
                                    </p:animEffect>
                                  </p:childTnLst>
                                </p:cTn>
                              </p:par>
                            </p:childTnLst>
                          </p:cTn>
                        </p:par>
                        <p:par>
                          <p:cTn id="16" fill="hold">
                            <p:stCondLst>
                              <p:cond delay="2250"/>
                            </p:stCondLst>
                            <p:childTnLst>
                              <p:par>
                                <p:cTn id="17" presetID="21" presetClass="entr" presetSubtype="1" fill="hold" grpId="0" nodeType="afterEffect">
                                  <p:stCondLst>
                                    <p:cond delay="250"/>
                                  </p:stCondLst>
                                  <p:childTnLst>
                                    <p:set>
                                      <p:cBhvr>
                                        <p:cTn id="18" dur="1" fill="hold">
                                          <p:stCondLst>
                                            <p:cond delay="0"/>
                                          </p:stCondLst>
                                        </p:cTn>
                                        <p:tgtEl>
                                          <p:spTgt spid="31"/>
                                        </p:tgtEl>
                                        <p:attrNameLst>
                                          <p:attrName>style.visibility</p:attrName>
                                        </p:attrNameLst>
                                      </p:cBhvr>
                                      <p:to>
                                        <p:strVal val="visible"/>
                                      </p:to>
                                    </p:set>
                                    <p:animEffect transition="in" filter="wheel(1)">
                                      <p:cBhvr>
                                        <p:cTn id="19" dur="400"/>
                                        <p:tgtEl>
                                          <p:spTgt spid="31"/>
                                        </p:tgtEl>
                                      </p:cBhvr>
                                    </p:animEffect>
                                  </p:childTnLst>
                                </p:cTn>
                              </p:par>
                            </p:childTnLst>
                          </p:cTn>
                        </p:par>
                        <p:par>
                          <p:cTn id="20" fill="hold">
                            <p:stCondLst>
                              <p:cond delay="2900"/>
                            </p:stCondLst>
                            <p:childTnLst>
                              <p:par>
                                <p:cTn id="21" presetID="10" presetClass="entr" presetSubtype="0" fill="hold" grpId="0" nodeType="afterEffect">
                                  <p:stCondLst>
                                    <p:cond delay="250"/>
                                  </p:stCondLst>
                                  <p:childTnLst>
                                    <p:set>
                                      <p:cBhvr>
                                        <p:cTn id="22" dur="1" fill="hold">
                                          <p:stCondLst>
                                            <p:cond delay="0"/>
                                          </p:stCondLst>
                                        </p:cTn>
                                        <p:tgtEl>
                                          <p:spTgt spid="32"/>
                                        </p:tgtEl>
                                        <p:attrNameLst>
                                          <p:attrName>style.visibility</p:attrName>
                                        </p:attrNameLst>
                                      </p:cBhvr>
                                      <p:to>
                                        <p:strVal val="visible"/>
                                      </p:to>
                                    </p:set>
                                    <p:animEffect transition="in" filter="fade">
                                      <p:cBhvr>
                                        <p:cTn id="23" dur="500"/>
                                        <p:tgtEl>
                                          <p:spTgt spid="32"/>
                                        </p:tgtEl>
                                      </p:cBhvr>
                                    </p:animEffect>
                                  </p:childTnLst>
                                </p:cTn>
                              </p:par>
                            </p:childTnLst>
                          </p:cTn>
                        </p:par>
                        <p:par>
                          <p:cTn id="24" fill="hold">
                            <p:stCondLst>
                              <p:cond delay="3650"/>
                            </p:stCondLst>
                            <p:childTnLst>
                              <p:par>
                                <p:cTn id="25" presetID="53" presetClass="entr" presetSubtype="16" fill="hold" grpId="0" nodeType="afterEffect">
                                  <p:stCondLst>
                                    <p:cond delay="250"/>
                                  </p:stCondLst>
                                  <p:childTnLst>
                                    <p:set>
                                      <p:cBhvr>
                                        <p:cTn id="26" dur="1" fill="hold">
                                          <p:stCondLst>
                                            <p:cond delay="0"/>
                                          </p:stCondLst>
                                        </p:cTn>
                                        <p:tgtEl>
                                          <p:spTgt spid="37"/>
                                        </p:tgtEl>
                                        <p:attrNameLst>
                                          <p:attrName>style.visibility</p:attrName>
                                        </p:attrNameLst>
                                      </p:cBhvr>
                                      <p:to>
                                        <p:strVal val="visible"/>
                                      </p:to>
                                    </p:set>
                                    <p:anim calcmode="lin" valueType="num">
                                      <p:cBhvr>
                                        <p:cTn id="27" dur="500" fill="hold"/>
                                        <p:tgtEl>
                                          <p:spTgt spid="37"/>
                                        </p:tgtEl>
                                        <p:attrNameLst>
                                          <p:attrName>ppt_w</p:attrName>
                                        </p:attrNameLst>
                                      </p:cBhvr>
                                      <p:tavLst>
                                        <p:tav tm="0">
                                          <p:val>
                                            <p:fltVal val="0"/>
                                          </p:val>
                                        </p:tav>
                                        <p:tav tm="100000">
                                          <p:val>
                                            <p:strVal val="#ppt_w"/>
                                          </p:val>
                                        </p:tav>
                                      </p:tavLst>
                                    </p:anim>
                                    <p:anim calcmode="lin" valueType="num">
                                      <p:cBhvr>
                                        <p:cTn id="28" dur="500" fill="hold"/>
                                        <p:tgtEl>
                                          <p:spTgt spid="37"/>
                                        </p:tgtEl>
                                        <p:attrNameLst>
                                          <p:attrName>ppt_h</p:attrName>
                                        </p:attrNameLst>
                                      </p:cBhvr>
                                      <p:tavLst>
                                        <p:tav tm="0">
                                          <p:val>
                                            <p:fltVal val="0"/>
                                          </p:val>
                                        </p:tav>
                                        <p:tav tm="100000">
                                          <p:val>
                                            <p:strVal val="#ppt_h"/>
                                          </p:val>
                                        </p:tav>
                                      </p:tavLst>
                                    </p:anim>
                                    <p:animEffect transition="in" filter="fade">
                                      <p:cBhvr>
                                        <p:cTn id="29" dur="500"/>
                                        <p:tgtEl>
                                          <p:spTgt spid="37"/>
                                        </p:tgtEl>
                                      </p:cBhvr>
                                    </p:animEffect>
                                  </p:childTnLst>
                                </p:cTn>
                              </p:par>
                            </p:childTnLst>
                          </p:cTn>
                        </p:par>
                        <p:par>
                          <p:cTn id="30" fill="hold">
                            <p:stCondLst>
                              <p:cond delay="4400"/>
                            </p:stCondLst>
                            <p:childTnLst>
                              <p:par>
                                <p:cTn id="31" presetID="22" presetClass="entr" presetSubtype="2" fill="hold" nodeType="afterEffect">
                                  <p:stCondLst>
                                    <p:cond delay="250"/>
                                  </p:stCondLst>
                                  <p:childTnLst>
                                    <p:set>
                                      <p:cBhvr>
                                        <p:cTn id="32" dur="1" fill="hold">
                                          <p:stCondLst>
                                            <p:cond delay="0"/>
                                          </p:stCondLst>
                                        </p:cTn>
                                        <p:tgtEl>
                                          <p:spTgt spid="33"/>
                                        </p:tgtEl>
                                        <p:attrNameLst>
                                          <p:attrName>style.visibility</p:attrName>
                                        </p:attrNameLst>
                                      </p:cBhvr>
                                      <p:to>
                                        <p:strVal val="visible"/>
                                      </p:to>
                                    </p:set>
                                    <p:animEffect transition="in" filter="wipe(right)">
                                      <p:cBhvr>
                                        <p:cTn id="33" dur="500"/>
                                        <p:tgtEl>
                                          <p:spTgt spid="33"/>
                                        </p:tgtEl>
                                      </p:cBhvr>
                                    </p:animEffect>
                                  </p:childTnLst>
                                </p:cTn>
                              </p:par>
                            </p:childTnLst>
                          </p:cTn>
                        </p:par>
                        <p:par>
                          <p:cTn id="34" fill="hold">
                            <p:stCondLst>
                              <p:cond delay="5150"/>
                            </p:stCondLst>
                            <p:childTnLst>
                              <p:par>
                                <p:cTn id="35" presetID="22" presetClass="entr" presetSubtype="2" fill="hold" grpId="0" nodeType="afterEffect">
                                  <p:stCondLst>
                                    <p:cond delay="250"/>
                                  </p:stCondLst>
                                  <p:childTnLst>
                                    <p:set>
                                      <p:cBhvr>
                                        <p:cTn id="36" dur="1" fill="hold">
                                          <p:stCondLst>
                                            <p:cond delay="0"/>
                                          </p:stCondLst>
                                        </p:cTn>
                                        <p:tgtEl>
                                          <p:spTgt spid="35"/>
                                        </p:tgtEl>
                                        <p:attrNameLst>
                                          <p:attrName>style.visibility</p:attrName>
                                        </p:attrNameLst>
                                      </p:cBhvr>
                                      <p:to>
                                        <p:strVal val="visible"/>
                                      </p:to>
                                    </p:set>
                                    <p:animEffect transition="in" filter="wipe(right)">
                                      <p:cBhvr>
                                        <p:cTn id="37" dur="1000"/>
                                        <p:tgtEl>
                                          <p:spTgt spid="35"/>
                                        </p:tgtEl>
                                      </p:cBhvr>
                                    </p:animEffect>
                                  </p:childTnLst>
                                </p:cTn>
                              </p:par>
                            </p:childTnLst>
                          </p:cTn>
                        </p:par>
                        <p:par>
                          <p:cTn id="38" fill="hold">
                            <p:stCondLst>
                              <p:cond delay="6400"/>
                            </p:stCondLst>
                            <p:childTnLst>
                              <p:par>
                                <p:cTn id="39" presetID="22" presetClass="entr" presetSubtype="1" fill="hold" nodeType="afterEffect">
                                  <p:stCondLst>
                                    <p:cond delay="250"/>
                                  </p:stCondLst>
                                  <p:childTnLst>
                                    <p:set>
                                      <p:cBhvr>
                                        <p:cTn id="40" dur="1" fill="hold">
                                          <p:stCondLst>
                                            <p:cond delay="0"/>
                                          </p:stCondLst>
                                        </p:cTn>
                                        <p:tgtEl>
                                          <p:spTgt spid="46"/>
                                        </p:tgtEl>
                                        <p:attrNameLst>
                                          <p:attrName>style.visibility</p:attrName>
                                        </p:attrNameLst>
                                      </p:cBhvr>
                                      <p:to>
                                        <p:strVal val="visible"/>
                                      </p:to>
                                    </p:set>
                                    <p:animEffect transition="in" filter="wipe(up)">
                                      <p:cBhvr>
                                        <p:cTn id="41" dur="1000"/>
                                        <p:tgtEl>
                                          <p:spTgt spid="46"/>
                                        </p:tgtEl>
                                      </p:cBhvr>
                                    </p:animEffect>
                                  </p:childTnLst>
                                </p:cTn>
                              </p:par>
                            </p:childTnLst>
                          </p:cTn>
                        </p:par>
                        <p:par>
                          <p:cTn id="42" fill="hold">
                            <p:stCondLst>
                              <p:cond delay="7650"/>
                            </p:stCondLst>
                            <p:childTnLst>
                              <p:par>
                                <p:cTn id="43" presetID="53" presetClass="entr" presetSubtype="16" fill="hold" grpId="0" nodeType="afterEffect">
                                  <p:stCondLst>
                                    <p:cond delay="250"/>
                                  </p:stCondLst>
                                  <p:childTnLst>
                                    <p:set>
                                      <p:cBhvr>
                                        <p:cTn id="44" dur="1" fill="hold">
                                          <p:stCondLst>
                                            <p:cond delay="0"/>
                                          </p:stCondLst>
                                        </p:cTn>
                                        <p:tgtEl>
                                          <p:spTgt spid="45"/>
                                        </p:tgtEl>
                                        <p:attrNameLst>
                                          <p:attrName>style.visibility</p:attrName>
                                        </p:attrNameLst>
                                      </p:cBhvr>
                                      <p:to>
                                        <p:strVal val="visible"/>
                                      </p:to>
                                    </p:set>
                                    <p:anim calcmode="lin" valueType="num">
                                      <p:cBhvr>
                                        <p:cTn id="45" dur="500" fill="hold"/>
                                        <p:tgtEl>
                                          <p:spTgt spid="45"/>
                                        </p:tgtEl>
                                        <p:attrNameLst>
                                          <p:attrName>ppt_w</p:attrName>
                                        </p:attrNameLst>
                                      </p:cBhvr>
                                      <p:tavLst>
                                        <p:tav tm="0">
                                          <p:val>
                                            <p:fltVal val="0"/>
                                          </p:val>
                                        </p:tav>
                                        <p:tav tm="100000">
                                          <p:val>
                                            <p:strVal val="#ppt_w"/>
                                          </p:val>
                                        </p:tav>
                                      </p:tavLst>
                                    </p:anim>
                                    <p:anim calcmode="lin" valueType="num">
                                      <p:cBhvr>
                                        <p:cTn id="46" dur="500" fill="hold"/>
                                        <p:tgtEl>
                                          <p:spTgt spid="45"/>
                                        </p:tgtEl>
                                        <p:attrNameLst>
                                          <p:attrName>ppt_h</p:attrName>
                                        </p:attrNameLst>
                                      </p:cBhvr>
                                      <p:tavLst>
                                        <p:tav tm="0">
                                          <p:val>
                                            <p:fltVal val="0"/>
                                          </p:val>
                                        </p:tav>
                                        <p:tav tm="100000">
                                          <p:val>
                                            <p:strVal val="#ppt_h"/>
                                          </p:val>
                                        </p:tav>
                                      </p:tavLst>
                                    </p:anim>
                                    <p:animEffect transition="in" filter="fade">
                                      <p:cBhvr>
                                        <p:cTn id="47" dur="500"/>
                                        <p:tgtEl>
                                          <p:spTgt spid="45"/>
                                        </p:tgtEl>
                                      </p:cBhvr>
                                    </p:animEffect>
                                  </p:childTnLst>
                                </p:cTn>
                              </p:par>
                            </p:childTnLst>
                          </p:cTn>
                        </p:par>
                        <p:par>
                          <p:cTn id="48" fill="hold">
                            <p:stCondLst>
                              <p:cond delay="8400"/>
                            </p:stCondLst>
                            <p:childTnLst>
                              <p:par>
                                <p:cTn id="49" presetID="22" presetClass="entr" presetSubtype="8" fill="hold" nodeType="afterEffect">
                                  <p:stCondLst>
                                    <p:cond delay="250"/>
                                  </p:stCondLst>
                                  <p:childTnLst>
                                    <p:set>
                                      <p:cBhvr>
                                        <p:cTn id="50" dur="1" fill="hold">
                                          <p:stCondLst>
                                            <p:cond delay="0"/>
                                          </p:stCondLst>
                                        </p:cTn>
                                        <p:tgtEl>
                                          <p:spTgt spid="34"/>
                                        </p:tgtEl>
                                        <p:attrNameLst>
                                          <p:attrName>style.visibility</p:attrName>
                                        </p:attrNameLst>
                                      </p:cBhvr>
                                      <p:to>
                                        <p:strVal val="visible"/>
                                      </p:to>
                                    </p:set>
                                    <p:animEffect transition="in" filter="wipe(left)">
                                      <p:cBhvr>
                                        <p:cTn id="51" dur="500"/>
                                        <p:tgtEl>
                                          <p:spTgt spid="34"/>
                                        </p:tgtEl>
                                      </p:cBhvr>
                                    </p:animEffect>
                                  </p:childTnLst>
                                </p:cTn>
                              </p:par>
                            </p:childTnLst>
                          </p:cTn>
                        </p:par>
                        <p:par>
                          <p:cTn id="52" fill="hold">
                            <p:stCondLst>
                              <p:cond delay="9150"/>
                            </p:stCondLst>
                            <p:childTnLst>
                              <p:par>
                                <p:cTn id="53" presetID="22" presetClass="entr" presetSubtype="8" fill="hold" grpId="0" nodeType="afterEffect">
                                  <p:stCondLst>
                                    <p:cond delay="250"/>
                                  </p:stCondLst>
                                  <p:childTnLst>
                                    <p:set>
                                      <p:cBhvr>
                                        <p:cTn id="54" dur="1" fill="hold">
                                          <p:stCondLst>
                                            <p:cond delay="0"/>
                                          </p:stCondLst>
                                        </p:cTn>
                                        <p:tgtEl>
                                          <p:spTgt spid="36"/>
                                        </p:tgtEl>
                                        <p:attrNameLst>
                                          <p:attrName>style.visibility</p:attrName>
                                        </p:attrNameLst>
                                      </p:cBhvr>
                                      <p:to>
                                        <p:strVal val="visible"/>
                                      </p:to>
                                    </p:set>
                                    <p:animEffect transition="in" filter="wipe(left)">
                                      <p:cBhvr>
                                        <p:cTn id="55" dur="1000"/>
                                        <p:tgtEl>
                                          <p:spTgt spid="36"/>
                                        </p:tgtEl>
                                      </p:cBhvr>
                                    </p:animEffect>
                                  </p:childTnLst>
                                </p:cTn>
                              </p:par>
                            </p:childTnLst>
                          </p:cTn>
                        </p:par>
                        <p:par>
                          <p:cTn id="56" fill="hold">
                            <p:stCondLst>
                              <p:cond delay="10400"/>
                            </p:stCondLst>
                            <p:childTnLst>
                              <p:par>
                                <p:cTn id="57" presetID="22" presetClass="entr" presetSubtype="1" fill="hold" nodeType="afterEffect">
                                  <p:stCondLst>
                                    <p:cond delay="250"/>
                                  </p:stCondLst>
                                  <p:childTnLst>
                                    <p:set>
                                      <p:cBhvr>
                                        <p:cTn id="58" dur="1" fill="hold">
                                          <p:stCondLst>
                                            <p:cond delay="0"/>
                                          </p:stCondLst>
                                        </p:cTn>
                                        <p:tgtEl>
                                          <p:spTgt spid="47"/>
                                        </p:tgtEl>
                                        <p:attrNameLst>
                                          <p:attrName>style.visibility</p:attrName>
                                        </p:attrNameLst>
                                      </p:cBhvr>
                                      <p:to>
                                        <p:strVal val="visible"/>
                                      </p:to>
                                    </p:set>
                                    <p:animEffect transition="in" filter="wipe(up)">
                                      <p:cBhvr>
                                        <p:cTn id="59" dur="1000"/>
                                        <p:tgtEl>
                                          <p:spTgt spid="47"/>
                                        </p:tgtEl>
                                      </p:cBhvr>
                                    </p:animEffect>
                                  </p:childTnLst>
                                </p:cTn>
                              </p:par>
                            </p:childTnLst>
                          </p:cTn>
                        </p:par>
                        <p:par>
                          <p:cTn id="60" fill="hold">
                            <p:stCondLst>
                              <p:cond delay="11650"/>
                            </p:stCondLst>
                            <p:childTnLst>
                              <p:par>
                                <p:cTn id="61" presetID="53" presetClass="entr" presetSubtype="16" fill="hold" grpId="0" nodeType="afterEffect">
                                  <p:stCondLst>
                                    <p:cond delay="250"/>
                                  </p:stCondLst>
                                  <p:childTnLst>
                                    <p:set>
                                      <p:cBhvr>
                                        <p:cTn id="62" dur="1" fill="hold">
                                          <p:stCondLst>
                                            <p:cond delay="0"/>
                                          </p:stCondLst>
                                        </p:cTn>
                                        <p:tgtEl>
                                          <p:spTgt spid="50"/>
                                        </p:tgtEl>
                                        <p:attrNameLst>
                                          <p:attrName>style.visibility</p:attrName>
                                        </p:attrNameLst>
                                      </p:cBhvr>
                                      <p:to>
                                        <p:strVal val="visible"/>
                                      </p:to>
                                    </p:set>
                                    <p:anim calcmode="lin" valueType="num">
                                      <p:cBhvr>
                                        <p:cTn id="63" dur="500" fill="hold"/>
                                        <p:tgtEl>
                                          <p:spTgt spid="50"/>
                                        </p:tgtEl>
                                        <p:attrNameLst>
                                          <p:attrName>ppt_w</p:attrName>
                                        </p:attrNameLst>
                                      </p:cBhvr>
                                      <p:tavLst>
                                        <p:tav tm="0">
                                          <p:val>
                                            <p:fltVal val="0"/>
                                          </p:val>
                                        </p:tav>
                                        <p:tav tm="100000">
                                          <p:val>
                                            <p:strVal val="#ppt_w"/>
                                          </p:val>
                                        </p:tav>
                                      </p:tavLst>
                                    </p:anim>
                                    <p:anim calcmode="lin" valueType="num">
                                      <p:cBhvr>
                                        <p:cTn id="64" dur="500" fill="hold"/>
                                        <p:tgtEl>
                                          <p:spTgt spid="50"/>
                                        </p:tgtEl>
                                        <p:attrNameLst>
                                          <p:attrName>ppt_h</p:attrName>
                                        </p:attrNameLst>
                                      </p:cBhvr>
                                      <p:tavLst>
                                        <p:tav tm="0">
                                          <p:val>
                                            <p:fltVal val="0"/>
                                          </p:val>
                                        </p:tav>
                                        <p:tav tm="100000">
                                          <p:val>
                                            <p:strVal val="#ppt_h"/>
                                          </p:val>
                                        </p:tav>
                                      </p:tavLst>
                                    </p:anim>
                                    <p:animEffect transition="in" filter="fade">
                                      <p:cBhvr>
                                        <p:cTn id="65" dur="500"/>
                                        <p:tgtEl>
                                          <p:spTgt spid="50"/>
                                        </p:tgtEl>
                                      </p:cBhvr>
                                    </p:animEffect>
                                  </p:childTnLst>
                                </p:cTn>
                              </p:par>
                            </p:childTnLst>
                          </p:cTn>
                        </p:par>
                        <p:par>
                          <p:cTn id="66" fill="hold">
                            <p:stCondLst>
                              <p:cond delay="12400"/>
                            </p:stCondLst>
                            <p:childTnLst>
                              <p:par>
                                <p:cTn id="67" presetID="22" presetClass="entr" presetSubtype="2" fill="hold" nodeType="afterEffect">
                                  <p:stCondLst>
                                    <p:cond delay="250"/>
                                  </p:stCondLst>
                                  <p:childTnLst>
                                    <p:set>
                                      <p:cBhvr>
                                        <p:cTn id="68" dur="1" fill="hold">
                                          <p:stCondLst>
                                            <p:cond delay="0"/>
                                          </p:stCondLst>
                                        </p:cTn>
                                        <p:tgtEl>
                                          <p:spTgt spid="51"/>
                                        </p:tgtEl>
                                        <p:attrNameLst>
                                          <p:attrName>style.visibility</p:attrName>
                                        </p:attrNameLst>
                                      </p:cBhvr>
                                      <p:to>
                                        <p:strVal val="visible"/>
                                      </p:to>
                                    </p:set>
                                    <p:animEffect transition="in" filter="wipe(right)">
                                      <p:cBhvr>
                                        <p:cTn id="69" dur="500"/>
                                        <p:tgtEl>
                                          <p:spTgt spid="51"/>
                                        </p:tgtEl>
                                      </p:cBhvr>
                                    </p:animEffect>
                                  </p:childTnLst>
                                </p:cTn>
                              </p:par>
                            </p:childTnLst>
                          </p:cTn>
                        </p:par>
                        <p:par>
                          <p:cTn id="70" fill="hold">
                            <p:stCondLst>
                              <p:cond delay="13150"/>
                            </p:stCondLst>
                            <p:childTnLst>
                              <p:par>
                                <p:cTn id="71" presetID="22" presetClass="entr" presetSubtype="2" fill="hold" grpId="0" nodeType="afterEffect">
                                  <p:stCondLst>
                                    <p:cond delay="250"/>
                                  </p:stCondLst>
                                  <p:childTnLst>
                                    <p:set>
                                      <p:cBhvr>
                                        <p:cTn id="72" dur="1" fill="hold">
                                          <p:stCondLst>
                                            <p:cond delay="0"/>
                                          </p:stCondLst>
                                        </p:cTn>
                                        <p:tgtEl>
                                          <p:spTgt spid="52"/>
                                        </p:tgtEl>
                                        <p:attrNameLst>
                                          <p:attrName>style.visibility</p:attrName>
                                        </p:attrNameLst>
                                      </p:cBhvr>
                                      <p:to>
                                        <p:strVal val="visible"/>
                                      </p:to>
                                    </p:set>
                                    <p:animEffect transition="in" filter="wipe(right)">
                                      <p:cBhvr>
                                        <p:cTn id="73" dur="1000"/>
                                        <p:tgtEl>
                                          <p:spTgt spid="52"/>
                                        </p:tgtEl>
                                      </p:cBhvr>
                                    </p:animEffect>
                                  </p:childTnLst>
                                </p:cTn>
                              </p:par>
                            </p:childTnLst>
                          </p:cTn>
                        </p:par>
                        <p:par>
                          <p:cTn id="74" fill="hold">
                            <p:stCondLst>
                              <p:cond delay="14400"/>
                            </p:stCondLst>
                            <p:childTnLst>
                              <p:par>
                                <p:cTn id="75" presetID="22" presetClass="entr" presetSubtype="1" fill="hold" nodeType="afterEffect">
                                  <p:stCondLst>
                                    <p:cond delay="250"/>
                                  </p:stCondLst>
                                  <p:childTnLst>
                                    <p:set>
                                      <p:cBhvr>
                                        <p:cTn id="76" dur="1" fill="hold">
                                          <p:stCondLst>
                                            <p:cond delay="0"/>
                                          </p:stCondLst>
                                        </p:cTn>
                                        <p:tgtEl>
                                          <p:spTgt spid="53"/>
                                        </p:tgtEl>
                                        <p:attrNameLst>
                                          <p:attrName>style.visibility</p:attrName>
                                        </p:attrNameLst>
                                      </p:cBhvr>
                                      <p:to>
                                        <p:strVal val="visible"/>
                                      </p:to>
                                    </p:set>
                                    <p:animEffect transition="in" filter="wipe(up)">
                                      <p:cBhvr>
                                        <p:cTn id="77" dur="1000"/>
                                        <p:tgtEl>
                                          <p:spTgt spid="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animBg="1"/>
      <p:bldP spid="49" grpId="0"/>
      <p:bldP spid="31" grpId="0" animBg="1"/>
      <p:bldP spid="32" grpId="0"/>
      <p:bldP spid="35" grpId="0"/>
      <p:bldP spid="36" grpId="0"/>
      <p:bldP spid="37" grpId="0"/>
      <p:bldP spid="45" grpId="0"/>
      <p:bldP spid="50" grpId="0"/>
      <p:bldP spid="52" grpId="0"/>
    </p:bld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 name="Rectangle 47"/>
          <p:cNvSpPr/>
          <p:nvPr/>
        </p:nvSpPr>
        <p:spPr>
          <a:xfrm rot="5400000">
            <a:off x="5239361" y="-5286205"/>
            <a:ext cx="1631713" cy="12192002"/>
          </a:xfrm>
          <a:prstGeom prst="rect">
            <a:avLst/>
          </a:prstGeom>
          <a:solidFill>
            <a:srgbClr val="E7E6E6">
              <a:lumMod val="25000"/>
            </a:srgbClr>
          </a:solidFill>
          <a:ln w="12700" cap="flat" cmpd="sng" algn="ctr">
            <a:noFill/>
            <a:prstDash val="solid"/>
            <a:miter lim="800000"/>
          </a:ln>
          <a:effectLst/>
        </p:spPr>
        <p:txBody>
          <a:bodyPr rtlCol="0" anchor="ctr"/>
          <a:lstStyle/>
          <a:p>
            <a:pPr algn="ctr" fontAlgn="auto">
              <a:spcBef>
                <a:spcPts val="0"/>
              </a:spcBef>
              <a:spcAft>
                <a:spcPts val="0"/>
              </a:spcAft>
            </a:pPr>
            <a:endParaRPr lang="en-AU" kern="0" smtClean="0">
              <a:solidFill>
                <a:prstClr val="white"/>
              </a:solidFill>
              <a:latin typeface="Roboto Lt"/>
            </a:endParaRPr>
          </a:p>
        </p:txBody>
      </p:sp>
      <p:sp>
        <p:nvSpPr>
          <p:cNvPr id="49" name="TextBox 48"/>
          <p:cNvSpPr txBox="1"/>
          <p:nvPr/>
        </p:nvSpPr>
        <p:spPr>
          <a:xfrm>
            <a:off x="758114" y="221476"/>
            <a:ext cx="10282626" cy="1231106"/>
          </a:xfrm>
          <a:prstGeom prst="rect">
            <a:avLst/>
          </a:prstGeom>
          <a:noFill/>
        </p:spPr>
        <p:txBody>
          <a:bodyPr wrap="square" lIns="0" tIns="0" rIns="0" bIns="0" rtlCol="0">
            <a:spAutoFit/>
          </a:bodyPr>
          <a:lstStyle/>
          <a:p>
            <a:pPr algn="r" rtl="1" fontAlgn="auto">
              <a:spcBef>
                <a:spcPts val="0"/>
              </a:spcBef>
              <a:spcAft>
                <a:spcPts val="0"/>
              </a:spcAft>
            </a:pPr>
            <a:r>
              <a:rPr lang="ar-SA" sz="4000" b="1" i="1" dirty="0" smtClean="0">
                <a:solidFill>
                  <a:prstClr val="white"/>
                </a:solidFill>
                <a:latin typeface="Source Sans Pro" panose="020B0503030403020204" pitchFamily="34" charset="0"/>
                <a:cs typeface="Clear Sans" panose="020B0503030202020304" pitchFamily="34" charset="0"/>
              </a:rPr>
              <a:t>ب</a:t>
            </a:r>
            <a:r>
              <a:rPr lang="en-US" sz="4000" b="1" i="1" dirty="0" smtClean="0">
                <a:solidFill>
                  <a:prstClr val="white"/>
                </a:solidFill>
                <a:latin typeface="Source Sans Pro" panose="020B0503030403020204" pitchFamily="34" charset="0"/>
                <a:cs typeface="Clear Sans" panose="020B0503030202020304" pitchFamily="34" charset="0"/>
              </a:rPr>
              <a:t>-</a:t>
            </a:r>
            <a:r>
              <a:rPr lang="ar-SA" sz="4000" b="1" i="1" dirty="0" smtClean="0">
                <a:solidFill>
                  <a:prstClr val="white"/>
                </a:solidFill>
                <a:latin typeface="Source Sans Pro" panose="020B0503030403020204" pitchFamily="34" charset="0"/>
                <a:cs typeface="Clear Sans" panose="020B0503030202020304" pitchFamily="34" charset="0"/>
              </a:rPr>
              <a:t> </a:t>
            </a:r>
            <a:r>
              <a:rPr lang="ar-SA" sz="4000" b="1" i="1" dirty="0">
                <a:solidFill>
                  <a:prstClr val="white"/>
                </a:solidFill>
                <a:latin typeface="Source Sans Pro" panose="020B0503030403020204" pitchFamily="34" charset="0"/>
                <a:cs typeface="Clear Sans" panose="020B0503030202020304" pitchFamily="34" charset="0"/>
              </a:rPr>
              <a:t>دور تكنولوجيا التعليم في مواجهة المشكلات التربوية المعاصرة والمستقبلية</a:t>
            </a:r>
            <a:endParaRPr lang="id-ID" sz="4000" b="1" i="1" dirty="0">
              <a:solidFill>
                <a:prstClr val="white"/>
              </a:solidFill>
              <a:latin typeface="Source Sans Pro" panose="020B0503030403020204" pitchFamily="34" charset="0"/>
              <a:cs typeface="Clear Sans" panose="020B0503030202020304" pitchFamily="34" charset="0"/>
            </a:endParaRPr>
          </a:p>
        </p:txBody>
      </p:sp>
      <p:cxnSp>
        <p:nvCxnSpPr>
          <p:cNvPr id="29" name="Straight Connector 28"/>
          <p:cNvCxnSpPr/>
          <p:nvPr/>
        </p:nvCxnSpPr>
        <p:spPr>
          <a:xfrm>
            <a:off x="-142946" y="1959087"/>
            <a:ext cx="5342475" cy="12624"/>
          </a:xfrm>
          <a:prstGeom prst="line">
            <a:avLst/>
          </a:prstGeom>
          <a:ln w="25400">
            <a:gradFill flip="none" rotWithShape="1">
              <a:gsLst>
                <a:gs pos="0">
                  <a:schemeClr val="accent2">
                    <a:lumMod val="20000"/>
                    <a:lumOff val="80000"/>
                  </a:schemeClr>
                </a:gs>
                <a:gs pos="35000">
                  <a:schemeClr val="accent2">
                    <a:lumMod val="40000"/>
                    <a:lumOff val="60000"/>
                  </a:schemeClr>
                </a:gs>
                <a:gs pos="100000">
                  <a:srgbClr val="FF0000"/>
                </a:gs>
              </a:gsLst>
              <a:lin ang="2700000" scaled="1"/>
              <a:tileRect/>
            </a:gradFill>
            <a:prstDash val="sysDot"/>
            <a:headEnd type="none"/>
            <a:tailEnd type="oval"/>
          </a:ln>
        </p:spPr>
        <p:style>
          <a:lnRef idx="1">
            <a:schemeClr val="accent1"/>
          </a:lnRef>
          <a:fillRef idx="0">
            <a:schemeClr val="accent1"/>
          </a:fillRef>
          <a:effectRef idx="0">
            <a:schemeClr val="accent1"/>
          </a:effectRef>
          <a:fontRef idx="minor">
            <a:schemeClr val="tx1"/>
          </a:fontRef>
        </p:style>
      </p:cxnSp>
      <p:sp>
        <p:nvSpPr>
          <p:cNvPr id="31" name="Oval 30"/>
          <p:cNvSpPr>
            <a:spLocks noChangeAspect="1"/>
          </p:cNvSpPr>
          <p:nvPr/>
        </p:nvSpPr>
        <p:spPr>
          <a:xfrm>
            <a:off x="5073613" y="1882185"/>
            <a:ext cx="180000" cy="180000"/>
          </a:xfrm>
          <a:prstGeom prst="ellipse">
            <a:avLst/>
          </a:prstGeom>
          <a:solidFill>
            <a:srgbClr val="FF0000"/>
          </a:solidFill>
          <a:ln w="25400">
            <a:solidFill>
              <a:schemeClr val="bg1">
                <a:lumMod val="7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fontAlgn="auto">
              <a:spcBef>
                <a:spcPts val="0"/>
              </a:spcBef>
              <a:spcAft>
                <a:spcPts val="0"/>
              </a:spcAft>
            </a:pPr>
            <a:endParaRPr lang="en-US" sz="1100" b="1" dirty="0">
              <a:solidFill>
                <a:prstClr val="white"/>
              </a:solidFill>
            </a:endParaRPr>
          </a:p>
        </p:txBody>
      </p:sp>
      <p:sp>
        <p:nvSpPr>
          <p:cNvPr id="32" name="Title 13"/>
          <p:cNvSpPr txBox="1">
            <a:spLocks/>
          </p:cNvSpPr>
          <p:nvPr/>
        </p:nvSpPr>
        <p:spPr>
          <a:xfrm>
            <a:off x="2357038" y="1671168"/>
            <a:ext cx="9302682" cy="568067"/>
          </a:xfrm>
          <a:prstGeom prst="rect">
            <a:avLst/>
          </a:prstGeom>
        </p:spPr>
        <p:txBody>
          <a:bodyPr vert="horz" lIns="91440" tIns="45720" rIns="91440" bIns="45720"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algn="r" fontAlgn="auto">
              <a:spcAft>
                <a:spcPts val="0"/>
              </a:spcAft>
            </a:pPr>
            <a:r>
              <a:rPr lang="ar-SA" sz="3200" b="1" dirty="0">
                <a:solidFill>
                  <a:prstClr val="black">
                    <a:lumMod val="85000"/>
                    <a:lumOff val="15000"/>
                  </a:prstClr>
                </a:solidFill>
              </a:rPr>
              <a:t>من أبرز التحديات التي تواجه تكنولوجيا التعليم:</a:t>
            </a:r>
            <a:endParaRPr lang="en-US" sz="3200" b="1" dirty="0">
              <a:solidFill>
                <a:prstClr val="black">
                  <a:lumMod val="85000"/>
                  <a:lumOff val="15000"/>
                </a:prstClr>
              </a:solidFill>
            </a:endParaRPr>
          </a:p>
        </p:txBody>
      </p:sp>
      <p:cxnSp>
        <p:nvCxnSpPr>
          <p:cNvPr id="33" name="Straight Connector 32"/>
          <p:cNvCxnSpPr/>
          <p:nvPr/>
        </p:nvCxnSpPr>
        <p:spPr>
          <a:xfrm>
            <a:off x="4705530" y="2752052"/>
            <a:ext cx="1080000" cy="3215"/>
          </a:xfrm>
          <a:prstGeom prst="line">
            <a:avLst/>
          </a:prstGeom>
          <a:ln w="25400">
            <a:solidFill>
              <a:schemeClr val="bg1">
                <a:lumMod val="75000"/>
              </a:schemeClr>
            </a:solidFill>
            <a:prstDash val="solid"/>
            <a:headEnd type="oval" w="lg" len="lg"/>
            <a:tailEnd type="oval"/>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6553933" y="4039532"/>
            <a:ext cx="1080000" cy="3215"/>
          </a:xfrm>
          <a:prstGeom prst="line">
            <a:avLst/>
          </a:prstGeom>
          <a:ln w="25400">
            <a:solidFill>
              <a:schemeClr val="bg1">
                <a:lumMod val="75000"/>
              </a:schemeClr>
            </a:solidFill>
            <a:prstDash val="solid"/>
            <a:headEnd type="oval"/>
            <a:tailEnd type="oval" w="lg" len="lg"/>
          </a:ln>
        </p:spPr>
        <p:style>
          <a:lnRef idx="1">
            <a:schemeClr val="accent1"/>
          </a:lnRef>
          <a:fillRef idx="0">
            <a:schemeClr val="accent1"/>
          </a:fillRef>
          <a:effectRef idx="0">
            <a:schemeClr val="accent1"/>
          </a:effectRef>
          <a:fontRef idx="minor">
            <a:schemeClr val="tx1"/>
          </a:fontRef>
        </p:style>
      </p:cxnSp>
      <p:sp>
        <p:nvSpPr>
          <p:cNvPr id="35" name="Content Placeholder 2"/>
          <p:cNvSpPr txBox="1">
            <a:spLocks/>
          </p:cNvSpPr>
          <p:nvPr/>
        </p:nvSpPr>
        <p:spPr>
          <a:xfrm>
            <a:off x="857230" y="2506239"/>
            <a:ext cx="3780918" cy="1001083"/>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rtl="1" fontAlgn="auto">
              <a:buClr>
                <a:srgbClr val="5B9BD5">
                  <a:lumMod val="75000"/>
                </a:srgbClr>
              </a:buClr>
              <a:defRPr/>
            </a:pPr>
            <a:r>
              <a:rPr lang="ar-SA" sz="2800" b="1" dirty="0" smtClean="0">
                <a:solidFill>
                  <a:prstClr val="black"/>
                </a:solidFill>
                <a:ea typeface="Roboto" panose="02000000000000000000" pitchFamily="2" charset="0"/>
              </a:rPr>
              <a:t>اختيار </a:t>
            </a:r>
            <a:r>
              <a:rPr lang="ar-SA" sz="2800" b="1" dirty="0">
                <a:solidFill>
                  <a:prstClr val="black"/>
                </a:solidFill>
                <a:ea typeface="Roboto" panose="02000000000000000000" pitchFamily="2" charset="0"/>
              </a:rPr>
              <a:t>الأدوات والأجهزة الفعالة للاستخدام.</a:t>
            </a:r>
            <a:endParaRPr lang="id-ID" sz="2800" b="1" dirty="0">
              <a:solidFill>
                <a:prstClr val="black"/>
              </a:solidFill>
              <a:ea typeface="Roboto" panose="02000000000000000000" pitchFamily="2" charset="0"/>
            </a:endParaRPr>
          </a:p>
        </p:txBody>
      </p:sp>
      <p:sp>
        <p:nvSpPr>
          <p:cNvPr id="36" name="Content Placeholder 2"/>
          <p:cNvSpPr txBox="1">
            <a:spLocks/>
          </p:cNvSpPr>
          <p:nvPr/>
        </p:nvSpPr>
        <p:spPr>
          <a:xfrm>
            <a:off x="7831123" y="3786481"/>
            <a:ext cx="1994195" cy="534508"/>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rtl="1" fontAlgn="auto">
              <a:buClr>
                <a:srgbClr val="5B9BD5">
                  <a:lumMod val="75000"/>
                </a:srgbClr>
              </a:buClr>
              <a:defRPr/>
            </a:pPr>
            <a:r>
              <a:rPr lang="ar-SA" sz="2800" b="1" dirty="0" smtClean="0">
                <a:solidFill>
                  <a:prstClr val="black"/>
                </a:solidFill>
                <a:ea typeface="Roboto" panose="02000000000000000000" pitchFamily="2" charset="0"/>
              </a:rPr>
              <a:t>مقاومة التغيير</a:t>
            </a:r>
            <a:endParaRPr lang="id-ID" sz="2800" b="1" dirty="0">
              <a:solidFill>
                <a:prstClr val="black"/>
              </a:solidFill>
              <a:ea typeface="Roboto" panose="02000000000000000000" pitchFamily="2" charset="0"/>
            </a:endParaRPr>
          </a:p>
        </p:txBody>
      </p:sp>
      <p:sp>
        <p:nvSpPr>
          <p:cNvPr id="37" name="Freeform 36"/>
          <p:cNvSpPr/>
          <p:nvPr/>
        </p:nvSpPr>
        <p:spPr>
          <a:xfrm>
            <a:off x="5852912" y="2590797"/>
            <a:ext cx="684447" cy="493118"/>
          </a:xfrm>
          <a:custGeom>
            <a:avLst/>
            <a:gdLst>
              <a:gd name="connsiteX0" fmla="*/ 0 w 1799993"/>
              <a:gd name="connsiteY0" fmla="*/ 899997 h 1799993"/>
              <a:gd name="connsiteX1" fmla="*/ 899997 w 1799993"/>
              <a:gd name="connsiteY1" fmla="*/ 0 h 1799993"/>
              <a:gd name="connsiteX2" fmla="*/ 1799994 w 1799993"/>
              <a:gd name="connsiteY2" fmla="*/ 899997 h 1799993"/>
              <a:gd name="connsiteX3" fmla="*/ 899997 w 1799993"/>
              <a:gd name="connsiteY3" fmla="*/ 1799994 h 1799993"/>
              <a:gd name="connsiteX4" fmla="*/ 0 w 1799993"/>
              <a:gd name="connsiteY4" fmla="*/ 899997 h 17999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9993" h="1799993">
                <a:moveTo>
                  <a:pt x="0" y="899997"/>
                </a:moveTo>
                <a:cubicBezTo>
                  <a:pt x="0" y="402942"/>
                  <a:pt x="402942" y="0"/>
                  <a:pt x="899997" y="0"/>
                </a:cubicBezTo>
                <a:cubicBezTo>
                  <a:pt x="1397052" y="0"/>
                  <a:pt x="1799994" y="402942"/>
                  <a:pt x="1799994" y="899997"/>
                </a:cubicBezTo>
                <a:cubicBezTo>
                  <a:pt x="1799994" y="1397052"/>
                  <a:pt x="1397052" y="1799994"/>
                  <a:pt x="899997" y="1799994"/>
                </a:cubicBezTo>
                <a:cubicBezTo>
                  <a:pt x="402942" y="1799994"/>
                  <a:pt x="0" y="1397052"/>
                  <a:pt x="0" y="899997"/>
                </a:cubicBezTo>
                <a:close/>
              </a:path>
            </a:pathLst>
          </a:custGeom>
          <a:noFill/>
          <a:ln w="25400">
            <a:noFill/>
          </a:ln>
        </p:spPr>
        <p:style>
          <a:lnRef idx="2">
            <a:scrgbClr r="0" g="0" b="0"/>
          </a:lnRef>
          <a:fillRef idx="1">
            <a:scrgbClr r="0" g="0" b="0"/>
          </a:fillRef>
          <a:effectRef idx="0">
            <a:schemeClr val="accent1">
              <a:alpha val="50000"/>
              <a:hueOff val="0"/>
              <a:satOff val="0"/>
              <a:lumOff val="0"/>
              <a:alphaOff val="0"/>
            </a:schemeClr>
          </a:effectRef>
          <a:fontRef idx="minor">
            <a:schemeClr val="tx1"/>
          </a:fontRef>
        </p:style>
        <p:txBody>
          <a:bodyPr spcFirstLastPara="0" vert="horz" wrap="square" lIns="406664" tIns="319483" rIns="406664" bIns="319483" numCol="1" spcCol="1270" anchor="ctr" anchorCtr="0">
            <a:noAutofit/>
          </a:bodyPr>
          <a:lstStyle/>
          <a:p>
            <a:pPr algn="ctr" defTabSz="1955800" fontAlgn="auto">
              <a:lnSpc>
                <a:spcPct val="90000"/>
              </a:lnSpc>
              <a:spcAft>
                <a:spcPct val="35000"/>
              </a:spcAft>
            </a:pPr>
            <a:r>
              <a:rPr lang="en-US" sz="4000" dirty="0" smtClean="0">
                <a:solidFill>
                  <a:srgbClr val="FF0000"/>
                </a:solidFill>
                <a:latin typeface="FontAwesome" pitchFamily="2" charset="0"/>
              </a:rPr>
              <a:t>4</a:t>
            </a:r>
            <a:endParaRPr lang="id-ID" sz="4000" dirty="0">
              <a:solidFill>
                <a:srgbClr val="FF0000"/>
              </a:solidFill>
              <a:latin typeface="FontAwesome" pitchFamily="2" charset="0"/>
            </a:endParaRPr>
          </a:p>
        </p:txBody>
      </p:sp>
      <p:sp>
        <p:nvSpPr>
          <p:cNvPr id="45" name="Freeform 44"/>
          <p:cNvSpPr/>
          <p:nvPr/>
        </p:nvSpPr>
        <p:spPr>
          <a:xfrm>
            <a:off x="5799142" y="4040463"/>
            <a:ext cx="684447" cy="493118"/>
          </a:xfrm>
          <a:custGeom>
            <a:avLst/>
            <a:gdLst>
              <a:gd name="connsiteX0" fmla="*/ 0 w 1799993"/>
              <a:gd name="connsiteY0" fmla="*/ 899997 h 1799993"/>
              <a:gd name="connsiteX1" fmla="*/ 899997 w 1799993"/>
              <a:gd name="connsiteY1" fmla="*/ 0 h 1799993"/>
              <a:gd name="connsiteX2" fmla="*/ 1799994 w 1799993"/>
              <a:gd name="connsiteY2" fmla="*/ 899997 h 1799993"/>
              <a:gd name="connsiteX3" fmla="*/ 899997 w 1799993"/>
              <a:gd name="connsiteY3" fmla="*/ 1799994 h 1799993"/>
              <a:gd name="connsiteX4" fmla="*/ 0 w 1799993"/>
              <a:gd name="connsiteY4" fmla="*/ 899997 h 17999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9993" h="1799993">
                <a:moveTo>
                  <a:pt x="0" y="899997"/>
                </a:moveTo>
                <a:cubicBezTo>
                  <a:pt x="0" y="402942"/>
                  <a:pt x="402942" y="0"/>
                  <a:pt x="899997" y="0"/>
                </a:cubicBezTo>
                <a:cubicBezTo>
                  <a:pt x="1397052" y="0"/>
                  <a:pt x="1799994" y="402942"/>
                  <a:pt x="1799994" y="899997"/>
                </a:cubicBezTo>
                <a:cubicBezTo>
                  <a:pt x="1799994" y="1397052"/>
                  <a:pt x="1397052" y="1799994"/>
                  <a:pt x="899997" y="1799994"/>
                </a:cubicBezTo>
                <a:cubicBezTo>
                  <a:pt x="402942" y="1799994"/>
                  <a:pt x="0" y="1397052"/>
                  <a:pt x="0" y="899997"/>
                </a:cubicBezTo>
                <a:close/>
              </a:path>
            </a:pathLst>
          </a:custGeom>
          <a:noFill/>
          <a:ln w="25400">
            <a:noFill/>
          </a:ln>
        </p:spPr>
        <p:style>
          <a:lnRef idx="2">
            <a:scrgbClr r="0" g="0" b="0"/>
          </a:lnRef>
          <a:fillRef idx="1">
            <a:scrgbClr r="0" g="0" b="0"/>
          </a:fillRef>
          <a:effectRef idx="0">
            <a:schemeClr val="accent1">
              <a:alpha val="50000"/>
              <a:hueOff val="0"/>
              <a:satOff val="0"/>
              <a:lumOff val="0"/>
              <a:alphaOff val="0"/>
            </a:schemeClr>
          </a:effectRef>
          <a:fontRef idx="minor">
            <a:schemeClr val="tx1"/>
          </a:fontRef>
        </p:style>
        <p:txBody>
          <a:bodyPr spcFirstLastPara="0" vert="horz" wrap="square" lIns="406664" tIns="319483" rIns="406664" bIns="319483" numCol="1" spcCol="1270" anchor="ctr" anchorCtr="0">
            <a:noAutofit/>
          </a:bodyPr>
          <a:lstStyle/>
          <a:p>
            <a:pPr algn="ctr" defTabSz="1955800" fontAlgn="auto">
              <a:lnSpc>
                <a:spcPct val="90000"/>
              </a:lnSpc>
              <a:spcAft>
                <a:spcPct val="35000"/>
              </a:spcAft>
            </a:pPr>
            <a:r>
              <a:rPr lang="en-US" sz="4000" dirty="0" smtClean="0">
                <a:solidFill>
                  <a:srgbClr val="7030A0"/>
                </a:solidFill>
                <a:latin typeface="FontAwesome" pitchFamily="2" charset="0"/>
              </a:rPr>
              <a:t>5</a:t>
            </a:r>
            <a:endParaRPr lang="id-ID" sz="4400" dirty="0">
              <a:solidFill>
                <a:srgbClr val="7030A0"/>
              </a:solidFill>
              <a:latin typeface="FontAwesome" pitchFamily="2" charset="0"/>
            </a:endParaRPr>
          </a:p>
        </p:txBody>
      </p:sp>
      <p:cxnSp>
        <p:nvCxnSpPr>
          <p:cNvPr id="46" name="Straight Connector 45"/>
          <p:cNvCxnSpPr>
            <a:stCxn id="37" idx="3"/>
          </p:cNvCxnSpPr>
          <p:nvPr/>
        </p:nvCxnSpPr>
        <p:spPr>
          <a:xfrm flipH="1">
            <a:off x="6188981" y="3083915"/>
            <a:ext cx="6155" cy="789316"/>
          </a:xfrm>
          <a:prstGeom prst="line">
            <a:avLst/>
          </a:prstGeom>
          <a:ln w="101600" cmpd="dbl">
            <a:solidFill>
              <a:schemeClr val="bg2">
                <a:lumMod val="75000"/>
              </a:schemeClr>
            </a:solidFill>
            <a:prstDash val="solid"/>
            <a:headEnd type="none" w="lg" len="lg"/>
          </a:ln>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p:nvCxnSpPr>
        <p:spPr>
          <a:xfrm flipH="1">
            <a:off x="6156585" y="4572000"/>
            <a:ext cx="8816" cy="824753"/>
          </a:xfrm>
          <a:prstGeom prst="line">
            <a:avLst/>
          </a:prstGeom>
          <a:ln w="101600" cmpd="dbl">
            <a:solidFill>
              <a:schemeClr val="bg2">
                <a:lumMod val="75000"/>
              </a:schemeClr>
            </a:solidFill>
            <a:prstDash val="solid"/>
            <a:headEnd type="none" w="lg" len="lg"/>
          </a:ln>
        </p:spPr>
        <p:style>
          <a:lnRef idx="1">
            <a:schemeClr val="accent1"/>
          </a:lnRef>
          <a:fillRef idx="0">
            <a:schemeClr val="accent1"/>
          </a:fillRef>
          <a:effectRef idx="0">
            <a:schemeClr val="accent1"/>
          </a:effectRef>
          <a:fontRef idx="minor">
            <a:schemeClr val="tx1"/>
          </a:fontRef>
        </p:style>
      </p:cxnSp>
      <p:sp>
        <p:nvSpPr>
          <p:cNvPr id="50" name="Rectangle 49"/>
          <p:cNvSpPr/>
          <p:nvPr/>
        </p:nvSpPr>
        <p:spPr>
          <a:xfrm>
            <a:off x="5979292" y="5421725"/>
            <a:ext cx="372218" cy="769441"/>
          </a:xfrm>
          <a:prstGeom prst="rect">
            <a:avLst/>
          </a:prstGeom>
        </p:spPr>
        <p:txBody>
          <a:bodyPr wrap="none">
            <a:spAutoFit/>
          </a:bodyPr>
          <a:lstStyle/>
          <a:p>
            <a:pPr fontAlgn="auto">
              <a:spcBef>
                <a:spcPts val="0"/>
              </a:spcBef>
              <a:spcAft>
                <a:spcPts val="0"/>
              </a:spcAft>
            </a:pPr>
            <a:r>
              <a:rPr lang="en-US" sz="4400" b="1" dirty="0" smtClean="0">
                <a:solidFill>
                  <a:srgbClr val="5B9BD5"/>
                </a:solidFill>
                <a:latin typeface="FontAwesome" pitchFamily="2" charset="0"/>
              </a:rPr>
              <a:t>6</a:t>
            </a:r>
            <a:endParaRPr lang="id-ID" sz="4400" b="1" dirty="0">
              <a:solidFill>
                <a:srgbClr val="5B9BD5"/>
              </a:solidFill>
              <a:latin typeface="Calibri" panose="020F0502020204030204"/>
            </a:endParaRPr>
          </a:p>
        </p:txBody>
      </p:sp>
      <p:cxnSp>
        <p:nvCxnSpPr>
          <p:cNvPr id="51" name="Straight Connector 50"/>
          <p:cNvCxnSpPr/>
          <p:nvPr/>
        </p:nvCxnSpPr>
        <p:spPr>
          <a:xfrm>
            <a:off x="4723460" y="5905088"/>
            <a:ext cx="1080000" cy="3215"/>
          </a:xfrm>
          <a:prstGeom prst="line">
            <a:avLst/>
          </a:prstGeom>
          <a:ln w="25400">
            <a:solidFill>
              <a:schemeClr val="bg1">
                <a:lumMod val="75000"/>
              </a:schemeClr>
            </a:solidFill>
            <a:prstDash val="solid"/>
            <a:headEnd type="oval" w="lg" len="lg"/>
            <a:tailEnd type="oval"/>
          </a:ln>
        </p:spPr>
        <p:style>
          <a:lnRef idx="1">
            <a:schemeClr val="accent1"/>
          </a:lnRef>
          <a:fillRef idx="0">
            <a:schemeClr val="accent1"/>
          </a:fillRef>
          <a:effectRef idx="0">
            <a:schemeClr val="accent1"/>
          </a:effectRef>
          <a:fontRef idx="minor">
            <a:schemeClr val="tx1"/>
          </a:fontRef>
        </p:style>
      </p:cxnSp>
      <p:sp>
        <p:nvSpPr>
          <p:cNvPr id="52" name="Content Placeholder 2"/>
          <p:cNvSpPr txBox="1">
            <a:spLocks/>
          </p:cNvSpPr>
          <p:nvPr/>
        </p:nvSpPr>
        <p:spPr>
          <a:xfrm>
            <a:off x="1652394" y="5611125"/>
            <a:ext cx="2190590" cy="594355"/>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rtl="1" fontAlgn="auto">
              <a:buClr>
                <a:srgbClr val="5B9BD5">
                  <a:lumMod val="75000"/>
                </a:srgbClr>
              </a:buClr>
              <a:defRPr/>
            </a:pPr>
            <a:r>
              <a:rPr lang="ar-SA" sz="2800" b="1" dirty="0" smtClean="0">
                <a:solidFill>
                  <a:prstClr val="black"/>
                </a:solidFill>
                <a:ea typeface="Roboto" panose="02000000000000000000" pitchFamily="2" charset="0"/>
              </a:rPr>
              <a:t>التطوير المهني</a:t>
            </a:r>
            <a:endParaRPr lang="ar-SA" sz="2800" b="1" dirty="0">
              <a:solidFill>
                <a:prstClr val="black"/>
              </a:solidFill>
              <a:ea typeface="Roboto" panose="02000000000000000000" pitchFamily="2" charset="0"/>
            </a:endParaRPr>
          </a:p>
        </p:txBody>
      </p:sp>
      <p:cxnSp>
        <p:nvCxnSpPr>
          <p:cNvPr id="53" name="Straight Connector 52"/>
          <p:cNvCxnSpPr/>
          <p:nvPr/>
        </p:nvCxnSpPr>
        <p:spPr>
          <a:xfrm>
            <a:off x="6165401" y="6122947"/>
            <a:ext cx="0" cy="771695"/>
          </a:xfrm>
          <a:prstGeom prst="line">
            <a:avLst/>
          </a:prstGeom>
          <a:ln w="101600" cmpd="dbl">
            <a:solidFill>
              <a:schemeClr val="bg2">
                <a:lumMod val="75000"/>
              </a:schemeClr>
            </a:solidFill>
            <a:prstDash val="solid"/>
            <a:headEnd type="none" w="lg" len="lg"/>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5999336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grpId="0" nodeType="afterEffect">
                                  <p:stCondLst>
                                    <p:cond delay="250"/>
                                  </p:stCondLst>
                                  <p:childTnLst>
                                    <p:set>
                                      <p:cBhvr>
                                        <p:cTn id="6" dur="1" fill="hold">
                                          <p:stCondLst>
                                            <p:cond delay="0"/>
                                          </p:stCondLst>
                                        </p:cTn>
                                        <p:tgtEl>
                                          <p:spTgt spid="48"/>
                                        </p:tgtEl>
                                        <p:attrNameLst>
                                          <p:attrName>style.visibility</p:attrName>
                                        </p:attrNameLst>
                                      </p:cBhvr>
                                      <p:to>
                                        <p:strVal val="visible"/>
                                      </p:to>
                                    </p:set>
                                    <p:animEffect transition="in" filter="wipe(right)">
                                      <p:cBhvr>
                                        <p:cTn id="7" dur="500"/>
                                        <p:tgtEl>
                                          <p:spTgt spid="48"/>
                                        </p:tgtEl>
                                      </p:cBhvr>
                                    </p:animEffect>
                                  </p:childTnLst>
                                </p:cTn>
                              </p:par>
                            </p:childTnLst>
                          </p:cTn>
                        </p:par>
                        <p:par>
                          <p:cTn id="8" fill="hold">
                            <p:stCondLst>
                              <p:cond delay="750"/>
                            </p:stCondLst>
                            <p:childTnLst>
                              <p:par>
                                <p:cTn id="9" presetID="10" presetClass="entr" presetSubtype="0" fill="hold" grpId="0" nodeType="afterEffect">
                                  <p:stCondLst>
                                    <p:cond delay="250"/>
                                  </p:stCondLst>
                                  <p:childTnLst>
                                    <p:set>
                                      <p:cBhvr>
                                        <p:cTn id="10" dur="1" fill="hold">
                                          <p:stCondLst>
                                            <p:cond delay="0"/>
                                          </p:stCondLst>
                                        </p:cTn>
                                        <p:tgtEl>
                                          <p:spTgt spid="49"/>
                                        </p:tgtEl>
                                        <p:attrNameLst>
                                          <p:attrName>style.visibility</p:attrName>
                                        </p:attrNameLst>
                                      </p:cBhvr>
                                      <p:to>
                                        <p:strVal val="visible"/>
                                      </p:to>
                                    </p:set>
                                    <p:animEffect transition="in" filter="fade">
                                      <p:cBhvr>
                                        <p:cTn id="11" dur="500"/>
                                        <p:tgtEl>
                                          <p:spTgt spid="49"/>
                                        </p:tgtEl>
                                      </p:cBhvr>
                                    </p:animEffect>
                                  </p:childTnLst>
                                </p:cTn>
                              </p:par>
                            </p:childTnLst>
                          </p:cTn>
                        </p:par>
                        <p:par>
                          <p:cTn id="12" fill="hold">
                            <p:stCondLst>
                              <p:cond delay="1500"/>
                            </p:stCondLst>
                            <p:childTnLst>
                              <p:par>
                                <p:cTn id="13" presetID="22" presetClass="entr" presetSubtype="8" fill="hold" nodeType="afterEffect">
                                  <p:stCondLst>
                                    <p:cond delay="250"/>
                                  </p:stCondLst>
                                  <p:childTnLst>
                                    <p:set>
                                      <p:cBhvr>
                                        <p:cTn id="14" dur="1" fill="hold">
                                          <p:stCondLst>
                                            <p:cond delay="0"/>
                                          </p:stCondLst>
                                        </p:cTn>
                                        <p:tgtEl>
                                          <p:spTgt spid="29"/>
                                        </p:tgtEl>
                                        <p:attrNameLst>
                                          <p:attrName>style.visibility</p:attrName>
                                        </p:attrNameLst>
                                      </p:cBhvr>
                                      <p:to>
                                        <p:strVal val="visible"/>
                                      </p:to>
                                    </p:set>
                                    <p:animEffect transition="in" filter="wipe(left)">
                                      <p:cBhvr>
                                        <p:cTn id="15" dur="500"/>
                                        <p:tgtEl>
                                          <p:spTgt spid="29"/>
                                        </p:tgtEl>
                                      </p:cBhvr>
                                    </p:animEffect>
                                  </p:childTnLst>
                                </p:cTn>
                              </p:par>
                            </p:childTnLst>
                          </p:cTn>
                        </p:par>
                        <p:par>
                          <p:cTn id="16" fill="hold">
                            <p:stCondLst>
                              <p:cond delay="2250"/>
                            </p:stCondLst>
                            <p:childTnLst>
                              <p:par>
                                <p:cTn id="17" presetID="21" presetClass="entr" presetSubtype="1" fill="hold" grpId="0" nodeType="afterEffect">
                                  <p:stCondLst>
                                    <p:cond delay="250"/>
                                  </p:stCondLst>
                                  <p:childTnLst>
                                    <p:set>
                                      <p:cBhvr>
                                        <p:cTn id="18" dur="1" fill="hold">
                                          <p:stCondLst>
                                            <p:cond delay="0"/>
                                          </p:stCondLst>
                                        </p:cTn>
                                        <p:tgtEl>
                                          <p:spTgt spid="31"/>
                                        </p:tgtEl>
                                        <p:attrNameLst>
                                          <p:attrName>style.visibility</p:attrName>
                                        </p:attrNameLst>
                                      </p:cBhvr>
                                      <p:to>
                                        <p:strVal val="visible"/>
                                      </p:to>
                                    </p:set>
                                    <p:animEffect transition="in" filter="wheel(1)">
                                      <p:cBhvr>
                                        <p:cTn id="19" dur="400"/>
                                        <p:tgtEl>
                                          <p:spTgt spid="31"/>
                                        </p:tgtEl>
                                      </p:cBhvr>
                                    </p:animEffect>
                                  </p:childTnLst>
                                </p:cTn>
                              </p:par>
                            </p:childTnLst>
                          </p:cTn>
                        </p:par>
                        <p:par>
                          <p:cTn id="20" fill="hold">
                            <p:stCondLst>
                              <p:cond delay="2900"/>
                            </p:stCondLst>
                            <p:childTnLst>
                              <p:par>
                                <p:cTn id="21" presetID="10" presetClass="entr" presetSubtype="0" fill="hold" grpId="0" nodeType="afterEffect">
                                  <p:stCondLst>
                                    <p:cond delay="250"/>
                                  </p:stCondLst>
                                  <p:childTnLst>
                                    <p:set>
                                      <p:cBhvr>
                                        <p:cTn id="22" dur="1" fill="hold">
                                          <p:stCondLst>
                                            <p:cond delay="0"/>
                                          </p:stCondLst>
                                        </p:cTn>
                                        <p:tgtEl>
                                          <p:spTgt spid="32"/>
                                        </p:tgtEl>
                                        <p:attrNameLst>
                                          <p:attrName>style.visibility</p:attrName>
                                        </p:attrNameLst>
                                      </p:cBhvr>
                                      <p:to>
                                        <p:strVal val="visible"/>
                                      </p:to>
                                    </p:set>
                                    <p:animEffect transition="in" filter="fade">
                                      <p:cBhvr>
                                        <p:cTn id="23" dur="500"/>
                                        <p:tgtEl>
                                          <p:spTgt spid="32"/>
                                        </p:tgtEl>
                                      </p:cBhvr>
                                    </p:animEffect>
                                  </p:childTnLst>
                                </p:cTn>
                              </p:par>
                            </p:childTnLst>
                          </p:cTn>
                        </p:par>
                        <p:par>
                          <p:cTn id="24" fill="hold">
                            <p:stCondLst>
                              <p:cond delay="3650"/>
                            </p:stCondLst>
                            <p:childTnLst>
                              <p:par>
                                <p:cTn id="25" presetID="53" presetClass="entr" presetSubtype="16" fill="hold" grpId="0" nodeType="afterEffect">
                                  <p:stCondLst>
                                    <p:cond delay="250"/>
                                  </p:stCondLst>
                                  <p:childTnLst>
                                    <p:set>
                                      <p:cBhvr>
                                        <p:cTn id="26" dur="1" fill="hold">
                                          <p:stCondLst>
                                            <p:cond delay="0"/>
                                          </p:stCondLst>
                                        </p:cTn>
                                        <p:tgtEl>
                                          <p:spTgt spid="37"/>
                                        </p:tgtEl>
                                        <p:attrNameLst>
                                          <p:attrName>style.visibility</p:attrName>
                                        </p:attrNameLst>
                                      </p:cBhvr>
                                      <p:to>
                                        <p:strVal val="visible"/>
                                      </p:to>
                                    </p:set>
                                    <p:anim calcmode="lin" valueType="num">
                                      <p:cBhvr>
                                        <p:cTn id="27" dur="500" fill="hold"/>
                                        <p:tgtEl>
                                          <p:spTgt spid="37"/>
                                        </p:tgtEl>
                                        <p:attrNameLst>
                                          <p:attrName>ppt_w</p:attrName>
                                        </p:attrNameLst>
                                      </p:cBhvr>
                                      <p:tavLst>
                                        <p:tav tm="0">
                                          <p:val>
                                            <p:fltVal val="0"/>
                                          </p:val>
                                        </p:tav>
                                        <p:tav tm="100000">
                                          <p:val>
                                            <p:strVal val="#ppt_w"/>
                                          </p:val>
                                        </p:tav>
                                      </p:tavLst>
                                    </p:anim>
                                    <p:anim calcmode="lin" valueType="num">
                                      <p:cBhvr>
                                        <p:cTn id="28" dur="500" fill="hold"/>
                                        <p:tgtEl>
                                          <p:spTgt spid="37"/>
                                        </p:tgtEl>
                                        <p:attrNameLst>
                                          <p:attrName>ppt_h</p:attrName>
                                        </p:attrNameLst>
                                      </p:cBhvr>
                                      <p:tavLst>
                                        <p:tav tm="0">
                                          <p:val>
                                            <p:fltVal val="0"/>
                                          </p:val>
                                        </p:tav>
                                        <p:tav tm="100000">
                                          <p:val>
                                            <p:strVal val="#ppt_h"/>
                                          </p:val>
                                        </p:tav>
                                      </p:tavLst>
                                    </p:anim>
                                    <p:animEffect transition="in" filter="fade">
                                      <p:cBhvr>
                                        <p:cTn id="29" dur="500"/>
                                        <p:tgtEl>
                                          <p:spTgt spid="37"/>
                                        </p:tgtEl>
                                      </p:cBhvr>
                                    </p:animEffect>
                                  </p:childTnLst>
                                </p:cTn>
                              </p:par>
                            </p:childTnLst>
                          </p:cTn>
                        </p:par>
                        <p:par>
                          <p:cTn id="30" fill="hold">
                            <p:stCondLst>
                              <p:cond delay="4400"/>
                            </p:stCondLst>
                            <p:childTnLst>
                              <p:par>
                                <p:cTn id="31" presetID="22" presetClass="entr" presetSubtype="2" fill="hold" nodeType="afterEffect">
                                  <p:stCondLst>
                                    <p:cond delay="250"/>
                                  </p:stCondLst>
                                  <p:childTnLst>
                                    <p:set>
                                      <p:cBhvr>
                                        <p:cTn id="32" dur="1" fill="hold">
                                          <p:stCondLst>
                                            <p:cond delay="0"/>
                                          </p:stCondLst>
                                        </p:cTn>
                                        <p:tgtEl>
                                          <p:spTgt spid="33"/>
                                        </p:tgtEl>
                                        <p:attrNameLst>
                                          <p:attrName>style.visibility</p:attrName>
                                        </p:attrNameLst>
                                      </p:cBhvr>
                                      <p:to>
                                        <p:strVal val="visible"/>
                                      </p:to>
                                    </p:set>
                                    <p:animEffect transition="in" filter="wipe(right)">
                                      <p:cBhvr>
                                        <p:cTn id="33" dur="500"/>
                                        <p:tgtEl>
                                          <p:spTgt spid="33"/>
                                        </p:tgtEl>
                                      </p:cBhvr>
                                    </p:animEffect>
                                  </p:childTnLst>
                                </p:cTn>
                              </p:par>
                            </p:childTnLst>
                          </p:cTn>
                        </p:par>
                        <p:par>
                          <p:cTn id="34" fill="hold">
                            <p:stCondLst>
                              <p:cond delay="5150"/>
                            </p:stCondLst>
                            <p:childTnLst>
                              <p:par>
                                <p:cTn id="35" presetID="22" presetClass="entr" presetSubtype="2" fill="hold" grpId="0" nodeType="afterEffect">
                                  <p:stCondLst>
                                    <p:cond delay="250"/>
                                  </p:stCondLst>
                                  <p:childTnLst>
                                    <p:set>
                                      <p:cBhvr>
                                        <p:cTn id="36" dur="1" fill="hold">
                                          <p:stCondLst>
                                            <p:cond delay="0"/>
                                          </p:stCondLst>
                                        </p:cTn>
                                        <p:tgtEl>
                                          <p:spTgt spid="35"/>
                                        </p:tgtEl>
                                        <p:attrNameLst>
                                          <p:attrName>style.visibility</p:attrName>
                                        </p:attrNameLst>
                                      </p:cBhvr>
                                      <p:to>
                                        <p:strVal val="visible"/>
                                      </p:to>
                                    </p:set>
                                    <p:animEffect transition="in" filter="wipe(right)">
                                      <p:cBhvr>
                                        <p:cTn id="37" dur="1000"/>
                                        <p:tgtEl>
                                          <p:spTgt spid="35"/>
                                        </p:tgtEl>
                                      </p:cBhvr>
                                    </p:animEffect>
                                  </p:childTnLst>
                                </p:cTn>
                              </p:par>
                            </p:childTnLst>
                          </p:cTn>
                        </p:par>
                        <p:par>
                          <p:cTn id="38" fill="hold">
                            <p:stCondLst>
                              <p:cond delay="6400"/>
                            </p:stCondLst>
                            <p:childTnLst>
                              <p:par>
                                <p:cTn id="39" presetID="22" presetClass="entr" presetSubtype="1" fill="hold" nodeType="afterEffect">
                                  <p:stCondLst>
                                    <p:cond delay="250"/>
                                  </p:stCondLst>
                                  <p:childTnLst>
                                    <p:set>
                                      <p:cBhvr>
                                        <p:cTn id="40" dur="1" fill="hold">
                                          <p:stCondLst>
                                            <p:cond delay="0"/>
                                          </p:stCondLst>
                                        </p:cTn>
                                        <p:tgtEl>
                                          <p:spTgt spid="46"/>
                                        </p:tgtEl>
                                        <p:attrNameLst>
                                          <p:attrName>style.visibility</p:attrName>
                                        </p:attrNameLst>
                                      </p:cBhvr>
                                      <p:to>
                                        <p:strVal val="visible"/>
                                      </p:to>
                                    </p:set>
                                    <p:animEffect transition="in" filter="wipe(up)">
                                      <p:cBhvr>
                                        <p:cTn id="41" dur="1000"/>
                                        <p:tgtEl>
                                          <p:spTgt spid="46"/>
                                        </p:tgtEl>
                                      </p:cBhvr>
                                    </p:animEffect>
                                  </p:childTnLst>
                                </p:cTn>
                              </p:par>
                            </p:childTnLst>
                          </p:cTn>
                        </p:par>
                        <p:par>
                          <p:cTn id="42" fill="hold">
                            <p:stCondLst>
                              <p:cond delay="7650"/>
                            </p:stCondLst>
                            <p:childTnLst>
                              <p:par>
                                <p:cTn id="43" presetID="53" presetClass="entr" presetSubtype="16" fill="hold" grpId="0" nodeType="afterEffect">
                                  <p:stCondLst>
                                    <p:cond delay="250"/>
                                  </p:stCondLst>
                                  <p:childTnLst>
                                    <p:set>
                                      <p:cBhvr>
                                        <p:cTn id="44" dur="1" fill="hold">
                                          <p:stCondLst>
                                            <p:cond delay="0"/>
                                          </p:stCondLst>
                                        </p:cTn>
                                        <p:tgtEl>
                                          <p:spTgt spid="45"/>
                                        </p:tgtEl>
                                        <p:attrNameLst>
                                          <p:attrName>style.visibility</p:attrName>
                                        </p:attrNameLst>
                                      </p:cBhvr>
                                      <p:to>
                                        <p:strVal val="visible"/>
                                      </p:to>
                                    </p:set>
                                    <p:anim calcmode="lin" valueType="num">
                                      <p:cBhvr>
                                        <p:cTn id="45" dur="500" fill="hold"/>
                                        <p:tgtEl>
                                          <p:spTgt spid="45"/>
                                        </p:tgtEl>
                                        <p:attrNameLst>
                                          <p:attrName>ppt_w</p:attrName>
                                        </p:attrNameLst>
                                      </p:cBhvr>
                                      <p:tavLst>
                                        <p:tav tm="0">
                                          <p:val>
                                            <p:fltVal val="0"/>
                                          </p:val>
                                        </p:tav>
                                        <p:tav tm="100000">
                                          <p:val>
                                            <p:strVal val="#ppt_w"/>
                                          </p:val>
                                        </p:tav>
                                      </p:tavLst>
                                    </p:anim>
                                    <p:anim calcmode="lin" valueType="num">
                                      <p:cBhvr>
                                        <p:cTn id="46" dur="500" fill="hold"/>
                                        <p:tgtEl>
                                          <p:spTgt spid="45"/>
                                        </p:tgtEl>
                                        <p:attrNameLst>
                                          <p:attrName>ppt_h</p:attrName>
                                        </p:attrNameLst>
                                      </p:cBhvr>
                                      <p:tavLst>
                                        <p:tav tm="0">
                                          <p:val>
                                            <p:fltVal val="0"/>
                                          </p:val>
                                        </p:tav>
                                        <p:tav tm="100000">
                                          <p:val>
                                            <p:strVal val="#ppt_h"/>
                                          </p:val>
                                        </p:tav>
                                      </p:tavLst>
                                    </p:anim>
                                    <p:animEffect transition="in" filter="fade">
                                      <p:cBhvr>
                                        <p:cTn id="47" dur="500"/>
                                        <p:tgtEl>
                                          <p:spTgt spid="45"/>
                                        </p:tgtEl>
                                      </p:cBhvr>
                                    </p:animEffect>
                                  </p:childTnLst>
                                </p:cTn>
                              </p:par>
                            </p:childTnLst>
                          </p:cTn>
                        </p:par>
                        <p:par>
                          <p:cTn id="48" fill="hold">
                            <p:stCondLst>
                              <p:cond delay="8400"/>
                            </p:stCondLst>
                            <p:childTnLst>
                              <p:par>
                                <p:cTn id="49" presetID="22" presetClass="entr" presetSubtype="8" fill="hold" nodeType="afterEffect">
                                  <p:stCondLst>
                                    <p:cond delay="250"/>
                                  </p:stCondLst>
                                  <p:childTnLst>
                                    <p:set>
                                      <p:cBhvr>
                                        <p:cTn id="50" dur="1" fill="hold">
                                          <p:stCondLst>
                                            <p:cond delay="0"/>
                                          </p:stCondLst>
                                        </p:cTn>
                                        <p:tgtEl>
                                          <p:spTgt spid="34"/>
                                        </p:tgtEl>
                                        <p:attrNameLst>
                                          <p:attrName>style.visibility</p:attrName>
                                        </p:attrNameLst>
                                      </p:cBhvr>
                                      <p:to>
                                        <p:strVal val="visible"/>
                                      </p:to>
                                    </p:set>
                                    <p:animEffect transition="in" filter="wipe(left)">
                                      <p:cBhvr>
                                        <p:cTn id="51" dur="500"/>
                                        <p:tgtEl>
                                          <p:spTgt spid="34"/>
                                        </p:tgtEl>
                                      </p:cBhvr>
                                    </p:animEffect>
                                  </p:childTnLst>
                                </p:cTn>
                              </p:par>
                            </p:childTnLst>
                          </p:cTn>
                        </p:par>
                        <p:par>
                          <p:cTn id="52" fill="hold">
                            <p:stCondLst>
                              <p:cond delay="9150"/>
                            </p:stCondLst>
                            <p:childTnLst>
                              <p:par>
                                <p:cTn id="53" presetID="22" presetClass="entr" presetSubtype="8" fill="hold" grpId="0" nodeType="afterEffect">
                                  <p:stCondLst>
                                    <p:cond delay="250"/>
                                  </p:stCondLst>
                                  <p:childTnLst>
                                    <p:set>
                                      <p:cBhvr>
                                        <p:cTn id="54" dur="1" fill="hold">
                                          <p:stCondLst>
                                            <p:cond delay="0"/>
                                          </p:stCondLst>
                                        </p:cTn>
                                        <p:tgtEl>
                                          <p:spTgt spid="36"/>
                                        </p:tgtEl>
                                        <p:attrNameLst>
                                          <p:attrName>style.visibility</p:attrName>
                                        </p:attrNameLst>
                                      </p:cBhvr>
                                      <p:to>
                                        <p:strVal val="visible"/>
                                      </p:to>
                                    </p:set>
                                    <p:animEffect transition="in" filter="wipe(left)">
                                      <p:cBhvr>
                                        <p:cTn id="55" dur="1000"/>
                                        <p:tgtEl>
                                          <p:spTgt spid="36"/>
                                        </p:tgtEl>
                                      </p:cBhvr>
                                    </p:animEffect>
                                  </p:childTnLst>
                                </p:cTn>
                              </p:par>
                            </p:childTnLst>
                          </p:cTn>
                        </p:par>
                        <p:par>
                          <p:cTn id="56" fill="hold">
                            <p:stCondLst>
                              <p:cond delay="10400"/>
                            </p:stCondLst>
                            <p:childTnLst>
                              <p:par>
                                <p:cTn id="57" presetID="22" presetClass="entr" presetSubtype="1" fill="hold" nodeType="afterEffect">
                                  <p:stCondLst>
                                    <p:cond delay="250"/>
                                  </p:stCondLst>
                                  <p:childTnLst>
                                    <p:set>
                                      <p:cBhvr>
                                        <p:cTn id="58" dur="1" fill="hold">
                                          <p:stCondLst>
                                            <p:cond delay="0"/>
                                          </p:stCondLst>
                                        </p:cTn>
                                        <p:tgtEl>
                                          <p:spTgt spid="47"/>
                                        </p:tgtEl>
                                        <p:attrNameLst>
                                          <p:attrName>style.visibility</p:attrName>
                                        </p:attrNameLst>
                                      </p:cBhvr>
                                      <p:to>
                                        <p:strVal val="visible"/>
                                      </p:to>
                                    </p:set>
                                    <p:animEffect transition="in" filter="wipe(up)">
                                      <p:cBhvr>
                                        <p:cTn id="59" dur="1000"/>
                                        <p:tgtEl>
                                          <p:spTgt spid="47"/>
                                        </p:tgtEl>
                                      </p:cBhvr>
                                    </p:animEffect>
                                  </p:childTnLst>
                                </p:cTn>
                              </p:par>
                            </p:childTnLst>
                          </p:cTn>
                        </p:par>
                        <p:par>
                          <p:cTn id="60" fill="hold">
                            <p:stCondLst>
                              <p:cond delay="11650"/>
                            </p:stCondLst>
                            <p:childTnLst>
                              <p:par>
                                <p:cTn id="61" presetID="53" presetClass="entr" presetSubtype="16" fill="hold" grpId="0" nodeType="afterEffect">
                                  <p:stCondLst>
                                    <p:cond delay="250"/>
                                  </p:stCondLst>
                                  <p:childTnLst>
                                    <p:set>
                                      <p:cBhvr>
                                        <p:cTn id="62" dur="1" fill="hold">
                                          <p:stCondLst>
                                            <p:cond delay="0"/>
                                          </p:stCondLst>
                                        </p:cTn>
                                        <p:tgtEl>
                                          <p:spTgt spid="50"/>
                                        </p:tgtEl>
                                        <p:attrNameLst>
                                          <p:attrName>style.visibility</p:attrName>
                                        </p:attrNameLst>
                                      </p:cBhvr>
                                      <p:to>
                                        <p:strVal val="visible"/>
                                      </p:to>
                                    </p:set>
                                    <p:anim calcmode="lin" valueType="num">
                                      <p:cBhvr>
                                        <p:cTn id="63" dur="500" fill="hold"/>
                                        <p:tgtEl>
                                          <p:spTgt spid="50"/>
                                        </p:tgtEl>
                                        <p:attrNameLst>
                                          <p:attrName>ppt_w</p:attrName>
                                        </p:attrNameLst>
                                      </p:cBhvr>
                                      <p:tavLst>
                                        <p:tav tm="0">
                                          <p:val>
                                            <p:fltVal val="0"/>
                                          </p:val>
                                        </p:tav>
                                        <p:tav tm="100000">
                                          <p:val>
                                            <p:strVal val="#ppt_w"/>
                                          </p:val>
                                        </p:tav>
                                      </p:tavLst>
                                    </p:anim>
                                    <p:anim calcmode="lin" valueType="num">
                                      <p:cBhvr>
                                        <p:cTn id="64" dur="500" fill="hold"/>
                                        <p:tgtEl>
                                          <p:spTgt spid="50"/>
                                        </p:tgtEl>
                                        <p:attrNameLst>
                                          <p:attrName>ppt_h</p:attrName>
                                        </p:attrNameLst>
                                      </p:cBhvr>
                                      <p:tavLst>
                                        <p:tav tm="0">
                                          <p:val>
                                            <p:fltVal val="0"/>
                                          </p:val>
                                        </p:tav>
                                        <p:tav tm="100000">
                                          <p:val>
                                            <p:strVal val="#ppt_h"/>
                                          </p:val>
                                        </p:tav>
                                      </p:tavLst>
                                    </p:anim>
                                    <p:animEffect transition="in" filter="fade">
                                      <p:cBhvr>
                                        <p:cTn id="65" dur="500"/>
                                        <p:tgtEl>
                                          <p:spTgt spid="50"/>
                                        </p:tgtEl>
                                      </p:cBhvr>
                                    </p:animEffect>
                                  </p:childTnLst>
                                </p:cTn>
                              </p:par>
                            </p:childTnLst>
                          </p:cTn>
                        </p:par>
                        <p:par>
                          <p:cTn id="66" fill="hold">
                            <p:stCondLst>
                              <p:cond delay="12400"/>
                            </p:stCondLst>
                            <p:childTnLst>
                              <p:par>
                                <p:cTn id="67" presetID="22" presetClass="entr" presetSubtype="2" fill="hold" nodeType="afterEffect">
                                  <p:stCondLst>
                                    <p:cond delay="250"/>
                                  </p:stCondLst>
                                  <p:childTnLst>
                                    <p:set>
                                      <p:cBhvr>
                                        <p:cTn id="68" dur="1" fill="hold">
                                          <p:stCondLst>
                                            <p:cond delay="0"/>
                                          </p:stCondLst>
                                        </p:cTn>
                                        <p:tgtEl>
                                          <p:spTgt spid="51"/>
                                        </p:tgtEl>
                                        <p:attrNameLst>
                                          <p:attrName>style.visibility</p:attrName>
                                        </p:attrNameLst>
                                      </p:cBhvr>
                                      <p:to>
                                        <p:strVal val="visible"/>
                                      </p:to>
                                    </p:set>
                                    <p:animEffect transition="in" filter="wipe(right)">
                                      <p:cBhvr>
                                        <p:cTn id="69" dur="500"/>
                                        <p:tgtEl>
                                          <p:spTgt spid="51"/>
                                        </p:tgtEl>
                                      </p:cBhvr>
                                    </p:animEffect>
                                  </p:childTnLst>
                                </p:cTn>
                              </p:par>
                            </p:childTnLst>
                          </p:cTn>
                        </p:par>
                        <p:par>
                          <p:cTn id="70" fill="hold">
                            <p:stCondLst>
                              <p:cond delay="13150"/>
                            </p:stCondLst>
                            <p:childTnLst>
                              <p:par>
                                <p:cTn id="71" presetID="22" presetClass="entr" presetSubtype="2" fill="hold" grpId="0" nodeType="afterEffect">
                                  <p:stCondLst>
                                    <p:cond delay="250"/>
                                  </p:stCondLst>
                                  <p:childTnLst>
                                    <p:set>
                                      <p:cBhvr>
                                        <p:cTn id="72" dur="1" fill="hold">
                                          <p:stCondLst>
                                            <p:cond delay="0"/>
                                          </p:stCondLst>
                                        </p:cTn>
                                        <p:tgtEl>
                                          <p:spTgt spid="52"/>
                                        </p:tgtEl>
                                        <p:attrNameLst>
                                          <p:attrName>style.visibility</p:attrName>
                                        </p:attrNameLst>
                                      </p:cBhvr>
                                      <p:to>
                                        <p:strVal val="visible"/>
                                      </p:to>
                                    </p:set>
                                    <p:animEffect transition="in" filter="wipe(right)">
                                      <p:cBhvr>
                                        <p:cTn id="73" dur="1000"/>
                                        <p:tgtEl>
                                          <p:spTgt spid="52"/>
                                        </p:tgtEl>
                                      </p:cBhvr>
                                    </p:animEffect>
                                  </p:childTnLst>
                                </p:cTn>
                              </p:par>
                            </p:childTnLst>
                          </p:cTn>
                        </p:par>
                        <p:par>
                          <p:cTn id="74" fill="hold">
                            <p:stCondLst>
                              <p:cond delay="14400"/>
                            </p:stCondLst>
                            <p:childTnLst>
                              <p:par>
                                <p:cTn id="75" presetID="22" presetClass="entr" presetSubtype="1" fill="hold" nodeType="afterEffect">
                                  <p:stCondLst>
                                    <p:cond delay="250"/>
                                  </p:stCondLst>
                                  <p:childTnLst>
                                    <p:set>
                                      <p:cBhvr>
                                        <p:cTn id="76" dur="1" fill="hold">
                                          <p:stCondLst>
                                            <p:cond delay="0"/>
                                          </p:stCondLst>
                                        </p:cTn>
                                        <p:tgtEl>
                                          <p:spTgt spid="53"/>
                                        </p:tgtEl>
                                        <p:attrNameLst>
                                          <p:attrName>style.visibility</p:attrName>
                                        </p:attrNameLst>
                                      </p:cBhvr>
                                      <p:to>
                                        <p:strVal val="visible"/>
                                      </p:to>
                                    </p:set>
                                    <p:animEffect transition="in" filter="wipe(up)">
                                      <p:cBhvr>
                                        <p:cTn id="77" dur="1000"/>
                                        <p:tgtEl>
                                          <p:spTgt spid="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animBg="1"/>
      <p:bldP spid="49" grpId="0"/>
      <p:bldP spid="31" grpId="0" animBg="1"/>
      <p:bldP spid="32" grpId="0"/>
      <p:bldP spid="35" grpId="0"/>
      <p:bldP spid="36" grpId="0"/>
      <p:bldP spid="37" grpId="0"/>
      <p:bldP spid="45" grpId="0"/>
      <p:bldP spid="50" grpId="0"/>
      <p:bldP spid="52" grpId="0"/>
    </p:bld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 name="Rectangle 47"/>
          <p:cNvSpPr/>
          <p:nvPr/>
        </p:nvSpPr>
        <p:spPr>
          <a:xfrm rot="5400000">
            <a:off x="5239361" y="-5286205"/>
            <a:ext cx="1631713" cy="12192002"/>
          </a:xfrm>
          <a:prstGeom prst="rect">
            <a:avLst/>
          </a:prstGeom>
          <a:solidFill>
            <a:srgbClr val="E7E6E6">
              <a:lumMod val="25000"/>
            </a:srgbClr>
          </a:solidFill>
          <a:ln w="12700" cap="flat" cmpd="sng" algn="ctr">
            <a:noFill/>
            <a:prstDash val="solid"/>
            <a:miter lim="800000"/>
          </a:ln>
          <a:effectLst/>
        </p:spPr>
        <p:txBody>
          <a:bodyPr rtlCol="0" anchor="ctr"/>
          <a:lstStyle/>
          <a:p>
            <a:pPr algn="ctr" fontAlgn="auto">
              <a:spcBef>
                <a:spcPts val="0"/>
              </a:spcBef>
              <a:spcAft>
                <a:spcPts val="0"/>
              </a:spcAft>
            </a:pPr>
            <a:endParaRPr lang="en-AU" kern="0" smtClean="0">
              <a:solidFill>
                <a:prstClr val="white"/>
              </a:solidFill>
              <a:latin typeface="Roboto Lt"/>
            </a:endParaRPr>
          </a:p>
        </p:txBody>
      </p:sp>
      <p:sp>
        <p:nvSpPr>
          <p:cNvPr id="49" name="TextBox 48"/>
          <p:cNvSpPr txBox="1"/>
          <p:nvPr/>
        </p:nvSpPr>
        <p:spPr>
          <a:xfrm>
            <a:off x="758114" y="221476"/>
            <a:ext cx="10282626" cy="1231106"/>
          </a:xfrm>
          <a:prstGeom prst="rect">
            <a:avLst/>
          </a:prstGeom>
          <a:noFill/>
        </p:spPr>
        <p:txBody>
          <a:bodyPr wrap="square" lIns="0" tIns="0" rIns="0" bIns="0" rtlCol="0">
            <a:spAutoFit/>
          </a:bodyPr>
          <a:lstStyle/>
          <a:p>
            <a:pPr algn="r" rtl="1" fontAlgn="auto">
              <a:spcBef>
                <a:spcPts val="0"/>
              </a:spcBef>
              <a:spcAft>
                <a:spcPts val="0"/>
              </a:spcAft>
            </a:pPr>
            <a:r>
              <a:rPr lang="ar-SA" sz="4000" b="1" i="1" dirty="0" smtClean="0">
                <a:solidFill>
                  <a:prstClr val="white"/>
                </a:solidFill>
                <a:latin typeface="Source Sans Pro" panose="020B0503030403020204" pitchFamily="34" charset="0"/>
                <a:cs typeface="Clear Sans" panose="020B0503030202020304" pitchFamily="34" charset="0"/>
              </a:rPr>
              <a:t>ب</a:t>
            </a:r>
            <a:r>
              <a:rPr lang="en-US" sz="4000" b="1" i="1" dirty="0" smtClean="0">
                <a:solidFill>
                  <a:prstClr val="white"/>
                </a:solidFill>
                <a:latin typeface="Source Sans Pro" panose="020B0503030403020204" pitchFamily="34" charset="0"/>
                <a:cs typeface="Clear Sans" panose="020B0503030202020304" pitchFamily="34" charset="0"/>
              </a:rPr>
              <a:t>-</a:t>
            </a:r>
            <a:r>
              <a:rPr lang="ar-SA" sz="4000" b="1" i="1" dirty="0" smtClean="0">
                <a:solidFill>
                  <a:prstClr val="white"/>
                </a:solidFill>
                <a:latin typeface="Source Sans Pro" panose="020B0503030403020204" pitchFamily="34" charset="0"/>
                <a:cs typeface="Clear Sans" panose="020B0503030202020304" pitchFamily="34" charset="0"/>
              </a:rPr>
              <a:t> </a:t>
            </a:r>
            <a:r>
              <a:rPr lang="ar-SA" sz="4000" b="1" i="1" dirty="0">
                <a:solidFill>
                  <a:prstClr val="white"/>
                </a:solidFill>
                <a:latin typeface="Source Sans Pro" panose="020B0503030403020204" pitchFamily="34" charset="0"/>
                <a:cs typeface="Clear Sans" panose="020B0503030202020304" pitchFamily="34" charset="0"/>
              </a:rPr>
              <a:t>دور تكنولوجيا التعليم في مواجهة المشكلات التربوية المعاصرة والمستقبلية</a:t>
            </a:r>
            <a:endParaRPr lang="id-ID" sz="4000" b="1" i="1" dirty="0">
              <a:solidFill>
                <a:prstClr val="white"/>
              </a:solidFill>
              <a:latin typeface="Source Sans Pro" panose="020B0503030403020204" pitchFamily="34" charset="0"/>
              <a:cs typeface="Clear Sans" panose="020B0503030202020304" pitchFamily="34" charset="0"/>
            </a:endParaRPr>
          </a:p>
        </p:txBody>
      </p:sp>
      <p:cxnSp>
        <p:nvCxnSpPr>
          <p:cNvPr id="29" name="Straight Connector 28"/>
          <p:cNvCxnSpPr/>
          <p:nvPr/>
        </p:nvCxnSpPr>
        <p:spPr>
          <a:xfrm>
            <a:off x="-142946" y="1959087"/>
            <a:ext cx="5342475" cy="12624"/>
          </a:xfrm>
          <a:prstGeom prst="line">
            <a:avLst/>
          </a:prstGeom>
          <a:ln w="25400">
            <a:gradFill flip="none" rotWithShape="1">
              <a:gsLst>
                <a:gs pos="0">
                  <a:schemeClr val="accent2">
                    <a:lumMod val="20000"/>
                    <a:lumOff val="80000"/>
                  </a:schemeClr>
                </a:gs>
                <a:gs pos="35000">
                  <a:schemeClr val="accent2">
                    <a:lumMod val="40000"/>
                    <a:lumOff val="60000"/>
                  </a:schemeClr>
                </a:gs>
                <a:gs pos="100000">
                  <a:srgbClr val="FF0000"/>
                </a:gs>
              </a:gsLst>
              <a:lin ang="2700000" scaled="1"/>
              <a:tileRect/>
            </a:gradFill>
            <a:prstDash val="sysDot"/>
            <a:headEnd type="none"/>
            <a:tailEnd type="oval"/>
          </a:ln>
        </p:spPr>
        <p:style>
          <a:lnRef idx="1">
            <a:schemeClr val="accent1"/>
          </a:lnRef>
          <a:fillRef idx="0">
            <a:schemeClr val="accent1"/>
          </a:fillRef>
          <a:effectRef idx="0">
            <a:schemeClr val="accent1"/>
          </a:effectRef>
          <a:fontRef idx="minor">
            <a:schemeClr val="tx1"/>
          </a:fontRef>
        </p:style>
      </p:cxnSp>
      <p:sp>
        <p:nvSpPr>
          <p:cNvPr id="31" name="Oval 30"/>
          <p:cNvSpPr>
            <a:spLocks noChangeAspect="1"/>
          </p:cNvSpPr>
          <p:nvPr/>
        </p:nvSpPr>
        <p:spPr>
          <a:xfrm>
            <a:off x="5073613" y="1882185"/>
            <a:ext cx="180000" cy="180000"/>
          </a:xfrm>
          <a:prstGeom prst="ellipse">
            <a:avLst/>
          </a:prstGeom>
          <a:solidFill>
            <a:srgbClr val="FF0000"/>
          </a:solidFill>
          <a:ln w="25400">
            <a:solidFill>
              <a:schemeClr val="bg1">
                <a:lumMod val="7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fontAlgn="auto">
              <a:spcBef>
                <a:spcPts val="0"/>
              </a:spcBef>
              <a:spcAft>
                <a:spcPts val="0"/>
              </a:spcAft>
            </a:pPr>
            <a:endParaRPr lang="en-US" sz="1100" b="1" dirty="0">
              <a:solidFill>
                <a:prstClr val="white"/>
              </a:solidFill>
            </a:endParaRPr>
          </a:p>
        </p:txBody>
      </p:sp>
      <p:sp>
        <p:nvSpPr>
          <p:cNvPr id="32" name="Title 13"/>
          <p:cNvSpPr txBox="1">
            <a:spLocks/>
          </p:cNvSpPr>
          <p:nvPr/>
        </p:nvSpPr>
        <p:spPr>
          <a:xfrm>
            <a:off x="2357038" y="1671168"/>
            <a:ext cx="9302682" cy="568067"/>
          </a:xfrm>
          <a:prstGeom prst="rect">
            <a:avLst/>
          </a:prstGeom>
        </p:spPr>
        <p:txBody>
          <a:bodyPr vert="horz" lIns="91440" tIns="45720" rIns="91440" bIns="45720"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algn="r" fontAlgn="auto">
              <a:spcAft>
                <a:spcPts val="0"/>
              </a:spcAft>
            </a:pPr>
            <a:r>
              <a:rPr lang="ar-SA" sz="3200" b="1" dirty="0">
                <a:solidFill>
                  <a:prstClr val="black">
                    <a:lumMod val="85000"/>
                    <a:lumOff val="15000"/>
                  </a:prstClr>
                </a:solidFill>
              </a:rPr>
              <a:t>من أبرز التحديات التي تواجه تكنولوجيا التعليم:</a:t>
            </a:r>
            <a:endParaRPr lang="en-US" sz="3200" b="1" dirty="0">
              <a:solidFill>
                <a:prstClr val="black">
                  <a:lumMod val="85000"/>
                  <a:lumOff val="15000"/>
                </a:prstClr>
              </a:solidFill>
            </a:endParaRPr>
          </a:p>
        </p:txBody>
      </p:sp>
      <p:cxnSp>
        <p:nvCxnSpPr>
          <p:cNvPr id="33" name="Straight Connector 32"/>
          <p:cNvCxnSpPr/>
          <p:nvPr/>
        </p:nvCxnSpPr>
        <p:spPr>
          <a:xfrm>
            <a:off x="4705530" y="2752052"/>
            <a:ext cx="1080000" cy="3215"/>
          </a:xfrm>
          <a:prstGeom prst="line">
            <a:avLst/>
          </a:prstGeom>
          <a:ln w="25400">
            <a:solidFill>
              <a:schemeClr val="bg1">
                <a:lumMod val="75000"/>
              </a:schemeClr>
            </a:solidFill>
            <a:prstDash val="solid"/>
            <a:headEnd type="oval" w="lg" len="lg"/>
            <a:tailEnd type="oval"/>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6553933" y="4039532"/>
            <a:ext cx="1080000" cy="3215"/>
          </a:xfrm>
          <a:prstGeom prst="line">
            <a:avLst/>
          </a:prstGeom>
          <a:ln w="25400">
            <a:solidFill>
              <a:schemeClr val="bg1">
                <a:lumMod val="75000"/>
              </a:schemeClr>
            </a:solidFill>
            <a:prstDash val="solid"/>
            <a:headEnd type="oval"/>
            <a:tailEnd type="oval" w="lg" len="lg"/>
          </a:ln>
        </p:spPr>
        <p:style>
          <a:lnRef idx="1">
            <a:schemeClr val="accent1"/>
          </a:lnRef>
          <a:fillRef idx="0">
            <a:schemeClr val="accent1"/>
          </a:fillRef>
          <a:effectRef idx="0">
            <a:schemeClr val="accent1"/>
          </a:effectRef>
          <a:fontRef idx="minor">
            <a:schemeClr val="tx1"/>
          </a:fontRef>
        </p:style>
      </p:cxnSp>
      <p:sp>
        <p:nvSpPr>
          <p:cNvPr id="35" name="Content Placeholder 2"/>
          <p:cNvSpPr txBox="1">
            <a:spLocks/>
          </p:cNvSpPr>
          <p:nvPr/>
        </p:nvSpPr>
        <p:spPr>
          <a:xfrm>
            <a:off x="673148" y="2477490"/>
            <a:ext cx="3780918" cy="1001083"/>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rtl="1" fontAlgn="auto">
              <a:buClr>
                <a:srgbClr val="5B9BD5">
                  <a:lumMod val="75000"/>
                </a:srgbClr>
              </a:buClr>
              <a:defRPr/>
            </a:pPr>
            <a:r>
              <a:rPr lang="ar-SA" sz="2800" b="1" dirty="0" smtClean="0">
                <a:solidFill>
                  <a:prstClr val="black"/>
                </a:solidFill>
                <a:ea typeface="Roboto" panose="02000000000000000000" pitchFamily="2" charset="0"/>
              </a:rPr>
              <a:t>ممارسة </a:t>
            </a:r>
            <a:r>
              <a:rPr lang="ar-SA" sz="2800" b="1" dirty="0">
                <a:solidFill>
                  <a:prstClr val="black"/>
                </a:solidFill>
                <a:ea typeface="Roboto" panose="02000000000000000000" pitchFamily="2" charset="0"/>
              </a:rPr>
              <a:t>التعليم </a:t>
            </a:r>
            <a:r>
              <a:rPr lang="ar-SA" sz="2800" b="1" dirty="0" smtClean="0">
                <a:solidFill>
                  <a:prstClr val="black"/>
                </a:solidFill>
                <a:ea typeface="Roboto" panose="02000000000000000000" pitchFamily="2" charset="0"/>
              </a:rPr>
              <a:t>المتمازج</a:t>
            </a:r>
            <a:endParaRPr lang="id-ID" sz="2800" b="1" dirty="0">
              <a:solidFill>
                <a:prstClr val="black"/>
              </a:solidFill>
              <a:ea typeface="Roboto" panose="02000000000000000000" pitchFamily="2" charset="0"/>
            </a:endParaRPr>
          </a:p>
        </p:txBody>
      </p:sp>
      <p:sp>
        <p:nvSpPr>
          <p:cNvPr id="36" name="Content Placeholder 2"/>
          <p:cNvSpPr txBox="1">
            <a:spLocks/>
          </p:cNvSpPr>
          <p:nvPr/>
        </p:nvSpPr>
        <p:spPr>
          <a:xfrm>
            <a:off x="7831123" y="3786480"/>
            <a:ext cx="3554053" cy="1018601"/>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rtl="1" fontAlgn="auto">
              <a:buClr>
                <a:srgbClr val="5B9BD5">
                  <a:lumMod val="75000"/>
                </a:srgbClr>
              </a:buClr>
              <a:defRPr/>
            </a:pPr>
            <a:r>
              <a:rPr lang="ar-SA" sz="2800" b="1" dirty="0" smtClean="0">
                <a:solidFill>
                  <a:prstClr val="black"/>
                </a:solidFill>
                <a:ea typeface="Roboto" panose="02000000000000000000" pitchFamily="2" charset="0"/>
              </a:rPr>
              <a:t>التطور </a:t>
            </a:r>
            <a:r>
              <a:rPr lang="ar-SA" sz="2800" b="1" dirty="0">
                <a:solidFill>
                  <a:prstClr val="black"/>
                </a:solidFill>
                <a:ea typeface="Roboto" panose="02000000000000000000" pitchFamily="2" charset="0"/>
              </a:rPr>
              <a:t>التكنولوجي الهائل </a:t>
            </a:r>
            <a:r>
              <a:rPr lang="ar-SA" sz="2800" b="1" dirty="0" smtClean="0">
                <a:solidFill>
                  <a:prstClr val="black"/>
                </a:solidFill>
                <a:ea typeface="Roboto" panose="02000000000000000000" pitchFamily="2" charset="0"/>
              </a:rPr>
              <a:t>والمتسارع</a:t>
            </a:r>
            <a:endParaRPr lang="id-ID" sz="2800" b="1" dirty="0">
              <a:solidFill>
                <a:prstClr val="black"/>
              </a:solidFill>
              <a:ea typeface="Roboto" panose="02000000000000000000" pitchFamily="2" charset="0"/>
            </a:endParaRPr>
          </a:p>
        </p:txBody>
      </p:sp>
      <p:sp>
        <p:nvSpPr>
          <p:cNvPr id="37" name="Freeform 36"/>
          <p:cNvSpPr/>
          <p:nvPr/>
        </p:nvSpPr>
        <p:spPr>
          <a:xfrm>
            <a:off x="5852912" y="2590797"/>
            <a:ext cx="684447" cy="493118"/>
          </a:xfrm>
          <a:custGeom>
            <a:avLst/>
            <a:gdLst>
              <a:gd name="connsiteX0" fmla="*/ 0 w 1799993"/>
              <a:gd name="connsiteY0" fmla="*/ 899997 h 1799993"/>
              <a:gd name="connsiteX1" fmla="*/ 899997 w 1799993"/>
              <a:gd name="connsiteY1" fmla="*/ 0 h 1799993"/>
              <a:gd name="connsiteX2" fmla="*/ 1799994 w 1799993"/>
              <a:gd name="connsiteY2" fmla="*/ 899997 h 1799993"/>
              <a:gd name="connsiteX3" fmla="*/ 899997 w 1799993"/>
              <a:gd name="connsiteY3" fmla="*/ 1799994 h 1799993"/>
              <a:gd name="connsiteX4" fmla="*/ 0 w 1799993"/>
              <a:gd name="connsiteY4" fmla="*/ 899997 h 17999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9993" h="1799993">
                <a:moveTo>
                  <a:pt x="0" y="899997"/>
                </a:moveTo>
                <a:cubicBezTo>
                  <a:pt x="0" y="402942"/>
                  <a:pt x="402942" y="0"/>
                  <a:pt x="899997" y="0"/>
                </a:cubicBezTo>
                <a:cubicBezTo>
                  <a:pt x="1397052" y="0"/>
                  <a:pt x="1799994" y="402942"/>
                  <a:pt x="1799994" y="899997"/>
                </a:cubicBezTo>
                <a:cubicBezTo>
                  <a:pt x="1799994" y="1397052"/>
                  <a:pt x="1397052" y="1799994"/>
                  <a:pt x="899997" y="1799994"/>
                </a:cubicBezTo>
                <a:cubicBezTo>
                  <a:pt x="402942" y="1799994"/>
                  <a:pt x="0" y="1397052"/>
                  <a:pt x="0" y="899997"/>
                </a:cubicBezTo>
                <a:close/>
              </a:path>
            </a:pathLst>
          </a:custGeom>
          <a:noFill/>
          <a:ln w="25400">
            <a:noFill/>
          </a:ln>
        </p:spPr>
        <p:style>
          <a:lnRef idx="2">
            <a:scrgbClr r="0" g="0" b="0"/>
          </a:lnRef>
          <a:fillRef idx="1">
            <a:scrgbClr r="0" g="0" b="0"/>
          </a:fillRef>
          <a:effectRef idx="0">
            <a:schemeClr val="accent1">
              <a:alpha val="50000"/>
              <a:hueOff val="0"/>
              <a:satOff val="0"/>
              <a:lumOff val="0"/>
              <a:alphaOff val="0"/>
            </a:schemeClr>
          </a:effectRef>
          <a:fontRef idx="minor">
            <a:schemeClr val="tx1"/>
          </a:fontRef>
        </p:style>
        <p:txBody>
          <a:bodyPr spcFirstLastPara="0" vert="horz" wrap="square" lIns="406664" tIns="319483" rIns="406664" bIns="319483" numCol="1" spcCol="1270" anchor="ctr" anchorCtr="0">
            <a:noAutofit/>
          </a:bodyPr>
          <a:lstStyle/>
          <a:p>
            <a:pPr algn="ctr" defTabSz="1955800" fontAlgn="auto">
              <a:lnSpc>
                <a:spcPct val="90000"/>
              </a:lnSpc>
              <a:spcAft>
                <a:spcPct val="35000"/>
              </a:spcAft>
            </a:pPr>
            <a:r>
              <a:rPr lang="en-US" sz="4000" dirty="0" smtClean="0">
                <a:solidFill>
                  <a:srgbClr val="FF0000"/>
                </a:solidFill>
                <a:latin typeface="FontAwesome" pitchFamily="2" charset="0"/>
              </a:rPr>
              <a:t>7</a:t>
            </a:r>
            <a:endParaRPr lang="id-ID" sz="4000" dirty="0">
              <a:solidFill>
                <a:srgbClr val="FF0000"/>
              </a:solidFill>
              <a:latin typeface="FontAwesome" pitchFamily="2" charset="0"/>
            </a:endParaRPr>
          </a:p>
        </p:txBody>
      </p:sp>
      <p:sp>
        <p:nvSpPr>
          <p:cNvPr id="45" name="Freeform 44"/>
          <p:cNvSpPr/>
          <p:nvPr/>
        </p:nvSpPr>
        <p:spPr>
          <a:xfrm>
            <a:off x="5799142" y="4040463"/>
            <a:ext cx="684447" cy="493118"/>
          </a:xfrm>
          <a:custGeom>
            <a:avLst/>
            <a:gdLst>
              <a:gd name="connsiteX0" fmla="*/ 0 w 1799993"/>
              <a:gd name="connsiteY0" fmla="*/ 899997 h 1799993"/>
              <a:gd name="connsiteX1" fmla="*/ 899997 w 1799993"/>
              <a:gd name="connsiteY1" fmla="*/ 0 h 1799993"/>
              <a:gd name="connsiteX2" fmla="*/ 1799994 w 1799993"/>
              <a:gd name="connsiteY2" fmla="*/ 899997 h 1799993"/>
              <a:gd name="connsiteX3" fmla="*/ 899997 w 1799993"/>
              <a:gd name="connsiteY3" fmla="*/ 1799994 h 1799993"/>
              <a:gd name="connsiteX4" fmla="*/ 0 w 1799993"/>
              <a:gd name="connsiteY4" fmla="*/ 899997 h 17999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9993" h="1799993">
                <a:moveTo>
                  <a:pt x="0" y="899997"/>
                </a:moveTo>
                <a:cubicBezTo>
                  <a:pt x="0" y="402942"/>
                  <a:pt x="402942" y="0"/>
                  <a:pt x="899997" y="0"/>
                </a:cubicBezTo>
                <a:cubicBezTo>
                  <a:pt x="1397052" y="0"/>
                  <a:pt x="1799994" y="402942"/>
                  <a:pt x="1799994" y="899997"/>
                </a:cubicBezTo>
                <a:cubicBezTo>
                  <a:pt x="1799994" y="1397052"/>
                  <a:pt x="1397052" y="1799994"/>
                  <a:pt x="899997" y="1799994"/>
                </a:cubicBezTo>
                <a:cubicBezTo>
                  <a:pt x="402942" y="1799994"/>
                  <a:pt x="0" y="1397052"/>
                  <a:pt x="0" y="899997"/>
                </a:cubicBezTo>
                <a:close/>
              </a:path>
            </a:pathLst>
          </a:custGeom>
          <a:noFill/>
          <a:ln w="25400">
            <a:noFill/>
          </a:ln>
        </p:spPr>
        <p:style>
          <a:lnRef idx="2">
            <a:scrgbClr r="0" g="0" b="0"/>
          </a:lnRef>
          <a:fillRef idx="1">
            <a:scrgbClr r="0" g="0" b="0"/>
          </a:fillRef>
          <a:effectRef idx="0">
            <a:schemeClr val="accent1">
              <a:alpha val="50000"/>
              <a:hueOff val="0"/>
              <a:satOff val="0"/>
              <a:lumOff val="0"/>
              <a:alphaOff val="0"/>
            </a:schemeClr>
          </a:effectRef>
          <a:fontRef idx="minor">
            <a:schemeClr val="tx1"/>
          </a:fontRef>
        </p:style>
        <p:txBody>
          <a:bodyPr spcFirstLastPara="0" vert="horz" wrap="square" lIns="406664" tIns="319483" rIns="406664" bIns="319483" numCol="1" spcCol="1270" anchor="ctr" anchorCtr="0">
            <a:noAutofit/>
          </a:bodyPr>
          <a:lstStyle/>
          <a:p>
            <a:pPr algn="ctr" defTabSz="1955800" fontAlgn="auto">
              <a:lnSpc>
                <a:spcPct val="90000"/>
              </a:lnSpc>
              <a:spcAft>
                <a:spcPct val="35000"/>
              </a:spcAft>
            </a:pPr>
            <a:r>
              <a:rPr lang="en-US" sz="4000" dirty="0" smtClean="0">
                <a:solidFill>
                  <a:srgbClr val="7030A0"/>
                </a:solidFill>
                <a:latin typeface="FontAwesome" pitchFamily="2" charset="0"/>
              </a:rPr>
              <a:t>8</a:t>
            </a:r>
            <a:endParaRPr lang="id-ID" sz="4400" dirty="0">
              <a:solidFill>
                <a:srgbClr val="7030A0"/>
              </a:solidFill>
              <a:latin typeface="FontAwesome" pitchFamily="2" charset="0"/>
            </a:endParaRPr>
          </a:p>
        </p:txBody>
      </p:sp>
      <p:cxnSp>
        <p:nvCxnSpPr>
          <p:cNvPr id="46" name="Straight Connector 45"/>
          <p:cNvCxnSpPr>
            <a:stCxn id="37" idx="3"/>
          </p:cNvCxnSpPr>
          <p:nvPr/>
        </p:nvCxnSpPr>
        <p:spPr>
          <a:xfrm flipH="1">
            <a:off x="6188981" y="3083915"/>
            <a:ext cx="6155" cy="789316"/>
          </a:xfrm>
          <a:prstGeom prst="line">
            <a:avLst/>
          </a:prstGeom>
          <a:ln w="101600" cmpd="dbl">
            <a:solidFill>
              <a:schemeClr val="bg2">
                <a:lumMod val="75000"/>
              </a:schemeClr>
            </a:solidFill>
            <a:prstDash val="solid"/>
            <a:headEnd type="none" w="lg" len="lg"/>
          </a:ln>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p:nvCxnSpPr>
        <p:spPr>
          <a:xfrm flipH="1">
            <a:off x="6156585" y="4572000"/>
            <a:ext cx="8816" cy="824753"/>
          </a:xfrm>
          <a:prstGeom prst="line">
            <a:avLst/>
          </a:prstGeom>
          <a:ln w="101600" cmpd="dbl">
            <a:solidFill>
              <a:schemeClr val="bg2">
                <a:lumMod val="75000"/>
              </a:schemeClr>
            </a:solidFill>
            <a:prstDash val="solid"/>
            <a:headEnd type="none" w="lg" len="lg"/>
          </a:ln>
        </p:spPr>
        <p:style>
          <a:lnRef idx="1">
            <a:schemeClr val="accent1"/>
          </a:lnRef>
          <a:fillRef idx="0">
            <a:schemeClr val="accent1"/>
          </a:fillRef>
          <a:effectRef idx="0">
            <a:schemeClr val="accent1"/>
          </a:effectRef>
          <a:fontRef idx="minor">
            <a:schemeClr val="tx1"/>
          </a:fontRef>
        </p:style>
      </p:cxnSp>
      <p:sp>
        <p:nvSpPr>
          <p:cNvPr id="50" name="Rectangle 49"/>
          <p:cNvSpPr/>
          <p:nvPr/>
        </p:nvSpPr>
        <p:spPr>
          <a:xfrm>
            <a:off x="5979292" y="5421725"/>
            <a:ext cx="372218" cy="769441"/>
          </a:xfrm>
          <a:prstGeom prst="rect">
            <a:avLst/>
          </a:prstGeom>
        </p:spPr>
        <p:txBody>
          <a:bodyPr wrap="none">
            <a:spAutoFit/>
          </a:bodyPr>
          <a:lstStyle/>
          <a:p>
            <a:pPr fontAlgn="auto">
              <a:spcBef>
                <a:spcPts val="0"/>
              </a:spcBef>
              <a:spcAft>
                <a:spcPts val="0"/>
              </a:spcAft>
            </a:pPr>
            <a:r>
              <a:rPr lang="en-US" sz="4400" b="1" dirty="0" smtClean="0">
                <a:solidFill>
                  <a:srgbClr val="5B9BD5"/>
                </a:solidFill>
                <a:latin typeface="FontAwesome" pitchFamily="2" charset="0"/>
              </a:rPr>
              <a:t>9</a:t>
            </a:r>
            <a:endParaRPr lang="id-ID" sz="4400" b="1" dirty="0">
              <a:solidFill>
                <a:srgbClr val="5B9BD5"/>
              </a:solidFill>
              <a:latin typeface="Calibri" panose="020F0502020204030204"/>
            </a:endParaRPr>
          </a:p>
        </p:txBody>
      </p:sp>
      <p:cxnSp>
        <p:nvCxnSpPr>
          <p:cNvPr id="51" name="Straight Connector 50"/>
          <p:cNvCxnSpPr/>
          <p:nvPr/>
        </p:nvCxnSpPr>
        <p:spPr>
          <a:xfrm>
            <a:off x="4723460" y="5905088"/>
            <a:ext cx="1080000" cy="3215"/>
          </a:xfrm>
          <a:prstGeom prst="line">
            <a:avLst/>
          </a:prstGeom>
          <a:ln w="25400">
            <a:solidFill>
              <a:schemeClr val="bg1">
                <a:lumMod val="75000"/>
              </a:schemeClr>
            </a:solidFill>
            <a:prstDash val="solid"/>
            <a:headEnd type="oval" w="lg" len="lg"/>
            <a:tailEnd type="oval"/>
          </a:ln>
        </p:spPr>
        <p:style>
          <a:lnRef idx="1">
            <a:schemeClr val="accent1"/>
          </a:lnRef>
          <a:fillRef idx="0">
            <a:schemeClr val="accent1"/>
          </a:fillRef>
          <a:effectRef idx="0">
            <a:schemeClr val="accent1"/>
          </a:effectRef>
          <a:fontRef idx="minor">
            <a:schemeClr val="tx1"/>
          </a:fontRef>
        </p:style>
      </p:cxnSp>
      <p:sp>
        <p:nvSpPr>
          <p:cNvPr id="52" name="Content Placeholder 2"/>
          <p:cNvSpPr txBox="1">
            <a:spLocks/>
          </p:cNvSpPr>
          <p:nvPr/>
        </p:nvSpPr>
        <p:spPr>
          <a:xfrm>
            <a:off x="1147482" y="5611125"/>
            <a:ext cx="3306584" cy="986899"/>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rtl="1" fontAlgn="auto">
              <a:buClr>
                <a:srgbClr val="5B9BD5">
                  <a:lumMod val="75000"/>
                </a:srgbClr>
              </a:buClr>
              <a:defRPr/>
            </a:pPr>
            <a:r>
              <a:rPr lang="ar-SA" sz="2800" b="1" dirty="0" smtClean="0">
                <a:solidFill>
                  <a:prstClr val="black"/>
                </a:solidFill>
                <a:ea typeface="Roboto" panose="02000000000000000000" pitchFamily="2" charset="0"/>
              </a:rPr>
              <a:t>تصميم </a:t>
            </a:r>
            <a:r>
              <a:rPr lang="ar-SA" sz="2800" b="1" dirty="0">
                <a:solidFill>
                  <a:prstClr val="black"/>
                </a:solidFill>
                <a:ea typeface="Roboto" panose="02000000000000000000" pitchFamily="2" charset="0"/>
              </a:rPr>
              <a:t>وإنتاج الوسائل التعليمية </a:t>
            </a:r>
            <a:r>
              <a:rPr lang="ar-SA" sz="2800" b="1" dirty="0" smtClean="0">
                <a:solidFill>
                  <a:prstClr val="black"/>
                </a:solidFill>
                <a:ea typeface="Roboto" panose="02000000000000000000" pitchFamily="2" charset="0"/>
              </a:rPr>
              <a:t>والبرمجيات</a:t>
            </a:r>
            <a:endParaRPr lang="ar-SA" sz="2800" b="1" dirty="0">
              <a:solidFill>
                <a:prstClr val="black"/>
              </a:solidFill>
              <a:ea typeface="Roboto" panose="02000000000000000000" pitchFamily="2" charset="0"/>
            </a:endParaRPr>
          </a:p>
        </p:txBody>
      </p:sp>
      <p:cxnSp>
        <p:nvCxnSpPr>
          <p:cNvPr id="53" name="Straight Connector 52"/>
          <p:cNvCxnSpPr/>
          <p:nvPr/>
        </p:nvCxnSpPr>
        <p:spPr>
          <a:xfrm>
            <a:off x="6165401" y="6122947"/>
            <a:ext cx="0" cy="771695"/>
          </a:xfrm>
          <a:prstGeom prst="line">
            <a:avLst/>
          </a:prstGeom>
          <a:ln w="101600" cmpd="dbl">
            <a:solidFill>
              <a:schemeClr val="bg2">
                <a:lumMod val="75000"/>
              </a:schemeClr>
            </a:solidFill>
            <a:prstDash val="solid"/>
            <a:headEnd type="none" w="lg" len="lg"/>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7926819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grpId="0" nodeType="afterEffect">
                                  <p:stCondLst>
                                    <p:cond delay="250"/>
                                  </p:stCondLst>
                                  <p:childTnLst>
                                    <p:set>
                                      <p:cBhvr>
                                        <p:cTn id="6" dur="1" fill="hold">
                                          <p:stCondLst>
                                            <p:cond delay="0"/>
                                          </p:stCondLst>
                                        </p:cTn>
                                        <p:tgtEl>
                                          <p:spTgt spid="48"/>
                                        </p:tgtEl>
                                        <p:attrNameLst>
                                          <p:attrName>style.visibility</p:attrName>
                                        </p:attrNameLst>
                                      </p:cBhvr>
                                      <p:to>
                                        <p:strVal val="visible"/>
                                      </p:to>
                                    </p:set>
                                    <p:animEffect transition="in" filter="wipe(right)">
                                      <p:cBhvr>
                                        <p:cTn id="7" dur="500"/>
                                        <p:tgtEl>
                                          <p:spTgt spid="48"/>
                                        </p:tgtEl>
                                      </p:cBhvr>
                                    </p:animEffect>
                                  </p:childTnLst>
                                </p:cTn>
                              </p:par>
                            </p:childTnLst>
                          </p:cTn>
                        </p:par>
                        <p:par>
                          <p:cTn id="8" fill="hold">
                            <p:stCondLst>
                              <p:cond delay="750"/>
                            </p:stCondLst>
                            <p:childTnLst>
                              <p:par>
                                <p:cTn id="9" presetID="10" presetClass="entr" presetSubtype="0" fill="hold" grpId="0" nodeType="afterEffect">
                                  <p:stCondLst>
                                    <p:cond delay="250"/>
                                  </p:stCondLst>
                                  <p:childTnLst>
                                    <p:set>
                                      <p:cBhvr>
                                        <p:cTn id="10" dur="1" fill="hold">
                                          <p:stCondLst>
                                            <p:cond delay="0"/>
                                          </p:stCondLst>
                                        </p:cTn>
                                        <p:tgtEl>
                                          <p:spTgt spid="49"/>
                                        </p:tgtEl>
                                        <p:attrNameLst>
                                          <p:attrName>style.visibility</p:attrName>
                                        </p:attrNameLst>
                                      </p:cBhvr>
                                      <p:to>
                                        <p:strVal val="visible"/>
                                      </p:to>
                                    </p:set>
                                    <p:animEffect transition="in" filter="fade">
                                      <p:cBhvr>
                                        <p:cTn id="11" dur="500"/>
                                        <p:tgtEl>
                                          <p:spTgt spid="49"/>
                                        </p:tgtEl>
                                      </p:cBhvr>
                                    </p:animEffect>
                                  </p:childTnLst>
                                </p:cTn>
                              </p:par>
                            </p:childTnLst>
                          </p:cTn>
                        </p:par>
                        <p:par>
                          <p:cTn id="12" fill="hold">
                            <p:stCondLst>
                              <p:cond delay="1500"/>
                            </p:stCondLst>
                            <p:childTnLst>
                              <p:par>
                                <p:cTn id="13" presetID="22" presetClass="entr" presetSubtype="8" fill="hold" nodeType="afterEffect">
                                  <p:stCondLst>
                                    <p:cond delay="250"/>
                                  </p:stCondLst>
                                  <p:childTnLst>
                                    <p:set>
                                      <p:cBhvr>
                                        <p:cTn id="14" dur="1" fill="hold">
                                          <p:stCondLst>
                                            <p:cond delay="0"/>
                                          </p:stCondLst>
                                        </p:cTn>
                                        <p:tgtEl>
                                          <p:spTgt spid="29"/>
                                        </p:tgtEl>
                                        <p:attrNameLst>
                                          <p:attrName>style.visibility</p:attrName>
                                        </p:attrNameLst>
                                      </p:cBhvr>
                                      <p:to>
                                        <p:strVal val="visible"/>
                                      </p:to>
                                    </p:set>
                                    <p:animEffect transition="in" filter="wipe(left)">
                                      <p:cBhvr>
                                        <p:cTn id="15" dur="500"/>
                                        <p:tgtEl>
                                          <p:spTgt spid="29"/>
                                        </p:tgtEl>
                                      </p:cBhvr>
                                    </p:animEffect>
                                  </p:childTnLst>
                                </p:cTn>
                              </p:par>
                            </p:childTnLst>
                          </p:cTn>
                        </p:par>
                        <p:par>
                          <p:cTn id="16" fill="hold">
                            <p:stCondLst>
                              <p:cond delay="2250"/>
                            </p:stCondLst>
                            <p:childTnLst>
                              <p:par>
                                <p:cTn id="17" presetID="21" presetClass="entr" presetSubtype="1" fill="hold" grpId="0" nodeType="afterEffect">
                                  <p:stCondLst>
                                    <p:cond delay="250"/>
                                  </p:stCondLst>
                                  <p:childTnLst>
                                    <p:set>
                                      <p:cBhvr>
                                        <p:cTn id="18" dur="1" fill="hold">
                                          <p:stCondLst>
                                            <p:cond delay="0"/>
                                          </p:stCondLst>
                                        </p:cTn>
                                        <p:tgtEl>
                                          <p:spTgt spid="31"/>
                                        </p:tgtEl>
                                        <p:attrNameLst>
                                          <p:attrName>style.visibility</p:attrName>
                                        </p:attrNameLst>
                                      </p:cBhvr>
                                      <p:to>
                                        <p:strVal val="visible"/>
                                      </p:to>
                                    </p:set>
                                    <p:animEffect transition="in" filter="wheel(1)">
                                      <p:cBhvr>
                                        <p:cTn id="19" dur="400"/>
                                        <p:tgtEl>
                                          <p:spTgt spid="31"/>
                                        </p:tgtEl>
                                      </p:cBhvr>
                                    </p:animEffect>
                                  </p:childTnLst>
                                </p:cTn>
                              </p:par>
                            </p:childTnLst>
                          </p:cTn>
                        </p:par>
                        <p:par>
                          <p:cTn id="20" fill="hold">
                            <p:stCondLst>
                              <p:cond delay="2900"/>
                            </p:stCondLst>
                            <p:childTnLst>
                              <p:par>
                                <p:cTn id="21" presetID="10" presetClass="entr" presetSubtype="0" fill="hold" grpId="0" nodeType="afterEffect">
                                  <p:stCondLst>
                                    <p:cond delay="250"/>
                                  </p:stCondLst>
                                  <p:childTnLst>
                                    <p:set>
                                      <p:cBhvr>
                                        <p:cTn id="22" dur="1" fill="hold">
                                          <p:stCondLst>
                                            <p:cond delay="0"/>
                                          </p:stCondLst>
                                        </p:cTn>
                                        <p:tgtEl>
                                          <p:spTgt spid="32"/>
                                        </p:tgtEl>
                                        <p:attrNameLst>
                                          <p:attrName>style.visibility</p:attrName>
                                        </p:attrNameLst>
                                      </p:cBhvr>
                                      <p:to>
                                        <p:strVal val="visible"/>
                                      </p:to>
                                    </p:set>
                                    <p:animEffect transition="in" filter="fade">
                                      <p:cBhvr>
                                        <p:cTn id="23" dur="500"/>
                                        <p:tgtEl>
                                          <p:spTgt spid="32"/>
                                        </p:tgtEl>
                                      </p:cBhvr>
                                    </p:animEffect>
                                  </p:childTnLst>
                                </p:cTn>
                              </p:par>
                            </p:childTnLst>
                          </p:cTn>
                        </p:par>
                        <p:par>
                          <p:cTn id="24" fill="hold">
                            <p:stCondLst>
                              <p:cond delay="3650"/>
                            </p:stCondLst>
                            <p:childTnLst>
                              <p:par>
                                <p:cTn id="25" presetID="53" presetClass="entr" presetSubtype="16" fill="hold" grpId="0" nodeType="afterEffect">
                                  <p:stCondLst>
                                    <p:cond delay="250"/>
                                  </p:stCondLst>
                                  <p:childTnLst>
                                    <p:set>
                                      <p:cBhvr>
                                        <p:cTn id="26" dur="1" fill="hold">
                                          <p:stCondLst>
                                            <p:cond delay="0"/>
                                          </p:stCondLst>
                                        </p:cTn>
                                        <p:tgtEl>
                                          <p:spTgt spid="37"/>
                                        </p:tgtEl>
                                        <p:attrNameLst>
                                          <p:attrName>style.visibility</p:attrName>
                                        </p:attrNameLst>
                                      </p:cBhvr>
                                      <p:to>
                                        <p:strVal val="visible"/>
                                      </p:to>
                                    </p:set>
                                    <p:anim calcmode="lin" valueType="num">
                                      <p:cBhvr>
                                        <p:cTn id="27" dur="500" fill="hold"/>
                                        <p:tgtEl>
                                          <p:spTgt spid="37"/>
                                        </p:tgtEl>
                                        <p:attrNameLst>
                                          <p:attrName>ppt_w</p:attrName>
                                        </p:attrNameLst>
                                      </p:cBhvr>
                                      <p:tavLst>
                                        <p:tav tm="0">
                                          <p:val>
                                            <p:fltVal val="0"/>
                                          </p:val>
                                        </p:tav>
                                        <p:tav tm="100000">
                                          <p:val>
                                            <p:strVal val="#ppt_w"/>
                                          </p:val>
                                        </p:tav>
                                      </p:tavLst>
                                    </p:anim>
                                    <p:anim calcmode="lin" valueType="num">
                                      <p:cBhvr>
                                        <p:cTn id="28" dur="500" fill="hold"/>
                                        <p:tgtEl>
                                          <p:spTgt spid="37"/>
                                        </p:tgtEl>
                                        <p:attrNameLst>
                                          <p:attrName>ppt_h</p:attrName>
                                        </p:attrNameLst>
                                      </p:cBhvr>
                                      <p:tavLst>
                                        <p:tav tm="0">
                                          <p:val>
                                            <p:fltVal val="0"/>
                                          </p:val>
                                        </p:tav>
                                        <p:tav tm="100000">
                                          <p:val>
                                            <p:strVal val="#ppt_h"/>
                                          </p:val>
                                        </p:tav>
                                      </p:tavLst>
                                    </p:anim>
                                    <p:animEffect transition="in" filter="fade">
                                      <p:cBhvr>
                                        <p:cTn id="29" dur="500"/>
                                        <p:tgtEl>
                                          <p:spTgt spid="37"/>
                                        </p:tgtEl>
                                      </p:cBhvr>
                                    </p:animEffect>
                                  </p:childTnLst>
                                </p:cTn>
                              </p:par>
                            </p:childTnLst>
                          </p:cTn>
                        </p:par>
                        <p:par>
                          <p:cTn id="30" fill="hold">
                            <p:stCondLst>
                              <p:cond delay="4400"/>
                            </p:stCondLst>
                            <p:childTnLst>
                              <p:par>
                                <p:cTn id="31" presetID="22" presetClass="entr" presetSubtype="2" fill="hold" nodeType="afterEffect">
                                  <p:stCondLst>
                                    <p:cond delay="250"/>
                                  </p:stCondLst>
                                  <p:childTnLst>
                                    <p:set>
                                      <p:cBhvr>
                                        <p:cTn id="32" dur="1" fill="hold">
                                          <p:stCondLst>
                                            <p:cond delay="0"/>
                                          </p:stCondLst>
                                        </p:cTn>
                                        <p:tgtEl>
                                          <p:spTgt spid="33"/>
                                        </p:tgtEl>
                                        <p:attrNameLst>
                                          <p:attrName>style.visibility</p:attrName>
                                        </p:attrNameLst>
                                      </p:cBhvr>
                                      <p:to>
                                        <p:strVal val="visible"/>
                                      </p:to>
                                    </p:set>
                                    <p:animEffect transition="in" filter="wipe(right)">
                                      <p:cBhvr>
                                        <p:cTn id="33" dur="500"/>
                                        <p:tgtEl>
                                          <p:spTgt spid="33"/>
                                        </p:tgtEl>
                                      </p:cBhvr>
                                    </p:animEffect>
                                  </p:childTnLst>
                                </p:cTn>
                              </p:par>
                            </p:childTnLst>
                          </p:cTn>
                        </p:par>
                        <p:par>
                          <p:cTn id="34" fill="hold">
                            <p:stCondLst>
                              <p:cond delay="5150"/>
                            </p:stCondLst>
                            <p:childTnLst>
                              <p:par>
                                <p:cTn id="35" presetID="22" presetClass="entr" presetSubtype="2" fill="hold" grpId="0" nodeType="afterEffect">
                                  <p:stCondLst>
                                    <p:cond delay="250"/>
                                  </p:stCondLst>
                                  <p:childTnLst>
                                    <p:set>
                                      <p:cBhvr>
                                        <p:cTn id="36" dur="1" fill="hold">
                                          <p:stCondLst>
                                            <p:cond delay="0"/>
                                          </p:stCondLst>
                                        </p:cTn>
                                        <p:tgtEl>
                                          <p:spTgt spid="35"/>
                                        </p:tgtEl>
                                        <p:attrNameLst>
                                          <p:attrName>style.visibility</p:attrName>
                                        </p:attrNameLst>
                                      </p:cBhvr>
                                      <p:to>
                                        <p:strVal val="visible"/>
                                      </p:to>
                                    </p:set>
                                    <p:animEffect transition="in" filter="wipe(right)">
                                      <p:cBhvr>
                                        <p:cTn id="37" dur="1000"/>
                                        <p:tgtEl>
                                          <p:spTgt spid="35"/>
                                        </p:tgtEl>
                                      </p:cBhvr>
                                    </p:animEffect>
                                  </p:childTnLst>
                                </p:cTn>
                              </p:par>
                            </p:childTnLst>
                          </p:cTn>
                        </p:par>
                        <p:par>
                          <p:cTn id="38" fill="hold">
                            <p:stCondLst>
                              <p:cond delay="6400"/>
                            </p:stCondLst>
                            <p:childTnLst>
                              <p:par>
                                <p:cTn id="39" presetID="22" presetClass="entr" presetSubtype="1" fill="hold" nodeType="afterEffect">
                                  <p:stCondLst>
                                    <p:cond delay="250"/>
                                  </p:stCondLst>
                                  <p:childTnLst>
                                    <p:set>
                                      <p:cBhvr>
                                        <p:cTn id="40" dur="1" fill="hold">
                                          <p:stCondLst>
                                            <p:cond delay="0"/>
                                          </p:stCondLst>
                                        </p:cTn>
                                        <p:tgtEl>
                                          <p:spTgt spid="46"/>
                                        </p:tgtEl>
                                        <p:attrNameLst>
                                          <p:attrName>style.visibility</p:attrName>
                                        </p:attrNameLst>
                                      </p:cBhvr>
                                      <p:to>
                                        <p:strVal val="visible"/>
                                      </p:to>
                                    </p:set>
                                    <p:animEffect transition="in" filter="wipe(up)">
                                      <p:cBhvr>
                                        <p:cTn id="41" dur="1000"/>
                                        <p:tgtEl>
                                          <p:spTgt spid="46"/>
                                        </p:tgtEl>
                                      </p:cBhvr>
                                    </p:animEffect>
                                  </p:childTnLst>
                                </p:cTn>
                              </p:par>
                            </p:childTnLst>
                          </p:cTn>
                        </p:par>
                        <p:par>
                          <p:cTn id="42" fill="hold">
                            <p:stCondLst>
                              <p:cond delay="7650"/>
                            </p:stCondLst>
                            <p:childTnLst>
                              <p:par>
                                <p:cTn id="43" presetID="53" presetClass="entr" presetSubtype="16" fill="hold" grpId="0" nodeType="afterEffect">
                                  <p:stCondLst>
                                    <p:cond delay="250"/>
                                  </p:stCondLst>
                                  <p:childTnLst>
                                    <p:set>
                                      <p:cBhvr>
                                        <p:cTn id="44" dur="1" fill="hold">
                                          <p:stCondLst>
                                            <p:cond delay="0"/>
                                          </p:stCondLst>
                                        </p:cTn>
                                        <p:tgtEl>
                                          <p:spTgt spid="45"/>
                                        </p:tgtEl>
                                        <p:attrNameLst>
                                          <p:attrName>style.visibility</p:attrName>
                                        </p:attrNameLst>
                                      </p:cBhvr>
                                      <p:to>
                                        <p:strVal val="visible"/>
                                      </p:to>
                                    </p:set>
                                    <p:anim calcmode="lin" valueType="num">
                                      <p:cBhvr>
                                        <p:cTn id="45" dur="500" fill="hold"/>
                                        <p:tgtEl>
                                          <p:spTgt spid="45"/>
                                        </p:tgtEl>
                                        <p:attrNameLst>
                                          <p:attrName>ppt_w</p:attrName>
                                        </p:attrNameLst>
                                      </p:cBhvr>
                                      <p:tavLst>
                                        <p:tav tm="0">
                                          <p:val>
                                            <p:fltVal val="0"/>
                                          </p:val>
                                        </p:tav>
                                        <p:tav tm="100000">
                                          <p:val>
                                            <p:strVal val="#ppt_w"/>
                                          </p:val>
                                        </p:tav>
                                      </p:tavLst>
                                    </p:anim>
                                    <p:anim calcmode="lin" valueType="num">
                                      <p:cBhvr>
                                        <p:cTn id="46" dur="500" fill="hold"/>
                                        <p:tgtEl>
                                          <p:spTgt spid="45"/>
                                        </p:tgtEl>
                                        <p:attrNameLst>
                                          <p:attrName>ppt_h</p:attrName>
                                        </p:attrNameLst>
                                      </p:cBhvr>
                                      <p:tavLst>
                                        <p:tav tm="0">
                                          <p:val>
                                            <p:fltVal val="0"/>
                                          </p:val>
                                        </p:tav>
                                        <p:tav tm="100000">
                                          <p:val>
                                            <p:strVal val="#ppt_h"/>
                                          </p:val>
                                        </p:tav>
                                      </p:tavLst>
                                    </p:anim>
                                    <p:animEffect transition="in" filter="fade">
                                      <p:cBhvr>
                                        <p:cTn id="47" dur="500"/>
                                        <p:tgtEl>
                                          <p:spTgt spid="45"/>
                                        </p:tgtEl>
                                      </p:cBhvr>
                                    </p:animEffect>
                                  </p:childTnLst>
                                </p:cTn>
                              </p:par>
                            </p:childTnLst>
                          </p:cTn>
                        </p:par>
                        <p:par>
                          <p:cTn id="48" fill="hold">
                            <p:stCondLst>
                              <p:cond delay="8400"/>
                            </p:stCondLst>
                            <p:childTnLst>
                              <p:par>
                                <p:cTn id="49" presetID="22" presetClass="entr" presetSubtype="8" fill="hold" nodeType="afterEffect">
                                  <p:stCondLst>
                                    <p:cond delay="250"/>
                                  </p:stCondLst>
                                  <p:childTnLst>
                                    <p:set>
                                      <p:cBhvr>
                                        <p:cTn id="50" dur="1" fill="hold">
                                          <p:stCondLst>
                                            <p:cond delay="0"/>
                                          </p:stCondLst>
                                        </p:cTn>
                                        <p:tgtEl>
                                          <p:spTgt spid="34"/>
                                        </p:tgtEl>
                                        <p:attrNameLst>
                                          <p:attrName>style.visibility</p:attrName>
                                        </p:attrNameLst>
                                      </p:cBhvr>
                                      <p:to>
                                        <p:strVal val="visible"/>
                                      </p:to>
                                    </p:set>
                                    <p:animEffect transition="in" filter="wipe(left)">
                                      <p:cBhvr>
                                        <p:cTn id="51" dur="500"/>
                                        <p:tgtEl>
                                          <p:spTgt spid="34"/>
                                        </p:tgtEl>
                                      </p:cBhvr>
                                    </p:animEffect>
                                  </p:childTnLst>
                                </p:cTn>
                              </p:par>
                            </p:childTnLst>
                          </p:cTn>
                        </p:par>
                        <p:par>
                          <p:cTn id="52" fill="hold">
                            <p:stCondLst>
                              <p:cond delay="9150"/>
                            </p:stCondLst>
                            <p:childTnLst>
                              <p:par>
                                <p:cTn id="53" presetID="22" presetClass="entr" presetSubtype="8" fill="hold" grpId="0" nodeType="afterEffect">
                                  <p:stCondLst>
                                    <p:cond delay="250"/>
                                  </p:stCondLst>
                                  <p:childTnLst>
                                    <p:set>
                                      <p:cBhvr>
                                        <p:cTn id="54" dur="1" fill="hold">
                                          <p:stCondLst>
                                            <p:cond delay="0"/>
                                          </p:stCondLst>
                                        </p:cTn>
                                        <p:tgtEl>
                                          <p:spTgt spid="36"/>
                                        </p:tgtEl>
                                        <p:attrNameLst>
                                          <p:attrName>style.visibility</p:attrName>
                                        </p:attrNameLst>
                                      </p:cBhvr>
                                      <p:to>
                                        <p:strVal val="visible"/>
                                      </p:to>
                                    </p:set>
                                    <p:animEffect transition="in" filter="wipe(left)">
                                      <p:cBhvr>
                                        <p:cTn id="55" dur="1000"/>
                                        <p:tgtEl>
                                          <p:spTgt spid="36"/>
                                        </p:tgtEl>
                                      </p:cBhvr>
                                    </p:animEffect>
                                  </p:childTnLst>
                                </p:cTn>
                              </p:par>
                            </p:childTnLst>
                          </p:cTn>
                        </p:par>
                        <p:par>
                          <p:cTn id="56" fill="hold">
                            <p:stCondLst>
                              <p:cond delay="10400"/>
                            </p:stCondLst>
                            <p:childTnLst>
                              <p:par>
                                <p:cTn id="57" presetID="22" presetClass="entr" presetSubtype="1" fill="hold" nodeType="afterEffect">
                                  <p:stCondLst>
                                    <p:cond delay="250"/>
                                  </p:stCondLst>
                                  <p:childTnLst>
                                    <p:set>
                                      <p:cBhvr>
                                        <p:cTn id="58" dur="1" fill="hold">
                                          <p:stCondLst>
                                            <p:cond delay="0"/>
                                          </p:stCondLst>
                                        </p:cTn>
                                        <p:tgtEl>
                                          <p:spTgt spid="47"/>
                                        </p:tgtEl>
                                        <p:attrNameLst>
                                          <p:attrName>style.visibility</p:attrName>
                                        </p:attrNameLst>
                                      </p:cBhvr>
                                      <p:to>
                                        <p:strVal val="visible"/>
                                      </p:to>
                                    </p:set>
                                    <p:animEffect transition="in" filter="wipe(up)">
                                      <p:cBhvr>
                                        <p:cTn id="59" dur="1000"/>
                                        <p:tgtEl>
                                          <p:spTgt spid="47"/>
                                        </p:tgtEl>
                                      </p:cBhvr>
                                    </p:animEffect>
                                  </p:childTnLst>
                                </p:cTn>
                              </p:par>
                            </p:childTnLst>
                          </p:cTn>
                        </p:par>
                        <p:par>
                          <p:cTn id="60" fill="hold">
                            <p:stCondLst>
                              <p:cond delay="11650"/>
                            </p:stCondLst>
                            <p:childTnLst>
                              <p:par>
                                <p:cTn id="61" presetID="53" presetClass="entr" presetSubtype="16" fill="hold" grpId="0" nodeType="afterEffect">
                                  <p:stCondLst>
                                    <p:cond delay="250"/>
                                  </p:stCondLst>
                                  <p:childTnLst>
                                    <p:set>
                                      <p:cBhvr>
                                        <p:cTn id="62" dur="1" fill="hold">
                                          <p:stCondLst>
                                            <p:cond delay="0"/>
                                          </p:stCondLst>
                                        </p:cTn>
                                        <p:tgtEl>
                                          <p:spTgt spid="50"/>
                                        </p:tgtEl>
                                        <p:attrNameLst>
                                          <p:attrName>style.visibility</p:attrName>
                                        </p:attrNameLst>
                                      </p:cBhvr>
                                      <p:to>
                                        <p:strVal val="visible"/>
                                      </p:to>
                                    </p:set>
                                    <p:anim calcmode="lin" valueType="num">
                                      <p:cBhvr>
                                        <p:cTn id="63" dur="500" fill="hold"/>
                                        <p:tgtEl>
                                          <p:spTgt spid="50"/>
                                        </p:tgtEl>
                                        <p:attrNameLst>
                                          <p:attrName>ppt_w</p:attrName>
                                        </p:attrNameLst>
                                      </p:cBhvr>
                                      <p:tavLst>
                                        <p:tav tm="0">
                                          <p:val>
                                            <p:fltVal val="0"/>
                                          </p:val>
                                        </p:tav>
                                        <p:tav tm="100000">
                                          <p:val>
                                            <p:strVal val="#ppt_w"/>
                                          </p:val>
                                        </p:tav>
                                      </p:tavLst>
                                    </p:anim>
                                    <p:anim calcmode="lin" valueType="num">
                                      <p:cBhvr>
                                        <p:cTn id="64" dur="500" fill="hold"/>
                                        <p:tgtEl>
                                          <p:spTgt spid="50"/>
                                        </p:tgtEl>
                                        <p:attrNameLst>
                                          <p:attrName>ppt_h</p:attrName>
                                        </p:attrNameLst>
                                      </p:cBhvr>
                                      <p:tavLst>
                                        <p:tav tm="0">
                                          <p:val>
                                            <p:fltVal val="0"/>
                                          </p:val>
                                        </p:tav>
                                        <p:tav tm="100000">
                                          <p:val>
                                            <p:strVal val="#ppt_h"/>
                                          </p:val>
                                        </p:tav>
                                      </p:tavLst>
                                    </p:anim>
                                    <p:animEffect transition="in" filter="fade">
                                      <p:cBhvr>
                                        <p:cTn id="65" dur="500"/>
                                        <p:tgtEl>
                                          <p:spTgt spid="50"/>
                                        </p:tgtEl>
                                      </p:cBhvr>
                                    </p:animEffect>
                                  </p:childTnLst>
                                </p:cTn>
                              </p:par>
                            </p:childTnLst>
                          </p:cTn>
                        </p:par>
                        <p:par>
                          <p:cTn id="66" fill="hold">
                            <p:stCondLst>
                              <p:cond delay="12400"/>
                            </p:stCondLst>
                            <p:childTnLst>
                              <p:par>
                                <p:cTn id="67" presetID="22" presetClass="entr" presetSubtype="2" fill="hold" nodeType="afterEffect">
                                  <p:stCondLst>
                                    <p:cond delay="250"/>
                                  </p:stCondLst>
                                  <p:childTnLst>
                                    <p:set>
                                      <p:cBhvr>
                                        <p:cTn id="68" dur="1" fill="hold">
                                          <p:stCondLst>
                                            <p:cond delay="0"/>
                                          </p:stCondLst>
                                        </p:cTn>
                                        <p:tgtEl>
                                          <p:spTgt spid="51"/>
                                        </p:tgtEl>
                                        <p:attrNameLst>
                                          <p:attrName>style.visibility</p:attrName>
                                        </p:attrNameLst>
                                      </p:cBhvr>
                                      <p:to>
                                        <p:strVal val="visible"/>
                                      </p:to>
                                    </p:set>
                                    <p:animEffect transition="in" filter="wipe(right)">
                                      <p:cBhvr>
                                        <p:cTn id="69" dur="500"/>
                                        <p:tgtEl>
                                          <p:spTgt spid="51"/>
                                        </p:tgtEl>
                                      </p:cBhvr>
                                    </p:animEffect>
                                  </p:childTnLst>
                                </p:cTn>
                              </p:par>
                            </p:childTnLst>
                          </p:cTn>
                        </p:par>
                        <p:par>
                          <p:cTn id="70" fill="hold">
                            <p:stCondLst>
                              <p:cond delay="13150"/>
                            </p:stCondLst>
                            <p:childTnLst>
                              <p:par>
                                <p:cTn id="71" presetID="22" presetClass="entr" presetSubtype="2" fill="hold" grpId="0" nodeType="afterEffect">
                                  <p:stCondLst>
                                    <p:cond delay="250"/>
                                  </p:stCondLst>
                                  <p:childTnLst>
                                    <p:set>
                                      <p:cBhvr>
                                        <p:cTn id="72" dur="1" fill="hold">
                                          <p:stCondLst>
                                            <p:cond delay="0"/>
                                          </p:stCondLst>
                                        </p:cTn>
                                        <p:tgtEl>
                                          <p:spTgt spid="52"/>
                                        </p:tgtEl>
                                        <p:attrNameLst>
                                          <p:attrName>style.visibility</p:attrName>
                                        </p:attrNameLst>
                                      </p:cBhvr>
                                      <p:to>
                                        <p:strVal val="visible"/>
                                      </p:to>
                                    </p:set>
                                    <p:animEffect transition="in" filter="wipe(right)">
                                      <p:cBhvr>
                                        <p:cTn id="73" dur="1000"/>
                                        <p:tgtEl>
                                          <p:spTgt spid="52"/>
                                        </p:tgtEl>
                                      </p:cBhvr>
                                    </p:animEffect>
                                  </p:childTnLst>
                                </p:cTn>
                              </p:par>
                            </p:childTnLst>
                          </p:cTn>
                        </p:par>
                        <p:par>
                          <p:cTn id="74" fill="hold">
                            <p:stCondLst>
                              <p:cond delay="14400"/>
                            </p:stCondLst>
                            <p:childTnLst>
                              <p:par>
                                <p:cTn id="75" presetID="22" presetClass="entr" presetSubtype="1" fill="hold" nodeType="afterEffect">
                                  <p:stCondLst>
                                    <p:cond delay="250"/>
                                  </p:stCondLst>
                                  <p:childTnLst>
                                    <p:set>
                                      <p:cBhvr>
                                        <p:cTn id="76" dur="1" fill="hold">
                                          <p:stCondLst>
                                            <p:cond delay="0"/>
                                          </p:stCondLst>
                                        </p:cTn>
                                        <p:tgtEl>
                                          <p:spTgt spid="53"/>
                                        </p:tgtEl>
                                        <p:attrNameLst>
                                          <p:attrName>style.visibility</p:attrName>
                                        </p:attrNameLst>
                                      </p:cBhvr>
                                      <p:to>
                                        <p:strVal val="visible"/>
                                      </p:to>
                                    </p:set>
                                    <p:animEffect transition="in" filter="wipe(up)">
                                      <p:cBhvr>
                                        <p:cTn id="77" dur="1000"/>
                                        <p:tgtEl>
                                          <p:spTgt spid="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animBg="1"/>
      <p:bldP spid="49" grpId="0"/>
      <p:bldP spid="31" grpId="0" animBg="1"/>
      <p:bldP spid="32" grpId="0"/>
      <p:bldP spid="35" grpId="0"/>
      <p:bldP spid="36" grpId="0"/>
      <p:bldP spid="37" grpId="0"/>
      <p:bldP spid="45" grpId="0"/>
      <p:bldP spid="50" grpId="0"/>
      <p:bldP spid="52" grpId="0"/>
    </p:bld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45" name="Straight Connector 44"/>
          <p:cNvCxnSpPr/>
          <p:nvPr/>
        </p:nvCxnSpPr>
        <p:spPr>
          <a:xfrm>
            <a:off x="2267138" y="3459659"/>
            <a:ext cx="0" cy="1140474"/>
          </a:xfrm>
          <a:prstGeom prst="line">
            <a:avLst/>
          </a:prstGeom>
          <a:ln w="28575">
            <a:solidFill>
              <a:schemeClr val="accent5"/>
            </a:solidFill>
          </a:ln>
        </p:spPr>
        <p:style>
          <a:lnRef idx="1">
            <a:schemeClr val="accent1"/>
          </a:lnRef>
          <a:fillRef idx="0">
            <a:schemeClr val="accent1"/>
          </a:fillRef>
          <a:effectRef idx="0">
            <a:schemeClr val="accent1"/>
          </a:effectRef>
          <a:fontRef idx="minor">
            <a:schemeClr val="tx1"/>
          </a:fontRef>
        </p:style>
      </p:cxnSp>
      <p:grpSp>
        <p:nvGrpSpPr>
          <p:cNvPr id="48" name="Group 47"/>
          <p:cNvGrpSpPr/>
          <p:nvPr/>
        </p:nvGrpSpPr>
        <p:grpSpPr>
          <a:xfrm>
            <a:off x="2057998" y="2195568"/>
            <a:ext cx="418280" cy="418280"/>
            <a:chOff x="7322925" y="1113826"/>
            <a:chExt cx="418280" cy="418280"/>
          </a:xfrm>
        </p:grpSpPr>
        <p:sp>
          <p:nvSpPr>
            <p:cNvPr id="49" name="Teardrop 48"/>
            <p:cNvSpPr/>
            <p:nvPr/>
          </p:nvSpPr>
          <p:spPr>
            <a:xfrm rot="8100000">
              <a:off x="7322925" y="1113826"/>
              <a:ext cx="418280" cy="418280"/>
            </a:xfrm>
            <a:prstGeom prst="teardrop">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50" name="Freeform 6"/>
            <p:cNvSpPr>
              <a:spLocks noEditPoints="1"/>
            </p:cNvSpPr>
            <p:nvPr/>
          </p:nvSpPr>
          <p:spPr bwMode="auto">
            <a:xfrm>
              <a:off x="7431874" y="1200224"/>
              <a:ext cx="209778" cy="230756"/>
            </a:xfrm>
            <a:custGeom>
              <a:avLst/>
              <a:gdLst>
                <a:gd name="T0" fmla="*/ 347 w 376"/>
                <a:gd name="T1" fmla="*/ 284 h 376"/>
                <a:gd name="T2" fmla="*/ 347 w 376"/>
                <a:gd name="T3" fmla="*/ 238 h 376"/>
                <a:gd name="T4" fmla="*/ 278 w 376"/>
                <a:gd name="T5" fmla="*/ 169 h 376"/>
                <a:gd name="T6" fmla="*/ 238 w 376"/>
                <a:gd name="T7" fmla="*/ 169 h 376"/>
                <a:gd name="T8" fmla="*/ 207 w 376"/>
                <a:gd name="T9" fmla="*/ 148 h 376"/>
                <a:gd name="T10" fmla="*/ 207 w 376"/>
                <a:gd name="T11" fmla="*/ 92 h 376"/>
                <a:gd name="T12" fmla="*/ 236 w 376"/>
                <a:gd name="T13" fmla="*/ 48 h 376"/>
                <a:gd name="T14" fmla="*/ 188 w 376"/>
                <a:gd name="T15" fmla="*/ 0 h 376"/>
                <a:gd name="T16" fmla="*/ 140 w 376"/>
                <a:gd name="T17" fmla="*/ 48 h 376"/>
                <a:gd name="T18" fmla="*/ 169 w 376"/>
                <a:gd name="T19" fmla="*/ 92 h 376"/>
                <a:gd name="T20" fmla="*/ 169 w 376"/>
                <a:gd name="T21" fmla="*/ 148 h 376"/>
                <a:gd name="T22" fmla="*/ 138 w 376"/>
                <a:gd name="T23" fmla="*/ 169 h 376"/>
                <a:gd name="T24" fmla="*/ 98 w 376"/>
                <a:gd name="T25" fmla="*/ 169 h 376"/>
                <a:gd name="T26" fmla="*/ 29 w 376"/>
                <a:gd name="T27" fmla="*/ 238 h 376"/>
                <a:gd name="T28" fmla="*/ 29 w 376"/>
                <a:gd name="T29" fmla="*/ 284 h 376"/>
                <a:gd name="T30" fmla="*/ 0 w 376"/>
                <a:gd name="T31" fmla="*/ 328 h 376"/>
                <a:gd name="T32" fmla="*/ 48 w 376"/>
                <a:gd name="T33" fmla="*/ 376 h 376"/>
                <a:gd name="T34" fmla="*/ 96 w 376"/>
                <a:gd name="T35" fmla="*/ 328 h 376"/>
                <a:gd name="T36" fmla="*/ 67 w 376"/>
                <a:gd name="T37" fmla="*/ 284 h 376"/>
                <a:gd name="T38" fmla="*/ 67 w 376"/>
                <a:gd name="T39" fmla="*/ 238 h 376"/>
                <a:gd name="T40" fmla="*/ 98 w 376"/>
                <a:gd name="T41" fmla="*/ 207 h 376"/>
                <a:gd name="T42" fmla="*/ 138 w 376"/>
                <a:gd name="T43" fmla="*/ 207 h 376"/>
                <a:gd name="T44" fmla="*/ 169 w 376"/>
                <a:gd name="T45" fmla="*/ 202 h 376"/>
                <a:gd name="T46" fmla="*/ 169 w 376"/>
                <a:gd name="T47" fmla="*/ 284 h 376"/>
                <a:gd name="T48" fmla="*/ 140 w 376"/>
                <a:gd name="T49" fmla="*/ 328 h 376"/>
                <a:gd name="T50" fmla="*/ 188 w 376"/>
                <a:gd name="T51" fmla="*/ 376 h 376"/>
                <a:gd name="T52" fmla="*/ 236 w 376"/>
                <a:gd name="T53" fmla="*/ 328 h 376"/>
                <a:gd name="T54" fmla="*/ 207 w 376"/>
                <a:gd name="T55" fmla="*/ 284 h 376"/>
                <a:gd name="T56" fmla="*/ 207 w 376"/>
                <a:gd name="T57" fmla="*/ 202 h 376"/>
                <a:gd name="T58" fmla="*/ 238 w 376"/>
                <a:gd name="T59" fmla="*/ 207 h 376"/>
                <a:gd name="T60" fmla="*/ 278 w 376"/>
                <a:gd name="T61" fmla="*/ 207 h 376"/>
                <a:gd name="T62" fmla="*/ 309 w 376"/>
                <a:gd name="T63" fmla="*/ 238 h 376"/>
                <a:gd name="T64" fmla="*/ 309 w 376"/>
                <a:gd name="T65" fmla="*/ 284 h 376"/>
                <a:gd name="T66" fmla="*/ 280 w 376"/>
                <a:gd name="T67" fmla="*/ 328 h 376"/>
                <a:gd name="T68" fmla="*/ 328 w 376"/>
                <a:gd name="T69" fmla="*/ 376 h 376"/>
                <a:gd name="T70" fmla="*/ 376 w 376"/>
                <a:gd name="T71" fmla="*/ 328 h 376"/>
                <a:gd name="T72" fmla="*/ 347 w 376"/>
                <a:gd name="T73" fmla="*/ 284 h 376"/>
                <a:gd name="T74" fmla="*/ 75 w 376"/>
                <a:gd name="T75" fmla="*/ 328 h 376"/>
                <a:gd name="T76" fmla="*/ 48 w 376"/>
                <a:gd name="T77" fmla="*/ 356 h 376"/>
                <a:gd name="T78" fmla="*/ 20 w 376"/>
                <a:gd name="T79" fmla="*/ 328 h 376"/>
                <a:gd name="T80" fmla="*/ 48 w 376"/>
                <a:gd name="T81" fmla="*/ 300 h 376"/>
                <a:gd name="T82" fmla="*/ 75 w 376"/>
                <a:gd name="T83" fmla="*/ 328 h 376"/>
                <a:gd name="T84" fmla="*/ 160 w 376"/>
                <a:gd name="T85" fmla="*/ 48 h 376"/>
                <a:gd name="T86" fmla="*/ 188 w 376"/>
                <a:gd name="T87" fmla="*/ 20 h 376"/>
                <a:gd name="T88" fmla="*/ 215 w 376"/>
                <a:gd name="T89" fmla="*/ 48 h 376"/>
                <a:gd name="T90" fmla="*/ 188 w 376"/>
                <a:gd name="T91" fmla="*/ 76 h 376"/>
                <a:gd name="T92" fmla="*/ 160 w 376"/>
                <a:gd name="T93" fmla="*/ 48 h 376"/>
                <a:gd name="T94" fmla="*/ 215 w 376"/>
                <a:gd name="T95" fmla="*/ 328 h 376"/>
                <a:gd name="T96" fmla="*/ 188 w 376"/>
                <a:gd name="T97" fmla="*/ 356 h 376"/>
                <a:gd name="T98" fmla="*/ 160 w 376"/>
                <a:gd name="T99" fmla="*/ 328 h 376"/>
                <a:gd name="T100" fmla="*/ 188 w 376"/>
                <a:gd name="T101" fmla="*/ 300 h 376"/>
                <a:gd name="T102" fmla="*/ 215 w 376"/>
                <a:gd name="T103" fmla="*/ 328 h 376"/>
                <a:gd name="T104" fmla="*/ 328 w 376"/>
                <a:gd name="T105" fmla="*/ 356 h 376"/>
                <a:gd name="T106" fmla="*/ 300 w 376"/>
                <a:gd name="T107" fmla="*/ 328 h 376"/>
                <a:gd name="T108" fmla="*/ 328 w 376"/>
                <a:gd name="T109" fmla="*/ 300 h 376"/>
                <a:gd name="T110" fmla="*/ 355 w 376"/>
                <a:gd name="T111" fmla="*/ 328 h 376"/>
                <a:gd name="T112" fmla="*/ 328 w 376"/>
                <a:gd name="T113" fmla="*/ 356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76" h="376">
                  <a:moveTo>
                    <a:pt x="347" y="284"/>
                  </a:moveTo>
                  <a:cubicBezTo>
                    <a:pt x="347" y="238"/>
                    <a:pt x="347" y="238"/>
                    <a:pt x="347" y="238"/>
                  </a:cubicBezTo>
                  <a:cubicBezTo>
                    <a:pt x="347" y="210"/>
                    <a:pt x="328" y="169"/>
                    <a:pt x="278" y="169"/>
                  </a:cubicBezTo>
                  <a:cubicBezTo>
                    <a:pt x="238" y="169"/>
                    <a:pt x="238" y="169"/>
                    <a:pt x="238" y="169"/>
                  </a:cubicBezTo>
                  <a:cubicBezTo>
                    <a:pt x="210" y="169"/>
                    <a:pt x="207" y="155"/>
                    <a:pt x="207" y="148"/>
                  </a:cubicBezTo>
                  <a:cubicBezTo>
                    <a:pt x="207" y="92"/>
                    <a:pt x="207" y="92"/>
                    <a:pt x="207" y="92"/>
                  </a:cubicBezTo>
                  <a:cubicBezTo>
                    <a:pt x="224" y="85"/>
                    <a:pt x="236" y="68"/>
                    <a:pt x="236" y="48"/>
                  </a:cubicBezTo>
                  <a:cubicBezTo>
                    <a:pt x="236" y="21"/>
                    <a:pt x="214" y="0"/>
                    <a:pt x="188" y="0"/>
                  </a:cubicBezTo>
                  <a:cubicBezTo>
                    <a:pt x="161" y="0"/>
                    <a:pt x="140" y="21"/>
                    <a:pt x="140" y="48"/>
                  </a:cubicBezTo>
                  <a:cubicBezTo>
                    <a:pt x="140" y="68"/>
                    <a:pt x="152" y="85"/>
                    <a:pt x="169" y="92"/>
                  </a:cubicBezTo>
                  <a:cubicBezTo>
                    <a:pt x="169" y="148"/>
                    <a:pt x="169" y="148"/>
                    <a:pt x="169" y="148"/>
                  </a:cubicBezTo>
                  <a:cubicBezTo>
                    <a:pt x="169" y="153"/>
                    <a:pt x="167" y="169"/>
                    <a:pt x="138" y="169"/>
                  </a:cubicBezTo>
                  <a:cubicBezTo>
                    <a:pt x="98" y="169"/>
                    <a:pt x="98" y="169"/>
                    <a:pt x="98" y="169"/>
                  </a:cubicBezTo>
                  <a:cubicBezTo>
                    <a:pt x="47" y="169"/>
                    <a:pt x="29" y="210"/>
                    <a:pt x="29" y="238"/>
                  </a:cubicBezTo>
                  <a:cubicBezTo>
                    <a:pt x="29" y="284"/>
                    <a:pt x="29" y="284"/>
                    <a:pt x="29" y="284"/>
                  </a:cubicBezTo>
                  <a:cubicBezTo>
                    <a:pt x="12" y="291"/>
                    <a:pt x="0" y="308"/>
                    <a:pt x="0" y="328"/>
                  </a:cubicBezTo>
                  <a:cubicBezTo>
                    <a:pt x="0" y="354"/>
                    <a:pt x="21" y="376"/>
                    <a:pt x="48" y="376"/>
                  </a:cubicBezTo>
                  <a:cubicBezTo>
                    <a:pt x="74" y="376"/>
                    <a:pt x="96" y="354"/>
                    <a:pt x="96" y="328"/>
                  </a:cubicBezTo>
                  <a:cubicBezTo>
                    <a:pt x="96" y="308"/>
                    <a:pt x="84" y="291"/>
                    <a:pt x="67" y="284"/>
                  </a:cubicBezTo>
                  <a:cubicBezTo>
                    <a:pt x="67" y="238"/>
                    <a:pt x="67" y="238"/>
                    <a:pt x="67" y="238"/>
                  </a:cubicBezTo>
                  <a:cubicBezTo>
                    <a:pt x="67" y="233"/>
                    <a:pt x="68" y="207"/>
                    <a:pt x="98" y="207"/>
                  </a:cubicBezTo>
                  <a:cubicBezTo>
                    <a:pt x="138" y="207"/>
                    <a:pt x="138" y="207"/>
                    <a:pt x="138" y="207"/>
                  </a:cubicBezTo>
                  <a:cubicBezTo>
                    <a:pt x="150" y="207"/>
                    <a:pt x="160" y="205"/>
                    <a:pt x="169" y="202"/>
                  </a:cubicBezTo>
                  <a:cubicBezTo>
                    <a:pt x="169" y="284"/>
                    <a:pt x="169" y="284"/>
                    <a:pt x="169" y="284"/>
                  </a:cubicBezTo>
                  <a:cubicBezTo>
                    <a:pt x="152" y="291"/>
                    <a:pt x="140" y="308"/>
                    <a:pt x="140" y="328"/>
                  </a:cubicBezTo>
                  <a:cubicBezTo>
                    <a:pt x="140" y="354"/>
                    <a:pt x="161" y="376"/>
                    <a:pt x="188" y="376"/>
                  </a:cubicBezTo>
                  <a:cubicBezTo>
                    <a:pt x="214" y="376"/>
                    <a:pt x="236" y="354"/>
                    <a:pt x="236" y="328"/>
                  </a:cubicBezTo>
                  <a:cubicBezTo>
                    <a:pt x="236" y="308"/>
                    <a:pt x="224" y="291"/>
                    <a:pt x="207" y="284"/>
                  </a:cubicBezTo>
                  <a:cubicBezTo>
                    <a:pt x="207" y="202"/>
                    <a:pt x="207" y="202"/>
                    <a:pt x="207" y="202"/>
                  </a:cubicBezTo>
                  <a:cubicBezTo>
                    <a:pt x="215" y="205"/>
                    <a:pt x="226" y="207"/>
                    <a:pt x="238" y="207"/>
                  </a:cubicBezTo>
                  <a:cubicBezTo>
                    <a:pt x="278" y="207"/>
                    <a:pt x="278" y="207"/>
                    <a:pt x="278" y="207"/>
                  </a:cubicBezTo>
                  <a:cubicBezTo>
                    <a:pt x="306" y="207"/>
                    <a:pt x="309" y="231"/>
                    <a:pt x="309" y="238"/>
                  </a:cubicBezTo>
                  <a:cubicBezTo>
                    <a:pt x="309" y="284"/>
                    <a:pt x="309" y="284"/>
                    <a:pt x="309" y="284"/>
                  </a:cubicBezTo>
                  <a:cubicBezTo>
                    <a:pt x="292" y="291"/>
                    <a:pt x="280" y="308"/>
                    <a:pt x="280" y="328"/>
                  </a:cubicBezTo>
                  <a:cubicBezTo>
                    <a:pt x="280" y="354"/>
                    <a:pt x="301" y="376"/>
                    <a:pt x="328" y="376"/>
                  </a:cubicBezTo>
                  <a:cubicBezTo>
                    <a:pt x="354" y="376"/>
                    <a:pt x="376" y="354"/>
                    <a:pt x="376" y="328"/>
                  </a:cubicBezTo>
                  <a:cubicBezTo>
                    <a:pt x="376" y="308"/>
                    <a:pt x="364" y="291"/>
                    <a:pt x="347" y="284"/>
                  </a:cubicBezTo>
                  <a:close/>
                  <a:moveTo>
                    <a:pt x="75" y="328"/>
                  </a:moveTo>
                  <a:cubicBezTo>
                    <a:pt x="75" y="343"/>
                    <a:pt x="63" y="356"/>
                    <a:pt x="48" y="356"/>
                  </a:cubicBezTo>
                  <a:cubicBezTo>
                    <a:pt x="32" y="356"/>
                    <a:pt x="20" y="343"/>
                    <a:pt x="20" y="328"/>
                  </a:cubicBezTo>
                  <a:cubicBezTo>
                    <a:pt x="20" y="313"/>
                    <a:pt x="32" y="300"/>
                    <a:pt x="48" y="300"/>
                  </a:cubicBezTo>
                  <a:cubicBezTo>
                    <a:pt x="63" y="300"/>
                    <a:pt x="75" y="313"/>
                    <a:pt x="75" y="328"/>
                  </a:cubicBezTo>
                  <a:close/>
                  <a:moveTo>
                    <a:pt x="160" y="48"/>
                  </a:moveTo>
                  <a:cubicBezTo>
                    <a:pt x="160" y="33"/>
                    <a:pt x="172" y="20"/>
                    <a:pt x="188" y="20"/>
                  </a:cubicBezTo>
                  <a:cubicBezTo>
                    <a:pt x="203" y="20"/>
                    <a:pt x="215" y="33"/>
                    <a:pt x="215" y="48"/>
                  </a:cubicBezTo>
                  <a:cubicBezTo>
                    <a:pt x="215" y="63"/>
                    <a:pt x="203" y="76"/>
                    <a:pt x="188" y="76"/>
                  </a:cubicBezTo>
                  <a:cubicBezTo>
                    <a:pt x="172" y="76"/>
                    <a:pt x="160" y="63"/>
                    <a:pt x="160" y="48"/>
                  </a:cubicBezTo>
                  <a:close/>
                  <a:moveTo>
                    <a:pt x="215" y="328"/>
                  </a:moveTo>
                  <a:cubicBezTo>
                    <a:pt x="215" y="343"/>
                    <a:pt x="203" y="356"/>
                    <a:pt x="188" y="356"/>
                  </a:cubicBezTo>
                  <a:cubicBezTo>
                    <a:pt x="172" y="356"/>
                    <a:pt x="160" y="343"/>
                    <a:pt x="160" y="328"/>
                  </a:cubicBezTo>
                  <a:cubicBezTo>
                    <a:pt x="160" y="313"/>
                    <a:pt x="172" y="300"/>
                    <a:pt x="188" y="300"/>
                  </a:cubicBezTo>
                  <a:cubicBezTo>
                    <a:pt x="203" y="300"/>
                    <a:pt x="215" y="313"/>
                    <a:pt x="215" y="328"/>
                  </a:cubicBezTo>
                  <a:close/>
                  <a:moveTo>
                    <a:pt x="328" y="356"/>
                  </a:moveTo>
                  <a:cubicBezTo>
                    <a:pt x="312" y="356"/>
                    <a:pt x="300" y="343"/>
                    <a:pt x="300" y="328"/>
                  </a:cubicBezTo>
                  <a:cubicBezTo>
                    <a:pt x="300" y="313"/>
                    <a:pt x="312" y="300"/>
                    <a:pt x="328" y="300"/>
                  </a:cubicBezTo>
                  <a:cubicBezTo>
                    <a:pt x="343" y="300"/>
                    <a:pt x="355" y="313"/>
                    <a:pt x="355" y="328"/>
                  </a:cubicBezTo>
                  <a:cubicBezTo>
                    <a:pt x="355" y="343"/>
                    <a:pt x="343" y="356"/>
                    <a:pt x="328" y="35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Calibri" panose="020F0502020204030204"/>
                <a:cs typeface="+mn-cs"/>
              </a:endParaRPr>
            </a:p>
          </p:txBody>
        </p:sp>
      </p:grpSp>
      <p:cxnSp>
        <p:nvCxnSpPr>
          <p:cNvPr id="51" name="Straight Connector 50"/>
          <p:cNvCxnSpPr/>
          <p:nvPr/>
        </p:nvCxnSpPr>
        <p:spPr>
          <a:xfrm>
            <a:off x="5773158" y="3459659"/>
            <a:ext cx="1038" cy="1140474"/>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grpSp>
        <p:nvGrpSpPr>
          <p:cNvPr id="52" name="Group 51"/>
          <p:cNvGrpSpPr/>
          <p:nvPr/>
        </p:nvGrpSpPr>
        <p:grpSpPr>
          <a:xfrm>
            <a:off x="5565667" y="2195568"/>
            <a:ext cx="418280" cy="418280"/>
            <a:chOff x="4158893" y="1506251"/>
            <a:chExt cx="418280" cy="418280"/>
          </a:xfrm>
        </p:grpSpPr>
        <p:sp>
          <p:nvSpPr>
            <p:cNvPr id="53" name="Teardrop 52"/>
            <p:cNvSpPr/>
            <p:nvPr/>
          </p:nvSpPr>
          <p:spPr>
            <a:xfrm rot="8100000">
              <a:off x="4158893" y="1506251"/>
              <a:ext cx="418280" cy="418280"/>
            </a:xfrm>
            <a:prstGeom prst="teardrop">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54" name="Freeform 11"/>
            <p:cNvSpPr>
              <a:spLocks/>
            </p:cNvSpPr>
            <p:nvPr/>
          </p:nvSpPr>
          <p:spPr bwMode="auto">
            <a:xfrm>
              <a:off x="4238052" y="1639825"/>
              <a:ext cx="258741" cy="168209"/>
            </a:xfrm>
            <a:custGeom>
              <a:avLst/>
              <a:gdLst>
                <a:gd name="T0" fmla="*/ 304 w 400"/>
                <a:gd name="T1" fmla="*/ 73 h 260"/>
                <a:gd name="T2" fmla="*/ 288 w 400"/>
                <a:gd name="T3" fmla="*/ 74 h 260"/>
                <a:gd name="T4" fmla="*/ 186 w 400"/>
                <a:gd name="T5" fmla="*/ 0 h 260"/>
                <a:gd name="T6" fmla="*/ 80 w 400"/>
                <a:gd name="T7" fmla="*/ 104 h 260"/>
                <a:gd name="T8" fmla="*/ 81 w 400"/>
                <a:gd name="T9" fmla="*/ 119 h 260"/>
                <a:gd name="T10" fmla="*/ 72 w 400"/>
                <a:gd name="T11" fmla="*/ 118 h 260"/>
                <a:gd name="T12" fmla="*/ 0 w 400"/>
                <a:gd name="T13" fmla="*/ 189 h 260"/>
                <a:gd name="T14" fmla="*/ 72 w 400"/>
                <a:gd name="T15" fmla="*/ 260 h 260"/>
                <a:gd name="T16" fmla="*/ 172 w 400"/>
                <a:gd name="T17" fmla="*/ 260 h 260"/>
                <a:gd name="T18" fmla="*/ 172 w 400"/>
                <a:gd name="T19" fmla="*/ 184 h 260"/>
                <a:gd name="T20" fmla="*/ 130 w 400"/>
                <a:gd name="T21" fmla="*/ 184 h 260"/>
                <a:gd name="T22" fmla="*/ 200 w 400"/>
                <a:gd name="T23" fmla="*/ 92 h 260"/>
                <a:gd name="T24" fmla="*/ 270 w 400"/>
                <a:gd name="T25" fmla="*/ 184 h 260"/>
                <a:gd name="T26" fmla="*/ 228 w 400"/>
                <a:gd name="T27" fmla="*/ 184 h 260"/>
                <a:gd name="T28" fmla="*/ 228 w 400"/>
                <a:gd name="T29" fmla="*/ 260 h 260"/>
                <a:gd name="T30" fmla="*/ 304 w 400"/>
                <a:gd name="T31" fmla="*/ 260 h 260"/>
                <a:gd name="T32" fmla="*/ 400 w 400"/>
                <a:gd name="T33" fmla="*/ 166 h 260"/>
                <a:gd name="T34" fmla="*/ 304 w 400"/>
                <a:gd name="T35" fmla="*/ 73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00" h="260">
                  <a:moveTo>
                    <a:pt x="304" y="73"/>
                  </a:moveTo>
                  <a:cubicBezTo>
                    <a:pt x="298" y="73"/>
                    <a:pt x="293" y="73"/>
                    <a:pt x="288" y="74"/>
                  </a:cubicBezTo>
                  <a:cubicBezTo>
                    <a:pt x="275" y="31"/>
                    <a:pt x="234" y="0"/>
                    <a:pt x="186" y="0"/>
                  </a:cubicBezTo>
                  <a:cubicBezTo>
                    <a:pt x="127" y="0"/>
                    <a:pt x="80" y="46"/>
                    <a:pt x="80" y="104"/>
                  </a:cubicBezTo>
                  <a:cubicBezTo>
                    <a:pt x="80" y="109"/>
                    <a:pt x="80" y="114"/>
                    <a:pt x="81" y="119"/>
                  </a:cubicBezTo>
                  <a:cubicBezTo>
                    <a:pt x="78" y="119"/>
                    <a:pt x="75" y="118"/>
                    <a:pt x="72" y="118"/>
                  </a:cubicBezTo>
                  <a:cubicBezTo>
                    <a:pt x="32" y="118"/>
                    <a:pt x="0" y="150"/>
                    <a:pt x="0" y="189"/>
                  </a:cubicBezTo>
                  <a:cubicBezTo>
                    <a:pt x="0" y="228"/>
                    <a:pt x="32" y="260"/>
                    <a:pt x="72" y="260"/>
                  </a:cubicBezTo>
                  <a:cubicBezTo>
                    <a:pt x="172" y="260"/>
                    <a:pt x="172" y="260"/>
                    <a:pt x="172" y="260"/>
                  </a:cubicBezTo>
                  <a:cubicBezTo>
                    <a:pt x="172" y="184"/>
                    <a:pt x="172" y="184"/>
                    <a:pt x="172" y="184"/>
                  </a:cubicBezTo>
                  <a:cubicBezTo>
                    <a:pt x="130" y="184"/>
                    <a:pt x="130" y="184"/>
                    <a:pt x="130" y="184"/>
                  </a:cubicBezTo>
                  <a:cubicBezTo>
                    <a:pt x="200" y="92"/>
                    <a:pt x="200" y="92"/>
                    <a:pt x="200" y="92"/>
                  </a:cubicBezTo>
                  <a:cubicBezTo>
                    <a:pt x="270" y="184"/>
                    <a:pt x="270" y="184"/>
                    <a:pt x="270" y="184"/>
                  </a:cubicBezTo>
                  <a:cubicBezTo>
                    <a:pt x="228" y="184"/>
                    <a:pt x="228" y="184"/>
                    <a:pt x="228" y="184"/>
                  </a:cubicBezTo>
                  <a:cubicBezTo>
                    <a:pt x="228" y="260"/>
                    <a:pt x="228" y="260"/>
                    <a:pt x="228" y="260"/>
                  </a:cubicBezTo>
                  <a:cubicBezTo>
                    <a:pt x="304" y="260"/>
                    <a:pt x="304" y="260"/>
                    <a:pt x="304" y="260"/>
                  </a:cubicBezTo>
                  <a:cubicBezTo>
                    <a:pt x="357" y="260"/>
                    <a:pt x="400" y="218"/>
                    <a:pt x="400" y="166"/>
                  </a:cubicBezTo>
                  <a:cubicBezTo>
                    <a:pt x="400" y="115"/>
                    <a:pt x="357" y="73"/>
                    <a:pt x="304" y="73"/>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Calibri" panose="020F0502020204030204"/>
                <a:cs typeface="+mn-cs"/>
              </a:endParaRPr>
            </a:p>
          </p:txBody>
        </p:sp>
      </p:grpSp>
      <p:cxnSp>
        <p:nvCxnSpPr>
          <p:cNvPr id="59" name="Straight Connector 58"/>
          <p:cNvCxnSpPr/>
          <p:nvPr/>
        </p:nvCxnSpPr>
        <p:spPr>
          <a:xfrm>
            <a:off x="9524688" y="3459659"/>
            <a:ext cx="1649" cy="1542647"/>
          </a:xfrm>
          <a:prstGeom prst="line">
            <a:avLst/>
          </a:prstGeom>
          <a:ln w="28575">
            <a:solidFill>
              <a:schemeClr val="accent6"/>
            </a:solidFill>
          </a:ln>
        </p:spPr>
        <p:style>
          <a:lnRef idx="1">
            <a:schemeClr val="accent1"/>
          </a:lnRef>
          <a:fillRef idx="0">
            <a:schemeClr val="accent1"/>
          </a:fillRef>
          <a:effectRef idx="0">
            <a:schemeClr val="accent1"/>
          </a:effectRef>
          <a:fontRef idx="minor">
            <a:schemeClr val="tx1"/>
          </a:fontRef>
        </p:style>
      </p:cxnSp>
      <p:sp>
        <p:nvSpPr>
          <p:cNvPr id="60" name="Content Placeholder 2"/>
          <p:cNvSpPr txBox="1">
            <a:spLocks/>
          </p:cNvSpPr>
          <p:nvPr/>
        </p:nvSpPr>
        <p:spPr>
          <a:xfrm>
            <a:off x="8115255" y="2809893"/>
            <a:ext cx="3255328" cy="595441"/>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rtl="1" fontAlgn="auto">
              <a:spcAft>
                <a:spcPts val="0"/>
              </a:spcAft>
              <a:buNone/>
            </a:pPr>
            <a:r>
              <a:rPr lang="ar-SA" sz="2800" b="1" dirty="0" smtClean="0">
                <a:solidFill>
                  <a:prstClr val="black">
                    <a:lumMod val="75000"/>
                    <a:lumOff val="25000"/>
                  </a:prstClr>
                </a:solidFill>
              </a:rPr>
              <a:t>زيادة </a:t>
            </a:r>
            <a:r>
              <a:rPr lang="ar-SA" sz="2800" b="1" dirty="0">
                <a:solidFill>
                  <a:prstClr val="black">
                    <a:lumMod val="75000"/>
                    <a:lumOff val="25000"/>
                  </a:prstClr>
                </a:solidFill>
              </a:rPr>
              <a:t>التفريد في </a:t>
            </a:r>
            <a:r>
              <a:rPr lang="ar-SA" sz="2800" b="1" dirty="0" smtClean="0">
                <a:solidFill>
                  <a:prstClr val="black">
                    <a:lumMod val="75000"/>
                    <a:lumOff val="25000"/>
                  </a:prstClr>
                </a:solidFill>
              </a:rPr>
              <a:t>التعليم</a:t>
            </a:r>
            <a:endParaRPr lang="en-US" sz="1800" dirty="0">
              <a:solidFill>
                <a:prstClr val="white">
                  <a:lumMod val="65000"/>
                </a:prstClr>
              </a:solidFill>
            </a:endParaRPr>
          </a:p>
        </p:txBody>
      </p:sp>
      <p:grpSp>
        <p:nvGrpSpPr>
          <p:cNvPr id="61" name="Group 60"/>
          <p:cNvGrpSpPr/>
          <p:nvPr/>
        </p:nvGrpSpPr>
        <p:grpSpPr>
          <a:xfrm>
            <a:off x="9317197" y="2195568"/>
            <a:ext cx="418280" cy="418280"/>
            <a:chOff x="7178907" y="1506251"/>
            <a:chExt cx="418280" cy="418280"/>
          </a:xfrm>
        </p:grpSpPr>
        <p:sp>
          <p:nvSpPr>
            <p:cNvPr id="62" name="Teardrop 61"/>
            <p:cNvSpPr/>
            <p:nvPr/>
          </p:nvSpPr>
          <p:spPr>
            <a:xfrm rot="8100000">
              <a:off x="7178907" y="1506251"/>
              <a:ext cx="418280" cy="418280"/>
            </a:xfrm>
            <a:prstGeom prst="teardrop">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63" name="Freeform 21"/>
            <p:cNvSpPr>
              <a:spLocks noEditPoints="1"/>
            </p:cNvSpPr>
            <p:nvPr/>
          </p:nvSpPr>
          <p:spPr bwMode="auto">
            <a:xfrm>
              <a:off x="7275187" y="1629449"/>
              <a:ext cx="238323" cy="212150"/>
            </a:xfrm>
            <a:custGeom>
              <a:avLst/>
              <a:gdLst>
                <a:gd name="T0" fmla="*/ 62 w 401"/>
                <a:gd name="T1" fmla="*/ 116 h 357"/>
                <a:gd name="T2" fmla="*/ 117 w 401"/>
                <a:gd name="T3" fmla="*/ 135 h 357"/>
                <a:gd name="T4" fmla="*/ 124 w 401"/>
                <a:gd name="T5" fmla="*/ 133 h 357"/>
                <a:gd name="T6" fmla="*/ 155 w 401"/>
                <a:gd name="T7" fmla="*/ 106 h 357"/>
                <a:gd name="T8" fmla="*/ 156 w 401"/>
                <a:gd name="T9" fmla="*/ 100 h 357"/>
                <a:gd name="T10" fmla="*/ 141 w 401"/>
                <a:gd name="T11" fmla="*/ 81 h 357"/>
                <a:gd name="T12" fmla="*/ 219 w 401"/>
                <a:gd name="T13" fmla="*/ 1 h 357"/>
                <a:gd name="T14" fmla="*/ 160 w 401"/>
                <a:gd name="T15" fmla="*/ 1 h 357"/>
                <a:gd name="T16" fmla="*/ 86 w 401"/>
                <a:gd name="T17" fmla="*/ 39 h 357"/>
                <a:gd name="T18" fmla="*/ 55 w 401"/>
                <a:gd name="T19" fmla="*/ 63 h 357"/>
                <a:gd name="T20" fmla="*/ 43 w 401"/>
                <a:gd name="T21" fmla="*/ 90 h 357"/>
                <a:gd name="T22" fmla="*/ 18 w 401"/>
                <a:gd name="T23" fmla="*/ 98 h 357"/>
                <a:gd name="T24" fmla="*/ 3 w 401"/>
                <a:gd name="T25" fmla="*/ 110 h 357"/>
                <a:gd name="T26" fmla="*/ 2 w 401"/>
                <a:gd name="T27" fmla="*/ 120 h 357"/>
                <a:gd name="T28" fmla="*/ 30 w 401"/>
                <a:gd name="T29" fmla="*/ 150 h 357"/>
                <a:gd name="T30" fmla="*/ 41 w 401"/>
                <a:gd name="T31" fmla="*/ 152 h 357"/>
                <a:gd name="T32" fmla="*/ 55 w 401"/>
                <a:gd name="T33" fmla="*/ 139 h 357"/>
                <a:gd name="T34" fmla="*/ 62 w 401"/>
                <a:gd name="T35" fmla="*/ 116 h 357"/>
                <a:gd name="T36" fmla="*/ 177 w 401"/>
                <a:gd name="T37" fmla="*/ 126 h 357"/>
                <a:gd name="T38" fmla="*/ 169 w 401"/>
                <a:gd name="T39" fmla="*/ 125 h 357"/>
                <a:gd name="T40" fmla="*/ 140 w 401"/>
                <a:gd name="T41" fmla="*/ 150 h 357"/>
                <a:gd name="T42" fmla="*/ 139 w 401"/>
                <a:gd name="T43" fmla="*/ 158 h 357"/>
                <a:gd name="T44" fmla="*/ 305 w 401"/>
                <a:gd name="T45" fmla="*/ 347 h 357"/>
                <a:gd name="T46" fmla="*/ 320 w 401"/>
                <a:gd name="T47" fmla="*/ 348 h 357"/>
                <a:gd name="T48" fmla="*/ 340 w 401"/>
                <a:gd name="T49" fmla="*/ 332 h 357"/>
                <a:gd name="T50" fmla="*/ 341 w 401"/>
                <a:gd name="T51" fmla="*/ 317 h 357"/>
                <a:gd name="T52" fmla="*/ 177 w 401"/>
                <a:gd name="T53" fmla="*/ 126 h 357"/>
                <a:gd name="T54" fmla="*/ 398 w 401"/>
                <a:gd name="T55" fmla="*/ 46 h 357"/>
                <a:gd name="T56" fmla="*/ 389 w 401"/>
                <a:gd name="T57" fmla="*/ 42 h 357"/>
                <a:gd name="T58" fmla="*/ 369 w 401"/>
                <a:gd name="T59" fmla="*/ 72 h 357"/>
                <a:gd name="T60" fmla="*/ 331 w 401"/>
                <a:gd name="T61" fmla="*/ 80 h 357"/>
                <a:gd name="T62" fmla="*/ 320 w 401"/>
                <a:gd name="T63" fmla="*/ 45 h 357"/>
                <a:gd name="T64" fmla="*/ 338 w 401"/>
                <a:gd name="T65" fmla="*/ 13 h 357"/>
                <a:gd name="T66" fmla="*/ 330 w 401"/>
                <a:gd name="T67" fmla="*/ 6 h 357"/>
                <a:gd name="T68" fmla="*/ 274 w 401"/>
                <a:gd name="T69" fmla="*/ 51 h 357"/>
                <a:gd name="T70" fmla="*/ 257 w 401"/>
                <a:gd name="T71" fmla="*/ 121 h 357"/>
                <a:gd name="T72" fmla="*/ 230 w 401"/>
                <a:gd name="T73" fmla="*/ 149 h 357"/>
                <a:gd name="T74" fmla="*/ 257 w 401"/>
                <a:gd name="T75" fmla="*/ 181 h 357"/>
                <a:gd name="T76" fmla="*/ 290 w 401"/>
                <a:gd name="T77" fmla="*/ 149 h 357"/>
                <a:gd name="T78" fmla="*/ 330 w 401"/>
                <a:gd name="T79" fmla="*/ 137 h 357"/>
                <a:gd name="T80" fmla="*/ 391 w 401"/>
                <a:gd name="T81" fmla="*/ 112 h 357"/>
                <a:gd name="T82" fmla="*/ 398 w 401"/>
                <a:gd name="T83" fmla="*/ 46 h 357"/>
                <a:gd name="T84" fmla="*/ 55 w 401"/>
                <a:gd name="T85" fmla="*/ 319 h 357"/>
                <a:gd name="T86" fmla="*/ 55 w 401"/>
                <a:gd name="T87" fmla="*/ 334 h 357"/>
                <a:gd name="T88" fmla="*/ 74 w 401"/>
                <a:gd name="T89" fmla="*/ 353 h 357"/>
                <a:gd name="T90" fmla="*/ 89 w 401"/>
                <a:gd name="T91" fmla="*/ 351 h 357"/>
                <a:gd name="T92" fmla="*/ 187 w 401"/>
                <a:gd name="T93" fmla="*/ 254 h 357"/>
                <a:gd name="T94" fmla="*/ 157 w 401"/>
                <a:gd name="T95" fmla="*/ 220 h 357"/>
                <a:gd name="T96" fmla="*/ 55 w 401"/>
                <a:gd name="T97" fmla="*/ 319 h 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01" h="357">
                  <a:moveTo>
                    <a:pt x="62" y="116"/>
                  </a:moveTo>
                  <a:cubicBezTo>
                    <a:pt x="81" y="101"/>
                    <a:pt x="97" y="111"/>
                    <a:pt x="117" y="135"/>
                  </a:cubicBezTo>
                  <a:cubicBezTo>
                    <a:pt x="120" y="138"/>
                    <a:pt x="123" y="135"/>
                    <a:pt x="124" y="133"/>
                  </a:cubicBezTo>
                  <a:cubicBezTo>
                    <a:pt x="126" y="132"/>
                    <a:pt x="154" y="107"/>
                    <a:pt x="155" y="106"/>
                  </a:cubicBezTo>
                  <a:cubicBezTo>
                    <a:pt x="156" y="105"/>
                    <a:pt x="158" y="102"/>
                    <a:pt x="156" y="100"/>
                  </a:cubicBezTo>
                  <a:cubicBezTo>
                    <a:pt x="154" y="98"/>
                    <a:pt x="146" y="88"/>
                    <a:pt x="141" y="81"/>
                  </a:cubicBezTo>
                  <a:cubicBezTo>
                    <a:pt x="105" y="34"/>
                    <a:pt x="240" y="2"/>
                    <a:pt x="219" y="1"/>
                  </a:cubicBezTo>
                  <a:cubicBezTo>
                    <a:pt x="208" y="1"/>
                    <a:pt x="166" y="0"/>
                    <a:pt x="160" y="1"/>
                  </a:cubicBezTo>
                  <a:cubicBezTo>
                    <a:pt x="134" y="4"/>
                    <a:pt x="102" y="28"/>
                    <a:pt x="86" y="39"/>
                  </a:cubicBezTo>
                  <a:cubicBezTo>
                    <a:pt x="64" y="53"/>
                    <a:pt x="57" y="62"/>
                    <a:pt x="55" y="63"/>
                  </a:cubicBezTo>
                  <a:cubicBezTo>
                    <a:pt x="49" y="68"/>
                    <a:pt x="54" y="80"/>
                    <a:pt x="43" y="90"/>
                  </a:cubicBezTo>
                  <a:cubicBezTo>
                    <a:pt x="32" y="100"/>
                    <a:pt x="25" y="92"/>
                    <a:pt x="18" y="98"/>
                  </a:cubicBezTo>
                  <a:cubicBezTo>
                    <a:pt x="15" y="101"/>
                    <a:pt x="5" y="108"/>
                    <a:pt x="3" y="110"/>
                  </a:cubicBezTo>
                  <a:cubicBezTo>
                    <a:pt x="0" y="113"/>
                    <a:pt x="0" y="117"/>
                    <a:pt x="2" y="120"/>
                  </a:cubicBezTo>
                  <a:cubicBezTo>
                    <a:pt x="2" y="120"/>
                    <a:pt x="28" y="148"/>
                    <a:pt x="30" y="150"/>
                  </a:cubicBezTo>
                  <a:cubicBezTo>
                    <a:pt x="32" y="153"/>
                    <a:pt x="38" y="155"/>
                    <a:pt x="41" y="152"/>
                  </a:cubicBezTo>
                  <a:cubicBezTo>
                    <a:pt x="45" y="149"/>
                    <a:pt x="54" y="141"/>
                    <a:pt x="55" y="139"/>
                  </a:cubicBezTo>
                  <a:cubicBezTo>
                    <a:pt x="57" y="138"/>
                    <a:pt x="54" y="122"/>
                    <a:pt x="62" y="116"/>
                  </a:cubicBezTo>
                  <a:close/>
                  <a:moveTo>
                    <a:pt x="177" y="126"/>
                  </a:moveTo>
                  <a:cubicBezTo>
                    <a:pt x="174" y="123"/>
                    <a:pt x="171" y="123"/>
                    <a:pt x="169" y="125"/>
                  </a:cubicBezTo>
                  <a:cubicBezTo>
                    <a:pt x="140" y="150"/>
                    <a:pt x="140" y="150"/>
                    <a:pt x="140" y="150"/>
                  </a:cubicBezTo>
                  <a:cubicBezTo>
                    <a:pt x="138" y="152"/>
                    <a:pt x="137" y="156"/>
                    <a:pt x="139" y="158"/>
                  </a:cubicBezTo>
                  <a:cubicBezTo>
                    <a:pt x="305" y="347"/>
                    <a:pt x="305" y="347"/>
                    <a:pt x="305" y="347"/>
                  </a:cubicBezTo>
                  <a:cubicBezTo>
                    <a:pt x="309" y="352"/>
                    <a:pt x="316" y="352"/>
                    <a:pt x="320" y="348"/>
                  </a:cubicBezTo>
                  <a:cubicBezTo>
                    <a:pt x="340" y="332"/>
                    <a:pt x="340" y="332"/>
                    <a:pt x="340" y="332"/>
                  </a:cubicBezTo>
                  <a:cubicBezTo>
                    <a:pt x="344" y="328"/>
                    <a:pt x="345" y="321"/>
                    <a:pt x="341" y="317"/>
                  </a:cubicBezTo>
                  <a:lnTo>
                    <a:pt x="177" y="126"/>
                  </a:lnTo>
                  <a:close/>
                  <a:moveTo>
                    <a:pt x="398" y="46"/>
                  </a:moveTo>
                  <a:cubicBezTo>
                    <a:pt x="396" y="36"/>
                    <a:pt x="391" y="38"/>
                    <a:pt x="389" y="42"/>
                  </a:cubicBezTo>
                  <a:cubicBezTo>
                    <a:pt x="386" y="46"/>
                    <a:pt x="374" y="64"/>
                    <a:pt x="369" y="72"/>
                  </a:cubicBezTo>
                  <a:cubicBezTo>
                    <a:pt x="364" y="80"/>
                    <a:pt x="353" y="96"/>
                    <a:pt x="331" y="80"/>
                  </a:cubicBezTo>
                  <a:cubicBezTo>
                    <a:pt x="308" y="64"/>
                    <a:pt x="316" y="53"/>
                    <a:pt x="320" y="45"/>
                  </a:cubicBezTo>
                  <a:cubicBezTo>
                    <a:pt x="324" y="38"/>
                    <a:pt x="336" y="16"/>
                    <a:pt x="338" y="13"/>
                  </a:cubicBezTo>
                  <a:cubicBezTo>
                    <a:pt x="340" y="11"/>
                    <a:pt x="338" y="3"/>
                    <a:pt x="330" y="6"/>
                  </a:cubicBezTo>
                  <a:cubicBezTo>
                    <a:pt x="323" y="9"/>
                    <a:pt x="280" y="27"/>
                    <a:pt x="274" y="51"/>
                  </a:cubicBezTo>
                  <a:cubicBezTo>
                    <a:pt x="268" y="76"/>
                    <a:pt x="279" y="99"/>
                    <a:pt x="257" y="121"/>
                  </a:cubicBezTo>
                  <a:cubicBezTo>
                    <a:pt x="230" y="149"/>
                    <a:pt x="230" y="149"/>
                    <a:pt x="230" y="149"/>
                  </a:cubicBezTo>
                  <a:cubicBezTo>
                    <a:pt x="257" y="181"/>
                    <a:pt x="257" y="181"/>
                    <a:pt x="257" y="181"/>
                  </a:cubicBezTo>
                  <a:cubicBezTo>
                    <a:pt x="290" y="149"/>
                    <a:pt x="290" y="149"/>
                    <a:pt x="290" y="149"/>
                  </a:cubicBezTo>
                  <a:cubicBezTo>
                    <a:pt x="298" y="141"/>
                    <a:pt x="315" y="134"/>
                    <a:pt x="330" y="137"/>
                  </a:cubicBezTo>
                  <a:cubicBezTo>
                    <a:pt x="363" y="144"/>
                    <a:pt x="381" y="132"/>
                    <a:pt x="391" y="112"/>
                  </a:cubicBezTo>
                  <a:cubicBezTo>
                    <a:pt x="401" y="94"/>
                    <a:pt x="399" y="56"/>
                    <a:pt x="398" y="46"/>
                  </a:cubicBezTo>
                  <a:close/>
                  <a:moveTo>
                    <a:pt x="55" y="319"/>
                  </a:moveTo>
                  <a:cubicBezTo>
                    <a:pt x="50" y="323"/>
                    <a:pt x="50" y="330"/>
                    <a:pt x="55" y="334"/>
                  </a:cubicBezTo>
                  <a:cubicBezTo>
                    <a:pt x="74" y="353"/>
                    <a:pt x="74" y="353"/>
                    <a:pt x="74" y="353"/>
                  </a:cubicBezTo>
                  <a:cubicBezTo>
                    <a:pt x="78" y="357"/>
                    <a:pt x="84" y="355"/>
                    <a:pt x="89" y="351"/>
                  </a:cubicBezTo>
                  <a:cubicBezTo>
                    <a:pt x="187" y="254"/>
                    <a:pt x="187" y="254"/>
                    <a:pt x="187" y="254"/>
                  </a:cubicBezTo>
                  <a:cubicBezTo>
                    <a:pt x="157" y="220"/>
                    <a:pt x="157" y="220"/>
                    <a:pt x="157" y="220"/>
                  </a:cubicBezTo>
                  <a:lnTo>
                    <a:pt x="55" y="31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Calibri" panose="020F0502020204030204"/>
                <a:cs typeface="+mn-cs"/>
              </a:endParaRPr>
            </a:p>
          </p:txBody>
        </p:sp>
      </p:grpSp>
      <p:pic>
        <p:nvPicPr>
          <p:cNvPr id="64" name="Picture 77" descr="F:\Trabajos\Envato\Graphic River\Mica PPT\mountains.png"/>
          <p:cNvPicPr>
            <a:picLocks noChangeAspect="1" noChangeArrowheads="1"/>
          </p:cNvPicPr>
          <p:nvPr/>
        </p:nvPicPr>
        <p:blipFill rotWithShape="1">
          <a:blip r:embed="rId3" cstate="print">
            <a:extLst>
              <a:ext uri="{BEBA8EAE-BF5A-486C-A8C5-ECC9F3942E4B}">
                <a14:imgProps xmlns:a14="http://schemas.microsoft.com/office/drawing/2010/main">
                  <a14:imgLayer r:embed="rId4">
                    <a14:imgEffect>
                      <a14:brightnessContrast bright="20000" contrast="-40000"/>
                    </a14:imgEffect>
                  </a14:imgLayer>
                </a14:imgProps>
              </a:ext>
              <a:ext uri="{28A0092B-C50C-407E-A947-70E740481C1C}">
                <a14:useLocalDpi xmlns:a14="http://schemas.microsoft.com/office/drawing/2010/main"/>
              </a:ext>
            </a:extLst>
          </a:blip>
          <a:srcRect/>
          <a:stretch/>
        </p:blipFill>
        <p:spPr bwMode="auto">
          <a:xfrm>
            <a:off x="844109" y="3911801"/>
            <a:ext cx="10452934" cy="1376665"/>
          </a:xfrm>
          <a:prstGeom prst="rect">
            <a:avLst/>
          </a:prstGeom>
          <a:noFill/>
          <a:extLst>
            <a:ext uri="{909E8E84-426E-40DD-AFC4-6F175D3DCCD1}">
              <a14:hiddenFill xmlns:a14="http://schemas.microsoft.com/office/drawing/2010/main">
                <a:solidFill>
                  <a:srgbClr val="FFFFFF"/>
                </a:solidFill>
              </a14:hiddenFill>
            </a:ext>
          </a:extLst>
        </p:spPr>
      </p:pic>
      <p:sp>
        <p:nvSpPr>
          <p:cNvPr id="69" name="Content Placeholder 2"/>
          <p:cNvSpPr txBox="1">
            <a:spLocks/>
          </p:cNvSpPr>
          <p:nvPr/>
        </p:nvSpPr>
        <p:spPr>
          <a:xfrm>
            <a:off x="4336807" y="2809894"/>
            <a:ext cx="3133520" cy="595441"/>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rtl="1" fontAlgn="auto">
              <a:spcAft>
                <a:spcPts val="0"/>
              </a:spcAft>
              <a:buNone/>
            </a:pPr>
            <a:r>
              <a:rPr lang="ar-SA" sz="2800" b="1" dirty="0" smtClean="0">
                <a:solidFill>
                  <a:prstClr val="black">
                    <a:lumMod val="75000"/>
                    <a:lumOff val="25000"/>
                  </a:prstClr>
                </a:solidFill>
              </a:rPr>
              <a:t>تغيير </a:t>
            </a:r>
            <a:r>
              <a:rPr lang="ar-SA" sz="2800" b="1" dirty="0">
                <a:solidFill>
                  <a:prstClr val="black">
                    <a:lumMod val="75000"/>
                    <a:lumOff val="25000"/>
                  </a:prstClr>
                </a:solidFill>
              </a:rPr>
              <a:t>الأساليب التعليمية</a:t>
            </a:r>
            <a:endParaRPr lang="en-US" sz="1800" dirty="0">
              <a:solidFill>
                <a:prstClr val="white">
                  <a:lumMod val="65000"/>
                </a:prstClr>
              </a:solidFill>
            </a:endParaRPr>
          </a:p>
        </p:txBody>
      </p:sp>
      <p:sp>
        <p:nvSpPr>
          <p:cNvPr id="71" name="Content Placeholder 2"/>
          <p:cNvSpPr txBox="1">
            <a:spLocks/>
          </p:cNvSpPr>
          <p:nvPr/>
        </p:nvSpPr>
        <p:spPr>
          <a:xfrm>
            <a:off x="250859" y="2844309"/>
            <a:ext cx="3441020" cy="595441"/>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fontAlgn="auto">
              <a:spcAft>
                <a:spcPts val="0"/>
              </a:spcAft>
              <a:buNone/>
            </a:pPr>
            <a:r>
              <a:rPr lang="ar-SA" sz="2800" b="1" dirty="0" smtClean="0">
                <a:solidFill>
                  <a:prstClr val="black">
                    <a:lumMod val="75000"/>
                    <a:lumOff val="25000"/>
                  </a:prstClr>
                </a:solidFill>
              </a:rPr>
              <a:t> </a:t>
            </a:r>
            <a:r>
              <a:rPr lang="ar-SA" sz="2800" b="1" dirty="0">
                <a:solidFill>
                  <a:prstClr val="black">
                    <a:lumMod val="75000"/>
                    <a:lumOff val="25000"/>
                  </a:prstClr>
                </a:solidFill>
              </a:rPr>
              <a:t>زيادة التأكيد على </a:t>
            </a:r>
            <a:r>
              <a:rPr lang="ar-SA" sz="2800" b="1" dirty="0" smtClean="0">
                <a:solidFill>
                  <a:prstClr val="black">
                    <a:lumMod val="75000"/>
                    <a:lumOff val="25000"/>
                  </a:prstClr>
                </a:solidFill>
              </a:rPr>
              <a:t>الابتكار</a:t>
            </a:r>
            <a:endParaRPr lang="en-US" sz="1800" dirty="0">
              <a:solidFill>
                <a:prstClr val="white">
                  <a:lumMod val="65000"/>
                </a:prstClr>
              </a:solidFill>
            </a:endParaRPr>
          </a:p>
        </p:txBody>
      </p:sp>
      <p:sp>
        <p:nvSpPr>
          <p:cNvPr id="43" name="Rectangle 42"/>
          <p:cNvSpPr/>
          <p:nvPr/>
        </p:nvSpPr>
        <p:spPr>
          <a:xfrm rot="5400000">
            <a:off x="5239361" y="-5286205"/>
            <a:ext cx="1631713" cy="12192002"/>
          </a:xfrm>
          <a:prstGeom prst="rect">
            <a:avLst/>
          </a:prstGeom>
          <a:solidFill>
            <a:srgbClr val="E7E6E6">
              <a:lumMod val="25000"/>
            </a:srgbClr>
          </a:solidFill>
          <a:ln w="12700" cap="flat" cmpd="sng" algn="ctr">
            <a:noFill/>
            <a:prstDash val="solid"/>
            <a:miter lim="800000"/>
          </a:ln>
          <a:effectLst/>
        </p:spPr>
        <p:txBody>
          <a:bodyPr rtlCol="0" anchor="ctr"/>
          <a:lstStyle/>
          <a:p>
            <a:pPr algn="ctr" fontAlgn="auto">
              <a:spcBef>
                <a:spcPts val="0"/>
              </a:spcBef>
              <a:spcAft>
                <a:spcPts val="0"/>
              </a:spcAft>
            </a:pPr>
            <a:endParaRPr lang="en-AU" kern="0" smtClean="0">
              <a:solidFill>
                <a:prstClr val="white"/>
              </a:solidFill>
              <a:latin typeface="Roboto Lt"/>
            </a:endParaRPr>
          </a:p>
        </p:txBody>
      </p:sp>
      <p:sp>
        <p:nvSpPr>
          <p:cNvPr id="44" name="TextBox 43"/>
          <p:cNvSpPr txBox="1"/>
          <p:nvPr/>
        </p:nvSpPr>
        <p:spPr>
          <a:xfrm>
            <a:off x="125678" y="505571"/>
            <a:ext cx="11826248" cy="553998"/>
          </a:xfrm>
          <a:prstGeom prst="rect">
            <a:avLst/>
          </a:prstGeom>
          <a:noFill/>
        </p:spPr>
        <p:txBody>
          <a:bodyPr wrap="square" lIns="0" tIns="0" rIns="0" bIns="0" rtlCol="0">
            <a:spAutoFit/>
          </a:bodyPr>
          <a:lstStyle/>
          <a:p>
            <a:pPr algn="r" rtl="1" fontAlgn="auto">
              <a:spcBef>
                <a:spcPts val="0"/>
              </a:spcBef>
              <a:spcAft>
                <a:spcPts val="0"/>
              </a:spcAft>
            </a:pPr>
            <a:r>
              <a:rPr lang="ar-SA" sz="3600" b="1" dirty="0">
                <a:solidFill>
                  <a:prstClr val="white"/>
                </a:solidFill>
                <a:latin typeface="+mn-lt"/>
                <a:cs typeface="+mj-cs"/>
              </a:rPr>
              <a:t> </a:t>
            </a:r>
            <a:r>
              <a:rPr lang="ar-SA" sz="3600" b="1" dirty="0" smtClean="0">
                <a:solidFill>
                  <a:prstClr val="white"/>
                </a:solidFill>
                <a:latin typeface="+mn-lt"/>
                <a:cs typeface="+mj-cs"/>
              </a:rPr>
              <a:t>ج‌</a:t>
            </a:r>
            <a:r>
              <a:rPr lang="en-US" sz="3600" b="1" dirty="0" smtClean="0">
                <a:solidFill>
                  <a:prstClr val="white"/>
                </a:solidFill>
                <a:latin typeface="+mn-lt"/>
                <a:cs typeface="+mj-cs"/>
              </a:rPr>
              <a:t>  - </a:t>
            </a:r>
            <a:r>
              <a:rPr lang="ar-SA" sz="3600" b="1" dirty="0" smtClean="0">
                <a:solidFill>
                  <a:prstClr val="white"/>
                </a:solidFill>
                <a:latin typeface="+mn-lt"/>
                <a:cs typeface="+mj-cs"/>
              </a:rPr>
              <a:t>الحلول </a:t>
            </a:r>
            <a:r>
              <a:rPr lang="ar-SA" sz="3600" b="1" dirty="0">
                <a:solidFill>
                  <a:prstClr val="white"/>
                </a:solidFill>
                <a:latin typeface="+mn-lt"/>
                <a:cs typeface="+mj-cs"/>
              </a:rPr>
              <a:t>المقترحة للتغلب على المعوقات في إطار نظرة مستقبلية تأملية</a:t>
            </a:r>
          </a:p>
        </p:txBody>
      </p:sp>
    </p:spTree>
    <p:extLst>
      <p:ext uri="{BB962C8B-B14F-4D97-AF65-F5344CB8AC3E}">
        <p14:creationId xmlns:p14="http://schemas.microsoft.com/office/powerpoint/2010/main" val="418051592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grpId="0" nodeType="afterEffect">
                                  <p:stCondLst>
                                    <p:cond delay="0"/>
                                  </p:stCondLst>
                                  <p:childTnLst>
                                    <p:set>
                                      <p:cBhvr>
                                        <p:cTn id="6" dur="1" fill="hold">
                                          <p:stCondLst>
                                            <p:cond delay="0"/>
                                          </p:stCondLst>
                                        </p:cTn>
                                        <p:tgtEl>
                                          <p:spTgt spid="43"/>
                                        </p:tgtEl>
                                        <p:attrNameLst>
                                          <p:attrName>style.visibility</p:attrName>
                                        </p:attrNameLst>
                                      </p:cBhvr>
                                      <p:to>
                                        <p:strVal val="visible"/>
                                      </p:to>
                                    </p:set>
                                    <p:animEffect transition="in" filter="wipe(right)">
                                      <p:cBhvr>
                                        <p:cTn id="7" dur="500"/>
                                        <p:tgtEl>
                                          <p:spTgt spid="43"/>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44"/>
                                        </p:tgtEl>
                                        <p:attrNameLst>
                                          <p:attrName>style.visibility</p:attrName>
                                        </p:attrNameLst>
                                      </p:cBhvr>
                                      <p:to>
                                        <p:strVal val="visible"/>
                                      </p:to>
                                    </p:set>
                                    <p:animEffect transition="in" filter="fade">
                                      <p:cBhvr>
                                        <p:cTn id="11" dur="500"/>
                                        <p:tgtEl>
                                          <p:spTgt spid="44"/>
                                        </p:tgtEl>
                                      </p:cBhvr>
                                    </p:animEffect>
                                  </p:childTnLst>
                                </p:cTn>
                              </p:par>
                            </p:childTnLst>
                          </p:cTn>
                        </p:par>
                        <p:par>
                          <p:cTn id="12" fill="hold">
                            <p:stCondLst>
                              <p:cond delay="1000"/>
                            </p:stCondLst>
                            <p:childTnLst>
                              <p:par>
                                <p:cTn id="13" presetID="22" presetClass="entr" presetSubtype="4" fill="hold" nodeType="afterEffect">
                                  <p:stCondLst>
                                    <p:cond delay="0"/>
                                  </p:stCondLst>
                                  <p:childTnLst>
                                    <p:set>
                                      <p:cBhvr>
                                        <p:cTn id="14" dur="1" fill="hold">
                                          <p:stCondLst>
                                            <p:cond delay="0"/>
                                          </p:stCondLst>
                                        </p:cTn>
                                        <p:tgtEl>
                                          <p:spTgt spid="64"/>
                                        </p:tgtEl>
                                        <p:attrNameLst>
                                          <p:attrName>style.visibility</p:attrName>
                                        </p:attrNameLst>
                                      </p:cBhvr>
                                      <p:to>
                                        <p:strVal val="visible"/>
                                      </p:to>
                                    </p:set>
                                    <p:animEffect transition="in" filter="wipe(down)">
                                      <p:cBhvr>
                                        <p:cTn id="15" dur="500"/>
                                        <p:tgtEl>
                                          <p:spTgt spid="64"/>
                                        </p:tgtEl>
                                      </p:cBhvr>
                                    </p:animEffect>
                                  </p:childTnLst>
                                </p:cTn>
                              </p:par>
                            </p:childTnLst>
                          </p:cTn>
                        </p:par>
                        <p:par>
                          <p:cTn id="16" fill="hold">
                            <p:stCondLst>
                              <p:cond delay="1500"/>
                            </p:stCondLst>
                            <p:childTnLst>
                              <p:par>
                                <p:cTn id="17" presetID="22" presetClass="entr" presetSubtype="4" fill="hold" nodeType="afterEffect">
                                  <p:stCondLst>
                                    <p:cond delay="0"/>
                                  </p:stCondLst>
                                  <p:childTnLst>
                                    <p:set>
                                      <p:cBhvr>
                                        <p:cTn id="18" dur="1" fill="hold">
                                          <p:stCondLst>
                                            <p:cond delay="0"/>
                                          </p:stCondLst>
                                        </p:cTn>
                                        <p:tgtEl>
                                          <p:spTgt spid="45"/>
                                        </p:tgtEl>
                                        <p:attrNameLst>
                                          <p:attrName>style.visibility</p:attrName>
                                        </p:attrNameLst>
                                      </p:cBhvr>
                                      <p:to>
                                        <p:strVal val="visible"/>
                                      </p:to>
                                    </p:set>
                                    <p:animEffect transition="in" filter="wipe(down)">
                                      <p:cBhvr>
                                        <p:cTn id="19" dur="500"/>
                                        <p:tgtEl>
                                          <p:spTgt spid="45"/>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71"/>
                                        </p:tgtEl>
                                        <p:attrNameLst>
                                          <p:attrName>style.visibility</p:attrName>
                                        </p:attrNameLst>
                                      </p:cBhvr>
                                      <p:to>
                                        <p:strVal val="visible"/>
                                      </p:to>
                                    </p:set>
                                    <p:animEffect transition="in" filter="fade">
                                      <p:cBhvr>
                                        <p:cTn id="23" dur="500"/>
                                        <p:tgtEl>
                                          <p:spTgt spid="71"/>
                                        </p:tgtEl>
                                      </p:cBhvr>
                                    </p:animEffect>
                                  </p:childTnLst>
                                </p:cTn>
                              </p:par>
                              <p:par>
                                <p:cTn id="24" presetID="47" presetClass="entr" presetSubtype="0" fill="hold" nodeType="withEffect">
                                  <p:stCondLst>
                                    <p:cond delay="0"/>
                                  </p:stCondLst>
                                  <p:childTnLst>
                                    <p:set>
                                      <p:cBhvr>
                                        <p:cTn id="25" dur="1" fill="hold">
                                          <p:stCondLst>
                                            <p:cond delay="0"/>
                                          </p:stCondLst>
                                        </p:cTn>
                                        <p:tgtEl>
                                          <p:spTgt spid="48"/>
                                        </p:tgtEl>
                                        <p:attrNameLst>
                                          <p:attrName>style.visibility</p:attrName>
                                        </p:attrNameLst>
                                      </p:cBhvr>
                                      <p:to>
                                        <p:strVal val="visible"/>
                                      </p:to>
                                    </p:set>
                                    <p:animEffect transition="in" filter="fade">
                                      <p:cBhvr>
                                        <p:cTn id="26" dur="500"/>
                                        <p:tgtEl>
                                          <p:spTgt spid="48"/>
                                        </p:tgtEl>
                                      </p:cBhvr>
                                    </p:animEffect>
                                    <p:anim calcmode="lin" valueType="num">
                                      <p:cBhvr>
                                        <p:cTn id="27" dur="500" fill="hold"/>
                                        <p:tgtEl>
                                          <p:spTgt spid="48"/>
                                        </p:tgtEl>
                                        <p:attrNameLst>
                                          <p:attrName>ppt_x</p:attrName>
                                        </p:attrNameLst>
                                      </p:cBhvr>
                                      <p:tavLst>
                                        <p:tav tm="0">
                                          <p:val>
                                            <p:strVal val="#ppt_x"/>
                                          </p:val>
                                        </p:tav>
                                        <p:tav tm="100000">
                                          <p:val>
                                            <p:strVal val="#ppt_x"/>
                                          </p:val>
                                        </p:tav>
                                      </p:tavLst>
                                    </p:anim>
                                    <p:anim calcmode="lin" valueType="num">
                                      <p:cBhvr>
                                        <p:cTn id="28" dur="500" fill="hold"/>
                                        <p:tgtEl>
                                          <p:spTgt spid="48"/>
                                        </p:tgtEl>
                                        <p:attrNameLst>
                                          <p:attrName>ppt_y</p:attrName>
                                        </p:attrNameLst>
                                      </p:cBhvr>
                                      <p:tavLst>
                                        <p:tav tm="0">
                                          <p:val>
                                            <p:strVal val="#ppt_y-.1"/>
                                          </p:val>
                                        </p:tav>
                                        <p:tav tm="100000">
                                          <p:val>
                                            <p:strVal val="#ppt_y"/>
                                          </p:val>
                                        </p:tav>
                                      </p:tavLst>
                                    </p:anim>
                                  </p:childTnLst>
                                </p:cTn>
                              </p:par>
                            </p:childTnLst>
                          </p:cTn>
                        </p:par>
                        <p:par>
                          <p:cTn id="29" fill="hold">
                            <p:stCondLst>
                              <p:cond delay="2500"/>
                            </p:stCondLst>
                            <p:childTnLst>
                              <p:par>
                                <p:cTn id="30" presetID="22" presetClass="entr" presetSubtype="4" fill="hold" nodeType="afterEffect">
                                  <p:stCondLst>
                                    <p:cond delay="0"/>
                                  </p:stCondLst>
                                  <p:childTnLst>
                                    <p:set>
                                      <p:cBhvr>
                                        <p:cTn id="31" dur="1" fill="hold">
                                          <p:stCondLst>
                                            <p:cond delay="0"/>
                                          </p:stCondLst>
                                        </p:cTn>
                                        <p:tgtEl>
                                          <p:spTgt spid="51"/>
                                        </p:tgtEl>
                                        <p:attrNameLst>
                                          <p:attrName>style.visibility</p:attrName>
                                        </p:attrNameLst>
                                      </p:cBhvr>
                                      <p:to>
                                        <p:strVal val="visible"/>
                                      </p:to>
                                    </p:set>
                                    <p:animEffect transition="in" filter="wipe(down)">
                                      <p:cBhvr>
                                        <p:cTn id="32" dur="500"/>
                                        <p:tgtEl>
                                          <p:spTgt spid="51"/>
                                        </p:tgtEl>
                                      </p:cBhvr>
                                    </p:animEffect>
                                  </p:childTnLst>
                                </p:cTn>
                              </p:par>
                            </p:childTnLst>
                          </p:cTn>
                        </p:par>
                        <p:par>
                          <p:cTn id="33" fill="hold">
                            <p:stCondLst>
                              <p:cond delay="3000"/>
                            </p:stCondLst>
                            <p:childTnLst>
                              <p:par>
                                <p:cTn id="34" presetID="10" presetClass="entr" presetSubtype="0" fill="hold" grpId="0" nodeType="afterEffect">
                                  <p:stCondLst>
                                    <p:cond delay="0"/>
                                  </p:stCondLst>
                                  <p:childTnLst>
                                    <p:set>
                                      <p:cBhvr>
                                        <p:cTn id="35" dur="1" fill="hold">
                                          <p:stCondLst>
                                            <p:cond delay="0"/>
                                          </p:stCondLst>
                                        </p:cTn>
                                        <p:tgtEl>
                                          <p:spTgt spid="69"/>
                                        </p:tgtEl>
                                        <p:attrNameLst>
                                          <p:attrName>style.visibility</p:attrName>
                                        </p:attrNameLst>
                                      </p:cBhvr>
                                      <p:to>
                                        <p:strVal val="visible"/>
                                      </p:to>
                                    </p:set>
                                    <p:animEffect transition="in" filter="fade">
                                      <p:cBhvr>
                                        <p:cTn id="36" dur="500"/>
                                        <p:tgtEl>
                                          <p:spTgt spid="69"/>
                                        </p:tgtEl>
                                      </p:cBhvr>
                                    </p:animEffect>
                                  </p:childTnLst>
                                </p:cTn>
                              </p:par>
                              <p:par>
                                <p:cTn id="37" presetID="47" presetClass="entr" presetSubtype="0" fill="hold" nodeType="withEffect">
                                  <p:stCondLst>
                                    <p:cond delay="0"/>
                                  </p:stCondLst>
                                  <p:childTnLst>
                                    <p:set>
                                      <p:cBhvr>
                                        <p:cTn id="38" dur="1" fill="hold">
                                          <p:stCondLst>
                                            <p:cond delay="0"/>
                                          </p:stCondLst>
                                        </p:cTn>
                                        <p:tgtEl>
                                          <p:spTgt spid="52"/>
                                        </p:tgtEl>
                                        <p:attrNameLst>
                                          <p:attrName>style.visibility</p:attrName>
                                        </p:attrNameLst>
                                      </p:cBhvr>
                                      <p:to>
                                        <p:strVal val="visible"/>
                                      </p:to>
                                    </p:set>
                                    <p:animEffect transition="in" filter="fade">
                                      <p:cBhvr>
                                        <p:cTn id="39" dur="500"/>
                                        <p:tgtEl>
                                          <p:spTgt spid="52"/>
                                        </p:tgtEl>
                                      </p:cBhvr>
                                    </p:animEffect>
                                    <p:anim calcmode="lin" valueType="num">
                                      <p:cBhvr>
                                        <p:cTn id="40" dur="500" fill="hold"/>
                                        <p:tgtEl>
                                          <p:spTgt spid="52"/>
                                        </p:tgtEl>
                                        <p:attrNameLst>
                                          <p:attrName>ppt_x</p:attrName>
                                        </p:attrNameLst>
                                      </p:cBhvr>
                                      <p:tavLst>
                                        <p:tav tm="0">
                                          <p:val>
                                            <p:strVal val="#ppt_x"/>
                                          </p:val>
                                        </p:tav>
                                        <p:tav tm="100000">
                                          <p:val>
                                            <p:strVal val="#ppt_x"/>
                                          </p:val>
                                        </p:tav>
                                      </p:tavLst>
                                    </p:anim>
                                    <p:anim calcmode="lin" valueType="num">
                                      <p:cBhvr>
                                        <p:cTn id="41" dur="500" fill="hold"/>
                                        <p:tgtEl>
                                          <p:spTgt spid="52"/>
                                        </p:tgtEl>
                                        <p:attrNameLst>
                                          <p:attrName>ppt_y</p:attrName>
                                        </p:attrNameLst>
                                      </p:cBhvr>
                                      <p:tavLst>
                                        <p:tav tm="0">
                                          <p:val>
                                            <p:strVal val="#ppt_y-.1"/>
                                          </p:val>
                                        </p:tav>
                                        <p:tav tm="100000">
                                          <p:val>
                                            <p:strVal val="#ppt_y"/>
                                          </p:val>
                                        </p:tav>
                                      </p:tavLst>
                                    </p:anim>
                                  </p:childTnLst>
                                </p:cTn>
                              </p:par>
                            </p:childTnLst>
                          </p:cTn>
                        </p:par>
                        <p:par>
                          <p:cTn id="42" fill="hold">
                            <p:stCondLst>
                              <p:cond delay="3500"/>
                            </p:stCondLst>
                            <p:childTnLst>
                              <p:par>
                                <p:cTn id="43" presetID="22" presetClass="entr" presetSubtype="4" fill="hold" nodeType="afterEffect">
                                  <p:stCondLst>
                                    <p:cond delay="0"/>
                                  </p:stCondLst>
                                  <p:childTnLst>
                                    <p:set>
                                      <p:cBhvr>
                                        <p:cTn id="44" dur="1" fill="hold">
                                          <p:stCondLst>
                                            <p:cond delay="0"/>
                                          </p:stCondLst>
                                        </p:cTn>
                                        <p:tgtEl>
                                          <p:spTgt spid="59"/>
                                        </p:tgtEl>
                                        <p:attrNameLst>
                                          <p:attrName>style.visibility</p:attrName>
                                        </p:attrNameLst>
                                      </p:cBhvr>
                                      <p:to>
                                        <p:strVal val="visible"/>
                                      </p:to>
                                    </p:set>
                                    <p:animEffect transition="in" filter="wipe(down)">
                                      <p:cBhvr>
                                        <p:cTn id="45" dur="500"/>
                                        <p:tgtEl>
                                          <p:spTgt spid="59"/>
                                        </p:tgtEl>
                                      </p:cBhvr>
                                    </p:animEffect>
                                  </p:childTnLst>
                                </p:cTn>
                              </p:par>
                            </p:childTnLst>
                          </p:cTn>
                        </p:par>
                        <p:par>
                          <p:cTn id="46" fill="hold">
                            <p:stCondLst>
                              <p:cond delay="4000"/>
                            </p:stCondLst>
                            <p:childTnLst>
                              <p:par>
                                <p:cTn id="47" presetID="10" presetClass="entr" presetSubtype="0" fill="hold" grpId="0" nodeType="afterEffect">
                                  <p:stCondLst>
                                    <p:cond delay="0"/>
                                  </p:stCondLst>
                                  <p:childTnLst>
                                    <p:set>
                                      <p:cBhvr>
                                        <p:cTn id="48" dur="1" fill="hold">
                                          <p:stCondLst>
                                            <p:cond delay="0"/>
                                          </p:stCondLst>
                                        </p:cTn>
                                        <p:tgtEl>
                                          <p:spTgt spid="60"/>
                                        </p:tgtEl>
                                        <p:attrNameLst>
                                          <p:attrName>style.visibility</p:attrName>
                                        </p:attrNameLst>
                                      </p:cBhvr>
                                      <p:to>
                                        <p:strVal val="visible"/>
                                      </p:to>
                                    </p:set>
                                    <p:animEffect transition="in" filter="fade">
                                      <p:cBhvr>
                                        <p:cTn id="49" dur="500"/>
                                        <p:tgtEl>
                                          <p:spTgt spid="60"/>
                                        </p:tgtEl>
                                      </p:cBhvr>
                                    </p:animEffect>
                                  </p:childTnLst>
                                </p:cTn>
                              </p:par>
                              <p:par>
                                <p:cTn id="50" presetID="47" presetClass="entr" presetSubtype="0" fill="hold" nodeType="withEffect">
                                  <p:stCondLst>
                                    <p:cond delay="0"/>
                                  </p:stCondLst>
                                  <p:childTnLst>
                                    <p:set>
                                      <p:cBhvr>
                                        <p:cTn id="51" dur="1" fill="hold">
                                          <p:stCondLst>
                                            <p:cond delay="0"/>
                                          </p:stCondLst>
                                        </p:cTn>
                                        <p:tgtEl>
                                          <p:spTgt spid="61"/>
                                        </p:tgtEl>
                                        <p:attrNameLst>
                                          <p:attrName>style.visibility</p:attrName>
                                        </p:attrNameLst>
                                      </p:cBhvr>
                                      <p:to>
                                        <p:strVal val="visible"/>
                                      </p:to>
                                    </p:set>
                                    <p:animEffect transition="in" filter="fade">
                                      <p:cBhvr>
                                        <p:cTn id="52" dur="500"/>
                                        <p:tgtEl>
                                          <p:spTgt spid="61"/>
                                        </p:tgtEl>
                                      </p:cBhvr>
                                    </p:animEffect>
                                    <p:anim calcmode="lin" valueType="num">
                                      <p:cBhvr>
                                        <p:cTn id="53" dur="500" fill="hold"/>
                                        <p:tgtEl>
                                          <p:spTgt spid="61"/>
                                        </p:tgtEl>
                                        <p:attrNameLst>
                                          <p:attrName>ppt_x</p:attrName>
                                        </p:attrNameLst>
                                      </p:cBhvr>
                                      <p:tavLst>
                                        <p:tav tm="0">
                                          <p:val>
                                            <p:strVal val="#ppt_x"/>
                                          </p:val>
                                        </p:tav>
                                        <p:tav tm="100000">
                                          <p:val>
                                            <p:strVal val="#ppt_x"/>
                                          </p:val>
                                        </p:tav>
                                      </p:tavLst>
                                    </p:anim>
                                    <p:anim calcmode="lin" valueType="num">
                                      <p:cBhvr>
                                        <p:cTn id="54" dur="500" fill="hold"/>
                                        <p:tgtEl>
                                          <p:spTgt spid="6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0" grpId="0"/>
      <p:bldP spid="69" grpId="0"/>
      <p:bldP spid="71" grpId="0"/>
      <p:bldP spid="43" grpId="0" animBg="1"/>
      <p:bldP spid="44" grpId="0"/>
    </p:bld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46" name="Straight Connector 45"/>
          <p:cNvCxnSpPr/>
          <p:nvPr/>
        </p:nvCxnSpPr>
        <p:spPr>
          <a:xfrm>
            <a:off x="2640646" y="3743622"/>
            <a:ext cx="0" cy="752986"/>
          </a:xfrm>
          <a:prstGeom prst="line">
            <a:avLst/>
          </a:prstGeom>
          <a:ln w="2857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p:nvCxnSpPr>
        <p:spPr>
          <a:xfrm>
            <a:off x="6340696" y="3640584"/>
            <a:ext cx="0" cy="959549"/>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grpSp>
        <p:nvGrpSpPr>
          <p:cNvPr id="52" name="Group 51"/>
          <p:cNvGrpSpPr/>
          <p:nvPr/>
        </p:nvGrpSpPr>
        <p:grpSpPr>
          <a:xfrm>
            <a:off x="6135272" y="2062983"/>
            <a:ext cx="418280" cy="418280"/>
            <a:chOff x="4158893" y="1506251"/>
            <a:chExt cx="418280" cy="418280"/>
          </a:xfrm>
        </p:grpSpPr>
        <p:sp>
          <p:nvSpPr>
            <p:cNvPr id="53" name="Teardrop 52"/>
            <p:cNvSpPr/>
            <p:nvPr/>
          </p:nvSpPr>
          <p:spPr>
            <a:xfrm rot="8100000">
              <a:off x="4158893" y="1506251"/>
              <a:ext cx="418280" cy="418280"/>
            </a:xfrm>
            <a:prstGeom prst="teardrop">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54" name="Freeform 11"/>
            <p:cNvSpPr>
              <a:spLocks/>
            </p:cNvSpPr>
            <p:nvPr/>
          </p:nvSpPr>
          <p:spPr bwMode="auto">
            <a:xfrm>
              <a:off x="4238052" y="1639825"/>
              <a:ext cx="258741" cy="168209"/>
            </a:xfrm>
            <a:custGeom>
              <a:avLst/>
              <a:gdLst>
                <a:gd name="T0" fmla="*/ 304 w 400"/>
                <a:gd name="T1" fmla="*/ 73 h 260"/>
                <a:gd name="T2" fmla="*/ 288 w 400"/>
                <a:gd name="T3" fmla="*/ 74 h 260"/>
                <a:gd name="T4" fmla="*/ 186 w 400"/>
                <a:gd name="T5" fmla="*/ 0 h 260"/>
                <a:gd name="T6" fmla="*/ 80 w 400"/>
                <a:gd name="T7" fmla="*/ 104 h 260"/>
                <a:gd name="T8" fmla="*/ 81 w 400"/>
                <a:gd name="T9" fmla="*/ 119 h 260"/>
                <a:gd name="T10" fmla="*/ 72 w 400"/>
                <a:gd name="T11" fmla="*/ 118 h 260"/>
                <a:gd name="T12" fmla="*/ 0 w 400"/>
                <a:gd name="T13" fmla="*/ 189 h 260"/>
                <a:gd name="T14" fmla="*/ 72 w 400"/>
                <a:gd name="T15" fmla="*/ 260 h 260"/>
                <a:gd name="T16" fmla="*/ 172 w 400"/>
                <a:gd name="T17" fmla="*/ 260 h 260"/>
                <a:gd name="T18" fmla="*/ 172 w 400"/>
                <a:gd name="T19" fmla="*/ 184 h 260"/>
                <a:gd name="T20" fmla="*/ 130 w 400"/>
                <a:gd name="T21" fmla="*/ 184 h 260"/>
                <a:gd name="T22" fmla="*/ 200 w 400"/>
                <a:gd name="T23" fmla="*/ 92 h 260"/>
                <a:gd name="T24" fmla="*/ 270 w 400"/>
                <a:gd name="T25" fmla="*/ 184 h 260"/>
                <a:gd name="T26" fmla="*/ 228 w 400"/>
                <a:gd name="T27" fmla="*/ 184 h 260"/>
                <a:gd name="T28" fmla="*/ 228 w 400"/>
                <a:gd name="T29" fmla="*/ 260 h 260"/>
                <a:gd name="T30" fmla="*/ 304 w 400"/>
                <a:gd name="T31" fmla="*/ 260 h 260"/>
                <a:gd name="T32" fmla="*/ 400 w 400"/>
                <a:gd name="T33" fmla="*/ 166 h 260"/>
                <a:gd name="T34" fmla="*/ 304 w 400"/>
                <a:gd name="T35" fmla="*/ 73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00" h="260">
                  <a:moveTo>
                    <a:pt x="304" y="73"/>
                  </a:moveTo>
                  <a:cubicBezTo>
                    <a:pt x="298" y="73"/>
                    <a:pt x="293" y="73"/>
                    <a:pt x="288" y="74"/>
                  </a:cubicBezTo>
                  <a:cubicBezTo>
                    <a:pt x="275" y="31"/>
                    <a:pt x="234" y="0"/>
                    <a:pt x="186" y="0"/>
                  </a:cubicBezTo>
                  <a:cubicBezTo>
                    <a:pt x="127" y="0"/>
                    <a:pt x="80" y="46"/>
                    <a:pt x="80" y="104"/>
                  </a:cubicBezTo>
                  <a:cubicBezTo>
                    <a:pt x="80" y="109"/>
                    <a:pt x="80" y="114"/>
                    <a:pt x="81" y="119"/>
                  </a:cubicBezTo>
                  <a:cubicBezTo>
                    <a:pt x="78" y="119"/>
                    <a:pt x="75" y="118"/>
                    <a:pt x="72" y="118"/>
                  </a:cubicBezTo>
                  <a:cubicBezTo>
                    <a:pt x="32" y="118"/>
                    <a:pt x="0" y="150"/>
                    <a:pt x="0" y="189"/>
                  </a:cubicBezTo>
                  <a:cubicBezTo>
                    <a:pt x="0" y="228"/>
                    <a:pt x="32" y="260"/>
                    <a:pt x="72" y="260"/>
                  </a:cubicBezTo>
                  <a:cubicBezTo>
                    <a:pt x="172" y="260"/>
                    <a:pt x="172" y="260"/>
                    <a:pt x="172" y="260"/>
                  </a:cubicBezTo>
                  <a:cubicBezTo>
                    <a:pt x="172" y="184"/>
                    <a:pt x="172" y="184"/>
                    <a:pt x="172" y="184"/>
                  </a:cubicBezTo>
                  <a:cubicBezTo>
                    <a:pt x="130" y="184"/>
                    <a:pt x="130" y="184"/>
                    <a:pt x="130" y="184"/>
                  </a:cubicBezTo>
                  <a:cubicBezTo>
                    <a:pt x="200" y="92"/>
                    <a:pt x="200" y="92"/>
                    <a:pt x="200" y="92"/>
                  </a:cubicBezTo>
                  <a:cubicBezTo>
                    <a:pt x="270" y="184"/>
                    <a:pt x="270" y="184"/>
                    <a:pt x="270" y="184"/>
                  </a:cubicBezTo>
                  <a:cubicBezTo>
                    <a:pt x="228" y="184"/>
                    <a:pt x="228" y="184"/>
                    <a:pt x="228" y="184"/>
                  </a:cubicBezTo>
                  <a:cubicBezTo>
                    <a:pt x="228" y="260"/>
                    <a:pt x="228" y="260"/>
                    <a:pt x="228" y="260"/>
                  </a:cubicBezTo>
                  <a:cubicBezTo>
                    <a:pt x="304" y="260"/>
                    <a:pt x="304" y="260"/>
                    <a:pt x="304" y="260"/>
                  </a:cubicBezTo>
                  <a:cubicBezTo>
                    <a:pt x="357" y="260"/>
                    <a:pt x="400" y="218"/>
                    <a:pt x="400" y="166"/>
                  </a:cubicBezTo>
                  <a:cubicBezTo>
                    <a:pt x="400" y="115"/>
                    <a:pt x="357" y="73"/>
                    <a:pt x="304" y="73"/>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Calibri" panose="020F0502020204030204"/>
                <a:cs typeface="+mn-cs"/>
              </a:endParaRPr>
            </a:p>
          </p:txBody>
        </p:sp>
      </p:grpSp>
      <p:grpSp>
        <p:nvGrpSpPr>
          <p:cNvPr id="55" name="Group 54"/>
          <p:cNvGrpSpPr/>
          <p:nvPr/>
        </p:nvGrpSpPr>
        <p:grpSpPr>
          <a:xfrm>
            <a:off x="2400835" y="2262820"/>
            <a:ext cx="418280" cy="418280"/>
            <a:chOff x="2708324" y="1506251"/>
            <a:chExt cx="418280" cy="418280"/>
          </a:xfrm>
        </p:grpSpPr>
        <p:sp>
          <p:nvSpPr>
            <p:cNvPr id="56" name="Teardrop 55"/>
            <p:cNvSpPr/>
            <p:nvPr/>
          </p:nvSpPr>
          <p:spPr>
            <a:xfrm rot="8100000">
              <a:off x="2708324" y="1506251"/>
              <a:ext cx="418280" cy="418280"/>
            </a:xfrm>
            <a:prstGeom prst="teardrop">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57" name="Freeform 16"/>
            <p:cNvSpPr>
              <a:spLocks noEditPoints="1"/>
            </p:cNvSpPr>
            <p:nvPr/>
          </p:nvSpPr>
          <p:spPr bwMode="auto">
            <a:xfrm>
              <a:off x="2796143" y="1604602"/>
              <a:ext cx="239343" cy="239070"/>
            </a:xfrm>
            <a:custGeom>
              <a:avLst/>
              <a:gdLst>
                <a:gd name="T0" fmla="*/ 183 w 371"/>
                <a:gd name="T1" fmla="*/ 1 h 370"/>
                <a:gd name="T2" fmla="*/ 2 w 371"/>
                <a:gd name="T3" fmla="*/ 187 h 370"/>
                <a:gd name="T4" fmla="*/ 188 w 371"/>
                <a:gd name="T5" fmla="*/ 369 h 370"/>
                <a:gd name="T6" fmla="*/ 370 w 371"/>
                <a:gd name="T7" fmla="*/ 182 h 370"/>
                <a:gd name="T8" fmla="*/ 183 w 371"/>
                <a:gd name="T9" fmla="*/ 1 h 370"/>
                <a:gd name="T10" fmla="*/ 184 w 371"/>
                <a:gd name="T11" fmla="*/ 25 h 370"/>
                <a:gd name="T12" fmla="*/ 260 w 371"/>
                <a:gd name="T13" fmla="*/ 43 h 370"/>
                <a:gd name="T14" fmla="*/ 235 w 371"/>
                <a:gd name="T15" fmla="*/ 84 h 370"/>
                <a:gd name="T16" fmla="*/ 186 w 371"/>
                <a:gd name="T17" fmla="*/ 73 h 370"/>
                <a:gd name="T18" fmla="*/ 137 w 371"/>
                <a:gd name="T19" fmla="*/ 84 h 370"/>
                <a:gd name="T20" fmla="*/ 112 w 371"/>
                <a:gd name="T21" fmla="*/ 43 h 370"/>
                <a:gd name="T22" fmla="*/ 184 w 371"/>
                <a:gd name="T23" fmla="*/ 25 h 370"/>
                <a:gd name="T24" fmla="*/ 85 w 371"/>
                <a:gd name="T25" fmla="*/ 234 h 370"/>
                <a:gd name="T26" fmla="*/ 44 w 371"/>
                <a:gd name="T27" fmla="*/ 259 h 370"/>
                <a:gd name="T28" fmla="*/ 26 w 371"/>
                <a:gd name="T29" fmla="*/ 187 h 370"/>
                <a:gd name="T30" fmla="*/ 44 w 371"/>
                <a:gd name="T31" fmla="*/ 111 h 370"/>
                <a:gd name="T32" fmla="*/ 85 w 371"/>
                <a:gd name="T33" fmla="*/ 136 h 370"/>
                <a:gd name="T34" fmla="*/ 74 w 371"/>
                <a:gd name="T35" fmla="*/ 185 h 370"/>
                <a:gd name="T36" fmla="*/ 85 w 371"/>
                <a:gd name="T37" fmla="*/ 234 h 370"/>
                <a:gd name="T38" fmla="*/ 188 w 371"/>
                <a:gd name="T39" fmla="*/ 345 h 370"/>
                <a:gd name="T40" fmla="*/ 112 w 371"/>
                <a:gd name="T41" fmla="*/ 327 h 370"/>
                <a:gd name="T42" fmla="*/ 137 w 371"/>
                <a:gd name="T43" fmla="*/ 286 h 370"/>
                <a:gd name="T44" fmla="*/ 186 w 371"/>
                <a:gd name="T45" fmla="*/ 297 h 370"/>
                <a:gd name="T46" fmla="*/ 235 w 371"/>
                <a:gd name="T47" fmla="*/ 286 h 370"/>
                <a:gd name="T48" fmla="*/ 260 w 371"/>
                <a:gd name="T49" fmla="*/ 327 h 370"/>
                <a:gd name="T50" fmla="*/ 188 w 371"/>
                <a:gd name="T51" fmla="*/ 345 h 370"/>
                <a:gd name="T52" fmla="*/ 186 w 371"/>
                <a:gd name="T53" fmla="*/ 273 h 370"/>
                <a:gd name="T54" fmla="*/ 98 w 371"/>
                <a:gd name="T55" fmla="*/ 185 h 370"/>
                <a:gd name="T56" fmla="*/ 186 w 371"/>
                <a:gd name="T57" fmla="*/ 97 h 370"/>
                <a:gd name="T58" fmla="*/ 274 w 371"/>
                <a:gd name="T59" fmla="*/ 185 h 370"/>
                <a:gd name="T60" fmla="*/ 186 w 371"/>
                <a:gd name="T61" fmla="*/ 273 h 370"/>
                <a:gd name="T62" fmla="*/ 286 w 371"/>
                <a:gd name="T63" fmla="*/ 234 h 370"/>
                <a:gd name="T64" fmla="*/ 298 w 371"/>
                <a:gd name="T65" fmla="*/ 185 h 370"/>
                <a:gd name="T66" fmla="*/ 286 w 371"/>
                <a:gd name="T67" fmla="*/ 136 h 370"/>
                <a:gd name="T68" fmla="*/ 328 w 371"/>
                <a:gd name="T69" fmla="*/ 111 h 370"/>
                <a:gd name="T70" fmla="*/ 346 w 371"/>
                <a:gd name="T71" fmla="*/ 183 h 370"/>
                <a:gd name="T72" fmla="*/ 328 w 371"/>
                <a:gd name="T73" fmla="*/ 259 h 370"/>
                <a:gd name="T74" fmla="*/ 286 w 371"/>
                <a:gd name="T75" fmla="*/ 234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71" h="370">
                  <a:moveTo>
                    <a:pt x="183" y="1"/>
                  </a:moveTo>
                  <a:cubicBezTo>
                    <a:pt x="82" y="2"/>
                    <a:pt x="0" y="86"/>
                    <a:pt x="2" y="187"/>
                  </a:cubicBezTo>
                  <a:cubicBezTo>
                    <a:pt x="3" y="289"/>
                    <a:pt x="87" y="370"/>
                    <a:pt x="188" y="369"/>
                  </a:cubicBezTo>
                  <a:cubicBezTo>
                    <a:pt x="290" y="368"/>
                    <a:pt x="371" y="284"/>
                    <a:pt x="370" y="182"/>
                  </a:cubicBezTo>
                  <a:cubicBezTo>
                    <a:pt x="368" y="81"/>
                    <a:pt x="285" y="0"/>
                    <a:pt x="183" y="1"/>
                  </a:cubicBezTo>
                  <a:close/>
                  <a:moveTo>
                    <a:pt x="184" y="25"/>
                  </a:moveTo>
                  <a:cubicBezTo>
                    <a:pt x="211" y="25"/>
                    <a:pt x="237" y="31"/>
                    <a:pt x="260" y="43"/>
                  </a:cubicBezTo>
                  <a:cubicBezTo>
                    <a:pt x="235" y="84"/>
                    <a:pt x="235" y="84"/>
                    <a:pt x="235" y="84"/>
                  </a:cubicBezTo>
                  <a:cubicBezTo>
                    <a:pt x="220" y="77"/>
                    <a:pt x="203" y="73"/>
                    <a:pt x="186" y="73"/>
                  </a:cubicBezTo>
                  <a:cubicBezTo>
                    <a:pt x="168" y="73"/>
                    <a:pt x="151" y="77"/>
                    <a:pt x="137" y="84"/>
                  </a:cubicBezTo>
                  <a:cubicBezTo>
                    <a:pt x="112" y="43"/>
                    <a:pt x="112" y="43"/>
                    <a:pt x="112" y="43"/>
                  </a:cubicBezTo>
                  <a:cubicBezTo>
                    <a:pt x="133" y="32"/>
                    <a:pt x="158" y="25"/>
                    <a:pt x="184" y="25"/>
                  </a:cubicBezTo>
                  <a:close/>
                  <a:moveTo>
                    <a:pt x="85" y="234"/>
                  </a:moveTo>
                  <a:cubicBezTo>
                    <a:pt x="44" y="259"/>
                    <a:pt x="44" y="259"/>
                    <a:pt x="44" y="259"/>
                  </a:cubicBezTo>
                  <a:cubicBezTo>
                    <a:pt x="33" y="237"/>
                    <a:pt x="26" y="213"/>
                    <a:pt x="26" y="187"/>
                  </a:cubicBezTo>
                  <a:cubicBezTo>
                    <a:pt x="25" y="160"/>
                    <a:pt x="32" y="134"/>
                    <a:pt x="44" y="111"/>
                  </a:cubicBezTo>
                  <a:cubicBezTo>
                    <a:pt x="85" y="136"/>
                    <a:pt x="85" y="136"/>
                    <a:pt x="85" y="136"/>
                  </a:cubicBezTo>
                  <a:cubicBezTo>
                    <a:pt x="78" y="151"/>
                    <a:pt x="74" y="167"/>
                    <a:pt x="74" y="185"/>
                  </a:cubicBezTo>
                  <a:cubicBezTo>
                    <a:pt x="74" y="203"/>
                    <a:pt x="78" y="219"/>
                    <a:pt x="85" y="234"/>
                  </a:cubicBezTo>
                  <a:close/>
                  <a:moveTo>
                    <a:pt x="188" y="345"/>
                  </a:moveTo>
                  <a:cubicBezTo>
                    <a:pt x="161" y="345"/>
                    <a:pt x="135" y="339"/>
                    <a:pt x="112" y="327"/>
                  </a:cubicBezTo>
                  <a:cubicBezTo>
                    <a:pt x="137" y="286"/>
                    <a:pt x="137" y="286"/>
                    <a:pt x="137" y="286"/>
                  </a:cubicBezTo>
                  <a:cubicBezTo>
                    <a:pt x="151" y="293"/>
                    <a:pt x="168" y="297"/>
                    <a:pt x="186" y="297"/>
                  </a:cubicBezTo>
                  <a:cubicBezTo>
                    <a:pt x="203" y="297"/>
                    <a:pt x="220" y="293"/>
                    <a:pt x="235" y="286"/>
                  </a:cubicBezTo>
                  <a:cubicBezTo>
                    <a:pt x="260" y="327"/>
                    <a:pt x="260" y="327"/>
                    <a:pt x="260" y="327"/>
                  </a:cubicBezTo>
                  <a:cubicBezTo>
                    <a:pt x="238" y="338"/>
                    <a:pt x="214" y="345"/>
                    <a:pt x="188" y="345"/>
                  </a:cubicBezTo>
                  <a:close/>
                  <a:moveTo>
                    <a:pt x="186" y="273"/>
                  </a:moveTo>
                  <a:cubicBezTo>
                    <a:pt x="137" y="273"/>
                    <a:pt x="98" y="233"/>
                    <a:pt x="98" y="185"/>
                  </a:cubicBezTo>
                  <a:cubicBezTo>
                    <a:pt x="98" y="136"/>
                    <a:pt x="137" y="97"/>
                    <a:pt x="186" y="97"/>
                  </a:cubicBezTo>
                  <a:cubicBezTo>
                    <a:pt x="234" y="97"/>
                    <a:pt x="274" y="136"/>
                    <a:pt x="274" y="185"/>
                  </a:cubicBezTo>
                  <a:cubicBezTo>
                    <a:pt x="274" y="233"/>
                    <a:pt x="234" y="273"/>
                    <a:pt x="186" y="273"/>
                  </a:cubicBezTo>
                  <a:close/>
                  <a:moveTo>
                    <a:pt x="286" y="234"/>
                  </a:moveTo>
                  <a:cubicBezTo>
                    <a:pt x="294" y="219"/>
                    <a:pt x="298" y="203"/>
                    <a:pt x="298" y="185"/>
                  </a:cubicBezTo>
                  <a:cubicBezTo>
                    <a:pt x="298" y="167"/>
                    <a:pt x="294" y="151"/>
                    <a:pt x="286" y="136"/>
                  </a:cubicBezTo>
                  <a:cubicBezTo>
                    <a:pt x="328" y="111"/>
                    <a:pt x="328" y="111"/>
                    <a:pt x="328" y="111"/>
                  </a:cubicBezTo>
                  <a:cubicBezTo>
                    <a:pt x="339" y="133"/>
                    <a:pt x="345" y="157"/>
                    <a:pt x="346" y="183"/>
                  </a:cubicBezTo>
                  <a:cubicBezTo>
                    <a:pt x="346" y="210"/>
                    <a:pt x="340" y="236"/>
                    <a:pt x="328" y="259"/>
                  </a:cubicBezTo>
                  <a:lnTo>
                    <a:pt x="286" y="23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Calibri" panose="020F0502020204030204"/>
                <a:cs typeface="+mn-cs"/>
              </a:endParaRPr>
            </a:p>
          </p:txBody>
        </p:sp>
      </p:grpSp>
      <p:cxnSp>
        <p:nvCxnSpPr>
          <p:cNvPr id="58" name="Straight Connector 57"/>
          <p:cNvCxnSpPr/>
          <p:nvPr/>
        </p:nvCxnSpPr>
        <p:spPr>
          <a:xfrm>
            <a:off x="9757676" y="4200195"/>
            <a:ext cx="0" cy="752986"/>
          </a:xfrm>
          <a:prstGeom prst="line">
            <a:avLst/>
          </a:prstGeom>
          <a:ln w="28575">
            <a:solidFill>
              <a:schemeClr val="accent4"/>
            </a:solidFill>
          </a:ln>
        </p:spPr>
        <p:style>
          <a:lnRef idx="1">
            <a:schemeClr val="accent1"/>
          </a:lnRef>
          <a:fillRef idx="0">
            <a:schemeClr val="accent1"/>
          </a:fillRef>
          <a:effectRef idx="0">
            <a:schemeClr val="accent1"/>
          </a:effectRef>
          <a:fontRef idx="minor">
            <a:schemeClr val="tx1"/>
          </a:fontRef>
        </p:style>
      </p:cxnSp>
      <p:pic>
        <p:nvPicPr>
          <p:cNvPr id="64" name="Picture 77" descr="F:\Trabajos\Envato\Graphic River\Mica PPT\mountains.png"/>
          <p:cNvPicPr>
            <a:picLocks noChangeAspect="1" noChangeArrowheads="1"/>
          </p:cNvPicPr>
          <p:nvPr/>
        </p:nvPicPr>
        <p:blipFill rotWithShape="1">
          <a:blip r:embed="rId3" cstate="print">
            <a:extLst>
              <a:ext uri="{BEBA8EAE-BF5A-486C-A8C5-ECC9F3942E4B}">
                <a14:imgProps xmlns:a14="http://schemas.microsoft.com/office/drawing/2010/main">
                  <a14:imgLayer r:embed="rId4">
                    <a14:imgEffect>
                      <a14:brightnessContrast bright="20000" contrast="-40000"/>
                    </a14:imgEffect>
                  </a14:imgLayer>
                </a14:imgProps>
              </a:ext>
              <a:ext uri="{28A0092B-C50C-407E-A947-70E740481C1C}">
                <a14:useLocalDpi xmlns:a14="http://schemas.microsoft.com/office/drawing/2010/main"/>
              </a:ext>
            </a:extLst>
          </a:blip>
          <a:srcRect/>
          <a:stretch/>
        </p:blipFill>
        <p:spPr bwMode="auto">
          <a:xfrm>
            <a:off x="844109" y="3911801"/>
            <a:ext cx="10452934" cy="1376665"/>
          </a:xfrm>
          <a:prstGeom prst="rect">
            <a:avLst/>
          </a:prstGeom>
          <a:noFill/>
          <a:extLst>
            <a:ext uri="{909E8E84-426E-40DD-AFC4-6F175D3DCCD1}">
              <a14:hiddenFill xmlns:a14="http://schemas.microsoft.com/office/drawing/2010/main">
                <a:solidFill>
                  <a:srgbClr val="FFFFFF"/>
                </a:solidFill>
              </a14:hiddenFill>
            </a:ext>
          </a:extLst>
        </p:spPr>
      </p:pic>
      <p:grpSp>
        <p:nvGrpSpPr>
          <p:cNvPr id="65" name="Group 64"/>
          <p:cNvGrpSpPr/>
          <p:nvPr/>
        </p:nvGrpSpPr>
        <p:grpSpPr>
          <a:xfrm>
            <a:off x="9548536" y="2391101"/>
            <a:ext cx="418280" cy="418280"/>
            <a:chOff x="5665857" y="1506251"/>
            <a:chExt cx="418280" cy="418280"/>
          </a:xfrm>
        </p:grpSpPr>
        <p:sp>
          <p:nvSpPr>
            <p:cNvPr id="66" name="Teardrop 65"/>
            <p:cNvSpPr/>
            <p:nvPr/>
          </p:nvSpPr>
          <p:spPr>
            <a:xfrm rot="8100000">
              <a:off x="5665857" y="1506251"/>
              <a:ext cx="418280" cy="418280"/>
            </a:xfrm>
            <a:prstGeom prst="teardrop">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67" name="Freeform 26"/>
            <p:cNvSpPr>
              <a:spLocks noEditPoints="1"/>
            </p:cNvSpPr>
            <p:nvPr/>
          </p:nvSpPr>
          <p:spPr bwMode="auto">
            <a:xfrm>
              <a:off x="5795163" y="1614232"/>
              <a:ext cx="175570" cy="219811"/>
            </a:xfrm>
            <a:custGeom>
              <a:avLst/>
              <a:gdLst>
                <a:gd name="T0" fmla="*/ 311 w 321"/>
                <a:gd name="T1" fmla="*/ 99 h 402"/>
                <a:gd name="T2" fmla="*/ 189 w 321"/>
                <a:gd name="T3" fmla="*/ 11 h 402"/>
                <a:gd name="T4" fmla="*/ 94 w 321"/>
                <a:gd name="T5" fmla="*/ 126 h 402"/>
                <a:gd name="T6" fmla="*/ 109 w 321"/>
                <a:gd name="T7" fmla="*/ 174 h 402"/>
                <a:gd name="T8" fmla="*/ 6 w 321"/>
                <a:gd name="T9" fmla="*/ 328 h 402"/>
                <a:gd name="T10" fmla="*/ 1 w 321"/>
                <a:gd name="T11" fmla="*/ 351 h 402"/>
                <a:gd name="T12" fmla="*/ 8 w 321"/>
                <a:gd name="T13" fmla="*/ 390 h 402"/>
                <a:gd name="T14" fmla="*/ 22 w 321"/>
                <a:gd name="T15" fmla="*/ 401 h 402"/>
                <a:gd name="T16" fmla="*/ 52 w 321"/>
                <a:gd name="T17" fmla="*/ 395 h 402"/>
                <a:gd name="T18" fmla="*/ 71 w 321"/>
                <a:gd name="T19" fmla="*/ 382 h 402"/>
                <a:gd name="T20" fmla="*/ 111 w 321"/>
                <a:gd name="T21" fmla="*/ 316 h 402"/>
                <a:gd name="T22" fmla="*/ 112 w 321"/>
                <a:gd name="T23" fmla="*/ 316 h 402"/>
                <a:gd name="T24" fmla="*/ 140 w 321"/>
                <a:gd name="T25" fmla="*/ 311 h 402"/>
                <a:gd name="T26" fmla="*/ 187 w 321"/>
                <a:gd name="T27" fmla="*/ 233 h 402"/>
                <a:gd name="T28" fmla="*/ 239 w 321"/>
                <a:gd name="T29" fmla="*/ 232 h 402"/>
                <a:gd name="T30" fmla="*/ 311 w 321"/>
                <a:gd name="T31" fmla="*/ 99 h 402"/>
                <a:gd name="T32" fmla="*/ 260 w 321"/>
                <a:gd name="T33" fmla="*/ 130 h 402"/>
                <a:gd name="T34" fmla="*/ 206 w 321"/>
                <a:gd name="T35" fmla="*/ 120 h 402"/>
                <a:gd name="T36" fmla="*/ 179 w 321"/>
                <a:gd name="T37" fmla="*/ 71 h 402"/>
                <a:gd name="T38" fmla="*/ 248 w 321"/>
                <a:gd name="T39" fmla="*/ 58 h 402"/>
                <a:gd name="T40" fmla="*/ 260 w 321"/>
                <a:gd name="T41" fmla="*/ 130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1" h="402">
                  <a:moveTo>
                    <a:pt x="311" y="99"/>
                  </a:moveTo>
                  <a:cubicBezTo>
                    <a:pt x="301" y="40"/>
                    <a:pt x="246" y="0"/>
                    <a:pt x="189" y="11"/>
                  </a:cubicBezTo>
                  <a:cubicBezTo>
                    <a:pt x="132" y="21"/>
                    <a:pt x="84" y="67"/>
                    <a:pt x="94" y="126"/>
                  </a:cubicBezTo>
                  <a:cubicBezTo>
                    <a:pt x="96" y="139"/>
                    <a:pt x="102" y="159"/>
                    <a:pt x="109" y="174"/>
                  </a:cubicBezTo>
                  <a:cubicBezTo>
                    <a:pt x="6" y="328"/>
                    <a:pt x="6" y="328"/>
                    <a:pt x="6" y="328"/>
                  </a:cubicBezTo>
                  <a:cubicBezTo>
                    <a:pt x="2" y="334"/>
                    <a:pt x="0" y="344"/>
                    <a:pt x="1" y="351"/>
                  </a:cubicBezTo>
                  <a:cubicBezTo>
                    <a:pt x="8" y="390"/>
                    <a:pt x="8" y="390"/>
                    <a:pt x="8" y="390"/>
                  </a:cubicBezTo>
                  <a:cubicBezTo>
                    <a:pt x="9" y="397"/>
                    <a:pt x="15" y="402"/>
                    <a:pt x="22" y="401"/>
                  </a:cubicBezTo>
                  <a:cubicBezTo>
                    <a:pt x="52" y="395"/>
                    <a:pt x="52" y="395"/>
                    <a:pt x="52" y="395"/>
                  </a:cubicBezTo>
                  <a:cubicBezTo>
                    <a:pt x="59" y="394"/>
                    <a:pt x="67" y="388"/>
                    <a:pt x="71" y="382"/>
                  </a:cubicBezTo>
                  <a:cubicBezTo>
                    <a:pt x="111" y="316"/>
                    <a:pt x="111" y="316"/>
                    <a:pt x="111" y="316"/>
                  </a:cubicBezTo>
                  <a:cubicBezTo>
                    <a:pt x="112" y="316"/>
                    <a:pt x="112" y="316"/>
                    <a:pt x="112" y="316"/>
                  </a:cubicBezTo>
                  <a:cubicBezTo>
                    <a:pt x="140" y="311"/>
                    <a:pt x="140" y="311"/>
                    <a:pt x="140" y="311"/>
                  </a:cubicBezTo>
                  <a:cubicBezTo>
                    <a:pt x="187" y="233"/>
                    <a:pt x="187" y="233"/>
                    <a:pt x="187" y="233"/>
                  </a:cubicBezTo>
                  <a:cubicBezTo>
                    <a:pt x="203" y="236"/>
                    <a:pt x="226" y="235"/>
                    <a:pt x="239" y="232"/>
                  </a:cubicBezTo>
                  <a:cubicBezTo>
                    <a:pt x="296" y="222"/>
                    <a:pt x="321" y="159"/>
                    <a:pt x="311" y="99"/>
                  </a:cubicBezTo>
                  <a:close/>
                  <a:moveTo>
                    <a:pt x="260" y="130"/>
                  </a:moveTo>
                  <a:cubicBezTo>
                    <a:pt x="244" y="153"/>
                    <a:pt x="228" y="137"/>
                    <a:pt x="206" y="120"/>
                  </a:cubicBezTo>
                  <a:cubicBezTo>
                    <a:pt x="184" y="104"/>
                    <a:pt x="163" y="94"/>
                    <a:pt x="179" y="71"/>
                  </a:cubicBezTo>
                  <a:cubicBezTo>
                    <a:pt x="195" y="47"/>
                    <a:pt x="226" y="42"/>
                    <a:pt x="248" y="58"/>
                  </a:cubicBezTo>
                  <a:cubicBezTo>
                    <a:pt x="270" y="74"/>
                    <a:pt x="276" y="107"/>
                    <a:pt x="260" y="13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Calibri" panose="020F0502020204030204"/>
                <a:cs typeface="+mn-cs"/>
              </a:endParaRPr>
            </a:p>
          </p:txBody>
        </p:sp>
      </p:grpSp>
      <p:sp>
        <p:nvSpPr>
          <p:cNvPr id="68" name="Content Placeholder 2"/>
          <p:cNvSpPr txBox="1">
            <a:spLocks/>
          </p:cNvSpPr>
          <p:nvPr/>
        </p:nvSpPr>
        <p:spPr>
          <a:xfrm>
            <a:off x="8308765" y="3045143"/>
            <a:ext cx="2835469" cy="595441"/>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rtl="1" fontAlgn="auto">
              <a:spcAft>
                <a:spcPts val="0"/>
              </a:spcAft>
              <a:buNone/>
            </a:pPr>
            <a:r>
              <a:rPr lang="ar-SA" sz="2800" b="1" dirty="0" smtClean="0">
                <a:solidFill>
                  <a:prstClr val="black">
                    <a:lumMod val="75000"/>
                    <a:lumOff val="25000"/>
                  </a:prstClr>
                </a:solidFill>
              </a:rPr>
              <a:t>زيادة </a:t>
            </a:r>
            <a:r>
              <a:rPr lang="ar-SA" sz="2800" b="1" dirty="0">
                <a:solidFill>
                  <a:prstClr val="black">
                    <a:lumMod val="75000"/>
                    <a:lumOff val="25000"/>
                  </a:prstClr>
                </a:solidFill>
              </a:rPr>
              <a:t>الاهتمام بالتأهيل التربوي للمعلم.</a:t>
            </a:r>
            <a:endParaRPr lang="en-US" sz="1800" dirty="0">
              <a:solidFill>
                <a:prstClr val="white">
                  <a:lumMod val="65000"/>
                </a:prstClr>
              </a:solidFill>
            </a:endParaRPr>
          </a:p>
        </p:txBody>
      </p:sp>
      <p:sp>
        <p:nvSpPr>
          <p:cNvPr id="69" name="Content Placeholder 2"/>
          <p:cNvSpPr txBox="1">
            <a:spLocks/>
          </p:cNvSpPr>
          <p:nvPr/>
        </p:nvSpPr>
        <p:spPr>
          <a:xfrm>
            <a:off x="4630088" y="2697019"/>
            <a:ext cx="3474179" cy="943565"/>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rtl="1" fontAlgn="auto">
              <a:spcAft>
                <a:spcPts val="0"/>
              </a:spcAft>
              <a:buNone/>
            </a:pPr>
            <a:r>
              <a:rPr lang="ar-SA" sz="2800" b="1" dirty="0" smtClean="0">
                <a:solidFill>
                  <a:prstClr val="black">
                    <a:lumMod val="75000"/>
                    <a:lumOff val="25000"/>
                  </a:prstClr>
                </a:solidFill>
              </a:rPr>
              <a:t>تغيير </a:t>
            </a:r>
            <a:r>
              <a:rPr lang="ar-SA" sz="2800" b="1" dirty="0">
                <a:solidFill>
                  <a:prstClr val="black">
                    <a:lumMod val="75000"/>
                    <a:lumOff val="25000"/>
                  </a:prstClr>
                </a:solidFill>
              </a:rPr>
              <a:t>نقاط الاهتمام في </a:t>
            </a:r>
            <a:r>
              <a:rPr lang="ar-SA" sz="2800" b="1" dirty="0" smtClean="0">
                <a:solidFill>
                  <a:prstClr val="black">
                    <a:lumMod val="75000"/>
                    <a:lumOff val="25000"/>
                  </a:prstClr>
                </a:solidFill>
              </a:rPr>
              <a:t>المنهج</a:t>
            </a:r>
            <a:endParaRPr lang="en-US" sz="1800" dirty="0">
              <a:solidFill>
                <a:prstClr val="white">
                  <a:lumMod val="65000"/>
                </a:prstClr>
              </a:solidFill>
            </a:endParaRPr>
          </a:p>
        </p:txBody>
      </p:sp>
      <p:sp>
        <p:nvSpPr>
          <p:cNvPr id="70" name="Content Placeholder 2"/>
          <p:cNvSpPr txBox="1">
            <a:spLocks/>
          </p:cNvSpPr>
          <p:nvPr/>
        </p:nvSpPr>
        <p:spPr>
          <a:xfrm>
            <a:off x="125678" y="2856771"/>
            <a:ext cx="4504410" cy="886851"/>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rtl="1" fontAlgn="auto">
              <a:spcAft>
                <a:spcPts val="0"/>
              </a:spcAft>
              <a:buNone/>
            </a:pPr>
            <a:r>
              <a:rPr lang="ar-SA" sz="2800" b="1" dirty="0" smtClean="0">
                <a:solidFill>
                  <a:prstClr val="black">
                    <a:lumMod val="75000"/>
                    <a:lumOff val="25000"/>
                  </a:prstClr>
                </a:solidFill>
              </a:rPr>
              <a:t>استخدام </a:t>
            </a:r>
            <a:r>
              <a:rPr lang="ar-SA" sz="2800" b="1" dirty="0">
                <a:solidFill>
                  <a:prstClr val="black">
                    <a:lumMod val="75000"/>
                    <a:lumOff val="25000"/>
                  </a:prstClr>
                </a:solidFill>
              </a:rPr>
              <a:t>أكبر وسائل الاتصال الجديدة الخاصة بالتعليم.</a:t>
            </a:r>
            <a:endParaRPr lang="en-US" sz="1800" dirty="0">
              <a:solidFill>
                <a:prstClr val="white">
                  <a:lumMod val="65000"/>
                </a:prstClr>
              </a:solidFill>
            </a:endParaRPr>
          </a:p>
        </p:txBody>
      </p:sp>
      <p:sp>
        <p:nvSpPr>
          <p:cNvPr id="43" name="Rectangle 42"/>
          <p:cNvSpPr/>
          <p:nvPr/>
        </p:nvSpPr>
        <p:spPr>
          <a:xfrm rot="5400000">
            <a:off x="5239361" y="-5286205"/>
            <a:ext cx="1631713" cy="12192002"/>
          </a:xfrm>
          <a:prstGeom prst="rect">
            <a:avLst/>
          </a:prstGeom>
          <a:solidFill>
            <a:srgbClr val="E7E6E6">
              <a:lumMod val="25000"/>
            </a:srgbClr>
          </a:solidFill>
          <a:ln w="12700" cap="flat" cmpd="sng" algn="ctr">
            <a:noFill/>
            <a:prstDash val="solid"/>
            <a:miter lim="800000"/>
          </a:ln>
          <a:effectLst/>
        </p:spPr>
        <p:txBody>
          <a:bodyPr rtlCol="0" anchor="ctr"/>
          <a:lstStyle/>
          <a:p>
            <a:pPr algn="ctr" fontAlgn="auto">
              <a:spcBef>
                <a:spcPts val="0"/>
              </a:spcBef>
              <a:spcAft>
                <a:spcPts val="0"/>
              </a:spcAft>
            </a:pPr>
            <a:endParaRPr lang="en-AU" kern="0" smtClean="0">
              <a:solidFill>
                <a:prstClr val="white"/>
              </a:solidFill>
              <a:latin typeface="Roboto Lt"/>
            </a:endParaRPr>
          </a:p>
        </p:txBody>
      </p:sp>
      <p:sp>
        <p:nvSpPr>
          <p:cNvPr id="44" name="TextBox 43"/>
          <p:cNvSpPr txBox="1"/>
          <p:nvPr/>
        </p:nvSpPr>
        <p:spPr>
          <a:xfrm>
            <a:off x="125678" y="505571"/>
            <a:ext cx="11826248" cy="553998"/>
          </a:xfrm>
          <a:prstGeom prst="rect">
            <a:avLst/>
          </a:prstGeom>
          <a:noFill/>
        </p:spPr>
        <p:txBody>
          <a:bodyPr wrap="square" lIns="0" tIns="0" rIns="0" bIns="0" rtlCol="0">
            <a:spAutoFit/>
          </a:bodyPr>
          <a:lstStyle/>
          <a:p>
            <a:pPr algn="r" rtl="1" fontAlgn="auto">
              <a:spcBef>
                <a:spcPts val="0"/>
              </a:spcBef>
              <a:spcAft>
                <a:spcPts val="0"/>
              </a:spcAft>
            </a:pPr>
            <a:r>
              <a:rPr lang="ar-SA" sz="3600" b="1" dirty="0">
                <a:solidFill>
                  <a:prstClr val="white"/>
                </a:solidFill>
                <a:latin typeface="+mn-lt"/>
                <a:cs typeface="+mj-cs"/>
              </a:rPr>
              <a:t> </a:t>
            </a:r>
            <a:r>
              <a:rPr lang="ar-SA" sz="3600" b="1" dirty="0" smtClean="0">
                <a:solidFill>
                  <a:prstClr val="white"/>
                </a:solidFill>
                <a:latin typeface="+mn-lt"/>
                <a:cs typeface="+mj-cs"/>
              </a:rPr>
              <a:t>ج‌</a:t>
            </a:r>
            <a:r>
              <a:rPr lang="en-US" sz="3600" b="1" dirty="0" smtClean="0">
                <a:solidFill>
                  <a:prstClr val="white"/>
                </a:solidFill>
                <a:latin typeface="+mn-lt"/>
                <a:cs typeface="+mj-cs"/>
              </a:rPr>
              <a:t>  - </a:t>
            </a:r>
            <a:r>
              <a:rPr lang="ar-SA" sz="3600" b="1" dirty="0" smtClean="0">
                <a:solidFill>
                  <a:prstClr val="white"/>
                </a:solidFill>
                <a:latin typeface="+mn-lt"/>
                <a:cs typeface="+mj-cs"/>
              </a:rPr>
              <a:t>الحلول </a:t>
            </a:r>
            <a:r>
              <a:rPr lang="ar-SA" sz="3600" b="1" dirty="0">
                <a:solidFill>
                  <a:prstClr val="white"/>
                </a:solidFill>
                <a:latin typeface="+mn-lt"/>
                <a:cs typeface="+mj-cs"/>
              </a:rPr>
              <a:t>المقترحة للتغلب على المعوقات في إطار نظرة مستقبلية تأملية</a:t>
            </a:r>
          </a:p>
        </p:txBody>
      </p:sp>
    </p:spTree>
    <p:extLst>
      <p:ext uri="{BB962C8B-B14F-4D97-AF65-F5344CB8AC3E}">
        <p14:creationId xmlns:p14="http://schemas.microsoft.com/office/powerpoint/2010/main" val="267944925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grpId="0" nodeType="afterEffect">
                                  <p:stCondLst>
                                    <p:cond delay="0"/>
                                  </p:stCondLst>
                                  <p:childTnLst>
                                    <p:set>
                                      <p:cBhvr>
                                        <p:cTn id="6" dur="1" fill="hold">
                                          <p:stCondLst>
                                            <p:cond delay="0"/>
                                          </p:stCondLst>
                                        </p:cTn>
                                        <p:tgtEl>
                                          <p:spTgt spid="43"/>
                                        </p:tgtEl>
                                        <p:attrNameLst>
                                          <p:attrName>style.visibility</p:attrName>
                                        </p:attrNameLst>
                                      </p:cBhvr>
                                      <p:to>
                                        <p:strVal val="visible"/>
                                      </p:to>
                                    </p:set>
                                    <p:animEffect transition="in" filter="wipe(right)">
                                      <p:cBhvr>
                                        <p:cTn id="7" dur="500"/>
                                        <p:tgtEl>
                                          <p:spTgt spid="43"/>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44"/>
                                        </p:tgtEl>
                                        <p:attrNameLst>
                                          <p:attrName>style.visibility</p:attrName>
                                        </p:attrNameLst>
                                      </p:cBhvr>
                                      <p:to>
                                        <p:strVal val="visible"/>
                                      </p:to>
                                    </p:set>
                                    <p:animEffect transition="in" filter="fade">
                                      <p:cBhvr>
                                        <p:cTn id="11" dur="500"/>
                                        <p:tgtEl>
                                          <p:spTgt spid="44"/>
                                        </p:tgtEl>
                                      </p:cBhvr>
                                    </p:animEffect>
                                  </p:childTnLst>
                                </p:cTn>
                              </p:par>
                            </p:childTnLst>
                          </p:cTn>
                        </p:par>
                        <p:par>
                          <p:cTn id="12" fill="hold">
                            <p:stCondLst>
                              <p:cond delay="1000"/>
                            </p:stCondLst>
                            <p:childTnLst>
                              <p:par>
                                <p:cTn id="13" presetID="22" presetClass="entr" presetSubtype="4" fill="hold" nodeType="afterEffect">
                                  <p:stCondLst>
                                    <p:cond delay="0"/>
                                  </p:stCondLst>
                                  <p:childTnLst>
                                    <p:set>
                                      <p:cBhvr>
                                        <p:cTn id="14" dur="1" fill="hold">
                                          <p:stCondLst>
                                            <p:cond delay="0"/>
                                          </p:stCondLst>
                                        </p:cTn>
                                        <p:tgtEl>
                                          <p:spTgt spid="64"/>
                                        </p:tgtEl>
                                        <p:attrNameLst>
                                          <p:attrName>style.visibility</p:attrName>
                                        </p:attrNameLst>
                                      </p:cBhvr>
                                      <p:to>
                                        <p:strVal val="visible"/>
                                      </p:to>
                                    </p:set>
                                    <p:animEffect transition="in" filter="wipe(down)">
                                      <p:cBhvr>
                                        <p:cTn id="15" dur="500"/>
                                        <p:tgtEl>
                                          <p:spTgt spid="64"/>
                                        </p:tgtEl>
                                      </p:cBhvr>
                                    </p:animEffect>
                                  </p:childTnLst>
                                </p:cTn>
                              </p:par>
                            </p:childTnLst>
                          </p:cTn>
                        </p:par>
                        <p:par>
                          <p:cTn id="16" fill="hold">
                            <p:stCondLst>
                              <p:cond delay="1500"/>
                            </p:stCondLst>
                            <p:childTnLst>
                              <p:par>
                                <p:cTn id="17" presetID="22" presetClass="entr" presetSubtype="4" fill="hold" nodeType="afterEffect">
                                  <p:stCondLst>
                                    <p:cond delay="0"/>
                                  </p:stCondLst>
                                  <p:childTnLst>
                                    <p:set>
                                      <p:cBhvr>
                                        <p:cTn id="18" dur="1" fill="hold">
                                          <p:stCondLst>
                                            <p:cond delay="0"/>
                                          </p:stCondLst>
                                        </p:cTn>
                                        <p:tgtEl>
                                          <p:spTgt spid="46"/>
                                        </p:tgtEl>
                                        <p:attrNameLst>
                                          <p:attrName>style.visibility</p:attrName>
                                        </p:attrNameLst>
                                      </p:cBhvr>
                                      <p:to>
                                        <p:strVal val="visible"/>
                                      </p:to>
                                    </p:set>
                                    <p:animEffect transition="in" filter="wipe(down)">
                                      <p:cBhvr>
                                        <p:cTn id="19" dur="500"/>
                                        <p:tgtEl>
                                          <p:spTgt spid="46"/>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70"/>
                                        </p:tgtEl>
                                        <p:attrNameLst>
                                          <p:attrName>style.visibility</p:attrName>
                                        </p:attrNameLst>
                                      </p:cBhvr>
                                      <p:to>
                                        <p:strVal val="visible"/>
                                      </p:to>
                                    </p:set>
                                    <p:animEffect transition="in" filter="fade">
                                      <p:cBhvr>
                                        <p:cTn id="23" dur="500"/>
                                        <p:tgtEl>
                                          <p:spTgt spid="70"/>
                                        </p:tgtEl>
                                      </p:cBhvr>
                                    </p:animEffect>
                                  </p:childTnLst>
                                </p:cTn>
                              </p:par>
                              <p:par>
                                <p:cTn id="24" presetID="47" presetClass="entr" presetSubtype="0" fill="hold" nodeType="withEffect">
                                  <p:stCondLst>
                                    <p:cond delay="0"/>
                                  </p:stCondLst>
                                  <p:childTnLst>
                                    <p:set>
                                      <p:cBhvr>
                                        <p:cTn id="25" dur="1" fill="hold">
                                          <p:stCondLst>
                                            <p:cond delay="0"/>
                                          </p:stCondLst>
                                        </p:cTn>
                                        <p:tgtEl>
                                          <p:spTgt spid="55"/>
                                        </p:tgtEl>
                                        <p:attrNameLst>
                                          <p:attrName>style.visibility</p:attrName>
                                        </p:attrNameLst>
                                      </p:cBhvr>
                                      <p:to>
                                        <p:strVal val="visible"/>
                                      </p:to>
                                    </p:set>
                                    <p:animEffect transition="in" filter="fade">
                                      <p:cBhvr>
                                        <p:cTn id="26" dur="500"/>
                                        <p:tgtEl>
                                          <p:spTgt spid="55"/>
                                        </p:tgtEl>
                                      </p:cBhvr>
                                    </p:animEffect>
                                    <p:anim calcmode="lin" valueType="num">
                                      <p:cBhvr>
                                        <p:cTn id="27" dur="500" fill="hold"/>
                                        <p:tgtEl>
                                          <p:spTgt spid="55"/>
                                        </p:tgtEl>
                                        <p:attrNameLst>
                                          <p:attrName>ppt_x</p:attrName>
                                        </p:attrNameLst>
                                      </p:cBhvr>
                                      <p:tavLst>
                                        <p:tav tm="0">
                                          <p:val>
                                            <p:strVal val="#ppt_x"/>
                                          </p:val>
                                        </p:tav>
                                        <p:tav tm="100000">
                                          <p:val>
                                            <p:strVal val="#ppt_x"/>
                                          </p:val>
                                        </p:tav>
                                      </p:tavLst>
                                    </p:anim>
                                    <p:anim calcmode="lin" valueType="num">
                                      <p:cBhvr>
                                        <p:cTn id="28" dur="500" fill="hold"/>
                                        <p:tgtEl>
                                          <p:spTgt spid="55"/>
                                        </p:tgtEl>
                                        <p:attrNameLst>
                                          <p:attrName>ppt_y</p:attrName>
                                        </p:attrNameLst>
                                      </p:cBhvr>
                                      <p:tavLst>
                                        <p:tav tm="0">
                                          <p:val>
                                            <p:strVal val="#ppt_y-.1"/>
                                          </p:val>
                                        </p:tav>
                                        <p:tav tm="100000">
                                          <p:val>
                                            <p:strVal val="#ppt_y"/>
                                          </p:val>
                                        </p:tav>
                                      </p:tavLst>
                                    </p:anim>
                                  </p:childTnLst>
                                </p:cTn>
                              </p:par>
                            </p:childTnLst>
                          </p:cTn>
                        </p:par>
                        <p:par>
                          <p:cTn id="29" fill="hold">
                            <p:stCondLst>
                              <p:cond delay="2500"/>
                            </p:stCondLst>
                            <p:childTnLst>
                              <p:par>
                                <p:cTn id="30" presetID="22" presetClass="entr" presetSubtype="4" fill="hold" nodeType="afterEffect">
                                  <p:stCondLst>
                                    <p:cond delay="0"/>
                                  </p:stCondLst>
                                  <p:childTnLst>
                                    <p:set>
                                      <p:cBhvr>
                                        <p:cTn id="31" dur="1" fill="hold">
                                          <p:stCondLst>
                                            <p:cond delay="0"/>
                                          </p:stCondLst>
                                        </p:cTn>
                                        <p:tgtEl>
                                          <p:spTgt spid="51"/>
                                        </p:tgtEl>
                                        <p:attrNameLst>
                                          <p:attrName>style.visibility</p:attrName>
                                        </p:attrNameLst>
                                      </p:cBhvr>
                                      <p:to>
                                        <p:strVal val="visible"/>
                                      </p:to>
                                    </p:set>
                                    <p:animEffect transition="in" filter="wipe(down)">
                                      <p:cBhvr>
                                        <p:cTn id="32" dur="500"/>
                                        <p:tgtEl>
                                          <p:spTgt spid="51"/>
                                        </p:tgtEl>
                                      </p:cBhvr>
                                    </p:animEffect>
                                  </p:childTnLst>
                                </p:cTn>
                              </p:par>
                            </p:childTnLst>
                          </p:cTn>
                        </p:par>
                        <p:par>
                          <p:cTn id="33" fill="hold">
                            <p:stCondLst>
                              <p:cond delay="3000"/>
                            </p:stCondLst>
                            <p:childTnLst>
                              <p:par>
                                <p:cTn id="34" presetID="10" presetClass="entr" presetSubtype="0" fill="hold" grpId="0" nodeType="afterEffect">
                                  <p:stCondLst>
                                    <p:cond delay="0"/>
                                  </p:stCondLst>
                                  <p:childTnLst>
                                    <p:set>
                                      <p:cBhvr>
                                        <p:cTn id="35" dur="1" fill="hold">
                                          <p:stCondLst>
                                            <p:cond delay="0"/>
                                          </p:stCondLst>
                                        </p:cTn>
                                        <p:tgtEl>
                                          <p:spTgt spid="69"/>
                                        </p:tgtEl>
                                        <p:attrNameLst>
                                          <p:attrName>style.visibility</p:attrName>
                                        </p:attrNameLst>
                                      </p:cBhvr>
                                      <p:to>
                                        <p:strVal val="visible"/>
                                      </p:to>
                                    </p:set>
                                    <p:animEffect transition="in" filter="fade">
                                      <p:cBhvr>
                                        <p:cTn id="36" dur="500"/>
                                        <p:tgtEl>
                                          <p:spTgt spid="69"/>
                                        </p:tgtEl>
                                      </p:cBhvr>
                                    </p:animEffect>
                                  </p:childTnLst>
                                </p:cTn>
                              </p:par>
                              <p:par>
                                <p:cTn id="37" presetID="47" presetClass="entr" presetSubtype="0" fill="hold" nodeType="withEffect">
                                  <p:stCondLst>
                                    <p:cond delay="0"/>
                                  </p:stCondLst>
                                  <p:childTnLst>
                                    <p:set>
                                      <p:cBhvr>
                                        <p:cTn id="38" dur="1" fill="hold">
                                          <p:stCondLst>
                                            <p:cond delay="0"/>
                                          </p:stCondLst>
                                        </p:cTn>
                                        <p:tgtEl>
                                          <p:spTgt spid="52"/>
                                        </p:tgtEl>
                                        <p:attrNameLst>
                                          <p:attrName>style.visibility</p:attrName>
                                        </p:attrNameLst>
                                      </p:cBhvr>
                                      <p:to>
                                        <p:strVal val="visible"/>
                                      </p:to>
                                    </p:set>
                                    <p:animEffect transition="in" filter="fade">
                                      <p:cBhvr>
                                        <p:cTn id="39" dur="500"/>
                                        <p:tgtEl>
                                          <p:spTgt spid="52"/>
                                        </p:tgtEl>
                                      </p:cBhvr>
                                    </p:animEffect>
                                    <p:anim calcmode="lin" valueType="num">
                                      <p:cBhvr>
                                        <p:cTn id="40" dur="500" fill="hold"/>
                                        <p:tgtEl>
                                          <p:spTgt spid="52"/>
                                        </p:tgtEl>
                                        <p:attrNameLst>
                                          <p:attrName>ppt_x</p:attrName>
                                        </p:attrNameLst>
                                      </p:cBhvr>
                                      <p:tavLst>
                                        <p:tav tm="0">
                                          <p:val>
                                            <p:strVal val="#ppt_x"/>
                                          </p:val>
                                        </p:tav>
                                        <p:tav tm="100000">
                                          <p:val>
                                            <p:strVal val="#ppt_x"/>
                                          </p:val>
                                        </p:tav>
                                      </p:tavLst>
                                    </p:anim>
                                    <p:anim calcmode="lin" valueType="num">
                                      <p:cBhvr>
                                        <p:cTn id="41" dur="500" fill="hold"/>
                                        <p:tgtEl>
                                          <p:spTgt spid="52"/>
                                        </p:tgtEl>
                                        <p:attrNameLst>
                                          <p:attrName>ppt_y</p:attrName>
                                        </p:attrNameLst>
                                      </p:cBhvr>
                                      <p:tavLst>
                                        <p:tav tm="0">
                                          <p:val>
                                            <p:strVal val="#ppt_y-.1"/>
                                          </p:val>
                                        </p:tav>
                                        <p:tav tm="100000">
                                          <p:val>
                                            <p:strVal val="#ppt_y"/>
                                          </p:val>
                                        </p:tav>
                                      </p:tavLst>
                                    </p:anim>
                                  </p:childTnLst>
                                </p:cTn>
                              </p:par>
                            </p:childTnLst>
                          </p:cTn>
                        </p:par>
                        <p:par>
                          <p:cTn id="42" fill="hold">
                            <p:stCondLst>
                              <p:cond delay="3500"/>
                            </p:stCondLst>
                            <p:childTnLst>
                              <p:par>
                                <p:cTn id="43" presetID="22" presetClass="entr" presetSubtype="4" fill="hold" nodeType="afterEffect">
                                  <p:stCondLst>
                                    <p:cond delay="0"/>
                                  </p:stCondLst>
                                  <p:childTnLst>
                                    <p:set>
                                      <p:cBhvr>
                                        <p:cTn id="44" dur="1" fill="hold">
                                          <p:stCondLst>
                                            <p:cond delay="0"/>
                                          </p:stCondLst>
                                        </p:cTn>
                                        <p:tgtEl>
                                          <p:spTgt spid="58"/>
                                        </p:tgtEl>
                                        <p:attrNameLst>
                                          <p:attrName>style.visibility</p:attrName>
                                        </p:attrNameLst>
                                      </p:cBhvr>
                                      <p:to>
                                        <p:strVal val="visible"/>
                                      </p:to>
                                    </p:set>
                                    <p:animEffect transition="in" filter="wipe(down)">
                                      <p:cBhvr>
                                        <p:cTn id="45" dur="500"/>
                                        <p:tgtEl>
                                          <p:spTgt spid="58"/>
                                        </p:tgtEl>
                                      </p:cBhvr>
                                    </p:animEffect>
                                  </p:childTnLst>
                                </p:cTn>
                              </p:par>
                            </p:childTnLst>
                          </p:cTn>
                        </p:par>
                        <p:par>
                          <p:cTn id="46" fill="hold">
                            <p:stCondLst>
                              <p:cond delay="4000"/>
                            </p:stCondLst>
                            <p:childTnLst>
                              <p:par>
                                <p:cTn id="47" presetID="10" presetClass="entr" presetSubtype="0" fill="hold" grpId="0" nodeType="afterEffect">
                                  <p:stCondLst>
                                    <p:cond delay="0"/>
                                  </p:stCondLst>
                                  <p:childTnLst>
                                    <p:set>
                                      <p:cBhvr>
                                        <p:cTn id="48" dur="1" fill="hold">
                                          <p:stCondLst>
                                            <p:cond delay="0"/>
                                          </p:stCondLst>
                                        </p:cTn>
                                        <p:tgtEl>
                                          <p:spTgt spid="68"/>
                                        </p:tgtEl>
                                        <p:attrNameLst>
                                          <p:attrName>style.visibility</p:attrName>
                                        </p:attrNameLst>
                                      </p:cBhvr>
                                      <p:to>
                                        <p:strVal val="visible"/>
                                      </p:to>
                                    </p:set>
                                    <p:animEffect transition="in" filter="fade">
                                      <p:cBhvr>
                                        <p:cTn id="49" dur="500"/>
                                        <p:tgtEl>
                                          <p:spTgt spid="68"/>
                                        </p:tgtEl>
                                      </p:cBhvr>
                                    </p:animEffect>
                                  </p:childTnLst>
                                </p:cTn>
                              </p:par>
                              <p:par>
                                <p:cTn id="50" presetID="47" presetClass="entr" presetSubtype="0" fill="hold" nodeType="withEffect">
                                  <p:stCondLst>
                                    <p:cond delay="0"/>
                                  </p:stCondLst>
                                  <p:childTnLst>
                                    <p:set>
                                      <p:cBhvr>
                                        <p:cTn id="51" dur="1" fill="hold">
                                          <p:stCondLst>
                                            <p:cond delay="0"/>
                                          </p:stCondLst>
                                        </p:cTn>
                                        <p:tgtEl>
                                          <p:spTgt spid="65"/>
                                        </p:tgtEl>
                                        <p:attrNameLst>
                                          <p:attrName>style.visibility</p:attrName>
                                        </p:attrNameLst>
                                      </p:cBhvr>
                                      <p:to>
                                        <p:strVal val="visible"/>
                                      </p:to>
                                    </p:set>
                                    <p:animEffect transition="in" filter="fade">
                                      <p:cBhvr>
                                        <p:cTn id="52" dur="500"/>
                                        <p:tgtEl>
                                          <p:spTgt spid="65"/>
                                        </p:tgtEl>
                                      </p:cBhvr>
                                    </p:animEffect>
                                    <p:anim calcmode="lin" valueType="num">
                                      <p:cBhvr>
                                        <p:cTn id="53" dur="500" fill="hold"/>
                                        <p:tgtEl>
                                          <p:spTgt spid="65"/>
                                        </p:tgtEl>
                                        <p:attrNameLst>
                                          <p:attrName>ppt_x</p:attrName>
                                        </p:attrNameLst>
                                      </p:cBhvr>
                                      <p:tavLst>
                                        <p:tav tm="0">
                                          <p:val>
                                            <p:strVal val="#ppt_x"/>
                                          </p:val>
                                        </p:tav>
                                        <p:tav tm="100000">
                                          <p:val>
                                            <p:strVal val="#ppt_x"/>
                                          </p:val>
                                        </p:tav>
                                      </p:tavLst>
                                    </p:anim>
                                    <p:anim calcmode="lin" valueType="num">
                                      <p:cBhvr>
                                        <p:cTn id="54" dur="500" fill="hold"/>
                                        <p:tgtEl>
                                          <p:spTgt spid="6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8" grpId="0"/>
      <p:bldP spid="69" grpId="0"/>
      <p:bldP spid="70" grpId="0"/>
      <p:bldP spid="43" grpId="0" animBg="1"/>
      <p:bldP spid="44" grpId="0"/>
    </p:bld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6" name="Straight Connector 15"/>
          <p:cNvCxnSpPr>
            <a:cxnSpLocks noChangeAspect="1"/>
          </p:cNvCxnSpPr>
          <p:nvPr/>
        </p:nvCxnSpPr>
        <p:spPr>
          <a:xfrm>
            <a:off x="1117602" y="3839997"/>
            <a:ext cx="9927771" cy="0"/>
          </a:xfrm>
          <a:prstGeom prst="line">
            <a:avLst/>
          </a:prstGeom>
          <a:ln w="28575">
            <a:solidFill>
              <a:schemeClr val="tx1"/>
            </a:solidFill>
            <a:headEnd type="oval"/>
            <a:tailEnd type="oval"/>
          </a:ln>
        </p:spPr>
        <p:style>
          <a:lnRef idx="1">
            <a:schemeClr val="accent1"/>
          </a:lnRef>
          <a:fillRef idx="0">
            <a:schemeClr val="accent1"/>
          </a:fillRef>
          <a:effectRef idx="0">
            <a:schemeClr val="accent1"/>
          </a:effectRef>
          <a:fontRef idx="minor">
            <a:schemeClr val="tx1"/>
          </a:fontRef>
        </p:style>
      </p:cxnSp>
      <p:grpSp>
        <p:nvGrpSpPr>
          <p:cNvPr id="17" name="Group 16"/>
          <p:cNvGrpSpPr>
            <a:grpSpLocks noChangeAspect="1"/>
          </p:cNvGrpSpPr>
          <p:nvPr/>
        </p:nvGrpSpPr>
        <p:grpSpPr>
          <a:xfrm>
            <a:off x="3333210" y="2080231"/>
            <a:ext cx="3006657" cy="3412368"/>
            <a:chOff x="793579" y="1469146"/>
            <a:chExt cx="2650023" cy="3007604"/>
          </a:xfrm>
        </p:grpSpPr>
        <p:grpSp>
          <p:nvGrpSpPr>
            <p:cNvPr id="18" name="Group 17"/>
            <p:cNvGrpSpPr/>
            <p:nvPr/>
          </p:nvGrpSpPr>
          <p:grpSpPr>
            <a:xfrm flipV="1">
              <a:off x="1903612" y="2986144"/>
              <a:ext cx="990600" cy="1490606"/>
              <a:chOff x="1180764" y="1293047"/>
              <a:chExt cx="990600" cy="1490606"/>
            </a:xfrm>
            <a:solidFill>
              <a:schemeClr val="accent4"/>
            </a:solidFill>
          </p:grpSpPr>
          <p:sp>
            <p:nvSpPr>
              <p:cNvPr id="21" name="Oval 20"/>
              <p:cNvSpPr/>
              <p:nvPr/>
            </p:nvSpPr>
            <p:spPr>
              <a:xfrm>
                <a:off x="1180764" y="1293047"/>
                <a:ext cx="990600" cy="99060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22" name="Isosceles Triangle 21"/>
              <p:cNvSpPr/>
              <p:nvPr/>
            </p:nvSpPr>
            <p:spPr>
              <a:xfrm flipV="1">
                <a:off x="1568733" y="2215149"/>
                <a:ext cx="214662" cy="203559"/>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cxnSp>
            <p:nvCxnSpPr>
              <p:cNvPr id="23" name="Straight Connector 22"/>
              <p:cNvCxnSpPr/>
              <p:nvPr/>
            </p:nvCxnSpPr>
            <p:spPr>
              <a:xfrm>
                <a:off x="1676064" y="2368550"/>
                <a:ext cx="0" cy="415103"/>
              </a:xfrm>
              <a:prstGeom prst="line">
                <a:avLst/>
              </a:prstGeom>
              <a:grpFill/>
              <a:ln>
                <a:solidFill>
                  <a:schemeClr val="accent4"/>
                </a:solidFill>
                <a:headEnd type="none" w="med" len="med"/>
                <a:tailEnd type="oval" w="lg" len="lg"/>
              </a:ln>
            </p:spPr>
            <p:style>
              <a:lnRef idx="1">
                <a:schemeClr val="accent1"/>
              </a:lnRef>
              <a:fillRef idx="0">
                <a:schemeClr val="accent1"/>
              </a:fillRef>
              <a:effectRef idx="0">
                <a:schemeClr val="accent1"/>
              </a:effectRef>
              <a:fontRef idx="minor">
                <a:schemeClr val="tx1"/>
              </a:fontRef>
            </p:style>
          </p:cxnSp>
        </p:grpSp>
        <p:sp>
          <p:nvSpPr>
            <p:cNvPr id="19" name="Content Placeholder 2"/>
            <p:cNvSpPr txBox="1">
              <a:spLocks/>
            </p:cNvSpPr>
            <p:nvPr/>
          </p:nvSpPr>
          <p:spPr>
            <a:xfrm>
              <a:off x="793579" y="1469146"/>
              <a:ext cx="2650023" cy="1879143"/>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rtl="1" fontAlgn="auto">
                <a:spcAft>
                  <a:spcPts val="0"/>
                </a:spcAft>
                <a:buNone/>
              </a:pPr>
              <a:r>
                <a:rPr lang="ar-SA" sz="2800" b="1" dirty="0" smtClean="0">
                  <a:solidFill>
                    <a:prstClr val="black">
                      <a:lumMod val="75000"/>
                      <a:lumOff val="25000"/>
                    </a:prstClr>
                  </a:solidFill>
                </a:rPr>
                <a:t>بذل </a:t>
              </a:r>
              <a:r>
                <a:rPr lang="ar-SA" sz="2800" b="1" dirty="0">
                  <a:solidFill>
                    <a:prstClr val="black">
                      <a:lumMod val="75000"/>
                      <a:lumOff val="25000"/>
                    </a:prstClr>
                  </a:solidFill>
                </a:rPr>
                <a:t>المزيد من الجهد للتقريب بين نتائج البحث والممارسة الفعلية.</a:t>
              </a:r>
              <a:endParaRPr lang="en-US" sz="1600" dirty="0">
                <a:solidFill>
                  <a:prstClr val="white">
                    <a:lumMod val="65000"/>
                  </a:prstClr>
                </a:solidFill>
              </a:endParaRPr>
            </a:p>
          </p:txBody>
        </p:sp>
        <p:sp>
          <p:nvSpPr>
            <p:cNvPr id="20" name="Freeform 16"/>
            <p:cNvSpPr>
              <a:spLocks noEditPoints="1"/>
            </p:cNvSpPr>
            <p:nvPr/>
          </p:nvSpPr>
          <p:spPr bwMode="auto">
            <a:xfrm>
              <a:off x="2206179" y="3788938"/>
              <a:ext cx="385465" cy="385025"/>
            </a:xfrm>
            <a:custGeom>
              <a:avLst/>
              <a:gdLst>
                <a:gd name="T0" fmla="*/ 183 w 371"/>
                <a:gd name="T1" fmla="*/ 1 h 370"/>
                <a:gd name="T2" fmla="*/ 2 w 371"/>
                <a:gd name="T3" fmla="*/ 187 h 370"/>
                <a:gd name="T4" fmla="*/ 188 w 371"/>
                <a:gd name="T5" fmla="*/ 369 h 370"/>
                <a:gd name="T6" fmla="*/ 370 w 371"/>
                <a:gd name="T7" fmla="*/ 182 h 370"/>
                <a:gd name="T8" fmla="*/ 183 w 371"/>
                <a:gd name="T9" fmla="*/ 1 h 370"/>
                <a:gd name="T10" fmla="*/ 184 w 371"/>
                <a:gd name="T11" fmla="*/ 25 h 370"/>
                <a:gd name="T12" fmla="*/ 260 w 371"/>
                <a:gd name="T13" fmla="*/ 43 h 370"/>
                <a:gd name="T14" fmla="*/ 235 w 371"/>
                <a:gd name="T15" fmla="*/ 84 h 370"/>
                <a:gd name="T16" fmla="*/ 186 w 371"/>
                <a:gd name="T17" fmla="*/ 73 h 370"/>
                <a:gd name="T18" fmla="*/ 137 w 371"/>
                <a:gd name="T19" fmla="*/ 84 h 370"/>
                <a:gd name="T20" fmla="*/ 112 w 371"/>
                <a:gd name="T21" fmla="*/ 43 h 370"/>
                <a:gd name="T22" fmla="*/ 184 w 371"/>
                <a:gd name="T23" fmla="*/ 25 h 370"/>
                <a:gd name="T24" fmla="*/ 85 w 371"/>
                <a:gd name="T25" fmla="*/ 234 h 370"/>
                <a:gd name="T26" fmla="*/ 44 w 371"/>
                <a:gd name="T27" fmla="*/ 259 h 370"/>
                <a:gd name="T28" fmla="*/ 26 w 371"/>
                <a:gd name="T29" fmla="*/ 187 h 370"/>
                <a:gd name="T30" fmla="*/ 44 w 371"/>
                <a:gd name="T31" fmla="*/ 111 h 370"/>
                <a:gd name="T32" fmla="*/ 85 w 371"/>
                <a:gd name="T33" fmla="*/ 136 h 370"/>
                <a:gd name="T34" fmla="*/ 74 w 371"/>
                <a:gd name="T35" fmla="*/ 185 h 370"/>
                <a:gd name="T36" fmla="*/ 85 w 371"/>
                <a:gd name="T37" fmla="*/ 234 h 370"/>
                <a:gd name="T38" fmla="*/ 188 w 371"/>
                <a:gd name="T39" fmla="*/ 345 h 370"/>
                <a:gd name="T40" fmla="*/ 112 w 371"/>
                <a:gd name="T41" fmla="*/ 327 h 370"/>
                <a:gd name="T42" fmla="*/ 137 w 371"/>
                <a:gd name="T43" fmla="*/ 286 h 370"/>
                <a:gd name="T44" fmla="*/ 186 w 371"/>
                <a:gd name="T45" fmla="*/ 297 h 370"/>
                <a:gd name="T46" fmla="*/ 235 w 371"/>
                <a:gd name="T47" fmla="*/ 286 h 370"/>
                <a:gd name="T48" fmla="*/ 260 w 371"/>
                <a:gd name="T49" fmla="*/ 327 h 370"/>
                <a:gd name="T50" fmla="*/ 188 w 371"/>
                <a:gd name="T51" fmla="*/ 345 h 370"/>
                <a:gd name="T52" fmla="*/ 186 w 371"/>
                <a:gd name="T53" fmla="*/ 273 h 370"/>
                <a:gd name="T54" fmla="*/ 98 w 371"/>
                <a:gd name="T55" fmla="*/ 185 h 370"/>
                <a:gd name="T56" fmla="*/ 186 w 371"/>
                <a:gd name="T57" fmla="*/ 97 h 370"/>
                <a:gd name="T58" fmla="*/ 274 w 371"/>
                <a:gd name="T59" fmla="*/ 185 h 370"/>
                <a:gd name="T60" fmla="*/ 186 w 371"/>
                <a:gd name="T61" fmla="*/ 273 h 370"/>
                <a:gd name="T62" fmla="*/ 286 w 371"/>
                <a:gd name="T63" fmla="*/ 234 h 370"/>
                <a:gd name="T64" fmla="*/ 298 w 371"/>
                <a:gd name="T65" fmla="*/ 185 h 370"/>
                <a:gd name="T66" fmla="*/ 286 w 371"/>
                <a:gd name="T67" fmla="*/ 136 h 370"/>
                <a:gd name="T68" fmla="*/ 328 w 371"/>
                <a:gd name="T69" fmla="*/ 111 h 370"/>
                <a:gd name="T70" fmla="*/ 346 w 371"/>
                <a:gd name="T71" fmla="*/ 183 h 370"/>
                <a:gd name="T72" fmla="*/ 328 w 371"/>
                <a:gd name="T73" fmla="*/ 259 h 370"/>
                <a:gd name="T74" fmla="*/ 286 w 371"/>
                <a:gd name="T75" fmla="*/ 234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71" h="370">
                  <a:moveTo>
                    <a:pt x="183" y="1"/>
                  </a:moveTo>
                  <a:cubicBezTo>
                    <a:pt x="82" y="2"/>
                    <a:pt x="0" y="86"/>
                    <a:pt x="2" y="187"/>
                  </a:cubicBezTo>
                  <a:cubicBezTo>
                    <a:pt x="3" y="289"/>
                    <a:pt x="87" y="370"/>
                    <a:pt x="188" y="369"/>
                  </a:cubicBezTo>
                  <a:cubicBezTo>
                    <a:pt x="290" y="368"/>
                    <a:pt x="371" y="284"/>
                    <a:pt x="370" y="182"/>
                  </a:cubicBezTo>
                  <a:cubicBezTo>
                    <a:pt x="368" y="81"/>
                    <a:pt x="285" y="0"/>
                    <a:pt x="183" y="1"/>
                  </a:cubicBezTo>
                  <a:close/>
                  <a:moveTo>
                    <a:pt x="184" y="25"/>
                  </a:moveTo>
                  <a:cubicBezTo>
                    <a:pt x="211" y="25"/>
                    <a:pt x="237" y="31"/>
                    <a:pt x="260" y="43"/>
                  </a:cubicBezTo>
                  <a:cubicBezTo>
                    <a:pt x="235" y="84"/>
                    <a:pt x="235" y="84"/>
                    <a:pt x="235" y="84"/>
                  </a:cubicBezTo>
                  <a:cubicBezTo>
                    <a:pt x="220" y="77"/>
                    <a:pt x="203" y="73"/>
                    <a:pt x="186" y="73"/>
                  </a:cubicBezTo>
                  <a:cubicBezTo>
                    <a:pt x="168" y="73"/>
                    <a:pt x="151" y="77"/>
                    <a:pt x="137" y="84"/>
                  </a:cubicBezTo>
                  <a:cubicBezTo>
                    <a:pt x="112" y="43"/>
                    <a:pt x="112" y="43"/>
                    <a:pt x="112" y="43"/>
                  </a:cubicBezTo>
                  <a:cubicBezTo>
                    <a:pt x="133" y="32"/>
                    <a:pt x="158" y="25"/>
                    <a:pt x="184" y="25"/>
                  </a:cubicBezTo>
                  <a:close/>
                  <a:moveTo>
                    <a:pt x="85" y="234"/>
                  </a:moveTo>
                  <a:cubicBezTo>
                    <a:pt x="44" y="259"/>
                    <a:pt x="44" y="259"/>
                    <a:pt x="44" y="259"/>
                  </a:cubicBezTo>
                  <a:cubicBezTo>
                    <a:pt x="33" y="237"/>
                    <a:pt x="26" y="213"/>
                    <a:pt x="26" y="187"/>
                  </a:cubicBezTo>
                  <a:cubicBezTo>
                    <a:pt x="25" y="160"/>
                    <a:pt x="32" y="134"/>
                    <a:pt x="44" y="111"/>
                  </a:cubicBezTo>
                  <a:cubicBezTo>
                    <a:pt x="85" y="136"/>
                    <a:pt x="85" y="136"/>
                    <a:pt x="85" y="136"/>
                  </a:cubicBezTo>
                  <a:cubicBezTo>
                    <a:pt x="78" y="151"/>
                    <a:pt x="74" y="167"/>
                    <a:pt x="74" y="185"/>
                  </a:cubicBezTo>
                  <a:cubicBezTo>
                    <a:pt x="74" y="203"/>
                    <a:pt x="78" y="219"/>
                    <a:pt x="85" y="234"/>
                  </a:cubicBezTo>
                  <a:close/>
                  <a:moveTo>
                    <a:pt x="188" y="345"/>
                  </a:moveTo>
                  <a:cubicBezTo>
                    <a:pt x="161" y="345"/>
                    <a:pt x="135" y="339"/>
                    <a:pt x="112" y="327"/>
                  </a:cubicBezTo>
                  <a:cubicBezTo>
                    <a:pt x="137" y="286"/>
                    <a:pt x="137" y="286"/>
                    <a:pt x="137" y="286"/>
                  </a:cubicBezTo>
                  <a:cubicBezTo>
                    <a:pt x="151" y="293"/>
                    <a:pt x="168" y="297"/>
                    <a:pt x="186" y="297"/>
                  </a:cubicBezTo>
                  <a:cubicBezTo>
                    <a:pt x="203" y="297"/>
                    <a:pt x="220" y="293"/>
                    <a:pt x="235" y="286"/>
                  </a:cubicBezTo>
                  <a:cubicBezTo>
                    <a:pt x="260" y="327"/>
                    <a:pt x="260" y="327"/>
                    <a:pt x="260" y="327"/>
                  </a:cubicBezTo>
                  <a:cubicBezTo>
                    <a:pt x="238" y="338"/>
                    <a:pt x="214" y="345"/>
                    <a:pt x="188" y="345"/>
                  </a:cubicBezTo>
                  <a:close/>
                  <a:moveTo>
                    <a:pt x="186" y="273"/>
                  </a:moveTo>
                  <a:cubicBezTo>
                    <a:pt x="137" y="273"/>
                    <a:pt x="98" y="233"/>
                    <a:pt x="98" y="185"/>
                  </a:cubicBezTo>
                  <a:cubicBezTo>
                    <a:pt x="98" y="136"/>
                    <a:pt x="137" y="97"/>
                    <a:pt x="186" y="97"/>
                  </a:cubicBezTo>
                  <a:cubicBezTo>
                    <a:pt x="234" y="97"/>
                    <a:pt x="274" y="136"/>
                    <a:pt x="274" y="185"/>
                  </a:cubicBezTo>
                  <a:cubicBezTo>
                    <a:pt x="274" y="233"/>
                    <a:pt x="234" y="273"/>
                    <a:pt x="186" y="273"/>
                  </a:cubicBezTo>
                  <a:close/>
                  <a:moveTo>
                    <a:pt x="286" y="234"/>
                  </a:moveTo>
                  <a:cubicBezTo>
                    <a:pt x="294" y="219"/>
                    <a:pt x="298" y="203"/>
                    <a:pt x="298" y="185"/>
                  </a:cubicBezTo>
                  <a:cubicBezTo>
                    <a:pt x="298" y="167"/>
                    <a:pt x="294" y="151"/>
                    <a:pt x="286" y="136"/>
                  </a:cubicBezTo>
                  <a:cubicBezTo>
                    <a:pt x="328" y="111"/>
                    <a:pt x="328" y="111"/>
                    <a:pt x="328" y="111"/>
                  </a:cubicBezTo>
                  <a:cubicBezTo>
                    <a:pt x="339" y="133"/>
                    <a:pt x="345" y="157"/>
                    <a:pt x="346" y="183"/>
                  </a:cubicBezTo>
                  <a:cubicBezTo>
                    <a:pt x="346" y="210"/>
                    <a:pt x="340" y="236"/>
                    <a:pt x="328" y="259"/>
                  </a:cubicBezTo>
                  <a:lnTo>
                    <a:pt x="286" y="23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Calibri" panose="020F0502020204030204"/>
                <a:cs typeface="+mn-cs"/>
              </a:endParaRPr>
            </a:p>
          </p:txBody>
        </p:sp>
      </p:grpSp>
      <p:grpSp>
        <p:nvGrpSpPr>
          <p:cNvPr id="24" name="Group 23"/>
          <p:cNvGrpSpPr>
            <a:grpSpLocks noChangeAspect="1"/>
          </p:cNvGrpSpPr>
          <p:nvPr/>
        </p:nvGrpSpPr>
        <p:grpSpPr>
          <a:xfrm>
            <a:off x="8211539" y="2245929"/>
            <a:ext cx="3591844" cy="3246671"/>
            <a:chOff x="2508641" y="1615189"/>
            <a:chExt cx="3165797" cy="2861561"/>
          </a:xfrm>
        </p:grpSpPr>
        <p:grpSp>
          <p:nvGrpSpPr>
            <p:cNvPr id="25" name="Group 24"/>
            <p:cNvGrpSpPr/>
            <p:nvPr/>
          </p:nvGrpSpPr>
          <p:grpSpPr>
            <a:xfrm flipV="1">
              <a:off x="3638662" y="2986144"/>
              <a:ext cx="990600" cy="1490606"/>
              <a:chOff x="1180764" y="1293047"/>
              <a:chExt cx="990600" cy="1490606"/>
            </a:xfrm>
            <a:solidFill>
              <a:schemeClr val="accent5"/>
            </a:solidFill>
          </p:grpSpPr>
          <p:sp>
            <p:nvSpPr>
              <p:cNvPr id="28" name="Oval 27"/>
              <p:cNvSpPr/>
              <p:nvPr/>
            </p:nvSpPr>
            <p:spPr>
              <a:xfrm>
                <a:off x="1180764" y="1293047"/>
                <a:ext cx="990600" cy="990600"/>
              </a:xfrm>
              <a:prstGeom prst="ellipse">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30" name="Isosceles Triangle 29"/>
              <p:cNvSpPr/>
              <p:nvPr/>
            </p:nvSpPr>
            <p:spPr>
              <a:xfrm flipV="1">
                <a:off x="1568733" y="2215149"/>
                <a:ext cx="214662" cy="203559"/>
              </a:xfrm>
              <a:prstGeom prst="triangle">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cxnSp>
            <p:nvCxnSpPr>
              <p:cNvPr id="31" name="Straight Connector 30"/>
              <p:cNvCxnSpPr/>
              <p:nvPr/>
            </p:nvCxnSpPr>
            <p:spPr>
              <a:xfrm>
                <a:off x="1676064" y="2368550"/>
                <a:ext cx="0" cy="415103"/>
              </a:xfrm>
              <a:prstGeom prst="line">
                <a:avLst/>
              </a:prstGeom>
              <a:grpFill/>
              <a:ln>
                <a:solidFill>
                  <a:srgbClr val="7030A0"/>
                </a:solidFill>
                <a:headEnd type="none" w="med" len="med"/>
                <a:tailEnd type="oval" w="lg" len="lg"/>
              </a:ln>
            </p:spPr>
            <p:style>
              <a:lnRef idx="1">
                <a:schemeClr val="accent1"/>
              </a:lnRef>
              <a:fillRef idx="0">
                <a:schemeClr val="accent1"/>
              </a:fillRef>
              <a:effectRef idx="0">
                <a:schemeClr val="accent1"/>
              </a:effectRef>
              <a:fontRef idx="minor">
                <a:schemeClr val="tx1"/>
              </a:fontRef>
            </p:style>
          </p:cxnSp>
        </p:grpSp>
        <p:sp>
          <p:nvSpPr>
            <p:cNvPr id="26" name="Content Placeholder 2"/>
            <p:cNvSpPr txBox="1">
              <a:spLocks/>
            </p:cNvSpPr>
            <p:nvPr/>
          </p:nvSpPr>
          <p:spPr>
            <a:xfrm>
              <a:off x="2508641" y="1615189"/>
              <a:ext cx="3165797" cy="595441"/>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rtl="1" fontAlgn="auto">
                <a:spcAft>
                  <a:spcPts val="0"/>
                </a:spcAft>
                <a:buNone/>
              </a:pPr>
              <a:r>
                <a:rPr lang="ar-SA" sz="2800" b="1" dirty="0" smtClean="0">
                  <a:solidFill>
                    <a:prstClr val="black">
                      <a:lumMod val="75000"/>
                      <a:lumOff val="25000"/>
                    </a:prstClr>
                  </a:solidFill>
                </a:rPr>
                <a:t>تفعيل </a:t>
              </a:r>
              <a:r>
                <a:rPr lang="ar-SA" sz="2800" b="1" dirty="0">
                  <a:solidFill>
                    <a:prstClr val="black">
                      <a:lumMod val="75000"/>
                      <a:lumOff val="25000"/>
                    </a:prstClr>
                  </a:solidFill>
                </a:rPr>
                <a:t>مساهمة المؤسسات غير المدرسية في التعليم والتدريب. </a:t>
              </a:r>
              <a:endParaRPr lang="en-US" sz="1600" dirty="0">
                <a:solidFill>
                  <a:prstClr val="white">
                    <a:lumMod val="65000"/>
                  </a:prstClr>
                </a:solidFill>
              </a:endParaRPr>
            </a:p>
          </p:txBody>
        </p:sp>
        <p:sp>
          <p:nvSpPr>
            <p:cNvPr id="27" name="Freeform 26"/>
            <p:cNvSpPr>
              <a:spLocks noEditPoints="1"/>
            </p:cNvSpPr>
            <p:nvPr/>
          </p:nvSpPr>
          <p:spPr bwMode="auto">
            <a:xfrm>
              <a:off x="3992584" y="3814075"/>
              <a:ext cx="282757" cy="354008"/>
            </a:xfrm>
            <a:custGeom>
              <a:avLst/>
              <a:gdLst>
                <a:gd name="T0" fmla="*/ 311 w 321"/>
                <a:gd name="T1" fmla="*/ 99 h 402"/>
                <a:gd name="T2" fmla="*/ 189 w 321"/>
                <a:gd name="T3" fmla="*/ 11 h 402"/>
                <a:gd name="T4" fmla="*/ 94 w 321"/>
                <a:gd name="T5" fmla="*/ 126 h 402"/>
                <a:gd name="T6" fmla="*/ 109 w 321"/>
                <a:gd name="T7" fmla="*/ 174 h 402"/>
                <a:gd name="T8" fmla="*/ 6 w 321"/>
                <a:gd name="T9" fmla="*/ 328 h 402"/>
                <a:gd name="T10" fmla="*/ 1 w 321"/>
                <a:gd name="T11" fmla="*/ 351 h 402"/>
                <a:gd name="T12" fmla="*/ 8 w 321"/>
                <a:gd name="T13" fmla="*/ 390 h 402"/>
                <a:gd name="T14" fmla="*/ 22 w 321"/>
                <a:gd name="T15" fmla="*/ 401 h 402"/>
                <a:gd name="T16" fmla="*/ 52 w 321"/>
                <a:gd name="T17" fmla="*/ 395 h 402"/>
                <a:gd name="T18" fmla="*/ 71 w 321"/>
                <a:gd name="T19" fmla="*/ 382 h 402"/>
                <a:gd name="T20" fmla="*/ 111 w 321"/>
                <a:gd name="T21" fmla="*/ 316 h 402"/>
                <a:gd name="T22" fmla="*/ 112 w 321"/>
                <a:gd name="T23" fmla="*/ 316 h 402"/>
                <a:gd name="T24" fmla="*/ 140 w 321"/>
                <a:gd name="T25" fmla="*/ 311 h 402"/>
                <a:gd name="T26" fmla="*/ 187 w 321"/>
                <a:gd name="T27" fmla="*/ 233 h 402"/>
                <a:gd name="T28" fmla="*/ 239 w 321"/>
                <a:gd name="T29" fmla="*/ 232 h 402"/>
                <a:gd name="T30" fmla="*/ 311 w 321"/>
                <a:gd name="T31" fmla="*/ 99 h 402"/>
                <a:gd name="T32" fmla="*/ 260 w 321"/>
                <a:gd name="T33" fmla="*/ 130 h 402"/>
                <a:gd name="T34" fmla="*/ 206 w 321"/>
                <a:gd name="T35" fmla="*/ 120 h 402"/>
                <a:gd name="T36" fmla="*/ 179 w 321"/>
                <a:gd name="T37" fmla="*/ 71 h 402"/>
                <a:gd name="T38" fmla="*/ 248 w 321"/>
                <a:gd name="T39" fmla="*/ 58 h 402"/>
                <a:gd name="T40" fmla="*/ 260 w 321"/>
                <a:gd name="T41" fmla="*/ 130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1" h="402">
                  <a:moveTo>
                    <a:pt x="311" y="99"/>
                  </a:moveTo>
                  <a:cubicBezTo>
                    <a:pt x="301" y="40"/>
                    <a:pt x="246" y="0"/>
                    <a:pt x="189" y="11"/>
                  </a:cubicBezTo>
                  <a:cubicBezTo>
                    <a:pt x="132" y="21"/>
                    <a:pt x="84" y="67"/>
                    <a:pt x="94" y="126"/>
                  </a:cubicBezTo>
                  <a:cubicBezTo>
                    <a:pt x="96" y="139"/>
                    <a:pt x="102" y="159"/>
                    <a:pt x="109" y="174"/>
                  </a:cubicBezTo>
                  <a:cubicBezTo>
                    <a:pt x="6" y="328"/>
                    <a:pt x="6" y="328"/>
                    <a:pt x="6" y="328"/>
                  </a:cubicBezTo>
                  <a:cubicBezTo>
                    <a:pt x="2" y="334"/>
                    <a:pt x="0" y="344"/>
                    <a:pt x="1" y="351"/>
                  </a:cubicBezTo>
                  <a:cubicBezTo>
                    <a:pt x="8" y="390"/>
                    <a:pt x="8" y="390"/>
                    <a:pt x="8" y="390"/>
                  </a:cubicBezTo>
                  <a:cubicBezTo>
                    <a:pt x="9" y="397"/>
                    <a:pt x="15" y="402"/>
                    <a:pt x="22" y="401"/>
                  </a:cubicBezTo>
                  <a:cubicBezTo>
                    <a:pt x="52" y="395"/>
                    <a:pt x="52" y="395"/>
                    <a:pt x="52" y="395"/>
                  </a:cubicBezTo>
                  <a:cubicBezTo>
                    <a:pt x="59" y="394"/>
                    <a:pt x="67" y="388"/>
                    <a:pt x="71" y="382"/>
                  </a:cubicBezTo>
                  <a:cubicBezTo>
                    <a:pt x="111" y="316"/>
                    <a:pt x="111" y="316"/>
                    <a:pt x="111" y="316"/>
                  </a:cubicBezTo>
                  <a:cubicBezTo>
                    <a:pt x="112" y="316"/>
                    <a:pt x="112" y="316"/>
                    <a:pt x="112" y="316"/>
                  </a:cubicBezTo>
                  <a:cubicBezTo>
                    <a:pt x="140" y="311"/>
                    <a:pt x="140" y="311"/>
                    <a:pt x="140" y="311"/>
                  </a:cubicBezTo>
                  <a:cubicBezTo>
                    <a:pt x="187" y="233"/>
                    <a:pt x="187" y="233"/>
                    <a:pt x="187" y="233"/>
                  </a:cubicBezTo>
                  <a:cubicBezTo>
                    <a:pt x="203" y="236"/>
                    <a:pt x="226" y="235"/>
                    <a:pt x="239" y="232"/>
                  </a:cubicBezTo>
                  <a:cubicBezTo>
                    <a:pt x="296" y="222"/>
                    <a:pt x="321" y="159"/>
                    <a:pt x="311" y="99"/>
                  </a:cubicBezTo>
                  <a:close/>
                  <a:moveTo>
                    <a:pt x="260" y="130"/>
                  </a:moveTo>
                  <a:cubicBezTo>
                    <a:pt x="244" y="153"/>
                    <a:pt x="228" y="137"/>
                    <a:pt x="206" y="120"/>
                  </a:cubicBezTo>
                  <a:cubicBezTo>
                    <a:pt x="184" y="104"/>
                    <a:pt x="163" y="94"/>
                    <a:pt x="179" y="71"/>
                  </a:cubicBezTo>
                  <a:cubicBezTo>
                    <a:pt x="195" y="47"/>
                    <a:pt x="226" y="42"/>
                    <a:pt x="248" y="58"/>
                  </a:cubicBezTo>
                  <a:cubicBezTo>
                    <a:pt x="270" y="74"/>
                    <a:pt x="276" y="107"/>
                    <a:pt x="260" y="13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Calibri" panose="020F0502020204030204"/>
                <a:cs typeface="+mn-cs"/>
              </a:endParaRPr>
            </a:p>
          </p:txBody>
        </p:sp>
      </p:grpSp>
      <p:grpSp>
        <p:nvGrpSpPr>
          <p:cNvPr id="32" name="Group 31"/>
          <p:cNvGrpSpPr>
            <a:grpSpLocks noChangeAspect="1"/>
          </p:cNvGrpSpPr>
          <p:nvPr/>
        </p:nvGrpSpPr>
        <p:grpSpPr>
          <a:xfrm>
            <a:off x="1332907" y="2036444"/>
            <a:ext cx="3013291" cy="2881315"/>
            <a:chOff x="-298686" y="1423566"/>
            <a:chExt cx="2655869" cy="2539547"/>
          </a:xfrm>
        </p:grpSpPr>
        <p:grpSp>
          <p:nvGrpSpPr>
            <p:cNvPr id="33" name="Group 32"/>
            <p:cNvGrpSpPr/>
            <p:nvPr/>
          </p:nvGrpSpPr>
          <p:grpSpPr>
            <a:xfrm>
              <a:off x="167784" y="1423566"/>
              <a:ext cx="990600" cy="1540763"/>
              <a:chOff x="319299" y="1224548"/>
              <a:chExt cx="990600" cy="1540763"/>
            </a:xfrm>
          </p:grpSpPr>
          <p:sp>
            <p:nvSpPr>
              <p:cNvPr id="36" name="Oval 35"/>
              <p:cNvSpPr/>
              <p:nvPr/>
            </p:nvSpPr>
            <p:spPr>
              <a:xfrm>
                <a:off x="319299" y="1224548"/>
                <a:ext cx="990600" cy="990601"/>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37" name="Isosceles Triangle 36"/>
              <p:cNvSpPr/>
              <p:nvPr/>
            </p:nvSpPr>
            <p:spPr>
              <a:xfrm flipV="1">
                <a:off x="707268" y="2146649"/>
                <a:ext cx="214662" cy="203559"/>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cxnSp>
            <p:nvCxnSpPr>
              <p:cNvPr id="38" name="Straight Connector 37"/>
              <p:cNvCxnSpPr/>
              <p:nvPr/>
            </p:nvCxnSpPr>
            <p:spPr>
              <a:xfrm>
                <a:off x="809847" y="2350208"/>
                <a:ext cx="0" cy="415103"/>
              </a:xfrm>
              <a:prstGeom prst="line">
                <a:avLst/>
              </a:prstGeom>
              <a:ln>
                <a:headEnd type="none" w="med" len="med"/>
                <a:tailEnd type="oval" w="lg" len="lg"/>
              </a:ln>
            </p:spPr>
            <p:style>
              <a:lnRef idx="1">
                <a:schemeClr val="accent1"/>
              </a:lnRef>
              <a:fillRef idx="0">
                <a:schemeClr val="accent1"/>
              </a:fillRef>
              <a:effectRef idx="0">
                <a:schemeClr val="accent1"/>
              </a:effectRef>
              <a:fontRef idx="minor">
                <a:schemeClr val="tx1"/>
              </a:fontRef>
            </p:style>
          </p:cxnSp>
        </p:grpSp>
        <p:sp>
          <p:nvSpPr>
            <p:cNvPr id="34" name="Content Placeholder 2"/>
            <p:cNvSpPr txBox="1">
              <a:spLocks/>
            </p:cNvSpPr>
            <p:nvPr/>
          </p:nvSpPr>
          <p:spPr>
            <a:xfrm>
              <a:off x="-298686" y="3367672"/>
              <a:ext cx="2655869" cy="595441"/>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rtl="1" fontAlgn="auto">
                <a:spcAft>
                  <a:spcPts val="0"/>
                </a:spcAft>
                <a:buNone/>
              </a:pPr>
              <a:r>
                <a:rPr lang="ar-SA" sz="2800" b="1" dirty="0" smtClean="0">
                  <a:solidFill>
                    <a:prstClr val="black">
                      <a:lumMod val="75000"/>
                      <a:lumOff val="25000"/>
                    </a:prstClr>
                  </a:solidFill>
                </a:rPr>
                <a:t>زيادة </a:t>
              </a:r>
              <a:r>
                <a:rPr lang="ar-SA" sz="2800" b="1" dirty="0">
                  <a:solidFill>
                    <a:prstClr val="black">
                      <a:lumMod val="75000"/>
                      <a:lumOff val="25000"/>
                    </a:prstClr>
                  </a:solidFill>
                </a:rPr>
                <a:t>الاهتمام بالحصول على المصادر التي تنمي فعالية التعليم.</a:t>
              </a:r>
              <a:endParaRPr lang="en-US" sz="1600" dirty="0">
                <a:solidFill>
                  <a:prstClr val="white">
                    <a:lumMod val="65000"/>
                  </a:prstClr>
                </a:solidFill>
              </a:endParaRPr>
            </a:p>
          </p:txBody>
        </p:sp>
        <p:sp>
          <p:nvSpPr>
            <p:cNvPr id="35" name="Freeform 6"/>
            <p:cNvSpPr>
              <a:spLocks noEditPoints="1"/>
            </p:cNvSpPr>
            <p:nvPr/>
          </p:nvSpPr>
          <p:spPr bwMode="auto">
            <a:xfrm>
              <a:off x="489407" y="1742050"/>
              <a:ext cx="337851" cy="371636"/>
            </a:xfrm>
            <a:custGeom>
              <a:avLst/>
              <a:gdLst>
                <a:gd name="T0" fmla="*/ 347 w 376"/>
                <a:gd name="T1" fmla="*/ 284 h 376"/>
                <a:gd name="T2" fmla="*/ 347 w 376"/>
                <a:gd name="T3" fmla="*/ 238 h 376"/>
                <a:gd name="T4" fmla="*/ 278 w 376"/>
                <a:gd name="T5" fmla="*/ 169 h 376"/>
                <a:gd name="T6" fmla="*/ 238 w 376"/>
                <a:gd name="T7" fmla="*/ 169 h 376"/>
                <a:gd name="T8" fmla="*/ 207 w 376"/>
                <a:gd name="T9" fmla="*/ 148 h 376"/>
                <a:gd name="T10" fmla="*/ 207 w 376"/>
                <a:gd name="T11" fmla="*/ 92 h 376"/>
                <a:gd name="T12" fmla="*/ 236 w 376"/>
                <a:gd name="T13" fmla="*/ 48 h 376"/>
                <a:gd name="T14" fmla="*/ 188 w 376"/>
                <a:gd name="T15" fmla="*/ 0 h 376"/>
                <a:gd name="T16" fmla="*/ 140 w 376"/>
                <a:gd name="T17" fmla="*/ 48 h 376"/>
                <a:gd name="T18" fmla="*/ 169 w 376"/>
                <a:gd name="T19" fmla="*/ 92 h 376"/>
                <a:gd name="T20" fmla="*/ 169 w 376"/>
                <a:gd name="T21" fmla="*/ 148 h 376"/>
                <a:gd name="T22" fmla="*/ 138 w 376"/>
                <a:gd name="T23" fmla="*/ 169 h 376"/>
                <a:gd name="T24" fmla="*/ 98 w 376"/>
                <a:gd name="T25" fmla="*/ 169 h 376"/>
                <a:gd name="T26" fmla="*/ 29 w 376"/>
                <a:gd name="T27" fmla="*/ 238 h 376"/>
                <a:gd name="T28" fmla="*/ 29 w 376"/>
                <a:gd name="T29" fmla="*/ 284 h 376"/>
                <a:gd name="T30" fmla="*/ 0 w 376"/>
                <a:gd name="T31" fmla="*/ 328 h 376"/>
                <a:gd name="T32" fmla="*/ 48 w 376"/>
                <a:gd name="T33" fmla="*/ 376 h 376"/>
                <a:gd name="T34" fmla="*/ 96 w 376"/>
                <a:gd name="T35" fmla="*/ 328 h 376"/>
                <a:gd name="T36" fmla="*/ 67 w 376"/>
                <a:gd name="T37" fmla="*/ 284 h 376"/>
                <a:gd name="T38" fmla="*/ 67 w 376"/>
                <a:gd name="T39" fmla="*/ 238 h 376"/>
                <a:gd name="T40" fmla="*/ 98 w 376"/>
                <a:gd name="T41" fmla="*/ 207 h 376"/>
                <a:gd name="T42" fmla="*/ 138 w 376"/>
                <a:gd name="T43" fmla="*/ 207 h 376"/>
                <a:gd name="T44" fmla="*/ 169 w 376"/>
                <a:gd name="T45" fmla="*/ 202 h 376"/>
                <a:gd name="T46" fmla="*/ 169 w 376"/>
                <a:gd name="T47" fmla="*/ 284 h 376"/>
                <a:gd name="T48" fmla="*/ 140 w 376"/>
                <a:gd name="T49" fmla="*/ 328 h 376"/>
                <a:gd name="T50" fmla="*/ 188 w 376"/>
                <a:gd name="T51" fmla="*/ 376 h 376"/>
                <a:gd name="T52" fmla="*/ 236 w 376"/>
                <a:gd name="T53" fmla="*/ 328 h 376"/>
                <a:gd name="T54" fmla="*/ 207 w 376"/>
                <a:gd name="T55" fmla="*/ 284 h 376"/>
                <a:gd name="T56" fmla="*/ 207 w 376"/>
                <a:gd name="T57" fmla="*/ 202 h 376"/>
                <a:gd name="T58" fmla="*/ 238 w 376"/>
                <a:gd name="T59" fmla="*/ 207 h 376"/>
                <a:gd name="T60" fmla="*/ 278 w 376"/>
                <a:gd name="T61" fmla="*/ 207 h 376"/>
                <a:gd name="T62" fmla="*/ 309 w 376"/>
                <a:gd name="T63" fmla="*/ 238 h 376"/>
                <a:gd name="T64" fmla="*/ 309 w 376"/>
                <a:gd name="T65" fmla="*/ 284 h 376"/>
                <a:gd name="T66" fmla="*/ 280 w 376"/>
                <a:gd name="T67" fmla="*/ 328 h 376"/>
                <a:gd name="T68" fmla="*/ 328 w 376"/>
                <a:gd name="T69" fmla="*/ 376 h 376"/>
                <a:gd name="T70" fmla="*/ 376 w 376"/>
                <a:gd name="T71" fmla="*/ 328 h 376"/>
                <a:gd name="T72" fmla="*/ 347 w 376"/>
                <a:gd name="T73" fmla="*/ 284 h 376"/>
                <a:gd name="T74" fmla="*/ 75 w 376"/>
                <a:gd name="T75" fmla="*/ 328 h 376"/>
                <a:gd name="T76" fmla="*/ 48 w 376"/>
                <a:gd name="T77" fmla="*/ 356 h 376"/>
                <a:gd name="T78" fmla="*/ 20 w 376"/>
                <a:gd name="T79" fmla="*/ 328 h 376"/>
                <a:gd name="T80" fmla="*/ 48 w 376"/>
                <a:gd name="T81" fmla="*/ 300 h 376"/>
                <a:gd name="T82" fmla="*/ 75 w 376"/>
                <a:gd name="T83" fmla="*/ 328 h 376"/>
                <a:gd name="T84" fmla="*/ 160 w 376"/>
                <a:gd name="T85" fmla="*/ 48 h 376"/>
                <a:gd name="T86" fmla="*/ 188 w 376"/>
                <a:gd name="T87" fmla="*/ 20 h 376"/>
                <a:gd name="T88" fmla="*/ 215 w 376"/>
                <a:gd name="T89" fmla="*/ 48 h 376"/>
                <a:gd name="T90" fmla="*/ 188 w 376"/>
                <a:gd name="T91" fmla="*/ 76 h 376"/>
                <a:gd name="T92" fmla="*/ 160 w 376"/>
                <a:gd name="T93" fmla="*/ 48 h 376"/>
                <a:gd name="T94" fmla="*/ 215 w 376"/>
                <a:gd name="T95" fmla="*/ 328 h 376"/>
                <a:gd name="T96" fmla="*/ 188 w 376"/>
                <a:gd name="T97" fmla="*/ 356 h 376"/>
                <a:gd name="T98" fmla="*/ 160 w 376"/>
                <a:gd name="T99" fmla="*/ 328 h 376"/>
                <a:gd name="T100" fmla="*/ 188 w 376"/>
                <a:gd name="T101" fmla="*/ 300 h 376"/>
                <a:gd name="T102" fmla="*/ 215 w 376"/>
                <a:gd name="T103" fmla="*/ 328 h 376"/>
                <a:gd name="T104" fmla="*/ 328 w 376"/>
                <a:gd name="T105" fmla="*/ 356 h 376"/>
                <a:gd name="T106" fmla="*/ 300 w 376"/>
                <a:gd name="T107" fmla="*/ 328 h 376"/>
                <a:gd name="T108" fmla="*/ 328 w 376"/>
                <a:gd name="T109" fmla="*/ 300 h 376"/>
                <a:gd name="T110" fmla="*/ 355 w 376"/>
                <a:gd name="T111" fmla="*/ 328 h 376"/>
                <a:gd name="T112" fmla="*/ 328 w 376"/>
                <a:gd name="T113" fmla="*/ 356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76" h="376">
                  <a:moveTo>
                    <a:pt x="347" y="284"/>
                  </a:moveTo>
                  <a:cubicBezTo>
                    <a:pt x="347" y="238"/>
                    <a:pt x="347" y="238"/>
                    <a:pt x="347" y="238"/>
                  </a:cubicBezTo>
                  <a:cubicBezTo>
                    <a:pt x="347" y="210"/>
                    <a:pt x="328" y="169"/>
                    <a:pt x="278" y="169"/>
                  </a:cubicBezTo>
                  <a:cubicBezTo>
                    <a:pt x="238" y="169"/>
                    <a:pt x="238" y="169"/>
                    <a:pt x="238" y="169"/>
                  </a:cubicBezTo>
                  <a:cubicBezTo>
                    <a:pt x="210" y="169"/>
                    <a:pt x="207" y="155"/>
                    <a:pt x="207" y="148"/>
                  </a:cubicBezTo>
                  <a:cubicBezTo>
                    <a:pt x="207" y="92"/>
                    <a:pt x="207" y="92"/>
                    <a:pt x="207" y="92"/>
                  </a:cubicBezTo>
                  <a:cubicBezTo>
                    <a:pt x="224" y="85"/>
                    <a:pt x="236" y="68"/>
                    <a:pt x="236" y="48"/>
                  </a:cubicBezTo>
                  <a:cubicBezTo>
                    <a:pt x="236" y="21"/>
                    <a:pt x="214" y="0"/>
                    <a:pt x="188" y="0"/>
                  </a:cubicBezTo>
                  <a:cubicBezTo>
                    <a:pt x="161" y="0"/>
                    <a:pt x="140" y="21"/>
                    <a:pt x="140" y="48"/>
                  </a:cubicBezTo>
                  <a:cubicBezTo>
                    <a:pt x="140" y="68"/>
                    <a:pt x="152" y="85"/>
                    <a:pt x="169" y="92"/>
                  </a:cubicBezTo>
                  <a:cubicBezTo>
                    <a:pt x="169" y="148"/>
                    <a:pt x="169" y="148"/>
                    <a:pt x="169" y="148"/>
                  </a:cubicBezTo>
                  <a:cubicBezTo>
                    <a:pt x="169" y="153"/>
                    <a:pt x="167" y="169"/>
                    <a:pt x="138" y="169"/>
                  </a:cubicBezTo>
                  <a:cubicBezTo>
                    <a:pt x="98" y="169"/>
                    <a:pt x="98" y="169"/>
                    <a:pt x="98" y="169"/>
                  </a:cubicBezTo>
                  <a:cubicBezTo>
                    <a:pt x="47" y="169"/>
                    <a:pt x="29" y="210"/>
                    <a:pt x="29" y="238"/>
                  </a:cubicBezTo>
                  <a:cubicBezTo>
                    <a:pt x="29" y="284"/>
                    <a:pt x="29" y="284"/>
                    <a:pt x="29" y="284"/>
                  </a:cubicBezTo>
                  <a:cubicBezTo>
                    <a:pt x="12" y="291"/>
                    <a:pt x="0" y="308"/>
                    <a:pt x="0" y="328"/>
                  </a:cubicBezTo>
                  <a:cubicBezTo>
                    <a:pt x="0" y="354"/>
                    <a:pt x="21" y="376"/>
                    <a:pt x="48" y="376"/>
                  </a:cubicBezTo>
                  <a:cubicBezTo>
                    <a:pt x="74" y="376"/>
                    <a:pt x="96" y="354"/>
                    <a:pt x="96" y="328"/>
                  </a:cubicBezTo>
                  <a:cubicBezTo>
                    <a:pt x="96" y="308"/>
                    <a:pt x="84" y="291"/>
                    <a:pt x="67" y="284"/>
                  </a:cubicBezTo>
                  <a:cubicBezTo>
                    <a:pt x="67" y="238"/>
                    <a:pt x="67" y="238"/>
                    <a:pt x="67" y="238"/>
                  </a:cubicBezTo>
                  <a:cubicBezTo>
                    <a:pt x="67" y="233"/>
                    <a:pt x="68" y="207"/>
                    <a:pt x="98" y="207"/>
                  </a:cubicBezTo>
                  <a:cubicBezTo>
                    <a:pt x="138" y="207"/>
                    <a:pt x="138" y="207"/>
                    <a:pt x="138" y="207"/>
                  </a:cubicBezTo>
                  <a:cubicBezTo>
                    <a:pt x="150" y="207"/>
                    <a:pt x="160" y="205"/>
                    <a:pt x="169" y="202"/>
                  </a:cubicBezTo>
                  <a:cubicBezTo>
                    <a:pt x="169" y="284"/>
                    <a:pt x="169" y="284"/>
                    <a:pt x="169" y="284"/>
                  </a:cubicBezTo>
                  <a:cubicBezTo>
                    <a:pt x="152" y="291"/>
                    <a:pt x="140" y="308"/>
                    <a:pt x="140" y="328"/>
                  </a:cubicBezTo>
                  <a:cubicBezTo>
                    <a:pt x="140" y="354"/>
                    <a:pt x="161" y="376"/>
                    <a:pt x="188" y="376"/>
                  </a:cubicBezTo>
                  <a:cubicBezTo>
                    <a:pt x="214" y="376"/>
                    <a:pt x="236" y="354"/>
                    <a:pt x="236" y="328"/>
                  </a:cubicBezTo>
                  <a:cubicBezTo>
                    <a:pt x="236" y="308"/>
                    <a:pt x="224" y="291"/>
                    <a:pt x="207" y="284"/>
                  </a:cubicBezTo>
                  <a:cubicBezTo>
                    <a:pt x="207" y="202"/>
                    <a:pt x="207" y="202"/>
                    <a:pt x="207" y="202"/>
                  </a:cubicBezTo>
                  <a:cubicBezTo>
                    <a:pt x="215" y="205"/>
                    <a:pt x="226" y="207"/>
                    <a:pt x="238" y="207"/>
                  </a:cubicBezTo>
                  <a:cubicBezTo>
                    <a:pt x="278" y="207"/>
                    <a:pt x="278" y="207"/>
                    <a:pt x="278" y="207"/>
                  </a:cubicBezTo>
                  <a:cubicBezTo>
                    <a:pt x="306" y="207"/>
                    <a:pt x="309" y="231"/>
                    <a:pt x="309" y="238"/>
                  </a:cubicBezTo>
                  <a:cubicBezTo>
                    <a:pt x="309" y="284"/>
                    <a:pt x="309" y="284"/>
                    <a:pt x="309" y="284"/>
                  </a:cubicBezTo>
                  <a:cubicBezTo>
                    <a:pt x="292" y="291"/>
                    <a:pt x="280" y="308"/>
                    <a:pt x="280" y="328"/>
                  </a:cubicBezTo>
                  <a:cubicBezTo>
                    <a:pt x="280" y="354"/>
                    <a:pt x="301" y="376"/>
                    <a:pt x="328" y="376"/>
                  </a:cubicBezTo>
                  <a:cubicBezTo>
                    <a:pt x="354" y="376"/>
                    <a:pt x="376" y="354"/>
                    <a:pt x="376" y="328"/>
                  </a:cubicBezTo>
                  <a:cubicBezTo>
                    <a:pt x="376" y="308"/>
                    <a:pt x="364" y="291"/>
                    <a:pt x="347" y="284"/>
                  </a:cubicBezTo>
                  <a:close/>
                  <a:moveTo>
                    <a:pt x="75" y="328"/>
                  </a:moveTo>
                  <a:cubicBezTo>
                    <a:pt x="75" y="343"/>
                    <a:pt x="63" y="356"/>
                    <a:pt x="48" y="356"/>
                  </a:cubicBezTo>
                  <a:cubicBezTo>
                    <a:pt x="32" y="356"/>
                    <a:pt x="20" y="343"/>
                    <a:pt x="20" y="328"/>
                  </a:cubicBezTo>
                  <a:cubicBezTo>
                    <a:pt x="20" y="313"/>
                    <a:pt x="32" y="300"/>
                    <a:pt x="48" y="300"/>
                  </a:cubicBezTo>
                  <a:cubicBezTo>
                    <a:pt x="63" y="300"/>
                    <a:pt x="75" y="313"/>
                    <a:pt x="75" y="328"/>
                  </a:cubicBezTo>
                  <a:close/>
                  <a:moveTo>
                    <a:pt x="160" y="48"/>
                  </a:moveTo>
                  <a:cubicBezTo>
                    <a:pt x="160" y="33"/>
                    <a:pt x="172" y="20"/>
                    <a:pt x="188" y="20"/>
                  </a:cubicBezTo>
                  <a:cubicBezTo>
                    <a:pt x="203" y="20"/>
                    <a:pt x="215" y="33"/>
                    <a:pt x="215" y="48"/>
                  </a:cubicBezTo>
                  <a:cubicBezTo>
                    <a:pt x="215" y="63"/>
                    <a:pt x="203" y="76"/>
                    <a:pt x="188" y="76"/>
                  </a:cubicBezTo>
                  <a:cubicBezTo>
                    <a:pt x="172" y="76"/>
                    <a:pt x="160" y="63"/>
                    <a:pt x="160" y="48"/>
                  </a:cubicBezTo>
                  <a:close/>
                  <a:moveTo>
                    <a:pt x="215" y="328"/>
                  </a:moveTo>
                  <a:cubicBezTo>
                    <a:pt x="215" y="343"/>
                    <a:pt x="203" y="356"/>
                    <a:pt x="188" y="356"/>
                  </a:cubicBezTo>
                  <a:cubicBezTo>
                    <a:pt x="172" y="356"/>
                    <a:pt x="160" y="343"/>
                    <a:pt x="160" y="328"/>
                  </a:cubicBezTo>
                  <a:cubicBezTo>
                    <a:pt x="160" y="313"/>
                    <a:pt x="172" y="300"/>
                    <a:pt x="188" y="300"/>
                  </a:cubicBezTo>
                  <a:cubicBezTo>
                    <a:pt x="203" y="300"/>
                    <a:pt x="215" y="313"/>
                    <a:pt x="215" y="328"/>
                  </a:cubicBezTo>
                  <a:close/>
                  <a:moveTo>
                    <a:pt x="328" y="356"/>
                  </a:moveTo>
                  <a:cubicBezTo>
                    <a:pt x="312" y="356"/>
                    <a:pt x="300" y="343"/>
                    <a:pt x="300" y="328"/>
                  </a:cubicBezTo>
                  <a:cubicBezTo>
                    <a:pt x="300" y="313"/>
                    <a:pt x="312" y="300"/>
                    <a:pt x="328" y="300"/>
                  </a:cubicBezTo>
                  <a:cubicBezTo>
                    <a:pt x="343" y="300"/>
                    <a:pt x="355" y="313"/>
                    <a:pt x="355" y="328"/>
                  </a:cubicBezTo>
                  <a:cubicBezTo>
                    <a:pt x="355" y="343"/>
                    <a:pt x="343" y="356"/>
                    <a:pt x="328" y="35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Calibri" panose="020F0502020204030204"/>
                <a:cs typeface="+mn-cs"/>
              </a:endParaRPr>
            </a:p>
          </p:txBody>
        </p:sp>
      </p:grpSp>
      <p:grpSp>
        <p:nvGrpSpPr>
          <p:cNvPr id="39" name="Group 38"/>
          <p:cNvGrpSpPr>
            <a:grpSpLocks noChangeAspect="1"/>
          </p:cNvGrpSpPr>
          <p:nvPr/>
        </p:nvGrpSpPr>
        <p:grpSpPr>
          <a:xfrm>
            <a:off x="6270248" y="2083668"/>
            <a:ext cx="2852827" cy="2928769"/>
            <a:chOff x="2794948" y="1492065"/>
            <a:chExt cx="2514438" cy="2581372"/>
          </a:xfrm>
        </p:grpSpPr>
        <p:grpSp>
          <p:nvGrpSpPr>
            <p:cNvPr id="41" name="Group 40"/>
            <p:cNvGrpSpPr/>
            <p:nvPr/>
          </p:nvGrpSpPr>
          <p:grpSpPr>
            <a:xfrm>
              <a:off x="3504691" y="1492065"/>
              <a:ext cx="990600" cy="1490606"/>
              <a:chOff x="1180764" y="1293047"/>
              <a:chExt cx="990600" cy="1490606"/>
            </a:xfrm>
            <a:solidFill>
              <a:schemeClr val="accent2"/>
            </a:solidFill>
          </p:grpSpPr>
          <p:sp>
            <p:nvSpPr>
              <p:cNvPr id="44" name="Oval 43"/>
              <p:cNvSpPr/>
              <p:nvPr/>
            </p:nvSpPr>
            <p:spPr>
              <a:xfrm>
                <a:off x="1180764" y="1293047"/>
                <a:ext cx="990600" cy="990600"/>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5" name="Isosceles Triangle 44"/>
              <p:cNvSpPr/>
              <p:nvPr/>
            </p:nvSpPr>
            <p:spPr>
              <a:xfrm flipV="1">
                <a:off x="1568733" y="2215149"/>
                <a:ext cx="214662" cy="203559"/>
              </a:xfrm>
              <a:prstGeom prst="triangl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cxnSp>
            <p:nvCxnSpPr>
              <p:cNvPr id="46" name="Straight Connector 45"/>
              <p:cNvCxnSpPr/>
              <p:nvPr/>
            </p:nvCxnSpPr>
            <p:spPr>
              <a:xfrm>
                <a:off x="1663272" y="2368550"/>
                <a:ext cx="0" cy="415103"/>
              </a:xfrm>
              <a:prstGeom prst="line">
                <a:avLst/>
              </a:prstGeom>
              <a:grpFill/>
              <a:ln>
                <a:solidFill>
                  <a:srgbClr val="FF0000"/>
                </a:solidFill>
                <a:headEnd type="none" w="med" len="med"/>
                <a:tailEnd type="oval" w="lg" len="lg"/>
              </a:ln>
            </p:spPr>
            <p:style>
              <a:lnRef idx="1">
                <a:schemeClr val="accent1"/>
              </a:lnRef>
              <a:fillRef idx="0">
                <a:schemeClr val="accent1"/>
              </a:fillRef>
              <a:effectRef idx="0">
                <a:schemeClr val="accent1"/>
              </a:effectRef>
              <a:fontRef idx="minor">
                <a:schemeClr val="tx1"/>
              </a:fontRef>
            </p:style>
          </p:cxnSp>
        </p:grpSp>
        <p:sp>
          <p:nvSpPr>
            <p:cNvPr id="42" name="Content Placeholder 2"/>
            <p:cNvSpPr txBox="1">
              <a:spLocks/>
            </p:cNvSpPr>
            <p:nvPr/>
          </p:nvSpPr>
          <p:spPr>
            <a:xfrm>
              <a:off x="2794948" y="3477996"/>
              <a:ext cx="2514438" cy="595441"/>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rtl="1" fontAlgn="auto">
                <a:spcAft>
                  <a:spcPts val="0"/>
                </a:spcAft>
                <a:buNone/>
              </a:pPr>
              <a:r>
                <a:rPr lang="ar-SA" sz="2800" b="1" dirty="0" smtClean="0">
                  <a:solidFill>
                    <a:prstClr val="black">
                      <a:lumMod val="75000"/>
                      <a:lumOff val="25000"/>
                    </a:prstClr>
                  </a:solidFill>
                </a:rPr>
                <a:t>تغيير </a:t>
              </a:r>
              <a:r>
                <a:rPr lang="ar-SA" sz="2800" b="1" dirty="0">
                  <a:solidFill>
                    <a:prstClr val="black">
                      <a:lumMod val="75000"/>
                      <a:lumOff val="25000"/>
                    </a:prstClr>
                  </a:solidFill>
                </a:rPr>
                <a:t>أنماط الاستخدام التي يمارسها الأفراد.</a:t>
              </a:r>
              <a:endParaRPr lang="en-US" sz="1600" dirty="0">
                <a:solidFill>
                  <a:prstClr val="white">
                    <a:lumMod val="65000"/>
                  </a:prstClr>
                </a:solidFill>
              </a:endParaRPr>
            </a:p>
          </p:txBody>
        </p:sp>
        <p:sp>
          <p:nvSpPr>
            <p:cNvPr id="43" name="Freeform 11"/>
            <p:cNvSpPr>
              <a:spLocks/>
            </p:cNvSpPr>
            <p:nvPr/>
          </p:nvSpPr>
          <p:spPr bwMode="auto">
            <a:xfrm>
              <a:off x="3796978" y="1851913"/>
              <a:ext cx="416706" cy="270903"/>
            </a:xfrm>
            <a:custGeom>
              <a:avLst/>
              <a:gdLst>
                <a:gd name="T0" fmla="*/ 304 w 400"/>
                <a:gd name="T1" fmla="*/ 73 h 260"/>
                <a:gd name="T2" fmla="*/ 288 w 400"/>
                <a:gd name="T3" fmla="*/ 74 h 260"/>
                <a:gd name="T4" fmla="*/ 186 w 400"/>
                <a:gd name="T5" fmla="*/ 0 h 260"/>
                <a:gd name="T6" fmla="*/ 80 w 400"/>
                <a:gd name="T7" fmla="*/ 104 h 260"/>
                <a:gd name="T8" fmla="*/ 81 w 400"/>
                <a:gd name="T9" fmla="*/ 119 h 260"/>
                <a:gd name="T10" fmla="*/ 72 w 400"/>
                <a:gd name="T11" fmla="*/ 118 h 260"/>
                <a:gd name="T12" fmla="*/ 0 w 400"/>
                <a:gd name="T13" fmla="*/ 189 h 260"/>
                <a:gd name="T14" fmla="*/ 72 w 400"/>
                <a:gd name="T15" fmla="*/ 260 h 260"/>
                <a:gd name="T16" fmla="*/ 172 w 400"/>
                <a:gd name="T17" fmla="*/ 260 h 260"/>
                <a:gd name="T18" fmla="*/ 172 w 400"/>
                <a:gd name="T19" fmla="*/ 184 h 260"/>
                <a:gd name="T20" fmla="*/ 130 w 400"/>
                <a:gd name="T21" fmla="*/ 184 h 260"/>
                <a:gd name="T22" fmla="*/ 200 w 400"/>
                <a:gd name="T23" fmla="*/ 92 h 260"/>
                <a:gd name="T24" fmla="*/ 270 w 400"/>
                <a:gd name="T25" fmla="*/ 184 h 260"/>
                <a:gd name="T26" fmla="*/ 228 w 400"/>
                <a:gd name="T27" fmla="*/ 184 h 260"/>
                <a:gd name="T28" fmla="*/ 228 w 400"/>
                <a:gd name="T29" fmla="*/ 260 h 260"/>
                <a:gd name="T30" fmla="*/ 304 w 400"/>
                <a:gd name="T31" fmla="*/ 260 h 260"/>
                <a:gd name="T32" fmla="*/ 400 w 400"/>
                <a:gd name="T33" fmla="*/ 166 h 260"/>
                <a:gd name="T34" fmla="*/ 304 w 400"/>
                <a:gd name="T35" fmla="*/ 73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00" h="260">
                  <a:moveTo>
                    <a:pt x="304" y="73"/>
                  </a:moveTo>
                  <a:cubicBezTo>
                    <a:pt x="298" y="73"/>
                    <a:pt x="293" y="73"/>
                    <a:pt x="288" y="74"/>
                  </a:cubicBezTo>
                  <a:cubicBezTo>
                    <a:pt x="275" y="31"/>
                    <a:pt x="234" y="0"/>
                    <a:pt x="186" y="0"/>
                  </a:cubicBezTo>
                  <a:cubicBezTo>
                    <a:pt x="127" y="0"/>
                    <a:pt x="80" y="46"/>
                    <a:pt x="80" y="104"/>
                  </a:cubicBezTo>
                  <a:cubicBezTo>
                    <a:pt x="80" y="109"/>
                    <a:pt x="80" y="114"/>
                    <a:pt x="81" y="119"/>
                  </a:cubicBezTo>
                  <a:cubicBezTo>
                    <a:pt x="78" y="119"/>
                    <a:pt x="75" y="118"/>
                    <a:pt x="72" y="118"/>
                  </a:cubicBezTo>
                  <a:cubicBezTo>
                    <a:pt x="32" y="118"/>
                    <a:pt x="0" y="150"/>
                    <a:pt x="0" y="189"/>
                  </a:cubicBezTo>
                  <a:cubicBezTo>
                    <a:pt x="0" y="228"/>
                    <a:pt x="32" y="260"/>
                    <a:pt x="72" y="260"/>
                  </a:cubicBezTo>
                  <a:cubicBezTo>
                    <a:pt x="172" y="260"/>
                    <a:pt x="172" y="260"/>
                    <a:pt x="172" y="260"/>
                  </a:cubicBezTo>
                  <a:cubicBezTo>
                    <a:pt x="172" y="184"/>
                    <a:pt x="172" y="184"/>
                    <a:pt x="172" y="184"/>
                  </a:cubicBezTo>
                  <a:cubicBezTo>
                    <a:pt x="130" y="184"/>
                    <a:pt x="130" y="184"/>
                    <a:pt x="130" y="184"/>
                  </a:cubicBezTo>
                  <a:cubicBezTo>
                    <a:pt x="200" y="92"/>
                    <a:pt x="200" y="92"/>
                    <a:pt x="200" y="92"/>
                  </a:cubicBezTo>
                  <a:cubicBezTo>
                    <a:pt x="270" y="184"/>
                    <a:pt x="270" y="184"/>
                    <a:pt x="270" y="184"/>
                  </a:cubicBezTo>
                  <a:cubicBezTo>
                    <a:pt x="228" y="184"/>
                    <a:pt x="228" y="184"/>
                    <a:pt x="228" y="184"/>
                  </a:cubicBezTo>
                  <a:cubicBezTo>
                    <a:pt x="228" y="260"/>
                    <a:pt x="228" y="260"/>
                    <a:pt x="228" y="260"/>
                  </a:cubicBezTo>
                  <a:cubicBezTo>
                    <a:pt x="304" y="260"/>
                    <a:pt x="304" y="260"/>
                    <a:pt x="304" y="260"/>
                  </a:cubicBezTo>
                  <a:cubicBezTo>
                    <a:pt x="357" y="260"/>
                    <a:pt x="400" y="218"/>
                    <a:pt x="400" y="166"/>
                  </a:cubicBezTo>
                  <a:cubicBezTo>
                    <a:pt x="400" y="115"/>
                    <a:pt x="357" y="73"/>
                    <a:pt x="304" y="73"/>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Calibri" panose="020F0502020204030204"/>
                <a:cs typeface="+mn-cs"/>
              </a:endParaRPr>
            </a:p>
          </p:txBody>
        </p:sp>
      </p:grpSp>
    </p:spTree>
    <p:extLst>
      <p:ext uri="{BB962C8B-B14F-4D97-AF65-F5344CB8AC3E}">
        <p14:creationId xmlns:p14="http://schemas.microsoft.com/office/powerpoint/2010/main" val="22606802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37" fill="hold" nodeType="after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barn(outVertical)">
                                      <p:cBhvr>
                                        <p:cTn id="7" dur="500"/>
                                        <p:tgtEl>
                                          <p:spTgt spid="16"/>
                                        </p:tgtEl>
                                      </p:cBhvr>
                                    </p:animEffect>
                                  </p:childTnLst>
                                </p:cTn>
                              </p:par>
                            </p:childTnLst>
                          </p:cTn>
                        </p:par>
                        <p:par>
                          <p:cTn id="8" fill="hold">
                            <p:stCondLst>
                              <p:cond delay="500"/>
                            </p:stCondLst>
                            <p:childTnLst>
                              <p:par>
                                <p:cTn id="9" presetID="16" presetClass="entr" presetSubtype="42" fill="hold" nodeType="afterEffect">
                                  <p:stCondLst>
                                    <p:cond delay="0"/>
                                  </p:stCondLst>
                                  <p:childTnLst>
                                    <p:set>
                                      <p:cBhvr>
                                        <p:cTn id="10" dur="1" fill="hold">
                                          <p:stCondLst>
                                            <p:cond delay="0"/>
                                          </p:stCondLst>
                                        </p:cTn>
                                        <p:tgtEl>
                                          <p:spTgt spid="32"/>
                                        </p:tgtEl>
                                        <p:attrNameLst>
                                          <p:attrName>style.visibility</p:attrName>
                                        </p:attrNameLst>
                                      </p:cBhvr>
                                      <p:to>
                                        <p:strVal val="visible"/>
                                      </p:to>
                                    </p:set>
                                    <p:animEffect transition="in" filter="barn(outHorizontal)">
                                      <p:cBhvr>
                                        <p:cTn id="11" dur="500"/>
                                        <p:tgtEl>
                                          <p:spTgt spid="32"/>
                                        </p:tgtEl>
                                      </p:cBhvr>
                                    </p:animEffect>
                                  </p:childTnLst>
                                </p:cTn>
                              </p:par>
                            </p:childTnLst>
                          </p:cTn>
                        </p:par>
                        <p:par>
                          <p:cTn id="12" fill="hold">
                            <p:stCondLst>
                              <p:cond delay="1000"/>
                            </p:stCondLst>
                            <p:childTnLst>
                              <p:par>
                                <p:cTn id="13" presetID="16" presetClass="entr" presetSubtype="42" fill="hold" nodeType="afterEffect">
                                  <p:stCondLst>
                                    <p:cond delay="0"/>
                                  </p:stCondLst>
                                  <p:childTnLst>
                                    <p:set>
                                      <p:cBhvr>
                                        <p:cTn id="14" dur="1" fill="hold">
                                          <p:stCondLst>
                                            <p:cond delay="0"/>
                                          </p:stCondLst>
                                        </p:cTn>
                                        <p:tgtEl>
                                          <p:spTgt spid="17"/>
                                        </p:tgtEl>
                                        <p:attrNameLst>
                                          <p:attrName>style.visibility</p:attrName>
                                        </p:attrNameLst>
                                      </p:cBhvr>
                                      <p:to>
                                        <p:strVal val="visible"/>
                                      </p:to>
                                    </p:set>
                                    <p:animEffect transition="in" filter="barn(outHorizontal)">
                                      <p:cBhvr>
                                        <p:cTn id="15" dur="500"/>
                                        <p:tgtEl>
                                          <p:spTgt spid="17"/>
                                        </p:tgtEl>
                                      </p:cBhvr>
                                    </p:animEffect>
                                  </p:childTnLst>
                                </p:cTn>
                              </p:par>
                            </p:childTnLst>
                          </p:cTn>
                        </p:par>
                        <p:par>
                          <p:cTn id="16" fill="hold">
                            <p:stCondLst>
                              <p:cond delay="1500"/>
                            </p:stCondLst>
                            <p:childTnLst>
                              <p:par>
                                <p:cTn id="17" presetID="16" presetClass="entr" presetSubtype="42" fill="hold" nodeType="afterEffect">
                                  <p:stCondLst>
                                    <p:cond delay="0"/>
                                  </p:stCondLst>
                                  <p:childTnLst>
                                    <p:set>
                                      <p:cBhvr>
                                        <p:cTn id="18" dur="1" fill="hold">
                                          <p:stCondLst>
                                            <p:cond delay="0"/>
                                          </p:stCondLst>
                                        </p:cTn>
                                        <p:tgtEl>
                                          <p:spTgt spid="39"/>
                                        </p:tgtEl>
                                        <p:attrNameLst>
                                          <p:attrName>style.visibility</p:attrName>
                                        </p:attrNameLst>
                                      </p:cBhvr>
                                      <p:to>
                                        <p:strVal val="visible"/>
                                      </p:to>
                                    </p:set>
                                    <p:animEffect transition="in" filter="barn(outHorizontal)">
                                      <p:cBhvr>
                                        <p:cTn id="19" dur="500"/>
                                        <p:tgtEl>
                                          <p:spTgt spid="39"/>
                                        </p:tgtEl>
                                      </p:cBhvr>
                                    </p:animEffect>
                                  </p:childTnLst>
                                </p:cTn>
                              </p:par>
                            </p:childTnLst>
                          </p:cTn>
                        </p:par>
                        <p:par>
                          <p:cTn id="20" fill="hold">
                            <p:stCondLst>
                              <p:cond delay="2000"/>
                            </p:stCondLst>
                            <p:childTnLst>
                              <p:par>
                                <p:cTn id="21" presetID="16" presetClass="entr" presetSubtype="42" fill="hold" nodeType="afterEffect">
                                  <p:stCondLst>
                                    <p:cond delay="0"/>
                                  </p:stCondLst>
                                  <p:childTnLst>
                                    <p:set>
                                      <p:cBhvr>
                                        <p:cTn id="22" dur="1" fill="hold">
                                          <p:stCondLst>
                                            <p:cond delay="0"/>
                                          </p:stCondLst>
                                        </p:cTn>
                                        <p:tgtEl>
                                          <p:spTgt spid="24"/>
                                        </p:tgtEl>
                                        <p:attrNameLst>
                                          <p:attrName>style.visibility</p:attrName>
                                        </p:attrNameLst>
                                      </p:cBhvr>
                                      <p:to>
                                        <p:strVal val="visible"/>
                                      </p:to>
                                    </p:set>
                                    <p:animEffect transition="in" filter="barn(outHorizontal)">
                                      <p:cBhvr>
                                        <p:cTn id="23"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theme/theme1.xml><?xml version="1.0" encoding="utf-8"?>
<a:theme xmlns:a="http://schemas.openxmlformats.org/drawingml/2006/main" name="29_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51_Office Theme">
  <a:themeElements>
    <a:clrScheme name="HogerDesign - 001 Dark">
      <a:dk1>
        <a:sysClr val="windowText" lastClr="000000"/>
      </a:dk1>
      <a:lt1>
        <a:sysClr val="window" lastClr="FFFFFF"/>
      </a:lt1>
      <a:dk2>
        <a:srgbClr val="ADADAD"/>
      </a:dk2>
      <a:lt2>
        <a:srgbClr val="DDDDDD"/>
      </a:lt2>
      <a:accent1>
        <a:srgbClr val="E32D91"/>
      </a:accent1>
      <a:accent2>
        <a:srgbClr val="C830CC"/>
      </a:accent2>
      <a:accent3>
        <a:srgbClr val="4EA6DC"/>
      </a:accent3>
      <a:accent4>
        <a:srgbClr val="4775E7"/>
      </a:accent4>
      <a:accent5>
        <a:srgbClr val="8971E1"/>
      </a:accent5>
      <a:accent6>
        <a:srgbClr val="D54773"/>
      </a:accent6>
      <a:hlink>
        <a:srgbClr val="6B9F25"/>
      </a:hlink>
      <a:folHlink>
        <a:srgbClr val="8C8C8C"/>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56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4_Office Theme">
  <a:themeElements>
    <a:clrScheme name="enterpreneur">
      <a:dk1>
        <a:srgbClr val="7E7E7E"/>
      </a:dk1>
      <a:lt1>
        <a:srgbClr val="FFFFFF"/>
      </a:lt1>
      <a:dk2>
        <a:srgbClr val="041B31"/>
      </a:dk2>
      <a:lt2>
        <a:srgbClr val="FFFFFF"/>
      </a:lt2>
      <a:accent1>
        <a:srgbClr val="C42A13"/>
      </a:accent1>
      <a:accent2>
        <a:srgbClr val="F9711C"/>
      </a:accent2>
      <a:accent3>
        <a:srgbClr val="92AF27"/>
      </a:accent3>
      <a:accent4>
        <a:srgbClr val="38B28A"/>
      </a:accent4>
      <a:accent5>
        <a:srgbClr val="16749F"/>
      </a:accent5>
      <a:accent6>
        <a:srgbClr val="041B31"/>
      </a:accent6>
      <a:hlink>
        <a:srgbClr val="F33B48"/>
      </a:hlink>
      <a:folHlink>
        <a:srgbClr val="FFC000"/>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5.xml><?xml version="1.0" encoding="utf-8"?>
<a:theme xmlns:a="http://schemas.openxmlformats.org/drawingml/2006/main" name="57_Office Theme">
  <a:themeElements>
    <a:clrScheme name="Custom 1">
      <a:dk1>
        <a:srgbClr val="000000"/>
      </a:dk1>
      <a:lt1>
        <a:sysClr val="window" lastClr="FFFFFF"/>
      </a:lt1>
      <a:dk2>
        <a:srgbClr val="3F3F3F"/>
      </a:dk2>
      <a:lt2>
        <a:srgbClr val="FCFCFC"/>
      </a:lt2>
      <a:accent1>
        <a:srgbClr val="F8D35E"/>
      </a:accent1>
      <a:accent2>
        <a:srgbClr val="1B6AA3"/>
      </a:accent2>
      <a:accent3>
        <a:srgbClr val="3FD5BA"/>
      </a:accent3>
      <a:accent4>
        <a:srgbClr val="F47264"/>
      </a:accent4>
      <a:accent5>
        <a:srgbClr val="8F8FBF"/>
      </a:accent5>
      <a:accent6>
        <a:srgbClr val="7CC8EC"/>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6.xml><?xml version="1.0" encoding="utf-8"?>
<a:theme xmlns:a="http://schemas.openxmlformats.org/drawingml/2006/main" name="59_Office Theme">
  <a:themeElements>
    <a:clrScheme name="mercurio">
      <a:dk1>
        <a:srgbClr val="95A5A6"/>
      </a:dk1>
      <a:lt1>
        <a:sysClr val="window" lastClr="FFFFFF"/>
      </a:lt1>
      <a:dk2>
        <a:srgbClr val="2C3E50"/>
      </a:dk2>
      <a:lt2>
        <a:srgbClr val="F2F2F2"/>
      </a:lt2>
      <a:accent1>
        <a:srgbClr val="2980B9"/>
      </a:accent1>
      <a:accent2>
        <a:srgbClr val="16A085"/>
      </a:accent2>
      <a:accent3>
        <a:srgbClr val="9BBB59"/>
      </a:accent3>
      <a:accent4>
        <a:srgbClr val="F39C12"/>
      </a:accent4>
      <a:accent5>
        <a:srgbClr val="C0392B"/>
      </a:accent5>
      <a:accent6>
        <a:srgbClr val="4B2C50"/>
      </a:accent6>
      <a:hlink>
        <a:srgbClr val="0000FF"/>
      </a:hlink>
      <a:folHlink>
        <a:srgbClr val="800080"/>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7.xml><?xml version="1.0" encoding="utf-8"?>
<a:theme xmlns:a="http://schemas.openxmlformats.org/drawingml/2006/main" name="62_Office Theme">
  <a:themeElements>
    <a:clrScheme name="Blue">
      <a:dk1>
        <a:sysClr val="windowText" lastClr="000000"/>
      </a:dk1>
      <a:lt1>
        <a:sysClr val="window" lastClr="FFFFFF"/>
      </a:lt1>
      <a:dk2>
        <a:srgbClr val="17406D"/>
      </a:dk2>
      <a:lt2>
        <a:srgbClr val="DBEFF9"/>
      </a:lt2>
      <a:accent1>
        <a:srgbClr val="0F6FC6"/>
      </a:accent1>
      <a:accent2>
        <a:srgbClr val="009DD9"/>
      </a:accent2>
      <a:accent3>
        <a:srgbClr val="0BD0D9"/>
      </a:accent3>
      <a:accent4>
        <a:srgbClr val="10CF9B"/>
      </a:accent4>
      <a:accent5>
        <a:srgbClr val="7CCA62"/>
      </a:accent5>
      <a:accent6>
        <a:srgbClr val="A5C249"/>
      </a:accent6>
      <a:hlink>
        <a:srgbClr val="F49100"/>
      </a:hlink>
      <a:folHlink>
        <a:srgbClr val="85DFD0"/>
      </a:folHlink>
    </a:clrScheme>
    <a:fontScheme name="Open Sans">
      <a:majorFont>
        <a:latin typeface="Open Sans Extrabold"/>
        <a:ea typeface=""/>
        <a:cs typeface=""/>
      </a:majorFont>
      <a:minorFont>
        <a:latin typeface="Open Sans Light"/>
        <a:ea typeface=""/>
        <a:cs typeface=""/>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8.xml><?xml version="1.0" encoding="utf-8"?>
<a:theme xmlns:a="http://schemas.openxmlformats.org/drawingml/2006/main" name="28_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9.xml><?xml version="1.0" encoding="utf-8"?>
<a:theme xmlns:a="http://schemas.openxmlformats.org/drawingml/2006/main" name="1_Theme_16_9">
  <a:themeElements>
    <a:clrScheme name="20_Theme20">
      <a:dk1>
        <a:srgbClr val="262626"/>
      </a:dk1>
      <a:lt1>
        <a:srgbClr val="FFFFFF"/>
      </a:lt1>
      <a:dk2>
        <a:srgbClr val="262626"/>
      </a:dk2>
      <a:lt2>
        <a:srgbClr val="FFFFFF"/>
      </a:lt2>
      <a:accent1>
        <a:srgbClr val="237DB9"/>
      </a:accent1>
      <a:accent2>
        <a:srgbClr val="15AA96"/>
      </a:accent2>
      <a:accent3>
        <a:srgbClr val="9BB955"/>
      </a:accent3>
      <a:accent4>
        <a:srgbClr val="F19B14"/>
      </a:accent4>
      <a:accent5>
        <a:srgbClr val="BE382C"/>
      </a:accent5>
      <a:accent6>
        <a:srgbClr val="633247"/>
      </a:accent6>
      <a:hlink>
        <a:srgbClr val="FFFFFF"/>
      </a:hlink>
      <a:folHlink>
        <a:srgbClr val="595959"/>
      </a:folHlink>
    </a:clrScheme>
    <a:fontScheme name="Roboto">
      <a:majorFont>
        <a:latin typeface="Roboto Medium"/>
        <a:ea typeface=""/>
        <a:cs typeface="Roboto Medium"/>
      </a:majorFont>
      <a:minorFont>
        <a:latin typeface="Roboto Condensed"/>
        <a:ea typeface=""/>
        <a:cs typeface="Roboto Condensed"/>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theme>
</file>

<file path=ppt/theme/theme10.xml><?xml version="1.0" encoding="utf-8"?>
<a:theme xmlns:a="http://schemas.openxmlformats.org/drawingml/2006/main" name="2_Theme_16_9">
  <a:themeElements>
    <a:clrScheme name="20_Theme20">
      <a:dk1>
        <a:srgbClr val="262626"/>
      </a:dk1>
      <a:lt1>
        <a:srgbClr val="FFFFFF"/>
      </a:lt1>
      <a:dk2>
        <a:srgbClr val="262626"/>
      </a:dk2>
      <a:lt2>
        <a:srgbClr val="FFFFFF"/>
      </a:lt2>
      <a:accent1>
        <a:srgbClr val="237DB9"/>
      </a:accent1>
      <a:accent2>
        <a:srgbClr val="15AA96"/>
      </a:accent2>
      <a:accent3>
        <a:srgbClr val="9BB955"/>
      </a:accent3>
      <a:accent4>
        <a:srgbClr val="F19B14"/>
      </a:accent4>
      <a:accent5>
        <a:srgbClr val="BE382C"/>
      </a:accent5>
      <a:accent6>
        <a:srgbClr val="633247"/>
      </a:accent6>
      <a:hlink>
        <a:srgbClr val="FFFFFF"/>
      </a:hlink>
      <a:folHlink>
        <a:srgbClr val="595959"/>
      </a:folHlink>
    </a:clrScheme>
    <a:fontScheme name="Roboto">
      <a:majorFont>
        <a:latin typeface="Roboto Medium"/>
        <a:ea typeface=""/>
        <a:cs typeface="Roboto Medium"/>
      </a:majorFont>
      <a:minorFont>
        <a:latin typeface="Roboto Condensed"/>
        <a:ea typeface=""/>
        <a:cs typeface="Roboto Condensed"/>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theme>
</file>

<file path=ppt/theme/theme11.xml><?xml version="1.0" encoding="utf-8"?>
<a:theme xmlns:a="http://schemas.openxmlformats.org/drawingml/2006/main" name="3_Theme_16_9">
  <a:themeElements>
    <a:clrScheme name="20_Theme20">
      <a:dk1>
        <a:srgbClr val="262626"/>
      </a:dk1>
      <a:lt1>
        <a:srgbClr val="FFFFFF"/>
      </a:lt1>
      <a:dk2>
        <a:srgbClr val="262626"/>
      </a:dk2>
      <a:lt2>
        <a:srgbClr val="FFFFFF"/>
      </a:lt2>
      <a:accent1>
        <a:srgbClr val="237DB9"/>
      </a:accent1>
      <a:accent2>
        <a:srgbClr val="15AA96"/>
      </a:accent2>
      <a:accent3>
        <a:srgbClr val="9BB955"/>
      </a:accent3>
      <a:accent4>
        <a:srgbClr val="F19B14"/>
      </a:accent4>
      <a:accent5>
        <a:srgbClr val="BE382C"/>
      </a:accent5>
      <a:accent6>
        <a:srgbClr val="633247"/>
      </a:accent6>
      <a:hlink>
        <a:srgbClr val="FFFFFF"/>
      </a:hlink>
      <a:folHlink>
        <a:srgbClr val="595959"/>
      </a:folHlink>
    </a:clrScheme>
    <a:fontScheme name="Roboto">
      <a:majorFont>
        <a:latin typeface="Roboto Medium"/>
        <a:ea typeface=""/>
        <a:cs typeface="Roboto Medium"/>
      </a:majorFont>
      <a:minorFont>
        <a:latin typeface="Roboto Condensed"/>
        <a:ea typeface=""/>
        <a:cs typeface="Roboto Condensed"/>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theme>
</file>

<file path=ppt/theme/theme12.xml><?xml version="1.0" encoding="utf-8"?>
<a:theme xmlns:a="http://schemas.openxmlformats.org/drawingml/2006/main" name="82_Office Theme">
  <a:themeElements>
    <a:clrScheme name="warnakren">
      <a:dk1>
        <a:sysClr val="windowText" lastClr="000000"/>
      </a:dk1>
      <a:lt1>
        <a:sysClr val="window" lastClr="FFFFFF"/>
      </a:lt1>
      <a:dk2>
        <a:srgbClr val="44546A"/>
      </a:dk2>
      <a:lt2>
        <a:srgbClr val="E7E6E6"/>
      </a:lt2>
      <a:accent1>
        <a:srgbClr val="E9233C"/>
      </a:accent1>
      <a:accent2>
        <a:srgbClr val="F0992F"/>
      </a:accent2>
      <a:accent3>
        <a:srgbClr val="1E3046"/>
      </a:accent3>
      <a:accent4>
        <a:srgbClr val="3392E2"/>
      </a:accent4>
      <a:accent5>
        <a:srgbClr val="83B14C"/>
      </a:accent5>
      <a:accent6>
        <a:srgbClr val="73757B"/>
      </a:accent6>
      <a:hlink>
        <a:srgbClr val="0563C1"/>
      </a:hlink>
      <a:folHlink>
        <a:srgbClr val="954F72"/>
      </a:folHlink>
    </a:clrScheme>
    <a:fontScheme name="Project freelance">
      <a:majorFont>
        <a:latin typeface="Roboto"/>
        <a:ea typeface=""/>
        <a:cs typeface=""/>
      </a:majorFont>
      <a:minorFont>
        <a:latin typeface="Roboto L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3.xml><?xml version="1.0" encoding="utf-8"?>
<a:theme xmlns:a="http://schemas.openxmlformats.org/drawingml/2006/main" name="1_Custom Design">
  <a:themeElements>
    <a:clrScheme name="20_Theme20">
      <a:dk1>
        <a:srgbClr val="262626"/>
      </a:dk1>
      <a:lt1>
        <a:srgbClr val="FFFFFF"/>
      </a:lt1>
      <a:dk2>
        <a:srgbClr val="262626"/>
      </a:dk2>
      <a:lt2>
        <a:srgbClr val="FFFFFF"/>
      </a:lt2>
      <a:accent1>
        <a:srgbClr val="237DB9"/>
      </a:accent1>
      <a:accent2>
        <a:srgbClr val="15AA96"/>
      </a:accent2>
      <a:accent3>
        <a:srgbClr val="9BB955"/>
      </a:accent3>
      <a:accent4>
        <a:srgbClr val="F19B14"/>
      </a:accent4>
      <a:accent5>
        <a:srgbClr val="BE382C"/>
      </a:accent5>
      <a:accent6>
        <a:srgbClr val="633247"/>
      </a:accent6>
      <a:hlink>
        <a:srgbClr val="FFFFFF"/>
      </a:hlink>
      <a:folHlink>
        <a:srgbClr val="595959"/>
      </a:folHlink>
    </a:clrScheme>
    <a:fontScheme name="Custom 5">
      <a:majorFont>
        <a:latin typeface="Roboto Condensed"/>
        <a:ea typeface=""/>
        <a:cs typeface=""/>
      </a:majorFont>
      <a:minorFont>
        <a:latin typeface="Roboto Condensed"/>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4.xml><?xml version="1.0" encoding="utf-8"?>
<a:theme xmlns:a="http://schemas.openxmlformats.org/drawingml/2006/main" name="Custom Design">
  <a:themeElements>
    <a:clrScheme name="20_Theme20">
      <a:dk1>
        <a:srgbClr val="262626"/>
      </a:dk1>
      <a:lt1>
        <a:srgbClr val="FFFFFF"/>
      </a:lt1>
      <a:dk2>
        <a:srgbClr val="262626"/>
      </a:dk2>
      <a:lt2>
        <a:srgbClr val="FFFFFF"/>
      </a:lt2>
      <a:accent1>
        <a:srgbClr val="237DB9"/>
      </a:accent1>
      <a:accent2>
        <a:srgbClr val="15AA96"/>
      </a:accent2>
      <a:accent3>
        <a:srgbClr val="9BB955"/>
      </a:accent3>
      <a:accent4>
        <a:srgbClr val="F19B14"/>
      </a:accent4>
      <a:accent5>
        <a:srgbClr val="BE382C"/>
      </a:accent5>
      <a:accent6>
        <a:srgbClr val="633247"/>
      </a:accent6>
      <a:hlink>
        <a:srgbClr val="FFFFFF"/>
      </a:hlink>
      <a:folHlink>
        <a:srgbClr val="595959"/>
      </a:folHlink>
    </a:clrScheme>
    <a:fontScheme name="Roboto">
      <a:majorFont>
        <a:latin typeface="Roboto Medium"/>
        <a:ea typeface=""/>
        <a:cs typeface="FontAwesome"/>
      </a:majorFont>
      <a:minorFont>
        <a:latin typeface="Roboto Condensed"/>
        <a:ea typeface=""/>
        <a:cs typeface="FontAwesom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theme>
</file>

<file path=ppt/theme/theme15.xml><?xml version="1.0" encoding="utf-8"?>
<a:theme xmlns:a="http://schemas.openxmlformats.org/drawingml/2006/main" name="2_Custom Design">
  <a:themeElements>
    <a:clrScheme name="20_Theme20">
      <a:dk1>
        <a:srgbClr val="262626"/>
      </a:dk1>
      <a:lt1>
        <a:srgbClr val="FFFFFF"/>
      </a:lt1>
      <a:dk2>
        <a:srgbClr val="262626"/>
      </a:dk2>
      <a:lt2>
        <a:srgbClr val="FFFFFF"/>
      </a:lt2>
      <a:accent1>
        <a:srgbClr val="237DB9"/>
      </a:accent1>
      <a:accent2>
        <a:srgbClr val="15AA96"/>
      </a:accent2>
      <a:accent3>
        <a:srgbClr val="9BB955"/>
      </a:accent3>
      <a:accent4>
        <a:srgbClr val="F19B14"/>
      </a:accent4>
      <a:accent5>
        <a:srgbClr val="BE382C"/>
      </a:accent5>
      <a:accent6>
        <a:srgbClr val="633247"/>
      </a:accent6>
      <a:hlink>
        <a:srgbClr val="FFFFFF"/>
      </a:hlink>
      <a:folHlink>
        <a:srgbClr val="595959"/>
      </a:folHlink>
    </a:clrScheme>
    <a:fontScheme name="Custom 5">
      <a:majorFont>
        <a:latin typeface="Roboto Condensed"/>
        <a:ea typeface=""/>
        <a:cs typeface=""/>
      </a:majorFont>
      <a:minorFont>
        <a:latin typeface="Roboto Condensed"/>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6.xml><?xml version="1.0" encoding="utf-8"?>
<a:theme xmlns:a="http://schemas.openxmlformats.org/drawingml/2006/main" name="3_Custom Design">
  <a:themeElements>
    <a:clrScheme name="20_Theme20">
      <a:dk1>
        <a:srgbClr val="262626"/>
      </a:dk1>
      <a:lt1>
        <a:srgbClr val="FFFFFF"/>
      </a:lt1>
      <a:dk2>
        <a:srgbClr val="262626"/>
      </a:dk2>
      <a:lt2>
        <a:srgbClr val="FFFFFF"/>
      </a:lt2>
      <a:accent1>
        <a:srgbClr val="237DB9"/>
      </a:accent1>
      <a:accent2>
        <a:srgbClr val="15AA96"/>
      </a:accent2>
      <a:accent3>
        <a:srgbClr val="9BB955"/>
      </a:accent3>
      <a:accent4>
        <a:srgbClr val="F19B14"/>
      </a:accent4>
      <a:accent5>
        <a:srgbClr val="BE382C"/>
      </a:accent5>
      <a:accent6>
        <a:srgbClr val="633247"/>
      </a:accent6>
      <a:hlink>
        <a:srgbClr val="FFFFFF"/>
      </a:hlink>
      <a:folHlink>
        <a:srgbClr val="595959"/>
      </a:folHlink>
    </a:clrScheme>
    <a:fontScheme name="Roboto">
      <a:majorFont>
        <a:latin typeface="Roboto Medium"/>
        <a:ea typeface=""/>
        <a:cs typeface="FontAwesome"/>
      </a:majorFont>
      <a:minorFont>
        <a:latin typeface="Roboto Condensed"/>
        <a:ea typeface=""/>
        <a:cs typeface="FontAwesom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theme>
</file>

<file path=ppt/theme/theme17.xml><?xml version="1.0" encoding="utf-8"?>
<a:theme xmlns:a="http://schemas.openxmlformats.org/drawingml/2006/main" name="4_Custom Design">
  <a:themeElements>
    <a:clrScheme name="20_Theme20">
      <a:dk1>
        <a:srgbClr val="262626"/>
      </a:dk1>
      <a:lt1>
        <a:srgbClr val="FFFFFF"/>
      </a:lt1>
      <a:dk2>
        <a:srgbClr val="262626"/>
      </a:dk2>
      <a:lt2>
        <a:srgbClr val="FFFFFF"/>
      </a:lt2>
      <a:accent1>
        <a:srgbClr val="237DB9"/>
      </a:accent1>
      <a:accent2>
        <a:srgbClr val="15AA96"/>
      </a:accent2>
      <a:accent3>
        <a:srgbClr val="9BB955"/>
      </a:accent3>
      <a:accent4>
        <a:srgbClr val="F19B14"/>
      </a:accent4>
      <a:accent5>
        <a:srgbClr val="BE382C"/>
      </a:accent5>
      <a:accent6>
        <a:srgbClr val="633247"/>
      </a:accent6>
      <a:hlink>
        <a:srgbClr val="FFFFFF"/>
      </a:hlink>
      <a:folHlink>
        <a:srgbClr val="595959"/>
      </a:folHlink>
    </a:clrScheme>
    <a:fontScheme name="Roboto">
      <a:majorFont>
        <a:latin typeface="Roboto Medium"/>
        <a:ea typeface=""/>
        <a:cs typeface="FontAwesome"/>
      </a:majorFont>
      <a:minorFont>
        <a:latin typeface="Roboto Condensed"/>
        <a:ea typeface=""/>
        <a:cs typeface="FontAwesom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theme>
</file>

<file path=ppt/theme/theme18.xml><?xml version="1.0" encoding="utf-8"?>
<a:theme xmlns:a="http://schemas.openxmlformats.org/drawingml/2006/main" name="5_Custom Design">
  <a:themeElements>
    <a:clrScheme name="20_Theme20">
      <a:dk1>
        <a:srgbClr val="262626"/>
      </a:dk1>
      <a:lt1>
        <a:srgbClr val="FFFFFF"/>
      </a:lt1>
      <a:dk2>
        <a:srgbClr val="262626"/>
      </a:dk2>
      <a:lt2>
        <a:srgbClr val="FFFFFF"/>
      </a:lt2>
      <a:accent1>
        <a:srgbClr val="237DB9"/>
      </a:accent1>
      <a:accent2>
        <a:srgbClr val="15AA96"/>
      </a:accent2>
      <a:accent3>
        <a:srgbClr val="9BB955"/>
      </a:accent3>
      <a:accent4>
        <a:srgbClr val="F19B14"/>
      </a:accent4>
      <a:accent5>
        <a:srgbClr val="BE382C"/>
      </a:accent5>
      <a:accent6>
        <a:srgbClr val="633247"/>
      </a:accent6>
      <a:hlink>
        <a:srgbClr val="FFFFFF"/>
      </a:hlink>
      <a:folHlink>
        <a:srgbClr val="595959"/>
      </a:folHlink>
    </a:clrScheme>
    <a:fontScheme name="Roboto">
      <a:majorFont>
        <a:latin typeface="Roboto Medium"/>
        <a:ea typeface=""/>
        <a:cs typeface="FontAwesome"/>
      </a:majorFont>
      <a:minorFont>
        <a:latin typeface="Roboto Condensed"/>
        <a:ea typeface=""/>
        <a:cs typeface="FontAwesom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theme>
</file>

<file path=ppt/theme/theme19.xml><?xml version="1.0" encoding="utf-8"?>
<a:theme xmlns:a="http://schemas.openxmlformats.org/drawingml/2006/main" name="6_Custom Design">
  <a:themeElements>
    <a:clrScheme name="20_Theme20">
      <a:dk1>
        <a:srgbClr val="262626"/>
      </a:dk1>
      <a:lt1>
        <a:srgbClr val="FFFFFF"/>
      </a:lt1>
      <a:dk2>
        <a:srgbClr val="262626"/>
      </a:dk2>
      <a:lt2>
        <a:srgbClr val="FFFFFF"/>
      </a:lt2>
      <a:accent1>
        <a:srgbClr val="237DB9"/>
      </a:accent1>
      <a:accent2>
        <a:srgbClr val="15AA96"/>
      </a:accent2>
      <a:accent3>
        <a:srgbClr val="9BB955"/>
      </a:accent3>
      <a:accent4>
        <a:srgbClr val="F19B14"/>
      </a:accent4>
      <a:accent5>
        <a:srgbClr val="BE382C"/>
      </a:accent5>
      <a:accent6>
        <a:srgbClr val="633247"/>
      </a:accent6>
      <a:hlink>
        <a:srgbClr val="FFFFFF"/>
      </a:hlink>
      <a:folHlink>
        <a:srgbClr val="595959"/>
      </a:folHlink>
    </a:clrScheme>
    <a:fontScheme name="Custom 5">
      <a:majorFont>
        <a:latin typeface="Roboto Condensed"/>
        <a:ea typeface=""/>
        <a:cs typeface=""/>
      </a:majorFont>
      <a:minorFont>
        <a:latin typeface="Roboto Condensed"/>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0.xml><?xml version="1.0" encoding="utf-8"?>
<a:theme xmlns:a="http://schemas.openxmlformats.org/drawingml/2006/main" name="7_Custom Design">
  <a:themeElements>
    <a:clrScheme name="20_Theme20">
      <a:dk1>
        <a:srgbClr val="262626"/>
      </a:dk1>
      <a:lt1>
        <a:srgbClr val="FFFFFF"/>
      </a:lt1>
      <a:dk2>
        <a:srgbClr val="262626"/>
      </a:dk2>
      <a:lt2>
        <a:srgbClr val="FFFFFF"/>
      </a:lt2>
      <a:accent1>
        <a:srgbClr val="237DB9"/>
      </a:accent1>
      <a:accent2>
        <a:srgbClr val="15AA96"/>
      </a:accent2>
      <a:accent3>
        <a:srgbClr val="9BB955"/>
      </a:accent3>
      <a:accent4>
        <a:srgbClr val="F19B14"/>
      </a:accent4>
      <a:accent5>
        <a:srgbClr val="BE382C"/>
      </a:accent5>
      <a:accent6>
        <a:srgbClr val="633247"/>
      </a:accent6>
      <a:hlink>
        <a:srgbClr val="FFFFFF"/>
      </a:hlink>
      <a:folHlink>
        <a:srgbClr val="595959"/>
      </a:folHlink>
    </a:clrScheme>
    <a:fontScheme name="Custom 5">
      <a:majorFont>
        <a:latin typeface="Roboto Condensed"/>
        <a:ea typeface=""/>
        <a:cs typeface=""/>
      </a:majorFont>
      <a:minorFont>
        <a:latin typeface="Roboto Condensed"/>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1.xml><?xml version="1.0" encoding="utf-8"?>
<a:theme xmlns:a="http://schemas.openxmlformats.org/drawingml/2006/main" name="8_Custom Design">
  <a:themeElements>
    <a:clrScheme name="20_Theme20">
      <a:dk1>
        <a:srgbClr val="262626"/>
      </a:dk1>
      <a:lt1>
        <a:srgbClr val="FFFFFF"/>
      </a:lt1>
      <a:dk2>
        <a:srgbClr val="262626"/>
      </a:dk2>
      <a:lt2>
        <a:srgbClr val="FFFFFF"/>
      </a:lt2>
      <a:accent1>
        <a:srgbClr val="237DB9"/>
      </a:accent1>
      <a:accent2>
        <a:srgbClr val="15AA96"/>
      </a:accent2>
      <a:accent3>
        <a:srgbClr val="9BB955"/>
      </a:accent3>
      <a:accent4>
        <a:srgbClr val="F19B14"/>
      </a:accent4>
      <a:accent5>
        <a:srgbClr val="BE382C"/>
      </a:accent5>
      <a:accent6>
        <a:srgbClr val="633247"/>
      </a:accent6>
      <a:hlink>
        <a:srgbClr val="FFFFFF"/>
      </a:hlink>
      <a:folHlink>
        <a:srgbClr val="595959"/>
      </a:folHlink>
    </a:clrScheme>
    <a:fontScheme name="Roboto">
      <a:majorFont>
        <a:latin typeface="Roboto Medium"/>
        <a:ea typeface=""/>
        <a:cs typeface="FontAwesome"/>
      </a:majorFont>
      <a:minorFont>
        <a:latin typeface="Roboto Condensed"/>
        <a:ea typeface=""/>
        <a:cs typeface="FontAwesom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theme>
</file>

<file path=ppt/theme/theme22.xml><?xml version="1.0" encoding="utf-8"?>
<a:theme xmlns:a="http://schemas.openxmlformats.org/drawingml/2006/main" name="9_Custom Design">
  <a:themeElements>
    <a:clrScheme name="20_Theme20">
      <a:dk1>
        <a:srgbClr val="262626"/>
      </a:dk1>
      <a:lt1>
        <a:srgbClr val="FFFFFF"/>
      </a:lt1>
      <a:dk2>
        <a:srgbClr val="262626"/>
      </a:dk2>
      <a:lt2>
        <a:srgbClr val="FFFFFF"/>
      </a:lt2>
      <a:accent1>
        <a:srgbClr val="237DB9"/>
      </a:accent1>
      <a:accent2>
        <a:srgbClr val="15AA96"/>
      </a:accent2>
      <a:accent3>
        <a:srgbClr val="9BB955"/>
      </a:accent3>
      <a:accent4>
        <a:srgbClr val="F19B14"/>
      </a:accent4>
      <a:accent5>
        <a:srgbClr val="BE382C"/>
      </a:accent5>
      <a:accent6>
        <a:srgbClr val="633247"/>
      </a:accent6>
      <a:hlink>
        <a:srgbClr val="FFFFFF"/>
      </a:hlink>
      <a:folHlink>
        <a:srgbClr val="595959"/>
      </a:folHlink>
    </a:clrScheme>
    <a:fontScheme name="Roboto">
      <a:majorFont>
        <a:latin typeface="Roboto Medium"/>
        <a:ea typeface=""/>
        <a:cs typeface="FontAwesome"/>
      </a:majorFont>
      <a:minorFont>
        <a:latin typeface="Roboto Condensed"/>
        <a:ea typeface=""/>
        <a:cs typeface="FontAwesom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theme>
</file>

<file path=ppt/theme/theme23.xml><?xml version="1.0" encoding="utf-8"?>
<a:theme xmlns:a="http://schemas.openxmlformats.org/drawingml/2006/main" name="10_Custom Design">
  <a:themeElements>
    <a:clrScheme name="20_Theme20">
      <a:dk1>
        <a:srgbClr val="262626"/>
      </a:dk1>
      <a:lt1>
        <a:srgbClr val="FFFFFF"/>
      </a:lt1>
      <a:dk2>
        <a:srgbClr val="262626"/>
      </a:dk2>
      <a:lt2>
        <a:srgbClr val="FFFFFF"/>
      </a:lt2>
      <a:accent1>
        <a:srgbClr val="237DB9"/>
      </a:accent1>
      <a:accent2>
        <a:srgbClr val="15AA96"/>
      </a:accent2>
      <a:accent3>
        <a:srgbClr val="9BB955"/>
      </a:accent3>
      <a:accent4>
        <a:srgbClr val="F19B14"/>
      </a:accent4>
      <a:accent5>
        <a:srgbClr val="BE382C"/>
      </a:accent5>
      <a:accent6>
        <a:srgbClr val="633247"/>
      </a:accent6>
      <a:hlink>
        <a:srgbClr val="FFFFFF"/>
      </a:hlink>
      <a:folHlink>
        <a:srgbClr val="595959"/>
      </a:folHlink>
    </a:clrScheme>
    <a:fontScheme name="Roboto">
      <a:majorFont>
        <a:latin typeface="Roboto Medium"/>
        <a:ea typeface=""/>
        <a:cs typeface="FontAwesome"/>
      </a:majorFont>
      <a:minorFont>
        <a:latin typeface="Roboto Condensed"/>
        <a:ea typeface=""/>
        <a:cs typeface="FontAwesom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theme>
</file>

<file path=ppt/theme/theme24.xml><?xml version="1.0" encoding="utf-8"?>
<a:theme xmlns:a="http://schemas.openxmlformats.org/drawingml/2006/main" name="11_Custom Design">
  <a:themeElements>
    <a:clrScheme name="20_Theme20">
      <a:dk1>
        <a:srgbClr val="262626"/>
      </a:dk1>
      <a:lt1>
        <a:srgbClr val="FFFFFF"/>
      </a:lt1>
      <a:dk2>
        <a:srgbClr val="262626"/>
      </a:dk2>
      <a:lt2>
        <a:srgbClr val="FFFFFF"/>
      </a:lt2>
      <a:accent1>
        <a:srgbClr val="237DB9"/>
      </a:accent1>
      <a:accent2>
        <a:srgbClr val="15AA96"/>
      </a:accent2>
      <a:accent3>
        <a:srgbClr val="9BB955"/>
      </a:accent3>
      <a:accent4>
        <a:srgbClr val="F19B14"/>
      </a:accent4>
      <a:accent5>
        <a:srgbClr val="BE382C"/>
      </a:accent5>
      <a:accent6>
        <a:srgbClr val="633247"/>
      </a:accent6>
      <a:hlink>
        <a:srgbClr val="FFFFFF"/>
      </a:hlink>
      <a:folHlink>
        <a:srgbClr val="595959"/>
      </a:folHlink>
    </a:clrScheme>
    <a:fontScheme name="Roboto">
      <a:majorFont>
        <a:latin typeface="Roboto Medium"/>
        <a:ea typeface=""/>
        <a:cs typeface="FontAwesome"/>
      </a:majorFont>
      <a:minorFont>
        <a:latin typeface="Roboto Condensed"/>
        <a:ea typeface=""/>
        <a:cs typeface="FontAwesom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theme>
</file>

<file path=ppt/theme/theme25.xml><?xml version="1.0" encoding="utf-8"?>
<a:theme xmlns:a="http://schemas.openxmlformats.org/drawingml/2006/main" name="12_Custom Design">
  <a:themeElements>
    <a:clrScheme name="20_Theme20">
      <a:dk1>
        <a:srgbClr val="262626"/>
      </a:dk1>
      <a:lt1>
        <a:srgbClr val="FFFFFF"/>
      </a:lt1>
      <a:dk2>
        <a:srgbClr val="262626"/>
      </a:dk2>
      <a:lt2>
        <a:srgbClr val="FFFFFF"/>
      </a:lt2>
      <a:accent1>
        <a:srgbClr val="237DB9"/>
      </a:accent1>
      <a:accent2>
        <a:srgbClr val="15AA96"/>
      </a:accent2>
      <a:accent3>
        <a:srgbClr val="9BB955"/>
      </a:accent3>
      <a:accent4>
        <a:srgbClr val="F19B14"/>
      </a:accent4>
      <a:accent5>
        <a:srgbClr val="BE382C"/>
      </a:accent5>
      <a:accent6>
        <a:srgbClr val="633247"/>
      </a:accent6>
      <a:hlink>
        <a:srgbClr val="FFFFFF"/>
      </a:hlink>
      <a:folHlink>
        <a:srgbClr val="595959"/>
      </a:folHlink>
    </a:clrScheme>
    <a:fontScheme name="Roboto">
      <a:majorFont>
        <a:latin typeface="Roboto Medium"/>
        <a:ea typeface=""/>
        <a:cs typeface="FontAwesome"/>
      </a:majorFont>
      <a:minorFont>
        <a:latin typeface="Roboto Condensed"/>
        <a:ea typeface=""/>
        <a:cs typeface="FontAwesom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theme>
</file>

<file path=ppt/theme/theme26.xml><?xml version="1.0" encoding="utf-8"?>
<a:theme xmlns:a="http://schemas.openxmlformats.org/drawingml/2006/main" name="13_Custom Design">
  <a:themeElements>
    <a:clrScheme name="20_Theme20">
      <a:dk1>
        <a:srgbClr val="262626"/>
      </a:dk1>
      <a:lt1>
        <a:srgbClr val="FFFFFF"/>
      </a:lt1>
      <a:dk2>
        <a:srgbClr val="262626"/>
      </a:dk2>
      <a:lt2>
        <a:srgbClr val="FFFFFF"/>
      </a:lt2>
      <a:accent1>
        <a:srgbClr val="237DB9"/>
      </a:accent1>
      <a:accent2>
        <a:srgbClr val="15AA96"/>
      </a:accent2>
      <a:accent3>
        <a:srgbClr val="9BB955"/>
      </a:accent3>
      <a:accent4>
        <a:srgbClr val="F19B14"/>
      </a:accent4>
      <a:accent5>
        <a:srgbClr val="BE382C"/>
      </a:accent5>
      <a:accent6>
        <a:srgbClr val="633247"/>
      </a:accent6>
      <a:hlink>
        <a:srgbClr val="FFFFFF"/>
      </a:hlink>
      <a:folHlink>
        <a:srgbClr val="595959"/>
      </a:folHlink>
    </a:clrScheme>
    <a:fontScheme name="Custom 2">
      <a:majorFont>
        <a:latin typeface="Calibri Light"/>
        <a:ea typeface=""/>
        <a:cs typeface=""/>
      </a:majorFont>
      <a:minorFont>
        <a:latin typeface="Simplified Arabic"/>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7.xml><?xml version="1.0" encoding="utf-8"?>
<a:theme xmlns:a="http://schemas.openxmlformats.org/drawingml/2006/main" name="Default Theme">
  <a:themeElements>
    <a:clrScheme name="Impresario - Coloured Light">
      <a:dk1>
        <a:srgbClr val="445469"/>
      </a:dk1>
      <a:lt1>
        <a:sysClr val="window" lastClr="FFFFFF"/>
      </a:lt1>
      <a:dk2>
        <a:srgbClr val="445469"/>
      </a:dk2>
      <a:lt2>
        <a:srgbClr val="FFFFFF"/>
      </a:lt2>
      <a:accent1>
        <a:srgbClr val="7FB34C"/>
      </a:accent1>
      <a:accent2>
        <a:srgbClr val="3891DE"/>
      </a:accent2>
      <a:accent3>
        <a:srgbClr val="485868"/>
      </a:accent3>
      <a:accent4>
        <a:srgbClr val="F1992D"/>
      </a:accent4>
      <a:accent5>
        <a:srgbClr val="EB223D"/>
      </a:accent5>
      <a:accent6>
        <a:srgbClr val="A1A1A1"/>
      </a:accent6>
      <a:hlink>
        <a:srgbClr val="F33B48"/>
      </a:hlink>
      <a:folHlink>
        <a:srgbClr val="FFC000"/>
      </a:folHlink>
    </a:clrScheme>
    <a:fontScheme name="Custom 1">
      <a:majorFont>
        <a:latin typeface="Lato"/>
        <a:ea typeface=""/>
        <a:cs typeface=""/>
      </a:majorFont>
      <a:minorFont>
        <a:latin typeface="Lato Ligh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8.xml><?xml version="1.0" encoding="utf-8"?>
<a:theme xmlns:a="http://schemas.openxmlformats.org/drawingml/2006/main" name="1_Office Theme">
  <a:themeElements>
    <a:clrScheme name="Flat Color">
      <a:dk1>
        <a:sysClr val="windowText" lastClr="000000"/>
      </a:dk1>
      <a:lt1>
        <a:sysClr val="window" lastClr="FFFFFF"/>
      </a:lt1>
      <a:dk2>
        <a:srgbClr val="44546A"/>
      </a:dk2>
      <a:lt2>
        <a:srgbClr val="E7E6E6"/>
      </a:lt2>
      <a:accent1>
        <a:srgbClr val="4472C4"/>
      </a:accent1>
      <a:accent2>
        <a:srgbClr val="ED7D31"/>
      </a:accent2>
      <a:accent3>
        <a:srgbClr val="954F72"/>
      </a:accent3>
      <a:accent4>
        <a:srgbClr val="FFC000"/>
      </a:accent4>
      <a:accent5>
        <a:srgbClr val="70AD47"/>
      </a:accent5>
      <a:accent6>
        <a:srgbClr val="C00000"/>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9.xml><?xml version="1.0" encoding="utf-8"?>
<a:theme xmlns:a="http://schemas.openxmlformats.org/drawingml/2006/main" name="2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0.xml><?xml version="1.0" encoding="utf-8"?>
<a:theme xmlns:a="http://schemas.openxmlformats.org/drawingml/2006/main" name="5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1.xml><?xml version="1.0" encoding="utf-8"?>
<a:theme xmlns:a="http://schemas.openxmlformats.org/drawingml/2006/main" name="3_Office Theme">
  <a:themeElements>
    <a:clrScheme name="warnakren">
      <a:dk1>
        <a:sysClr val="windowText" lastClr="000000"/>
      </a:dk1>
      <a:lt1>
        <a:sysClr val="window" lastClr="FFFFFF"/>
      </a:lt1>
      <a:dk2>
        <a:srgbClr val="44546A"/>
      </a:dk2>
      <a:lt2>
        <a:srgbClr val="E7E6E6"/>
      </a:lt2>
      <a:accent1>
        <a:srgbClr val="E9233C"/>
      </a:accent1>
      <a:accent2>
        <a:srgbClr val="F0992F"/>
      </a:accent2>
      <a:accent3>
        <a:srgbClr val="1E3046"/>
      </a:accent3>
      <a:accent4>
        <a:srgbClr val="3392E2"/>
      </a:accent4>
      <a:accent5>
        <a:srgbClr val="83B14C"/>
      </a:accent5>
      <a:accent6>
        <a:srgbClr val="73757B"/>
      </a:accent6>
      <a:hlink>
        <a:srgbClr val="0563C1"/>
      </a:hlink>
      <a:folHlink>
        <a:srgbClr val="954F72"/>
      </a:folHlink>
    </a:clrScheme>
    <a:fontScheme name="Project freelance">
      <a:majorFont>
        <a:latin typeface="Roboto"/>
        <a:ea typeface=""/>
        <a:cs typeface=""/>
      </a:majorFont>
      <a:minorFont>
        <a:latin typeface="Roboto L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2.xml><?xml version="1.0" encoding="utf-8"?>
<a:theme xmlns:a="http://schemas.openxmlformats.org/drawingml/2006/main" name="7_Office Theme">
  <a:themeElements>
    <a:clrScheme name="warnakren">
      <a:dk1>
        <a:sysClr val="windowText" lastClr="000000"/>
      </a:dk1>
      <a:lt1>
        <a:sysClr val="window" lastClr="FFFFFF"/>
      </a:lt1>
      <a:dk2>
        <a:srgbClr val="44546A"/>
      </a:dk2>
      <a:lt2>
        <a:srgbClr val="E7E6E6"/>
      </a:lt2>
      <a:accent1>
        <a:srgbClr val="E9233C"/>
      </a:accent1>
      <a:accent2>
        <a:srgbClr val="F0992F"/>
      </a:accent2>
      <a:accent3>
        <a:srgbClr val="1E3046"/>
      </a:accent3>
      <a:accent4>
        <a:srgbClr val="3392E2"/>
      </a:accent4>
      <a:accent5>
        <a:srgbClr val="83B14C"/>
      </a:accent5>
      <a:accent6>
        <a:srgbClr val="73757B"/>
      </a:accent6>
      <a:hlink>
        <a:srgbClr val="0563C1"/>
      </a:hlink>
      <a:folHlink>
        <a:srgbClr val="954F72"/>
      </a:folHlink>
    </a:clrScheme>
    <a:fontScheme name="Project freelance">
      <a:majorFont>
        <a:latin typeface="Roboto"/>
        <a:ea typeface=""/>
        <a:cs typeface=""/>
      </a:majorFont>
      <a:minorFont>
        <a:latin typeface="Roboto L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3.xml><?xml version="1.0" encoding="utf-8"?>
<a:theme xmlns:a="http://schemas.openxmlformats.org/drawingml/2006/main" name="8_Office Theme">
  <a:themeElements>
    <a:clrScheme name="warnakren">
      <a:dk1>
        <a:sysClr val="windowText" lastClr="000000"/>
      </a:dk1>
      <a:lt1>
        <a:sysClr val="window" lastClr="FFFFFF"/>
      </a:lt1>
      <a:dk2>
        <a:srgbClr val="44546A"/>
      </a:dk2>
      <a:lt2>
        <a:srgbClr val="E7E6E6"/>
      </a:lt2>
      <a:accent1>
        <a:srgbClr val="E9233C"/>
      </a:accent1>
      <a:accent2>
        <a:srgbClr val="F0992F"/>
      </a:accent2>
      <a:accent3>
        <a:srgbClr val="1E3046"/>
      </a:accent3>
      <a:accent4>
        <a:srgbClr val="3392E2"/>
      </a:accent4>
      <a:accent5>
        <a:srgbClr val="83B14C"/>
      </a:accent5>
      <a:accent6>
        <a:srgbClr val="73757B"/>
      </a:accent6>
      <a:hlink>
        <a:srgbClr val="0563C1"/>
      </a:hlink>
      <a:folHlink>
        <a:srgbClr val="954F72"/>
      </a:folHlink>
    </a:clrScheme>
    <a:fontScheme name="Project freelance">
      <a:majorFont>
        <a:latin typeface="Roboto"/>
        <a:ea typeface=""/>
        <a:cs typeface=""/>
      </a:majorFont>
      <a:minorFont>
        <a:latin typeface="Roboto L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4.xml><?xml version="1.0" encoding="utf-8"?>
<a:theme xmlns:a="http://schemas.openxmlformats.org/drawingml/2006/main" name="9_Office Theme">
  <a:themeElements>
    <a:clrScheme name="warnakren">
      <a:dk1>
        <a:sysClr val="windowText" lastClr="000000"/>
      </a:dk1>
      <a:lt1>
        <a:sysClr val="window" lastClr="FFFFFF"/>
      </a:lt1>
      <a:dk2>
        <a:srgbClr val="44546A"/>
      </a:dk2>
      <a:lt2>
        <a:srgbClr val="E7E6E6"/>
      </a:lt2>
      <a:accent1>
        <a:srgbClr val="E9233C"/>
      </a:accent1>
      <a:accent2>
        <a:srgbClr val="F0992F"/>
      </a:accent2>
      <a:accent3>
        <a:srgbClr val="1E3046"/>
      </a:accent3>
      <a:accent4>
        <a:srgbClr val="3392E2"/>
      </a:accent4>
      <a:accent5>
        <a:srgbClr val="83B14C"/>
      </a:accent5>
      <a:accent6>
        <a:srgbClr val="73757B"/>
      </a:accent6>
      <a:hlink>
        <a:srgbClr val="0563C1"/>
      </a:hlink>
      <a:folHlink>
        <a:srgbClr val="954F72"/>
      </a:folHlink>
    </a:clrScheme>
    <a:fontScheme name="Project freelance">
      <a:majorFont>
        <a:latin typeface="Roboto"/>
        <a:ea typeface=""/>
        <a:cs typeface=""/>
      </a:majorFont>
      <a:minorFont>
        <a:latin typeface="Roboto L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5.xml><?xml version="1.0" encoding="utf-8"?>
<a:theme xmlns:a="http://schemas.openxmlformats.org/drawingml/2006/main" name="10_Office Theme">
  <a:themeElements>
    <a:clrScheme name="warnakren">
      <a:dk1>
        <a:sysClr val="windowText" lastClr="000000"/>
      </a:dk1>
      <a:lt1>
        <a:sysClr val="window" lastClr="FFFFFF"/>
      </a:lt1>
      <a:dk2>
        <a:srgbClr val="44546A"/>
      </a:dk2>
      <a:lt2>
        <a:srgbClr val="E7E6E6"/>
      </a:lt2>
      <a:accent1>
        <a:srgbClr val="E9233C"/>
      </a:accent1>
      <a:accent2>
        <a:srgbClr val="F0992F"/>
      </a:accent2>
      <a:accent3>
        <a:srgbClr val="1E3046"/>
      </a:accent3>
      <a:accent4>
        <a:srgbClr val="3392E2"/>
      </a:accent4>
      <a:accent5>
        <a:srgbClr val="83B14C"/>
      </a:accent5>
      <a:accent6>
        <a:srgbClr val="73757B"/>
      </a:accent6>
      <a:hlink>
        <a:srgbClr val="0563C1"/>
      </a:hlink>
      <a:folHlink>
        <a:srgbClr val="954F72"/>
      </a:folHlink>
    </a:clrScheme>
    <a:fontScheme name="Project freelance">
      <a:majorFont>
        <a:latin typeface="Roboto"/>
        <a:ea typeface=""/>
        <a:cs typeface=""/>
      </a:majorFont>
      <a:minorFont>
        <a:latin typeface="Roboto L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6.xml><?xml version="1.0" encoding="utf-8"?>
<a:theme xmlns:a="http://schemas.openxmlformats.org/drawingml/2006/main" name="12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7.xml><?xml version="1.0" encoding="utf-8"?>
<a:theme xmlns:a="http://schemas.openxmlformats.org/drawingml/2006/main" name="13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8.xml><?xml version="1.0" encoding="utf-8"?>
<a:theme xmlns:a="http://schemas.openxmlformats.org/drawingml/2006/main" name="14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9.xml><?xml version="1.0" encoding="utf-8"?>
<a:theme xmlns:a="http://schemas.openxmlformats.org/drawingml/2006/main" name="15_Office Theme">
  <a:themeElements>
    <a:clrScheme name="warnakren">
      <a:dk1>
        <a:sysClr val="windowText" lastClr="000000"/>
      </a:dk1>
      <a:lt1>
        <a:sysClr val="window" lastClr="FFFFFF"/>
      </a:lt1>
      <a:dk2>
        <a:srgbClr val="44546A"/>
      </a:dk2>
      <a:lt2>
        <a:srgbClr val="E7E6E6"/>
      </a:lt2>
      <a:accent1>
        <a:srgbClr val="E9233C"/>
      </a:accent1>
      <a:accent2>
        <a:srgbClr val="F0992F"/>
      </a:accent2>
      <a:accent3>
        <a:srgbClr val="1E3046"/>
      </a:accent3>
      <a:accent4>
        <a:srgbClr val="3392E2"/>
      </a:accent4>
      <a:accent5>
        <a:srgbClr val="83B14C"/>
      </a:accent5>
      <a:accent6>
        <a:srgbClr val="73757B"/>
      </a:accent6>
      <a:hlink>
        <a:srgbClr val="0563C1"/>
      </a:hlink>
      <a:folHlink>
        <a:srgbClr val="954F72"/>
      </a:folHlink>
    </a:clrScheme>
    <a:fontScheme name="Project freelance">
      <a:majorFont>
        <a:latin typeface="Roboto"/>
        <a:ea typeface=""/>
        <a:cs typeface=""/>
      </a:majorFont>
      <a:minorFont>
        <a:latin typeface="Roboto L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0.xml><?xml version="1.0" encoding="utf-8"?>
<a:theme xmlns:a="http://schemas.openxmlformats.org/drawingml/2006/main" name="16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1.xml><?xml version="1.0" encoding="utf-8"?>
<a:theme xmlns:a="http://schemas.openxmlformats.org/drawingml/2006/main" name="17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2.xml><?xml version="1.0" encoding="utf-8"?>
<a:theme xmlns:a="http://schemas.openxmlformats.org/drawingml/2006/main" name="18_Office Theme">
  <a:themeElements>
    <a:clrScheme name="warnakren">
      <a:dk1>
        <a:sysClr val="windowText" lastClr="000000"/>
      </a:dk1>
      <a:lt1>
        <a:sysClr val="window" lastClr="FFFFFF"/>
      </a:lt1>
      <a:dk2>
        <a:srgbClr val="44546A"/>
      </a:dk2>
      <a:lt2>
        <a:srgbClr val="E7E6E6"/>
      </a:lt2>
      <a:accent1>
        <a:srgbClr val="E9233C"/>
      </a:accent1>
      <a:accent2>
        <a:srgbClr val="F0992F"/>
      </a:accent2>
      <a:accent3>
        <a:srgbClr val="1E3046"/>
      </a:accent3>
      <a:accent4>
        <a:srgbClr val="3392E2"/>
      </a:accent4>
      <a:accent5>
        <a:srgbClr val="83B14C"/>
      </a:accent5>
      <a:accent6>
        <a:srgbClr val="73757B"/>
      </a:accent6>
      <a:hlink>
        <a:srgbClr val="0563C1"/>
      </a:hlink>
      <a:folHlink>
        <a:srgbClr val="954F72"/>
      </a:folHlink>
    </a:clrScheme>
    <a:fontScheme name="Project freelance">
      <a:majorFont>
        <a:latin typeface="Roboto"/>
        <a:ea typeface=""/>
        <a:cs typeface=""/>
      </a:majorFont>
      <a:minorFont>
        <a:latin typeface="Roboto L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3.xml><?xml version="1.0" encoding="utf-8"?>
<a:theme xmlns:a="http://schemas.openxmlformats.org/drawingml/2006/main" name="19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4.xml><?xml version="1.0" encoding="utf-8"?>
<a:theme xmlns:a="http://schemas.openxmlformats.org/drawingml/2006/main" name="20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5.xml><?xml version="1.0" encoding="utf-8"?>
<a:theme xmlns:a="http://schemas.openxmlformats.org/drawingml/2006/main" name="21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6.xml><?xml version="1.0" encoding="utf-8"?>
<a:theme xmlns:a="http://schemas.openxmlformats.org/drawingml/2006/main" name="22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7.xml><?xml version="1.0" encoding="utf-8"?>
<a:theme xmlns:a="http://schemas.openxmlformats.org/drawingml/2006/main" name="23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8.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50960</TotalTime>
  <Words>4265</Words>
  <Application>Microsoft Macintosh PowerPoint</Application>
  <PresentationFormat>Widescreen</PresentationFormat>
  <Paragraphs>568</Paragraphs>
  <Slides>115</Slides>
  <Notes>49</Notes>
  <HiddenSlides>0</HiddenSlides>
  <MMClips>0</MMClips>
  <ScaleCrop>false</ScaleCrop>
  <HeadingPairs>
    <vt:vector size="6" baseType="variant">
      <vt:variant>
        <vt:lpstr>Fonts Used</vt:lpstr>
      </vt:variant>
      <vt:variant>
        <vt:i4>34</vt:i4>
      </vt:variant>
      <vt:variant>
        <vt:lpstr>Theme</vt:lpstr>
      </vt:variant>
      <vt:variant>
        <vt:i4>47</vt:i4>
      </vt:variant>
      <vt:variant>
        <vt:lpstr>Slide Titles</vt:lpstr>
      </vt:variant>
      <vt:variant>
        <vt:i4>115</vt:i4>
      </vt:variant>
    </vt:vector>
  </HeadingPairs>
  <TitlesOfParts>
    <vt:vector size="196" baseType="lpstr">
      <vt:lpstr>Arial</vt:lpstr>
      <vt:lpstr>Arial Unicode MS</vt:lpstr>
      <vt:lpstr>Calibri</vt:lpstr>
      <vt:lpstr>Calibri Light</vt:lpstr>
      <vt:lpstr>Clear Sans</vt:lpstr>
      <vt:lpstr>Diavlo Medium</vt:lpstr>
      <vt:lpstr>Fira Sans SemiBold Italic</vt:lpstr>
      <vt:lpstr>FontAwesome</vt:lpstr>
      <vt:lpstr>Gill Sans</vt:lpstr>
      <vt:lpstr>Helvetica</vt:lpstr>
      <vt:lpstr>HP Simplified</vt:lpstr>
      <vt:lpstr>Lato</vt:lpstr>
      <vt:lpstr>Lato Black</vt:lpstr>
      <vt:lpstr>Lato Light</vt:lpstr>
      <vt:lpstr>Lato Medium</vt:lpstr>
      <vt:lpstr>Lato Regular</vt:lpstr>
      <vt:lpstr>Montserrat Light</vt:lpstr>
      <vt:lpstr>MS PGothic</vt:lpstr>
      <vt:lpstr>Open Sans</vt:lpstr>
      <vt:lpstr>Open Sans Extrabold</vt:lpstr>
      <vt:lpstr>Open Sans Light</vt:lpstr>
      <vt:lpstr>Raleway</vt:lpstr>
      <vt:lpstr>Raleway Light</vt:lpstr>
      <vt:lpstr>Roboto</vt:lpstr>
      <vt:lpstr>Roboto Condensed</vt:lpstr>
      <vt:lpstr>Roboto Lt</vt:lpstr>
      <vt:lpstr>Roboto Medium</vt:lpstr>
      <vt:lpstr>Signika Negative</vt:lpstr>
      <vt:lpstr>Simplified Arabic</vt:lpstr>
      <vt:lpstr>Sinkin Sans 400 Regular</vt:lpstr>
      <vt:lpstr>Sosa</vt:lpstr>
      <vt:lpstr>Source Sans Pro</vt:lpstr>
      <vt:lpstr>Source Sans Pro Light</vt:lpstr>
      <vt:lpstr>Times New Roman</vt:lpstr>
      <vt:lpstr>29_Office Theme</vt:lpstr>
      <vt:lpstr>51_Office Theme</vt:lpstr>
      <vt:lpstr>56_Office Theme</vt:lpstr>
      <vt:lpstr>4_Office Theme</vt:lpstr>
      <vt:lpstr>57_Office Theme</vt:lpstr>
      <vt:lpstr>59_Office Theme</vt:lpstr>
      <vt:lpstr>62_Office Theme</vt:lpstr>
      <vt:lpstr>28_Office Theme</vt:lpstr>
      <vt:lpstr>1_Theme_16_9</vt:lpstr>
      <vt:lpstr>2_Theme_16_9</vt:lpstr>
      <vt:lpstr>3_Theme_16_9</vt:lpstr>
      <vt:lpstr>82_Office Theme</vt:lpstr>
      <vt:lpstr>1_Custom Design</vt:lpstr>
      <vt:lpstr>Custom Design</vt:lpstr>
      <vt:lpstr>2_Custom Design</vt:lpstr>
      <vt:lpstr>3_Custom Design</vt:lpstr>
      <vt:lpstr>4_Custom Design</vt:lpstr>
      <vt:lpstr>5_Custom Design</vt:lpstr>
      <vt:lpstr>6_Custom Design</vt:lpstr>
      <vt:lpstr>7_Custom Design</vt:lpstr>
      <vt:lpstr>8_Custom Design</vt:lpstr>
      <vt:lpstr>9_Custom Design</vt:lpstr>
      <vt:lpstr>10_Custom Design</vt:lpstr>
      <vt:lpstr>11_Custom Design</vt:lpstr>
      <vt:lpstr>12_Custom Design</vt:lpstr>
      <vt:lpstr>13_Custom Design</vt:lpstr>
      <vt:lpstr>Default Theme</vt:lpstr>
      <vt:lpstr>1_Office Theme</vt:lpstr>
      <vt:lpstr>2_Office Theme</vt:lpstr>
      <vt:lpstr>5_Office Theme</vt:lpstr>
      <vt:lpstr>3_Office Theme</vt:lpstr>
      <vt:lpstr>7_Office Theme</vt:lpstr>
      <vt:lpstr>8_Office Theme</vt:lpstr>
      <vt:lpstr>9_Office Theme</vt:lpstr>
      <vt:lpstr>10_Office Theme</vt:lpstr>
      <vt:lpstr>12_Office Theme</vt:lpstr>
      <vt:lpstr>13_Office Theme</vt:lpstr>
      <vt:lpstr>14_Office Theme</vt:lpstr>
      <vt:lpstr>15_Office Theme</vt:lpstr>
      <vt:lpstr>16_Office Theme</vt:lpstr>
      <vt:lpstr>17_Office Theme</vt:lpstr>
      <vt:lpstr>18_Office Theme</vt:lpstr>
      <vt:lpstr>19_Office Theme</vt:lpstr>
      <vt:lpstr>20_Office Theme</vt:lpstr>
      <vt:lpstr>21_Office Theme</vt:lpstr>
      <vt:lpstr>22_Office Theme</vt:lpstr>
      <vt:lpstr>23_Office Theme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ما هي معايير تقييم أداء المعلم بالقرن الحادي والعشرين؟</vt:lpstr>
      <vt:lpstr>ما هي معايير تقييم أداء المعلم بالقرن الحادي والعشرين؟</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وبحسب تعديلات لورين، أصبح تصنيف بلوم الجديد يتكون من المستويات الآتية:</vt:lpstr>
      <vt:lpstr>وبحسب تعديلات لورين، أصبح تصنيف بلوم الجديد يتكون من المستويات الآتية:</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وبحسب ما يشير موليناري فإن هناك ثلاثة أسباب للفجوة الرقمية، وهي:</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‌ب- التعليم الإلكتروني E-Learning:</vt:lpstr>
      <vt:lpstr>‌ج- العصف الذهني:</vt:lpstr>
      <vt:lpstr>PowerPoint Presentation</vt:lpstr>
      <vt:lpstr>PowerPoint Presentation</vt:lpstr>
      <vt:lpstr>‌د- استراتيجية التعلم الذاتي:</vt:lpstr>
      <vt:lpstr>‌ه-  استراتيجية التعلم التجريبي:</vt:lpstr>
      <vt:lpstr>‌و- استراتيجية التعليم الغير مباشر:</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أ- ما هي فوبيا التكنولوجيا؟</vt:lpstr>
      <vt:lpstr>PowerPoint Presentation</vt:lpstr>
      <vt:lpstr>PowerPoint Presentation</vt:lpstr>
      <vt:lpstr>PowerPoint Presentation</vt:lpstr>
      <vt:lpstr>PowerPoint Presentation</vt:lpstr>
      <vt:lpstr>PowerPoint Presentation</vt:lpstr>
      <vt:lpstr>ب‌-  هوس التكنولوجيا (Technophilia)</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ج- معلم مدرسة المستقبل</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LinksUpToDate>false</LinksUpToDate>
  <SharedDoc>false</SharedDoc>
  <HyperlinksChanged>false</HyperlinksChanged>
  <AppVersion>15.0025</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Dr. Ahmad Alfailakawi</dc:creator>
  <cp:lastModifiedBy>Dr. Ahmad Alfailakawi</cp:lastModifiedBy>
  <cp:revision>743</cp:revision>
  <dcterms:created xsi:type="dcterms:W3CDTF">2016-05-26T23:49:55Z</dcterms:created>
  <dcterms:modified xsi:type="dcterms:W3CDTF">2016-09-02T21:01:34Z</dcterms:modified>
</cp:coreProperties>
</file>